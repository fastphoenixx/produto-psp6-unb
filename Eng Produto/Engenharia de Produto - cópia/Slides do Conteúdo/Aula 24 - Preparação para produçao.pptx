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45"/>
  </p:notesMasterIdLst>
  <p:handoutMasterIdLst>
    <p:handoutMasterId r:id="rId46"/>
  </p:handoutMasterIdLst>
  <p:sldIdLst>
    <p:sldId id="416" r:id="rId5"/>
    <p:sldId id="517" r:id="rId6"/>
    <p:sldId id="516" r:id="rId7"/>
    <p:sldId id="285" r:id="rId8"/>
    <p:sldId id="358" r:id="rId9"/>
    <p:sldId id="357" r:id="rId10"/>
    <p:sldId id="351" r:id="rId11"/>
    <p:sldId id="372" r:id="rId12"/>
    <p:sldId id="363" r:id="rId13"/>
    <p:sldId id="374" r:id="rId14"/>
    <p:sldId id="379" r:id="rId15"/>
    <p:sldId id="519" r:id="rId16"/>
    <p:sldId id="380" r:id="rId17"/>
    <p:sldId id="383" r:id="rId18"/>
    <p:sldId id="385" r:id="rId19"/>
    <p:sldId id="390" r:id="rId20"/>
    <p:sldId id="391" r:id="rId21"/>
    <p:sldId id="395" r:id="rId22"/>
    <p:sldId id="393" r:id="rId23"/>
    <p:sldId id="399" r:id="rId24"/>
    <p:sldId id="408" r:id="rId25"/>
    <p:sldId id="405" r:id="rId26"/>
    <p:sldId id="407" r:id="rId27"/>
    <p:sldId id="410" r:id="rId28"/>
    <p:sldId id="404" r:id="rId29"/>
    <p:sldId id="356" r:id="rId30"/>
    <p:sldId id="470" r:id="rId31"/>
    <p:sldId id="471" r:id="rId32"/>
    <p:sldId id="482" r:id="rId33"/>
    <p:sldId id="494" r:id="rId34"/>
    <p:sldId id="496" r:id="rId35"/>
    <p:sldId id="497" r:id="rId36"/>
    <p:sldId id="512" r:id="rId37"/>
    <p:sldId id="513" r:id="rId38"/>
    <p:sldId id="514" r:id="rId39"/>
    <p:sldId id="460" r:id="rId40"/>
    <p:sldId id="461" r:id="rId41"/>
    <p:sldId id="462" r:id="rId42"/>
    <p:sldId id="463" r:id="rId43"/>
    <p:sldId id="515" r:id="rId44"/>
  </p:sldIdLst>
  <p:sldSz cx="9144000" cy="6858000" type="screen4x3"/>
  <p:notesSz cx="6858000" cy="9144000"/>
  <p:defaultTextStyle>
    <a:defPPr>
      <a:defRPr lang="pt-BR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D78"/>
    <a:srgbClr val="FF85FF"/>
    <a:srgbClr val="73FB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426" autoAdjust="0"/>
    <p:restoredTop sz="68650" autoAdjust="0"/>
  </p:normalViewPr>
  <p:slideViewPr>
    <p:cSldViewPr snapToGrid="0">
      <p:cViewPr varScale="1">
        <p:scale>
          <a:sx n="80" d="100"/>
          <a:sy n="80" d="100"/>
        </p:scale>
        <p:origin x="2992" y="17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1302"/>
    </p:cViewPr>
  </p:sorterViewPr>
  <p:gridSpacing cx="45005" cy="45005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viewProps" Target="view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handoutMaster" Target="handoutMasters/handoutMaster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>
            <a:extLst>
              <a:ext uri="{FF2B5EF4-FFF2-40B4-BE49-F238E27FC236}">
                <a16:creationId xmlns:a16="http://schemas.microsoft.com/office/drawing/2014/main" id="{23193F52-928C-C24C-A2C0-0A4C2A31F20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spcBef>
                <a:spcPct val="5000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C16201A2-7705-7F4E-A787-917C5142F61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spcBef>
                <a:spcPct val="5000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fld id="{7DF82A60-9D66-4946-A086-82B4BF89E114}" type="datetimeFigureOut">
              <a:rPr lang="pt-BR"/>
              <a:pPr>
                <a:defRPr/>
              </a:pPr>
              <a:t>12/07/2023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2234696E-8D4A-8E40-861F-78C692E2B401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spcBef>
                <a:spcPct val="5000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D2628701-DA1E-694F-8414-7E1AF8B4B46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spcBef>
                <a:spcPct val="50000"/>
              </a:spcBef>
              <a:defRPr sz="1200"/>
            </a:lvl1pPr>
          </a:lstStyle>
          <a:p>
            <a:fld id="{FC068244-2DBA-2348-BA96-F0C7EDE09291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2563E6F4-E75C-E949-B9B1-83EC25936D7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6CF25A01-DB23-0A42-972C-24E345A7EE47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spcBef>
                <a:spcPct val="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CF091A23-8032-4E43-8FBF-19433F2AC010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25" name="Rectangle 5">
            <a:extLst>
              <a:ext uri="{FF2B5EF4-FFF2-40B4-BE49-F238E27FC236}">
                <a16:creationId xmlns:a16="http://schemas.microsoft.com/office/drawing/2014/main" id="{4B9D4014-6C3F-264E-B7A2-2939F18360FE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noProof="0"/>
              <a:t>Clique para editar os estilos do texto mestre</a:t>
            </a:r>
          </a:p>
          <a:p>
            <a:pPr lvl="1"/>
            <a:r>
              <a:rPr lang="pt-BR" noProof="0"/>
              <a:t>Segundo nível</a:t>
            </a:r>
          </a:p>
          <a:p>
            <a:pPr lvl="2"/>
            <a:r>
              <a:rPr lang="pt-BR" noProof="0"/>
              <a:t>Terceiro nível</a:t>
            </a:r>
          </a:p>
          <a:p>
            <a:pPr lvl="3"/>
            <a:r>
              <a:rPr lang="pt-BR" noProof="0"/>
              <a:t>Quarto nível</a:t>
            </a:r>
          </a:p>
          <a:p>
            <a:pPr lvl="4"/>
            <a:r>
              <a:rPr lang="pt-BR" noProof="0"/>
              <a:t>Quinto nível</a:t>
            </a:r>
          </a:p>
        </p:txBody>
      </p:sp>
      <p:sp>
        <p:nvSpPr>
          <p:cNvPr id="30726" name="Rectangle 6">
            <a:extLst>
              <a:ext uri="{FF2B5EF4-FFF2-40B4-BE49-F238E27FC236}">
                <a16:creationId xmlns:a16="http://schemas.microsoft.com/office/drawing/2014/main" id="{7B1D7A60-6FFA-774F-A32B-27E5A6D4A847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0"/>
              </a:spcBef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30727" name="Rectangle 7">
            <a:extLst>
              <a:ext uri="{FF2B5EF4-FFF2-40B4-BE49-F238E27FC236}">
                <a16:creationId xmlns:a16="http://schemas.microsoft.com/office/drawing/2014/main" id="{8F42A1E9-6573-9F4B-942A-E839ABE53F4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9F031A81-9184-EF49-9BB5-475FDC9B4446}" type="slidenum">
              <a:rPr lang="pt-BR" altLang="pt-BR"/>
              <a:pPr/>
              <a:t>‹nº›</a:t>
            </a:fld>
            <a:endParaRPr lang="pt-BR" alt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7">
            <a:extLst>
              <a:ext uri="{FF2B5EF4-FFF2-40B4-BE49-F238E27FC236}">
                <a16:creationId xmlns:a16="http://schemas.microsoft.com/office/drawing/2014/main" id="{CB29927D-0B4C-5C4F-A8A6-269FD2323EA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FDABD87-39B3-374A-8096-D0B13E169D35}" type="slidenum">
              <a:rPr lang="pt-BR" altLang="pt-BR"/>
              <a:pPr>
                <a:spcBef>
                  <a:spcPct val="0"/>
                </a:spcBef>
              </a:pPr>
              <a:t>2</a:t>
            </a:fld>
            <a:endParaRPr lang="pt-BR" altLang="pt-BR"/>
          </a:p>
        </p:txBody>
      </p:sp>
      <p:sp>
        <p:nvSpPr>
          <p:cNvPr id="84994" name="Rectangle 2">
            <a:extLst>
              <a:ext uri="{FF2B5EF4-FFF2-40B4-BE49-F238E27FC236}">
                <a16:creationId xmlns:a16="http://schemas.microsoft.com/office/drawing/2014/main" id="{BFD81AF6-F0E2-314F-BA3A-0273DCBEAF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84995" name="Rectangle 3">
            <a:extLst>
              <a:ext uri="{FF2B5EF4-FFF2-40B4-BE49-F238E27FC236}">
                <a16:creationId xmlns:a16="http://schemas.microsoft.com/office/drawing/2014/main" id="{9EE2429E-257E-9C44-8E53-4B64E4A469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02735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7">
            <a:extLst>
              <a:ext uri="{FF2B5EF4-FFF2-40B4-BE49-F238E27FC236}">
                <a16:creationId xmlns:a16="http://schemas.microsoft.com/office/drawing/2014/main" id="{CB29927D-0B4C-5C4F-A8A6-269FD2323EA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FDABD87-39B3-374A-8096-D0B13E169D35}" type="slidenum">
              <a:rPr lang="pt-BR" altLang="pt-BR"/>
              <a:pPr>
                <a:spcBef>
                  <a:spcPct val="0"/>
                </a:spcBef>
              </a:pPr>
              <a:t>3</a:t>
            </a:fld>
            <a:endParaRPr lang="pt-BR" altLang="pt-BR"/>
          </a:p>
        </p:txBody>
      </p:sp>
      <p:sp>
        <p:nvSpPr>
          <p:cNvPr id="84994" name="Rectangle 2">
            <a:extLst>
              <a:ext uri="{FF2B5EF4-FFF2-40B4-BE49-F238E27FC236}">
                <a16:creationId xmlns:a16="http://schemas.microsoft.com/office/drawing/2014/main" id="{BFD81AF6-F0E2-314F-BA3A-0273DCBEAF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84995" name="Rectangle 3">
            <a:extLst>
              <a:ext uri="{FF2B5EF4-FFF2-40B4-BE49-F238E27FC236}">
                <a16:creationId xmlns:a16="http://schemas.microsoft.com/office/drawing/2014/main" id="{9EE2429E-257E-9C44-8E53-4B64E4A469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655218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7">
            <a:extLst>
              <a:ext uri="{FF2B5EF4-FFF2-40B4-BE49-F238E27FC236}">
                <a16:creationId xmlns:a16="http://schemas.microsoft.com/office/drawing/2014/main" id="{77C004B6-B04B-2743-9F21-752CE106189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754BCD2-F736-1B4C-9BC6-7EE8DAC3E37C}" type="slidenum">
              <a:rPr lang="pt-BR" altLang="pt-BR"/>
              <a:pPr>
                <a:spcBef>
                  <a:spcPct val="0"/>
                </a:spcBef>
              </a:pPr>
              <a:t>4</a:t>
            </a:fld>
            <a:endParaRPr lang="pt-BR" altLang="pt-BR"/>
          </a:p>
        </p:txBody>
      </p:sp>
      <p:sp>
        <p:nvSpPr>
          <p:cNvPr id="18434" name="Rectangle 2">
            <a:extLst>
              <a:ext uri="{FF2B5EF4-FFF2-40B4-BE49-F238E27FC236}">
                <a16:creationId xmlns:a16="http://schemas.microsoft.com/office/drawing/2014/main" id="{D205647D-01E7-E54D-9616-F6A735C247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802351AE-A7E1-7647-92B6-C137D2D0F34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7">
            <a:extLst>
              <a:ext uri="{FF2B5EF4-FFF2-40B4-BE49-F238E27FC236}">
                <a16:creationId xmlns:a16="http://schemas.microsoft.com/office/drawing/2014/main" id="{BC02A4EA-08FF-1243-AF0B-A35430CC246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C8C1135-81CD-2544-B412-1E418A9B6107}" type="slidenum">
              <a:rPr lang="pt-BR" altLang="pt-BR"/>
              <a:pPr>
                <a:spcBef>
                  <a:spcPct val="0"/>
                </a:spcBef>
              </a:pPr>
              <a:t>5</a:t>
            </a:fld>
            <a:endParaRPr lang="pt-BR" altLang="pt-BR"/>
          </a:p>
        </p:txBody>
      </p:sp>
      <p:sp>
        <p:nvSpPr>
          <p:cNvPr id="27650" name="Rectangle 2">
            <a:extLst>
              <a:ext uri="{FF2B5EF4-FFF2-40B4-BE49-F238E27FC236}">
                <a16:creationId xmlns:a16="http://schemas.microsoft.com/office/drawing/2014/main" id="{2130D338-95BA-D141-85E0-519010B123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27651" name="Rectangle 3">
            <a:extLst>
              <a:ext uri="{FF2B5EF4-FFF2-40B4-BE49-F238E27FC236}">
                <a16:creationId xmlns:a16="http://schemas.microsoft.com/office/drawing/2014/main" id="{ACA65691-859F-B54A-B7CE-BAEDAC2B51F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Rectangle 7">
            <a:extLst>
              <a:ext uri="{FF2B5EF4-FFF2-40B4-BE49-F238E27FC236}">
                <a16:creationId xmlns:a16="http://schemas.microsoft.com/office/drawing/2014/main" id="{269F1C79-ABC8-F945-8300-67D3CE950B5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18973EC-7D78-324E-8E95-348860E805B4}" type="slidenum">
              <a:rPr lang="pt-BR" altLang="pt-BR"/>
              <a:pPr>
                <a:spcBef>
                  <a:spcPct val="0"/>
                </a:spcBef>
              </a:pPr>
              <a:t>6</a:t>
            </a:fld>
            <a:endParaRPr lang="pt-BR" altLang="pt-BR"/>
          </a:p>
        </p:txBody>
      </p:sp>
      <p:sp>
        <p:nvSpPr>
          <p:cNvPr id="29698" name="Rectangle 2">
            <a:extLst>
              <a:ext uri="{FF2B5EF4-FFF2-40B4-BE49-F238E27FC236}">
                <a16:creationId xmlns:a16="http://schemas.microsoft.com/office/drawing/2014/main" id="{FB4E2183-AA56-614D-82CB-BFB52434908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6B46CEB3-E44C-9A4C-80E0-B6B4351E573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altLang="pt-BR">
                <a:latin typeface="Arial" panose="020B0604020202020204" pitchFamily="34" charset="0"/>
              </a:rPr>
              <a:t>Explicar que ambas as fases cuidam da cadeia de suprimentos e do mercado A fase de  preparação da produção do ponto de vista interno e o lançamento do produto do ponto de vista externo As fases tradicionalmente conhecidas como desenvolvimento de produtos terminam com a fase anterior de projeto detalhado, na qual foram definidos os processos de fabricação e as especificações dos recursos de fabricação (máquinas, equipamentos e ferramental) Quando necessário, novas instalações foram projetadas naquela fase Nela, os protótipos foram produzidos e testados, e assim o produto foi homologado, ou seja, ele atendeu aos requisitos anteriormente definidos Leia página 394</a:t>
            </a: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Rectangle 7">
            <a:extLst>
              <a:ext uri="{FF2B5EF4-FFF2-40B4-BE49-F238E27FC236}">
                <a16:creationId xmlns:a16="http://schemas.microsoft.com/office/drawing/2014/main" id="{6CADE5FD-D885-F847-85C5-844CD665880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A14AD6C-3A73-A843-ABCE-0EA2B88CA87C}" type="slidenum">
              <a:rPr lang="pt-BR" altLang="pt-BR"/>
              <a:pPr>
                <a:spcBef>
                  <a:spcPct val="0"/>
                </a:spcBef>
              </a:pPr>
              <a:t>7</a:t>
            </a:fld>
            <a:endParaRPr lang="pt-BR" altLang="pt-BR"/>
          </a:p>
        </p:txBody>
      </p:sp>
      <p:sp>
        <p:nvSpPr>
          <p:cNvPr id="31746" name="Rectangle 2">
            <a:extLst>
              <a:ext uri="{FF2B5EF4-FFF2-40B4-BE49-F238E27FC236}">
                <a16:creationId xmlns:a16="http://schemas.microsoft.com/office/drawing/2014/main" id="{33358C20-6945-0049-9DE5-6F858D4A96E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Rectangle 3">
            <a:extLst>
              <a:ext uri="{FF2B5EF4-FFF2-40B4-BE49-F238E27FC236}">
                <a16:creationId xmlns:a16="http://schemas.microsoft.com/office/drawing/2014/main" id="{63FDB9C0-8F31-A747-B8E0-3F7EB6DCBF3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Rectangle 7">
            <a:extLst>
              <a:ext uri="{FF2B5EF4-FFF2-40B4-BE49-F238E27FC236}">
                <a16:creationId xmlns:a16="http://schemas.microsoft.com/office/drawing/2014/main" id="{55B94EAF-1908-CA40-8EF7-37DEECB9186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412A941-3B09-814C-BB04-8A3A111C7AB7}" type="slidenum">
              <a:rPr lang="pt-BR" altLang="pt-BR"/>
              <a:pPr>
                <a:spcBef>
                  <a:spcPct val="0"/>
                </a:spcBef>
              </a:pPr>
              <a:t>8</a:t>
            </a:fld>
            <a:endParaRPr lang="pt-BR" altLang="pt-BR"/>
          </a:p>
        </p:txBody>
      </p:sp>
      <p:sp>
        <p:nvSpPr>
          <p:cNvPr id="33794" name="Rectangle 2">
            <a:extLst>
              <a:ext uri="{FF2B5EF4-FFF2-40B4-BE49-F238E27FC236}">
                <a16:creationId xmlns:a16="http://schemas.microsoft.com/office/drawing/2014/main" id="{594713E7-2609-A84A-9DAD-542931573C4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5" name="Rectangle 3">
            <a:extLst>
              <a:ext uri="{FF2B5EF4-FFF2-40B4-BE49-F238E27FC236}">
                <a16:creationId xmlns:a16="http://schemas.microsoft.com/office/drawing/2014/main" id="{B6C781EC-6F6E-C94F-9C1D-582FFAE89F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Rectangle 7">
            <a:extLst>
              <a:ext uri="{FF2B5EF4-FFF2-40B4-BE49-F238E27FC236}">
                <a16:creationId xmlns:a16="http://schemas.microsoft.com/office/drawing/2014/main" id="{BD5D8096-0B9A-494D-B0C4-56D6208C00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9514B71-CCDF-A440-A2F9-BDF52ECC0A45}" type="slidenum">
              <a:rPr lang="pt-BR" altLang="pt-BR"/>
              <a:pPr>
                <a:spcBef>
                  <a:spcPct val="0"/>
                </a:spcBef>
              </a:pPr>
              <a:t>9</a:t>
            </a:fld>
            <a:endParaRPr lang="pt-BR" altLang="pt-BR"/>
          </a:p>
        </p:txBody>
      </p:sp>
      <p:sp>
        <p:nvSpPr>
          <p:cNvPr id="35842" name="Rectangle 2">
            <a:extLst>
              <a:ext uri="{FF2B5EF4-FFF2-40B4-BE49-F238E27FC236}">
                <a16:creationId xmlns:a16="http://schemas.microsoft.com/office/drawing/2014/main" id="{AFB357B3-9B4D-8542-B880-ACA18D31349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3" name="Rectangle 3">
            <a:extLst>
              <a:ext uri="{FF2B5EF4-FFF2-40B4-BE49-F238E27FC236}">
                <a16:creationId xmlns:a16="http://schemas.microsoft.com/office/drawing/2014/main" id="{798DA5CF-2AED-D14E-88FE-23C77CBFA9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Rectangle 7">
            <a:extLst>
              <a:ext uri="{FF2B5EF4-FFF2-40B4-BE49-F238E27FC236}">
                <a16:creationId xmlns:a16="http://schemas.microsoft.com/office/drawing/2014/main" id="{612ABAB7-23F6-EA4E-96B4-33402BBEC1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EDA2323-595B-5646-9AAA-F363195FA55E}" type="slidenum">
              <a:rPr lang="pt-BR" altLang="pt-BR"/>
              <a:pPr>
                <a:spcBef>
                  <a:spcPct val="0"/>
                </a:spcBef>
              </a:pPr>
              <a:t>10</a:t>
            </a:fld>
            <a:endParaRPr lang="pt-BR" altLang="pt-BR"/>
          </a:p>
        </p:txBody>
      </p:sp>
      <p:sp>
        <p:nvSpPr>
          <p:cNvPr id="37890" name="Rectangle 2">
            <a:extLst>
              <a:ext uri="{FF2B5EF4-FFF2-40B4-BE49-F238E27FC236}">
                <a16:creationId xmlns:a16="http://schemas.microsoft.com/office/drawing/2014/main" id="{01185A0F-36F7-B649-9513-AA78132FD8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1" name="Rectangle 3">
            <a:extLst>
              <a:ext uri="{FF2B5EF4-FFF2-40B4-BE49-F238E27FC236}">
                <a16:creationId xmlns:a16="http://schemas.microsoft.com/office/drawing/2014/main" id="{BAB1E432-6E8E-3A47-ACEB-4C56715574E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Rectangle 7">
            <a:extLst>
              <a:ext uri="{FF2B5EF4-FFF2-40B4-BE49-F238E27FC236}">
                <a16:creationId xmlns:a16="http://schemas.microsoft.com/office/drawing/2014/main" id="{6300DE3B-7AEA-8A4F-8735-C003EFC10F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8CA3220-E9C3-FC47-9E0A-B6CA34930AFE}" type="slidenum">
              <a:rPr lang="pt-BR" altLang="pt-BR"/>
              <a:pPr>
                <a:spcBef>
                  <a:spcPct val="0"/>
                </a:spcBef>
              </a:pPr>
              <a:t>11</a:t>
            </a:fld>
            <a:endParaRPr lang="pt-BR" altLang="pt-BR"/>
          </a:p>
        </p:txBody>
      </p:sp>
      <p:sp>
        <p:nvSpPr>
          <p:cNvPr id="39938" name="Rectangle 2">
            <a:extLst>
              <a:ext uri="{FF2B5EF4-FFF2-40B4-BE49-F238E27FC236}">
                <a16:creationId xmlns:a16="http://schemas.microsoft.com/office/drawing/2014/main" id="{5ED8DD81-8AC8-7346-8961-44A8AFE1EA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9" name="Rectangle 3">
            <a:extLst>
              <a:ext uri="{FF2B5EF4-FFF2-40B4-BE49-F238E27FC236}">
                <a16:creationId xmlns:a16="http://schemas.microsoft.com/office/drawing/2014/main" id="{B25FAA56-2B6D-BF40-AFCA-EF9432F0EAD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Rectangle 7">
            <a:extLst>
              <a:ext uri="{FF2B5EF4-FFF2-40B4-BE49-F238E27FC236}">
                <a16:creationId xmlns:a16="http://schemas.microsoft.com/office/drawing/2014/main" id="{0773C694-3111-6E40-ACC1-04307078C2B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F526767-C721-9844-9E9D-C06EDF37F997}" type="slidenum">
              <a:rPr lang="pt-BR" altLang="pt-BR"/>
              <a:pPr>
                <a:spcBef>
                  <a:spcPct val="0"/>
                </a:spcBef>
              </a:pPr>
              <a:t>13</a:t>
            </a:fld>
            <a:endParaRPr lang="pt-BR" altLang="pt-BR"/>
          </a:p>
        </p:txBody>
      </p:sp>
      <p:sp>
        <p:nvSpPr>
          <p:cNvPr id="41986" name="Rectangle 2">
            <a:extLst>
              <a:ext uri="{FF2B5EF4-FFF2-40B4-BE49-F238E27FC236}">
                <a16:creationId xmlns:a16="http://schemas.microsoft.com/office/drawing/2014/main" id="{7E1A735A-F0DF-674E-A1CE-336D4BDDA71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7" name="Rectangle 3">
            <a:extLst>
              <a:ext uri="{FF2B5EF4-FFF2-40B4-BE49-F238E27FC236}">
                <a16:creationId xmlns:a16="http://schemas.microsoft.com/office/drawing/2014/main" id="{513F57EB-C316-C143-A3CC-57294FF3292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Rectangle 7">
            <a:extLst>
              <a:ext uri="{FF2B5EF4-FFF2-40B4-BE49-F238E27FC236}">
                <a16:creationId xmlns:a16="http://schemas.microsoft.com/office/drawing/2014/main" id="{984365A1-E1A8-954D-A0B8-F68FD260E28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4F42B67-984C-F548-AC2B-9F4E00A1F724}" type="slidenum">
              <a:rPr lang="pt-BR" altLang="pt-BR"/>
              <a:pPr>
                <a:spcBef>
                  <a:spcPct val="0"/>
                </a:spcBef>
              </a:pPr>
              <a:t>14</a:t>
            </a:fld>
            <a:endParaRPr lang="pt-BR" altLang="pt-BR"/>
          </a:p>
        </p:txBody>
      </p:sp>
      <p:sp>
        <p:nvSpPr>
          <p:cNvPr id="46082" name="Rectangle 2">
            <a:extLst>
              <a:ext uri="{FF2B5EF4-FFF2-40B4-BE49-F238E27FC236}">
                <a16:creationId xmlns:a16="http://schemas.microsoft.com/office/drawing/2014/main" id="{81645D13-BE0E-6646-AFC7-4D3FD998B6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3" name="Rectangle 3">
            <a:extLst>
              <a:ext uri="{FF2B5EF4-FFF2-40B4-BE49-F238E27FC236}">
                <a16:creationId xmlns:a16="http://schemas.microsoft.com/office/drawing/2014/main" id="{3B7A8EF5-EAD1-5740-BD4A-B5919531AA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Rectangle 7">
            <a:extLst>
              <a:ext uri="{FF2B5EF4-FFF2-40B4-BE49-F238E27FC236}">
                <a16:creationId xmlns:a16="http://schemas.microsoft.com/office/drawing/2014/main" id="{08BAA16A-EA38-364E-BE18-BA5BF77205E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4B8E04C-F48B-3149-8744-73B85C7325EF}" type="slidenum">
              <a:rPr lang="pt-BR" altLang="pt-BR"/>
              <a:pPr>
                <a:spcBef>
                  <a:spcPct val="0"/>
                </a:spcBef>
              </a:pPr>
              <a:t>15</a:t>
            </a:fld>
            <a:endParaRPr lang="pt-BR" altLang="pt-BR"/>
          </a:p>
        </p:txBody>
      </p:sp>
      <p:sp>
        <p:nvSpPr>
          <p:cNvPr id="48130" name="Rectangle 2">
            <a:extLst>
              <a:ext uri="{FF2B5EF4-FFF2-40B4-BE49-F238E27FC236}">
                <a16:creationId xmlns:a16="http://schemas.microsoft.com/office/drawing/2014/main" id="{0D0CABE3-FAAE-DF41-8E6A-A3EAF18E41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1" name="Rectangle 3">
            <a:extLst>
              <a:ext uri="{FF2B5EF4-FFF2-40B4-BE49-F238E27FC236}">
                <a16:creationId xmlns:a16="http://schemas.microsoft.com/office/drawing/2014/main" id="{F3F1198D-0022-5849-9D7D-2ACB4DFCCA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7">
            <a:extLst>
              <a:ext uri="{FF2B5EF4-FFF2-40B4-BE49-F238E27FC236}">
                <a16:creationId xmlns:a16="http://schemas.microsoft.com/office/drawing/2014/main" id="{AE0F3609-5B60-9948-A7D4-C2649D7D3F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85DAAAD-8325-BA43-9321-02BC8AB72DC5}" type="slidenum">
              <a:rPr lang="pt-BR" altLang="pt-BR"/>
              <a:pPr>
                <a:spcBef>
                  <a:spcPct val="0"/>
                </a:spcBef>
              </a:pPr>
              <a:t>16</a:t>
            </a:fld>
            <a:endParaRPr lang="pt-BR" altLang="pt-BR"/>
          </a:p>
        </p:txBody>
      </p:sp>
      <p:sp>
        <p:nvSpPr>
          <p:cNvPr id="50178" name="Rectangle 2">
            <a:extLst>
              <a:ext uri="{FF2B5EF4-FFF2-40B4-BE49-F238E27FC236}">
                <a16:creationId xmlns:a16="http://schemas.microsoft.com/office/drawing/2014/main" id="{ECFAE5CD-DFB7-D446-A5D3-F25CB0762FA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9" name="Rectangle 3">
            <a:extLst>
              <a:ext uri="{FF2B5EF4-FFF2-40B4-BE49-F238E27FC236}">
                <a16:creationId xmlns:a16="http://schemas.microsoft.com/office/drawing/2014/main" id="{F6323B3E-7361-EC47-8336-853F212A75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7">
            <a:extLst>
              <a:ext uri="{FF2B5EF4-FFF2-40B4-BE49-F238E27FC236}">
                <a16:creationId xmlns:a16="http://schemas.microsoft.com/office/drawing/2014/main" id="{C58B6132-C44D-0447-882D-AB903AA05AA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0960178-97CD-8A46-8D21-193E95012FAC}" type="slidenum">
              <a:rPr lang="pt-BR" altLang="pt-BR"/>
              <a:pPr>
                <a:spcBef>
                  <a:spcPct val="0"/>
                </a:spcBef>
              </a:pPr>
              <a:t>17</a:t>
            </a:fld>
            <a:endParaRPr lang="pt-BR" altLang="pt-BR"/>
          </a:p>
        </p:txBody>
      </p:sp>
      <p:sp>
        <p:nvSpPr>
          <p:cNvPr id="52226" name="Rectangle 2">
            <a:extLst>
              <a:ext uri="{FF2B5EF4-FFF2-40B4-BE49-F238E27FC236}">
                <a16:creationId xmlns:a16="http://schemas.microsoft.com/office/drawing/2014/main" id="{211D23E0-7C0A-0C48-ACE7-97BD34E0DD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C299CDAF-5DC1-C444-ABFD-64C3E0A37BC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 b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>
            <a:extLst>
              <a:ext uri="{FF2B5EF4-FFF2-40B4-BE49-F238E27FC236}">
                <a16:creationId xmlns:a16="http://schemas.microsoft.com/office/drawing/2014/main" id="{BCC3C8D7-0F01-C848-99B0-9A1BDB4D3BE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9D65FB5-EF94-0C41-8A32-059D33748C82}" type="slidenum">
              <a:rPr lang="pt-BR" altLang="pt-BR"/>
              <a:pPr>
                <a:spcBef>
                  <a:spcPct val="0"/>
                </a:spcBef>
              </a:pPr>
              <a:t>18</a:t>
            </a:fld>
            <a:endParaRPr lang="pt-BR" altLang="pt-BR"/>
          </a:p>
        </p:txBody>
      </p:sp>
      <p:sp>
        <p:nvSpPr>
          <p:cNvPr id="54274" name="Rectangle 2">
            <a:extLst>
              <a:ext uri="{FF2B5EF4-FFF2-40B4-BE49-F238E27FC236}">
                <a16:creationId xmlns:a16="http://schemas.microsoft.com/office/drawing/2014/main" id="{8AC8F705-457A-414A-9D45-5BDB433896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2DB38315-4AC6-9447-87F0-E33F2BE14DB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7">
            <a:extLst>
              <a:ext uri="{FF2B5EF4-FFF2-40B4-BE49-F238E27FC236}">
                <a16:creationId xmlns:a16="http://schemas.microsoft.com/office/drawing/2014/main" id="{934A6DDE-824C-A343-9088-B9C79533D2B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639A596-B0AA-4D43-B78F-D051CA7206B8}" type="slidenum">
              <a:rPr lang="pt-BR" altLang="pt-BR"/>
              <a:pPr>
                <a:spcBef>
                  <a:spcPct val="0"/>
                </a:spcBef>
              </a:pPr>
              <a:t>19</a:t>
            </a:fld>
            <a:endParaRPr lang="pt-BR" altLang="pt-BR"/>
          </a:p>
        </p:txBody>
      </p:sp>
      <p:sp>
        <p:nvSpPr>
          <p:cNvPr id="56322" name="Rectangle 2">
            <a:extLst>
              <a:ext uri="{FF2B5EF4-FFF2-40B4-BE49-F238E27FC236}">
                <a16:creationId xmlns:a16="http://schemas.microsoft.com/office/drawing/2014/main" id="{CFB846AE-37C4-BC48-829D-4A4628BD1E2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3" name="Rectangle 3">
            <a:extLst>
              <a:ext uri="{FF2B5EF4-FFF2-40B4-BE49-F238E27FC236}">
                <a16:creationId xmlns:a16="http://schemas.microsoft.com/office/drawing/2014/main" id="{F680578A-D92A-8343-8194-2741B0A15E5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>
            <a:extLst>
              <a:ext uri="{FF2B5EF4-FFF2-40B4-BE49-F238E27FC236}">
                <a16:creationId xmlns:a16="http://schemas.microsoft.com/office/drawing/2014/main" id="{25C8CFDE-35C8-134E-AE6B-E2DA41160E8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123F47F-E210-5849-A1F3-66188C22AEF5}" type="slidenum">
              <a:rPr lang="pt-BR" altLang="pt-BR"/>
              <a:pPr>
                <a:spcBef>
                  <a:spcPct val="0"/>
                </a:spcBef>
              </a:pPr>
              <a:t>20</a:t>
            </a:fld>
            <a:endParaRPr lang="pt-BR" altLang="pt-BR"/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F49C35F6-DE16-D244-8F0D-BA824B2C9A7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1" name="Rectangle 3">
            <a:extLst>
              <a:ext uri="{FF2B5EF4-FFF2-40B4-BE49-F238E27FC236}">
                <a16:creationId xmlns:a16="http://schemas.microsoft.com/office/drawing/2014/main" id="{0EC9BE5F-48C7-3047-85CE-8F6C79DCE4D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7">
            <a:extLst>
              <a:ext uri="{FF2B5EF4-FFF2-40B4-BE49-F238E27FC236}">
                <a16:creationId xmlns:a16="http://schemas.microsoft.com/office/drawing/2014/main" id="{2ADFC73A-CB84-4245-BD5C-4EEC23DAD2E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3F40625-6D59-684D-8035-A2494D17BCEB}" type="slidenum">
              <a:rPr lang="pt-BR" altLang="pt-BR"/>
              <a:pPr>
                <a:spcBef>
                  <a:spcPct val="0"/>
                </a:spcBef>
              </a:pPr>
              <a:t>21</a:t>
            </a:fld>
            <a:endParaRPr lang="pt-BR" altLang="pt-BR"/>
          </a:p>
        </p:txBody>
      </p:sp>
      <p:sp>
        <p:nvSpPr>
          <p:cNvPr id="60418" name="Rectangle 2">
            <a:extLst>
              <a:ext uri="{FF2B5EF4-FFF2-40B4-BE49-F238E27FC236}">
                <a16:creationId xmlns:a16="http://schemas.microsoft.com/office/drawing/2014/main" id="{142C1218-ADA7-E044-BCCA-092B2B5D86E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A6B2D028-3069-A543-B01B-85499845D8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altLang="pt-BR">
                <a:latin typeface="Arial" panose="020B0604020202020204" pitchFamily="34" charset="0"/>
              </a:rPr>
              <a:t>Os critérios iniciais dessa fase estão na tabela 6.2 (página 232), mas devem ser complementados pelo time de desenvolvimento e demais interessados na fase de  planejamento do projeto e também  durante o gate anterior. Leia discussão na página 75 (critérios de avaliação).</a:t>
            </a: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>
            <a:extLst>
              <a:ext uri="{FF2B5EF4-FFF2-40B4-BE49-F238E27FC236}">
                <a16:creationId xmlns:a16="http://schemas.microsoft.com/office/drawing/2014/main" id="{262C17AE-FEAB-4B4E-90F8-06B24682CBD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6ABB2AC-FFD5-4146-9D46-329AB3371E19}" type="slidenum">
              <a:rPr lang="pt-BR" altLang="pt-BR"/>
              <a:pPr>
                <a:spcBef>
                  <a:spcPct val="0"/>
                </a:spcBef>
              </a:pPr>
              <a:t>22</a:t>
            </a:fld>
            <a:endParaRPr lang="pt-BR" altLang="pt-BR"/>
          </a:p>
        </p:txBody>
      </p:sp>
      <p:sp>
        <p:nvSpPr>
          <p:cNvPr id="62466" name="Rectangle 2">
            <a:extLst>
              <a:ext uri="{FF2B5EF4-FFF2-40B4-BE49-F238E27FC236}">
                <a16:creationId xmlns:a16="http://schemas.microsoft.com/office/drawing/2014/main" id="{470776F3-35F4-DE4D-8CEF-77B0DB5F44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62467" name="Rectangle 3">
            <a:extLst>
              <a:ext uri="{FF2B5EF4-FFF2-40B4-BE49-F238E27FC236}">
                <a16:creationId xmlns:a16="http://schemas.microsoft.com/office/drawing/2014/main" id="{C9FCF415-F610-564C-B72F-0307C649751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Rectangle 7">
            <a:extLst>
              <a:ext uri="{FF2B5EF4-FFF2-40B4-BE49-F238E27FC236}">
                <a16:creationId xmlns:a16="http://schemas.microsoft.com/office/drawing/2014/main" id="{B5AE832C-1F5E-B54A-9E07-A860A7A32D1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FDD0A80-817C-FC40-B18D-7AA070A09266}" type="slidenum">
              <a:rPr lang="pt-BR" altLang="pt-BR"/>
              <a:pPr>
                <a:spcBef>
                  <a:spcPct val="0"/>
                </a:spcBef>
              </a:pPr>
              <a:t>23</a:t>
            </a:fld>
            <a:endParaRPr lang="pt-BR" altLang="pt-BR"/>
          </a:p>
        </p:txBody>
      </p:sp>
      <p:sp>
        <p:nvSpPr>
          <p:cNvPr id="64514" name="Rectangle 2">
            <a:extLst>
              <a:ext uri="{FF2B5EF4-FFF2-40B4-BE49-F238E27FC236}">
                <a16:creationId xmlns:a16="http://schemas.microsoft.com/office/drawing/2014/main" id="{FDC8820D-C2DE-DB46-8231-9A73618135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5" name="Rectangle 3">
            <a:extLst>
              <a:ext uri="{FF2B5EF4-FFF2-40B4-BE49-F238E27FC236}">
                <a16:creationId xmlns:a16="http://schemas.microsoft.com/office/drawing/2014/main" id="{B3F07972-CFD7-2645-B758-5A1D04C9D6B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altLang="pt-BR">
                <a:latin typeface="Arial" panose="020B0604020202020204" pitchFamily="34" charset="0"/>
              </a:rPr>
              <a:t>O conceito de revisão de fases é apresentado pelo tópico 2.7. A atividade de avaliar a fase no tópico 3.4.</a:t>
            </a: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Rectangle 7">
            <a:extLst>
              <a:ext uri="{FF2B5EF4-FFF2-40B4-BE49-F238E27FC236}">
                <a16:creationId xmlns:a16="http://schemas.microsoft.com/office/drawing/2014/main" id="{5C250A7E-171A-8D45-AD44-1C689683611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2252DB8-2CE2-C741-AB03-2B250FC7BE49}" type="slidenum">
              <a:rPr lang="pt-BR" altLang="pt-BR"/>
              <a:pPr>
                <a:spcBef>
                  <a:spcPct val="0"/>
                </a:spcBef>
              </a:pPr>
              <a:t>24</a:t>
            </a:fld>
            <a:endParaRPr lang="pt-BR" altLang="pt-BR"/>
          </a:p>
        </p:txBody>
      </p:sp>
      <p:sp>
        <p:nvSpPr>
          <p:cNvPr id="66562" name="Rectangle 2">
            <a:extLst>
              <a:ext uri="{FF2B5EF4-FFF2-40B4-BE49-F238E27FC236}">
                <a16:creationId xmlns:a16="http://schemas.microsoft.com/office/drawing/2014/main" id="{320A6024-2F57-8346-A193-EFC59FD9C99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3" name="Rectangle 3">
            <a:extLst>
              <a:ext uri="{FF2B5EF4-FFF2-40B4-BE49-F238E27FC236}">
                <a16:creationId xmlns:a16="http://schemas.microsoft.com/office/drawing/2014/main" id="{B5130B07-B892-FA4F-A3DD-29ECCFE6507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Rectangle 7">
            <a:extLst>
              <a:ext uri="{FF2B5EF4-FFF2-40B4-BE49-F238E27FC236}">
                <a16:creationId xmlns:a16="http://schemas.microsoft.com/office/drawing/2014/main" id="{4A9278ED-5BB3-E949-8EE3-98E39BF88C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F884141-380A-6F48-B6BD-B5E40258B1FD}" type="slidenum">
              <a:rPr lang="pt-BR" altLang="pt-BR"/>
              <a:pPr>
                <a:spcBef>
                  <a:spcPct val="0"/>
                </a:spcBef>
              </a:pPr>
              <a:t>25</a:t>
            </a:fld>
            <a:endParaRPr lang="pt-BR" altLang="pt-BR"/>
          </a:p>
        </p:txBody>
      </p:sp>
      <p:sp>
        <p:nvSpPr>
          <p:cNvPr id="68610" name="Rectangle 2">
            <a:extLst>
              <a:ext uri="{FF2B5EF4-FFF2-40B4-BE49-F238E27FC236}">
                <a16:creationId xmlns:a16="http://schemas.microsoft.com/office/drawing/2014/main" id="{C1049DDB-E9FF-0E49-B9CC-76E43977F3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1" name="Rectangle 3">
            <a:extLst>
              <a:ext uri="{FF2B5EF4-FFF2-40B4-BE49-F238E27FC236}">
                <a16:creationId xmlns:a16="http://schemas.microsoft.com/office/drawing/2014/main" id="{FE01BB50-347B-5E48-B9CF-07F77DA4B1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Rectangle 7">
            <a:extLst>
              <a:ext uri="{FF2B5EF4-FFF2-40B4-BE49-F238E27FC236}">
                <a16:creationId xmlns:a16="http://schemas.microsoft.com/office/drawing/2014/main" id="{C2CA4D86-1ED7-5043-8F2E-DB9A836768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2E975AB-466A-2A47-8DC6-A87639D32232}" type="slidenum">
              <a:rPr lang="pt-BR" altLang="pt-BR"/>
              <a:pPr>
                <a:spcBef>
                  <a:spcPct val="0"/>
                </a:spcBef>
              </a:pPr>
              <a:t>26</a:t>
            </a:fld>
            <a:endParaRPr lang="pt-BR" altLang="pt-BR"/>
          </a:p>
        </p:txBody>
      </p:sp>
      <p:sp>
        <p:nvSpPr>
          <p:cNvPr id="70658" name="Rectangle 2">
            <a:extLst>
              <a:ext uri="{FF2B5EF4-FFF2-40B4-BE49-F238E27FC236}">
                <a16:creationId xmlns:a16="http://schemas.microsoft.com/office/drawing/2014/main" id="{6CD13F30-919A-9541-984D-5D8088DCFE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59" name="Rectangle 3">
            <a:extLst>
              <a:ext uri="{FF2B5EF4-FFF2-40B4-BE49-F238E27FC236}">
                <a16:creationId xmlns:a16="http://schemas.microsoft.com/office/drawing/2014/main" id="{B1957649-8E1A-394B-A347-CCDEC9397EB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Rectangle 7">
            <a:extLst>
              <a:ext uri="{FF2B5EF4-FFF2-40B4-BE49-F238E27FC236}">
                <a16:creationId xmlns:a16="http://schemas.microsoft.com/office/drawing/2014/main" id="{344B3BD4-4BD6-2348-8B9D-3474B63E8E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C4C0777-0336-4346-8B16-D9A895593597}" type="slidenum">
              <a:rPr lang="pt-BR" altLang="pt-BR"/>
              <a:pPr>
                <a:spcBef>
                  <a:spcPct val="0"/>
                </a:spcBef>
              </a:pPr>
              <a:t>27</a:t>
            </a:fld>
            <a:endParaRPr lang="pt-BR" altLang="pt-BR"/>
          </a:p>
        </p:txBody>
      </p:sp>
      <p:sp>
        <p:nvSpPr>
          <p:cNvPr id="72706" name="Rectangle 2">
            <a:extLst>
              <a:ext uri="{FF2B5EF4-FFF2-40B4-BE49-F238E27FC236}">
                <a16:creationId xmlns:a16="http://schemas.microsoft.com/office/drawing/2014/main" id="{4E30ED19-9227-F948-8377-04E0B17BD66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72707" name="Rectangle 3">
            <a:extLst>
              <a:ext uri="{FF2B5EF4-FFF2-40B4-BE49-F238E27FC236}">
                <a16:creationId xmlns:a16="http://schemas.microsoft.com/office/drawing/2014/main" id="{9AF2A7E6-84B4-B04F-B5C4-AF2B0574604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altLang="pt-BR">
                <a:latin typeface="Arial" panose="020B0604020202020204" pitchFamily="34" charset="0"/>
              </a:rPr>
              <a:t>Explicar que ambas as fases cuidam da cadeia de suprimentos e do mercado A fase de  preparação da produção do ponto de vista interno e o lançamento do produto do ponto de vista externo As fases tradicionalmente conhecidas como desenvolvimento de produtos terminam com a fase anterior de projeto detalhado, na qual foram definidos os processos de fabricação e as especificações dos recursos de fabricação (máquinas, equipamentos e ferramental) Quando necessário, novas instalações foram projetadas naquela fase Nela, os protótipos foram produzidos e testados, e assim o produto foi homologado, ou seja, ele atendeu aos requisitos anteriormente definidos Leia página 394</a:t>
            </a: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Rectangle 7">
            <a:extLst>
              <a:ext uri="{FF2B5EF4-FFF2-40B4-BE49-F238E27FC236}">
                <a16:creationId xmlns:a16="http://schemas.microsoft.com/office/drawing/2014/main" id="{8027EA08-3F63-EB46-A962-BB15D4E810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DB88283-BC68-D849-911D-CB935C23121A}" type="slidenum">
              <a:rPr lang="pt-BR" altLang="pt-BR"/>
              <a:pPr>
                <a:spcBef>
                  <a:spcPct val="0"/>
                </a:spcBef>
              </a:pPr>
              <a:t>28</a:t>
            </a:fld>
            <a:endParaRPr lang="pt-BR" altLang="pt-BR"/>
          </a:p>
        </p:txBody>
      </p:sp>
      <p:sp>
        <p:nvSpPr>
          <p:cNvPr id="74754" name="Rectangle 2">
            <a:extLst>
              <a:ext uri="{FF2B5EF4-FFF2-40B4-BE49-F238E27FC236}">
                <a16:creationId xmlns:a16="http://schemas.microsoft.com/office/drawing/2014/main" id="{8B6BB963-7129-4D4D-BB5F-A1F8B160C9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74755" name="Rectangle 3">
            <a:extLst>
              <a:ext uri="{FF2B5EF4-FFF2-40B4-BE49-F238E27FC236}">
                <a16:creationId xmlns:a16="http://schemas.microsoft.com/office/drawing/2014/main" id="{3012F531-D91D-F94E-9B05-95DFAC1FD0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Rectangle 7">
            <a:extLst>
              <a:ext uri="{FF2B5EF4-FFF2-40B4-BE49-F238E27FC236}">
                <a16:creationId xmlns:a16="http://schemas.microsoft.com/office/drawing/2014/main" id="{03141FF7-ADD9-3741-9C57-D46B72563CD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DB61880-B687-234C-B760-AB58CE0498FB}" type="slidenum">
              <a:rPr lang="pt-BR" altLang="pt-BR"/>
              <a:pPr>
                <a:spcBef>
                  <a:spcPct val="0"/>
                </a:spcBef>
              </a:pPr>
              <a:t>29</a:t>
            </a:fld>
            <a:endParaRPr lang="pt-BR" altLang="pt-BR"/>
          </a:p>
        </p:txBody>
      </p:sp>
      <p:sp>
        <p:nvSpPr>
          <p:cNvPr id="76802" name="Rectangle 2">
            <a:extLst>
              <a:ext uri="{FF2B5EF4-FFF2-40B4-BE49-F238E27FC236}">
                <a16:creationId xmlns:a16="http://schemas.microsoft.com/office/drawing/2014/main" id="{80B4B25B-BBFA-B54B-9497-BE99B4E829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803" name="Rectangle 3">
            <a:extLst>
              <a:ext uri="{FF2B5EF4-FFF2-40B4-BE49-F238E27FC236}">
                <a16:creationId xmlns:a16="http://schemas.microsoft.com/office/drawing/2014/main" id="{C3A346C3-2733-BC41-83E8-573CE679F64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Rectangle 7">
            <a:extLst>
              <a:ext uri="{FF2B5EF4-FFF2-40B4-BE49-F238E27FC236}">
                <a16:creationId xmlns:a16="http://schemas.microsoft.com/office/drawing/2014/main" id="{276B4DDA-FDD3-8841-BA2A-1C6034AF22E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88C75C6-A13F-7045-9208-E9A8DB1B69D6}" type="slidenum">
              <a:rPr lang="pt-BR" altLang="pt-BR"/>
              <a:pPr>
                <a:spcBef>
                  <a:spcPct val="0"/>
                </a:spcBef>
              </a:pPr>
              <a:t>30</a:t>
            </a:fld>
            <a:endParaRPr lang="pt-BR" altLang="pt-BR"/>
          </a:p>
        </p:txBody>
      </p:sp>
      <p:sp>
        <p:nvSpPr>
          <p:cNvPr id="78850" name="Rectangle 2">
            <a:extLst>
              <a:ext uri="{FF2B5EF4-FFF2-40B4-BE49-F238E27FC236}">
                <a16:creationId xmlns:a16="http://schemas.microsoft.com/office/drawing/2014/main" id="{530D1E20-D7B7-C54E-9C0E-6438E2C583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851" name="Rectangle 3">
            <a:extLst>
              <a:ext uri="{FF2B5EF4-FFF2-40B4-BE49-F238E27FC236}">
                <a16:creationId xmlns:a16="http://schemas.microsoft.com/office/drawing/2014/main" id="{8A782F37-C6BA-E447-A906-ECABE21CFB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Rectangle 7">
            <a:extLst>
              <a:ext uri="{FF2B5EF4-FFF2-40B4-BE49-F238E27FC236}">
                <a16:creationId xmlns:a16="http://schemas.microsoft.com/office/drawing/2014/main" id="{41EE0C0A-914C-9340-9472-D83B37F8354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AC0500C-2C5D-1D43-94BC-573E848616B9}" type="slidenum">
              <a:rPr lang="pt-BR" altLang="pt-BR"/>
              <a:pPr>
                <a:spcBef>
                  <a:spcPct val="0"/>
                </a:spcBef>
              </a:pPr>
              <a:t>31</a:t>
            </a:fld>
            <a:endParaRPr lang="pt-BR" altLang="pt-BR"/>
          </a:p>
        </p:txBody>
      </p:sp>
      <p:sp>
        <p:nvSpPr>
          <p:cNvPr id="80898" name="Rectangle 2">
            <a:extLst>
              <a:ext uri="{FF2B5EF4-FFF2-40B4-BE49-F238E27FC236}">
                <a16:creationId xmlns:a16="http://schemas.microsoft.com/office/drawing/2014/main" id="{CD00667B-9D32-934B-9294-9E5F0454AD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899" name="Rectangle 3">
            <a:extLst>
              <a:ext uri="{FF2B5EF4-FFF2-40B4-BE49-F238E27FC236}">
                <a16:creationId xmlns:a16="http://schemas.microsoft.com/office/drawing/2014/main" id="{8ABEC526-DACA-2A4F-A5EB-DB18AF1F2F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Rectangle 7">
            <a:extLst>
              <a:ext uri="{FF2B5EF4-FFF2-40B4-BE49-F238E27FC236}">
                <a16:creationId xmlns:a16="http://schemas.microsoft.com/office/drawing/2014/main" id="{C77E8351-D416-6440-97CA-8713E0B81FF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F0EE203-AC5F-F442-BC89-A4096F482822}" type="slidenum">
              <a:rPr lang="pt-BR" altLang="pt-BR"/>
              <a:pPr>
                <a:spcBef>
                  <a:spcPct val="0"/>
                </a:spcBef>
              </a:pPr>
              <a:t>32</a:t>
            </a:fld>
            <a:endParaRPr lang="pt-BR" altLang="pt-BR"/>
          </a:p>
        </p:txBody>
      </p:sp>
      <p:sp>
        <p:nvSpPr>
          <p:cNvPr id="82946" name="Rectangle 2">
            <a:extLst>
              <a:ext uri="{FF2B5EF4-FFF2-40B4-BE49-F238E27FC236}">
                <a16:creationId xmlns:a16="http://schemas.microsoft.com/office/drawing/2014/main" id="{A0509D28-A083-BE40-9FE7-638E8F1CAA1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7" name="Rectangle 3">
            <a:extLst>
              <a:ext uri="{FF2B5EF4-FFF2-40B4-BE49-F238E27FC236}">
                <a16:creationId xmlns:a16="http://schemas.microsoft.com/office/drawing/2014/main" id="{3168F3EE-5E19-9144-A796-7207296496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7">
            <a:extLst>
              <a:ext uri="{FF2B5EF4-FFF2-40B4-BE49-F238E27FC236}">
                <a16:creationId xmlns:a16="http://schemas.microsoft.com/office/drawing/2014/main" id="{CB29927D-0B4C-5C4F-A8A6-269FD2323EA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FDABD87-39B3-374A-8096-D0B13E169D35}" type="slidenum">
              <a:rPr lang="pt-BR" altLang="pt-BR"/>
              <a:pPr>
                <a:spcBef>
                  <a:spcPct val="0"/>
                </a:spcBef>
              </a:pPr>
              <a:t>33</a:t>
            </a:fld>
            <a:endParaRPr lang="pt-BR" altLang="pt-BR"/>
          </a:p>
        </p:txBody>
      </p:sp>
      <p:sp>
        <p:nvSpPr>
          <p:cNvPr id="84994" name="Rectangle 2">
            <a:extLst>
              <a:ext uri="{FF2B5EF4-FFF2-40B4-BE49-F238E27FC236}">
                <a16:creationId xmlns:a16="http://schemas.microsoft.com/office/drawing/2014/main" id="{BFD81AF6-F0E2-314F-BA3A-0273DCBEAF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84995" name="Rectangle 3">
            <a:extLst>
              <a:ext uri="{FF2B5EF4-FFF2-40B4-BE49-F238E27FC236}">
                <a16:creationId xmlns:a16="http://schemas.microsoft.com/office/drawing/2014/main" id="{9EE2429E-257E-9C44-8E53-4B64E4A469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7">
            <a:extLst>
              <a:ext uri="{FF2B5EF4-FFF2-40B4-BE49-F238E27FC236}">
                <a16:creationId xmlns:a16="http://schemas.microsoft.com/office/drawing/2014/main" id="{81A3D530-6A13-F347-AA49-F7881F8B38A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080CE02-CE73-6B4B-872E-E1F1D6611E60}" type="slidenum">
              <a:rPr lang="pt-BR" altLang="pt-BR"/>
              <a:pPr>
                <a:spcBef>
                  <a:spcPct val="0"/>
                </a:spcBef>
              </a:pPr>
              <a:t>34</a:t>
            </a:fld>
            <a:endParaRPr lang="pt-BR" altLang="pt-BR"/>
          </a:p>
        </p:txBody>
      </p:sp>
      <p:sp>
        <p:nvSpPr>
          <p:cNvPr id="87042" name="Rectangle 2">
            <a:extLst>
              <a:ext uri="{FF2B5EF4-FFF2-40B4-BE49-F238E27FC236}">
                <a16:creationId xmlns:a16="http://schemas.microsoft.com/office/drawing/2014/main" id="{3B3E8798-6BDB-9843-A53E-9192C6EC180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92213" y="706438"/>
            <a:ext cx="4519612" cy="3389312"/>
          </a:xfrm>
          <a:ln/>
        </p:spPr>
      </p:sp>
      <p:sp>
        <p:nvSpPr>
          <p:cNvPr id="87043" name="Rectangle 3">
            <a:extLst>
              <a:ext uri="{FF2B5EF4-FFF2-40B4-BE49-F238E27FC236}">
                <a16:creationId xmlns:a16="http://schemas.microsoft.com/office/drawing/2014/main" id="{FDE12CE2-CE6A-C74A-B11C-0AF53EACEE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41388" y="4378325"/>
            <a:ext cx="5019675" cy="40957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7">
            <a:extLst>
              <a:ext uri="{FF2B5EF4-FFF2-40B4-BE49-F238E27FC236}">
                <a16:creationId xmlns:a16="http://schemas.microsoft.com/office/drawing/2014/main" id="{0EB100A2-C99E-DB4A-A6DD-684412B05E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8B750EE-E377-134D-940C-1695BF20FB91}" type="slidenum">
              <a:rPr lang="pt-BR" altLang="pt-BR"/>
              <a:pPr>
                <a:spcBef>
                  <a:spcPct val="0"/>
                </a:spcBef>
              </a:pPr>
              <a:t>35</a:t>
            </a:fld>
            <a:endParaRPr lang="pt-BR" altLang="pt-BR"/>
          </a:p>
        </p:txBody>
      </p:sp>
      <p:sp>
        <p:nvSpPr>
          <p:cNvPr id="89090" name="Rectangle 2">
            <a:extLst>
              <a:ext uri="{FF2B5EF4-FFF2-40B4-BE49-F238E27FC236}">
                <a16:creationId xmlns:a16="http://schemas.microsoft.com/office/drawing/2014/main" id="{2B02878B-70AD-AE49-AAAF-A287D9121D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9091" name="Rectangle 3">
            <a:extLst>
              <a:ext uri="{FF2B5EF4-FFF2-40B4-BE49-F238E27FC236}">
                <a16:creationId xmlns:a16="http://schemas.microsoft.com/office/drawing/2014/main" id="{7AD05DCC-DA42-9948-A933-0E1A698DC62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Rectangle 7">
            <a:extLst>
              <a:ext uri="{FF2B5EF4-FFF2-40B4-BE49-F238E27FC236}">
                <a16:creationId xmlns:a16="http://schemas.microsoft.com/office/drawing/2014/main" id="{563AC33F-676F-1D41-980A-6336004A9E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1E5A2D8-7A8D-654D-8F3D-8DAFEFB8633F}" type="slidenum">
              <a:rPr lang="pt-BR" altLang="pt-BR" sz="1300"/>
              <a:pPr>
                <a:spcBef>
                  <a:spcPct val="0"/>
                </a:spcBef>
              </a:pPr>
              <a:t>36</a:t>
            </a:fld>
            <a:endParaRPr lang="pt-BR" altLang="pt-BR" sz="1300"/>
          </a:p>
        </p:txBody>
      </p:sp>
      <p:sp>
        <p:nvSpPr>
          <p:cNvPr id="91138" name="Rectangle 2">
            <a:extLst>
              <a:ext uri="{FF2B5EF4-FFF2-40B4-BE49-F238E27FC236}">
                <a16:creationId xmlns:a16="http://schemas.microsoft.com/office/drawing/2014/main" id="{86CF07D4-E87D-6A41-A801-B1FE5DD24F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39" name="Rectangle 3">
            <a:extLst>
              <a:ext uri="{FF2B5EF4-FFF2-40B4-BE49-F238E27FC236}">
                <a16:creationId xmlns:a16="http://schemas.microsoft.com/office/drawing/2014/main" id="{E9065E66-2B26-474E-95F1-F782439C7C4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7">
            <a:extLst>
              <a:ext uri="{FF2B5EF4-FFF2-40B4-BE49-F238E27FC236}">
                <a16:creationId xmlns:a16="http://schemas.microsoft.com/office/drawing/2014/main" id="{264CB24E-0285-6A4E-B5BC-4E908E35BD9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BCFBCAD-29A3-5C46-B7E9-C0CD21DCDB3F}" type="slidenum">
              <a:rPr lang="pt-BR" altLang="pt-BR" sz="1300"/>
              <a:pPr>
                <a:spcBef>
                  <a:spcPct val="0"/>
                </a:spcBef>
              </a:pPr>
              <a:t>37</a:t>
            </a:fld>
            <a:endParaRPr lang="pt-BR" altLang="pt-BR" sz="1300"/>
          </a:p>
        </p:txBody>
      </p:sp>
      <p:sp>
        <p:nvSpPr>
          <p:cNvPr id="93186" name="Rectangle 2">
            <a:extLst>
              <a:ext uri="{FF2B5EF4-FFF2-40B4-BE49-F238E27FC236}">
                <a16:creationId xmlns:a16="http://schemas.microsoft.com/office/drawing/2014/main" id="{593D6A9A-79BF-B54F-B4FF-C8DEC04931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3187" name="Rectangle 3">
            <a:extLst>
              <a:ext uri="{FF2B5EF4-FFF2-40B4-BE49-F238E27FC236}">
                <a16:creationId xmlns:a16="http://schemas.microsoft.com/office/drawing/2014/main" id="{0449ED2A-A44E-4D4A-B4D7-CC9A522CFD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74725" y="4560888"/>
            <a:ext cx="5365750" cy="431958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Rectangle 7">
            <a:extLst>
              <a:ext uri="{FF2B5EF4-FFF2-40B4-BE49-F238E27FC236}">
                <a16:creationId xmlns:a16="http://schemas.microsoft.com/office/drawing/2014/main" id="{3DCB5F79-DDE0-FC46-8856-D36BB887057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E3DCF98-E437-464A-ACA5-CF153BF45465}" type="slidenum">
              <a:rPr lang="pt-BR" altLang="pt-BR" sz="1300"/>
              <a:pPr>
                <a:spcBef>
                  <a:spcPct val="0"/>
                </a:spcBef>
              </a:pPr>
              <a:t>38</a:t>
            </a:fld>
            <a:endParaRPr lang="pt-BR" altLang="pt-BR" sz="1300"/>
          </a:p>
        </p:txBody>
      </p:sp>
      <p:sp>
        <p:nvSpPr>
          <p:cNvPr id="95234" name="Rectangle 2">
            <a:extLst>
              <a:ext uri="{FF2B5EF4-FFF2-40B4-BE49-F238E27FC236}">
                <a16:creationId xmlns:a16="http://schemas.microsoft.com/office/drawing/2014/main" id="{93B67C90-E873-874F-AE76-6454DB3793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258888" y="720725"/>
            <a:ext cx="4799012" cy="3598863"/>
          </a:xfrm>
          <a:ln/>
        </p:spPr>
      </p:sp>
      <p:sp>
        <p:nvSpPr>
          <p:cNvPr id="95235" name="Rectangle 3">
            <a:extLst>
              <a:ext uri="{FF2B5EF4-FFF2-40B4-BE49-F238E27FC236}">
                <a16:creationId xmlns:a16="http://schemas.microsoft.com/office/drawing/2014/main" id="{1D975E8C-6390-0943-937C-F087FD86BB1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31838" y="4559300"/>
            <a:ext cx="5851525" cy="4321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Rectangle 7">
            <a:extLst>
              <a:ext uri="{FF2B5EF4-FFF2-40B4-BE49-F238E27FC236}">
                <a16:creationId xmlns:a16="http://schemas.microsoft.com/office/drawing/2014/main" id="{11C890F0-839B-0440-A505-6F5FC1C5076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D778B33-2776-104F-B1FC-4DCBCD10BC6F}" type="slidenum">
              <a:rPr lang="pt-BR" altLang="pt-BR" sz="1300"/>
              <a:pPr>
                <a:spcBef>
                  <a:spcPct val="0"/>
                </a:spcBef>
              </a:pPr>
              <a:t>39</a:t>
            </a:fld>
            <a:endParaRPr lang="pt-BR" altLang="pt-BR" sz="1300"/>
          </a:p>
        </p:txBody>
      </p:sp>
      <p:sp>
        <p:nvSpPr>
          <p:cNvPr id="97282" name="Rectangle 2">
            <a:extLst>
              <a:ext uri="{FF2B5EF4-FFF2-40B4-BE49-F238E27FC236}">
                <a16:creationId xmlns:a16="http://schemas.microsoft.com/office/drawing/2014/main" id="{E59419D8-5AD7-FB4E-A719-F72DC85CA6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309688" y="741363"/>
            <a:ext cx="4745037" cy="3559175"/>
          </a:xfrm>
          <a:ln/>
        </p:spPr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180E7B76-A9F0-D94A-A567-CC68CD5EB8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004888" y="4597400"/>
            <a:ext cx="5353050" cy="43005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pt-B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Espaço Reservado para Imagem de Slide 1">
            <a:extLst>
              <a:ext uri="{FF2B5EF4-FFF2-40B4-BE49-F238E27FC236}">
                <a16:creationId xmlns:a16="http://schemas.microsoft.com/office/drawing/2014/main" id="{7B3AD51D-BDDE-0446-B930-8649BA3D16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9330" name="Espaço Reservado para Anotações 2">
            <a:extLst>
              <a:ext uri="{FF2B5EF4-FFF2-40B4-BE49-F238E27FC236}">
                <a16:creationId xmlns:a16="http://schemas.microsoft.com/office/drawing/2014/main" id="{FBB59593-2B66-A540-B705-C0232F87E4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altLang="pt-BR">
              <a:latin typeface="Arial" panose="020B0604020202020204" pitchFamily="34" charset="0"/>
            </a:endParaRPr>
          </a:p>
        </p:txBody>
      </p:sp>
      <p:sp>
        <p:nvSpPr>
          <p:cNvPr id="99331" name="Espaço Reservado para Número de Slide 3">
            <a:extLst>
              <a:ext uri="{FF2B5EF4-FFF2-40B4-BE49-F238E27FC236}">
                <a16:creationId xmlns:a16="http://schemas.microsoft.com/office/drawing/2014/main" id="{0549494D-6704-5F4A-B46E-7DE633B054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C6FB98C-0009-5141-82CC-1490284441E3}" type="slidenum">
              <a:rPr lang="pt-BR" altLang="pt-BR" sz="1200"/>
              <a:pPr/>
              <a:t>40</a:t>
            </a:fld>
            <a:endParaRPr lang="pt-BR" altLang="pt-BR" sz="120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1149453-37A7-0648-B954-B503395CD7B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2A62DC0-FE1D-BC43-9CAA-041CADDF1A5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97C9BEA-2F9B-054E-B019-419C917395B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68963A5-0730-AB4D-8991-3B2CE51673E8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6714376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01820EC-8AA7-124D-870A-B01D3CEBF7D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4B3E435-7A22-8F4F-8A72-C0A5655F0AD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8559764-CD2C-D547-A8FA-3003573AE5A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D313390-F901-334D-B040-95BCB07E210D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845402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96D5297-DD40-FF41-98B5-3943CAB1C96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C132C49-1B5F-DB4C-B552-18695D8DE6B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D0B1FC4-0B88-9049-9DF7-D20495E10D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FF681D1-B45B-3946-A830-263FD9237513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38147186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12713" y="887413"/>
            <a:ext cx="4210050" cy="52387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475163" y="887413"/>
            <a:ext cx="4211637" cy="52387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2E0644F-C56B-EC4E-A451-F8EAC6CC0C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5D0CBAF-DE8E-D84E-9C73-E9FE7D4209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C9B6EBB-47F6-9746-B1D1-C4B8253A24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4A32EC-C016-B34C-A1CE-B210472A8CDC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30590577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BD9848-5542-0F48-BAA9-39414A43B05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EAB958DF-2762-644C-9AB0-C9E0FC91B8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2D711723-E783-0947-9A6C-516735822AD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1EA356E-E98B-7248-A8B3-3DA7AFA38117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8226086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5BA481D3-9CE3-2D4C-A434-EDBBC6B4FC2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C8718415-3E07-8549-8704-C847EBA0625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33CF737-CE95-BC41-8EDD-1C61AEBF91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2FF1458-64EF-B140-8E74-2008CAA6383A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9264531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494ED7F-BFFD-464D-BF34-F004503356D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162CB97F-F270-4640-A585-464B773D656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78E0660-AE4C-694A-975F-80C91A14F8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6CDDAFE-6208-5B46-8513-E81FF26EF305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883507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ED9DE00-5B32-6044-AB68-3E31DF82275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627554D-39B0-BA47-AEBF-4010A9A9B65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3249D6A-057D-9848-87FB-3C345639EC7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4092193-F49F-6143-B382-6950DEFC15B2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87247598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63F090B-303D-6C4D-835D-B818EC70190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575A180-464F-244F-9C1A-3E4ADB8CD6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B30C46F-7693-9141-BD62-5E55E7DB1E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A829AAD-0686-8D4D-BB33-AA0A9B0B525C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896336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1F68DB5-6EBC-4C4C-BD41-821F3A8EF2E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625EFBC-B2FC-0648-8552-9877F6E4952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961935C-A317-4444-8048-80C6F3F2DD3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46CBB53-449D-1748-98DC-C59FD0C799C8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51559869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15100" y="0"/>
            <a:ext cx="2171700" cy="6126163"/>
          </a:xfrm>
        </p:spPr>
        <p:txBody>
          <a:bodyPr vert="eaVert"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362700" cy="6126163"/>
          </a:xfrm>
        </p:spPr>
        <p:txBody>
          <a:bodyPr vert="eaVert"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1404BC1D-A554-0441-91C4-C4A4B2164B5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8CB8033-DE14-3841-A46C-AD82AE983E3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47D0348-C284-9945-8F19-E5ED1245805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BF02989-61ED-BC4B-B87D-F8D22CED0982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42826763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ítulo, conteúdo e 2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0"/>
            <a:ext cx="7388225" cy="706438"/>
          </a:xfrm>
        </p:spPr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12713" y="887413"/>
            <a:ext cx="4210050" cy="5238750"/>
          </a:xfrm>
        </p:spPr>
        <p:txBody>
          <a:bodyPr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2"/>
          </p:nvPr>
        </p:nvSpPr>
        <p:spPr>
          <a:xfrm>
            <a:off x="4475163" y="887413"/>
            <a:ext cx="4211637" cy="2543175"/>
          </a:xfrm>
        </p:spPr>
        <p:txBody>
          <a:bodyPr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Conteúdo 4"/>
          <p:cNvSpPr>
            <a:spLocks noGrp="1"/>
          </p:cNvSpPr>
          <p:nvPr>
            <p:ph sz="quarter" idx="3"/>
          </p:nvPr>
        </p:nvSpPr>
        <p:spPr>
          <a:xfrm>
            <a:off x="4475163" y="3582988"/>
            <a:ext cx="4211637" cy="2543175"/>
          </a:xfrm>
        </p:spPr>
        <p:txBody>
          <a:bodyPr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51361C0E-FB8C-9547-B057-F17C6617A9A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72DEEF21-260F-E047-BAB3-AA056D356A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2F1214EB-6DEA-354C-A3AC-D9CF07659D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517659E-BF20-3D42-9EE7-D78EC76D611A}" type="slidenum">
              <a:rPr lang="pt-BR" altLang="pt-BR"/>
              <a:pPr/>
              <a:t>‹nº›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7469126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CA40F56A-53D0-CD4C-BE04-916C1BB8B0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7388225" cy="706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altLang="pt-BR"/>
              <a:t>Clique para editar o estilo do título mestre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A08319B-D168-9A48-B4A0-8896D8E5A0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12713" y="887413"/>
            <a:ext cx="8574087" cy="523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altLang="pt-BR"/>
              <a:t>Clique para editar os estilos do texto mestre</a:t>
            </a:r>
          </a:p>
          <a:p>
            <a:pPr lvl="1"/>
            <a:r>
              <a:rPr lang="pt-BR" altLang="pt-BR"/>
              <a:t>Segundo nível</a:t>
            </a:r>
          </a:p>
          <a:p>
            <a:pPr lvl="2"/>
            <a:r>
              <a:rPr lang="pt-BR" altLang="pt-BR"/>
              <a:t>Terceiro nível</a:t>
            </a:r>
          </a:p>
          <a:p>
            <a:pPr lvl="3"/>
            <a:r>
              <a:rPr lang="pt-BR" altLang="pt-BR"/>
              <a:t>Quarto nível</a:t>
            </a:r>
          </a:p>
          <a:p>
            <a:pPr lvl="4"/>
            <a:r>
              <a:rPr lang="pt-BR" altLang="pt-BR"/>
              <a:t>Quinto nível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9C0C4B74-6A7F-1D47-A2A5-D90D17F7BEE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0"/>
              </a:spcBef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93F8F283-AA87-F34A-A4A7-B7A14C4398DD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spcBef>
                <a:spcPct val="0"/>
              </a:spcBef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F8308AA-DC49-F84C-B4B2-D631C670285B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fld id="{34090F50-985E-AC47-87B4-F755132CD739}" type="slidenum">
              <a:rPr lang="pt-BR" altLang="pt-BR"/>
              <a:pPr/>
              <a:t>‹nº›</a:t>
            </a:fld>
            <a:endParaRPr lang="pt-BR" altLang="pt-BR"/>
          </a:p>
        </p:txBody>
      </p:sp>
      <p:sp>
        <p:nvSpPr>
          <p:cNvPr id="1031" name="Rectangle 8">
            <a:extLst>
              <a:ext uri="{FF2B5EF4-FFF2-40B4-BE49-F238E27FC236}">
                <a16:creationId xmlns:a16="http://schemas.microsoft.com/office/drawing/2014/main" id="{FA85764F-6462-0F4B-BB57-03C01BE64152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25413" y="808038"/>
            <a:ext cx="7861300" cy="47625"/>
          </a:xfrm>
          <a:prstGeom prst="rect">
            <a:avLst/>
          </a:prstGeom>
          <a:gradFill rotWithShape="0">
            <a:gsLst>
              <a:gs pos="0">
                <a:srgbClr val="6464BF"/>
              </a:gs>
              <a:gs pos="100000">
                <a:srgbClr val="000096"/>
              </a:gs>
            </a:gsLst>
            <a:lin ang="0" scaled="1"/>
          </a:gradFill>
          <a:ln>
            <a:noFill/>
          </a:ln>
        </p:spPr>
        <p:txBody>
          <a:bodyPr anchor="ctr">
            <a:spAutoFit/>
          </a:bodyPr>
          <a:lstStyle>
            <a:lvl1pPr algn="ctr">
              <a:spcBef>
                <a:spcPct val="50000"/>
              </a:spcBef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algn="ctr">
              <a:spcBef>
                <a:spcPct val="50000"/>
              </a:spcBef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algn="ctr">
              <a:spcBef>
                <a:spcPct val="50000"/>
              </a:spcBef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algn="ctr">
              <a:spcBef>
                <a:spcPct val="50000"/>
              </a:spcBef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algn="ctr">
              <a:spcBef>
                <a:spcPct val="50000"/>
              </a:spcBef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pt-BR" altLang="pt-BR"/>
          </a:p>
        </p:txBody>
      </p:sp>
      <p:pic>
        <p:nvPicPr>
          <p:cNvPr id="1032" name="Picture 9">
            <a:extLst>
              <a:ext uri="{FF2B5EF4-FFF2-40B4-BE49-F238E27FC236}">
                <a16:creationId xmlns:a16="http://schemas.microsoft.com/office/drawing/2014/main" id="{2FC8D191-58B6-BC41-A443-EF36C47A5F3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43863" y="0"/>
            <a:ext cx="1100137" cy="85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400">
          <a:solidFill>
            <a:srgbClr val="000096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10" Type="http://schemas.openxmlformats.org/officeDocument/2006/relationships/image" Target="../media/image17.emf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emf"/><Relationship Id="rId3" Type="http://schemas.openxmlformats.org/officeDocument/2006/relationships/oleObject" Target="../embeddings/oleObject1.bin"/><Relationship Id="rId7" Type="http://schemas.openxmlformats.org/officeDocument/2006/relationships/oleObject" Target="../embeddings/oleObject3.bin"/><Relationship Id="rId12" Type="http://schemas.openxmlformats.org/officeDocument/2006/relationships/image" Target="../media/image22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9.emf"/><Relationship Id="rId11" Type="http://schemas.openxmlformats.org/officeDocument/2006/relationships/oleObject" Target="../embeddings/oleObject5.bin"/><Relationship Id="rId5" Type="http://schemas.openxmlformats.org/officeDocument/2006/relationships/oleObject" Target="../embeddings/oleObject2.bin"/><Relationship Id="rId10" Type="http://schemas.openxmlformats.org/officeDocument/2006/relationships/image" Target="../media/image21.emf"/><Relationship Id="rId4" Type="http://schemas.openxmlformats.org/officeDocument/2006/relationships/image" Target="../media/image18.emf"/><Relationship Id="rId9" Type="http://schemas.openxmlformats.org/officeDocument/2006/relationships/oleObject" Target="../embeddings/oleObject4.bin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6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3.jpe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CaixaDeTexto 1">
            <a:extLst>
              <a:ext uri="{FF2B5EF4-FFF2-40B4-BE49-F238E27FC236}">
                <a16:creationId xmlns:a16="http://schemas.microsoft.com/office/drawing/2014/main" id="{701257C9-D5CA-874D-BFE6-8AFD8ED01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" y="1025525"/>
            <a:ext cx="8188325" cy="1169988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b="1">
              <a:solidFill>
                <a:schemeClr val="bg1"/>
              </a:solidFill>
            </a:endParaRP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b="1">
                <a:solidFill>
                  <a:schemeClr val="bg1"/>
                </a:solidFill>
              </a:rPr>
              <a:t>Disciplina Engenharia de Produto</a:t>
            </a:r>
          </a:p>
        </p:txBody>
      </p:sp>
      <p:sp>
        <p:nvSpPr>
          <p:cNvPr id="16386" name="CaixaDeTexto 2">
            <a:extLst>
              <a:ext uri="{FF2B5EF4-FFF2-40B4-BE49-F238E27FC236}">
                <a16:creationId xmlns:a16="http://schemas.microsoft.com/office/drawing/2014/main" id="{AA8008E4-34AF-1643-843B-8C5A0773B6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825" y="2179638"/>
            <a:ext cx="7540625" cy="2462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b="1">
                <a:solidFill>
                  <a:srgbClr val="002060"/>
                </a:solidFill>
              </a:rPr>
              <a:t>Prof. Andréa Cristina dos Santos, Dr. Eng.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>
              <a:solidFill>
                <a:srgbClr val="002060"/>
              </a:solidFill>
            </a:endParaRP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>
                <a:solidFill>
                  <a:srgbClr val="002060"/>
                </a:solidFill>
              </a:rPr>
              <a:t>Aula 21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b="1">
                <a:solidFill>
                  <a:srgbClr val="002060"/>
                </a:solidFill>
              </a:rPr>
              <a:t>PREPARAÇÃO PARA PRODUÇÃO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D0CE3E0C-7DFB-4A41-ADD2-C3D6EEDDC3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3338"/>
            <a:ext cx="7388225" cy="452437"/>
          </a:xfrm>
        </p:spPr>
        <p:txBody>
          <a:bodyPr/>
          <a:lstStyle/>
          <a:p>
            <a:pPr eaLnBrk="1" hangingPunct="1"/>
            <a:r>
              <a:rPr lang="pt-BR" altLang="pt-BR"/>
              <a:t>Principais resultados das fases </a:t>
            </a:r>
          </a:p>
        </p:txBody>
      </p:sp>
      <p:sp>
        <p:nvSpPr>
          <p:cNvPr id="83970" name="Line 3">
            <a:extLst>
              <a:ext uri="{FF2B5EF4-FFF2-40B4-BE49-F238E27FC236}">
                <a16:creationId xmlns:a16="http://schemas.microsoft.com/office/drawing/2014/main" id="{61804247-C01F-0249-8C9C-7EF43B8FF1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14795" y="1223169"/>
            <a:ext cx="3175" cy="39195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2" name="Freeform 5" descr="Diagonal para baixo clara">
            <a:extLst>
              <a:ext uri="{FF2B5EF4-FFF2-40B4-BE49-F238E27FC236}">
                <a16:creationId xmlns:a16="http://schemas.microsoft.com/office/drawing/2014/main" id="{832E9276-D1D8-6243-9020-9440216836D7}"/>
              </a:ext>
            </a:extLst>
          </p:cNvPr>
          <p:cNvSpPr>
            <a:spLocks/>
          </p:cNvSpPr>
          <p:nvPr/>
        </p:nvSpPr>
        <p:spPr bwMode="auto">
          <a:xfrm>
            <a:off x="0" y="2811463"/>
            <a:ext cx="2279650" cy="1593850"/>
          </a:xfrm>
          <a:custGeom>
            <a:avLst/>
            <a:gdLst>
              <a:gd name="T0" fmla="*/ 2147483646 w 1436"/>
              <a:gd name="T1" fmla="*/ 2147483646 h 1004"/>
              <a:gd name="T2" fmla="*/ 2147483646 w 1436"/>
              <a:gd name="T3" fmla="*/ 0 h 1004"/>
              <a:gd name="T4" fmla="*/ 2147483646 w 1436"/>
              <a:gd name="T5" fmla="*/ 2147483646 h 1004"/>
              <a:gd name="T6" fmla="*/ 0 w 1436"/>
              <a:gd name="T7" fmla="*/ 2147483646 h 1004"/>
              <a:gd name="T8" fmla="*/ 2147483646 w 1436"/>
              <a:gd name="T9" fmla="*/ 2147483646 h 10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36"/>
              <a:gd name="T16" fmla="*/ 0 h 1004"/>
              <a:gd name="T17" fmla="*/ 1436 w 1436"/>
              <a:gd name="T18" fmla="*/ 1004 h 10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36" h="1004">
                <a:moveTo>
                  <a:pt x="943" y="7"/>
                </a:moveTo>
                <a:lnTo>
                  <a:pt x="1436" y="0"/>
                </a:lnTo>
                <a:lnTo>
                  <a:pt x="1010" y="1004"/>
                </a:lnTo>
                <a:lnTo>
                  <a:pt x="0" y="1004"/>
                </a:lnTo>
                <a:lnTo>
                  <a:pt x="943" y="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3" name="Freeform 6" descr="Diagonal para baixo clara">
            <a:extLst>
              <a:ext uri="{FF2B5EF4-FFF2-40B4-BE49-F238E27FC236}">
                <a16:creationId xmlns:a16="http://schemas.microsoft.com/office/drawing/2014/main" id="{A14AA3E1-BCDE-454D-AF94-8CAB87781CEE}"/>
              </a:ext>
            </a:extLst>
          </p:cNvPr>
          <p:cNvSpPr>
            <a:spLocks/>
          </p:cNvSpPr>
          <p:nvPr/>
        </p:nvSpPr>
        <p:spPr bwMode="auto">
          <a:xfrm>
            <a:off x="1770063" y="5364163"/>
            <a:ext cx="1982787" cy="585787"/>
          </a:xfrm>
          <a:custGeom>
            <a:avLst/>
            <a:gdLst>
              <a:gd name="T0" fmla="*/ 2147483646 w 1249"/>
              <a:gd name="T1" fmla="*/ 0 h 369"/>
              <a:gd name="T2" fmla="*/ 2147483646 w 1249"/>
              <a:gd name="T3" fmla="*/ 2147483646 h 369"/>
              <a:gd name="T4" fmla="*/ 2147483646 w 1249"/>
              <a:gd name="T5" fmla="*/ 2147483646 h 369"/>
              <a:gd name="T6" fmla="*/ 0 w 1249"/>
              <a:gd name="T7" fmla="*/ 2147483646 h 369"/>
              <a:gd name="T8" fmla="*/ 2147483646 w 1249"/>
              <a:gd name="T9" fmla="*/ 2147483646 h 369"/>
              <a:gd name="T10" fmla="*/ 2147483646 w 1249"/>
              <a:gd name="T11" fmla="*/ 0 h 3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249"/>
              <a:gd name="T19" fmla="*/ 0 h 369"/>
              <a:gd name="T20" fmla="*/ 1249 w 1249"/>
              <a:gd name="T21" fmla="*/ 369 h 36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249" h="369">
                <a:moveTo>
                  <a:pt x="572" y="0"/>
                </a:moveTo>
                <a:lnTo>
                  <a:pt x="1107" y="81"/>
                </a:lnTo>
                <a:lnTo>
                  <a:pt x="1249" y="369"/>
                </a:lnTo>
                <a:lnTo>
                  <a:pt x="0" y="369"/>
                </a:lnTo>
                <a:lnTo>
                  <a:pt x="321" y="103"/>
                </a:lnTo>
                <a:lnTo>
                  <a:pt x="572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4" name="Freeform 7" descr="Diagonal para baixo clara">
            <a:extLst>
              <a:ext uri="{FF2B5EF4-FFF2-40B4-BE49-F238E27FC236}">
                <a16:creationId xmlns:a16="http://schemas.microsoft.com/office/drawing/2014/main" id="{DBAD45F0-9DB7-3F44-B130-875EE0041FA7}"/>
              </a:ext>
            </a:extLst>
          </p:cNvPr>
          <p:cNvSpPr>
            <a:spLocks/>
          </p:cNvSpPr>
          <p:nvPr/>
        </p:nvSpPr>
        <p:spPr bwMode="auto">
          <a:xfrm>
            <a:off x="3266826" y="2606204"/>
            <a:ext cx="2078037" cy="249237"/>
          </a:xfrm>
          <a:custGeom>
            <a:avLst/>
            <a:gdLst>
              <a:gd name="T0" fmla="*/ 2147483646 w 1309"/>
              <a:gd name="T1" fmla="*/ 2147483646 h 157"/>
              <a:gd name="T2" fmla="*/ 2147483646 w 1309"/>
              <a:gd name="T3" fmla="*/ 0 h 157"/>
              <a:gd name="T4" fmla="*/ 2147483646 w 1309"/>
              <a:gd name="T5" fmla="*/ 2147483646 h 157"/>
              <a:gd name="T6" fmla="*/ 0 w 1309"/>
              <a:gd name="T7" fmla="*/ 2147483646 h 157"/>
              <a:gd name="T8" fmla="*/ 2147483646 w 1309"/>
              <a:gd name="T9" fmla="*/ 2147483646 h 1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09"/>
              <a:gd name="T16" fmla="*/ 0 h 157"/>
              <a:gd name="T17" fmla="*/ 1309 w 1309"/>
              <a:gd name="T18" fmla="*/ 157 h 1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09" h="157">
                <a:moveTo>
                  <a:pt x="367" y="30"/>
                </a:moveTo>
                <a:lnTo>
                  <a:pt x="1003" y="0"/>
                </a:lnTo>
                <a:lnTo>
                  <a:pt x="1309" y="157"/>
                </a:lnTo>
                <a:lnTo>
                  <a:pt x="0" y="150"/>
                </a:lnTo>
                <a:lnTo>
                  <a:pt x="367" y="3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5" name="Freeform 8" descr="Diagonal para baixo clara">
            <a:extLst>
              <a:ext uri="{FF2B5EF4-FFF2-40B4-BE49-F238E27FC236}">
                <a16:creationId xmlns:a16="http://schemas.microsoft.com/office/drawing/2014/main" id="{E293947E-5D44-6445-89A6-87EFF70A9738}"/>
              </a:ext>
            </a:extLst>
          </p:cNvPr>
          <p:cNvSpPr>
            <a:spLocks/>
          </p:cNvSpPr>
          <p:nvPr/>
        </p:nvSpPr>
        <p:spPr bwMode="auto">
          <a:xfrm>
            <a:off x="5754689" y="5364163"/>
            <a:ext cx="453753" cy="710083"/>
          </a:xfrm>
          <a:custGeom>
            <a:avLst/>
            <a:gdLst>
              <a:gd name="T0" fmla="*/ 0 w 234"/>
              <a:gd name="T1" fmla="*/ 0 h 896"/>
              <a:gd name="T2" fmla="*/ 2147483646 w 234"/>
              <a:gd name="T3" fmla="*/ 2147483646 h 896"/>
              <a:gd name="T4" fmla="*/ 2147483646 w 234"/>
              <a:gd name="T5" fmla="*/ 2147483646 h 896"/>
              <a:gd name="T6" fmla="*/ 2147483646 w 234"/>
              <a:gd name="T7" fmla="*/ 2147483646 h 896"/>
              <a:gd name="T8" fmla="*/ 0 w 234"/>
              <a:gd name="T9" fmla="*/ 0 h 8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4"/>
              <a:gd name="T16" fmla="*/ 0 h 896"/>
              <a:gd name="T17" fmla="*/ 234 w 234"/>
              <a:gd name="T18" fmla="*/ 896 h 8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4" h="896">
                <a:moveTo>
                  <a:pt x="0" y="0"/>
                </a:moveTo>
                <a:lnTo>
                  <a:pt x="234" y="118"/>
                </a:lnTo>
                <a:lnTo>
                  <a:pt x="219" y="896"/>
                </a:lnTo>
                <a:lnTo>
                  <a:pt x="8" y="16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wrap="squar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6" name="AutoShape 9">
            <a:extLst>
              <a:ext uri="{FF2B5EF4-FFF2-40B4-BE49-F238E27FC236}">
                <a16:creationId xmlns:a16="http://schemas.microsoft.com/office/drawing/2014/main" id="{89739282-1AF1-6D4B-A1E4-A8C0CB5F3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7388" y="588963"/>
            <a:ext cx="5708650" cy="298450"/>
          </a:xfrm>
          <a:prstGeom prst="chevron">
            <a:avLst>
              <a:gd name="adj" fmla="val 3356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Desenvolvimento</a:t>
            </a:r>
          </a:p>
        </p:txBody>
      </p:sp>
      <p:sp>
        <p:nvSpPr>
          <p:cNvPr id="83977" name="AutoShape 10">
            <a:extLst>
              <a:ext uri="{FF2B5EF4-FFF2-40B4-BE49-F238E27FC236}">
                <a16:creationId xmlns:a16="http://schemas.microsoft.com/office/drawing/2014/main" id="{74C84BF8-DC85-D849-8146-F46CCDC5F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4512" y="887061"/>
            <a:ext cx="1885815" cy="630942"/>
          </a:xfrm>
          <a:prstGeom prst="chevron">
            <a:avLst>
              <a:gd name="adj" fmla="val 19723"/>
            </a:avLst>
          </a:prstGeom>
          <a:solidFill>
            <a:srgbClr val="FFC0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Detalhado </a:t>
            </a:r>
          </a:p>
        </p:txBody>
      </p:sp>
      <p:sp>
        <p:nvSpPr>
          <p:cNvPr id="83978" name="AutoShape 11">
            <a:extLst>
              <a:ext uri="{FF2B5EF4-FFF2-40B4-BE49-F238E27FC236}">
                <a16:creationId xmlns:a16="http://schemas.microsoft.com/office/drawing/2014/main" id="{E1ED96AD-691B-A946-BD7C-3ECC4D39B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938213"/>
            <a:ext cx="1125538" cy="528637"/>
          </a:xfrm>
          <a:prstGeom prst="chevron">
            <a:avLst>
              <a:gd name="adj" fmla="val 19004"/>
            </a:avLst>
          </a:prstGeom>
          <a:solidFill>
            <a:srgbClr val="FF85FF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 dirty="0"/>
              <a:t>Projeto</a:t>
            </a:r>
          </a:p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 dirty="0"/>
              <a:t>Conceitual </a:t>
            </a:r>
          </a:p>
        </p:txBody>
      </p:sp>
      <p:sp>
        <p:nvSpPr>
          <p:cNvPr id="83979" name="AutoShape 12">
            <a:extLst>
              <a:ext uri="{FF2B5EF4-FFF2-40B4-BE49-F238E27FC236}">
                <a16:creationId xmlns:a16="http://schemas.microsoft.com/office/drawing/2014/main" id="{564390F5-FAB0-A44C-979F-D2392A241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7225" y="938213"/>
            <a:ext cx="1358900" cy="528637"/>
          </a:xfrm>
          <a:prstGeom prst="chevron">
            <a:avLst>
              <a:gd name="adj" fmla="val 22064"/>
            </a:avLst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Informacional </a:t>
            </a:r>
          </a:p>
        </p:txBody>
      </p:sp>
      <p:sp>
        <p:nvSpPr>
          <p:cNvPr id="83981" name="AutoShape 14">
            <a:extLst>
              <a:ext uri="{FF2B5EF4-FFF2-40B4-BE49-F238E27FC236}">
                <a16:creationId xmlns:a16="http://schemas.microsoft.com/office/drawing/2014/main" id="{EF43B7A8-D956-9748-924D-5A41BDE9D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0339" y="924490"/>
            <a:ext cx="1422526" cy="630942"/>
          </a:xfrm>
          <a:prstGeom prst="chevron">
            <a:avLst>
              <a:gd name="adj" fmla="val 16213"/>
            </a:avLst>
          </a:prstGeom>
          <a:solidFill>
            <a:schemeClr val="accent5">
              <a:lumMod val="90000"/>
            </a:schemeClr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Preparação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Produção</a:t>
            </a:r>
          </a:p>
        </p:txBody>
      </p:sp>
      <p:sp>
        <p:nvSpPr>
          <p:cNvPr id="83982" name="Line 15">
            <a:extLst>
              <a:ext uri="{FF2B5EF4-FFF2-40B4-BE49-F238E27FC236}">
                <a16:creationId xmlns:a16="http://schemas.microsoft.com/office/drawing/2014/main" id="{B96C4456-8DBE-5842-8253-685F45995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4050" y="1490663"/>
            <a:ext cx="0" cy="36385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3" name="Line 16">
            <a:extLst>
              <a:ext uri="{FF2B5EF4-FFF2-40B4-BE49-F238E27FC236}">
                <a16:creationId xmlns:a16="http://schemas.microsoft.com/office/drawing/2014/main" id="{DE0492D1-EBBB-4641-AE8E-ACD4E6B9773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9113" y="1490663"/>
            <a:ext cx="0" cy="7921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6" name="AutoShape 19">
            <a:extLst>
              <a:ext uri="{FF2B5EF4-FFF2-40B4-BE49-F238E27FC236}">
                <a16:creationId xmlns:a16="http://schemas.microsoft.com/office/drawing/2014/main" id="{117DF06B-E52A-214D-AE52-CA8BDD954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958850"/>
            <a:ext cx="1335088" cy="528638"/>
          </a:xfrm>
          <a:prstGeom prst="chevron">
            <a:avLst>
              <a:gd name="adj" fmla="val 24296"/>
            </a:avLst>
          </a:prstGeom>
          <a:solidFill>
            <a:srgbClr val="99CCFF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Planejamento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</p:txBody>
      </p:sp>
      <p:sp>
        <p:nvSpPr>
          <p:cNvPr id="83987" name="Line 20">
            <a:extLst>
              <a:ext uri="{FF2B5EF4-FFF2-40B4-BE49-F238E27FC236}">
                <a16:creationId xmlns:a16="http://schemas.microsoft.com/office/drawing/2014/main" id="{A797A34E-7010-EE49-BF19-5D8CFFB5F0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2138" y="1489075"/>
            <a:ext cx="0" cy="11271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95" name="Line 28">
            <a:extLst>
              <a:ext uri="{FF2B5EF4-FFF2-40B4-BE49-F238E27FC236}">
                <a16:creationId xmlns:a16="http://schemas.microsoft.com/office/drawing/2014/main" id="{C6E631D4-1FDF-C146-83C3-D2883DBD17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6425" y="1489075"/>
            <a:ext cx="0" cy="4746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96" name="Rectangle 29">
            <a:extLst>
              <a:ext uri="{FF2B5EF4-FFF2-40B4-BE49-F238E27FC236}">
                <a16:creationId xmlns:a16="http://schemas.microsoft.com/office/drawing/2014/main" id="{A3743955-D92A-8C4D-9EE3-A324169D8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" y="1762125"/>
            <a:ext cx="1616075" cy="604838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Descrição do Produto no Portfólio</a:t>
            </a:r>
            <a:endParaRPr lang="pt-BR" altLang="pt-BR" sz="1400">
              <a:solidFill>
                <a:srgbClr val="000000"/>
              </a:solidFill>
            </a:endParaRPr>
          </a:p>
        </p:txBody>
      </p:sp>
      <p:sp>
        <p:nvSpPr>
          <p:cNvPr id="83997" name="Rectangle 30">
            <a:extLst>
              <a:ext uri="{FF2B5EF4-FFF2-40B4-BE49-F238E27FC236}">
                <a16:creationId xmlns:a16="http://schemas.microsoft.com/office/drawing/2014/main" id="{B3AA5C62-14FA-D449-91C8-62CB1655A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4993258"/>
            <a:ext cx="1358899" cy="538609"/>
          </a:xfrm>
          <a:prstGeom prst="rect">
            <a:avLst/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/>
              <a:t>Especificações</a:t>
            </a:r>
          </a:p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/>
              <a:t>Meta</a:t>
            </a:r>
          </a:p>
        </p:txBody>
      </p:sp>
      <p:sp>
        <p:nvSpPr>
          <p:cNvPr id="83998" name="Rectangle 31">
            <a:extLst>
              <a:ext uri="{FF2B5EF4-FFF2-40B4-BE49-F238E27FC236}">
                <a16:creationId xmlns:a16="http://schemas.microsoft.com/office/drawing/2014/main" id="{BB535A03-72AD-A947-AAED-D6CA9F182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0462" y="2105948"/>
            <a:ext cx="1416843" cy="538609"/>
          </a:xfrm>
          <a:prstGeom prst="rect">
            <a:avLst/>
          </a:prstGeom>
          <a:solidFill>
            <a:srgbClr val="FF85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Concepção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4000" name="Rectangle 33">
            <a:extLst>
              <a:ext uri="{FF2B5EF4-FFF2-40B4-BE49-F238E27FC236}">
                <a16:creationId xmlns:a16="http://schemas.microsoft.com/office/drawing/2014/main" id="{A59AFA1C-96FD-FB4F-BF27-85154092E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5099" y="2365946"/>
            <a:ext cx="1416051" cy="538609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Plano do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</p:txBody>
      </p:sp>
      <p:sp>
        <p:nvSpPr>
          <p:cNvPr id="84001" name="Text Box 34">
            <a:extLst>
              <a:ext uri="{FF2B5EF4-FFF2-40B4-BE49-F238E27FC236}">
                <a16:creationId xmlns:a16="http://schemas.microsoft.com/office/drawing/2014/main" id="{848C8927-D9D0-5C4D-A199-665057977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05579" y="3429000"/>
            <a:ext cx="1982785" cy="3339376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36000" tIns="0" rIns="36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Escopo do 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Escopo do Produto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(conceito)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Atividades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Pessoal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Prazos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Orçamento</a:t>
            </a:r>
            <a:br>
              <a:rPr lang="pt-BR" altLang="pt-BR" sz="1400" dirty="0">
                <a:solidFill>
                  <a:srgbClr val="000000"/>
                </a:solidFill>
              </a:rPr>
            </a:br>
            <a:r>
              <a:rPr lang="pt-BR" altLang="pt-BR" sz="1400" dirty="0">
                <a:solidFill>
                  <a:srgbClr val="000000"/>
                </a:solidFill>
              </a:rPr>
              <a:t>Recursos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Qualidade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Riscos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Indicadores</a:t>
            </a:r>
          </a:p>
        </p:txBody>
      </p:sp>
      <p:sp>
        <p:nvSpPr>
          <p:cNvPr id="84002" name="Text Box 35">
            <a:extLst>
              <a:ext uri="{FF2B5EF4-FFF2-40B4-BE49-F238E27FC236}">
                <a16:creationId xmlns:a16="http://schemas.microsoft.com/office/drawing/2014/main" id="{5F2D75D0-CECB-C143-AD00-AC98E0CE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0887" y="2862333"/>
            <a:ext cx="2176461" cy="2046714"/>
          </a:xfrm>
          <a:prstGeom prst="rect">
            <a:avLst/>
          </a:prstGeom>
          <a:solidFill>
            <a:srgbClr val="FF85FF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Arquitetura Produto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Alternativas de Solução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Lista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principais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Especificações iniciais dos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Desenhos iniciais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Plano macro  processo</a:t>
            </a:r>
          </a:p>
        </p:txBody>
      </p:sp>
      <p:sp>
        <p:nvSpPr>
          <p:cNvPr id="84003" name="Text Box 36">
            <a:extLst>
              <a:ext uri="{FF2B5EF4-FFF2-40B4-BE49-F238E27FC236}">
                <a16:creationId xmlns:a16="http://schemas.microsoft.com/office/drawing/2014/main" id="{A3A45ED9-E9A3-174F-BA55-91624FBBA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8753" y="4455106"/>
            <a:ext cx="2620575" cy="2046714"/>
          </a:xfrm>
          <a:prstGeom prst="rect">
            <a:avLst/>
          </a:prstGeom>
          <a:solidFill>
            <a:srgbClr val="FFC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Especificações dos </a:t>
            </a:r>
            <a:r>
              <a:rPr lang="pt-BR" altLang="pt-BR" sz="1400" dirty="0" err="1"/>
              <a:t>SSCs</a:t>
            </a:r>
            <a:endParaRPr lang="pt-BR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BOM final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Desenhos finais com tolerâncias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Planos de Processo 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Projeto de embalagem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Material de suporte do produto</a:t>
            </a:r>
            <a:endParaRPr lang="pt-BR" altLang="pt-BR" sz="2400" dirty="0"/>
          </a:p>
        </p:txBody>
      </p:sp>
      <p:sp>
        <p:nvSpPr>
          <p:cNvPr id="84004" name="Oval 37">
            <a:extLst>
              <a:ext uri="{FF2B5EF4-FFF2-40B4-BE49-F238E27FC236}">
                <a16:creationId xmlns:a16="http://schemas.microsoft.com/office/drawing/2014/main" id="{F4D0F64C-4DC8-C449-A5B7-306F73D78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5082" y="1646644"/>
            <a:ext cx="201613" cy="201613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9" name="Text Box 32">
            <a:extLst>
              <a:ext uri="{FF2B5EF4-FFF2-40B4-BE49-F238E27FC236}">
                <a16:creationId xmlns:a16="http://schemas.microsoft.com/office/drawing/2014/main" id="{81D29773-95C6-D442-838F-90735A267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085" y="5941095"/>
            <a:ext cx="2575116" cy="846386"/>
          </a:xfrm>
          <a:prstGeom prst="rect">
            <a:avLst/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pt-BR"/>
            </a:defPPr>
            <a:lvl1pPr algn="ctr" eaLnBrk="1" hangingPunct="1">
              <a:spcBef>
                <a:spcPct val="50000"/>
              </a:spcBef>
              <a:buNone/>
              <a:defRPr sz="1400"/>
            </a:lvl1pPr>
            <a:lvl2pPr marL="742950" indent="-285750">
              <a:spcBef>
                <a:spcPct val="20000"/>
              </a:spcBef>
              <a:buChar char="–"/>
              <a:defRPr sz="2400"/>
            </a:lvl2pPr>
            <a:lvl3pPr marL="1143000" indent="-228600">
              <a:spcBef>
                <a:spcPct val="20000"/>
              </a:spcBef>
              <a:buChar char="•"/>
            </a:lvl3pPr>
            <a:lvl4pPr marL="1600200" indent="-228600">
              <a:spcBef>
                <a:spcPct val="20000"/>
              </a:spcBef>
              <a:buChar char="–"/>
            </a:lvl4pPr>
            <a:lvl5pPr marL="2057400" indent="-228600">
              <a:spcBef>
                <a:spcPct val="20000"/>
              </a:spcBef>
              <a:buChar char="»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9pPr>
          </a:lstStyle>
          <a:p>
            <a:r>
              <a:rPr lang="pt-BR" altLang="pt-BR" dirty="0"/>
              <a:t>Requisitos com valores meta</a:t>
            </a:r>
          </a:p>
          <a:p>
            <a:r>
              <a:rPr lang="pt-BR" altLang="pt-BR" dirty="0"/>
              <a:t>Informações adicionais qualitativas</a:t>
            </a:r>
          </a:p>
        </p:txBody>
      </p:sp>
      <p:sp>
        <p:nvSpPr>
          <p:cNvPr id="83989" name="Text Box 22">
            <a:extLst>
              <a:ext uri="{FF2B5EF4-FFF2-40B4-BE49-F238E27FC236}">
                <a16:creationId xmlns:a16="http://schemas.microsoft.com/office/drawing/2014/main" id="{397CAAD9-267E-B34F-934D-E0B66E17A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3716" y="1584454"/>
            <a:ext cx="1938337" cy="53860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Protótipo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Produto homologado</a:t>
            </a:r>
          </a:p>
        </p:txBody>
      </p:sp>
      <p:sp>
        <p:nvSpPr>
          <p:cNvPr id="2" name="Rectangle 4">
            <a:extLst>
              <a:ext uri="{FF2B5EF4-FFF2-40B4-BE49-F238E27FC236}">
                <a16:creationId xmlns:a16="http://schemas.microsoft.com/office/drawing/2014/main" id="{D5CCBFA6-6CE4-5F1D-C7C5-361B120C5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3109" y="5047252"/>
            <a:ext cx="1868488" cy="1723549"/>
          </a:xfrm>
          <a:prstGeom prst="rec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0" rIns="72000" bIns="0" anchor="ctr">
            <a:spAutoFit/>
          </a:bodyPr>
          <a:lstStyle/>
          <a:p>
            <a:pPr algn="ctr">
              <a:spcBef>
                <a:spcPct val="50000"/>
              </a:spcBef>
              <a:defRPr/>
            </a:pPr>
            <a:endParaRPr lang="en-US" sz="1400" dirty="0"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 b="1" u="sng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Especificações</a:t>
            </a:r>
            <a:r>
              <a:rPr lang="en-US" sz="1400" b="1" u="sng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 f</a:t>
            </a:r>
            <a:r>
              <a:rPr lang="pt-BR" sz="1400" b="1" u="sng" dirty="0" err="1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inais</a:t>
            </a:r>
            <a:endParaRPr lang="en-US" sz="1400" b="1" u="sng" dirty="0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 dirty="0">
                <a:latin typeface="Arial" charset="0"/>
              </a:rPr>
              <a:t>Protótipo funcional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 dirty="0">
                <a:latin typeface="Arial" charset="0"/>
              </a:rPr>
              <a:t>Projeto dos recursos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 dirty="0">
                <a:latin typeface="Arial" charset="0"/>
              </a:rPr>
              <a:t>Plano de fim de vida</a:t>
            </a:r>
            <a:endParaRPr lang="pt-BR" sz="1400" u="sng" dirty="0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</p:txBody>
      </p:sp>
      <p:sp>
        <p:nvSpPr>
          <p:cNvPr id="3" name="AutoShape 14">
            <a:extLst>
              <a:ext uri="{FF2B5EF4-FFF2-40B4-BE49-F238E27FC236}">
                <a16:creationId xmlns:a16="http://schemas.microsoft.com/office/drawing/2014/main" id="{7B3BB947-BBCB-B0B0-BEE1-60EB478E0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049" y="986077"/>
            <a:ext cx="1422527" cy="523220"/>
          </a:xfrm>
          <a:prstGeom prst="chevron">
            <a:avLst>
              <a:gd name="adj" fmla="val 16213"/>
            </a:avLst>
          </a:prstGeom>
          <a:solidFill>
            <a:schemeClr val="accent5">
              <a:lumMod val="90000"/>
            </a:schemeClr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/>
              <a:t>Lançamento do produto</a:t>
            </a:r>
          </a:p>
        </p:txBody>
      </p:sp>
    </p:spTree>
    <p:extLst>
      <p:ext uri="{BB962C8B-B14F-4D97-AF65-F5344CB8AC3E}">
        <p14:creationId xmlns:p14="http://schemas.microsoft.com/office/powerpoint/2010/main" val="204738397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D0CE3E0C-7DFB-4A41-ADD2-C3D6EEDDC3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3338"/>
            <a:ext cx="7388225" cy="452437"/>
          </a:xfrm>
        </p:spPr>
        <p:txBody>
          <a:bodyPr/>
          <a:lstStyle/>
          <a:p>
            <a:pPr eaLnBrk="1" hangingPunct="1"/>
            <a:r>
              <a:rPr lang="pt-BR" altLang="pt-BR"/>
              <a:t>Principais resultados das fases </a:t>
            </a:r>
          </a:p>
        </p:txBody>
      </p:sp>
      <p:sp>
        <p:nvSpPr>
          <p:cNvPr id="83970" name="Line 3">
            <a:extLst>
              <a:ext uri="{FF2B5EF4-FFF2-40B4-BE49-F238E27FC236}">
                <a16:creationId xmlns:a16="http://schemas.microsoft.com/office/drawing/2014/main" id="{61804247-C01F-0249-8C9C-7EF43B8FF1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9479" y="1363662"/>
            <a:ext cx="3175" cy="39195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230404" name="Rectangle 4">
            <a:extLst>
              <a:ext uri="{FF2B5EF4-FFF2-40B4-BE49-F238E27FC236}">
                <a16:creationId xmlns:a16="http://schemas.microsoft.com/office/drawing/2014/main" id="{5EFA67CC-880A-2A40-BF34-50920BAC6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6617" y="4827940"/>
            <a:ext cx="1868488" cy="183127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0" rIns="72000" bIns="0" anchor="ctr">
            <a:spAutoFit/>
          </a:bodyPr>
          <a:lstStyle/>
          <a:p>
            <a:pPr algn="ctr">
              <a:spcBef>
                <a:spcPct val="50000"/>
              </a:spcBef>
              <a:defRPr/>
            </a:pPr>
            <a:endParaRPr lang="en-US" sz="1400"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Especificações</a:t>
            </a:r>
            <a:r>
              <a:rPr lang="en-US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 f</a:t>
            </a: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inais</a:t>
            </a: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Protótipo funcional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Projeto dos recursos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Plano de fim de vida</a:t>
            </a:r>
            <a:endParaRPr lang="pt-BR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</p:txBody>
      </p:sp>
      <p:sp>
        <p:nvSpPr>
          <p:cNvPr id="83973" name="Freeform 6" descr="Diagonal para baixo clara">
            <a:extLst>
              <a:ext uri="{FF2B5EF4-FFF2-40B4-BE49-F238E27FC236}">
                <a16:creationId xmlns:a16="http://schemas.microsoft.com/office/drawing/2014/main" id="{A14AA3E1-BCDE-454D-AF94-8CAB87781CEE}"/>
              </a:ext>
            </a:extLst>
          </p:cNvPr>
          <p:cNvSpPr>
            <a:spLocks/>
          </p:cNvSpPr>
          <p:nvPr/>
        </p:nvSpPr>
        <p:spPr bwMode="auto">
          <a:xfrm>
            <a:off x="10479" y="5260975"/>
            <a:ext cx="1982787" cy="585787"/>
          </a:xfrm>
          <a:custGeom>
            <a:avLst/>
            <a:gdLst>
              <a:gd name="T0" fmla="*/ 2147483646 w 1249"/>
              <a:gd name="T1" fmla="*/ 0 h 369"/>
              <a:gd name="T2" fmla="*/ 2147483646 w 1249"/>
              <a:gd name="T3" fmla="*/ 2147483646 h 369"/>
              <a:gd name="T4" fmla="*/ 2147483646 w 1249"/>
              <a:gd name="T5" fmla="*/ 2147483646 h 369"/>
              <a:gd name="T6" fmla="*/ 0 w 1249"/>
              <a:gd name="T7" fmla="*/ 2147483646 h 369"/>
              <a:gd name="T8" fmla="*/ 2147483646 w 1249"/>
              <a:gd name="T9" fmla="*/ 2147483646 h 369"/>
              <a:gd name="T10" fmla="*/ 2147483646 w 1249"/>
              <a:gd name="T11" fmla="*/ 0 h 3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249"/>
              <a:gd name="T19" fmla="*/ 0 h 369"/>
              <a:gd name="T20" fmla="*/ 1249 w 1249"/>
              <a:gd name="T21" fmla="*/ 369 h 36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249" h="369">
                <a:moveTo>
                  <a:pt x="572" y="0"/>
                </a:moveTo>
                <a:lnTo>
                  <a:pt x="1107" y="81"/>
                </a:lnTo>
                <a:lnTo>
                  <a:pt x="1249" y="369"/>
                </a:lnTo>
                <a:lnTo>
                  <a:pt x="0" y="369"/>
                </a:lnTo>
                <a:lnTo>
                  <a:pt x="321" y="103"/>
                </a:lnTo>
                <a:lnTo>
                  <a:pt x="572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4" name="Freeform 7" descr="Diagonal para baixo clara">
            <a:extLst>
              <a:ext uri="{FF2B5EF4-FFF2-40B4-BE49-F238E27FC236}">
                <a16:creationId xmlns:a16="http://schemas.microsoft.com/office/drawing/2014/main" id="{DBAD45F0-9DB7-3F44-B130-875EE0041FA7}"/>
              </a:ext>
            </a:extLst>
          </p:cNvPr>
          <p:cNvSpPr>
            <a:spLocks/>
          </p:cNvSpPr>
          <p:nvPr/>
        </p:nvSpPr>
        <p:spPr bwMode="auto">
          <a:xfrm>
            <a:off x="1507242" y="2503016"/>
            <a:ext cx="2078037" cy="249237"/>
          </a:xfrm>
          <a:custGeom>
            <a:avLst/>
            <a:gdLst>
              <a:gd name="T0" fmla="*/ 2147483646 w 1309"/>
              <a:gd name="T1" fmla="*/ 2147483646 h 157"/>
              <a:gd name="T2" fmla="*/ 2147483646 w 1309"/>
              <a:gd name="T3" fmla="*/ 0 h 157"/>
              <a:gd name="T4" fmla="*/ 2147483646 w 1309"/>
              <a:gd name="T5" fmla="*/ 2147483646 h 157"/>
              <a:gd name="T6" fmla="*/ 0 w 1309"/>
              <a:gd name="T7" fmla="*/ 2147483646 h 157"/>
              <a:gd name="T8" fmla="*/ 2147483646 w 1309"/>
              <a:gd name="T9" fmla="*/ 2147483646 h 1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09"/>
              <a:gd name="T16" fmla="*/ 0 h 157"/>
              <a:gd name="T17" fmla="*/ 1309 w 1309"/>
              <a:gd name="T18" fmla="*/ 157 h 1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09" h="157">
                <a:moveTo>
                  <a:pt x="367" y="30"/>
                </a:moveTo>
                <a:lnTo>
                  <a:pt x="1003" y="0"/>
                </a:lnTo>
                <a:lnTo>
                  <a:pt x="1309" y="157"/>
                </a:lnTo>
                <a:lnTo>
                  <a:pt x="0" y="150"/>
                </a:lnTo>
                <a:lnTo>
                  <a:pt x="367" y="3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5" name="Freeform 8" descr="Diagonal para baixo clara">
            <a:extLst>
              <a:ext uri="{FF2B5EF4-FFF2-40B4-BE49-F238E27FC236}">
                <a16:creationId xmlns:a16="http://schemas.microsoft.com/office/drawing/2014/main" id="{E293947E-5D44-6445-89A6-87EFF70A9738}"/>
              </a:ext>
            </a:extLst>
          </p:cNvPr>
          <p:cNvSpPr>
            <a:spLocks/>
          </p:cNvSpPr>
          <p:nvPr/>
        </p:nvSpPr>
        <p:spPr bwMode="auto">
          <a:xfrm>
            <a:off x="3949066" y="5230812"/>
            <a:ext cx="371475" cy="1422400"/>
          </a:xfrm>
          <a:custGeom>
            <a:avLst/>
            <a:gdLst>
              <a:gd name="T0" fmla="*/ 0 w 234"/>
              <a:gd name="T1" fmla="*/ 0 h 896"/>
              <a:gd name="T2" fmla="*/ 2147483646 w 234"/>
              <a:gd name="T3" fmla="*/ 2147483646 h 896"/>
              <a:gd name="T4" fmla="*/ 2147483646 w 234"/>
              <a:gd name="T5" fmla="*/ 2147483646 h 896"/>
              <a:gd name="T6" fmla="*/ 2147483646 w 234"/>
              <a:gd name="T7" fmla="*/ 2147483646 h 896"/>
              <a:gd name="T8" fmla="*/ 0 w 234"/>
              <a:gd name="T9" fmla="*/ 0 h 8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4"/>
              <a:gd name="T16" fmla="*/ 0 h 896"/>
              <a:gd name="T17" fmla="*/ 234 w 234"/>
              <a:gd name="T18" fmla="*/ 896 h 8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4" h="896">
                <a:moveTo>
                  <a:pt x="0" y="0"/>
                </a:moveTo>
                <a:lnTo>
                  <a:pt x="234" y="118"/>
                </a:lnTo>
                <a:lnTo>
                  <a:pt x="219" y="896"/>
                </a:lnTo>
                <a:lnTo>
                  <a:pt x="8" y="16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6" name="AutoShape 9">
            <a:extLst>
              <a:ext uri="{FF2B5EF4-FFF2-40B4-BE49-F238E27FC236}">
                <a16:creationId xmlns:a16="http://schemas.microsoft.com/office/drawing/2014/main" id="{89739282-1AF1-6D4B-A1E4-A8C0CB5F3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03" y="485775"/>
            <a:ext cx="5708650" cy="298450"/>
          </a:xfrm>
          <a:prstGeom prst="chevron">
            <a:avLst>
              <a:gd name="adj" fmla="val 3356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Desenvolvimento</a:t>
            </a:r>
          </a:p>
        </p:txBody>
      </p:sp>
      <p:sp>
        <p:nvSpPr>
          <p:cNvPr id="83977" name="AutoShape 10">
            <a:extLst>
              <a:ext uri="{FF2B5EF4-FFF2-40B4-BE49-F238E27FC236}">
                <a16:creationId xmlns:a16="http://schemas.microsoft.com/office/drawing/2014/main" id="{74C84BF8-DC85-D849-8146-F46CCDC5F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4929" y="783873"/>
            <a:ext cx="1938336" cy="630942"/>
          </a:xfrm>
          <a:prstGeom prst="chevron">
            <a:avLst>
              <a:gd name="adj" fmla="val 19723"/>
            </a:avLst>
          </a:prstGeom>
          <a:solidFill>
            <a:schemeClr val="accent6">
              <a:lumMod val="20000"/>
              <a:lumOff val="80000"/>
            </a:schemeClr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Detalhado </a:t>
            </a:r>
          </a:p>
        </p:txBody>
      </p:sp>
      <p:sp>
        <p:nvSpPr>
          <p:cNvPr id="83978" name="AutoShape 11">
            <a:extLst>
              <a:ext uri="{FF2B5EF4-FFF2-40B4-BE49-F238E27FC236}">
                <a16:creationId xmlns:a16="http://schemas.microsoft.com/office/drawing/2014/main" id="{E1ED96AD-691B-A946-BD7C-3ECC4D39B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4938" y="783873"/>
            <a:ext cx="1331595" cy="630942"/>
          </a:xfrm>
          <a:prstGeom prst="chevron">
            <a:avLst>
              <a:gd name="adj" fmla="val 19004"/>
            </a:avLst>
          </a:prstGeom>
          <a:solidFill>
            <a:srgbClr val="FF85FF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 dirty="0"/>
              <a:t>Projeto</a:t>
            </a:r>
          </a:p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 dirty="0"/>
              <a:t>Conceitual </a:t>
            </a:r>
          </a:p>
        </p:txBody>
      </p:sp>
      <p:sp>
        <p:nvSpPr>
          <p:cNvPr id="83979" name="AutoShape 12">
            <a:extLst>
              <a:ext uri="{FF2B5EF4-FFF2-40B4-BE49-F238E27FC236}">
                <a16:creationId xmlns:a16="http://schemas.microsoft.com/office/drawing/2014/main" id="{564390F5-FAB0-A44C-979F-D2392A241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1" y="835025"/>
            <a:ext cx="1358900" cy="528637"/>
          </a:xfrm>
          <a:prstGeom prst="chevron">
            <a:avLst>
              <a:gd name="adj" fmla="val 22064"/>
            </a:avLst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Informacional </a:t>
            </a:r>
          </a:p>
        </p:txBody>
      </p:sp>
      <p:sp>
        <p:nvSpPr>
          <p:cNvPr id="83980" name="AutoShape 13">
            <a:extLst>
              <a:ext uri="{FF2B5EF4-FFF2-40B4-BE49-F238E27FC236}">
                <a16:creationId xmlns:a16="http://schemas.microsoft.com/office/drawing/2014/main" id="{F4E2E0D5-6876-2D4D-BBAD-A628F4494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3601" y="829934"/>
            <a:ext cx="1687386" cy="630942"/>
          </a:xfrm>
          <a:prstGeom prst="chevron">
            <a:avLst>
              <a:gd name="adj" fmla="val 19782"/>
            </a:avLst>
          </a:prstGeom>
          <a:solidFill>
            <a:schemeClr val="accent5">
              <a:lumMod val="90000"/>
            </a:schemeClr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Lançamento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3981" name="AutoShape 14">
            <a:extLst>
              <a:ext uri="{FF2B5EF4-FFF2-40B4-BE49-F238E27FC236}">
                <a16:creationId xmlns:a16="http://schemas.microsoft.com/office/drawing/2014/main" id="{EF43B7A8-D956-9748-924D-5A41BDE9D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4250" y="783873"/>
            <a:ext cx="1707717" cy="630942"/>
          </a:xfrm>
          <a:prstGeom prst="chevron">
            <a:avLst>
              <a:gd name="adj" fmla="val 16213"/>
            </a:avLst>
          </a:prstGeom>
          <a:solidFill>
            <a:srgbClr val="FFC0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Preparação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Produção</a:t>
            </a:r>
          </a:p>
        </p:txBody>
      </p:sp>
      <p:sp>
        <p:nvSpPr>
          <p:cNvPr id="83982" name="Line 15">
            <a:extLst>
              <a:ext uri="{FF2B5EF4-FFF2-40B4-BE49-F238E27FC236}">
                <a16:creationId xmlns:a16="http://schemas.microsoft.com/office/drawing/2014/main" id="{B96C4456-8DBE-5842-8253-685F45995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4466" y="1387475"/>
            <a:ext cx="0" cy="36385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3" name="Line 16">
            <a:extLst>
              <a:ext uri="{FF2B5EF4-FFF2-40B4-BE49-F238E27FC236}">
                <a16:creationId xmlns:a16="http://schemas.microsoft.com/office/drawing/2014/main" id="{DE0492D1-EBBB-4641-AE8E-ACD4E6B977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9529" y="1387475"/>
            <a:ext cx="0" cy="7921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4" name="Line 17">
            <a:extLst>
              <a:ext uri="{FF2B5EF4-FFF2-40B4-BE49-F238E27FC236}">
                <a16:creationId xmlns:a16="http://schemas.microsoft.com/office/drawing/2014/main" id="{A4962154-65F3-FF41-A726-BFADD87BE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1966" y="1061565"/>
            <a:ext cx="50643" cy="3629679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squar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5" name="Line 18">
            <a:extLst>
              <a:ext uri="{FF2B5EF4-FFF2-40B4-BE49-F238E27FC236}">
                <a16:creationId xmlns:a16="http://schemas.microsoft.com/office/drawing/2014/main" id="{F21EE9A1-9BB0-6F47-A8F9-5D0BFABA6C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0986" y="1042516"/>
            <a:ext cx="1" cy="238648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squar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8" name="Rectangle 21">
            <a:extLst>
              <a:ext uri="{FF2B5EF4-FFF2-40B4-BE49-F238E27FC236}">
                <a16:creationId xmlns:a16="http://schemas.microsoft.com/office/drawing/2014/main" id="{6FDB9B8A-C2B6-6F43-A803-F24EC6C03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7568" y="3225993"/>
            <a:ext cx="2791269" cy="1508105"/>
          </a:xfrm>
          <a:prstGeom prst="rec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Liberação da Produção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Documentos de homologação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Proc</a:t>
            </a:r>
            <a:r>
              <a:rPr lang="en-US" altLang="pt-BR" sz="1400"/>
              <a:t>.</a:t>
            </a:r>
            <a:r>
              <a:rPr lang="pt-BR" altLang="pt-BR" sz="1400"/>
              <a:t> de Produção 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 Proc</a:t>
            </a:r>
            <a:r>
              <a:rPr lang="en-US" altLang="pt-BR" sz="1400"/>
              <a:t>.</a:t>
            </a:r>
            <a:r>
              <a:rPr lang="pt-BR" altLang="pt-BR" sz="1400"/>
              <a:t> Manutenção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Capacitação de pessoal</a:t>
            </a:r>
          </a:p>
        </p:txBody>
      </p:sp>
      <p:sp>
        <p:nvSpPr>
          <p:cNvPr id="83990" name="Oval 23">
            <a:extLst>
              <a:ext uri="{FF2B5EF4-FFF2-40B4-BE49-F238E27FC236}">
                <a16:creationId xmlns:a16="http://schemas.microsoft.com/office/drawing/2014/main" id="{73996C84-C969-EF4B-BAE7-D1D2F01A9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07" y="1519935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1" name="Text Box 24">
            <a:extLst>
              <a:ext uri="{FF2B5EF4-FFF2-40B4-BE49-F238E27FC236}">
                <a16:creationId xmlns:a16="http://schemas.microsoft.com/office/drawing/2014/main" id="{F714E298-62C9-5A4B-93FC-BDBEF036B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9689" y="2016181"/>
            <a:ext cx="2234963" cy="861774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Lote piloto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Processo homologado</a:t>
            </a:r>
            <a:endParaRPr lang="en-US" altLang="pt-BR" sz="1400" b="1" dirty="0">
              <a:solidFill>
                <a:srgbClr val="000000"/>
              </a:solidFill>
            </a:endParaRP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Produto certificado</a:t>
            </a:r>
          </a:p>
        </p:txBody>
      </p:sp>
      <p:sp>
        <p:nvSpPr>
          <p:cNvPr id="83992" name="Oval 25">
            <a:extLst>
              <a:ext uri="{FF2B5EF4-FFF2-40B4-BE49-F238E27FC236}">
                <a16:creationId xmlns:a16="http://schemas.microsoft.com/office/drawing/2014/main" id="{4F10601B-2B52-1243-A2A1-B460A7F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3830" y="1553850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3" name="Rectangle 26">
            <a:extLst>
              <a:ext uri="{FF2B5EF4-FFF2-40B4-BE49-F238E27FC236}">
                <a16:creationId xmlns:a16="http://schemas.microsoft.com/office/drawing/2014/main" id="{B28B7D3F-BAFD-2F40-ABA6-B37D3DA1E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2284" y="2752253"/>
            <a:ext cx="2064295" cy="1938992"/>
          </a:xfrm>
          <a:prstGeom prst="rect">
            <a:avLst/>
          </a:prstGeom>
          <a:solidFill>
            <a:schemeClr val="accent5">
              <a:lumMod val="9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36000" tIns="0" rIns="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Documento</a:t>
            </a:r>
            <a:r>
              <a:rPr lang="en-US" altLang="pt-BR" sz="1400" dirty="0"/>
              <a:t> L</a:t>
            </a:r>
            <a:r>
              <a:rPr lang="pt-BR" altLang="pt-BR" sz="1400" dirty="0" err="1"/>
              <a:t>ançamento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 err="1"/>
              <a:t>Espec</a:t>
            </a:r>
            <a:r>
              <a:rPr lang="en-US" altLang="pt-BR" sz="1400" dirty="0"/>
              <a:t>.</a:t>
            </a:r>
            <a:r>
              <a:rPr lang="pt-BR" altLang="pt-BR" sz="1400" dirty="0"/>
              <a:t> </a:t>
            </a:r>
            <a:r>
              <a:rPr lang="en-US" altLang="pt-BR" sz="1400" dirty="0"/>
              <a:t>P</a:t>
            </a:r>
            <a:r>
              <a:rPr lang="pt-BR" altLang="pt-BR" sz="1400" dirty="0" err="1"/>
              <a:t>roc</a:t>
            </a:r>
            <a:r>
              <a:rPr lang="pt-BR" altLang="pt-BR" sz="1400" dirty="0"/>
              <a:t> </a:t>
            </a:r>
            <a:r>
              <a:rPr lang="en-US" altLang="pt-BR" sz="1400" dirty="0"/>
              <a:t>V</a:t>
            </a:r>
            <a:r>
              <a:rPr lang="pt-BR" altLang="pt-BR" sz="1400" dirty="0" err="1"/>
              <a:t>endas</a:t>
            </a:r>
            <a:endParaRPr lang="pt-BR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 err="1"/>
              <a:t>Espec</a:t>
            </a:r>
            <a:r>
              <a:rPr lang="en-US" altLang="pt-BR" sz="1400" dirty="0"/>
              <a:t>.</a:t>
            </a:r>
            <a:r>
              <a:rPr lang="pt-BR" altLang="pt-BR" sz="1400" dirty="0"/>
              <a:t> </a:t>
            </a:r>
            <a:r>
              <a:rPr lang="en-US" altLang="pt-BR" sz="1400" dirty="0"/>
              <a:t>P</a:t>
            </a:r>
            <a:r>
              <a:rPr lang="pt-BR" altLang="pt-BR" sz="1400" dirty="0" err="1"/>
              <a:t>roc</a:t>
            </a:r>
            <a:r>
              <a:rPr lang="pt-BR" altLang="pt-BR" sz="1400" dirty="0"/>
              <a:t> </a:t>
            </a:r>
            <a:r>
              <a:rPr lang="en-US" altLang="pt-BR" sz="1400" dirty="0"/>
              <a:t>D</a:t>
            </a:r>
            <a:r>
              <a:rPr lang="pt-BR" altLang="pt-BR" sz="1400" dirty="0" err="1"/>
              <a:t>istribuição</a:t>
            </a:r>
            <a:endParaRPr lang="pt-BR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 err="1"/>
              <a:t>Espec</a:t>
            </a:r>
            <a:r>
              <a:rPr lang="en-US" altLang="pt-BR" sz="1400" dirty="0"/>
              <a:t>.</a:t>
            </a:r>
            <a:r>
              <a:rPr lang="pt-BR" altLang="pt-BR" sz="1400" dirty="0"/>
              <a:t> </a:t>
            </a:r>
            <a:r>
              <a:rPr lang="en-US" altLang="pt-BR" sz="1400" dirty="0"/>
              <a:t>P</a:t>
            </a:r>
            <a:r>
              <a:rPr lang="pt-BR" altLang="pt-BR" sz="1400" dirty="0" err="1"/>
              <a:t>roc</a:t>
            </a:r>
            <a:r>
              <a:rPr lang="pt-BR" altLang="pt-BR" sz="1400" dirty="0"/>
              <a:t> </a:t>
            </a:r>
            <a:r>
              <a:rPr lang="en-US" altLang="pt-BR" sz="1400" dirty="0"/>
              <a:t>A</a:t>
            </a:r>
            <a:r>
              <a:rPr lang="pt-BR" altLang="pt-BR" sz="1400" dirty="0" err="1"/>
              <a:t>ssistência</a:t>
            </a:r>
            <a:r>
              <a:rPr lang="pt-BR" altLang="pt-BR" sz="1400" dirty="0"/>
              <a:t> </a:t>
            </a:r>
            <a:r>
              <a:rPr lang="en-US" altLang="pt-BR" sz="1400" dirty="0"/>
              <a:t>T</a:t>
            </a:r>
            <a:r>
              <a:rPr lang="pt-BR" altLang="pt-BR" sz="1400" dirty="0" err="1"/>
              <a:t>écnica</a:t>
            </a:r>
            <a:endParaRPr lang="pt-BR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 err="1"/>
              <a:t>Espec</a:t>
            </a:r>
            <a:r>
              <a:rPr lang="en-US" altLang="pt-BR" sz="1400" dirty="0"/>
              <a:t>.</a:t>
            </a:r>
            <a:r>
              <a:rPr lang="pt-BR" altLang="pt-BR" sz="1400" dirty="0"/>
              <a:t> </a:t>
            </a:r>
            <a:r>
              <a:rPr lang="en-US" altLang="pt-BR" sz="1400" dirty="0"/>
              <a:t>P</a:t>
            </a:r>
            <a:r>
              <a:rPr lang="pt-BR" altLang="pt-BR" sz="1400" dirty="0" err="1"/>
              <a:t>roc</a:t>
            </a:r>
            <a:r>
              <a:rPr lang="pt-BR" altLang="pt-BR" sz="1400" dirty="0"/>
              <a:t> </a:t>
            </a:r>
            <a:r>
              <a:rPr lang="en-US" altLang="pt-BR" sz="1400" dirty="0"/>
              <a:t>A</a:t>
            </a:r>
            <a:r>
              <a:rPr lang="pt-BR" altLang="pt-BR" sz="1400" dirty="0" err="1"/>
              <a:t>tendimento</a:t>
            </a:r>
            <a:r>
              <a:rPr lang="pt-BR" altLang="pt-BR" sz="1400" dirty="0"/>
              <a:t> </a:t>
            </a:r>
            <a:r>
              <a:rPr lang="en-US" altLang="pt-BR" sz="1400" dirty="0"/>
              <a:t>C</a:t>
            </a:r>
            <a:r>
              <a:rPr lang="pt-BR" altLang="pt-BR" sz="1400" dirty="0" err="1"/>
              <a:t>liente</a:t>
            </a:r>
            <a:endParaRPr lang="pt-BR" altLang="pt-BR" sz="1400" dirty="0"/>
          </a:p>
        </p:txBody>
      </p:sp>
      <p:sp>
        <p:nvSpPr>
          <p:cNvPr id="83994" name="Text Box 27">
            <a:extLst>
              <a:ext uri="{FF2B5EF4-FFF2-40B4-BE49-F238E27FC236}">
                <a16:creationId xmlns:a16="http://schemas.microsoft.com/office/drawing/2014/main" id="{73E6FE12-8A22-2A4F-8DE8-CC9AAA009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068" y="1841346"/>
            <a:ext cx="1332375" cy="430887"/>
          </a:xfrm>
          <a:prstGeom prst="rect">
            <a:avLst/>
          </a:prstGeom>
          <a:solidFill>
            <a:schemeClr val="accent5">
              <a:lumMod val="90000"/>
            </a:schemeClr>
          </a:solidFill>
          <a:ln>
            <a:noFill/>
          </a:ln>
        </p:spPr>
        <p:txBody>
          <a:bodyPr wrap="squar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Produto lançado</a:t>
            </a:r>
          </a:p>
        </p:txBody>
      </p:sp>
      <p:sp>
        <p:nvSpPr>
          <p:cNvPr id="83997" name="Rectangle 30">
            <a:extLst>
              <a:ext uri="{FF2B5EF4-FFF2-40B4-BE49-F238E27FC236}">
                <a16:creationId xmlns:a16="http://schemas.microsoft.com/office/drawing/2014/main" id="{B3AA5C62-14FA-D449-91C8-62CB1655A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875" y="4843904"/>
            <a:ext cx="1380507" cy="630942"/>
          </a:xfrm>
          <a:prstGeom prst="rect">
            <a:avLst/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/>
              <a:t>Especificações</a:t>
            </a:r>
          </a:p>
          <a:p>
            <a:pPr algn="ctr" eaLnBrk="1" hangingPunct="1">
              <a:spcBef>
                <a:spcPct val="50000"/>
              </a:spcBef>
              <a:buNone/>
            </a:pPr>
            <a:r>
              <a:rPr lang="pt-BR" altLang="pt-BR" sz="1400"/>
              <a:t>Meta</a:t>
            </a:r>
          </a:p>
        </p:txBody>
      </p:sp>
      <p:sp>
        <p:nvSpPr>
          <p:cNvPr id="83998" name="Rectangle 31">
            <a:extLst>
              <a:ext uri="{FF2B5EF4-FFF2-40B4-BE49-F238E27FC236}">
                <a16:creationId xmlns:a16="http://schemas.microsoft.com/office/drawing/2014/main" id="{BB535A03-72AD-A947-AAED-D6CA9F182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878" y="2002760"/>
            <a:ext cx="1416843" cy="538609"/>
          </a:xfrm>
          <a:prstGeom prst="rect">
            <a:avLst/>
          </a:prstGeom>
          <a:solidFill>
            <a:srgbClr val="FF85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Concepção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4002" name="Text Box 35">
            <a:extLst>
              <a:ext uri="{FF2B5EF4-FFF2-40B4-BE49-F238E27FC236}">
                <a16:creationId xmlns:a16="http://schemas.microsoft.com/office/drawing/2014/main" id="{5F2D75D0-CECB-C143-AD00-AC98E0CE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1303" y="2759145"/>
            <a:ext cx="2176461" cy="2046714"/>
          </a:xfrm>
          <a:prstGeom prst="rect">
            <a:avLst/>
          </a:prstGeom>
          <a:solidFill>
            <a:srgbClr val="FF85FF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Arquitetura Produto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Alternativas de Solução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Lista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principais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Especificações iniciais dos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Desenhos iniciais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Plano macro  processo</a:t>
            </a:r>
          </a:p>
        </p:txBody>
      </p:sp>
      <p:sp>
        <p:nvSpPr>
          <p:cNvPr id="84003" name="Text Box 36">
            <a:extLst>
              <a:ext uri="{FF2B5EF4-FFF2-40B4-BE49-F238E27FC236}">
                <a16:creationId xmlns:a16="http://schemas.microsoft.com/office/drawing/2014/main" id="{A3A45ED9-E9A3-174F-BA55-91624FBBA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4340" y="5021590"/>
            <a:ext cx="3224129" cy="183127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Especificações dos </a:t>
            </a:r>
            <a:r>
              <a:rPr lang="pt-BR" altLang="pt-BR" sz="1400" dirty="0" err="1"/>
              <a:t>SSCs</a:t>
            </a:r>
            <a:endParaRPr lang="pt-BR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BOM final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Desenhos finais com tolerâncias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Planos de Processo 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Projeto de embalagem</a:t>
            </a:r>
            <a:endParaRPr lang="en-US" altLang="pt-BR" sz="1400" dirty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Material de suporte do produto</a:t>
            </a:r>
            <a:endParaRPr lang="pt-BR" altLang="pt-BR" sz="2400" dirty="0"/>
          </a:p>
        </p:txBody>
      </p:sp>
      <p:sp>
        <p:nvSpPr>
          <p:cNvPr id="84004" name="Oval 37">
            <a:extLst>
              <a:ext uri="{FF2B5EF4-FFF2-40B4-BE49-F238E27FC236}">
                <a16:creationId xmlns:a16="http://schemas.microsoft.com/office/drawing/2014/main" id="{F4D0F64C-4DC8-C449-A5B7-306F73D78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891" y="2008961"/>
            <a:ext cx="201613" cy="201613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9" name="Text Box 32">
            <a:extLst>
              <a:ext uri="{FF2B5EF4-FFF2-40B4-BE49-F238E27FC236}">
                <a16:creationId xmlns:a16="http://schemas.microsoft.com/office/drawing/2014/main" id="{81D29773-95C6-D442-838F-90735A267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48499" y="5837907"/>
            <a:ext cx="2575116" cy="846386"/>
          </a:xfrm>
          <a:prstGeom prst="rect">
            <a:avLst/>
          </a:prstGeom>
          <a:solidFill>
            <a:srgbClr val="73FB79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pt-BR"/>
            </a:defPPr>
            <a:lvl1pPr algn="ctr" eaLnBrk="1" hangingPunct="1">
              <a:spcBef>
                <a:spcPct val="50000"/>
              </a:spcBef>
              <a:buNone/>
              <a:defRPr sz="1400"/>
            </a:lvl1pPr>
            <a:lvl2pPr marL="742950" indent="-285750">
              <a:spcBef>
                <a:spcPct val="20000"/>
              </a:spcBef>
              <a:buChar char="–"/>
              <a:defRPr sz="2400"/>
            </a:lvl2pPr>
            <a:lvl3pPr marL="1143000" indent="-228600">
              <a:spcBef>
                <a:spcPct val="20000"/>
              </a:spcBef>
              <a:buChar char="•"/>
            </a:lvl3pPr>
            <a:lvl4pPr marL="1600200" indent="-228600">
              <a:spcBef>
                <a:spcPct val="20000"/>
              </a:spcBef>
              <a:buChar char="–"/>
            </a:lvl4pPr>
            <a:lvl5pPr marL="2057400" indent="-228600">
              <a:spcBef>
                <a:spcPct val="20000"/>
              </a:spcBef>
              <a:buChar char="»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</a:lvl9pPr>
          </a:lstStyle>
          <a:p>
            <a:r>
              <a:rPr lang="pt-BR" altLang="pt-BR" dirty="0"/>
              <a:t>Requisitos com valores meta</a:t>
            </a:r>
          </a:p>
          <a:p>
            <a:r>
              <a:rPr lang="pt-BR" altLang="pt-BR" dirty="0"/>
              <a:t>Informações adicionais qualitativas</a:t>
            </a:r>
          </a:p>
        </p:txBody>
      </p:sp>
      <p:sp>
        <p:nvSpPr>
          <p:cNvPr id="83989" name="Text Box 22">
            <a:extLst>
              <a:ext uri="{FF2B5EF4-FFF2-40B4-BE49-F238E27FC236}">
                <a16:creationId xmlns:a16="http://schemas.microsoft.com/office/drawing/2014/main" id="{397CAAD9-267E-B34F-934D-E0B66E17A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7289" y="1452243"/>
            <a:ext cx="1938337" cy="5386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txBody>
          <a:bodyPr wrap="squar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Protótipo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b="1" dirty="0">
                <a:solidFill>
                  <a:srgbClr val="000000"/>
                </a:solidFill>
              </a:rPr>
              <a:t>Produto homologado</a:t>
            </a:r>
          </a:p>
        </p:txBody>
      </p:sp>
    </p:spTree>
    <p:extLst>
      <p:ext uri="{BB962C8B-B14F-4D97-AF65-F5344CB8AC3E}">
        <p14:creationId xmlns:p14="http://schemas.microsoft.com/office/powerpoint/2010/main" val="365420515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4">
            <a:extLst>
              <a:ext uri="{FF2B5EF4-FFF2-40B4-BE49-F238E27FC236}">
                <a16:creationId xmlns:a16="http://schemas.microsoft.com/office/drawing/2014/main" id="{AA295339-8855-424C-AC87-F4E7BC73C5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Localização do planejamento estratégico dos produtos </a:t>
            </a:r>
          </a:p>
        </p:txBody>
      </p:sp>
      <p:grpSp>
        <p:nvGrpSpPr>
          <p:cNvPr id="17410" name="Group 5">
            <a:extLst>
              <a:ext uri="{FF2B5EF4-FFF2-40B4-BE49-F238E27FC236}">
                <a16:creationId xmlns:a16="http://schemas.microsoft.com/office/drawing/2014/main" id="{3BAEF684-3EFC-454A-9226-BEB1391832C0}"/>
              </a:ext>
            </a:extLst>
          </p:cNvPr>
          <p:cNvGrpSpPr>
            <a:grpSpLocks/>
          </p:cNvGrpSpPr>
          <p:nvPr/>
        </p:nvGrpSpPr>
        <p:grpSpPr bwMode="auto">
          <a:xfrm>
            <a:off x="0" y="1455738"/>
            <a:ext cx="9067800" cy="4576762"/>
            <a:chOff x="0" y="573"/>
            <a:chExt cx="5712" cy="2883"/>
          </a:xfrm>
        </p:grpSpPr>
        <p:sp>
          <p:nvSpPr>
            <p:cNvPr id="17463" name="Rectangle 6">
              <a:extLst>
                <a:ext uri="{FF2B5EF4-FFF2-40B4-BE49-F238E27FC236}">
                  <a16:creationId xmlns:a16="http://schemas.microsoft.com/office/drawing/2014/main" id="{486EAC37-6396-7547-95CD-ECB317D92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277"/>
              <a:ext cx="4968" cy="17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Melhoria do processo de desenvolvimento de produtos</a:t>
              </a:r>
            </a:p>
          </p:txBody>
        </p:sp>
        <p:sp>
          <p:nvSpPr>
            <p:cNvPr id="17464" name="Rectangle 7">
              <a:extLst>
                <a:ext uri="{FF2B5EF4-FFF2-40B4-BE49-F238E27FC236}">
                  <a16:creationId xmlns:a16="http://schemas.microsoft.com/office/drawing/2014/main" id="{8B7515C8-B03C-6143-9ED0-B9777635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3048"/>
              <a:ext cx="3838" cy="179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Gerenciamento de mudanças de engenharia</a:t>
              </a:r>
            </a:p>
          </p:txBody>
        </p:sp>
        <p:sp>
          <p:nvSpPr>
            <p:cNvPr id="53256" name="Rectangle 8">
              <a:extLst>
                <a:ext uri="{FF2B5EF4-FFF2-40B4-BE49-F238E27FC236}">
                  <a16:creationId xmlns:a16="http://schemas.microsoft.com/office/drawing/2014/main" id="{4499D55F-DDD9-7F45-9ED5-AB04B0556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3014"/>
              <a:ext cx="768" cy="3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wrap="none" lIns="72000" tIns="0" rIns="72000" bIns="0" anchor="ctr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Processos</a:t>
              </a:r>
            </a:p>
            <a:p>
              <a:pPr algn="ctr" eaLnBrk="1" hangingPunct="1"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de apoio</a:t>
              </a:r>
            </a:p>
          </p:txBody>
        </p:sp>
        <p:sp>
          <p:nvSpPr>
            <p:cNvPr id="17466" name="AutoShape 9">
              <a:extLst>
                <a:ext uri="{FF2B5EF4-FFF2-40B4-BE49-F238E27FC236}">
                  <a16:creationId xmlns:a16="http://schemas.microsoft.com/office/drawing/2014/main" id="{A4BC68FD-7E8A-2343-B8DB-8C6F51AC7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17467" name="AutoShape 10">
              <a:extLst>
                <a:ext uri="{FF2B5EF4-FFF2-40B4-BE49-F238E27FC236}">
                  <a16:creationId xmlns:a16="http://schemas.microsoft.com/office/drawing/2014/main" id="{C91115ED-4794-304E-BECE-FC3E76585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17468" name="AutoShape 11">
              <a:extLst>
                <a:ext uri="{FF2B5EF4-FFF2-40B4-BE49-F238E27FC236}">
                  <a16:creationId xmlns:a16="http://schemas.microsoft.com/office/drawing/2014/main" id="{25485412-3E7F-C041-9C7A-EC5CAD49E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17469" name="AutoShape 12">
              <a:extLst>
                <a:ext uri="{FF2B5EF4-FFF2-40B4-BE49-F238E27FC236}">
                  <a16:creationId xmlns:a16="http://schemas.microsoft.com/office/drawing/2014/main" id="{5EB5A010-5F8E-224A-8567-DE5AAE2DB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17470" name="Group 13">
              <a:extLst>
                <a:ext uri="{FF2B5EF4-FFF2-40B4-BE49-F238E27FC236}">
                  <a16:creationId xmlns:a16="http://schemas.microsoft.com/office/drawing/2014/main" id="{CA1CF6C8-B3BA-8B43-A697-FAF1FBF8F9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573"/>
              <a:ext cx="5664" cy="2262"/>
              <a:chOff x="48" y="573"/>
              <a:chExt cx="5664" cy="2262"/>
            </a:xfrm>
          </p:grpSpPr>
          <p:grpSp>
            <p:nvGrpSpPr>
              <p:cNvPr id="17471" name="Group 14">
                <a:extLst>
                  <a:ext uri="{FF2B5EF4-FFF2-40B4-BE49-F238E27FC236}">
                    <a16:creationId xmlns:a16="http://schemas.microsoft.com/office/drawing/2014/main" id="{2D40DAFA-DC79-524D-88D9-7832AF8CED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" y="673"/>
                <a:ext cx="5664" cy="2162"/>
                <a:chOff x="48" y="673"/>
                <a:chExt cx="5664" cy="2162"/>
              </a:xfrm>
            </p:grpSpPr>
            <p:sp>
              <p:nvSpPr>
                <p:cNvPr id="17473" name="Rectangle 15">
                  <a:extLst>
                    <a:ext uri="{FF2B5EF4-FFF2-40B4-BE49-F238E27FC236}">
                      <a16:creationId xmlns:a16="http://schemas.microsoft.com/office/drawing/2014/main" id="{75561031-9686-9245-8532-CA00E309E4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673"/>
                  <a:ext cx="5664" cy="2162"/>
                </a:xfrm>
                <a:prstGeom prst="rect">
                  <a:avLst/>
                </a:prstGeom>
                <a:solidFill>
                  <a:srgbClr val="CCFFCC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17474" name="Freeform 16">
                  <a:extLst>
                    <a:ext uri="{FF2B5EF4-FFF2-40B4-BE49-F238E27FC236}">
                      <a16:creationId xmlns:a16="http://schemas.microsoft.com/office/drawing/2014/main" id="{47CBA96B-B1E8-0546-A9C2-F79608E68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" y="1460"/>
                  <a:ext cx="4593" cy="1046"/>
                </a:xfrm>
                <a:custGeom>
                  <a:avLst/>
                  <a:gdLst>
                    <a:gd name="T0" fmla="*/ 771 w 4593"/>
                    <a:gd name="T1" fmla="*/ 20 h 1046"/>
                    <a:gd name="T2" fmla="*/ 0 w 4593"/>
                    <a:gd name="T3" fmla="*/ 1046 h 1046"/>
                    <a:gd name="T4" fmla="*/ 4593 w 4593"/>
                    <a:gd name="T5" fmla="*/ 1016 h 1046"/>
                    <a:gd name="T6" fmla="*/ 3302 w 4593"/>
                    <a:gd name="T7" fmla="*/ 0 h 104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93"/>
                    <a:gd name="T13" fmla="*/ 0 h 1046"/>
                    <a:gd name="T14" fmla="*/ 4593 w 4593"/>
                    <a:gd name="T15" fmla="*/ 1046 h 104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93" h="1046">
                      <a:moveTo>
                        <a:pt x="771" y="20"/>
                      </a:moveTo>
                      <a:lnTo>
                        <a:pt x="0" y="1046"/>
                      </a:lnTo>
                      <a:lnTo>
                        <a:pt x="4593" y="1016"/>
                      </a:lnTo>
                      <a:lnTo>
                        <a:pt x="3302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99CCFF"/>
                    </a:gs>
                    <a:gs pos="100000">
                      <a:srgbClr val="FFCC9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72000" tIns="0" rIns="72000" bIns="0" anchor="ctr">
                  <a:spAutoFit/>
                </a:bodyPr>
                <a:lstStyle/>
                <a:p>
                  <a:endParaRPr lang="pt-BR"/>
                </a:p>
              </p:txBody>
            </p:sp>
            <p:grpSp>
              <p:nvGrpSpPr>
                <p:cNvPr id="17475" name="Group 17">
                  <a:extLst>
                    <a:ext uri="{FF2B5EF4-FFF2-40B4-BE49-F238E27FC236}">
                      <a16:creationId xmlns:a16="http://schemas.microsoft.com/office/drawing/2014/main" id="{4A2219FB-18C1-AB45-B003-2D756D2F46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11" y="1058"/>
                  <a:ext cx="2612" cy="188"/>
                  <a:chOff x="1411" y="1058"/>
                  <a:chExt cx="2612" cy="188"/>
                </a:xfrm>
              </p:grpSpPr>
              <p:sp>
                <p:nvSpPr>
                  <p:cNvPr id="17561" name="AutoShape 18">
                    <a:extLst>
                      <a:ext uri="{FF2B5EF4-FFF2-40B4-BE49-F238E27FC236}">
                        <a16:creationId xmlns:a16="http://schemas.microsoft.com/office/drawing/2014/main" id="{BDDA7950-4BC0-2941-899A-C8A019FC3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11" y="1058"/>
                    <a:ext cx="2612" cy="188"/>
                  </a:xfrm>
                  <a:prstGeom prst="chevron">
                    <a:avLst>
                      <a:gd name="adj" fmla="val 43675"/>
                    </a:avLst>
                  </a:prstGeom>
                  <a:solidFill>
                    <a:srgbClr val="FFFF00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62" name="Text Box 19">
                    <a:extLst>
                      <a:ext uri="{FF2B5EF4-FFF2-40B4-BE49-F238E27FC236}">
                        <a16:creationId xmlns:a16="http://schemas.microsoft.com/office/drawing/2014/main" id="{ADCCC529-3A3C-F840-B943-6355C7B1ADC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74" y="1066"/>
                    <a:ext cx="1189" cy="173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Desenvolvimento</a:t>
                    </a:r>
                    <a:r>
                      <a:rPr lang="pt-BR" altLang="pt-BR" sz="1800" i="1">
                        <a:solidFill>
                          <a:srgbClr val="000000"/>
                        </a:solidFill>
                      </a:rPr>
                      <a:t> </a:t>
                    </a:r>
                  </a:p>
                </p:txBody>
              </p:sp>
            </p:grpSp>
            <p:grpSp>
              <p:nvGrpSpPr>
                <p:cNvPr id="17476" name="Group 20">
                  <a:extLst>
                    <a:ext uri="{FF2B5EF4-FFF2-40B4-BE49-F238E27FC236}">
                      <a16:creationId xmlns:a16="http://schemas.microsoft.com/office/drawing/2014/main" id="{711DD466-8FC5-924C-B773-8833A69E28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6" y="2385"/>
                  <a:ext cx="4435" cy="342"/>
                  <a:chOff x="586" y="2385"/>
                  <a:chExt cx="4435" cy="342"/>
                </a:xfrm>
              </p:grpSpPr>
              <p:grpSp>
                <p:nvGrpSpPr>
                  <p:cNvPr id="17554" name="Group 21">
                    <a:extLst>
                      <a:ext uri="{FF2B5EF4-FFF2-40B4-BE49-F238E27FC236}">
                        <a16:creationId xmlns:a16="http://schemas.microsoft.com/office/drawing/2014/main" id="{7F383175-33C4-C448-8FFF-D66144A99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406" y="2394"/>
                    <a:ext cx="3615" cy="333"/>
                    <a:chOff x="1014" y="2394"/>
                    <a:chExt cx="3615" cy="333"/>
                  </a:xfrm>
                </p:grpSpPr>
                <p:sp>
                  <p:nvSpPr>
                    <p:cNvPr id="17556" name="AutoShape 22">
                      <a:extLst>
                        <a:ext uri="{FF2B5EF4-FFF2-40B4-BE49-F238E27FC236}">
                          <a16:creationId xmlns:a16="http://schemas.microsoft.com/office/drawing/2014/main" id="{77E6DCC7-67C1-FD41-A814-C7F796CDB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11" y="2394"/>
                      <a:ext cx="690" cy="333"/>
                    </a:xfrm>
                    <a:prstGeom prst="chevron">
                      <a:avLst>
                        <a:gd name="adj" fmla="val 1972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Detalhado </a:t>
                      </a:r>
                    </a:p>
                  </p:txBody>
                </p:sp>
                <p:sp>
                  <p:nvSpPr>
                    <p:cNvPr id="17557" name="AutoShape 23">
                      <a:extLst>
                        <a:ext uri="{FF2B5EF4-FFF2-40B4-BE49-F238E27FC236}">
                          <a16:creationId xmlns:a16="http://schemas.microsoft.com/office/drawing/2014/main" id="{FC7E3769-209B-7242-A55B-6BBEB2D2FB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33" y="2394"/>
                      <a:ext cx="709" cy="333"/>
                    </a:xfrm>
                    <a:prstGeom prst="chevron">
                      <a:avLst>
                        <a:gd name="adj" fmla="val 1900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Conceitual </a:t>
                      </a:r>
                    </a:p>
                  </p:txBody>
                </p:sp>
                <p:sp>
                  <p:nvSpPr>
                    <p:cNvPr id="17558" name="AutoShape 24">
                      <a:extLst>
                        <a:ext uri="{FF2B5EF4-FFF2-40B4-BE49-F238E27FC236}">
                          <a16:creationId xmlns:a16="http://schemas.microsoft.com/office/drawing/2014/main" id="{44506312-8834-8B46-9024-C7E177859A4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14" y="2394"/>
                      <a:ext cx="856" cy="333"/>
                    </a:xfrm>
                    <a:prstGeom prst="chevron">
                      <a:avLst>
                        <a:gd name="adj" fmla="val 2206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Informacional </a:t>
                      </a:r>
                    </a:p>
                  </p:txBody>
                </p:sp>
                <p:sp>
                  <p:nvSpPr>
                    <p:cNvPr id="17559" name="AutoShape 25">
                      <a:extLst>
                        <a:ext uri="{FF2B5EF4-FFF2-40B4-BE49-F238E27FC236}">
                          <a16:creationId xmlns:a16="http://schemas.microsoft.com/office/drawing/2014/main" id="{34A1169F-24A9-824F-BE8C-FA1AD707662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4" y="2394"/>
                      <a:ext cx="765" cy="333"/>
                    </a:xfrm>
                    <a:prstGeom prst="chevron">
                      <a:avLst>
                        <a:gd name="adj" fmla="val 19782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Lançamento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do Produto</a:t>
                      </a:r>
                    </a:p>
                  </p:txBody>
                </p:sp>
                <p:sp>
                  <p:nvSpPr>
                    <p:cNvPr id="17560" name="AutoShape 26">
                      <a:extLst>
                        <a:ext uri="{FF2B5EF4-FFF2-40B4-BE49-F238E27FC236}">
                          <a16:creationId xmlns:a16="http://schemas.microsoft.com/office/drawing/2014/main" id="{F71DEEF7-9C65-EF42-9E7F-A379D0E5EB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70" y="2394"/>
                      <a:ext cx="723" cy="333"/>
                    </a:xfrm>
                    <a:prstGeom prst="chevron">
                      <a:avLst>
                        <a:gd name="adj" fmla="val 1621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Preparação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Produção</a:t>
                      </a:r>
                    </a:p>
                  </p:txBody>
                </p:sp>
              </p:grpSp>
              <p:sp>
                <p:nvSpPr>
                  <p:cNvPr id="17555" name="AutoShape 27">
                    <a:extLst>
                      <a:ext uri="{FF2B5EF4-FFF2-40B4-BE49-F238E27FC236}">
                        <a16:creationId xmlns:a16="http://schemas.microsoft.com/office/drawing/2014/main" id="{4AD4CAA3-6204-7B42-9FE4-FA245FAA84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6" y="2385"/>
                    <a:ext cx="841" cy="333"/>
                  </a:xfrm>
                  <a:prstGeom prst="chevron">
                    <a:avLst>
                      <a:gd name="adj" fmla="val 24296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Planejamento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Projeto</a:t>
                    </a:r>
                  </a:p>
                </p:txBody>
              </p:sp>
            </p:grpSp>
            <p:grpSp>
              <p:nvGrpSpPr>
                <p:cNvPr id="17477" name="Group 28">
                  <a:extLst>
                    <a:ext uri="{FF2B5EF4-FFF2-40B4-BE49-F238E27FC236}">
                      <a16:creationId xmlns:a16="http://schemas.microsoft.com/office/drawing/2014/main" id="{497AB774-A4B8-5B45-9582-ABBA9F4D1A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009" y="1059"/>
                  <a:ext cx="1671" cy="188"/>
                  <a:chOff x="4009" y="1059"/>
                  <a:chExt cx="1671" cy="188"/>
                </a:xfrm>
              </p:grpSpPr>
              <p:sp>
                <p:nvSpPr>
                  <p:cNvPr id="17552" name="AutoShape 29">
                    <a:extLst>
                      <a:ext uri="{FF2B5EF4-FFF2-40B4-BE49-F238E27FC236}">
                        <a16:creationId xmlns:a16="http://schemas.microsoft.com/office/drawing/2014/main" id="{8D7FD17F-2707-A340-8583-11A6C15DE0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09" y="1059"/>
                    <a:ext cx="1671" cy="188"/>
                  </a:xfrm>
                  <a:prstGeom prst="chevron">
                    <a:avLst>
                      <a:gd name="adj" fmla="val 39421"/>
                    </a:avLst>
                  </a:prstGeom>
                  <a:solidFill>
                    <a:srgbClr val="FFCC99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53" name="Text Box 30">
                    <a:extLst>
                      <a:ext uri="{FF2B5EF4-FFF2-40B4-BE49-F238E27FC236}">
                        <a16:creationId xmlns:a16="http://schemas.microsoft.com/office/drawing/2014/main" id="{E5A603C7-0CC2-9E40-AB57-22F175B3F1C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82" y="1082"/>
                    <a:ext cx="324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Pós</a:t>
                    </a:r>
                  </a:p>
                </p:txBody>
              </p:sp>
            </p:grpSp>
            <p:sp>
              <p:nvSpPr>
                <p:cNvPr id="17478" name="Rectangle 31">
                  <a:extLst>
                    <a:ext uri="{FF2B5EF4-FFF2-40B4-BE49-F238E27FC236}">
                      <a16:creationId xmlns:a16="http://schemas.microsoft.com/office/drawing/2014/main" id="{AF7B7101-9EB2-DE40-AE75-1A78A0B650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1112"/>
                  <a:ext cx="164" cy="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cxnSp>
              <p:nvCxnSpPr>
                <p:cNvPr id="17479" name="AutoShape 32">
                  <a:extLst>
                    <a:ext uri="{FF2B5EF4-FFF2-40B4-BE49-F238E27FC236}">
                      <a16:creationId xmlns:a16="http://schemas.microsoft.com/office/drawing/2014/main" id="{BD22D81C-4790-574C-93CC-C9556B31D27C}"/>
                    </a:ext>
                  </a:extLst>
                </p:cNvPr>
                <p:cNvCxnSpPr>
                  <a:cxnSpLocks noChangeShapeType="1"/>
                  <a:stCxn id="17552" idx="0"/>
                  <a:endCxn id="17550" idx="0"/>
                </p:cNvCxnSpPr>
                <p:nvPr/>
              </p:nvCxnSpPr>
              <p:spPr bwMode="auto">
                <a:xfrm rot="-5400000" flipH="1" flipV="1">
                  <a:off x="2773" y="-973"/>
                  <a:ext cx="1" cy="4066"/>
                </a:xfrm>
                <a:prstGeom prst="bentConnector3">
                  <a:avLst>
                    <a:gd name="adj1" fmla="val -14400005"/>
                  </a:avLst>
                </a:prstGeom>
                <a:noFill/>
                <a:ln w="19050">
                  <a:solidFill>
                    <a:schemeClr val="tx1"/>
                  </a:solidFill>
                  <a:miter lim="800000"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grpSp>
              <p:nvGrpSpPr>
                <p:cNvPr id="17480" name="Group 33">
                  <a:extLst>
                    <a:ext uri="{FF2B5EF4-FFF2-40B4-BE49-F238E27FC236}">
                      <a16:creationId xmlns:a16="http://schemas.microsoft.com/office/drawing/2014/main" id="{9CE85ACD-5E9B-704E-A635-90FD40E008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8" y="1059"/>
                  <a:ext cx="1338" cy="187"/>
                  <a:chOff x="108" y="1059"/>
                  <a:chExt cx="1338" cy="187"/>
                </a:xfrm>
              </p:grpSpPr>
              <p:sp>
                <p:nvSpPr>
                  <p:cNvPr id="17550" name="AutoShape 34">
                    <a:extLst>
                      <a:ext uri="{FF2B5EF4-FFF2-40B4-BE49-F238E27FC236}">
                        <a16:creationId xmlns:a16="http://schemas.microsoft.com/office/drawing/2014/main" id="{2AD65708-4218-2E4E-8074-B910C84614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" y="1059"/>
                    <a:ext cx="1338" cy="187"/>
                  </a:xfrm>
                  <a:prstGeom prst="homePlate">
                    <a:avLst>
                      <a:gd name="adj" fmla="val 38194"/>
                    </a:avLst>
                  </a:prstGeom>
                  <a:solidFill>
                    <a:srgbClr val="99CCFF"/>
                  </a:solidFill>
                  <a:ln w="12700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51" name="Text Box 35">
                    <a:extLst>
                      <a:ext uri="{FF2B5EF4-FFF2-40B4-BE49-F238E27FC236}">
                        <a16:creationId xmlns:a16="http://schemas.microsoft.com/office/drawing/2014/main" id="{DD74E90C-CBEF-5F4A-89DE-F2CF866CE9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0" y="1082"/>
                    <a:ext cx="2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Pré</a:t>
                    </a:r>
                  </a:p>
                </p:txBody>
              </p:sp>
            </p:grpSp>
            <p:sp>
              <p:nvSpPr>
                <p:cNvPr id="17481" name="AutoShape 36">
                  <a:extLst>
                    <a:ext uri="{FF2B5EF4-FFF2-40B4-BE49-F238E27FC236}">
                      <a16:creationId xmlns:a16="http://schemas.microsoft.com/office/drawing/2014/main" id="{286719FB-422F-9247-AC2A-4686BD8E0C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1292"/>
                  <a:ext cx="841" cy="496"/>
                </a:xfrm>
                <a:prstGeom prst="chevron">
                  <a:avLst>
                    <a:gd name="adj" fmla="val 16108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/>
                    <a:t>Planejamento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/>
                    <a:t>Estratégico dos Produtos</a:t>
                  </a:r>
                </a:p>
              </p:txBody>
            </p:sp>
            <p:grpSp>
              <p:nvGrpSpPr>
                <p:cNvPr id="17482" name="Group 37">
                  <a:extLst>
                    <a:ext uri="{FF2B5EF4-FFF2-40B4-BE49-F238E27FC236}">
                      <a16:creationId xmlns:a16="http://schemas.microsoft.com/office/drawing/2014/main" id="{1F2E174C-9DA4-E540-B5C8-5AC213EE07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883" y="1280"/>
                  <a:ext cx="1809" cy="588"/>
                  <a:chOff x="3883" y="1280"/>
                  <a:chExt cx="1809" cy="588"/>
                </a:xfrm>
              </p:grpSpPr>
              <p:sp>
                <p:nvSpPr>
                  <p:cNvPr id="17544" name="AutoShape 38">
                    <a:extLst>
                      <a:ext uri="{FF2B5EF4-FFF2-40B4-BE49-F238E27FC236}">
                        <a16:creationId xmlns:a16="http://schemas.microsoft.com/office/drawing/2014/main" id="{1C22D519-24AF-3040-AEE1-C52115D548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3" y="1280"/>
                    <a:ext cx="792" cy="523"/>
                  </a:xfrm>
                  <a:prstGeom prst="chevron">
                    <a:avLst>
                      <a:gd name="adj" fmla="val 18221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45" name="AutoShape 39">
                    <a:extLst>
                      <a:ext uri="{FF2B5EF4-FFF2-40B4-BE49-F238E27FC236}">
                        <a16:creationId xmlns:a16="http://schemas.microsoft.com/office/drawing/2014/main" id="{1F58850A-C700-D94D-972C-4DD6E9C7F8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75" y="128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46" name="AutoShape 40">
                    <a:extLst>
                      <a:ext uri="{FF2B5EF4-FFF2-40B4-BE49-F238E27FC236}">
                        <a16:creationId xmlns:a16="http://schemas.microsoft.com/office/drawing/2014/main" id="{596F84ED-9538-3646-9A23-C2E6CC4885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37" y="1320"/>
                    <a:ext cx="799" cy="523"/>
                  </a:xfrm>
                  <a:prstGeom prst="chevron">
                    <a:avLst>
                      <a:gd name="adj" fmla="val 18382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47" name="AutoShape 41">
                    <a:extLst>
                      <a:ext uri="{FF2B5EF4-FFF2-40B4-BE49-F238E27FC236}">
                        <a16:creationId xmlns:a16="http://schemas.microsoft.com/office/drawing/2014/main" id="{5138E1A3-0C80-0244-90E3-2D1CD80A79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7" y="132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17548" name="AutoShape 42">
                    <a:extLst>
                      <a:ext uri="{FF2B5EF4-FFF2-40B4-BE49-F238E27FC236}">
                        <a16:creationId xmlns:a16="http://schemas.microsoft.com/office/drawing/2014/main" id="{77F645DD-E1EB-5C46-BC29-51E0DF1028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47" y="1345"/>
                    <a:ext cx="845" cy="523"/>
                  </a:xfrm>
                  <a:prstGeom prst="chevron">
                    <a:avLst>
                      <a:gd name="adj" fmla="val 1494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144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Descontinuar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Produto</a:t>
                    </a:r>
                  </a:p>
                </p:txBody>
              </p:sp>
              <p:sp>
                <p:nvSpPr>
                  <p:cNvPr id="17549" name="AutoShape 43">
                    <a:extLst>
                      <a:ext uri="{FF2B5EF4-FFF2-40B4-BE49-F238E27FC236}">
                        <a16:creationId xmlns:a16="http://schemas.microsoft.com/office/drawing/2014/main" id="{FF0FBE82-D4D6-0142-8FA3-50D6848D7D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99" y="1345"/>
                    <a:ext cx="882" cy="523"/>
                  </a:xfrm>
                  <a:prstGeom prst="chevron">
                    <a:avLst>
                      <a:gd name="adj" fmla="val 14530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Acompanhar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Produto/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Processo</a:t>
                    </a:r>
                    <a:endParaRPr lang="pt-BR" altLang="pt-BR" sz="16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7483" name="Group 44">
                  <a:extLst>
                    <a:ext uri="{FF2B5EF4-FFF2-40B4-BE49-F238E27FC236}">
                      <a16:creationId xmlns:a16="http://schemas.microsoft.com/office/drawing/2014/main" id="{270AB444-AF62-8D42-95B0-70A3B2015F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0" y="1272"/>
                  <a:ext cx="2268" cy="257"/>
                  <a:chOff x="1520" y="1272"/>
                  <a:chExt cx="2268" cy="257"/>
                </a:xfrm>
              </p:grpSpPr>
              <p:sp>
                <p:nvSpPr>
                  <p:cNvPr id="17539" name="AutoShape 45">
                    <a:extLst>
                      <a:ext uri="{FF2B5EF4-FFF2-40B4-BE49-F238E27FC236}">
                        <a16:creationId xmlns:a16="http://schemas.microsoft.com/office/drawing/2014/main" id="{D077FCAB-5204-6943-9FCC-34CE7E4EF5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520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40" name="AutoShape 46">
                    <a:extLst>
                      <a:ext uri="{FF2B5EF4-FFF2-40B4-BE49-F238E27FC236}">
                        <a16:creationId xmlns:a16="http://schemas.microsoft.com/office/drawing/2014/main" id="{D29BD2FB-C2ED-0A44-9723-BB9B02FF3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974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41" name="AutoShape 47">
                    <a:extLst>
                      <a:ext uri="{FF2B5EF4-FFF2-40B4-BE49-F238E27FC236}">
                        <a16:creationId xmlns:a16="http://schemas.microsoft.com/office/drawing/2014/main" id="{9C97E40D-74F3-A544-A5BB-870CA959E7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429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42" name="AutoShape 48">
                    <a:extLst>
                      <a:ext uri="{FF2B5EF4-FFF2-40B4-BE49-F238E27FC236}">
                        <a16:creationId xmlns:a16="http://schemas.microsoft.com/office/drawing/2014/main" id="{50249B8D-B870-344A-A3AC-59BBF0F544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883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43" name="AutoShape 49">
                    <a:extLst>
                      <a:ext uri="{FF2B5EF4-FFF2-40B4-BE49-F238E27FC236}">
                        <a16:creationId xmlns:a16="http://schemas.microsoft.com/office/drawing/2014/main" id="{3916CBBF-F3F2-744E-B8CF-02F7C1CD14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338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17484" name="Group 50">
                  <a:extLst>
                    <a:ext uri="{FF2B5EF4-FFF2-40B4-BE49-F238E27FC236}">
                      <a16:creationId xmlns:a16="http://schemas.microsoft.com/office/drawing/2014/main" id="{94675616-9E3E-F341-9D5C-2101020CEA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6" y="1368"/>
                  <a:ext cx="2268" cy="257"/>
                  <a:chOff x="1616" y="1368"/>
                  <a:chExt cx="2268" cy="257"/>
                </a:xfrm>
              </p:grpSpPr>
              <p:sp>
                <p:nvSpPr>
                  <p:cNvPr id="17534" name="AutoShape 51">
                    <a:extLst>
                      <a:ext uri="{FF2B5EF4-FFF2-40B4-BE49-F238E27FC236}">
                        <a16:creationId xmlns:a16="http://schemas.microsoft.com/office/drawing/2014/main" id="{121EBE8F-4BD5-314A-9733-C58E8C6468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616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5" name="AutoShape 52">
                    <a:extLst>
                      <a:ext uri="{FF2B5EF4-FFF2-40B4-BE49-F238E27FC236}">
                        <a16:creationId xmlns:a16="http://schemas.microsoft.com/office/drawing/2014/main" id="{0E2D3D08-7FC2-3C41-A158-AACAD65C3A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070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6" name="AutoShape 53">
                    <a:extLst>
                      <a:ext uri="{FF2B5EF4-FFF2-40B4-BE49-F238E27FC236}">
                        <a16:creationId xmlns:a16="http://schemas.microsoft.com/office/drawing/2014/main" id="{55BDB8A8-3BE4-F54B-BC09-60DB82F9D1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525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7" name="AutoShape 54">
                    <a:extLst>
                      <a:ext uri="{FF2B5EF4-FFF2-40B4-BE49-F238E27FC236}">
                        <a16:creationId xmlns:a16="http://schemas.microsoft.com/office/drawing/2014/main" id="{829EFB9F-EA57-2C4E-9795-2A2C9467D5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979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8" name="AutoShape 55">
                    <a:extLst>
                      <a:ext uri="{FF2B5EF4-FFF2-40B4-BE49-F238E27FC236}">
                        <a16:creationId xmlns:a16="http://schemas.microsoft.com/office/drawing/2014/main" id="{8F2A35F1-182B-F449-A9A1-7CA7B68FED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434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17485" name="Group 56">
                  <a:extLst>
                    <a:ext uri="{FF2B5EF4-FFF2-40B4-BE49-F238E27FC236}">
                      <a16:creationId xmlns:a16="http://schemas.microsoft.com/office/drawing/2014/main" id="{C540C4B6-E298-664A-ABA8-A2DD318B21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12" y="1464"/>
                  <a:ext cx="2268" cy="257"/>
                  <a:chOff x="1712" y="1464"/>
                  <a:chExt cx="2268" cy="257"/>
                </a:xfrm>
              </p:grpSpPr>
              <p:sp>
                <p:nvSpPr>
                  <p:cNvPr id="17529" name="AutoShape 57">
                    <a:extLst>
                      <a:ext uri="{FF2B5EF4-FFF2-40B4-BE49-F238E27FC236}">
                        <a16:creationId xmlns:a16="http://schemas.microsoft.com/office/drawing/2014/main" id="{453CE3F2-0A38-924E-B77F-2F85522CB3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712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0" name="AutoShape 58">
                    <a:extLst>
                      <a:ext uri="{FF2B5EF4-FFF2-40B4-BE49-F238E27FC236}">
                        <a16:creationId xmlns:a16="http://schemas.microsoft.com/office/drawing/2014/main" id="{F2E279F2-CDE3-8E46-B8C8-2BCBD5F9C0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66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1" name="AutoShape 59">
                    <a:extLst>
                      <a:ext uri="{FF2B5EF4-FFF2-40B4-BE49-F238E27FC236}">
                        <a16:creationId xmlns:a16="http://schemas.microsoft.com/office/drawing/2014/main" id="{23B348DE-5B49-3E43-B6C1-B176BC480B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621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2" name="AutoShape 60">
                    <a:extLst>
                      <a:ext uri="{FF2B5EF4-FFF2-40B4-BE49-F238E27FC236}">
                        <a16:creationId xmlns:a16="http://schemas.microsoft.com/office/drawing/2014/main" id="{925F631D-2395-9540-93A8-FC2347D6E5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075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33" name="AutoShape 61">
                    <a:extLst>
                      <a:ext uri="{FF2B5EF4-FFF2-40B4-BE49-F238E27FC236}">
                        <a16:creationId xmlns:a16="http://schemas.microsoft.com/office/drawing/2014/main" id="{936CB341-93B7-BD4C-9988-7AA0467C05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530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17486" name="Group 62">
                  <a:extLst>
                    <a:ext uri="{FF2B5EF4-FFF2-40B4-BE49-F238E27FC236}">
                      <a16:creationId xmlns:a16="http://schemas.microsoft.com/office/drawing/2014/main" id="{E400E589-CA6E-AF42-94CB-011DDF4F61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86" y="1298"/>
                  <a:ext cx="599" cy="423"/>
                  <a:chOff x="986" y="1298"/>
                  <a:chExt cx="599" cy="423"/>
                </a:xfrm>
              </p:grpSpPr>
              <p:sp>
                <p:nvSpPr>
                  <p:cNvPr id="17526" name="AutoShape 63">
                    <a:extLst>
                      <a:ext uri="{FF2B5EF4-FFF2-40B4-BE49-F238E27FC236}">
                        <a16:creationId xmlns:a16="http://schemas.microsoft.com/office/drawing/2014/main" id="{A9159175-DC58-1E4A-BF3A-18D21C81F6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6" y="1298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27" name="AutoShape 64">
                    <a:extLst>
                      <a:ext uri="{FF2B5EF4-FFF2-40B4-BE49-F238E27FC236}">
                        <a16:creationId xmlns:a16="http://schemas.microsoft.com/office/drawing/2014/main" id="{0C7E0716-CBA3-5D49-A93E-23EFD37E57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2" y="1394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17528" name="AutoShape 65">
                    <a:extLst>
                      <a:ext uri="{FF2B5EF4-FFF2-40B4-BE49-F238E27FC236}">
                        <a16:creationId xmlns:a16="http://schemas.microsoft.com/office/drawing/2014/main" id="{EDC08F7D-7659-A141-BBB4-2275DDEC38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8" y="1490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17487" name="Group 66">
                  <a:extLst>
                    <a:ext uri="{FF2B5EF4-FFF2-40B4-BE49-F238E27FC236}">
                      <a16:creationId xmlns:a16="http://schemas.microsoft.com/office/drawing/2014/main" id="{F2549A55-2B5E-6048-AB19-33E0E7F56D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6" y="1685"/>
                  <a:ext cx="3926" cy="489"/>
                  <a:chOff x="176" y="1685"/>
                  <a:chExt cx="3926" cy="489"/>
                </a:xfrm>
              </p:grpSpPr>
              <p:sp>
                <p:nvSpPr>
                  <p:cNvPr id="17488" name="Text Box 67">
                    <a:extLst>
                      <a:ext uri="{FF2B5EF4-FFF2-40B4-BE49-F238E27FC236}">
                        <a16:creationId xmlns:a16="http://schemas.microsoft.com/office/drawing/2014/main" id="{927D34F9-4DA8-804A-B85D-BAF41ECBE13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6" y="1968"/>
                    <a:ext cx="618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u="sng">
                        <a:solidFill>
                          <a:srgbClr val="000000"/>
                        </a:solidFill>
                      </a:rPr>
                      <a:t>Gates &gt;&gt;</a:t>
                    </a:r>
                  </a:p>
                </p:txBody>
              </p:sp>
              <p:grpSp>
                <p:nvGrpSpPr>
                  <p:cNvPr id="17489" name="Group 68">
                    <a:extLst>
                      <a:ext uri="{FF2B5EF4-FFF2-40B4-BE49-F238E27FC236}">
                        <a16:creationId xmlns:a16="http://schemas.microsoft.com/office/drawing/2014/main" id="{64F5DAB2-569D-9840-AF45-90D218EEBD0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17524" name="AutoShape 69">
                      <a:extLst>
                        <a:ext uri="{FF2B5EF4-FFF2-40B4-BE49-F238E27FC236}">
                          <a16:creationId xmlns:a16="http://schemas.microsoft.com/office/drawing/2014/main" id="{6A9C959C-34B0-8E48-BCE4-68ABE84E80E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17525" name="Line 70">
                      <a:extLst>
                        <a:ext uri="{FF2B5EF4-FFF2-40B4-BE49-F238E27FC236}">
                          <a16:creationId xmlns:a16="http://schemas.microsoft.com/office/drawing/2014/main" id="{848C84B1-C5E3-F849-90FC-414FC170BDA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sp>
                <p:nvSpPr>
                  <p:cNvPr id="17490" name="AutoShape 71">
                    <a:extLst>
                      <a:ext uri="{FF2B5EF4-FFF2-40B4-BE49-F238E27FC236}">
                        <a16:creationId xmlns:a16="http://schemas.microsoft.com/office/drawing/2014/main" id="{4D1539D3-2068-FB48-9B43-395F0EE82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1" y="1859"/>
                    <a:ext cx="3341" cy="315"/>
                  </a:xfrm>
                  <a:prstGeom prst="roundRect">
                    <a:avLst>
                      <a:gd name="adj" fmla="val 50000"/>
                    </a:avLst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grpSp>
                <p:nvGrpSpPr>
                  <p:cNvPr id="17491" name="Group 72">
                    <a:extLst>
                      <a:ext uri="{FF2B5EF4-FFF2-40B4-BE49-F238E27FC236}">
                        <a16:creationId xmlns:a16="http://schemas.microsoft.com/office/drawing/2014/main" id="{45909673-6CC1-9342-9033-9880C5EE31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918" y="1795"/>
                    <a:ext cx="117" cy="299"/>
                    <a:chOff x="2088" y="1486"/>
                    <a:chExt cx="117" cy="299"/>
                  </a:xfrm>
                </p:grpSpPr>
                <p:sp>
                  <p:nvSpPr>
                    <p:cNvPr id="17522" name="AutoShape 73">
                      <a:extLst>
                        <a:ext uri="{FF2B5EF4-FFF2-40B4-BE49-F238E27FC236}">
                          <a16:creationId xmlns:a16="http://schemas.microsoft.com/office/drawing/2014/main" id="{570BF5E4-5FEC-BD4A-BF2C-B5BBBA0B4C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88" y="1614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17523" name="Line 74">
                      <a:extLst>
                        <a:ext uri="{FF2B5EF4-FFF2-40B4-BE49-F238E27FC236}">
                          <a16:creationId xmlns:a16="http://schemas.microsoft.com/office/drawing/2014/main" id="{DA58AF8D-4BE0-D040-97CF-A2E693ED394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46" y="1486"/>
                      <a:ext cx="0" cy="1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17492" name="Group 75">
                    <a:extLst>
                      <a:ext uri="{FF2B5EF4-FFF2-40B4-BE49-F238E27FC236}">
                        <a16:creationId xmlns:a16="http://schemas.microsoft.com/office/drawing/2014/main" id="{A1A47833-4B90-BE4F-B05B-12F7F2F2B7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17520" name="AutoShape 76">
                      <a:extLst>
                        <a:ext uri="{FF2B5EF4-FFF2-40B4-BE49-F238E27FC236}">
                          <a16:creationId xmlns:a16="http://schemas.microsoft.com/office/drawing/2014/main" id="{E5B5E662-C316-FB4F-82C8-1A8B137484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17521" name="Line 77">
                      <a:extLst>
                        <a:ext uri="{FF2B5EF4-FFF2-40B4-BE49-F238E27FC236}">
                          <a16:creationId xmlns:a16="http://schemas.microsoft.com/office/drawing/2014/main" id="{6701B017-F91F-2540-93F6-EA91A85BFD5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17493" name="Group 78">
                    <a:extLst>
                      <a:ext uri="{FF2B5EF4-FFF2-40B4-BE49-F238E27FC236}">
                        <a16:creationId xmlns:a16="http://schemas.microsoft.com/office/drawing/2014/main" id="{41F858B9-B893-E941-A302-F0536FC2D0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442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17518" name="AutoShape 79">
                      <a:extLst>
                        <a:ext uri="{FF2B5EF4-FFF2-40B4-BE49-F238E27FC236}">
                          <a16:creationId xmlns:a16="http://schemas.microsoft.com/office/drawing/2014/main" id="{3EBE3A82-66A6-3548-9519-62C48C2FDA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17519" name="Line 80">
                      <a:extLst>
                        <a:ext uri="{FF2B5EF4-FFF2-40B4-BE49-F238E27FC236}">
                          <a16:creationId xmlns:a16="http://schemas.microsoft.com/office/drawing/2014/main" id="{31B13775-BC81-714A-B587-5F1214DD832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17494" name="Group 81">
                    <a:extLst>
                      <a:ext uri="{FF2B5EF4-FFF2-40B4-BE49-F238E27FC236}">
                        <a16:creationId xmlns:a16="http://schemas.microsoft.com/office/drawing/2014/main" id="{4C3F2942-EAFD-E24E-BC9C-4126A1AAC9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26" y="1705"/>
                    <a:ext cx="117" cy="369"/>
                    <a:chOff x="1526" y="1705"/>
                    <a:chExt cx="117" cy="369"/>
                  </a:xfrm>
                </p:grpSpPr>
                <p:sp>
                  <p:nvSpPr>
                    <p:cNvPr id="17516" name="Line 82">
                      <a:extLst>
                        <a:ext uri="{FF2B5EF4-FFF2-40B4-BE49-F238E27FC236}">
                          <a16:creationId xmlns:a16="http://schemas.microsoft.com/office/drawing/2014/main" id="{26BE119A-796C-624E-8678-991DE5B6A01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584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17" name="AutoShape 83">
                      <a:extLst>
                        <a:ext uri="{FF2B5EF4-FFF2-40B4-BE49-F238E27FC236}">
                          <a16:creationId xmlns:a16="http://schemas.microsoft.com/office/drawing/2014/main" id="{DAC90663-42E2-1E44-AE60-FDFF970EDF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26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495" name="Group 84">
                    <a:extLst>
                      <a:ext uri="{FF2B5EF4-FFF2-40B4-BE49-F238E27FC236}">
                        <a16:creationId xmlns:a16="http://schemas.microsoft.com/office/drawing/2014/main" id="{5554580E-2EBC-E948-AE59-C41F010316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42" y="1705"/>
                    <a:ext cx="117" cy="369"/>
                    <a:chOff x="2542" y="1705"/>
                    <a:chExt cx="117" cy="369"/>
                  </a:xfrm>
                </p:grpSpPr>
                <p:sp>
                  <p:nvSpPr>
                    <p:cNvPr id="17514" name="Line 85">
                      <a:extLst>
                        <a:ext uri="{FF2B5EF4-FFF2-40B4-BE49-F238E27FC236}">
                          <a16:creationId xmlns:a16="http://schemas.microsoft.com/office/drawing/2014/main" id="{537617A8-C668-0E42-A7B9-1FE8F3DB0BA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0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15" name="AutoShape 86">
                      <a:extLst>
                        <a:ext uri="{FF2B5EF4-FFF2-40B4-BE49-F238E27FC236}">
                          <a16:creationId xmlns:a16="http://schemas.microsoft.com/office/drawing/2014/main" id="{7DDC2D0A-CBC5-B94B-913F-B49017938F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2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496" name="Group 87">
                    <a:extLst>
                      <a:ext uri="{FF2B5EF4-FFF2-40B4-BE49-F238E27FC236}">
                        <a16:creationId xmlns:a16="http://schemas.microsoft.com/office/drawing/2014/main" id="{6E2927F9-5B71-8B48-9E1C-63D5C8BBA6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66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12" name="Line 88">
                      <a:extLst>
                        <a:ext uri="{FF2B5EF4-FFF2-40B4-BE49-F238E27FC236}">
                          <a16:creationId xmlns:a16="http://schemas.microsoft.com/office/drawing/2014/main" id="{F2105965-BDDA-B040-84A7-1B390A480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13" name="AutoShape 89">
                      <a:extLst>
                        <a:ext uri="{FF2B5EF4-FFF2-40B4-BE49-F238E27FC236}">
                          <a16:creationId xmlns:a16="http://schemas.microsoft.com/office/drawing/2014/main" id="{FFB058C6-5226-E845-8767-CCF0E2E487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497" name="Group 90">
                    <a:extLst>
                      <a:ext uri="{FF2B5EF4-FFF2-40B4-BE49-F238E27FC236}">
                        <a16:creationId xmlns:a16="http://schemas.microsoft.com/office/drawing/2014/main" id="{ABB0C73A-CD9F-7649-A7D2-B2938CEC64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8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10" name="Line 91">
                      <a:extLst>
                        <a:ext uri="{FF2B5EF4-FFF2-40B4-BE49-F238E27FC236}">
                          <a16:creationId xmlns:a16="http://schemas.microsoft.com/office/drawing/2014/main" id="{1F76E52F-ADEB-5741-B316-C5A096307B3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11" name="AutoShape 92">
                      <a:extLst>
                        <a:ext uri="{FF2B5EF4-FFF2-40B4-BE49-F238E27FC236}">
                          <a16:creationId xmlns:a16="http://schemas.microsoft.com/office/drawing/2014/main" id="{3C79E53D-46CE-BB45-B68E-72DF24D95E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498" name="Group 93">
                    <a:extLst>
                      <a:ext uri="{FF2B5EF4-FFF2-40B4-BE49-F238E27FC236}">
                        <a16:creationId xmlns:a16="http://schemas.microsoft.com/office/drawing/2014/main" id="{D5A7AE64-D009-4F4B-9047-64A9CEF35E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99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08" name="Line 94">
                      <a:extLst>
                        <a:ext uri="{FF2B5EF4-FFF2-40B4-BE49-F238E27FC236}">
                          <a16:creationId xmlns:a16="http://schemas.microsoft.com/office/drawing/2014/main" id="{EAF790E7-E793-4E4B-8060-660FE50375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09" name="AutoShape 95">
                      <a:extLst>
                        <a:ext uri="{FF2B5EF4-FFF2-40B4-BE49-F238E27FC236}">
                          <a16:creationId xmlns:a16="http://schemas.microsoft.com/office/drawing/2014/main" id="{43B4EF28-B8D8-894A-AC30-4191AD828F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499" name="Group 96">
                    <a:extLst>
                      <a:ext uri="{FF2B5EF4-FFF2-40B4-BE49-F238E27FC236}">
                        <a16:creationId xmlns:a16="http://schemas.microsoft.com/office/drawing/2014/main" id="{EF6279E2-A136-934C-9E09-E47E2784A9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83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06" name="Line 97">
                      <a:extLst>
                        <a:ext uri="{FF2B5EF4-FFF2-40B4-BE49-F238E27FC236}">
                          <a16:creationId xmlns:a16="http://schemas.microsoft.com/office/drawing/2014/main" id="{98EEBDD0-15E6-8B4F-86EA-6B912093A19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07" name="AutoShape 98">
                      <a:extLst>
                        <a:ext uri="{FF2B5EF4-FFF2-40B4-BE49-F238E27FC236}">
                          <a16:creationId xmlns:a16="http://schemas.microsoft.com/office/drawing/2014/main" id="{D01EC2E2-22F4-A04D-AD3E-A1FFD07C32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500" name="Group 99">
                    <a:extLst>
                      <a:ext uri="{FF2B5EF4-FFF2-40B4-BE49-F238E27FC236}">
                        <a16:creationId xmlns:a16="http://schemas.microsoft.com/office/drawing/2014/main" id="{C7A6EA67-C3D1-174E-9B9D-CA9306A91F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22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04" name="Line 100">
                      <a:extLst>
                        <a:ext uri="{FF2B5EF4-FFF2-40B4-BE49-F238E27FC236}">
                          <a16:creationId xmlns:a16="http://schemas.microsoft.com/office/drawing/2014/main" id="{03098A4C-FD67-744F-ACD0-532DE13DF29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05" name="AutoShape 101">
                      <a:extLst>
                        <a:ext uri="{FF2B5EF4-FFF2-40B4-BE49-F238E27FC236}">
                          <a16:creationId xmlns:a16="http://schemas.microsoft.com/office/drawing/2014/main" id="{91AE329A-A26C-8743-A9E4-5F2AB6AB19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17501" name="Group 102">
                    <a:extLst>
                      <a:ext uri="{FF2B5EF4-FFF2-40B4-BE49-F238E27FC236}">
                        <a16:creationId xmlns:a16="http://schemas.microsoft.com/office/drawing/2014/main" id="{177CBE1A-55CE-EF48-B5FB-8903B714C3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253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17502" name="Line 103">
                      <a:extLst>
                        <a:ext uri="{FF2B5EF4-FFF2-40B4-BE49-F238E27FC236}">
                          <a16:creationId xmlns:a16="http://schemas.microsoft.com/office/drawing/2014/main" id="{B5A8E9C9-F251-334C-9AA1-DB76DC52406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17503" name="AutoShape 104">
                      <a:extLst>
                        <a:ext uri="{FF2B5EF4-FFF2-40B4-BE49-F238E27FC236}">
                          <a16:creationId xmlns:a16="http://schemas.microsoft.com/office/drawing/2014/main" id="{3BFB05ED-6F9B-474A-9B69-1B1AFF8B9FF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</p:grpSp>
          </p:grpSp>
          <p:sp>
            <p:nvSpPr>
              <p:cNvPr id="17472" name="Rectangle 105">
                <a:extLst>
                  <a:ext uri="{FF2B5EF4-FFF2-40B4-BE49-F238E27FC236}">
                    <a16:creationId xmlns:a16="http://schemas.microsoft.com/office/drawing/2014/main" id="{CC2ACB71-9788-4041-8F49-684664697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573"/>
                <a:ext cx="3912" cy="202"/>
              </a:xfrm>
              <a:prstGeom prst="rect">
                <a:avLst/>
              </a:prstGeom>
              <a:solidFill>
                <a:srgbClr val="CCFFCC"/>
              </a:solidFill>
              <a:ln w="9525">
                <a:miter lim="800000"/>
                <a:headEnd/>
                <a:tailEnd/>
              </a:ln>
              <a:scene3d>
                <a:camera prst="legacyObliqueTopRight"/>
                <a:lightRig rig="legacyFlat3" dir="b"/>
              </a:scene3d>
              <a:sp3d extrusionH="277800" prstMaterial="legacyMatte">
                <a:bevelT w="13500" h="13500" prst="angle"/>
                <a:bevelB w="13500" h="13500" prst="angle"/>
                <a:extrusionClr>
                  <a:srgbClr val="CCFFCC"/>
                </a:extrusionClr>
                <a:contourClr>
                  <a:srgbClr val="CCFFCC"/>
                </a:contourClr>
              </a:sp3d>
            </p:spPr>
            <p:txBody>
              <a:bodyPr lIns="72000" tIns="0" rIns="72000" bIns="0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2000" b="1" i="1">
                    <a:solidFill>
                      <a:srgbClr val="000000"/>
                    </a:solidFill>
                  </a:rPr>
                  <a:t>Processo de Desenvolvimento de Produto</a:t>
                </a:r>
              </a:p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8" name="Group 106">
            <a:extLst>
              <a:ext uri="{FF2B5EF4-FFF2-40B4-BE49-F238E27FC236}">
                <a16:creationId xmlns:a16="http://schemas.microsoft.com/office/drawing/2014/main" id="{99040555-5F59-6F4C-A700-DE1096920EB3}"/>
              </a:ext>
            </a:extLst>
          </p:cNvPr>
          <p:cNvGrpSpPr>
            <a:grpSpLocks/>
          </p:cNvGrpSpPr>
          <p:nvPr/>
        </p:nvGrpSpPr>
        <p:grpSpPr bwMode="auto">
          <a:xfrm rot="7680126">
            <a:off x="4957762" y="2867026"/>
            <a:ext cx="1554163" cy="2862262"/>
            <a:chOff x="2181" y="1183"/>
            <a:chExt cx="1419" cy="1966"/>
          </a:xfrm>
        </p:grpSpPr>
        <p:grpSp>
          <p:nvGrpSpPr>
            <p:cNvPr id="17412" name="Group 107">
              <a:extLst>
                <a:ext uri="{FF2B5EF4-FFF2-40B4-BE49-F238E27FC236}">
                  <a16:creationId xmlns:a16="http://schemas.microsoft.com/office/drawing/2014/main" id="{F6B43446-DCED-FF44-8EC4-52E00BA822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1" y="1183"/>
              <a:ext cx="1203" cy="1195"/>
              <a:chOff x="2181" y="1183"/>
              <a:chExt cx="1203" cy="1195"/>
            </a:xfrm>
          </p:grpSpPr>
          <p:grpSp>
            <p:nvGrpSpPr>
              <p:cNvPr id="17449" name="Group 108">
                <a:extLst>
                  <a:ext uri="{FF2B5EF4-FFF2-40B4-BE49-F238E27FC236}">
                    <a16:creationId xmlns:a16="http://schemas.microsoft.com/office/drawing/2014/main" id="{A238AD3C-F89A-9D4A-8CD6-36AEE8F359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03" y="1197"/>
                <a:ext cx="1181" cy="1180"/>
                <a:chOff x="2203" y="1197"/>
                <a:chExt cx="1181" cy="1180"/>
              </a:xfrm>
            </p:grpSpPr>
            <p:grpSp>
              <p:nvGrpSpPr>
                <p:cNvPr id="17455" name="Group 109">
                  <a:extLst>
                    <a:ext uri="{FF2B5EF4-FFF2-40B4-BE49-F238E27FC236}">
                      <a16:creationId xmlns:a16="http://schemas.microsoft.com/office/drawing/2014/main" id="{F194C186-96D7-F541-BCF1-584E5D6AEC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03" y="1197"/>
                  <a:ext cx="1181" cy="1180"/>
                  <a:chOff x="2203" y="1197"/>
                  <a:chExt cx="1181" cy="1180"/>
                </a:xfrm>
              </p:grpSpPr>
              <p:sp>
                <p:nvSpPr>
                  <p:cNvPr id="17461" name="Freeform 110">
                    <a:extLst>
                      <a:ext uri="{FF2B5EF4-FFF2-40B4-BE49-F238E27FC236}">
                        <a16:creationId xmlns:a16="http://schemas.microsoft.com/office/drawing/2014/main" id="{EF2DA6D3-E32D-7440-988D-A46B2D7F9A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3" y="1197"/>
                    <a:ext cx="1003" cy="685"/>
                  </a:xfrm>
                  <a:custGeom>
                    <a:avLst/>
                    <a:gdLst>
                      <a:gd name="T0" fmla="*/ 21 w 1003"/>
                      <a:gd name="T1" fmla="*/ 685 h 685"/>
                      <a:gd name="T2" fmla="*/ 6 w 1003"/>
                      <a:gd name="T3" fmla="*/ 604 h 685"/>
                      <a:gd name="T4" fmla="*/ 0 w 1003"/>
                      <a:gd name="T5" fmla="*/ 526 h 685"/>
                      <a:gd name="T6" fmla="*/ 3 w 1003"/>
                      <a:gd name="T7" fmla="*/ 472 h 685"/>
                      <a:gd name="T8" fmla="*/ 12 w 1003"/>
                      <a:gd name="T9" fmla="*/ 423 h 685"/>
                      <a:gd name="T10" fmla="*/ 27 w 1003"/>
                      <a:gd name="T11" fmla="*/ 369 h 685"/>
                      <a:gd name="T12" fmla="*/ 51 w 1003"/>
                      <a:gd name="T13" fmla="*/ 315 h 685"/>
                      <a:gd name="T14" fmla="*/ 81 w 1003"/>
                      <a:gd name="T15" fmla="*/ 258 h 685"/>
                      <a:gd name="T16" fmla="*/ 111 w 1003"/>
                      <a:gd name="T17" fmla="*/ 213 h 685"/>
                      <a:gd name="T18" fmla="*/ 147 w 1003"/>
                      <a:gd name="T19" fmla="*/ 168 h 685"/>
                      <a:gd name="T20" fmla="*/ 189 w 1003"/>
                      <a:gd name="T21" fmla="*/ 129 h 685"/>
                      <a:gd name="T22" fmla="*/ 231 w 1003"/>
                      <a:gd name="T23" fmla="*/ 96 h 685"/>
                      <a:gd name="T24" fmla="*/ 276 w 1003"/>
                      <a:gd name="T25" fmla="*/ 69 h 685"/>
                      <a:gd name="T26" fmla="*/ 331 w 1003"/>
                      <a:gd name="T27" fmla="*/ 45 h 685"/>
                      <a:gd name="T28" fmla="*/ 394 w 1003"/>
                      <a:gd name="T29" fmla="*/ 24 h 685"/>
                      <a:gd name="T30" fmla="*/ 448 w 1003"/>
                      <a:gd name="T31" fmla="*/ 9 h 685"/>
                      <a:gd name="T32" fmla="*/ 514 w 1003"/>
                      <a:gd name="T33" fmla="*/ 0 h 685"/>
                      <a:gd name="T34" fmla="*/ 598 w 1003"/>
                      <a:gd name="T35" fmla="*/ 0 h 685"/>
                      <a:gd name="T36" fmla="*/ 661 w 1003"/>
                      <a:gd name="T37" fmla="*/ 12 h 685"/>
                      <a:gd name="T38" fmla="*/ 736 w 1003"/>
                      <a:gd name="T39" fmla="*/ 30 h 685"/>
                      <a:gd name="T40" fmla="*/ 811 w 1003"/>
                      <a:gd name="T41" fmla="*/ 63 h 685"/>
                      <a:gd name="T42" fmla="*/ 877 w 1003"/>
                      <a:gd name="T43" fmla="*/ 102 h 685"/>
                      <a:gd name="T44" fmla="*/ 922 w 1003"/>
                      <a:gd name="T45" fmla="*/ 141 h 685"/>
                      <a:gd name="T46" fmla="*/ 967 w 1003"/>
                      <a:gd name="T47" fmla="*/ 186 h 685"/>
                      <a:gd name="T48" fmla="*/ 1003 w 1003"/>
                      <a:gd name="T49" fmla="*/ 231 h 685"/>
                      <a:gd name="T50" fmla="*/ 907 w 1003"/>
                      <a:gd name="T51" fmla="*/ 159 h 685"/>
                      <a:gd name="T52" fmla="*/ 856 w 1003"/>
                      <a:gd name="T53" fmla="*/ 129 h 685"/>
                      <a:gd name="T54" fmla="*/ 802 w 1003"/>
                      <a:gd name="T55" fmla="*/ 108 h 685"/>
                      <a:gd name="T56" fmla="*/ 733 w 1003"/>
                      <a:gd name="T57" fmla="*/ 87 h 685"/>
                      <a:gd name="T58" fmla="*/ 667 w 1003"/>
                      <a:gd name="T59" fmla="*/ 78 h 685"/>
                      <a:gd name="T60" fmla="*/ 595 w 1003"/>
                      <a:gd name="T61" fmla="*/ 75 h 685"/>
                      <a:gd name="T62" fmla="*/ 541 w 1003"/>
                      <a:gd name="T63" fmla="*/ 78 h 685"/>
                      <a:gd name="T64" fmla="*/ 484 w 1003"/>
                      <a:gd name="T65" fmla="*/ 87 h 685"/>
                      <a:gd name="T66" fmla="*/ 427 w 1003"/>
                      <a:gd name="T67" fmla="*/ 102 h 685"/>
                      <a:gd name="T68" fmla="*/ 373 w 1003"/>
                      <a:gd name="T69" fmla="*/ 120 h 685"/>
                      <a:gd name="T70" fmla="*/ 313 w 1003"/>
                      <a:gd name="T71" fmla="*/ 150 h 685"/>
                      <a:gd name="T72" fmla="*/ 267 w 1003"/>
                      <a:gd name="T73" fmla="*/ 177 h 685"/>
                      <a:gd name="T74" fmla="*/ 228 w 1003"/>
                      <a:gd name="T75" fmla="*/ 210 h 685"/>
                      <a:gd name="T76" fmla="*/ 183 w 1003"/>
                      <a:gd name="T77" fmla="*/ 246 h 685"/>
                      <a:gd name="T78" fmla="*/ 147 w 1003"/>
                      <a:gd name="T79" fmla="*/ 285 h 685"/>
                      <a:gd name="T80" fmla="*/ 111 w 1003"/>
                      <a:gd name="T81" fmla="*/ 339 h 685"/>
                      <a:gd name="T82" fmla="*/ 78 w 1003"/>
                      <a:gd name="T83" fmla="*/ 396 h 685"/>
                      <a:gd name="T84" fmla="*/ 57 w 1003"/>
                      <a:gd name="T85" fmla="*/ 450 h 685"/>
                      <a:gd name="T86" fmla="*/ 39 w 1003"/>
                      <a:gd name="T87" fmla="*/ 514 h 685"/>
                      <a:gd name="T88" fmla="*/ 27 w 1003"/>
                      <a:gd name="T89" fmla="*/ 592 h 685"/>
                      <a:gd name="T90" fmla="*/ 21 w 1003"/>
                      <a:gd name="T91" fmla="*/ 685 h 685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1003"/>
                      <a:gd name="T139" fmla="*/ 0 h 685"/>
                      <a:gd name="T140" fmla="*/ 1003 w 1003"/>
                      <a:gd name="T141" fmla="*/ 685 h 685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1003" h="685">
                        <a:moveTo>
                          <a:pt x="21" y="685"/>
                        </a:moveTo>
                        <a:lnTo>
                          <a:pt x="6" y="604"/>
                        </a:lnTo>
                        <a:lnTo>
                          <a:pt x="0" y="526"/>
                        </a:lnTo>
                        <a:lnTo>
                          <a:pt x="3" y="472"/>
                        </a:lnTo>
                        <a:lnTo>
                          <a:pt x="12" y="423"/>
                        </a:lnTo>
                        <a:lnTo>
                          <a:pt x="27" y="369"/>
                        </a:lnTo>
                        <a:lnTo>
                          <a:pt x="51" y="315"/>
                        </a:lnTo>
                        <a:lnTo>
                          <a:pt x="81" y="258"/>
                        </a:lnTo>
                        <a:lnTo>
                          <a:pt x="111" y="213"/>
                        </a:lnTo>
                        <a:lnTo>
                          <a:pt x="147" y="168"/>
                        </a:lnTo>
                        <a:lnTo>
                          <a:pt x="189" y="129"/>
                        </a:lnTo>
                        <a:lnTo>
                          <a:pt x="231" y="96"/>
                        </a:lnTo>
                        <a:lnTo>
                          <a:pt x="276" y="69"/>
                        </a:lnTo>
                        <a:lnTo>
                          <a:pt x="331" y="45"/>
                        </a:lnTo>
                        <a:lnTo>
                          <a:pt x="394" y="24"/>
                        </a:lnTo>
                        <a:lnTo>
                          <a:pt x="448" y="9"/>
                        </a:lnTo>
                        <a:lnTo>
                          <a:pt x="514" y="0"/>
                        </a:lnTo>
                        <a:lnTo>
                          <a:pt x="598" y="0"/>
                        </a:lnTo>
                        <a:lnTo>
                          <a:pt x="661" y="12"/>
                        </a:lnTo>
                        <a:lnTo>
                          <a:pt x="736" y="30"/>
                        </a:lnTo>
                        <a:lnTo>
                          <a:pt x="811" y="63"/>
                        </a:lnTo>
                        <a:lnTo>
                          <a:pt x="877" y="102"/>
                        </a:lnTo>
                        <a:lnTo>
                          <a:pt x="922" y="141"/>
                        </a:lnTo>
                        <a:lnTo>
                          <a:pt x="967" y="186"/>
                        </a:lnTo>
                        <a:lnTo>
                          <a:pt x="1003" y="231"/>
                        </a:lnTo>
                        <a:lnTo>
                          <a:pt x="907" y="159"/>
                        </a:lnTo>
                        <a:lnTo>
                          <a:pt x="856" y="129"/>
                        </a:lnTo>
                        <a:lnTo>
                          <a:pt x="802" y="108"/>
                        </a:lnTo>
                        <a:lnTo>
                          <a:pt x="733" y="87"/>
                        </a:lnTo>
                        <a:lnTo>
                          <a:pt x="667" y="78"/>
                        </a:lnTo>
                        <a:lnTo>
                          <a:pt x="595" y="75"/>
                        </a:lnTo>
                        <a:lnTo>
                          <a:pt x="541" y="78"/>
                        </a:lnTo>
                        <a:lnTo>
                          <a:pt x="484" y="87"/>
                        </a:lnTo>
                        <a:lnTo>
                          <a:pt x="427" y="102"/>
                        </a:lnTo>
                        <a:lnTo>
                          <a:pt x="373" y="120"/>
                        </a:lnTo>
                        <a:lnTo>
                          <a:pt x="313" y="150"/>
                        </a:lnTo>
                        <a:lnTo>
                          <a:pt x="267" y="177"/>
                        </a:lnTo>
                        <a:lnTo>
                          <a:pt x="228" y="210"/>
                        </a:lnTo>
                        <a:lnTo>
                          <a:pt x="183" y="246"/>
                        </a:lnTo>
                        <a:lnTo>
                          <a:pt x="147" y="285"/>
                        </a:lnTo>
                        <a:lnTo>
                          <a:pt x="111" y="339"/>
                        </a:lnTo>
                        <a:lnTo>
                          <a:pt x="78" y="396"/>
                        </a:lnTo>
                        <a:lnTo>
                          <a:pt x="57" y="450"/>
                        </a:lnTo>
                        <a:lnTo>
                          <a:pt x="39" y="514"/>
                        </a:lnTo>
                        <a:lnTo>
                          <a:pt x="27" y="592"/>
                        </a:lnTo>
                        <a:lnTo>
                          <a:pt x="21" y="685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62" name="Freeform 111">
                    <a:extLst>
                      <a:ext uri="{FF2B5EF4-FFF2-40B4-BE49-F238E27FC236}">
                        <a16:creationId xmlns:a16="http://schemas.microsoft.com/office/drawing/2014/main" id="{DA9AC9A3-1ED1-6E46-8D27-69D39421EA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8" y="1536"/>
                    <a:ext cx="1106" cy="841"/>
                  </a:xfrm>
                  <a:custGeom>
                    <a:avLst/>
                    <a:gdLst>
                      <a:gd name="T0" fmla="*/ 0 w 1106"/>
                      <a:gd name="T1" fmla="*/ 511 h 841"/>
                      <a:gd name="T2" fmla="*/ 63 w 1106"/>
                      <a:gd name="T3" fmla="*/ 583 h 841"/>
                      <a:gd name="T4" fmla="*/ 132 w 1106"/>
                      <a:gd name="T5" fmla="*/ 646 h 841"/>
                      <a:gd name="T6" fmla="*/ 195 w 1106"/>
                      <a:gd name="T7" fmla="*/ 682 h 841"/>
                      <a:gd name="T8" fmla="*/ 286 w 1106"/>
                      <a:gd name="T9" fmla="*/ 721 h 841"/>
                      <a:gd name="T10" fmla="*/ 358 w 1106"/>
                      <a:gd name="T11" fmla="*/ 742 h 841"/>
                      <a:gd name="T12" fmla="*/ 424 w 1106"/>
                      <a:gd name="T13" fmla="*/ 751 h 841"/>
                      <a:gd name="T14" fmla="*/ 502 w 1106"/>
                      <a:gd name="T15" fmla="*/ 751 h 841"/>
                      <a:gd name="T16" fmla="*/ 559 w 1106"/>
                      <a:gd name="T17" fmla="*/ 745 h 841"/>
                      <a:gd name="T18" fmla="*/ 628 w 1106"/>
                      <a:gd name="T19" fmla="*/ 733 h 841"/>
                      <a:gd name="T20" fmla="*/ 697 w 1106"/>
                      <a:gd name="T21" fmla="*/ 712 h 841"/>
                      <a:gd name="T22" fmla="*/ 754 w 1106"/>
                      <a:gd name="T23" fmla="*/ 682 h 841"/>
                      <a:gd name="T24" fmla="*/ 808 w 1106"/>
                      <a:gd name="T25" fmla="*/ 649 h 841"/>
                      <a:gd name="T26" fmla="*/ 856 w 1106"/>
                      <a:gd name="T27" fmla="*/ 616 h 841"/>
                      <a:gd name="T28" fmla="*/ 904 w 1106"/>
                      <a:gd name="T29" fmla="*/ 568 h 841"/>
                      <a:gd name="T30" fmla="*/ 952 w 1106"/>
                      <a:gd name="T31" fmla="*/ 514 h 841"/>
                      <a:gd name="T32" fmla="*/ 989 w 1106"/>
                      <a:gd name="T33" fmla="*/ 463 h 841"/>
                      <a:gd name="T34" fmla="*/ 1010 w 1106"/>
                      <a:gd name="T35" fmla="*/ 412 h 841"/>
                      <a:gd name="T36" fmla="*/ 1037 w 1106"/>
                      <a:gd name="T37" fmla="*/ 331 h 841"/>
                      <a:gd name="T38" fmla="*/ 1055 w 1106"/>
                      <a:gd name="T39" fmla="*/ 247 h 841"/>
                      <a:gd name="T40" fmla="*/ 1058 w 1106"/>
                      <a:gd name="T41" fmla="*/ 172 h 841"/>
                      <a:gd name="T42" fmla="*/ 1046 w 1106"/>
                      <a:gd name="T43" fmla="*/ 90 h 841"/>
                      <a:gd name="T44" fmla="*/ 1019 w 1106"/>
                      <a:gd name="T45" fmla="*/ 0 h 841"/>
                      <a:gd name="T46" fmla="*/ 1046 w 1106"/>
                      <a:gd name="T47" fmla="*/ 48 h 841"/>
                      <a:gd name="T48" fmla="*/ 1076 w 1106"/>
                      <a:gd name="T49" fmla="*/ 117 h 841"/>
                      <a:gd name="T50" fmla="*/ 1091 w 1106"/>
                      <a:gd name="T51" fmla="*/ 181 h 841"/>
                      <a:gd name="T52" fmla="*/ 1106 w 1106"/>
                      <a:gd name="T53" fmla="*/ 241 h 841"/>
                      <a:gd name="T54" fmla="*/ 1103 w 1106"/>
                      <a:gd name="T55" fmla="*/ 292 h 841"/>
                      <a:gd name="T56" fmla="*/ 1100 w 1106"/>
                      <a:gd name="T57" fmla="*/ 361 h 841"/>
                      <a:gd name="T58" fmla="*/ 1064 w 1106"/>
                      <a:gd name="T59" fmla="*/ 493 h 841"/>
                      <a:gd name="T60" fmla="*/ 1028 w 1106"/>
                      <a:gd name="T61" fmla="*/ 565 h 841"/>
                      <a:gd name="T62" fmla="*/ 983 w 1106"/>
                      <a:gd name="T63" fmla="*/ 628 h 841"/>
                      <a:gd name="T64" fmla="*/ 934 w 1106"/>
                      <a:gd name="T65" fmla="*/ 682 h 841"/>
                      <a:gd name="T66" fmla="*/ 886 w 1106"/>
                      <a:gd name="T67" fmla="*/ 721 h 841"/>
                      <a:gd name="T68" fmla="*/ 820 w 1106"/>
                      <a:gd name="T69" fmla="*/ 766 h 841"/>
                      <a:gd name="T70" fmla="*/ 754 w 1106"/>
                      <a:gd name="T71" fmla="*/ 796 h 841"/>
                      <a:gd name="T72" fmla="*/ 691 w 1106"/>
                      <a:gd name="T73" fmla="*/ 817 h 841"/>
                      <a:gd name="T74" fmla="*/ 610 w 1106"/>
                      <a:gd name="T75" fmla="*/ 838 h 841"/>
                      <a:gd name="T76" fmla="*/ 550 w 1106"/>
                      <a:gd name="T77" fmla="*/ 841 h 841"/>
                      <a:gd name="T78" fmla="*/ 484 w 1106"/>
                      <a:gd name="T79" fmla="*/ 841 h 841"/>
                      <a:gd name="T80" fmla="*/ 418 w 1106"/>
                      <a:gd name="T81" fmla="*/ 829 h 841"/>
                      <a:gd name="T82" fmla="*/ 346 w 1106"/>
                      <a:gd name="T83" fmla="*/ 814 h 841"/>
                      <a:gd name="T84" fmla="*/ 298 w 1106"/>
                      <a:gd name="T85" fmla="*/ 796 h 841"/>
                      <a:gd name="T86" fmla="*/ 234 w 1106"/>
                      <a:gd name="T87" fmla="*/ 763 h 841"/>
                      <a:gd name="T88" fmla="*/ 180 w 1106"/>
                      <a:gd name="T89" fmla="*/ 733 h 841"/>
                      <a:gd name="T90" fmla="*/ 129 w 1106"/>
                      <a:gd name="T91" fmla="*/ 691 h 841"/>
                      <a:gd name="T92" fmla="*/ 75 w 1106"/>
                      <a:gd name="T93" fmla="*/ 634 h 841"/>
                      <a:gd name="T94" fmla="*/ 24 w 1106"/>
                      <a:gd name="T95" fmla="*/ 562 h 841"/>
                      <a:gd name="T96" fmla="*/ 0 w 1106"/>
                      <a:gd name="T97" fmla="*/ 511 h 841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106"/>
                      <a:gd name="T148" fmla="*/ 0 h 841"/>
                      <a:gd name="T149" fmla="*/ 1106 w 1106"/>
                      <a:gd name="T150" fmla="*/ 841 h 841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106" h="841">
                        <a:moveTo>
                          <a:pt x="0" y="511"/>
                        </a:moveTo>
                        <a:lnTo>
                          <a:pt x="63" y="583"/>
                        </a:lnTo>
                        <a:lnTo>
                          <a:pt x="132" y="646"/>
                        </a:lnTo>
                        <a:lnTo>
                          <a:pt x="195" y="682"/>
                        </a:lnTo>
                        <a:lnTo>
                          <a:pt x="286" y="721"/>
                        </a:lnTo>
                        <a:lnTo>
                          <a:pt x="358" y="742"/>
                        </a:lnTo>
                        <a:lnTo>
                          <a:pt x="424" y="751"/>
                        </a:lnTo>
                        <a:lnTo>
                          <a:pt x="502" y="751"/>
                        </a:lnTo>
                        <a:lnTo>
                          <a:pt x="559" y="745"/>
                        </a:lnTo>
                        <a:lnTo>
                          <a:pt x="628" y="733"/>
                        </a:lnTo>
                        <a:lnTo>
                          <a:pt x="697" y="712"/>
                        </a:lnTo>
                        <a:lnTo>
                          <a:pt x="754" y="682"/>
                        </a:lnTo>
                        <a:lnTo>
                          <a:pt x="808" y="649"/>
                        </a:lnTo>
                        <a:lnTo>
                          <a:pt x="856" y="616"/>
                        </a:lnTo>
                        <a:lnTo>
                          <a:pt x="904" y="568"/>
                        </a:lnTo>
                        <a:lnTo>
                          <a:pt x="952" y="514"/>
                        </a:lnTo>
                        <a:lnTo>
                          <a:pt x="989" y="463"/>
                        </a:lnTo>
                        <a:lnTo>
                          <a:pt x="1010" y="412"/>
                        </a:lnTo>
                        <a:lnTo>
                          <a:pt x="1037" y="331"/>
                        </a:lnTo>
                        <a:lnTo>
                          <a:pt x="1055" y="247"/>
                        </a:lnTo>
                        <a:lnTo>
                          <a:pt x="1058" y="172"/>
                        </a:lnTo>
                        <a:lnTo>
                          <a:pt x="1046" y="90"/>
                        </a:lnTo>
                        <a:lnTo>
                          <a:pt x="1019" y="0"/>
                        </a:lnTo>
                        <a:lnTo>
                          <a:pt x="1046" y="48"/>
                        </a:lnTo>
                        <a:lnTo>
                          <a:pt x="1076" y="117"/>
                        </a:lnTo>
                        <a:lnTo>
                          <a:pt x="1091" y="181"/>
                        </a:lnTo>
                        <a:lnTo>
                          <a:pt x="1106" y="241"/>
                        </a:lnTo>
                        <a:lnTo>
                          <a:pt x="1103" y="292"/>
                        </a:lnTo>
                        <a:lnTo>
                          <a:pt x="1100" y="361"/>
                        </a:lnTo>
                        <a:lnTo>
                          <a:pt x="1064" y="493"/>
                        </a:lnTo>
                        <a:lnTo>
                          <a:pt x="1028" y="565"/>
                        </a:lnTo>
                        <a:lnTo>
                          <a:pt x="983" y="628"/>
                        </a:lnTo>
                        <a:lnTo>
                          <a:pt x="934" y="682"/>
                        </a:lnTo>
                        <a:lnTo>
                          <a:pt x="886" y="721"/>
                        </a:lnTo>
                        <a:lnTo>
                          <a:pt x="820" y="766"/>
                        </a:lnTo>
                        <a:lnTo>
                          <a:pt x="754" y="796"/>
                        </a:lnTo>
                        <a:lnTo>
                          <a:pt x="691" y="817"/>
                        </a:lnTo>
                        <a:lnTo>
                          <a:pt x="610" y="838"/>
                        </a:lnTo>
                        <a:lnTo>
                          <a:pt x="550" y="841"/>
                        </a:lnTo>
                        <a:lnTo>
                          <a:pt x="484" y="841"/>
                        </a:lnTo>
                        <a:lnTo>
                          <a:pt x="418" y="829"/>
                        </a:lnTo>
                        <a:lnTo>
                          <a:pt x="346" y="814"/>
                        </a:lnTo>
                        <a:lnTo>
                          <a:pt x="298" y="796"/>
                        </a:lnTo>
                        <a:lnTo>
                          <a:pt x="234" y="763"/>
                        </a:lnTo>
                        <a:lnTo>
                          <a:pt x="180" y="733"/>
                        </a:lnTo>
                        <a:lnTo>
                          <a:pt x="129" y="691"/>
                        </a:lnTo>
                        <a:lnTo>
                          <a:pt x="75" y="634"/>
                        </a:lnTo>
                        <a:lnTo>
                          <a:pt x="24" y="562"/>
                        </a:lnTo>
                        <a:lnTo>
                          <a:pt x="0" y="5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17456" name="Group 112">
                  <a:extLst>
                    <a:ext uri="{FF2B5EF4-FFF2-40B4-BE49-F238E27FC236}">
                      <a16:creationId xmlns:a16="http://schemas.microsoft.com/office/drawing/2014/main" id="{C550335A-2EC9-B948-9849-92A0485F59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10" y="1213"/>
                  <a:ext cx="1172" cy="1113"/>
                  <a:chOff x="2210" y="1213"/>
                  <a:chExt cx="1172" cy="1113"/>
                </a:xfrm>
              </p:grpSpPr>
              <p:sp>
                <p:nvSpPr>
                  <p:cNvPr id="17457" name="Freeform 113">
                    <a:extLst>
                      <a:ext uri="{FF2B5EF4-FFF2-40B4-BE49-F238E27FC236}">
                        <a16:creationId xmlns:a16="http://schemas.microsoft.com/office/drawing/2014/main" id="{A01C54E6-CAF4-E34D-AD96-D349980275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6" y="2048"/>
                    <a:ext cx="287" cy="278"/>
                  </a:xfrm>
                  <a:custGeom>
                    <a:avLst/>
                    <a:gdLst>
                      <a:gd name="T0" fmla="*/ 0 w 287"/>
                      <a:gd name="T1" fmla="*/ 0 h 278"/>
                      <a:gd name="T2" fmla="*/ 30 w 287"/>
                      <a:gd name="T3" fmla="*/ 56 h 278"/>
                      <a:gd name="T4" fmla="*/ 59 w 287"/>
                      <a:gd name="T5" fmla="*/ 99 h 278"/>
                      <a:gd name="T6" fmla="*/ 90 w 287"/>
                      <a:gd name="T7" fmla="*/ 138 h 278"/>
                      <a:gd name="T8" fmla="*/ 138 w 287"/>
                      <a:gd name="T9" fmla="*/ 185 h 278"/>
                      <a:gd name="T10" fmla="*/ 174 w 287"/>
                      <a:gd name="T11" fmla="*/ 215 h 278"/>
                      <a:gd name="T12" fmla="*/ 220 w 287"/>
                      <a:gd name="T13" fmla="*/ 244 h 278"/>
                      <a:gd name="T14" fmla="*/ 287 w 287"/>
                      <a:gd name="T15" fmla="*/ 278 h 278"/>
                      <a:gd name="T16" fmla="*/ 212 w 287"/>
                      <a:gd name="T17" fmla="*/ 176 h 278"/>
                      <a:gd name="T18" fmla="*/ 170 w 287"/>
                      <a:gd name="T19" fmla="*/ 152 h 278"/>
                      <a:gd name="T20" fmla="*/ 140 w 287"/>
                      <a:gd name="T21" fmla="*/ 131 h 278"/>
                      <a:gd name="T22" fmla="*/ 96 w 287"/>
                      <a:gd name="T23" fmla="*/ 101 h 278"/>
                      <a:gd name="T24" fmla="*/ 62 w 287"/>
                      <a:gd name="T25" fmla="*/ 69 h 278"/>
                      <a:gd name="T26" fmla="*/ 35 w 287"/>
                      <a:gd name="T27" fmla="*/ 42 h 278"/>
                      <a:gd name="T28" fmla="*/ 0 w 287"/>
                      <a:gd name="T29" fmla="*/ 0 h 278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87"/>
                      <a:gd name="T46" fmla="*/ 0 h 278"/>
                      <a:gd name="T47" fmla="*/ 287 w 287"/>
                      <a:gd name="T48" fmla="*/ 278 h 278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87" h="278">
                        <a:moveTo>
                          <a:pt x="0" y="0"/>
                        </a:moveTo>
                        <a:lnTo>
                          <a:pt x="30" y="56"/>
                        </a:lnTo>
                        <a:lnTo>
                          <a:pt x="59" y="99"/>
                        </a:lnTo>
                        <a:lnTo>
                          <a:pt x="90" y="138"/>
                        </a:lnTo>
                        <a:lnTo>
                          <a:pt x="138" y="185"/>
                        </a:lnTo>
                        <a:lnTo>
                          <a:pt x="174" y="215"/>
                        </a:lnTo>
                        <a:lnTo>
                          <a:pt x="220" y="244"/>
                        </a:lnTo>
                        <a:lnTo>
                          <a:pt x="287" y="278"/>
                        </a:lnTo>
                        <a:lnTo>
                          <a:pt x="212" y="176"/>
                        </a:lnTo>
                        <a:lnTo>
                          <a:pt x="170" y="152"/>
                        </a:lnTo>
                        <a:lnTo>
                          <a:pt x="140" y="131"/>
                        </a:lnTo>
                        <a:lnTo>
                          <a:pt x="96" y="101"/>
                        </a:lnTo>
                        <a:lnTo>
                          <a:pt x="62" y="69"/>
                        </a:lnTo>
                        <a:lnTo>
                          <a:pt x="35" y="4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58" name="Freeform 114">
                    <a:extLst>
                      <a:ext uri="{FF2B5EF4-FFF2-40B4-BE49-F238E27FC236}">
                        <a16:creationId xmlns:a16="http://schemas.microsoft.com/office/drawing/2014/main" id="{F6AB0160-5050-B94B-AFEF-D7681B8058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79" y="1530"/>
                    <a:ext cx="103" cy="546"/>
                  </a:xfrm>
                  <a:custGeom>
                    <a:avLst/>
                    <a:gdLst>
                      <a:gd name="T0" fmla="*/ 19 w 103"/>
                      <a:gd name="T1" fmla="*/ 0 h 546"/>
                      <a:gd name="T2" fmla="*/ 39 w 103"/>
                      <a:gd name="T3" fmla="*/ 37 h 546"/>
                      <a:gd name="T4" fmla="*/ 52 w 103"/>
                      <a:gd name="T5" fmla="*/ 69 h 546"/>
                      <a:gd name="T6" fmla="*/ 66 w 103"/>
                      <a:gd name="T7" fmla="*/ 102 h 546"/>
                      <a:gd name="T8" fmla="*/ 76 w 103"/>
                      <a:gd name="T9" fmla="*/ 134 h 546"/>
                      <a:gd name="T10" fmla="*/ 84 w 103"/>
                      <a:gd name="T11" fmla="*/ 164 h 546"/>
                      <a:gd name="T12" fmla="*/ 99 w 103"/>
                      <a:gd name="T13" fmla="*/ 217 h 546"/>
                      <a:gd name="T14" fmla="*/ 103 w 103"/>
                      <a:gd name="T15" fmla="*/ 269 h 546"/>
                      <a:gd name="T16" fmla="*/ 100 w 103"/>
                      <a:gd name="T17" fmla="*/ 349 h 546"/>
                      <a:gd name="T18" fmla="*/ 93 w 103"/>
                      <a:gd name="T19" fmla="*/ 403 h 546"/>
                      <a:gd name="T20" fmla="*/ 82 w 103"/>
                      <a:gd name="T21" fmla="*/ 447 h 546"/>
                      <a:gd name="T22" fmla="*/ 65 w 103"/>
                      <a:gd name="T23" fmla="*/ 493 h 546"/>
                      <a:gd name="T24" fmla="*/ 42 w 103"/>
                      <a:gd name="T25" fmla="*/ 546 h 546"/>
                      <a:gd name="T26" fmla="*/ 0 w 103"/>
                      <a:gd name="T27" fmla="*/ 443 h 546"/>
                      <a:gd name="T28" fmla="*/ 19 w 103"/>
                      <a:gd name="T29" fmla="*/ 398 h 546"/>
                      <a:gd name="T30" fmla="*/ 28 w 103"/>
                      <a:gd name="T31" fmla="*/ 374 h 546"/>
                      <a:gd name="T32" fmla="*/ 39 w 103"/>
                      <a:gd name="T33" fmla="*/ 343 h 546"/>
                      <a:gd name="T34" fmla="*/ 46 w 103"/>
                      <a:gd name="T35" fmla="*/ 311 h 546"/>
                      <a:gd name="T36" fmla="*/ 52 w 103"/>
                      <a:gd name="T37" fmla="*/ 262 h 546"/>
                      <a:gd name="T38" fmla="*/ 55 w 103"/>
                      <a:gd name="T39" fmla="*/ 221 h 546"/>
                      <a:gd name="T40" fmla="*/ 55 w 103"/>
                      <a:gd name="T41" fmla="*/ 160 h 546"/>
                      <a:gd name="T42" fmla="*/ 46 w 103"/>
                      <a:gd name="T43" fmla="*/ 105 h 546"/>
                      <a:gd name="T44" fmla="*/ 36 w 103"/>
                      <a:gd name="T45" fmla="*/ 60 h 546"/>
                      <a:gd name="T46" fmla="*/ 30 w 103"/>
                      <a:gd name="T47" fmla="*/ 36 h 546"/>
                      <a:gd name="T48" fmla="*/ 19 w 103"/>
                      <a:gd name="T49" fmla="*/ 0 h 54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03"/>
                      <a:gd name="T76" fmla="*/ 0 h 546"/>
                      <a:gd name="T77" fmla="*/ 103 w 103"/>
                      <a:gd name="T78" fmla="*/ 546 h 54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03" h="546">
                        <a:moveTo>
                          <a:pt x="19" y="0"/>
                        </a:moveTo>
                        <a:lnTo>
                          <a:pt x="39" y="37"/>
                        </a:lnTo>
                        <a:lnTo>
                          <a:pt x="52" y="69"/>
                        </a:lnTo>
                        <a:lnTo>
                          <a:pt x="66" y="102"/>
                        </a:lnTo>
                        <a:lnTo>
                          <a:pt x="76" y="134"/>
                        </a:lnTo>
                        <a:lnTo>
                          <a:pt x="84" y="164"/>
                        </a:lnTo>
                        <a:lnTo>
                          <a:pt x="99" y="217"/>
                        </a:lnTo>
                        <a:lnTo>
                          <a:pt x="103" y="269"/>
                        </a:lnTo>
                        <a:lnTo>
                          <a:pt x="100" y="349"/>
                        </a:lnTo>
                        <a:lnTo>
                          <a:pt x="93" y="403"/>
                        </a:lnTo>
                        <a:lnTo>
                          <a:pt x="82" y="447"/>
                        </a:lnTo>
                        <a:lnTo>
                          <a:pt x="65" y="493"/>
                        </a:lnTo>
                        <a:lnTo>
                          <a:pt x="42" y="546"/>
                        </a:lnTo>
                        <a:lnTo>
                          <a:pt x="0" y="443"/>
                        </a:lnTo>
                        <a:lnTo>
                          <a:pt x="19" y="398"/>
                        </a:lnTo>
                        <a:lnTo>
                          <a:pt x="28" y="374"/>
                        </a:lnTo>
                        <a:lnTo>
                          <a:pt x="39" y="343"/>
                        </a:lnTo>
                        <a:lnTo>
                          <a:pt x="46" y="311"/>
                        </a:lnTo>
                        <a:lnTo>
                          <a:pt x="52" y="262"/>
                        </a:lnTo>
                        <a:lnTo>
                          <a:pt x="55" y="221"/>
                        </a:lnTo>
                        <a:lnTo>
                          <a:pt x="55" y="160"/>
                        </a:lnTo>
                        <a:lnTo>
                          <a:pt x="46" y="105"/>
                        </a:lnTo>
                        <a:lnTo>
                          <a:pt x="36" y="60"/>
                        </a:lnTo>
                        <a:lnTo>
                          <a:pt x="30" y="36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59" name="Freeform 115">
                    <a:extLst>
                      <a:ext uri="{FF2B5EF4-FFF2-40B4-BE49-F238E27FC236}">
                        <a16:creationId xmlns:a16="http://schemas.microsoft.com/office/drawing/2014/main" id="{3637DA11-3A34-D94C-B151-DE704F85E8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41" y="1213"/>
                    <a:ext cx="408" cy="165"/>
                  </a:xfrm>
                  <a:custGeom>
                    <a:avLst/>
                    <a:gdLst>
                      <a:gd name="T0" fmla="*/ 0 w 408"/>
                      <a:gd name="T1" fmla="*/ 0 h 165"/>
                      <a:gd name="T2" fmla="*/ 31 w 408"/>
                      <a:gd name="T3" fmla="*/ 60 h 165"/>
                      <a:gd name="T4" fmla="*/ 79 w 408"/>
                      <a:gd name="T5" fmla="*/ 57 h 165"/>
                      <a:gd name="T6" fmla="*/ 123 w 408"/>
                      <a:gd name="T7" fmla="*/ 60 h 165"/>
                      <a:gd name="T8" fmla="*/ 164 w 408"/>
                      <a:gd name="T9" fmla="*/ 66 h 165"/>
                      <a:gd name="T10" fmla="*/ 202 w 408"/>
                      <a:gd name="T11" fmla="*/ 73 h 165"/>
                      <a:gd name="T12" fmla="*/ 240 w 408"/>
                      <a:gd name="T13" fmla="*/ 83 h 165"/>
                      <a:gd name="T14" fmla="*/ 266 w 408"/>
                      <a:gd name="T15" fmla="*/ 91 h 165"/>
                      <a:gd name="T16" fmla="*/ 300 w 408"/>
                      <a:gd name="T17" fmla="*/ 105 h 165"/>
                      <a:gd name="T18" fmla="*/ 339 w 408"/>
                      <a:gd name="T19" fmla="*/ 124 h 165"/>
                      <a:gd name="T20" fmla="*/ 408 w 408"/>
                      <a:gd name="T21" fmla="*/ 165 h 165"/>
                      <a:gd name="T22" fmla="*/ 368 w 408"/>
                      <a:gd name="T23" fmla="*/ 123 h 165"/>
                      <a:gd name="T24" fmla="*/ 340 w 408"/>
                      <a:gd name="T25" fmla="*/ 102 h 165"/>
                      <a:gd name="T26" fmla="*/ 303 w 408"/>
                      <a:gd name="T27" fmla="*/ 78 h 165"/>
                      <a:gd name="T28" fmla="*/ 280 w 408"/>
                      <a:gd name="T29" fmla="*/ 64 h 165"/>
                      <a:gd name="T30" fmla="*/ 229 w 408"/>
                      <a:gd name="T31" fmla="*/ 40 h 165"/>
                      <a:gd name="T32" fmla="*/ 196 w 408"/>
                      <a:gd name="T33" fmla="*/ 28 h 165"/>
                      <a:gd name="T34" fmla="*/ 169 w 408"/>
                      <a:gd name="T35" fmla="*/ 19 h 165"/>
                      <a:gd name="T36" fmla="*/ 144 w 408"/>
                      <a:gd name="T37" fmla="*/ 13 h 165"/>
                      <a:gd name="T38" fmla="*/ 105 w 408"/>
                      <a:gd name="T39" fmla="*/ 6 h 165"/>
                      <a:gd name="T40" fmla="*/ 64 w 408"/>
                      <a:gd name="T41" fmla="*/ 1 h 165"/>
                      <a:gd name="T42" fmla="*/ 18 w 408"/>
                      <a:gd name="T43" fmla="*/ 0 h 165"/>
                      <a:gd name="T44" fmla="*/ 0 w 408"/>
                      <a:gd name="T45" fmla="*/ 0 h 165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08"/>
                      <a:gd name="T70" fmla="*/ 0 h 165"/>
                      <a:gd name="T71" fmla="*/ 408 w 408"/>
                      <a:gd name="T72" fmla="*/ 165 h 165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08" h="165">
                        <a:moveTo>
                          <a:pt x="0" y="0"/>
                        </a:moveTo>
                        <a:lnTo>
                          <a:pt x="31" y="60"/>
                        </a:lnTo>
                        <a:lnTo>
                          <a:pt x="79" y="57"/>
                        </a:lnTo>
                        <a:lnTo>
                          <a:pt x="123" y="60"/>
                        </a:lnTo>
                        <a:lnTo>
                          <a:pt x="164" y="66"/>
                        </a:lnTo>
                        <a:lnTo>
                          <a:pt x="202" y="73"/>
                        </a:lnTo>
                        <a:lnTo>
                          <a:pt x="240" y="83"/>
                        </a:lnTo>
                        <a:lnTo>
                          <a:pt x="266" y="91"/>
                        </a:lnTo>
                        <a:lnTo>
                          <a:pt x="300" y="105"/>
                        </a:lnTo>
                        <a:lnTo>
                          <a:pt x="339" y="124"/>
                        </a:lnTo>
                        <a:lnTo>
                          <a:pt x="408" y="165"/>
                        </a:lnTo>
                        <a:lnTo>
                          <a:pt x="368" y="123"/>
                        </a:lnTo>
                        <a:lnTo>
                          <a:pt x="340" y="102"/>
                        </a:lnTo>
                        <a:lnTo>
                          <a:pt x="303" y="78"/>
                        </a:lnTo>
                        <a:lnTo>
                          <a:pt x="280" y="64"/>
                        </a:lnTo>
                        <a:lnTo>
                          <a:pt x="229" y="40"/>
                        </a:lnTo>
                        <a:lnTo>
                          <a:pt x="196" y="28"/>
                        </a:lnTo>
                        <a:lnTo>
                          <a:pt x="169" y="19"/>
                        </a:lnTo>
                        <a:lnTo>
                          <a:pt x="144" y="13"/>
                        </a:lnTo>
                        <a:lnTo>
                          <a:pt x="105" y="6"/>
                        </a:lnTo>
                        <a:lnTo>
                          <a:pt x="64" y="1"/>
                        </a:lnTo>
                        <a:lnTo>
                          <a:pt x="1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60" name="Freeform 116">
                    <a:extLst>
                      <a:ext uri="{FF2B5EF4-FFF2-40B4-BE49-F238E27FC236}">
                        <a16:creationId xmlns:a16="http://schemas.microsoft.com/office/drawing/2014/main" id="{EAC49293-5F7D-8348-9479-0A2889711D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0" y="1445"/>
                    <a:ext cx="130" cy="387"/>
                  </a:xfrm>
                  <a:custGeom>
                    <a:avLst/>
                    <a:gdLst>
                      <a:gd name="T0" fmla="*/ 0 w 130"/>
                      <a:gd name="T1" fmla="*/ 297 h 387"/>
                      <a:gd name="T2" fmla="*/ 3 w 130"/>
                      <a:gd name="T3" fmla="*/ 267 h 387"/>
                      <a:gd name="T4" fmla="*/ 5 w 130"/>
                      <a:gd name="T5" fmla="*/ 234 h 387"/>
                      <a:gd name="T6" fmla="*/ 14 w 130"/>
                      <a:gd name="T7" fmla="*/ 181 h 387"/>
                      <a:gd name="T8" fmla="*/ 24 w 130"/>
                      <a:gd name="T9" fmla="*/ 139 h 387"/>
                      <a:gd name="T10" fmla="*/ 38 w 130"/>
                      <a:gd name="T11" fmla="*/ 101 h 387"/>
                      <a:gd name="T12" fmla="*/ 56 w 130"/>
                      <a:gd name="T13" fmla="*/ 62 h 387"/>
                      <a:gd name="T14" fmla="*/ 72 w 130"/>
                      <a:gd name="T15" fmla="*/ 32 h 387"/>
                      <a:gd name="T16" fmla="*/ 92 w 130"/>
                      <a:gd name="T17" fmla="*/ 0 h 387"/>
                      <a:gd name="T18" fmla="*/ 130 w 130"/>
                      <a:gd name="T19" fmla="*/ 50 h 387"/>
                      <a:gd name="T20" fmla="*/ 108 w 130"/>
                      <a:gd name="T21" fmla="*/ 80 h 387"/>
                      <a:gd name="T22" fmla="*/ 92 w 130"/>
                      <a:gd name="T23" fmla="*/ 107 h 387"/>
                      <a:gd name="T24" fmla="*/ 79 w 130"/>
                      <a:gd name="T25" fmla="*/ 132 h 387"/>
                      <a:gd name="T26" fmla="*/ 60 w 130"/>
                      <a:gd name="T27" fmla="*/ 167 h 387"/>
                      <a:gd name="T28" fmla="*/ 48 w 130"/>
                      <a:gd name="T29" fmla="*/ 198 h 387"/>
                      <a:gd name="T30" fmla="*/ 41 w 130"/>
                      <a:gd name="T31" fmla="*/ 228 h 387"/>
                      <a:gd name="T32" fmla="*/ 32 w 130"/>
                      <a:gd name="T33" fmla="*/ 258 h 387"/>
                      <a:gd name="T34" fmla="*/ 26 w 130"/>
                      <a:gd name="T35" fmla="*/ 291 h 387"/>
                      <a:gd name="T36" fmla="*/ 21 w 130"/>
                      <a:gd name="T37" fmla="*/ 331 h 387"/>
                      <a:gd name="T38" fmla="*/ 17 w 130"/>
                      <a:gd name="T39" fmla="*/ 371 h 387"/>
                      <a:gd name="T40" fmla="*/ 10 w 130"/>
                      <a:gd name="T41" fmla="*/ 387 h 387"/>
                      <a:gd name="T42" fmla="*/ 0 w 130"/>
                      <a:gd name="T43" fmla="*/ 297 h 387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30"/>
                      <a:gd name="T67" fmla="*/ 0 h 387"/>
                      <a:gd name="T68" fmla="*/ 130 w 130"/>
                      <a:gd name="T69" fmla="*/ 387 h 387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30" h="387">
                        <a:moveTo>
                          <a:pt x="0" y="297"/>
                        </a:moveTo>
                        <a:lnTo>
                          <a:pt x="3" y="267"/>
                        </a:lnTo>
                        <a:lnTo>
                          <a:pt x="5" y="234"/>
                        </a:lnTo>
                        <a:lnTo>
                          <a:pt x="14" y="181"/>
                        </a:lnTo>
                        <a:lnTo>
                          <a:pt x="24" y="139"/>
                        </a:lnTo>
                        <a:lnTo>
                          <a:pt x="38" y="101"/>
                        </a:lnTo>
                        <a:lnTo>
                          <a:pt x="56" y="62"/>
                        </a:lnTo>
                        <a:lnTo>
                          <a:pt x="72" y="32"/>
                        </a:lnTo>
                        <a:lnTo>
                          <a:pt x="92" y="0"/>
                        </a:lnTo>
                        <a:lnTo>
                          <a:pt x="130" y="50"/>
                        </a:lnTo>
                        <a:lnTo>
                          <a:pt x="108" y="80"/>
                        </a:lnTo>
                        <a:lnTo>
                          <a:pt x="92" y="107"/>
                        </a:lnTo>
                        <a:lnTo>
                          <a:pt x="79" y="132"/>
                        </a:lnTo>
                        <a:lnTo>
                          <a:pt x="60" y="167"/>
                        </a:lnTo>
                        <a:lnTo>
                          <a:pt x="48" y="198"/>
                        </a:lnTo>
                        <a:lnTo>
                          <a:pt x="41" y="228"/>
                        </a:lnTo>
                        <a:lnTo>
                          <a:pt x="32" y="258"/>
                        </a:lnTo>
                        <a:lnTo>
                          <a:pt x="26" y="291"/>
                        </a:lnTo>
                        <a:lnTo>
                          <a:pt x="21" y="331"/>
                        </a:lnTo>
                        <a:lnTo>
                          <a:pt x="17" y="371"/>
                        </a:lnTo>
                        <a:lnTo>
                          <a:pt x="10" y="387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  <p:sp>
            <p:nvSpPr>
              <p:cNvPr id="17450" name="Oval 117">
                <a:extLst>
                  <a:ext uri="{FF2B5EF4-FFF2-40B4-BE49-F238E27FC236}">
                    <a16:creationId xmlns:a16="http://schemas.microsoft.com/office/drawing/2014/main" id="{48BA00FE-F67B-3248-A852-3731C1079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3"/>
                <a:ext cx="1154" cy="1105"/>
              </a:xfrm>
              <a:prstGeom prst="ellips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grpSp>
            <p:nvGrpSpPr>
              <p:cNvPr id="17451" name="Group 118">
                <a:extLst>
                  <a:ext uri="{FF2B5EF4-FFF2-40B4-BE49-F238E27FC236}">
                    <a16:creationId xmlns:a16="http://schemas.microsoft.com/office/drawing/2014/main" id="{93D30BC2-1461-BC41-9939-DE79F34A29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81" y="1183"/>
                <a:ext cx="1154" cy="1105"/>
                <a:chOff x="2181" y="1183"/>
                <a:chExt cx="1154" cy="1105"/>
              </a:xfrm>
            </p:grpSpPr>
            <p:sp>
              <p:nvSpPr>
                <p:cNvPr id="17452" name="Oval 119">
                  <a:extLst>
                    <a:ext uri="{FF2B5EF4-FFF2-40B4-BE49-F238E27FC236}">
                      <a16:creationId xmlns:a16="http://schemas.microsoft.com/office/drawing/2014/main" id="{384DC271-5A71-B64B-AC3B-DAFEEC46F2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4" y="1198"/>
                  <a:ext cx="1127" cy="1078"/>
                </a:xfrm>
                <a:prstGeom prst="ellipse">
                  <a:avLst/>
                </a:prstGeom>
                <a:noFill/>
                <a:ln w="63500">
                  <a:solidFill>
                    <a:srgbClr val="9F9F9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17453" name="Oval 120">
                  <a:extLst>
                    <a:ext uri="{FF2B5EF4-FFF2-40B4-BE49-F238E27FC236}">
                      <a16:creationId xmlns:a16="http://schemas.microsoft.com/office/drawing/2014/main" id="{C5755C31-4FA8-AB4C-A856-E81B81696B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81" y="1183"/>
                  <a:ext cx="1154" cy="1105"/>
                </a:xfrm>
                <a:prstGeom prst="ellips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17454" name="Oval 121">
                  <a:extLst>
                    <a:ext uri="{FF2B5EF4-FFF2-40B4-BE49-F238E27FC236}">
                      <a16:creationId xmlns:a16="http://schemas.microsoft.com/office/drawing/2014/main" id="{CD8A6018-24ED-2C4A-AC21-E79293CDA5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13" y="1213"/>
                  <a:ext cx="1090" cy="1046"/>
                </a:xfrm>
                <a:prstGeom prst="ellips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</p:grpSp>
        <p:grpSp>
          <p:nvGrpSpPr>
            <p:cNvPr id="17413" name="Group 122">
              <a:extLst>
                <a:ext uri="{FF2B5EF4-FFF2-40B4-BE49-F238E27FC236}">
                  <a16:creationId xmlns:a16="http://schemas.microsoft.com/office/drawing/2014/main" id="{D4B81512-F115-4C4E-A977-2CBB030A62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8" y="2225"/>
              <a:ext cx="592" cy="924"/>
              <a:chOff x="3008" y="2225"/>
              <a:chExt cx="592" cy="924"/>
            </a:xfrm>
          </p:grpSpPr>
          <p:sp>
            <p:nvSpPr>
              <p:cNvPr id="17414" name="Freeform 123">
                <a:extLst>
                  <a:ext uri="{FF2B5EF4-FFF2-40B4-BE49-F238E27FC236}">
                    <a16:creationId xmlns:a16="http://schemas.microsoft.com/office/drawing/2014/main" id="{1CA8E5C9-74D8-3043-A53D-52617C11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72"/>
                <a:ext cx="564" cy="808"/>
              </a:xfrm>
              <a:custGeom>
                <a:avLst/>
                <a:gdLst>
                  <a:gd name="T0" fmla="*/ 0 w 564"/>
                  <a:gd name="T1" fmla="*/ 60 h 808"/>
                  <a:gd name="T2" fmla="*/ 400 w 564"/>
                  <a:gd name="T3" fmla="*/ 808 h 808"/>
                  <a:gd name="T4" fmla="*/ 564 w 564"/>
                  <a:gd name="T5" fmla="*/ 725 h 808"/>
                  <a:gd name="T6" fmla="*/ 162 w 564"/>
                  <a:gd name="T7" fmla="*/ 0 h 808"/>
                  <a:gd name="T8" fmla="*/ 0 w 564"/>
                  <a:gd name="T9" fmla="*/ 60 h 8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4"/>
                  <a:gd name="T16" fmla="*/ 0 h 808"/>
                  <a:gd name="T17" fmla="*/ 564 w 564"/>
                  <a:gd name="T18" fmla="*/ 808 h 8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4" h="808">
                    <a:moveTo>
                      <a:pt x="0" y="60"/>
                    </a:moveTo>
                    <a:lnTo>
                      <a:pt x="400" y="808"/>
                    </a:lnTo>
                    <a:lnTo>
                      <a:pt x="564" y="725"/>
                    </a:lnTo>
                    <a:lnTo>
                      <a:pt x="162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5" name="Arc 124">
                <a:extLst>
                  <a:ext uri="{FF2B5EF4-FFF2-40B4-BE49-F238E27FC236}">
                    <a16:creationId xmlns:a16="http://schemas.microsoft.com/office/drawing/2014/main" id="{812534E7-844D-9E49-A931-CCD405953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25"/>
                <a:ext cx="170" cy="105"/>
              </a:xfrm>
              <a:custGeom>
                <a:avLst/>
                <a:gdLst>
                  <a:gd name="T0" fmla="*/ 0 w 42152"/>
                  <a:gd name="T1" fmla="*/ 0 h 27693"/>
                  <a:gd name="T2" fmla="*/ 0 w 42152"/>
                  <a:gd name="T3" fmla="*/ 0 h 27693"/>
                  <a:gd name="T4" fmla="*/ 0 w 42152"/>
                  <a:gd name="T5" fmla="*/ 0 h 27693"/>
                  <a:gd name="T6" fmla="*/ 0 60000 65536"/>
                  <a:gd name="T7" fmla="*/ 0 60000 65536"/>
                  <a:gd name="T8" fmla="*/ 0 60000 65536"/>
                  <a:gd name="T9" fmla="*/ 0 w 42152"/>
                  <a:gd name="T10" fmla="*/ 0 h 27693"/>
                  <a:gd name="T11" fmla="*/ 42152 w 42152"/>
                  <a:gd name="T12" fmla="*/ 27693 h 2769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152" h="27693" fill="none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</a:path>
                  <a:path w="42152" h="27693" stroke="0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  <a:lnTo>
                      <a:pt x="21600" y="21600"/>
                    </a:lnTo>
                    <a:lnTo>
                      <a:pt x="877" y="27692"/>
                    </a:lnTo>
                    <a:close/>
                  </a:path>
                </a:pathLst>
              </a:custGeom>
              <a:solidFill>
                <a:srgbClr val="5F3F1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6" name="Arc 125">
                <a:extLst>
                  <a:ext uri="{FF2B5EF4-FFF2-40B4-BE49-F238E27FC236}">
                    <a16:creationId xmlns:a16="http://schemas.microsoft.com/office/drawing/2014/main" id="{69724644-CF4F-904D-8CDA-DB8ED3EE1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6"/>
                <a:ext cx="172" cy="100"/>
              </a:xfrm>
              <a:custGeom>
                <a:avLst/>
                <a:gdLst>
                  <a:gd name="T0" fmla="*/ 0 w 42065"/>
                  <a:gd name="T1" fmla="*/ 0 h 24039"/>
                  <a:gd name="T2" fmla="*/ 0 w 42065"/>
                  <a:gd name="T3" fmla="*/ 0 h 24039"/>
                  <a:gd name="T4" fmla="*/ 0 w 42065"/>
                  <a:gd name="T5" fmla="*/ 0 h 24039"/>
                  <a:gd name="T6" fmla="*/ 0 60000 65536"/>
                  <a:gd name="T7" fmla="*/ 0 60000 65536"/>
                  <a:gd name="T8" fmla="*/ 0 60000 65536"/>
                  <a:gd name="T9" fmla="*/ 0 w 42065"/>
                  <a:gd name="T10" fmla="*/ 0 h 24039"/>
                  <a:gd name="T11" fmla="*/ 42065 w 42065"/>
                  <a:gd name="T12" fmla="*/ 24039 h 240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065" h="24039" fill="none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</a:path>
                  <a:path w="42065" h="24039" stroke="0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  <a:lnTo>
                      <a:pt x="21600" y="21600"/>
                    </a:lnTo>
                    <a:lnTo>
                      <a:pt x="138" y="24038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7" name="Freeform 126">
                <a:extLst>
                  <a:ext uri="{FF2B5EF4-FFF2-40B4-BE49-F238E27FC236}">
                    <a16:creationId xmlns:a16="http://schemas.microsoft.com/office/drawing/2014/main" id="{694BFCCF-AAE6-FF43-AEE9-3CDAE8FB8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37"/>
                <a:ext cx="107" cy="207"/>
              </a:xfrm>
              <a:custGeom>
                <a:avLst/>
                <a:gdLst>
                  <a:gd name="T0" fmla="*/ 3 w 107"/>
                  <a:gd name="T1" fmla="*/ 96 h 207"/>
                  <a:gd name="T2" fmla="*/ 0 w 107"/>
                  <a:gd name="T3" fmla="*/ 82 h 207"/>
                  <a:gd name="T4" fmla="*/ 0 w 107"/>
                  <a:gd name="T5" fmla="*/ 69 h 207"/>
                  <a:gd name="T6" fmla="*/ 2 w 107"/>
                  <a:gd name="T7" fmla="*/ 58 h 207"/>
                  <a:gd name="T8" fmla="*/ 6 w 107"/>
                  <a:gd name="T9" fmla="*/ 42 h 207"/>
                  <a:gd name="T10" fmla="*/ 12 w 107"/>
                  <a:gd name="T11" fmla="*/ 29 h 207"/>
                  <a:gd name="T12" fmla="*/ 21 w 107"/>
                  <a:gd name="T13" fmla="*/ 17 h 207"/>
                  <a:gd name="T14" fmla="*/ 31 w 107"/>
                  <a:gd name="T15" fmla="*/ 7 h 207"/>
                  <a:gd name="T16" fmla="*/ 41 w 107"/>
                  <a:gd name="T17" fmla="*/ 0 h 207"/>
                  <a:gd name="T18" fmla="*/ 107 w 107"/>
                  <a:gd name="T19" fmla="*/ 112 h 207"/>
                  <a:gd name="T20" fmla="*/ 95 w 107"/>
                  <a:gd name="T21" fmla="*/ 119 h 207"/>
                  <a:gd name="T22" fmla="*/ 87 w 107"/>
                  <a:gd name="T23" fmla="*/ 127 h 207"/>
                  <a:gd name="T24" fmla="*/ 79 w 107"/>
                  <a:gd name="T25" fmla="*/ 135 h 207"/>
                  <a:gd name="T26" fmla="*/ 73 w 107"/>
                  <a:gd name="T27" fmla="*/ 145 h 207"/>
                  <a:gd name="T28" fmla="*/ 66 w 107"/>
                  <a:gd name="T29" fmla="*/ 163 h 207"/>
                  <a:gd name="T30" fmla="*/ 62 w 107"/>
                  <a:gd name="T31" fmla="*/ 187 h 207"/>
                  <a:gd name="T32" fmla="*/ 62 w 107"/>
                  <a:gd name="T33" fmla="*/ 207 h 207"/>
                  <a:gd name="T34" fmla="*/ 3 w 107"/>
                  <a:gd name="T35" fmla="*/ 96 h 20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7"/>
                  <a:gd name="T55" fmla="*/ 0 h 207"/>
                  <a:gd name="T56" fmla="*/ 107 w 107"/>
                  <a:gd name="T57" fmla="*/ 207 h 20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7" h="207">
                    <a:moveTo>
                      <a:pt x="3" y="96"/>
                    </a:moveTo>
                    <a:lnTo>
                      <a:pt x="0" y="82"/>
                    </a:lnTo>
                    <a:lnTo>
                      <a:pt x="0" y="69"/>
                    </a:lnTo>
                    <a:lnTo>
                      <a:pt x="2" y="58"/>
                    </a:lnTo>
                    <a:lnTo>
                      <a:pt x="6" y="42"/>
                    </a:lnTo>
                    <a:lnTo>
                      <a:pt x="12" y="29"/>
                    </a:lnTo>
                    <a:lnTo>
                      <a:pt x="21" y="17"/>
                    </a:lnTo>
                    <a:lnTo>
                      <a:pt x="31" y="7"/>
                    </a:lnTo>
                    <a:lnTo>
                      <a:pt x="41" y="0"/>
                    </a:lnTo>
                    <a:lnTo>
                      <a:pt x="107" y="112"/>
                    </a:lnTo>
                    <a:lnTo>
                      <a:pt x="95" y="119"/>
                    </a:lnTo>
                    <a:lnTo>
                      <a:pt x="87" y="127"/>
                    </a:lnTo>
                    <a:lnTo>
                      <a:pt x="79" y="135"/>
                    </a:lnTo>
                    <a:lnTo>
                      <a:pt x="73" y="145"/>
                    </a:lnTo>
                    <a:lnTo>
                      <a:pt x="66" y="163"/>
                    </a:lnTo>
                    <a:lnTo>
                      <a:pt x="62" y="187"/>
                    </a:lnTo>
                    <a:lnTo>
                      <a:pt x="62" y="207"/>
                    </a:lnTo>
                    <a:lnTo>
                      <a:pt x="3" y="96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8" name="Arc 127">
                <a:extLst>
                  <a:ext uri="{FF2B5EF4-FFF2-40B4-BE49-F238E27FC236}">
                    <a16:creationId xmlns:a16="http://schemas.microsoft.com/office/drawing/2014/main" id="{A94821CA-27EA-0F45-AF6B-1F891059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29"/>
                <a:ext cx="87" cy="99"/>
              </a:xfrm>
              <a:custGeom>
                <a:avLst/>
                <a:gdLst>
                  <a:gd name="T0" fmla="*/ 0 w 21600"/>
                  <a:gd name="T1" fmla="*/ 0 h 26092"/>
                  <a:gd name="T2" fmla="*/ 0 w 21600"/>
                  <a:gd name="T3" fmla="*/ 0 h 26092"/>
                  <a:gd name="T4" fmla="*/ 0 w 21600"/>
                  <a:gd name="T5" fmla="*/ 0 h 26092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6092"/>
                  <a:gd name="T11" fmla="*/ 21600 w 21600"/>
                  <a:gd name="T12" fmla="*/ 26092 h 2609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6092" fill="none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</a:path>
                  <a:path w="21600" h="26092" stroke="0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  <a:lnTo>
                      <a:pt x="21600" y="20244"/>
                    </a:lnTo>
                    <a:lnTo>
                      <a:pt x="806" y="26092"/>
                    </a:lnTo>
                    <a:close/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9" name="Arc 128">
                <a:extLst>
                  <a:ext uri="{FF2B5EF4-FFF2-40B4-BE49-F238E27FC236}">
                    <a16:creationId xmlns:a16="http://schemas.microsoft.com/office/drawing/2014/main" id="{3D4DFF31-9AD9-754B-B77C-0FC78C34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8"/>
                <a:ext cx="171" cy="103"/>
              </a:xfrm>
              <a:custGeom>
                <a:avLst/>
                <a:gdLst>
                  <a:gd name="T0" fmla="*/ 0 w 42293"/>
                  <a:gd name="T1" fmla="*/ 0 h 27167"/>
                  <a:gd name="T2" fmla="*/ 0 w 42293"/>
                  <a:gd name="T3" fmla="*/ 0 h 27167"/>
                  <a:gd name="T4" fmla="*/ 0 w 42293"/>
                  <a:gd name="T5" fmla="*/ 0 h 27167"/>
                  <a:gd name="T6" fmla="*/ 0 60000 65536"/>
                  <a:gd name="T7" fmla="*/ 0 60000 65536"/>
                  <a:gd name="T8" fmla="*/ 0 60000 65536"/>
                  <a:gd name="T9" fmla="*/ 0 w 42293"/>
                  <a:gd name="T10" fmla="*/ 0 h 27167"/>
                  <a:gd name="T11" fmla="*/ 42293 w 42293"/>
                  <a:gd name="T12" fmla="*/ 27167 h 2716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293" h="27167" fill="none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</a:path>
                  <a:path w="42293" h="27167" stroke="0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  <a:lnTo>
                      <a:pt x="21600" y="21600"/>
                    </a:lnTo>
                    <a:lnTo>
                      <a:pt x="729" y="27167"/>
                    </a:lnTo>
                    <a:close/>
                  </a:path>
                </a:pathLst>
              </a:custGeom>
              <a:solidFill>
                <a:srgbClr val="7F3F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7420" name="Group 129">
                <a:extLst>
                  <a:ext uri="{FF2B5EF4-FFF2-40B4-BE49-F238E27FC236}">
                    <a16:creationId xmlns:a16="http://schemas.microsoft.com/office/drawing/2014/main" id="{1E35CB89-65A1-314D-BC90-6FFF822513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78" y="2354"/>
                <a:ext cx="182" cy="119"/>
                <a:chOff x="3078" y="2354"/>
                <a:chExt cx="182" cy="119"/>
              </a:xfrm>
            </p:grpSpPr>
            <p:grpSp>
              <p:nvGrpSpPr>
                <p:cNvPr id="17444" name="Group 130">
                  <a:extLst>
                    <a:ext uri="{FF2B5EF4-FFF2-40B4-BE49-F238E27FC236}">
                      <a16:creationId xmlns:a16="http://schemas.microsoft.com/office/drawing/2014/main" id="{B0BD0A3A-F60F-524E-8E49-E2678D8E73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78" y="2354"/>
                  <a:ext cx="173" cy="101"/>
                  <a:chOff x="3078" y="2354"/>
                  <a:chExt cx="173" cy="101"/>
                </a:xfrm>
              </p:grpSpPr>
              <p:sp>
                <p:nvSpPr>
                  <p:cNvPr id="17446" name="Arc 131">
                    <a:extLst>
                      <a:ext uri="{FF2B5EF4-FFF2-40B4-BE49-F238E27FC236}">
                        <a16:creationId xmlns:a16="http://schemas.microsoft.com/office/drawing/2014/main" id="{C9D7BC25-2433-D443-B0C2-39D67188B5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54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47" name="Arc 132">
                    <a:extLst>
                      <a:ext uri="{FF2B5EF4-FFF2-40B4-BE49-F238E27FC236}">
                        <a16:creationId xmlns:a16="http://schemas.microsoft.com/office/drawing/2014/main" id="{7B0B9580-D238-084E-BEFD-4E5BB6C65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64"/>
                    <a:ext cx="88" cy="90"/>
                  </a:xfrm>
                  <a:custGeom>
                    <a:avLst/>
                    <a:gdLst>
                      <a:gd name="T0" fmla="*/ 0 w 21600"/>
                      <a:gd name="T1" fmla="*/ 0 h 23652"/>
                      <a:gd name="T2" fmla="*/ 0 w 21600"/>
                      <a:gd name="T3" fmla="*/ 0 h 23652"/>
                      <a:gd name="T4" fmla="*/ 0 w 21600"/>
                      <a:gd name="T5" fmla="*/ 0 h 23652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652"/>
                      <a:gd name="T11" fmla="*/ 21600 w 21600"/>
                      <a:gd name="T12" fmla="*/ 23652 h 2365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652" fill="none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652" stroke="0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531" y="23651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48" name="Arc 133">
                    <a:extLst>
                      <a:ext uri="{FF2B5EF4-FFF2-40B4-BE49-F238E27FC236}">
                        <a16:creationId xmlns:a16="http://schemas.microsoft.com/office/drawing/2014/main" id="{8CEDA347-6070-2943-9A8C-90A36ECFE8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9" y="2354"/>
                    <a:ext cx="172" cy="101"/>
                  </a:xfrm>
                  <a:custGeom>
                    <a:avLst/>
                    <a:gdLst>
                      <a:gd name="T0" fmla="*/ 0 w 42453"/>
                      <a:gd name="T1" fmla="*/ 0 h 26668"/>
                      <a:gd name="T2" fmla="*/ 0 w 42453"/>
                      <a:gd name="T3" fmla="*/ 0 h 26668"/>
                      <a:gd name="T4" fmla="*/ 0 w 42453"/>
                      <a:gd name="T5" fmla="*/ 0 h 26668"/>
                      <a:gd name="T6" fmla="*/ 0 60000 65536"/>
                      <a:gd name="T7" fmla="*/ 0 60000 65536"/>
                      <a:gd name="T8" fmla="*/ 0 60000 65536"/>
                      <a:gd name="T9" fmla="*/ 0 w 42453"/>
                      <a:gd name="T10" fmla="*/ 0 h 26668"/>
                      <a:gd name="T11" fmla="*/ 42453 w 42453"/>
                      <a:gd name="T12" fmla="*/ 26668 h 266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453" h="26668" fill="none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</a:path>
                      <a:path w="42453" h="26668" stroke="0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  <a:lnTo>
                          <a:pt x="21600" y="21600"/>
                        </a:lnTo>
                        <a:lnTo>
                          <a:pt x="602" y="26668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17445" name="Arc 134">
                  <a:extLst>
                    <a:ext uri="{FF2B5EF4-FFF2-40B4-BE49-F238E27FC236}">
                      <a16:creationId xmlns:a16="http://schemas.microsoft.com/office/drawing/2014/main" id="{1125759B-B19A-2E42-B7DC-9F33226D4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88" y="2372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17421" name="Group 135">
                <a:extLst>
                  <a:ext uri="{FF2B5EF4-FFF2-40B4-BE49-F238E27FC236}">
                    <a16:creationId xmlns:a16="http://schemas.microsoft.com/office/drawing/2014/main" id="{F1D376BC-0900-3E46-BB4A-ACF6BD0633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5" y="2388"/>
                <a:ext cx="182" cy="118"/>
                <a:chOff x="3095" y="2388"/>
                <a:chExt cx="182" cy="118"/>
              </a:xfrm>
            </p:grpSpPr>
            <p:grpSp>
              <p:nvGrpSpPr>
                <p:cNvPr id="17439" name="Group 136">
                  <a:extLst>
                    <a:ext uri="{FF2B5EF4-FFF2-40B4-BE49-F238E27FC236}">
                      <a16:creationId xmlns:a16="http://schemas.microsoft.com/office/drawing/2014/main" id="{D161E28E-51DF-564A-9C82-9ED3290695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95" y="2388"/>
                  <a:ext cx="173" cy="100"/>
                  <a:chOff x="3095" y="2388"/>
                  <a:chExt cx="173" cy="100"/>
                </a:xfrm>
              </p:grpSpPr>
              <p:sp>
                <p:nvSpPr>
                  <p:cNvPr id="17441" name="Arc 137">
                    <a:extLst>
                      <a:ext uri="{FF2B5EF4-FFF2-40B4-BE49-F238E27FC236}">
                        <a16:creationId xmlns:a16="http://schemas.microsoft.com/office/drawing/2014/main" id="{3370940C-787E-484C-899A-DAA50E4BEC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88"/>
                    <a:ext cx="173" cy="99"/>
                  </a:xfrm>
                  <a:custGeom>
                    <a:avLst/>
                    <a:gdLst>
                      <a:gd name="T0" fmla="*/ 0 w 42583"/>
                      <a:gd name="T1" fmla="*/ 0 h 26108"/>
                      <a:gd name="T2" fmla="*/ 0 w 42583"/>
                      <a:gd name="T3" fmla="*/ 0 h 26108"/>
                      <a:gd name="T4" fmla="*/ 0 w 42583"/>
                      <a:gd name="T5" fmla="*/ 0 h 26108"/>
                      <a:gd name="T6" fmla="*/ 0 60000 65536"/>
                      <a:gd name="T7" fmla="*/ 0 60000 65536"/>
                      <a:gd name="T8" fmla="*/ 0 60000 65536"/>
                      <a:gd name="T9" fmla="*/ 0 w 42583"/>
                      <a:gd name="T10" fmla="*/ 0 h 26108"/>
                      <a:gd name="T11" fmla="*/ 42583 w 42583"/>
                      <a:gd name="T12" fmla="*/ 26108 h 2610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83" h="26108" fill="none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</a:path>
                      <a:path w="42583" h="26108" stroke="0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  <a:lnTo>
                          <a:pt x="21600" y="21600"/>
                        </a:lnTo>
                        <a:lnTo>
                          <a:pt x="475" y="26108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42" name="Arc 138">
                    <a:extLst>
                      <a:ext uri="{FF2B5EF4-FFF2-40B4-BE49-F238E27FC236}">
                        <a16:creationId xmlns:a16="http://schemas.microsoft.com/office/drawing/2014/main" id="{D3686B03-F9A1-7C4C-9F7B-BE731BE6EA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98"/>
                    <a:ext cx="88" cy="89"/>
                  </a:xfrm>
                  <a:custGeom>
                    <a:avLst/>
                    <a:gdLst>
                      <a:gd name="T0" fmla="*/ 0 w 21600"/>
                      <a:gd name="T1" fmla="*/ 0 h 23399"/>
                      <a:gd name="T2" fmla="*/ 0 w 21600"/>
                      <a:gd name="T3" fmla="*/ 0 h 23399"/>
                      <a:gd name="T4" fmla="*/ 0 w 21600"/>
                      <a:gd name="T5" fmla="*/ 0 h 23399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399"/>
                      <a:gd name="T11" fmla="*/ 21600 w 21600"/>
                      <a:gd name="T12" fmla="*/ 23399 h 2339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399" fill="none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399" stroke="0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475" y="23399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43" name="Arc 139">
                    <a:extLst>
                      <a:ext uri="{FF2B5EF4-FFF2-40B4-BE49-F238E27FC236}">
                        <a16:creationId xmlns:a16="http://schemas.microsoft.com/office/drawing/2014/main" id="{8EFFF389-7ABC-AF4A-ADF3-3F85ACF8C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2388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17440" name="Arc 140">
                  <a:extLst>
                    <a:ext uri="{FF2B5EF4-FFF2-40B4-BE49-F238E27FC236}">
                      <a16:creationId xmlns:a16="http://schemas.microsoft.com/office/drawing/2014/main" id="{F9A52AB3-94DA-914E-84E2-DBD11EC73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5" y="2406"/>
                  <a:ext cx="172" cy="100"/>
                </a:xfrm>
                <a:custGeom>
                  <a:avLst/>
                  <a:gdLst>
                    <a:gd name="T0" fmla="*/ 0 w 42520"/>
                    <a:gd name="T1" fmla="*/ 0 h 26361"/>
                    <a:gd name="T2" fmla="*/ 0 w 42520"/>
                    <a:gd name="T3" fmla="*/ 0 h 26361"/>
                    <a:gd name="T4" fmla="*/ 0 w 42520"/>
                    <a:gd name="T5" fmla="*/ 0 h 26361"/>
                    <a:gd name="T6" fmla="*/ 0 60000 65536"/>
                    <a:gd name="T7" fmla="*/ 0 60000 65536"/>
                    <a:gd name="T8" fmla="*/ 0 60000 65536"/>
                    <a:gd name="T9" fmla="*/ 0 w 42520"/>
                    <a:gd name="T10" fmla="*/ 0 h 26361"/>
                    <a:gd name="T11" fmla="*/ 42520 w 42520"/>
                    <a:gd name="T12" fmla="*/ 26361 h 263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20" h="26361" fill="none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</a:path>
                    <a:path w="42520" h="26361" stroke="0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  <a:lnTo>
                        <a:pt x="21600" y="21600"/>
                      </a:lnTo>
                      <a:lnTo>
                        <a:pt x="531" y="26360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17422" name="Group 141">
                <a:extLst>
                  <a:ext uri="{FF2B5EF4-FFF2-40B4-BE49-F238E27FC236}">
                    <a16:creationId xmlns:a16="http://schemas.microsoft.com/office/drawing/2014/main" id="{6EC9E554-B80C-3442-BFFD-78B92DDF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3" y="2420"/>
                <a:ext cx="173" cy="98"/>
                <a:chOff x="3113" y="2420"/>
                <a:chExt cx="173" cy="98"/>
              </a:xfrm>
            </p:grpSpPr>
            <p:sp>
              <p:nvSpPr>
                <p:cNvPr id="17437" name="Arc 142">
                  <a:extLst>
                    <a:ext uri="{FF2B5EF4-FFF2-40B4-BE49-F238E27FC236}">
                      <a16:creationId xmlns:a16="http://schemas.microsoft.com/office/drawing/2014/main" id="{2634509C-A0F5-1F46-ADF1-4A1284748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20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7438" name="Arc 143">
                  <a:extLst>
                    <a:ext uri="{FF2B5EF4-FFF2-40B4-BE49-F238E27FC236}">
                      <a16:creationId xmlns:a16="http://schemas.microsoft.com/office/drawing/2014/main" id="{D090E2B2-A9C2-8843-BFEC-4E8FD0DC9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30"/>
                  <a:ext cx="88" cy="88"/>
                </a:xfrm>
                <a:custGeom>
                  <a:avLst/>
                  <a:gdLst>
                    <a:gd name="T0" fmla="*/ 0 w 21600"/>
                    <a:gd name="T1" fmla="*/ 0 h 23145"/>
                    <a:gd name="T2" fmla="*/ 0 w 21600"/>
                    <a:gd name="T3" fmla="*/ 0 h 23145"/>
                    <a:gd name="T4" fmla="*/ 0 w 21600"/>
                    <a:gd name="T5" fmla="*/ 0 h 23145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3145"/>
                    <a:gd name="T11" fmla="*/ 21600 w 21600"/>
                    <a:gd name="T12" fmla="*/ 23145 h 231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3145" fill="none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</a:path>
                    <a:path w="21600" h="23145" stroke="0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  <a:lnTo>
                        <a:pt x="21600" y="18891"/>
                      </a:lnTo>
                      <a:lnTo>
                        <a:pt x="423" y="23144"/>
                      </a:lnTo>
                      <a:close/>
                    </a:path>
                  </a:pathLst>
                </a:custGeom>
                <a:solidFill>
                  <a:srgbClr val="3F1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17423" name="Group 144">
                <a:extLst>
                  <a:ext uri="{FF2B5EF4-FFF2-40B4-BE49-F238E27FC236}">
                    <a16:creationId xmlns:a16="http://schemas.microsoft.com/office/drawing/2014/main" id="{A63EADE3-F483-9048-9768-A13AB8F0BC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4" y="2420"/>
                <a:ext cx="182" cy="117"/>
                <a:chOff x="3114" y="2420"/>
                <a:chExt cx="182" cy="117"/>
              </a:xfrm>
            </p:grpSpPr>
            <p:sp>
              <p:nvSpPr>
                <p:cNvPr id="17435" name="Arc 145">
                  <a:extLst>
                    <a:ext uri="{FF2B5EF4-FFF2-40B4-BE49-F238E27FC236}">
                      <a16:creationId xmlns:a16="http://schemas.microsoft.com/office/drawing/2014/main" id="{3FE4F107-2222-B745-8A55-DB57DE499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4" y="2420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7436" name="Arc 146">
                  <a:extLst>
                    <a:ext uri="{FF2B5EF4-FFF2-40B4-BE49-F238E27FC236}">
                      <a16:creationId xmlns:a16="http://schemas.microsoft.com/office/drawing/2014/main" id="{103F6500-5CDC-BF41-8BB7-F28B79607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3" y="2438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17424" name="Group 147">
                <a:extLst>
                  <a:ext uri="{FF2B5EF4-FFF2-40B4-BE49-F238E27FC236}">
                    <a16:creationId xmlns:a16="http://schemas.microsoft.com/office/drawing/2014/main" id="{8AE8C0B0-11CA-ED49-B468-2F2259408A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14" y="2275"/>
                <a:ext cx="565" cy="811"/>
                <a:chOff x="3014" y="2275"/>
                <a:chExt cx="565" cy="811"/>
              </a:xfrm>
            </p:grpSpPr>
            <p:sp>
              <p:nvSpPr>
                <p:cNvPr id="17433" name="Line 148">
                  <a:extLst>
                    <a:ext uri="{FF2B5EF4-FFF2-40B4-BE49-F238E27FC236}">
                      <a16:creationId xmlns:a16="http://schemas.microsoft.com/office/drawing/2014/main" id="{75539B80-762F-6C44-8EC7-945A779391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2275"/>
                  <a:ext cx="401" cy="7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7434" name="Line 149">
                  <a:extLst>
                    <a:ext uri="{FF2B5EF4-FFF2-40B4-BE49-F238E27FC236}">
                      <a16:creationId xmlns:a16="http://schemas.microsoft.com/office/drawing/2014/main" id="{92A049CA-153C-3A43-821B-76F6272033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14" y="2333"/>
                  <a:ext cx="402" cy="75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17425" name="Group 150">
                <a:extLst>
                  <a:ext uri="{FF2B5EF4-FFF2-40B4-BE49-F238E27FC236}">
                    <a16:creationId xmlns:a16="http://schemas.microsoft.com/office/drawing/2014/main" id="{833D8E2D-3B6E-F44F-99A7-CB0506B690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1" y="2452"/>
                <a:ext cx="181" cy="116"/>
                <a:chOff x="3131" y="2452"/>
                <a:chExt cx="181" cy="116"/>
              </a:xfrm>
            </p:grpSpPr>
            <p:grpSp>
              <p:nvGrpSpPr>
                <p:cNvPr id="17428" name="Group 151">
                  <a:extLst>
                    <a:ext uri="{FF2B5EF4-FFF2-40B4-BE49-F238E27FC236}">
                      <a16:creationId xmlns:a16="http://schemas.microsoft.com/office/drawing/2014/main" id="{15871DE4-4435-E14D-A4D8-99753CACBA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1" y="2452"/>
                  <a:ext cx="173" cy="97"/>
                  <a:chOff x="3131" y="2452"/>
                  <a:chExt cx="173" cy="97"/>
                </a:xfrm>
              </p:grpSpPr>
              <p:sp>
                <p:nvSpPr>
                  <p:cNvPr id="17431" name="Arc 152">
                    <a:extLst>
                      <a:ext uri="{FF2B5EF4-FFF2-40B4-BE49-F238E27FC236}">
                        <a16:creationId xmlns:a16="http://schemas.microsoft.com/office/drawing/2014/main" id="{94E129DA-8A24-3C4B-B541-9B07626306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52"/>
                    <a:ext cx="173" cy="97"/>
                  </a:xfrm>
                  <a:custGeom>
                    <a:avLst/>
                    <a:gdLst>
                      <a:gd name="T0" fmla="*/ 0 w 42713"/>
                      <a:gd name="T1" fmla="*/ 0 h 25597"/>
                      <a:gd name="T2" fmla="*/ 0 w 42713"/>
                      <a:gd name="T3" fmla="*/ 0 h 25597"/>
                      <a:gd name="T4" fmla="*/ 0 w 42713"/>
                      <a:gd name="T5" fmla="*/ 0 h 25597"/>
                      <a:gd name="T6" fmla="*/ 0 60000 65536"/>
                      <a:gd name="T7" fmla="*/ 0 60000 65536"/>
                      <a:gd name="T8" fmla="*/ 0 60000 65536"/>
                      <a:gd name="T9" fmla="*/ 0 w 42713"/>
                      <a:gd name="T10" fmla="*/ 0 h 25597"/>
                      <a:gd name="T11" fmla="*/ 42713 w 42713"/>
                      <a:gd name="T12" fmla="*/ 25597 h 255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713" h="25597" fill="none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</a:path>
                      <a:path w="42713" h="25597" stroke="0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  <a:lnTo>
                          <a:pt x="21600" y="21600"/>
                        </a:lnTo>
                        <a:lnTo>
                          <a:pt x="373" y="25596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17432" name="Arc 153">
                    <a:extLst>
                      <a:ext uri="{FF2B5EF4-FFF2-40B4-BE49-F238E27FC236}">
                        <a16:creationId xmlns:a16="http://schemas.microsoft.com/office/drawing/2014/main" id="{90D4A110-F128-2B4D-BBFC-C7EB2861B0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62"/>
                    <a:ext cx="88" cy="87"/>
                  </a:xfrm>
                  <a:custGeom>
                    <a:avLst/>
                    <a:gdLst>
                      <a:gd name="T0" fmla="*/ 0 w 21600"/>
                      <a:gd name="T1" fmla="*/ 0 h 22888"/>
                      <a:gd name="T2" fmla="*/ 0 w 21600"/>
                      <a:gd name="T3" fmla="*/ 0 h 22888"/>
                      <a:gd name="T4" fmla="*/ 0 w 21600"/>
                      <a:gd name="T5" fmla="*/ 0 h 22888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2888"/>
                      <a:gd name="T11" fmla="*/ 21600 w 21600"/>
                      <a:gd name="T12" fmla="*/ 22888 h 2288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2888" fill="none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2888" stroke="0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373" y="22887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17429" name="Arc 154">
                  <a:extLst>
                    <a:ext uri="{FF2B5EF4-FFF2-40B4-BE49-F238E27FC236}">
                      <a16:creationId xmlns:a16="http://schemas.microsoft.com/office/drawing/2014/main" id="{F1D2193F-E3D5-B54B-8915-6414DA2F6B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2" y="2452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7430" name="Arc 155">
                  <a:extLst>
                    <a:ext uri="{FF2B5EF4-FFF2-40B4-BE49-F238E27FC236}">
                      <a16:creationId xmlns:a16="http://schemas.microsoft.com/office/drawing/2014/main" id="{C8F50DCE-F0AA-0A43-887B-3EF2D5BCA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0" y="2467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17426" name="Freeform 156">
                <a:extLst>
                  <a:ext uri="{FF2B5EF4-FFF2-40B4-BE49-F238E27FC236}">
                    <a16:creationId xmlns:a16="http://schemas.microsoft.com/office/drawing/2014/main" id="{C4E0025B-21D4-5847-ADEA-934365F5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1"/>
                <a:ext cx="348" cy="597"/>
              </a:xfrm>
              <a:custGeom>
                <a:avLst/>
                <a:gdLst>
                  <a:gd name="T0" fmla="*/ 44 w 348"/>
                  <a:gd name="T1" fmla="*/ 0 h 597"/>
                  <a:gd name="T2" fmla="*/ 31 w 348"/>
                  <a:gd name="T3" fmla="*/ 8 h 597"/>
                  <a:gd name="T4" fmla="*/ 21 w 348"/>
                  <a:gd name="T5" fmla="*/ 16 h 597"/>
                  <a:gd name="T6" fmla="*/ 12 w 348"/>
                  <a:gd name="T7" fmla="*/ 26 h 597"/>
                  <a:gd name="T8" fmla="*/ 8 w 348"/>
                  <a:gd name="T9" fmla="*/ 36 h 597"/>
                  <a:gd name="T10" fmla="*/ 4 w 348"/>
                  <a:gd name="T11" fmla="*/ 47 h 597"/>
                  <a:gd name="T12" fmla="*/ 1 w 348"/>
                  <a:gd name="T13" fmla="*/ 58 h 597"/>
                  <a:gd name="T14" fmla="*/ 0 w 348"/>
                  <a:gd name="T15" fmla="*/ 71 h 597"/>
                  <a:gd name="T16" fmla="*/ 0 w 348"/>
                  <a:gd name="T17" fmla="*/ 86 h 597"/>
                  <a:gd name="T18" fmla="*/ 270 w 348"/>
                  <a:gd name="T19" fmla="*/ 597 h 597"/>
                  <a:gd name="T20" fmla="*/ 348 w 348"/>
                  <a:gd name="T21" fmla="*/ 543 h 597"/>
                  <a:gd name="T22" fmla="*/ 44 w 348"/>
                  <a:gd name="T23" fmla="*/ 0 h 5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48"/>
                  <a:gd name="T37" fmla="*/ 0 h 597"/>
                  <a:gd name="T38" fmla="*/ 348 w 348"/>
                  <a:gd name="T39" fmla="*/ 597 h 59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48" h="597">
                    <a:moveTo>
                      <a:pt x="44" y="0"/>
                    </a:moveTo>
                    <a:lnTo>
                      <a:pt x="31" y="8"/>
                    </a:lnTo>
                    <a:lnTo>
                      <a:pt x="21" y="16"/>
                    </a:lnTo>
                    <a:lnTo>
                      <a:pt x="12" y="26"/>
                    </a:lnTo>
                    <a:lnTo>
                      <a:pt x="8" y="36"/>
                    </a:lnTo>
                    <a:lnTo>
                      <a:pt x="4" y="47"/>
                    </a:lnTo>
                    <a:lnTo>
                      <a:pt x="1" y="58"/>
                    </a:lnTo>
                    <a:lnTo>
                      <a:pt x="0" y="71"/>
                    </a:lnTo>
                    <a:lnTo>
                      <a:pt x="0" y="86"/>
                    </a:lnTo>
                    <a:lnTo>
                      <a:pt x="270" y="597"/>
                    </a:lnTo>
                    <a:lnTo>
                      <a:pt x="348" y="54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27" name="Oval 157">
                <a:extLst>
                  <a:ext uri="{FF2B5EF4-FFF2-40B4-BE49-F238E27FC236}">
                    <a16:creationId xmlns:a16="http://schemas.microsoft.com/office/drawing/2014/main" id="{DC8D9A41-70FD-B54A-A90C-DD9C3987C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966"/>
                <a:ext cx="190" cy="183"/>
              </a:xfrm>
              <a:prstGeom prst="ellipse">
                <a:avLst/>
              </a:prstGeom>
              <a:solidFill>
                <a:srgbClr val="7F5F3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25" name="Group 2">
            <a:extLst>
              <a:ext uri="{FF2B5EF4-FFF2-40B4-BE49-F238E27FC236}">
                <a16:creationId xmlns:a16="http://schemas.microsoft.com/office/drawing/2014/main" id="{1A93F8E7-434E-0F4D-90B2-DE1C92C2CEE4}"/>
              </a:ext>
            </a:extLst>
          </p:cNvPr>
          <p:cNvGrpSpPr>
            <a:grpSpLocks/>
          </p:cNvGrpSpPr>
          <p:nvPr/>
        </p:nvGrpSpPr>
        <p:grpSpPr bwMode="auto">
          <a:xfrm>
            <a:off x="0" y="611188"/>
            <a:ext cx="9082088" cy="6167437"/>
            <a:chOff x="0" y="385"/>
            <a:chExt cx="5721" cy="3885"/>
          </a:xfrm>
        </p:grpSpPr>
        <p:sp>
          <p:nvSpPr>
            <p:cNvPr id="26627" name="Freeform 3">
              <a:extLst>
                <a:ext uri="{FF2B5EF4-FFF2-40B4-BE49-F238E27FC236}">
                  <a16:creationId xmlns:a16="http://schemas.microsoft.com/office/drawing/2014/main" id="{C389E45F-99A9-E74C-AA5E-E30207652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85"/>
              <a:ext cx="4419" cy="3885"/>
            </a:xfrm>
            <a:custGeom>
              <a:avLst/>
              <a:gdLst>
                <a:gd name="T0" fmla="*/ 0 w 4419"/>
                <a:gd name="T1" fmla="*/ 1199 h 3885"/>
                <a:gd name="T2" fmla="*/ 907 w 4419"/>
                <a:gd name="T3" fmla="*/ 0 h 3885"/>
                <a:gd name="T4" fmla="*/ 4419 w 4419"/>
                <a:gd name="T5" fmla="*/ 0 h 3885"/>
                <a:gd name="T6" fmla="*/ 4413 w 4419"/>
                <a:gd name="T7" fmla="*/ 3885 h 3885"/>
                <a:gd name="T8" fmla="*/ 950 w 4419"/>
                <a:gd name="T9" fmla="*/ 3885 h 3885"/>
                <a:gd name="T10" fmla="*/ 39 w 4419"/>
                <a:gd name="T11" fmla="*/ 1483 h 38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19"/>
                <a:gd name="T19" fmla="*/ 0 h 3885"/>
                <a:gd name="T20" fmla="*/ 4419 w 4419"/>
                <a:gd name="T21" fmla="*/ 3885 h 388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19" h="3885">
                  <a:moveTo>
                    <a:pt x="0" y="1199"/>
                  </a:moveTo>
                  <a:lnTo>
                    <a:pt x="907" y="0"/>
                  </a:lnTo>
                  <a:lnTo>
                    <a:pt x="4419" y="0"/>
                  </a:lnTo>
                  <a:lnTo>
                    <a:pt x="4413" y="3885"/>
                  </a:lnTo>
                  <a:lnTo>
                    <a:pt x="950" y="3885"/>
                  </a:lnTo>
                  <a:lnTo>
                    <a:pt x="39" y="1483"/>
                  </a:lnTo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/>
            <a:p>
              <a:endParaRPr lang="pt-BR"/>
            </a:p>
          </p:txBody>
        </p:sp>
        <p:sp>
          <p:nvSpPr>
            <p:cNvPr id="26628" name="Rectangle 4">
              <a:extLst>
                <a:ext uri="{FF2B5EF4-FFF2-40B4-BE49-F238E27FC236}">
                  <a16:creationId xmlns:a16="http://schemas.microsoft.com/office/drawing/2014/main" id="{8D6AB67D-77D3-FA43-88D3-D8E1F9A40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875"/>
              <a:ext cx="796" cy="2618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6629" name="Text Box 5">
              <a:extLst>
                <a:ext uri="{FF2B5EF4-FFF2-40B4-BE49-F238E27FC236}">
                  <a16:creationId xmlns:a16="http://schemas.microsoft.com/office/drawing/2014/main" id="{43A6AA0D-AEFA-8B46-A9C6-A2CEF3A93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9" y="974"/>
              <a:ext cx="717" cy="41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Obter recursos de fabricação</a:t>
              </a:r>
            </a:p>
          </p:txBody>
        </p:sp>
        <p:sp>
          <p:nvSpPr>
            <p:cNvPr id="26630" name="Text Box 6">
              <a:extLst>
                <a:ext uri="{FF2B5EF4-FFF2-40B4-BE49-F238E27FC236}">
                  <a16:creationId xmlns:a16="http://schemas.microsoft.com/office/drawing/2014/main" id="{BEB1DB97-76F8-B247-98D5-4FCC9181A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7" y="476"/>
              <a:ext cx="1040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Planejar Produção Piloto </a:t>
              </a:r>
            </a:p>
          </p:txBody>
        </p:sp>
        <p:sp>
          <p:nvSpPr>
            <p:cNvPr id="26631" name="Text Box 7">
              <a:extLst>
                <a:ext uri="{FF2B5EF4-FFF2-40B4-BE49-F238E27FC236}">
                  <a16:creationId xmlns:a16="http://schemas.microsoft.com/office/drawing/2014/main" id="{C4E5B32E-E9E3-E442-A56D-497C06837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8" y="1477"/>
              <a:ext cx="848" cy="41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Receber e instalar recursos</a:t>
              </a:r>
            </a:p>
          </p:txBody>
        </p:sp>
        <p:sp>
          <p:nvSpPr>
            <p:cNvPr id="26632" name="Text Box 8">
              <a:extLst>
                <a:ext uri="{FF2B5EF4-FFF2-40B4-BE49-F238E27FC236}">
                  <a16:creationId xmlns:a16="http://schemas.microsoft.com/office/drawing/2014/main" id="{462FFED7-9828-F24A-9829-F810CEBF1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7" y="1041"/>
              <a:ext cx="760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Produzir Lote Piloto</a:t>
              </a:r>
            </a:p>
          </p:txBody>
        </p:sp>
        <p:sp>
          <p:nvSpPr>
            <p:cNvPr id="26633" name="Text Box 9">
              <a:extLst>
                <a:ext uri="{FF2B5EF4-FFF2-40B4-BE49-F238E27FC236}">
                  <a16:creationId xmlns:a16="http://schemas.microsoft.com/office/drawing/2014/main" id="{716C13E7-CD5B-554B-BB44-9DD2E2C6F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5" y="1041"/>
              <a:ext cx="821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Homologar Processo </a:t>
              </a:r>
            </a:p>
          </p:txBody>
        </p:sp>
        <p:sp>
          <p:nvSpPr>
            <p:cNvPr id="26634" name="Text Box 10">
              <a:extLst>
                <a:ext uri="{FF2B5EF4-FFF2-40B4-BE49-F238E27FC236}">
                  <a16:creationId xmlns:a16="http://schemas.microsoft.com/office/drawing/2014/main" id="{BC68440D-1796-D44D-95D1-E47EC0F1C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4" y="1611"/>
              <a:ext cx="871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Otimizar produção</a:t>
              </a:r>
            </a:p>
          </p:txBody>
        </p:sp>
        <p:sp>
          <p:nvSpPr>
            <p:cNvPr id="26635" name="Text Box 11">
              <a:extLst>
                <a:ext uri="{FF2B5EF4-FFF2-40B4-BE49-F238E27FC236}">
                  <a16:creationId xmlns:a16="http://schemas.microsoft.com/office/drawing/2014/main" id="{16B457E0-93D6-6C40-A95B-8C3672124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9" y="2641"/>
              <a:ext cx="705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Certificar Produto</a:t>
              </a:r>
            </a:p>
          </p:txBody>
        </p:sp>
        <p:sp>
          <p:nvSpPr>
            <p:cNvPr id="26636" name="Text Box 12">
              <a:extLst>
                <a:ext uri="{FF2B5EF4-FFF2-40B4-BE49-F238E27FC236}">
                  <a16:creationId xmlns:a16="http://schemas.microsoft.com/office/drawing/2014/main" id="{C8A95357-BDE3-7F47-AF92-5F6D079A0F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0" y="2408"/>
              <a:ext cx="763" cy="41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Desenvolver processo de manutenção</a:t>
              </a:r>
            </a:p>
          </p:txBody>
        </p:sp>
        <p:cxnSp>
          <p:nvCxnSpPr>
            <p:cNvPr id="26637" name="AutoShape 13">
              <a:extLst>
                <a:ext uri="{FF2B5EF4-FFF2-40B4-BE49-F238E27FC236}">
                  <a16:creationId xmlns:a16="http://schemas.microsoft.com/office/drawing/2014/main" id="{873947AF-9DF4-4E4A-A480-5B7672B01B69}"/>
                </a:ext>
              </a:extLst>
            </p:cNvPr>
            <p:cNvCxnSpPr>
              <a:cxnSpLocks noChangeShapeType="1"/>
              <a:stCxn id="26629" idx="2"/>
              <a:endCxn id="26631" idx="1"/>
            </p:cNvCxnSpPr>
            <p:nvPr/>
          </p:nvCxnSpPr>
          <p:spPr bwMode="auto">
            <a:xfrm rot="16200000" flipH="1">
              <a:off x="2255" y="1327"/>
              <a:ext cx="290" cy="424"/>
            </a:xfrm>
            <a:prstGeom prst="bentConnector2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38" name="AutoShape 14">
              <a:extLst>
                <a:ext uri="{FF2B5EF4-FFF2-40B4-BE49-F238E27FC236}">
                  <a16:creationId xmlns:a16="http://schemas.microsoft.com/office/drawing/2014/main" id="{0160E0DC-0D92-EA42-8C87-8A486306117D}"/>
                </a:ext>
              </a:extLst>
            </p:cNvPr>
            <p:cNvCxnSpPr>
              <a:cxnSpLocks noChangeShapeType="1"/>
              <a:stCxn id="26632" idx="3"/>
              <a:endCxn id="26633" idx="1"/>
            </p:cNvCxnSpPr>
            <p:nvPr/>
          </p:nvCxnSpPr>
          <p:spPr bwMode="auto">
            <a:xfrm>
              <a:off x="4223" y="1181"/>
              <a:ext cx="456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39" name="AutoShape 15">
              <a:extLst>
                <a:ext uri="{FF2B5EF4-FFF2-40B4-BE49-F238E27FC236}">
                  <a16:creationId xmlns:a16="http://schemas.microsoft.com/office/drawing/2014/main" id="{7D698F5F-1BFD-0344-B05D-50B4619003D3}"/>
                </a:ext>
              </a:extLst>
            </p:cNvPr>
            <p:cNvCxnSpPr>
              <a:cxnSpLocks noChangeShapeType="1"/>
              <a:stCxn id="26633" idx="2"/>
              <a:endCxn id="26634" idx="3"/>
            </p:cNvCxnSpPr>
            <p:nvPr/>
          </p:nvCxnSpPr>
          <p:spPr bwMode="auto">
            <a:xfrm rot="5400000">
              <a:off x="4782" y="1436"/>
              <a:ext cx="424" cy="205"/>
            </a:xfrm>
            <a:prstGeom prst="bentConnector2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40" name="AutoShape 16">
              <a:extLst>
                <a:ext uri="{FF2B5EF4-FFF2-40B4-BE49-F238E27FC236}">
                  <a16:creationId xmlns:a16="http://schemas.microsoft.com/office/drawing/2014/main" id="{66D4B671-32AA-A544-8F6C-C93C78D15FBD}"/>
                </a:ext>
              </a:extLst>
            </p:cNvPr>
            <p:cNvCxnSpPr>
              <a:cxnSpLocks noChangeShapeType="1"/>
              <a:stCxn id="26634" idx="1"/>
              <a:endCxn id="26632" idx="2"/>
            </p:cNvCxnSpPr>
            <p:nvPr/>
          </p:nvCxnSpPr>
          <p:spPr bwMode="auto">
            <a:xfrm rot="10800000">
              <a:off x="3837" y="1327"/>
              <a:ext cx="171" cy="424"/>
            </a:xfrm>
            <a:prstGeom prst="bentConnector2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41" name="AutoShape 17">
              <a:extLst>
                <a:ext uri="{FF2B5EF4-FFF2-40B4-BE49-F238E27FC236}">
                  <a16:creationId xmlns:a16="http://schemas.microsoft.com/office/drawing/2014/main" id="{B1BCF529-E719-EE42-948F-E46A3C5EE3EB}"/>
                </a:ext>
              </a:extLst>
            </p:cNvPr>
            <p:cNvCxnSpPr>
              <a:cxnSpLocks noChangeShapeType="1"/>
              <a:stCxn id="26631" idx="2"/>
              <a:endCxn id="26636" idx="0"/>
            </p:cNvCxnSpPr>
            <p:nvPr/>
          </p:nvCxnSpPr>
          <p:spPr bwMode="auto">
            <a:xfrm rot="5400000">
              <a:off x="2789" y="2150"/>
              <a:ext cx="505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42" name="AutoShape 18">
              <a:extLst>
                <a:ext uri="{FF2B5EF4-FFF2-40B4-BE49-F238E27FC236}">
                  <a16:creationId xmlns:a16="http://schemas.microsoft.com/office/drawing/2014/main" id="{24A15754-0885-C54D-952E-463DB9477C3E}"/>
                </a:ext>
              </a:extLst>
            </p:cNvPr>
            <p:cNvCxnSpPr>
              <a:cxnSpLocks noChangeShapeType="1"/>
              <a:stCxn id="26671" idx="2"/>
              <a:endCxn id="26669" idx="0"/>
            </p:cNvCxnSpPr>
            <p:nvPr/>
          </p:nvCxnSpPr>
          <p:spPr bwMode="auto">
            <a:xfrm rot="5400000">
              <a:off x="3204" y="2764"/>
              <a:ext cx="908" cy="1234"/>
            </a:xfrm>
            <a:prstGeom prst="bentConnector3">
              <a:avLst>
                <a:gd name="adj1" fmla="val 50000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43" name="AutoShape 19">
              <a:extLst>
                <a:ext uri="{FF2B5EF4-FFF2-40B4-BE49-F238E27FC236}">
                  <a16:creationId xmlns:a16="http://schemas.microsoft.com/office/drawing/2014/main" id="{B2A5DD29-0ADE-8244-A3AC-E294996111F8}"/>
                </a:ext>
              </a:extLst>
            </p:cNvPr>
            <p:cNvCxnSpPr>
              <a:cxnSpLocks noChangeShapeType="1"/>
              <a:stCxn id="26631" idx="0"/>
              <a:endCxn id="26632" idx="1"/>
            </p:cNvCxnSpPr>
            <p:nvPr/>
          </p:nvCxnSpPr>
          <p:spPr bwMode="auto">
            <a:xfrm rot="-5400000">
              <a:off x="3102" y="1121"/>
              <a:ext cx="290" cy="409"/>
            </a:xfrm>
            <a:prstGeom prst="bentConnector2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44" name="AutoShape 20">
              <a:extLst>
                <a:ext uri="{FF2B5EF4-FFF2-40B4-BE49-F238E27FC236}">
                  <a16:creationId xmlns:a16="http://schemas.microsoft.com/office/drawing/2014/main" id="{7AD535AC-B986-9141-8C4B-8238FB096BD9}"/>
                </a:ext>
              </a:extLst>
            </p:cNvPr>
            <p:cNvCxnSpPr>
              <a:cxnSpLocks noChangeShapeType="1"/>
              <a:stCxn id="26630" idx="3"/>
              <a:endCxn id="26632" idx="0"/>
            </p:cNvCxnSpPr>
            <p:nvPr/>
          </p:nvCxnSpPr>
          <p:spPr bwMode="auto">
            <a:xfrm>
              <a:off x="3543" y="616"/>
              <a:ext cx="294" cy="419"/>
            </a:xfrm>
            <a:prstGeom prst="bentConnector2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645" name="Text Box 21">
              <a:extLst>
                <a:ext uri="{FF2B5EF4-FFF2-40B4-BE49-F238E27FC236}">
                  <a16:creationId xmlns:a16="http://schemas.microsoft.com/office/drawing/2014/main" id="{8CE9F138-888D-4C43-8AFE-706E9B2E0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2" y="3011"/>
              <a:ext cx="732" cy="41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Desenvolver processo de produção</a:t>
              </a:r>
            </a:p>
          </p:txBody>
        </p:sp>
        <p:cxnSp>
          <p:nvCxnSpPr>
            <p:cNvPr id="26646" name="AutoShape 22">
              <a:extLst>
                <a:ext uri="{FF2B5EF4-FFF2-40B4-BE49-F238E27FC236}">
                  <a16:creationId xmlns:a16="http://schemas.microsoft.com/office/drawing/2014/main" id="{6A5549FB-6F25-6F44-8B24-B4AAA7709649}"/>
                </a:ext>
              </a:extLst>
            </p:cNvPr>
            <p:cNvCxnSpPr>
              <a:cxnSpLocks noChangeShapeType="1"/>
              <a:stCxn id="26645" idx="3"/>
              <a:endCxn id="26673" idx="1"/>
            </p:cNvCxnSpPr>
            <p:nvPr/>
          </p:nvCxnSpPr>
          <p:spPr bwMode="auto">
            <a:xfrm flipV="1">
              <a:off x="2560" y="2808"/>
              <a:ext cx="1425" cy="41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6647" name="Group 23">
              <a:extLst>
                <a:ext uri="{FF2B5EF4-FFF2-40B4-BE49-F238E27FC236}">
                  <a16:creationId xmlns:a16="http://schemas.microsoft.com/office/drawing/2014/main" id="{9000CCE7-CF6B-AD48-8468-241AF9B11B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5" y="2266"/>
              <a:ext cx="600" cy="655"/>
              <a:chOff x="3767" y="2506"/>
              <a:chExt cx="600" cy="655"/>
            </a:xfrm>
          </p:grpSpPr>
          <p:sp>
            <p:nvSpPr>
              <p:cNvPr id="26671" name="Text Box 24">
                <a:extLst>
                  <a:ext uri="{FF2B5EF4-FFF2-40B4-BE49-F238E27FC236}">
                    <a16:creationId xmlns:a16="http://schemas.microsoft.com/office/drawing/2014/main" id="{D06FF8C3-9661-4E4B-8E91-F10B0C309E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7" y="2506"/>
                <a:ext cx="600" cy="65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400">
                    <a:solidFill>
                      <a:srgbClr val="000000"/>
                    </a:solidFill>
                  </a:rPr>
                  <a:t>Ensinar Pessoal</a:t>
                </a:r>
              </a:p>
            </p:txBody>
          </p:sp>
          <p:sp>
            <p:nvSpPr>
              <p:cNvPr id="26672" name="Rectangle 25">
                <a:extLst>
                  <a:ext uri="{FF2B5EF4-FFF2-40B4-BE49-F238E27FC236}">
                    <a16:creationId xmlns:a16="http://schemas.microsoft.com/office/drawing/2014/main" id="{61A68801-6834-8643-AEFD-28F6B8C3A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609"/>
                <a:ext cx="72" cy="7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26673" name="Rectangle 26">
                <a:extLst>
                  <a:ext uri="{FF2B5EF4-FFF2-40B4-BE49-F238E27FC236}">
                    <a16:creationId xmlns:a16="http://schemas.microsoft.com/office/drawing/2014/main" id="{743D5F3F-1DAA-704F-80EF-4255DC40B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3010"/>
                <a:ext cx="72" cy="7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sp>
          <p:nvSpPr>
            <p:cNvPr id="26648" name="Text Box 27">
              <a:extLst>
                <a:ext uri="{FF2B5EF4-FFF2-40B4-BE49-F238E27FC236}">
                  <a16:creationId xmlns:a16="http://schemas.microsoft.com/office/drawing/2014/main" id="{E84AB63C-4C41-DA4E-BBF0-0E5B61069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9" y="1826"/>
              <a:ext cx="772" cy="670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Normalmente começam a acontecer antes desta fase</a:t>
              </a:r>
            </a:p>
          </p:txBody>
        </p:sp>
        <p:cxnSp>
          <p:nvCxnSpPr>
            <p:cNvPr id="26649" name="AutoShape 28">
              <a:extLst>
                <a:ext uri="{FF2B5EF4-FFF2-40B4-BE49-F238E27FC236}">
                  <a16:creationId xmlns:a16="http://schemas.microsoft.com/office/drawing/2014/main" id="{AB65E9B8-0D3B-AA4D-89B4-69B185260213}"/>
                </a:ext>
              </a:extLst>
            </p:cNvPr>
            <p:cNvCxnSpPr>
              <a:cxnSpLocks noChangeShapeType="1"/>
              <a:stCxn id="26645" idx="0"/>
              <a:endCxn id="26636" idx="1"/>
            </p:cNvCxnSpPr>
            <p:nvPr/>
          </p:nvCxnSpPr>
          <p:spPr bwMode="auto">
            <a:xfrm rot="-5400000">
              <a:off x="2226" y="2577"/>
              <a:ext cx="390" cy="466"/>
            </a:xfrm>
            <a:prstGeom prst="bentConnector2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50" name="AutoShape 29">
              <a:extLst>
                <a:ext uri="{FF2B5EF4-FFF2-40B4-BE49-F238E27FC236}">
                  <a16:creationId xmlns:a16="http://schemas.microsoft.com/office/drawing/2014/main" id="{011EDD1A-F613-0F41-9F26-99E01EF05D4A}"/>
                </a:ext>
              </a:extLst>
            </p:cNvPr>
            <p:cNvCxnSpPr>
              <a:cxnSpLocks noChangeShapeType="1"/>
              <a:stCxn id="26633" idx="3"/>
              <a:endCxn id="26635" idx="0"/>
            </p:cNvCxnSpPr>
            <p:nvPr/>
          </p:nvCxnSpPr>
          <p:spPr bwMode="auto">
            <a:xfrm flipH="1">
              <a:off x="5032" y="1181"/>
              <a:ext cx="480" cy="1454"/>
            </a:xfrm>
            <a:prstGeom prst="bentConnector4">
              <a:avLst>
                <a:gd name="adj1" fmla="val -28750"/>
                <a:gd name="adj2" fmla="val 55019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51" name="AutoShape 30">
              <a:extLst>
                <a:ext uri="{FF2B5EF4-FFF2-40B4-BE49-F238E27FC236}">
                  <a16:creationId xmlns:a16="http://schemas.microsoft.com/office/drawing/2014/main" id="{0A51F60B-C50C-9F45-9FB1-E0DE6ADB4DDF}"/>
                </a:ext>
              </a:extLst>
            </p:cNvPr>
            <p:cNvCxnSpPr>
              <a:cxnSpLocks noChangeShapeType="1"/>
              <a:stCxn id="26635" idx="2"/>
              <a:endCxn id="26669" idx="0"/>
            </p:cNvCxnSpPr>
            <p:nvPr/>
          </p:nvCxnSpPr>
          <p:spPr bwMode="auto">
            <a:xfrm rot="5400000">
              <a:off x="3583" y="2385"/>
              <a:ext cx="908" cy="1991"/>
            </a:xfrm>
            <a:prstGeom prst="bentConnector3">
              <a:avLst>
                <a:gd name="adj1" fmla="val 50000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652" name="Text Box 31">
              <a:extLst>
                <a:ext uri="{FF2B5EF4-FFF2-40B4-BE49-F238E27FC236}">
                  <a16:creationId xmlns:a16="http://schemas.microsoft.com/office/drawing/2014/main" id="{397C7BF1-9887-0344-BE07-17124DABD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0" y="3568"/>
              <a:ext cx="885" cy="6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Documentar as decisões tomadas e registrar lições aprendidas</a:t>
              </a:r>
            </a:p>
          </p:txBody>
        </p:sp>
        <p:grpSp>
          <p:nvGrpSpPr>
            <p:cNvPr id="26653" name="Group 32">
              <a:extLst>
                <a:ext uri="{FF2B5EF4-FFF2-40B4-BE49-F238E27FC236}">
                  <a16:creationId xmlns:a16="http://schemas.microsoft.com/office/drawing/2014/main" id="{12F38BE6-BB5F-AA48-8ABE-68E298511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0" y="3841"/>
              <a:ext cx="902" cy="414"/>
              <a:chOff x="2566" y="3799"/>
              <a:chExt cx="902" cy="414"/>
            </a:xfrm>
          </p:grpSpPr>
          <p:grpSp>
            <p:nvGrpSpPr>
              <p:cNvPr id="26667" name="Group 33">
                <a:extLst>
                  <a:ext uri="{FF2B5EF4-FFF2-40B4-BE49-F238E27FC236}">
                    <a16:creationId xmlns:a16="http://schemas.microsoft.com/office/drawing/2014/main" id="{475D030F-0FC8-0047-BB4C-BD48ACD99B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6" y="3799"/>
                <a:ext cx="902" cy="414"/>
                <a:chOff x="1017" y="3652"/>
                <a:chExt cx="760" cy="704"/>
              </a:xfrm>
            </p:grpSpPr>
            <p:sp>
              <p:nvSpPr>
                <p:cNvPr id="26669" name="Text Box 34">
                  <a:extLst>
                    <a:ext uri="{FF2B5EF4-FFF2-40B4-BE49-F238E27FC236}">
                      <a16:creationId xmlns:a16="http://schemas.microsoft.com/office/drawing/2014/main" id="{0A4CB46E-9A9D-6D44-8ABF-6D3E8A079E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7" y="3652"/>
                  <a:ext cx="760" cy="7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>
                      <a:solidFill>
                        <a:srgbClr val="000000"/>
                      </a:solidFill>
                    </a:rPr>
                    <a:t>Monitorar viabilidade econômica</a:t>
                  </a:r>
                </a:p>
              </p:txBody>
            </p:sp>
            <p:sp>
              <p:nvSpPr>
                <p:cNvPr id="26670" name="Rectangle 35">
                  <a:extLst>
                    <a:ext uri="{FF2B5EF4-FFF2-40B4-BE49-F238E27FC236}">
                      <a16:creationId xmlns:a16="http://schemas.microsoft.com/office/drawing/2014/main" id="{B485261A-8CA3-D248-BF70-D2CB8F0AC7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0" y="3660"/>
                  <a:ext cx="108" cy="84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26668" name="Rectangle 36">
                <a:extLst>
                  <a:ext uri="{FF2B5EF4-FFF2-40B4-BE49-F238E27FC236}">
                    <a16:creationId xmlns:a16="http://schemas.microsoft.com/office/drawing/2014/main" id="{1346F45D-EE4D-CA49-B276-28B0AE041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3799"/>
                <a:ext cx="164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cxnSp>
          <p:nvCxnSpPr>
            <p:cNvPr id="26654" name="AutoShape 37">
              <a:extLst>
                <a:ext uri="{FF2B5EF4-FFF2-40B4-BE49-F238E27FC236}">
                  <a16:creationId xmlns:a16="http://schemas.microsoft.com/office/drawing/2014/main" id="{5AF9F807-5E37-5D4A-9BCF-29CD6DB71326}"/>
                </a:ext>
              </a:extLst>
            </p:cNvPr>
            <p:cNvCxnSpPr>
              <a:cxnSpLocks noChangeShapeType="1"/>
              <a:stCxn id="26636" idx="3"/>
              <a:endCxn id="26672" idx="1"/>
            </p:cNvCxnSpPr>
            <p:nvPr/>
          </p:nvCxnSpPr>
          <p:spPr bwMode="auto">
            <a:xfrm flipV="1">
              <a:off x="3429" y="2407"/>
              <a:ext cx="556" cy="208"/>
            </a:xfrm>
            <a:prstGeom prst="bentConnector3">
              <a:avLst>
                <a:gd name="adj1" fmla="val 49458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55" name="AutoShape 38">
              <a:extLst>
                <a:ext uri="{FF2B5EF4-FFF2-40B4-BE49-F238E27FC236}">
                  <a16:creationId xmlns:a16="http://schemas.microsoft.com/office/drawing/2014/main" id="{FDD57BD7-7846-BE4B-8B81-FBF89E78E7E0}"/>
                </a:ext>
              </a:extLst>
            </p:cNvPr>
            <p:cNvCxnSpPr>
              <a:cxnSpLocks noChangeShapeType="1"/>
              <a:stCxn id="26669" idx="3"/>
              <a:endCxn id="26664" idx="1"/>
            </p:cNvCxnSpPr>
            <p:nvPr/>
          </p:nvCxnSpPr>
          <p:spPr bwMode="auto">
            <a:xfrm flipV="1">
              <a:off x="3498" y="3607"/>
              <a:ext cx="355" cy="441"/>
            </a:xfrm>
            <a:prstGeom prst="bentConnector3">
              <a:avLst>
                <a:gd name="adj1" fmla="val 49861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56" name="AutoShape 39">
              <a:extLst>
                <a:ext uri="{FF2B5EF4-FFF2-40B4-BE49-F238E27FC236}">
                  <a16:creationId xmlns:a16="http://schemas.microsoft.com/office/drawing/2014/main" id="{83CDDF24-A4E9-CA40-9D6D-27F7AE0D09F6}"/>
                </a:ext>
              </a:extLst>
            </p:cNvPr>
            <p:cNvCxnSpPr>
              <a:cxnSpLocks noChangeShapeType="1"/>
              <a:stCxn id="26665" idx="3"/>
              <a:endCxn id="26652" idx="1"/>
            </p:cNvCxnSpPr>
            <p:nvPr/>
          </p:nvCxnSpPr>
          <p:spPr bwMode="auto">
            <a:xfrm flipV="1">
              <a:off x="4378" y="3909"/>
              <a:ext cx="396" cy="206"/>
            </a:xfrm>
            <a:prstGeom prst="bentConnector3">
              <a:avLst>
                <a:gd name="adj1" fmla="val 50000"/>
              </a:avLst>
            </a:prstGeom>
            <a:noFill/>
            <a:ln w="127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6657" name="Group 40">
              <a:extLst>
                <a:ext uri="{FF2B5EF4-FFF2-40B4-BE49-F238E27FC236}">
                  <a16:creationId xmlns:a16="http://schemas.microsoft.com/office/drawing/2014/main" id="{FCFCC35A-824E-FB4E-986E-6265FD1366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9" y="3467"/>
              <a:ext cx="529" cy="788"/>
              <a:chOff x="3859" y="3467"/>
              <a:chExt cx="529" cy="788"/>
            </a:xfrm>
          </p:grpSpPr>
          <p:sp>
            <p:nvSpPr>
              <p:cNvPr id="26664" name="Text Box 41">
                <a:extLst>
                  <a:ext uri="{FF2B5EF4-FFF2-40B4-BE49-F238E27FC236}">
                    <a16:creationId xmlns:a16="http://schemas.microsoft.com/office/drawing/2014/main" id="{3EAEBB63-051E-E740-9E5F-11CFDA3479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59" y="3467"/>
                <a:ext cx="529" cy="280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pt-BR" altLang="pt-BR" sz="1400">
                    <a:solidFill>
                      <a:srgbClr val="000000"/>
                    </a:solidFill>
                  </a:rPr>
                  <a:t>Avaliar Fase</a:t>
                </a:r>
              </a:p>
            </p:txBody>
          </p:sp>
          <p:sp>
            <p:nvSpPr>
              <p:cNvPr id="26665" name="Text Box 42">
                <a:extLst>
                  <a:ext uri="{FF2B5EF4-FFF2-40B4-BE49-F238E27FC236}">
                    <a16:creationId xmlns:a16="http://schemas.microsoft.com/office/drawing/2014/main" id="{3215CE0D-8186-7A48-93A9-292B791A72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6" y="3975"/>
                <a:ext cx="496" cy="280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pt-BR" altLang="pt-BR" sz="1400">
                    <a:solidFill>
                      <a:srgbClr val="000000"/>
                    </a:solidFill>
                  </a:rPr>
                  <a:t>Aprovar Fase</a:t>
                </a:r>
              </a:p>
            </p:txBody>
          </p:sp>
          <p:cxnSp>
            <p:nvCxnSpPr>
              <p:cNvPr id="26666" name="AutoShape 43">
                <a:extLst>
                  <a:ext uri="{FF2B5EF4-FFF2-40B4-BE49-F238E27FC236}">
                    <a16:creationId xmlns:a16="http://schemas.microsoft.com/office/drawing/2014/main" id="{2E03E05E-EE1C-7E4F-ACEE-3C5A4D51394B}"/>
                  </a:ext>
                </a:extLst>
              </p:cNvPr>
              <p:cNvCxnSpPr>
                <a:cxnSpLocks noChangeShapeType="1"/>
                <a:stCxn id="26664" idx="2"/>
                <a:endCxn id="26665" idx="0"/>
              </p:cNvCxnSpPr>
              <p:nvPr/>
            </p:nvCxnSpPr>
            <p:spPr bwMode="auto">
              <a:xfrm>
                <a:off x="4124" y="3753"/>
                <a:ext cx="0" cy="216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6658" name="AutoShape 44">
              <a:extLst>
                <a:ext uri="{FF2B5EF4-FFF2-40B4-BE49-F238E27FC236}">
                  <a16:creationId xmlns:a16="http://schemas.microsoft.com/office/drawing/2014/main" id="{AC31EBF9-F576-6041-9883-5562C48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516"/>
              <a:ext cx="1025" cy="392"/>
            </a:xfrm>
            <a:prstGeom prst="roundRect">
              <a:avLst>
                <a:gd name="adj" fmla="val 16667"/>
              </a:avLst>
            </a:prstGeom>
            <a:solidFill>
              <a:srgbClr val="FFFF99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800">
                  <a:solidFill>
                    <a:srgbClr val="000000"/>
                  </a:solidFill>
                </a:rPr>
                <a:t>Preparação da Produção</a:t>
              </a:r>
            </a:p>
          </p:txBody>
        </p:sp>
        <p:sp>
          <p:nvSpPr>
            <p:cNvPr id="26659" name="AutoShape 45">
              <a:extLst>
                <a:ext uri="{FF2B5EF4-FFF2-40B4-BE49-F238E27FC236}">
                  <a16:creationId xmlns:a16="http://schemas.microsoft.com/office/drawing/2014/main" id="{30285CC3-D045-164C-A92A-99BC9A308E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647" y="2012"/>
              <a:ext cx="419" cy="97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6660" name="AutoShape 46">
              <a:extLst>
                <a:ext uri="{FF2B5EF4-FFF2-40B4-BE49-F238E27FC236}">
                  <a16:creationId xmlns:a16="http://schemas.microsoft.com/office/drawing/2014/main" id="{4A88CE9A-BEE6-A040-96C2-BCF40575D4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647" y="1352"/>
              <a:ext cx="419" cy="97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6661" name="Text Box 47">
              <a:extLst>
                <a:ext uri="{FF2B5EF4-FFF2-40B4-BE49-F238E27FC236}">
                  <a16:creationId xmlns:a16="http://schemas.microsoft.com/office/drawing/2014/main" id="{07DE10CA-96B7-244A-9883-62E087E1D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" y="647"/>
              <a:ext cx="1318" cy="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Especificações Finais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Protótipo funcional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Projeto dos recursos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Plano de fim de vida</a:t>
              </a:r>
              <a:endParaRPr lang="pt-BR" altLang="pt-BR" sz="1600">
                <a:solidFill>
                  <a:srgbClr val="000000"/>
                </a:solidFill>
              </a:endParaRPr>
            </a:p>
          </p:txBody>
        </p:sp>
        <p:sp>
          <p:nvSpPr>
            <p:cNvPr id="26662" name="Text Box 48">
              <a:extLst>
                <a:ext uri="{FF2B5EF4-FFF2-40B4-BE49-F238E27FC236}">
                  <a16:creationId xmlns:a16="http://schemas.microsoft.com/office/drawing/2014/main" id="{BF34EA36-88C5-A84A-BFAE-8C0A70DAF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" y="2194"/>
              <a:ext cx="1661" cy="7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</a:rPr>
                <a:t>Liberação da Produção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</a:rPr>
                <a:t>Documentos homologação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</a:rPr>
                <a:t>Espec Proc de Produção Espec Proc Manutenção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</a:rPr>
                <a:t>Capacitação de pessoal</a:t>
              </a:r>
            </a:p>
          </p:txBody>
        </p:sp>
        <p:sp>
          <p:nvSpPr>
            <p:cNvPr id="26663" name="Text Box 49">
              <a:extLst>
                <a:ext uri="{FF2B5EF4-FFF2-40B4-BE49-F238E27FC236}">
                  <a16:creationId xmlns:a16="http://schemas.microsoft.com/office/drawing/2014/main" id="{D3AD4563-843A-1E42-A928-B64910A87E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914"/>
              <a:ext cx="2031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Espec Proc: Especificação do Processo (de negócio)</a:t>
              </a:r>
            </a:p>
          </p:txBody>
        </p:sp>
      </p:grpSp>
      <p:sp>
        <p:nvSpPr>
          <p:cNvPr id="26626" name="Rectangle 51">
            <a:extLst>
              <a:ext uri="{FF2B5EF4-FFF2-40B4-BE49-F238E27FC236}">
                <a16:creationId xmlns:a16="http://schemas.microsoft.com/office/drawing/2014/main" id="{2E588C7E-2A5E-574B-8375-DF8C2BC9CC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Informações principais e dependência entre as atividades da fase de Preparação da Produção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73" name="Group 552">
            <a:extLst>
              <a:ext uri="{FF2B5EF4-FFF2-40B4-BE49-F238E27FC236}">
                <a16:creationId xmlns:a16="http://schemas.microsoft.com/office/drawing/2014/main" id="{0F1BD34D-D110-6A43-86F0-624A55BD7A59}"/>
              </a:ext>
            </a:extLst>
          </p:cNvPr>
          <p:cNvGrpSpPr>
            <a:grpSpLocks/>
          </p:cNvGrpSpPr>
          <p:nvPr/>
        </p:nvGrpSpPr>
        <p:grpSpPr bwMode="auto">
          <a:xfrm>
            <a:off x="357188" y="917575"/>
            <a:ext cx="8520112" cy="5864225"/>
            <a:chOff x="225" y="578"/>
            <a:chExt cx="5367" cy="3694"/>
          </a:xfrm>
        </p:grpSpPr>
        <p:grpSp>
          <p:nvGrpSpPr>
            <p:cNvPr id="28675" name="Group 3">
              <a:extLst>
                <a:ext uri="{FF2B5EF4-FFF2-40B4-BE49-F238E27FC236}">
                  <a16:creationId xmlns:a16="http://schemas.microsoft.com/office/drawing/2014/main" id="{C9C0C94C-6844-3B43-9209-20719D9CA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4" y="1791"/>
              <a:ext cx="1124" cy="988"/>
              <a:chOff x="4217" y="1690"/>
              <a:chExt cx="1124" cy="988"/>
            </a:xfrm>
          </p:grpSpPr>
          <p:sp>
            <p:nvSpPr>
              <p:cNvPr id="29162" name="Freeform 4">
                <a:extLst>
                  <a:ext uri="{FF2B5EF4-FFF2-40B4-BE49-F238E27FC236}">
                    <a16:creationId xmlns:a16="http://schemas.microsoft.com/office/drawing/2014/main" id="{F75AB006-B550-4E4D-821F-00B9EAAB1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90"/>
                <a:ext cx="1124" cy="988"/>
              </a:xfrm>
              <a:custGeom>
                <a:avLst/>
                <a:gdLst>
                  <a:gd name="T0" fmla="*/ 70 w 2247"/>
                  <a:gd name="T1" fmla="*/ 20 h 1977"/>
                  <a:gd name="T2" fmla="*/ 68 w 2247"/>
                  <a:gd name="T3" fmla="*/ 19 h 1977"/>
                  <a:gd name="T4" fmla="*/ 65 w 2247"/>
                  <a:gd name="T5" fmla="*/ 21 h 1977"/>
                  <a:gd name="T6" fmla="*/ 59 w 2247"/>
                  <a:gd name="T7" fmla="*/ 25 h 1977"/>
                  <a:gd name="T8" fmla="*/ 52 w 2247"/>
                  <a:gd name="T9" fmla="*/ 30 h 1977"/>
                  <a:gd name="T10" fmla="*/ 45 w 2247"/>
                  <a:gd name="T11" fmla="*/ 35 h 1977"/>
                  <a:gd name="T12" fmla="*/ 41 w 2247"/>
                  <a:gd name="T13" fmla="*/ 38 h 1977"/>
                  <a:gd name="T14" fmla="*/ 38 w 2247"/>
                  <a:gd name="T15" fmla="*/ 41 h 1977"/>
                  <a:gd name="T16" fmla="*/ 36 w 2247"/>
                  <a:gd name="T17" fmla="*/ 41 h 1977"/>
                  <a:gd name="T18" fmla="*/ 40 w 2247"/>
                  <a:gd name="T19" fmla="*/ 33 h 1977"/>
                  <a:gd name="T20" fmla="*/ 45 w 2247"/>
                  <a:gd name="T21" fmla="*/ 26 h 1977"/>
                  <a:gd name="T22" fmla="*/ 53 w 2247"/>
                  <a:gd name="T23" fmla="*/ 19 h 1977"/>
                  <a:gd name="T24" fmla="*/ 61 w 2247"/>
                  <a:gd name="T25" fmla="*/ 11 h 1977"/>
                  <a:gd name="T26" fmla="*/ 64 w 2247"/>
                  <a:gd name="T27" fmla="*/ 3 h 1977"/>
                  <a:gd name="T28" fmla="*/ 61 w 2247"/>
                  <a:gd name="T29" fmla="*/ 1 h 1977"/>
                  <a:gd name="T30" fmla="*/ 57 w 2247"/>
                  <a:gd name="T31" fmla="*/ 1 h 1977"/>
                  <a:gd name="T32" fmla="*/ 54 w 2247"/>
                  <a:gd name="T33" fmla="*/ 2 h 1977"/>
                  <a:gd name="T34" fmla="*/ 45 w 2247"/>
                  <a:gd name="T35" fmla="*/ 7 h 1977"/>
                  <a:gd name="T36" fmla="*/ 39 w 2247"/>
                  <a:gd name="T37" fmla="*/ 12 h 1977"/>
                  <a:gd name="T38" fmla="*/ 33 w 2247"/>
                  <a:gd name="T39" fmla="*/ 19 h 1977"/>
                  <a:gd name="T40" fmla="*/ 28 w 2247"/>
                  <a:gd name="T41" fmla="*/ 25 h 1977"/>
                  <a:gd name="T42" fmla="*/ 24 w 2247"/>
                  <a:gd name="T43" fmla="*/ 31 h 1977"/>
                  <a:gd name="T44" fmla="*/ 20 w 2247"/>
                  <a:gd name="T45" fmla="*/ 36 h 1977"/>
                  <a:gd name="T46" fmla="*/ 21 w 2247"/>
                  <a:gd name="T47" fmla="*/ 31 h 1977"/>
                  <a:gd name="T48" fmla="*/ 28 w 2247"/>
                  <a:gd name="T49" fmla="*/ 19 h 1977"/>
                  <a:gd name="T50" fmla="*/ 36 w 2247"/>
                  <a:gd name="T51" fmla="*/ 8 h 1977"/>
                  <a:gd name="T52" fmla="*/ 36 w 2247"/>
                  <a:gd name="T53" fmla="*/ 3 h 1977"/>
                  <a:gd name="T54" fmla="*/ 30 w 2247"/>
                  <a:gd name="T55" fmla="*/ 0 h 1977"/>
                  <a:gd name="T56" fmla="*/ 23 w 2247"/>
                  <a:gd name="T57" fmla="*/ 2 h 1977"/>
                  <a:gd name="T58" fmla="*/ 16 w 2247"/>
                  <a:gd name="T59" fmla="*/ 5 h 1977"/>
                  <a:gd name="T60" fmla="*/ 10 w 2247"/>
                  <a:gd name="T61" fmla="*/ 9 h 1977"/>
                  <a:gd name="T62" fmla="*/ 5 w 2247"/>
                  <a:gd name="T63" fmla="*/ 14 h 1977"/>
                  <a:gd name="T64" fmla="*/ 2 w 2247"/>
                  <a:gd name="T65" fmla="*/ 22 h 1977"/>
                  <a:gd name="T66" fmla="*/ 1 w 2247"/>
                  <a:gd name="T67" fmla="*/ 32 h 1977"/>
                  <a:gd name="T68" fmla="*/ 2 w 2247"/>
                  <a:gd name="T69" fmla="*/ 38 h 1977"/>
                  <a:gd name="T70" fmla="*/ 5 w 2247"/>
                  <a:gd name="T71" fmla="*/ 40 h 1977"/>
                  <a:gd name="T72" fmla="*/ 8 w 2247"/>
                  <a:gd name="T73" fmla="*/ 40 h 1977"/>
                  <a:gd name="T74" fmla="*/ 9 w 2247"/>
                  <a:gd name="T75" fmla="*/ 42 h 1977"/>
                  <a:gd name="T76" fmla="*/ 10 w 2247"/>
                  <a:gd name="T77" fmla="*/ 49 h 1977"/>
                  <a:gd name="T78" fmla="*/ 14 w 2247"/>
                  <a:gd name="T79" fmla="*/ 54 h 1977"/>
                  <a:gd name="T80" fmla="*/ 19 w 2247"/>
                  <a:gd name="T81" fmla="*/ 52 h 1977"/>
                  <a:gd name="T82" fmla="*/ 23 w 2247"/>
                  <a:gd name="T83" fmla="*/ 48 h 1977"/>
                  <a:gd name="T84" fmla="*/ 25 w 2247"/>
                  <a:gd name="T85" fmla="*/ 46 h 1977"/>
                  <a:gd name="T86" fmla="*/ 25 w 2247"/>
                  <a:gd name="T87" fmla="*/ 58 h 1977"/>
                  <a:gd name="T88" fmla="*/ 28 w 2247"/>
                  <a:gd name="T89" fmla="*/ 61 h 1977"/>
                  <a:gd name="T90" fmla="*/ 31 w 2247"/>
                  <a:gd name="T91" fmla="*/ 61 h 1977"/>
                  <a:gd name="T92" fmla="*/ 34 w 2247"/>
                  <a:gd name="T93" fmla="*/ 59 h 1977"/>
                  <a:gd name="T94" fmla="*/ 43 w 2247"/>
                  <a:gd name="T95" fmla="*/ 50 h 1977"/>
                  <a:gd name="T96" fmla="*/ 49 w 2247"/>
                  <a:gd name="T97" fmla="*/ 48 h 1977"/>
                  <a:gd name="T98" fmla="*/ 49 w 2247"/>
                  <a:gd name="T99" fmla="*/ 52 h 1977"/>
                  <a:gd name="T100" fmla="*/ 54 w 2247"/>
                  <a:gd name="T101" fmla="*/ 55 h 1977"/>
                  <a:gd name="T102" fmla="*/ 57 w 2247"/>
                  <a:gd name="T103" fmla="*/ 55 h 1977"/>
                  <a:gd name="T104" fmla="*/ 62 w 2247"/>
                  <a:gd name="T105" fmla="*/ 54 h 1977"/>
                  <a:gd name="T106" fmla="*/ 67 w 2247"/>
                  <a:gd name="T107" fmla="*/ 50 h 1977"/>
                  <a:gd name="T108" fmla="*/ 66 w 2247"/>
                  <a:gd name="T109" fmla="*/ 46 h 1977"/>
                  <a:gd name="T110" fmla="*/ 63 w 2247"/>
                  <a:gd name="T111" fmla="*/ 44 h 1977"/>
                  <a:gd name="T112" fmla="*/ 61 w 2247"/>
                  <a:gd name="T113" fmla="*/ 42 h 1977"/>
                  <a:gd name="T114" fmla="*/ 65 w 2247"/>
                  <a:gd name="T115" fmla="*/ 36 h 1977"/>
                  <a:gd name="T116" fmla="*/ 70 w 2247"/>
                  <a:gd name="T117" fmla="*/ 31 h 197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247"/>
                  <a:gd name="T178" fmla="*/ 0 h 1977"/>
                  <a:gd name="T179" fmla="*/ 2247 w 2247"/>
                  <a:gd name="T180" fmla="*/ 1977 h 197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247" h="1977">
                    <a:moveTo>
                      <a:pt x="2235" y="946"/>
                    </a:moveTo>
                    <a:lnTo>
                      <a:pt x="2243" y="884"/>
                    </a:lnTo>
                    <a:lnTo>
                      <a:pt x="2247" y="812"/>
                    </a:lnTo>
                    <a:lnTo>
                      <a:pt x="2243" y="742"/>
                    </a:lnTo>
                    <a:lnTo>
                      <a:pt x="2231" y="682"/>
                    </a:lnTo>
                    <a:lnTo>
                      <a:pt x="2225" y="669"/>
                    </a:lnTo>
                    <a:lnTo>
                      <a:pt x="2218" y="658"/>
                    </a:lnTo>
                    <a:lnTo>
                      <a:pt x="2210" y="647"/>
                    </a:lnTo>
                    <a:lnTo>
                      <a:pt x="2201" y="639"/>
                    </a:lnTo>
                    <a:lnTo>
                      <a:pt x="2190" y="634"/>
                    </a:lnTo>
                    <a:lnTo>
                      <a:pt x="2178" y="630"/>
                    </a:lnTo>
                    <a:lnTo>
                      <a:pt x="2164" y="630"/>
                    </a:lnTo>
                    <a:lnTo>
                      <a:pt x="2148" y="631"/>
                    </a:lnTo>
                    <a:lnTo>
                      <a:pt x="2147" y="632"/>
                    </a:lnTo>
                    <a:lnTo>
                      <a:pt x="2142" y="635"/>
                    </a:lnTo>
                    <a:lnTo>
                      <a:pt x="2134" y="641"/>
                    </a:lnTo>
                    <a:lnTo>
                      <a:pt x="2124" y="646"/>
                    </a:lnTo>
                    <a:lnTo>
                      <a:pt x="2110" y="656"/>
                    </a:lnTo>
                    <a:lnTo>
                      <a:pt x="2095" y="665"/>
                    </a:lnTo>
                    <a:lnTo>
                      <a:pt x="2076" y="676"/>
                    </a:lnTo>
                    <a:lnTo>
                      <a:pt x="2057" y="689"/>
                    </a:lnTo>
                    <a:lnTo>
                      <a:pt x="2035" y="704"/>
                    </a:lnTo>
                    <a:lnTo>
                      <a:pt x="2011" y="719"/>
                    </a:lnTo>
                    <a:lnTo>
                      <a:pt x="1985" y="736"/>
                    </a:lnTo>
                    <a:lnTo>
                      <a:pt x="1959" y="753"/>
                    </a:lnTo>
                    <a:lnTo>
                      <a:pt x="1930" y="772"/>
                    </a:lnTo>
                    <a:lnTo>
                      <a:pt x="1901" y="791"/>
                    </a:lnTo>
                    <a:lnTo>
                      <a:pt x="1870" y="812"/>
                    </a:lnTo>
                    <a:lnTo>
                      <a:pt x="1839" y="833"/>
                    </a:lnTo>
                    <a:lnTo>
                      <a:pt x="1807" y="855"/>
                    </a:lnTo>
                    <a:lnTo>
                      <a:pt x="1774" y="877"/>
                    </a:lnTo>
                    <a:lnTo>
                      <a:pt x="1741" y="900"/>
                    </a:lnTo>
                    <a:lnTo>
                      <a:pt x="1709" y="922"/>
                    </a:lnTo>
                    <a:lnTo>
                      <a:pt x="1675" y="946"/>
                    </a:lnTo>
                    <a:lnTo>
                      <a:pt x="1642" y="969"/>
                    </a:lnTo>
                    <a:lnTo>
                      <a:pt x="1608" y="992"/>
                    </a:lnTo>
                    <a:lnTo>
                      <a:pt x="1576" y="1015"/>
                    </a:lnTo>
                    <a:lnTo>
                      <a:pt x="1545" y="1038"/>
                    </a:lnTo>
                    <a:lnTo>
                      <a:pt x="1514" y="1061"/>
                    </a:lnTo>
                    <a:lnTo>
                      <a:pt x="1483" y="1084"/>
                    </a:lnTo>
                    <a:lnTo>
                      <a:pt x="1454" y="1106"/>
                    </a:lnTo>
                    <a:lnTo>
                      <a:pt x="1426" y="1128"/>
                    </a:lnTo>
                    <a:lnTo>
                      <a:pt x="1400" y="1150"/>
                    </a:lnTo>
                    <a:lnTo>
                      <a:pt x="1375" y="1171"/>
                    </a:lnTo>
                    <a:lnTo>
                      <a:pt x="1351" y="1190"/>
                    </a:lnTo>
                    <a:lnTo>
                      <a:pt x="1336" y="1203"/>
                    </a:lnTo>
                    <a:lnTo>
                      <a:pt x="1323" y="1217"/>
                    </a:lnTo>
                    <a:lnTo>
                      <a:pt x="1308" y="1229"/>
                    </a:lnTo>
                    <a:lnTo>
                      <a:pt x="1294" y="1242"/>
                    </a:lnTo>
                    <a:lnTo>
                      <a:pt x="1279" y="1256"/>
                    </a:lnTo>
                    <a:lnTo>
                      <a:pt x="1265" y="1268"/>
                    </a:lnTo>
                    <a:lnTo>
                      <a:pt x="1251" y="1282"/>
                    </a:lnTo>
                    <a:lnTo>
                      <a:pt x="1237" y="1295"/>
                    </a:lnTo>
                    <a:lnTo>
                      <a:pt x="1224" y="1309"/>
                    </a:lnTo>
                    <a:lnTo>
                      <a:pt x="1210" y="1323"/>
                    </a:lnTo>
                    <a:lnTo>
                      <a:pt x="1196" y="1335"/>
                    </a:lnTo>
                    <a:lnTo>
                      <a:pt x="1182" y="1349"/>
                    </a:lnTo>
                    <a:lnTo>
                      <a:pt x="1168" y="1363"/>
                    </a:lnTo>
                    <a:lnTo>
                      <a:pt x="1154" y="1376"/>
                    </a:lnTo>
                    <a:lnTo>
                      <a:pt x="1142" y="1389"/>
                    </a:lnTo>
                    <a:lnTo>
                      <a:pt x="1128" y="1403"/>
                    </a:lnTo>
                    <a:lnTo>
                      <a:pt x="1137" y="1365"/>
                    </a:lnTo>
                    <a:lnTo>
                      <a:pt x="1146" y="1328"/>
                    </a:lnTo>
                    <a:lnTo>
                      <a:pt x="1158" y="1291"/>
                    </a:lnTo>
                    <a:lnTo>
                      <a:pt x="1171" y="1256"/>
                    </a:lnTo>
                    <a:lnTo>
                      <a:pt x="1183" y="1219"/>
                    </a:lnTo>
                    <a:lnTo>
                      <a:pt x="1198" y="1184"/>
                    </a:lnTo>
                    <a:lnTo>
                      <a:pt x="1214" y="1149"/>
                    </a:lnTo>
                    <a:lnTo>
                      <a:pt x="1230" y="1114"/>
                    </a:lnTo>
                    <a:lnTo>
                      <a:pt x="1249" y="1081"/>
                    </a:lnTo>
                    <a:lnTo>
                      <a:pt x="1268" y="1047"/>
                    </a:lnTo>
                    <a:lnTo>
                      <a:pt x="1288" y="1014"/>
                    </a:lnTo>
                    <a:lnTo>
                      <a:pt x="1310" y="982"/>
                    </a:lnTo>
                    <a:lnTo>
                      <a:pt x="1333" y="950"/>
                    </a:lnTo>
                    <a:lnTo>
                      <a:pt x="1357" y="919"/>
                    </a:lnTo>
                    <a:lnTo>
                      <a:pt x="1384" y="889"/>
                    </a:lnTo>
                    <a:lnTo>
                      <a:pt x="1410" y="861"/>
                    </a:lnTo>
                    <a:lnTo>
                      <a:pt x="1447" y="823"/>
                    </a:lnTo>
                    <a:lnTo>
                      <a:pt x="1484" y="787"/>
                    </a:lnTo>
                    <a:lnTo>
                      <a:pt x="1522" y="751"/>
                    </a:lnTo>
                    <a:lnTo>
                      <a:pt x="1560" y="715"/>
                    </a:lnTo>
                    <a:lnTo>
                      <a:pt x="1598" y="681"/>
                    </a:lnTo>
                    <a:lnTo>
                      <a:pt x="1637" y="646"/>
                    </a:lnTo>
                    <a:lnTo>
                      <a:pt x="1675" y="613"/>
                    </a:lnTo>
                    <a:lnTo>
                      <a:pt x="1713" y="578"/>
                    </a:lnTo>
                    <a:lnTo>
                      <a:pt x="1751" y="544"/>
                    </a:lnTo>
                    <a:lnTo>
                      <a:pt x="1789" y="510"/>
                    </a:lnTo>
                    <a:lnTo>
                      <a:pt x="1827" y="476"/>
                    </a:lnTo>
                    <a:lnTo>
                      <a:pt x="1865" y="440"/>
                    </a:lnTo>
                    <a:lnTo>
                      <a:pt x="1902" y="404"/>
                    </a:lnTo>
                    <a:lnTo>
                      <a:pt x="1938" y="369"/>
                    </a:lnTo>
                    <a:lnTo>
                      <a:pt x="1974" y="331"/>
                    </a:lnTo>
                    <a:lnTo>
                      <a:pt x="2008" y="293"/>
                    </a:lnTo>
                    <a:lnTo>
                      <a:pt x="2031" y="241"/>
                    </a:lnTo>
                    <a:lnTo>
                      <a:pt x="2039" y="205"/>
                    </a:lnTo>
                    <a:lnTo>
                      <a:pt x="2039" y="169"/>
                    </a:lnTo>
                    <a:lnTo>
                      <a:pt x="2033" y="135"/>
                    </a:lnTo>
                    <a:lnTo>
                      <a:pt x="2018" y="103"/>
                    </a:lnTo>
                    <a:lnTo>
                      <a:pt x="2008" y="89"/>
                    </a:lnTo>
                    <a:lnTo>
                      <a:pt x="1997" y="76"/>
                    </a:lnTo>
                    <a:lnTo>
                      <a:pt x="1985" y="65"/>
                    </a:lnTo>
                    <a:lnTo>
                      <a:pt x="1973" y="54"/>
                    </a:lnTo>
                    <a:lnTo>
                      <a:pt x="1959" y="46"/>
                    </a:lnTo>
                    <a:lnTo>
                      <a:pt x="1945" y="39"/>
                    </a:lnTo>
                    <a:lnTo>
                      <a:pt x="1930" y="32"/>
                    </a:lnTo>
                    <a:lnTo>
                      <a:pt x="1915" y="28"/>
                    </a:lnTo>
                    <a:lnTo>
                      <a:pt x="1900" y="25"/>
                    </a:lnTo>
                    <a:lnTo>
                      <a:pt x="1884" y="24"/>
                    </a:lnTo>
                    <a:lnTo>
                      <a:pt x="1869" y="23"/>
                    </a:lnTo>
                    <a:lnTo>
                      <a:pt x="1853" y="25"/>
                    </a:lnTo>
                    <a:lnTo>
                      <a:pt x="1837" y="28"/>
                    </a:lnTo>
                    <a:lnTo>
                      <a:pt x="1822" y="33"/>
                    </a:lnTo>
                    <a:lnTo>
                      <a:pt x="1807" y="39"/>
                    </a:lnTo>
                    <a:lnTo>
                      <a:pt x="1792" y="47"/>
                    </a:lnTo>
                    <a:lnTo>
                      <a:pt x="1788" y="50"/>
                    </a:lnTo>
                    <a:lnTo>
                      <a:pt x="1777" y="54"/>
                    </a:lnTo>
                    <a:lnTo>
                      <a:pt x="1758" y="63"/>
                    </a:lnTo>
                    <a:lnTo>
                      <a:pt x="1735" y="75"/>
                    </a:lnTo>
                    <a:lnTo>
                      <a:pt x="1706" y="90"/>
                    </a:lnTo>
                    <a:lnTo>
                      <a:pt x="1674" y="107"/>
                    </a:lnTo>
                    <a:lnTo>
                      <a:pt x="1638" y="126"/>
                    </a:lnTo>
                    <a:lnTo>
                      <a:pt x="1600" y="146"/>
                    </a:lnTo>
                    <a:lnTo>
                      <a:pt x="1561" y="168"/>
                    </a:lnTo>
                    <a:lnTo>
                      <a:pt x="1520" y="191"/>
                    </a:lnTo>
                    <a:lnTo>
                      <a:pt x="1479" y="215"/>
                    </a:lnTo>
                    <a:lnTo>
                      <a:pt x="1440" y="240"/>
                    </a:lnTo>
                    <a:lnTo>
                      <a:pt x="1401" y="264"/>
                    </a:lnTo>
                    <a:lnTo>
                      <a:pt x="1365" y="288"/>
                    </a:lnTo>
                    <a:lnTo>
                      <a:pt x="1333" y="311"/>
                    </a:lnTo>
                    <a:lnTo>
                      <a:pt x="1304" y="334"/>
                    </a:lnTo>
                    <a:lnTo>
                      <a:pt x="1274" y="361"/>
                    </a:lnTo>
                    <a:lnTo>
                      <a:pt x="1245" y="387"/>
                    </a:lnTo>
                    <a:lnTo>
                      <a:pt x="1219" y="414"/>
                    </a:lnTo>
                    <a:lnTo>
                      <a:pt x="1192" y="442"/>
                    </a:lnTo>
                    <a:lnTo>
                      <a:pt x="1166" y="470"/>
                    </a:lnTo>
                    <a:lnTo>
                      <a:pt x="1142" y="499"/>
                    </a:lnTo>
                    <a:lnTo>
                      <a:pt x="1118" y="529"/>
                    </a:lnTo>
                    <a:lnTo>
                      <a:pt x="1093" y="558"/>
                    </a:lnTo>
                    <a:lnTo>
                      <a:pt x="1070" y="588"/>
                    </a:lnTo>
                    <a:lnTo>
                      <a:pt x="1046" y="618"/>
                    </a:lnTo>
                    <a:lnTo>
                      <a:pt x="1023" y="649"/>
                    </a:lnTo>
                    <a:lnTo>
                      <a:pt x="1000" y="679"/>
                    </a:lnTo>
                    <a:lnTo>
                      <a:pt x="976" y="709"/>
                    </a:lnTo>
                    <a:lnTo>
                      <a:pt x="953" y="740"/>
                    </a:lnTo>
                    <a:lnTo>
                      <a:pt x="929" y="771"/>
                    </a:lnTo>
                    <a:lnTo>
                      <a:pt x="903" y="801"/>
                    </a:lnTo>
                    <a:lnTo>
                      <a:pt x="884" y="825"/>
                    </a:lnTo>
                    <a:lnTo>
                      <a:pt x="864" y="849"/>
                    </a:lnTo>
                    <a:lnTo>
                      <a:pt x="844" y="872"/>
                    </a:lnTo>
                    <a:lnTo>
                      <a:pt x="825" y="896"/>
                    </a:lnTo>
                    <a:lnTo>
                      <a:pt x="806" y="921"/>
                    </a:lnTo>
                    <a:lnTo>
                      <a:pt x="787" y="945"/>
                    </a:lnTo>
                    <a:lnTo>
                      <a:pt x="768" y="969"/>
                    </a:lnTo>
                    <a:lnTo>
                      <a:pt x="750" y="992"/>
                    </a:lnTo>
                    <a:lnTo>
                      <a:pt x="731" y="1016"/>
                    </a:lnTo>
                    <a:lnTo>
                      <a:pt x="712" y="1040"/>
                    </a:lnTo>
                    <a:lnTo>
                      <a:pt x="693" y="1063"/>
                    </a:lnTo>
                    <a:lnTo>
                      <a:pt x="675" y="1088"/>
                    </a:lnTo>
                    <a:lnTo>
                      <a:pt x="657" y="1111"/>
                    </a:lnTo>
                    <a:lnTo>
                      <a:pt x="638" y="1135"/>
                    </a:lnTo>
                    <a:lnTo>
                      <a:pt x="620" y="1159"/>
                    </a:lnTo>
                    <a:lnTo>
                      <a:pt x="601" y="1182"/>
                    </a:lnTo>
                    <a:lnTo>
                      <a:pt x="605" y="1167"/>
                    </a:lnTo>
                    <a:lnTo>
                      <a:pt x="609" y="1151"/>
                    </a:lnTo>
                    <a:lnTo>
                      <a:pt x="613" y="1136"/>
                    </a:lnTo>
                    <a:lnTo>
                      <a:pt x="617" y="1121"/>
                    </a:lnTo>
                    <a:lnTo>
                      <a:pt x="638" y="1062"/>
                    </a:lnTo>
                    <a:lnTo>
                      <a:pt x="661" y="1006"/>
                    </a:lnTo>
                    <a:lnTo>
                      <a:pt x="685" y="949"/>
                    </a:lnTo>
                    <a:lnTo>
                      <a:pt x="712" y="893"/>
                    </a:lnTo>
                    <a:lnTo>
                      <a:pt x="739" y="839"/>
                    </a:lnTo>
                    <a:lnTo>
                      <a:pt x="769" y="785"/>
                    </a:lnTo>
                    <a:lnTo>
                      <a:pt x="801" y="732"/>
                    </a:lnTo>
                    <a:lnTo>
                      <a:pt x="832" y="679"/>
                    </a:lnTo>
                    <a:lnTo>
                      <a:pt x="865" y="627"/>
                    </a:lnTo>
                    <a:lnTo>
                      <a:pt x="900" y="576"/>
                    </a:lnTo>
                    <a:lnTo>
                      <a:pt x="935" y="525"/>
                    </a:lnTo>
                    <a:lnTo>
                      <a:pt x="971" y="475"/>
                    </a:lnTo>
                    <a:lnTo>
                      <a:pt x="1008" y="426"/>
                    </a:lnTo>
                    <a:lnTo>
                      <a:pt x="1046" y="377"/>
                    </a:lnTo>
                    <a:lnTo>
                      <a:pt x="1084" y="328"/>
                    </a:lnTo>
                    <a:lnTo>
                      <a:pt x="1122" y="281"/>
                    </a:lnTo>
                    <a:lnTo>
                      <a:pt x="1152" y="218"/>
                    </a:lnTo>
                    <a:lnTo>
                      <a:pt x="1156" y="205"/>
                    </a:lnTo>
                    <a:lnTo>
                      <a:pt x="1159" y="194"/>
                    </a:lnTo>
                    <a:lnTo>
                      <a:pt x="1160" y="181"/>
                    </a:lnTo>
                    <a:lnTo>
                      <a:pt x="1161" y="168"/>
                    </a:lnTo>
                    <a:lnTo>
                      <a:pt x="1159" y="135"/>
                    </a:lnTo>
                    <a:lnTo>
                      <a:pt x="1151" y="104"/>
                    </a:lnTo>
                    <a:lnTo>
                      <a:pt x="1136" y="76"/>
                    </a:lnTo>
                    <a:lnTo>
                      <a:pt x="1116" y="51"/>
                    </a:lnTo>
                    <a:lnTo>
                      <a:pt x="1093" y="30"/>
                    </a:lnTo>
                    <a:lnTo>
                      <a:pt x="1066" y="15"/>
                    </a:lnTo>
                    <a:lnTo>
                      <a:pt x="1035" y="5"/>
                    </a:lnTo>
                    <a:lnTo>
                      <a:pt x="1002" y="0"/>
                    </a:lnTo>
                    <a:lnTo>
                      <a:pt x="938" y="3"/>
                    </a:lnTo>
                    <a:lnTo>
                      <a:pt x="904" y="10"/>
                    </a:lnTo>
                    <a:lnTo>
                      <a:pt x="871" y="17"/>
                    </a:lnTo>
                    <a:lnTo>
                      <a:pt x="839" y="25"/>
                    </a:lnTo>
                    <a:lnTo>
                      <a:pt x="805" y="35"/>
                    </a:lnTo>
                    <a:lnTo>
                      <a:pt x="773" y="44"/>
                    </a:lnTo>
                    <a:lnTo>
                      <a:pt x="741" y="54"/>
                    </a:lnTo>
                    <a:lnTo>
                      <a:pt x="708" y="65"/>
                    </a:lnTo>
                    <a:lnTo>
                      <a:pt x="676" y="77"/>
                    </a:lnTo>
                    <a:lnTo>
                      <a:pt x="644" y="89"/>
                    </a:lnTo>
                    <a:lnTo>
                      <a:pt x="613" y="103"/>
                    </a:lnTo>
                    <a:lnTo>
                      <a:pt x="582" y="116"/>
                    </a:lnTo>
                    <a:lnTo>
                      <a:pt x="552" y="131"/>
                    </a:lnTo>
                    <a:lnTo>
                      <a:pt x="522" y="146"/>
                    </a:lnTo>
                    <a:lnTo>
                      <a:pt x="492" y="162"/>
                    </a:lnTo>
                    <a:lnTo>
                      <a:pt x="463" y="180"/>
                    </a:lnTo>
                    <a:lnTo>
                      <a:pt x="435" y="197"/>
                    </a:lnTo>
                    <a:lnTo>
                      <a:pt x="406" y="217"/>
                    </a:lnTo>
                    <a:lnTo>
                      <a:pt x="380" y="235"/>
                    </a:lnTo>
                    <a:lnTo>
                      <a:pt x="353" y="256"/>
                    </a:lnTo>
                    <a:lnTo>
                      <a:pt x="327" y="276"/>
                    </a:lnTo>
                    <a:lnTo>
                      <a:pt x="302" y="298"/>
                    </a:lnTo>
                    <a:lnTo>
                      <a:pt x="277" y="321"/>
                    </a:lnTo>
                    <a:lnTo>
                      <a:pt x="254" y="346"/>
                    </a:lnTo>
                    <a:lnTo>
                      <a:pt x="231" y="370"/>
                    </a:lnTo>
                    <a:lnTo>
                      <a:pt x="209" y="395"/>
                    </a:lnTo>
                    <a:lnTo>
                      <a:pt x="189" y="422"/>
                    </a:lnTo>
                    <a:lnTo>
                      <a:pt x="169" y="448"/>
                    </a:lnTo>
                    <a:lnTo>
                      <a:pt x="149" y="477"/>
                    </a:lnTo>
                    <a:lnTo>
                      <a:pt x="131" y="506"/>
                    </a:lnTo>
                    <a:lnTo>
                      <a:pt x="115" y="536"/>
                    </a:lnTo>
                    <a:lnTo>
                      <a:pt x="99" y="566"/>
                    </a:lnTo>
                    <a:lnTo>
                      <a:pt x="84" y="598"/>
                    </a:lnTo>
                    <a:lnTo>
                      <a:pt x="69" y="634"/>
                    </a:lnTo>
                    <a:lnTo>
                      <a:pt x="55" y="669"/>
                    </a:lnTo>
                    <a:lnTo>
                      <a:pt x="42" y="706"/>
                    </a:lnTo>
                    <a:lnTo>
                      <a:pt x="31" y="743"/>
                    </a:lnTo>
                    <a:lnTo>
                      <a:pt x="22" y="781"/>
                    </a:lnTo>
                    <a:lnTo>
                      <a:pt x="13" y="818"/>
                    </a:lnTo>
                    <a:lnTo>
                      <a:pt x="8" y="856"/>
                    </a:lnTo>
                    <a:lnTo>
                      <a:pt x="3" y="894"/>
                    </a:lnTo>
                    <a:lnTo>
                      <a:pt x="0" y="960"/>
                    </a:lnTo>
                    <a:lnTo>
                      <a:pt x="3" y="1025"/>
                    </a:lnTo>
                    <a:lnTo>
                      <a:pt x="11" y="1091"/>
                    </a:lnTo>
                    <a:lnTo>
                      <a:pt x="26" y="1157"/>
                    </a:lnTo>
                    <a:lnTo>
                      <a:pt x="31" y="1173"/>
                    </a:lnTo>
                    <a:lnTo>
                      <a:pt x="35" y="1189"/>
                    </a:lnTo>
                    <a:lnTo>
                      <a:pt x="42" y="1204"/>
                    </a:lnTo>
                    <a:lnTo>
                      <a:pt x="51" y="1218"/>
                    </a:lnTo>
                    <a:lnTo>
                      <a:pt x="61" y="1230"/>
                    </a:lnTo>
                    <a:lnTo>
                      <a:pt x="71" y="1242"/>
                    </a:lnTo>
                    <a:lnTo>
                      <a:pt x="83" y="1253"/>
                    </a:lnTo>
                    <a:lnTo>
                      <a:pt x="95" y="1263"/>
                    </a:lnTo>
                    <a:lnTo>
                      <a:pt x="109" y="1271"/>
                    </a:lnTo>
                    <a:lnTo>
                      <a:pt x="123" y="1278"/>
                    </a:lnTo>
                    <a:lnTo>
                      <a:pt x="138" y="1283"/>
                    </a:lnTo>
                    <a:lnTo>
                      <a:pt x="154" y="1287"/>
                    </a:lnTo>
                    <a:lnTo>
                      <a:pt x="169" y="1290"/>
                    </a:lnTo>
                    <a:lnTo>
                      <a:pt x="185" y="1291"/>
                    </a:lnTo>
                    <a:lnTo>
                      <a:pt x="202" y="1290"/>
                    </a:lnTo>
                    <a:lnTo>
                      <a:pt x="219" y="1288"/>
                    </a:lnTo>
                    <a:lnTo>
                      <a:pt x="224" y="1287"/>
                    </a:lnTo>
                    <a:lnTo>
                      <a:pt x="230" y="1286"/>
                    </a:lnTo>
                    <a:lnTo>
                      <a:pt x="235" y="1285"/>
                    </a:lnTo>
                    <a:lnTo>
                      <a:pt x="240" y="1282"/>
                    </a:lnTo>
                    <a:lnTo>
                      <a:pt x="245" y="1280"/>
                    </a:lnTo>
                    <a:lnTo>
                      <a:pt x="251" y="1279"/>
                    </a:lnTo>
                    <a:lnTo>
                      <a:pt x="255" y="1276"/>
                    </a:lnTo>
                    <a:lnTo>
                      <a:pt x="260" y="1274"/>
                    </a:lnTo>
                    <a:lnTo>
                      <a:pt x="259" y="1312"/>
                    </a:lnTo>
                    <a:lnTo>
                      <a:pt x="259" y="1351"/>
                    </a:lnTo>
                    <a:lnTo>
                      <a:pt x="260" y="1389"/>
                    </a:lnTo>
                    <a:lnTo>
                      <a:pt x="262" y="1429"/>
                    </a:lnTo>
                    <a:lnTo>
                      <a:pt x="267" y="1468"/>
                    </a:lnTo>
                    <a:lnTo>
                      <a:pt x="273" y="1507"/>
                    </a:lnTo>
                    <a:lnTo>
                      <a:pt x="280" y="1547"/>
                    </a:lnTo>
                    <a:lnTo>
                      <a:pt x="289" y="1586"/>
                    </a:lnTo>
                    <a:lnTo>
                      <a:pt x="293" y="1592"/>
                    </a:lnTo>
                    <a:lnTo>
                      <a:pt x="305" y="1608"/>
                    </a:lnTo>
                    <a:lnTo>
                      <a:pt x="322" y="1631"/>
                    </a:lnTo>
                    <a:lnTo>
                      <a:pt x="343" y="1657"/>
                    </a:lnTo>
                    <a:lnTo>
                      <a:pt x="368" y="1683"/>
                    </a:lnTo>
                    <a:lnTo>
                      <a:pt x="395" y="1706"/>
                    </a:lnTo>
                    <a:lnTo>
                      <a:pt x="420" y="1724"/>
                    </a:lnTo>
                    <a:lnTo>
                      <a:pt x="446" y="1730"/>
                    </a:lnTo>
                    <a:lnTo>
                      <a:pt x="450" y="1729"/>
                    </a:lnTo>
                    <a:lnTo>
                      <a:pt x="464" y="1728"/>
                    </a:lnTo>
                    <a:lnTo>
                      <a:pt x="484" y="1725"/>
                    </a:lnTo>
                    <a:lnTo>
                      <a:pt x="507" y="1719"/>
                    </a:lnTo>
                    <a:lnTo>
                      <a:pt x="532" y="1713"/>
                    </a:lnTo>
                    <a:lnTo>
                      <a:pt x="556" y="1704"/>
                    </a:lnTo>
                    <a:lnTo>
                      <a:pt x="577" y="1694"/>
                    </a:lnTo>
                    <a:lnTo>
                      <a:pt x="593" y="1681"/>
                    </a:lnTo>
                    <a:lnTo>
                      <a:pt x="613" y="1661"/>
                    </a:lnTo>
                    <a:lnTo>
                      <a:pt x="635" y="1642"/>
                    </a:lnTo>
                    <a:lnTo>
                      <a:pt x="657" y="1621"/>
                    </a:lnTo>
                    <a:lnTo>
                      <a:pt x="677" y="1601"/>
                    </a:lnTo>
                    <a:lnTo>
                      <a:pt x="698" y="1581"/>
                    </a:lnTo>
                    <a:lnTo>
                      <a:pt x="718" y="1559"/>
                    </a:lnTo>
                    <a:lnTo>
                      <a:pt x="737" y="1537"/>
                    </a:lnTo>
                    <a:lnTo>
                      <a:pt x="757" y="1515"/>
                    </a:lnTo>
                    <a:lnTo>
                      <a:pt x="775" y="1491"/>
                    </a:lnTo>
                    <a:lnTo>
                      <a:pt x="776" y="1490"/>
                    </a:lnTo>
                    <a:lnTo>
                      <a:pt x="776" y="1488"/>
                    </a:lnTo>
                    <a:lnTo>
                      <a:pt x="778" y="1488"/>
                    </a:lnTo>
                    <a:lnTo>
                      <a:pt x="778" y="1487"/>
                    </a:lnTo>
                    <a:lnTo>
                      <a:pt x="771" y="1558"/>
                    </a:lnTo>
                    <a:lnTo>
                      <a:pt x="766" y="1628"/>
                    </a:lnTo>
                    <a:lnTo>
                      <a:pt x="764" y="1699"/>
                    </a:lnTo>
                    <a:lnTo>
                      <a:pt x="764" y="1771"/>
                    </a:lnTo>
                    <a:lnTo>
                      <a:pt x="766" y="1787"/>
                    </a:lnTo>
                    <a:lnTo>
                      <a:pt x="774" y="1825"/>
                    </a:lnTo>
                    <a:lnTo>
                      <a:pt x="784" y="1869"/>
                    </a:lnTo>
                    <a:lnTo>
                      <a:pt x="797" y="1901"/>
                    </a:lnTo>
                    <a:lnTo>
                      <a:pt x="806" y="1915"/>
                    </a:lnTo>
                    <a:lnTo>
                      <a:pt x="818" y="1927"/>
                    </a:lnTo>
                    <a:lnTo>
                      <a:pt x="829" y="1939"/>
                    </a:lnTo>
                    <a:lnTo>
                      <a:pt x="842" y="1948"/>
                    </a:lnTo>
                    <a:lnTo>
                      <a:pt x="856" y="1956"/>
                    </a:lnTo>
                    <a:lnTo>
                      <a:pt x="870" y="1963"/>
                    </a:lnTo>
                    <a:lnTo>
                      <a:pt x="885" y="1969"/>
                    </a:lnTo>
                    <a:lnTo>
                      <a:pt x="900" y="1974"/>
                    </a:lnTo>
                    <a:lnTo>
                      <a:pt x="915" y="1976"/>
                    </a:lnTo>
                    <a:lnTo>
                      <a:pt x="931" y="1977"/>
                    </a:lnTo>
                    <a:lnTo>
                      <a:pt x="947" y="1977"/>
                    </a:lnTo>
                    <a:lnTo>
                      <a:pt x="962" y="1975"/>
                    </a:lnTo>
                    <a:lnTo>
                      <a:pt x="978" y="1971"/>
                    </a:lnTo>
                    <a:lnTo>
                      <a:pt x="993" y="1967"/>
                    </a:lnTo>
                    <a:lnTo>
                      <a:pt x="1008" y="1960"/>
                    </a:lnTo>
                    <a:lnTo>
                      <a:pt x="1023" y="1952"/>
                    </a:lnTo>
                    <a:lnTo>
                      <a:pt x="1028" y="1947"/>
                    </a:lnTo>
                    <a:lnTo>
                      <a:pt x="1039" y="1935"/>
                    </a:lnTo>
                    <a:lnTo>
                      <a:pt x="1059" y="1917"/>
                    </a:lnTo>
                    <a:lnTo>
                      <a:pt x="1084" y="1892"/>
                    </a:lnTo>
                    <a:lnTo>
                      <a:pt x="1114" y="1862"/>
                    </a:lnTo>
                    <a:lnTo>
                      <a:pt x="1150" y="1827"/>
                    </a:lnTo>
                    <a:lnTo>
                      <a:pt x="1189" y="1790"/>
                    </a:lnTo>
                    <a:lnTo>
                      <a:pt x="1230" y="1749"/>
                    </a:lnTo>
                    <a:lnTo>
                      <a:pt x="1274" y="1707"/>
                    </a:lnTo>
                    <a:lnTo>
                      <a:pt x="1319" y="1664"/>
                    </a:lnTo>
                    <a:lnTo>
                      <a:pt x="1365" y="1621"/>
                    </a:lnTo>
                    <a:lnTo>
                      <a:pt x="1410" y="1578"/>
                    </a:lnTo>
                    <a:lnTo>
                      <a:pt x="1454" y="1538"/>
                    </a:lnTo>
                    <a:lnTo>
                      <a:pt x="1497" y="1499"/>
                    </a:lnTo>
                    <a:lnTo>
                      <a:pt x="1535" y="1464"/>
                    </a:lnTo>
                    <a:lnTo>
                      <a:pt x="1570" y="1433"/>
                    </a:lnTo>
                    <a:lnTo>
                      <a:pt x="1561" y="1480"/>
                    </a:lnTo>
                    <a:lnTo>
                      <a:pt x="1553" y="1541"/>
                    </a:lnTo>
                    <a:lnTo>
                      <a:pt x="1545" y="1593"/>
                    </a:lnTo>
                    <a:lnTo>
                      <a:pt x="1543" y="1615"/>
                    </a:lnTo>
                    <a:lnTo>
                      <a:pt x="1543" y="1620"/>
                    </a:lnTo>
                    <a:lnTo>
                      <a:pt x="1543" y="1623"/>
                    </a:lnTo>
                    <a:lnTo>
                      <a:pt x="1543" y="1628"/>
                    </a:lnTo>
                    <a:lnTo>
                      <a:pt x="1543" y="1631"/>
                    </a:lnTo>
                    <a:lnTo>
                      <a:pt x="1547" y="1665"/>
                    </a:lnTo>
                    <a:lnTo>
                      <a:pt x="1558" y="1695"/>
                    </a:lnTo>
                    <a:lnTo>
                      <a:pt x="1573" y="1722"/>
                    </a:lnTo>
                    <a:lnTo>
                      <a:pt x="1593" y="1747"/>
                    </a:lnTo>
                    <a:lnTo>
                      <a:pt x="1619" y="1766"/>
                    </a:lnTo>
                    <a:lnTo>
                      <a:pt x="1646" y="1780"/>
                    </a:lnTo>
                    <a:lnTo>
                      <a:pt x="1678" y="1789"/>
                    </a:lnTo>
                    <a:lnTo>
                      <a:pt x="1711" y="1791"/>
                    </a:lnTo>
                    <a:lnTo>
                      <a:pt x="1713" y="1791"/>
                    </a:lnTo>
                    <a:lnTo>
                      <a:pt x="1720" y="1790"/>
                    </a:lnTo>
                    <a:lnTo>
                      <a:pt x="1731" y="1789"/>
                    </a:lnTo>
                    <a:lnTo>
                      <a:pt x="1746" y="1787"/>
                    </a:lnTo>
                    <a:lnTo>
                      <a:pt x="1763" y="1785"/>
                    </a:lnTo>
                    <a:lnTo>
                      <a:pt x="1782" y="1781"/>
                    </a:lnTo>
                    <a:lnTo>
                      <a:pt x="1804" y="1778"/>
                    </a:lnTo>
                    <a:lnTo>
                      <a:pt x="1827" y="1774"/>
                    </a:lnTo>
                    <a:lnTo>
                      <a:pt x="1850" y="1770"/>
                    </a:lnTo>
                    <a:lnTo>
                      <a:pt x="1876" y="1766"/>
                    </a:lnTo>
                    <a:lnTo>
                      <a:pt x="1900" y="1762"/>
                    </a:lnTo>
                    <a:lnTo>
                      <a:pt x="1923" y="1757"/>
                    </a:lnTo>
                    <a:lnTo>
                      <a:pt x="1946" y="1752"/>
                    </a:lnTo>
                    <a:lnTo>
                      <a:pt x="1967" y="1748"/>
                    </a:lnTo>
                    <a:lnTo>
                      <a:pt x="1986" y="1743"/>
                    </a:lnTo>
                    <a:lnTo>
                      <a:pt x="2003" y="1738"/>
                    </a:lnTo>
                    <a:lnTo>
                      <a:pt x="2034" y="1726"/>
                    </a:lnTo>
                    <a:lnTo>
                      <a:pt x="2060" y="1709"/>
                    </a:lnTo>
                    <a:lnTo>
                      <a:pt x="2083" y="1687"/>
                    </a:lnTo>
                    <a:lnTo>
                      <a:pt x="2102" y="1660"/>
                    </a:lnTo>
                    <a:lnTo>
                      <a:pt x="2113" y="1631"/>
                    </a:lnTo>
                    <a:lnTo>
                      <a:pt x="2120" y="1600"/>
                    </a:lnTo>
                    <a:lnTo>
                      <a:pt x="2121" y="1568"/>
                    </a:lnTo>
                    <a:lnTo>
                      <a:pt x="2114" y="1535"/>
                    </a:lnTo>
                    <a:lnTo>
                      <a:pt x="2109" y="1520"/>
                    </a:lnTo>
                    <a:lnTo>
                      <a:pt x="2103" y="1505"/>
                    </a:lnTo>
                    <a:lnTo>
                      <a:pt x="2095" y="1491"/>
                    </a:lnTo>
                    <a:lnTo>
                      <a:pt x="2086" y="1478"/>
                    </a:lnTo>
                    <a:lnTo>
                      <a:pt x="2075" y="1467"/>
                    </a:lnTo>
                    <a:lnTo>
                      <a:pt x="2064" y="1456"/>
                    </a:lnTo>
                    <a:lnTo>
                      <a:pt x="2052" y="1447"/>
                    </a:lnTo>
                    <a:lnTo>
                      <a:pt x="2039" y="1438"/>
                    </a:lnTo>
                    <a:lnTo>
                      <a:pt x="2026" y="1431"/>
                    </a:lnTo>
                    <a:lnTo>
                      <a:pt x="2012" y="1425"/>
                    </a:lnTo>
                    <a:lnTo>
                      <a:pt x="1997" y="1422"/>
                    </a:lnTo>
                    <a:lnTo>
                      <a:pt x="1982" y="1418"/>
                    </a:lnTo>
                    <a:lnTo>
                      <a:pt x="1966" y="1417"/>
                    </a:lnTo>
                    <a:lnTo>
                      <a:pt x="1951" y="1417"/>
                    </a:lnTo>
                    <a:lnTo>
                      <a:pt x="1935" y="1418"/>
                    </a:lnTo>
                    <a:lnTo>
                      <a:pt x="1918" y="1422"/>
                    </a:lnTo>
                    <a:lnTo>
                      <a:pt x="1932" y="1389"/>
                    </a:lnTo>
                    <a:lnTo>
                      <a:pt x="1946" y="1357"/>
                    </a:lnTo>
                    <a:lnTo>
                      <a:pt x="1960" y="1328"/>
                    </a:lnTo>
                    <a:lnTo>
                      <a:pt x="1975" y="1300"/>
                    </a:lnTo>
                    <a:lnTo>
                      <a:pt x="1990" y="1272"/>
                    </a:lnTo>
                    <a:lnTo>
                      <a:pt x="2006" y="1244"/>
                    </a:lnTo>
                    <a:lnTo>
                      <a:pt x="2022" y="1219"/>
                    </a:lnTo>
                    <a:lnTo>
                      <a:pt x="2039" y="1194"/>
                    </a:lnTo>
                    <a:lnTo>
                      <a:pt x="2058" y="1168"/>
                    </a:lnTo>
                    <a:lnTo>
                      <a:pt x="2076" y="1144"/>
                    </a:lnTo>
                    <a:lnTo>
                      <a:pt x="2097" y="1120"/>
                    </a:lnTo>
                    <a:lnTo>
                      <a:pt x="2118" y="1096"/>
                    </a:lnTo>
                    <a:lnTo>
                      <a:pt x="2140" y="1073"/>
                    </a:lnTo>
                    <a:lnTo>
                      <a:pt x="2162" y="1048"/>
                    </a:lnTo>
                    <a:lnTo>
                      <a:pt x="2186" y="1024"/>
                    </a:lnTo>
                    <a:lnTo>
                      <a:pt x="2211" y="999"/>
                    </a:lnTo>
                    <a:lnTo>
                      <a:pt x="2214" y="995"/>
                    </a:lnTo>
                    <a:lnTo>
                      <a:pt x="2220" y="986"/>
                    </a:lnTo>
                    <a:lnTo>
                      <a:pt x="2228" y="970"/>
                    </a:lnTo>
                    <a:lnTo>
                      <a:pt x="2235" y="946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3" name="Freeform 5">
                <a:extLst>
                  <a:ext uri="{FF2B5EF4-FFF2-40B4-BE49-F238E27FC236}">
                    <a16:creationId xmlns:a16="http://schemas.microsoft.com/office/drawing/2014/main" id="{0FF97ED1-3088-9345-810D-F98EDD7D9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949"/>
                <a:ext cx="110" cy="218"/>
              </a:xfrm>
              <a:custGeom>
                <a:avLst/>
                <a:gdLst>
                  <a:gd name="T0" fmla="*/ 3 w 220"/>
                  <a:gd name="T1" fmla="*/ 5 h 437"/>
                  <a:gd name="T2" fmla="*/ 3 w 220"/>
                  <a:gd name="T3" fmla="*/ 4 h 437"/>
                  <a:gd name="T4" fmla="*/ 4 w 220"/>
                  <a:gd name="T5" fmla="*/ 3 h 437"/>
                  <a:gd name="T6" fmla="*/ 4 w 220"/>
                  <a:gd name="T7" fmla="*/ 3 h 437"/>
                  <a:gd name="T8" fmla="*/ 5 w 220"/>
                  <a:gd name="T9" fmla="*/ 2 h 437"/>
                  <a:gd name="T10" fmla="*/ 5 w 220"/>
                  <a:gd name="T11" fmla="*/ 1 h 437"/>
                  <a:gd name="T12" fmla="*/ 6 w 220"/>
                  <a:gd name="T13" fmla="*/ 1 h 437"/>
                  <a:gd name="T14" fmla="*/ 7 w 220"/>
                  <a:gd name="T15" fmla="*/ 0 h 437"/>
                  <a:gd name="T16" fmla="*/ 7 w 220"/>
                  <a:gd name="T17" fmla="*/ 0 h 437"/>
                  <a:gd name="T18" fmla="*/ 7 w 220"/>
                  <a:gd name="T19" fmla="*/ 0 h 437"/>
                  <a:gd name="T20" fmla="*/ 6 w 220"/>
                  <a:gd name="T21" fmla="*/ 1 h 437"/>
                  <a:gd name="T22" fmla="*/ 6 w 220"/>
                  <a:gd name="T23" fmla="*/ 2 h 437"/>
                  <a:gd name="T24" fmla="*/ 5 w 220"/>
                  <a:gd name="T25" fmla="*/ 3 h 437"/>
                  <a:gd name="T26" fmla="*/ 5 w 220"/>
                  <a:gd name="T27" fmla="*/ 4 h 437"/>
                  <a:gd name="T28" fmla="*/ 4 w 220"/>
                  <a:gd name="T29" fmla="*/ 4 h 437"/>
                  <a:gd name="T30" fmla="*/ 4 w 220"/>
                  <a:gd name="T31" fmla="*/ 5 h 437"/>
                  <a:gd name="T32" fmla="*/ 4 w 220"/>
                  <a:gd name="T33" fmla="*/ 6 h 437"/>
                  <a:gd name="T34" fmla="*/ 3 w 220"/>
                  <a:gd name="T35" fmla="*/ 7 h 437"/>
                  <a:gd name="T36" fmla="*/ 3 w 220"/>
                  <a:gd name="T37" fmla="*/ 8 h 437"/>
                  <a:gd name="T38" fmla="*/ 2 w 220"/>
                  <a:gd name="T39" fmla="*/ 9 h 437"/>
                  <a:gd name="T40" fmla="*/ 2 w 220"/>
                  <a:gd name="T41" fmla="*/ 10 h 437"/>
                  <a:gd name="T42" fmla="*/ 1 w 220"/>
                  <a:gd name="T43" fmla="*/ 11 h 437"/>
                  <a:gd name="T44" fmla="*/ 1 w 220"/>
                  <a:gd name="T45" fmla="*/ 11 h 437"/>
                  <a:gd name="T46" fmla="*/ 1 w 220"/>
                  <a:gd name="T47" fmla="*/ 12 h 437"/>
                  <a:gd name="T48" fmla="*/ 0 w 220"/>
                  <a:gd name="T49" fmla="*/ 13 h 437"/>
                  <a:gd name="T50" fmla="*/ 1 w 220"/>
                  <a:gd name="T51" fmla="*/ 12 h 437"/>
                  <a:gd name="T52" fmla="*/ 1 w 220"/>
                  <a:gd name="T53" fmla="*/ 11 h 437"/>
                  <a:gd name="T54" fmla="*/ 1 w 220"/>
                  <a:gd name="T55" fmla="*/ 10 h 437"/>
                  <a:gd name="T56" fmla="*/ 1 w 220"/>
                  <a:gd name="T57" fmla="*/ 9 h 437"/>
                  <a:gd name="T58" fmla="*/ 1 w 220"/>
                  <a:gd name="T59" fmla="*/ 8 h 437"/>
                  <a:gd name="T60" fmla="*/ 2 w 220"/>
                  <a:gd name="T61" fmla="*/ 7 h 437"/>
                  <a:gd name="T62" fmla="*/ 2 w 220"/>
                  <a:gd name="T63" fmla="*/ 6 h 437"/>
                  <a:gd name="T64" fmla="*/ 3 w 220"/>
                  <a:gd name="T65" fmla="*/ 5 h 4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20"/>
                  <a:gd name="T100" fmla="*/ 0 h 437"/>
                  <a:gd name="T101" fmla="*/ 220 w 220"/>
                  <a:gd name="T102" fmla="*/ 437 h 4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20" h="437">
                    <a:moveTo>
                      <a:pt x="73" y="175"/>
                    </a:moveTo>
                    <a:lnTo>
                      <a:pt x="87" y="150"/>
                    </a:lnTo>
                    <a:lnTo>
                      <a:pt x="101" y="126"/>
                    </a:lnTo>
                    <a:lnTo>
                      <a:pt x="119" y="103"/>
                    </a:lnTo>
                    <a:lnTo>
                      <a:pt x="136" y="80"/>
                    </a:lnTo>
                    <a:lnTo>
                      <a:pt x="156" y="59"/>
                    </a:lnTo>
                    <a:lnTo>
                      <a:pt x="176" y="38"/>
                    </a:lnTo>
                    <a:lnTo>
                      <a:pt x="198" y="19"/>
                    </a:lnTo>
                    <a:lnTo>
                      <a:pt x="220" y="0"/>
                    </a:lnTo>
                    <a:lnTo>
                      <a:pt x="204" y="27"/>
                    </a:lnTo>
                    <a:lnTo>
                      <a:pt x="188" y="53"/>
                    </a:lnTo>
                    <a:lnTo>
                      <a:pt x="172" y="80"/>
                    </a:lnTo>
                    <a:lnTo>
                      <a:pt x="156" y="106"/>
                    </a:lnTo>
                    <a:lnTo>
                      <a:pt x="141" y="133"/>
                    </a:lnTo>
                    <a:lnTo>
                      <a:pt x="126" y="159"/>
                    </a:lnTo>
                    <a:lnTo>
                      <a:pt x="111" y="187"/>
                    </a:lnTo>
                    <a:lnTo>
                      <a:pt x="97" y="213"/>
                    </a:lnTo>
                    <a:lnTo>
                      <a:pt x="83" y="241"/>
                    </a:lnTo>
                    <a:lnTo>
                      <a:pt x="69" y="269"/>
                    </a:lnTo>
                    <a:lnTo>
                      <a:pt x="57" y="296"/>
                    </a:lnTo>
                    <a:lnTo>
                      <a:pt x="44" y="324"/>
                    </a:lnTo>
                    <a:lnTo>
                      <a:pt x="32" y="352"/>
                    </a:lnTo>
                    <a:lnTo>
                      <a:pt x="21" y="380"/>
                    </a:lnTo>
                    <a:lnTo>
                      <a:pt x="10" y="408"/>
                    </a:lnTo>
                    <a:lnTo>
                      <a:pt x="0" y="437"/>
                    </a:lnTo>
                    <a:lnTo>
                      <a:pt x="2" y="402"/>
                    </a:lnTo>
                    <a:lnTo>
                      <a:pt x="6" y="369"/>
                    </a:lnTo>
                    <a:lnTo>
                      <a:pt x="13" y="336"/>
                    </a:lnTo>
                    <a:lnTo>
                      <a:pt x="21" y="302"/>
                    </a:lnTo>
                    <a:lnTo>
                      <a:pt x="32" y="270"/>
                    </a:lnTo>
                    <a:lnTo>
                      <a:pt x="44" y="238"/>
                    </a:lnTo>
                    <a:lnTo>
                      <a:pt x="58" y="207"/>
                    </a:lnTo>
                    <a:lnTo>
                      <a:pt x="73" y="175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4" name="Freeform 6">
                <a:extLst>
                  <a:ext uri="{FF2B5EF4-FFF2-40B4-BE49-F238E27FC236}">
                    <a16:creationId xmlns:a16="http://schemas.microsoft.com/office/drawing/2014/main" id="{287C36DD-C900-A046-B948-34CCA8C88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710"/>
                <a:ext cx="955" cy="879"/>
              </a:xfrm>
              <a:custGeom>
                <a:avLst/>
                <a:gdLst>
                  <a:gd name="T0" fmla="*/ 54 w 1909"/>
                  <a:gd name="T1" fmla="*/ 11 h 1758"/>
                  <a:gd name="T2" fmla="*/ 55 w 1909"/>
                  <a:gd name="T3" fmla="*/ 8 h 1758"/>
                  <a:gd name="T4" fmla="*/ 56 w 1909"/>
                  <a:gd name="T5" fmla="*/ 7 h 1758"/>
                  <a:gd name="T6" fmla="*/ 58 w 1909"/>
                  <a:gd name="T7" fmla="*/ 7 h 1758"/>
                  <a:gd name="T8" fmla="*/ 60 w 1909"/>
                  <a:gd name="T9" fmla="*/ 10 h 1758"/>
                  <a:gd name="T10" fmla="*/ 60 w 1909"/>
                  <a:gd name="T11" fmla="*/ 13 h 1758"/>
                  <a:gd name="T12" fmla="*/ 58 w 1909"/>
                  <a:gd name="T13" fmla="*/ 14 h 1758"/>
                  <a:gd name="T14" fmla="*/ 59 w 1909"/>
                  <a:gd name="T15" fmla="*/ 18 h 1758"/>
                  <a:gd name="T16" fmla="*/ 59 w 1909"/>
                  <a:gd name="T17" fmla="*/ 23 h 1758"/>
                  <a:gd name="T18" fmla="*/ 58 w 1909"/>
                  <a:gd name="T19" fmla="*/ 33 h 1758"/>
                  <a:gd name="T20" fmla="*/ 58 w 1909"/>
                  <a:gd name="T21" fmla="*/ 39 h 1758"/>
                  <a:gd name="T22" fmla="*/ 56 w 1909"/>
                  <a:gd name="T23" fmla="*/ 39 h 1758"/>
                  <a:gd name="T24" fmla="*/ 53 w 1909"/>
                  <a:gd name="T25" fmla="*/ 32 h 1758"/>
                  <a:gd name="T26" fmla="*/ 49 w 1909"/>
                  <a:gd name="T27" fmla="*/ 36 h 1758"/>
                  <a:gd name="T28" fmla="*/ 48 w 1909"/>
                  <a:gd name="T29" fmla="*/ 44 h 1758"/>
                  <a:gd name="T30" fmla="*/ 47 w 1909"/>
                  <a:gd name="T31" fmla="*/ 47 h 1758"/>
                  <a:gd name="T32" fmla="*/ 47 w 1909"/>
                  <a:gd name="T33" fmla="*/ 50 h 1758"/>
                  <a:gd name="T34" fmla="*/ 47 w 1909"/>
                  <a:gd name="T35" fmla="*/ 51 h 1758"/>
                  <a:gd name="T36" fmla="*/ 48 w 1909"/>
                  <a:gd name="T37" fmla="*/ 52 h 1758"/>
                  <a:gd name="T38" fmla="*/ 45 w 1909"/>
                  <a:gd name="T39" fmla="*/ 53 h 1758"/>
                  <a:gd name="T40" fmla="*/ 41 w 1909"/>
                  <a:gd name="T41" fmla="*/ 52 h 1758"/>
                  <a:gd name="T42" fmla="*/ 40 w 1909"/>
                  <a:gd name="T43" fmla="*/ 55 h 1758"/>
                  <a:gd name="T44" fmla="*/ 37 w 1909"/>
                  <a:gd name="T45" fmla="*/ 55 h 1758"/>
                  <a:gd name="T46" fmla="*/ 39 w 1909"/>
                  <a:gd name="T47" fmla="*/ 53 h 1758"/>
                  <a:gd name="T48" fmla="*/ 37 w 1909"/>
                  <a:gd name="T49" fmla="*/ 52 h 1758"/>
                  <a:gd name="T50" fmla="*/ 37 w 1909"/>
                  <a:gd name="T51" fmla="*/ 51 h 1758"/>
                  <a:gd name="T52" fmla="*/ 31 w 1909"/>
                  <a:gd name="T53" fmla="*/ 45 h 1758"/>
                  <a:gd name="T54" fmla="*/ 25 w 1909"/>
                  <a:gd name="T55" fmla="*/ 45 h 1758"/>
                  <a:gd name="T56" fmla="*/ 24 w 1909"/>
                  <a:gd name="T57" fmla="*/ 47 h 1758"/>
                  <a:gd name="T58" fmla="*/ 24 w 1909"/>
                  <a:gd name="T59" fmla="*/ 51 h 1758"/>
                  <a:gd name="T60" fmla="*/ 27 w 1909"/>
                  <a:gd name="T61" fmla="*/ 54 h 1758"/>
                  <a:gd name="T62" fmla="*/ 25 w 1909"/>
                  <a:gd name="T63" fmla="*/ 55 h 1758"/>
                  <a:gd name="T64" fmla="*/ 21 w 1909"/>
                  <a:gd name="T65" fmla="*/ 53 h 1758"/>
                  <a:gd name="T66" fmla="*/ 18 w 1909"/>
                  <a:gd name="T67" fmla="*/ 50 h 1758"/>
                  <a:gd name="T68" fmla="*/ 15 w 1909"/>
                  <a:gd name="T69" fmla="*/ 51 h 1758"/>
                  <a:gd name="T70" fmla="*/ 16 w 1909"/>
                  <a:gd name="T71" fmla="*/ 54 h 1758"/>
                  <a:gd name="T72" fmla="*/ 14 w 1909"/>
                  <a:gd name="T73" fmla="*/ 54 h 1758"/>
                  <a:gd name="T74" fmla="*/ 13 w 1909"/>
                  <a:gd name="T75" fmla="*/ 47 h 1758"/>
                  <a:gd name="T76" fmla="*/ 11 w 1909"/>
                  <a:gd name="T77" fmla="*/ 43 h 1758"/>
                  <a:gd name="T78" fmla="*/ 10 w 1909"/>
                  <a:gd name="T79" fmla="*/ 39 h 1758"/>
                  <a:gd name="T80" fmla="*/ 8 w 1909"/>
                  <a:gd name="T81" fmla="*/ 42 h 1758"/>
                  <a:gd name="T82" fmla="*/ 7 w 1909"/>
                  <a:gd name="T83" fmla="*/ 46 h 1758"/>
                  <a:gd name="T84" fmla="*/ 5 w 1909"/>
                  <a:gd name="T85" fmla="*/ 47 h 1758"/>
                  <a:gd name="T86" fmla="*/ 5 w 1909"/>
                  <a:gd name="T87" fmla="*/ 45 h 1758"/>
                  <a:gd name="T88" fmla="*/ 4 w 1909"/>
                  <a:gd name="T89" fmla="*/ 39 h 1758"/>
                  <a:gd name="T90" fmla="*/ 2 w 1909"/>
                  <a:gd name="T91" fmla="*/ 37 h 1758"/>
                  <a:gd name="T92" fmla="*/ 1 w 1909"/>
                  <a:gd name="T93" fmla="*/ 30 h 1758"/>
                  <a:gd name="T94" fmla="*/ 2 w 1909"/>
                  <a:gd name="T95" fmla="*/ 23 h 1758"/>
                  <a:gd name="T96" fmla="*/ 3 w 1909"/>
                  <a:gd name="T97" fmla="*/ 20 h 1758"/>
                  <a:gd name="T98" fmla="*/ 2 w 1909"/>
                  <a:gd name="T99" fmla="*/ 19 h 1758"/>
                  <a:gd name="T100" fmla="*/ 6 w 1909"/>
                  <a:gd name="T101" fmla="*/ 14 h 1758"/>
                  <a:gd name="T102" fmla="*/ 7 w 1909"/>
                  <a:gd name="T103" fmla="*/ 14 h 1758"/>
                  <a:gd name="T104" fmla="*/ 9 w 1909"/>
                  <a:gd name="T105" fmla="*/ 15 h 1758"/>
                  <a:gd name="T106" fmla="*/ 11 w 1909"/>
                  <a:gd name="T107" fmla="*/ 11 h 1758"/>
                  <a:gd name="T108" fmla="*/ 16 w 1909"/>
                  <a:gd name="T109" fmla="*/ 6 h 1758"/>
                  <a:gd name="T110" fmla="*/ 21 w 1909"/>
                  <a:gd name="T111" fmla="*/ 3 h 1758"/>
                  <a:gd name="T112" fmla="*/ 27 w 1909"/>
                  <a:gd name="T113" fmla="*/ 1 h 1758"/>
                  <a:gd name="T114" fmla="*/ 33 w 1909"/>
                  <a:gd name="T115" fmla="*/ 1 h 1758"/>
                  <a:gd name="T116" fmla="*/ 38 w 1909"/>
                  <a:gd name="T117" fmla="*/ 2 h 1758"/>
                  <a:gd name="T118" fmla="*/ 45 w 1909"/>
                  <a:gd name="T119" fmla="*/ 7 h 1758"/>
                  <a:gd name="T120" fmla="*/ 50 w 1909"/>
                  <a:gd name="T121" fmla="*/ 13 h 17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09"/>
                  <a:gd name="T184" fmla="*/ 0 h 1758"/>
                  <a:gd name="T185" fmla="*/ 1909 w 1909"/>
                  <a:gd name="T186" fmla="*/ 1758 h 17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09" h="1758">
                    <a:moveTo>
                      <a:pt x="1592" y="406"/>
                    </a:moveTo>
                    <a:lnTo>
                      <a:pt x="1676" y="418"/>
                    </a:lnTo>
                    <a:lnTo>
                      <a:pt x="1678" y="403"/>
                    </a:lnTo>
                    <a:lnTo>
                      <a:pt x="1681" y="388"/>
                    </a:lnTo>
                    <a:lnTo>
                      <a:pt x="1687" y="376"/>
                    </a:lnTo>
                    <a:lnTo>
                      <a:pt x="1695" y="362"/>
                    </a:lnTo>
                    <a:lnTo>
                      <a:pt x="1703" y="350"/>
                    </a:lnTo>
                    <a:lnTo>
                      <a:pt x="1713" y="339"/>
                    </a:lnTo>
                    <a:lnTo>
                      <a:pt x="1724" y="327"/>
                    </a:lnTo>
                    <a:lnTo>
                      <a:pt x="1735" y="317"/>
                    </a:lnTo>
                    <a:lnTo>
                      <a:pt x="1739" y="305"/>
                    </a:lnTo>
                    <a:lnTo>
                      <a:pt x="1746" y="294"/>
                    </a:lnTo>
                    <a:lnTo>
                      <a:pt x="1749" y="284"/>
                    </a:lnTo>
                    <a:lnTo>
                      <a:pt x="1740" y="273"/>
                    </a:lnTo>
                    <a:lnTo>
                      <a:pt x="1734" y="258"/>
                    </a:lnTo>
                    <a:lnTo>
                      <a:pt x="1733" y="247"/>
                    </a:lnTo>
                    <a:lnTo>
                      <a:pt x="1736" y="236"/>
                    </a:lnTo>
                    <a:lnTo>
                      <a:pt x="1746" y="228"/>
                    </a:lnTo>
                    <a:lnTo>
                      <a:pt x="1750" y="225"/>
                    </a:lnTo>
                    <a:lnTo>
                      <a:pt x="1756" y="223"/>
                    </a:lnTo>
                    <a:lnTo>
                      <a:pt x="1761" y="220"/>
                    </a:lnTo>
                    <a:lnTo>
                      <a:pt x="1766" y="218"/>
                    </a:lnTo>
                    <a:lnTo>
                      <a:pt x="1772" y="217"/>
                    </a:lnTo>
                    <a:lnTo>
                      <a:pt x="1779" y="217"/>
                    </a:lnTo>
                    <a:lnTo>
                      <a:pt x="1785" y="217"/>
                    </a:lnTo>
                    <a:lnTo>
                      <a:pt x="1791" y="218"/>
                    </a:lnTo>
                    <a:lnTo>
                      <a:pt x="1797" y="221"/>
                    </a:lnTo>
                    <a:lnTo>
                      <a:pt x="1806" y="224"/>
                    </a:lnTo>
                    <a:lnTo>
                      <a:pt x="1815" y="225"/>
                    </a:lnTo>
                    <a:lnTo>
                      <a:pt x="1824" y="226"/>
                    </a:lnTo>
                    <a:lnTo>
                      <a:pt x="1833" y="227"/>
                    </a:lnTo>
                    <a:lnTo>
                      <a:pt x="1841" y="231"/>
                    </a:lnTo>
                    <a:lnTo>
                      <a:pt x="1849" y="235"/>
                    </a:lnTo>
                    <a:lnTo>
                      <a:pt x="1856" y="242"/>
                    </a:lnTo>
                    <a:lnTo>
                      <a:pt x="1865" y="248"/>
                    </a:lnTo>
                    <a:lnTo>
                      <a:pt x="1874" y="256"/>
                    </a:lnTo>
                    <a:lnTo>
                      <a:pt x="1880" y="264"/>
                    </a:lnTo>
                    <a:lnTo>
                      <a:pt x="1886" y="273"/>
                    </a:lnTo>
                    <a:lnTo>
                      <a:pt x="1892" y="282"/>
                    </a:lnTo>
                    <a:lnTo>
                      <a:pt x="1897" y="292"/>
                    </a:lnTo>
                    <a:lnTo>
                      <a:pt x="1902" y="302"/>
                    </a:lnTo>
                    <a:lnTo>
                      <a:pt x="1907" y="311"/>
                    </a:lnTo>
                    <a:lnTo>
                      <a:pt x="1909" y="330"/>
                    </a:lnTo>
                    <a:lnTo>
                      <a:pt x="1907" y="347"/>
                    </a:lnTo>
                    <a:lnTo>
                      <a:pt x="1902" y="364"/>
                    </a:lnTo>
                    <a:lnTo>
                      <a:pt x="1893" y="380"/>
                    </a:lnTo>
                    <a:lnTo>
                      <a:pt x="1898" y="390"/>
                    </a:lnTo>
                    <a:lnTo>
                      <a:pt x="1902" y="400"/>
                    </a:lnTo>
                    <a:lnTo>
                      <a:pt x="1902" y="411"/>
                    </a:lnTo>
                    <a:lnTo>
                      <a:pt x="1897" y="421"/>
                    </a:lnTo>
                    <a:lnTo>
                      <a:pt x="1890" y="429"/>
                    </a:lnTo>
                    <a:lnTo>
                      <a:pt x="1882" y="433"/>
                    </a:lnTo>
                    <a:lnTo>
                      <a:pt x="1874" y="438"/>
                    </a:lnTo>
                    <a:lnTo>
                      <a:pt x="1864" y="440"/>
                    </a:lnTo>
                    <a:lnTo>
                      <a:pt x="1855" y="443"/>
                    </a:lnTo>
                    <a:lnTo>
                      <a:pt x="1847" y="446"/>
                    </a:lnTo>
                    <a:lnTo>
                      <a:pt x="1839" y="451"/>
                    </a:lnTo>
                    <a:lnTo>
                      <a:pt x="1833" y="459"/>
                    </a:lnTo>
                    <a:lnTo>
                      <a:pt x="1846" y="474"/>
                    </a:lnTo>
                    <a:lnTo>
                      <a:pt x="1856" y="490"/>
                    </a:lnTo>
                    <a:lnTo>
                      <a:pt x="1864" y="508"/>
                    </a:lnTo>
                    <a:lnTo>
                      <a:pt x="1871" y="526"/>
                    </a:lnTo>
                    <a:lnTo>
                      <a:pt x="1876" y="545"/>
                    </a:lnTo>
                    <a:lnTo>
                      <a:pt x="1879" y="565"/>
                    </a:lnTo>
                    <a:lnTo>
                      <a:pt x="1883" y="584"/>
                    </a:lnTo>
                    <a:lnTo>
                      <a:pt x="1886" y="604"/>
                    </a:lnTo>
                    <a:lnTo>
                      <a:pt x="1886" y="627"/>
                    </a:lnTo>
                    <a:lnTo>
                      <a:pt x="1884" y="648"/>
                    </a:lnTo>
                    <a:lnTo>
                      <a:pt x="1879" y="668"/>
                    </a:lnTo>
                    <a:lnTo>
                      <a:pt x="1874" y="689"/>
                    </a:lnTo>
                    <a:lnTo>
                      <a:pt x="1867" y="709"/>
                    </a:lnTo>
                    <a:lnTo>
                      <a:pt x="1857" y="727"/>
                    </a:lnTo>
                    <a:lnTo>
                      <a:pt x="1846" y="746"/>
                    </a:lnTo>
                    <a:lnTo>
                      <a:pt x="1834" y="763"/>
                    </a:lnTo>
                    <a:lnTo>
                      <a:pt x="1847" y="808"/>
                    </a:lnTo>
                    <a:lnTo>
                      <a:pt x="1849" y="856"/>
                    </a:lnTo>
                    <a:lnTo>
                      <a:pt x="1845" y="906"/>
                    </a:lnTo>
                    <a:lnTo>
                      <a:pt x="1837" y="952"/>
                    </a:lnTo>
                    <a:lnTo>
                      <a:pt x="1848" y="1001"/>
                    </a:lnTo>
                    <a:lnTo>
                      <a:pt x="1849" y="1052"/>
                    </a:lnTo>
                    <a:lnTo>
                      <a:pt x="1842" y="1103"/>
                    </a:lnTo>
                    <a:lnTo>
                      <a:pt x="1826" y="1150"/>
                    </a:lnTo>
                    <a:lnTo>
                      <a:pt x="1834" y="1167"/>
                    </a:lnTo>
                    <a:lnTo>
                      <a:pt x="1841" y="1186"/>
                    </a:lnTo>
                    <a:lnTo>
                      <a:pt x="1842" y="1204"/>
                    </a:lnTo>
                    <a:lnTo>
                      <a:pt x="1834" y="1221"/>
                    </a:lnTo>
                    <a:lnTo>
                      <a:pt x="1830" y="1225"/>
                    </a:lnTo>
                    <a:lnTo>
                      <a:pt x="1826" y="1229"/>
                    </a:lnTo>
                    <a:lnTo>
                      <a:pt x="1822" y="1234"/>
                    </a:lnTo>
                    <a:lnTo>
                      <a:pt x="1817" y="1239"/>
                    </a:lnTo>
                    <a:lnTo>
                      <a:pt x="1812" y="1242"/>
                    </a:lnTo>
                    <a:lnTo>
                      <a:pt x="1807" y="1246"/>
                    </a:lnTo>
                    <a:lnTo>
                      <a:pt x="1801" y="1247"/>
                    </a:lnTo>
                    <a:lnTo>
                      <a:pt x="1794" y="1247"/>
                    </a:lnTo>
                    <a:lnTo>
                      <a:pt x="1786" y="1234"/>
                    </a:lnTo>
                    <a:lnTo>
                      <a:pt x="1779" y="1220"/>
                    </a:lnTo>
                    <a:lnTo>
                      <a:pt x="1774" y="1206"/>
                    </a:lnTo>
                    <a:lnTo>
                      <a:pt x="1770" y="1191"/>
                    </a:lnTo>
                    <a:lnTo>
                      <a:pt x="1782" y="1137"/>
                    </a:lnTo>
                    <a:lnTo>
                      <a:pt x="1765" y="1112"/>
                    </a:lnTo>
                    <a:lnTo>
                      <a:pt x="1747" y="1087"/>
                    </a:lnTo>
                    <a:lnTo>
                      <a:pt x="1727" y="1061"/>
                    </a:lnTo>
                    <a:lnTo>
                      <a:pt x="1709" y="1036"/>
                    </a:lnTo>
                    <a:lnTo>
                      <a:pt x="1689" y="1011"/>
                    </a:lnTo>
                    <a:lnTo>
                      <a:pt x="1671" y="985"/>
                    </a:lnTo>
                    <a:lnTo>
                      <a:pt x="1652" y="959"/>
                    </a:lnTo>
                    <a:lnTo>
                      <a:pt x="1636" y="932"/>
                    </a:lnTo>
                    <a:lnTo>
                      <a:pt x="1622" y="973"/>
                    </a:lnTo>
                    <a:lnTo>
                      <a:pt x="1606" y="1011"/>
                    </a:lnTo>
                    <a:lnTo>
                      <a:pt x="1588" y="1050"/>
                    </a:lnTo>
                    <a:lnTo>
                      <a:pt x="1568" y="1087"/>
                    </a:lnTo>
                    <a:lnTo>
                      <a:pt x="1545" y="1122"/>
                    </a:lnTo>
                    <a:lnTo>
                      <a:pt x="1520" y="1158"/>
                    </a:lnTo>
                    <a:lnTo>
                      <a:pt x="1492" y="1191"/>
                    </a:lnTo>
                    <a:lnTo>
                      <a:pt x="1461" y="1224"/>
                    </a:lnTo>
                    <a:lnTo>
                      <a:pt x="1471" y="1256"/>
                    </a:lnTo>
                    <a:lnTo>
                      <a:pt x="1484" y="1287"/>
                    </a:lnTo>
                    <a:lnTo>
                      <a:pt x="1496" y="1319"/>
                    </a:lnTo>
                    <a:lnTo>
                      <a:pt x="1507" y="1352"/>
                    </a:lnTo>
                    <a:lnTo>
                      <a:pt x="1517" y="1384"/>
                    </a:lnTo>
                    <a:lnTo>
                      <a:pt x="1525" y="1416"/>
                    </a:lnTo>
                    <a:lnTo>
                      <a:pt x="1531" y="1451"/>
                    </a:lnTo>
                    <a:lnTo>
                      <a:pt x="1534" y="1486"/>
                    </a:lnTo>
                    <a:lnTo>
                      <a:pt x="1530" y="1493"/>
                    </a:lnTo>
                    <a:lnTo>
                      <a:pt x="1524" y="1497"/>
                    </a:lnTo>
                    <a:lnTo>
                      <a:pt x="1517" y="1498"/>
                    </a:lnTo>
                    <a:lnTo>
                      <a:pt x="1510" y="1498"/>
                    </a:lnTo>
                    <a:lnTo>
                      <a:pt x="1504" y="1499"/>
                    </a:lnTo>
                    <a:lnTo>
                      <a:pt x="1498" y="1501"/>
                    </a:lnTo>
                    <a:lnTo>
                      <a:pt x="1496" y="1505"/>
                    </a:lnTo>
                    <a:lnTo>
                      <a:pt x="1496" y="1513"/>
                    </a:lnTo>
                    <a:lnTo>
                      <a:pt x="1498" y="1529"/>
                    </a:lnTo>
                    <a:lnTo>
                      <a:pt x="1498" y="1546"/>
                    </a:lnTo>
                    <a:lnTo>
                      <a:pt x="1496" y="1564"/>
                    </a:lnTo>
                    <a:lnTo>
                      <a:pt x="1489" y="1582"/>
                    </a:lnTo>
                    <a:lnTo>
                      <a:pt x="1485" y="1589"/>
                    </a:lnTo>
                    <a:lnTo>
                      <a:pt x="1478" y="1595"/>
                    </a:lnTo>
                    <a:lnTo>
                      <a:pt x="1470" y="1599"/>
                    </a:lnTo>
                    <a:lnTo>
                      <a:pt x="1461" y="1602"/>
                    </a:lnTo>
                    <a:lnTo>
                      <a:pt x="1461" y="1608"/>
                    </a:lnTo>
                    <a:lnTo>
                      <a:pt x="1463" y="1617"/>
                    </a:lnTo>
                    <a:lnTo>
                      <a:pt x="1467" y="1623"/>
                    </a:lnTo>
                    <a:lnTo>
                      <a:pt x="1468" y="1630"/>
                    </a:lnTo>
                    <a:lnTo>
                      <a:pt x="1475" y="1632"/>
                    </a:lnTo>
                    <a:lnTo>
                      <a:pt x="1483" y="1634"/>
                    </a:lnTo>
                    <a:lnTo>
                      <a:pt x="1491" y="1637"/>
                    </a:lnTo>
                    <a:lnTo>
                      <a:pt x="1500" y="1640"/>
                    </a:lnTo>
                    <a:lnTo>
                      <a:pt x="1508" y="1643"/>
                    </a:lnTo>
                    <a:lnTo>
                      <a:pt x="1514" y="1645"/>
                    </a:lnTo>
                    <a:lnTo>
                      <a:pt x="1519" y="1649"/>
                    </a:lnTo>
                    <a:lnTo>
                      <a:pt x="1520" y="1651"/>
                    </a:lnTo>
                    <a:lnTo>
                      <a:pt x="1510" y="1659"/>
                    </a:lnTo>
                    <a:lnTo>
                      <a:pt x="1500" y="1665"/>
                    </a:lnTo>
                    <a:lnTo>
                      <a:pt x="1489" y="1670"/>
                    </a:lnTo>
                    <a:lnTo>
                      <a:pt x="1478" y="1674"/>
                    </a:lnTo>
                    <a:lnTo>
                      <a:pt x="1466" y="1676"/>
                    </a:lnTo>
                    <a:lnTo>
                      <a:pt x="1454" y="1680"/>
                    </a:lnTo>
                    <a:lnTo>
                      <a:pt x="1444" y="1683"/>
                    </a:lnTo>
                    <a:lnTo>
                      <a:pt x="1432" y="1687"/>
                    </a:lnTo>
                    <a:lnTo>
                      <a:pt x="1419" y="1685"/>
                    </a:lnTo>
                    <a:lnTo>
                      <a:pt x="1413" y="1679"/>
                    </a:lnTo>
                    <a:lnTo>
                      <a:pt x="1408" y="1670"/>
                    </a:lnTo>
                    <a:lnTo>
                      <a:pt x="1407" y="1659"/>
                    </a:lnTo>
                    <a:lnTo>
                      <a:pt x="1407" y="1648"/>
                    </a:lnTo>
                    <a:lnTo>
                      <a:pt x="1407" y="1636"/>
                    </a:lnTo>
                    <a:lnTo>
                      <a:pt x="1404" y="1626"/>
                    </a:lnTo>
                    <a:lnTo>
                      <a:pt x="1399" y="1618"/>
                    </a:lnTo>
                    <a:lnTo>
                      <a:pt x="1305" y="1660"/>
                    </a:lnTo>
                    <a:lnTo>
                      <a:pt x="1309" y="1668"/>
                    </a:lnTo>
                    <a:lnTo>
                      <a:pt x="1305" y="1678"/>
                    </a:lnTo>
                    <a:lnTo>
                      <a:pt x="1300" y="1686"/>
                    </a:lnTo>
                    <a:lnTo>
                      <a:pt x="1297" y="1696"/>
                    </a:lnTo>
                    <a:lnTo>
                      <a:pt x="1294" y="1711"/>
                    </a:lnTo>
                    <a:lnTo>
                      <a:pt x="1289" y="1727"/>
                    </a:lnTo>
                    <a:lnTo>
                      <a:pt x="1281" y="1739"/>
                    </a:lnTo>
                    <a:lnTo>
                      <a:pt x="1267" y="1746"/>
                    </a:lnTo>
                    <a:lnTo>
                      <a:pt x="1257" y="1748"/>
                    </a:lnTo>
                    <a:lnTo>
                      <a:pt x="1245" y="1750"/>
                    </a:lnTo>
                    <a:lnTo>
                      <a:pt x="1234" y="1754"/>
                    </a:lnTo>
                    <a:lnTo>
                      <a:pt x="1222" y="1757"/>
                    </a:lnTo>
                    <a:lnTo>
                      <a:pt x="1211" y="1758"/>
                    </a:lnTo>
                    <a:lnTo>
                      <a:pt x="1200" y="1758"/>
                    </a:lnTo>
                    <a:lnTo>
                      <a:pt x="1190" y="1756"/>
                    </a:lnTo>
                    <a:lnTo>
                      <a:pt x="1181" y="1750"/>
                    </a:lnTo>
                    <a:lnTo>
                      <a:pt x="1185" y="1741"/>
                    </a:lnTo>
                    <a:lnTo>
                      <a:pt x="1192" y="1733"/>
                    </a:lnTo>
                    <a:lnTo>
                      <a:pt x="1202" y="1726"/>
                    </a:lnTo>
                    <a:lnTo>
                      <a:pt x="1211" y="1719"/>
                    </a:lnTo>
                    <a:lnTo>
                      <a:pt x="1215" y="1709"/>
                    </a:lnTo>
                    <a:lnTo>
                      <a:pt x="1222" y="1698"/>
                    </a:lnTo>
                    <a:lnTo>
                      <a:pt x="1226" y="1688"/>
                    </a:lnTo>
                    <a:lnTo>
                      <a:pt x="1225" y="1675"/>
                    </a:lnTo>
                    <a:lnTo>
                      <a:pt x="1219" y="1674"/>
                    </a:lnTo>
                    <a:lnTo>
                      <a:pt x="1213" y="1673"/>
                    </a:lnTo>
                    <a:lnTo>
                      <a:pt x="1207" y="1672"/>
                    </a:lnTo>
                    <a:lnTo>
                      <a:pt x="1202" y="1671"/>
                    </a:lnTo>
                    <a:lnTo>
                      <a:pt x="1196" y="1670"/>
                    </a:lnTo>
                    <a:lnTo>
                      <a:pt x="1191" y="1667"/>
                    </a:lnTo>
                    <a:lnTo>
                      <a:pt x="1185" y="1664"/>
                    </a:lnTo>
                    <a:lnTo>
                      <a:pt x="1181" y="1660"/>
                    </a:lnTo>
                    <a:lnTo>
                      <a:pt x="1179" y="1655"/>
                    </a:lnTo>
                    <a:lnTo>
                      <a:pt x="1179" y="1646"/>
                    </a:lnTo>
                    <a:lnTo>
                      <a:pt x="1180" y="1637"/>
                    </a:lnTo>
                    <a:lnTo>
                      <a:pt x="1180" y="1627"/>
                    </a:lnTo>
                    <a:lnTo>
                      <a:pt x="1179" y="1619"/>
                    </a:lnTo>
                    <a:lnTo>
                      <a:pt x="1176" y="1613"/>
                    </a:lnTo>
                    <a:lnTo>
                      <a:pt x="1169" y="1611"/>
                    </a:lnTo>
                    <a:lnTo>
                      <a:pt x="1158" y="1612"/>
                    </a:lnTo>
                    <a:lnTo>
                      <a:pt x="1147" y="1411"/>
                    </a:lnTo>
                    <a:lnTo>
                      <a:pt x="1124" y="1417"/>
                    </a:lnTo>
                    <a:lnTo>
                      <a:pt x="1101" y="1422"/>
                    </a:lnTo>
                    <a:lnTo>
                      <a:pt x="1077" y="1425"/>
                    </a:lnTo>
                    <a:lnTo>
                      <a:pt x="1053" y="1429"/>
                    </a:lnTo>
                    <a:lnTo>
                      <a:pt x="1028" y="1432"/>
                    </a:lnTo>
                    <a:lnTo>
                      <a:pt x="1002" y="1435"/>
                    </a:lnTo>
                    <a:lnTo>
                      <a:pt x="977" y="1436"/>
                    </a:lnTo>
                    <a:lnTo>
                      <a:pt x="952" y="1437"/>
                    </a:lnTo>
                    <a:lnTo>
                      <a:pt x="926" y="1437"/>
                    </a:lnTo>
                    <a:lnTo>
                      <a:pt x="901" y="1436"/>
                    </a:lnTo>
                    <a:lnTo>
                      <a:pt x="875" y="1433"/>
                    </a:lnTo>
                    <a:lnTo>
                      <a:pt x="850" y="1431"/>
                    </a:lnTo>
                    <a:lnTo>
                      <a:pt x="826" y="1428"/>
                    </a:lnTo>
                    <a:lnTo>
                      <a:pt x="802" y="1423"/>
                    </a:lnTo>
                    <a:lnTo>
                      <a:pt x="779" y="1418"/>
                    </a:lnTo>
                    <a:lnTo>
                      <a:pt x="756" y="1411"/>
                    </a:lnTo>
                    <a:lnTo>
                      <a:pt x="757" y="1423"/>
                    </a:lnTo>
                    <a:lnTo>
                      <a:pt x="757" y="1436"/>
                    </a:lnTo>
                    <a:lnTo>
                      <a:pt x="753" y="1447"/>
                    </a:lnTo>
                    <a:lnTo>
                      <a:pt x="741" y="1453"/>
                    </a:lnTo>
                    <a:lnTo>
                      <a:pt x="733" y="1453"/>
                    </a:lnTo>
                    <a:lnTo>
                      <a:pt x="736" y="1469"/>
                    </a:lnTo>
                    <a:lnTo>
                      <a:pt x="741" y="1484"/>
                    </a:lnTo>
                    <a:lnTo>
                      <a:pt x="748" y="1500"/>
                    </a:lnTo>
                    <a:lnTo>
                      <a:pt x="753" y="1516"/>
                    </a:lnTo>
                    <a:lnTo>
                      <a:pt x="757" y="1534"/>
                    </a:lnTo>
                    <a:lnTo>
                      <a:pt x="759" y="1550"/>
                    </a:lnTo>
                    <a:lnTo>
                      <a:pt x="756" y="1567"/>
                    </a:lnTo>
                    <a:lnTo>
                      <a:pt x="748" y="1584"/>
                    </a:lnTo>
                    <a:lnTo>
                      <a:pt x="750" y="1605"/>
                    </a:lnTo>
                    <a:lnTo>
                      <a:pt x="754" y="1626"/>
                    </a:lnTo>
                    <a:lnTo>
                      <a:pt x="763" y="1645"/>
                    </a:lnTo>
                    <a:lnTo>
                      <a:pt x="773" y="1664"/>
                    </a:lnTo>
                    <a:lnTo>
                      <a:pt x="786" y="1681"/>
                    </a:lnTo>
                    <a:lnTo>
                      <a:pt x="801" y="1696"/>
                    </a:lnTo>
                    <a:lnTo>
                      <a:pt x="818" y="1708"/>
                    </a:lnTo>
                    <a:lnTo>
                      <a:pt x="837" y="1717"/>
                    </a:lnTo>
                    <a:lnTo>
                      <a:pt x="843" y="1721"/>
                    </a:lnTo>
                    <a:lnTo>
                      <a:pt x="847" y="1727"/>
                    </a:lnTo>
                    <a:lnTo>
                      <a:pt x="849" y="1734"/>
                    </a:lnTo>
                    <a:lnTo>
                      <a:pt x="848" y="1742"/>
                    </a:lnTo>
                    <a:lnTo>
                      <a:pt x="836" y="1744"/>
                    </a:lnTo>
                    <a:lnTo>
                      <a:pt x="825" y="1747"/>
                    </a:lnTo>
                    <a:lnTo>
                      <a:pt x="812" y="1749"/>
                    </a:lnTo>
                    <a:lnTo>
                      <a:pt x="801" y="1751"/>
                    </a:lnTo>
                    <a:lnTo>
                      <a:pt x="788" y="1752"/>
                    </a:lnTo>
                    <a:lnTo>
                      <a:pt x="776" y="1754"/>
                    </a:lnTo>
                    <a:lnTo>
                      <a:pt x="766" y="1752"/>
                    </a:lnTo>
                    <a:lnTo>
                      <a:pt x="756" y="1749"/>
                    </a:lnTo>
                    <a:lnTo>
                      <a:pt x="744" y="1719"/>
                    </a:lnTo>
                    <a:lnTo>
                      <a:pt x="728" y="1712"/>
                    </a:lnTo>
                    <a:lnTo>
                      <a:pt x="712" y="1704"/>
                    </a:lnTo>
                    <a:lnTo>
                      <a:pt x="697" y="1694"/>
                    </a:lnTo>
                    <a:lnTo>
                      <a:pt x="683" y="1682"/>
                    </a:lnTo>
                    <a:lnTo>
                      <a:pt x="668" y="1671"/>
                    </a:lnTo>
                    <a:lnTo>
                      <a:pt x="654" y="1659"/>
                    </a:lnTo>
                    <a:lnTo>
                      <a:pt x="639" y="1649"/>
                    </a:lnTo>
                    <a:lnTo>
                      <a:pt x="624" y="1638"/>
                    </a:lnTo>
                    <a:lnTo>
                      <a:pt x="610" y="1629"/>
                    </a:lnTo>
                    <a:lnTo>
                      <a:pt x="598" y="1621"/>
                    </a:lnTo>
                    <a:lnTo>
                      <a:pt x="585" y="1612"/>
                    </a:lnTo>
                    <a:lnTo>
                      <a:pt x="572" y="1603"/>
                    </a:lnTo>
                    <a:lnTo>
                      <a:pt x="560" y="1592"/>
                    </a:lnTo>
                    <a:lnTo>
                      <a:pt x="547" y="1582"/>
                    </a:lnTo>
                    <a:lnTo>
                      <a:pt x="534" y="1572"/>
                    </a:lnTo>
                    <a:lnTo>
                      <a:pt x="523" y="1559"/>
                    </a:lnTo>
                    <a:lnTo>
                      <a:pt x="516" y="1573"/>
                    </a:lnTo>
                    <a:lnTo>
                      <a:pt x="508" y="1588"/>
                    </a:lnTo>
                    <a:lnTo>
                      <a:pt x="499" y="1600"/>
                    </a:lnTo>
                    <a:lnTo>
                      <a:pt x="489" y="1614"/>
                    </a:lnTo>
                    <a:lnTo>
                      <a:pt x="479" y="1628"/>
                    </a:lnTo>
                    <a:lnTo>
                      <a:pt x="470" y="1642"/>
                    </a:lnTo>
                    <a:lnTo>
                      <a:pt x="462" y="1656"/>
                    </a:lnTo>
                    <a:lnTo>
                      <a:pt x="454" y="1671"/>
                    </a:lnTo>
                    <a:lnTo>
                      <a:pt x="457" y="1678"/>
                    </a:lnTo>
                    <a:lnTo>
                      <a:pt x="463" y="1683"/>
                    </a:lnTo>
                    <a:lnTo>
                      <a:pt x="471" y="1689"/>
                    </a:lnTo>
                    <a:lnTo>
                      <a:pt x="478" y="1695"/>
                    </a:lnTo>
                    <a:lnTo>
                      <a:pt x="484" y="1701"/>
                    </a:lnTo>
                    <a:lnTo>
                      <a:pt x="487" y="1706"/>
                    </a:lnTo>
                    <a:lnTo>
                      <a:pt x="486" y="1712"/>
                    </a:lnTo>
                    <a:lnTo>
                      <a:pt x="479" y="1719"/>
                    </a:lnTo>
                    <a:lnTo>
                      <a:pt x="470" y="1719"/>
                    </a:lnTo>
                    <a:lnTo>
                      <a:pt x="459" y="1720"/>
                    </a:lnTo>
                    <a:lnTo>
                      <a:pt x="448" y="1721"/>
                    </a:lnTo>
                    <a:lnTo>
                      <a:pt x="436" y="1723"/>
                    </a:lnTo>
                    <a:lnTo>
                      <a:pt x="426" y="1724"/>
                    </a:lnTo>
                    <a:lnTo>
                      <a:pt x="416" y="1723"/>
                    </a:lnTo>
                    <a:lnTo>
                      <a:pt x="405" y="1718"/>
                    </a:lnTo>
                    <a:lnTo>
                      <a:pt x="397" y="1711"/>
                    </a:lnTo>
                    <a:lnTo>
                      <a:pt x="398" y="1696"/>
                    </a:lnTo>
                    <a:lnTo>
                      <a:pt x="400" y="1681"/>
                    </a:lnTo>
                    <a:lnTo>
                      <a:pt x="402" y="1667"/>
                    </a:lnTo>
                    <a:lnTo>
                      <a:pt x="405" y="1653"/>
                    </a:lnTo>
                    <a:lnTo>
                      <a:pt x="395" y="1476"/>
                    </a:lnTo>
                    <a:lnTo>
                      <a:pt x="390" y="1456"/>
                    </a:lnTo>
                    <a:lnTo>
                      <a:pt x="390" y="1436"/>
                    </a:lnTo>
                    <a:lnTo>
                      <a:pt x="387" y="1417"/>
                    </a:lnTo>
                    <a:lnTo>
                      <a:pt x="374" y="1402"/>
                    </a:lnTo>
                    <a:lnTo>
                      <a:pt x="374" y="1386"/>
                    </a:lnTo>
                    <a:lnTo>
                      <a:pt x="370" y="1371"/>
                    </a:lnTo>
                    <a:lnTo>
                      <a:pt x="361" y="1357"/>
                    </a:lnTo>
                    <a:lnTo>
                      <a:pt x="351" y="1345"/>
                    </a:lnTo>
                    <a:lnTo>
                      <a:pt x="340" y="1333"/>
                    </a:lnTo>
                    <a:lnTo>
                      <a:pt x="328" y="1320"/>
                    </a:lnTo>
                    <a:lnTo>
                      <a:pt x="318" y="1309"/>
                    </a:lnTo>
                    <a:lnTo>
                      <a:pt x="308" y="1295"/>
                    </a:lnTo>
                    <a:lnTo>
                      <a:pt x="302" y="1282"/>
                    </a:lnTo>
                    <a:lnTo>
                      <a:pt x="298" y="1269"/>
                    </a:lnTo>
                    <a:lnTo>
                      <a:pt x="295" y="1255"/>
                    </a:lnTo>
                    <a:lnTo>
                      <a:pt x="290" y="1243"/>
                    </a:lnTo>
                    <a:lnTo>
                      <a:pt x="283" y="1244"/>
                    </a:lnTo>
                    <a:lnTo>
                      <a:pt x="274" y="1246"/>
                    </a:lnTo>
                    <a:lnTo>
                      <a:pt x="266" y="1248"/>
                    </a:lnTo>
                    <a:lnTo>
                      <a:pt x="258" y="1250"/>
                    </a:lnTo>
                    <a:lnTo>
                      <a:pt x="254" y="1270"/>
                    </a:lnTo>
                    <a:lnTo>
                      <a:pt x="249" y="1288"/>
                    </a:lnTo>
                    <a:lnTo>
                      <a:pt x="243" y="1307"/>
                    </a:lnTo>
                    <a:lnTo>
                      <a:pt x="236" y="1325"/>
                    </a:lnTo>
                    <a:lnTo>
                      <a:pt x="229" y="1342"/>
                    </a:lnTo>
                    <a:lnTo>
                      <a:pt x="221" y="1361"/>
                    </a:lnTo>
                    <a:lnTo>
                      <a:pt x="215" y="1379"/>
                    </a:lnTo>
                    <a:lnTo>
                      <a:pt x="209" y="1398"/>
                    </a:lnTo>
                    <a:lnTo>
                      <a:pt x="201" y="1411"/>
                    </a:lnTo>
                    <a:lnTo>
                      <a:pt x="198" y="1426"/>
                    </a:lnTo>
                    <a:lnTo>
                      <a:pt x="197" y="1443"/>
                    </a:lnTo>
                    <a:lnTo>
                      <a:pt x="197" y="1459"/>
                    </a:lnTo>
                    <a:lnTo>
                      <a:pt x="197" y="1474"/>
                    </a:lnTo>
                    <a:lnTo>
                      <a:pt x="193" y="1489"/>
                    </a:lnTo>
                    <a:lnTo>
                      <a:pt x="187" y="1502"/>
                    </a:lnTo>
                    <a:lnTo>
                      <a:pt x="176" y="1514"/>
                    </a:lnTo>
                    <a:lnTo>
                      <a:pt x="169" y="1511"/>
                    </a:lnTo>
                    <a:lnTo>
                      <a:pt x="162" y="1507"/>
                    </a:lnTo>
                    <a:lnTo>
                      <a:pt x="155" y="1502"/>
                    </a:lnTo>
                    <a:lnTo>
                      <a:pt x="149" y="1498"/>
                    </a:lnTo>
                    <a:lnTo>
                      <a:pt x="144" y="1492"/>
                    </a:lnTo>
                    <a:lnTo>
                      <a:pt x="140" y="1485"/>
                    </a:lnTo>
                    <a:lnTo>
                      <a:pt x="137" y="1478"/>
                    </a:lnTo>
                    <a:lnTo>
                      <a:pt x="136" y="1470"/>
                    </a:lnTo>
                    <a:lnTo>
                      <a:pt x="136" y="1458"/>
                    </a:lnTo>
                    <a:lnTo>
                      <a:pt x="137" y="1446"/>
                    </a:lnTo>
                    <a:lnTo>
                      <a:pt x="139" y="1435"/>
                    </a:lnTo>
                    <a:lnTo>
                      <a:pt x="144" y="1424"/>
                    </a:lnTo>
                    <a:lnTo>
                      <a:pt x="139" y="1399"/>
                    </a:lnTo>
                    <a:lnTo>
                      <a:pt x="134" y="1375"/>
                    </a:lnTo>
                    <a:lnTo>
                      <a:pt x="129" y="1350"/>
                    </a:lnTo>
                    <a:lnTo>
                      <a:pt x="123" y="1325"/>
                    </a:lnTo>
                    <a:lnTo>
                      <a:pt x="118" y="1301"/>
                    </a:lnTo>
                    <a:lnTo>
                      <a:pt x="115" y="1276"/>
                    </a:lnTo>
                    <a:lnTo>
                      <a:pt x="113" y="1250"/>
                    </a:lnTo>
                    <a:lnTo>
                      <a:pt x="113" y="1224"/>
                    </a:lnTo>
                    <a:lnTo>
                      <a:pt x="106" y="1218"/>
                    </a:lnTo>
                    <a:lnTo>
                      <a:pt x="99" y="1212"/>
                    </a:lnTo>
                    <a:lnTo>
                      <a:pt x="91" y="1208"/>
                    </a:lnTo>
                    <a:lnTo>
                      <a:pt x="83" y="1203"/>
                    </a:lnTo>
                    <a:lnTo>
                      <a:pt x="76" y="1198"/>
                    </a:lnTo>
                    <a:lnTo>
                      <a:pt x="69" y="1193"/>
                    </a:lnTo>
                    <a:lnTo>
                      <a:pt x="64" y="1187"/>
                    </a:lnTo>
                    <a:lnTo>
                      <a:pt x="60" y="1180"/>
                    </a:lnTo>
                    <a:lnTo>
                      <a:pt x="64" y="1142"/>
                    </a:lnTo>
                    <a:lnTo>
                      <a:pt x="69" y="1104"/>
                    </a:lnTo>
                    <a:lnTo>
                      <a:pt x="75" y="1066"/>
                    </a:lnTo>
                    <a:lnTo>
                      <a:pt x="80" y="1029"/>
                    </a:lnTo>
                    <a:lnTo>
                      <a:pt x="58" y="1008"/>
                    </a:lnTo>
                    <a:lnTo>
                      <a:pt x="40" y="985"/>
                    </a:lnTo>
                    <a:lnTo>
                      <a:pt x="25" y="962"/>
                    </a:lnTo>
                    <a:lnTo>
                      <a:pt x="12" y="936"/>
                    </a:lnTo>
                    <a:lnTo>
                      <a:pt x="4" y="909"/>
                    </a:lnTo>
                    <a:lnTo>
                      <a:pt x="0" y="882"/>
                    </a:lnTo>
                    <a:lnTo>
                      <a:pt x="0" y="853"/>
                    </a:lnTo>
                    <a:lnTo>
                      <a:pt x="5" y="823"/>
                    </a:lnTo>
                    <a:lnTo>
                      <a:pt x="12" y="800"/>
                    </a:lnTo>
                    <a:lnTo>
                      <a:pt x="20" y="777"/>
                    </a:lnTo>
                    <a:lnTo>
                      <a:pt x="30" y="754"/>
                    </a:lnTo>
                    <a:lnTo>
                      <a:pt x="40" y="732"/>
                    </a:lnTo>
                    <a:lnTo>
                      <a:pt x="51" y="710"/>
                    </a:lnTo>
                    <a:lnTo>
                      <a:pt x="64" y="689"/>
                    </a:lnTo>
                    <a:lnTo>
                      <a:pt x="79" y="668"/>
                    </a:lnTo>
                    <a:lnTo>
                      <a:pt x="95" y="649"/>
                    </a:lnTo>
                    <a:lnTo>
                      <a:pt x="88" y="644"/>
                    </a:lnTo>
                    <a:lnTo>
                      <a:pt x="81" y="643"/>
                    </a:lnTo>
                    <a:lnTo>
                      <a:pt x="75" y="641"/>
                    </a:lnTo>
                    <a:lnTo>
                      <a:pt x="69" y="637"/>
                    </a:lnTo>
                    <a:lnTo>
                      <a:pt x="63" y="634"/>
                    </a:lnTo>
                    <a:lnTo>
                      <a:pt x="57" y="632"/>
                    </a:lnTo>
                    <a:lnTo>
                      <a:pt x="50" y="628"/>
                    </a:lnTo>
                    <a:lnTo>
                      <a:pt x="45" y="626"/>
                    </a:lnTo>
                    <a:lnTo>
                      <a:pt x="39" y="621"/>
                    </a:lnTo>
                    <a:lnTo>
                      <a:pt x="35" y="617"/>
                    </a:lnTo>
                    <a:lnTo>
                      <a:pt x="33" y="611"/>
                    </a:lnTo>
                    <a:lnTo>
                      <a:pt x="34" y="604"/>
                    </a:lnTo>
                    <a:lnTo>
                      <a:pt x="53" y="583"/>
                    </a:lnTo>
                    <a:lnTo>
                      <a:pt x="66" y="560"/>
                    </a:lnTo>
                    <a:lnTo>
                      <a:pt x="79" y="536"/>
                    </a:lnTo>
                    <a:lnTo>
                      <a:pt x="91" y="512"/>
                    </a:lnTo>
                    <a:lnTo>
                      <a:pt x="103" y="489"/>
                    </a:lnTo>
                    <a:lnTo>
                      <a:pt x="119" y="467"/>
                    </a:lnTo>
                    <a:lnTo>
                      <a:pt x="139" y="448"/>
                    </a:lnTo>
                    <a:lnTo>
                      <a:pt x="164" y="433"/>
                    </a:lnTo>
                    <a:lnTo>
                      <a:pt x="172" y="431"/>
                    </a:lnTo>
                    <a:lnTo>
                      <a:pt x="179" y="431"/>
                    </a:lnTo>
                    <a:lnTo>
                      <a:pt x="185" y="431"/>
                    </a:lnTo>
                    <a:lnTo>
                      <a:pt x="190" y="431"/>
                    </a:lnTo>
                    <a:lnTo>
                      <a:pt x="193" y="432"/>
                    </a:lnTo>
                    <a:lnTo>
                      <a:pt x="197" y="431"/>
                    </a:lnTo>
                    <a:lnTo>
                      <a:pt x="199" y="430"/>
                    </a:lnTo>
                    <a:lnTo>
                      <a:pt x="202" y="426"/>
                    </a:lnTo>
                    <a:lnTo>
                      <a:pt x="215" y="425"/>
                    </a:lnTo>
                    <a:lnTo>
                      <a:pt x="227" y="426"/>
                    </a:lnTo>
                    <a:lnTo>
                      <a:pt x="238" y="428"/>
                    </a:lnTo>
                    <a:lnTo>
                      <a:pt x="249" y="431"/>
                    </a:lnTo>
                    <a:lnTo>
                      <a:pt x="258" y="436"/>
                    </a:lnTo>
                    <a:lnTo>
                      <a:pt x="267" y="441"/>
                    </a:lnTo>
                    <a:lnTo>
                      <a:pt x="276" y="448"/>
                    </a:lnTo>
                    <a:lnTo>
                      <a:pt x="283" y="456"/>
                    </a:lnTo>
                    <a:lnTo>
                      <a:pt x="288" y="443"/>
                    </a:lnTo>
                    <a:lnTo>
                      <a:pt x="292" y="430"/>
                    </a:lnTo>
                    <a:lnTo>
                      <a:pt x="298" y="416"/>
                    </a:lnTo>
                    <a:lnTo>
                      <a:pt x="304" y="403"/>
                    </a:lnTo>
                    <a:lnTo>
                      <a:pt x="310" y="390"/>
                    </a:lnTo>
                    <a:lnTo>
                      <a:pt x="317" y="376"/>
                    </a:lnTo>
                    <a:lnTo>
                      <a:pt x="325" y="362"/>
                    </a:lnTo>
                    <a:lnTo>
                      <a:pt x="334" y="347"/>
                    </a:lnTo>
                    <a:lnTo>
                      <a:pt x="352" y="316"/>
                    </a:lnTo>
                    <a:lnTo>
                      <a:pt x="370" y="289"/>
                    </a:lnTo>
                    <a:lnTo>
                      <a:pt x="387" y="267"/>
                    </a:lnTo>
                    <a:lnTo>
                      <a:pt x="404" y="247"/>
                    </a:lnTo>
                    <a:lnTo>
                      <a:pt x="421" y="227"/>
                    </a:lnTo>
                    <a:lnTo>
                      <a:pt x="441" y="209"/>
                    </a:lnTo>
                    <a:lnTo>
                      <a:pt x="462" y="188"/>
                    </a:lnTo>
                    <a:lnTo>
                      <a:pt x="487" y="166"/>
                    </a:lnTo>
                    <a:lnTo>
                      <a:pt x="504" y="151"/>
                    </a:lnTo>
                    <a:lnTo>
                      <a:pt x="523" y="137"/>
                    </a:lnTo>
                    <a:lnTo>
                      <a:pt x="542" y="123"/>
                    </a:lnTo>
                    <a:lnTo>
                      <a:pt x="562" y="111"/>
                    </a:lnTo>
                    <a:lnTo>
                      <a:pt x="583" y="98"/>
                    </a:lnTo>
                    <a:lnTo>
                      <a:pt x="603" y="87"/>
                    </a:lnTo>
                    <a:lnTo>
                      <a:pt x="624" y="76"/>
                    </a:lnTo>
                    <a:lnTo>
                      <a:pt x="646" y="66"/>
                    </a:lnTo>
                    <a:lnTo>
                      <a:pt x="668" y="57"/>
                    </a:lnTo>
                    <a:lnTo>
                      <a:pt x="691" y="47"/>
                    </a:lnTo>
                    <a:lnTo>
                      <a:pt x="714" y="39"/>
                    </a:lnTo>
                    <a:lnTo>
                      <a:pt x="738" y="31"/>
                    </a:lnTo>
                    <a:lnTo>
                      <a:pt x="761" y="26"/>
                    </a:lnTo>
                    <a:lnTo>
                      <a:pt x="786" y="19"/>
                    </a:lnTo>
                    <a:lnTo>
                      <a:pt x="810" y="14"/>
                    </a:lnTo>
                    <a:lnTo>
                      <a:pt x="834" y="9"/>
                    </a:lnTo>
                    <a:lnTo>
                      <a:pt x="858" y="6"/>
                    </a:lnTo>
                    <a:lnTo>
                      <a:pt x="882" y="4"/>
                    </a:lnTo>
                    <a:lnTo>
                      <a:pt x="907" y="1"/>
                    </a:lnTo>
                    <a:lnTo>
                      <a:pt x="931" y="0"/>
                    </a:lnTo>
                    <a:lnTo>
                      <a:pt x="955" y="0"/>
                    </a:lnTo>
                    <a:lnTo>
                      <a:pt x="979" y="1"/>
                    </a:lnTo>
                    <a:lnTo>
                      <a:pt x="1003" y="2"/>
                    </a:lnTo>
                    <a:lnTo>
                      <a:pt x="1028" y="5"/>
                    </a:lnTo>
                    <a:lnTo>
                      <a:pt x="1051" y="7"/>
                    </a:lnTo>
                    <a:lnTo>
                      <a:pt x="1075" y="11"/>
                    </a:lnTo>
                    <a:lnTo>
                      <a:pt x="1098" y="15"/>
                    </a:lnTo>
                    <a:lnTo>
                      <a:pt x="1121" y="21"/>
                    </a:lnTo>
                    <a:lnTo>
                      <a:pt x="1144" y="28"/>
                    </a:lnTo>
                    <a:lnTo>
                      <a:pt x="1167" y="35"/>
                    </a:lnTo>
                    <a:lnTo>
                      <a:pt x="1189" y="43"/>
                    </a:lnTo>
                    <a:lnTo>
                      <a:pt x="1211" y="52"/>
                    </a:lnTo>
                    <a:lnTo>
                      <a:pt x="1240" y="65"/>
                    </a:lnTo>
                    <a:lnTo>
                      <a:pt x="1268" y="79"/>
                    </a:lnTo>
                    <a:lnTo>
                      <a:pt x="1297" y="95"/>
                    </a:lnTo>
                    <a:lnTo>
                      <a:pt x="1325" y="112"/>
                    </a:lnTo>
                    <a:lnTo>
                      <a:pt x="1353" y="130"/>
                    </a:lnTo>
                    <a:lnTo>
                      <a:pt x="1380" y="150"/>
                    </a:lnTo>
                    <a:lnTo>
                      <a:pt x="1407" y="172"/>
                    </a:lnTo>
                    <a:lnTo>
                      <a:pt x="1432" y="194"/>
                    </a:lnTo>
                    <a:lnTo>
                      <a:pt x="1456" y="218"/>
                    </a:lnTo>
                    <a:lnTo>
                      <a:pt x="1481" y="242"/>
                    </a:lnTo>
                    <a:lnTo>
                      <a:pt x="1502" y="269"/>
                    </a:lnTo>
                    <a:lnTo>
                      <a:pt x="1524" y="294"/>
                    </a:lnTo>
                    <a:lnTo>
                      <a:pt x="1544" y="322"/>
                    </a:lnTo>
                    <a:lnTo>
                      <a:pt x="1561" y="349"/>
                    </a:lnTo>
                    <a:lnTo>
                      <a:pt x="1577" y="377"/>
                    </a:lnTo>
                    <a:lnTo>
                      <a:pt x="1592" y="4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5" name="Freeform 7">
                <a:extLst>
                  <a:ext uri="{FF2B5EF4-FFF2-40B4-BE49-F238E27FC236}">
                    <a16:creationId xmlns:a16="http://schemas.microsoft.com/office/drawing/2014/main" id="{5D8CB759-3064-6D4A-9D6D-B0D1EA2C5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718"/>
                <a:ext cx="432" cy="485"/>
              </a:xfrm>
              <a:custGeom>
                <a:avLst/>
                <a:gdLst>
                  <a:gd name="T0" fmla="*/ 13 w 866"/>
                  <a:gd name="T1" fmla="*/ 1 h 971"/>
                  <a:gd name="T2" fmla="*/ 17 w 866"/>
                  <a:gd name="T3" fmla="*/ 3 h 971"/>
                  <a:gd name="T4" fmla="*/ 20 w 866"/>
                  <a:gd name="T5" fmla="*/ 7 h 971"/>
                  <a:gd name="T6" fmla="*/ 23 w 866"/>
                  <a:gd name="T7" fmla="*/ 11 h 971"/>
                  <a:gd name="T8" fmla="*/ 26 w 866"/>
                  <a:gd name="T9" fmla="*/ 16 h 971"/>
                  <a:gd name="T10" fmla="*/ 27 w 866"/>
                  <a:gd name="T11" fmla="*/ 22 h 971"/>
                  <a:gd name="T12" fmla="*/ 26 w 866"/>
                  <a:gd name="T13" fmla="*/ 24 h 971"/>
                  <a:gd name="T14" fmla="*/ 24 w 866"/>
                  <a:gd name="T15" fmla="*/ 25 h 971"/>
                  <a:gd name="T16" fmla="*/ 24 w 866"/>
                  <a:gd name="T17" fmla="*/ 26 h 971"/>
                  <a:gd name="T18" fmla="*/ 23 w 866"/>
                  <a:gd name="T19" fmla="*/ 27 h 971"/>
                  <a:gd name="T20" fmla="*/ 22 w 866"/>
                  <a:gd name="T21" fmla="*/ 28 h 971"/>
                  <a:gd name="T22" fmla="*/ 20 w 866"/>
                  <a:gd name="T23" fmla="*/ 29 h 971"/>
                  <a:gd name="T24" fmla="*/ 19 w 866"/>
                  <a:gd name="T25" fmla="*/ 29 h 971"/>
                  <a:gd name="T26" fmla="*/ 19 w 866"/>
                  <a:gd name="T27" fmla="*/ 29 h 971"/>
                  <a:gd name="T28" fmla="*/ 19 w 866"/>
                  <a:gd name="T29" fmla="*/ 27 h 971"/>
                  <a:gd name="T30" fmla="*/ 19 w 866"/>
                  <a:gd name="T31" fmla="*/ 26 h 971"/>
                  <a:gd name="T32" fmla="*/ 21 w 866"/>
                  <a:gd name="T33" fmla="*/ 25 h 971"/>
                  <a:gd name="T34" fmla="*/ 22 w 866"/>
                  <a:gd name="T35" fmla="*/ 25 h 971"/>
                  <a:gd name="T36" fmla="*/ 23 w 866"/>
                  <a:gd name="T37" fmla="*/ 24 h 971"/>
                  <a:gd name="T38" fmla="*/ 24 w 866"/>
                  <a:gd name="T39" fmla="*/ 23 h 971"/>
                  <a:gd name="T40" fmla="*/ 25 w 866"/>
                  <a:gd name="T41" fmla="*/ 23 h 971"/>
                  <a:gd name="T42" fmla="*/ 26 w 866"/>
                  <a:gd name="T43" fmla="*/ 22 h 971"/>
                  <a:gd name="T44" fmla="*/ 26 w 866"/>
                  <a:gd name="T45" fmla="*/ 21 h 971"/>
                  <a:gd name="T46" fmla="*/ 26 w 866"/>
                  <a:gd name="T47" fmla="*/ 20 h 971"/>
                  <a:gd name="T48" fmla="*/ 25 w 866"/>
                  <a:gd name="T49" fmla="*/ 20 h 971"/>
                  <a:gd name="T50" fmla="*/ 25 w 866"/>
                  <a:gd name="T51" fmla="*/ 19 h 971"/>
                  <a:gd name="T52" fmla="*/ 24 w 866"/>
                  <a:gd name="T53" fmla="*/ 18 h 971"/>
                  <a:gd name="T54" fmla="*/ 23 w 866"/>
                  <a:gd name="T55" fmla="*/ 19 h 971"/>
                  <a:gd name="T56" fmla="*/ 23 w 866"/>
                  <a:gd name="T57" fmla="*/ 20 h 971"/>
                  <a:gd name="T58" fmla="*/ 22 w 866"/>
                  <a:gd name="T59" fmla="*/ 22 h 971"/>
                  <a:gd name="T60" fmla="*/ 21 w 866"/>
                  <a:gd name="T61" fmla="*/ 23 h 971"/>
                  <a:gd name="T62" fmla="*/ 20 w 866"/>
                  <a:gd name="T63" fmla="*/ 23 h 971"/>
                  <a:gd name="T64" fmla="*/ 20 w 866"/>
                  <a:gd name="T65" fmla="*/ 22 h 971"/>
                  <a:gd name="T66" fmla="*/ 20 w 866"/>
                  <a:gd name="T67" fmla="*/ 19 h 971"/>
                  <a:gd name="T68" fmla="*/ 20 w 866"/>
                  <a:gd name="T69" fmla="*/ 18 h 971"/>
                  <a:gd name="T70" fmla="*/ 20 w 866"/>
                  <a:gd name="T71" fmla="*/ 17 h 971"/>
                  <a:gd name="T72" fmla="*/ 21 w 866"/>
                  <a:gd name="T73" fmla="*/ 16 h 971"/>
                  <a:gd name="T74" fmla="*/ 20 w 866"/>
                  <a:gd name="T75" fmla="*/ 15 h 971"/>
                  <a:gd name="T76" fmla="*/ 19 w 866"/>
                  <a:gd name="T77" fmla="*/ 14 h 971"/>
                  <a:gd name="T78" fmla="*/ 18 w 866"/>
                  <a:gd name="T79" fmla="*/ 12 h 971"/>
                  <a:gd name="T80" fmla="*/ 19 w 866"/>
                  <a:gd name="T81" fmla="*/ 10 h 971"/>
                  <a:gd name="T82" fmla="*/ 20 w 866"/>
                  <a:gd name="T83" fmla="*/ 8 h 971"/>
                  <a:gd name="T84" fmla="*/ 19 w 866"/>
                  <a:gd name="T85" fmla="*/ 6 h 971"/>
                  <a:gd name="T86" fmla="*/ 17 w 866"/>
                  <a:gd name="T87" fmla="*/ 6 h 971"/>
                  <a:gd name="T88" fmla="*/ 15 w 866"/>
                  <a:gd name="T89" fmla="*/ 5 h 971"/>
                  <a:gd name="T90" fmla="*/ 14 w 866"/>
                  <a:gd name="T91" fmla="*/ 4 h 971"/>
                  <a:gd name="T92" fmla="*/ 12 w 866"/>
                  <a:gd name="T93" fmla="*/ 3 h 971"/>
                  <a:gd name="T94" fmla="*/ 12 w 866"/>
                  <a:gd name="T95" fmla="*/ 2 h 971"/>
                  <a:gd name="T96" fmla="*/ 11 w 866"/>
                  <a:gd name="T97" fmla="*/ 1 h 971"/>
                  <a:gd name="T98" fmla="*/ 10 w 866"/>
                  <a:gd name="T99" fmla="*/ 1 h 971"/>
                  <a:gd name="T100" fmla="*/ 9 w 866"/>
                  <a:gd name="T101" fmla="*/ 2 h 971"/>
                  <a:gd name="T102" fmla="*/ 7 w 866"/>
                  <a:gd name="T103" fmla="*/ 2 h 971"/>
                  <a:gd name="T104" fmla="*/ 5 w 866"/>
                  <a:gd name="T105" fmla="*/ 2 h 971"/>
                  <a:gd name="T106" fmla="*/ 3 w 866"/>
                  <a:gd name="T107" fmla="*/ 2 h 971"/>
                  <a:gd name="T108" fmla="*/ 1 w 866"/>
                  <a:gd name="T109" fmla="*/ 2 h 971"/>
                  <a:gd name="T110" fmla="*/ 0 w 866"/>
                  <a:gd name="T111" fmla="*/ 1 h 971"/>
                  <a:gd name="T112" fmla="*/ 1 w 866"/>
                  <a:gd name="T113" fmla="*/ 0 h 971"/>
                  <a:gd name="T114" fmla="*/ 3 w 866"/>
                  <a:gd name="T115" fmla="*/ 0 h 971"/>
                  <a:gd name="T116" fmla="*/ 6 w 866"/>
                  <a:gd name="T117" fmla="*/ 0 h 971"/>
                  <a:gd name="T118" fmla="*/ 8 w 866"/>
                  <a:gd name="T119" fmla="*/ 0 h 9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66"/>
                  <a:gd name="T181" fmla="*/ 0 h 971"/>
                  <a:gd name="T182" fmla="*/ 866 w 866"/>
                  <a:gd name="T183" fmla="*/ 971 h 97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66" h="971">
                    <a:moveTo>
                      <a:pt x="312" y="16"/>
                    </a:moveTo>
                    <a:lnTo>
                      <a:pt x="348" y="26"/>
                    </a:lnTo>
                    <a:lnTo>
                      <a:pt x="385" y="37"/>
                    </a:lnTo>
                    <a:lnTo>
                      <a:pt x="421" y="51"/>
                    </a:lnTo>
                    <a:lnTo>
                      <a:pt x="456" y="66"/>
                    </a:lnTo>
                    <a:lnTo>
                      <a:pt x="490" y="83"/>
                    </a:lnTo>
                    <a:lnTo>
                      <a:pt x="524" y="103"/>
                    </a:lnTo>
                    <a:lnTo>
                      <a:pt x="555" y="125"/>
                    </a:lnTo>
                    <a:lnTo>
                      <a:pt x="586" y="147"/>
                    </a:lnTo>
                    <a:lnTo>
                      <a:pt x="616" y="172"/>
                    </a:lnTo>
                    <a:lnTo>
                      <a:pt x="645" y="198"/>
                    </a:lnTo>
                    <a:lnTo>
                      <a:pt x="672" y="226"/>
                    </a:lnTo>
                    <a:lnTo>
                      <a:pt x="698" y="256"/>
                    </a:lnTo>
                    <a:lnTo>
                      <a:pt x="723" y="287"/>
                    </a:lnTo>
                    <a:lnTo>
                      <a:pt x="746" y="319"/>
                    </a:lnTo>
                    <a:lnTo>
                      <a:pt x="768" y="353"/>
                    </a:lnTo>
                    <a:lnTo>
                      <a:pt x="788" y="389"/>
                    </a:lnTo>
                    <a:lnTo>
                      <a:pt x="807" y="432"/>
                    </a:lnTo>
                    <a:lnTo>
                      <a:pt x="824" y="477"/>
                    </a:lnTo>
                    <a:lnTo>
                      <a:pt x="838" y="524"/>
                    </a:lnTo>
                    <a:lnTo>
                      <a:pt x="851" y="572"/>
                    </a:lnTo>
                    <a:lnTo>
                      <a:pt x="859" y="620"/>
                    </a:lnTo>
                    <a:lnTo>
                      <a:pt x="865" y="670"/>
                    </a:lnTo>
                    <a:lnTo>
                      <a:pt x="866" y="720"/>
                    </a:lnTo>
                    <a:lnTo>
                      <a:pt x="862" y="771"/>
                    </a:lnTo>
                    <a:lnTo>
                      <a:pt x="858" y="777"/>
                    </a:lnTo>
                    <a:lnTo>
                      <a:pt x="851" y="785"/>
                    </a:lnTo>
                    <a:lnTo>
                      <a:pt x="842" y="793"/>
                    </a:lnTo>
                    <a:lnTo>
                      <a:pt x="831" y="801"/>
                    </a:lnTo>
                    <a:lnTo>
                      <a:pt x="819" y="809"/>
                    </a:lnTo>
                    <a:lnTo>
                      <a:pt x="807" y="817"/>
                    </a:lnTo>
                    <a:lnTo>
                      <a:pt x="796" y="823"/>
                    </a:lnTo>
                    <a:lnTo>
                      <a:pt x="784" y="826"/>
                    </a:lnTo>
                    <a:lnTo>
                      <a:pt x="785" y="837"/>
                    </a:lnTo>
                    <a:lnTo>
                      <a:pt x="778" y="844"/>
                    </a:lnTo>
                    <a:lnTo>
                      <a:pt x="771" y="851"/>
                    </a:lnTo>
                    <a:lnTo>
                      <a:pt x="766" y="859"/>
                    </a:lnTo>
                    <a:lnTo>
                      <a:pt x="760" y="866"/>
                    </a:lnTo>
                    <a:lnTo>
                      <a:pt x="755" y="874"/>
                    </a:lnTo>
                    <a:lnTo>
                      <a:pt x="751" y="882"/>
                    </a:lnTo>
                    <a:lnTo>
                      <a:pt x="747" y="890"/>
                    </a:lnTo>
                    <a:lnTo>
                      <a:pt x="744" y="898"/>
                    </a:lnTo>
                    <a:lnTo>
                      <a:pt x="732" y="909"/>
                    </a:lnTo>
                    <a:lnTo>
                      <a:pt x="721" y="921"/>
                    </a:lnTo>
                    <a:lnTo>
                      <a:pt x="707" y="930"/>
                    </a:lnTo>
                    <a:lnTo>
                      <a:pt x="694" y="939"/>
                    </a:lnTo>
                    <a:lnTo>
                      <a:pt x="680" y="947"/>
                    </a:lnTo>
                    <a:lnTo>
                      <a:pt x="665" y="955"/>
                    </a:lnTo>
                    <a:lnTo>
                      <a:pt x="652" y="963"/>
                    </a:lnTo>
                    <a:lnTo>
                      <a:pt x="638" y="971"/>
                    </a:lnTo>
                    <a:lnTo>
                      <a:pt x="632" y="966"/>
                    </a:lnTo>
                    <a:lnTo>
                      <a:pt x="627" y="959"/>
                    </a:lnTo>
                    <a:lnTo>
                      <a:pt x="622" y="953"/>
                    </a:lnTo>
                    <a:lnTo>
                      <a:pt x="617" y="946"/>
                    </a:lnTo>
                    <a:lnTo>
                      <a:pt x="614" y="939"/>
                    </a:lnTo>
                    <a:lnTo>
                      <a:pt x="611" y="932"/>
                    </a:lnTo>
                    <a:lnTo>
                      <a:pt x="612" y="924"/>
                    </a:lnTo>
                    <a:lnTo>
                      <a:pt x="617" y="916"/>
                    </a:lnTo>
                    <a:lnTo>
                      <a:pt x="623" y="905"/>
                    </a:lnTo>
                    <a:lnTo>
                      <a:pt x="625" y="892"/>
                    </a:lnTo>
                    <a:lnTo>
                      <a:pt x="625" y="879"/>
                    </a:lnTo>
                    <a:lnTo>
                      <a:pt x="626" y="867"/>
                    </a:lnTo>
                    <a:lnTo>
                      <a:pt x="627" y="854"/>
                    </a:lnTo>
                    <a:lnTo>
                      <a:pt x="631" y="844"/>
                    </a:lnTo>
                    <a:lnTo>
                      <a:pt x="639" y="833"/>
                    </a:lnTo>
                    <a:lnTo>
                      <a:pt x="652" y="826"/>
                    </a:lnTo>
                    <a:lnTo>
                      <a:pt x="664" y="822"/>
                    </a:lnTo>
                    <a:lnTo>
                      <a:pt x="678" y="819"/>
                    </a:lnTo>
                    <a:lnTo>
                      <a:pt x="692" y="819"/>
                    </a:lnTo>
                    <a:lnTo>
                      <a:pt x="706" y="819"/>
                    </a:lnTo>
                    <a:lnTo>
                      <a:pt x="720" y="818"/>
                    </a:lnTo>
                    <a:lnTo>
                      <a:pt x="732" y="816"/>
                    </a:lnTo>
                    <a:lnTo>
                      <a:pt x="743" y="810"/>
                    </a:lnTo>
                    <a:lnTo>
                      <a:pt x="751" y="801"/>
                    </a:lnTo>
                    <a:lnTo>
                      <a:pt x="754" y="794"/>
                    </a:lnTo>
                    <a:lnTo>
                      <a:pt x="758" y="787"/>
                    </a:lnTo>
                    <a:lnTo>
                      <a:pt x="761" y="780"/>
                    </a:lnTo>
                    <a:lnTo>
                      <a:pt x="765" y="774"/>
                    </a:lnTo>
                    <a:lnTo>
                      <a:pt x="768" y="768"/>
                    </a:lnTo>
                    <a:lnTo>
                      <a:pt x="773" y="762"/>
                    </a:lnTo>
                    <a:lnTo>
                      <a:pt x="778" y="757"/>
                    </a:lnTo>
                    <a:lnTo>
                      <a:pt x="785" y="753"/>
                    </a:lnTo>
                    <a:lnTo>
                      <a:pt x="799" y="757"/>
                    </a:lnTo>
                    <a:lnTo>
                      <a:pt x="811" y="756"/>
                    </a:lnTo>
                    <a:lnTo>
                      <a:pt x="820" y="750"/>
                    </a:lnTo>
                    <a:lnTo>
                      <a:pt x="828" y="741"/>
                    </a:lnTo>
                    <a:lnTo>
                      <a:pt x="835" y="731"/>
                    </a:lnTo>
                    <a:lnTo>
                      <a:pt x="843" y="719"/>
                    </a:lnTo>
                    <a:lnTo>
                      <a:pt x="850" y="708"/>
                    </a:lnTo>
                    <a:lnTo>
                      <a:pt x="859" y="700"/>
                    </a:lnTo>
                    <a:lnTo>
                      <a:pt x="861" y="692"/>
                    </a:lnTo>
                    <a:lnTo>
                      <a:pt x="860" y="682"/>
                    </a:lnTo>
                    <a:lnTo>
                      <a:pt x="858" y="674"/>
                    </a:lnTo>
                    <a:lnTo>
                      <a:pt x="854" y="666"/>
                    </a:lnTo>
                    <a:lnTo>
                      <a:pt x="850" y="663"/>
                    </a:lnTo>
                    <a:lnTo>
                      <a:pt x="845" y="660"/>
                    </a:lnTo>
                    <a:lnTo>
                      <a:pt x="839" y="659"/>
                    </a:lnTo>
                    <a:lnTo>
                      <a:pt x="834" y="659"/>
                    </a:lnTo>
                    <a:lnTo>
                      <a:pt x="827" y="659"/>
                    </a:lnTo>
                    <a:lnTo>
                      <a:pt x="821" y="659"/>
                    </a:lnTo>
                    <a:lnTo>
                      <a:pt x="815" y="659"/>
                    </a:lnTo>
                    <a:lnTo>
                      <a:pt x="809" y="659"/>
                    </a:lnTo>
                    <a:lnTo>
                      <a:pt x="814" y="647"/>
                    </a:lnTo>
                    <a:lnTo>
                      <a:pt x="814" y="633"/>
                    </a:lnTo>
                    <a:lnTo>
                      <a:pt x="812" y="620"/>
                    </a:lnTo>
                    <a:lnTo>
                      <a:pt x="808" y="606"/>
                    </a:lnTo>
                    <a:lnTo>
                      <a:pt x="803" y="599"/>
                    </a:lnTo>
                    <a:lnTo>
                      <a:pt x="796" y="594"/>
                    </a:lnTo>
                    <a:lnTo>
                      <a:pt x="786" y="589"/>
                    </a:lnTo>
                    <a:lnTo>
                      <a:pt x="777" y="588"/>
                    </a:lnTo>
                    <a:lnTo>
                      <a:pt x="770" y="601"/>
                    </a:lnTo>
                    <a:lnTo>
                      <a:pt x="767" y="616"/>
                    </a:lnTo>
                    <a:lnTo>
                      <a:pt x="763" y="629"/>
                    </a:lnTo>
                    <a:lnTo>
                      <a:pt x="760" y="644"/>
                    </a:lnTo>
                    <a:lnTo>
                      <a:pt x="755" y="658"/>
                    </a:lnTo>
                    <a:lnTo>
                      <a:pt x="748" y="671"/>
                    </a:lnTo>
                    <a:lnTo>
                      <a:pt x="739" y="682"/>
                    </a:lnTo>
                    <a:lnTo>
                      <a:pt x="725" y="692"/>
                    </a:lnTo>
                    <a:lnTo>
                      <a:pt x="721" y="701"/>
                    </a:lnTo>
                    <a:lnTo>
                      <a:pt x="717" y="711"/>
                    </a:lnTo>
                    <a:lnTo>
                      <a:pt x="714" y="723"/>
                    </a:lnTo>
                    <a:lnTo>
                      <a:pt x="710" y="733"/>
                    </a:lnTo>
                    <a:lnTo>
                      <a:pt x="705" y="742"/>
                    </a:lnTo>
                    <a:lnTo>
                      <a:pt x="698" y="751"/>
                    </a:lnTo>
                    <a:lnTo>
                      <a:pt x="690" y="758"/>
                    </a:lnTo>
                    <a:lnTo>
                      <a:pt x="677" y="763"/>
                    </a:lnTo>
                    <a:lnTo>
                      <a:pt x="668" y="763"/>
                    </a:lnTo>
                    <a:lnTo>
                      <a:pt x="658" y="763"/>
                    </a:lnTo>
                    <a:lnTo>
                      <a:pt x="649" y="760"/>
                    </a:lnTo>
                    <a:lnTo>
                      <a:pt x="644" y="753"/>
                    </a:lnTo>
                    <a:lnTo>
                      <a:pt x="641" y="732"/>
                    </a:lnTo>
                    <a:lnTo>
                      <a:pt x="642" y="711"/>
                    </a:lnTo>
                    <a:lnTo>
                      <a:pt x="648" y="693"/>
                    </a:lnTo>
                    <a:lnTo>
                      <a:pt x="654" y="674"/>
                    </a:lnTo>
                    <a:lnTo>
                      <a:pt x="660" y="656"/>
                    </a:lnTo>
                    <a:lnTo>
                      <a:pt x="662" y="637"/>
                    </a:lnTo>
                    <a:lnTo>
                      <a:pt x="662" y="619"/>
                    </a:lnTo>
                    <a:lnTo>
                      <a:pt x="655" y="599"/>
                    </a:lnTo>
                    <a:lnTo>
                      <a:pt x="650" y="595"/>
                    </a:lnTo>
                    <a:lnTo>
                      <a:pt x="649" y="589"/>
                    </a:lnTo>
                    <a:lnTo>
                      <a:pt x="650" y="584"/>
                    </a:lnTo>
                    <a:lnTo>
                      <a:pt x="652" y="580"/>
                    </a:lnTo>
                    <a:lnTo>
                      <a:pt x="656" y="571"/>
                    </a:lnTo>
                    <a:lnTo>
                      <a:pt x="663" y="561"/>
                    </a:lnTo>
                    <a:lnTo>
                      <a:pt x="669" y="553"/>
                    </a:lnTo>
                    <a:lnTo>
                      <a:pt x="675" y="544"/>
                    </a:lnTo>
                    <a:lnTo>
                      <a:pt x="679" y="535"/>
                    </a:lnTo>
                    <a:lnTo>
                      <a:pt x="683" y="526"/>
                    </a:lnTo>
                    <a:lnTo>
                      <a:pt x="683" y="515"/>
                    </a:lnTo>
                    <a:lnTo>
                      <a:pt x="680" y="504"/>
                    </a:lnTo>
                    <a:lnTo>
                      <a:pt x="673" y="490"/>
                    </a:lnTo>
                    <a:lnTo>
                      <a:pt x="663" y="480"/>
                    </a:lnTo>
                    <a:lnTo>
                      <a:pt x="650" y="473"/>
                    </a:lnTo>
                    <a:lnTo>
                      <a:pt x="638" y="467"/>
                    </a:lnTo>
                    <a:lnTo>
                      <a:pt x="624" y="462"/>
                    </a:lnTo>
                    <a:lnTo>
                      <a:pt x="612" y="455"/>
                    </a:lnTo>
                    <a:lnTo>
                      <a:pt x="603" y="446"/>
                    </a:lnTo>
                    <a:lnTo>
                      <a:pt x="597" y="432"/>
                    </a:lnTo>
                    <a:lnTo>
                      <a:pt x="594" y="413"/>
                    </a:lnTo>
                    <a:lnTo>
                      <a:pt x="596" y="394"/>
                    </a:lnTo>
                    <a:lnTo>
                      <a:pt x="602" y="377"/>
                    </a:lnTo>
                    <a:lnTo>
                      <a:pt x="610" y="360"/>
                    </a:lnTo>
                    <a:lnTo>
                      <a:pt x="619" y="344"/>
                    </a:lnTo>
                    <a:lnTo>
                      <a:pt x="631" y="329"/>
                    </a:lnTo>
                    <a:lnTo>
                      <a:pt x="641" y="313"/>
                    </a:lnTo>
                    <a:lnTo>
                      <a:pt x="650" y="296"/>
                    </a:lnTo>
                    <a:lnTo>
                      <a:pt x="653" y="281"/>
                    </a:lnTo>
                    <a:lnTo>
                      <a:pt x="652" y="266"/>
                    </a:lnTo>
                    <a:lnTo>
                      <a:pt x="646" y="254"/>
                    </a:lnTo>
                    <a:lnTo>
                      <a:pt x="638" y="241"/>
                    </a:lnTo>
                    <a:lnTo>
                      <a:pt x="625" y="230"/>
                    </a:lnTo>
                    <a:lnTo>
                      <a:pt x="612" y="221"/>
                    </a:lnTo>
                    <a:lnTo>
                      <a:pt x="599" y="216"/>
                    </a:lnTo>
                    <a:lnTo>
                      <a:pt x="584" y="211"/>
                    </a:lnTo>
                    <a:lnTo>
                      <a:pt x="567" y="209"/>
                    </a:lnTo>
                    <a:lnTo>
                      <a:pt x="551" y="208"/>
                    </a:lnTo>
                    <a:lnTo>
                      <a:pt x="535" y="207"/>
                    </a:lnTo>
                    <a:lnTo>
                      <a:pt x="519" y="207"/>
                    </a:lnTo>
                    <a:lnTo>
                      <a:pt x="508" y="195"/>
                    </a:lnTo>
                    <a:lnTo>
                      <a:pt x="496" y="182"/>
                    </a:lnTo>
                    <a:lnTo>
                      <a:pt x="486" y="170"/>
                    </a:lnTo>
                    <a:lnTo>
                      <a:pt x="474" y="157"/>
                    </a:lnTo>
                    <a:lnTo>
                      <a:pt x="464" y="144"/>
                    </a:lnTo>
                    <a:lnTo>
                      <a:pt x="451" y="133"/>
                    </a:lnTo>
                    <a:lnTo>
                      <a:pt x="437" y="124"/>
                    </a:lnTo>
                    <a:lnTo>
                      <a:pt x="422" y="116"/>
                    </a:lnTo>
                    <a:lnTo>
                      <a:pt x="416" y="110"/>
                    </a:lnTo>
                    <a:lnTo>
                      <a:pt x="412" y="103"/>
                    </a:lnTo>
                    <a:lnTo>
                      <a:pt x="407" y="96"/>
                    </a:lnTo>
                    <a:lnTo>
                      <a:pt x="404" y="88"/>
                    </a:lnTo>
                    <a:lnTo>
                      <a:pt x="400" y="81"/>
                    </a:lnTo>
                    <a:lnTo>
                      <a:pt x="397" y="74"/>
                    </a:lnTo>
                    <a:lnTo>
                      <a:pt x="392" y="67"/>
                    </a:lnTo>
                    <a:lnTo>
                      <a:pt x="387" y="61"/>
                    </a:lnTo>
                    <a:lnTo>
                      <a:pt x="385" y="57"/>
                    </a:lnTo>
                    <a:lnTo>
                      <a:pt x="382" y="53"/>
                    </a:lnTo>
                    <a:lnTo>
                      <a:pt x="376" y="50"/>
                    </a:lnTo>
                    <a:lnTo>
                      <a:pt x="372" y="46"/>
                    </a:lnTo>
                    <a:lnTo>
                      <a:pt x="357" y="53"/>
                    </a:lnTo>
                    <a:lnTo>
                      <a:pt x="342" y="58"/>
                    </a:lnTo>
                    <a:lnTo>
                      <a:pt x="329" y="61"/>
                    </a:lnTo>
                    <a:lnTo>
                      <a:pt x="316" y="65"/>
                    </a:lnTo>
                    <a:lnTo>
                      <a:pt x="304" y="67"/>
                    </a:lnTo>
                    <a:lnTo>
                      <a:pt x="293" y="71"/>
                    </a:lnTo>
                    <a:lnTo>
                      <a:pt x="283" y="74"/>
                    </a:lnTo>
                    <a:lnTo>
                      <a:pt x="272" y="79"/>
                    </a:lnTo>
                    <a:lnTo>
                      <a:pt x="256" y="81"/>
                    </a:lnTo>
                    <a:lnTo>
                      <a:pt x="241" y="80"/>
                    </a:lnTo>
                    <a:lnTo>
                      <a:pt x="226" y="77"/>
                    </a:lnTo>
                    <a:lnTo>
                      <a:pt x="212" y="73"/>
                    </a:lnTo>
                    <a:lnTo>
                      <a:pt x="198" y="68"/>
                    </a:lnTo>
                    <a:lnTo>
                      <a:pt x="184" y="64"/>
                    </a:lnTo>
                    <a:lnTo>
                      <a:pt x="169" y="61"/>
                    </a:lnTo>
                    <a:lnTo>
                      <a:pt x="153" y="61"/>
                    </a:lnTo>
                    <a:lnTo>
                      <a:pt x="133" y="59"/>
                    </a:lnTo>
                    <a:lnTo>
                      <a:pt x="112" y="64"/>
                    </a:lnTo>
                    <a:lnTo>
                      <a:pt x="91" y="69"/>
                    </a:lnTo>
                    <a:lnTo>
                      <a:pt x="72" y="76"/>
                    </a:lnTo>
                    <a:lnTo>
                      <a:pt x="53" y="80"/>
                    </a:lnTo>
                    <a:lnTo>
                      <a:pt x="37" y="79"/>
                    </a:lnTo>
                    <a:lnTo>
                      <a:pt x="23" y="68"/>
                    </a:lnTo>
                    <a:lnTo>
                      <a:pt x="13" y="46"/>
                    </a:lnTo>
                    <a:lnTo>
                      <a:pt x="12" y="39"/>
                    </a:lnTo>
                    <a:lnTo>
                      <a:pt x="10" y="33"/>
                    </a:lnTo>
                    <a:lnTo>
                      <a:pt x="6" y="27"/>
                    </a:lnTo>
                    <a:lnTo>
                      <a:pt x="0" y="21"/>
                    </a:lnTo>
                    <a:lnTo>
                      <a:pt x="20" y="16"/>
                    </a:lnTo>
                    <a:lnTo>
                      <a:pt x="41" y="12"/>
                    </a:lnTo>
                    <a:lnTo>
                      <a:pt x="60" y="8"/>
                    </a:lnTo>
                    <a:lnTo>
                      <a:pt x="80" y="6"/>
                    </a:lnTo>
                    <a:lnTo>
                      <a:pt x="101" y="4"/>
                    </a:lnTo>
                    <a:lnTo>
                      <a:pt x="120" y="3"/>
                    </a:lnTo>
                    <a:lnTo>
                      <a:pt x="140" y="1"/>
                    </a:lnTo>
                    <a:lnTo>
                      <a:pt x="159" y="0"/>
                    </a:lnTo>
                    <a:lnTo>
                      <a:pt x="179" y="0"/>
                    </a:lnTo>
                    <a:lnTo>
                      <a:pt x="198" y="1"/>
                    </a:lnTo>
                    <a:lnTo>
                      <a:pt x="217" y="3"/>
                    </a:lnTo>
                    <a:lnTo>
                      <a:pt x="237" y="4"/>
                    </a:lnTo>
                    <a:lnTo>
                      <a:pt x="255" y="6"/>
                    </a:lnTo>
                    <a:lnTo>
                      <a:pt x="275" y="10"/>
                    </a:lnTo>
                    <a:lnTo>
                      <a:pt x="293" y="13"/>
                    </a:lnTo>
                    <a:lnTo>
                      <a:pt x="312" y="16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6" name="Freeform 8">
                <a:extLst>
                  <a:ext uri="{FF2B5EF4-FFF2-40B4-BE49-F238E27FC236}">
                    <a16:creationId xmlns:a16="http://schemas.microsoft.com/office/drawing/2014/main" id="{B83A552F-DE10-DF44-AAC0-B31DE65B3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730"/>
                <a:ext cx="490" cy="565"/>
              </a:xfrm>
              <a:custGeom>
                <a:avLst/>
                <a:gdLst>
                  <a:gd name="T0" fmla="*/ 8 w 981"/>
                  <a:gd name="T1" fmla="*/ 2 h 1129"/>
                  <a:gd name="T2" fmla="*/ 11 w 981"/>
                  <a:gd name="T3" fmla="*/ 3 h 1129"/>
                  <a:gd name="T4" fmla="*/ 15 w 981"/>
                  <a:gd name="T5" fmla="*/ 2 h 1129"/>
                  <a:gd name="T6" fmla="*/ 19 w 981"/>
                  <a:gd name="T7" fmla="*/ 5 h 1129"/>
                  <a:gd name="T8" fmla="*/ 24 w 981"/>
                  <a:gd name="T9" fmla="*/ 8 h 1129"/>
                  <a:gd name="T10" fmla="*/ 22 w 981"/>
                  <a:gd name="T11" fmla="*/ 8 h 1129"/>
                  <a:gd name="T12" fmla="*/ 20 w 981"/>
                  <a:gd name="T13" fmla="*/ 9 h 1129"/>
                  <a:gd name="T14" fmla="*/ 20 w 981"/>
                  <a:gd name="T15" fmla="*/ 11 h 1129"/>
                  <a:gd name="T16" fmla="*/ 21 w 981"/>
                  <a:gd name="T17" fmla="*/ 14 h 1129"/>
                  <a:gd name="T18" fmla="*/ 22 w 981"/>
                  <a:gd name="T19" fmla="*/ 13 h 1129"/>
                  <a:gd name="T20" fmla="*/ 25 w 981"/>
                  <a:gd name="T21" fmla="*/ 15 h 1129"/>
                  <a:gd name="T22" fmla="*/ 24 w 981"/>
                  <a:gd name="T23" fmla="*/ 19 h 1129"/>
                  <a:gd name="T24" fmla="*/ 24 w 981"/>
                  <a:gd name="T25" fmla="*/ 24 h 1129"/>
                  <a:gd name="T26" fmla="*/ 25 w 981"/>
                  <a:gd name="T27" fmla="*/ 24 h 1129"/>
                  <a:gd name="T28" fmla="*/ 27 w 981"/>
                  <a:gd name="T29" fmla="*/ 23 h 1129"/>
                  <a:gd name="T30" fmla="*/ 29 w 981"/>
                  <a:gd name="T31" fmla="*/ 20 h 1129"/>
                  <a:gd name="T32" fmla="*/ 28 w 981"/>
                  <a:gd name="T33" fmla="*/ 22 h 1129"/>
                  <a:gd name="T34" fmla="*/ 27 w 981"/>
                  <a:gd name="T35" fmla="*/ 24 h 1129"/>
                  <a:gd name="T36" fmla="*/ 23 w 981"/>
                  <a:gd name="T37" fmla="*/ 25 h 1129"/>
                  <a:gd name="T38" fmla="*/ 23 w 981"/>
                  <a:gd name="T39" fmla="*/ 30 h 1129"/>
                  <a:gd name="T40" fmla="*/ 22 w 981"/>
                  <a:gd name="T41" fmla="*/ 29 h 1129"/>
                  <a:gd name="T42" fmla="*/ 19 w 981"/>
                  <a:gd name="T43" fmla="*/ 25 h 1129"/>
                  <a:gd name="T44" fmla="*/ 16 w 981"/>
                  <a:gd name="T45" fmla="*/ 25 h 1129"/>
                  <a:gd name="T46" fmla="*/ 14 w 981"/>
                  <a:gd name="T47" fmla="*/ 28 h 1129"/>
                  <a:gd name="T48" fmla="*/ 16 w 981"/>
                  <a:gd name="T49" fmla="*/ 31 h 1129"/>
                  <a:gd name="T50" fmla="*/ 16 w 981"/>
                  <a:gd name="T51" fmla="*/ 32 h 1129"/>
                  <a:gd name="T52" fmla="*/ 13 w 981"/>
                  <a:gd name="T53" fmla="*/ 34 h 1129"/>
                  <a:gd name="T54" fmla="*/ 10 w 981"/>
                  <a:gd name="T55" fmla="*/ 35 h 1129"/>
                  <a:gd name="T56" fmla="*/ 8 w 981"/>
                  <a:gd name="T57" fmla="*/ 34 h 1129"/>
                  <a:gd name="T58" fmla="*/ 6 w 981"/>
                  <a:gd name="T59" fmla="*/ 34 h 1129"/>
                  <a:gd name="T60" fmla="*/ 5 w 981"/>
                  <a:gd name="T61" fmla="*/ 35 h 1129"/>
                  <a:gd name="T62" fmla="*/ 1 w 981"/>
                  <a:gd name="T63" fmla="*/ 33 h 1129"/>
                  <a:gd name="T64" fmla="*/ 1 w 981"/>
                  <a:gd name="T65" fmla="*/ 30 h 1129"/>
                  <a:gd name="T66" fmla="*/ 0 w 981"/>
                  <a:gd name="T67" fmla="*/ 28 h 1129"/>
                  <a:gd name="T68" fmla="*/ 1 w 981"/>
                  <a:gd name="T69" fmla="*/ 25 h 1129"/>
                  <a:gd name="T70" fmla="*/ 0 w 981"/>
                  <a:gd name="T71" fmla="*/ 24 h 1129"/>
                  <a:gd name="T72" fmla="*/ 1 w 981"/>
                  <a:gd name="T73" fmla="*/ 23 h 1129"/>
                  <a:gd name="T74" fmla="*/ 3 w 981"/>
                  <a:gd name="T75" fmla="*/ 22 h 1129"/>
                  <a:gd name="T76" fmla="*/ 5 w 981"/>
                  <a:gd name="T77" fmla="*/ 21 h 1129"/>
                  <a:gd name="T78" fmla="*/ 7 w 981"/>
                  <a:gd name="T79" fmla="*/ 20 h 1129"/>
                  <a:gd name="T80" fmla="*/ 8 w 981"/>
                  <a:gd name="T81" fmla="*/ 21 h 1129"/>
                  <a:gd name="T82" fmla="*/ 9 w 981"/>
                  <a:gd name="T83" fmla="*/ 20 h 1129"/>
                  <a:gd name="T84" fmla="*/ 8 w 981"/>
                  <a:gd name="T85" fmla="*/ 18 h 1129"/>
                  <a:gd name="T86" fmla="*/ 7 w 981"/>
                  <a:gd name="T87" fmla="*/ 17 h 1129"/>
                  <a:gd name="T88" fmla="*/ 5 w 981"/>
                  <a:gd name="T89" fmla="*/ 13 h 1129"/>
                  <a:gd name="T90" fmla="*/ 3 w 981"/>
                  <a:gd name="T91" fmla="*/ 12 h 1129"/>
                  <a:gd name="T92" fmla="*/ 2 w 981"/>
                  <a:gd name="T93" fmla="*/ 15 h 1129"/>
                  <a:gd name="T94" fmla="*/ 1 w 981"/>
                  <a:gd name="T95" fmla="*/ 12 h 1129"/>
                  <a:gd name="T96" fmla="*/ 3 w 981"/>
                  <a:gd name="T97" fmla="*/ 11 h 1129"/>
                  <a:gd name="T98" fmla="*/ 5 w 981"/>
                  <a:gd name="T99" fmla="*/ 10 h 1129"/>
                  <a:gd name="T100" fmla="*/ 6 w 981"/>
                  <a:gd name="T101" fmla="*/ 6 h 1129"/>
                  <a:gd name="T102" fmla="*/ 4 w 981"/>
                  <a:gd name="T103" fmla="*/ 5 h 1129"/>
                  <a:gd name="T104" fmla="*/ 3 w 981"/>
                  <a:gd name="T105" fmla="*/ 4 h 1129"/>
                  <a:gd name="T106" fmla="*/ 1 w 981"/>
                  <a:gd name="T107" fmla="*/ 2 h 1129"/>
                  <a:gd name="T108" fmla="*/ 2 w 981"/>
                  <a:gd name="T109" fmla="*/ 1 h 1129"/>
                  <a:gd name="T110" fmla="*/ 5 w 981"/>
                  <a:gd name="T111" fmla="*/ 2 h 112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81"/>
                  <a:gd name="T169" fmla="*/ 0 h 1129"/>
                  <a:gd name="T170" fmla="*/ 981 w 981"/>
                  <a:gd name="T171" fmla="*/ 1129 h 112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81" h="1129">
                    <a:moveTo>
                      <a:pt x="203" y="79"/>
                    </a:moveTo>
                    <a:lnTo>
                      <a:pt x="213" y="75"/>
                    </a:lnTo>
                    <a:lnTo>
                      <a:pt x="225" y="70"/>
                    </a:lnTo>
                    <a:lnTo>
                      <a:pt x="236" y="66"/>
                    </a:lnTo>
                    <a:lnTo>
                      <a:pt x="248" y="63"/>
                    </a:lnTo>
                    <a:lnTo>
                      <a:pt x="261" y="61"/>
                    </a:lnTo>
                    <a:lnTo>
                      <a:pt x="272" y="60"/>
                    </a:lnTo>
                    <a:lnTo>
                      <a:pt x="285" y="58"/>
                    </a:lnTo>
                    <a:lnTo>
                      <a:pt x="298" y="58"/>
                    </a:lnTo>
                    <a:lnTo>
                      <a:pt x="310" y="58"/>
                    </a:lnTo>
                    <a:lnTo>
                      <a:pt x="322" y="60"/>
                    </a:lnTo>
                    <a:lnTo>
                      <a:pt x="334" y="61"/>
                    </a:lnTo>
                    <a:lnTo>
                      <a:pt x="347" y="63"/>
                    </a:lnTo>
                    <a:lnTo>
                      <a:pt x="359" y="66"/>
                    </a:lnTo>
                    <a:lnTo>
                      <a:pt x="370" y="70"/>
                    </a:lnTo>
                    <a:lnTo>
                      <a:pt x="382" y="73"/>
                    </a:lnTo>
                    <a:lnTo>
                      <a:pt x="393" y="78"/>
                    </a:lnTo>
                    <a:lnTo>
                      <a:pt x="411" y="77"/>
                    </a:lnTo>
                    <a:lnTo>
                      <a:pt x="427" y="72"/>
                    </a:lnTo>
                    <a:lnTo>
                      <a:pt x="442" y="65"/>
                    </a:lnTo>
                    <a:lnTo>
                      <a:pt x="458" y="58"/>
                    </a:lnTo>
                    <a:lnTo>
                      <a:pt x="473" y="51"/>
                    </a:lnTo>
                    <a:lnTo>
                      <a:pt x="488" y="46"/>
                    </a:lnTo>
                    <a:lnTo>
                      <a:pt x="504" y="42"/>
                    </a:lnTo>
                    <a:lnTo>
                      <a:pt x="521" y="42"/>
                    </a:lnTo>
                    <a:lnTo>
                      <a:pt x="527" y="64"/>
                    </a:lnTo>
                    <a:lnTo>
                      <a:pt x="538" y="81"/>
                    </a:lnTo>
                    <a:lnTo>
                      <a:pt x="555" y="98"/>
                    </a:lnTo>
                    <a:lnTo>
                      <a:pt x="572" y="111"/>
                    </a:lnTo>
                    <a:lnTo>
                      <a:pt x="590" y="125"/>
                    </a:lnTo>
                    <a:lnTo>
                      <a:pt x="608" y="140"/>
                    </a:lnTo>
                    <a:lnTo>
                      <a:pt x="623" y="156"/>
                    </a:lnTo>
                    <a:lnTo>
                      <a:pt x="633" y="176"/>
                    </a:lnTo>
                    <a:lnTo>
                      <a:pt x="648" y="195"/>
                    </a:lnTo>
                    <a:lnTo>
                      <a:pt x="670" y="205"/>
                    </a:lnTo>
                    <a:lnTo>
                      <a:pt x="694" y="208"/>
                    </a:lnTo>
                    <a:lnTo>
                      <a:pt x="719" y="209"/>
                    </a:lnTo>
                    <a:lnTo>
                      <a:pt x="742" y="213"/>
                    </a:lnTo>
                    <a:lnTo>
                      <a:pt x="760" y="220"/>
                    </a:lnTo>
                    <a:lnTo>
                      <a:pt x="770" y="236"/>
                    </a:lnTo>
                    <a:lnTo>
                      <a:pt x="770" y="265"/>
                    </a:lnTo>
                    <a:lnTo>
                      <a:pt x="748" y="299"/>
                    </a:lnTo>
                    <a:lnTo>
                      <a:pt x="750" y="287"/>
                    </a:lnTo>
                    <a:lnTo>
                      <a:pt x="749" y="273"/>
                    </a:lnTo>
                    <a:lnTo>
                      <a:pt x="746" y="260"/>
                    </a:lnTo>
                    <a:lnTo>
                      <a:pt x="740" y="248"/>
                    </a:lnTo>
                    <a:lnTo>
                      <a:pt x="733" y="242"/>
                    </a:lnTo>
                    <a:lnTo>
                      <a:pt x="725" y="238"/>
                    </a:lnTo>
                    <a:lnTo>
                      <a:pt x="716" y="238"/>
                    </a:lnTo>
                    <a:lnTo>
                      <a:pt x="707" y="238"/>
                    </a:lnTo>
                    <a:lnTo>
                      <a:pt x="699" y="240"/>
                    </a:lnTo>
                    <a:lnTo>
                      <a:pt x="689" y="244"/>
                    </a:lnTo>
                    <a:lnTo>
                      <a:pt x="681" y="247"/>
                    </a:lnTo>
                    <a:lnTo>
                      <a:pt x="673" y="250"/>
                    </a:lnTo>
                    <a:lnTo>
                      <a:pt x="666" y="254"/>
                    </a:lnTo>
                    <a:lnTo>
                      <a:pt x="659" y="259"/>
                    </a:lnTo>
                    <a:lnTo>
                      <a:pt x="654" y="266"/>
                    </a:lnTo>
                    <a:lnTo>
                      <a:pt x="649" y="273"/>
                    </a:lnTo>
                    <a:lnTo>
                      <a:pt x="644" y="280"/>
                    </a:lnTo>
                    <a:lnTo>
                      <a:pt x="642" y="287"/>
                    </a:lnTo>
                    <a:lnTo>
                      <a:pt x="639" y="295"/>
                    </a:lnTo>
                    <a:lnTo>
                      <a:pt x="638" y="303"/>
                    </a:lnTo>
                    <a:lnTo>
                      <a:pt x="647" y="326"/>
                    </a:lnTo>
                    <a:lnTo>
                      <a:pt x="654" y="349"/>
                    </a:lnTo>
                    <a:lnTo>
                      <a:pt x="659" y="373"/>
                    </a:lnTo>
                    <a:lnTo>
                      <a:pt x="666" y="397"/>
                    </a:lnTo>
                    <a:lnTo>
                      <a:pt x="670" y="403"/>
                    </a:lnTo>
                    <a:lnTo>
                      <a:pt x="673" y="409"/>
                    </a:lnTo>
                    <a:lnTo>
                      <a:pt x="677" y="416"/>
                    </a:lnTo>
                    <a:lnTo>
                      <a:pt x="681" y="421"/>
                    </a:lnTo>
                    <a:lnTo>
                      <a:pt x="686" y="426"/>
                    </a:lnTo>
                    <a:lnTo>
                      <a:pt x="693" y="429"/>
                    </a:lnTo>
                    <a:lnTo>
                      <a:pt x="699" y="432"/>
                    </a:lnTo>
                    <a:lnTo>
                      <a:pt x="707" y="432"/>
                    </a:lnTo>
                    <a:lnTo>
                      <a:pt x="715" y="421"/>
                    </a:lnTo>
                    <a:lnTo>
                      <a:pt x="719" y="409"/>
                    </a:lnTo>
                    <a:lnTo>
                      <a:pt x="721" y="396"/>
                    </a:lnTo>
                    <a:lnTo>
                      <a:pt x="722" y="383"/>
                    </a:lnTo>
                    <a:lnTo>
                      <a:pt x="723" y="397"/>
                    </a:lnTo>
                    <a:lnTo>
                      <a:pt x="725" y="411"/>
                    </a:lnTo>
                    <a:lnTo>
                      <a:pt x="729" y="425"/>
                    </a:lnTo>
                    <a:lnTo>
                      <a:pt x="737" y="436"/>
                    </a:lnTo>
                    <a:lnTo>
                      <a:pt x="746" y="445"/>
                    </a:lnTo>
                    <a:lnTo>
                      <a:pt x="757" y="452"/>
                    </a:lnTo>
                    <a:lnTo>
                      <a:pt x="770" y="457"/>
                    </a:lnTo>
                    <a:lnTo>
                      <a:pt x="784" y="462"/>
                    </a:lnTo>
                    <a:lnTo>
                      <a:pt x="794" y="467"/>
                    </a:lnTo>
                    <a:lnTo>
                      <a:pt x="802" y="475"/>
                    </a:lnTo>
                    <a:lnTo>
                      <a:pt x="805" y="488"/>
                    </a:lnTo>
                    <a:lnTo>
                      <a:pt x="801" y="505"/>
                    </a:lnTo>
                    <a:lnTo>
                      <a:pt x="790" y="519"/>
                    </a:lnTo>
                    <a:lnTo>
                      <a:pt x="779" y="535"/>
                    </a:lnTo>
                    <a:lnTo>
                      <a:pt x="774" y="551"/>
                    </a:lnTo>
                    <a:lnTo>
                      <a:pt x="774" y="570"/>
                    </a:lnTo>
                    <a:lnTo>
                      <a:pt x="782" y="579"/>
                    </a:lnTo>
                    <a:lnTo>
                      <a:pt x="785" y="592"/>
                    </a:lnTo>
                    <a:lnTo>
                      <a:pt x="784" y="604"/>
                    </a:lnTo>
                    <a:lnTo>
                      <a:pt x="783" y="617"/>
                    </a:lnTo>
                    <a:lnTo>
                      <a:pt x="775" y="645"/>
                    </a:lnTo>
                    <a:lnTo>
                      <a:pt x="769" y="672"/>
                    </a:lnTo>
                    <a:lnTo>
                      <a:pt x="768" y="701"/>
                    </a:lnTo>
                    <a:lnTo>
                      <a:pt x="770" y="731"/>
                    </a:lnTo>
                    <a:lnTo>
                      <a:pt x="774" y="737"/>
                    </a:lnTo>
                    <a:lnTo>
                      <a:pt x="777" y="742"/>
                    </a:lnTo>
                    <a:lnTo>
                      <a:pt x="782" y="745"/>
                    </a:lnTo>
                    <a:lnTo>
                      <a:pt x="787" y="748"/>
                    </a:lnTo>
                    <a:lnTo>
                      <a:pt x="792" y="752"/>
                    </a:lnTo>
                    <a:lnTo>
                      <a:pt x="797" y="754"/>
                    </a:lnTo>
                    <a:lnTo>
                      <a:pt x="802" y="758"/>
                    </a:lnTo>
                    <a:lnTo>
                      <a:pt x="807" y="760"/>
                    </a:lnTo>
                    <a:lnTo>
                      <a:pt x="815" y="760"/>
                    </a:lnTo>
                    <a:lnTo>
                      <a:pt x="822" y="760"/>
                    </a:lnTo>
                    <a:lnTo>
                      <a:pt x="829" y="759"/>
                    </a:lnTo>
                    <a:lnTo>
                      <a:pt x="836" y="758"/>
                    </a:lnTo>
                    <a:lnTo>
                      <a:pt x="842" y="757"/>
                    </a:lnTo>
                    <a:lnTo>
                      <a:pt x="847" y="753"/>
                    </a:lnTo>
                    <a:lnTo>
                      <a:pt x="853" y="750"/>
                    </a:lnTo>
                    <a:lnTo>
                      <a:pt x="859" y="745"/>
                    </a:lnTo>
                    <a:lnTo>
                      <a:pt x="867" y="734"/>
                    </a:lnTo>
                    <a:lnTo>
                      <a:pt x="875" y="722"/>
                    </a:lnTo>
                    <a:lnTo>
                      <a:pt x="881" y="709"/>
                    </a:lnTo>
                    <a:lnTo>
                      <a:pt x="886" y="695"/>
                    </a:lnTo>
                    <a:lnTo>
                      <a:pt x="893" y="684"/>
                    </a:lnTo>
                    <a:lnTo>
                      <a:pt x="900" y="671"/>
                    </a:lnTo>
                    <a:lnTo>
                      <a:pt x="911" y="661"/>
                    </a:lnTo>
                    <a:lnTo>
                      <a:pt x="922" y="651"/>
                    </a:lnTo>
                    <a:lnTo>
                      <a:pt x="936" y="595"/>
                    </a:lnTo>
                    <a:lnTo>
                      <a:pt x="937" y="610"/>
                    </a:lnTo>
                    <a:lnTo>
                      <a:pt x="934" y="629"/>
                    </a:lnTo>
                    <a:lnTo>
                      <a:pt x="936" y="647"/>
                    </a:lnTo>
                    <a:lnTo>
                      <a:pt x="951" y="659"/>
                    </a:lnTo>
                    <a:lnTo>
                      <a:pt x="981" y="661"/>
                    </a:lnTo>
                    <a:lnTo>
                      <a:pt x="953" y="701"/>
                    </a:lnTo>
                    <a:lnTo>
                      <a:pt x="944" y="700"/>
                    </a:lnTo>
                    <a:lnTo>
                      <a:pt x="935" y="700"/>
                    </a:lnTo>
                    <a:lnTo>
                      <a:pt x="926" y="702"/>
                    </a:lnTo>
                    <a:lnTo>
                      <a:pt x="916" y="705"/>
                    </a:lnTo>
                    <a:lnTo>
                      <a:pt x="908" y="709"/>
                    </a:lnTo>
                    <a:lnTo>
                      <a:pt x="900" y="715"/>
                    </a:lnTo>
                    <a:lnTo>
                      <a:pt x="895" y="722"/>
                    </a:lnTo>
                    <a:lnTo>
                      <a:pt x="890" y="731"/>
                    </a:lnTo>
                    <a:lnTo>
                      <a:pt x="884" y="743"/>
                    </a:lnTo>
                    <a:lnTo>
                      <a:pt x="878" y="754"/>
                    </a:lnTo>
                    <a:lnTo>
                      <a:pt x="871" y="765"/>
                    </a:lnTo>
                    <a:lnTo>
                      <a:pt x="860" y="769"/>
                    </a:lnTo>
                    <a:lnTo>
                      <a:pt x="845" y="770"/>
                    </a:lnTo>
                    <a:lnTo>
                      <a:pt x="830" y="770"/>
                    </a:lnTo>
                    <a:lnTo>
                      <a:pt x="814" y="772"/>
                    </a:lnTo>
                    <a:lnTo>
                      <a:pt x="798" y="774"/>
                    </a:lnTo>
                    <a:lnTo>
                      <a:pt x="784" y="778"/>
                    </a:lnTo>
                    <a:lnTo>
                      <a:pt x="770" y="787"/>
                    </a:lnTo>
                    <a:lnTo>
                      <a:pt x="760" y="798"/>
                    </a:lnTo>
                    <a:lnTo>
                      <a:pt x="752" y="813"/>
                    </a:lnTo>
                    <a:lnTo>
                      <a:pt x="747" y="833"/>
                    </a:lnTo>
                    <a:lnTo>
                      <a:pt x="747" y="853"/>
                    </a:lnTo>
                    <a:lnTo>
                      <a:pt x="746" y="873"/>
                    </a:lnTo>
                    <a:lnTo>
                      <a:pt x="737" y="890"/>
                    </a:lnTo>
                    <a:lnTo>
                      <a:pt x="738" y="909"/>
                    </a:lnTo>
                    <a:lnTo>
                      <a:pt x="744" y="925"/>
                    </a:lnTo>
                    <a:lnTo>
                      <a:pt x="753" y="940"/>
                    </a:lnTo>
                    <a:lnTo>
                      <a:pt x="763" y="954"/>
                    </a:lnTo>
                    <a:lnTo>
                      <a:pt x="756" y="958"/>
                    </a:lnTo>
                    <a:lnTo>
                      <a:pt x="749" y="960"/>
                    </a:lnTo>
                    <a:lnTo>
                      <a:pt x="741" y="963"/>
                    </a:lnTo>
                    <a:lnTo>
                      <a:pt x="733" y="965"/>
                    </a:lnTo>
                    <a:lnTo>
                      <a:pt x="732" y="944"/>
                    </a:lnTo>
                    <a:lnTo>
                      <a:pt x="730" y="925"/>
                    </a:lnTo>
                    <a:lnTo>
                      <a:pt x="726" y="905"/>
                    </a:lnTo>
                    <a:lnTo>
                      <a:pt x="722" y="887"/>
                    </a:lnTo>
                    <a:lnTo>
                      <a:pt x="715" y="868"/>
                    </a:lnTo>
                    <a:lnTo>
                      <a:pt x="706" y="850"/>
                    </a:lnTo>
                    <a:lnTo>
                      <a:pt x="696" y="833"/>
                    </a:lnTo>
                    <a:lnTo>
                      <a:pt x="685" y="816"/>
                    </a:lnTo>
                    <a:lnTo>
                      <a:pt x="669" y="806"/>
                    </a:lnTo>
                    <a:lnTo>
                      <a:pt x="654" y="795"/>
                    </a:lnTo>
                    <a:lnTo>
                      <a:pt x="638" y="784"/>
                    </a:lnTo>
                    <a:lnTo>
                      <a:pt x="620" y="774"/>
                    </a:lnTo>
                    <a:lnTo>
                      <a:pt x="603" y="766"/>
                    </a:lnTo>
                    <a:lnTo>
                      <a:pt x="586" y="762"/>
                    </a:lnTo>
                    <a:lnTo>
                      <a:pt x="566" y="763"/>
                    </a:lnTo>
                    <a:lnTo>
                      <a:pt x="546" y="770"/>
                    </a:lnTo>
                    <a:lnTo>
                      <a:pt x="538" y="775"/>
                    </a:lnTo>
                    <a:lnTo>
                      <a:pt x="532" y="782"/>
                    </a:lnTo>
                    <a:lnTo>
                      <a:pt x="526" y="791"/>
                    </a:lnTo>
                    <a:lnTo>
                      <a:pt x="522" y="800"/>
                    </a:lnTo>
                    <a:lnTo>
                      <a:pt x="514" y="810"/>
                    </a:lnTo>
                    <a:lnTo>
                      <a:pt x="506" y="820"/>
                    </a:lnTo>
                    <a:lnTo>
                      <a:pt x="498" y="830"/>
                    </a:lnTo>
                    <a:lnTo>
                      <a:pt x="490" y="841"/>
                    </a:lnTo>
                    <a:lnTo>
                      <a:pt x="484" y="852"/>
                    </a:lnTo>
                    <a:lnTo>
                      <a:pt x="478" y="864"/>
                    </a:lnTo>
                    <a:lnTo>
                      <a:pt x="476" y="876"/>
                    </a:lnTo>
                    <a:lnTo>
                      <a:pt x="475" y="889"/>
                    </a:lnTo>
                    <a:lnTo>
                      <a:pt x="491" y="906"/>
                    </a:lnTo>
                    <a:lnTo>
                      <a:pt x="497" y="929"/>
                    </a:lnTo>
                    <a:lnTo>
                      <a:pt x="499" y="954"/>
                    </a:lnTo>
                    <a:lnTo>
                      <a:pt x="508" y="975"/>
                    </a:lnTo>
                    <a:lnTo>
                      <a:pt x="514" y="981"/>
                    </a:lnTo>
                    <a:lnTo>
                      <a:pt x="520" y="986"/>
                    </a:lnTo>
                    <a:lnTo>
                      <a:pt x="527" y="989"/>
                    </a:lnTo>
                    <a:lnTo>
                      <a:pt x="534" y="992"/>
                    </a:lnTo>
                    <a:lnTo>
                      <a:pt x="542" y="994"/>
                    </a:lnTo>
                    <a:lnTo>
                      <a:pt x="549" y="995"/>
                    </a:lnTo>
                    <a:lnTo>
                      <a:pt x="557" y="996"/>
                    </a:lnTo>
                    <a:lnTo>
                      <a:pt x="564" y="997"/>
                    </a:lnTo>
                    <a:lnTo>
                      <a:pt x="552" y="1004"/>
                    </a:lnTo>
                    <a:lnTo>
                      <a:pt x="541" y="1011"/>
                    </a:lnTo>
                    <a:lnTo>
                      <a:pt x="529" y="1017"/>
                    </a:lnTo>
                    <a:lnTo>
                      <a:pt x="518" y="1024"/>
                    </a:lnTo>
                    <a:lnTo>
                      <a:pt x="506" y="1030"/>
                    </a:lnTo>
                    <a:lnTo>
                      <a:pt x="495" y="1035"/>
                    </a:lnTo>
                    <a:lnTo>
                      <a:pt x="483" y="1041"/>
                    </a:lnTo>
                    <a:lnTo>
                      <a:pt x="472" y="1047"/>
                    </a:lnTo>
                    <a:lnTo>
                      <a:pt x="459" y="1053"/>
                    </a:lnTo>
                    <a:lnTo>
                      <a:pt x="447" y="1057"/>
                    </a:lnTo>
                    <a:lnTo>
                      <a:pt x="435" y="1063"/>
                    </a:lnTo>
                    <a:lnTo>
                      <a:pt x="423" y="1069"/>
                    </a:lnTo>
                    <a:lnTo>
                      <a:pt x="411" y="1073"/>
                    </a:lnTo>
                    <a:lnTo>
                      <a:pt x="399" y="1079"/>
                    </a:lnTo>
                    <a:lnTo>
                      <a:pt x="386" y="1084"/>
                    </a:lnTo>
                    <a:lnTo>
                      <a:pt x="375" y="1090"/>
                    </a:lnTo>
                    <a:lnTo>
                      <a:pt x="364" y="1091"/>
                    </a:lnTo>
                    <a:lnTo>
                      <a:pt x="354" y="1093"/>
                    </a:lnTo>
                    <a:lnTo>
                      <a:pt x="343" y="1094"/>
                    </a:lnTo>
                    <a:lnTo>
                      <a:pt x="332" y="1095"/>
                    </a:lnTo>
                    <a:lnTo>
                      <a:pt x="321" y="1098"/>
                    </a:lnTo>
                    <a:lnTo>
                      <a:pt x="310" y="1099"/>
                    </a:lnTo>
                    <a:lnTo>
                      <a:pt x="300" y="1099"/>
                    </a:lnTo>
                    <a:lnTo>
                      <a:pt x="291" y="1100"/>
                    </a:lnTo>
                    <a:lnTo>
                      <a:pt x="285" y="1094"/>
                    </a:lnTo>
                    <a:lnTo>
                      <a:pt x="278" y="1091"/>
                    </a:lnTo>
                    <a:lnTo>
                      <a:pt x="270" y="1087"/>
                    </a:lnTo>
                    <a:lnTo>
                      <a:pt x="262" y="1086"/>
                    </a:lnTo>
                    <a:lnTo>
                      <a:pt x="257" y="1079"/>
                    </a:lnTo>
                    <a:lnTo>
                      <a:pt x="251" y="1075"/>
                    </a:lnTo>
                    <a:lnTo>
                      <a:pt x="245" y="1070"/>
                    </a:lnTo>
                    <a:lnTo>
                      <a:pt x="238" y="1068"/>
                    </a:lnTo>
                    <a:lnTo>
                      <a:pt x="230" y="1065"/>
                    </a:lnTo>
                    <a:lnTo>
                      <a:pt x="221" y="1065"/>
                    </a:lnTo>
                    <a:lnTo>
                      <a:pt x="213" y="1066"/>
                    </a:lnTo>
                    <a:lnTo>
                      <a:pt x="205" y="1068"/>
                    </a:lnTo>
                    <a:lnTo>
                      <a:pt x="200" y="1070"/>
                    </a:lnTo>
                    <a:lnTo>
                      <a:pt x="194" y="1072"/>
                    </a:lnTo>
                    <a:lnTo>
                      <a:pt x="188" y="1076"/>
                    </a:lnTo>
                    <a:lnTo>
                      <a:pt x="183" y="1080"/>
                    </a:lnTo>
                    <a:lnTo>
                      <a:pt x="178" y="1085"/>
                    </a:lnTo>
                    <a:lnTo>
                      <a:pt x="174" y="1090"/>
                    </a:lnTo>
                    <a:lnTo>
                      <a:pt x="171" y="1094"/>
                    </a:lnTo>
                    <a:lnTo>
                      <a:pt x="167" y="1100"/>
                    </a:lnTo>
                    <a:lnTo>
                      <a:pt x="98" y="1129"/>
                    </a:lnTo>
                    <a:lnTo>
                      <a:pt x="84" y="1121"/>
                    </a:lnTo>
                    <a:lnTo>
                      <a:pt x="73" y="1109"/>
                    </a:lnTo>
                    <a:lnTo>
                      <a:pt x="64" y="1098"/>
                    </a:lnTo>
                    <a:lnTo>
                      <a:pt x="54" y="1084"/>
                    </a:lnTo>
                    <a:lnTo>
                      <a:pt x="45" y="1070"/>
                    </a:lnTo>
                    <a:lnTo>
                      <a:pt x="36" y="1056"/>
                    </a:lnTo>
                    <a:lnTo>
                      <a:pt x="26" y="1043"/>
                    </a:lnTo>
                    <a:lnTo>
                      <a:pt x="13" y="1032"/>
                    </a:lnTo>
                    <a:lnTo>
                      <a:pt x="20" y="1019"/>
                    </a:lnTo>
                    <a:lnTo>
                      <a:pt x="26" y="1007"/>
                    </a:lnTo>
                    <a:lnTo>
                      <a:pt x="29" y="992"/>
                    </a:lnTo>
                    <a:lnTo>
                      <a:pt x="31" y="978"/>
                    </a:lnTo>
                    <a:lnTo>
                      <a:pt x="35" y="963"/>
                    </a:lnTo>
                    <a:lnTo>
                      <a:pt x="39" y="949"/>
                    </a:lnTo>
                    <a:lnTo>
                      <a:pt x="46" y="935"/>
                    </a:lnTo>
                    <a:lnTo>
                      <a:pt x="56" y="924"/>
                    </a:lnTo>
                    <a:lnTo>
                      <a:pt x="58" y="913"/>
                    </a:lnTo>
                    <a:lnTo>
                      <a:pt x="57" y="903"/>
                    </a:lnTo>
                    <a:lnTo>
                      <a:pt x="51" y="894"/>
                    </a:lnTo>
                    <a:lnTo>
                      <a:pt x="41" y="889"/>
                    </a:lnTo>
                    <a:lnTo>
                      <a:pt x="31" y="884"/>
                    </a:lnTo>
                    <a:lnTo>
                      <a:pt x="23" y="879"/>
                    </a:lnTo>
                    <a:lnTo>
                      <a:pt x="18" y="872"/>
                    </a:lnTo>
                    <a:lnTo>
                      <a:pt x="15" y="861"/>
                    </a:lnTo>
                    <a:lnTo>
                      <a:pt x="24" y="852"/>
                    </a:lnTo>
                    <a:lnTo>
                      <a:pt x="34" y="842"/>
                    </a:lnTo>
                    <a:lnTo>
                      <a:pt x="42" y="831"/>
                    </a:lnTo>
                    <a:lnTo>
                      <a:pt x="49" y="820"/>
                    </a:lnTo>
                    <a:lnTo>
                      <a:pt x="54" y="810"/>
                    </a:lnTo>
                    <a:lnTo>
                      <a:pt x="57" y="797"/>
                    </a:lnTo>
                    <a:lnTo>
                      <a:pt x="57" y="785"/>
                    </a:lnTo>
                    <a:lnTo>
                      <a:pt x="53" y="773"/>
                    </a:lnTo>
                    <a:lnTo>
                      <a:pt x="49" y="768"/>
                    </a:lnTo>
                    <a:lnTo>
                      <a:pt x="44" y="765"/>
                    </a:lnTo>
                    <a:lnTo>
                      <a:pt x="39" y="761"/>
                    </a:lnTo>
                    <a:lnTo>
                      <a:pt x="34" y="760"/>
                    </a:lnTo>
                    <a:lnTo>
                      <a:pt x="28" y="760"/>
                    </a:lnTo>
                    <a:lnTo>
                      <a:pt x="22" y="761"/>
                    </a:lnTo>
                    <a:lnTo>
                      <a:pt x="16" y="762"/>
                    </a:lnTo>
                    <a:lnTo>
                      <a:pt x="11" y="765"/>
                    </a:lnTo>
                    <a:lnTo>
                      <a:pt x="0" y="770"/>
                    </a:lnTo>
                    <a:lnTo>
                      <a:pt x="3" y="761"/>
                    </a:lnTo>
                    <a:lnTo>
                      <a:pt x="9" y="750"/>
                    </a:lnTo>
                    <a:lnTo>
                      <a:pt x="19" y="739"/>
                    </a:lnTo>
                    <a:lnTo>
                      <a:pt x="31" y="732"/>
                    </a:lnTo>
                    <a:lnTo>
                      <a:pt x="44" y="731"/>
                    </a:lnTo>
                    <a:lnTo>
                      <a:pt x="58" y="730"/>
                    </a:lnTo>
                    <a:lnTo>
                      <a:pt x="72" y="728"/>
                    </a:lnTo>
                    <a:lnTo>
                      <a:pt x="84" y="725"/>
                    </a:lnTo>
                    <a:lnTo>
                      <a:pt x="96" y="721"/>
                    </a:lnTo>
                    <a:lnTo>
                      <a:pt x="107" y="715"/>
                    </a:lnTo>
                    <a:lnTo>
                      <a:pt x="115" y="705"/>
                    </a:lnTo>
                    <a:lnTo>
                      <a:pt x="122" y="692"/>
                    </a:lnTo>
                    <a:lnTo>
                      <a:pt x="125" y="685"/>
                    </a:lnTo>
                    <a:lnTo>
                      <a:pt x="127" y="677"/>
                    </a:lnTo>
                    <a:lnTo>
                      <a:pt x="129" y="670"/>
                    </a:lnTo>
                    <a:lnTo>
                      <a:pt x="133" y="663"/>
                    </a:lnTo>
                    <a:lnTo>
                      <a:pt x="137" y="656"/>
                    </a:lnTo>
                    <a:lnTo>
                      <a:pt x="143" y="651"/>
                    </a:lnTo>
                    <a:lnTo>
                      <a:pt x="149" y="646"/>
                    </a:lnTo>
                    <a:lnTo>
                      <a:pt x="157" y="643"/>
                    </a:lnTo>
                    <a:lnTo>
                      <a:pt x="167" y="644"/>
                    </a:lnTo>
                    <a:lnTo>
                      <a:pt x="178" y="644"/>
                    </a:lnTo>
                    <a:lnTo>
                      <a:pt x="188" y="643"/>
                    </a:lnTo>
                    <a:lnTo>
                      <a:pt x="197" y="639"/>
                    </a:lnTo>
                    <a:lnTo>
                      <a:pt x="207" y="636"/>
                    </a:lnTo>
                    <a:lnTo>
                      <a:pt x="216" y="629"/>
                    </a:lnTo>
                    <a:lnTo>
                      <a:pt x="224" y="622"/>
                    </a:lnTo>
                    <a:lnTo>
                      <a:pt x="231" y="613"/>
                    </a:lnTo>
                    <a:lnTo>
                      <a:pt x="240" y="611"/>
                    </a:lnTo>
                    <a:lnTo>
                      <a:pt x="246" y="615"/>
                    </a:lnTo>
                    <a:lnTo>
                      <a:pt x="251" y="619"/>
                    </a:lnTo>
                    <a:lnTo>
                      <a:pt x="256" y="625"/>
                    </a:lnTo>
                    <a:lnTo>
                      <a:pt x="261" y="632"/>
                    </a:lnTo>
                    <a:lnTo>
                      <a:pt x="265" y="638"/>
                    </a:lnTo>
                    <a:lnTo>
                      <a:pt x="271" y="641"/>
                    </a:lnTo>
                    <a:lnTo>
                      <a:pt x="279" y="643"/>
                    </a:lnTo>
                    <a:lnTo>
                      <a:pt x="285" y="645"/>
                    </a:lnTo>
                    <a:lnTo>
                      <a:pt x="289" y="645"/>
                    </a:lnTo>
                    <a:lnTo>
                      <a:pt x="295" y="644"/>
                    </a:lnTo>
                    <a:lnTo>
                      <a:pt x="300" y="641"/>
                    </a:lnTo>
                    <a:lnTo>
                      <a:pt x="304" y="638"/>
                    </a:lnTo>
                    <a:lnTo>
                      <a:pt x="308" y="634"/>
                    </a:lnTo>
                    <a:lnTo>
                      <a:pt x="311" y="630"/>
                    </a:lnTo>
                    <a:lnTo>
                      <a:pt x="315" y="625"/>
                    </a:lnTo>
                    <a:lnTo>
                      <a:pt x="314" y="617"/>
                    </a:lnTo>
                    <a:lnTo>
                      <a:pt x="311" y="610"/>
                    </a:lnTo>
                    <a:lnTo>
                      <a:pt x="308" y="603"/>
                    </a:lnTo>
                    <a:lnTo>
                      <a:pt x="304" y="598"/>
                    </a:lnTo>
                    <a:lnTo>
                      <a:pt x="299" y="591"/>
                    </a:lnTo>
                    <a:lnTo>
                      <a:pt x="293" y="586"/>
                    </a:lnTo>
                    <a:lnTo>
                      <a:pt x="287" y="581"/>
                    </a:lnTo>
                    <a:lnTo>
                      <a:pt x="280" y="577"/>
                    </a:lnTo>
                    <a:lnTo>
                      <a:pt x="280" y="569"/>
                    </a:lnTo>
                    <a:lnTo>
                      <a:pt x="285" y="560"/>
                    </a:lnTo>
                    <a:lnTo>
                      <a:pt x="287" y="550"/>
                    </a:lnTo>
                    <a:lnTo>
                      <a:pt x="285" y="541"/>
                    </a:lnTo>
                    <a:lnTo>
                      <a:pt x="278" y="532"/>
                    </a:lnTo>
                    <a:lnTo>
                      <a:pt x="270" y="526"/>
                    </a:lnTo>
                    <a:lnTo>
                      <a:pt x="260" y="523"/>
                    </a:lnTo>
                    <a:lnTo>
                      <a:pt x="250" y="520"/>
                    </a:lnTo>
                    <a:lnTo>
                      <a:pt x="240" y="518"/>
                    </a:lnTo>
                    <a:lnTo>
                      <a:pt x="231" y="515"/>
                    </a:lnTo>
                    <a:lnTo>
                      <a:pt x="223" y="509"/>
                    </a:lnTo>
                    <a:lnTo>
                      <a:pt x="217" y="500"/>
                    </a:lnTo>
                    <a:lnTo>
                      <a:pt x="209" y="482"/>
                    </a:lnTo>
                    <a:lnTo>
                      <a:pt x="202" y="465"/>
                    </a:lnTo>
                    <a:lnTo>
                      <a:pt x="195" y="448"/>
                    </a:lnTo>
                    <a:lnTo>
                      <a:pt x="188" y="431"/>
                    </a:lnTo>
                    <a:lnTo>
                      <a:pt x="179" y="414"/>
                    </a:lnTo>
                    <a:lnTo>
                      <a:pt x="170" y="399"/>
                    </a:lnTo>
                    <a:lnTo>
                      <a:pt x="157" y="386"/>
                    </a:lnTo>
                    <a:lnTo>
                      <a:pt x="142" y="373"/>
                    </a:lnTo>
                    <a:lnTo>
                      <a:pt x="136" y="372"/>
                    </a:lnTo>
                    <a:lnTo>
                      <a:pt x="130" y="372"/>
                    </a:lnTo>
                    <a:lnTo>
                      <a:pt x="126" y="373"/>
                    </a:lnTo>
                    <a:lnTo>
                      <a:pt x="120" y="375"/>
                    </a:lnTo>
                    <a:lnTo>
                      <a:pt x="117" y="378"/>
                    </a:lnTo>
                    <a:lnTo>
                      <a:pt x="112" y="381"/>
                    </a:lnTo>
                    <a:lnTo>
                      <a:pt x="109" y="384"/>
                    </a:lnTo>
                    <a:lnTo>
                      <a:pt x="105" y="389"/>
                    </a:lnTo>
                    <a:lnTo>
                      <a:pt x="102" y="406"/>
                    </a:lnTo>
                    <a:lnTo>
                      <a:pt x="99" y="424"/>
                    </a:lnTo>
                    <a:lnTo>
                      <a:pt x="96" y="440"/>
                    </a:lnTo>
                    <a:lnTo>
                      <a:pt x="87" y="455"/>
                    </a:lnTo>
                    <a:lnTo>
                      <a:pt x="79" y="455"/>
                    </a:lnTo>
                    <a:lnTo>
                      <a:pt x="72" y="458"/>
                    </a:lnTo>
                    <a:lnTo>
                      <a:pt x="65" y="464"/>
                    </a:lnTo>
                    <a:lnTo>
                      <a:pt x="56" y="470"/>
                    </a:lnTo>
                    <a:lnTo>
                      <a:pt x="59" y="449"/>
                    </a:lnTo>
                    <a:lnTo>
                      <a:pt x="58" y="428"/>
                    </a:lnTo>
                    <a:lnTo>
                      <a:pt x="50" y="409"/>
                    </a:lnTo>
                    <a:lnTo>
                      <a:pt x="38" y="391"/>
                    </a:lnTo>
                    <a:lnTo>
                      <a:pt x="42" y="382"/>
                    </a:lnTo>
                    <a:lnTo>
                      <a:pt x="46" y="372"/>
                    </a:lnTo>
                    <a:lnTo>
                      <a:pt x="51" y="363"/>
                    </a:lnTo>
                    <a:lnTo>
                      <a:pt x="58" y="353"/>
                    </a:lnTo>
                    <a:lnTo>
                      <a:pt x="65" y="345"/>
                    </a:lnTo>
                    <a:lnTo>
                      <a:pt x="74" y="338"/>
                    </a:lnTo>
                    <a:lnTo>
                      <a:pt x="83" y="334"/>
                    </a:lnTo>
                    <a:lnTo>
                      <a:pt x="94" y="330"/>
                    </a:lnTo>
                    <a:lnTo>
                      <a:pt x="105" y="331"/>
                    </a:lnTo>
                    <a:lnTo>
                      <a:pt x="118" y="334"/>
                    </a:lnTo>
                    <a:lnTo>
                      <a:pt x="129" y="335"/>
                    </a:lnTo>
                    <a:lnTo>
                      <a:pt x="141" y="335"/>
                    </a:lnTo>
                    <a:lnTo>
                      <a:pt x="151" y="334"/>
                    </a:lnTo>
                    <a:lnTo>
                      <a:pt x="162" y="329"/>
                    </a:lnTo>
                    <a:lnTo>
                      <a:pt x="171" y="321"/>
                    </a:lnTo>
                    <a:lnTo>
                      <a:pt x="178" y="310"/>
                    </a:lnTo>
                    <a:lnTo>
                      <a:pt x="178" y="293"/>
                    </a:lnTo>
                    <a:lnTo>
                      <a:pt x="180" y="277"/>
                    </a:lnTo>
                    <a:lnTo>
                      <a:pt x="185" y="263"/>
                    </a:lnTo>
                    <a:lnTo>
                      <a:pt x="190" y="248"/>
                    </a:lnTo>
                    <a:lnTo>
                      <a:pt x="196" y="235"/>
                    </a:lnTo>
                    <a:lnTo>
                      <a:pt x="201" y="221"/>
                    </a:lnTo>
                    <a:lnTo>
                      <a:pt x="203" y="206"/>
                    </a:lnTo>
                    <a:lnTo>
                      <a:pt x="203" y="190"/>
                    </a:lnTo>
                    <a:lnTo>
                      <a:pt x="197" y="179"/>
                    </a:lnTo>
                    <a:lnTo>
                      <a:pt x="189" y="175"/>
                    </a:lnTo>
                    <a:lnTo>
                      <a:pt x="180" y="174"/>
                    </a:lnTo>
                    <a:lnTo>
                      <a:pt x="171" y="174"/>
                    </a:lnTo>
                    <a:lnTo>
                      <a:pt x="163" y="175"/>
                    </a:lnTo>
                    <a:lnTo>
                      <a:pt x="155" y="172"/>
                    </a:lnTo>
                    <a:lnTo>
                      <a:pt x="149" y="168"/>
                    </a:lnTo>
                    <a:lnTo>
                      <a:pt x="145" y="157"/>
                    </a:lnTo>
                    <a:lnTo>
                      <a:pt x="141" y="153"/>
                    </a:lnTo>
                    <a:lnTo>
                      <a:pt x="136" y="149"/>
                    </a:lnTo>
                    <a:lnTo>
                      <a:pt x="130" y="147"/>
                    </a:lnTo>
                    <a:lnTo>
                      <a:pt x="125" y="146"/>
                    </a:lnTo>
                    <a:lnTo>
                      <a:pt x="118" y="145"/>
                    </a:lnTo>
                    <a:lnTo>
                      <a:pt x="111" y="145"/>
                    </a:lnTo>
                    <a:lnTo>
                      <a:pt x="105" y="145"/>
                    </a:lnTo>
                    <a:lnTo>
                      <a:pt x="98" y="145"/>
                    </a:lnTo>
                    <a:lnTo>
                      <a:pt x="98" y="126"/>
                    </a:lnTo>
                    <a:lnTo>
                      <a:pt x="103" y="110"/>
                    </a:lnTo>
                    <a:lnTo>
                      <a:pt x="105" y="94"/>
                    </a:lnTo>
                    <a:lnTo>
                      <a:pt x="99" y="78"/>
                    </a:lnTo>
                    <a:lnTo>
                      <a:pt x="94" y="70"/>
                    </a:lnTo>
                    <a:lnTo>
                      <a:pt x="86" y="63"/>
                    </a:lnTo>
                    <a:lnTo>
                      <a:pt x="77" y="57"/>
                    </a:lnTo>
                    <a:lnTo>
                      <a:pt x="69" y="51"/>
                    </a:lnTo>
                    <a:lnTo>
                      <a:pt x="61" y="47"/>
                    </a:lnTo>
                    <a:lnTo>
                      <a:pt x="53" y="41"/>
                    </a:lnTo>
                    <a:lnTo>
                      <a:pt x="46" y="35"/>
                    </a:lnTo>
                    <a:lnTo>
                      <a:pt x="41" y="28"/>
                    </a:lnTo>
                    <a:lnTo>
                      <a:pt x="51" y="25"/>
                    </a:lnTo>
                    <a:lnTo>
                      <a:pt x="61" y="22"/>
                    </a:lnTo>
                    <a:lnTo>
                      <a:pt x="72" y="17"/>
                    </a:lnTo>
                    <a:lnTo>
                      <a:pt x="82" y="13"/>
                    </a:lnTo>
                    <a:lnTo>
                      <a:pt x="92" y="9"/>
                    </a:lnTo>
                    <a:lnTo>
                      <a:pt x="103" y="5"/>
                    </a:lnTo>
                    <a:lnTo>
                      <a:pt x="113" y="2"/>
                    </a:lnTo>
                    <a:lnTo>
                      <a:pt x="125" y="0"/>
                    </a:lnTo>
                    <a:lnTo>
                      <a:pt x="130" y="11"/>
                    </a:lnTo>
                    <a:lnTo>
                      <a:pt x="136" y="24"/>
                    </a:lnTo>
                    <a:lnTo>
                      <a:pt x="144" y="38"/>
                    </a:lnTo>
                    <a:lnTo>
                      <a:pt x="152" y="49"/>
                    </a:lnTo>
                    <a:lnTo>
                      <a:pt x="163" y="61"/>
                    </a:lnTo>
                    <a:lnTo>
                      <a:pt x="174" y="70"/>
                    </a:lnTo>
                    <a:lnTo>
                      <a:pt x="188" y="77"/>
                    </a:lnTo>
                    <a:lnTo>
                      <a:pt x="203" y="79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7" name="Freeform 9">
                <a:extLst>
                  <a:ext uri="{FF2B5EF4-FFF2-40B4-BE49-F238E27FC236}">
                    <a16:creationId xmlns:a16="http://schemas.microsoft.com/office/drawing/2014/main" id="{82CB3C33-25B2-2A42-8523-A647DE8D5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750"/>
                <a:ext cx="333" cy="429"/>
              </a:xfrm>
              <a:custGeom>
                <a:avLst/>
                <a:gdLst>
                  <a:gd name="T0" fmla="*/ 14 w 664"/>
                  <a:gd name="T1" fmla="*/ 1 h 858"/>
                  <a:gd name="T2" fmla="*/ 15 w 664"/>
                  <a:gd name="T3" fmla="*/ 2 h 858"/>
                  <a:gd name="T4" fmla="*/ 15 w 664"/>
                  <a:gd name="T5" fmla="*/ 4 h 858"/>
                  <a:gd name="T6" fmla="*/ 16 w 664"/>
                  <a:gd name="T7" fmla="*/ 5 h 858"/>
                  <a:gd name="T8" fmla="*/ 16 w 664"/>
                  <a:gd name="T9" fmla="*/ 5 h 858"/>
                  <a:gd name="T10" fmla="*/ 17 w 664"/>
                  <a:gd name="T11" fmla="*/ 5 h 858"/>
                  <a:gd name="T12" fmla="*/ 17 w 664"/>
                  <a:gd name="T13" fmla="*/ 7 h 858"/>
                  <a:gd name="T14" fmla="*/ 16 w 664"/>
                  <a:gd name="T15" fmla="*/ 9 h 858"/>
                  <a:gd name="T16" fmla="*/ 14 w 664"/>
                  <a:gd name="T17" fmla="*/ 9 h 858"/>
                  <a:gd name="T18" fmla="*/ 13 w 664"/>
                  <a:gd name="T19" fmla="*/ 11 h 858"/>
                  <a:gd name="T20" fmla="*/ 13 w 664"/>
                  <a:gd name="T21" fmla="*/ 12 h 858"/>
                  <a:gd name="T22" fmla="*/ 14 w 664"/>
                  <a:gd name="T23" fmla="*/ 14 h 858"/>
                  <a:gd name="T24" fmla="*/ 15 w 664"/>
                  <a:gd name="T25" fmla="*/ 14 h 858"/>
                  <a:gd name="T26" fmla="*/ 16 w 664"/>
                  <a:gd name="T27" fmla="*/ 14 h 858"/>
                  <a:gd name="T28" fmla="*/ 17 w 664"/>
                  <a:gd name="T29" fmla="*/ 12 h 858"/>
                  <a:gd name="T30" fmla="*/ 18 w 664"/>
                  <a:gd name="T31" fmla="*/ 14 h 858"/>
                  <a:gd name="T32" fmla="*/ 20 w 664"/>
                  <a:gd name="T33" fmla="*/ 16 h 858"/>
                  <a:gd name="T34" fmla="*/ 20 w 664"/>
                  <a:gd name="T35" fmla="*/ 18 h 858"/>
                  <a:gd name="T36" fmla="*/ 21 w 664"/>
                  <a:gd name="T37" fmla="*/ 18 h 858"/>
                  <a:gd name="T38" fmla="*/ 21 w 664"/>
                  <a:gd name="T39" fmla="*/ 18 h 858"/>
                  <a:gd name="T40" fmla="*/ 20 w 664"/>
                  <a:gd name="T41" fmla="*/ 18 h 858"/>
                  <a:gd name="T42" fmla="*/ 19 w 664"/>
                  <a:gd name="T43" fmla="*/ 18 h 858"/>
                  <a:gd name="T44" fmla="*/ 17 w 664"/>
                  <a:gd name="T45" fmla="*/ 19 h 858"/>
                  <a:gd name="T46" fmla="*/ 16 w 664"/>
                  <a:gd name="T47" fmla="*/ 19 h 858"/>
                  <a:gd name="T48" fmla="*/ 15 w 664"/>
                  <a:gd name="T49" fmla="*/ 21 h 858"/>
                  <a:gd name="T50" fmla="*/ 14 w 664"/>
                  <a:gd name="T51" fmla="*/ 21 h 858"/>
                  <a:gd name="T52" fmla="*/ 13 w 664"/>
                  <a:gd name="T53" fmla="*/ 22 h 858"/>
                  <a:gd name="T54" fmla="*/ 12 w 664"/>
                  <a:gd name="T55" fmla="*/ 23 h 858"/>
                  <a:gd name="T56" fmla="*/ 11 w 664"/>
                  <a:gd name="T57" fmla="*/ 24 h 858"/>
                  <a:gd name="T58" fmla="*/ 11 w 664"/>
                  <a:gd name="T59" fmla="*/ 24 h 858"/>
                  <a:gd name="T60" fmla="*/ 10 w 664"/>
                  <a:gd name="T61" fmla="*/ 24 h 858"/>
                  <a:gd name="T62" fmla="*/ 9 w 664"/>
                  <a:gd name="T63" fmla="*/ 22 h 858"/>
                  <a:gd name="T64" fmla="*/ 8 w 664"/>
                  <a:gd name="T65" fmla="*/ 22 h 858"/>
                  <a:gd name="T66" fmla="*/ 7 w 664"/>
                  <a:gd name="T67" fmla="*/ 21 h 858"/>
                  <a:gd name="T68" fmla="*/ 5 w 664"/>
                  <a:gd name="T69" fmla="*/ 20 h 858"/>
                  <a:gd name="T70" fmla="*/ 4 w 664"/>
                  <a:gd name="T71" fmla="*/ 22 h 858"/>
                  <a:gd name="T72" fmla="*/ 5 w 664"/>
                  <a:gd name="T73" fmla="*/ 24 h 858"/>
                  <a:gd name="T74" fmla="*/ 5 w 664"/>
                  <a:gd name="T75" fmla="*/ 25 h 858"/>
                  <a:gd name="T76" fmla="*/ 6 w 664"/>
                  <a:gd name="T77" fmla="*/ 26 h 858"/>
                  <a:gd name="T78" fmla="*/ 5 w 664"/>
                  <a:gd name="T79" fmla="*/ 27 h 858"/>
                  <a:gd name="T80" fmla="*/ 4 w 664"/>
                  <a:gd name="T81" fmla="*/ 26 h 858"/>
                  <a:gd name="T82" fmla="*/ 3 w 664"/>
                  <a:gd name="T83" fmla="*/ 24 h 858"/>
                  <a:gd name="T84" fmla="*/ 3 w 664"/>
                  <a:gd name="T85" fmla="*/ 23 h 858"/>
                  <a:gd name="T86" fmla="*/ 2 w 664"/>
                  <a:gd name="T87" fmla="*/ 18 h 858"/>
                  <a:gd name="T88" fmla="*/ 1 w 664"/>
                  <a:gd name="T89" fmla="*/ 15 h 858"/>
                  <a:gd name="T90" fmla="*/ 1 w 664"/>
                  <a:gd name="T91" fmla="*/ 14 h 858"/>
                  <a:gd name="T92" fmla="*/ 2 w 664"/>
                  <a:gd name="T93" fmla="*/ 13 h 858"/>
                  <a:gd name="T94" fmla="*/ 4 w 664"/>
                  <a:gd name="T95" fmla="*/ 12 h 858"/>
                  <a:gd name="T96" fmla="*/ 4 w 664"/>
                  <a:gd name="T97" fmla="*/ 9 h 858"/>
                  <a:gd name="T98" fmla="*/ 7 w 664"/>
                  <a:gd name="T99" fmla="*/ 7 h 858"/>
                  <a:gd name="T100" fmla="*/ 8 w 664"/>
                  <a:gd name="T101" fmla="*/ 4 h 858"/>
                  <a:gd name="T102" fmla="*/ 8 w 664"/>
                  <a:gd name="T103" fmla="*/ 3 h 858"/>
                  <a:gd name="T104" fmla="*/ 11 w 664"/>
                  <a:gd name="T105" fmla="*/ 1 h 858"/>
                  <a:gd name="T106" fmla="*/ 13 w 664"/>
                  <a:gd name="T107" fmla="*/ 1 h 85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64"/>
                  <a:gd name="T163" fmla="*/ 0 h 858"/>
                  <a:gd name="T164" fmla="*/ 664 w 664"/>
                  <a:gd name="T165" fmla="*/ 858 h 85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64" h="858">
                    <a:moveTo>
                      <a:pt x="410" y="19"/>
                    </a:moveTo>
                    <a:lnTo>
                      <a:pt x="414" y="19"/>
                    </a:lnTo>
                    <a:lnTo>
                      <a:pt x="420" y="21"/>
                    </a:lnTo>
                    <a:lnTo>
                      <a:pt x="425" y="22"/>
                    </a:lnTo>
                    <a:lnTo>
                      <a:pt x="429" y="24"/>
                    </a:lnTo>
                    <a:lnTo>
                      <a:pt x="435" y="26"/>
                    </a:lnTo>
                    <a:lnTo>
                      <a:pt x="440" y="30"/>
                    </a:lnTo>
                    <a:lnTo>
                      <a:pt x="444" y="32"/>
                    </a:lnTo>
                    <a:lnTo>
                      <a:pt x="449" y="36"/>
                    </a:lnTo>
                    <a:lnTo>
                      <a:pt x="456" y="47"/>
                    </a:lnTo>
                    <a:lnTo>
                      <a:pt x="457" y="60"/>
                    </a:lnTo>
                    <a:lnTo>
                      <a:pt x="455" y="72"/>
                    </a:lnTo>
                    <a:lnTo>
                      <a:pt x="451" y="85"/>
                    </a:lnTo>
                    <a:lnTo>
                      <a:pt x="449" y="98"/>
                    </a:lnTo>
                    <a:lnTo>
                      <a:pt x="450" y="109"/>
                    </a:lnTo>
                    <a:lnTo>
                      <a:pt x="456" y="118"/>
                    </a:lnTo>
                    <a:lnTo>
                      <a:pt x="470" y="127"/>
                    </a:lnTo>
                    <a:lnTo>
                      <a:pt x="475" y="129"/>
                    </a:lnTo>
                    <a:lnTo>
                      <a:pt x="482" y="130"/>
                    </a:lnTo>
                    <a:lnTo>
                      <a:pt x="489" y="129"/>
                    </a:lnTo>
                    <a:lnTo>
                      <a:pt x="496" y="129"/>
                    </a:lnTo>
                    <a:lnTo>
                      <a:pt x="502" y="130"/>
                    </a:lnTo>
                    <a:lnTo>
                      <a:pt x="507" y="132"/>
                    </a:lnTo>
                    <a:lnTo>
                      <a:pt x="509" y="137"/>
                    </a:lnTo>
                    <a:lnTo>
                      <a:pt x="508" y="146"/>
                    </a:lnTo>
                    <a:lnTo>
                      <a:pt x="512" y="151"/>
                    </a:lnTo>
                    <a:lnTo>
                      <a:pt x="517" y="155"/>
                    </a:lnTo>
                    <a:lnTo>
                      <a:pt x="523" y="158"/>
                    </a:lnTo>
                    <a:lnTo>
                      <a:pt x="530" y="158"/>
                    </a:lnTo>
                    <a:lnTo>
                      <a:pt x="535" y="159"/>
                    </a:lnTo>
                    <a:lnTo>
                      <a:pt x="542" y="158"/>
                    </a:lnTo>
                    <a:lnTo>
                      <a:pt x="548" y="158"/>
                    </a:lnTo>
                    <a:lnTo>
                      <a:pt x="554" y="156"/>
                    </a:lnTo>
                    <a:lnTo>
                      <a:pt x="548" y="180"/>
                    </a:lnTo>
                    <a:lnTo>
                      <a:pt x="541" y="204"/>
                    </a:lnTo>
                    <a:lnTo>
                      <a:pt x="534" y="229"/>
                    </a:lnTo>
                    <a:lnTo>
                      <a:pt x="532" y="256"/>
                    </a:lnTo>
                    <a:lnTo>
                      <a:pt x="522" y="267"/>
                    </a:lnTo>
                    <a:lnTo>
                      <a:pt x="509" y="272"/>
                    </a:lnTo>
                    <a:lnTo>
                      <a:pt x="496" y="272"/>
                    </a:lnTo>
                    <a:lnTo>
                      <a:pt x="482" y="269"/>
                    </a:lnTo>
                    <a:lnTo>
                      <a:pt x="469" y="266"/>
                    </a:lnTo>
                    <a:lnTo>
                      <a:pt x="455" y="266"/>
                    </a:lnTo>
                    <a:lnTo>
                      <a:pt x="442" y="271"/>
                    </a:lnTo>
                    <a:lnTo>
                      <a:pt x="431" y="281"/>
                    </a:lnTo>
                    <a:lnTo>
                      <a:pt x="422" y="289"/>
                    </a:lnTo>
                    <a:lnTo>
                      <a:pt x="416" y="297"/>
                    </a:lnTo>
                    <a:lnTo>
                      <a:pt x="407" y="305"/>
                    </a:lnTo>
                    <a:lnTo>
                      <a:pt x="401" y="314"/>
                    </a:lnTo>
                    <a:lnTo>
                      <a:pt x="396" y="324"/>
                    </a:lnTo>
                    <a:lnTo>
                      <a:pt x="391" y="333"/>
                    </a:lnTo>
                    <a:lnTo>
                      <a:pt x="390" y="343"/>
                    </a:lnTo>
                    <a:lnTo>
                      <a:pt x="391" y="355"/>
                    </a:lnTo>
                    <a:lnTo>
                      <a:pt x="404" y="366"/>
                    </a:lnTo>
                    <a:lnTo>
                      <a:pt x="409" y="380"/>
                    </a:lnTo>
                    <a:lnTo>
                      <a:pt x="410" y="395"/>
                    </a:lnTo>
                    <a:lnTo>
                      <a:pt x="407" y="410"/>
                    </a:lnTo>
                    <a:lnTo>
                      <a:pt x="406" y="425"/>
                    </a:lnTo>
                    <a:lnTo>
                      <a:pt x="409" y="439"/>
                    </a:lnTo>
                    <a:lnTo>
                      <a:pt x="416" y="451"/>
                    </a:lnTo>
                    <a:lnTo>
                      <a:pt x="431" y="461"/>
                    </a:lnTo>
                    <a:lnTo>
                      <a:pt x="437" y="458"/>
                    </a:lnTo>
                    <a:lnTo>
                      <a:pt x="443" y="455"/>
                    </a:lnTo>
                    <a:lnTo>
                      <a:pt x="449" y="450"/>
                    </a:lnTo>
                    <a:lnTo>
                      <a:pt x="454" y="445"/>
                    </a:lnTo>
                    <a:lnTo>
                      <a:pt x="458" y="440"/>
                    </a:lnTo>
                    <a:lnTo>
                      <a:pt x="463" y="436"/>
                    </a:lnTo>
                    <a:lnTo>
                      <a:pt x="470" y="435"/>
                    </a:lnTo>
                    <a:lnTo>
                      <a:pt x="479" y="436"/>
                    </a:lnTo>
                    <a:lnTo>
                      <a:pt x="490" y="418"/>
                    </a:lnTo>
                    <a:lnTo>
                      <a:pt x="496" y="396"/>
                    </a:lnTo>
                    <a:lnTo>
                      <a:pt x="502" y="375"/>
                    </a:lnTo>
                    <a:lnTo>
                      <a:pt x="512" y="357"/>
                    </a:lnTo>
                    <a:lnTo>
                      <a:pt x="520" y="362"/>
                    </a:lnTo>
                    <a:lnTo>
                      <a:pt x="527" y="368"/>
                    </a:lnTo>
                    <a:lnTo>
                      <a:pt x="533" y="375"/>
                    </a:lnTo>
                    <a:lnTo>
                      <a:pt x="538" y="383"/>
                    </a:lnTo>
                    <a:lnTo>
                      <a:pt x="545" y="402"/>
                    </a:lnTo>
                    <a:lnTo>
                      <a:pt x="552" y="421"/>
                    </a:lnTo>
                    <a:lnTo>
                      <a:pt x="560" y="441"/>
                    </a:lnTo>
                    <a:lnTo>
                      <a:pt x="569" y="459"/>
                    </a:lnTo>
                    <a:lnTo>
                      <a:pt x="580" y="477"/>
                    </a:lnTo>
                    <a:lnTo>
                      <a:pt x="595" y="491"/>
                    </a:lnTo>
                    <a:lnTo>
                      <a:pt x="613" y="500"/>
                    </a:lnTo>
                    <a:lnTo>
                      <a:pt x="635" y="504"/>
                    </a:lnTo>
                    <a:lnTo>
                      <a:pt x="635" y="512"/>
                    </a:lnTo>
                    <a:lnTo>
                      <a:pt x="631" y="522"/>
                    </a:lnTo>
                    <a:lnTo>
                      <a:pt x="628" y="530"/>
                    </a:lnTo>
                    <a:lnTo>
                      <a:pt x="626" y="540"/>
                    </a:lnTo>
                    <a:lnTo>
                      <a:pt x="631" y="546"/>
                    </a:lnTo>
                    <a:lnTo>
                      <a:pt x="637" y="551"/>
                    </a:lnTo>
                    <a:lnTo>
                      <a:pt x="643" y="553"/>
                    </a:lnTo>
                    <a:lnTo>
                      <a:pt x="650" y="556"/>
                    </a:lnTo>
                    <a:lnTo>
                      <a:pt x="654" y="560"/>
                    </a:lnTo>
                    <a:lnTo>
                      <a:pt x="660" y="564"/>
                    </a:lnTo>
                    <a:lnTo>
                      <a:pt x="663" y="570"/>
                    </a:lnTo>
                    <a:lnTo>
                      <a:pt x="664" y="578"/>
                    </a:lnTo>
                    <a:lnTo>
                      <a:pt x="658" y="579"/>
                    </a:lnTo>
                    <a:lnTo>
                      <a:pt x="651" y="578"/>
                    </a:lnTo>
                    <a:lnTo>
                      <a:pt x="645" y="575"/>
                    </a:lnTo>
                    <a:lnTo>
                      <a:pt x="640" y="569"/>
                    </a:lnTo>
                    <a:lnTo>
                      <a:pt x="635" y="563"/>
                    </a:lnTo>
                    <a:lnTo>
                      <a:pt x="630" y="557"/>
                    </a:lnTo>
                    <a:lnTo>
                      <a:pt x="624" y="553"/>
                    </a:lnTo>
                    <a:lnTo>
                      <a:pt x="617" y="551"/>
                    </a:lnTo>
                    <a:lnTo>
                      <a:pt x="608" y="548"/>
                    </a:lnTo>
                    <a:lnTo>
                      <a:pt x="599" y="548"/>
                    </a:lnTo>
                    <a:lnTo>
                      <a:pt x="592" y="552"/>
                    </a:lnTo>
                    <a:lnTo>
                      <a:pt x="585" y="556"/>
                    </a:lnTo>
                    <a:lnTo>
                      <a:pt x="578" y="562"/>
                    </a:lnTo>
                    <a:lnTo>
                      <a:pt x="571" y="569"/>
                    </a:lnTo>
                    <a:lnTo>
                      <a:pt x="564" y="575"/>
                    </a:lnTo>
                    <a:lnTo>
                      <a:pt x="557" y="579"/>
                    </a:lnTo>
                    <a:lnTo>
                      <a:pt x="549" y="578"/>
                    </a:lnTo>
                    <a:lnTo>
                      <a:pt x="540" y="578"/>
                    </a:lnTo>
                    <a:lnTo>
                      <a:pt x="532" y="578"/>
                    </a:lnTo>
                    <a:lnTo>
                      <a:pt x="524" y="579"/>
                    </a:lnTo>
                    <a:lnTo>
                      <a:pt x="516" y="583"/>
                    </a:lnTo>
                    <a:lnTo>
                      <a:pt x="509" y="586"/>
                    </a:lnTo>
                    <a:lnTo>
                      <a:pt x="502" y="591"/>
                    </a:lnTo>
                    <a:lnTo>
                      <a:pt x="495" y="597"/>
                    </a:lnTo>
                    <a:lnTo>
                      <a:pt x="488" y="606"/>
                    </a:lnTo>
                    <a:lnTo>
                      <a:pt x="482" y="617"/>
                    </a:lnTo>
                    <a:lnTo>
                      <a:pt x="479" y="630"/>
                    </a:lnTo>
                    <a:lnTo>
                      <a:pt x="474" y="642"/>
                    </a:lnTo>
                    <a:lnTo>
                      <a:pt x="469" y="652"/>
                    </a:lnTo>
                    <a:lnTo>
                      <a:pt x="461" y="661"/>
                    </a:lnTo>
                    <a:lnTo>
                      <a:pt x="450" y="666"/>
                    </a:lnTo>
                    <a:lnTo>
                      <a:pt x="436" y="667"/>
                    </a:lnTo>
                    <a:lnTo>
                      <a:pt x="427" y="667"/>
                    </a:lnTo>
                    <a:lnTo>
                      <a:pt x="418" y="668"/>
                    </a:lnTo>
                    <a:lnTo>
                      <a:pt x="409" y="669"/>
                    </a:lnTo>
                    <a:lnTo>
                      <a:pt x="401" y="671"/>
                    </a:lnTo>
                    <a:lnTo>
                      <a:pt x="393" y="675"/>
                    </a:lnTo>
                    <a:lnTo>
                      <a:pt x="384" y="678"/>
                    </a:lnTo>
                    <a:lnTo>
                      <a:pt x="376" y="682"/>
                    </a:lnTo>
                    <a:lnTo>
                      <a:pt x="369" y="688"/>
                    </a:lnTo>
                    <a:lnTo>
                      <a:pt x="364" y="696"/>
                    </a:lnTo>
                    <a:lnTo>
                      <a:pt x="358" y="704"/>
                    </a:lnTo>
                    <a:lnTo>
                      <a:pt x="353" y="713"/>
                    </a:lnTo>
                    <a:lnTo>
                      <a:pt x="350" y="721"/>
                    </a:lnTo>
                    <a:lnTo>
                      <a:pt x="345" y="730"/>
                    </a:lnTo>
                    <a:lnTo>
                      <a:pt x="342" y="739"/>
                    </a:lnTo>
                    <a:lnTo>
                      <a:pt x="337" y="748"/>
                    </a:lnTo>
                    <a:lnTo>
                      <a:pt x="333" y="757"/>
                    </a:lnTo>
                    <a:lnTo>
                      <a:pt x="334" y="759"/>
                    </a:lnTo>
                    <a:lnTo>
                      <a:pt x="335" y="761"/>
                    </a:lnTo>
                    <a:lnTo>
                      <a:pt x="336" y="765"/>
                    </a:lnTo>
                    <a:lnTo>
                      <a:pt x="336" y="767"/>
                    </a:lnTo>
                    <a:lnTo>
                      <a:pt x="329" y="768"/>
                    </a:lnTo>
                    <a:lnTo>
                      <a:pt x="323" y="768"/>
                    </a:lnTo>
                    <a:lnTo>
                      <a:pt x="318" y="767"/>
                    </a:lnTo>
                    <a:lnTo>
                      <a:pt x="313" y="764"/>
                    </a:lnTo>
                    <a:lnTo>
                      <a:pt x="308" y="760"/>
                    </a:lnTo>
                    <a:lnTo>
                      <a:pt x="304" y="756"/>
                    </a:lnTo>
                    <a:lnTo>
                      <a:pt x="300" y="751"/>
                    </a:lnTo>
                    <a:lnTo>
                      <a:pt x="297" y="745"/>
                    </a:lnTo>
                    <a:lnTo>
                      <a:pt x="296" y="728"/>
                    </a:lnTo>
                    <a:lnTo>
                      <a:pt x="292" y="712"/>
                    </a:lnTo>
                    <a:lnTo>
                      <a:pt x="286" y="698"/>
                    </a:lnTo>
                    <a:lnTo>
                      <a:pt x="276" y="685"/>
                    </a:lnTo>
                    <a:lnTo>
                      <a:pt x="269" y="678"/>
                    </a:lnTo>
                    <a:lnTo>
                      <a:pt x="260" y="675"/>
                    </a:lnTo>
                    <a:lnTo>
                      <a:pt x="251" y="674"/>
                    </a:lnTo>
                    <a:lnTo>
                      <a:pt x="242" y="673"/>
                    </a:lnTo>
                    <a:lnTo>
                      <a:pt x="232" y="671"/>
                    </a:lnTo>
                    <a:lnTo>
                      <a:pt x="224" y="668"/>
                    </a:lnTo>
                    <a:lnTo>
                      <a:pt x="217" y="662"/>
                    </a:lnTo>
                    <a:lnTo>
                      <a:pt x="213" y="653"/>
                    </a:lnTo>
                    <a:lnTo>
                      <a:pt x="205" y="646"/>
                    </a:lnTo>
                    <a:lnTo>
                      <a:pt x="195" y="642"/>
                    </a:lnTo>
                    <a:lnTo>
                      <a:pt x="186" y="638"/>
                    </a:lnTo>
                    <a:lnTo>
                      <a:pt x="176" y="636"/>
                    </a:lnTo>
                    <a:lnTo>
                      <a:pt x="165" y="635"/>
                    </a:lnTo>
                    <a:lnTo>
                      <a:pt x="155" y="635"/>
                    </a:lnTo>
                    <a:lnTo>
                      <a:pt x="145" y="633"/>
                    </a:lnTo>
                    <a:lnTo>
                      <a:pt x="136" y="632"/>
                    </a:lnTo>
                    <a:lnTo>
                      <a:pt x="122" y="647"/>
                    </a:lnTo>
                    <a:lnTo>
                      <a:pt x="115" y="666"/>
                    </a:lnTo>
                    <a:lnTo>
                      <a:pt x="112" y="684"/>
                    </a:lnTo>
                    <a:lnTo>
                      <a:pt x="115" y="704"/>
                    </a:lnTo>
                    <a:lnTo>
                      <a:pt x="122" y="713"/>
                    </a:lnTo>
                    <a:lnTo>
                      <a:pt x="129" y="721"/>
                    </a:lnTo>
                    <a:lnTo>
                      <a:pt x="137" y="729"/>
                    </a:lnTo>
                    <a:lnTo>
                      <a:pt x="145" y="737"/>
                    </a:lnTo>
                    <a:lnTo>
                      <a:pt x="150" y="745"/>
                    </a:lnTo>
                    <a:lnTo>
                      <a:pt x="154" y="754"/>
                    </a:lnTo>
                    <a:lnTo>
                      <a:pt x="155" y="765"/>
                    </a:lnTo>
                    <a:lnTo>
                      <a:pt x="152" y="777"/>
                    </a:lnTo>
                    <a:lnTo>
                      <a:pt x="156" y="788"/>
                    </a:lnTo>
                    <a:lnTo>
                      <a:pt x="163" y="797"/>
                    </a:lnTo>
                    <a:lnTo>
                      <a:pt x="172" y="805"/>
                    </a:lnTo>
                    <a:lnTo>
                      <a:pt x="180" y="812"/>
                    </a:lnTo>
                    <a:lnTo>
                      <a:pt x="186" y="820"/>
                    </a:lnTo>
                    <a:lnTo>
                      <a:pt x="189" y="828"/>
                    </a:lnTo>
                    <a:lnTo>
                      <a:pt x="184" y="837"/>
                    </a:lnTo>
                    <a:lnTo>
                      <a:pt x="174" y="848"/>
                    </a:lnTo>
                    <a:lnTo>
                      <a:pt x="170" y="858"/>
                    </a:lnTo>
                    <a:lnTo>
                      <a:pt x="161" y="850"/>
                    </a:lnTo>
                    <a:lnTo>
                      <a:pt x="149" y="843"/>
                    </a:lnTo>
                    <a:lnTo>
                      <a:pt x="139" y="837"/>
                    </a:lnTo>
                    <a:lnTo>
                      <a:pt x="129" y="830"/>
                    </a:lnTo>
                    <a:lnTo>
                      <a:pt x="119" y="822"/>
                    </a:lnTo>
                    <a:lnTo>
                      <a:pt x="112" y="813"/>
                    </a:lnTo>
                    <a:lnTo>
                      <a:pt x="108" y="802"/>
                    </a:lnTo>
                    <a:lnTo>
                      <a:pt x="108" y="787"/>
                    </a:lnTo>
                    <a:lnTo>
                      <a:pt x="104" y="781"/>
                    </a:lnTo>
                    <a:lnTo>
                      <a:pt x="100" y="775"/>
                    </a:lnTo>
                    <a:lnTo>
                      <a:pt x="95" y="771"/>
                    </a:lnTo>
                    <a:lnTo>
                      <a:pt x="89" y="766"/>
                    </a:lnTo>
                    <a:lnTo>
                      <a:pt x="85" y="761"/>
                    </a:lnTo>
                    <a:lnTo>
                      <a:pt x="79" y="757"/>
                    </a:lnTo>
                    <a:lnTo>
                      <a:pt x="73" y="752"/>
                    </a:lnTo>
                    <a:lnTo>
                      <a:pt x="68" y="749"/>
                    </a:lnTo>
                    <a:lnTo>
                      <a:pt x="66" y="719"/>
                    </a:lnTo>
                    <a:lnTo>
                      <a:pt x="69" y="686"/>
                    </a:lnTo>
                    <a:lnTo>
                      <a:pt x="71" y="654"/>
                    </a:lnTo>
                    <a:lnTo>
                      <a:pt x="71" y="622"/>
                    </a:lnTo>
                    <a:lnTo>
                      <a:pt x="68" y="592"/>
                    </a:lnTo>
                    <a:lnTo>
                      <a:pt x="58" y="564"/>
                    </a:lnTo>
                    <a:lnTo>
                      <a:pt x="40" y="540"/>
                    </a:lnTo>
                    <a:lnTo>
                      <a:pt x="11" y="521"/>
                    </a:lnTo>
                    <a:lnTo>
                      <a:pt x="0" y="508"/>
                    </a:lnTo>
                    <a:lnTo>
                      <a:pt x="0" y="492"/>
                    </a:lnTo>
                    <a:lnTo>
                      <a:pt x="4" y="473"/>
                    </a:lnTo>
                    <a:lnTo>
                      <a:pt x="9" y="457"/>
                    </a:lnTo>
                    <a:lnTo>
                      <a:pt x="12" y="445"/>
                    </a:lnTo>
                    <a:lnTo>
                      <a:pt x="17" y="432"/>
                    </a:lnTo>
                    <a:lnTo>
                      <a:pt x="21" y="423"/>
                    </a:lnTo>
                    <a:lnTo>
                      <a:pt x="23" y="419"/>
                    </a:lnTo>
                    <a:lnTo>
                      <a:pt x="29" y="419"/>
                    </a:lnTo>
                    <a:lnTo>
                      <a:pt x="36" y="417"/>
                    </a:lnTo>
                    <a:lnTo>
                      <a:pt x="42" y="413"/>
                    </a:lnTo>
                    <a:lnTo>
                      <a:pt x="49" y="408"/>
                    </a:lnTo>
                    <a:lnTo>
                      <a:pt x="55" y="403"/>
                    </a:lnTo>
                    <a:lnTo>
                      <a:pt x="61" y="398"/>
                    </a:lnTo>
                    <a:lnTo>
                      <a:pt x="68" y="395"/>
                    </a:lnTo>
                    <a:lnTo>
                      <a:pt x="74" y="394"/>
                    </a:lnTo>
                    <a:lnTo>
                      <a:pt x="91" y="380"/>
                    </a:lnTo>
                    <a:lnTo>
                      <a:pt x="99" y="364"/>
                    </a:lnTo>
                    <a:lnTo>
                      <a:pt x="102" y="345"/>
                    </a:lnTo>
                    <a:lnTo>
                      <a:pt x="103" y="326"/>
                    </a:lnTo>
                    <a:lnTo>
                      <a:pt x="103" y="307"/>
                    </a:lnTo>
                    <a:lnTo>
                      <a:pt x="107" y="289"/>
                    </a:lnTo>
                    <a:lnTo>
                      <a:pt x="115" y="273"/>
                    </a:lnTo>
                    <a:lnTo>
                      <a:pt x="131" y="260"/>
                    </a:lnTo>
                    <a:lnTo>
                      <a:pt x="147" y="254"/>
                    </a:lnTo>
                    <a:lnTo>
                      <a:pt x="163" y="249"/>
                    </a:lnTo>
                    <a:lnTo>
                      <a:pt x="179" y="241"/>
                    </a:lnTo>
                    <a:lnTo>
                      <a:pt x="194" y="231"/>
                    </a:lnTo>
                    <a:lnTo>
                      <a:pt x="208" y="222"/>
                    </a:lnTo>
                    <a:lnTo>
                      <a:pt x="222" y="211"/>
                    </a:lnTo>
                    <a:lnTo>
                      <a:pt x="233" y="197"/>
                    </a:lnTo>
                    <a:lnTo>
                      <a:pt x="243" y="182"/>
                    </a:lnTo>
                    <a:lnTo>
                      <a:pt x="240" y="109"/>
                    </a:lnTo>
                    <a:lnTo>
                      <a:pt x="238" y="107"/>
                    </a:lnTo>
                    <a:lnTo>
                      <a:pt x="236" y="105"/>
                    </a:lnTo>
                    <a:lnTo>
                      <a:pt x="233" y="102"/>
                    </a:lnTo>
                    <a:lnTo>
                      <a:pt x="233" y="99"/>
                    </a:lnTo>
                    <a:lnTo>
                      <a:pt x="252" y="84"/>
                    </a:lnTo>
                    <a:lnTo>
                      <a:pt x="271" y="69"/>
                    </a:lnTo>
                    <a:lnTo>
                      <a:pt x="290" y="55"/>
                    </a:lnTo>
                    <a:lnTo>
                      <a:pt x="310" y="42"/>
                    </a:lnTo>
                    <a:lnTo>
                      <a:pt x="329" y="31"/>
                    </a:lnTo>
                    <a:lnTo>
                      <a:pt x="349" y="19"/>
                    </a:lnTo>
                    <a:lnTo>
                      <a:pt x="369" y="9"/>
                    </a:lnTo>
                    <a:lnTo>
                      <a:pt x="390" y="0"/>
                    </a:lnTo>
                    <a:lnTo>
                      <a:pt x="396" y="3"/>
                    </a:lnTo>
                    <a:lnTo>
                      <a:pt x="399" y="9"/>
                    </a:lnTo>
                    <a:lnTo>
                      <a:pt x="403" y="16"/>
                    </a:lnTo>
                    <a:lnTo>
                      <a:pt x="410" y="19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8" name="Freeform 10">
                <a:extLst>
                  <a:ext uri="{FF2B5EF4-FFF2-40B4-BE49-F238E27FC236}">
                    <a16:creationId xmlns:a16="http://schemas.microsoft.com/office/drawing/2014/main" id="{166E248C-5E4A-8743-88A9-6B25792D8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797"/>
                <a:ext cx="104" cy="166"/>
              </a:xfrm>
              <a:custGeom>
                <a:avLst/>
                <a:gdLst>
                  <a:gd name="T0" fmla="*/ 6 w 207"/>
                  <a:gd name="T1" fmla="*/ 1 h 332"/>
                  <a:gd name="T2" fmla="*/ 7 w 207"/>
                  <a:gd name="T3" fmla="*/ 3 h 332"/>
                  <a:gd name="T4" fmla="*/ 7 w 207"/>
                  <a:gd name="T5" fmla="*/ 3 h 332"/>
                  <a:gd name="T6" fmla="*/ 7 w 207"/>
                  <a:gd name="T7" fmla="*/ 5 h 332"/>
                  <a:gd name="T8" fmla="*/ 7 w 207"/>
                  <a:gd name="T9" fmla="*/ 6 h 332"/>
                  <a:gd name="T10" fmla="*/ 7 w 207"/>
                  <a:gd name="T11" fmla="*/ 7 h 332"/>
                  <a:gd name="T12" fmla="*/ 7 w 207"/>
                  <a:gd name="T13" fmla="*/ 7 h 332"/>
                  <a:gd name="T14" fmla="*/ 6 w 207"/>
                  <a:gd name="T15" fmla="*/ 7 h 332"/>
                  <a:gd name="T16" fmla="*/ 6 w 207"/>
                  <a:gd name="T17" fmla="*/ 7 h 332"/>
                  <a:gd name="T18" fmla="*/ 6 w 207"/>
                  <a:gd name="T19" fmla="*/ 8 h 332"/>
                  <a:gd name="T20" fmla="*/ 6 w 207"/>
                  <a:gd name="T21" fmla="*/ 8 h 332"/>
                  <a:gd name="T22" fmla="*/ 5 w 207"/>
                  <a:gd name="T23" fmla="*/ 8 h 332"/>
                  <a:gd name="T24" fmla="*/ 5 w 207"/>
                  <a:gd name="T25" fmla="*/ 8 h 332"/>
                  <a:gd name="T26" fmla="*/ 5 w 207"/>
                  <a:gd name="T27" fmla="*/ 9 h 332"/>
                  <a:gd name="T28" fmla="*/ 5 w 207"/>
                  <a:gd name="T29" fmla="*/ 9 h 332"/>
                  <a:gd name="T30" fmla="*/ 5 w 207"/>
                  <a:gd name="T31" fmla="*/ 9 h 332"/>
                  <a:gd name="T32" fmla="*/ 5 w 207"/>
                  <a:gd name="T33" fmla="*/ 10 h 332"/>
                  <a:gd name="T34" fmla="*/ 5 w 207"/>
                  <a:gd name="T35" fmla="*/ 10 h 332"/>
                  <a:gd name="T36" fmla="*/ 5 w 207"/>
                  <a:gd name="T37" fmla="*/ 10 h 332"/>
                  <a:gd name="T38" fmla="*/ 4 w 207"/>
                  <a:gd name="T39" fmla="*/ 10 h 332"/>
                  <a:gd name="T40" fmla="*/ 4 w 207"/>
                  <a:gd name="T41" fmla="*/ 11 h 332"/>
                  <a:gd name="T42" fmla="*/ 4 w 207"/>
                  <a:gd name="T43" fmla="*/ 11 h 332"/>
                  <a:gd name="T44" fmla="*/ 3 w 207"/>
                  <a:gd name="T45" fmla="*/ 11 h 332"/>
                  <a:gd name="T46" fmla="*/ 3 w 207"/>
                  <a:gd name="T47" fmla="*/ 10 h 332"/>
                  <a:gd name="T48" fmla="*/ 3 w 207"/>
                  <a:gd name="T49" fmla="*/ 10 h 332"/>
                  <a:gd name="T50" fmla="*/ 2 w 207"/>
                  <a:gd name="T51" fmla="*/ 10 h 332"/>
                  <a:gd name="T52" fmla="*/ 2 w 207"/>
                  <a:gd name="T53" fmla="*/ 9 h 332"/>
                  <a:gd name="T54" fmla="*/ 2 w 207"/>
                  <a:gd name="T55" fmla="*/ 9 h 332"/>
                  <a:gd name="T56" fmla="*/ 2 w 207"/>
                  <a:gd name="T57" fmla="*/ 8 h 332"/>
                  <a:gd name="T58" fmla="*/ 2 w 207"/>
                  <a:gd name="T59" fmla="*/ 7 h 332"/>
                  <a:gd name="T60" fmla="*/ 2 w 207"/>
                  <a:gd name="T61" fmla="*/ 7 h 332"/>
                  <a:gd name="T62" fmla="*/ 2 w 207"/>
                  <a:gd name="T63" fmla="*/ 6 h 332"/>
                  <a:gd name="T64" fmla="*/ 1 w 207"/>
                  <a:gd name="T65" fmla="*/ 6 h 332"/>
                  <a:gd name="T66" fmla="*/ 1 w 207"/>
                  <a:gd name="T67" fmla="*/ 5 h 332"/>
                  <a:gd name="T68" fmla="*/ 1 w 207"/>
                  <a:gd name="T69" fmla="*/ 5 h 332"/>
                  <a:gd name="T70" fmla="*/ 1 w 207"/>
                  <a:gd name="T71" fmla="*/ 4 h 332"/>
                  <a:gd name="T72" fmla="*/ 0 w 207"/>
                  <a:gd name="T73" fmla="*/ 4 h 332"/>
                  <a:gd name="T74" fmla="*/ 1 w 207"/>
                  <a:gd name="T75" fmla="*/ 3 h 332"/>
                  <a:gd name="T76" fmla="*/ 1 w 207"/>
                  <a:gd name="T77" fmla="*/ 3 h 332"/>
                  <a:gd name="T78" fmla="*/ 1 w 207"/>
                  <a:gd name="T79" fmla="*/ 2 h 332"/>
                  <a:gd name="T80" fmla="*/ 2 w 207"/>
                  <a:gd name="T81" fmla="*/ 2 h 332"/>
                  <a:gd name="T82" fmla="*/ 2 w 207"/>
                  <a:gd name="T83" fmla="*/ 1 h 332"/>
                  <a:gd name="T84" fmla="*/ 3 w 207"/>
                  <a:gd name="T85" fmla="*/ 1 h 332"/>
                  <a:gd name="T86" fmla="*/ 3 w 207"/>
                  <a:gd name="T87" fmla="*/ 1 h 332"/>
                  <a:gd name="T88" fmla="*/ 4 w 207"/>
                  <a:gd name="T89" fmla="*/ 1 h 332"/>
                  <a:gd name="T90" fmla="*/ 5 w 207"/>
                  <a:gd name="T91" fmla="*/ 0 h 332"/>
                  <a:gd name="T92" fmla="*/ 5 w 207"/>
                  <a:gd name="T93" fmla="*/ 1 h 332"/>
                  <a:gd name="T94" fmla="*/ 5 w 207"/>
                  <a:gd name="T95" fmla="*/ 1 h 332"/>
                  <a:gd name="T96" fmla="*/ 5 w 207"/>
                  <a:gd name="T97" fmla="*/ 1 h 332"/>
                  <a:gd name="T98" fmla="*/ 6 w 207"/>
                  <a:gd name="T99" fmla="*/ 1 h 3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07"/>
                  <a:gd name="T151" fmla="*/ 0 h 332"/>
                  <a:gd name="T152" fmla="*/ 207 w 207"/>
                  <a:gd name="T153" fmla="*/ 332 h 33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07" h="332">
                    <a:moveTo>
                      <a:pt x="162" y="20"/>
                    </a:moveTo>
                    <a:lnTo>
                      <a:pt x="200" y="68"/>
                    </a:lnTo>
                    <a:lnTo>
                      <a:pt x="199" y="103"/>
                    </a:lnTo>
                    <a:lnTo>
                      <a:pt x="204" y="137"/>
                    </a:lnTo>
                    <a:lnTo>
                      <a:pt x="207" y="171"/>
                    </a:lnTo>
                    <a:lnTo>
                      <a:pt x="204" y="204"/>
                    </a:lnTo>
                    <a:lnTo>
                      <a:pt x="199" y="215"/>
                    </a:lnTo>
                    <a:lnTo>
                      <a:pt x="192" y="223"/>
                    </a:lnTo>
                    <a:lnTo>
                      <a:pt x="184" y="228"/>
                    </a:lnTo>
                    <a:lnTo>
                      <a:pt x="176" y="233"/>
                    </a:lnTo>
                    <a:lnTo>
                      <a:pt x="167" y="238"/>
                    </a:lnTo>
                    <a:lnTo>
                      <a:pt x="158" y="243"/>
                    </a:lnTo>
                    <a:lnTo>
                      <a:pt x="151" y="251"/>
                    </a:lnTo>
                    <a:lnTo>
                      <a:pt x="145" y="261"/>
                    </a:lnTo>
                    <a:lnTo>
                      <a:pt x="143" y="271"/>
                    </a:lnTo>
                    <a:lnTo>
                      <a:pt x="140" y="280"/>
                    </a:lnTo>
                    <a:lnTo>
                      <a:pt x="138" y="291"/>
                    </a:lnTo>
                    <a:lnTo>
                      <a:pt x="135" y="300"/>
                    </a:lnTo>
                    <a:lnTo>
                      <a:pt x="130" y="309"/>
                    </a:lnTo>
                    <a:lnTo>
                      <a:pt x="124" y="317"/>
                    </a:lnTo>
                    <a:lnTo>
                      <a:pt x="117" y="325"/>
                    </a:lnTo>
                    <a:lnTo>
                      <a:pt x="109" y="332"/>
                    </a:lnTo>
                    <a:lnTo>
                      <a:pt x="93" y="326"/>
                    </a:lnTo>
                    <a:lnTo>
                      <a:pt x="80" y="317"/>
                    </a:lnTo>
                    <a:lnTo>
                      <a:pt x="71" y="304"/>
                    </a:lnTo>
                    <a:lnTo>
                      <a:pt x="64" y="291"/>
                    </a:lnTo>
                    <a:lnTo>
                      <a:pt x="59" y="276"/>
                    </a:lnTo>
                    <a:lnTo>
                      <a:pt x="53" y="261"/>
                    </a:lnTo>
                    <a:lnTo>
                      <a:pt x="47" y="245"/>
                    </a:lnTo>
                    <a:lnTo>
                      <a:pt x="40" y="231"/>
                    </a:lnTo>
                    <a:lnTo>
                      <a:pt x="41" y="210"/>
                    </a:lnTo>
                    <a:lnTo>
                      <a:pt x="37" y="192"/>
                    </a:lnTo>
                    <a:lnTo>
                      <a:pt x="29" y="174"/>
                    </a:lnTo>
                    <a:lnTo>
                      <a:pt x="18" y="158"/>
                    </a:lnTo>
                    <a:lnTo>
                      <a:pt x="9" y="142"/>
                    </a:lnTo>
                    <a:lnTo>
                      <a:pt x="2" y="125"/>
                    </a:lnTo>
                    <a:lnTo>
                      <a:pt x="0" y="106"/>
                    </a:lnTo>
                    <a:lnTo>
                      <a:pt x="6" y="86"/>
                    </a:lnTo>
                    <a:lnTo>
                      <a:pt x="16" y="68"/>
                    </a:lnTo>
                    <a:lnTo>
                      <a:pt x="30" y="52"/>
                    </a:lnTo>
                    <a:lnTo>
                      <a:pt x="44" y="37"/>
                    </a:lnTo>
                    <a:lnTo>
                      <a:pt x="60" y="24"/>
                    </a:lnTo>
                    <a:lnTo>
                      <a:pt x="77" y="14"/>
                    </a:lnTo>
                    <a:lnTo>
                      <a:pt x="95" y="6"/>
                    </a:lnTo>
                    <a:lnTo>
                      <a:pt x="115" y="1"/>
                    </a:lnTo>
                    <a:lnTo>
                      <a:pt x="135" y="0"/>
                    </a:lnTo>
                    <a:lnTo>
                      <a:pt x="139" y="8"/>
                    </a:lnTo>
                    <a:lnTo>
                      <a:pt x="147" y="13"/>
                    </a:lnTo>
                    <a:lnTo>
                      <a:pt x="155" y="15"/>
                    </a:lnTo>
                    <a:lnTo>
                      <a:pt x="162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9" name="Freeform 11">
                <a:extLst>
                  <a:ext uri="{FF2B5EF4-FFF2-40B4-BE49-F238E27FC236}">
                    <a16:creationId xmlns:a16="http://schemas.microsoft.com/office/drawing/2014/main" id="{BAF39786-BA64-F444-84D6-4297878E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808"/>
                <a:ext cx="58" cy="65"/>
              </a:xfrm>
              <a:custGeom>
                <a:avLst/>
                <a:gdLst>
                  <a:gd name="T0" fmla="*/ 4 w 115"/>
                  <a:gd name="T1" fmla="*/ 2 h 130"/>
                  <a:gd name="T2" fmla="*/ 4 w 115"/>
                  <a:gd name="T3" fmla="*/ 3 h 130"/>
                  <a:gd name="T4" fmla="*/ 3 w 115"/>
                  <a:gd name="T5" fmla="*/ 3 h 130"/>
                  <a:gd name="T6" fmla="*/ 3 w 115"/>
                  <a:gd name="T7" fmla="*/ 3 h 130"/>
                  <a:gd name="T8" fmla="*/ 2 w 115"/>
                  <a:gd name="T9" fmla="*/ 4 h 130"/>
                  <a:gd name="T10" fmla="*/ 2 w 115"/>
                  <a:gd name="T11" fmla="*/ 4 h 130"/>
                  <a:gd name="T12" fmla="*/ 1 w 115"/>
                  <a:gd name="T13" fmla="*/ 4 h 130"/>
                  <a:gd name="T14" fmla="*/ 1 w 115"/>
                  <a:gd name="T15" fmla="*/ 4 h 130"/>
                  <a:gd name="T16" fmla="*/ 0 w 115"/>
                  <a:gd name="T17" fmla="*/ 4 h 130"/>
                  <a:gd name="T18" fmla="*/ 1 w 115"/>
                  <a:gd name="T19" fmla="*/ 4 h 130"/>
                  <a:gd name="T20" fmla="*/ 1 w 115"/>
                  <a:gd name="T21" fmla="*/ 3 h 130"/>
                  <a:gd name="T22" fmla="*/ 2 w 115"/>
                  <a:gd name="T23" fmla="*/ 3 h 130"/>
                  <a:gd name="T24" fmla="*/ 2 w 115"/>
                  <a:gd name="T25" fmla="*/ 2 h 130"/>
                  <a:gd name="T26" fmla="*/ 3 w 115"/>
                  <a:gd name="T27" fmla="*/ 2 h 130"/>
                  <a:gd name="T28" fmla="*/ 3 w 115"/>
                  <a:gd name="T29" fmla="*/ 1 h 130"/>
                  <a:gd name="T30" fmla="*/ 3 w 115"/>
                  <a:gd name="T31" fmla="*/ 1 h 130"/>
                  <a:gd name="T32" fmla="*/ 4 w 115"/>
                  <a:gd name="T33" fmla="*/ 0 h 130"/>
                  <a:gd name="T34" fmla="*/ 4 w 115"/>
                  <a:gd name="T35" fmla="*/ 1 h 130"/>
                  <a:gd name="T36" fmla="*/ 4 w 115"/>
                  <a:gd name="T37" fmla="*/ 1 h 130"/>
                  <a:gd name="T38" fmla="*/ 4 w 115"/>
                  <a:gd name="T39" fmla="*/ 2 h 130"/>
                  <a:gd name="T40" fmla="*/ 4 w 115"/>
                  <a:gd name="T41" fmla="*/ 2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5"/>
                  <a:gd name="T64" fmla="*/ 0 h 130"/>
                  <a:gd name="T65" fmla="*/ 115 w 115"/>
                  <a:gd name="T66" fmla="*/ 130 h 1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5" h="130">
                    <a:moveTo>
                      <a:pt x="112" y="66"/>
                    </a:moveTo>
                    <a:lnTo>
                      <a:pt x="101" y="79"/>
                    </a:lnTo>
                    <a:lnTo>
                      <a:pt x="87" y="89"/>
                    </a:lnTo>
                    <a:lnTo>
                      <a:pt x="73" y="97"/>
                    </a:lnTo>
                    <a:lnTo>
                      <a:pt x="59" y="104"/>
                    </a:lnTo>
                    <a:lnTo>
                      <a:pt x="44" y="110"/>
                    </a:lnTo>
                    <a:lnTo>
                      <a:pt x="29" y="117"/>
                    </a:lnTo>
                    <a:lnTo>
                      <a:pt x="14" y="122"/>
                    </a:lnTo>
                    <a:lnTo>
                      <a:pt x="0" y="130"/>
                    </a:lnTo>
                    <a:lnTo>
                      <a:pt x="12" y="113"/>
                    </a:lnTo>
                    <a:lnTo>
                      <a:pt x="24" y="97"/>
                    </a:lnTo>
                    <a:lnTo>
                      <a:pt x="37" y="80"/>
                    </a:lnTo>
                    <a:lnTo>
                      <a:pt x="51" y="64"/>
                    </a:lnTo>
                    <a:lnTo>
                      <a:pt x="65" y="47"/>
                    </a:lnTo>
                    <a:lnTo>
                      <a:pt x="80" y="31"/>
                    </a:lnTo>
                    <a:lnTo>
                      <a:pt x="96" y="16"/>
                    </a:lnTo>
                    <a:lnTo>
                      <a:pt x="112" y="0"/>
                    </a:lnTo>
                    <a:lnTo>
                      <a:pt x="113" y="16"/>
                    </a:lnTo>
                    <a:lnTo>
                      <a:pt x="115" y="32"/>
                    </a:lnTo>
                    <a:lnTo>
                      <a:pt x="115" y="50"/>
                    </a:lnTo>
                    <a:lnTo>
                      <a:pt x="112" y="66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0" name="Freeform 12">
                <a:extLst>
                  <a:ext uri="{FF2B5EF4-FFF2-40B4-BE49-F238E27FC236}">
                    <a16:creationId xmlns:a16="http://schemas.microsoft.com/office/drawing/2014/main" id="{8C435508-454D-DD46-B676-E8819F98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808"/>
                <a:ext cx="84" cy="144"/>
              </a:xfrm>
              <a:custGeom>
                <a:avLst/>
                <a:gdLst>
                  <a:gd name="T0" fmla="*/ 5 w 167"/>
                  <a:gd name="T1" fmla="*/ 2 h 287"/>
                  <a:gd name="T2" fmla="*/ 5 w 167"/>
                  <a:gd name="T3" fmla="*/ 3 h 287"/>
                  <a:gd name="T4" fmla="*/ 5 w 167"/>
                  <a:gd name="T5" fmla="*/ 3 h 287"/>
                  <a:gd name="T6" fmla="*/ 6 w 167"/>
                  <a:gd name="T7" fmla="*/ 4 h 287"/>
                  <a:gd name="T8" fmla="*/ 6 w 167"/>
                  <a:gd name="T9" fmla="*/ 5 h 287"/>
                  <a:gd name="T10" fmla="*/ 6 w 167"/>
                  <a:gd name="T11" fmla="*/ 5 h 287"/>
                  <a:gd name="T12" fmla="*/ 6 w 167"/>
                  <a:gd name="T13" fmla="*/ 6 h 287"/>
                  <a:gd name="T14" fmla="*/ 5 w 167"/>
                  <a:gd name="T15" fmla="*/ 7 h 287"/>
                  <a:gd name="T16" fmla="*/ 4 w 167"/>
                  <a:gd name="T17" fmla="*/ 7 h 287"/>
                  <a:gd name="T18" fmla="*/ 4 w 167"/>
                  <a:gd name="T19" fmla="*/ 7 h 287"/>
                  <a:gd name="T20" fmla="*/ 4 w 167"/>
                  <a:gd name="T21" fmla="*/ 7 h 287"/>
                  <a:gd name="T22" fmla="*/ 4 w 167"/>
                  <a:gd name="T23" fmla="*/ 8 h 287"/>
                  <a:gd name="T24" fmla="*/ 4 w 167"/>
                  <a:gd name="T25" fmla="*/ 8 h 287"/>
                  <a:gd name="T26" fmla="*/ 4 w 167"/>
                  <a:gd name="T27" fmla="*/ 9 h 287"/>
                  <a:gd name="T28" fmla="*/ 3 w 167"/>
                  <a:gd name="T29" fmla="*/ 9 h 287"/>
                  <a:gd name="T30" fmla="*/ 3 w 167"/>
                  <a:gd name="T31" fmla="*/ 9 h 287"/>
                  <a:gd name="T32" fmla="*/ 3 w 167"/>
                  <a:gd name="T33" fmla="*/ 9 h 287"/>
                  <a:gd name="T34" fmla="*/ 2 w 167"/>
                  <a:gd name="T35" fmla="*/ 9 h 287"/>
                  <a:gd name="T36" fmla="*/ 2 w 167"/>
                  <a:gd name="T37" fmla="*/ 8 h 287"/>
                  <a:gd name="T38" fmla="*/ 2 w 167"/>
                  <a:gd name="T39" fmla="*/ 8 h 287"/>
                  <a:gd name="T40" fmla="*/ 2 w 167"/>
                  <a:gd name="T41" fmla="*/ 7 h 287"/>
                  <a:gd name="T42" fmla="*/ 2 w 167"/>
                  <a:gd name="T43" fmla="*/ 6 h 287"/>
                  <a:gd name="T44" fmla="*/ 1 w 167"/>
                  <a:gd name="T45" fmla="*/ 5 h 287"/>
                  <a:gd name="T46" fmla="*/ 1 w 167"/>
                  <a:gd name="T47" fmla="*/ 5 h 287"/>
                  <a:gd name="T48" fmla="*/ 1 w 167"/>
                  <a:gd name="T49" fmla="*/ 4 h 287"/>
                  <a:gd name="T50" fmla="*/ 1 w 167"/>
                  <a:gd name="T51" fmla="*/ 4 h 287"/>
                  <a:gd name="T52" fmla="*/ 0 w 167"/>
                  <a:gd name="T53" fmla="*/ 3 h 287"/>
                  <a:gd name="T54" fmla="*/ 1 w 167"/>
                  <a:gd name="T55" fmla="*/ 3 h 287"/>
                  <a:gd name="T56" fmla="*/ 1 w 167"/>
                  <a:gd name="T57" fmla="*/ 3 h 287"/>
                  <a:gd name="T58" fmla="*/ 1 w 167"/>
                  <a:gd name="T59" fmla="*/ 3 h 287"/>
                  <a:gd name="T60" fmla="*/ 1 w 167"/>
                  <a:gd name="T61" fmla="*/ 2 h 287"/>
                  <a:gd name="T62" fmla="*/ 1 w 167"/>
                  <a:gd name="T63" fmla="*/ 2 h 287"/>
                  <a:gd name="T64" fmla="*/ 1 w 167"/>
                  <a:gd name="T65" fmla="*/ 2 h 287"/>
                  <a:gd name="T66" fmla="*/ 2 w 167"/>
                  <a:gd name="T67" fmla="*/ 2 h 287"/>
                  <a:gd name="T68" fmla="*/ 2 w 167"/>
                  <a:gd name="T69" fmla="*/ 1 h 287"/>
                  <a:gd name="T70" fmla="*/ 2 w 167"/>
                  <a:gd name="T71" fmla="*/ 1 h 287"/>
                  <a:gd name="T72" fmla="*/ 3 w 167"/>
                  <a:gd name="T73" fmla="*/ 1 h 287"/>
                  <a:gd name="T74" fmla="*/ 3 w 167"/>
                  <a:gd name="T75" fmla="*/ 1 h 287"/>
                  <a:gd name="T76" fmla="*/ 3 w 167"/>
                  <a:gd name="T77" fmla="*/ 1 h 287"/>
                  <a:gd name="T78" fmla="*/ 4 w 167"/>
                  <a:gd name="T79" fmla="*/ 0 h 287"/>
                  <a:gd name="T80" fmla="*/ 4 w 167"/>
                  <a:gd name="T81" fmla="*/ 0 h 287"/>
                  <a:gd name="T82" fmla="*/ 4 w 167"/>
                  <a:gd name="T83" fmla="*/ 1 h 287"/>
                  <a:gd name="T84" fmla="*/ 4 w 167"/>
                  <a:gd name="T85" fmla="*/ 1 h 287"/>
                  <a:gd name="T86" fmla="*/ 5 w 167"/>
                  <a:gd name="T87" fmla="*/ 1 h 287"/>
                  <a:gd name="T88" fmla="*/ 5 w 167"/>
                  <a:gd name="T89" fmla="*/ 1 h 287"/>
                  <a:gd name="T90" fmla="*/ 5 w 167"/>
                  <a:gd name="T91" fmla="*/ 1 h 287"/>
                  <a:gd name="T92" fmla="*/ 5 w 167"/>
                  <a:gd name="T93" fmla="*/ 1 h 287"/>
                  <a:gd name="T94" fmla="*/ 5 w 167"/>
                  <a:gd name="T95" fmla="*/ 2 h 287"/>
                  <a:gd name="T96" fmla="*/ 5 w 167"/>
                  <a:gd name="T97" fmla="*/ 2 h 28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67"/>
                  <a:gd name="T148" fmla="*/ 0 h 287"/>
                  <a:gd name="T149" fmla="*/ 167 w 167"/>
                  <a:gd name="T150" fmla="*/ 287 h 28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67" h="287">
                    <a:moveTo>
                      <a:pt x="159" y="45"/>
                    </a:moveTo>
                    <a:lnTo>
                      <a:pt x="157" y="66"/>
                    </a:lnTo>
                    <a:lnTo>
                      <a:pt x="159" y="89"/>
                    </a:lnTo>
                    <a:lnTo>
                      <a:pt x="163" y="112"/>
                    </a:lnTo>
                    <a:lnTo>
                      <a:pt x="166" y="136"/>
                    </a:lnTo>
                    <a:lnTo>
                      <a:pt x="167" y="158"/>
                    </a:lnTo>
                    <a:lnTo>
                      <a:pt x="162" y="178"/>
                    </a:lnTo>
                    <a:lnTo>
                      <a:pt x="147" y="193"/>
                    </a:lnTo>
                    <a:lnTo>
                      <a:pt x="121" y="203"/>
                    </a:lnTo>
                    <a:lnTo>
                      <a:pt x="113" y="212"/>
                    </a:lnTo>
                    <a:lnTo>
                      <a:pt x="109" y="224"/>
                    </a:lnTo>
                    <a:lnTo>
                      <a:pt x="105" y="235"/>
                    </a:lnTo>
                    <a:lnTo>
                      <a:pt x="102" y="247"/>
                    </a:lnTo>
                    <a:lnTo>
                      <a:pt x="98" y="258"/>
                    </a:lnTo>
                    <a:lnTo>
                      <a:pt x="94" y="270"/>
                    </a:lnTo>
                    <a:lnTo>
                      <a:pt x="87" y="279"/>
                    </a:lnTo>
                    <a:lnTo>
                      <a:pt x="78" y="287"/>
                    </a:lnTo>
                    <a:lnTo>
                      <a:pt x="64" y="269"/>
                    </a:lnTo>
                    <a:lnTo>
                      <a:pt x="53" y="247"/>
                    </a:lnTo>
                    <a:lnTo>
                      <a:pt x="46" y="225"/>
                    </a:lnTo>
                    <a:lnTo>
                      <a:pt x="41" y="202"/>
                    </a:lnTo>
                    <a:lnTo>
                      <a:pt x="35" y="179"/>
                    </a:lnTo>
                    <a:lnTo>
                      <a:pt x="28" y="156"/>
                    </a:lnTo>
                    <a:lnTo>
                      <a:pt x="19" y="134"/>
                    </a:lnTo>
                    <a:lnTo>
                      <a:pt x="6" y="114"/>
                    </a:lnTo>
                    <a:lnTo>
                      <a:pt x="1" y="104"/>
                    </a:lnTo>
                    <a:lnTo>
                      <a:pt x="0" y="93"/>
                    </a:lnTo>
                    <a:lnTo>
                      <a:pt x="3" y="84"/>
                    </a:lnTo>
                    <a:lnTo>
                      <a:pt x="6" y="75"/>
                    </a:lnTo>
                    <a:lnTo>
                      <a:pt x="12" y="67"/>
                    </a:lnTo>
                    <a:lnTo>
                      <a:pt x="19" y="58"/>
                    </a:lnTo>
                    <a:lnTo>
                      <a:pt x="25" y="50"/>
                    </a:lnTo>
                    <a:lnTo>
                      <a:pt x="31" y="42"/>
                    </a:lnTo>
                    <a:lnTo>
                      <a:pt x="41" y="35"/>
                    </a:lnTo>
                    <a:lnTo>
                      <a:pt x="50" y="27"/>
                    </a:lnTo>
                    <a:lnTo>
                      <a:pt x="58" y="20"/>
                    </a:lnTo>
                    <a:lnTo>
                      <a:pt x="68" y="13"/>
                    </a:lnTo>
                    <a:lnTo>
                      <a:pt x="78" y="7"/>
                    </a:lnTo>
                    <a:lnTo>
                      <a:pt x="88" y="2"/>
                    </a:lnTo>
                    <a:lnTo>
                      <a:pt x="99" y="0"/>
                    </a:lnTo>
                    <a:lnTo>
                      <a:pt x="111" y="0"/>
                    </a:lnTo>
                    <a:lnTo>
                      <a:pt x="118" y="4"/>
                    </a:lnTo>
                    <a:lnTo>
                      <a:pt x="125" y="8"/>
                    </a:lnTo>
                    <a:lnTo>
                      <a:pt x="132" y="14"/>
                    </a:lnTo>
                    <a:lnTo>
                      <a:pt x="137" y="20"/>
                    </a:lnTo>
                    <a:lnTo>
                      <a:pt x="143" y="26"/>
                    </a:lnTo>
                    <a:lnTo>
                      <a:pt x="149" y="32"/>
                    </a:lnTo>
                    <a:lnTo>
                      <a:pt x="154" y="39"/>
                    </a:lnTo>
                    <a:lnTo>
                      <a:pt x="159" y="45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1" name="Freeform 13">
                <a:extLst>
                  <a:ext uri="{FF2B5EF4-FFF2-40B4-BE49-F238E27FC236}">
                    <a16:creationId xmlns:a16="http://schemas.microsoft.com/office/drawing/2014/main" id="{D81D0951-2A42-5D47-AE4A-7BB4A90A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856"/>
                <a:ext cx="91" cy="94"/>
              </a:xfrm>
              <a:custGeom>
                <a:avLst/>
                <a:gdLst>
                  <a:gd name="T0" fmla="*/ 4 w 183"/>
                  <a:gd name="T1" fmla="*/ 1 h 188"/>
                  <a:gd name="T2" fmla="*/ 5 w 183"/>
                  <a:gd name="T3" fmla="*/ 2 h 188"/>
                  <a:gd name="T4" fmla="*/ 5 w 183"/>
                  <a:gd name="T5" fmla="*/ 2 h 188"/>
                  <a:gd name="T6" fmla="*/ 5 w 183"/>
                  <a:gd name="T7" fmla="*/ 3 h 188"/>
                  <a:gd name="T8" fmla="*/ 5 w 183"/>
                  <a:gd name="T9" fmla="*/ 3 h 188"/>
                  <a:gd name="T10" fmla="*/ 5 w 183"/>
                  <a:gd name="T11" fmla="*/ 4 h 188"/>
                  <a:gd name="T12" fmla="*/ 5 w 183"/>
                  <a:gd name="T13" fmla="*/ 4 h 188"/>
                  <a:gd name="T14" fmla="*/ 5 w 183"/>
                  <a:gd name="T15" fmla="*/ 4 h 188"/>
                  <a:gd name="T16" fmla="*/ 5 w 183"/>
                  <a:gd name="T17" fmla="*/ 4 h 188"/>
                  <a:gd name="T18" fmla="*/ 4 w 183"/>
                  <a:gd name="T19" fmla="*/ 4 h 188"/>
                  <a:gd name="T20" fmla="*/ 4 w 183"/>
                  <a:gd name="T21" fmla="*/ 5 h 188"/>
                  <a:gd name="T22" fmla="*/ 3 w 183"/>
                  <a:gd name="T23" fmla="*/ 5 h 188"/>
                  <a:gd name="T24" fmla="*/ 3 w 183"/>
                  <a:gd name="T25" fmla="*/ 6 h 188"/>
                  <a:gd name="T26" fmla="*/ 2 w 183"/>
                  <a:gd name="T27" fmla="*/ 6 h 188"/>
                  <a:gd name="T28" fmla="*/ 2 w 183"/>
                  <a:gd name="T29" fmla="*/ 6 h 188"/>
                  <a:gd name="T30" fmla="*/ 1 w 183"/>
                  <a:gd name="T31" fmla="*/ 6 h 188"/>
                  <a:gd name="T32" fmla="*/ 0 w 183"/>
                  <a:gd name="T33" fmla="*/ 6 h 188"/>
                  <a:gd name="T34" fmla="*/ 0 w 183"/>
                  <a:gd name="T35" fmla="*/ 6 h 188"/>
                  <a:gd name="T36" fmla="*/ 0 w 183"/>
                  <a:gd name="T37" fmla="*/ 5 h 188"/>
                  <a:gd name="T38" fmla="*/ 0 w 183"/>
                  <a:gd name="T39" fmla="*/ 4 h 188"/>
                  <a:gd name="T40" fmla="*/ 0 w 183"/>
                  <a:gd name="T41" fmla="*/ 3 h 188"/>
                  <a:gd name="T42" fmla="*/ 0 w 183"/>
                  <a:gd name="T43" fmla="*/ 3 h 188"/>
                  <a:gd name="T44" fmla="*/ 0 w 183"/>
                  <a:gd name="T45" fmla="*/ 3 h 188"/>
                  <a:gd name="T46" fmla="*/ 0 w 183"/>
                  <a:gd name="T47" fmla="*/ 3 h 188"/>
                  <a:gd name="T48" fmla="*/ 0 w 183"/>
                  <a:gd name="T49" fmla="*/ 3 h 188"/>
                  <a:gd name="T50" fmla="*/ 0 w 183"/>
                  <a:gd name="T51" fmla="*/ 3 h 188"/>
                  <a:gd name="T52" fmla="*/ 0 w 183"/>
                  <a:gd name="T53" fmla="*/ 2 h 188"/>
                  <a:gd name="T54" fmla="*/ 1 w 183"/>
                  <a:gd name="T55" fmla="*/ 2 h 188"/>
                  <a:gd name="T56" fmla="*/ 1 w 183"/>
                  <a:gd name="T57" fmla="*/ 2 h 188"/>
                  <a:gd name="T58" fmla="*/ 1 w 183"/>
                  <a:gd name="T59" fmla="*/ 2 h 188"/>
                  <a:gd name="T60" fmla="*/ 1 w 183"/>
                  <a:gd name="T61" fmla="*/ 2 h 188"/>
                  <a:gd name="T62" fmla="*/ 1 w 183"/>
                  <a:gd name="T63" fmla="*/ 2 h 188"/>
                  <a:gd name="T64" fmla="*/ 2 w 183"/>
                  <a:gd name="T65" fmla="*/ 3 h 188"/>
                  <a:gd name="T66" fmla="*/ 2 w 183"/>
                  <a:gd name="T67" fmla="*/ 2 h 188"/>
                  <a:gd name="T68" fmla="*/ 2 w 183"/>
                  <a:gd name="T69" fmla="*/ 2 h 188"/>
                  <a:gd name="T70" fmla="*/ 2 w 183"/>
                  <a:gd name="T71" fmla="*/ 2 h 188"/>
                  <a:gd name="T72" fmla="*/ 1 w 183"/>
                  <a:gd name="T73" fmla="*/ 2 h 188"/>
                  <a:gd name="T74" fmla="*/ 1 w 183"/>
                  <a:gd name="T75" fmla="*/ 2 h 188"/>
                  <a:gd name="T76" fmla="*/ 1 w 183"/>
                  <a:gd name="T77" fmla="*/ 1 h 188"/>
                  <a:gd name="T78" fmla="*/ 1 w 183"/>
                  <a:gd name="T79" fmla="*/ 1 h 188"/>
                  <a:gd name="T80" fmla="*/ 2 w 183"/>
                  <a:gd name="T81" fmla="*/ 1 h 188"/>
                  <a:gd name="T82" fmla="*/ 2 w 183"/>
                  <a:gd name="T83" fmla="*/ 1 h 188"/>
                  <a:gd name="T84" fmla="*/ 2 w 183"/>
                  <a:gd name="T85" fmla="*/ 1 h 188"/>
                  <a:gd name="T86" fmla="*/ 3 w 183"/>
                  <a:gd name="T87" fmla="*/ 1 h 188"/>
                  <a:gd name="T88" fmla="*/ 3 w 183"/>
                  <a:gd name="T89" fmla="*/ 0 h 188"/>
                  <a:gd name="T90" fmla="*/ 3 w 183"/>
                  <a:gd name="T91" fmla="*/ 1 h 188"/>
                  <a:gd name="T92" fmla="*/ 4 w 183"/>
                  <a:gd name="T93" fmla="*/ 1 h 188"/>
                  <a:gd name="T94" fmla="*/ 4 w 183"/>
                  <a:gd name="T95" fmla="*/ 1 h 188"/>
                  <a:gd name="T96" fmla="*/ 4 w 183"/>
                  <a:gd name="T97" fmla="*/ 1 h 1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3"/>
                  <a:gd name="T148" fmla="*/ 0 h 188"/>
                  <a:gd name="T149" fmla="*/ 183 w 183"/>
                  <a:gd name="T150" fmla="*/ 188 h 18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3" h="188">
                    <a:moveTo>
                      <a:pt x="155" y="19"/>
                    </a:moveTo>
                    <a:lnTo>
                      <a:pt x="166" y="38"/>
                    </a:lnTo>
                    <a:lnTo>
                      <a:pt x="171" y="59"/>
                    </a:lnTo>
                    <a:lnTo>
                      <a:pt x="175" y="79"/>
                    </a:lnTo>
                    <a:lnTo>
                      <a:pt x="183" y="98"/>
                    </a:lnTo>
                    <a:lnTo>
                      <a:pt x="181" y="107"/>
                    </a:lnTo>
                    <a:lnTo>
                      <a:pt x="178" y="113"/>
                    </a:lnTo>
                    <a:lnTo>
                      <a:pt x="172" y="118"/>
                    </a:lnTo>
                    <a:lnTo>
                      <a:pt x="165" y="123"/>
                    </a:lnTo>
                    <a:lnTo>
                      <a:pt x="146" y="128"/>
                    </a:lnTo>
                    <a:lnTo>
                      <a:pt x="128" y="137"/>
                    </a:lnTo>
                    <a:lnTo>
                      <a:pt x="112" y="150"/>
                    </a:lnTo>
                    <a:lnTo>
                      <a:pt x="97" y="162"/>
                    </a:lnTo>
                    <a:lnTo>
                      <a:pt x="81" y="175"/>
                    </a:lnTo>
                    <a:lnTo>
                      <a:pt x="65" y="184"/>
                    </a:lnTo>
                    <a:lnTo>
                      <a:pt x="47" y="188"/>
                    </a:lnTo>
                    <a:lnTo>
                      <a:pt x="25" y="185"/>
                    </a:lnTo>
                    <a:lnTo>
                      <a:pt x="11" y="167"/>
                    </a:lnTo>
                    <a:lnTo>
                      <a:pt x="3" y="147"/>
                    </a:lnTo>
                    <a:lnTo>
                      <a:pt x="0" y="125"/>
                    </a:lnTo>
                    <a:lnTo>
                      <a:pt x="3" y="102"/>
                    </a:lnTo>
                    <a:lnTo>
                      <a:pt x="6" y="95"/>
                    </a:lnTo>
                    <a:lnTo>
                      <a:pt x="11" y="89"/>
                    </a:lnTo>
                    <a:lnTo>
                      <a:pt x="14" y="82"/>
                    </a:lnTo>
                    <a:lnTo>
                      <a:pt x="20" y="75"/>
                    </a:lnTo>
                    <a:lnTo>
                      <a:pt x="25" y="68"/>
                    </a:lnTo>
                    <a:lnTo>
                      <a:pt x="30" y="62"/>
                    </a:lnTo>
                    <a:lnTo>
                      <a:pt x="36" y="55"/>
                    </a:lnTo>
                    <a:lnTo>
                      <a:pt x="43" y="49"/>
                    </a:lnTo>
                    <a:lnTo>
                      <a:pt x="50" y="53"/>
                    </a:lnTo>
                    <a:lnTo>
                      <a:pt x="56" y="57"/>
                    </a:lnTo>
                    <a:lnTo>
                      <a:pt x="62" y="62"/>
                    </a:lnTo>
                    <a:lnTo>
                      <a:pt x="68" y="67"/>
                    </a:lnTo>
                    <a:lnTo>
                      <a:pt x="71" y="60"/>
                    </a:lnTo>
                    <a:lnTo>
                      <a:pt x="70" y="53"/>
                    </a:lnTo>
                    <a:lnTo>
                      <a:pt x="66" y="46"/>
                    </a:lnTo>
                    <a:lnTo>
                      <a:pt x="62" y="39"/>
                    </a:lnTo>
                    <a:lnTo>
                      <a:pt x="58" y="33"/>
                    </a:lnTo>
                    <a:lnTo>
                      <a:pt x="57" y="26"/>
                    </a:lnTo>
                    <a:lnTo>
                      <a:pt x="60" y="19"/>
                    </a:lnTo>
                    <a:lnTo>
                      <a:pt x="68" y="12"/>
                    </a:lnTo>
                    <a:lnTo>
                      <a:pt x="78" y="7"/>
                    </a:lnTo>
                    <a:lnTo>
                      <a:pt x="88" y="3"/>
                    </a:lnTo>
                    <a:lnTo>
                      <a:pt x="101" y="1"/>
                    </a:lnTo>
                    <a:lnTo>
                      <a:pt x="112" y="0"/>
                    </a:lnTo>
                    <a:lnTo>
                      <a:pt x="125" y="2"/>
                    </a:lnTo>
                    <a:lnTo>
                      <a:pt x="136" y="6"/>
                    </a:lnTo>
                    <a:lnTo>
                      <a:pt x="147" y="11"/>
                    </a:lnTo>
                    <a:lnTo>
                      <a:pt x="155" y="19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2" name="Freeform 14">
                <a:extLst>
                  <a:ext uri="{FF2B5EF4-FFF2-40B4-BE49-F238E27FC236}">
                    <a16:creationId xmlns:a16="http://schemas.microsoft.com/office/drawing/2014/main" id="{416A85ED-E2F7-D144-A88E-376BCD7C2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860"/>
                <a:ext cx="38" cy="76"/>
              </a:xfrm>
              <a:custGeom>
                <a:avLst/>
                <a:gdLst>
                  <a:gd name="T0" fmla="*/ 3 w 76"/>
                  <a:gd name="T1" fmla="*/ 1 h 152"/>
                  <a:gd name="T2" fmla="*/ 3 w 76"/>
                  <a:gd name="T3" fmla="*/ 1 h 152"/>
                  <a:gd name="T4" fmla="*/ 3 w 76"/>
                  <a:gd name="T5" fmla="*/ 2 h 152"/>
                  <a:gd name="T6" fmla="*/ 2 w 76"/>
                  <a:gd name="T7" fmla="*/ 2 h 152"/>
                  <a:gd name="T8" fmla="*/ 2 w 76"/>
                  <a:gd name="T9" fmla="*/ 3 h 152"/>
                  <a:gd name="T10" fmla="*/ 2 w 76"/>
                  <a:gd name="T11" fmla="*/ 3 h 152"/>
                  <a:gd name="T12" fmla="*/ 2 w 76"/>
                  <a:gd name="T13" fmla="*/ 4 h 152"/>
                  <a:gd name="T14" fmla="*/ 2 w 76"/>
                  <a:gd name="T15" fmla="*/ 5 h 152"/>
                  <a:gd name="T16" fmla="*/ 2 w 76"/>
                  <a:gd name="T17" fmla="*/ 5 h 152"/>
                  <a:gd name="T18" fmla="*/ 1 w 76"/>
                  <a:gd name="T19" fmla="*/ 5 h 152"/>
                  <a:gd name="T20" fmla="*/ 1 w 76"/>
                  <a:gd name="T21" fmla="*/ 5 h 152"/>
                  <a:gd name="T22" fmla="*/ 1 w 76"/>
                  <a:gd name="T23" fmla="*/ 4 h 152"/>
                  <a:gd name="T24" fmla="*/ 1 w 76"/>
                  <a:gd name="T25" fmla="*/ 4 h 152"/>
                  <a:gd name="T26" fmla="*/ 1 w 76"/>
                  <a:gd name="T27" fmla="*/ 3 h 152"/>
                  <a:gd name="T28" fmla="*/ 1 w 76"/>
                  <a:gd name="T29" fmla="*/ 3 h 152"/>
                  <a:gd name="T30" fmla="*/ 1 w 76"/>
                  <a:gd name="T31" fmla="*/ 2 h 152"/>
                  <a:gd name="T32" fmla="*/ 0 w 76"/>
                  <a:gd name="T33" fmla="*/ 2 h 152"/>
                  <a:gd name="T34" fmla="*/ 1 w 76"/>
                  <a:gd name="T35" fmla="*/ 2 h 152"/>
                  <a:gd name="T36" fmla="*/ 1 w 76"/>
                  <a:gd name="T37" fmla="*/ 1 h 152"/>
                  <a:gd name="T38" fmla="*/ 1 w 76"/>
                  <a:gd name="T39" fmla="*/ 1 h 152"/>
                  <a:gd name="T40" fmla="*/ 1 w 76"/>
                  <a:gd name="T41" fmla="*/ 1 h 152"/>
                  <a:gd name="T42" fmla="*/ 1 w 76"/>
                  <a:gd name="T43" fmla="*/ 1 h 152"/>
                  <a:gd name="T44" fmla="*/ 2 w 76"/>
                  <a:gd name="T45" fmla="*/ 1 h 152"/>
                  <a:gd name="T46" fmla="*/ 2 w 76"/>
                  <a:gd name="T47" fmla="*/ 1 h 152"/>
                  <a:gd name="T48" fmla="*/ 2 w 76"/>
                  <a:gd name="T49" fmla="*/ 1 h 152"/>
                  <a:gd name="T50" fmla="*/ 2 w 76"/>
                  <a:gd name="T51" fmla="*/ 0 h 152"/>
                  <a:gd name="T52" fmla="*/ 3 w 76"/>
                  <a:gd name="T53" fmla="*/ 1 h 152"/>
                  <a:gd name="T54" fmla="*/ 3 w 76"/>
                  <a:gd name="T55" fmla="*/ 1 h 152"/>
                  <a:gd name="T56" fmla="*/ 3 w 76"/>
                  <a:gd name="T57" fmla="*/ 1 h 1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6"/>
                  <a:gd name="T88" fmla="*/ 0 h 152"/>
                  <a:gd name="T89" fmla="*/ 76 w 76"/>
                  <a:gd name="T90" fmla="*/ 152 h 15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6" h="152">
                    <a:moveTo>
                      <a:pt x="76" y="11"/>
                    </a:moveTo>
                    <a:lnTo>
                      <a:pt x="75" y="30"/>
                    </a:lnTo>
                    <a:lnTo>
                      <a:pt x="69" y="46"/>
                    </a:lnTo>
                    <a:lnTo>
                      <a:pt x="61" y="60"/>
                    </a:lnTo>
                    <a:lnTo>
                      <a:pt x="53" y="75"/>
                    </a:lnTo>
                    <a:lnTo>
                      <a:pt x="51" y="94"/>
                    </a:lnTo>
                    <a:lnTo>
                      <a:pt x="50" y="114"/>
                    </a:lnTo>
                    <a:lnTo>
                      <a:pt x="47" y="134"/>
                    </a:lnTo>
                    <a:lnTo>
                      <a:pt x="43" y="152"/>
                    </a:lnTo>
                    <a:lnTo>
                      <a:pt x="32" y="143"/>
                    </a:lnTo>
                    <a:lnTo>
                      <a:pt x="26" y="131"/>
                    </a:lnTo>
                    <a:lnTo>
                      <a:pt x="22" y="119"/>
                    </a:lnTo>
                    <a:lnTo>
                      <a:pt x="18" y="105"/>
                    </a:lnTo>
                    <a:lnTo>
                      <a:pt x="15" y="91"/>
                    </a:lnTo>
                    <a:lnTo>
                      <a:pt x="12" y="77"/>
                    </a:lnTo>
                    <a:lnTo>
                      <a:pt x="7" y="63"/>
                    </a:lnTo>
                    <a:lnTo>
                      <a:pt x="0" y="52"/>
                    </a:lnTo>
                    <a:lnTo>
                      <a:pt x="1" y="39"/>
                    </a:lnTo>
                    <a:lnTo>
                      <a:pt x="5" y="26"/>
                    </a:lnTo>
                    <a:lnTo>
                      <a:pt x="12" y="15"/>
                    </a:lnTo>
                    <a:lnTo>
                      <a:pt x="22" y="8"/>
                    </a:lnTo>
                    <a:lnTo>
                      <a:pt x="29" y="7"/>
                    </a:lnTo>
                    <a:lnTo>
                      <a:pt x="36" y="4"/>
                    </a:lnTo>
                    <a:lnTo>
                      <a:pt x="43" y="2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5" y="1"/>
                    </a:lnTo>
                    <a:lnTo>
                      <a:pt x="71" y="4"/>
                    </a:lnTo>
                    <a:lnTo>
                      <a:pt x="76" y="11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3" name="Freeform 15">
                <a:extLst>
                  <a:ext uri="{FF2B5EF4-FFF2-40B4-BE49-F238E27FC236}">
                    <a16:creationId xmlns:a16="http://schemas.microsoft.com/office/drawing/2014/main" id="{62F884EC-D51F-1647-8C4C-2B4B5248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866"/>
                <a:ext cx="33" cy="39"/>
              </a:xfrm>
              <a:custGeom>
                <a:avLst/>
                <a:gdLst>
                  <a:gd name="T0" fmla="*/ 3 w 65"/>
                  <a:gd name="T1" fmla="*/ 0 h 79"/>
                  <a:gd name="T2" fmla="*/ 2 w 65"/>
                  <a:gd name="T3" fmla="*/ 1 h 79"/>
                  <a:gd name="T4" fmla="*/ 2 w 65"/>
                  <a:gd name="T5" fmla="*/ 1 h 79"/>
                  <a:gd name="T6" fmla="*/ 2 w 65"/>
                  <a:gd name="T7" fmla="*/ 2 h 79"/>
                  <a:gd name="T8" fmla="*/ 1 w 65"/>
                  <a:gd name="T9" fmla="*/ 2 h 79"/>
                  <a:gd name="T10" fmla="*/ 1 w 65"/>
                  <a:gd name="T11" fmla="*/ 2 h 79"/>
                  <a:gd name="T12" fmla="*/ 1 w 65"/>
                  <a:gd name="T13" fmla="*/ 2 h 79"/>
                  <a:gd name="T14" fmla="*/ 1 w 65"/>
                  <a:gd name="T15" fmla="*/ 2 h 79"/>
                  <a:gd name="T16" fmla="*/ 0 w 65"/>
                  <a:gd name="T17" fmla="*/ 1 h 79"/>
                  <a:gd name="T18" fmla="*/ 1 w 65"/>
                  <a:gd name="T19" fmla="*/ 1 h 79"/>
                  <a:gd name="T20" fmla="*/ 1 w 65"/>
                  <a:gd name="T21" fmla="*/ 1 h 79"/>
                  <a:gd name="T22" fmla="*/ 1 w 65"/>
                  <a:gd name="T23" fmla="*/ 1 h 79"/>
                  <a:gd name="T24" fmla="*/ 1 w 65"/>
                  <a:gd name="T25" fmla="*/ 0 h 79"/>
                  <a:gd name="T26" fmla="*/ 1 w 65"/>
                  <a:gd name="T27" fmla="*/ 0 h 79"/>
                  <a:gd name="T28" fmla="*/ 1 w 65"/>
                  <a:gd name="T29" fmla="*/ 0 h 79"/>
                  <a:gd name="T30" fmla="*/ 2 w 65"/>
                  <a:gd name="T31" fmla="*/ 0 h 79"/>
                  <a:gd name="T32" fmla="*/ 2 w 65"/>
                  <a:gd name="T33" fmla="*/ 0 h 79"/>
                  <a:gd name="T34" fmla="*/ 2 w 65"/>
                  <a:gd name="T35" fmla="*/ 0 h 79"/>
                  <a:gd name="T36" fmla="*/ 2 w 65"/>
                  <a:gd name="T37" fmla="*/ 0 h 79"/>
                  <a:gd name="T38" fmla="*/ 2 w 65"/>
                  <a:gd name="T39" fmla="*/ 0 h 79"/>
                  <a:gd name="T40" fmla="*/ 3 w 65"/>
                  <a:gd name="T41" fmla="*/ 0 h 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79"/>
                  <a:gd name="T65" fmla="*/ 65 w 65"/>
                  <a:gd name="T66" fmla="*/ 79 h 7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79">
                    <a:moveTo>
                      <a:pt x="65" y="30"/>
                    </a:moveTo>
                    <a:lnTo>
                      <a:pt x="62" y="45"/>
                    </a:lnTo>
                    <a:lnTo>
                      <a:pt x="54" y="58"/>
                    </a:lnTo>
                    <a:lnTo>
                      <a:pt x="44" y="70"/>
                    </a:lnTo>
                    <a:lnTo>
                      <a:pt x="32" y="79"/>
                    </a:lnTo>
                    <a:lnTo>
                      <a:pt x="22" y="79"/>
                    </a:lnTo>
                    <a:lnTo>
                      <a:pt x="14" y="73"/>
                    </a:lnTo>
                    <a:lnTo>
                      <a:pt x="7" y="66"/>
                    </a:lnTo>
                    <a:lnTo>
                      <a:pt x="0" y="58"/>
                    </a:lnTo>
                    <a:lnTo>
                      <a:pt x="1" y="49"/>
                    </a:lnTo>
                    <a:lnTo>
                      <a:pt x="3" y="40"/>
                    </a:lnTo>
                    <a:lnTo>
                      <a:pt x="8" y="33"/>
                    </a:lnTo>
                    <a:lnTo>
                      <a:pt x="14" y="26"/>
                    </a:lnTo>
                    <a:lnTo>
                      <a:pt x="21" y="19"/>
                    </a:lnTo>
                    <a:lnTo>
                      <a:pt x="27" y="12"/>
                    </a:lnTo>
                    <a:lnTo>
                      <a:pt x="34" y="6"/>
                    </a:lnTo>
                    <a:lnTo>
                      <a:pt x="42" y="0"/>
                    </a:lnTo>
                    <a:lnTo>
                      <a:pt x="53" y="4"/>
                    </a:lnTo>
                    <a:lnTo>
                      <a:pt x="59" y="12"/>
                    </a:lnTo>
                    <a:lnTo>
                      <a:pt x="62" y="21"/>
                    </a:lnTo>
                    <a:lnTo>
                      <a:pt x="6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4" name="Freeform 16">
                <a:extLst>
                  <a:ext uri="{FF2B5EF4-FFF2-40B4-BE49-F238E27FC236}">
                    <a16:creationId xmlns:a16="http://schemas.microsoft.com/office/drawing/2014/main" id="{DB4B4F3D-D41B-5041-92BB-299E0958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878"/>
                <a:ext cx="18" cy="19"/>
              </a:xfrm>
              <a:custGeom>
                <a:avLst/>
                <a:gdLst>
                  <a:gd name="T0" fmla="*/ 2 w 35"/>
                  <a:gd name="T1" fmla="*/ 1 h 38"/>
                  <a:gd name="T2" fmla="*/ 2 w 35"/>
                  <a:gd name="T3" fmla="*/ 1 h 38"/>
                  <a:gd name="T4" fmla="*/ 1 w 35"/>
                  <a:gd name="T5" fmla="*/ 1 h 38"/>
                  <a:gd name="T6" fmla="*/ 1 w 35"/>
                  <a:gd name="T7" fmla="*/ 1 h 38"/>
                  <a:gd name="T8" fmla="*/ 1 w 35"/>
                  <a:gd name="T9" fmla="*/ 2 h 38"/>
                  <a:gd name="T10" fmla="*/ 1 w 35"/>
                  <a:gd name="T11" fmla="*/ 2 h 38"/>
                  <a:gd name="T12" fmla="*/ 1 w 35"/>
                  <a:gd name="T13" fmla="*/ 2 h 38"/>
                  <a:gd name="T14" fmla="*/ 1 w 35"/>
                  <a:gd name="T15" fmla="*/ 1 h 38"/>
                  <a:gd name="T16" fmla="*/ 0 w 35"/>
                  <a:gd name="T17" fmla="*/ 1 h 38"/>
                  <a:gd name="T18" fmla="*/ 1 w 35"/>
                  <a:gd name="T19" fmla="*/ 1 h 38"/>
                  <a:gd name="T20" fmla="*/ 1 w 35"/>
                  <a:gd name="T21" fmla="*/ 1 h 38"/>
                  <a:gd name="T22" fmla="*/ 1 w 35"/>
                  <a:gd name="T23" fmla="*/ 1 h 38"/>
                  <a:gd name="T24" fmla="*/ 1 w 35"/>
                  <a:gd name="T25" fmla="*/ 1 h 38"/>
                  <a:gd name="T26" fmla="*/ 1 w 35"/>
                  <a:gd name="T27" fmla="*/ 1 h 38"/>
                  <a:gd name="T28" fmla="*/ 1 w 35"/>
                  <a:gd name="T29" fmla="*/ 0 h 38"/>
                  <a:gd name="T30" fmla="*/ 1 w 35"/>
                  <a:gd name="T31" fmla="*/ 1 h 38"/>
                  <a:gd name="T32" fmla="*/ 2 w 35"/>
                  <a:gd name="T33" fmla="*/ 1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8"/>
                  <a:gd name="T53" fmla="*/ 35 w 35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8">
                    <a:moveTo>
                      <a:pt x="35" y="4"/>
                    </a:moveTo>
                    <a:lnTo>
                      <a:pt x="33" y="13"/>
                    </a:lnTo>
                    <a:lnTo>
                      <a:pt x="29" y="23"/>
                    </a:lnTo>
                    <a:lnTo>
                      <a:pt x="21" y="30"/>
                    </a:lnTo>
                    <a:lnTo>
                      <a:pt x="14" y="38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3" y="31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1" y="1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5" name="Freeform 17">
                <a:extLst>
                  <a:ext uri="{FF2B5EF4-FFF2-40B4-BE49-F238E27FC236}">
                    <a16:creationId xmlns:a16="http://schemas.microsoft.com/office/drawing/2014/main" id="{F6AA677F-8397-5941-8830-FDB0936F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889"/>
                <a:ext cx="26" cy="56"/>
              </a:xfrm>
              <a:custGeom>
                <a:avLst/>
                <a:gdLst>
                  <a:gd name="T0" fmla="*/ 2 w 50"/>
                  <a:gd name="T1" fmla="*/ 3 h 111"/>
                  <a:gd name="T2" fmla="*/ 1 w 50"/>
                  <a:gd name="T3" fmla="*/ 3 h 111"/>
                  <a:gd name="T4" fmla="*/ 1 w 50"/>
                  <a:gd name="T5" fmla="*/ 4 h 111"/>
                  <a:gd name="T6" fmla="*/ 1 w 50"/>
                  <a:gd name="T7" fmla="*/ 4 h 111"/>
                  <a:gd name="T8" fmla="*/ 0 w 50"/>
                  <a:gd name="T9" fmla="*/ 4 h 111"/>
                  <a:gd name="T10" fmla="*/ 1 w 50"/>
                  <a:gd name="T11" fmla="*/ 4 h 111"/>
                  <a:gd name="T12" fmla="*/ 1 w 50"/>
                  <a:gd name="T13" fmla="*/ 3 h 111"/>
                  <a:gd name="T14" fmla="*/ 1 w 50"/>
                  <a:gd name="T15" fmla="*/ 3 h 111"/>
                  <a:gd name="T16" fmla="*/ 1 w 50"/>
                  <a:gd name="T17" fmla="*/ 3 h 111"/>
                  <a:gd name="T18" fmla="*/ 1 w 50"/>
                  <a:gd name="T19" fmla="*/ 2 h 111"/>
                  <a:gd name="T20" fmla="*/ 1 w 50"/>
                  <a:gd name="T21" fmla="*/ 2 h 111"/>
                  <a:gd name="T22" fmla="*/ 2 w 50"/>
                  <a:gd name="T23" fmla="*/ 2 h 111"/>
                  <a:gd name="T24" fmla="*/ 2 w 50"/>
                  <a:gd name="T25" fmla="*/ 1 h 111"/>
                  <a:gd name="T26" fmla="*/ 2 w 50"/>
                  <a:gd name="T27" fmla="*/ 0 h 111"/>
                  <a:gd name="T28" fmla="*/ 2 w 50"/>
                  <a:gd name="T29" fmla="*/ 1 h 111"/>
                  <a:gd name="T30" fmla="*/ 2 w 50"/>
                  <a:gd name="T31" fmla="*/ 2 h 111"/>
                  <a:gd name="T32" fmla="*/ 2 w 50"/>
                  <a:gd name="T33" fmla="*/ 3 h 111"/>
                  <a:gd name="T34" fmla="*/ 2 w 50"/>
                  <a:gd name="T35" fmla="*/ 3 h 1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0"/>
                  <a:gd name="T55" fmla="*/ 0 h 111"/>
                  <a:gd name="T56" fmla="*/ 50 w 50"/>
                  <a:gd name="T57" fmla="*/ 111 h 11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0" h="111">
                    <a:moveTo>
                      <a:pt x="33" y="93"/>
                    </a:moveTo>
                    <a:lnTo>
                      <a:pt x="24" y="95"/>
                    </a:lnTo>
                    <a:lnTo>
                      <a:pt x="16" y="100"/>
                    </a:lnTo>
                    <a:lnTo>
                      <a:pt x="8" y="104"/>
                    </a:lnTo>
                    <a:lnTo>
                      <a:pt x="0" y="111"/>
                    </a:lnTo>
                    <a:lnTo>
                      <a:pt x="3" y="101"/>
                    </a:lnTo>
                    <a:lnTo>
                      <a:pt x="7" y="89"/>
                    </a:lnTo>
                    <a:lnTo>
                      <a:pt x="11" y="79"/>
                    </a:lnTo>
                    <a:lnTo>
                      <a:pt x="16" y="68"/>
                    </a:lnTo>
                    <a:lnTo>
                      <a:pt x="22" y="56"/>
                    </a:lnTo>
                    <a:lnTo>
                      <a:pt x="27" y="45"/>
                    </a:lnTo>
                    <a:lnTo>
                      <a:pt x="32" y="34"/>
                    </a:lnTo>
                    <a:lnTo>
                      <a:pt x="38" y="23"/>
                    </a:lnTo>
                    <a:lnTo>
                      <a:pt x="50" y="0"/>
                    </a:lnTo>
                    <a:lnTo>
                      <a:pt x="48" y="23"/>
                    </a:lnTo>
                    <a:lnTo>
                      <a:pt x="48" y="48"/>
                    </a:lnTo>
                    <a:lnTo>
                      <a:pt x="45" y="72"/>
                    </a:lnTo>
                    <a:lnTo>
                      <a:pt x="33" y="93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6" name="Freeform 18">
                <a:extLst>
                  <a:ext uri="{FF2B5EF4-FFF2-40B4-BE49-F238E27FC236}">
                    <a16:creationId xmlns:a16="http://schemas.microsoft.com/office/drawing/2014/main" id="{9DE9C5FC-1EAC-644C-847A-B267E2E3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893"/>
                <a:ext cx="18" cy="12"/>
              </a:xfrm>
              <a:custGeom>
                <a:avLst/>
                <a:gdLst>
                  <a:gd name="T0" fmla="*/ 2 w 34"/>
                  <a:gd name="T1" fmla="*/ 1 h 23"/>
                  <a:gd name="T2" fmla="*/ 1 w 34"/>
                  <a:gd name="T3" fmla="*/ 1 h 23"/>
                  <a:gd name="T4" fmla="*/ 1 w 34"/>
                  <a:gd name="T5" fmla="*/ 1 h 23"/>
                  <a:gd name="T6" fmla="*/ 1 w 34"/>
                  <a:gd name="T7" fmla="*/ 1 h 23"/>
                  <a:gd name="T8" fmla="*/ 1 w 34"/>
                  <a:gd name="T9" fmla="*/ 1 h 23"/>
                  <a:gd name="T10" fmla="*/ 1 w 34"/>
                  <a:gd name="T11" fmla="*/ 1 h 23"/>
                  <a:gd name="T12" fmla="*/ 1 w 34"/>
                  <a:gd name="T13" fmla="*/ 1 h 23"/>
                  <a:gd name="T14" fmla="*/ 1 w 34"/>
                  <a:gd name="T15" fmla="*/ 1 h 23"/>
                  <a:gd name="T16" fmla="*/ 0 w 34"/>
                  <a:gd name="T17" fmla="*/ 1 h 23"/>
                  <a:gd name="T18" fmla="*/ 1 w 34"/>
                  <a:gd name="T19" fmla="*/ 0 h 23"/>
                  <a:gd name="T20" fmla="*/ 1 w 34"/>
                  <a:gd name="T21" fmla="*/ 1 h 23"/>
                  <a:gd name="T22" fmla="*/ 1 w 34"/>
                  <a:gd name="T23" fmla="*/ 1 h 23"/>
                  <a:gd name="T24" fmla="*/ 1 w 34"/>
                  <a:gd name="T25" fmla="*/ 1 h 23"/>
                  <a:gd name="T26" fmla="*/ 2 w 34"/>
                  <a:gd name="T27" fmla="*/ 1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23"/>
                  <a:gd name="T44" fmla="*/ 34 w 3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23">
                    <a:moveTo>
                      <a:pt x="34" y="23"/>
                    </a:moveTo>
                    <a:lnTo>
                      <a:pt x="30" y="22"/>
                    </a:lnTo>
                    <a:lnTo>
                      <a:pt x="25" y="20"/>
                    </a:lnTo>
                    <a:lnTo>
                      <a:pt x="21" y="19"/>
                    </a:lnTo>
                    <a:lnTo>
                      <a:pt x="16" y="17"/>
                    </a:lnTo>
                    <a:lnTo>
                      <a:pt x="11" y="15"/>
                    </a:lnTo>
                    <a:lnTo>
                      <a:pt x="7" y="12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9" y="0"/>
                    </a:lnTo>
                    <a:lnTo>
                      <a:pt x="17" y="5"/>
                    </a:lnTo>
                    <a:lnTo>
                      <a:pt x="24" y="9"/>
                    </a:lnTo>
                    <a:lnTo>
                      <a:pt x="31" y="15"/>
                    </a:lnTo>
                    <a:lnTo>
                      <a:pt x="3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7" name="Freeform 19">
                <a:extLst>
                  <a:ext uri="{FF2B5EF4-FFF2-40B4-BE49-F238E27FC236}">
                    <a16:creationId xmlns:a16="http://schemas.microsoft.com/office/drawing/2014/main" id="{5C10B5FA-1D86-6342-ADF6-D4C8083E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908"/>
                <a:ext cx="12" cy="16"/>
              </a:xfrm>
              <a:custGeom>
                <a:avLst/>
                <a:gdLst>
                  <a:gd name="T0" fmla="*/ 1 w 24"/>
                  <a:gd name="T1" fmla="*/ 1 h 31"/>
                  <a:gd name="T2" fmla="*/ 1 w 24"/>
                  <a:gd name="T3" fmla="*/ 1 h 31"/>
                  <a:gd name="T4" fmla="*/ 1 w 24"/>
                  <a:gd name="T5" fmla="*/ 1 h 31"/>
                  <a:gd name="T6" fmla="*/ 1 w 24"/>
                  <a:gd name="T7" fmla="*/ 1 h 31"/>
                  <a:gd name="T8" fmla="*/ 1 w 24"/>
                  <a:gd name="T9" fmla="*/ 1 h 31"/>
                  <a:gd name="T10" fmla="*/ 1 w 24"/>
                  <a:gd name="T11" fmla="*/ 1 h 31"/>
                  <a:gd name="T12" fmla="*/ 0 w 24"/>
                  <a:gd name="T13" fmla="*/ 1 h 31"/>
                  <a:gd name="T14" fmla="*/ 0 w 24"/>
                  <a:gd name="T15" fmla="*/ 1 h 31"/>
                  <a:gd name="T16" fmla="*/ 1 w 24"/>
                  <a:gd name="T17" fmla="*/ 0 h 31"/>
                  <a:gd name="T18" fmla="*/ 1 w 24"/>
                  <a:gd name="T19" fmla="*/ 1 h 31"/>
                  <a:gd name="T20" fmla="*/ 1 w 24"/>
                  <a:gd name="T21" fmla="*/ 1 h 31"/>
                  <a:gd name="T22" fmla="*/ 1 w 24"/>
                  <a:gd name="T23" fmla="*/ 1 h 31"/>
                  <a:gd name="T24" fmla="*/ 1 w 24"/>
                  <a:gd name="T25" fmla="*/ 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1"/>
                  <a:gd name="T41" fmla="*/ 24 w 24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1">
                    <a:moveTo>
                      <a:pt x="24" y="27"/>
                    </a:moveTo>
                    <a:lnTo>
                      <a:pt x="19" y="31"/>
                    </a:lnTo>
                    <a:lnTo>
                      <a:pt x="14" y="30"/>
                    </a:lnTo>
                    <a:lnTo>
                      <a:pt x="10" y="26"/>
                    </a:lnTo>
                    <a:lnTo>
                      <a:pt x="5" y="23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12" y="1"/>
                    </a:lnTo>
                    <a:lnTo>
                      <a:pt x="17" y="9"/>
                    </a:lnTo>
                    <a:lnTo>
                      <a:pt x="20" y="18"/>
                    </a:lnTo>
                    <a:lnTo>
                      <a:pt x="2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8" name="Freeform 20">
                <a:extLst>
                  <a:ext uri="{FF2B5EF4-FFF2-40B4-BE49-F238E27FC236}">
                    <a16:creationId xmlns:a16="http://schemas.microsoft.com/office/drawing/2014/main" id="{8D95D6FF-125D-0840-AD9F-EA6266EE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924"/>
                <a:ext cx="129" cy="209"/>
              </a:xfrm>
              <a:custGeom>
                <a:avLst/>
                <a:gdLst>
                  <a:gd name="T0" fmla="*/ 3 w 258"/>
                  <a:gd name="T1" fmla="*/ 1 h 418"/>
                  <a:gd name="T2" fmla="*/ 3 w 258"/>
                  <a:gd name="T3" fmla="*/ 2 h 418"/>
                  <a:gd name="T4" fmla="*/ 3 w 258"/>
                  <a:gd name="T5" fmla="*/ 2 h 418"/>
                  <a:gd name="T6" fmla="*/ 4 w 258"/>
                  <a:gd name="T7" fmla="*/ 3 h 418"/>
                  <a:gd name="T8" fmla="*/ 4 w 258"/>
                  <a:gd name="T9" fmla="*/ 3 h 418"/>
                  <a:gd name="T10" fmla="*/ 5 w 258"/>
                  <a:gd name="T11" fmla="*/ 3 h 418"/>
                  <a:gd name="T12" fmla="*/ 6 w 258"/>
                  <a:gd name="T13" fmla="*/ 2 h 418"/>
                  <a:gd name="T14" fmla="*/ 7 w 258"/>
                  <a:gd name="T15" fmla="*/ 2 h 418"/>
                  <a:gd name="T16" fmla="*/ 7 w 258"/>
                  <a:gd name="T17" fmla="*/ 2 h 418"/>
                  <a:gd name="T18" fmla="*/ 8 w 258"/>
                  <a:gd name="T19" fmla="*/ 3 h 418"/>
                  <a:gd name="T20" fmla="*/ 8 w 258"/>
                  <a:gd name="T21" fmla="*/ 4 h 418"/>
                  <a:gd name="T22" fmla="*/ 8 w 258"/>
                  <a:gd name="T23" fmla="*/ 5 h 418"/>
                  <a:gd name="T24" fmla="*/ 8 w 258"/>
                  <a:gd name="T25" fmla="*/ 6 h 418"/>
                  <a:gd name="T26" fmla="*/ 8 w 258"/>
                  <a:gd name="T27" fmla="*/ 8 h 418"/>
                  <a:gd name="T28" fmla="*/ 7 w 258"/>
                  <a:gd name="T29" fmla="*/ 10 h 418"/>
                  <a:gd name="T30" fmla="*/ 5 w 258"/>
                  <a:gd name="T31" fmla="*/ 12 h 418"/>
                  <a:gd name="T32" fmla="*/ 4 w 258"/>
                  <a:gd name="T33" fmla="*/ 13 h 418"/>
                  <a:gd name="T34" fmla="*/ 4 w 258"/>
                  <a:gd name="T35" fmla="*/ 13 h 418"/>
                  <a:gd name="T36" fmla="*/ 3 w 258"/>
                  <a:gd name="T37" fmla="*/ 13 h 418"/>
                  <a:gd name="T38" fmla="*/ 2 w 258"/>
                  <a:gd name="T39" fmla="*/ 13 h 418"/>
                  <a:gd name="T40" fmla="*/ 2 w 258"/>
                  <a:gd name="T41" fmla="*/ 13 h 418"/>
                  <a:gd name="T42" fmla="*/ 2 w 258"/>
                  <a:gd name="T43" fmla="*/ 13 h 418"/>
                  <a:gd name="T44" fmla="*/ 2 w 258"/>
                  <a:gd name="T45" fmla="*/ 12 h 418"/>
                  <a:gd name="T46" fmla="*/ 3 w 258"/>
                  <a:gd name="T47" fmla="*/ 11 h 418"/>
                  <a:gd name="T48" fmla="*/ 4 w 258"/>
                  <a:gd name="T49" fmla="*/ 9 h 418"/>
                  <a:gd name="T50" fmla="*/ 4 w 258"/>
                  <a:gd name="T51" fmla="*/ 7 h 418"/>
                  <a:gd name="T52" fmla="*/ 4 w 258"/>
                  <a:gd name="T53" fmla="*/ 7 h 418"/>
                  <a:gd name="T54" fmla="*/ 4 w 258"/>
                  <a:gd name="T55" fmla="*/ 6 h 418"/>
                  <a:gd name="T56" fmla="*/ 4 w 258"/>
                  <a:gd name="T57" fmla="*/ 6 h 418"/>
                  <a:gd name="T58" fmla="*/ 4 w 258"/>
                  <a:gd name="T59" fmla="*/ 6 h 418"/>
                  <a:gd name="T60" fmla="*/ 4 w 258"/>
                  <a:gd name="T61" fmla="*/ 7 h 418"/>
                  <a:gd name="T62" fmla="*/ 4 w 258"/>
                  <a:gd name="T63" fmla="*/ 8 h 418"/>
                  <a:gd name="T64" fmla="*/ 3 w 258"/>
                  <a:gd name="T65" fmla="*/ 9 h 418"/>
                  <a:gd name="T66" fmla="*/ 3 w 258"/>
                  <a:gd name="T67" fmla="*/ 10 h 418"/>
                  <a:gd name="T68" fmla="*/ 2 w 258"/>
                  <a:gd name="T69" fmla="*/ 11 h 418"/>
                  <a:gd name="T70" fmla="*/ 2 w 258"/>
                  <a:gd name="T71" fmla="*/ 9 h 418"/>
                  <a:gd name="T72" fmla="*/ 2 w 258"/>
                  <a:gd name="T73" fmla="*/ 7 h 418"/>
                  <a:gd name="T74" fmla="*/ 2 w 258"/>
                  <a:gd name="T75" fmla="*/ 5 h 418"/>
                  <a:gd name="T76" fmla="*/ 1 w 258"/>
                  <a:gd name="T77" fmla="*/ 3 h 418"/>
                  <a:gd name="T78" fmla="*/ 1 w 258"/>
                  <a:gd name="T79" fmla="*/ 1 h 418"/>
                  <a:gd name="T80" fmla="*/ 0 w 258"/>
                  <a:gd name="T81" fmla="*/ 0 h 418"/>
                  <a:gd name="T82" fmla="*/ 1 w 258"/>
                  <a:gd name="T83" fmla="*/ 1 h 418"/>
                  <a:gd name="T84" fmla="*/ 1 w 258"/>
                  <a:gd name="T85" fmla="*/ 1 h 418"/>
                  <a:gd name="T86" fmla="*/ 2 w 258"/>
                  <a:gd name="T87" fmla="*/ 1 h 418"/>
                  <a:gd name="T88" fmla="*/ 3 w 258"/>
                  <a:gd name="T89" fmla="*/ 1 h 41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8"/>
                  <a:gd name="T136" fmla="*/ 0 h 418"/>
                  <a:gd name="T137" fmla="*/ 258 w 258"/>
                  <a:gd name="T138" fmla="*/ 418 h 41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8" h="418">
                    <a:moveTo>
                      <a:pt x="72" y="10"/>
                    </a:moveTo>
                    <a:lnTo>
                      <a:pt x="74" y="19"/>
                    </a:lnTo>
                    <a:lnTo>
                      <a:pt x="79" y="29"/>
                    </a:lnTo>
                    <a:lnTo>
                      <a:pt x="83" y="38"/>
                    </a:lnTo>
                    <a:lnTo>
                      <a:pt x="88" y="46"/>
                    </a:lnTo>
                    <a:lnTo>
                      <a:pt x="95" y="54"/>
                    </a:lnTo>
                    <a:lnTo>
                      <a:pt x="102" y="61"/>
                    </a:lnTo>
                    <a:lnTo>
                      <a:pt x="110" y="67"/>
                    </a:lnTo>
                    <a:lnTo>
                      <a:pt x="118" y="71"/>
                    </a:lnTo>
                    <a:lnTo>
                      <a:pt x="132" y="72"/>
                    </a:lnTo>
                    <a:lnTo>
                      <a:pt x="144" y="72"/>
                    </a:lnTo>
                    <a:lnTo>
                      <a:pt x="157" y="70"/>
                    </a:lnTo>
                    <a:lnTo>
                      <a:pt x="170" y="67"/>
                    </a:lnTo>
                    <a:lnTo>
                      <a:pt x="182" y="62"/>
                    </a:lnTo>
                    <a:lnTo>
                      <a:pt x="194" y="55"/>
                    </a:lnTo>
                    <a:lnTo>
                      <a:pt x="205" y="48"/>
                    </a:lnTo>
                    <a:lnTo>
                      <a:pt x="217" y="40"/>
                    </a:lnTo>
                    <a:lnTo>
                      <a:pt x="226" y="52"/>
                    </a:lnTo>
                    <a:lnTo>
                      <a:pt x="234" y="63"/>
                    </a:lnTo>
                    <a:lnTo>
                      <a:pt x="240" y="77"/>
                    </a:lnTo>
                    <a:lnTo>
                      <a:pt x="245" y="91"/>
                    </a:lnTo>
                    <a:lnTo>
                      <a:pt x="248" y="106"/>
                    </a:lnTo>
                    <a:lnTo>
                      <a:pt x="250" y="121"/>
                    </a:lnTo>
                    <a:lnTo>
                      <a:pt x="254" y="136"/>
                    </a:lnTo>
                    <a:lnTo>
                      <a:pt x="257" y="150"/>
                    </a:lnTo>
                    <a:lnTo>
                      <a:pt x="258" y="186"/>
                    </a:lnTo>
                    <a:lnTo>
                      <a:pt x="255" y="222"/>
                    </a:lnTo>
                    <a:lnTo>
                      <a:pt x="246" y="256"/>
                    </a:lnTo>
                    <a:lnTo>
                      <a:pt x="232" y="288"/>
                    </a:lnTo>
                    <a:lnTo>
                      <a:pt x="214" y="318"/>
                    </a:lnTo>
                    <a:lnTo>
                      <a:pt x="192" y="344"/>
                    </a:lnTo>
                    <a:lnTo>
                      <a:pt x="165" y="368"/>
                    </a:lnTo>
                    <a:lnTo>
                      <a:pt x="135" y="389"/>
                    </a:lnTo>
                    <a:lnTo>
                      <a:pt x="125" y="393"/>
                    </a:lnTo>
                    <a:lnTo>
                      <a:pt x="116" y="397"/>
                    </a:lnTo>
                    <a:lnTo>
                      <a:pt x="105" y="402"/>
                    </a:lnTo>
                    <a:lnTo>
                      <a:pt x="95" y="405"/>
                    </a:lnTo>
                    <a:lnTo>
                      <a:pt x="84" y="409"/>
                    </a:lnTo>
                    <a:lnTo>
                      <a:pt x="74" y="412"/>
                    </a:lnTo>
                    <a:lnTo>
                      <a:pt x="65" y="416"/>
                    </a:lnTo>
                    <a:lnTo>
                      <a:pt x="54" y="418"/>
                    </a:lnTo>
                    <a:lnTo>
                      <a:pt x="50" y="413"/>
                    </a:lnTo>
                    <a:lnTo>
                      <a:pt x="48" y="406"/>
                    </a:lnTo>
                    <a:lnTo>
                      <a:pt x="46" y="400"/>
                    </a:lnTo>
                    <a:lnTo>
                      <a:pt x="46" y="393"/>
                    </a:lnTo>
                    <a:lnTo>
                      <a:pt x="65" y="373"/>
                    </a:lnTo>
                    <a:lnTo>
                      <a:pt x="81" y="351"/>
                    </a:lnTo>
                    <a:lnTo>
                      <a:pt x="95" y="329"/>
                    </a:lnTo>
                    <a:lnTo>
                      <a:pt x="106" y="305"/>
                    </a:lnTo>
                    <a:lnTo>
                      <a:pt x="116" y="282"/>
                    </a:lnTo>
                    <a:lnTo>
                      <a:pt x="124" y="257"/>
                    </a:lnTo>
                    <a:lnTo>
                      <a:pt x="129" y="231"/>
                    </a:lnTo>
                    <a:lnTo>
                      <a:pt x="133" y="205"/>
                    </a:lnTo>
                    <a:lnTo>
                      <a:pt x="132" y="197"/>
                    </a:lnTo>
                    <a:lnTo>
                      <a:pt x="128" y="188"/>
                    </a:lnTo>
                    <a:lnTo>
                      <a:pt x="124" y="181"/>
                    </a:lnTo>
                    <a:lnTo>
                      <a:pt x="118" y="175"/>
                    </a:lnTo>
                    <a:lnTo>
                      <a:pt x="114" y="175"/>
                    </a:lnTo>
                    <a:lnTo>
                      <a:pt x="112" y="176"/>
                    </a:lnTo>
                    <a:lnTo>
                      <a:pt x="111" y="179"/>
                    </a:lnTo>
                    <a:lnTo>
                      <a:pt x="110" y="182"/>
                    </a:lnTo>
                    <a:lnTo>
                      <a:pt x="112" y="199"/>
                    </a:lnTo>
                    <a:lnTo>
                      <a:pt x="111" y="215"/>
                    </a:lnTo>
                    <a:lnTo>
                      <a:pt x="109" y="232"/>
                    </a:lnTo>
                    <a:lnTo>
                      <a:pt x="105" y="249"/>
                    </a:lnTo>
                    <a:lnTo>
                      <a:pt x="99" y="265"/>
                    </a:lnTo>
                    <a:lnTo>
                      <a:pt x="94" y="280"/>
                    </a:lnTo>
                    <a:lnTo>
                      <a:pt x="87" y="295"/>
                    </a:lnTo>
                    <a:lnTo>
                      <a:pt x="80" y="310"/>
                    </a:lnTo>
                    <a:lnTo>
                      <a:pt x="65" y="329"/>
                    </a:lnTo>
                    <a:lnTo>
                      <a:pt x="65" y="297"/>
                    </a:lnTo>
                    <a:lnTo>
                      <a:pt x="64" y="265"/>
                    </a:lnTo>
                    <a:lnTo>
                      <a:pt x="61" y="232"/>
                    </a:lnTo>
                    <a:lnTo>
                      <a:pt x="57" y="200"/>
                    </a:lnTo>
                    <a:lnTo>
                      <a:pt x="51" y="168"/>
                    </a:lnTo>
                    <a:lnTo>
                      <a:pt x="45" y="137"/>
                    </a:lnTo>
                    <a:lnTo>
                      <a:pt x="38" y="106"/>
                    </a:lnTo>
                    <a:lnTo>
                      <a:pt x="31" y="76"/>
                    </a:lnTo>
                    <a:lnTo>
                      <a:pt x="26" y="58"/>
                    </a:lnTo>
                    <a:lnTo>
                      <a:pt x="15" y="32"/>
                    </a:lnTo>
                    <a:lnTo>
                      <a:pt x="5" y="10"/>
                    </a:lnTo>
                    <a:lnTo>
                      <a:pt x="0" y="0"/>
                    </a:lnTo>
                    <a:lnTo>
                      <a:pt x="10" y="1"/>
                    </a:lnTo>
                    <a:lnTo>
                      <a:pt x="18" y="2"/>
                    </a:lnTo>
                    <a:lnTo>
                      <a:pt x="27" y="2"/>
                    </a:lnTo>
                    <a:lnTo>
                      <a:pt x="36" y="3"/>
                    </a:lnTo>
                    <a:lnTo>
                      <a:pt x="45" y="4"/>
                    </a:lnTo>
                    <a:lnTo>
                      <a:pt x="54" y="6"/>
                    </a:lnTo>
                    <a:lnTo>
                      <a:pt x="64" y="7"/>
                    </a:lnTo>
                    <a:lnTo>
                      <a:pt x="7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79" name="Freeform 21">
                <a:extLst>
                  <a:ext uri="{FF2B5EF4-FFF2-40B4-BE49-F238E27FC236}">
                    <a16:creationId xmlns:a16="http://schemas.microsoft.com/office/drawing/2014/main" id="{4B4F2128-38D5-304D-B42E-16C8AB19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984"/>
                <a:ext cx="41" cy="62"/>
              </a:xfrm>
              <a:custGeom>
                <a:avLst/>
                <a:gdLst>
                  <a:gd name="T0" fmla="*/ 2 w 83"/>
                  <a:gd name="T1" fmla="*/ 4 h 124"/>
                  <a:gd name="T2" fmla="*/ 2 w 83"/>
                  <a:gd name="T3" fmla="*/ 4 h 124"/>
                  <a:gd name="T4" fmla="*/ 1 w 83"/>
                  <a:gd name="T5" fmla="*/ 4 h 124"/>
                  <a:gd name="T6" fmla="*/ 1 w 83"/>
                  <a:gd name="T7" fmla="*/ 4 h 124"/>
                  <a:gd name="T8" fmla="*/ 1 w 83"/>
                  <a:gd name="T9" fmla="*/ 4 h 124"/>
                  <a:gd name="T10" fmla="*/ 1 w 83"/>
                  <a:gd name="T11" fmla="*/ 4 h 124"/>
                  <a:gd name="T12" fmla="*/ 1 w 83"/>
                  <a:gd name="T13" fmla="*/ 4 h 124"/>
                  <a:gd name="T14" fmla="*/ 0 w 83"/>
                  <a:gd name="T15" fmla="*/ 4 h 124"/>
                  <a:gd name="T16" fmla="*/ 0 w 83"/>
                  <a:gd name="T17" fmla="*/ 4 h 124"/>
                  <a:gd name="T18" fmla="*/ 0 w 83"/>
                  <a:gd name="T19" fmla="*/ 4 h 124"/>
                  <a:gd name="T20" fmla="*/ 0 w 83"/>
                  <a:gd name="T21" fmla="*/ 3 h 124"/>
                  <a:gd name="T22" fmla="*/ 0 w 83"/>
                  <a:gd name="T23" fmla="*/ 3 h 124"/>
                  <a:gd name="T24" fmla="*/ 0 w 83"/>
                  <a:gd name="T25" fmla="*/ 2 h 124"/>
                  <a:gd name="T26" fmla="*/ 0 w 83"/>
                  <a:gd name="T27" fmla="*/ 2 h 124"/>
                  <a:gd name="T28" fmla="*/ 0 w 83"/>
                  <a:gd name="T29" fmla="*/ 1 h 124"/>
                  <a:gd name="T30" fmla="*/ 0 w 83"/>
                  <a:gd name="T31" fmla="*/ 1 h 124"/>
                  <a:gd name="T32" fmla="*/ 0 w 83"/>
                  <a:gd name="T33" fmla="*/ 1 h 124"/>
                  <a:gd name="T34" fmla="*/ 0 w 83"/>
                  <a:gd name="T35" fmla="*/ 1 h 124"/>
                  <a:gd name="T36" fmla="*/ 1 w 83"/>
                  <a:gd name="T37" fmla="*/ 1 h 124"/>
                  <a:gd name="T38" fmla="*/ 1 w 83"/>
                  <a:gd name="T39" fmla="*/ 1 h 124"/>
                  <a:gd name="T40" fmla="*/ 1 w 83"/>
                  <a:gd name="T41" fmla="*/ 1 h 124"/>
                  <a:gd name="T42" fmla="*/ 1 w 83"/>
                  <a:gd name="T43" fmla="*/ 1 h 124"/>
                  <a:gd name="T44" fmla="*/ 2 w 83"/>
                  <a:gd name="T45" fmla="*/ 1 h 124"/>
                  <a:gd name="T46" fmla="*/ 2 w 83"/>
                  <a:gd name="T47" fmla="*/ 1 h 124"/>
                  <a:gd name="T48" fmla="*/ 2 w 83"/>
                  <a:gd name="T49" fmla="*/ 0 h 124"/>
                  <a:gd name="T50" fmla="*/ 2 w 83"/>
                  <a:gd name="T51" fmla="*/ 1 h 124"/>
                  <a:gd name="T52" fmla="*/ 2 w 83"/>
                  <a:gd name="T53" fmla="*/ 2 h 124"/>
                  <a:gd name="T54" fmla="*/ 2 w 83"/>
                  <a:gd name="T55" fmla="*/ 3 h 124"/>
                  <a:gd name="T56" fmla="*/ 2 w 83"/>
                  <a:gd name="T57" fmla="*/ 4 h 12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3"/>
                  <a:gd name="T88" fmla="*/ 0 h 124"/>
                  <a:gd name="T89" fmla="*/ 83 w 83"/>
                  <a:gd name="T90" fmla="*/ 124 h 12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3" h="124">
                    <a:moveTo>
                      <a:pt x="68" y="111"/>
                    </a:moveTo>
                    <a:lnTo>
                      <a:pt x="64" y="117"/>
                    </a:lnTo>
                    <a:lnTo>
                      <a:pt x="60" y="121"/>
                    </a:lnTo>
                    <a:lnTo>
                      <a:pt x="55" y="123"/>
                    </a:lnTo>
                    <a:lnTo>
                      <a:pt x="49" y="124"/>
                    </a:lnTo>
                    <a:lnTo>
                      <a:pt x="44" y="124"/>
                    </a:lnTo>
                    <a:lnTo>
                      <a:pt x="38" y="123"/>
                    </a:lnTo>
                    <a:lnTo>
                      <a:pt x="31" y="119"/>
                    </a:lnTo>
                    <a:lnTo>
                      <a:pt x="23" y="115"/>
                    </a:lnTo>
                    <a:lnTo>
                      <a:pt x="9" y="103"/>
                    </a:lnTo>
                    <a:lnTo>
                      <a:pt x="2" y="91"/>
                    </a:lnTo>
                    <a:lnTo>
                      <a:pt x="0" y="77"/>
                    </a:lnTo>
                    <a:lnTo>
                      <a:pt x="3" y="62"/>
                    </a:lnTo>
                    <a:lnTo>
                      <a:pt x="7" y="47"/>
                    </a:lnTo>
                    <a:lnTo>
                      <a:pt x="12" y="32"/>
                    </a:lnTo>
                    <a:lnTo>
                      <a:pt x="16" y="18"/>
                    </a:lnTo>
                    <a:lnTo>
                      <a:pt x="17" y="4"/>
                    </a:lnTo>
                    <a:lnTo>
                      <a:pt x="25" y="5"/>
                    </a:lnTo>
                    <a:lnTo>
                      <a:pt x="33" y="6"/>
                    </a:lnTo>
                    <a:lnTo>
                      <a:pt x="41" y="6"/>
                    </a:lnTo>
                    <a:lnTo>
                      <a:pt x="49" y="5"/>
                    </a:lnTo>
                    <a:lnTo>
                      <a:pt x="58" y="4"/>
                    </a:lnTo>
                    <a:lnTo>
                      <a:pt x="67" y="3"/>
                    </a:lnTo>
                    <a:lnTo>
                      <a:pt x="75" y="2"/>
                    </a:lnTo>
                    <a:lnTo>
                      <a:pt x="83" y="0"/>
                    </a:lnTo>
                    <a:lnTo>
                      <a:pt x="79" y="26"/>
                    </a:lnTo>
                    <a:lnTo>
                      <a:pt x="75" y="54"/>
                    </a:lnTo>
                    <a:lnTo>
                      <a:pt x="70" y="83"/>
                    </a:lnTo>
                    <a:lnTo>
                      <a:pt x="68" y="111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0" name="Freeform 22">
                <a:extLst>
                  <a:ext uri="{FF2B5EF4-FFF2-40B4-BE49-F238E27FC236}">
                    <a16:creationId xmlns:a16="http://schemas.microsoft.com/office/drawing/2014/main" id="{C490265B-CBED-9F47-8CEB-AFCF2DFD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996"/>
                <a:ext cx="14" cy="12"/>
              </a:xfrm>
              <a:custGeom>
                <a:avLst/>
                <a:gdLst>
                  <a:gd name="T0" fmla="*/ 1 w 28"/>
                  <a:gd name="T1" fmla="*/ 1 h 24"/>
                  <a:gd name="T2" fmla="*/ 1 w 28"/>
                  <a:gd name="T3" fmla="*/ 1 h 24"/>
                  <a:gd name="T4" fmla="*/ 1 w 28"/>
                  <a:gd name="T5" fmla="*/ 1 h 24"/>
                  <a:gd name="T6" fmla="*/ 1 w 28"/>
                  <a:gd name="T7" fmla="*/ 1 h 24"/>
                  <a:gd name="T8" fmla="*/ 0 w 28"/>
                  <a:gd name="T9" fmla="*/ 1 h 24"/>
                  <a:gd name="T10" fmla="*/ 0 w 28"/>
                  <a:gd name="T11" fmla="*/ 1 h 24"/>
                  <a:gd name="T12" fmla="*/ 0 w 28"/>
                  <a:gd name="T13" fmla="*/ 1 h 24"/>
                  <a:gd name="T14" fmla="*/ 0 w 28"/>
                  <a:gd name="T15" fmla="*/ 1 h 24"/>
                  <a:gd name="T16" fmla="*/ 1 w 28"/>
                  <a:gd name="T17" fmla="*/ 0 h 24"/>
                  <a:gd name="T18" fmla="*/ 1 w 28"/>
                  <a:gd name="T19" fmla="*/ 1 h 24"/>
                  <a:gd name="T20" fmla="*/ 1 w 28"/>
                  <a:gd name="T21" fmla="*/ 1 h 24"/>
                  <a:gd name="T22" fmla="*/ 1 w 28"/>
                  <a:gd name="T23" fmla="*/ 1 h 24"/>
                  <a:gd name="T24" fmla="*/ 1 w 28"/>
                  <a:gd name="T25" fmla="*/ 1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8"/>
                  <a:gd name="T40" fmla="*/ 0 h 24"/>
                  <a:gd name="T41" fmla="*/ 28 w 28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8" h="24">
                    <a:moveTo>
                      <a:pt x="28" y="24"/>
                    </a:moveTo>
                    <a:lnTo>
                      <a:pt x="22" y="20"/>
                    </a:lnTo>
                    <a:lnTo>
                      <a:pt x="15" y="18"/>
                    </a:lnTo>
                    <a:lnTo>
                      <a:pt x="8" y="16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11" y="4"/>
                    </a:lnTo>
                    <a:lnTo>
                      <a:pt x="20" y="9"/>
                    </a:lnTo>
                    <a:lnTo>
                      <a:pt x="27" y="15"/>
                    </a:lnTo>
                    <a:lnTo>
                      <a:pt x="2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1" name="Freeform 23">
                <a:extLst>
                  <a:ext uri="{FF2B5EF4-FFF2-40B4-BE49-F238E27FC236}">
                    <a16:creationId xmlns:a16="http://schemas.microsoft.com/office/drawing/2014/main" id="{3D099B1E-B523-A443-9551-E69F4811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17"/>
                <a:ext cx="119" cy="229"/>
              </a:xfrm>
              <a:custGeom>
                <a:avLst/>
                <a:gdLst>
                  <a:gd name="T0" fmla="*/ 1 w 239"/>
                  <a:gd name="T1" fmla="*/ 2 h 458"/>
                  <a:gd name="T2" fmla="*/ 1 w 239"/>
                  <a:gd name="T3" fmla="*/ 4 h 458"/>
                  <a:gd name="T4" fmla="*/ 1 w 239"/>
                  <a:gd name="T5" fmla="*/ 5 h 458"/>
                  <a:gd name="T6" fmla="*/ 1 w 239"/>
                  <a:gd name="T7" fmla="*/ 6 h 458"/>
                  <a:gd name="T8" fmla="*/ 1 w 239"/>
                  <a:gd name="T9" fmla="*/ 7 h 458"/>
                  <a:gd name="T10" fmla="*/ 1 w 239"/>
                  <a:gd name="T11" fmla="*/ 7 h 458"/>
                  <a:gd name="T12" fmla="*/ 2 w 239"/>
                  <a:gd name="T13" fmla="*/ 8 h 458"/>
                  <a:gd name="T14" fmla="*/ 2 w 239"/>
                  <a:gd name="T15" fmla="*/ 8 h 458"/>
                  <a:gd name="T16" fmla="*/ 2 w 239"/>
                  <a:gd name="T17" fmla="*/ 8 h 458"/>
                  <a:gd name="T18" fmla="*/ 2 w 239"/>
                  <a:gd name="T19" fmla="*/ 8 h 458"/>
                  <a:gd name="T20" fmla="*/ 3 w 239"/>
                  <a:gd name="T21" fmla="*/ 8 h 458"/>
                  <a:gd name="T22" fmla="*/ 3 w 239"/>
                  <a:gd name="T23" fmla="*/ 8 h 458"/>
                  <a:gd name="T24" fmla="*/ 3 w 239"/>
                  <a:gd name="T25" fmla="*/ 9 h 458"/>
                  <a:gd name="T26" fmla="*/ 3 w 239"/>
                  <a:gd name="T27" fmla="*/ 9 h 458"/>
                  <a:gd name="T28" fmla="*/ 3 w 239"/>
                  <a:gd name="T29" fmla="*/ 10 h 458"/>
                  <a:gd name="T30" fmla="*/ 3 w 239"/>
                  <a:gd name="T31" fmla="*/ 10 h 458"/>
                  <a:gd name="T32" fmla="*/ 4 w 239"/>
                  <a:gd name="T33" fmla="*/ 10 h 458"/>
                  <a:gd name="T34" fmla="*/ 4 w 239"/>
                  <a:gd name="T35" fmla="*/ 10 h 458"/>
                  <a:gd name="T36" fmla="*/ 4 w 239"/>
                  <a:gd name="T37" fmla="*/ 11 h 458"/>
                  <a:gd name="T38" fmla="*/ 4 w 239"/>
                  <a:gd name="T39" fmla="*/ 11 h 458"/>
                  <a:gd name="T40" fmla="*/ 4 w 239"/>
                  <a:gd name="T41" fmla="*/ 11 h 458"/>
                  <a:gd name="T42" fmla="*/ 5 w 239"/>
                  <a:gd name="T43" fmla="*/ 11 h 458"/>
                  <a:gd name="T44" fmla="*/ 5 w 239"/>
                  <a:gd name="T45" fmla="*/ 11 h 458"/>
                  <a:gd name="T46" fmla="*/ 5 w 239"/>
                  <a:gd name="T47" fmla="*/ 11 h 458"/>
                  <a:gd name="T48" fmla="*/ 5 w 239"/>
                  <a:gd name="T49" fmla="*/ 11 h 458"/>
                  <a:gd name="T50" fmla="*/ 5 w 239"/>
                  <a:gd name="T51" fmla="*/ 12 h 458"/>
                  <a:gd name="T52" fmla="*/ 5 w 239"/>
                  <a:gd name="T53" fmla="*/ 12 h 458"/>
                  <a:gd name="T54" fmla="*/ 5 w 239"/>
                  <a:gd name="T55" fmla="*/ 13 h 458"/>
                  <a:gd name="T56" fmla="*/ 6 w 239"/>
                  <a:gd name="T57" fmla="*/ 13 h 458"/>
                  <a:gd name="T58" fmla="*/ 6 w 239"/>
                  <a:gd name="T59" fmla="*/ 13 h 458"/>
                  <a:gd name="T60" fmla="*/ 6 w 239"/>
                  <a:gd name="T61" fmla="*/ 14 h 458"/>
                  <a:gd name="T62" fmla="*/ 7 w 239"/>
                  <a:gd name="T63" fmla="*/ 14 h 458"/>
                  <a:gd name="T64" fmla="*/ 7 w 239"/>
                  <a:gd name="T65" fmla="*/ 14 h 458"/>
                  <a:gd name="T66" fmla="*/ 6 w 239"/>
                  <a:gd name="T67" fmla="*/ 15 h 458"/>
                  <a:gd name="T68" fmla="*/ 6 w 239"/>
                  <a:gd name="T69" fmla="*/ 15 h 458"/>
                  <a:gd name="T70" fmla="*/ 5 w 239"/>
                  <a:gd name="T71" fmla="*/ 15 h 458"/>
                  <a:gd name="T72" fmla="*/ 5 w 239"/>
                  <a:gd name="T73" fmla="*/ 15 h 458"/>
                  <a:gd name="T74" fmla="*/ 4 w 239"/>
                  <a:gd name="T75" fmla="*/ 15 h 458"/>
                  <a:gd name="T76" fmla="*/ 3 w 239"/>
                  <a:gd name="T77" fmla="*/ 14 h 458"/>
                  <a:gd name="T78" fmla="*/ 3 w 239"/>
                  <a:gd name="T79" fmla="*/ 14 h 458"/>
                  <a:gd name="T80" fmla="*/ 2 w 239"/>
                  <a:gd name="T81" fmla="*/ 14 h 458"/>
                  <a:gd name="T82" fmla="*/ 2 w 239"/>
                  <a:gd name="T83" fmla="*/ 13 h 458"/>
                  <a:gd name="T84" fmla="*/ 1 w 239"/>
                  <a:gd name="T85" fmla="*/ 13 h 458"/>
                  <a:gd name="T86" fmla="*/ 1 w 239"/>
                  <a:gd name="T87" fmla="*/ 12 h 458"/>
                  <a:gd name="T88" fmla="*/ 1 w 239"/>
                  <a:gd name="T89" fmla="*/ 11 h 458"/>
                  <a:gd name="T90" fmla="*/ 1 w 239"/>
                  <a:gd name="T91" fmla="*/ 11 h 458"/>
                  <a:gd name="T92" fmla="*/ 1 w 239"/>
                  <a:gd name="T93" fmla="*/ 10 h 458"/>
                  <a:gd name="T94" fmla="*/ 0 w 239"/>
                  <a:gd name="T95" fmla="*/ 9 h 458"/>
                  <a:gd name="T96" fmla="*/ 0 w 239"/>
                  <a:gd name="T97" fmla="*/ 8 h 458"/>
                  <a:gd name="T98" fmla="*/ 0 w 239"/>
                  <a:gd name="T99" fmla="*/ 7 h 458"/>
                  <a:gd name="T100" fmla="*/ 0 w 239"/>
                  <a:gd name="T101" fmla="*/ 5 h 458"/>
                  <a:gd name="T102" fmla="*/ 0 w 239"/>
                  <a:gd name="T103" fmla="*/ 3 h 458"/>
                  <a:gd name="T104" fmla="*/ 0 w 239"/>
                  <a:gd name="T105" fmla="*/ 1 h 458"/>
                  <a:gd name="T106" fmla="*/ 0 w 239"/>
                  <a:gd name="T107" fmla="*/ 0 h 458"/>
                  <a:gd name="T108" fmla="*/ 0 w 239"/>
                  <a:gd name="T109" fmla="*/ 1 h 458"/>
                  <a:gd name="T110" fmla="*/ 0 w 239"/>
                  <a:gd name="T111" fmla="*/ 1 h 458"/>
                  <a:gd name="T112" fmla="*/ 1 w 239"/>
                  <a:gd name="T113" fmla="*/ 1 h 458"/>
                  <a:gd name="T114" fmla="*/ 1 w 239"/>
                  <a:gd name="T115" fmla="*/ 1 h 458"/>
                  <a:gd name="T116" fmla="*/ 1 w 239"/>
                  <a:gd name="T117" fmla="*/ 2 h 458"/>
                  <a:gd name="T118" fmla="*/ 1 w 239"/>
                  <a:gd name="T119" fmla="*/ 2 h 458"/>
                  <a:gd name="T120" fmla="*/ 1 w 239"/>
                  <a:gd name="T121" fmla="*/ 2 h 458"/>
                  <a:gd name="T122" fmla="*/ 1 w 239"/>
                  <a:gd name="T123" fmla="*/ 2 h 45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9"/>
                  <a:gd name="T187" fmla="*/ 0 h 458"/>
                  <a:gd name="T188" fmla="*/ 239 w 239"/>
                  <a:gd name="T189" fmla="*/ 458 h 45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9" h="458">
                    <a:moveTo>
                      <a:pt x="59" y="60"/>
                    </a:moveTo>
                    <a:lnTo>
                      <a:pt x="60" y="98"/>
                    </a:lnTo>
                    <a:lnTo>
                      <a:pt x="59" y="136"/>
                    </a:lnTo>
                    <a:lnTo>
                      <a:pt x="57" y="174"/>
                    </a:lnTo>
                    <a:lnTo>
                      <a:pt x="55" y="211"/>
                    </a:lnTo>
                    <a:lnTo>
                      <a:pt x="60" y="220"/>
                    </a:lnTo>
                    <a:lnTo>
                      <a:pt x="66" y="227"/>
                    </a:lnTo>
                    <a:lnTo>
                      <a:pt x="74" y="232"/>
                    </a:lnTo>
                    <a:lnTo>
                      <a:pt x="82" y="238"/>
                    </a:lnTo>
                    <a:lnTo>
                      <a:pt x="90" y="242"/>
                    </a:lnTo>
                    <a:lnTo>
                      <a:pt x="96" y="249"/>
                    </a:lnTo>
                    <a:lnTo>
                      <a:pt x="100" y="256"/>
                    </a:lnTo>
                    <a:lnTo>
                      <a:pt x="102" y="267"/>
                    </a:lnTo>
                    <a:lnTo>
                      <a:pt x="104" y="281"/>
                    </a:lnTo>
                    <a:lnTo>
                      <a:pt x="110" y="294"/>
                    </a:lnTo>
                    <a:lnTo>
                      <a:pt x="119" y="306"/>
                    </a:lnTo>
                    <a:lnTo>
                      <a:pt x="132" y="314"/>
                    </a:lnTo>
                    <a:lnTo>
                      <a:pt x="138" y="317"/>
                    </a:lnTo>
                    <a:lnTo>
                      <a:pt x="144" y="321"/>
                    </a:lnTo>
                    <a:lnTo>
                      <a:pt x="151" y="325"/>
                    </a:lnTo>
                    <a:lnTo>
                      <a:pt x="158" y="330"/>
                    </a:lnTo>
                    <a:lnTo>
                      <a:pt x="164" y="334"/>
                    </a:lnTo>
                    <a:lnTo>
                      <a:pt x="170" y="339"/>
                    </a:lnTo>
                    <a:lnTo>
                      <a:pt x="175" y="345"/>
                    </a:lnTo>
                    <a:lnTo>
                      <a:pt x="180" y="349"/>
                    </a:lnTo>
                    <a:lnTo>
                      <a:pt x="180" y="364"/>
                    </a:lnTo>
                    <a:lnTo>
                      <a:pt x="183" y="378"/>
                    </a:lnTo>
                    <a:lnTo>
                      <a:pt x="189" y="390"/>
                    </a:lnTo>
                    <a:lnTo>
                      <a:pt x="198" y="401"/>
                    </a:lnTo>
                    <a:lnTo>
                      <a:pt x="208" y="412"/>
                    </a:lnTo>
                    <a:lnTo>
                      <a:pt x="219" y="422"/>
                    </a:lnTo>
                    <a:lnTo>
                      <a:pt x="229" y="432"/>
                    </a:lnTo>
                    <a:lnTo>
                      <a:pt x="239" y="443"/>
                    </a:lnTo>
                    <a:lnTo>
                      <a:pt x="220" y="452"/>
                    </a:lnTo>
                    <a:lnTo>
                      <a:pt x="202" y="457"/>
                    </a:lnTo>
                    <a:lnTo>
                      <a:pt x="181" y="458"/>
                    </a:lnTo>
                    <a:lnTo>
                      <a:pt x="161" y="454"/>
                    </a:lnTo>
                    <a:lnTo>
                      <a:pt x="141" y="451"/>
                    </a:lnTo>
                    <a:lnTo>
                      <a:pt x="120" y="445"/>
                    </a:lnTo>
                    <a:lnTo>
                      <a:pt x="102" y="442"/>
                    </a:lnTo>
                    <a:lnTo>
                      <a:pt x="83" y="438"/>
                    </a:lnTo>
                    <a:lnTo>
                      <a:pt x="72" y="416"/>
                    </a:lnTo>
                    <a:lnTo>
                      <a:pt x="62" y="393"/>
                    </a:lnTo>
                    <a:lnTo>
                      <a:pt x="53" y="369"/>
                    </a:lnTo>
                    <a:lnTo>
                      <a:pt x="46" y="345"/>
                    </a:lnTo>
                    <a:lnTo>
                      <a:pt x="39" y="321"/>
                    </a:lnTo>
                    <a:lnTo>
                      <a:pt x="32" y="296"/>
                    </a:lnTo>
                    <a:lnTo>
                      <a:pt x="24" y="272"/>
                    </a:lnTo>
                    <a:lnTo>
                      <a:pt x="17" y="248"/>
                    </a:lnTo>
                    <a:lnTo>
                      <a:pt x="7" y="193"/>
                    </a:lnTo>
                    <a:lnTo>
                      <a:pt x="1" y="134"/>
                    </a:lnTo>
                    <a:lnTo>
                      <a:pt x="0" y="75"/>
                    </a:lnTo>
                    <a:lnTo>
                      <a:pt x="2" y="17"/>
                    </a:lnTo>
                    <a:lnTo>
                      <a:pt x="9" y="0"/>
                    </a:lnTo>
                    <a:lnTo>
                      <a:pt x="19" y="5"/>
                    </a:lnTo>
                    <a:lnTo>
                      <a:pt x="27" y="11"/>
                    </a:lnTo>
                    <a:lnTo>
                      <a:pt x="34" y="18"/>
                    </a:lnTo>
                    <a:lnTo>
                      <a:pt x="40" y="26"/>
                    </a:lnTo>
                    <a:lnTo>
                      <a:pt x="46" y="34"/>
                    </a:lnTo>
                    <a:lnTo>
                      <a:pt x="52" y="43"/>
                    </a:lnTo>
                    <a:lnTo>
                      <a:pt x="55" y="51"/>
                    </a:lnTo>
                    <a:lnTo>
                      <a:pt x="59" y="60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2" name="Freeform 24">
                <a:extLst>
                  <a:ext uri="{FF2B5EF4-FFF2-40B4-BE49-F238E27FC236}">
                    <a16:creationId xmlns:a16="http://schemas.microsoft.com/office/drawing/2014/main" id="{C666369F-75AE-C14C-B6CF-F8B13ADFF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028"/>
                <a:ext cx="14" cy="12"/>
              </a:xfrm>
              <a:custGeom>
                <a:avLst/>
                <a:gdLst>
                  <a:gd name="T0" fmla="*/ 1 w 27"/>
                  <a:gd name="T1" fmla="*/ 0 h 25"/>
                  <a:gd name="T2" fmla="*/ 1 w 27"/>
                  <a:gd name="T3" fmla="*/ 0 h 25"/>
                  <a:gd name="T4" fmla="*/ 1 w 27"/>
                  <a:gd name="T5" fmla="*/ 0 h 25"/>
                  <a:gd name="T6" fmla="*/ 1 w 27"/>
                  <a:gd name="T7" fmla="*/ 0 h 25"/>
                  <a:gd name="T8" fmla="*/ 1 w 27"/>
                  <a:gd name="T9" fmla="*/ 0 h 25"/>
                  <a:gd name="T10" fmla="*/ 1 w 27"/>
                  <a:gd name="T11" fmla="*/ 0 h 25"/>
                  <a:gd name="T12" fmla="*/ 0 w 27"/>
                  <a:gd name="T13" fmla="*/ 0 h 25"/>
                  <a:gd name="T14" fmla="*/ 0 w 27"/>
                  <a:gd name="T15" fmla="*/ 0 h 25"/>
                  <a:gd name="T16" fmla="*/ 1 w 27"/>
                  <a:gd name="T17" fmla="*/ 0 h 25"/>
                  <a:gd name="T18" fmla="*/ 1 w 27"/>
                  <a:gd name="T19" fmla="*/ 0 h 25"/>
                  <a:gd name="T20" fmla="*/ 1 w 27"/>
                  <a:gd name="T21" fmla="*/ 0 h 25"/>
                  <a:gd name="T22" fmla="*/ 1 w 27"/>
                  <a:gd name="T23" fmla="*/ 0 h 25"/>
                  <a:gd name="T24" fmla="*/ 1 w 27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25"/>
                  <a:gd name="T41" fmla="*/ 27 w 27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25">
                    <a:moveTo>
                      <a:pt x="27" y="23"/>
                    </a:moveTo>
                    <a:lnTo>
                      <a:pt x="21" y="25"/>
                    </a:lnTo>
                    <a:lnTo>
                      <a:pt x="17" y="23"/>
                    </a:lnTo>
                    <a:lnTo>
                      <a:pt x="11" y="20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0" y="5"/>
                    </a:lnTo>
                    <a:lnTo>
                      <a:pt x="16" y="10"/>
                    </a:lnTo>
                    <a:lnTo>
                      <a:pt x="21" y="16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3" name="Freeform 25">
                <a:extLst>
                  <a:ext uri="{FF2B5EF4-FFF2-40B4-BE49-F238E27FC236}">
                    <a16:creationId xmlns:a16="http://schemas.microsoft.com/office/drawing/2014/main" id="{0D9E0C5D-0E5D-4F42-A21C-12A574F5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38"/>
                <a:ext cx="149" cy="202"/>
              </a:xfrm>
              <a:custGeom>
                <a:avLst/>
                <a:gdLst>
                  <a:gd name="T0" fmla="*/ 5 w 298"/>
                  <a:gd name="T1" fmla="*/ 1 h 404"/>
                  <a:gd name="T2" fmla="*/ 5 w 298"/>
                  <a:gd name="T3" fmla="*/ 1 h 404"/>
                  <a:gd name="T4" fmla="*/ 6 w 298"/>
                  <a:gd name="T5" fmla="*/ 1 h 404"/>
                  <a:gd name="T6" fmla="*/ 7 w 298"/>
                  <a:gd name="T7" fmla="*/ 2 h 404"/>
                  <a:gd name="T8" fmla="*/ 7 w 298"/>
                  <a:gd name="T9" fmla="*/ 3 h 404"/>
                  <a:gd name="T10" fmla="*/ 7 w 298"/>
                  <a:gd name="T11" fmla="*/ 6 h 404"/>
                  <a:gd name="T12" fmla="*/ 8 w 298"/>
                  <a:gd name="T13" fmla="*/ 9 h 404"/>
                  <a:gd name="T14" fmla="*/ 9 w 298"/>
                  <a:gd name="T15" fmla="*/ 12 h 404"/>
                  <a:gd name="T16" fmla="*/ 10 w 298"/>
                  <a:gd name="T17" fmla="*/ 13 h 404"/>
                  <a:gd name="T18" fmla="*/ 9 w 298"/>
                  <a:gd name="T19" fmla="*/ 13 h 404"/>
                  <a:gd name="T20" fmla="*/ 8 w 298"/>
                  <a:gd name="T21" fmla="*/ 13 h 404"/>
                  <a:gd name="T22" fmla="*/ 8 w 298"/>
                  <a:gd name="T23" fmla="*/ 13 h 404"/>
                  <a:gd name="T24" fmla="*/ 7 w 298"/>
                  <a:gd name="T25" fmla="*/ 12 h 404"/>
                  <a:gd name="T26" fmla="*/ 6 w 298"/>
                  <a:gd name="T27" fmla="*/ 12 h 404"/>
                  <a:gd name="T28" fmla="*/ 5 w 298"/>
                  <a:gd name="T29" fmla="*/ 11 h 404"/>
                  <a:gd name="T30" fmla="*/ 5 w 298"/>
                  <a:gd name="T31" fmla="*/ 11 h 404"/>
                  <a:gd name="T32" fmla="*/ 4 w 298"/>
                  <a:gd name="T33" fmla="*/ 10 h 404"/>
                  <a:gd name="T34" fmla="*/ 4 w 298"/>
                  <a:gd name="T35" fmla="*/ 9 h 404"/>
                  <a:gd name="T36" fmla="*/ 5 w 298"/>
                  <a:gd name="T37" fmla="*/ 7 h 404"/>
                  <a:gd name="T38" fmla="*/ 5 w 298"/>
                  <a:gd name="T39" fmla="*/ 6 h 404"/>
                  <a:gd name="T40" fmla="*/ 5 w 298"/>
                  <a:gd name="T41" fmla="*/ 6 h 404"/>
                  <a:gd name="T42" fmla="*/ 5 w 298"/>
                  <a:gd name="T43" fmla="*/ 6 h 404"/>
                  <a:gd name="T44" fmla="*/ 4 w 298"/>
                  <a:gd name="T45" fmla="*/ 6 h 404"/>
                  <a:gd name="T46" fmla="*/ 4 w 298"/>
                  <a:gd name="T47" fmla="*/ 7 h 404"/>
                  <a:gd name="T48" fmla="*/ 3 w 298"/>
                  <a:gd name="T49" fmla="*/ 9 h 404"/>
                  <a:gd name="T50" fmla="*/ 4 w 298"/>
                  <a:gd name="T51" fmla="*/ 10 h 404"/>
                  <a:gd name="T52" fmla="*/ 4 w 298"/>
                  <a:gd name="T53" fmla="*/ 11 h 404"/>
                  <a:gd name="T54" fmla="*/ 5 w 298"/>
                  <a:gd name="T55" fmla="*/ 12 h 404"/>
                  <a:gd name="T56" fmla="*/ 5 w 298"/>
                  <a:gd name="T57" fmla="*/ 12 h 404"/>
                  <a:gd name="T58" fmla="*/ 5 w 298"/>
                  <a:gd name="T59" fmla="*/ 12 h 404"/>
                  <a:gd name="T60" fmla="*/ 5 w 298"/>
                  <a:gd name="T61" fmla="*/ 13 h 404"/>
                  <a:gd name="T62" fmla="*/ 5 w 298"/>
                  <a:gd name="T63" fmla="*/ 13 h 404"/>
                  <a:gd name="T64" fmla="*/ 5 w 298"/>
                  <a:gd name="T65" fmla="*/ 13 h 404"/>
                  <a:gd name="T66" fmla="*/ 3 w 298"/>
                  <a:gd name="T67" fmla="*/ 12 h 404"/>
                  <a:gd name="T68" fmla="*/ 2 w 298"/>
                  <a:gd name="T69" fmla="*/ 11 h 404"/>
                  <a:gd name="T70" fmla="*/ 1 w 298"/>
                  <a:gd name="T71" fmla="*/ 9 h 404"/>
                  <a:gd name="T72" fmla="*/ 0 w 298"/>
                  <a:gd name="T73" fmla="*/ 7 h 404"/>
                  <a:gd name="T74" fmla="*/ 1 w 298"/>
                  <a:gd name="T75" fmla="*/ 5 h 404"/>
                  <a:gd name="T76" fmla="*/ 2 w 298"/>
                  <a:gd name="T77" fmla="*/ 3 h 404"/>
                  <a:gd name="T78" fmla="*/ 3 w 298"/>
                  <a:gd name="T79" fmla="*/ 1 h 404"/>
                  <a:gd name="T80" fmla="*/ 4 w 298"/>
                  <a:gd name="T81" fmla="*/ 0 h 404"/>
                  <a:gd name="T82" fmla="*/ 4 w 298"/>
                  <a:gd name="T83" fmla="*/ 1 h 404"/>
                  <a:gd name="T84" fmla="*/ 4 w 298"/>
                  <a:gd name="T85" fmla="*/ 1 h 404"/>
                  <a:gd name="T86" fmla="*/ 5 w 298"/>
                  <a:gd name="T87" fmla="*/ 1 h 4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8"/>
                  <a:gd name="T133" fmla="*/ 0 h 404"/>
                  <a:gd name="T134" fmla="*/ 298 w 298"/>
                  <a:gd name="T135" fmla="*/ 404 h 40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8" h="404">
                    <a:moveTo>
                      <a:pt x="140" y="3"/>
                    </a:moveTo>
                    <a:lnTo>
                      <a:pt x="147" y="13"/>
                    </a:lnTo>
                    <a:lnTo>
                      <a:pt x="154" y="19"/>
                    </a:lnTo>
                    <a:lnTo>
                      <a:pt x="162" y="24"/>
                    </a:lnTo>
                    <a:lnTo>
                      <a:pt x="171" y="29"/>
                    </a:lnTo>
                    <a:lnTo>
                      <a:pt x="180" y="31"/>
                    </a:lnTo>
                    <a:lnTo>
                      <a:pt x="190" y="32"/>
                    </a:lnTo>
                    <a:lnTo>
                      <a:pt x="200" y="33"/>
                    </a:lnTo>
                    <a:lnTo>
                      <a:pt x="210" y="33"/>
                    </a:lnTo>
                    <a:lnTo>
                      <a:pt x="211" y="83"/>
                    </a:lnTo>
                    <a:lnTo>
                      <a:pt x="216" y="131"/>
                    </a:lnTo>
                    <a:lnTo>
                      <a:pt x="223" y="180"/>
                    </a:lnTo>
                    <a:lnTo>
                      <a:pt x="233" y="226"/>
                    </a:lnTo>
                    <a:lnTo>
                      <a:pt x="246" y="271"/>
                    </a:lnTo>
                    <a:lnTo>
                      <a:pt x="261" y="314"/>
                    </a:lnTo>
                    <a:lnTo>
                      <a:pt x="278" y="358"/>
                    </a:lnTo>
                    <a:lnTo>
                      <a:pt x="298" y="401"/>
                    </a:lnTo>
                    <a:lnTo>
                      <a:pt x="289" y="400"/>
                    </a:lnTo>
                    <a:lnTo>
                      <a:pt x="279" y="398"/>
                    </a:lnTo>
                    <a:lnTo>
                      <a:pt x="270" y="397"/>
                    </a:lnTo>
                    <a:lnTo>
                      <a:pt x="261" y="397"/>
                    </a:lnTo>
                    <a:lnTo>
                      <a:pt x="252" y="395"/>
                    </a:lnTo>
                    <a:lnTo>
                      <a:pt x="244" y="392"/>
                    </a:lnTo>
                    <a:lnTo>
                      <a:pt x="238" y="386"/>
                    </a:lnTo>
                    <a:lnTo>
                      <a:pt x="232" y="377"/>
                    </a:lnTo>
                    <a:lnTo>
                      <a:pt x="217" y="373"/>
                    </a:lnTo>
                    <a:lnTo>
                      <a:pt x="201" y="370"/>
                    </a:lnTo>
                    <a:lnTo>
                      <a:pt x="185" y="365"/>
                    </a:lnTo>
                    <a:lnTo>
                      <a:pt x="170" y="359"/>
                    </a:lnTo>
                    <a:lnTo>
                      <a:pt x="156" y="352"/>
                    </a:lnTo>
                    <a:lnTo>
                      <a:pt x="143" y="342"/>
                    </a:lnTo>
                    <a:lnTo>
                      <a:pt x="134" y="329"/>
                    </a:lnTo>
                    <a:lnTo>
                      <a:pt x="128" y="312"/>
                    </a:lnTo>
                    <a:lnTo>
                      <a:pt x="126" y="294"/>
                    </a:lnTo>
                    <a:lnTo>
                      <a:pt x="126" y="275"/>
                    </a:lnTo>
                    <a:lnTo>
                      <a:pt x="127" y="258"/>
                    </a:lnTo>
                    <a:lnTo>
                      <a:pt x="131" y="239"/>
                    </a:lnTo>
                    <a:lnTo>
                      <a:pt x="135" y="222"/>
                    </a:lnTo>
                    <a:lnTo>
                      <a:pt x="142" y="206"/>
                    </a:lnTo>
                    <a:lnTo>
                      <a:pt x="149" y="190"/>
                    </a:lnTo>
                    <a:lnTo>
                      <a:pt x="158" y="175"/>
                    </a:lnTo>
                    <a:lnTo>
                      <a:pt x="154" y="170"/>
                    </a:lnTo>
                    <a:lnTo>
                      <a:pt x="149" y="166"/>
                    </a:lnTo>
                    <a:lnTo>
                      <a:pt x="143" y="163"/>
                    </a:lnTo>
                    <a:lnTo>
                      <a:pt x="138" y="166"/>
                    </a:lnTo>
                    <a:lnTo>
                      <a:pt x="126" y="184"/>
                    </a:lnTo>
                    <a:lnTo>
                      <a:pt x="116" y="206"/>
                    </a:lnTo>
                    <a:lnTo>
                      <a:pt x="108" y="228"/>
                    </a:lnTo>
                    <a:lnTo>
                      <a:pt x="103" y="251"/>
                    </a:lnTo>
                    <a:lnTo>
                      <a:pt x="102" y="275"/>
                    </a:lnTo>
                    <a:lnTo>
                      <a:pt x="104" y="298"/>
                    </a:lnTo>
                    <a:lnTo>
                      <a:pt x="110" y="320"/>
                    </a:lnTo>
                    <a:lnTo>
                      <a:pt x="122" y="341"/>
                    </a:lnTo>
                    <a:lnTo>
                      <a:pt x="125" y="347"/>
                    </a:lnTo>
                    <a:lnTo>
                      <a:pt x="130" y="352"/>
                    </a:lnTo>
                    <a:lnTo>
                      <a:pt x="134" y="358"/>
                    </a:lnTo>
                    <a:lnTo>
                      <a:pt x="139" y="363"/>
                    </a:lnTo>
                    <a:lnTo>
                      <a:pt x="145" y="367"/>
                    </a:lnTo>
                    <a:lnTo>
                      <a:pt x="150" y="372"/>
                    </a:lnTo>
                    <a:lnTo>
                      <a:pt x="157" y="375"/>
                    </a:lnTo>
                    <a:lnTo>
                      <a:pt x="163" y="379"/>
                    </a:lnTo>
                    <a:lnTo>
                      <a:pt x="164" y="385"/>
                    </a:lnTo>
                    <a:lnTo>
                      <a:pt x="163" y="392"/>
                    </a:lnTo>
                    <a:lnTo>
                      <a:pt x="161" y="398"/>
                    </a:lnTo>
                    <a:lnTo>
                      <a:pt x="158" y="404"/>
                    </a:lnTo>
                    <a:lnTo>
                      <a:pt x="133" y="397"/>
                    </a:lnTo>
                    <a:lnTo>
                      <a:pt x="108" y="386"/>
                    </a:lnTo>
                    <a:lnTo>
                      <a:pt x="85" y="371"/>
                    </a:lnTo>
                    <a:lnTo>
                      <a:pt x="63" y="352"/>
                    </a:lnTo>
                    <a:lnTo>
                      <a:pt x="43" y="332"/>
                    </a:lnTo>
                    <a:lnTo>
                      <a:pt x="26" y="310"/>
                    </a:lnTo>
                    <a:lnTo>
                      <a:pt x="12" y="286"/>
                    </a:lnTo>
                    <a:lnTo>
                      <a:pt x="3" y="261"/>
                    </a:lnTo>
                    <a:lnTo>
                      <a:pt x="0" y="225"/>
                    </a:lnTo>
                    <a:lnTo>
                      <a:pt x="3" y="188"/>
                    </a:lnTo>
                    <a:lnTo>
                      <a:pt x="10" y="153"/>
                    </a:lnTo>
                    <a:lnTo>
                      <a:pt x="22" y="120"/>
                    </a:lnTo>
                    <a:lnTo>
                      <a:pt x="37" y="87"/>
                    </a:lnTo>
                    <a:lnTo>
                      <a:pt x="56" y="57"/>
                    </a:lnTo>
                    <a:lnTo>
                      <a:pt x="77" y="28"/>
                    </a:lnTo>
                    <a:lnTo>
                      <a:pt x="100" y="0"/>
                    </a:lnTo>
                    <a:lnTo>
                      <a:pt x="105" y="0"/>
                    </a:lnTo>
                    <a:lnTo>
                      <a:pt x="110" y="1"/>
                    </a:lnTo>
                    <a:lnTo>
                      <a:pt x="116" y="2"/>
                    </a:lnTo>
                    <a:lnTo>
                      <a:pt x="120" y="3"/>
                    </a:lnTo>
                    <a:lnTo>
                      <a:pt x="126" y="3"/>
                    </a:lnTo>
                    <a:lnTo>
                      <a:pt x="131" y="4"/>
                    </a:lnTo>
                    <a:lnTo>
                      <a:pt x="135" y="3"/>
                    </a:lnTo>
                    <a:lnTo>
                      <a:pt x="14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4" name="Freeform 26">
                <a:extLst>
                  <a:ext uri="{FF2B5EF4-FFF2-40B4-BE49-F238E27FC236}">
                    <a16:creationId xmlns:a16="http://schemas.microsoft.com/office/drawing/2014/main" id="{02F47110-7174-7C46-BB22-88A13CFE2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077"/>
                <a:ext cx="77" cy="77"/>
              </a:xfrm>
              <a:custGeom>
                <a:avLst/>
                <a:gdLst>
                  <a:gd name="T0" fmla="*/ 3 w 154"/>
                  <a:gd name="T1" fmla="*/ 1 h 154"/>
                  <a:gd name="T2" fmla="*/ 3 w 154"/>
                  <a:gd name="T3" fmla="*/ 1 h 154"/>
                  <a:gd name="T4" fmla="*/ 3 w 154"/>
                  <a:gd name="T5" fmla="*/ 1 h 154"/>
                  <a:gd name="T6" fmla="*/ 3 w 154"/>
                  <a:gd name="T7" fmla="*/ 2 h 154"/>
                  <a:gd name="T8" fmla="*/ 3 w 154"/>
                  <a:gd name="T9" fmla="*/ 2 h 154"/>
                  <a:gd name="T10" fmla="*/ 4 w 154"/>
                  <a:gd name="T11" fmla="*/ 2 h 154"/>
                  <a:gd name="T12" fmla="*/ 4 w 154"/>
                  <a:gd name="T13" fmla="*/ 2 h 154"/>
                  <a:gd name="T14" fmla="*/ 5 w 154"/>
                  <a:gd name="T15" fmla="*/ 2 h 154"/>
                  <a:gd name="T16" fmla="*/ 5 w 154"/>
                  <a:gd name="T17" fmla="*/ 2 h 154"/>
                  <a:gd name="T18" fmla="*/ 5 w 154"/>
                  <a:gd name="T19" fmla="*/ 3 h 154"/>
                  <a:gd name="T20" fmla="*/ 5 w 154"/>
                  <a:gd name="T21" fmla="*/ 3 h 154"/>
                  <a:gd name="T22" fmla="*/ 5 w 154"/>
                  <a:gd name="T23" fmla="*/ 3 h 154"/>
                  <a:gd name="T24" fmla="*/ 5 w 154"/>
                  <a:gd name="T25" fmla="*/ 4 h 154"/>
                  <a:gd name="T26" fmla="*/ 5 w 154"/>
                  <a:gd name="T27" fmla="*/ 4 h 154"/>
                  <a:gd name="T28" fmla="*/ 5 w 154"/>
                  <a:gd name="T29" fmla="*/ 4 h 154"/>
                  <a:gd name="T30" fmla="*/ 4 w 154"/>
                  <a:gd name="T31" fmla="*/ 4 h 154"/>
                  <a:gd name="T32" fmla="*/ 4 w 154"/>
                  <a:gd name="T33" fmla="*/ 5 h 154"/>
                  <a:gd name="T34" fmla="*/ 3 w 154"/>
                  <a:gd name="T35" fmla="*/ 5 h 154"/>
                  <a:gd name="T36" fmla="*/ 3 w 154"/>
                  <a:gd name="T37" fmla="*/ 5 h 154"/>
                  <a:gd name="T38" fmla="*/ 3 w 154"/>
                  <a:gd name="T39" fmla="*/ 5 h 154"/>
                  <a:gd name="T40" fmla="*/ 3 w 154"/>
                  <a:gd name="T41" fmla="*/ 5 h 154"/>
                  <a:gd name="T42" fmla="*/ 2 w 154"/>
                  <a:gd name="T43" fmla="*/ 5 h 154"/>
                  <a:gd name="T44" fmla="*/ 2 w 154"/>
                  <a:gd name="T45" fmla="*/ 5 h 154"/>
                  <a:gd name="T46" fmla="*/ 2 w 154"/>
                  <a:gd name="T47" fmla="*/ 5 h 154"/>
                  <a:gd name="T48" fmla="*/ 2 w 154"/>
                  <a:gd name="T49" fmla="*/ 4 h 154"/>
                  <a:gd name="T50" fmla="*/ 2 w 154"/>
                  <a:gd name="T51" fmla="*/ 4 h 154"/>
                  <a:gd name="T52" fmla="*/ 2 w 154"/>
                  <a:gd name="T53" fmla="*/ 3 h 154"/>
                  <a:gd name="T54" fmla="*/ 2 w 154"/>
                  <a:gd name="T55" fmla="*/ 3 h 154"/>
                  <a:gd name="T56" fmla="*/ 1 w 154"/>
                  <a:gd name="T57" fmla="*/ 3 h 154"/>
                  <a:gd name="T58" fmla="*/ 1 w 154"/>
                  <a:gd name="T59" fmla="*/ 3 h 154"/>
                  <a:gd name="T60" fmla="*/ 1 w 154"/>
                  <a:gd name="T61" fmla="*/ 2 h 154"/>
                  <a:gd name="T62" fmla="*/ 1 w 154"/>
                  <a:gd name="T63" fmla="*/ 2 h 154"/>
                  <a:gd name="T64" fmla="*/ 1 w 154"/>
                  <a:gd name="T65" fmla="*/ 2 h 154"/>
                  <a:gd name="T66" fmla="*/ 1 w 154"/>
                  <a:gd name="T67" fmla="*/ 2 h 154"/>
                  <a:gd name="T68" fmla="*/ 0 w 154"/>
                  <a:gd name="T69" fmla="*/ 2 h 154"/>
                  <a:gd name="T70" fmla="*/ 0 w 154"/>
                  <a:gd name="T71" fmla="*/ 2 h 154"/>
                  <a:gd name="T72" fmla="*/ 1 w 154"/>
                  <a:gd name="T73" fmla="*/ 1 h 154"/>
                  <a:gd name="T74" fmla="*/ 1 w 154"/>
                  <a:gd name="T75" fmla="*/ 1 h 154"/>
                  <a:gd name="T76" fmla="*/ 1 w 154"/>
                  <a:gd name="T77" fmla="*/ 1 h 154"/>
                  <a:gd name="T78" fmla="*/ 1 w 154"/>
                  <a:gd name="T79" fmla="*/ 1 h 154"/>
                  <a:gd name="T80" fmla="*/ 1 w 154"/>
                  <a:gd name="T81" fmla="*/ 0 h 154"/>
                  <a:gd name="T82" fmla="*/ 1 w 154"/>
                  <a:gd name="T83" fmla="*/ 0 h 154"/>
                  <a:gd name="T84" fmla="*/ 1 w 154"/>
                  <a:gd name="T85" fmla="*/ 1 h 154"/>
                  <a:gd name="T86" fmla="*/ 2 w 154"/>
                  <a:gd name="T87" fmla="*/ 1 h 154"/>
                  <a:gd name="T88" fmla="*/ 2 w 154"/>
                  <a:gd name="T89" fmla="*/ 1 h 154"/>
                  <a:gd name="T90" fmla="*/ 2 w 154"/>
                  <a:gd name="T91" fmla="*/ 1 h 154"/>
                  <a:gd name="T92" fmla="*/ 2 w 154"/>
                  <a:gd name="T93" fmla="*/ 1 h 154"/>
                  <a:gd name="T94" fmla="*/ 2 w 154"/>
                  <a:gd name="T95" fmla="*/ 1 h 154"/>
                  <a:gd name="T96" fmla="*/ 3 w 154"/>
                  <a:gd name="T97" fmla="*/ 1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4"/>
                  <a:gd name="T148" fmla="*/ 0 h 154"/>
                  <a:gd name="T149" fmla="*/ 154 w 154"/>
                  <a:gd name="T150" fmla="*/ 154 h 15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4" h="154">
                    <a:moveTo>
                      <a:pt x="68" y="14"/>
                    </a:moveTo>
                    <a:lnTo>
                      <a:pt x="74" y="25"/>
                    </a:lnTo>
                    <a:lnTo>
                      <a:pt x="82" y="32"/>
                    </a:lnTo>
                    <a:lnTo>
                      <a:pt x="91" y="36"/>
                    </a:lnTo>
                    <a:lnTo>
                      <a:pt x="103" y="38"/>
                    </a:lnTo>
                    <a:lnTo>
                      <a:pt x="114" y="40"/>
                    </a:lnTo>
                    <a:lnTo>
                      <a:pt x="125" y="43"/>
                    </a:lnTo>
                    <a:lnTo>
                      <a:pt x="134" y="48"/>
                    </a:lnTo>
                    <a:lnTo>
                      <a:pt x="141" y="58"/>
                    </a:lnTo>
                    <a:lnTo>
                      <a:pt x="142" y="73"/>
                    </a:lnTo>
                    <a:lnTo>
                      <a:pt x="144" y="88"/>
                    </a:lnTo>
                    <a:lnTo>
                      <a:pt x="148" y="101"/>
                    </a:lnTo>
                    <a:lnTo>
                      <a:pt x="154" y="114"/>
                    </a:lnTo>
                    <a:lnTo>
                      <a:pt x="143" y="118"/>
                    </a:lnTo>
                    <a:lnTo>
                      <a:pt x="131" y="121"/>
                    </a:lnTo>
                    <a:lnTo>
                      <a:pt x="121" y="124"/>
                    </a:lnTo>
                    <a:lnTo>
                      <a:pt x="111" y="129"/>
                    </a:lnTo>
                    <a:lnTo>
                      <a:pt x="100" y="135"/>
                    </a:lnTo>
                    <a:lnTo>
                      <a:pt x="90" y="141"/>
                    </a:lnTo>
                    <a:lnTo>
                      <a:pt x="80" y="148"/>
                    </a:lnTo>
                    <a:lnTo>
                      <a:pt x="70" y="154"/>
                    </a:lnTo>
                    <a:lnTo>
                      <a:pt x="57" y="148"/>
                    </a:lnTo>
                    <a:lnTo>
                      <a:pt x="48" y="138"/>
                    </a:lnTo>
                    <a:lnTo>
                      <a:pt x="45" y="129"/>
                    </a:lnTo>
                    <a:lnTo>
                      <a:pt x="44" y="118"/>
                    </a:lnTo>
                    <a:lnTo>
                      <a:pt x="44" y="107"/>
                    </a:lnTo>
                    <a:lnTo>
                      <a:pt x="43" y="96"/>
                    </a:lnTo>
                    <a:lnTo>
                      <a:pt x="39" y="84"/>
                    </a:lnTo>
                    <a:lnTo>
                      <a:pt x="31" y="74"/>
                    </a:lnTo>
                    <a:lnTo>
                      <a:pt x="25" y="68"/>
                    </a:lnTo>
                    <a:lnTo>
                      <a:pt x="18" y="63"/>
                    </a:lnTo>
                    <a:lnTo>
                      <a:pt x="13" y="58"/>
                    </a:lnTo>
                    <a:lnTo>
                      <a:pt x="7" y="53"/>
                    </a:lnTo>
                    <a:lnTo>
                      <a:pt x="2" y="47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9" y="12"/>
                    </a:lnTo>
                    <a:lnTo>
                      <a:pt x="12" y="6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2" y="1"/>
                    </a:lnTo>
                    <a:lnTo>
                      <a:pt x="39" y="1"/>
                    </a:lnTo>
                    <a:lnTo>
                      <a:pt x="46" y="1"/>
                    </a:lnTo>
                    <a:lnTo>
                      <a:pt x="53" y="2"/>
                    </a:lnTo>
                    <a:lnTo>
                      <a:pt x="59" y="5"/>
                    </a:lnTo>
                    <a:lnTo>
                      <a:pt x="63" y="8"/>
                    </a:lnTo>
                    <a:lnTo>
                      <a:pt x="68" y="14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5" name="Freeform 27">
                <a:extLst>
                  <a:ext uri="{FF2B5EF4-FFF2-40B4-BE49-F238E27FC236}">
                    <a16:creationId xmlns:a16="http://schemas.microsoft.com/office/drawing/2014/main" id="{C7791A5D-B682-6045-907A-C946E229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100"/>
                <a:ext cx="89" cy="175"/>
              </a:xfrm>
              <a:custGeom>
                <a:avLst/>
                <a:gdLst>
                  <a:gd name="T0" fmla="*/ 6 w 178"/>
                  <a:gd name="T1" fmla="*/ 5 h 351"/>
                  <a:gd name="T2" fmla="*/ 6 w 178"/>
                  <a:gd name="T3" fmla="*/ 6 h 351"/>
                  <a:gd name="T4" fmla="*/ 6 w 178"/>
                  <a:gd name="T5" fmla="*/ 8 h 351"/>
                  <a:gd name="T6" fmla="*/ 6 w 178"/>
                  <a:gd name="T7" fmla="*/ 9 h 351"/>
                  <a:gd name="T8" fmla="*/ 5 w 178"/>
                  <a:gd name="T9" fmla="*/ 10 h 351"/>
                  <a:gd name="T10" fmla="*/ 5 w 178"/>
                  <a:gd name="T11" fmla="*/ 10 h 351"/>
                  <a:gd name="T12" fmla="*/ 5 w 178"/>
                  <a:gd name="T13" fmla="*/ 10 h 351"/>
                  <a:gd name="T14" fmla="*/ 5 w 178"/>
                  <a:gd name="T15" fmla="*/ 10 h 351"/>
                  <a:gd name="T16" fmla="*/ 5 w 178"/>
                  <a:gd name="T17" fmla="*/ 10 h 351"/>
                  <a:gd name="T18" fmla="*/ 2 w 178"/>
                  <a:gd name="T19" fmla="*/ 6 h 351"/>
                  <a:gd name="T20" fmla="*/ 2 w 178"/>
                  <a:gd name="T21" fmla="*/ 6 h 351"/>
                  <a:gd name="T22" fmla="*/ 1 w 178"/>
                  <a:gd name="T23" fmla="*/ 5 h 351"/>
                  <a:gd name="T24" fmla="*/ 1 w 178"/>
                  <a:gd name="T25" fmla="*/ 5 h 351"/>
                  <a:gd name="T26" fmla="*/ 1 w 178"/>
                  <a:gd name="T27" fmla="*/ 4 h 351"/>
                  <a:gd name="T28" fmla="*/ 1 w 178"/>
                  <a:gd name="T29" fmla="*/ 4 h 351"/>
                  <a:gd name="T30" fmla="*/ 1 w 178"/>
                  <a:gd name="T31" fmla="*/ 3 h 351"/>
                  <a:gd name="T32" fmla="*/ 0 w 178"/>
                  <a:gd name="T33" fmla="*/ 3 h 351"/>
                  <a:gd name="T34" fmla="*/ 1 w 178"/>
                  <a:gd name="T35" fmla="*/ 2 h 351"/>
                  <a:gd name="T36" fmla="*/ 1 w 178"/>
                  <a:gd name="T37" fmla="*/ 2 h 351"/>
                  <a:gd name="T38" fmla="*/ 1 w 178"/>
                  <a:gd name="T39" fmla="*/ 2 h 351"/>
                  <a:gd name="T40" fmla="*/ 1 w 178"/>
                  <a:gd name="T41" fmla="*/ 2 h 351"/>
                  <a:gd name="T42" fmla="*/ 2 w 178"/>
                  <a:gd name="T43" fmla="*/ 2 h 351"/>
                  <a:gd name="T44" fmla="*/ 2 w 178"/>
                  <a:gd name="T45" fmla="*/ 2 h 351"/>
                  <a:gd name="T46" fmla="*/ 3 w 178"/>
                  <a:gd name="T47" fmla="*/ 2 h 351"/>
                  <a:gd name="T48" fmla="*/ 3 w 178"/>
                  <a:gd name="T49" fmla="*/ 1 h 351"/>
                  <a:gd name="T50" fmla="*/ 4 w 178"/>
                  <a:gd name="T51" fmla="*/ 1 h 351"/>
                  <a:gd name="T52" fmla="*/ 4 w 178"/>
                  <a:gd name="T53" fmla="*/ 1 h 351"/>
                  <a:gd name="T54" fmla="*/ 5 w 178"/>
                  <a:gd name="T55" fmla="*/ 0 h 351"/>
                  <a:gd name="T56" fmla="*/ 5 w 178"/>
                  <a:gd name="T57" fmla="*/ 0 h 351"/>
                  <a:gd name="T58" fmla="*/ 6 w 178"/>
                  <a:gd name="T59" fmla="*/ 0 h 351"/>
                  <a:gd name="T60" fmla="*/ 6 w 178"/>
                  <a:gd name="T61" fmla="*/ 1 h 351"/>
                  <a:gd name="T62" fmla="*/ 6 w 178"/>
                  <a:gd name="T63" fmla="*/ 2 h 351"/>
                  <a:gd name="T64" fmla="*/ 6 w 178"/>
                  <a:gd name="T65" fmla="*/ 3 h 351"/>
                  <a:gd name="T66" fmla="*/ 6 w 178"/>
                  <a:gd name="T67" fmla="*/ 5 h 3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8"/>
                  <a:gd name="T103" fmla="*/ 0 h 351"/>
                  <a:gd name="T104" fmla="*/ 178 w 178"/>
                  <a:gd name="T105" fmla="*/ 351 h 35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8" h="351">
                    <a:moveTo>
                      <a:pt x="165" y="166"/>
                    </a:moveTo>
                    <a:lnTo>
                      <a:pt x="174" y="211"/>
                    </a:lnTo>
                    <a:lnTo>
                      <a:pt x="176" y="257"/>
                    </a:lnTo>
                    <a:lnTo>
                      <a:pt x="173" y="302"/>
                    </a:lnTo>
                    <a:lnTo>
                      <a:pt x="160" y="346"/>
                    </a:lnTo>
                    <a:lnTo>
                      <a:pt x="158" y="347"/>
                    </a:lnTo>
                    <a:lnTo>
                      <a:pt x="155" y="349"/>
                    </a:lnTo>
                    <a:lnTo>
                      <a:pt x="151" y="351"/>
                    </a:lnTo>
                    <a:lnTo>
                      <a:pt x="148" y="347"/>
                    </a:lnTo>
                    <a:lnTo>
                      <a:pt x="51" y="219"/>
                    </a:lnTo>
                    <a:lnTo>
                      <a:pt x="40" y="204"/>
                    </a:lnTo>
                    <a:lnTo>
                      <a:pt x="30" y="189"/>
                    </a:lnTo>
                    <a:lnTo>
                      <a:pt x="21" y="174"/>
                    </a:lnTo>
                    <a:lnTo>
                      <a:pt x="12" y="158"/>
                    </a:lnTo>
                    <a:lnTo>
                      <a:pt x="6" y="142"/>
                    </a:lnTo>
                    <a:lnTo>
                      <a:pt x="1" y="125"/>
                    </a:lnTo>
                    <a:lnTo>
                      <a:pt x="0" y="107"/>
                    </a:lnTo>
                    <a:lnTo>
                      <a:pt x="2" y="90"/>
                    </a:lnTo>
                    <a:lnTo>
                      <a:pt x="7" y="90"/>
                    </a:lnTo>
                    <a:lnTo>
                      <a:pt x="16" y="89"/>
                    </a:lnTo>
                    <a:lnTo>
                      <a:pt x="27" y="87"/>
                    </a:lnTo>
                    <a:lnTo>
                      <a:pt x="35" y="84"/>
                    </a:lnTo>
                    <a:lnTo>
                      <a:pt x="53" y="79"/>
                    </a:lnTo>
                    <a:lnTo>
                      <a:pt x="72" y="71"/>
                    </a:lnTo>
                    <a:lnTo>
                      <a:pt x="89" y="62"/>
                    </a:lnTo>
                    <a:lnTo>
                      <a:pt x="107" y="53"/>
                    </a:lnTo>
                    <a:lnTo>
                      <a:pt x="123" y="42"/>
                    </a:lnTo>
                    <a:lnTo>
                      <a:pt x="141" y="30"/>
                    </a:lnTo>
                    <a:lnTo>
                      <a:pt x="157" y="16"/>
                    </a:lnTo>
                    <a:lnTo>
                      <a:pt x="172" y="0"/>
                    </a:lnTo>
                    <a:lnTo>
                      <a:pt x="178" y="42"/>
                    </a:lnTo>
                    <a:lnTo>
                      <a:pt x="178" y="84"/>
                    </a:lnTo>
                    <a:lnTo>
                      <a:pt x="173" y="126"/>
                    </a:lnTo>
                    <a:lnTo>
                      <a:pt x="165" y="1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6" name="Freeform 28">
                <a:extLst>
                  <a:ext uri="{FF2B5EF4-FFF2-40B4-BE49-F238E27FC236}">
                    <a16:creationId xmlns:a16="http://schemas.microsoft.com/office/drawing/2014/main" id="{62DB0DB1-9034-274F-B8F2-9D219C02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123"/>
                <a:ext cx="112" cy="89"/>
              </a:xfrm>
              <a:custGeom>
                <a:avLst/>
                <a:gdLst>
                  <a:gd name="T0" fmla="*/ 7 w 225"/>
                  <a:gd name="T1" fmla="*/ 0 h 179"/>
                  <a:gd name="T2" fmla="*/ 7 w 225"/>
                  <a:gd name="T3" fmla="*/ 0 h 179"/>
                  <a:gd name="T4" fmla="*/ 6 w 225"/>
                  <a:gd name="T5" fmla="*/ 0 h 179"/>
                  <a:gd name="T6" fmla="*/ 6 w 225"/>
                  <a:gd name="T7" fmla="*/ 0 h 179"/>
                  <a:gd name="T8" fmla="*/ 6 w 225"/>
                  <a:gd name="T9" fmla="*/ 0 h 179"/>
                  <a:gd name="T10" fmla="*/ 6 w 225"/>
                  <a:gd name="T11" fmla="*/ 1 h 179"/>
                  <a:gd name="T12" fmla="*/ 6 w 225"/>
                  <a:gd name="T13" fmla="*/ 1 h 179"/>
                  <a:gd name="T14" fmla="*/ 6 w 225"/>
                  <a:gd name="T15" fmla="*/ 1 h 179"/>
                  <a:gd name="T16" fmla="*/ 5 w 225"/>
                  <a:gd name="T17" fmla="*/ 1 h 179"/>
                  <a:gd name="T18" fmla="*/ 5 w 225"/>
                  <a:gd name="T19" fmla="*/ 2 h 179"/>
                  <a:gd name="T20" fmla="*/ 4 w 225"/>
                  <a:gd name="T21" fmla="*/ 2 h 179"/>
                  <a:gd name="T22" fmla="*/ 4 w 225"/>
                  <a:gd name="T23" fmla="*/ 3 h 179"/>
                  <a:gd name="T24" fmla="*/ 3 w 225"/>
                  <a:gd name="T25" fmla="*/ 4 h 179"/>
                  <a:gd name="T26" fmla="*/ 2 w 225"/>
                  <a:gd name="T27" fmla="*/ 4 h 179"/>
                  <a:gd name="T28" fmla="*/ 1 w 225"/>
                  <a:gd name="T29" fmla="*/ 5 h 179"/>
                  <a:gd name="T30" fmla="*/ 1 w 225"/>
                  <a:gd name="T31" fmla="*/ 5 h 179"/>
                  <a:gd name="T32" fmla="*/ 0 w 225"/>
                  <a:gd name="T33" fmla="*/ 5 h 179"/>
                  <a:gd name="T34" fmla="*/ 0 w 225"/>
                  <a:gd name="T35" fmla="*/ 5 h 179"/>
                  <a:gd name="T36" fmla="*/ 0 w 225"/>
                  <a:gd name="T37" fmla="*/ 4 h 179"/>
                  <a:gd name="T38" fmla="*/ 0 w 225"/>
                  <a:gd name="T39" fmla="*/ 3 h 179"/>
                  <a:gd name="T40" fmla="*/ 0 w 225"/>
                  <a:gd name="T41" fmla="*/ 2 h 179"/>
                  <a:gd name="T42" fmla="*/ 1 w 225"/>
                  <a:gd name="T43" fmla="*/ 2 h 179"/>
                  <a:gd name="T44" fmla="*/ 1 w 225"/>
                  <a:gd name="T45" fmla="*/ 2 h 179"/>
                  <a:gd name="T46" fmla="*/ 2 w 225"/>
                  <a:gd name="T47" fmla="*/ 1 h 179"/>
                  <a:gd name="T48" fmla="*/ 2 w 225"/>
                  <a:gd name="T49" fmla="*/ 1 h 179"/>
                  <a:gd name="T50" fmla="*/ 3 w 225"/>
                  <a:gd name="T51" fmla="*/ 1 h 179"/>
                  <a:gd name="T52" fmla="*/ 4 w 225"/>
                  <a:gd name="T53" fmla="*/ 1 h 179"/>
                  <a:gd name="T54" fmla="*/ 4 w 225"/>
                  <a:gd name="T55" fmla="*/ 1 h 179"/>
                  <a:gd name="T56" fmla="*/ 5 w 225"/>
                  <a:gd name="T57" fmla="*/ 1 h 179"/>
                  <a:gd name="T58" fmla="*/ 5 w 225"/>
                  <a:gd name="T59" fmla="*/ 1 h 179"/>
                  <a:gd name="T60" fmla="*/ 5 w 225"/>
                  <a:gd name="T61" fmla="*/ 0 h 179"/>
                  <a:gd name="T62" fmla="*/ 5 w 225"/>
                  <a:gd name="T63" fmla="*/ 0 h 179"/>
                  <a:gd name="T64" fmla="*/ 6 w 225"/>
                  <a:gd name="T65" fmla="*/ 0 h 179"/>
                  <a:gd name="T66" fmla="*/ 6 w 225"/>
                  <a:gd name="T67" fmla="*/ 0 h 179"/>
                  <a:gd name="T68" fmla="*/ 6 w 225"/>
                  <a:gd name="T69" fmla="*/ 0 h 179"/>
                  <a:gd name="T70" fmla="*/ 6 w 225"/>
                  <a:gd name="T71" fmla="*/ 0 h 179"/>
                  <a:gd name="T72" fmla="*/ 7 w 225"/>
                  <a:gd name="T73" fmla="*/ 0 h 17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5"/>
                  <a:gd name="T112" fmla="*/ 0 h 179"/>
                  <a:gd name="T113" fmla="*/ 225 w 225"/>
                  <a:gd name="T114" fmla="*/ 179 h 17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5" h="179">
                    <a:moveTo>
                      <a:pt x="225" y="0"/>
                    </a:moveTo>
                    <a:lnTo>
                      <a:pt x="225" y="9"/>
                    </a:lnTo>
                    <a:lnTo>
                      <a:pt x="223" y="17"/>
                    </a:lnTo>
                    <a:lnTo>
                      <a:pt x="218" y="24"/>
                    </a:lnTo>
                    <a:lnTo>
                      <a:pt x="212" y="31"/>
                    </a:lnTo>
                    <a:lnTo>
                      <a:pt x="207" y="37"/>
                    </a:lnTo>
                    <a:lnTo>
                      <a:pt x="200" y="44"/>
                    </a:lnTo>
                    <a:lnTo>
                      <a:pt x="193" y="50"/>
                    </a:lnTo>
                    <a:lnTo>
                      <a:pt x="187" y="56"/>
                    </a:lnTo>
                    <a:lnTo>
                      <a:pt x="173" y="70"/>
                    </a:lnTo>
                    <a:lnTo>
                      <a:pt x="156" y="91"/>
                    </a:lnTo>
                    <a:lnTo>
                      <a:pt x="134" y="113"/>
                    </a:lnTo>
                    <a:lnTo>
                      <a:pt x="111" y="136"/>
                    </a:lnTo>
                    <a:lnTo>
                      <a:pt x="85" y="157"/>
                    </a:lnTo>
                    <a:lnTo>
                      <a:pt x="60" y="172"/>
                    </a:lnTo>
                    <a:lnTo>
                      <a:pt x="36" y="179"/>
                    </a:lnTo>
                    <a:lnTo>
                      <a:pt x="13" y="176"/>
                    </a:lnTo>
                    <a:lnTo>
                      <a:pt x="0" y="163"/>
                    </a:lnTo>
                    <a:lnTo>
                      <a:pt x="0" y="141"/>
                    </a:lnTo>
                    <a:lnTo>
                      <a:pt x="7" y="115"/>
                    </a:lnTo>
                    <a:lnTo>
                      <a:pt x="19" y="95"/>
                    </a:lnTo>
                    <a:lnTo>
                      <a:pt x="35" y="80"/>
                    </a:lnTo>
                    <a:lnTo>
                      <a:pt x="52" y="68"/>
                    </a:lnTo>
                    <a:lnTo>
                      <a:pt x="71" y="59"/>
                    </a:lnTo>
                    <a:lnTo>
                      <a:pt x="90" y="52"/>
                    </a:lnTo>
                    <a:lnTo>
                      <a:pt x="110" y="47"/>
                    </a:lnTo>
                    <a:lnTo>
                      <a:pt x="129" y="44"/>
                    </a:lnTo>
                    <a:lnTo>
                      <a:pt x="150" y="44"/>
                    </a:lnTo>
                    <a:lnTo>
                      <a:pt x="171" y="44"/>
                    </a:lnTo>
                    <a:lnTo>
                      <a:pt x="175" y="37"/>
                    </a:lnTo>
                    <a:lnTo>
                      <a:pt x="181" y="30"/>
                    </a:lnTo>
                    <a:lnTo>
                      <a:pt x="187" y="22"/>
                    </a:lnTo>
                    <a:lnTo>
                      <a:pt x="194" y="15"/>
                    </a:lnTo>
                    <a:lnTo>
                      <a:pt x="201" y="9"/>
                    </a:lnTo>
                    <a:lnTo>
                      <a:pt x="209" y="5"/>
                    </a:lnTo>
                    <a:lnTo>
                      <a:pt x="217" y="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7" name="Freeform 29">
                <a:extLst>
                  <a:ext uri="{FF2B5EF4-FFF2-40B4-BE49-F238E27FC236}">
                    <a16:creationId xmlns:a16="http://schemas.microsoft.com/office/drawing/2014/main" id="{C0E07AFD-1357-4B44-BF6B-D9754A55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121"/>
                <a:ext cx="74" cy="128"/>
              </a:xfrm>
              <a:custGeom>
                <a:avLst/>
                <a:gdLst>
                  <a:gd name="T0" fmla="*/ 3 w 149"/>
                  <a:gd name="T1" fmla="*/ 2 h 255"/>
                  <a:gd name="T2" fmla="*/ 3 w 149"/>
                  <a:gd name="T3" fmla="*/ 3 h 255"/>
                  <a:gd name="T4" fmla="*/ 4 w 149"/>
                  <a:gd name="T5" fmla="*/ 4 h 255"/>
                  <a:gd name="T6" fmla="*/ 4 w 149"/>
                  <a:gd name="T7" fmla="*/ 5 h 255"/>
                  <a:gd name="T8" fmla="*/ 4 w 149"/>
                  <a:gd name="T9" fmla="*/ 7 h 255"/>
                  <a:gd name="T10" fmla="*/ 4 w 149"/>
                  <a:gd name="T11" fmla="*/ 8 h 255"/>
                  <a:gd name="T12" fmla="*/ 4 w 149"/>
                  <a:gd name="T13" fmla="*/ 8 h 255"/>
                  <a:gd name="T14" fmla="*/ 4 w 149"/>
                  <a:gd name="T15" fmla="*/ 8 h 255"/>
                  <a:gd name="T16" fmla="*/ 3 w 149"/>
                  <a:gd name="T17" fmla="*/ 8 h 255"/>
                  <a:gd name="T18" fmla="*/ 3 w 149"/>
                  <a:gd name="T19" fmla="*/ 8 h 255"/>
                  <a:gd name="T20" fmla="*/ 3 w 149"/>
                  <a:gd name="T21" fmla="*/ 7 h 255"/>
                  <a:gd name="T22" fmla="*/ 3 w 149"/>
                  <a:gd name="T23" fmla="*/ 6 h 255"/>
                  <a:gd name="T24" fmla="*/ 4 w 149"/>
                  <a:gd name="T25" fmla="*/ 6 h 255"/>
                  <a:gd name="T26" fmla="*/ 3 w 149"/>
                  <a:gd name="T27" fmla="*/ 5 h 255"/>
                  <a:gd name="T28" fmla="*/ 3 w 149"/>
                  <a:gd name="T29" fmla="*/ 5 h 255"/>
                  <a:gd name="T30" fmla="*/ 3 w 149"/>
                  <a:gd name="T31" fmla="*/ 4 h 255"/>
                  <a:gd name="T32" fmla="*/ 3 w 149"/>
                  <a:gd name="T33" fmla="*/ 3 h 255"/>
                  <a:gd name="T34" fmla="*/ 3 w 149"/>
                  <a:gd name="T35" fmla="*/ 3 h 255"/>
                  <a:gd name="T36" fmla="*/ 2 w 149"/>
                  <a:gd name="T37" fmla="*/ 3 h 255"/>
                  <a:gd name="T38" fmla="*/ 2 w 149"/>
                  <a:gd name="T39" fmla="*/ 3 h 255"/>
                  <a:gd name="T40" fmla="*/ 2 w 149"/>
                  <a:gd name="T41" fmla="*/ 3 h 255"/>
                  <a:gd name="T42" fmla="*/ 2 w 149"/>
                  <a:gd name="T43" fmla="*/ 2 h 255"/>
                  <a:gd name="T44" fmla="*/ 2 w 149"/>
                  <a:gd name="T45" fmla="*/ 2 h 255"/>
                  <a:gd name="T46" fmla="*/ 2 w 149"/>
                  <a:gd name="T47" fmla="*/ 2 h 255"/>
                  <a:gd name="T48" fmla="*/ 1 w 149"/>
                  <a:gd name="T49" fmla="*/ 1 h 255"/>
                  <a:gd name="T50" fmla="*/ 1 w 149"/>
                  <a:gd name="T51" fmla="*/ 2 h 255"/>
                  <a:gd name="T52" fmla="*/ 1 w 149"/>
                  <a:gd name="T53" fmla="*/ 1 h 255"/>
                  <a:gd name="T54" fmla="*/ 1 w 149"/>
                  <a:gd name="T55" fmla="*/ 1 h 255"/>
                  <a:gd name="T56" fmla="*/ 1 w 149"/>
                  <a:gd name="T57" fmla="*/ 1 h 255"/>
                  <a:gd name="T58" fmla="*/ 0 w 149"/>
                  <a:gd name="T59" fmla="*/ 1 h 255"/>
                  <a:gd name="T60" fmla="*/ 0 w 149"/>
                  <a:gd name="T61" fmla="*/ 1 h 255"/>
                  <a:gd name="T62" fmla="*/ 0 w 149"/>
                  <a:gd name="T63" fmla="*/ 1 h 255"/>
                  <a:gd name="T64" fmla="*/ 0 w 149"/>
                  <a:gd name="T65" fmla="*/ 1 h 255"/>
                  <a:gd name="T66" fmla="*/ 0 w 149"/>
                  <a:gd name="T67" fmla="*/ 1 h 255"/>
                  <a:gd name="T68" fmla="*/ 0 w 149"/>
                  <a:gd name="T69" fmla="*/ 0 h 255"/>
                  <a:gd name="T70" fmla="*/ 1 w 149"/>
                  <a:gd name="T71" fmla="*/ 1 h 255"/>
                  <a:gd name="T72" fmla="*/ 3 w 149"/>
                  <a:gd name="T73" fmla="*/ 2 h 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9"/>
                  <a:gd name="T112" fmla="*/ 0 h 255"/>
                  <a:gd name="T113" fmla="*/ 149 w 149"/>
                  <a:gd name="T114" fmla="*/ 255 h 2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9" h="255">
                    <a:moveTo>
                      <a:pt x="99" y="44"/>
                    </a:moveTo>
                    <a:lnTo>
                      <a:pt x="107" y="58"/>
                    </a:lnTo>
                    <a:lnTo>
                      <a:pt x="115" y="74"/>
                    </a:lnTo>
                    <a:lnTo>
                      <a:pt x="122" y="89"/>
                    </a:lnTo>
                    <a:lnTo>
                      <a:pt x="127" y="106"/>
                    </a:lnTo>
                    <a:lnTo>
                      <a:pt x="132" y="123"/>
                    </a:lnTo>
                    <a:lnTo>
                      <a:pt x="135" y="140"/>
                    </a:lnTo>
                    <a:lnTo>
                      <a:pt x="136" y="158"/>
                    </a:lnTo>
                    <a:lnTo>
                      <a:pt x="137" y="176"/>
                    </a:lnTo>
                    <a:lnTo>
                      <a:pt x="133" y="196"/>
                    </a:lnTo>
                    <a:lnTo>
                      <a:pt x="136" y="215"/>
                    </a:lnTo>
                    <a:lnTo>
                      <a:pt x="143" y="235"/>
                    </a:lnTo>
                    <a:lnTo>
                      <a:pt x="149" y="255"/>
                    </a:lnTo>
                    <a:lnTo>
                      <a:pt x="144" y="250"/>
                    </a:lnTo>
                    <a:lnTo>
                      <a:pt x="140" y="248"/>
                    </a:lnTo>
                    <a:lnTo>
                      <a:pt x="133" y="245"/>
                    </a:lnTo>
                    <a:lnTo>
                      <a:pt x="127" y="244"/>
                    </a:lnTo>
                    <a:lnTo>
                      <a:pt x="122" y="243"/>
                    </a:lnTo>
                    <a:lnTo>
                      <a:pt x="119" y="241"/>
                    </a:lnTo>
                    <a:lnTo>
                      <a:pt x="119" y="236"/>
                    </a:lnTo>
                    <a:lnTo>
                      <a:pt x="123" y="228"/>
                    </a:lnTo>
                    <a:lnTo>
                      <a:pt x="122" y="214"/>
                    </a:lnTo>
                    <a:lnTo>
                      <a:pt x="122" y="200"/>
                    </a:lnTo>
                    <a:lnTo>
                      <a:pt x="125" y="187"/>
                    </a:lnTo>
                    <a:lnTo>
                      <a:pt x="128" y="174"/>
                    </a:lnTo>
                    <a:lnTo>
                      <a:pt x="128" y="163"/>
                    </a:lnTo>
                    <a:lnTo>
                      <a:pt x="125" y="154"/>
                    </a:lnTo>
                    <a:lnTo>
                      <a:pt x="120" y="146"/>
                    </a:lnTo>
                    <a:lnTo>
                      <a:pt x="114" y="137"/>
                    </a:lnTo>
                    <a:lnTo>
                      <a:pt x="108" y="129"/>
                    </a:lnTo>
                    <a:lnTo>
                      <a:pt x="106" y="120"/>
                    </a:lnTo>
                    <a:lnTo>
                      <a:pt x="107" y="111"/>
                    </a:lnTo>
                    <a:lnTo>
                      <a:pt x="114" y="100"/>
                    </a:lnTo>
                    <a:lnTo>
                      <a:pt x="113" y="93"/>
                    </a:lnTo>
                    <a:lnTo>
                      <a:pt x="110" y="87"/>
                    </a:lnTo>
                    <a:lnTo>
                      <a:pt x="105" y="83"/>
                    </a:lnTo>
                    <a:lnTo>
                      <a:pt x="99" y="79"/>
                    </a:lnTo>
                    <a:lnTo>
                      <a:pt x="95" y="81"/>
                    </a:lnTo>
                    <a:lnTo>
                      <a:pt x="90" y="81"/>
                    </a:lnTo>
                    <a:lnTo>
                      <a:pt x="87" y="79"/>
                    </a:lnTo>
                    <a:lnTo>
                      <a:pt x="84" y="76"/>
                    </a:lnTo>
                    <a:lnTo>
                      <a:pt x="85" y="68"/>
                    </a:lnTo>
                    <a:lnTo>
                      <a:pt x="85" y="59"/>
                    </a:lnTo>
                    <a:lnTo>
                      <a:pt x="83" y="52"/>
                    </a:lnTo>
                    <a:lnTo>
                      <a:pt x="79" y="46"/>
                    </a:lnTo>
                    <a:lnTo>
                      <a:pt x="74" y="40"/>
                    </a:lnTo>
                    <a:lnTo>
                      <a:pt x="68" y="38"/>
                    </a:lnTo>
                    <a:lnTo>
                      <a:pt x="64" y="36"/>
                    </a:lnTo>
                    <a:lnTo>
                      <a:pt x="64" y="29"/>
                    </a:lnTo>
                    <a:lnTo>
                      <a:pt x="60" y="28"/>
                    </a:lnTo>
                    <a:lnTo>
                      <a:pt x="53" y="30"/>
                    </a:lnTo>
                    <a:lnTo>
                      <a:pt x="46" y="33"/>
                    </a:lnTo>
                    <a:lnTo>
                      <a:pt x="44" y="36"/>
                    </a:lnTo>
                    <a:lnTo>
                      <a:pt x="45" y="29"/>
                    </a:lnTo>
                    <a:lnTo>
                      <a:pt x="44" y="22"/>
                    </a:lnTo>
                    <a:lnTo>
                      <a:pt x="40" y="16"/>
                    </a:lnTo>
                    <a:lnTo>
                      <a:pt x="36" y="13"/>
                    </a:lnTo>
                    <a:lnTo>
                      <a:pt x="32" y="10"/>
                    </a:lnTo>
                    <a:lnTo>
                      <a:pt x="28" y="10"/>
                    </a:lnTo>
                    <a:lnTo>
                      <a:pt x="23" y="10"/>
                    </a:lnTo>
                    <a:lnTo>
                      <a:pt x="17" y="10"/>
                    </a:lnTo>
                    <a:lnTo>
                      <a:pt x="13" y="11"/>
                    </a:lnTo>
                    <a:lnTo>
                      <a:pt x="8" y="11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5" y="5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4" y="3"/>
                    </a:lnTo>
                    <a:lnTo>
                      <a:pt x="9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8" name="Freeform 30">
                <a:extLst>
                  <a:ext uri="{FF2B5EF4-FFF2-40B4-BE49-F238E27FC236}">
                    <a16:creationId xmlns:a16="http://schemas.microsoft.com/office/drawing/2014/main" id="{40CFC834-010D-3A40-A79B-9B9F79B8C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128"/>
                <a:ext cx="48" cy="55"/>
              </a:xfrm>
              <a:custGeom>
                <a:avLst/>
                <a:gdLst>
                  <a:gd name="T0" fmla="*/ 4 w 94"/>
                  <a:gd name="T1" fmla="*/ 1 h 108"/>
                  <a:gd name="T2" fmla="*/ 3 w 94"/>
                  <a:gd name="T3" fmla="*/ 1 h 108"/>
                  <a:gd name="T4" fmla="*/ 3 w 94"/>
                  <a:gd name="T5" fmla="*/ 2 h 108"/>
                  <a:gd name="T6" fmla="*/ 3 w 94"/>
                  <a:gd name="T7" fmla="*/ 2 h 108"/>
                  <a:gd name="T8" fmla="*/ 3 w 94"/>
                  <a:gd name="T9" fmla="*/ 3 h 108"/>
                  <a:gd name="T10" fmla="*/ 1 w 94"/>
                  <a:gd name="T11" fmla="*/ 4 h 108"/>
                  <a:gd name="T12" fmla="*/ 1 w 94"/>
                  <a:gd name="T13" fmla="*/ 4 h 108"/>
                  <a:gd name="T14" fmla="*/ 1 w 94"/>
                  <a:gd name="T15" fmla="*/ 4 h 108"/>
                  <a:gd name="T16" fmla="*/ 1 w 94"/>
                  <a:gd name="T17" fmla="*/ 3 h 108"/>
                  <a:gd name="T18" fmla="*/ 0 w 94"/>
                  <a:gd name="T19" fmla="*/ 3 h 108"/>
                  <a:gd name="T20" fmla="*/ 1 w 94"/>
                  <a:gd name="T21" fmla="*/ 3 h 108"/>
                  <a:gd name="T22" fmla="*/ 1 w 94"/>
                  <a:gd name="T23" fmla="*/ 2 h 108"/>
                  <a:gd name="T24" fmla="*/ 1 w 94"/>
                  <a:gd name="T25" fmla="*/ 2 h 108"/>
                  <a:gd name="T26" fmla="*/ 1 w 94"/>
                  <a:gd name="T27" fmla="*/ 2 h 108"/>
                  <a:gd name="T28" fmla="*/ 1 w 94"/>
                  <a:gd name="T29" fmla="*/ 2 h 108"/>
                  <a:gd name="T30" fmla="*/ 1 w 94"/>
                  <a:gd name="T31" fmla="*/ 2 h 108"/>
                  <a:gd name="T32" fmla="*/ 1 w 94"/>
                  <a:gd name="T33" fmla="*/ 3 h 108"/>
                  <a:gd name="T34" fmla="*/ 1 w 94"/>
                  <a:gd name="T35" fmla="*/ 3 h 108"/>
                  <a:gd name="T36" fmla="*/ 1 w 94"/>
                  <a:gd name="T37" fmla="*/ 3 h 108"/>
                  <a:gd name="T38" fmla="*/ 1 w 94"/>
                  <a:gd name="T39" fmla="*/ 3 h 108"/>
                  <a:gd name="T40" fmla="*/ 1 w 94"/>
                  <a:gd name="T41" fmla="*/ 4 h 108"/>
                  <a:gd name="T42" fmla="*/ 2 w 94"/>
                  <a:gd name="T43" fmla="*/ 3 h 108"/>
                  <a:gd name="T44" fmla="*/ 2 w 94"/>
                  <a:gd name="T45" fmla="*/ 3 h 108"/>
                  <a:gd name="T46" fmla="*/ 2 w 94"/>
                  <a:gd name="T47" fmla="*/ 2 h 108"/>
                  <a:gd name="T48" fmla="*/ 2 w 94"/>
                  <a:gd name="T49" fmla="*/ 2 h 108"/>
                  <a:gd name="T50" fmla="*/ 2 w 94"/>
                  <a:gd name="T51" fmla="*/ 1 h 108"/>
                  <a:gd name="T52" fmla="*/ 3 w 94"/>
                  <a:gd name="T53" fmla="*/ 0 h 108"/>
                  <a:gd name="T54" fmla="*/ 3 w 94"/>
                  <a:gd name="T55" fmla="*/ 1 h 108"/>
                  <a:gd name="T56" fmla="*/ 3 w 94"/>
                  <a:gd name="T57" fmla="*/ 1 h 108"/>
                  <a:gd name="T58" fmla="*/ 3 w 94"/>
                  <a:gd name="T59" fmla="*/ 1 h 108"/>
                  <a:gd name="T60" fmla="*/ 4 w 94"/>
                  <a:gd name="T61" fmla="*/ 1 h 10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94"/>
                  <a:gd name="T94" fmla="*/ 0 h 108"/>
                  <a:gd name="T95" fmla="*/ 94 w 94"/>
                  <a:gd name="T96" fmla="*/ 108 h 10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94" h="108">
                    <a:moveTo>
                      <a:pt x="94" y="20"/>
                    </a:moveTo>
                    <a:lnTo>
                      <a:pt x="87" y="31"/>
                    </a:lnTo>
                    <a:lnTo>
                      <a:pt x="83" y="46"/>
                    </a:lnTo>
                    <a:lnTo>
                      <a:pt x="81" y="61"/>
                    </a:lnTo>
                    <a:lnTo>
                      <a:pt x="75" y="73"/>
                    </a:lnTo>
                    <a:lnTo>
                      <a:pt x="28" y="108"/>
                    </a:lnTo>
                    <a:lnTo>
                      <a:pt x="21" y="106"/>
                    </a:lnTo>
                    <a:lnTo>
                      <a:pt x="14" y="100"/>
                    </a:lnTo>
                    <a:lnTo>
                      <a:pt x="7" y="93"/>
                    </a:lnTo>
                    <a:lnTo>
                      <a:pt x="0" y="88"/>
                    </a:lnTo>
                    <a:lnTo>
                      <a:pt x="3" y="75"/>
                    </a:lnTo>
                    <a:lnTo>
                      <a:pt x="10" y="61"/>
                    </a:lnTo>
                    <a:lnTo>
                      <a:pt x="20" y="49"/>
                    </a:lnTo>
                    <a:lnTo>
                      <a:pt x="31" y="42"/>
                    </a:lnTo>
                    <a:lnTo>
                      <a:pt x="25" y="53"/>
                    </a:lnTo>
                    <a:lnTo>
                      <a:pt x="20" y="63"/>
                    </a:lnTo>
                    <a:lnTo>
                      <a:pt x="15" y="75"/>
                    </a:lnTo>
                    <a:lnTo>
                      <a:pt x="13" y="86"/>
                    </a:lnTo>
                    <a:lnTo>
                      <a:pt x="17" y="92"/>
                    </a:lnTo>
                    <a:lnTo>
                      <a:pt x="24" y="95"/>
                    </a:lnTo>
                    <a:lnTo>
                      <a:pt x="30" y="97"/>
                    </a:lnTo>
                    <a:lnTo>
                      <a:pt x="36" y="93"/>
                    </a:lnTo>
                    <a:lnTo>
                      <a:pt x="44" y="75"/>
                    </a:lnTo>
                    <a:lnTo>
                      <a:pt x="52" y="57"/>
                    </a:lnTo>
                    <a:lnTo>
                      <a:pt x="58" y="39"/>
                    </a:lnTo>
                    <a:lnTo>
                      <a:pt x="54" y="19"/>
                    </a:lnTo>
                    <a:lnTo>
                      <a:pt x="89" y="0"/>
                    </a:lnTo>
                    <a:lnTo>
                      <a:pt x="92" y="4"/>
                    </a:lnTo>
                    <a:lnTo>
                      <a:pt x="93" y="10"/>
                    </a:lnTo>
                    <a:lnTo>
                      <a:pt x="93" y="15"/>
                    </a:lnTo>
                    <a:lnTo>
                      <a:pt x="94" y="20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89" name="Freeform 31">
                <a:extLst>
                  <a:ext uri="{FF2B5EF4-FFF2-40B4-BE49-F238E27FC236}">
                    <a16:creationId xmlns:a16="http://schemas.microsoft.com/office/drawing/2014/main" id="{36F4B819-D968-C44F-82BA-29A3C6AC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142"/>
                <a:ext cx="78" cy="84"/>
              </a:xfrm>
              <a:custGeom>
                <a:avLst/>
                <a:gdLst>
                  <a:gd name="T0" fmla="*/ 5 w 156"/>
                  <a:gd name="T1" fmla="*/ 4 h 169"/>
                  <a:gd name="T2" fmla="*/ 5 w 156"/>
                  <a:gd name="T3" fmla="*/ 5 h 169"/>
                  <a:gd name="T4" fmla="*/ 5 w 156"/>
                  <a:gd name="T5" fmla="*/ 5 h 169"/>
                  <a:gd name="T6" fmla="*/ 5 w 156"/>
                  <a:gd name="T7" fmla="*/ 5 h 169"/>
                  <a:gd name="T8" fmla="*/ 4 w 156"/>
                  <a:gd name="T9" fmla="*/ 5 h 169"/>
                  <a:gd name="T10" fmla="*/ 4 w 156"/>
                  <a:gd name="T11" fmla="*/ 4 h 169"/>
                  <a:gd name="T12" fmla="*/ 4 w 156"/>
                  <a:gd name="T13" fmla="*/ 4 h 169"/>
                  <a:gd name="T14" fmla="*/ 3 w 156"/>
                  <a:gd name="T15" fmla="*/ 4 h 169"/>
                  <a:gd name="T16" fmla="*/ 3 w 156"/>
                  <a:gd name="T17" fmla="*/ 5 h 169"/>
                  <a:gd name="T18" fmla="*/ 3 w 156"/>
                  <a:gd name="T19" fmla="*/ 5 h 169"/>
                  <a:gd name="T20" fmla="*/ 3 w 156"/>
                  <a:gd name="T21" fmla="*/ 4 h 169"/>
                  <a:gd name="T22" fmla="*/ 3 w 156"/>
                  <a:gd name="T23" fmla="*/ 4 h 169"/>
                  <a:gd name="T24" fmla="*/ 2 w 156"/>
                  <a:gd name="T25" fmla="*/ 4 h 169"/>
                  <a:gd name="T26" fmla="*/ 2 w 156"/>
                  <a:gd name="T27" fmla="*/ 4 h 169"/>
                  <a:gd name="T28" fmla="*/ 2 w 156"/>
                  <a:gd name="T29" fmla="*/ 4 h 169"/>
                  <a:gd name="T30" fmla="*/ 1 w 156"/>
                  <a:gd name="T31" fmla="*/ 4 h 169"/>
                  <a:gd name="T32" fmla="*/ 1 w 156"/>
                  <a:gd name="T33" fmla="*/ 4 h 169"/>
                  <a:gd name="T34" fmla="*/ 1 w 156"/>
                  <a:gd name="T35" fmla="*/ 4 h 169"/>
                  <a:gd name="T36" fmla="*/ 1 w 156"/>
                  <a:gd name="T37" fmla="*/ 3 h 169"/>
                  <a:gd name="T38" fmla="*/ 1 w 156"/>
                  <a:gd name="T39" fmla="*/ 2 h 169"/>
                  <a:gd name="T40" fmla="*/ 1 w 156"/>
                  <a:gd name="T41" fmla="*/ 2 h 169"/>
                  <a:gd name="T42" fmla="*/ 0 w 156"/>
                  <a:gd name="T43" fmla="*/ 2 h 169"/>
                  <a:gd name="T44" fmla="*/ 0 w 156"/>
                  <a:gd name="T45" fmla="*/ 1 h 169"/>
                  <a:gd name="T46" fmla="*/ 1 w 156"/>
                  <a:gd name="T47" fmla="*/ 1 h 169"/>
                  <a:gd name="T48" fmla="*/ 1 w 156"/>
                  <a:gd name="T49" fmla="*/ 1 h 169"/>
                  <a:gd name="T50" fmla="*/ 1 w 156"/>
                  <a:gd name="T51" fmla="*/ 0 h 169"/>
                  <a:gd name="T52" fmla="*/ 1 w 156"/>
                  <a:gd name="T53" fmla="*/ 0 h 169"/>
                  <a:gd name="T54" fmla="*/ 1 w 156"/>
                  <a:gd name="T55" fmla="*/ 0 h 169"/>
                  <a:gd name="T56" fmla="*/ 1 w 156"/>
                  <a:gd name="T57" fmla="*/ 0 h 169"/>
                  <a:gd name="T58" fmla="*/ 2 w 156"/>
                  <a:gd name="T59" fmla="*/ 0 h 169"/>
                  <a:gd name="T60" fmla="*/ 2 w 156"/>
                  <a:gd name="T61" fmla="*/ 0 h 169"/>
                  <a:gd name="T62" fmla="*/ 2 w 156"/>
                  <a:gd name="T63" fmla="*/ 1 h 169"/>
                  <a:gd name="T64" fmla="*/ 3 w 156"/>
                  <a:gd name="T65" fmla="*/ 2 h 169"/>
                  <a:gd name="T66" fmla="*/ 3 w 156"/>
                  <a:gd name="T67" fmla="*/ 2 h 169"/>
                  <a:gd name="T68" fmla="*/ 3 w 156"/>
                  <a:gd name="T69" fmla="*/ 3 h 169"/>
                  <a:gd name="T70" fmla="*/ 4 w 156"/>
                  <a:gd name="T71" fmla="*/ 3 h 169"/>
                  <a:gd name="T72" fmla="*/ 5 w 156"/>
                  <a:gd name="T73" fmla="*/ 4 h 169"/>
                  <a:gd name="T74" fmla="*/ 5 w 156"/>
                  <a:gd name="T75" fmla="*/ 4 h 1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56"/>
                  <a:gd name="T115" fmla="*/ 0 h 169"/>
                  <a:gd name="T116" fmla="*/ 156 w 156"/>
                  <a:gd name="T117" fmla="*/ 169 h 1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56" h="169">
                    <a:moveTo>
                      <a:pt x="156" y="148"/>
                    </a:moveTo>
                    <a:lnTo>
                      <a:pt x="153" y="169"/>
                    </a:lnTo>
                    <a:lnTo>
                      <a:pt x="144" y="166"/>
                    </a:lnTo>
                    <a:lnTo>
                      <a:pt x="135" y="164"/>
                    </a:lnTo>
                    <a:lnTo>
                      <a:pt x="126" y="162"/>
                    </a:lnTo>
                    <a:lnTo>
                      <a:pt x="118" y="159"/>
                    </a:lnTo>
                    <a:lnTo>
                      <a:pt x="109" y="158"/>
                    </a:lnTo>
                    <a:lnTo>
                      <a:pt x="101" y="159"/>
                    </a:lnTo>
                    <a:lnTo>
                      <a:pt x="93" y="162"/>
                    </a:lnTo>
                    <a:lnTo>
                      <a:pt x="85" y="167"/>
                    </a:lnTo>
                    <a:lnTo>
                      <a:pt x="78" y="157"/>
                    </a:lnTo>
                    <a:lnTo>
                      <a:pt x="70" y="152"/>
                    </a:lnTo>
                    <a:lnTo>
                      <a:pt x="60" y="150"/>
                    </a:lnTo>
                    <a:lnTo>
                      <a:pt x="50" y="149"/>
                    </a:lnTo>
                    <a:lnTo>
                      <a:pt x="41" y="148"/>
                    </a:lnTo>
                    <a:lnTo>
                      <a:pt x="32" y="146"/>
                    </a:lnTo>
                    <a:lnTo>
                      <a:pt x="26" y="141"/>
                    </a:lnTo>
                    <a:lnTo>
                      <a:pt x="21" y="131"/>
                    </a:lnTo>
                    <a:lnTo>
                      <a:pt x="18" y="112"/>
                    </a:lnTo>
                    <a:lnTo>
                      <a:pt x="17" y="94"/>
                    </a:lnTo>
                    <a:lnTo>
                      <a:pt x="13" y="76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3" y="46"/>
                    </a:lnTo>
                    <a:lnTo>
                      <a:pt x="6" y="38"/>
                    </a:lnTo>
                    <a:lnTo>
                      <a:pt x="12" y="30"/>
                    </a:lnTo>
                    <a:lnTo>
                      <a:pt x="17" y="22"/>
                    </a:lnTo>
                    <a:lnTo>
                      <a:pt x="23" y="14"/>
                    </a:lnTo>
                    <a:lnTo>
                      <a:pt x="29" y="7"/>
                    </a:lnTo>
                    <a:lnTo>
                      <a:pt x="36" y="0"/>
                    </a:lnTo>
                    <a:lnTo>
                      <a:pt x="43" y="23"/>
                    </a:lnTo>
                    <a:lnTo>
                      <a:pt x="52" y="45"/>
                    </a:lnTo>
                    <a:lnTo>
                      <a:pt x="65" y="66"/>
                    </a:lnTo>
                    <a:lnTo>
                      <a:pt x="80" y="86"/>
                    </a:lnTo>
                    <a:lnTo>
                      <a:pt x="97" y="104"/>
                    </a:lnTo>
                    <a:lnTo>
                      <a:pt x="116" y="120"/>
                    </a:lnTo>
                    <a:lnTo>
                      <a:pt x="135" y="135"/>
                    </a:lnTo>
                    <a:lnTo>
                      <a:pt x="156" y="148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0" name="Freeform 32">
                <a:extLst>
                  <a:ext uri="{FF2B5EF4-FFF2-40B4-BE49-F238E27FC236}">
                    <a16:creationId xmlns:a16="http://schemas.microsoft.com/office/drawing/2014/main" id="{3D8A0032-42E3-D547-BC3C-3CFF573EE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61"/>
                <a:ext cx="11" cy="11"/>
              </a:xfrm>
              <a:custGeom>
                <a:avLst/>
                <a:gdLst>
                  <a:gd name="T0" fmla="*/ 1 w 20"/>
                  <a:gd name="T1" fmla="*/ 1 h 22"/>
                  <a:gd name="T2" fmla="*/ 1 w 20"/>
                  <a:gd name="T3" fmla="*/ 1 h 22"/>
                  <a:gd name="T4" fmla="*/ 1 w 20"/>
                  <a:gd name="T5" fmla="*/ 1 h 22"/>
                  <a:gd name="T6" fmla="*/ 1 w 20"/>
                  <a:gd name="T7" fmla="*/ 1 h 22"/>
                  <a:gd name="T8" fmla="*/ 1 w 20"/>
                  <a:gd name="T9" fmla="*/ 1 h 22"/>
                  <a:gd name="T10" fmla="*/ 0 w 20"/>
                  <a:gd name="T11" fmla="*/ 1 h 22"/>
                  <a:gd name="T12" fmla="*/ 1 w 20"/>
                  <a:gd name="T13" fmla="*/ 0 h 22"/>
                  <a:gd name="T14" fmla="*/ 1 w 20"/>
                  <a:gd name="T15" fmla="*/ 1 h 22"/>
                  <a:gd name="T16" fmla="*/ 1 w 20"/>
                  <a:gd name="T17" fmla="*/ 1 h 22"/>
                  <a:gd name="T18" fmla="*/ 1 w 20"/>
                  <a:gd name="T19" fmla="*/ 1 h 22"/>
                  <a:gd name="T20" fmla="*/ 1 w 20"/>
                  <a:gd name="T21" fmla="*/ 1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22"/>
                  <a:gd name="T35" fmla="*/ 20 w 20"/>
                  <a:gd name="T36" fmla="*/ 22 h 2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22">
                    <a:moveTo>
                      <a:pt x="20" y="13"/>
                    </a:moveTo>
                    <a:lnTo>
                      <a:pt x="20" y="21"/>
                    </a:lnTo>
                    <a:lnTo>
                      <a:pt x="16" y="22"/>
                    </a:lnTo>
                    <a:lnTo>
                      <a:pt x="10" y="19"/>
                    </a:lnTo>
                    <a:lnTo>
                      <a:pt x="5" y="14"/>
                    </a:lnTo>
                    <a:lnTo>
                      <a:pt x="0" y="11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7" y="10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1" name="Freeform 33">
                <a:extLst>
                  <a:ext uri="{FF2B5EF4-FFF2-40B4-BE49-F238E27FC236}">
                    <a16:creationId xmlns:a16="http://schemas.microsoft.com/office/drawing/2014/main" id="{28BA9B56-3A1E-2B45-A292-0A1E3E89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168"/>
                <a:ext cx="63" cy="73"/>
              </a:xfrm>
              <a:custGeom>
                <a:avLst/>
                <a:gdLst>
                  <a:gd name="T0" fmla="*/ 4 w 125"/>
                  <a:gd name="T1" fmla="*/ 1 h 148"/>
                  <a:gd name="T2" fmla="*/ 4 w 125"/>
                  <a:gd name="T3" fmla="*/ 1 h 148"/>
                  <a:gd name="T4" fmla="*/ 4 w 125"/>
                  <a:gd name="T5" fmla="*/ 1 h 148"/>
                  <a:gd name="T6" fmla="*/ 4 w 125"/>
                  <a:gd name="T7" fmla="*/ 2 h 148"/>
                  <a:gd name="T8" fmla="*/ 4 w 125"/>
                  <a:gd name="T9" fmla="*/ 2 h 148"/>
                  <a:gd name="T10" fmla="*/ 4 w 125"/>
                  <a:gd name="T11" fmla="*/ 3 h 148"/>
                  <a:gd name="T12" fmla="*/ 4 w 125"/>
                  <a:gd name="T13" fmla="*/ 3 h 148"/>
                  <a:gd name="T14" fmla="*/ 3 w 125"/>
                  <a:gd name="T15" fmla="*/ 4 h 148"/>
                  <a:gd name="T16" fmla="*/ 3 w 125"/>
                  <a:gd name="T17" fmla="*/ 4 h 148"/>
                  <a:gd name="T18" fmla="*/ 3 w 125"/>
                  <a:gd name="T19" fmla="*/ 4 h 148"/>
                  <a:gd name="T20" fmla="*/ 3 w 125"/>
                  <a:gd name="T21" fmla="*/ 4 h 148"/>
                  <a:gd name="T22" fmla="*/ 2 w 125"/>
                  <a:gd name="T23" fmla="*/ 4 h 148"/>
                  <a:gd name="T24" fmla="*/ 2 w 125"/>
                  <a:gd name="T25" fmla="*/ 4 h 148"/>
                  <a:gd name="T26" fmla="*/ 2 w 125"/>
                  <a:gd name="T27" fmla="*/ 4 h 148"/>
                  <a:gd name="T28" fmla="*/ 1 w 125"/>
                  <a:gd name="T29" fmla="*/ 4 h 148"/>
                  <a:gd name="T30" fmla="*/ 1 w 125"/>
                  <a:gd name="T31" fmla="*/ 4 h 148"/>
                  <a:gd name="T32" fmla="*/ 1 w 125"/>
                  <a:gd name="T33" fmla="*/ 4 h 148"/>
                  <a:gd name="T34" fmla="*/ 1 w 125"/>
                  <a:gd name="T35" fmla="*/ 4 h 148"/>
                  <a:gd name="T36" fmla="*/ 1 w 125"/>
                  <a:gd name="T37" fmla="*/ 3 h 148"/>
                  <a:gd name="T38" fmla="*/ 1 w 125"/>
                  <a:gd name="T39" fmla="*/ 3 h 148"/>
                  <a:gd name="T40" fmla="*/ 1 w 125"/>
                  <a:gd name="T41" fmla="*/ 3 h 148"/>
                  <a:gd name="T42" fmla="*/ 1 w 125"/>
                  <a:gd name="T43" fmla="*/ 3 h 148"/>
                  <a:gd name="T44" fmla="*/ 1 w 125"/>
                  <a:gd name="T45" fmla="*/ 3 h 148"/>
                  <a:gd name="T46" fmla="*/ 0 w 125"/>
                  <a:gd name="T47" fmla="*/ 2 h 148"/>
                  <a:gd name="T48" fmla="*/ 1 w 125"/>
                  <a:gd name="T49" fmla="*/ 2 h 148"/>
                  <a:gd name="T50" fmla="*/ 1 w 125"/>
                  <a:gd name="T51" fmla="*/ 2 h 148"/>
                  <a:gd name="T52" fmla="*/ 1 w 125"/>
                  <a:gd name="T53" fmla="*/ 2 h 148"/>
                  <a:gd name="T54" fmla="*/ 1 w 125"/>
                  <a:gd name="T55" fmla="*/ 2 h 148"/>
                  <a:gd name="T56" fmla="*/ 1 w 125"/>
                  <a:gd name="T57" fmla="*/ 2 h 148"/>
                  <a:gd name="T58" fmla="*/ 1 w 125"/>
                  <a:gd name="T59" fmla="*/ 2 h 148"/>
                  <a:gd name="T60" fmla="*/ 2 w 125"/>
                  <a:gd name="T61" fmla="*/ 2 h 148"/>
                  <a:gd name="T62" fmla="*/ 2 w 125"/>
                  <a:gd name="T63" fmla="*/ 1 h 148"/>
                  <a:gd name="T64" fmla="*/ 2 w 125"/>
                  <a:gd name="T65" fmla="*/ 1 h 148"/>
                  <a:gd name="T66" fmla="*/ 2 w 125"/>
                  <a:gd name="T67" fmla="*/ 1 h 148"/>
                  <a:gd name="T68" fmla="*/ 2 w 125"/>
                  <a:gd name="T69" fmla="*/ 1 h 148"/>
                  <a:gd name="T70" fmla="*/ 2 w 125"/>
                  <a:gd name="T71" fmla="*/ 1 h 148"/>
                  <a:gd name="T72" fmla="*/ 3 w 125"/>
                  <a:gd name="T73" fmla="*/ 0 h 148"/>
                  <a:gd name="T74" fmla="*/ 3 w 125"/>
                  <a:gd name="T75" fmla="*/ 0 h 148"/>
                  <a:gd name="T76" fmla="*/ 3 w 125"/>
                  <a:gd name="T77" fmla="*/ 0 h 148"/>
                  <a:gd name="T78" fmla="*/ 3 w 125"/>
                  <a:gd name="T79" fmla="*/ 0 h 148"/>
                  <a:gd name="T80" fmla="*/ 3 w 125"/>
                  <a:gd name="T81" fmla="*/ 0 h 148"/>
                  <a:gd name="T82" fmla="*/ 4 w 125"/>
                  <a:gd name="T83" fmla="*/ 0 h 148"/>
                  <a:gd name="T84" fmla="*/ 4 w 125"/>
                  <a:gd name="T85" fmla="*/ 0 h 148"/>
                  <a:gd name="T86" fmla="*/ 4 w 125"/>
                  <a:gd name="T87" fmla="*/ 0 h 148"/>
                  <a:gd name="T88" fmla="*/ 4 w 125"/>
                  <a:gd name="T89" fmla="*/ 1 h 14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25"/>
                  <a:gd name="T136" fmla="*/ 0 h 148"/>
                  <a:gd name="T137" fmla="*/ 125 w 125"/>
                  <a:gd name="T138" fmla="*/ 148 h 14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25" h="148">
                    <a:moveTo>
                      <a:pt x="125" y="36"/>
                    </a:moveTo>
                    <a:lnTo>
                      <a:pt x="116" y="47"/>
                    </a:lnTo>
                    <a:lnTo>
                      <a:pt x="109" y="60"/>
                    </a:lnTo>
                    <a:lnTo>
                      <a:pt x="106" y="75"/>
                    </a:lnTo>
                    <a:lnTo>
                      <a:pt x="103" y="89"/>
                    </a:lnTo>
                    <a:lnTo>
                      <a:pt x="100" y="104"/>
                    </a:lnTo>
                    <a:lnTo>
                      <a:pt x="98" y="118"/>
                    </a:lnTo>
                    <a:lnTo>
                      <a:pt x="92" y="131"/>
                    </a:lnTo>
                    <a:lnTo>
                      <a:pt x="84" y="143"/>
                    </a:lnTo>
                    <a:lnTo>
                      <a:pt x="75" y="145"/>
                    </a:lnTo>
                    <a:lnTo>
                      <a:pt x="65" y="146"/>
                    </a:lnTo>
                    <a:lnTo>
                      <a:pt x="55" y="148"/>
                    </a:lnTo>
                    <a:lnTo>
                      <a:pt x="45" y="148"/>
                    </a:lnTo>
                    <a:lnTo>
                      <a:pt x="33" y="148"/>
                    </a:lnTo>
                    <a:lnTo>
                      <a:pt x="23" y="146"/>
                    </a:lnTo>
                    <a:lnTo>
                      <a:pt x="12" y="146"/>
                    </a:lnTo>
                    <a:lnTo>
                      <a:pt x="2" y="145"/>
                    </a:lnTo>
                    <a:lnTo>
                      <a:pt x="3" y="136"/>
                    </a:lnTo>
                    <a:lnTo>
                      <a:pt x="9" y="128"/>
                    </a:lnTo>
                    <a:lnTo>
                      <a:pt x="15" y="121"/>
                    </a:lnTo>
                    <a:lnTo>
                      <a:pt x="12" y="112"/>
                    </a:lnTo>
                    <a:lnTo>
                      <a:pt x="5" y="106"/>
                    </a:lnTo>
                    <a:lnTo>
                      <a:pt x="1" y="99"/>
                    </a:lnTo>
                    <a:lnTo>
                      <a:pt x="0" y="92"/>
                    </a:lnTo>
                    <a:lnTo>
                      <a:pt x="2" y="84"/>
                    </a:lnTo>
                    <a:lnTo>
                      <a:pt x="7" y="81"/>
                    </a:lnTo>
                    <a:lnTo>
                      <a:pt x="12" y="78"/>
                    </a:lnTo>
                    <a:lnTo>
                      <a:pt x="18" y="76"/>
                    </a:lnTo>
                    <a:lnTo>
                      <a:pt x="24" y="73"/>
                    </a:lnTo>
                    <a:lnTo>
                      <a:pt x="30" y="70"/>
                    </a:lnTo>
                    <a:lnTo>
                      <a:pt x="34" y="66"/>
                    </a:lnTo>
                    <a:lnTo>
                      <a:pt x="39" y="61"/>
                    </a:lnTo>
                    <a:lnTo>
                      <a:pt x="41" y="54"/>
                    </a:lnTo>
                    <a:lnTo>
                      <a:pt x="48" y="48"/>
                    </a:lnTo>
                    <a:lnTo>
                      <a:pt x="55" y="43"/>
                    </a:lnTo>
                    <a:lnTo>
                      <a:pt x="62" y="36"/>
                    </a:lnTo>
                    <a:lnTo>
                      <a:pt x="69" y="29"/>
                    </a:lnTo>
                    <a:lnTo>
                      <a:pt x="75" y="22"/>
                    </a:lnTo>
                    <a:lnTo>
                      <a:pt x="80" y="15"/>
                    </a:lnTo>
                    <a:lnTo>
                      <a:pt x="86" y="7"/>
                    </a:lnTo>
                    <a:lnTo>
                      <a:pt x="92" y="0"/>
                    </a:lnTo>
                    <a:lnTo>
                      <a:pt x="97" y="12"/>
                    </a:lnTo>
                    <a:lnTo>
                      <a:pt x="106" y="21"/>
                    </a:lnTo>
                    <a:lnTo>
                      <a:pt x="116" y="29"/>
                    </a:lnTo>
                    <a:lnTo>
                      <a:pt x="125" y="36"/>
                    </a:lnTo>
                    <a:close/>
                  </a:path>
                </a:pathLst>
              </a:custGeom>
              <a:solidFill>
                <a:srgbClr val="CCA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2" name="Freeform 34">
                <a:extLst>
                  <a:ext uri="{FF2B5EF4-FFF2-40B4-BE49-F238E27FC236}">
                    <a16:creationId xmlns:a16="http://schemas.microsoft.com/office/drawing/2014/main" id="{9C8C2BD1-928A-B34B-A26C-AB1231F0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177"/>
                <a:ext cx="42" cy="35"/>
              </a:xfrm>
              <a:custGeom>
                <a:avLst/>
                <a:gdLst>
                  <a:gd name="T0" fmla="*/ 1 w 84"/>
                  <a:gd name="T1" fmla="*/ 1 h 70"/>
                  <a:gd name="T2" fmla="*/ 1 w 84"/>
                  <a:gd name="T3" fmla="*/ 1 h 70"/>
                  <a:gd name="T4" fmla="*/ 2 w 84"/>
                  <a:gd name="T5" fmla="*/ 1 h 70"/>
                  <a:gd name="T6" fmla="*/ 2 w 84"/>
                  <a:gd name="T7" fmla="*/ 1 h 70"/>
                  <a:gd name="T8" fmla="*/ 2 w 84"/>
                  <a:gd name="T9" fmla="*/ 1 h 70"/>
                  <a:gd name="T10" fmla="*/ 2 w 84"/>
                  <a:gd name="T11" fmla="*/ 1 h 70"/>
                  <a:gd name="T12" fmla="*/ 2 w 84"/>
                  <a:gd name="T13" fmla="*/ 1 h 70"/>
                  <a:gd name="T14" fmla="*/ 2 w 84"/>
                  <a:gd name="T15" fmla="*/ 1 h 70"/>
                  <a:gd name="T16" fmla="*/ 2 w 84"/>
                  <a:gd name="T17" fmla="*/ 1 h 70"/>
                  <a:gd name="T18" fmla="*/ 3 w 84"/>
                  <a:gd name="T19" fmla="*/ 2 h 70"/>
                  <a:gd name="T20" fmla="*/ 3 w 84"/>
                  <a:gd name="T21" fmla="*/ 2 h 70"/>
                  <a:gd name="T22" fmla="*/ 3 w 84"/>
                  <a:gd name="T23" fmla="*/ 2 h 70"/>
                  <a:gd name="T24" fmla="*/ 3 w 84"/>
                  <a:gd name="T25" fmla="*/ 3 h 70"/>
                  <a:gd name="T26" fmla="*/ 3 w 84"/>
                  <a:gd name="T27" fmla="*/ 2 h 70"/>
                  <a:gd name="T28" fmla="*/ 2 w 84"/>
                  <a:gd name="T29" fmla="*/ 2 h 70"/>
                  <a:gd name="T30" fmla="*/ 2 w 84"/>
                  <a:gd name="T31" fmla="*/ 2 h 70"/>
                  <a:gd name="T32" fmla="*/ 2 w 84"/>
                  <a:gd name="T33" fmla="*/ 2 h 70"/>
                  <a:gd name="T34" fmla="*/ 1 w 84"/>
                  <a:gd name="T35" fmla="*/ 1 h 70"/>
                  <a:gd name="T36" fmla="*/ 1 w 84"/>
                  <a:gd name="T37" fmla="*/ 1 h 70"/>
                  <a:gd name="T38" fmla="*/ 1 w 84"/>
                  <a:gd name="T39" fmla="*/ 1 h 70"/>
                  <a:gd name="T40" fmla="*/ 0 w 84"/>
                  <a:gd name="T41" fmla="*/ 1 h 70"/>
                  <a:gd name="T42" fmla="*/ 1 w 84"/>
                  <a:gd name="T43" fmla="*/ 0 h 70"/>
                  <a:gd name="T44" fmla="*/ 1 w 84"/>
                  <a:gd name="T45" fmla="*/ 1 h 70"/>
                  <a:gd name="T46" fmla="*/ 1 w 84"/>
                  <a:gd name="T47" fmla="*/ 1 h 70"/>
                  <a:gd name="T48" fmla="*/ 1 w 84"/>
                  <a:gd name="T49" fmla="*/ 1 h 70"/>
                  <a:gd name="T50" fmla="*/ 1 w 84"/>
                  <a:gd name="T51" fmla="*/ 1 h 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4"/>
                  <a:gd name="T79" fmla="*/ 0 h 70"/>
                  <a:gd name="T80" fmla="*/ 84 w 84"/>
                  <a:gd name="T81" fmla="*/ 70 h 7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4" h="70">
                    <a:moveTo>
                      <a:pt x="26" y="18"/>
                    </a:moveTo>
                    <a:lnTo>
                      <a:pt x="31" y="23"/>
                    </a:lnTo>
                    <a:lnTo>
                      <a:pt x="37" y="27"/>
                    </a:lnTo>
                    <a:lnTo>
                      <a:pt x="42" y="31"/>
                    </a:lnTo>
                    <a:lnTo>
                      <a:pt x="45" y="35"/>
                    </a:lnTo>
                    <a:lnTo>
                      <a:pt x="50" y="38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4" y="35"/>
                    </a:lnTo>
                    <a:lnTo>
                      <a:pt x="68" y="46"/>
                    </a:lnTo>
                    <a:lnTo>
                      <a:pt x="75" y="52"/>
                    </a:lnTo>
                    <a:lnTo>
                      <a:pt x="82" y="59"/>
                    </a:lnTo>
                    <a:lnTo>
                      <a:pt x="84" y="70"/>
                    </a:lnTo>
                    <a:lnTo>
                      <a:pt x="73" y="63"/>
                    </a:lnTo>
                    <a:lnTo>
                      <a:pt x="61" y="56"/>
                    </a:lnTo>
                    <a:lnTo>
                      <a:pt x="50" y="48"/>
                    </a:lnTo>
                    <a:lnTo>
                      <a:pt x="39" y="41"/>
                    </a:lnTo>
                    <a:lnTo>
                      <a:pt x="29" y="33"/>
                    </a:lnTo>
                    <a:lnTo>
                      <a:pt x="19" y="24"/>
                    </a:lnTo>
                    <a:lnTo>
                      <a:pt x="10" y="14"/>
                    </a:lnTo>
                    <a:lnTo>
                      <a:pt x="0" y="4"/>
                    </a:lnTo>
                    <a:lnTo>
                      <a:pt x="5" y="0"/>
                    </a:lnTo>
                    <a:lnTo>
                      <a:pt x="12" y="1"/>
                    </a:lnTo>
                    <a:lnTo>
                      <a:pt x="19" y="5"/>
                    </a:lnTo>
                    <a:lnTo>
                      <a:pt x="23" y="1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3" name="Freeform 35">
                <a:extLst>
                  <a:ext uri="{FF2B5EF4-FFF2-40B4-BE49-F238E27FC236}">
                    <a16:creationId xmlns:a16="http://schemas.microsoft.com/office/drawing/2014/main" id="{438EE761-3C73-4A4B-90FA-77EE127A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177"/>
                <a:ext cx="74" cy="118"/>
              </a:xfrm>
              <a:custGeom>
                <a:avLst/>
                <a:gdLst>
                  <a:gd name="T0" fmla="*/ 1 w 147"/>
                  <a:gd name="T1" fmla="*/ 8 h 236"/>
                  <a:gd name="T2" fmla="*/ 1 w 147"/>
                  <a:gd name="T3" fmla="*/ 8 h 236"/>
                  <a:gd name="T4" fmla="*/ 1 w 147"/>
                  <a:gd name="T5" fmla="*/ 7 h 236"/>
                  <a:gd name="T6" fmla="*/ 1 w 147"/>
                  <a:gd name="T7" fmla="*/ 7 h 236"/>
                  <a:gd name="T8" fmla="*/ 0 w 147"/>
                  <a:gd name="T9" fmla="*/ 7 h 236"/>
                  <a:gd name="T10" fmla="*/ 4 w 147"/>
                  <a:gd name="T11" fmla="*/ 1 h 236"/>
                  <a:gd name="T12" fmla="*/ 4 w 147"/>
                  <a:gd name="T13" fmla="*/ 1 h 236"/>
                  <a:gd name="T14" fmla="*/ 4 w 147"/>
                  <a:gd name="T15" fmla="*/ 1 h 236"/>
                  <a:gd name="T16" fmla="*/ 4 w 147"/>
                  <a:gd name="T17" fmla="*/ 1 h 236"/>
                  <a:gd name="T18" fmla="*/ 4 w 147"/>
                  <a:gd name="T19" fmla="*/ 1 h 236"/>
                  <a:gd name="T20" fmla="*/ 5 w 147"/>
                  <a:gd name="T21" fmla="*/ 1 h 236"/>
                  <a:gd name="T22" fmla="*/ 5 w 147"/>
                  <a:gd name="T23" fmla="*/ 1 h 236"/>
                  <a:gd name="T24" fmla="*/ 5 w 147"/>
                  <a:gd name="T25" fmla="*/ 1 h 236"/>
                  <a:gd name="T26" fmla="*/ 5 w 147"/>
                  <a:gd name="T27" fmla="*/ 0 h 236"/>
                  <a:gd name="T28" fmla="*/ 5 w 147"/>
                  <a:gd name="T29" fmla="*/ 1 h 236"/>
                  <a:gd name="T30" fmla="*/ 4 w 147"/>
                  <a:gd name="T31" fmla="*/ 2 h 236"/>
                  <a:gd name="T32" fmla="*/ 4 w 147"/>
                  <a:gd name="T33" fmla="*/ 3 h 236"/>
                  <a:gd name="T34" fmla="*/ 4 w 147"/>
                  <a:gd name="T35" fmla="*/ 4 h 236"/>
                  <a:gd name="T36" fmla="*/ 3 w 147"/>
                  <a:gd name="T37" fmla="*/ 5 h 236"/>
                  <a:gd name="T38" fmla="*/ 2 w 147"/>
                  <a:gd name="T39" fmla="*/ 6 h 236"/>
                  <a:gd name="T40" fmla="*/ 2 w 147"/>
                  <a:gd name="T41" fmla="*/ 7 h 236"/>
                  <a:gd name="T42" fmla="*/ 1 w 147"/>
                  <a:gd name="T43" fmla="*/ 8 h 2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7"/>
                  <a:gd name="T67" fmla="*/ 0 h 236"/>
                  <a:gd name="T68" fmla="*/ 147 w 147"/>
                  <a:gd name="T69" fmla="*/ 236 h 2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7" h="236">
                    <a:moveTo>
                      <a:pt x="21" y="236"/>
                    </a:moveTo>
                    <a:lnTo>
                      <a:pt x="13" y="228"/>
                    </a:lnTo>
                    <a:lnTo>
                      <a:pt x="7" y="216"/>
                    </a:lnTo>
                    <a:lnTo>
                      <a:pt x="3" y="205"/>
                    </a:lnTo>
                    <a:lnTo>
                      <a:pt x="0" y="193"/>
                    </a:lnTo>
                    <a:lnTo>
                      <a:pt x="105" y="31"/>
                    </a:lnTo>
                    <a:lnTo>
                      <a:pt x="109" y="27"/>
                    </a:lnTo>
                    <a:lnTo>
                      <a:pt x="115" y="24"/>
                    </a:lnTo>
                    <a:lnTo>
                      <a:pt x="121" y="21"/>
                    </a:lnTo>
                    <a:lnTo>
                      <a:pt x="127" y="18"/>
                    </a:lnTo>
                    <a:lnTo>
                      <a:pt x="132" y="14"/>
                    </a:lnTo>
                    <a:lnTo>
                      <a:pt x="138" y="10"/>
                    </a:lnTo>
                    <a:lnTo>
                      <a:pt x="143" y="5"/>
                    </a:lnTo>
                    <a:lnTo>
                      <a:pt x="147" y="0"/>
                    </a:lnTo>
                    <a:lnTo>
                      <a:pt x="138" y="32"/>
                    </a:lnTo>
                    <a:lnTo>
                      <a:pt x="127" y="63"/>
                    </a:lnTo>
                    <a:lnTo>
                      <a:pt x="113" y="94"/>
                    </a:lnTo>
                    <a:lnTo>
                      <a:pt x="98" y="123"/>
                    </a:lnTo>
                    <a:lnTo>
                      <a:pt x="81" y="152"/>
                    </a:lnTo>
                    <a:lnTo>
                      <a:pt x="61" y="180"/>
                    </a:lnTo>
                    <a:lnTo>
                      <a:pt x="41" y="208"/>
                    </a:lnTo>
                    <a:lnTo>
                      <a:pt x="21" y="236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4" name="Freeform 36">
                <a:extLst>
                  <a:ext uri="{FF2B5EF4-FFF2-40B4-BE49-F238E27FC236}">
                    <a16:creationId xmlns:a16="http://schemas.microsoft.com/office/drawing/2014/main" id="{B8F3AC24-20B8-E34D-814B-D50C337A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180"/>
                <a:ext cx="11" cy="12"/>
              </a:xfrm>
              <a:custGeom>
                <a:avLst/>
                <a:gdLst>
                  <a:gd name="T0" fmla="*/ 0 w 24"/>
                  <a:gd name="T1" fmla="*/ 0 h 26"/>
                  <a:gd name="T2" fmla="*/ 0 w 24"/>
                  <a:gd name="T3" fmla="*/ 0 h 26"/>
                  <a:gd name="T4" fmla="*/ 0 w 24"/>
                  <a:gd name="T5" fmla="*/ 0 h 26"/>
                  <a:gd name="T6" fmla="*/ 0 w 24"/>
                  <a:gd name="T7" fmla="*/ 0 h 26"/>
                  <a:gd name="T8" fmla="*/ 0 w 24"/>
                  <a:gd name="T9" fmla="*/ 0 h 26"/>
                  <a:gd name="T10" fmla="*/ 0 w 24"/>
                  <a:gd name="T11" fmla="*/ 0 h 26"/>
                  <a:gd name="T12" fmla="*/ 0 w 24"/>
                  <a:gd name="T13" fmla="*/ 0 h 26"/>
                  <a:gd name="T14" fmla="*/ 0 w 24"/>
                  <a:gd name="T15" fmla="*/ 0 h 26"/>
                  <a:gd name="T16" fmla="*/ 0 w 24"/>
                  <a:gd name="T17" fmla="*/ 0 h 26"/>
                  <a:gd name="T18" fmla="*/ 0 w 24"/>
                  <a:gd name="T19" fmla="*/ 0 h 26"/>
                  <a:gd name="T20" fmla="*/ 0 w 24"/>
                  <a:gd name="T21" fmla="*/ 0 h 26"/>
                  <a:gd name="T22" fmla="*/ 0 w 24"/>
                  <a:gd name="T23" fmla="*/ 0 h 26"/>
                  <a:gd name="T24" fmla="*/ 0 w 24"/>
                  <a:gd name="T25" fmla="*/ 0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26"/>
                  <a:gd name="T41" fmla="*/ 24 w 24"/>
                  <a:gd name="T42" fmla="*/ 26 h 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26">
                    <a:moveTo>
                      <a:pt x="24" y="9"/>
                    </a:moveTo>
                    <a:lnTo>
                      <a:pt x="22" y="14"/>
                    </a:lnTo>
                    <a:lnTo>
                      <a:pt x="20" y="19"/>
                    </a:lnTo>
                    <a:lnTo>
                      <a:pt x="19" y="22"/>
                    </a:lnTo>
                    <a:lnTo>
                      <a:pt x="15" y="26"/>
                    </a:lnTo>
                    <a:lnTo>
                      <a:pt x="11" y="23"/>
                    </a:lnTo>
                    <a:lnTo>
                      <a:pt x="6" y="21"/>
                    </a:lnTo>
                    <a:lnTo>
                      <a:pt x="3" y="19"/>
                    </a:lnTo>
                    <a:lnTo>
                      <a:pt x="0" y="14"/>
                    </a:lnTo>
                    <a:lnTo>
                      <a:pt x="3" y="5"/>
                    </a:lnTo>
                    <a:lnTo>
                      <a:pt x="10" y="0"/>
                    </a:lnTo>
                    <a:lnTo>
                      <a:pt x="18" y="1"/>
                    </a:lnTo>
                    <a:lnTo>
                      <a:pt x="2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5" name="Freeform 37">
                <a:extLst>
                  <a:ext uri="{FF2B5EF4-FFF2-40B4-BE49-F238E27FC236}">
                    <a16:creationId xmlns:a16="http://schemas.microsoft.com/office/drawing/2014/main" id="{8C7CC5CB-EFD3-7D49-B472-907269ED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180"/>
                <a:ext cx="84" cy="95"/>
              </a:xfrm>
              <a:custGeom>
                <a:avLst/>
                <a:gdLst>
                  <a:gd name="T0" fmla="*/ 5 w 169"/>
                  <a:gd name="T1" fmla="*/ 0 h 191"/>
                  <a:gd name="T2" fmla="*/ 1 w 169"/>
                  <a:gd name="T3" fmla="*/ 5 h 191"/>
                  <a:gd name="T4" fmla="*/ 1 w 169"/>
                  <a:gd name="T5" fmla="*/ 5 h 191"/>
                  <a:gd name="T6" fmla="*/ 1 w 169"/>
                  <a:gd name="T7" fmla="*/ 5 h 191"/>
                  <a:gd name="T8" fmla="*/ 0 w 169"/>
                  <a:gd name="T9" fmla="*/ 4 h 191"/>
                  <a:gd name="T10" fmla="*/ 0 w 169"/>
                  <a:gd name="T11" fmla="*/ 4 h 191"/>
                  <a:gd name="T12" fmla="*/ 0 w 169"/>
                  <a:gd name="T13" fmla="*/ 3 h 191"/>
                  <a:gd name="T14" fmla="*/ 0 w 169"/>
                  <a:gd name="T15" fmla="*/ 3 h 191"/>
                  <a:gd name="T16" fmla="*/ 0 w 169"/>
                  <a:gd name="T17" fmla="*/ 3 h 191"/>
                  <a:gd name="T18" fmla="*/ 0 w 169"/>
                  <a:gd name="T19" fmla="*/ 2 h 191"/>
                  <a:gd name="T20" fmla="*/ 0 w 169"/>
                  <a:gd name="T21" fmla="*/ 2 h 191"/>
                  <a:gd name="T22" fmla="*/ 1 w 169"/>
                  <a:gd name="T23" fmla="*/ 2 h 191"/>
                  <a:gd name="T24" fmla="*/ 1 w 169"/>
                  <a:gd name="T25" fmla="*/ 1 h 191"/>
                  <a:gd name="T26" fmla="*/ 2 w 169"/>
                  <a:gd name="T27" fmla="*/ 1 h 191"/>
                  <a:gd name="T28" fmla="*/ 3 w 169"/>
                  <a:gd name="T29" fmla="*/ 1 h 191"/>
                  <a:gd name="T30" fmla="*/ 3 w 169"/>
                  <a:gd name="T31" fmla="*/ 0 h 191"/>
                  <a:gd name="T32" fmla="*/ 4 w 169"/>
                  <a:gd name="T33" fmla="*/ 0 h 191"/>
                  <a:gd name="T34" fmla="*/ 4 w 169"/>
                  <a:gd name="T35" fmla="*/ 0 h 191"/>
                  <a:gd name="T36" fmla="*/ 5 w 169"/>
                  <a:gd name="T37" fmla="*/ 0 h 1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9"/>
                  <a:gd name="T58" fmla="*/ 0 h 191"/>
                  <a:gd name="T59" fmla="*/ 169 w 169"/>
                  <a:gd name="T60" fmla="*/ 191 h 19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9" h="191">
                    <a:moveTo>
                      <a:pt x="169" y="20"/>
                    </a:moveTo>
                    <a:lnTo>
                      <a:pt x="50" y="191"/>
                    </a:lnTo>
                    <a:lnTo>
                      <a:pt x="44" y="178"/>
                    </a:lnTo>
                    <a:lnTo>
                      <a:pt x="37" y="165"/>
                    </a:lnTo>
                    <a:lnTo>
                      <a:pt x="31" y="152"/>
                    </a:lnTo>
                    <a:lnTo>
                      <a:pt x="25" y="140"/>
                    </a:lnTo>
                    <a:lnTo>
                      <a:pt x="18" y="126"/>
                    </a:lnTo>
                    <a:lnTo>
                      <a:pt x="13" y="113"/>
                    </a:lnTo>
                    <a:lnTo>
                      <a:pt x="6" y="99"/>
                    </a:lnTo>
                    <a:lnTo>
                      <a:pt x="0" y="87"/>
                    </a:lnTo>
                    <a:lnTo>
                      <a:pt x="21" y="80"/>
                    </a:lnTo>
                    <a:lnTo>
                      <a:pt x="40" y="72"/>
                    </a:lnTo>
                    <a:lnTo>
                      <a:pt x="60" y="61"/>
                    </a:lnTo>
                    <a:lnTo>
                      <a:pt x="78" y="51"/>
                    </a:lnTo>
                    <a:lnTo>
                      <a:pt x="97" y="40"/>
                    </a:lnTo>
                    <a:lnTo>
                      <a:pt x="115" y="28"/>
                    </a:lnTo>
                    <a:lnTo>
                      <a:pt x="133" y="14"/>
                    </a:lnTo>
                    <a:lnTo>
                      <a:pt x="150" y="0"/>
                    </a:lnTo>
                    <a:lnTo>
                      <a:pt x="16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6" name="Freeform 38">
                <a:extLst>
                  <a:ext uri="{FF2B5EF4-FFF2-40B4-BE49-F238E27FC236}">
                    <a16:creationId xmlns:a16="http://schemas.microsoft.com/office/drawing/2014/main" id="{D3B156C7-7571-444A-A07A-F6540AEE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219"/>
                <a:ext cx="41" cy="57"/>
              </a:xfrm>
              <a:custGeom>
                <a:avLst/>
                <a:gdLst>
                  <a:gd name="T0" fmla="*/ 2 w 83"/>
                  <a:gd name="T1" fmla="*/ 2 h 114"/>
                  <a:gd name="T2" fmla="*/ 2 w 83"/>
                  <a:gd name="T3" fmla="*/ 3 h 114"/>
                  <a:gd name="T4" fmla="*/ 2 w 83"/>
                  <a:gd name="T5" fmla="*/ 3 h 114"/>
                  <a:gd name="T6" fmla="*/ 2 w 83"/>
                  <a:gd name="T7" fmla="*/ 4 h 114"/>
                  <a:gd name="T8" fmla="*/ 2 w 83"/>
                  <a:gd name="T9" fmla="*/ 4 h 114"/>
                  <a:gd name="T10" fmla="*/ 2 w 83"/>
                  <a:gd name="T11" fmla="*/ 4 h 114"/>
                  <a:gd name="T12" fmla="*/ 2 w 83"/>
                  <a:gd name="T13" fmla="*/ 4 h 114"/>
                  <a:gd name="T14" fmla="*/ 1 w 83"/>
                  <a:gd name="T15" fmla="*/ 3 h 114"/>
                  <a:gd name="T16" fmla="*/ 1 w 83"/>
                  <a:gd name="T17" fmla="*/ 3 h 114"/>
                  <a:gd name="T18" fmla="*/ 1 w 83"/>
                  <a:gd name="T19" fmla="*/ 3 h 114"/>
                  <a:gd name="T20" fmla="*/ 1 w 83"/>
                  <a:gd name="T21" fmla="*/ 3 h 114"/>
                  <a:gd name="T22" fmla="*/ 1 w 83"/>
                  <a:gd name="T23" fmla="*/ 3 h 114"/>
                  <a:gd name="T24" fmla="*/ 0 w 83"/>
                  <a:gd name="T25" fmla="*/ 3 h 114"/>
                  <a:gd name="T26" fmla="*/ 0 w 83"/>
                  <a:gd name="T27" fmla="*/ 3 h 114"/>
                  <a:gd name="T28" fmla="*/ 0 w 83"/>
                  <a:gd name="T29" fmla="*/ 2 h 114"/>
                  <a:gd name="T30" fmla="*/ 0 w 83"/>
                  <a:gd name="T31" fmla="*/ 2 h 114"/>
                  <a:gd name="T32" fmla="*/ 0 w 83"/>
                  <a:gd name="T33" fmla="*/ 2 h 114"/>
                  <a:gd name="T34" fmla="*/ 0 w 83"/>
                  <a:gd name="T35" fmla="*/ 2 h 114"/>
                  <a:gd name="T36" fmla="*/ 0 w 83"/>
                  <a:gd name="T37" fmla="*/ 2 h 114"/>
                  <a:gd name="T38" fmla="*/ 0 w 83"/>
                  <a:gd name="T39" fmla="*/ 1 h 114"/>
                  <a:gd name="T40" fmla="*/ 0 w 83"/>
                  <a:gd name="T41" fmla="*/ 1 h 114"/>
                  <a:gd name="T42" fmla="*/ 0 w 83"/>
                  <a:gd name="T43" fmla="*/ 0 h 114"/>
                  <a:gd name="T44" fmla="*/ 0 w 83"/>
                  <a:gd name="T45" fmla="*/ 1 h 114"/>
                  <a:gd name="T46" fmla="*/ 1 w 83"/>
                  <a:gd name="T47" fmla="*/ 1 h 114"/>
                  <a:gd name="T48" fmla="*/ 1 w 83"/>
                  <a:gd name="T49" fmla="*/ 1 h 114"/>
                  <a:gd name="T50" fmla="*/ 1 w 83"/>
                  <a:gd name="T51" fmla="*/ 1 h 114"/>
                  <a:gd name="T52" fmla="*/ 1 w 83"/>
                  <a:gd name="T53" fmla="*/ 1 h 114"/>
                  <a:gd name="T54" fmla="*/ 1 w 83"/>
                  <a:gd name="T55" fmla="*/ 2 h 114"/>
                  <a:gd name="T56" fmla="*/ 2 w 83"/>
                  <a:gd name="T57" fmla="*/ 2 h 114"/>
                  <a:gd name="T58" fmla="*/ 2 w 83"/>
                  <a:gd name="T59" fmla="*/ 2 h 1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3"/>
                  <a:gd name="T91" fmla="*/ 0 h 114"/>
                  <a:gd name="T92" fmla="*/ 83 w 83"/>
                  <a:gd name="T93" fmla="*/ 114 h 11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3" h="114">
                    <a:moveTo>
                      <a:pt x="76" y="53"/>
                    </a:moveTo>
                    <a:lnTo>
                      <a:pt x="78" y="68"/>
                    </a:lnTo>
                    <a:lnTo>
                      <a:pt x="80" y="84"/>
                    </a:lnTo>
                    <a:lnTo>
                      <a:pt x="82" y="99"/>
                    </a:lnTo>
                    <a:lnTo>
                      <a:pt x="83" y="114"/>
                    </a:lnTo>
                    <a:lnTo>
                      <a:pt x="73" y="114"/>
                    </a:lnTo>
                    <a:lnTo>
                      <a:pt x="66" y="106"/>
                    </a:lnTo>
                    <a:lnTo>
                      <a:pt x="60" y="94"/>
                    </a:lnTo>
                    <a:lnTo>
                      <a:pt x="54" y="87"/>
                    </a:lnTo>
                    <a:lnTo>
                      <a:pt x="47" y="84"/>
                    </a:lnTo>
                    <a:lnTo>
                      <a:pt x="42" y="80"/>
                    </a:lnTo>
                    <a:lnTo>
                      <a:pt x="36" y="76"/>
                    </a:lnTo>
                    <a:lnTo>
                      <a:pt x="31" y="71"/>
                    </a:lnTo>
                    <a:lnTo>
                      <a:pt x="27" y="66"/>
                    </a:lnTo>
                    <a:lnTo>
                      <a:pt x="22" y="63"/>
                    </a:lnTo>
                    <a:lnTo>
                      <a:pt x="17" y="60"/>
                    </a:lnTo>
                    <a:lnTo>
                      <a:pt x="12" y="57"/>
                    </a:lnTo>
                    <a:lnTo>
                      <a:pt x="5" y="49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14" y="0"/>
                    </a:lnTo>
                    <a:lnTo>
                      <a:pt x="24" y="2"/>
                    </a:lnTo>
                    <a:lnTo>
                      <a:pt x="33" y="8"/>
                    </a:lnTo>
                    <a:lnTo>
                      <a:pt x="42" y="15"/>
                    </a:lnTo>
                    <a:lnTo>
                      <a:pt x="47" y="23"/>
                    </a:lnTo>
                    <a:lnTo>
                      <a:pt x="54" y="31"/>
                    </a:lnTo>
                    <a:lnTo>
                      <a:pt x="60" y="39"/>
                    </a:lnTo>
                    <a:lnTo>
                      <a:pt x="68" y="47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7" name="Freeform 39">
                <a:extLst>
                  <a:ext uri="{FF2B5EF4-FFF2-40B4-BE49-F238E27FC236}">
                    <a16:creationId xmlns:a16="http://schemas.microsoft.com/office/drawing/2014/main" id="{F4362F86-A2E1-9E40-BB22-34EF050B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20"/>
                <a:ext cx="18" cy="17"/>
              </a:xfrm>
              <a:custGeom>
                <a:avLst/>
                <a:gdLst>
                  <a:gd name="T0" fmla="*/ 2 w 35"/>
                  <a:gd name="T1" fmla="*/ 1 h 33"/>
                  <a:gd name="T2" fmla="*/ 1 w 35"/>
                  <a:gd name="T3" fmla="*/ 1 h 33"/>
                  <a:gd name="T4" fmla="*/ 1 w 35"/>
                  <a:gd name="T5" fmla="*/ 1 h 33"/>
                  <a:gd name="T6" fmla="*/ 1 w 35"/>
                  <a:gd name="T7" fmla="*/ 2 h 33"/>
                  <a:gd name="T8" fmla="*/ 1 w 35"/>
                  <a:gd name="T9" fmla="*/ 1 h 33"/>
                  <a:gd name="T10" fmla="*/ 1 w 35"/>
                  <a:gd name="T11" fmla="*/ 1 h 33"/>
                  <a:gd name="T12" fmla="*/ 1 w 35"/>
                  <a:gd name="T13" fmla="*/ 1 h 33"/>
                  <a:gd name="T14" fmla="*/ 1 w 35"/>
                  <a:gd name="T15" fmla="*/ 1 h 33"/>
                  <a:gd name="T16" fmla="*/ 0 w 35"/>
                  <a:gd name="T17" fmla="*/ 1 h 33"/>
                  <a:gd name="T18" fmla="*/ 1 w 35"/>
                  <a:gd name="T19" fmla="*/ 1 h 33"/>
                  <a:gd name="T20" fmla="*/ 1 w 35"/>
                  <a:gd name="T21" fmla="*/ 1 h 33"/>
                  <a:gd name="T22" fmla="*/ 1 w 35"/>
                  <a:gd name="T23" fmla="*/ 1 h 33"/>
                  <a:gd name="T24" fmla="*/ 1 w 35"/>
                  <a:gd name="T25" fmla="*/ 1 h 33"/>
                  <a:gd name="T26" fmla="*/ 1 w 35"/>
                  <a:gd name="T27" fmla="*/ 1 h 33"/>
                  <a:gd name="T28" fmla="*/ 1 w 35"/>
                  <a:gd name="T29" fmla="*/ 0 h 33"/>
                  <a:gd name="T30" fmla="*/ 1 w 35"/>
                  <a:gd name="T31" fmla="*/ 1 h 33"/>
                  <a:gd name="T32" fmla="*/ 2 w 35"/>
                  <a:gd name="T33" fmla="*/ 1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3"/>
                  <a:gd name="T53" fmla="*/ 35 w 35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3">
                    <a:moveTo>
                      <a:pt x="35" y="8"/>
                    </a:moveTo>
                    <a:lnTo>
                      <a:pt x="29" y="16"/>
                    </a:lnTo>
                    <a:lnTo>
                      <a:pt x="27" y="26"/>
                    </a:lnTo>
                    <a:lnTo>
                      <a:pt x="22" y="33"/>
                    </a:lnTo>
                    <a:lnTo>
                      <a:pt x="14" y="32"/>
                    </a:lnTo>
                    <a:lnTo>
                      <a:pt x="10" y="29"/>
                    </a:lnTo>
                    <a:lnTo>
                      <a:pt x="6" y="24"/>
                    </a:lnTo>
                    <a:lnTo>
                      <a:pt x="2" y="21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10" y="9"/>
                    </a:lnTo>
                    <a:lnTo>
                      <a:pt x="14" y="6"/>
                    </a:lnTo>
                    <a:lnTo>
                      <a:pt x="20" y="2"/>
                    </a:lnTo>
                    <a:lnTo>
                      <a:pt x="25" y="1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8" name="Freeform 40">
                <a:extLst>
                  <a:ext uri="{FF2B5EF4-FFF2-40B4-BE49-F238E27FC236}">
                    <a16:creationId xmlns:a16="http://schemas.microsoft.com/office/drawing/2014/main" id="{7B495683-2006-E94D-A012-DC1A5F77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31"/>
                <a:ext cx="22" cy="24"/>
              </a:xfrm>
              <a:custGeom>
                <a:avLst/>
                <a:gdLst>
                  <a:gd name="T0" fmla="*/ 2 w 44"/>
                  <a:gd name="T1" fmla="*/ 1 h 47"/>
                  <a:gd name="T2" fmla="*/ 2 w 44"/>
                  <a:gd name="T3" fmla="*/ 1 h 47"/>
                  <a:gd name="T4" fmla="*/ 2 w 44"/>
                  <a:gd name="T5" fmla="*/ 1 h 47"/>
                  <a:gd name="T6" fmla="*/ 2 w 44"/>
                  <a:gd name="T7" fmla="*/ 2 h 47"/>
                  <a:gd name="T8" fmla="*/ 2 w 44"/>
                  <a:gd name="T9" fmla="*/ 2 h 47"/>
                  <a:gd name="T10" fmla="*/ 2 w 44"/>
                  <a:gd name="T11" fmla="*/ 2 h 47"/>
                  <a:gd name="T12" fmla="*/ 2 w 44"/>
                  <a:gd name="T13" fmla="*/ 2 h 47"/>
                  <a:gd name="T14" fmla="*/ 1 w 44"/>
                  <a:gd name="T15" fmla="*/ 2 h 47"/>
                  <a:gd name="T16" fmla="*/ 1 w 44"/>
                  <a:gd name="T17" fmla="*/ 2 h 47"/>
                  <a:gd name="T18" fmla="*/ 1 w 44"/>
                  <a:gd name="T19" fmla="*/ 2 h 47"/>
                  <a:gd name="T20" fmla="*/ 1 w 44"/>
                  <a:gd name="T21" fmla="*/ 2 h 47"/>
                  <a:gd name="T22" fmla="*/ 1 w 44"/>
                  <a:gd name="T23" fmla="*/ 1 h 47"/>
                  <a:gd name="T24" fmla="*/ 0 w 44"/>
                  <a:gd name="T25" fmla="*/ 1 h 47"/>
                  <a:gd name="T26" fmla="*/ 1 w 44"/>
                  <a:gd name="T27" fmla="*/ 1 h 47"/>
                  <a:gd name="T28" fmla="*/ 1 w 44"/>
                  <a:gd name="T29" fmla="*/ 1 h 47"/>
                  <a:gd name="T30" fmla="*/ 1 w 44"/>
                  <a:gd name="T31" fmla="*/ 1 h 47"/>
                  <a:gd name="T32" fmla="*/ 1 w 44"/>
                  <a:gd name="T33" fmla="*/ 0 h 47"/>
                  <a:gd name="T34" fmla="*/ 2 w 44"/>
                  <a:gd name="T35" fmla="*/ 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7"/>
                  <a:gd name="T56" fmla="*/ 44 w 44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7">
                    <a:moveTo>
                      <a:pt x="40" y="7"/>
                    </a:moveTo>
                    <a:lnTo>
                      <a:pt x="40" y="15"/>
                    </a:lnTo>
                    <a:lnTo>
                      <a:pt x="41" y="25"/>
                    </a:lnTo>
                    <a:lnTo>
                      <a:pt x="42" y="36"/>
                    </a:lnTo>
                    <a:lnTo>
                      <a:pt x="44" y="45"/>
                    </a:lnTo>
                    <a:lnTo>
                      <a:pt x="38" y="47"/>
                    </a:lnTo>
                    <a:lnTo>
                      <a:pt x="33" y="47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5" y="38"/>
                    </a:lnTo>
                    <a:lnTo>
                      <a:pt x="10" y="33"/>
                    </a:lnTo>
                    <a:lnTo>
                      <a:pt x="5" y="29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10" y="0"/>
                    </a:lnTo>
                    <a:lnTo>
                      <a:pt x="40" y="7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99" name="Freeform 41">
                <a:extLst>
                  <a:ext uri="{FF2B5EF4-FFF2-40B4-BE49-F238E27FC236}">
                    <a16:creationId xmlns:a16="http://schemas.microsoft.com/office/drawing/2014/main" id="{ACF8A42A-0D31-5B4C-AA08-996EF2269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229"/>
                <a:ext cx="27" cy="36"/>
              </a:xfrm>
              <a:custGeom>
                <a:avLst/>
                <a:gdLst>
                  <a:gd name="T0" fmla="*/ 2 w 54"/>
                  <a:gd name="T1" fmla="*/ 1 h 73"/>
                  <a:gd name="T2" fmla="*/ 2 w 54"/>
                  <a:gd name="T3" fmla="*/ 1 h 73"/>
                  <a:gd name="T4" fmla="*/ 2 w 54"/>
                  <a:gd name="T5" fmla="*/ 1 h 73"/>
                  <a:gd name="T6" fmla="*/ 2 w 54"/>
                  <a:gd name="T7" fmla="*/ 2 h 73"/>
                  <a:gd name="T8" fmla="*/ 2 w 54"/>
                  <a:gd name="T9" fmla="*/ 2 h 73"/>
                  <a:gd name="T10" fmla="*/ 2 w 54"/>
                  <a:gd name="T11" fmla="*/ 2 h 73"/>
                  <a:gd name="T12" fmla="*/ 2 w 54"/>
                  <a:gd name="T13" fmla="*/ 1 h 73"/>
                  <a:gd name="T14" fmla="*/ 1 w 54"/>
                  <a:gd name="T15" fmla="*/ 1 h 73"/>
                  <a:gd name="T16" fmla="*/ 1 w 54"/>
                  <a:gd name="T17" fmla="*/ 1 h 73"/>
                  <a:gd name="T18" fmla="*/ 1 w 54"/>
                  <a:gd name="T19" fmla="*/ 0 h 73"/>
                  <a:gd name="T20" fmla="*/ 1 w 54"/>
                  <a:gd name="T21" fmla="*/ 0 h 73"/>
                  <a:gd name="T22" fmla="*/ 0 w 54"/>
                  <a:gd name="T23" fmla="*/ 0 h 73"/>
                  <a:gd name="T24" fmla="*/ 1 w 54"/>
                  <a:gd name="T25" fmla="*/ 0 h 73"/>
                  <a:gd name="T26" fmla="*/ 1 w 54"/>
                  <a:gd name="T27" fmla="*/ 0 h 73"/>
                  <a:gd name="T28" fmla="*/ 1 w 54"/>
                  <a:gd name="T29" fmla="*/ 0 h 73"/>
                  <a:gd name="T30" fmla="*/ 1 w 54"/>
                  <a:gd name="T31" fmla="*/ 0 h 73"/>
                  <a:gd name="T32" fmla="*/ 1 w 54"/>
                  <a:gd name="T33" fmla="*/ 0 h 73"/>
                  <a:gd name="T34" fmla="*/ 1 w 54"/>
                  <a:gd name="T35" fmla="*/ 0 h 73"/>
                  <a:gd name="T36" fmla="*/ 2 w 54"/>
                  <a:gd name="T37" fmla="*/ 1 h 73"/>
                  <a:gd name="T38" fmla="*/ 2 w 54"/>
                  <a:gd name="T39" fmla="*/ 1 h 73"/>
                  <a:gd name="T40" fmla="*/ 2 w 54"/>
                  <a:gd name="T41" fmla="*/ 1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73"/>
                  <a:gd name="T65" fmla="*/ 54 w 54"/>
                  <a:gd name="T66" fmla="*/ 73 h 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73">
                    <a:moveTo>
                      <a:pt x="48" y="44"/>
                    </a:moveTo>
                    <a:lnTo>
                      <a:pt x="49" y="50"/>
                    </a:lnTo>
                    <a:lnTo>
                      <a:pt x="52" y="59"/>
                    </a:lnTo>
                    <a:lnTo>
                      <a:pt x="54" y="68"/>
                    </a:lnTo>
                    <a:lnTo>
                      <a:pt x="53" y="73"/>
                    </a:lnTo>
                    <a:lnTo>
                      <a:pt x="48" y="64"/>
                    </a:lnTo>
                    <a:lnTo>
                      <a:pt x="39" y="54"/>
                    </a:lnTo>
                    <a:lnTo>
                      <a:pt x="29" y="46"/>
                    </a:lnTo>
                    <a:lnTo>
                      <a:pt x="20" y="38"/>
                    </a:lnTo>
                    <a:lnTo>
                      <a:pt x="11" y="29"/>
                    </a:lnTo>
                    <a:lnTo>
                      <a:pt x="4" y="20"/>
                    </a:lnTo>
                    <a:lnTo>
                      <a:pt x="0" y="11"/>
                    </a:lnTo>
                    <a:lnTo>
                      <a:pt x="1" y="0"/>
                    </a:lnTo>
                    <a:lnTo>
                      <a:pt x="10" y="2"/>
                    </a:lnTo>
                    <a:lnTo>
                      <a:pt x="15" y="6"/>
                    </a:lnTo>
                    <a:lnTo>
                      <a:pt x="21" y="12"/>
                    </a:lnTo>
                    <a:lnTo>
                      <a:pt x="27" y="19"/>
                    </a:lnTo>
                    <a:lnTo>
                      <a:pt x="31" y="27"/>
                    </a:lnTo>
                    <a:lnTo>
                      <a:pt x="36" y="34"/>
                    </a:lnTo>
                    <a:lnTo>
                      <a:pt x="42" y="39"/>
                    </a:lnTo>
                    <a:lnTo>
                      <a:pt x="48" y="44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0" name="Freeform 42">
                <a:extLst>
                  <a:ext uri="{FF2B5EF4-FFF2-40B4-BE49-F238E27FC236}">
                    <a16:creationId xmlns:a16="http://schemas.microsoft.com/office/drawing/2014/main" id="{83967248-7FC5-1A42-AEEE-E1AC1763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233"/>
                <a:ext cx="155" cy="94"/>
              </a:xfrm>
              <a:custGeom>
                <a:avLst/>
                <a:gdLst>
                  <a:gd name="T0" fmla="*/ 5 w 310"/>
                  <a:gd name="T1" fmla="*/ 2 h 188"/>
                  <a:gd name="T2" fmla="*/ 5 w 310"/>
                  <a:gd name="T3" fmla="*/ 2 h 188"/>
                  <a:gd name="T4" fmla="*/ 5 w 310"/>
                  <a:gd name="T5" fmla="*/ 2 h 188"/>
                  <a:gd name="T6" fmla="*/ 5 w 310"/>
                  <a:gd name="T7" fmla="*/ 2 h 188"/>
                  <a:gd name="T8" fmla="*/ 5 w 310"/>
                  <a:gd name="T9" fmla="*/ 2 h 188"/>
                  <a:gd name="T10" fmla="*/ 5 w 310"/>
                  <a:gd name="T11" fmla="*/ 2 h 188"/>
                  <a:gd name="T12" fmla="*/ 5 w 310"/>
                  <a:gd name="T13" fmla="*/ 2 h 188"/>
                  <a:gd name="T14" fmla="*/ 6 w 310"/>
                  <a:gd name="T15" fmla="*/ 2 h 188"/>
                  <a:gd name="T16" fmla="*/ 6 w 310"/>
                  <a:gd name="T17" fmla="*/ 2 h 188"/>
                  <a:gd name="T18" fmla="*/ 6 w 310"/>
                  <a:gd name="T19" fmla="*/ 3 h 188"/>
                  <a:gd name="T20" fmla="*/ 7 w 310"/>
                  <a:gd name="T21" fmla="*/ 3 h 188"/>
                  <a:gd name="T22" fmla="*/ 7 w 310"/>
                  <a:gd name="T23" fmla="*/ 3 h 188"/>
                  <a:gd name="T24" fmla="*/ 8 w 310"/>
                  <a:gd name="T25" fmla="*/ 4 h 188"/>
                  <a:gd name="T26" fmla="*/ 9 w 310"/>
                  <a:gd name="T27" fmla="*/ 4 h 188"/>
                  <a:gd name="T28" fmla="*/ 9 w 310"/>
                  <a:gd name="T29" fmla="*/ 4 h 188"/>
                  <a:gd name="T30" fmla="*/ 10 w 310"/>
                  <a:gd name="T31" fmla="*/ 5 h 188"/>
                  <a:gd name="T32" fmla="*/ 10 w 310"/>
                  <a:gd name="T33" fmla="*/ 5 h 188"/>
                  <a:gd name="T34" fmla="*/ 10 w 310"/>
                  <a:gd name="T35" fmla="*/ 5 h 188"/>
                  <a:gd name="T36" fmla="*/ 10 w 310"/>
                  <a:gd name="T37" fmla="*/ 5 h 188"/>
                  <a:gd name="T38" fmla="*/ 10 w 310"/>
                  <a:gd name="T39" fmla="*/ 5 h 188"/>
                  <a:gd name="T40" fmla="*/ 10 w 310"/>
                  <a:gd name="T41" fmla="*/ 5 h 188"/>
                  <a:gd name="T42" fmla="*/ 10 w 310"/>
                  <a:gd name="T43" fmla="*/ 6 h 188"/>
                  <a:gd name="T44" fmla="*/ 9 w 310"/>
                  <a:gd name="T45" fmla="*/ 6 h 188"/>
                  <a:gd name="T46" fmla="*/ 9 w 310"/>
                  <a:gd name="T47" fmla="*/ 6 h 188"/>
                  <a:gd name="T48" fmla="*/ 9 w 310"/>
                  <a:gd name="T49" fmla="*/ 6 h 188"/>
                  <a:gd name="T50" fmla="*/ 9 w 310"/>
                  <a:gd name="T51" fmla="*/ 6 h 188"/>
                  <a:gd name="T52" fmla="*/ 8 w 310"/>
                  <a:gd name="T53" fmla="*/ 6 h 188"/>
                  <a:gd name="T54" fmla="*/ 8 w 310"/>
                  <a:gd name="T55" fmla="*/ 6 h 188"/>
                  <a:gd name="T56" fmla="*/ 7 w 310"/>
                  <a:gd name="T57" fmla="*/ 6 h 188"/>
                  <a:gd name="T58" fmla="*/ 7 w 310"/>
                  <a:gd name="T59" fmla="*/ 6 h 188"/>
                  <a:gd name="T60" fmla="*/ 6 w 310"/>
                  <a:gd name="T61" fmla="*/ 6 h 188"/>
                  <a:gd name="T62" fmla="*/ 6 w 310"/>
                  <a:gd name="T63" fmla="*/ 6 h 188"/>
                  <a:gd name="T64" fmla="*/ 5 w 310"/>
                  <a:gd name="T65" fmla="*/ 6 h 188"/>
                  <a:gd name="T66" fmla="*/ 5 w 310"/>
                  <a:gd name="T67" fmla="*/ 6 h 188"/>
                  <a:gd name="T68" fmla="*/ 5 w 310"/>
                  <a:gd name="T69" fmla="*/ 6 h 188"/>
                  <a:gd name="T70" fmla="*/ 4 w 310"/>
                  <a:gd name="T71" fmla="*/ 6 h 188"/>
                  <a:gd name="T72" fmla="*/ 4 w 310"/>
                  <a:gd name="T73" fmla="*/ 6 h 188"/>
                  <a:gd name="T74" fmla="*/ 3 w 310"/>
                  <a:gd name="T75" fmla="*/ 6 h 188"/>
                  <a:gd name="T76" fmla="*/ 3 w 310"/>
                  <a:gd name="T77" fmla="*/ 6 h 188"/>
                  <a:gd name="T78" fmla="*/ 3 w 310"/>
                  <a:gd name="T79" fmla="*/ 6 h 188"/>
                  <a:gd name="T80" fmla="*/ 2 w 310"/>
                  <a:gd name="T81" fmla="*/ 6 h 188"/>
                  <a:gd name="T82" fmla="*/ 0 w 310"/>
                  <a:gd name="T83" fmla="*/ 5 h 188"/>
                  <a:gd name="T84" fmla="*/ 1 w 310"/>
                  <a:gd name="T85" fmla="*/ 3 h 188"/>
                  <a:gd name="T86" fmla="*/ 1 w 310"/>
                  <a:gd name="T87" fmla="*/ 3 h 188"/>
                  <a:gd name="T88" fmla="*/ 1 w 310"/>
                  <a:gd name="T89" fmla="*/ 2 h 188"/>
                  <a:gd name="T90" fmla="*/ 1 w 310"/>
                  <a:gd name="T91" fmla="*/ 0 h 188"/>
                  <a:gd name="T92" fmla="*/ 2 w 310"/>
                  <a:gd name="T93" fmla="*/ 1 h 188"/>
                  <a:gd name="T94" fmla="*/ 2 w 310"/>
                  <a:gd name="T95" fmla="*/ 1 h 188"/>
                  <a:gd name="T96" fmla="*/ 2 w 310"/>
                  <a:gd name="T97" fmla="*/ 1 h 188"/>
                  <a:gd name="T98" fmla="*/ 3 w 310"/>
                  <a:gd name="T99" fmla="*/ 1 h 188"/>
                  <a:gd name="T100" fmla="*/ 3 w 310"/>
                  <a:gd name="T101" fmla="*/ 1 h 188"/>
                  <a:gd name="T102" fmla="*/ 4 w 310"/>
                  <a:gd name="T103" fmla="*/ 2 h 188"/>
                  <a:gd name="T104" fmla="*/ 4 w 310"/>
                  <a:gd name="T105" fmla="*/ 2 h 188"/>
                  <a:gd name="T106" fmla="*/ 5 w 310"/>
                  <a:gd name="T107" fmla="*/ 2 h 1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10"/>
                  <a:gd name="T163" fmla="*/ 0 h 188"/>
                  <a:gd name="T164" fmla="*/ 310 w 310"/>
                  <a:gd name="T165" fmla="*/ 188 h 18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10" h="188">
                    <a:moveTo>
                      <a:pt x="133" y="55"/>
                    </a:moveTo>
                    <a:lnTo>
                      <a:pt x="139" y="56"/>
                    </a:lnTo>
                    <a:lnTo>
                      <a:pt x="144" y="58"/>
                    </a:lnTo>
                    <a:lnTo>
                      <a:pt x="150" y="59"/>
                    </a:lnTo>
                    <a:lnTo>
                      <a:pt x="156" y="59"/>
                    </a:lnTo>
                    <a:lnTo>
                      <a:pt x="162" y="60"/>
                    </a:lnTo>
                    <a:lnTo>
                      <a:pt x="167" y="60"/>
                    </a:lnTo>
                    <a:lnTo>
                      <a:pt x="172" y="60"/>
                    </a:lnTo>
                    <a:lnTo>
                      <a:pt x="178" y="60"/>
                    </a:lnTo>
                    <a:lnTo>
                      <a:pt x="194" y="73"/>
                    </a:lnTo>
                    <a:lnTo>
                      <a:pt x="210" y="85"/>
                    </a:lnTo>
                    <a:lnTo>
                      <a:pt x="225" y="96"/>
                    </a:lnTo>
                    <a:lnTo>
                      <a:pt x="241" y="108"/>
                    </a:lnTo>
                    <a:lnTo>
                      <a:pt x="257" y="118"/>
                    </a:lnTo>
                    <a:lnTo>
                      <a:pt x="275" y="127"/>
                    </a:lnTo>
                    <a:lnTo>
                      <a:pt x="292" y="135"/>
                    </a:lnTo>
                    <a:lnTo>
                      <a:pt x="310" y="141"/>
                    </a:lnTo>
                    <a:lnTo>
                      <a:pt x="310" y="148"/>
                    </a:lnTo>
                    <a:lnTo>
                      <a:pt x="308" y="154"/>
                    </a:lnTo>
                    <a:lnTo>
                      <a:pt x="305" y="157"/>
                    </a:lnTo>
                    <a:lnTo>
                      <a:pt x="300" y="159"/>
                    </a:lnTo>
                    <a:lnTo>
                      <a:pt x="294" y="161"/>
                    </a:lnTo>
                    <a:lnTo>
                      <a:pt x="288" y="162"/>
                    </a:lnTo>
                    <a:lnTo>
                      <a:pt x="283" y="163"/>
                    </a:lnTo>
                    <a:lnTo>
                      <a:pt x="277" y="164"/>
                    </a:lnTo>
                    <a:lnTo>
                      <a:pt x="263" y="163"/>
                    </a:lnTo>
                    <a:lnTo>
                      <a:pt x="249" y="164"/>
                    </a:lnTo>
                    <a:lnTo>
                      <a:pt x="235" y="166"/>
                    </a:lnTo>
                    <a:lnTo>
                      <a:pt x="222" y="169"/>
                    </a:lnTo>
                    <a:lnTo>
                      <a:pt x="208" y="171"/>
                    </a:lnTo>
                    <a:lnTo>
                      <a:pt x="194" y="174"/>
                    </a:lnTo>
                    <a:lnTo>
                      <a:pt x="180" y="178"/>
                    </a:lnTo>
                    <a:lnTo>
                      <a:pt x="167" y="181"/>
                    </a:lnTo>
                    <a:lnTo>
                      <a:pt x="154" y="185"/>
                    </a:lnTo>
                    <a:lnTo>
                      <a:pt x="141" y="186"/>
                    </a:lnTo>
                    <a:lnTo>
                      <a:pt x="127" y="188"/>
                    </a:lnTo>
                    <a:lnTo>
                      <a:pt x="113" y="188"/>
                    </a:lnTo>
                    <a:lnTo>
                      <a:pt x="101" y="187"/>
                    </a:lnTo>
                    <a:lnTo>
                      <a:pt x="87" y="184"/>
                    </a:lnTo>
                    <a:lnTo>
                      <a:pt x="73" y="179"/>
                    </a:lnTo>
                    <a:lnTo>
                      <a:pt x="59" y="172"/>
                    </a:lnTo>
                    <a:lnTo>
                      <a:pt x="0" y="134"/>
                    </a:lnTo>
                    <a:lnTo>
                      <a:pt x="4" y="101"/>
                    </a:lnTo>
                    <a:lnTo>
                      <a:pt x="8" y="66"/>
                    </a:lnTo>
                    <a:lnTo>
                      <a:pt x="13" y="3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48" y="14"/>
                    </a:lnTo>
                    <a:lnTo>
                      <a:pt x="63" y="20"/>
                    </a:lnTo>
                    <a:lnTo>
                      <a:pt x="76" y="26"/>
                    </a:lnTo>
                    <a:lnTo>
                      <a:pt x="91" y="32"/>
                    </a:lnTo>
                    <a:lnTo>
                      <a:pt x="105" y="38"/>
                    </a:lnTo>
                    <a:lnTo>
                      <a:pt x="119" y="45"/>
                    </a:lnTo>
                    <a:lnTo>
                      <a:pt x="13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1" name="Freeform 43">
                <a:extLst>
                  <a:ext uri="{FF2B5EF4-FFF2-40B4-BE49-F238E27FC236}">
                    <a16:creationId xmlns:a16="http://schemas.microsoft.com/office/drawing/2014/main" id="{17A9C08F-CA50-7B45-8AC0-5CECFA82B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33"/>
                <a:ext cx="176" cy="87"/>
              </a:xfrm>
              <a:custGeom>
                <a:avLst/>
                <a:gdLst>
                  <a:gd name="T0" fmla="*/ 10 w 353"/>
                  <a:gd name="T1" fmla="*/ 1 h 174"/>
                  <a:gd name="T2" fmla="*/ 10 w 353"/>
                  <a:gd name="T3" fmla="*/ 3 h 174"/>
                  <a:gd name="T4" fmla="*/ 9 w 353"/>
                  <a:gd name="T5" fmla="*/ 4 h 174"/>
                  <a:gd name="T6" fmla="*/ 8 w 353"/>
                  <a:gd name="T7" fmla="*/ 5 h 174"/>
                  <a:gd name="T8" fmla="*/ 7 w 353"/>
                  <a:gd name="T9" fmla="*/ 5 h 174"/>
                  <a:gd name="T10" fmla="*/ 7 w 353"/>
                  <a:gd name="T11" fmla="*/ 6 h 174"/>
                  <a:gd name="T12" fmla="*/ 6 w 353"/>
                  <a:gd name="T13" fmla="*/ 6 h 174"/>
                  <a:gd name="T14" fmla="*/ 6 w 353"/>
                  <a:gd name="T15" fmla="*/ 6 h 174"/>
                  <a:gd name="T16" fmla="*/ 5 w 353"/>
                  <a:gd name="T17" fmla="*/ 6 h 174"/>
                  <a:gd name="T18" fmla="*/ 5 w 353"/>
                  <a:gd name="T19" fmla="*/ 5 h 174"/>
                  <a:gd name="T20" fmla="*/ 4 w 353"/>
                  <a:gd name="T21" fmla="*/ 5 h 174"/>
                  <a:gd name="T22" fmla="*/ 3 w 353"/>
                  <a:gd name="T23" fmla="*/ 5 h 174"/>
                  <a:gd name="T24" fmla="*/ 2 w 353"/>
                  <a:gd name="T25" fmla="*/ 5 h 174"/>
                  <a:gd name="T26" fmla="*/ 2 w 353"/>
                  <a:gd name="T27" fmla="*/ 5 h 174"/>
                  <a:gd name="T28" fmla="*/ 1 w 353"/>
                  <a:gd name="T29" fmla="*/ 5 h 174"/>
                  <a:gd name="T30" fmla="*/ 0 w 353"/>
                  <a:gd name="T31" fmla="*/ 5 h 174"/>
                  <a:gd name="T32" fmla="*/ 0 w 353"/>
                  <a:gd name="T33" fmla="*/ 5 h 174"/>
                  <a:gd name="T34" fmla="*/ 0 w 353"/>
                  <a:gd name="T35" fmla="*/ 4 h 174"/>
                  <a:gd name="T36" fmla="*/ 0 w 353"/>
                  <a:gd name="T37" fmla="*/ 4 h 174"/>
                  <a:gd name="T38" fmla="*/ 1 w 353"/>
                  <a:gd name="T39" fmla="*/ 4 h 174"/>
                  <a:gd name="T40" fmla="*/ 2 w 353"/>
                  <a:gd name="T41" fmla="*/ 4 h 174"/>
                  <a:gd name="T42" fmla="*/ 3 w 353"/>
                  <a:gd name="T43" fmla="*/ 3 h 174"/>
                  <a:gd name="T44" fmla="*/ 4 w 353"/>
                  <a:gd name="T45" fmla="*/ 3 h 174"/>
                  <a:gd name="T46" fmla="*/ 5 w 353"/>
                  <a:gd name="T47" fmla="*/ 3 h 174"/>
                  <a:gd name="T48" fmla="*/ 6 w 353"/>
                  <a:gd name="T49" fmla="*/ 2 h 174"/>
                  <a:gd name="T50" fmla="*/ 7 w 353"/>
                  <a:gd name="T51" fmla="*/ 2 h 174"/>
                  <a:gd name="T52" fmla="*/ 7 w 353"/>
                  <a:gd name="T53" fmla="*/ 1 h 174"/>
                  <a:gd name="T54" fmla="*/ 8 w 353"/>
                  <a:gd name="T55" fmla="*/ 1 h 174"/>
                  <a:gd name="T56" fmla="*/ 9 w 353"/>
                  <a:gd name="T57" fmla="*/ 1 h 174"/>
                  <a:gd name="T58" fmla="*/ 9 w 353"/>
                  <a:gd name="T59" fmla="*/ 0 h 174"/>
                  <a:gd name="T60" fmla="*/ 10 w 353"/>
                  <a:gd name="T61" fmla="*/ 1 h 174"/>
                  <a:gd name="T62" fmla="*/ 10 w 353"/>
                  <a:gd name="T63" fmla="*/ 1 h 1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53"/>
                  <a:gd name="T97" fmla="*/ 0 h 174"/>
                  <a:gd name="T98" fmla="*/ 353 w 353"/>
                  <a:gd name="T99" fmla="*/ 174 h 17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53" h="174">
                    <a:moveTo>
                      <a:pt x="353" y="7"/>
                    </a:moveTo>
                    <a:lnTo>
                      <a:pt x="347" y="29"/>
                    </a:lnTo>
                    <a:lnTo>
                      <a:pt x="338" y="50"/>
                    </a:lnTo>
                    <a:lnTo>
                      <a:pt x="325" y="68"/>
                    </a:lnTo>
                    <a:lnTo>
                      <a:pt x="310" y="87"/>
                    </a:lnTo>
                    <a:lnTo>
                      <a:pt x="295" y="104"/>
                    </a:lnTo>
                    <a:lnTo>
                      <a:pt x="278" y="121"/>
                    </a:lnTo>
                    <a:lnTo>
                      <a:pt x="262" y="139"/>
                    </a:lnTo>
                    <a:lnTo>
                      <a:pt x="247" y="156"/>
                    </a:lnTo>
                    <a:lnTo>
                      <a:pt x="241" y="160"/>
                    </a:lnTo>
                    <a:lnTo>
                      <a:pt x="235" y="165"/>
                    </a:lnTo>
                    <a:lnTo>
                      <a:pt x="230" y="168"/>
                    </a:lnTo>
                    <a:lnTo>
                      <a:pt x="224" y="172"/>
                    </a:lnTo>
                    <a:lnTo>
                      <a:pt x="217" y="173"/>
                    </a:lnTo>
                    <a:lnTo>
                      <a:pt x="210" y="174"/>
                    </a:lnTo>
                    <a:lnTo>
                      <a:pt x="203" y="173"/>
                    </a:lnTo>
                    <a:lnTo>
                      <a:pt x="196" y="171"/>
                    </a:lnTo>
                    <a:lnTo>
                      <a:pt x="186" y="164"/>
                    </a:lnTo>
                    <a:lnTo>
                      <a:pt x="174" y="159"/>
                    </a:lnTo>
                    <a:lnTo>
                      <a:pt x="163" y="153"/>
                    </a:lnTo>
                    <a:lnTo>
                      <a:pt x="151" y="150"/>
                    </a:lnTo>
                    <a:lnTo>
                      <a:pt x="140" y="147"/>
                    </a:lnTo>
                    <a:lnTo>
                      <a:pt x="128" y="143"/>
                    </a:lnTo>
                    <a:lnTo>
                      <a:pt x="116" y="142"/>
                    </a:lnTo>
                    <a:lnTo>
                      <a:pt x="104" y="140"/>
                    </a:lnTo>
                    <a:lnTo>
                      <a:pt x="91" y="139"/>
                    </a:lnTo>
                    <a:lnTo>
                      <a:pt x="79" y="137"/>
                    </a:lnTo>
                    <a:lnTo>
                      <a:pt x="66" y="137"/>
                    </a:lnTo>
                    <a:lnTo>
                      <a:pt x="53" y="137"/>
                    </a:lnTo>
                    <a:lnTo>
                      <a:pt x="39" y="137"/>
                    </a:lnTo>
                    <a:lnTo>
                      <a:pt x="27" y="137"/>
                    </a:lnTo>
                    <a:lnTo>
                      <a:pt x="14" y="137"/>
                    </a:lnTo>
                    <a:lnTo>
                      <a:pt x="0" y="137"/>
                    </a:lnTo>
                    <a:lnTo>
                      <a:pt x="3" y="129"/>
                    </a:lnTo>
                    <a:lnTo>
                      <a:pt x="7" y="122"/>
                    </a:lnTo>
                    <a:lnTo>
                      <a:pt x="13" y="119"/>
                    </a:lnTo>
                    <a:lnTo>
                      <a:pt x="20" y="115"/>
                    </a:lnTo>
                    <a:lnTo>
                      <a:pt x="28" y="114"/>
                    </a:lnTo>
                    <a:lnTo>
                      <a:pt x="36" y="113"/>
                    </a:lnTo>
                    <a:lnTo>
                      <a:pt x="43" y="113"/>
                    </a:lnTo>
                    <a:lnTo>
                      <a:pt x="51" y="112"/>
                    </a:lnTo>
                    <a:lnTo>
                      <a:pt x="68" y="109"/>
                    </a:lnTo>
                    <a:lnTo>
                      <a:pt x="84" y="104"/>
                    </a:lnTo>
                    <a:lnTo>
                      <a:pt x="101" y="99"/>
                    </a:lnTo>
                    <a:lnTo>
                      <a:pt x="117" y="95"/>
                    </a:lnTo>
                    <a:lnTo>
                      <a:pt x="133" y="89"/>
                    </a:lnTo>
                    <a:lnTo>
                      <a:pt x="148" y="83"/>
                    </a:lnTo>
                    <a:lnTo>
                      <a:pt x="163" y="76"/>
                    </a:lnTo>
                    <a:lnTo>
                      <a:pt x="179" y="69"/>
                    </a:lnTo>
                    <a:lnTo>
                      <a:pt x="194" y="62"/>
                    </a:lnTo>
                    <a:lnTo>
                      <a:pt x="209" y="56"/>
                    </a:lnTo>
                    <a:lnTo>
                      <a:pt x="224" y="47"/>
                    </a:lnTo>
                    <a:lnTo>
                      <a:pt x="239" y="39"/>
                    </a:lnTo>
                    <a:lnTo>
                      <a:pt x="254" y="31"/>
                    </a:lnTo>
                    <a:lnTo>
                      <a:pt x="268" y="23"/>
                    </a:lnTo>
                    <a:lnTo>
                      <a:pt x="283" y="15"/>
                    </a:lnTo>
                    <a:lnTo>
                      <a:pt x="298" y="7"/>
                    </a:lnTo>
                    <a:lnTo>
                      <a:pt x="303" y="3"/>
                    </a:lnTo>
                    <a:lnTo>
                      <a:pt x="310" y="1"/>
                    </a:lnTo>
                    <a:lnTo>
                      <a:pt x="317" y="0"/>
                    </a:lnTo>
                    <a:lnTo>
                      <a:pt x="324" y="0"/>
                    </a:lnTo>
                    <a:lnTo>
                      <a:pt x="332" y="3"/>
                    </a:lnTo>
                    <a:lnTo>
                      <a:pt x="339" y="4"/>
                    </a:lnTo>
                    <a:lnTo>
                      <a:pt x="346" y="6"/>
                    </a:lnTo>
                    <a:lnTo>
                      <a:pt x="35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2" name="Freeform 44">
                <a:extLst>
                  <a:ext uri="{FF2B5EF4-FFF2-40B4-BE49-F238E27FC236}">
                    <a16:creationId xmlns:a16="http://schemas.microsoft.com/office/drawing/2014/main" id="{D3D416C4-E309-0441-AAAB-F0A08B505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241"/>
                <a:ext cx="182" cy="271"/>
              </a:xfrm>
              <a:custGeom>
                <a:avLst/>
                <a:gdLst>
                  <a:gd name="T0" fmla="*/ 12 w 363"/>
                  <a:gd name="T1" fmla="*/ 12 h 541"/>
                  <a:gd name="T2" fmla="*/ 11 w 363"/>
                  <a:gd name="T3" fmla="*/ 14 h 541"/>
                  <a:gd name="T4" fmla="*/ 10 w 363"/>
                  <a:gd name="T5" fmla="*/ 14 h 541"/>
                  <a:gd name="T6" fmla="*/ 8 w 363"/>
                  <a:gd name="T7" fmla="*/ 14 h 541"/>
                  <a:gd name="T8" fmla="*/ 7 w 363"/>
                  <a:gd name="T9" fmla="*/ 15 h 541"/>
                  <a:gd name="T10" fmla="*/ 6 w 363"/>
                  <a:gd name="T11" fmla="*/ 16 h 541"/>
                  <a:gd name="T12" fmla="*/ 5 w 363"/>
                  <a:gd name="T13" fmla="*/ 17 h 541"/>
                  <a:gd name="T14" fmla="*/ 4 w 363"/>
                  <a:gd name="T15" fmla="*/ 17 h 541"/>
                  <a:gd name="T16" fmla="*/ 2 w 363"/>
                  <a:gd name="T17" fmla="*/ 17 h 541"/>
                  <a:gd name="T18" fmla="*/ 1 w 363"/>
                  <a:gd name="T19" fmla="*/ 12 h 541"/>
                  <a:gd name="T20" fmla="*/ 1 w 363"/>
                  <a:gd name="T21" fmla="*/ 10 h 541"/>
                  <a:gd name="T22" fmla="*/ 1 w 363"/>
                  <a:gd name="T23" fmla="*/ 8 h 541"/>
                  <a:gd name="T24" fmla="*/ 2 w 363"/>
                  <a:gd name="T25" fmla="*/ 7 h 541"/>
                  <a:gd name="T26" fmla="*/ 2 w 363"/>
                  <a:gd name="T27" fmla="*/ 7 h 541"/>
                  <a:gd name="T28" fmla="*/ 1 w 363"/>
                  <a:gd name="T29" fmla="*/ 8 h 541"/>
                  <a:gd name="T30" fmla="*/ 1 w 363"/>
                  <a:gd name="T31" fmla="*/ 7 h 541"/>
                  <a:gd name="T32" fmla="*/ 1 w 363"/>
                  <a:gd name="T33" fmla="*/ 6 h 541"/>
                  <a:gd name="T34" fmla="*/ 2 w 363"/>
                  <a:gd name="T35" fmla="*/ 6 h 541"/>
                  <a:gd name="T36" fmla="*/ 2 w 363"/>
                  <a:gd name="T37" fmla="*/ 5 h 541"/>
                  <a:gd name="T38" fmla="*/ 3 w 363"/>
                  <a:gd name="T39" fmla="*/ 4 h 541"/>
                  <a:gd name="T40" fmla="*/ 4 w 363"/>
                  <a:gd name="T41" fmla="*/ 3 h 541"/>
                  <a:gd name="T42" fmla="*/ 5 w 363"/>
                  <a:gd name="T43" fmla="*/ 2 h 541"/>
                  <a:gd name="T44" fmla="*/ 6 w 363"/>
                  <a:gd name="T45" fmla="*/ 2 h 541"/>
                  <a:gd name="T46" fmla="*/ 6 w 363"/>
                  <a:gd name="T47" fmla="*/ 4 h 541"/>
                  <a:gd name="T48" fmla="*/ 6 w 363"/>
                  <a:gd name="T49" fmla="*/ 6 h 541"/>
                  <a:gd name="T50" fmla="*/ 6 w 363"/>
                  <a:gd name="T51" fmla="*/ 7 h 541"/>
                  <a:gd name="T52" fmla="*/ 6 w 363"/>
                  <a:gd name="T53" fmla="*/ 7 h 541"/>
                  <a:gd name="T54" fmla="*/ 6 w 363"/>
                  <a:gd name="T55" fmla="*/ 8 h 541"/>
                  <a:gd name="T56" fmla="*/ 6 w 363"/>
                  <a:gd name="T57" fmla="*/ 9 h 541"/>
                  <a:gd name="T58" fmla="*/ 7 w 363"/>
                  <a:gd name="T59" fmla="*/ 10 h 541"/>
                  <a:gd name="T60" fmla="*/ 7 w 363"/>
                  <a:gd name="T61" fmla="*/ 10 h 541"/>
                  <a:gd name="T62" fmla="*/ 6 w 363"/>
                  <a:gd name="T63" fmla="*/ 10 h 541"/>
                  <a:gd name="T64" fmla="*/ 6 w 363"/>
                  <a:gd name="T65" fmla="*/ 10 h 541"/>
                  <a:gd name="T66" fmla="*/ 7 w 363"/>
                  <a:gd name="T67" fmla="*/ 11 h 541"/>
                  <a:gd name="T68" fmla="*/ 7 w 363"/>
                  <a:gd name="T69" fmla="*/ 11 h 541"/>
                  <a:gd name="T70" fmla="*/ 8 w 363"/>
                  <a:gd name="T71" fmla="*/ 10 h 541"/>
                  <a:gd name="T72" fmla="*/ 8 w 363"/>
                  <a:gd name="T73" fmla="*/ 8 h 541"/>
                  <a:gd name="T74" fmla="*/ 8 w 363"/>
                  <a:gd name="T75" fmla="*/ 8 h 541"/>
                  <a:gd name="T76" fmla="*/ 9 w 363"/>
                  <a:gd name="T77" fmla="*/ 7 h 541"/>
                  <a:gd name="T78" fmla="*/ 8 w 363"/>
                  <a:gd name="T79" fmla="*/ 6 h 541"/>
                  <a:gd name="T80" fmla="*/ 8 w 363"/>
                  <a:gd name="T81" fmla="*/ 6 h 541"/>
                  <a:gd name="T82" fmla="*/ 8 w 363"/>
                  <a:gd name="T83" fmla="*/ 5 h 541"/>
                  <a:gd name="T84" fmla="*/ 8 w 363"/>
                  <a:gd name="T85" fmla="*/ 3 h 541"/>
                  <a:gd name="T86" fmla="*/ 8 w 363"/>
                  <a:gd name="T87" fmla="*/ 2 h 541"/>
                  <a:gd name="T88" fmla="*/ 8 w 363"/>
                  <a:gd name="T89" fmla="*/ 1 h 541"/>
                  <a:gd name="T90" fmla="*/ 9 w 363"/>
                  <a:gd name="T91" fmla="*/ 4 h 541"/>
                  <a:gd name="T92" fmla="*/ 11 w 363"/>
                  <a:gd name="T93" fmla="*/ 9 h 54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63"/>
                  <a:gd name="T142" fmla="*/ 0 h 541"/>
                  <a:gd name="T143" fmla="*/ 363 w 363"/>
                  <a:gd name="T144" fmla="*/ 541 h 54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63" h="541">
                    <a:moveTo>
                      <a:pt x="343" y="300"/>
                    </a:moveTo>
                    <a:lnTo>
                      <a:pt x="351" y="328"/>
                    </a:lnTo>
                    <a:lnTo>
                      <a:pt x="358" y="357"/>
                    </a:lnTo>
                    <a:lnTo>
                      <a:pt x="362" y="385"/>
                    </a:lnTo>
                    <a:lnTo>
                      <a:pt x="363" y="415"/>
                    </a:lnTo>
                    <a:lnTo>
                      <a:pt x="347" y="418"/>
                    </a:lnTo>
                    <a:lnTo>
                      <a:pt x="331" y="421"/>
                    </a:lnTo>
                    <a:lnTo>
                      <a:pt x="316" y="426"/>
                    </a:lnTo>
                    <a:lnTo>
                      <a:pt x="299" y="429"/>
                    </a:lnTo>
                    <a:lnTo>
                      <a:pt x="284" y="434"/>
                    </a:lnTo>
                    <a:lnTo>
                      <a:pt x="268" y="438"/>
                    </a:lnTo>
                    <a:lnTo>
                      <a:pt x="253" y="444"/>
                    </a:lnTo>
                    <a:lnTo>
                      <a:pt x="237" y="449"/>
                    </a:lnTo>
                    <a:lnTo>
                      <a:pt x="224" y="455"/>
                    </a:lnTo>
                    <a:lnTo>
                      <a:pt x="212" y="463"/>
                    </a:lnTo>
                    <a:lnTo>
                      <a:pt x="199" y="471"/>
                    </a:lnTo>
                    <a:lnTo>
                      <a:pt x="186" y="480"/>
                    </a:lnTo>
                    <a:lnTo>
                      <a:pt x="175" y="489"/>
                    </a:lnTo>
                    <a:lnTo>
                      <a:pt x="162" y="498"/>
                    </a:lnTo>
                    <a:lnTo>
                      <a:pt x="151" y="508"/>
                    </a:lnTo>
                    <a:lnTo>
                      <a:pt x="138" y="516"/>
                    </a:lnTo>
                    <a:lnTo>
                      <a:pt x="125" y="524"/>
                    </a:lnTo>
                    <a:lnTo>
                      <a:pt x="112" y="531"/>
                    </a:lnTo>
                    <a:lnTo>
                      <a:pt x="99" y="535"/>
                    </a:lnTo>
                    <a:lnTo>
                      <a:pt x="85" y="540"/>
                    </a:lnTo>
                    <a:lnTo>
                      <a:pt x="70" y="541"/>
                    </a:lnTo>
                    <a:lnTo>
                      <a:pt x="55" y="541"/>
                    </a:lnTo>
                    <a:lnTo>
                      <a:pt x="39" y="539"/>
                    </a:lnTo>
                    <a:lnTo>
                      <a:pt x="23" y="533"/>
                    </a:lnTo>
                    <a:lnTo>
                      <a:pt x="21" y="364"/>
                    </a:lnTo>
                    <a:lnTo>
                      <a:pt x="19" y="345"/>
                    </a:lnTo>
                    <a:lnTo>
                      <a:pt x="18" y="327"/>
                    </a:lnTo>
                    <a:lnTo>
                      <a:pt x="18" y="307"/>
                    </a:lnTo>
                    <a:lnTo>
                      <a:pt x="19" y="289"/>
                    </a:lnTo>
                    <a:lnTo>
                      <a:pt x="24" y="270"/>
                    </a:lnTo>
                    <a:lnTo>
                      <a:pt x="30" y="253"/>
                    </a:lnTo>
                    <a:lnTo>
                      <a:pt x="39" y="237"/>
                    </a:lnTo>
                    <a:lnTo>
                      <a:pt x="53" y="223"/>
                    </a:lnTo>
                    <a:lnTo>
                      <a:pt x="52" y="218"/>
                    </a:lnTo>
                    <a:lnTo>
                      <a:pt x="48" y="214"/>
                    </a:lnTo>
                    <a:lnTo>
                      <a:pt x="44" y="210"/>
                    </a:lnTo>
                    <a:lnTo>
                      <a:pt x="40" y="206"/>
                    </a:lnTo>
                    <a:lnTo>
                      <a:pt x="31" y="213"/>
                    </a:lnTo>
                    <a:lnTo>
                      <a:pt x="24" y="221"/>
                    </a:lnTo>
                    <a:lnTo>
                      <a:pt x="16" y="230"/>
                    </a:lnTo>
                    <a:lnTo>
                      <a:pt x="10" y="239"/>
                    </a:lnTo>
                    <a:lnTo>
                      <a:pt x="4" y="231"/>
                    </a:lnTo>
                    <a:lnTo>
                      <a:pt x="1" y="221"/>
                    </a:lnTo>
                    <a:lnTo>
                      <a:pt x="0" y="210"/>
                    </a:lnTo>
                    <a:lnTo>
                      <a:pt x="1" y="200"/>
                    </a:lnTo>
                    <a:lnTo>
                      <a:pt x="8" y="190"/>
                    </a:lnTo>
                    <a:lnTo>
                      <a:pt x="17" y="180"/>
                    </a:lnTo>
                    <a:lnTo>
                      <a:pt x="25" y="172"/>
                    </a:lnTo>
                    <a:lnTo>
                      <a:pt x="34" y="164"/>
                    </a:lnTo>
                    <a:lnTo>
                      <a:pt x="45" y="156"/>
                    </a:lnTo>
                    <a:lnTo>
                      <a:pt x="54" y="148"/>
                    </a:lnTo>
                    <a:lnTo>
                      <a:pt x="63" y="140"/>
                    </a:lnTo>
                    <a:lnTo>
                      <a:pt x="71" y="131"/>
                    </a:lnTo>
                    <a:lnTo>
                      <a:pt x="82" y="119"/>
                    </a:lnTo>
                    <a:lnTo>
                      <a:pt x="92" y="108"/>
                    </a:lnTo>
                    <a:lnTo>
                      <a:pt x="101" y="96"/>
                    </a:lnTo>
                    <a:lnTo>
                      <a:pt x="112" y="84"/>
                    </a:lnTo>
                    <a:lnTo>
                      <a:pt x="121" y="72"/>
                    </a:lnTo>
                    <a:lnTo>
                      <a:pt x="130" y="59"/>
                    </a:lnTo>
                    <a:lnTo>
                      <a:pt x="138" y="48"/>
                    </a:lnTo>
                    <a:lnTo>
                      <a:pt x="147" y="35"/>
                    </a:lnTo>
                    <a:lnTo>
                      <a:pt x="152" y="43"/>
                    </a:lnTo>
                    <a:lnTo>
                      <a:pt x="160" y="49"/>
                    </a:lnTo>
                    <a:lnTo>
                      <a:pt x="167" y="54"/>
                    </a:lnTo>
                    <a:lnTo>
                      <a:pt x="174" y="58"/>
                    </a:lnTo>
                    <a:lnTo>
                      <a:pt x="167" y="82"/>
                    </a:lnTo>
                    <a:lnTo>
                      <a:pt x="162" y="108"/>
                    </a:lnTo>
                    <a:lnTo>
                      <a:pt x="163" y="134"/>
                    </a:lnTo>
                    <a:lnTo>
                      <a:pt x="177" y="155"/>
                    </a:lnTo>
                    <a:lnTo>
                      <a:pt x="183" y="165"/>
                    </a:lnTo>
                    <a:lnTo>
                      <a:pt x="181" y="175"/>
                    </a:lnTo>
                    <a:lnTo>
                      <a:pt x="175" y="184"/>
                    </a:lnTo>
                    <a:lnTo>
                      <a:pt x="174" y="195"/>
                    </a:lnTo>
                    <a:lnTo>
                      <a:pt x="173" y="206"/>
                    </a:lnTo>
                    <a:lnTo>
                      <a:pt x="175" y="215"/>
                    </a:lnTo>
                    <a:lnTo>
                      <a:pt x="180" y="223"/>
                    </a:lnTo>
                    <a:lnTo>
                      <a:pt x="184" y="231"/>
                    </a:lnTo>
                    <a:lnTo>
                      <a:pt x="188" y="240"/>
                    </a:lnTo>
                    <a:lnTo>
                      <a:pt x="190" y="248"/>
                    </a:lnTo>
                    <a:lnTo>
                      <a:pt x="189" y="258"/>
                    </a:lnTo>
                    <a:lnTo>
                      <a:pt x="183" y="268"/>
                    </a:lnTo>
                    <a:lnTo>
                      <a:pt x="186" y="279"/>
                    </a:lnTo>
                    <a:lnTo>
                      <a:pt x="196" y="292"/>
                    </a:lnTo>
                    <a:lnTo>
                      <a:pt x="206" y="305"/>
                    </a:lnTo>
                    <a:lnTo>
                      <a:pt x="212" y="315"/>
                    </a:lnTo>
                    <a:lnTo>
                      <a:pt x="206" y="319"/>
                    </a:lnTo>
                    <a:lnTo>
                      <a:pt x="200" y="318"/>
                    </a:lnTo>
                    <a:lnTo>
                      <a:pt x="196" y="314"/>
                    </a:lnTo>
                    <a:lnTo>
                      <a:pt x="191" y="308"/>
                    </a:lnTo>
                    <a:lnTo>
                      <a:pt x="186" y="304"/>
                    </a:lnTo>
                    <a:lnTo>
                      <a:pt x="183" y="299"/>
                    </a:lnTo>
                    <a:lnTo>
                      <a:pt x="180" y="297"/>
                    </a:lnTo>
                    <a:lnTo>
                      <a:pt x="177" y="299"/>
                    </a:lnTo>
                    <a:lnTo>
                      <a:pt x="178" y="313"/>
                    </a:lnTo>
                    <a:lnTo>
                      <a:pt x="183" y="327"/>
                    </a:lnTo>
                    <a:lnTo>
                      <a:pt x="191" y="338"/>
                    </a:lnTo>
                    <a:lnTo>
                      <a:pt x="201" y="347"/>
                    </a:lnTo>
                    <a:lnTo>
                      <a:pt x="212" y="351"/>
                    </a:lnTo>
                    <a:lnTo>
                      <a:pt x="219" y="351"/>
                    </a:lnTo>
                    <a:lnTo>
                      <a:pt x="224" y="350"/>
                    </a:lnTo>
                    <a:lnTo>
                      <a:pt x="229" y="347"/>
                    </a:lnTo>
                    <a:lnTo>
                      <a:pt x="245" y="330"/>
                    </a:lnTo>
                    <a:lnTo>
                      <a:pt x="252" y="309"/>
                    </a:lnTo>
                    <a:lnTo>
                      <a:pt x="254" y="286"/>
                    </a:lnTo>
                    <a:lnTo>
                      <a:pt x="254" y="263"/>
                    </a:lnTo>
                    <a:lnTo>
                      <a:pt x="248" y="255"/>
                    </a:lnTo>
                    <a:lnTo>
                      <a:pt x="245" y="247"/>
                    </a:lnTo>
                    <a:lnTo>
                      <a:pt x="246" y="239"/>
                    </a:lnTo>
                    <a:lnTo>
                      <a:pt x="251" y="232"/>
                    </a:lnTo>
                    <a:lnTo>
                      <a:pt x="256" y="224"/>
                    </a:lnTo>
                    <a:lnTo>
                      <a:pt x="259" y="216"/>
                    </a:lnTo>
                    <a:lnTo>
                      <a:pt x="259" y="207"/>
                    </a:lnTo>
                    <a:lnTo>
                      <a:pt x="254" y="198"/>
                    </a:lnTo>
                    <a:lnTo>
                      <a:pt x="254" y="191"/>
                    </a:lnTo>
                    <a:lnTo>
                      <a:pt x="252" y="185"/>
                    </a:lnTo>
                    <a:lnTo>
                      <a:pt x="248" y="180"/>
                    </a:lnTo>
                    <a:lnTo>
                      <a:pt x="243" y="175"/>
                    </a:lnTo>
                    <a:lnTo>
                      <a:pt x="238" y="170"/>
                    </a:lnTo>
                    <a:lnTo>
                      <a:pt x="236" y="164"/>
                    </a:lnTo>
                    <a:lnTo>
                      <a:pt x="237" y="159"/>
                    </a:lnTo>
                    <a:lnTo>
                      <a:pt x="242" y="152"/>
                    </a:lnTo>
                    <a:lnTo>
                      <a:pt x="246" y="131"/>
                    </a:lnTo>
                    <a:lnTo>
                      <a:pt x="243" y="110"/>
                    </a:lnTo>
                    <a:lnTo>
                      <a:pt x="235" y="92"/>
                    </a:lnTo>
                    <a:lnTo>
                      <a:pt x="227" y="73"/>
                    </a:lnTo>
                    <a:lnTo>
                      <a:pt x="233" y="56"/>
                    </a:lnTo>
                    <a:lnTo>
                      <a:pt x="234" y="36"/>
                    </a:lnTo>
                    <a:lnTo>
                      <a:pt x="233" y="18"/>
                    </a:lnTo>
                    <a:lnTo>
                      <a:pt x="229" y="0"/>
                    </a:lnTo>
                    <a:lnTo>
                      <a:pt x="233" y="9"/>
                    </a:lnTo>
                    <a:lnTo>
                      <a:pt x="242" y="33"/>
                    </a:lnTo>
                    <a:lnTo>
                      <a:pt x="256" y="69"/>
                    </a:lnTo>
                    <a:lnTo>
                      <a:pt x="273" y="112"/>
                    </a:lnTo>
                    <a:lnTo>
                      <a:pt x="291" y="162"/>
                    </a:lnTo>
                    <a:lnTo>
                      <a:pt x="310" y="212"/>
                    </a:lnTo>
                    <a:lnTo>
                      <a:pt x="328" y="259"/>
                    </a:lnTo>
                    <a:lnTo>
                      <a:pt x="343" y="3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3" name="Freeform 45">
                <a:extLst>
                  <a:ext uri="{FF2B5EF4-FFF2-40B4-BE49-F238E27FC236}">
                    <a16:creationId xmlns:a16="http://schemas.microsoft.com/office/drawing/2014/main" id="{B6F66215-9CF9-D545-B50C-DFF7319B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45"/>
                <a:ext cx="276" cy="183"/>
              </a:xfrm>
              <a:custGeom>
                <a:avLst/>
                <a:gdLst>
                  <a:gd name="T0" fmla="*/ 6 w 552"/>
                  <a:gd name="T1" fmla="*/ 1 h 366"/>
                  <a:gd name="T2" fmla="*/ 7 w 552"/>
                  <a:gd name="T3" fmla="*/ 1 h 366"/>
                  <a:gd name="T4" fmla="*/ 9 w 552"/>
                  <a:gd name="T5" fmla="*/ 1 h 366"/>
                  <a:gd name="T6" fmla="*/ 9 w 552"/>
                  <a:gd name="T7" fmla="*/ 1 h 366"/>
                  <a:gd name="T8" fmla="*/ 10 w 552"/>
                  <a:gd name="T9" fmla="*/ 1 h 366"/>
                  <a:gd name="T10" fmla="*/ 12 w 552"/>
                  <a:gd name="T11" fmla="*/ 1 h 366"/>
                  <a:gd name="T12" fmla="*/ 13 w 552"/>
                  <a:gd name="T13" fmla="*/ 2 h 366"/>
                  <a:gd name="T14" fmla="*/ 14 w 552"/>
                  <a:gd name="T15" fmla="*/ 3 h 366"/>
                  <a:gd name="T16" fmla="*/ 15 w 552"/>
                  <a:gd name="T17" fmla="*/ 4 h 366"/>
                  <a:gd name="T18" fmla="*/ 16 w 552"/>
                  <a:gd name="T19" fmla="*/ 4 h 366"/>
                  <a:gd name="T20" fmla="*/ 17 w 552"/>
                  <a:gd name="T21" fmla="*/ 4 h 366"/>
                  <a:gd name="T22" fmla="*/ 18 w 552"/>
                  <a:gd name="T23" fmla="*/ 3 h 366"/>
                  <a:gd name="T24" fmla="*/ 17 w 552"/>
                  <a:gd name="T25" fmla="*/ 5 h 366"/>
                  <a:gd name="T26" fmla="*/ 16 w 552"/>
                  <a:gd name="T27" fmla="*/ 6 h 366"/>
                  <a:gd name="T28" fmla="*/ 14 w 552"/>
                  <a:gd name="T29" fmla="*/ 7 h 366"/>
                  <a:gd name="T30" fmla="*/ 13 w 552"/>
                  <a:gd name="T31" fmla="*/ 6 h 366"/>
                  <a:gd name="T32" fmla="*/ 12 w 552"/>
                  <a:gd name="T33" fmla="*/ 6 h 366"/>
                  <a:gd name="T34" fmla="*/ 12 w 552"/>
                  <a:gd name="T35" fmla="*/ 5 h 366"/>
                  <a:gd name="T36" fmla="*/ 11 w 552"/>
                  <a:gd name="T37" fmla="*/ 5 h 366"/>
                  <a:gd name="T38" fmla="*/ 12 w 552"/>
                  <a:gd name="T39" fmla="*/ 6 h 366"/>
                  <a:gd name="T40" fmla="*/ 12 w 552"/>
                  <a:gd name="T41" fmla="*/ 6 h 366"/>
                  <a:gd name="T42" fmla="*/ 14 w 552"/>
                  <a:gd name="T43" fmla="*/ 7 h 366"/>
                  <a:gd name="T44" fmla="*/ 15 w 552"/>
                  <a:gd name="T45" fmla="*/ 10 h 366"/>
                  <a:gd name="T46" fmla="*/ 14 w 552"/>
                  <a:gd name="T47" fmla="*/ 12 h 366"/>
                  <a:gd name="T48" fmla="*/ 13 w 552"/>
                  <a:gd name="T49" fmla="*/ 12 h 366"/>
                  <a:gd name="T50" fmla="*/ 12 w 552"/>
                  <a:gd name="T51" fmla="*/ 12 h 366"/>
                  <a:gd name="T52" fmla="*/ 10 w 552"/>
                  <a:gd name="T53" fmla="*/ 12 h 366"/>
                  <a:gd name="T54" fmla="*/ 9 w 552"/>
                  <a:gd name="T55" fmla="*/ 12 h 366"/>
                  <a:gd name="T56" fmla="*/ 8 w 552"/>
                  <a:gd name="T57" fmla="*/ 12 h 366"/>
                  <a:gd name="T58" fmla="*/ 6 w 552"/>
                  <a:gd name="T59" fmla="*/ 11 h 366"/>
                  <a:gd name="T60" fmla="*/ 5 w 552"/>
                  <a:gd name="T61" fmla="*/ 11 h 366"/>
                  <a:gd name="T62" fmla="*/ 5 w 552"/>
                  <a:gd name="T63" fmla="*/ 9 h 366"/>
                  <a:gd name="T64" fmla="*/ 5 w 552"/>
                  <a:gd name="T65" fmla="*/ 6 h 366"/>
                  <a:gd name="T66" fmla="*/ 5 w 552"/>
                  <a:gd name="T67" fmla="*/ 3 h 366"/>
                  <a:gd name="T68" fmla="*/ 6 w 552"/>
                  <a:gd name="T69" fmla="*/ 2 h 366"/>
                  <a:gd name="T70" fmla="*/ 5 w 552"/>
                  <a:gd name="T71" fmla="*/ 2 h 366"/>
                  <a:gd name="T72" fmla="*/ 5 w 552"/>
                  <a:gd name="T73" fmla="*/ 3 h 366"/>
                  <a:gd name="T74" fmla="*/ 5 w 552"/>
                  <a:gd name="T75" fmla="*/ 3 h 366"/>
                  <a:gd name="T76" fmla="*/ 3 w 552"/>
                  <a:gd name="T77" fmla="*/ 3 h 366"/>
                  <a:gd name="T78" fmla="*/ 2 w 552"/>
                  <a:gd name="T79" fmla="*/ 2 h 366"/>
                  <a:gd name="T80" fmla="*/ 0 w 552"/>
                  <a:gd name="T81" fmla="*/ 1 h 366"/>
                  <a:gd name="T82" fmla="*/ 1 w 552"/>
                  <a:gd name="T83" fmla="*/ 1 h 366"/>
                  <a:gd name="T84" fmla="*/ 3 w 552"/>
                  <a:gd name="T85" fmla="*/ 1 h 366"/>
                  <a:gd name="T86" fmla="*/ 5 w 552"/>
                  <a:gd name="T87" fmla="*/ 1 h 3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52"/>
                  <a:gd name="T133" fmla="*/ 0 h 366"/>
                  <a:gd name="T134" fmla="*/ 552 w 552"/>
                  <a:gd name="T135" fmla="*/ 366 h 36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52" h="366">
                    <a:moveTo>
                      <a:pt x="146" y="19"/>
                    </a:moveTo>
                    <a:lnTo>
                      <a:pt x="161" y="23"/>
                    </a:lnTo>
                    <a:lnTo>
                      <a:pt x="177" y="24"/>
                    </a:lnTo>
                    <a:lnTo>
                      <a:pt x="192" y="23"/>
                    </a:lnTo>
                    <a:lnTo>
                      <a:pt x="207" y="20"/>
                    </a:lnTo>
                    <a:lnTo>
                      <a:pt x="222" y="18"/>
                    </a:lnTo>
                    <a:lnTo>
                      <a:pt x="237" y="16"/>
                    </a:lnTo>
                    <a:lnTo>
                      <a:pt x="252" y="13"/>
                    </a:lnTo>
                    <a:lnTo>
                      <a:pt x="265" y="12"/>
                    </a:lnTo>
                    <a:lnTo>
                      <a:pt x="271" y="9"/>
                    </a:lnTo>
                    <a:lnTo>
                      <a:pt x="277" y="10"/>
                    </a:lnTo>
                    <a:lnTo>
                      <a:pt x="283" y="12"/>
                    </a:lnTo>
                    <a:lnTo>
                      <a:pt x="288" y="15"/>
                    </a:lnTo>
                    <a:lnTo>
                      <a:pt x="302" y="17"/>
                    </a:lnTo>
                    <a:lnTo>
                      <a:pt x="317" y="17"/>
                    </a:lnTo>
                    <a:lnTo>
                      <a:pt x="333" y="15"/>
                    </a:lnTo>
                    <a:lnTo>
                      <a:pt x="348" y="12"/>
                    </a:lnTo>
                    <a:lnTo>
                      <a:pt x="363" y="12"/>
                    </a:lnTo>
                    <a:lnTo>
                      <a:pt x="377" y="15"/>
                    </a:lnTo>
                    <a:lnTo>
                      <a:pt x="389" y="21"/>
                    </a:lnTo>
                    <a:lnTo>
                      <a:pt x="398" y="35"/>
                    </a:lnTo>
                    <a:lnTo>
                      <a:pt x="407" y="48"/>
                    </a:lnTo>
                    <a:lnTo>
                      <a:pt x="416" y="62"/>
                    </a:lnTo>
                    <a:lnTo>
                      <a:pt x="426" y="78"/>
                    </a:lnTo>
                    <a:lnTo>
                      <a:pt x="436" y="92"/>
                    </a:lnTo>
                    <a:lnTo>
                      <a:pt x="446" y="104"/>
                    </a:lnTo>
                    <a:lnTo>
                      <a:pt x="459" y="115"/>
                    </a:lnTo>
                    <a:lnTo>
                      <a:pt x="474" y="119"/>
                    </a:lnTo>
                    <a:lnTo>
                      <a:pt x="491" y="119"/>
                    </a:lnTo>
                    <a:lnTo>
                      <a:pt x="499" y="117"/>
                    </a:lnTo>
                    <a:lnTo>
                      <a:pt x="507" y="114"/>
                    </a:lnTo>
                    <a:lnTo>
                      <a:pt x="516" y="110"/>
                    </a:lnTo>
                    <a:lnTo>
                      <a:pt x="524" y="107"/>
                    </a:lnTo>
                    <a:lnTo>
                      <a:pt x="532" y="103"/>
                    </a:lnTo>
                    <a:lnTo>
                      <a:pt x="539" y="101"/>
                    </a:lnTo>
                    <a:lnTo>
                      <a:pt x="545" y="100"/>
                    </a:lnTo>
                    <a:lnTo>
                      <a:pt x="552" y="99"/>
                    </a:lnTo>
                    <a:lnTo>
                      <a:pt x="542" y="113"/>
                    </a:lnTo>
                    <a:lnTo>
                      <a:pt x="532" y="129"/>
                    </a:lnTo>
                    <a:lnTo>
                      <a:pt x="521" y="145"/>
                    </a:lnTo>
                    <a:lnTo>
                      <a:pt x="510" y="162"/>
                    </a:lnTo>
                    <a:lnTo>
                      <a:pt x="497" y="177"/>
                    </a:lnTo>
                    <a:lnTo>
                      <a:pt x="483" y="190"/>
                    </a:lnTo>
                    <a:lnTo>
                      <a:pt x="466" y="200"/>
                    </a:lnTo>
                    <a:lnTo>
                      <a:pt x="446" y="205"/>
                    </a:lnTo>
                    <a:lnTo>
                      <a:pt x="435" y="201"/>
                    </a:lnTo>
                    <a:lnTo>
                      <a:pt x="424" y="198"/>
                    </a:lnTo>
                    <a:lnTo>
                      <a:pt x="413" y="192"/>
                    </a:lnTo>
                    <a:lnTo>
                      <a:pt x="403" y="186"/>
                    </a:lnTo>
                    <a:lnTo>
                      <a:pt x="392" y="179"/>
                    </a:lnTo>
                    <a:lnTo>
                      <a:pt x="383" y="172"/>
                    </a:lnTo>
                    <a:lnTo>
                      <a:pt x="374" y="164"/>
                    </a:lnTo>
                    <a:lnTo>
                      <a:pt x="365" y="156"/>
                    </a:lnTo>
                    <a:lnTo>
                      <a:pt x="361" y="156"/>
                    </a:lnTo>
                    <a:lnTo>
                      <a:pt x="359" y="156"/>
                    </a:lnTo>
                    <a:lnTo>
                      <a:pt x="356" y="157"/>
                    </a:lnTo>
                    <a:lnTo>
                      <a:pt x="354" y="160"/>
                    </a:lnTo>
                    <a:lnTo>
                      <a:pt x="358" y="169"/>
                    </a:lnTo>
                    <a:lnTo>
                      <a:pt x="362" y="176"/>
                    </a:lnTo>
                    <a:lnTo>
                      <a:pt x="368" y="183"/>
                    </a:lnTo>
                    <a:lnTo>
                      <a:pt x="375" y="189"/>
                    </a:lnTo>
                    <a:lnTo>
                      <a:pt x="383" y="193"/>
                    </a:lnTo>
                    <a:lnTo>
                      <a:pt x="391" y="199"/>
                    </a:lnTo>
                    <a:lnTo>
                      <a:pt x="398" y="205"/>
                    </a:lnTo>
                    <a:lnTo>
                      <a:pt x="405" y="210"/>
                    </a:lnTo>
                    <a:lnTo>
                      <a:pt x="443" y="225"/>
                    </a:lnTo>
                    <a:lnTo>
                      <a:pt x="453" y="255"/>
                    </a:lnTo>
                    <a:lnTo>
                      <a:pt x="461" y="286"/>
                    </a:lnTo>
                    <a:lnTo>
                      <a:pt x="467" y="319"/>
                    </a:lnTo>
                    <a:lnTo>
                      <a:pt x="472" y="352"/>
                    </a:lnTo>
                    <a:lnTo>
                      <a:pt x="461" y="363"/>
                    </a:lnTo>
                    <a:lnTo>
                      <a:pt x="448" y="365"/>
                    </a:lnTo>
                    <a:lnTo>
                      <a:pt x="434" y="366"/>
                    </a:lnTo>
                    <a:lnTo>
                      <a:pt x="420" y="366"/>
                    </a:lnTo>
                    <a:lnTo>
                      <a:pt x="406" y="366"/>
                    </a:lnTo>
                    <a:lnTo>
                      <a:pt x="392" y="365"/>
                    </a:lnTo>
                    <a:lnTo>
                      <a:pt x="378" y="364"/>
                    </a:lnTo>
                    <a:lnTo>
                      <a:pt x="365" y="361"/>
                    </a:lnTo>
                    <a:lnTo>
                      <a:pt x="352" y="360"/>
                    </a:lnTo>
                    <a:lnTo>
                      <a:pt x="338" y="358"/>
                    </a:lnTo>
                    <a:lnTo>
                      <a:pt x="324" y="357"/>
                    </a:lnTo>
                    <a:lnTo>
                      <a:pt x="310" y="356"/>
                    </a:lnTo>
                    <a:lnTo>
                      <a:pt x="298" y="356"/>
                    </a:lnTo>
                    <a:lnTo>
                      <a:pt x="284" y="356"/>
                    </a:lnTo>
                    <a:lnTo>
                      <a:pt x="270" y="357"/>
                    </a:lnTo>
                    <a:lnTo>
                      <a:pt x="256" y="359"/>
                    </a:lnTo>
                    <a:lnTo>
                      <a:pt x="242" y="363"/>
                    </a:lnTo>
                    <a:lnTo>
                      <a:pt x="227" y="358"/>
                    </a:lnTo>
                    <a:lnTo>
                      <a:pt x="212" y="354"/>
                    </a:lnTo>
                    <a:lnTo>
                      <a:pt x="197" y="351"/>
                    </a:lnTo>
                    <a:lnTo>
                      <a:pt x="182" y="348"/>
                    </a:lnTo>
                    <a:lnTo>
                      <a:pt x="167" y="344"/>
                    </a:lnTo>
                    <a:lnTo>
                      <a:pt x="152" y="337"/>
                    </a:lnTo>
                    <a:lnTo>
                      <a:pt x="140" y="329"/>
                    </a:lnTo>
                    <a:lnTo>
                      <a:pt x="128" y="319"/>
                    </a:lnTo>
                    <a:lnTo>
                      <a:pt x="132" y="285"/>
                    </a:lnTo>
                    <a:lnTo>
                      <a:pt x="133" y="252"/>
                    </a:lnTo>
                    <a:lnTo>
                      <a:pt x="135" y="218"/>
                    </a:lnTo>
                    <a:lnTo>
                      <a:pt x="139" y="185"/>
                    </a:lnTo>
                    <a:lnTo>
                      <a:pt x="143" y="152"/>
                    </a:lnTo>
                    <a:lnTo>
                      <a:pt x="151" y="119"/>
                    </a:lnTo>
                    <a:lnTo>
                      <a:pt x="162" y="89"/>
                    </a:lnTo>
                    <a:lnTo>
                      <a:pt x="176" y="61"/>
                    </a:lnTo>
                    <a:lnTo>
                      <a:pt x="176" y="56"/>
                    </a:lnTo>
                    <a:lnTo>
                      <a:pt x="173" y="51"/>
                    </a:lnTo>
                    <a:lnTo>
                      <a:pt x="171" y="47"/>
                    </a:lnTo>
                    <a:lnTo>
                      <a:pt x="166" y="42"/>
                    </a:lnTo>
                    <a:lnTo>
                      <a:pt x="156" y="45"/>
                    </a:lnTo>
                    <a:lnTo>
                      <a:pt x="150" y="53"/>
                    </a:lnTo>
                    <a:lnTo>
                      <a:pt x="146" y="62"/>
                    </a:lnTo>
                    <a:lnTo>
                      <a:pt x="141" y="71"/>
                    </a:lnTo>
                    <a:lnTo>
                      <a:pt x="140" y="79"/>
                    </a:lnTo>
                    <a:lnTo>
                      <a:pt x="138" y="88"/>
                    </a:lnTo>
                    <a:lnTo>
                      <a:pt x="134" y="94"/>
                    </a:lnTo>
                    <a:lnTo>
                      <a:pt x="127" y="93"/>
                    </a:lnTo>
                    <a:lnTo>
                      <a:pt x="109" y="87"/>
                    </a:lnTo>
                    <a:lnTo>
                      <a:pt x="91" y="80"/>
                    </a:lnTo>
                    <a:lnTo>
                      <a:pt x="75" y="71"/>
                    </a:lnTo>
                    <a:lnTo>
                      <a:pt x="59" y="61"/>
                    </a:lnTo>
                    <a:lnTo>
                      <a:pt x="44" y="49"/>
                    </a:lnTo>
                    <a:lnTo>
                      <a:pt x="29" y="36"/>
                    </a:lnTo>
                    <a:lnTo>
                      <a:pt x="14" y="25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20" y="4"/>
                    </a:lnTo>
                    <a:lnTo>
                      <a:pt x="37" y="8"/>
                    </a:lnTo>
                    <a:lnTo>
                      <a:pt x="56" y="9"/>
                    </a:lnTo>
                    <a:lnTo>
                      <a:pt x="74" y="9"/>
                    </a:lnTo>
                    <a:lnTo>
                      <a:pt x="91" y="10"/>
                    </a:lnTo>
                    <a:lnTo>
                      <a:pt x="110" y="11"/>
                    </a:lnTo>
                    <a:lnTo>
                      <a:pt x="128" y="13"/>
                    </a:lnTo>
                    <a:lnTo>
                      <a:pt x="14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4" name="Freeform 46">
                <a:extLst>
                  <a:ext uri="{FF2B5EF4-FFF2-40B4-BE49-F238E27FC236}">
                    <a16:creationId xmlns:a16="http://schemas.microsoft.com/office/drawing/2014/main" id="{07254C06-8622-4B48-A724-BD481B64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71"/>
                <a:ext cx="13" cy="18"/>
              </a:xfrm>
              <a:custGeom>
                <a:avLst/>
                <a:gdLst>
                  <a:gd name="T0" fmla="*/ 0 w 27"/>
                  <a:gd name="T1" fmla="*/ 1 h 35"/>
                  <a:gd name="T2" fmla="*/ 0 w 27"/>
                  <a:gd name="T3" fmla="*/ 2 h 35"/>
                  <a:gd name="T4" fmla="*/ 0 w 27"/>
                  <a:gd name="T5" fmla="*/ 2 h 35"/>
                  <a:gd name="T6" fmla="*/ 0 w 27"/>
                  <a:gd name="T7" fmla="*/ 1 h 35"/>
                  <a:gd name="T8" fmla="*/ 0 w 27"/>
                  <a:gd name="T9" fmla="*/ 1 h 35"/>
                  <a:gd name="T10" fmla="*/ 0 w 27"/>
                  <a:gd name="T11" fmla="*/ 1 h 35"/>
                  <a:gd name="T12" fmla="*/ 0 w 27"/>
                  <a:gd name="T13" fmla="*/ 1 h 35"/>
                  <a:gd name="T14" fmla="*/ 0 w 27"/>
                  <a:gd name="T15" fmla="*/ 1 h 35"/>
                  <a:gd name="T16" fmla="*/ 0 w 27"/>
                  <a:gd name="T17" fmla="*/ 0 h 35"/>
                  <a:gd name="T18" fmla="*/ 0 w 27"/>
                  <a:gd name="T19" fmla="*/ 1 h 35"/>
                  <a:gd name="T20" fmla="*/ 0 w 27"/>
                  <a:gd name="T21" fmla="*/ 1 h 35"/>
                  <a:gd name="T22" fmla="*/ 0 w 27"/>
                  <a:gd name="T23" fmla="*/ 1 h 35"/>
                  <a:gd name="T24" fmla="*/ 0 w 27"/>
                  <a:gd name="T25" fmla="*/ 1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35"/>
                  <a:gd name="T41" fmla="*/ 27 w 2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35">
                    <a:moveTo>
                      <a:pt x="24" y="25"/>
                    </a:moveTo>
                    <a:lnTo>
                      <a:pt x="14" y="35"/>
                    </a:lnTo>
                    <a:lnTo>
                      <a:pt x="7" y="34"/>
                    </a:lnTo>
                    <a:lnTo>
                      <a:pt x="2" y="26"/>
                    </a:lnTo>
                    <a:lnTo>
                      <a:pt x="0" y="17"/>
                    </a:lnTo>
                    <a:lnTo>
                      <a:pt x="5" y="12"/>
                    </a:lnTo>
                    <a:lnTo>
                      <a:pt x="9" y="6"/>
                    </a:lnTo>
                    <a:lnTo>
                      <a:pt x="15" y="3"/>
                    </a:lnTo>
                    <a:lnTo>
                      <a:pt x="21" y="0"/>
                    </a:lnTo>
                    <a:lnTo>
                      <a:pt x="23" y="5"/>
                    </a:lnTo>
                    <a:lnTo>
                      <a:pt x="25" y="12"/>
                    </a:lnTo>
                    <a:lnTo>
                      <a:pt x="27" y="19"/>
                    </a:lnTo>
                    <a:lnTo>
                      <a:pt x="24" y="25"/>
                    </a:lnTo>
                    <a:close/>
                  </a:path>
                </a:pathLst>
              </a:custGeom>
              <a:solidFill>
                <a:srgbClr val="CCA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5" name="Freeform 47">
                <a:extLst>
                  <a:ext uri="{FF2B5EF4-FFF2-40B4-BE49-F238E27FC236}">
                    <a16:creationId xmlns:a16="http://schemas.microsoft.com/office/drawing/2014/main" id="{834CAAB0-5C28-B74D-820E-94C00F47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83"/>
                <a:ext cx="29" cy="16"/>
              </a:xfrm>
              <a:custGeom>
                <a:avLst/>
                <a:gdLst>
                  <a:gd name="T0" fmla="*/ 1 w 59"/>
                  <a:gd name="T1" fmla="*/ 1 h 32"/>
                  <a:gd name="T2" fmla="*/ 1 w 59"/>
                  <a:gd name="T3" fmla="*/ 1 h 32"/>
                  <a:gd name="T4" fmla="*/ 1 w 59"/>
                  <a:gd name="T5" fmla="*/ 1 h 32"/>
                  <a:gd name="T6" fmla="*/ 1 w 59"/>
                  <a:gd name="T7" fmla="*/ 1 h 32"/>
                  <a:gd name="T8" fmla="*/ 1 w 59"/>
                  <a:gd name="T9" fmla="*/ 1 h 32"/>
                  <a:gd name="T10" fmla="*/ 0 w 59"/>
                  <a:gd name="T11" fmla="*/ 1 h 32"/>
                  <a:gd name="T12" fmla="*/ 0 w 59"/>
                  <a:gd name="T13" fmla="*/ 1 h 32"/>
                  <a:gd name="T14" fmla="*/ 0 w 59"/>
                  <a:gd name="T15" fmla="*/ 1 h 32"/>
                  <a:gd name="T16" fmla="*/ 0 w 59"/>
                  <a:gd name="T17" fmla="*/ 1 h 32"/>
                  <a:gd name="T18" fmla="*/ 0 w 59"/>
                  <a:gd name="T19" fmla="*/ 1 h 32"/>
                  <a:gd name="T20" fmla="*/ 0 w 59"/>
                  <a:gd name="T21" fmla="*/ 1 h 32"/>
                  <a:gd name="T22" fmla="*/ 0 w 59"/>
                  <a:gd name="T23" fmla="*/ 1 h 32"/>
                  <a:gd name="T24" fmla="*/ 0 w 59"/>
                  <a:gd name="T25" fmla="*/ 1 h 32"/>
                  <a:gd name="T26" fmla="*/ 0 w 59"/>
                  <a:gd name="T27" fmla="*/ 1 h 32"/>
                  <a:gd name="T28" fmla="*/ 0 w 59"/>
                  <a:gd name="T29" fmla="*/ 1 h 32"/>
                  <a:gd name="T30" fmla="*/ 0 w 59"/>
                  <a:gd name="T31" fmla="*/ 1 h 32"/>
                  <a:gd name="T32" fmla="*/ 0 w 59"/>
                  <a:gd name="T33" fmla="*/ 1 h 32"/>
                  <a:gd name="T34" fmla="*/ 0 w 59"/>
                  <a:gd name="T35" fmla="*/ 0 h 32"/>
                  <a:gd name="T36" fmla="*/ 1 w 59"/>
                  <a:gd name="T37" fmla="*/ 1 h 32"/>
                  <a:gd name="T38" fmla="*/ 1 w 59"/>
                  <a:gd name="T39" fmla="*/ 1 h 32"/>
                  <a:gd name="T40" fmla="*/ 1 w 59"/>
                  <a:gd name="T41" fmla="*/ 1 h 32"/>
                  <a:gd name="T42" fmla="*/ 1 w 59"/>
                  <a:gd name="T43" fmla="*/ 1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9"/>
                  <a:gd name="T67" fmla="*/ 0 h 32"/>
                  <a:gd name="T68" fmla="*/ 59 w 59"/>
                  <a:gd name="T69" fmla="*/ 32 h 3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9" h="32">
                    <a:moveTo>
                      <a:pt x="59" y="8"/>
                    </a:moveTo>
                    <a:lnTo>
                      <a:pt x="54" y="15"/>
                    </a:lnTo>
                    <a:lnTo>
                      <a:pt x="48" y="22"/>
                    </a:lnTo>
                    <a:lnTo>
                      <a:pt x="42" y="27"/>
                    </a:lnTo>
                    <a:lnTo>
                      <a:pt x="36" y="32"/>
                    </a:lnTo>
                    <a:lnTo>
                      <a:pt x="31" y="32"/>
                    </a:lnTo>
                    <a:lnTo>
                      <a:pt x="26" y="32"/>
                    </a:lnTo>
                    <a:lnTo>
                      <a:pt x="22" y="32"/>
                    </a:lnTo>
                    <a:lnTo>
                      <a:pt x="17" y="31"/>
                    </a:lnTo>
                    <a:lnTo>
                      <a:pt x="12" y="31"/>
                    </a:lnTo>
                    <a:lnTo>
                      <a:pt x="8" y="30"/>
                    </a:lnTo>
                    <a:lnTo>
                      <a:pt x="3" y="28"/>
                    </a:lnTo>
                    <a:lnTo>
                      <a:pt x="0" y="27"/>
                    </a:lnTo>
                    <a:lnTo>
                      <a:pt x="7" y="26"/>
                    </a:lnTo>
                    <a:lnTo>
                      <a:pt x="16" y="23"/>
                    </a:lnTo>
                    <a:lnTo>
                      <a:pt x="24" y="17"/>
                    </a:lnTo>
                    <a:lnTo>
                      <a:pt x="29" y="8"/>
                    </a:lnTo>
                    <a:lnTo>
                      <a:pt x="29" y="0"/>
                    </a:lnTo>
                    <a:lnTo>
                      <a:pt x="37" y="2"/>
                    </a:lnTo>
                    <a:lnTo>
                      <a:pt x="45" y="2"/>
                    </a:lnTo>
                    <a:lnTo>
                      <a:pt x="53" y="4"/>
                    </a:lnTo>
                    <a:lnTo>
                      <a:pt x="59" y="8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6" name="Freeform 48">
                <a:extLst>
                  <a:ext uri="{FF2B5EF4-FFF2-40B4-BE49-F238E27FC236}">
                    <a16:creationId xmlns:a16="http://schemas.microsoft.com/office/drawing/2014/main" id="{BA3D18B2-1946-8F4C-AD14-D4ACDCC90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283"/>
                <a:ext cx="7" cy="29"/>
              </a:xfrm>
              <a:custGeom>
                <a:avLst/>
                <a:gdLst>
                  <a:gd name="T0" fmla="*/ 0 w 15"/>
                  <a:gd name="T1" fmla="*/ 2 h 57"/>
                  <a:gd name="T2" fmla="*/ 0 w 15"/>
                  <a:gd name="T3" fmla="*/ 2 h 57"/>
                  <a:gd name="T4" fmla="*/ 0 w 15"/>
                  <a:gd name="T5" fmla="*/ 2 h 57"/>
                  <a:gd name="T6" fmla="*/ 0 w 15"/>
                  <a:gd name="T7" fmla="*/ 1 h 57"/>
                  <a:gd name="T8" fmla="*/ 0 w 15"/>
                  <a:gd name="T9" fmla="*/ 1 h 57"/>
                  <a:gd name="T10" fmla="*/ 0 w 15"/>
                  <a:gd name="T11" fmla="*/ 1 h 57"/>
                  <a:gd name="T12" fmla="*/ 0 w 15"/>
                  <a:gd name="T13" fmla="*/ 1 h 57"/>
                  <a:gd name="T14" fmla="*/ 0 w 15"/>
                  <a:gd name="T15" fmla="*/ 1 h 57"/>
                  <a:gd name="T16" fmla="*/ 0 w 15"/>
                  <a:gd name="T17" fmla="*/ 0 h 57"/>
                  <a:gd name="T18" fmla="*/ 0 w 15"/>
                  <a:gd name="T19" fmla="*/ 1 h 57"/>
                  <a:gd name="T20" fmla="*/ 0 w 15"/>
                  <a:gd name="T21" fmla="*/ 1 h 57"/>
                  <a:gd name="T22" fmla="*/ 0 w 15"/>
                  <a:gd name="T23" fmla="*/ 2 h 57"/>
                  <a:gd name="T24" fmla="*/ 0 w 15"/>
                  <a:gd name="T25" fmla="*/ 2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57"/>
                  <a:gd name="T41" fmla="*/ 15 w 15"/>
                  <a:gd name="T42" fmla="*/ 57 h 5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57">
                    <a:moveTo>
                      <a:pt x="13" y="57"/>
                    </a:moveTo>
                    <a:lnTo>
                      <a:pt x="8" y="49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5" y="23"/>
                    </a:lnTo>
                    <a:lnTo>
                      <a:pt x="2" y="17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9" y="13"/>
                    </a:lnTo>
                    <a:lnTo>
                      <a:pt x="14" y="28"/>
                    </a:lnTo>
                    <a:lnTo>
                      <a:pt x="15" y="43"/>
                    </a:lnTo>
                    <a:lnTo>
                      <a:pt x="13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7" name="Freeform 49">
                <a:extLst>
                  <a:ext uri="{FF2B5EF4-FFF2-40B4-BE49-F238E27FC236}">
                    <a16:creationId xmlns:a16="http://schemas.microsoft.com/office/drawing/2014/main" id="{6710493B-DF32-0944-B543-E5845052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283"/>
                <a:ext cx="15" cy="27"/>
              </a:xfrm>
              <a:custGeom>
                <a:avLst/>
                <a:gdLst>
                  <a:gd name="T0" fmla="*/ 1 w 30"/>
                  <a:gd name="T1" fmla="*/ 2 h 54"/>
                  <a:gd name="T2" fmla="*/ 1 w 30"/>
                  <a:gd name="T3" fmla="*/ 2 h 54"/>
                  <a:gd name="T4" fmla="*/ 1 w 30"/>
                  <a:gd name="T5" fmla="*/ 2 h 54"/>
                  <a:gd name="T6" fmla="*/ 1 w 30"/>
                  <a:gd name="T7" fmla="*/ 1 h 54"/>
                  <a:gd name="T8" fmla="*/ 0 w 30"/>
                  <a:gd name="T9" fmla="*/ 1 h 54"/>
                  <a:gd name="T10" fmla="*/ 1 w 30"/>
                  <a:gd name="T11" fmla="*/ 0 h 54"/>
                  <a:gd name="T12" fmla="*/ 1 w 30"/>
                  <a:gd name="T13" fmla="*/ 1 h 54"/>
                  <a:gd name="T14" fmla="*/ 1 w 30"/>
                  <a:gd name="T15" fmla="*/ 1 h 54"/>
                  <a:gd name="T16" fmla="*/ 1 w 30"/>
                  <a:gd name="T17" fmla="*/ 1 h 54"/>
                  <a:gd name="T18" fmla="*/ 1 w 30"/>
                  <a:gd name="T19" fmla="*/ 2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54"/>
                  <a:gd name="T32" fmla="*/ 30 w 30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54">
                    <a:moveTo>
                      <a:pt x="30" y="38"/>
                    </a:moveTo>
                    <a:lnTo>
                      <a:pt x="12" y="54"/>
                    </a:lnTo>
                    <a:lnTo>
                      <a:pt x="8" y="39"/>
                    </a:lnTo>
                    <a:lnTo>
                      <a:pt x="2" y="25"/>
                    </a:lnTo>
                    <a:lnTo>
                      <a:pt x="0" y="11"/>
                    </a:lnTo>
                    <a:lnTo>
                      <a:pt x="9" y="0"/>
                    </a:lnTo>
                    <a:lnTo>
                      <a:pt x="12" y="10"/>
                    </a:lnTo>
                    <a:lnTo>
                      <a:pt x="16" y="20"/>
                    </a:lnTo>
                    <a:lnTo>
                      <a:pt x="22" y="30"/>
                    </a:lnTo>
                    <a:lnTo>
                      <a:pt x="30" y="38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8" name="Freeform 50">
                <a:extLst>
                  <a:ext uri="{FF2B5EF4-FFF2-40B4-BE49-F238E27FC236}">
                    <a16:creationId xmlns:a16="http://schemas.microsoft.com/office/drawing/2014/main" id="{BBC07B6D-986E-0F4B-853F-076DB533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286"/>
                <a:ext cx="13" cy="34"/>
              </a:xfrm>
              <a:custGeom>
                <a:avLst/>
                <a:gdLst>
                  <a:gd name="T0" fmla="*/ 1 w 25"/>
                  <a:gd name="T1" fmla="*/ 1 h 69"/>
                  <a:gd name="T2" fmla="*/ 1 w 25"/>
                  <a:gd name="T3" fmla="*/ 1 h 69"/>
                  <a:gd name="T4" fmla="*/ 1 w 25"/>
                  <a:gd name="T5" fmla="*/ 1 h 69"/>
                  <a:gd name="T6" fmla="*/ 1 w 25"/>
                  <a:gd name="T7" fmla="*/ 2 h 69"/>
                  <a:gd name="T8" fmla="*/ 1 w 25"/>
                  <a:gd name="T9" fmla="*/ 2 h 69"/>
                  <a:gd name="T10" fmla="*/ 0 w 25"/>
                  <a:gd name="T11" fmla="*/ 1 h 69"/>
                  <a:gd name="T12" fmla="*/ 1 w 25"/>
                  <a:gd name="T13" fmla="*/ 1 h 69"/>
                  <a:gd name="T14" fmla="*/ 1 w 25"/>
                  <a:gd name="T15" fmla="*/ 0 h 69"/>
                  <a:gd name="T16" fmla="*/ 1 w 25"/>
                  <a:gd name="T17" fmla="*/ 0 h 69"/>
                  <a:gd name="T18" fmla="*/ 1 w 25"/>
                  <a:gd name="T19" fmla="*/ 0 h 69"/>
                  <a:gd name="T20" fmla="*/ 1 w 25"/>
                  <a:gd name="T21" fmla="*/ 0 h 69"/>
                  <a:gd name="T22" fmla="*/ 1 w 25"/>
                  <a:gd name="T23" fmla="*/ 1 h 69"/>
                  <a:gd name="T24" fmla="*/ 1 w 25"/>
                  <a:gd name="T25" fmla="*/ 1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5"/>
                  <a:gd name="T40" fmla="*/ 0 h 69"/>
                  <a:gd name="T41" fmla="*/ 25 w 25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5" h="69">
                    <a:moveTo>
                      <a:pt x="25" y="49"/>
                    </a:moveTo>
                    <a:lnTo>
                      <a:pt x="22" y="54"/>
                    </a:lnTo>
                    <a:lnTo>
                      <a:pt x="18" y="60"/>
                    </a:lnTo>
                    <a:lnTo>
                      <a:pt x="14" y="66"/>
                    </a:lnTo>
                    <a:lnTo>
                      <a:pt x="8" y="69"/>
                    </a:lnTo>
                    <a:lnTo>
                      <a:pt x="0" y="53"/>
                    </a:lnTo>
                    <a:lnTo>
                      <a:pt x="1" y="35"/>
                    </a:lnTo>
                    <a:lnTo>
                      <a:pt x="6" y="16"/>
                    </a:lnTo>
                    <a:lnTo>
                      <a:pt x="11" y="0"/>
                    </a:lnTo>
                    <a:lnTo>
                      <a:pt x="18" y="11"/>
                    </a:lnTo>
                    <a:lnTo>
                      <a:pt x="23" y="22"/>
                    </a:lnTo>
                    <a:lnTo>
                      <a:pt x="25" y="36"/>
                    </a:lnTo>
                    <a:lnTo>
                      <a:pt x="25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09" name="Freeform 51">
                <a:extLst>
                  <a:ext uri="{FF2B5EF4-FFF2-40B4-BE49-F238E27FC236}">
                    <a16:creationId xmlns:a16="http://schemas.microsoft.com/office/drawing/2014/main" id="{5575801A-1C8D-D040-B973-D828E430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305"/>
                <a:ext cx="165" cy="106"/>
              </a:xfrm>
              <a:custGeom>
                <a:avLst/>
                <a:gdLst>
                  <a:gd name="T0" fmla="*/ 4 w 330"/>
                  <a:gd name="T1" fmla="*/ 1 h 212"/>
                  <a:gd name="T2" fmla="*/ 5 w 330"/>
                  <a:gd name="T3" fmla="*/ 1 h 212"/>
                  <a:gd name="T4" fmla="*/ 7 w 330"/>
                  <a:gd name="T5" fmla="*/ 1 h 212"/>
                  <a:gd name="T6" fmla="*/ 8 w 330"/>
                  <a:gd name="T7" fmla="*/ 1 h 212"/>
                  <a:gd name="T8" fmla="*/ 9 w 330"/>
                  <a:gd name="T9" fmla="*/ 2 h 212"/>
                  <a:gd name="T10" fmla="*/ 10 w 330"/>
                  <a:gd name="T11" fmla="*/ 2 h 212"/>
                  <a:gd name="T12" fmla="*/ 10 w 330"/>
                  <a:gd name="T13" fmla="*/ 2 h 212"/>
                  <a:gd name="T14" fmla="*/ 10 w 330"/>
                  <a:gd name="T15" fmla="*/ 3 h 212"/>
                  <a:gd name="T16" fmla="*/ 10 w 330"/>
                  <a:gd name="T17" fmla="*/ 4 h 212"/>
                  <a:gd name="T18" fmla="*/ 11 w 330"/>
                  <a:gd name="T19" fmla="*/ 5 h 212"/>
                  <a:gd name="T20" fmla="*/ 11 w 330"/>
                  <a:gd name="T21" fmla="*/ 5 h 212"/>
                  <a:gd name="T22" fmla="*/ 10 w 330"/>
                  <a:gd name="T23" fmla="*/ 7 h 212"/>
                  <a:gd name="T24" fmla="*/ 10 w 330"/>
                  <a:gd name="T25" fmla="*/ 7 h 212"/>
                  <a:gd name="T26" fmla="*/ 10 w 330"/>
                  <a:gd name="T27" fmla="*/ 7 h 212"/>
                  <a:gd name="T28" fmla="*/ 10 w 330"/>
                  <a:gd name="T29" fmla="*/ 7 h 212"/>
                  <a:gd name="T30" fmla="*/ 9 w 330"/>
                  <a:gd name="T31" fmla="*/ 7 h 212"/>
                  <a:gd name="T32" fmla="*/ 9 w 330"/>
                  <a:gd name="T33" fmla="*/ 6 h 212"/>
                  <a:gd name="T34" fmla="*/ 9 w 330"/>
                  <a:gd name="T35" fmla="*/ 6 h 212"/>
                  <a:gd name="T36" fmla="*/ 10 w 330"/>
                  <a:gd name="T37" fmla="*/ 5 h 212"/>
                  <a:gd name="T38" fmla="*/ 9 w 330"/>
                  <a:gd name="T39" fmla="*/ 4 h 212"/>
                  <a:gd name="T40" fmla="*/ 9 w 330"/>
                  <a:gd name="T41" fmla="*/ 4 h 212"/>
                  <a:gd name="T42" fmla="*/ 8 w 330"/>
                  <a:gd name="T43" fmla="*/ 4 h 212"/>
                  <a:gd name="T44" fmla="*/ 7 w 330"/>
                  <a:gd name="T45" fmla="*/ 3 h 212"/>
                  <a:gd name="T46" fmla="*/ 6 w 330"/>
                  <a:gd name="T47" fmla="*/ 3 h 212"/>
                  <a:gd name="T48" fmla="*/ 5 w 330"/>
                  <a:gd name="T49" fmla="*/ 3 h 212"/>
                  <a:gd name="T50" fmla="*/ 3 w 330"/>
                  <a:gd name="T51" fmla="*/ 3 h 212"/>
                  <a:gd name="T52" fmla="*/ 2 w 330"/>
                  <a:gd name="T53" fmla="*/ 3 h 212"/>
                  <a:gd name="T54" fmla="*/ 2 w 330"/>
                  <a:gd name="T55" fmla="*/ 2 h 212"/>
                  <a:gd name="T56" fmla="*/ 1 w 330"/>
                  <a:gd name="T57" fmla="*/ 2 h 212"/>
                  <a:gd name="T58" fmla="*/ 1 w 330"/>
                  <a:gd name="T59" fmla="*/ 1 h 212"/>
                  <a:gd name="T60" fmla="*/ 1 w 330"/>
                  <a:gd name="T61" fmla="*/ 1 h 212"/>
                  <a:gd name="T62" fmla="*/ 1 w 330"/>
                  <a:gd name="T63" fmla="*/ 1 h 212"/>
                  <a:gd name="T64" fmla="*/ 1 w 330"/>
                  <a:gd name="T65" fmla="*/ 0 h 212"/>
                  <a:gd name="T66" fmla="*/ 1 w 330"/>
                  <a:gd name="T67" fmla="*/ 1 h 212"/>
                  <a:gd name="T68" fmla="*/ 2 w 330"/>
                  <a:gd name="T69" fmla="*/ 1 h 212"/>
                  <a:gd name="T70" fmla="*/ 3 w 330"/>
                  <a:gd name="T71" fmla="*/ 1 h 21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"/>
                  <a:gd name="T109" fmla="*/ 0 h 212"/>
                  <a:gd name="T110" fmla="*/ 330 w 330"/>
                  <a:gd name="T111" fmla="*/ 212 h 21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" h="212">
                    <a:moveTo>
                      <a:pt x="100" y="11"/>
                    </a:moveTo>
                    <a:lnTo>
                      <a:pt x="112" y="16"/>
                    </a:lnTo>
                    <a:lnTo>
                      <a:pt x="135" y="18"/>
                    </a:lnTo>
                    <a:lnTo>
                      <a:pt x="157" y="16"/>
                    </a:lnTo>
                    <a:lnTo>
                      <a:pt x="180" y="16"/>
                    </a:lnTo>
                    <a:lnTo>
                      <a:pt x="203" y="16"/>
                    </a:lnTo>
                    <a:lnTo>
                      <a:pt x="225" y="18"/>
                    </a:lnTo>
                    <a:lnTo>
                      <a:pt x="247" y="21"/>
                    </a:lnTo>
                    <a:lnTo>
                      <a:pt x="268" y="27"/>
                    </a:lnTo>
                    <a:lnTo>
                      <a:pt x="287" y="36"/>
                    </a:lnTo>
                    <a:lnTo>
                      <a:pt x="295" y="41"/>
                    </a:lnTo>
                    <a:lnTo>
                      <a:pt x="305" y="45"/>
                    </a:lnTo>
                    <a:lnTo>
                      <a:pt x="312" y="50"/>
                    </a:lnTo>
                    <a:lnTo>
                      <a:pt x="313" y="57"/>
                    </a:lnTo>
                    <a:lnTo>
                      <a:pt x="307" y="72"/>
                    </a:lnTo>
                    <a:lnTo>
                      <a:pt x="307" y="88"/>
                    </a:lnTo>
                    <a:lnTo>
                      <a:pt x="310" y="104"/>
                    </a:lnTo>
                    <a:lnTo>
                      <a:pt x="317" y="118"/>
                    </a:lnTo>
                    <a:lnTo>
                      <a:pt x="330" y="125"/>
                    </a:lnTo>
                    <a:lnTo>
                      <a:pt x="330" y="135"/>
                    </a:lnTo>
                    <a:lnTo>
                      <a:pt x="327" y="148"/>
                    </a:lnTo>
                    <a:lnTo>
                      <a:pt x="325" y="160"/>
                    </a:lnTo>
                    <a:lnTo>
                      <a:pt x="325" y="202"/>
                    </a:lnTo>
                    <a:lnTo>
                      <a:pt x="320" y="203"/>
                    </a:lnTo>
                    <a:lnTo>
                      <a:pt x="315" y="205"/>
                    </a:lnTo>
                    <a:lnTo>
                      <a:pt x="309" y="206"/>
                    </a:lnTo>
                    <a:lnTo>
                      <a:pt x="305" y="209"/>
                    </a:lnTo>
                    <a:lnTo>
                      <a:pt x="300" y="210"/>
                    </a:lnTo>
                    <a:lnTo>
                      <a:pt x="294" y="211"/>
                    </a:lnTo>
                    <a:lnTo>
                      <a:pt x="290" y="212"/>
                    </a:lnTo>
                    <a:lnTo>
                      <a:pt x="284" y="212"/>
                    </a:lnTo>
                    <a:lnTo>
                      <a:pt x="279" y="202"/>
                    </a:lnTo>
                    <a:lnTo>
                      <a:pt x="275" y="192"/>
                    </a:lnTo>
                    <a:lnTo>
                      <a:pt x="272" y="181"/>
                    </a:lnTo>
                    <a:lnTo>
                      <a:pt x="277" y="171"/>
                    </a:lnTo>
                    <a:lnTo>
                      <a:pt x="285" y="162"/>
                    </a:lnTo>
                    <a:lnTo>
                      <a:pt x="291" y="151"/>
                    </a:lnTo>
                    <a:lnTo>
                      <a:pt x="294" y="141"/>
                    </a:lnTo>
                    <a:lnTo>
                      <a:pt x="292" y="128"/>
                    </a:lnTo>
                    <a:lnTo>
                      <a:pt x="286" y="115"/>
                    </a:lnTo>
                    <a:lnTo>
                      <a:pt x="277" y="107"/>
                    </a:lnTo>
                    <a:lnTo>
                      <a:pt x="266" y="103"/>
                    </a:lnTo>
                    <a:lnTo>
                      <a:pt x="253" y="99"/>
                    </a:lnTo>
                    <a:lnTo>
                      <a:pt x="240" y="97"/>
                    </a:lnTo>
                    <a:lnTo>
                      <a:pt x="229" y="94"/>
                    </a:lnTo>
                    <a:lnTo>
                      <a:pt x="218" y="87"/>
                    </a:lnTo>
                    <a:lnTo>
                      <a:pt x="210" y="75"/>
                    </a:lnTo>
                    <a:lnTo>
                      <a:pt x="189" y="68"/>
                    </a:lnTo>
                    <a:lnTo>
                      <a:pt x="168" y="69"/>
                    </a:lnTo>
                    <a:lnTo>
                      <a:pt x="143" y="73"/>
                    </a:lnTo>
                    <a:lnTo>
                      <a:pt x="120" y="79"/>
                    </a:lnTo>
                    <a:lnTo>
                      <a:pt x="98" y="82"/>
                    </a:lnTo>
                    <a:lnTo>
                      <a:pt x="79" y="80"/>
                    </a:lnTo>
                    <a:lnTo>
                      <a:pt x="62" y="71"/>
                    </a:lnTo>
                    <a:lnTo>
                      <a:pt x="48" y="49"/>
                    </a:lnTo>
                    <a:lnTo>
                      <a:pt x="42" y="43"/>
                    </a:lnTo>
                    <a:lnTo>
                      <a:pt x="36" y="38"/>
                    </a:lnTo>
                    <a:lnTo>
                      <a:pt x="32" y="33"/>
                    </a:lnTo>
                    <a:lnTo>
                      <a:pt x="26" y="28"/>
                    </a:lnTo>
                    <a:lnTo>
                      <a:pt x="20" y="24"/>
                    </a:lnTo>
                    <a:lnTo>
                      <a:pt x="13" y="21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4" y="7"/>
                    </a:lnTo>
                    <a:lnTo>
                      <a:pt x="9" y="3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7" y="4"/>
                    </a:lnTo>
                    <a:lnTo>
                      <a:pt x="34" y="6"/>
                    </a:lnTo>
                    <a:lnTo>
                      <a:pt x="41" y="9"/>
                    </a:lnTo>
                    <a:lnTo>
                      <a:pt x="48" y="11"/>
                    </a:lnTo>
                    <a:lnTo>
                      <a:pt x="100" y="11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0" name="Freeform 52">
                <a:extLst>
                  <a:ext uri="{FF2B5EF4-FFF2-40B4-BE49-F238E27FC236}">
                    <a16:creationId xmlns:a16="http://schemas.microsoft.com/office/drawing/2014/main" id="{A6FAEFF5-49A9-2B45-8F04-D6EDFD0A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323"/>
                <a:ext cx="183" cy="97"/>
              </a:xfrm>
              <a:custGeom>
                <a:avLst/>
                <a:gdLst>
                  <a:gd name="T0" fmla="*/ 6 w 364"/>
                  <a:gd name="T1" fmla="*/ 2 h 195"/>
                  <a:gd name="T2" fmla="*/ 7 w 364"/>
                  <a:gd name="T3" fmla="*/ 2 h 195"/>
                  <a:gd name="T4" fmla="*/ 8 w 364"/>
                  <a:gd name="T5" fmla="*/ 1 h 195"/>
                  <a:gd name="T6" fmla="*/ 9 w 364"/>
                  <a:gd name="T7" fmla="*/ 1 h 195"/>
                  <a:gd name="T8" fmla="*/ 10 w 364"/>
                  <a:gd name="T9" fmla="*/ 1 h 195"/>
                  <a:gd name="T10" fmla="*/ 10 w 364"/>
                  <a:gd name="T11" fmla="*/ 2 h 195"/>
                  <a:gd name="T12" fmla="*/ 11 w 364"/>
                  <a:gd name="T13" fmla="*/ 2 h 195"/>
                  <a:gd name="T14" fmla="*/ 11 w 364"/>
                  <a:gd name="T15" fmla="*/ 2 h 195"/>
                  <a:gd name="T16" fmla="*/ 12 w 364"/>
                  <a:gd name="T17" fmla="*/ 3 h 195"/>
                  <a:gd name="T18" fmla="*/ 11 w 364"/>
                  <a:gd name="T19" fmla="*/ 3 h 195"/>
                  <a:gd name="T20" fmla="*/ 11 w 364"/>
                  <a:gd name="T21" fmla="*/ 4 h 195"/>
                  <a:gd name="T22" fmla="*/ 11 w 364"/>
                  <a:gd name="T23" fmla="*/ 5 h 195"/>
                  <a:gd name="T24" fmla="*/ 11 w 364"/>
                  <a:gd name="T25" fmla="*/ 5 h 195"/>
                  <a:gd name="T26" fmla="*/ 10 w 364"/>
                  <a:gd name="T27" fmla="*/ 5 h 195"/>
                  <a:gd name="T28" fmla="*/ 8 w 364"/>
                  <a:gd name="T29" fmla="*/ 6 h 195"/>
                  <a:gd name="T30" fmla="*/ 7 w 364"/>
                  <a:gd name="T31" fmla="*/ 6 h 195"/>
                  <a:gd name="T32" fmla="*/ 6 w 364"/>
                  <a:gd name="T33" fmla="*/ 5 h 195"/>
                  <a:gd name="T34" fmla="*/ 4 w 364"/>
                  <a:gd name="T35" fmla="*/ 5 h 195"/>
                  <a:gd name="T36" fmla="*/ 3 w 364"/>
                  <a:gd name="T37" fmla="*/ 5 h 195"/>
                  <a:gd name="T38" fmla="*/ 2 w 364"/>
                  <a:gd name="T39" fmla="*/ 5 h 195"/>
                  <a:gd name="T40" fmla="*/ 1 w 364"/>
                  <a:gd name="T41" fmla="*/ 4 h 195"/>
                  <a:gd name="T42" fmla="*/ 1 w 364"/>
                  <a:gd name="T43" fmla="*/ 2 h 195"/>
                  <a:gd name="T44" fmla="*/ 1 w 364"/>
                  <a:gd name="T45" fmla="*/ 2 h 195"/>
                  <a:gd name="T46" fmla="*/ 2 w 364"/>
                  <a:gd name="T47" fmla="*/ 1 h 195"/>
                  <a:gd name="T48" fmla="*/ 2 w 364"/>
                  <a:gd name="T49" fmla="*/ 1 h 195"/>
                  <a:gd name="T50" fmla="*/ 3 w 364"/>
                  <a:gd name="T51" fmla="*/ 0 h 195"/>
                  <a:gd name="T52" fmla="*/ 3 w 364"/>
                  <a:gd name="T53" fmla="*/ 0 h 195"/>
                  <a:gd name="T54" fmla="*/ 3 w 364"/>
                  <a:gd name="T55" fmla="*/ 0 h 195"/>
                  <a:gd name="T56" fmla="*/ 4 w 364"/>
                  <a:gd name="T57" fmla="*/ 0 h 195"/>
                  <a:gd name="T58" fmla="*/ 4 w 364"/>
                  <a:gd name="T59" fmla="*/ 0 h 195"/>
                  <a:gd name="T60" fmla="*/ 4 w 364"/>
                  <a:gd name="T61" fmla="*/ 0 h 195"/>
                  <a:gd name="T62" fmla="*/ 5 w 364"/>
                  <a:gd name="T63" fmla="*/ 0 h 195"/>
                  <a:gd name="T64" fmla="*/ 5 w 364"/>
                  <a:gd name="T65" fmla="*/ 1 h 195"/>
                  <a:gd name="T66" fmla="*/ 5 w 364"/>
                  <a:gd name="T67" fmla="*/ 1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64"/>
                  <a:gd name="T103" fmla="*/ 0 h 195"/>
                  <a:gd name="T104" fmla="*/ 364 w 364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64" h="195">
                    <a:moveTo>
                      <a:pt x="160" y="62"/>
                    </a:moveTo>
                    <a:lnTo>
                      <a:pt x="176" y="67"/>
                    </a:lnTo>
                    <a:lnTo>
                      <a:pt x="191" y="69"/>
                    </a:lnTo>
                    <a:lnTo>
                      <a:pt x="207" y="68"/>
                    </a:lnTo>
                    <a:lnTo>
                      <a:pt x="222" y="66"/>
                    </a:lnTo>
                    <a:lnTo>
                      <a:pt x="239" y="61"/>
                    </a:lnTo>
                    <a:lnTo>
                      <a:pt x="254" y="58"/>
                    </a:lnTo>
                    <a:lnTo>
                      <a:pt x="270" y="54"/>
                    </a:lnTo>
                    <a:lnTo>
                      <a:pt x="285" y="52"/>
                    </a:lnTo>
                    <a:lnTo>
                      <a:pt x="294" y="57"/>
                    </a:lnTo>
                    <a:lnTo>
                      <a:pt x="303" y="63"/>
                    </a:lnTo>
                    <a:lnTo>
                      <a:pt x="311" y="69"/>
                    </a:lnTo>
                    <a:lnTo>
                      <a:pt x="320" y="76"/>
                    </a:lnTo>
                    <a:lnTo>
                      <a:pt x="331" y="82"/>
                    </a:lnTo>
                    <a:lnTo>
                      <a:pt x="341" y="87"/>
                    </a:lnTo>
                    <a:lnTo>
                      <a:pt x="351" y="89"/>
                    </a:lnTo>
                    <a:lnTo>
                      <a:pt x="363" y="90"/>
                    </a:lnTo>
                    <a:lnTo>
                      <a:pt x="364" y="100"/>
                    </a:lnTo>
                    <a:lnTo>
                      <a:pt x="358" y="108"/>
                    </a:lnTo>
                    <a:lnTo>
                      <a:pt x="350" y="116"/>
                    </a:lnTo>
                    <a:lnTo>
                      <a:pt x="346" y="126"/>
                    </a:lnTo>
                    <a:lnTo>
                      <a:pt x="343" y="141"/>
                    </a:lnTo>
                    <a:lnTo>
                      <a:pt x="345" y="155"/>
                    </a:lnTo>
                    <a:lnTo>
                      <a:pt x="350" y="168"/>
                    </a:lnTo>
                    <a:lnTo>
                      <a:pt x="360" y="180"/>
                    </a:lnTo>
                    <a:lnTo>
                      <a:pt x="339" y="184"/>
                    </a:lnTo>
                    <a:lnTo>
                      <a:pt x="318" y="188"/>
                    </a:lnTo>
                    <a:lnTo>
                      <a:pt x="297" y="191"/>
                    </a:lnTo>
                    <a:lnTo>
                      <a:pt x="275" y="194"/>
                    </a:lnTo>
                    <a:lnTo>
                      <a:pt x="254" y="195"/>
                    </a:lnTo>
                    <a:lnTo>
                      <a:pt x="232" y="195"/>
                    </a:lnTo>
                    <a:lnTo>
                      <a:pt x="210" y="194"/>
                    </a:lnTo>
                    <a:lnTo>
                      <a:pt x="188" y="193"/>
                    </a:lnTo>
                    <a:lnTo>
                      <a:pt x="166" y="191"/>
                    </a:lnTo>
                    <a:lnTo>
                      <a:pt x="144" y="188"/>
                    </a:lnTo>
                    <a:lnTo>
                      <a:pt x="122" y="184"/>
                    </a:lnTo>
                    <a:lnTo>
                      <a:pt x="101" y="181"/>
                    </a:lnTo>
                    <a:lnTo>
                      <a:pt x="81" y="176"/>
                    </a:lnTo>
                    <a:lnTo>
                      <a:pt x="60" y="171"/>
                    </a:lnTo>
                    <a:lnTo>
                      <a:pt x="40" y="165"/>
                    </a:lnTo>
                    <a:lnTo>
                      <a:pt x="21" y="159"/>
                    </a:lnTo>
                    <a:lnTo>
                      <a:pt x="17" y="136"/>
                    </a:lnTo>
                    <a:lnTo>
                      <a:pt x="11" y="114"/>
                    </a:lnTo>
                    <a:lnTo>
                      <a:pt x="5" y="92"/>
                    </a:lnTo>
                    <a:lnTo>
                      <a:pt x="0" y="70"/>
                    </a:lnTo>
                    <a:lnTo>
                      <a:pt x="13" y="68"/>
                    </a:lnTo>
                    <a:lnTo>
                      <a:pt x="24" y="62"/>
                    </a:lnTo>
                    <a:lnTo>
                      <a:pt x="36" y="55"/>
                    </a:lnTo>
                    <a:lnTo>
                      <a:pt x="46" y="46"/>
                    </a:lnTo>
                    <a:lnTo>
                      <a:pt x="55" y="36"/>
                    </a:lnTo>
                    <a:lnTo>
                      <a:pt x="63" y="24"/>
                    </a:lnTo>
                    <a:lnTo>
                      <a:pt x="71" y="14"/>
                    </a:lnTo>
                    <a:lnTo>
                      <a:pt x="78" y="2"/>
                    </a:lnTo>
                    <a:lnTo>
                      <a:pt x="83" y="0"/>
                    </a:lnTo>
                    <a:lnTo>
                      <a:pt x="89" y="0"/>
                    </a:lnTo>
                    <a:lnTo>
                      <a:pt x="93" y="1"/>
                    </a:lnTo>
                    <a:lnTo>
                      <a:pt x="98" y="2"/>
                    </a:lnTo>
                    <a:lnTo>
                      <a:pt x="103" y="5"/>
                    </a:lnTo>
                    <a:lnTo>
                      <a:pt x="107" y="6"/>
                    </a:lnTo>
                    <a:lnTo>
                      <a:pt x="112" y="8"/>
                    </a:lnTo>
                    <a:lnTo>
                      <a:pt x="116" y="9"/>
                    </a:lnTo>
                    <a:lnTo>
                      <a:pt x="123" y="15"/>
                    </a:lnTo>
                    <a:lnTo>
                      <a:pt x="128" y="23"/>
                    </a:lnTo>
                    <a:lnTo>
                      <a:pt x="132" y="31"/>
                    </a:lnTo>
                    <a:lnTo>
                      <a:pt x="136" y="39"/>
                    </a:lnTo>
                    <a:lnTo>
                      <a:pt x="139" y="46"/>
                    </a:lnTo>
                    <a:lnTo>
                      <a:pt x="144" y="53"/>
                    </a:lnTo>
                    <a:lnTo>
                      <a:pt x="151" y="59"/>
                    </a:lnTo>
                    <a:lnTo>
                      <a:pt x="160" y="62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1" name="Freeform 53">
                <a:extLst>
                  <a:ext uri="{FF2B5EF4-FFF2-40B4-BE49-F238E27FC236}">
                    <a16:creationId xmlns:a16="http://schemas.microsoft.com/office/drawing/2014/main" id="{F1F66DF3-2A8E-0344-B350-650A309D3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27"/>
                <a:ext cx="36" cy="54"/>
              </a:xfrm>
              <a:custGeom>
                <a:avLst/>
                <a:gdLst>
                  <a:gd name="T0" fmla="*/ 3 w 71"/>
                  <a:gd name="T1" fmla="*/ 0 h 108"/>
                  <a:gd name="T2" fmla="*/ 3 w 71"/>
                  <a:gd name="T3" fmla="*/ 1 h 108"/>
                  <a:gd name="T4" fmla="*/ 3 w 71"/>
                  <a:gd name="T5" fmla="*/ 2 h 108"/>
                  <a:gd name="T6" fmla="*/ 2 w 71"/>
                  <a:gd name="T7" fmla="*/ 3 h 108"/>
                  <a:gd name="T8" fmla="*/ 2 w 71"/>
                  <a:gd name="T9" fmla="*/ 4 h 108"/>
                  <a:gd name="T10" fmla="*/ 2 w 71"/>
                  <a:gd name="T11" fmla="*/ 4 h 108"/>
                  <a:gd name="T12" fmla="*/ 2 w 71"/>
                  <a:gd name="T13" fmla="*/ 3 h 108"/>
                  <a:gd name="T14" fmla="*/ 1 w 71"/>
                  <a:gd name="T15" fmla="*/ 3 h 108"/>
                  <a:gd name="T16" fmla="*/ 1 w 71"/>
                  <a:gd name="T17" fmla="*/ 2 h 108"/>
                  <a:gd name="T18" fmla="*/ 1 w 71"/>
                  <a:gd name="T19" fmla="*/ 2 h 108"/>
                  <a:gd name="T20" fmla="*/ 1 w 71"/>
                  <a:gd name="T21" fmla="*/ 1 h 108"/>
                  <a:gd name="T22" fmla="*/ 1 w 71"/>
                  <a:gd name="T23" fmla="*/ 1 h 108"/>
                  <a:gd name="T24" fmla="*/ 0 w 71"/>
                  <a:gd name="T25" fmla="*/ 1 h 108"/>
                  <a:gd name="T26" fmla="*/ 1 w 71"/>
                  <a:gd name="T27" fmla="*/ 1 h 108"/>
                  <a:gd name="T28" fmla="*/ 1 w 71"/>
                  <a:gd name="T29" fmla="*/ 1 h 108"/>
                  <a:gd name="T30" fmla="*/ 1 w 71"/>
                  <a:gd name="T31" fmla="*/ 1 h 108"/>
                  <a:gd name="T32" fmla="*/ 2 w 71"/>
                  <a:gd name="T33" fmla="*/ 1 h 108"/>
                  <a:gd name="T34" fmla="*/ 2 w 71"/>
                  <a:gd name="T35" fmla="*/ 1 h 108"/>
                  <a:gd name="T36" fmla="*/ 2 w 71"/>
                  <a:gd name="T37" fmla="*/ 1 h 108"/>
                  <a:gd name="T38" fmla="*/ 2 w 71"/>
                  <a:gd name="T39" fmla="*/ 0 h 108"/>
                  <a:gd name="T40" fmla="*/ 3 w 71"/>
                  <a:gd name="T41" fmla="*/ 0 h 1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08"/>
                  <a:gd name="T65" fmla="*/ 71 w 71"/>
                  <a:gd name="T66" fmla="*/ 108 h 10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08">
                    <a:moveTo>
                      <a:pt x="71" y="0"/>
                    </a:moveTo>
                    <a:lnTo>
                      <a:pt x="69" y="27"/>
                    </a:lnTo>
                    <a:lnTo>
                      <a:pt x="65" y="54"/>
                    </a:lnTo>
                    <a:lnTo>
                      <a:pt x="62" y="81"/>
                    </a:lnTo>
                    <a:lnTo>
                      <a:pt x="59" y="108"/>
                    </a:lnTo>
                    <a:lnTo>
                      <a:pt x="47" y="97"/>
                    </a:lnTo>
                    <a:lnTo>
                      <a:pt x="37" y="85"/>
                    </a:lnTo>
                    <a:lnTo>
                      <a:pt x="26" y="73"/>
                    </a:lnTo>
                    <a:lnTo>
                      <a:pt x="17" y="60"/>
                    </a:lnTo>
                    <a:lnTo>
                      <a:pt x="10" y="46"/>
                    </a:lnTo>
                    <a:lnTo>
                      <a:pt x="4" y="32"/>
                    </a:lnTo>
                    <a:lnTo>
                      <a:pt x="1" y="18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17" y="2"/>
                    </a:lnTo>
                    <a:lnTo>
                      <a:pt x="26" y="2"/>
                    </a:lnTo>
                    <a:lnTo>
                      <a:pt x="35" y="1"/>
                    </a:lnTo>
                    <a:lnTo>
                      <a:pt x="44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2" name="Freeform 54">
                <a:extLst>
                  <a:ext uri="{FF2B5EF4-FFF2-40B4-BE49-F238E27FC236}">
                    <a16:creationId xmlns:a16="http://schemas.microsoft.com/office/drawing/2014/main" id="{EFB00DD2-EAF8-8943-A2A4-B0608282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29"/>
                <a:ext cx="52" cy="126"/>
              </a:xfrm>
              <a:custGeom>
                <a:avLst/>
                <a:gdLst>
                  <a:gd name="T0" fmla="*/ 4 w 104"/>
                  <a:gd name="T1" fmla="*/ 1 h 252"/>
                  <a:gd name="T2" fmla="*/ 3 w 104"/>
                  <a:gd name="T3" fmla="*/ 2 h 252"/>
                  <a:gd name="T4" fmla="*/ 3 w 104"/>
                  <a:gd name="T5" fmla="*/ 2 h 252"/>
                  <a:gd name="T6" fmla="*/ 3 w 104"/>
                  <a:gd name="T7" fmla="*/ 3 h 252"/>
                  <a:gd name="T8" fmla="*/ 3 w 104"/>
                  <a:gd name="T9" fmla="*/ 4 h 252"/>
                  <a:gd name="T10" fmla="*/ 3 w 104"/>
                  <a:gd name="T11" fmla="*/ 4 h 252"/>
                  <a:gd name="T12" fmla="*/ 2 w 104"/>
                  <a:gd name="T13" fmla="*/ 5 h 252"/>
                  <a:gd name="T14" fmla="*/ 2 w 104"/>
                  <a:gd name="T15" fmla="*/ 6 h 252"/>
                  <a:gd name="T16" fmla="*/ 2 w 104"/>
                  <a:gd name="T17" fmla="*/ 7 h 252"/>
                  <a:gd name="T18" fmla="*/ 2 w 104"/>
                  <a:gd name="T19" fmla="*/ 7 h 252"/>
                  <a:gd name="T20" fmla="*/ 2 w 104"/>
                  <a:gd name="T21" fmla="*/ 8 h 252"/>
                  <a:gd name="T22" fmla="*/ 2 w 104"/>
                  <a:gd name="T23" fmla="*/ 8 h 252"/>
                  <a:gd name="T24" fmla="*/ 2 w 104"/>
                  <a:gd name="T25" fmla="*/ 8 h 252"/>
                  <a:gd name="T26" fmla="*/ 1 w 104"/>
                  <a:gd name="T27" fmla="*/ 8 h 252"/>
                  <a:gd name="T28" fmla="*/ 1 w 104"/>
                  <a:gd name="T29" fmla="*/ 8 h 252"/>
                  <a:gd name="T30" fmla="*/ 1 w 104"/>
                  <a:gd name="T31" fmla="*/ 7 h 252"/>
                  <a:gd name="T32" fmla="*/ 1 w 104"/>
                  <a:gd name="T33" fmla="*/ 7 h 252"/>
                  <a:gd name="T34" fmla="*/ 1 w 104"/>
                  <a:gd name="T35" fmla="*/ 7 h 252"/>
                  <a:gd name="T36" fmla="*/ 1 w 104"/>
                  <a:gd name="T37" fmla="*/ 7 h 252"/>
                  <a:gd name="T38" fmla="*/ 1 w 104"/>
                  <a:gd name="T39" fmla="*/ 6 h 252"/>
                  <a:gd name="T40" fmla="*/ 1 w 104"/>
                  <a:gd name="T41" fmla="*/ 6 h 252"/>
                  <a:gd name="T42" fmla="*/ 1 w 104"/>
                  <a:gd name="T43" fmla="*/ 5 h 252"/>
                  <a:gd name="T44" fmla="*/ 1 w 104"/>
                  <a:gd name="T45" fmla="*/ 3 h 252"/>
                  <a:gd name="T46" fmla="*/ 1 w 104"/>
                  <a:gd name="T47" fmla="*/ 2 h 252"/>
                  <a:gd name="T48" fmla="*/ 0 w 104"/>
                  <a:gd name="T49" fmla="*/ 0 h 252"/>
                  <a:gd name="T50" fmla="*/ 1 w 104"/>
                  <a:gd name="T51" fmla="*/ 1 h 252"/>
                  <a:gd name="T52" fmla="*/ 1 w 104"/>
                  <a:gd name="T53" fmla="*/ 1 h 252"/>
                  <a:gd name="T54" fmla="*/ 2 w 104"/>
                  <a:gd name="T55" fmla="*/ 1 h 252"/>
                  <a:gd name="T56" fmla="*/ 2 w 104"/>
                  <a:gd name="T57" fmla="*/ 1 h 252"/>
                  <a:gd name="T58" fmla="*/ 2 w 104"/>
                  <a:gd name="T59" fmla="*/ 1 h 252"/>
                  <a:gd name="T60" fmla="*/ 3 w 104"/>
                  <a:gd name="T61" fmla="*/ 1 h 252"/>
                  <a:gd name="T62" fmla="*/ 3 w 104"/>
                  <a:gd name="T63" fmla="*/ 1 h 252"/>
                  <a:gd name="T64" fmla="*/ 4 w 104"/>
                  <a:gd name="T65" fmla="*/ 1 h 2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4"/>
                  <a:gd name="T100" fmla="*/ 0 h 252"/>
                  <a:gd name="T101" fmla="*/ 104 w 104"/>
                  <a:gd name="T102" fmla="*/ 252 h 2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4" h="252">
                    <a:moveTo>
                      <a:pt x="104" y="16"/>
                    </a:moveTo>
                    <a:lnTo>
                      <a:pt x="96" y="38"/>
                    </a:lnTo>
                    <a:lnTo>
                      <a:pt x="88" y="61"/>
                    </a:lnTo>
                    <a:lnTo>
                      <a:pt x="81" y="83"/>
                    </a:lnTo>
                    <a:lnTo>
                      <a:pt x="73" y="106"/>
                    </a:lnTo>
                    <a:lnTo>
                      <a:pt x="66" y="128"/>
                    </a:lnTo>
                    <a:lnTo>
                      <a:pt x="58" y="149"/>
                    </a:lnTo>
                    <a:lnTo>
                      <a:pt x="50" y="171"/>
                    </a:lnTo>
                    <a:lnTo>
                      <a:pt x="40" y="193"/>
                    </a:lnTo>
                    <a:lnTo>
                      <a:pt x="43" y="208"/>
                    </a:lnTo>
                    <a:lnTo>
                      <a:pt x="46" y="225"/>
                    </a:lnTo>
                    <a:lnTo>
                      <a:pt x="46" y="240"/>
                    </a:lnTo>
                    <a:lnTo>
                      <a:pt x="37" y="252"/>
                    </a:lnTo>
                    <a:lnTo>
                      <a:pt x="30" y="244"/>
                    </a:lnTo>
                    <a:lnTo>
                      <a:pt x="23" y="235"/>
                    </a:lnTo>
                    <a:lnTo>
                      <a:pt x="20" y="223"/>
                    </a:lnTo>
                    <a:lnTo>
                      <a:pt x="20" y="212"/>
                    </a:lnTo>
                    <a:lnTo>
                      <a:pt x="24" y="204"/>
                    </a:lnTo>
                    <a:lnTo>
                      <a:pt x="30" y="193"/>
                    </a:lnTo>
                    <a:lnTo>
                      <a:pt x="32" y="183"/>
                    </a:lnTo>
                    <a:lnTo>
                      <a:pt x="32" y="172"/>
                    </a:lnTo>
                    <a:lnTo>
                      <a:pt x="21" y="130"/>
                    </a:lnTo>
                    <a:lnTo>
                      <a:pt x="12" y="87"/>
                    </a:lnTo>
                    <a:lnTo>
                      <a:pt x="5" y="43"/>
                    </a:lnTo>
                    <a:lnTo>
                      <a:pt x="0" y="0"/>
                    </a:lnTo>
                    <a:lnTo>
                      <a:pt x="13" y="3"/>
                    </a:lnTo>
                    <a:lnTo>
                      <a:pt x="25" y="7"/>
                    </a:lnTo>
                    <a:lnTo>
                      <a:pt x="38" y="11"/>
                    </a:lnTo>
                    <a:lnTo>
                      <a:pt x="51" y="15"/>
                    </a:lnTo>
                    <a:lnTo>
                      <a:pt x="63" y="17"/>
                    </a:lnTo>
                    <a:lnTo>
                      <a:pt x="76" y="19"/>
                    </a:lnTo>
                    <a:lnTo>
                      <a:pt x="90" y="18"/>
                    </a:lnTo>
                    <a:lnTo>
                      <a:pt x="104" y="16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3" name="Freeform 55">
                <a:extLst>
                  <a:ext uri="{FF2B5EF4-FFF2-40B4-BE49-F238E27FC236}">
                    <a16:creationId xmlns:a16="http://schemas.microsoft.com/office/drawing/2014/main" id="{7707C59D-82A3-DB45-B6E0-DD26A126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331"/>
                <a:ext cx="7" cy="23"/>
              </a:xfrm>
              <a:custGeom>
                <a:avLst/>
                <a:gdLst>
                  <a:gd name="T0" fmla="*/ 0 w 15"/>
                  <a:gd name="T1" fmla="*/ 2 h 46"/>
                  <a:gd name="T2" fmla="*/ 0 w 15"/>
                  <a:gd name="T3" fmla="*/ 2 h 46"/>
                  <a:gd name="T4" fmla="*/ 0 w 15"/>
                  <a:gd name="T5" fmla="*/ 2 h 46"/>
                  <a:gd name="T6" fmla="*/ 0 w 15"/>
                  <a:gd name="T7" fmla="*/ 1 h 46"/>
                  <a:gd name="T8" fmla="*/ 0 w 15"/>
                  <a:gd name="T9" fmla="*/ 1 h 46"/>
                  <a:gd name="T10" fmla="*/ 0 w 15"/>
                  <a:gd name="T11" fmla="*/ 1 h 46"/>
                  <a:gd name="T12" fmla="*/ 0 w 15"/>
                  <a:gd name="T13" fmla="*/ 0 h 46"/>
                  <a:gd name="T14" fmla="*/ 0 w 15"/>
                  <a:gd name="T15" fmla="*/ 1 h 46"/>
                  <a:gd name="T16" fmla="*/ 0 w 15"/>
                  <a:gd name="T17" fmla="*/ 1 h 46"/>
                  <a:gd name="T18" fmla="*/ 0 w 15"/>
                  <a:gd name="T19" fmla="*/ 1 h 46"/>
                  <a:gd name="T20" fmla="*/ 0 w 15"/>
                  <a:gd name="T21" fmla="*/ 2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6"/>
                  <a:gd name="T35" fmla="*/ 15 w 15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6">
                    <a:moveTo>
                      <a:pt x="15" y="42"/>
                    </a:moveTo>
                    <a:lnTo>
                      <a:pt x="10" y="46"/>
                    </a:lnTo>
                    <a:lnTo>
                      <a:pt x="6" y="37"/>
                    </a:lnTo>
                    <a:lnTo>
                      <a:pt x="3" y="28"/>
                    </a:lnTo>
                    <a:lnTo>
                      <a:pt x="0" y="18"/>
                    </a:lnTo>
                    <a:lnTo>
                      <a:pt x="5" y="7"/>
                    </a:lnTo>
                    <a:lnTo>
                      <a:pt x="3" y="0"/>
                    </a:lnTo>
                    <a:lnTo>
                      <a:pt x="11" y="8"/>
                    </a:lnTo>
                    <a:lnTo>
                      <a:pt x="14" y="19"/>
                    </a:lnTo>
                    <a:lnTo>
                      <a:pt x="15" y="31"/>
                    </a:lnTo>
                    <a:lnTo>
                      <a:pt x="1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4" name="Freeform 56">
                <a:extLst>
                  <a:ext uri="{FF2B5EF4-FFF2-40B4-BE49-F238E27FC236}">
                    <a16:creationId xmlns:a16="http://schemas.microsoft.com/office/drawing/2014/main" id="{E0746415-1D6D-2B42-9539-0BFC7E86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369"/>
                <a:ext cx="4" cy="17"/>
              </a:xfrm>
              <a:custGeom>
                <a:avLst/>
                <a:gdLst>
                  <a:gd name="T0" fmla="*/ 0 w 9"/>
                  <a:gd name="T1" fmla="*/ 1 h 36"/>
                  <a:gd name="T2" fmla="*/ 0 w 9"/>
                  <a:gd name="T3" fmla="*/ 0 h 36"/>
                  <a:gd name="T4" fmla="*/ 0 w 9"/>
                  <a:gd name="T5" fmla="*/ 0 h 36"/>
                  <a:gd name="T6" fmla="*/ 0 w 9"/>
                  <a:gd name="T7" fmla="*/ 0 h 36"/>
                  <a:gd name="T8" fmla="*/ 0 w 9"/>
                  <a:gd name="T9" fmla="*/ 0 h 36"/>
                  <a:gd name="T10" fmla="*/ 0 w 9"/>
                  <a:gd name="T11" fmla="*/ 0 h 36"/>
                  <a:gd name="T12" fmla="*/ 0 w 9"/>
                  <a:gd name="T13" fmla="*/ 0 h 36"/>
                  <a:gd name="T14" fmla="*/ 0 w 9"/>
                  <a:gd name="T15" fmla="*/ 0 h 36"/>
                  <a:gd name="T16" fmla="*/ 0 w 9"/>
                  <a:gd name="T17" fmla="*/ 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36"/>
                  <a:gd name="T29" fmla="*/ 9 w 9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36">
                    <a:moveTo>
                      <a:pt x="9" y="36"/>
                    </a:moveTo>
                    <a:lnTo>
                      <a:pt x="1" y="28"/>
                    </a:lnTo>
                    <a:lnTo>
                      <a:pt x="0" y="20"/>
                    </a:lnTo>
                    <a:lnTo>
                      <a:pt x="1" y="9"/>
                    </a:lnTo>
                    <a:lnTo>
                      <a:pt x="4" y="0"/>
                    </a:lnTo>
                    <a:lnTo>
                      <a:pt x="7" y="8"/>
                    </a:lnTo>
                    <a:lnTo>
                      <a:pt x="9" y="17"/>
                    </a:lnTo>
                    <a:lnTo>
                      <a:pt x="9" y="27"/>
                    </a:lnTo>
                    <a:lnTo>
                      <a:pt x="9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5" name="Freeform 57">
                <a:extLst>
                  <a:ext uri="{FF2B5EF4-FFF2-40B4-BE49-F238E27FC236}">
                    <a16:creationId xmlns:a16="http://schemas.microsoft.com/office/drawing/2014/main" id="{D50CD70C-6E54-644B-A9ED-028775CF2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23"/>
                <a:ext cx="174" cy="134"/>
              </a:xfrm>
              <a:custGeom>
                <a:avLst/>
                <a:gdLst>
                  <a:gd name="T0" fmla="*/ 5 w 349"/>
                  <a:gd name="T1" fmla="*/ 1 h 267"/>
                  <a:gd name="T2" fmla="*/ 6 w 349"/>
                  <a:gd name="T3" fmla="*/ 1 h 267"/>
                  <a:gd name="T4" fmla="*/ 7 w 349"/>
                  <a:gd name="T5" fmla="*/ 1 h 267"/>
                  <a:gd name="T6" fmla="*/ 8 w 349"/>
                  <a:gd name="T7" fmla="*/ 1 h 267"/>
                  <a:gd name="T8" fmla="*/ 9 w 349"/>
                  <a:gd name="T9" fmla="*/ 2 h 267"/>
                  <a:gd name="T10" fmla="*/ 9 w 349"/>
                  <a:gd name="T11" fmla="*/ 3 h 267"/>
                  <a:gd name="T12" fmla="*/ 10 w 349"/>
                  <a:gd name="T13" fmla="*/ 4 h 267"/>
                  <a:gd name="T14" fmla="*/ 10 w 349"/>
                  <a:gd name="T15" fmla="*/ 5 h 267"/>
                  <a:gd name="T16" fmla="*/ 9 w 349"/>
                  <a:gd name="T17" fmla="*/ 6 h 267"/>
                  <a:gd name="T18" fmla="*/ 10 w 349"/>
                  <a:gd name="T19" fmla="*/ 7 h 267"/>
                  <a:gd name="T20" fmla="*/ 10 w 349"/>
                  <a:gd name="T21" fmla="*/ 7 h 267"/>
                  <a:gd name="T22" fmla="*/ 10 w 349"/>
                  <a:gd name="T23" fmla="*/ 8 h 267"/>
                  <a:gd name="T24" fmla="*/ 10 w 349"/>
                  <a:gd name="T25" fmla="*/ 9 h 267"/>
                  <a:gd name="T26" fmla="*/ 10 w 349"/>
                  <a:gd name="T27" fmla="*/ 9 h 267"/>
                  <a:gd name="T28" fmla="*/ 9 w 349"/>
                  <a:gd name="T29" fmla="*/ 8 h 267"/>
                  <a:gd name="T30" fmla="*/ 8 w 349"/>
                  <a:gd name="T31" fmla="*/ 8 h 267"/>
                  <a:gd name="T32" fmla="*/ 7 w 349"/>
                  <a:gd name="T33" fmla="*/ 7 h 267"/>
                  <a:gd name="T34" fmla="*/ 6 w 349"/>
                  <a:gd name="T35" fmla="*/ 7 h 267"/>
                  <a:gd name="T36" fmla="*/ 6 w 349"/>
                  <a:gd name="T37" fmla="*/ 6 h 267"/>
                  <a:gd name="T38" fmla="*/ 5 w 349"/>
                  <a:gd name="T39" fmla="*/ 6 h 267"/>
                  <a:gd name="T40" fmla="*/ 4 w 349"/>
                  <a:gd name="T41" fmla="*/ 5 h 267"/>
                  <a:gd name="T42" fmla="*/ 3 w 349"/>
                  <a:gd name="T43" fmla="*/ 4 h 267"/>
                  <a:gd name="T44" fmla="*/ 3 w 349"/>
                  <a:gd name="T45" fmla="*/ 3 h 267"/>
                  <a:gd name="T46" fmla="*/ 3 w 349"/>
                  <a:gd name="T47" fmla="*/ 3 h 267"/>
                  <a:gd name="T48" fmla="*/ 3 w 349"/>
                  <a:gd name="T49" fmla="*/ 4 h 267"/>
                  <a:gd name="T50" fmla="*/ 2 w 349"/>
                  <a:gd name="T51" fmla="*/ 5 h 267"/>
                  <a:gd name="T52" fmla="*/ 2 w 349"/>
                  <a:gd name="T53" fmla="*/ 6 h 267"/>
                  <a:gd name="T54" fmla="*/ 1 w 349"/>
                  <a:gd name="T55" fmla="*/ 7 h 267"/>
                  <a:gd name="T56" fmla="*/ 0 w 349"/>
                  <a:gd name="T57" fmla="*/ 7 h 267"/>
                  <a:gd name="T58" fmla="*/ 0 w 349"/>
                  <a:gd name="T59" fmla="*/ 8 h 267"/>
                  <a:gd name="T60" fmla="*/ 0 w 349"/>
                  <a:gd name="T61" fmla="*/ 8 h 267"/>
                  <a:gd name="T62" fmla="*/ 0 w 349"/>
                  <a:gd name="T63" fmla="*/ 7 h 267"/>
                  <a:gd name="T64" fmla="*/ 0 w 349"/>
                  <a:gd name="T65" fmla="*/ 5 h 267"/>
                  <a:gd name="T66" fmla="*/ 0 w 349"/>
                  <a:gd name="T67" fmla="*/ 2 h 267"/>
                  <a:gd name="T68" fmla="*/ 0 w 349"/>
                  <a:gd name="T69" fmla="*/ 1 h 267"/>
                  <a:gd name="T70" fmla="*/ 1 w 349"/>
                  <a:gd name="T71" fmla="*/ 1 h 267"/>
                  <a:gd name="T72" fmla="*/ 3 w 349"/>
                  <a:gd name="T73" fmla="*/ 1 h 267"/>
                  <a:gd name="T74" fmla="*/ 4 w 349"/>
                  <a:gd name="T75" fmla="*/ 1 h 26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9"/>
                  <a:gd name="T115" fmla="*/ 0 h 267"/>
                  <a:gd name="T116" fmla="*/ 349 w 349"/>
                  <a:gd name="T117" fmla="*/ 267 h 26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9" h="267">
                    <a:moveTo>
                      <a:pt x="158" y="21"/>
                    </a:moveTo>
                    <a:lnTo>
                      <a:pt x="175" y="24"/>
                    </a:lnTo>
                    <a:lnTo>
                      <a:pt x="193" y="26"/>
                    </a:lnTo>
                    <a:lnTo>
                      <a:pt x="210" y="28"/>
                    </a:lnTo>
                    <a:lnTo>
                      <a:pt x="227" y="30"/>
                    </a:lnTo>
                    <a:lnTo>
                      <a:pt x="246" y="32"/>
                    </a:lnTo>
                    <a:lnTo>
                      <a:pt x="263" y="32"/>
                    </a:lnTo>
                    <a:lnTo>
                      <a:pt x="281" y="32"/>
                    </a:lnTo>
                    <a:lnTo>
                      <a:pt x="299" y="32"/>
                    </a:lnTo>
                    <a:lnTo>
                      <a:pt x="304" y="46"/>
                    </a:lnTo>
                    <a:lnTo>
                      <a:pt x="311" y="61"/>
                    </a:lnTo>
                    <a:lnTo>
                      <a:pt x="318" y="76"/>
                    </a:lnTo>
                    <a:lnTo>
                      <a:pt x="323" y="91"/>
                    </a:lnTo>
                    <a:lnTo>
                      <a:pt x="326" y="107"/>
                    </a:lnTo>
                    <a:lnTo>
                      <a:pt x="326" y="122"/>
                    </a:lnTo>
                    <a:lnTo>
                      <a:pt x="322" y="137"/>
                    </a:lnTo>
                    <a:lnTo>
                      <a:pt x="314" y="152"/>
                    </a:lnTo>
                    <a:lnTo>
                      <a:pt x="315" y="167"/>
                    </a:lnTo>
                    <a:lnTo>
                      <a:pt x="317" y="180"/>
                    </a:lnTo>
                    <a:lnTo>
                      <a:pt x="322" y="193"/>
                    </a:lnTo>
                    <a:lnTo>
                      <a:pt x="326" y="206"/>
                    </a:lnTo>
                    <a:lnTo>
                      <a:pt x="333" y="218"/>
                    </a:lnTo>
                    <a:lnTo>
                      <a:pt x="339" y="231"/>
                    </a:lnTo>
                    <a:lnTo>
                      <a:pt x="345" y="245"/>
                    </a:lnTo>
                    <a:lnTo>
                      <a:pt x="349" y="258"/>
                    </a:lnTo>
                    <a:lnTo>
                      <a:pt x="342" y="265"/>
                    </a:lnTo>
                    <a:lnTo>
                      <a:pt x="333" y="267"/>
                    </a:lnTo>
                    <a:lnTo>
                      <a:pt x="324" y="266"/>
                    </a:lnTo>
                    <a:lnTo>
                      <a:pt x="316" y="266"/>
                    </a:lnTo>
                    <a:lnTo>
                      <a:pt x="304" y="254"/>
                    </a:lnTo>
                    <a:lnTo>
                      <a:pt x="292" y="243"/>
                    </a:lnTo>
                    <a:lnTo>
                      <a:pt x="278" y="233"/>
                    </a:lnTo>
                    <a:lnTo>
                      <a:pt x="264" y="224"/>
                    </a:lnTo>
                    <a:lnTo>
                      <a:pt x="250" y="215"/>
                    </a:lnTo>
                    <a:lnTo>
                      <a:pt x="236" y="206"/>
                    </a:lnTo>
                    <a:lnTo>
                      <a:pt x="223" y="198"/>
                    </a:lnTo>
                    <a:lnTo>
                      <a:pt x="209" y="189"/>
                    </a:lnTo>
                    <a:lnTo>
                      <a:pt x="195" y="180"/>
                    </a:lnTo>
                    <a:lnTo>
                      <a:pt x="181" y="170"/>
                    </a:lnTo>
                    <a:lnTo>
                      <a:pt x="168" y="161"/>
                    </a:lnTo>
                    <a:lnTo>
                      <a:pt x="157" y="151"/>
                    </a:lnTo>
                    <a:lnTo>
                      <a:pt x="145" y="139"/>
                    </a:lnTo>
                    <a:lnTo>
                      <a:pt x="135" y="126"/>
                    </a:lnTo>
                    <a:lnTo>
                      <a:pt x="126" y="111"/>
                    </a:lnTo>
                    <a:lnTo>
                      <a:pt x="118" y="96"/>
                    </a:lnTo>
                    <a:lnTo>
                      <a:pt x="114" y="93"/>
                    </a:lnTo>
                    <a:lnTo>
                      <a:pt x="111" y="91"/>
                    </a:lnTo>
                    <a:lnTo>
                      <a:pt x="107" y="89"/>
                    </a:lnTo>
                    <a:lnTo>
                      <a:pt x="104" y="88"/>
                    </a:lnTo>
                    <a:lnTo>
                      <a:pt x="97" y="106"/>
                    </a:lnTo>
                    <a:lnTo>
                      <a:pt x="89" y="122"/>
                    </a:lnTo>
                    <a:lnTo>
                      <a:pt x="81" y="139"/>
                    </a:lnTo>
                    <a:lnTo>
                      <a:pt x="73" y="155"/>
                    </a:lnTo>
                    <a:lnTo>
                      <a:pt x="64" y="171"/>
                    </a:lnTo>
                    <a:lnTo>
                      <a:pt x="54" y="186"/>
                    </a:lnTo>
                    <a:lnTo>
                      <a:pt x="44" y="202"/>
                    </a:lnTo>
                    <a:lnTo>
                      <a:pt x="32" y="217"/>
                    </a:lnTo>
                    <a:lnTo>
                      <a:pt x="30" y="221"/>
                    </a:lnTo>
                    <a:lnTo>
                      <a:pt x="27" y="223"/>
                    </a:lnTo>
                    <a:lnTo>
                      <a:pt x="22" y="227"/>
                    </a:lnTo>
                    <a:lnTo>
                      <a:pt x="19" y="230"/>
                    </a:lnTo>
                    <a:lnTo>
                      <a:pt x="15" y="225"/>
                    </a:lnTo>
                    <a:lnTo>
                      <a:pt x="13" y="218"/>
                    </a:lnTo>
                    <a:lnTo>
                      <a:pt x="12" y="212"/>
                    </a:lnTo>
                    <a:lnTo>
                      <a:pt x="12" y="205"/>
                    </a:lnTo>
                    <a:lnTo>
                      <a:pt x="9" y="153"/>
                    </a:lnTo>
                    <a:lnTo>
                      <a:pt x="6" y="102"/>
                    </a:lnTo>
                    <a:lnTo>
                      <a:pt x="2" y="50"/>
                    </a:lnTo>
                    <a:lnTo>
                      <a:pt x="0" y="0"/>
                    </a:lnTo>
                    <a:lnTo>
                      <a:pt x="19" y="5"/>
                    </a:lnTo>
                    <a:lnTo>
                      <a:pt x="38" y="12"/>
                    </a:lnTo>
                    <a:lnTo>
                      <a:pt x="57" y="18"/>
                    </a:lnTo>
                    <a:lnTo>
                      <a:pt x="77" y="24"/>
                    </a:lnTo>
                    <a:lnTo>
                      <a:pt x="97" y="27"/>
                    </a:lnTo>
                    <a:lnTo>
                      <a:pt x="118" y="28"/>
                    </a:lnTo>
                    <a:lnTo>
                      <a:pt x="137" y="27"/>
                    </a:lnTo>
                    <a:lnTo>
                      <a:pt x="15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6" name="Freeform 58">
                <a:extLst>
                  <a:ext uri="{FF2B5EF4-FFF2-40B4-BE49-F238E27FC236}">
                    <a16:creationId xmlns:a16="http://schemas.microsoft.com/office/drawing/2014/main" id="{6DC3676F-B55A-234B-8B74-E6AC97F8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465"/>
                <a:ext cx="142" cy="71"/>
              </a:xfrm>
              <a:custGeom>
                <a:avLst/>
                <a:gdLst>
                  <a:gd name="T0" fmla="*/ 9 w 283"/>
                  <a:gd name="T1" fmla="*/ 0 h 142"/>
                  <a:gd name="T2" fmla="*/ 9 w 283"/>
                  <a:gd name="T3" fmla="*/ 1 h 142"/>
                  <a:gd name="T4" fmla="*/ 9 w 283"/>
                  <a:gd name="T5" fmla="*/ 1 h 142"/>
                  <a:gd name="T6" fmla="*/ 9 w 283"/>
                  <a:gd name="T7" fmla="*/ 2 h 142"/>
                  <a:gd name="T8" fmla="*/ 9 w 283"/>
                  <a:gd name="T9" fmla="*/ 2 h 142"/>
                  <a:gd name="T10" fmla="*/ 9 w 283"/>
                  <a:gd name="T11" fmla="*/ 3 h 142"/>
                  <a:gd name="T12" fmla="*/ 9 w 283"/>
                  <a:gd name="T13" fmla="*/ 3 h 142"/>
                  <a:gd name="T14" fmla="*/ 8 w 283"/>
                  <a:gd name="T15" fmla="*/ 3 h 142"/>
                  <a:gd name="T16" fmla="*/ 8 w 283"/>
                  <a:gd name="T17" fmla="*/ 3 h 142"/>
                  <a:gd name="T18" fmla="*/ 8 w 283"/>
                  <a:gd name="T19" fmla="*/ 3 h 142"/>
                  <a:gd name="T20" fmla="*/ 7 w 283"/>
                  <a:gd name="T21" fmla="*/ 3 h 142"/>
                  <a:gd name="T22" fmla="*/ 7 w 283"/>
                  <a:gd name="T23" fmla="*/ 3 h 142"/>
                  <a:gd name="T24" fmla="*/ 6 w 283"/>
                  <a:gd name="T25" fmla="*/ 3 h 142"/>
                  <a:gd name="T26" fmla="*/ 6 w 283"/>
                  <a:gd name="T27" fmla="*/ 3 h 142"/>
                  <a:gd name="T28" fmla="*/ 5 w 283"/>
                  <a:gd name="T29" fmla="*/ 4 h 142"/>
                  <a:gd name="T30" fmla="*/ 5 w 283"/>
                  <a:gd name="T31" fmla="*/ 4 h 142"/>
                  <a:gd name="T32" fmla="*/ 4 w 283"/>
                  <a:gd name="T33" fmla="*/ 4 h 142"/>
                  <a:gd name="T34" fmla="*/ 3 w 283"/>
                  <a:gd name="T35" fmla="*/ 5 h 142"/>
                  <a:gd name="T36" fmla="*/ 3 w 283"/>
                  <a:gd name="T37" fmla="*/ 5 h 142"/>
                  <a:gd name="T38" fmla="*/ 2 w 283"/>
                  <a:gd name="T39" fmla="*/ 5 h 142"/>
                  <a:gd name="T40" fmla="*/ 1 w 283"/>
                  <a:gd name="T41" fmla="*/ 5 h 142"/>
                  <a:gd name="T42" fmla="*/ 0 w 283"/>
                  <a:gd name="T43" fmla="*/ 5 h 142"/>
                  <a:gd name="T44" fmla="*/ 1 w 283"/>
                  <a:gd name="T45" fmla="*/ 5 h 142"/>
                  <a:gd name="T46" fmla="*/ 1 w 283"/>
                  <a:gd name="T47" fmla="*/ 4 h 142"/>
                  <a:gd name="T48" fmla="*/ 1 w 283"/>
                  <a:gd name="T49" fmla="*/ 4 h 142"/>
                  <a:gd name="T50" fmla="*/ 1 w 283"/>
                  <a:gd name="T51" fmla="*/ 4 h 142"/>
                  <a:gd name="T52" fmla="*/ 1 w 283"/>
                  <a:gd name="T53" fmla="*/ 4 h 142"/>
                  <a:gd name="T54" fmla="*/ 2 w 283"/>
                  <a:gd name="T55" fmla="*/ 4 h 142"/>
                  <a:gd name="T56" fmla="*/ 2 w 283"/>
                  <a:gd name="T57" fmla="*/ 4 h 142"/>
                  <a:gd name="T58" fmla="*/ 3 w 283"/>
                  <a:gd name="T59" fmla="*/ 3 h 142"/>
                  <a:gd name="T60" fmla="*/ 3 w 283"/>
                  <a:gd name="T61" fmla="*/ 3 h 142"/>
                  <a:gd name="T62" fmla="*/ 4 w 283"/>
                  <a:gd name="T63" fmla="*/ 3 h 142"/>
                  <a:gd name="T64" fmla="*/ 4 w 283"/>
                  <a:gd name="T65" fmla="*/ 3 h 142"/>
                  <a:gd name="T66" fmla="*/ 5 w 283"/>
                  <a:gd name="T67" fmla="*/ 2 h 142"/>
                  <a:gd name="T68" fmla="*/ 5 w 283"/>
                  <a:gd name="T69" fmla="*/ 2 h 142"/>
                  <a:gd name="T70" fmla="*/ 6 w 283"/>
                  <a:gd name="T71" fmla="*/ 2 h 142"/>
                  <a:gd name="T72" fmla="*/ 6 w 283"/>
                  <a:gd name="T73" fmla="*/ 1 h 142"/>
                  <a:gd name="T74" fmla="*/ 7 w 283"/>
                  <a:gd name="T75" fmla="*/ 1 h 142"/>
                  <a:gd name="T76" fmla="*/ 7 w 283"/>
                  <a:gd name="T77" fmla="*/ 1 h 142"/>
                  <a:gd name="T78" fmla="*/ 8 w 283"/>
                  <a:gd name="T79" fmla="*/ 1 h 142"/>
                  <a:gd name="T80" fmla="*/ 9 w 283"/>
                  <a:gd name="T81" fmla="*/ 1 h 142"/>
                  <a:gd name="T82" fmla="*/ 9 w 283"/>
                  <a:gd name="T83" fmla="*/ 0 h 14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83"/>
                  <a:gd name="T127" fmla="*/ 0 h 142"/>
                  <a:gd name="T128" fmla="*/ 283 w 283"/>
                  <a:gd name="T129" fmla="*/ 142 h 14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83" h="142">
                    <a:moveTo>
                      <a:pt x="280" y="0"/>
                    </a:moveTo>
                    <a:lnTo>
                      <a:pt x="282" y="13"/>
                    </a:lnTo>
                    <a:lnTo>
                      <a:pt x="283" y="28"/>
                    </a:lnTo>
                    <a:lnTo>
                      <a:pt x="282" y="43"/>
                    </a:lnTo>
                    <a:lnTo>
                      <a:pt x="276" y="56"/>
                    </a:lnTo>
                    <a:lnTo>
                      <a:pt x="267" y="65"/>
                    </a:lnTo>
                    <a:lnTo>
                      <a:pt x="258" y="71"/>
                    </a:lnTo>
                    <a:lnTo>
                      <a:pt x="248" y="76"/>
                    </a:lnTo>
                    <a:lnTo>
                      <a:pt x="237" y="78"/>
                    </a:lnTo>
                    <a:lnTo>
                      <a:pt x="226" y="80"/>
                    </a:lnTo>
                    <a:lnTo>
                      <a:pt x="214" y="82"/>
                    </a:lnTo>
                    <a:lnTo>
                      <a:pt x="203" y="85"/>
                    </a:lnTo>
                    <a:lnTo>
                      <a:pt x="191" y="87"/>
                    </a:lnTo>
                    <a:lnTo>
                      <a:pt x="170" y="96"/>
                    </a:lnTo>
                    <a:lnTo>
                      <a:pt x="150" y="107"/>
                    </a:lnTo>
                    <a:lnTo>
                      <a:pt x="129" y="116"/>
                    </a:lnTo>
                    <a:lnTo>
                      <a:pt x="108" y="125"/>
                    </a:lnTo>
                    <a:lnTo>
                      <a:pt x="87" y="132"/>
                    </a:lnTo>
                    <a:lnTo>
                      <a:pt x="66" y="138"/>
                    </a:lnTo>
                    <a:lnTo>
                      <a:pt x="43" y="141"/>
                    </a:lnTo>
                    <a:lnTo>
                      <a:pt x="18" y="142"/>
                    </a:lnTo>
                    <a:lnTo>
                      <a:pt x="0" y="140"/>
                    </a:lnTo>
                    <a:lnTo>
                      <a:pt x="1" y="134"/>
                    </a:lnTo>
                    <a:lnTo>
                      <a:pt x="2" y="127"/>
                    </a:lnTo>
                    <a:lnTo>
                      <a:pt x="2" y="121"/>
                    </a:lnTo>
                    <a:lnTo>
                      <a:pt x="2" y="112"/>
                    </a:lnTo>
                    <a:lnTo>
                      <a:pt x="23" y="115"/>
                    </a:lnTo>
                    <a:lnTo>
                      <a:pt x="41" y="114"/>
                    </a:lnTo>
                    <a:lnTo>
                      <a:pt x="60" y="109"/>
                    </a:lnTo>
                    <a:lnTo>
                      <a:pt x="77" y="103"/>
                    </a:lnTo>
                    <a:lnTo>
                      <a:pt x="94" y="94"/>
                    </a:lnTo>
                    <a:lnTo>
                      <a:pt x="111" y="85"/>
                    </a:lnTo>
                    <a:lnTo>
                      <a:pt x="127" y="74"/>
                    </a:lnTo>
                    <a:lnTo>
                      <a:pt x="142" y="63"/>
                    </a:lnTo>
                    <a:lnTo>
                      <a:pt x="158" y="51"/>
                    </a:lnTo>
                    <a:lnTo>
                      <a:pt x="174" y="40"/>
                    </a:lnTo>
                    <a:lnTo>
                      <a:pt x="190" y="28"/>
                    </a:lnTo>
                    <a:lnTo>
                      <a:pt x="206" y="19"/>
                    </a:lnTo>
                    <a:lnTo>
                      <a:pt x="223" y="11"/>
                    </a:lnTo>
                    <a:lnTo>
                      <a:pt x="241" y="4"/>
                    </a:lnTo>
                    <a:lnTo>
                      <a:pt x="260" y="1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7" name="Freeform 59">
                <a:extLst>
                  <a:ext uri="{FF2B5EF4-FFF2-40B4-BE49-F238E27FC236}">
                    <a16:creationId xmlns:a16="http://schemas.microsoft.com/office/drawing/2014/main" id="{6BD5A716-7B23-0A46-8791-AE875802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14"/>
                <a:ext cx="43" cy="30"/>
              </a:xfrm>
              <a:custGeom>
                <a:avLst/>
                <a:gdLst>
                  <a:gd name="T0" fmla="*/ 2 w 86"/>
                  <a:gd name="T1" fmla="*/ 0 h 60"/>
                  <a:gd name="T2" fmla="*/ 2 w 86"/>
                  <a:gd name="T3" fmla="*/ 1 h 60"/>
                  <a:gd name="T4" fmla="*/ 2 w 86"/>
                  <a:gd name="T5" fmla="*/ 1 h 60"/>
                  <a:gd name="T6" fmla="*/ 2 w 86"/>
                  <a:gd name="T7" fmla="*/ 1 h 60"/>
                  <a:gd name="T8" fmla="*/ 2 w 86"/>
                  <a:gd name="T9" fmla="*/ 2 h 60"/>
                  <a:gd name="T10" fmla="*/ 3 w 86"/>
                  <a:gd name="T11" fmla="*/ 2 h 60"/>
                  <a:gd name="T12" fmla="*/ 3 w 86"/>
                  <a:gd name="T13" fmla="*/ 2 h 60"/>
                  <a:gd name="T14" fmla="*/ 3 w 86"/>
                  <a:gd name="T15" fmla="*/ 2 h 60"/>
                  <a:gd name="T16" fmla="*/ 3 w 86"/>
                  <a:gd name="T17" fmla="*/ 2 h 60"/>
                  <a:gd name="T18" fmla="*/ 2 w 86"/>
                  <a:gd name="T19" fmla="*/ 2 h 60"/>
                  <a:gd name="T20" fmla="*/ 2 w 86"/>
                  <a:gd name="T21" fmla="*/ 2 h 60"/>
                  <a:gd name="T22" fmla="*/ 2 w 86"/>
                  <a:gd name="T23" fmla="*/ 2 h 60"/>
                  <a:gd name="T24" fmla="*/ 1 w 86"/>
                  <a:gd name="T25" fmla="*/ 2 h 60"/>
                  <a:gd name="T26" fmla="*/ 1 w 86"/>
                  <a:gd name="T27" fmla="*/ 2 h 60"/>
                  <a:gd name="T28" fmla="*/ 1 w 86"/>
                  <a:gd name="T29" fmla="*/ 2 h 60"/>
                  <a:gd name="T30" fmla="*/ 1 w 86"/>
                  <a:gd name="T31" fmla="*/ 2 h 60"/>
                  <a:gd name="T32" fmla="*/ 1 w 86"/>
                  <a:gd name="T33" fmla="*/ 1 h 60"/>
                  <a:gd name="T34" fmla="*/ 1 w 86"/>
                  <a:gd name="T35" fmla="*/ 1 h 60"/>
                  <a:gd name="T36" fmla="*/ 0 w 86"/>
                  <a:gd name="T37" fmla="*/ 1 h 60"/>
                  <a:gd name="T38" fmla="*/ 1 w 86"/>
                  <a:gd name="T39" fmla="*/ 1 h 60"/>
                  <a:gd name="T40" fmla="*/ 1 w 86"/>
                  <a:gd name="T41" fmla="*/ 1 h 60"/>
                  <a:gd name="T42" fmla="*/ 1 w 86"/>
                  <a:gd name="T43" fmla="*/ 1 h 60"/>
                  <a:gd name="T44" fmla="*/ 2 w 86"/>
                  <a:gd name="T45" fmla="*/ 0 h 6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6"/>
                  <a:gd name="T70" fmla="*/ 0 h 60"/>
                  <a:gd name="T71" fmla="*/ 86 w 86"/>
                  <a:gd name="T72" fmla="*/ 60 h 6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6" h="60">
                    <a:moveTo>
                      <a:pt x="33" y="0"/>
                    </a:moveTo>
                    <a:lnTo>
                      <a:pt x="35" y="11"/>
                    </a:lnTo>
                    <a:lnTo>
                      <a:pt x="36" y="22"/>
                    </a:lnTo>
                    <a:lnTo>
                      <a:pt x="40" y="32"/>
                    </a:lnTo>
                    <a:lnTo>
                      <a:pt x="48" y="40"/>
                    </a:lnTo>
                    <a:lnTo>
                      <a:pt x="72" y="41"/>
                    </a:lnTo>
                    <a:lnTo>
                      <a:pt x="86" y="45"/>
                    </a:lnTo>
                    <a:lnTo>
                      <a:pt x="78" y="49"/>
                    </a:lnTo>
                    <a:lnTo>
                      <a:pt x="69" y="51"/>
                    </a:lnTo>
                    <a:lnTo>
                      <a:pt x="59" y="55"/>
                    </a:lnTo>
                    <a:lnTo>
                      <a:pt x="49" y="58"/>
                    </a:lnTo>
                    <a:lnTo>
                      <a:pt x="39" y="60"/>
                    </a:lnTo>
                    <a:lnTo>
                      <a:pt x="28" y="60"/>
                    </a:lnTo>
                    <a:lnTo>
                      <a:pt x="19" y="60"/>
                    </a:lnTo>
                    <a:lnTo>
                      <a:pt x="12" y="58"/>
                    </a:lnTo>
                    <a:lnTo>
                      <a:pt x="13" y="44"/>
                    </a:lnTo>
                    <a:lnTo>
                      <a:pt x="11" y="30"/>
                    </a:lnTo>
                    <a:lnTo>
                      <a:pt x="6" y="19"/>
                    </a:lnTo>
                    <a:lnTo>
                      <a:pt x="0" y="7"/>
                    </a:lnTo>
                    <a:lnTo>
                      <a:pt x="8" y="6"/>
                    </a:lnTo>
                    <a:lnTo>
                      <a:pt x="17" y="4"/>
                    </a:lnTo>
                    <a:lnTo>
                      <a:pt x="25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8" name="Freeform 60">
                <a:extLst>
                  <a:ext uri="{FF2B5EF4-FFF2-40B4-BE49-F238E27FC236}">
                    <a16:creationId xmlns:a16="http://schemas.microsoft.com/office/drawing/2014/main" id="{737890D0-A259-6545-9797-67CAFC22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542"/>
                <a:ext cx="29" cy="35"/>
              </a:xfrm>
              <a:custGeom>
                <a:avLst/>
                <a:gdLst>
                  <a:gd name="T0" fmla="*/ 1 w 59"/>
                  <a:gd name="T1" fmla="*/ 1 h 69"/>
                  <a:gd name="T2" fmla="*/ 1 w 59"/>
                  <a:gd name="T3" fmla="*/ 1 h 69"/>
                  <a:gd name="T4" fmla="*/ 1 w 59"/>
                  <a:gd name="T5" fmla="*/ 1 h 69"/>
                  <a:gd name="T6" fmla="*/ 1 w 59"/>
                  <a:gd name="T7" fmla="*/ 2 h 69"/>
                  <a:gd name="T8" fmla="*/ 1 w 59"/>
                  <a:gd name="T9" fmla="*/ 2 h 69"/>
                  <a:gd name="T10" fmla="*/ 1 w 59"/>
                  <a:gd name="T11" fmla="*/ 2 h 69"/>
                  <a:gd name="T12" fmla="*/ 0 w 59"/>
                  <a:gd name="T13" fmla="*/ 2 h 69"/>
                  <a:gd name="T14" fmla="*/ 0 w 59"/>
                  <a:gd name="T15" fmla="*/ 2 h 69"/>
                  <a:gd name="T16" fmla="*/ 0 w 59"/>
                  <a:gd name="T17" fmla="*/ 2 h 69"/>
                  <a:gd name="T18" fmla="*/ 0 w 59"/>
                  <a:gd name="T19" fmla="*/ 3 h 69"/>
                  <a:gd name="T20" fmla="*/ 0 w 59"/>
                  <a:gd name="T21" fmla="*/ 3 h 69"/>
                  <a:gd name="T22" fmla="*/ 0 w 59"/>
                  <a:gd name="T23" fmla="*/ 3 h 69"/>
                  <a:gd name="T24" fmla="*/ 0 w 59"/>
                  <a:gd name="T25" fmla="*/ 3 h 69"/>
                  <a:gd name="T26" fmla="*/ 0 w 59"/>
                  <a:gd name="T27" fmla="*/ 2 h 69"/>
                  <a:gd name="T28" fmla="*/ 0 w 59"/>
                  <a:gd name="T29" fmla="*/ 2 h 69"/>
                  <a:gd name="T30" fmla="*/ 0 w 59"/>
                  <a:gd name="T31" fmla="*/ 1 h 69"/>
                  <a:gd name="T32" fmla="*/ 0 w 59"/>
                  <a:gd name="T33" fmla="*/ 1 h 69"/>
                  <a:gd name="T34" fmla="*/ 0 w 59"/>
                  <a:gd name="T35" fmla="*/ 1 h 69"/>
                  <a:gd name="T36" fmla="*/ 0 w 59"/>
                  <a:gd name="T37" fmla="*/ 1 h 69"/>
                  <a:gd name="T38" fmla="*/ 0 w 59"/>
                  <a:gd name="T39" fmla="*/ 1 h 69"/>
                  <a:gd name="T40" fmla="*/ 1 w 59"/>
                  <a:gd name="T41" fmla="*/ 1 h 69"/>
                  <a:gd name="T42" fmla="*/ 1 w 59"/>
                  <a:gd name="T43" fmla="*/ 1 h 69"/>
                  <a:gd name="T44" fmla="*/ 1 w 59"/>
                  <a:gd name="T45" fmla="*/ 0 h 69"/>
                  <a:gd name="T46" fmla="*/ 1 w 59"/>
                  <a:gd name="T47" fmla="*/ 0 h 69"/>
                  <a:gd name="T48" fmla="*/ 1 w 59"/>
                  <a:gd name="T49" fmla="*/ 1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9"/>
                  <a:gd name="T76" fmla="*/ 0 h 69"/>
                  <a:gd name="T77" fmla="*/ 59 w 59"/>
                  <a:gd name="T78" fmla="*/ 69 h 6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9" h="69">
                    <a:moveTo>
                      <a:pt x="59" y="1"/>
                    </a:moveTo>
                    <a:lnTo>
                      <a:pt x="54" y="16"/>
                    </a:lnTo>
                    <a:lnTo>
                      <a:pt x="50" y="30"/>
                    </a:lnTo>
                    <a:lnTo>
                      <a:pt x="44" y="44"/>
                    </a:lnTo>
                    <a:lnTo>
                      <a:pt x="39" y="58"/>
                    </a:lnTo>
                    <a:lnTo>
                      <a:pt x="35" y="60"/>
                    </a:lnTo>
                    <a:lnTo>
                      <a:pt x="30" y="61"/>
                    </a:lnTo>
                    <a:lnTo>
                      <a:pt x="24" y="63"/>
                    </a:lnTo>
                    <a:lnTo>
                      <a:pt x="20" y="64"/>
                    </a:lnTo>
                    <a:lnTo>
                      <a:pt x="15" y="66"/>
                    </a:lnTo>
                    <a:lnTo>
                      <a:pt x="9" y="67"/>
                    </a:lnTo>
                    <a:lnTo>
                      <a:pt x="5" y="68"/>
                    </a:lnTo>
                    <a:lnTo>
                      <a:pt x="0" y="69"/>
                    </a:lnTo>
                    <a:lnTo>
                      <a:pt x="8" y="56"/>
                    </a:lnTo>
                    <a:lnTo>
                      <a:pt x="15" y="41"/>
                    </a:lnTo>
                    <a:lnTo>
                      <a:pt x="16" y="25"/>
                    </a:lnTo>
                    <a:lnTo>
                      <a:pt x="12" y="10"/>
                    </a:lnTo>
                    <a:lnTo>
                      <a:pt x="17" y="10"/>
                    </a:lnTo>
                    <a:lnTo>
                      <a:pt x="23" y="9"/>
                    </a:lnTo>
                    <a:lnTo>
                      <a:pt x="29" y="7"/>
                    </a:lnTo>
                    <a:lnTo>
                      <a:pt x="34" y="5"/>
                    </a:lnTo>
                    <a:lnTo>
                      <a:pt x="39" y="2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19" name="Freeform 61">
                <a:extLst>
                  <a:ext uri="{FF2B5EF4-FFF2-40B4-BE49-F238E27FC236}">
                    <a16:creationId xmlns:a16="http://schemas.microsoft.com/office/drawing/2014/main" id="{D37E6D7B-C066-F64F-93FD-F38B361A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49"/>
                <a:ext cx="25" cy="13"/>
              </a:xfrm>
              <a:custGeom>
                <a:avLst/>
                <a:gdLst>
                  <a:gd name="T0" fmla="*/ 2 w 48"/>
                  <a:gd name="T1" fmla="*/ 1 h 25"/>
                  <a:gd name="T2" fmla="*/ 2 w 48"/>
                  <a:gd name="T3" fmla="*/ 1 h 25"/>
                  <a:gd name="T4" fmla="*/ 2 w 48"/>
                  <a:gd name="T5" fmla="*/ 1 h 25"/>
                  <a:gd name="T6" fmla="*/ 2 w 48"/>
                  <a:gd name="T7" fmla="*/ 1 h 25"/>
                  <a:gd name="T8" fmla="*/ 1 w 48"/>
                  <a:gd name="T9" fmla="*/ 1 h 25"/>
                  <a:gd name="T10" fmla="*/ 1 w 48"/>
                  <a:gd name="T11" fmla="*/ 1 h 25"/>
                  <a:gd name="T12" fmla="*/ 1 w 48"/>
                  <a:gd name="T13" fmla="*/ 1 h 25"/>
                  <a:gd name="T14" fmla="*/ 1 w 48"/>
                  <a:gd name="T15" fmla="*/ 1 h 25"/>
                  <a:gd name="T16" fmla="*/ 0 w 48"/>
                  <a:gd name="T17" fmla="*/ 1 h 25"/>
                  <a:gd name="T18" fmla="*/ 1 w 48"/>
                  <a:gd name="T19" fmla="*/ 0 h 25"/>
                  <a:gd name="T20" fmla="*/ 1 w 48"/>
                  <a:gd name="T21" fmla="*/ 0 h 25"/>
                  <a:gd name="T22" fmla="*/ 1 w 48"/>
                  <a:gd name="T23" fmla="*/ 1 h 25"/>
                  <a:gd name="T24" fmla="*/ 1 w 48"/>
                  <a:gd name="T25" fmla="*/ 1 h 25"/>
                  <a:gd name="T26" fmla="*/ 1 w 48"/>
                  <a:gd name="T27" fmla="*/ 1 h 25"/>
                  <a:gd name="T28" fmla="*/ 2 w 48"/>
                  <a:gd name="T29" fmla="*/ 1 h 25"/>
                  <a:gd name="T30" fmla="*/ 2 w 48"/>
                  <a:gd name="T31" fmla="*/ 1 h 25"/>
                  <a:gd name="T32" fmla="*/ 2 w 48"/>
                  <a:gd name="T33" fmla="*/ 1 h 25"/>
                  <a:gd name="T34" fmla="*/ 2 w 48"/>
                  <a:gd name="T35" fmla="*/ 1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8"/>
                  <a:gd name="T55" fmla="*/ 0 h 25"/>
                  <a:gd name="T56" fmla="*/ 48 w 48"/>
                  <a:gd name="T57" fmla="*/ 25 h 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8" h="25">
                    <a:moveTo>
                      <a:pt x="48" y="23"/>
                    </a:moveTo>
                    <a:lnTo>
                      <a:pt x="44" y="25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26" y="25"/>
                    </a:lnTo>
                    <a:lnTo>
                      <a:pt x="18" y="24"/>
                    </a:lnTo>
                    <a:lnTo>
                      <a:pt x="13" y="23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23" y="4"/>
                    </a:lnTo>
                    <a:lnTo>
                      <a:pt x="29" y="7"/>
                    </a:lnTo>
                    <a:lnTo>
                      <a:pt x="35" y="10"/>
                    </a:lnTo>
                    <a:lnTo>
                      <a:pt x="40" y="15"/>
                    </a:lnTo>
                    <a:lnTo>
                      <a:pt x="45" y="18"/>
                    </a:lnTo>
                    <a:lnTo>
                      <a:pt x="4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20" name="Freeform 62">
                <a:extLst>
                  <a:ext uri="{FF2B5EF4-FFF2-40B4-BE49-F238E27FC236}">
                    <a16:creationId xmlns:a16="http://schemas.microsoft.com/office/drawing/2014/main" id="{E0A82621-018C-CD4D-A057-779EDC17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60"/>
                <a:ext cx="28" cy="15"/>
              </a:xfrm>
              <a:custGeom>
                <a:avLst/>
                <a:gdLst>
                  <a:gd name="T0" fmla="*/ 1 w 57"/>
                  <a:gd name="T1" fmla="*/ 0 h 31"/>
                  <a:gd name="T2" fmla="*/ 1 w 57"/>
                  <a:gd name="T3" fmla="*/ 0 h 31"/>
                  <a:gd name="T4" fmla="*/ 1 w 57"/>
                  <a:gd name="T5" fmla="*/ 0 h 31"/>
                  <a:gd name="T6" fmla="*/ 1 w 57"/>
                  <a:gd name="T7" fmla="*/ 0 h 31"/>
                  <a:gd name="T8" fmla="*/ 0 w 57"/>
                  <a:gd name="T9" fmla="*/ 0 h 31"/>
                  <a:gd name="T10" fmla="*/ 0 w 57"/>
                  <a:gd name="T11" fmla="*/ 0 h 31"/>
                  <a:gd name="T12" fmla="*/ 0 w 57"/>
                  <a:gd name="T13" fmla="*/ 0 h 31"/>
                  <a:gd name="T14" fmla="*/ 0 w 57"/>
                  <a:gd name="T15" fmla="*/ 0 h 31"/>
                  <a:gd name="T16" fmla="*/ 0 w 57"/>
                  <a:gd name="T17" fmla="*/ 0 h 31"/>
                  <a:gd name="T18" fmla="*/ 0 w 57"/>
                  <a:gd name="T19" fmla="*/ 0 h 31"/>
                  <a:gd name="T20" fmla="*/ 0 w 57"/>
                  <a:gd name="T21" fmla="*/ 0 h 31"/>
                  <a:gd name="T22" fmla="*/ 0 w 57"/>
                  <a:gd name="T23" fmla="*/ 0 h 31"/>
                  <a:gd name="T24" fmla="*/ 0 w 57"/>
                  <a:gd name="T25" fmla="*/ 0 h 31"/>
                  <a:gd name="T26" fmla="*/ 0 w 57"/>
                  <a:gd name="T27" fmla="*/ 0 h 31"/>
                  <a:gd name="T28" fmla="*/ 0 w 57"/>
                  <a:gd name="T29" fmla="*/ 0 h 31"/>
                  <a:gd name="T30" fmla="*/ 0 w 57"/>
                  <a:gd name="T31" fmla="*/ 0 h 31"/>
                  <a:gd name="T32" fmla="*/ 0 w 57"/>
                  <a:gd name="T33" fmla="*/ 0 h 31"/>
                  <a:gd name="T34" fmla="*/ 1 w 57"/>
                  <a:gd name="T35" fmla="*/ 0 h 31"/>
                  <a:gd name="T36" fmla="*/ 1 w 57"/>
                  <a:gd name="T37" fmla="*/ 0 h 31"/>
                  <a:gd name="T38" fmla="*/ 1 w 57"/>
                  <a:gd name="T39" fmla="*/ 0 h 31"/>
                  <a:gd name="T40" fmla="*/ 1 w 57"/>
                  <a:gd name="T41" fmla="*/ 0 h 31"/>
                  <a:gd name="T42" fmla="*/ 1 w 57"/>
                  <a:gd name="T43" fmla="*/ 0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31"/>
                  <a:gd name="T68" fmla="*/ 57 w 5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31">
                    <a:moveTo>
                      <a:pt x="57" y="26"/>
                    </a:moveTo>
                    <a:lnTo>
                      <a:pt x="51" y="28"/>
                    </a:lnTo>
                    <a:lnTo>
                      <a:pt x="45" y="30"/>
                    </a:lnTo>
                    <a:lnTo>
                      <a:pt x="37" y="31"/>
                    </a:lnTo>
                    <a:lnTo>
                      <a:pt x="30" y="31"/>
                    </a:lnTo>
                    <a:lnTo>
                      <a:pt x="22" y="31"/>
                    </a:lnTo>
                    <a:lnTo>
                      <a:pt x="15" y="31"/>
                    </a:lnTo>
                    <a:lnTo>
                      <a:pt x="8" y="31"/>
                    </a:lnTo>
                    <a:lnTo>
                      <a:pt x="3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3" y="5"/>
                    </a:lnTo>
                    <a:lnTo>
                      <a:pt x="30" y="9"/>
                    </a:lnTo>
                    <a:lnTo>
                      <a:pt x="36" y="12"/>
                    </a:lnTo>
                    <a:lnTo>
                      <a:pt x="42" y="16"/>
                    </a:lnTo>
                    <a:lnTo>
                      <a:pt x="48" y="19"/>
                    </a:lnTo>
                    <a:lnTo>
                      <a:pt x="52" y="23"/>
                    </a:lnTo>
                    <a:lnTo>
                      <a:pt x="5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21" name="Freeform 63">
                <a:extLst>
                  <a:ext uri="{FF2B5EF4-FFF2-40B4-BE49-F238E27FC236}">
                    <a16:creationId xmlns:a16="http://schemas.microsoft.com/office/drawing/2014/main" id="{DFF6A10E-F466-3C49-AE9D-30F5D5B3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930"/>
                <a:ext cx="285" cy="304"/>
              </a:xfrm>
              <a:custGeom>
                <a:avLst/>
                <a:gdLst>
                  <a:gd name="T0" fmla="*/ 17 w 571"/>
                  <a:gd name="T1" fmla="*/ 7 h 608"/>
                  <a:gd name="T2" fmla="*/ 17 w 571"/>
                  <a:gd name="T3" fmla="*/ 7 h 608"/>
                  <a:gd name="T4" fmla="*/ 16 w 571"/>
                  <a:gd name="T5" fmla="*/ 6 h 608"/>
                  <a:gd name="T6" fmla="*/ 16 w 571"/>
                  <a:gd name="T7" fmla="*/ 5 h 608"/>
                  <a:gd name="T8" fmla="*/ 16 w 571"/>
                  <a:gd name="T9" fmla="*/ 4 h 608"/>
                  <a:gd name="T10" fmla="*/ 15 w 571"/>
                  <a:gd name="T11" fmla="*/ 4 h 608"/>
                  <a:gd name="T12" fmla="*/ 14 w 571"/>
                  <a:gd name="T13" fmla="*/ 4 h 608"/>
                  <a:gd name="T14" fmla="*/ 13 w 571"/>
                  <a:gd name="T15" fmla="*/ 5 h 608"/>
                  <a:gd name="T16" fmla="*/ 10 w 571"/>
                  <a:gd name="T17" fmla="*/ 10 h 608"/>
                  <a:gd name="T18" fmla="*/ 8 w 571"/>
                  <a:gd name="T19" fmla="*/ 13 h 608"/>
                  <a:gd name="T20" fmla="*/ 7 w 571"/>
                  <a:gd name="T21" fmla="*/ 14 h 608"/>
                  <a:gd name="T22" fmla="*/ 7 w 571"/>
                  <a:gd name="T23" fmla="*/ 13 h 608"/>
                  <a:gd name="T24" fmla="*/ 9 w 571"/>
                  <a:gd name="T25" fmla="*/ 10 h 608"/>
                  <a:gd name="T26" fmla="*/ 11 w 571"/>
                  <a:gd name="T27" fmla="*/ 5 h 608"/>
                  <a:gd name="T28" fmla="*/ 12 w 571"/>
                  <a:gd name="T29" fmla="*/ 2 h 608"/>
                  <a:gd name="T30" fmla="*/ 13 w 571"/>
                  <a:gd name="T31" fmla="*/ 1 h 608"/>
                  <a:gd name="T32" fmla="*/ 12 w 571"/>
                  <a:gd name="T33" fmla="*/ 1 h 608"/>
                  <a:gd name="T34" fmla="*/ 11 w 571"/>
                  <a:gd name="T35" fmla="*/ 1 h 608"/>
                  <a:gd name="T36" fmla="*/ 11 w 571"/>
                  <a:gd name="T37" fmla="*/ 1 h 608"/>
                  <a:gd name="T38" fmla="*/ 9 w 571"/>
                  <a:gd name="T39" fmla="*/ 5 h 608"/>
                  <a:gd name="T40" fmla="*/ 7 w 571"/>
                  <a:gd name="T41" fmla="*/ 8 h 608"/>
                  <a:gd name="T42" fmla="*/ 5 w 571"/>
                  <a:gd name="T43" fmla="*/ 10 h 608"/>
                  <a:gd name="T44" fmla="*/ 4 w 571"/>
                  <a:gd name="T45" fmla="*/ 12 h 608"/>
                  <a:gd name="T46" fmla="*/ 4 w 571"/>
                  <a:gd name="T47" fmla="*/ 11 h 608"/>
                  <a:gd name="T48" fmla="*/ 3 w 571"/>
                  <a:gd name="T49" fmla="*/ 10 h 608"/>
                  <a:gd name="T50" fmla="*/ 2 w 571"/>
                  <a:gd name="T51" fmla="*/ 11 h 608"/>
                  <a:gd name="T52" fmla="*/ 1 w 571"/>
                  <a:gd name="T53" fmla="*/ 12 h 608"/>
                  <a:gd name="T54" fmla="*/ 1 w 571"/>
                  <a:gd name="T55" fmla="*/ 11 h 608"/>
                  <a:gd name="T56" fmla="*/ 0 w 571"/>
                  <a:gd name="T57" fmla="*/ 12 h 608"/>
                  <a:gd name="T58" fmla="*/ 0 w 571"/>
                  <a:gd name="T59" fmla="*/ 15 h 608"/>
                  <a:gd name="T60" fmla="*/ 0 w 571"/>
                  <a:gd name="T61" fmla="*/ 16 h 608"/>
                  <a:gd name="T62" fmla="*/ 0 w 571"/>
                  <a:gd name="T63" fmla="*/ 17 h 608"/>
                  <a:gd name="T64" fmla="*/ 1 w 571"/>
                  <a:gd name="T65" fmla="*/ 18 h 608"/>
                  <a:gd name="T66" fmla="*/ 1 w 571"/>
                  <a:gd name="T67" fmla="*/ 18 h 608"/>
                  <a:gd name="T68" fmla="*/ 2 w 571"/>
                  <a:gd name="T69" fmla="*/ 17 h 608"/>
                  <a:gd name="T70" fmla="*/ 4 w 571"/>
                  <a:gd name="T71" fmla="*/ 15 h 608"/>
                  <a:gd name="T72" fmla="*/ 3 w 571"/>
                  <a:gd name="T73" fmla="*/ 17 h 608"/>
                  <a:gd name="T74" fmla="*/ 3 w 571"/>
                  <a:gd name="T75" fmla="*/ 18 h 608"/>
                  <a:gd name="T76" fmla="*/ 3 w 571"/>
                  <a:gd name="T77" fmla="*/ 19 h 608"/>
                  <a:gd name="T78" fmla="*/ 6 w 571"/>
                  <a:gd name="T79" fmla="*/ 17 h 608"/>
                  <a:gd name="T80" fmla="*/ 9 w 571"/>
                  <a:gd name="T81" fmla="*/ 15 h 608"/>
                  <a:gd name="T82" fmla="*/ 11 w 571"/>
                  <a:gd name="T83" fmla="*/ 12 h 608"/>
                  <a:gd name="T84" fmla="*/ 13 w 571"/>
                  <a:gd name="T85" fmla="*/ 9 h 608"/>
                  <a:gd name="T86" fmla="*/ 14 w 571"/>
                  <a:gd name="T87" fmla="*/ 9 h 608"/>
                  <a:gd name="T88" fmla="*/ 15 w 571"/>
                  <a:gd name="T89" fmla="*/ 10 h 608"/>
                  <a:gd name="T90" fmla="*/ 15 w 571"/>
                  <a:gd name="T91" fmla="*/ 10 h 608"/>
                  <a:gd name="T92" fmla="*/ 16 w 571"/>
                  <a:gd name="T93" fmla="*/ 10 h 608"/>
                  <a:gd name="T94" fmla="*/ 16 w 571"/>
                  <a:gd name="T95" fmla="*/ 11 h 608"/>
                  <a:gd name="T96" fmla="*/ 17 w 571"/>
                  <a:gd name="T97" fmla="*/ 10 h 6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71"/>
                  <a:gd name="T148" fmla="*/ 0 h 608"/>
                  <a:gd name="T149" fmla="*/ 571 w 571"/>
                  <a:gd name="T150" fmla="*/ 608 h 60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71" h="608">
                    <a:moveTo>
                      <a:pt x="568" y="299"/>
                    </a:moveTo>
                    <a:lnTo>
                      <a:pt x="566" y="278"/>
                    </a:lnTo>
                    <a:lnTo>
                      <a:pt x="565" y="252"/>
                    </a:lnTo>
                    <a:lnTo>
                      <a:pt x="566" y="230"/>
                    </a:lnTo>
                    <a:lnTo>
                      <a:pt x="566" y="219"/>
                    </a:lnTo>
                    <a:lnTo>
                      <a:pt x="565" y="218"/>
                    </a:lnTo>
                    <a:lnTo>
                      <a:pt x="562" y="215"/>
                    </a:lnTo>
                    <a:lnTo>
                      <a:pt x="557" y="211"/>
                    </a:lnTo>
                    <a:lnTo>
                      <a:pt x="551" y="207"/>
                    </a:lnTo>
                    <a:lnTo>
                      <a:pt x="544" y="202"/>
                    </a:lnTo>
                    <a:lnTo>
                      <a:pt x="537" y="200"/>
                    </a:lnTo>
                    <a:lnTo>
                      <a:pt x="530" y="197"/>
                    </a:lnTo>
                    <a:lnTo>
                      <a:pt x="524" y="199"/>
                    </a:lnTo>
                    <a:lnTo>
                      <a:pt x="524" y="194"/>
                    </a:lnTo>
                    <a:lnTo>
                      <a:pt x="524" y="182"/>
                    </a:lnTo>
                    <a:lnTo>
                      <a:pt x="524" y="167"/>
                    </a:lnTo>
                    <a:lnTo>
                      <a:pt x="526" y="152"/>
                    </a:lnTo>
                    <a:lnTo>
                      <a:pt x="525" y="132"/>
                    </a:lnTo>
                    <a:lnTo>
                      <a:pt x="522" y="127"/>
                    </a:lnTo>
                    <a:lnTo>
                      <a:pt x="520" y="121"/>
                    </a:lnTo>
                    <a:lnTo>
                      <a:pt x="517" y="117"/>
                    </a:lnTo>
                    <a:lnTo>
                      <a:pt x="512" y="113"/>
                    </a:lnTo>
                    <a:lnTo>
                      <a:pt x="506" y="110"/>
                    </a:lnTo>
                    <a:lnTo>
                      <a:pt x="500" y="108"/>
                    </a:lnTo>
                    <a:lnTo>
                      <a:pt x="495" y="108"/>
                    </a:lnTo>
                    <a:lnTo>
                      <a:pt x="488" y="108"/>
                    </a:lnTo>
                    <a:lnTo>
                      <a:pt x="482" y="109"/>
                    </a:lnTo>
                    <a:lnTo>
                      <a:pt x="476" y="112"/>
                    </a:lnTo>
                    <a:lnTo>
                      <a:pt x="472" y="116"/>
                    </a:lnTo>
                    <a:lnTo>
                      <a:pt x="467" y="120"/>
                    </a:lnTo>
                    <a:lnTo>
                      <a:pt x="461" y="127"/>
                    </a:lnTo>
                    <a:lnTo>
                      <a:pt x="447" y="148"/>
                    </a:lnTo>
                    <a:lnTo>
                      <a:pt x="426" y="178"/>
                    </a:lnTo>
                    <a:lnTo>
                      <a:pt x="399" y="215"/>
                    </a:lnTo>
                    <a:lnTo>
                      <a:pt x="369" y="256"/>
                    </a:lnTo>
                    <a:lnTo>
                      <a:pt x="339" y="298"/>
                    </a:lnTo>
                    <a:lnTo>
                      <a:pt x="310" y="338"/>
                    </a:lnTo>
                    <a:lnTo>
                      <a:pt x="285" y="373"/>
                    </a:lnTo>
                    <a:lnTo>
                      <a:pt x="277" y="383"/>
                    </a:lnTo>
                    <a:lnTo>
                      <a:pt x="269" y="394"/>
                    </a:lnTo>
                    <a:lnTo>
                      <a:pt x="260" y="405"/>
                    </a:lnTo>
                    <a:lnTo>
                      <a:pt x="252" y="415"/>
                    </a:lnTo>
                    <a:lnTo>
                      <a:pt x="242" y="424"/>
                    </a:lnTo>
                    <a:lnTo>
                      <a:pt x="234" y="435"/>
                    </a:lnTo>
                    <a:lnTo>
                      <a:pt x="225" y="445"/>
                    </a:lnTo>
                    <a:lnTo>
                      <a:pt x="216" y="454"/>
                    </a:lnTo>
                    <a:lnTo>
                      <a:pt x="222" y="442"/>
                    </a:lnTo>
                    <a:lnTo>
                      <a:pt x="231" y="422"/>
                    </a:lnTo>
                    <a:lnTo>
                      <a:pt x="242" y="397"/>
                    </a:lnTo>
                    <a:lnTo>
                      <a:pt x="257" y="368"/>
                    </a:lnTo>
                    <a:lnTo>
                      <a:pt x="273" y="336"/>
                    </a:lnTo>
                    <a:lnTo>
                      <a:pt x="291" y="300"/>
                    </a:lnTo>
                    <a:lnTo>
                      <a:pt x="308" y="264"/>
                    </a:lnTo>
                    <a:lnTo>
                      <a:pt x="326" y="227"/>
                    </a:lnTo>
                    <a:lnTo>
                      <a:pt x="345" y="192"/>
                    </a:lnTo>
                    <a:lnTo>
                      <a:pt x="362" y="157"/>
                    </a:lnTo>
                    <a:lnTo>
                      <a:pt x="378" y="125"/>
                    </a:lnTo>
                    <a:lnTo>
                      <a:pt x="392" y="97"/>
                    </a:lnTo>
                    <a:lnTo>
                      <a:pt x="404" y="73"/>
                    </a:lnTo>
                    <a:lnTo>
                      <a:pt x="413" y="56"/>
                    </a:lnTo>
                    <a:lnTo>
                      <a:pt x="419" y="44"/>
                    </a:lnTo>
                    <a:lnTo>
                      <a:pt x="421" y="40"/>
                    </a:lnTo>
                    <a:lnTo>
                      <a:pt x="421" y="27"/>
                    </a:lnTo>
                    <a:lnTo>
                      <a:pt x="417" y="17"/>
                    </a:lnTo>
                    <a:lnTo>
                      <a:pt x="409" y="7"/>
                    </a:lnTo>
                    <a:lnTo>
                      <a:pt x="399" y="2"/>
                    </a:lnTo>
                    <a:lnTo>
                      <a:pt x="393" y="0"/>
                    </a:lnTo>
                    <a:lnTo>
                      <a:pt x="386" y="3"/>
                    </a:lnTo>
                    <a:lnTo>
                      <a:pt x="379" y="6"/>
                    </a:lnTo>
                    <a:lnTo>
                      <a:pt x="374" y="11"/>
                    </a:lnTo>
                    <a:lnTo>
                      <a:pt x="368" y="15"/>
                    </a:lnTo>
                    <a:lnTo>
                      <a:pt x="363" y="19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5"/>
                    </a:lnTo>
                    <a:lnTo>
                      <a:pt x="344" y="53"/>
                    </a:lnTo>
                    <a:lnTo>
                      <a:pt x="329" y="82"/>
                    </a:lnTo>
                    <a:lnTo>
                      <a:pt x="315" y="111"/>
                    </a:lnTo>
                    <a:lnTo>
                      <a:pt x="300" y="140"/>
                    </a:lnTo>
                    <a:lnTo>
                      <a:pt x="286" y="169"/>
                    </a:lnTo>
                    <a:lnTo>
                      <a:pt x="271" y="197"/>
                    </a:lnTo>
                    <a:lnTo>
                      <a:pt x="255" y="226"/>
                    </a:lnTo>
                    <a:lnTo>
                      <a:pt x="239" y="255"/>
                    </a:lnTo>
                    <a:lnTo>
                      <a:pt x="226" y="270"/>
                    </a:lnTo>
                    <a:lnTo>
                      <a:pt x="212" y="286"/>
                    </a:lnTo>
                    <a:lnTo>
                      <a:pt x="200" y="301"/>
                    </a:lnTo>
                    <a:lnTo>
                      <a:pt x="186" y="316"/>
                    </a:lnTo>
                    <a:lnTo>
                      <a:pt x="173" y="331"/>
                    </a:lnTo>
                    <a:lnTo>
                      <a:pt x="159" y="346"/>
                    </a:lnTo>
                    <a:lnTo>
                      <a:pt x="147" y="362"/>
                    </a:lnTo>
                    <a:lnTo>
                      <a:pt x="134" y="377"/>
                    </a:lnTo>
                    <a:lnTo>
                      <a:pt x="135" y="370"/>
                    </a:lnTo>
                    <a:lnTo>
                      <a:pt x="136" y="356"/>
                    </a:lnTo>
                    <a:lnTo>
                      <a:pt x="135" y="340"/>
                    </a:lnTo>
                    <a:lnTo>
                      <a:pt x="131" y="329"/>
                    </a:lnTo>
                    <a:lnTo>
                      <a:pt x="125" y="325"/>
                    </a:lnTo>
                    <a:lnTo>
                      <a:pt x="119" y="323"/>
                    </a:lnTo>
                    <a:lnTo>
                      <a:pt x="113" y="322"/>
                    </a:lnTo>
                    <a:lnTo>
                      <a:pt x="107" y="322"/>
                    </a:lnTo>
                    <a:lnTo>
                      <a:pt x="102" y="323"/>
                    </a:lnTo>
                    <a:lnTo>
                      <a:pt x="96" y="324"/>
                    </a:lnTo>
                    <a:lnTo>
                      <a:pt x="90" y="328"/>
                    </a:lnTo>
                    <a:lnTo>
                      <a:pt x="86" y="332"/>
                    </a:lnTo>
                    <a:lnTo>
                      <a:pt x="82" y="337"/>
                    </a:lnTo>
                    <a:lnTo>
                      <a:pt x="74" y="347"/>
                    </a:lnTo>
                    <a:lnTo>
                      <a:pt x="65" y="359"/>
                    </a:lnTo>
                    <a:lnTo>
                      <a:pt x="58" y="368"/>
                    </a:lnTo>
                    <a:lnTo>
                      <a:pt x="53" y="362"/>
                    </a:lnTo>
                    <a:lnTo>
                      <a:pt x="48" y="359"/>
                    </a:lnTo>
                    <a:lnTo>
                      <a:pt x="41" y="356"/>
                    </a:lnTo>
                    <a:lnTo>
                      <a:pt x="33" y="355"/>
                    </a:lnTo>
                    <a:lnTo>
                      <a:pt x="20" y="358"/>
                    </a:lnTo>
                    <a:lnTo>
                      <a:pt x="10" y="364"/>
                    </a:lnTo>
                    <a:lnTo>
                      <a:pt x="3" y="375"/>
                    </a:lnTo>
                    <a:lnTo>
                      <a:pt x="0" y="388"/>
                    </a:lnTo>
                    <a:lnTo>
                      <a:pt x="0" y="407"/>
                    </a:lnTo>
                    <a:lnTo>
                      <a:pt x="0" y="428"/>
                    </a:lnTo>
                    <a:lnTo>
                      <a:pt x="0" y="449"/>
                    </a:lnTo>
                    <a:lnTo>
                      <a:pt x="0" y="468"/>
                    </a:lnTo>
                    <a:lnTo>
                      <a:pt x="3" y="474"/>
                    </a:lnTo>
                    <a:lnTo>
                      <a:pt x="7" y="488"/>
                    </a:lnTo>
                    <a:lnTo>
                      <a:pt x="15" y="503"/>
                    </a:lnTo>
                    <a:lnTo>
                      <a:pt x="24" y="511"/>
                    </a:lnTo>
                    <a:lnTo>
                      <a:pt x="24" y="513"/>
                    </a:lnTo>
                    <a:lnTo>
                      <a:pt x="24" y="518"/>
                    </a:lnTo>
                    <a:lnTo>
                      <a:pt x="24" y="523"/>
                    </a:lnTo>
                    <a:lnTo>
                      <a:pt x="24" y="527"/>
                    </a:lnTo>
                    <a:lnTo>
                      <a:pt x="27" y="533"/>
                    </a:lnTo>
                    <a:lnTo>
                      <a:pt x="29" y="538"/>
                    </a:lnTo>
                    <a:lnTo>
                      <a:pt x="33" y="543"/>
                    </a:lnTo>
                    <a:lnTo>
                      <a:pt x="38" y="548"/>
                    </a:lnTo>
                    <a:lnTo>
                      <a:pt x="43" y="551"/>
                    </a:lnTo>
                    <a:lnTo>
                      <a:pt x="49" y="552"/>
                    </a:lnTo>
                    <a:lnTo>
                      <a:pt x="54" y="553"/>
                    </a:lnTo>
                    <a:lnTo>
                      <a:pt x="61" y="553"/>
                    </a:lnTo>
                    <a:lnTo>
                      <a:pt x="64" y="551"/>
                    </a:lnTo>
                    <a:lnTo>
                      <a:pt x="71" y="545"/>
                    </a:lnTo>
                    <a:lnTo>
                      <a:pt x="80" y="536"/>
                    </a:lnTo>
                    <a:lnTo>
                      <a:pt x="91" y="526"/>
                    </a:lnTo>
                    <a:lnTo>
                      <a:pt x="104" y="514"/>
                    </a:lnTo>
                    <a:lnTo>
                      <a:pt x="116" y="503"/>
                    </a:lnTo>
                    <a:lnTo>
                      <a:pt x="126" y="492"/>
                    </a:lnTo>
                    <a:lnTo>
                      <a:pt x="134" y="483"/>
                    </a:lnTo>
                    <a:lnTo>
                      <a:pt x="131" y="492"/>
                    </a:lnTo>
                    <a:lnTo>
                      <a:pt x="126" y="502"/>
                    </a:lnTo>
                    <a:lnTo>
                      <a:pt x="121" y="511"/>
                    </a:lnTo>
                    <a:lnTo>
                      <a:pt x="118" y="520"/>
                    </a:lnTo>
                    <a:lnTo>
                      <a:pt x="113" y="529"/>
                    </a:lnTo>
                    <a:lnTo>
                      <a:pt x="109" y="538"/>
                    </a:lnTo>
                    <a:lnTo>
                      <a:pt x="103" y="548"/>
                    </a:lnTo>
                    <a:lnTo>
                      <a:pt x="98" y="557"/>
                    </a:lnTo>
                    <a:lnTo>
                      <a:pt x="99" y="565"/>
                    </a:lnTo>
                    <a:lnTo>
                      <a:pt x="103" y="582"/>
                    </a:lnTo>
                    <a:lnTo>
                      <a:pt x="111" y="599"/>
                    </a:lnTo>
                    <a:lnTo>
                      <a:pt x="121" y="608"/>
                    </a:lnTo>
                    <a:lnTo>
                      <a:pt x="157" y="601"/>
                    </a:lnTo>
                    <a:lnTo>
                      <a:pt x="179" y="582"/>
                    </a:lnTo>
                    <a:lnTo>
                      <a:pt x="200" y="564"/>
                    </a:lnTo>
                    <a:lnTo>
                      <a:pt x="220" y="544"/>
                    </a:lnTo>
                    <a:lnTo>
                      <a:pt x="240" y="523"/>
                    </a:lnTo>
                    <a:lnTo>
                      <a:pt x="258" y="503"/>
                    </a:lnTo>
                    <a:lnTo>
                      <a:pt x="277" y="482"/>
                    </a:lnTo>
                    <a:lnTo>
                      <a:pt x="294" y="460"/>
                    </a:lnTo>
                    <a:lnTo>
                      <a:pt x="311" y="438"/>
                    </a:lnTo>
                    <a:lnTo>
                      <a:pt x="329" y="416"/>
                    </a:lnTo>
                    <a:lnTo>
                      <a:pt x="345" y="393"/>
                    </a:lnTo>
                    <a:lnTo>
                      <a:pt x="362" y="370"/>
                    </a:lnTo>
                    <a:lnTo>
                      <a:pt x="378" y="346"/>
                    </a:lnTo>
                    <a:lnTo>
                      <a:pt x="394" y="322"/>
                    </a:lnTo>
                    <a:lnTo>
                      <a:pt x="411" y="298"/>
                    </a:lnTo>
                    <a:lnTo>
                      <a:pt x="427" y="273"/>
                    </a:lnTo>
                    <a:lnTo>
                      <a:pt x="444" y="249"/>
                    </a:lnTo>
                    <a:lnTo>
                      <a:pt x="447" y="257"/>
                    </a:lnTo>
                    <a:lnTo>
                      <a:pt x="454" y="271"/>
                    </a:lnTo>
                    <a:lnTo>
                      <a:pt x="460" y="285"/>
                    </a:lnTo>
                    <a:lnTo>
                      <a:pt x="464" y="292"/>
                    </a:lnTo>
                    <a:lnTo>
                      <a:pt x="468" y="293"/>
                    </a:lnTo>
                    <a:lnTo>
                      <a:pt x="474" y="294"/>
                    </a:lnTo>
                    <a:lnTo>
                      <a:pt x="480" y="294"/>
                    </a:lnTo>
                    <a:lnTo>
                      <a:pt x="487" y="293"/>
                    </a:lnTo>
                    <a:lnTo>
                      <a:pt x="492" y="292"/>
                    </a:lnTo>
                    <a:lnTo>
                      <a:pt x="498" y="291"/>
                    </a:lnTo>
                    <a:lnTo>
                      <a:pt x="502" y="290"/>
                    </a:lnTo>
                    <a:lnTo>
                      <a:pt x="503" y="290"/>
                    </a:lnTo>
                    <a:lnTo>
                      <a:pt x="504" y="295"/>
                    </a:lnTo>
                    <a:lnTo>
                      <a:pt x="507" y="303"/>
                    </a:lnTo>
                    <a:lnTo>
                      <a:pt x="513" y="311"/>
                    </a:lnTo>
                    <a:lnTo>
                      <a:pt x="520" y="322"/>
                    </a:lnTo>
                    <a:lnTo>
                      <a:pt x="528" y="330"/>
                    </a:lnTo>
                    <a:lnTo>
                      <a:pt x="536" y="337"/>
                    </a:lnTo>
                    <a:lnTo>
                      <a:pt x="543" y="340"/>
                    </a:lnTo>
                    <a:lnTo>
                      <a:pt x="550" y="340"/>
                    </a:lnTo>
                    <a:lnTo>
                      <a:pt x="562" y="333"/>
                    </a:lnTo>
                    <a:lnTo>
                      <a:pt x="568" y="324"/>
                    </a:lnTo>
                    <a:lnTo>
                      <a:pt x="571" y="311"/>
                    </a:lnTo>
                    <a:lnTo>
                      <a:pt x="568" y="299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222" name="Freeform 64">
                <a:extLst>
                  <a:ext uri="{FF2B5EF4-FFF2-40B4-BE49-F238E27FC236}">
                    <a16:creationId xmlns:a16="http://schemas.microsoft.com/office/drawing/2014/main" id="{9E32E783-7FCF-1A44-A6BB-E9BCB378D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1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28676" name="Group 65">
              <a:extLst>
                <a:ext uri="{FF2B5EF4-FFF2-40B4-BE49-F238E27FC236}">
                  <a16:creationId xmlns:a16="http://schemas.microsoft.com/office/drawing/2014/main" id="{16FF8977-FFCB-0941-B7DC-5A99D3115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5" y="1861"/>
              <a:ext cx="1031" cy="848"/>
              <a:chOff x="2341" y="1736"/>
              <a:chExt cx="1031" cy="848"/>
            </a:xfrm>
          </p:grpSpPr>
          <p:sp>
            <p:nvSpPr>
              <p:cNvPr id="29081" name="Freeform 66">
                <a:extLst>
                  <a:ext uri="{FF2B5EF4-FFF2-40B4-BE49-F238E27FC236}">
                    <a16:creationId xmlns:a16="http://schemas.microsoft.com/office/drawing/2014/main" id="{98A9D2EF-C482-1A4E-97CE-3B6B9C7AD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074"/>
                <a:ext cx="360" cy="169"/>
              </a:xfrm>
              <a:custGeom>
                <a:avLst/>
                <a:gdLst>
                  <a:gd name="T0" fmla="*/ 23 w 719"/>
                  <a:gd name="T1" fmla="*/ 0 h 338"/>
                  <a:gd name="T2" fmla="*/ 9 w 719"/>
                  <a:gd name="T3" fmla="*/ 2 h 338"/>
                  <a:gd name="T4" fmla="*/ 0 w 719"/>
                  <a:gd name="T5" fmla="*/ 4 h 338"/>
                  <a:gd name="T6" fmla="*/ 0 w 719"/>
                  <a:gd name="T7" fmla="*/ 10 h 338"/>
                  <a:gd name="T8" fmla="*/ 7 w 719"/>
                  <a:gd name="T9" fmla="*/ 11 h 338"/>
                  <a:gd name="T10" fmla="*/ 20 w 719"/>
                  <a:gd name="T11" fmla="*/ 5 h 338"/>
                  <a:gd name="T12" fmla="*/ 23 w 719"/>
                  <a:gd name="T13" fmla="*/ 0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19"/>
                  <a:gd name="T22" fmla="*/ 0 h 338"/>
                  <a:gd name="T23" fmla="*/ 719 w 719"/>
                  <a:gd name="T24" fmla="*/ 338 h 3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19" h="338">
                    <a:moveTo>
                      <a:pt x="719" y="0"/>
                    </a:moveTo>
                    <a:lnTo>
                      <a:pt x="272" y="42"/>
                    </a:lnTo>
                    <a:lnTo>
                      <a:pt x="0" y="127"/>
                    </a:lnTo>
                    <a:lnTo>
                      <a:pt x="0" y="295"/>
                    </a:lnTo>
                    <a:lnTo>
                      <a:pt x="201" y="338"/>
                    </a:lnTo>
                    <a:lnTo>
                      <a:pt x="616" y="144"/>
                    </a:lnTo>
                    <a:lnTo>
                      <a:pt x="7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2" name="Freeform 67">
                <a:extLst>
                  <a:ext uri="{FF2B5EF4-FFF2-40B4-BE49-F238E27FC236}">
                    <a16:creationId xmlns:a16="http://schemas.microsoft.com/office/drawing/2014/main" id="{497768D0-69BE-9442-A3CA-C6EDA26C2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04"/>
                <a:ext cx="169" cy="54"/>
              </a:xfrm>
              <a:custGeom>
                <a:avLst/>
                <a:gdLst>
                  <a:gd name="T0" fmla="*/ 0 w 338"/>
                  <a:gd name="T1" fmla="*/ 2 h 110"/>
                  <a:gd name="T2" fmla="*/ 6 w 338"/>
                  <a:gd name="T3" fmla="*/ 3 h 110"/>
                  <a:gd name="T4" fmla="*/ 6 w 338"/>
                  <a:gd name="T5" fmla="*/ 2 h 110"/>
                  <a:gd name="T6" fmla="*/ 7 w 338"/>
                  <a:gd name="T7" fmla="*/ 1 h 110"/>
                  <a:gd name="T8" fmla="*/ 11 w 338"/>
                  <a:gd name="T9" fmla="*/ 0 h 110"/>
                  <a:gd name="T10" fmla="*/ 9 w 338"/>
                  <a:gd name="T11" fmla="*/ 0 h 110"/>
                  <a:gd name="T12" fmla="*/ 0 w 338"/>
                  <a:gd name="T13" fmla="*/ 2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8"/>
                  <a:gd name="T22" fmla="*/ 0 h 110"/>
                  <a:gd name="T23" fmla="*/ 338 w 338"/>
                  <a:gd name="T24" fmla="*/ 110 h 1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8" h="110">
                    <a:moveTo>
                      <a:pt x="0" y="84"/>
                    </a:moveTo>
                    <a:lnTo>
                      <a:pt x="188" y="110"/>
                    </a:lnTo>
                    <a:lnTo>
                      <a:pt x="194" y="83"/>
                    </a:lnTo>
                    <a:lnTo>
                      <a:pt x="227" y="42"/>
                    </a:lnTo>
                    <a:lnTo>
                      <a:pt x="338" y="17"/>
                    </a:lnTo>
                    <a:lnTo>
                      <a:pt x="261" y="0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3" name="Freeform 68">
                <a:extLst>
                  <a:ext uri="{FF2B5EF4-FFF2-40B4-BE49-F238E27FC236}">
                    <a16:creationId xmlns:a16="http://schemas.microsoft.com/office/drawing/2014/main" id="{63ECC7D7-D3D4-BD49-B510-590CFFD3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085"/>
                <a:ext cx="155" cy="23"/>
              </a:xfrm>
              <a:custGeom>
                <a:avLst/>
                <a:gdLst>
                  <a:gd name="T0" fmla="*/ 0 w 308"/>
                  <a:gd name="T1" fmla="*/ 1 h 46"/>
                  <a:gd name="T2" fmla="*/ 2 w 308"/>
                  <a:gd name="T3" fmla="*/ 2 h 46"/>
                  <a:gd name="T4" fmla="*/ 10 w 308"/>
                  <a:gd name="T5" fmla="*/ 0 h 46"/>
                  <a:gd name="T6" fmla="*/ 0 w 308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8"/>
                  <a:gd name="T13" fmla="*/ 0 h 46"/>
                  <a:gd name="T14" fmla="*/ 308 w 308"/>
                  <a:gd name="T15" fmla="*/ 46 h 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8" h="46">
                    <a:moveTo>
                      <a:pt x="0" y="32"/>
                    </a:moveTo>
                    <a:lnTo>
                      <a:pt x="60" y="46"/>
                    </a:lnTo>
                    <a:lnTo>
                      <a:pt x="308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4" name="Freeform 69">
                <a:extLst>
                  <a:ext uri="{FF2B5EF4-FFF2-40B4-BE49-F238E27FC236}">
                    <a16:creationId xmlns:a16="http://schemas.microsoft.com/office/drawing/2014/main" id="{67B5446A-F205-B340-A426-200F8BB5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46"/>
                <a:ext cx="94" cy="82"/>
              </a:xfrm>
              <a:custGeom>
                <a:avLst/>
                <a:gdLst>
                  <a:gd name="T0" fmla="*/ 0 w 188"/>
                  <a:gd name="T1" fmla="*/ 0 h 165"/>
                  <a:gd name="T2" fmla="*/ 0 w 188"/>
                  <a:gd name="T3" fmla="*/ 4 h 165"/>
                  <a:gd name="T4" fmla="*/ 5 w 188"/>
                  <a:gd name="T5" fmla="*/ 5 h 165"/>
                  <a:gd name="T6" fmla="*/ 6 w 188"/>
                  <a:gd name="T7" fmla="*/ 0 h 165"/>
                  <a:gd name="T8" fmla="*/ 0 w 188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8"/>
                  <a:gd name="T16" fmla="*/ 0 h 165"/>
                  <a:gd name="T17" fmla="*/ 188 w 1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8" h="165">
                    <a:moveTo>
                      <a:pt x="0" y="0"/>
                    </a:moveTo>
                    <a:lnTo>
                      <a:pt x="0" y="136"/>
                    </a:lnTo>
                    <a:lnTo>
                      <a:pt x="144" y="165"/>
                    </a:lnTo>
                    <a:lnTo>
                      <a:pt x="188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5" name="Freeform 70">
                <a:extLst>
                  <a:ext uri="{FF2B5EF4-FFF2-40B4-BE49-F238E27FC236}">
                    <a16:creationId xmlns:a16="http://schemas.microsoft.com/office/drawing/2014/main" id="{0C930ACE-2DC7-754A-9C05-8F85645E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36"/>
                <a:ext cx="533" cy="313"/>
              </a:xfrm>
              <a:custGeom>
                <a:avLst/>
                <a:gdLst>
                  <a:gd name="T0" fmla="*/ 27 w 1065"/>
                  <a:gd name="T1" fmla="*/ 20 h 626"/>
                  <a:gd name="T2" fmla="*/ 28 w 1065"/>
                  <a:gd name="T3" fmla="*/ 19 h 626"/>
                  <a:gd name="T4" fmla="*/ 29 w 1065"/>
                  <a:gd name="T5" fmla="*/ 18 h 626"/>
                  <a:gd name="T6" fmla="*/ 31 w 1065"/>
                  <a:gd name="T7" fmla="*/ 17 h 626"/>
                  <a:gd name="T8" fmla="*/ 32 w 1065"/>
                  <a:gd name="T9" fmla="*/ 14 h 626"/>
                  <a:gd name="T10" fmla="*/ 33 w 1065"/>
                  <a:gd name="T11" fmla="*/ 11 h 626"/>
                  <a:gd name="T12" fmla="*/ 34 w 1065"/>
                  <a:gd name="T13" fmla="*/ 7 h 626"/>
                  <a:gd name="T14" fmla="*/ 33 w 1065"/>
                  <a:gd name="T15" fmla="*/ 3 h 626"/>
                  <a:gd name="T16" fmla="*/ 33 w 1065"/>
                  <a:gd name="T17" fmla="*/ 0 h 626"/>
                  <a:gd name="T18" fmla="*/ 32 w 1065"/>
                  <a:gd name="T19" fmla="*/ 0 h 626"/>
                  <a:gd name="T20" fmla="*/ 32 w 1065"/>
                  <a:gd name="T21" fmla="*/ 1 h 626"/>
                  <a:gd name="T22" fmla="*/ 30 w 1065"/>
                  <a:gd name="T23" fmla="*/ 1 h 626"/>
                  <a:gd name="T24" fmla="*/ 29 w 1065"/>
                  <a:gd name="T25" fmla="*/ 1 h 626"/>
                  <a:gd name="T26" fmla="*/ 27 w 1065"/>
                  <a:gd name="T27" fmla="*/ 1 h 626"/>
                  <a:gd name="T28" fmla="*/ 25 w 1065"/>
                  <a:gd name="T29" fmla="*/ 1 h 626"/>
                  <a:gd name="T30" fmla="*/ 23 w 1065"/>
                  <a:gd name="T31" fmla="*/ 1 h 626"/>
                  <a:gd name="T32" fmla="*/ 21 w 1065"/>
                  <a:gd name="T33" fmla="*/ 1 h 626"/>
                  <a:gd name="T34" fmla="*/ 19 w 1065"/>
                  <a:gd name="T35" fmla="*/ 1 h 626"/>
                  <a:gd name="T36" fmla="*/ 17 w 1065"/>
                  <a:gd name="T37" fmla="*/ 1 h 626"/>
                  <a:gd name="T38" fmla="*/ 14 w 1065"/>
                  <a:gd name="T39" fmla="*/ 1 h 626"/>
                  <a:gd name="T40" fmla="*/ 12 w 1065"/>
                  <a:gd name="T41" fmla="*/ 1 h 626"/>
                  <a:gd name="T42" fmla="*/ 10 w 1065"/>
                  <a:gd name="T43" fmla="*/ 1 h 626"/>
                  <a:gd name="T44" fmla="*/ 8 w 1065"/>
                  <a:gd name="T45" fmla="*/ 1 h 626"/>
                  <a:gd name="T46" fmla="*/ 7 w 1065"/>
                  <a:gd name="T47" fmla="*/ 1 h 626"/>
                  <a:gd name="T48" fmla="*/ 6 w 1065"/>
                  <a:gd name="T49" fmla="*/ 1 h 626"/>
                  <a:gd name="T50" fmla="*/ 6 w 1065"/>
                  <a:gd name="T51" fmla="*/ 2 h 626"/>
                  <a:gd name="T52" fmla="*/ 6 w 1065"/>
                  <a:gd name="T53" fmla="*/ 3 h 626"/>
                  <a:gd name="T54" fmla="*/ 7 w 1065"/>
                  <a:gd name="T55" fmla="*/ 5 h 626"/>
                  <a:gd name="T56" fmla="*/ 7 w 1065"/>
                  <a:gd name="T57" fmla="*/ 7 h 626"/>
                  <a:gd name="T58" fmla="*/ 6 w 1065"/>
                  <a:gd name="T59" fmla="*/ 10 h 626"/>
                  <a:gd name="T60" fmla="*/ 5 w 1065"/>
                  <a:gd name="T61" fmla="*/ 13 h 626"/>
                  <a:gd name="T62" fmla="*/ 2 w 1065"/>
                  <a:gd name="T63" fmla="*/ 16 h 626"/>
                  <a:gd name="T64" fmla="*/ 27 w 1065"/>
                  <a:gd name="T65" fmla="*/ 20 h 62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65"/>
                  <a:gd name="T100" fmla="*/ 0 h 626"/>
                  <a:gd name="T101" fmla="*/ 1065 w 1065"/>
                  <a:gd name="T102" fmla="*/ 626 h 62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65" h="626">
                    <a:moveTo>
                      <a:pt x="856" y="626"/>
                    </a:moveTo>
                    <a:lnTo>
                      <a:pt x="859" y="623"/>
                    </a:lnTo>
                    <a:lnTo>
                      <a:pt x="869" y="616"/>
                    </a:lnTo>
                    <a:lnTo>
                      <a:pt x="884" y="606"/>
                    </a:lnTo>
                    <a:lnTo>
                      <a:pt x="901" y="590"/>
                    </a:lnTo>
                    <a:lnTo>
                      <a:pt x="923" y="569"/>
                    </a:lnTo>
                    <a:lnTo>
                      <a:pt x="946" y="544"/>
                    </a:lnTo>
                    <a:lnTo>
                      <a:pt x="969" y="514"/>
                    </a:lnTo>
                    <a:lnTo>
                      <a:pt x="992" y="478"/>
                    </a:lnTo>
                    <a:lnTo>
                      <a:pt x="1014" y="438"/>
                    </a:lnTo>
                    <a:lnTo>
                      <a:pt x="1033" y="392"/>
                    </a:lnTo>
                    <a:lnTo>
                      <a:pt x="1048" y="341"/>
                    </a:lnTo>
                    <a:lnTo>
                      <a:pt x="1060" y="283"/>
                    </a:lnTo>
                    <a:lnTo>
                      <a:pt x="1065" y="221"/>
                    </a:lnTo>
                    <a:lnTo>
                      <a:pt x="1063" y="153"/>
                    </a:lnTo>
                    <a:lnTo>
                      <a:pt x="1054" y="80"/>
                    </a:lnTo>
                    <a:lnTo>
                      <a:pt x="1036" y="0"/>
                    </a:lnTo>
                    <a:lnTo>
                      <a:pt x="1033" y="0"/>
                    </a:lnTo>
                    <a:lnTo>
                      <a:pt x="1029" y="0"/>
                    </a:lnTo>
                    <a:lnTo>
                      <a:pt x="1020" y="0"/>
                    </a:lnTo>
                    <a:lnTo>
                      <a:pt x="1008" y="0"/>
                    </a:lnTo>
                    <a:lnTo>
                      <a:pt x="994" y="1"/>
                    </a:lnTo>
                    <a:lnTo>
                      <a:pt x="977" y="1"/>
                    </a:lnTo>
                    <a:lnTo>
                      <a:pt x="957" y="1"/>
                    </a:lnTo>
                    <a:lnTo>
                      <a:pt x="934" y="2"/>
                    </a:lnTo>
                    <a:lnTo>
                      <a:pt x="910" y="2"/>
                    </a:lnTo>
                    <a:lnTo>
                      <a:pt x="884" y="3"/>
                    </a:lnTo>
                    <a:lnTo>
                      <a:pt x="856" y="3"/>
                    </a:lnTo>
                    <a:lnTo>
                      <a:pt x="826" y="5"/>
                    </a:lnTo>
                    <a:lnTo>
                      <a:pt x="795" y="5"/>
                    </a:lnTo>
                    <a:lnTo>
                      <a:pt x="763" y="6"/>
                    </a:lnTo>
                    <a:lnTo>
                      <a:pt x="729" y="7"/>
                    </a:lnTo>
                    <a:lnTo>
                      <a:pt x="695" y="7"/>
                    </a:lnTo>
                    <a:lnTo>
                      <a:pt x="659" y="8"/>
                    </a:lnTo>
                    <a:lnTo>
                      <a:pt x="623" y="8"/>
                    </a:lnTo>
                    <a:lnTo>
                      <a:pt x="587" y="9"/>
                    </a:lnTo>
                    <a:lnTo>
                      <a:pt x="551" y="10"/>
                    </a:lnTo>
                    <a:lnTo>
                      <a:pt x="515" y="10"/>
                    </a:lnTo>
                    <a:lnTo>
                      <a:pt x="479" y="12"/>
                    </a:lnTo>
                    <a:lnTo>
                      <a:pt x="443" y="13"/>
                    </a:lnTo>
                    <a:lnTo>
                      <a:pt x="408" y="13"/>
                    </a:lnTo>
                    <a:lnTo>
                      <a:pt x="374" y="14"/>
                    </a:lnTo>
                    <a:lnTo>
                      <a:pt x="341" y="15"/>
                    </a:lnTo>
                    <a:lnTo>
                      <a:pt x="309" y="15"/>
                    </a:lnTo>
                    <a:lnTo>
                      <a:pt x="277" y="16"/>
                    </a:lnTo>
                    <a:lnTo>
                      <a:pt x="248" y="16"/>
                    </a:lnTo>
                    <a:lnTo>
                      <a:pt x="220" y="17"/>
                    </a:lnTo>
                    <a:lnTo>
                      <a:pt x="195" y="18"/>
                    </a:lnTo>
                    <a:lnTo>
                      <a:pt x="170" y="18"/>
                    </a:lnTo>
                    <a:lnTo>
                      <a:pt x="171" y="22"/>
                    </a:lnTo>
                    <a:lnTo>
                      <a:pt x="176" y="30"/>
                    </a:lnTo>
                    <a:lnTo>
                      <a:pt x="181" y="45"/>
                    </a:lnTo>
                    <a:lnTo>
                      <a:pt x="186" y="65"/>
                    </a:lnTo>
                    <a:lnTo>
                      <a:pt x="192" y="89"/>
                    </a:lnTo>
                    <a:lnTo>
                      <a:pt x="197" y="118"/>
                    </a:lnTo>
                    <a:lnTo>
                      <a:pt x="200" y="150"/>
                    </a:lnTo>
                    <a:lnTo>
                      <a:pt x="200" y="186"/>
                    </a:lnTo>
                    <a:lnTo>
                      <a:pt x="197" y="226"/>
                    </a:lnTo>
                    <a:lnTo>
                      <a:pt x="189" y="267"/>
                    </a:lnTo>
                    <a:lnTo>
                      <a:pt x="175" y="312"/>
                    </a:lnTo>
                    <a:lnTo>
                      <a:pt x="155" y="359"/>
                    </a:lnTo>
                    <a:lnTo>
                      <a:pt x="129" y="409"/>
                    </a:lnTo>
                    <a:lnTo>
                      <a:pt x="95" y="459"/>
                    </a:lnTo>
                    <a:lnTo>
                      <a:pt x="52" y="510"/>
                    </a:lnTo>
                    <a:lnTo>
                      <a:pt x="0" y="562"/>
                    </a:lnTo>
                    <a:lnTo>
                      <a:pt x="856" y="6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6" name="Freeform 71">
                <a:extLst>
                  <a:ext uri="{FF2B5EF4-FFF2-40B4-BE49-F238E27FC236}">
                    <a16:creationId xmlns:a16="http://schemas.microsoft.com/office/drawing/2014/main" id="{A1E39675-C4D5-AC4B-9F59-14E432428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752"/>
                <a:ext cx="431" cy="209"/>
              </a:xfrm>
              <a:custGeom>
                <a:avLst/>
                <a:gdLst>
                  <a:gd name="T0" fmla="*/ 23 w 864"/>
                  <a:gd name="T1" fmla="*/ 0 h 419"/>
                  <a:gd name="T2" fmla="*/ 22 w 864"/>
                  <a:gd name="T3" fmla="*/ 1 h 419"/>
                  <a:gd name="T4" fmla="*/ 20 w 864"/>
                  <a:gd name="T5" fmla="*/ 3 h 419"/>
                  <a:gd name="T6" fmla="*/ 18 w 864"/>
                  <a:gd name="T7" fmla="*/ 4 h 419"/>
                  <a:gd name="T8" fmla="*/ 16 w 864"/>
                  <a:gd name="T9" fmla="*/ 5 h 419"/>
                  <a:gd name="T10" fmla="*/ 13 w 864"/>
                  <a:gd name="T11" fmla="*/ 7 h 419"/>
                  <a:gd name="T12" fmla="*/ 10 w 864"/>
                  <a:gd name="T13" fmla="*/ 8 h 419"/>
                  <a:gd name="T14" fmla="*/ 6 w 864"/>
                  <a:gd name="T15" fmla="*/ 9 h 419"/>
                  <a:gd name="T16" fmla="*/ 1 w 864"/>
                  <a:gd name="T17" fmla="*/ 10 h 419"/>
                  <a:gd name="T18" fmla="*/ 1 w 864"/>
                  <a:gd name="T19" fmla="*/ 11 h 419"/>
                  <a:gd name="T20" fmla="*/ 0 w 864"/>
                  <a:gd name="T21" fmla="*/ 11 h 419"/>
                  <a:gd name="T22" fmla="*/ 0 w 864"/>
                  <a:gd name="T23" fmla="*/ 12 h 419"/>
                  <a:gd name="T24" fmla="*/ 0 w 864"/>
                  <a:gd name="T25" fmla="*/ 13 h 419"/>
                  <a:gd name="T26" fmla="*/ 2 w 864"/>
                  <a:gd name="T27" fmla="*/ 12 h 419"/>
                  <a:gd name="T28" fmla="*/ 5 w 864"/>
                  <a:gd name="T29" fmla="*/ 12 h 419"/>
                  <a:gd name="T30" fmla="*/ 7 w 864"/>
                  <a:gd name="T31" fmla="*/ 12 h 419"/>
                  <a:gd name="T32" fmla="*/ 9 w 864"/>
                  <a:gd name="T33" fmla="*/ 12 h 419"/>
                  <a:gd name="T34" fmla="*/ 11 w 864"/>
                  <a:gd name="T35" fmla="*/ 11 h 419"/>
                  <a:gd name="T36" fmla="*/ 13 w 864"/>
                  <a:gd name="T37" fmla="*/ 11 h 419"/>
                  <a:gd name="T38" fmla="*/ 15 w 864"/>
                  <a:gd name="T39" fmla="*/ 11 h 419"/>
                  <a:gd name="T40" fmla="*/ 16 w 864"/>
                  <a:gd name="T41" fmla="*/ 11 h 419"/>
                  <a:gd name="T42" fmla="*/ 18 w 864"/>
                  <a:gd name="T43" fmla="*/ 10 h 419"/>
                  <a:gd name="T44" fmla="*/ 20 w 864"/>
                  <a:gd name="T45" fmla="*/ 10 h 419"/>
                  <a:gd name="T46" fmla="*/ 21 w 864"/>
                  <a:gd name="T47" fmla="*/ 10 h 419"/>
                  <a:gd name="T48" fmla="*/ 22 w 864"/>
                  <a:gd name="T49" fmla="*/ 9 h 419"/>
                  <a:gd name="T50" fmla="*/ 23 w 864"/>
                  <a:gd name="T51" fmla="*/ 9 h 419"/>
                  <a:gd name="T52" fmla="*/ 24 w 864"/>
                  <a:gd name="T53" fmla="*/ 9 h 419"/>
                  <a:gd name="T54" fmla="*/ 25 w 864"/>
                  <a:gd name="T55" fmla="*/ 8 h 419"/>
                  <a:gd name="T56" fmla="*/ 26 w 864"/>
                  <a:gd name="T57" fmla="*/ 8 h 419"/>
                  <a:gd name="T58" fmla="*/ 26 w 864"/>
                  <a:gd name="T59" fmla="*/ 5 h 419"/>
                  <a:gd name="T60" fmla="*/ 26 w 864"/>
                  <a:gd name="T61" fmla="*/ 2 h 419"/>
                  <a:gd name="T62" fmla="*/ 26 w 864"/>
                  <a:gd name="T63" fmla="*/ 0 h 419"/>
                  <a:gd name="T64" fmla="*/ 26 w 864"/>
                  <a:gd name="T65" fmla="*/ 0 h 41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64"/>
                  <a:gd name="T100" fmla="*/ 0 h 419"/>
                  <a:gd name="T101" fmla="*/ 864 w 864"/>
                  <a:gd name="T102" fmla="*/ 419 h 41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64" h="419">
                    <a:moveTo>
                      <a:pt x="838" y="0"/>
                    </a:moveTo>
                    <a:lnTo>
                      <a:pt x="764" y="1"/>
                    </a:lnTo>
                    <a:lnTo>
                      <a:pt x="746" y="28"/>
                    </a:lnTo>
                    <a:lnTo>
                      <a:pt x="724" y="53"/>
                    </a:lnTo>
                    <a:lnTo>
                      <a:pt x="699" y="77"/>
                    </a:lnTo>
                    <a:lnTo>
                      <a:pt x="671" y="102"/>
                    </a:lnTo>
                    <a:lnTo>
                      <a:pt x="640" y="125"/>
                    </a:lnTo>
                    <a:lnTo>
                      <a:pt x="605" y="147"/>
                    </a:lnTo>
                    <a:lnTo>
                      <a:pt x="567" y="168"/>
                    </a:lnTo>
                    <a:lnTo>
                      <a:pt x="526" y="189"/>
                    </a:lnTo>
                    <a:lnTo>
                      <a:pt x="480" y="209"/>
                    </a:lnTo>
                    <a:lnTo>
                      <a:pt x="430" y="228"/>
                    </a:lnTo>
                    <a:lnTo>
                      <a:pt x="377" y="247"/>
                    </a:lnTo>
                    <a:lnTo>
                      <a:pt x="320" y="264"/>
                    </a:lnTo>
                    <a:lnTo>
                      <a:pt x="257" y="281"/>
                    </a:lnTo>
                    <a:lnTo>
                      <a:pt x="192" y="298"/>
                    </a:lnTo>
                    <a:lnTo>
                      <a:pt x="120" y="313"/>
                    </a:lnTo>
                    <a:lnTo>
                      <a:pt x="45" y="326"/>
                    </a:lnTo>
                    <a:lnTo>
                      <a:pt x="41" y="339"/>
                    </a:lnTo>
                    <a:lnTo>
                      <a:pt x="35" y="352"/>
                    </a:lnTo>
                    <a:lnTo>
                      <a:pt x="30" y="364"/>
                    </a:lnTo>
                    <a:lnTo>
                      <a:pt x="25" y="376"/>
                    </a:lnTo>
                    <a:lnTo>
                      <a:pt x="19" y="387"/>
                    </a:lnTo>
                    <a:lnTo>
                      <a:pt x="12" y="399"/>
                    </a:lnTo>
                    <a:lnTo>
                      <a:pt x="6" y="409"/>
                    </a:lnTo>
                    <a:lnTo>
                      <a:pt x="0" y="419"/>
                    </a:lnTo>
                    <a:lnTo>
                      <a:pt x="42" y="416"/>
                    </a:lnTo>
                    <a:lnTo>
                      <a:pt x="83" y="413"/>
                    </a:lnTo>
                    <a:lnTo>
                      <a:pt x="123" y="409"/>
                    </a:lnTo>
                    <a:lnTo>
                      <a:pt x="162" y="406"/>
                    </a:lnTo>
                    <a:lnTo>
                      <a:pt x="200" y="402"/>
                    </a:lnTo>
                    <a:lnTo>
                      <a:pt x="236" y="399"/>
                    </a:lnTo>
                    <a:lnTo>
                      <a:pt x="271" y="395"/>
                    </a:lnTo>
                    <a:lnTo>
                      <a:pt x="306" y="392"/>
                    </a:lnTo>
                    <a:lnTo>
                      <a:pt x="339" y="387"/>
                    </a:lnTo>
                    <a:lnTo>
                      <a:pt x="372" y="383"/>
                    </a:lnTo>
                    <a:lnTo>
                      <a:pt x="403" y="379"/>
                    </a:lnTo>
                    <a:lnTo>
                      <a:pt x="433" y="375"/>
                    </a:lnTo>
                    <a:lnTo>
                      <a:pt x="463" y="370"/>
                    </a:lnTo>
                    <a:lnTo>
                      <a:pt x="490" y="366"/>
                    </a:lnTo>
                    <a:lnTo>
                      <a:pt x="518" y="360"/>
                    </a:lnTo>
                    <a:lnTo>
                      <a:pt x="544" y="355"/>
                    </a:lnTo>
                    <a:lnTo>
                      <a:pt x="571" y="351"/>
                    </a:lnTo>
                    <a:lnTo>
                      <a:pt x="595" y="345"/>
                    </a:lnTo>
                    <a:lnTo>
                      <a:pt x="619" y="340"/>
                    </a:lnTo>
                    <a:lnTo>
                      <a:pt x="642" y="334"/>
                    </a:lnTo>
                    <a:lnTo>
                      <a:pt x="664" y="329"/>
                    </a:lnTo>
                    <a:lnTo>
                      <a:pt x="686" y="323"/>
                    </a:lnTo>
                    <a:lnTo>
                      <a:pt x="706" y="317"/>
                    </a:lnTo>
                    <a:lnTo>
                      <a:pt x="726" y="311"/>
                    </a:lnTo>
                    <a:lnTo>
                      <a:pt x="745" y="306"/>
                    </a:lnTo>
                    <a:lnTo>
                      <a:pt x="763" y="300"/>
                    </a:lnTo>
                    <a:lnTo>
                      <a:pt x="781" y="294"/>
                    </a:lnTo>
                    <a:lnTo>
                      <a:pt x="797" y="288"/>
                    </a:lnTo>
                    <a:lnTo>
                      <a:pt x="813" y="283"/>
                    </a:lnTo>
                    <a:lnTo>
                      <a:pt x="828" y="277"/>
                    </a:lnTo>
                    <a:lnTo>
                      <a:pt x="843" y="270"/>
                    </a:lnTo>
                    <a:lnTo>
                      <a:pt x="857" y="264"/>
                    </a:lnTo>
                    <a:lnTo>
                      <a:pt x="862" y="210"/>
                    </a:lnTo>
                    <a:lnTo>
                      <a:pt x="864" y="160"/>
                    </a:lnTo>
                    <a:lnTo>
                      <a:pt x="861" y="115"/>
                    </a:lnTo>
                    <a:lnTo>
                      <a:pt x="857" y="76"/>
                    </a:lnTo>
                    <a:lnTo>
                      <a:pt x="851" y="45"/>
                    </a:lnTo>
                    <a:lnTo>
                      <a:pt x="844" y="21"/>
                    </a:lnTo>
                    <a:lnTo>
                      <a:pt x="841" y="6"/>
                    </a:lnTo>
                    <a:lnTo>
                      <a:pt x="838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7" name="Freeform 72">
                <a:extLst>
                  <a:ext uri="{FF2B5EF4-FFF2-40B4-BE49-F238E27FC236}">
                    <a16:creationId xmlns:a16="http://schemas.microsoft.com/office/drawing/2014/main" id="{998804C9-81FE-A747-89B9-FA8509C4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753"/>
                <a:ext cx="360" cy="162"/>
              </a:xfrm>
              <a:custGeom>
                <a:avLst/>
                <a:gdLst>
                  <a:gd name="T0" fmla="*/ 23 w 719"/>
                  <a:gd name="T1" fmla="*/ 0 h 325"/>
                  <a:gd name="T2" fmla="*/ 1 w 719"/>
                  <a:gd name="T3" fmla="*/ 0 h 325"/>
                  <a:gd name="T4" fmla="*/ 2 w 719"/>
                  <a:gd name="T5" fmla="*/ 1 h 325"/>
                  <a:gd name="T6" fmla="*/ 2 w 719"/>
                  <a:gd name="T7" fmla="*/ 3 h 325"/>
                  <a:gd name="T8" fmla="*/ 2 w 719"/>
                  <a:gd name="T9" fmla="*/ 4 h 325"/>
                  <a:gd name="T10" fmla="*/ 2 w 719"/>
                  <a:gd name="T11" fmla="*/ 5 h 325"/>
                  <a:gd name="T12" fmla="*/ 1 w 719"/>
                  <a:gd name="T13" fmla="*/ 7 h 325"/>
                  <a:gd name="T14" fmla="*/ 1 w 719"/>
                  <a:gd name="T15" fmla="*/ 8 h 325"/>
                  <a:gd name="T16" fmla="*/ 1 w 719"/>
                  <a:gd name="T17" fmla="*/ 9 h 325"/>
                  <a:gd name="T18" fmla="*/ 0 w 719"/>
                  <a:gd name="T19" fmla="*/ 10 h 325"/>
                  <a:gd name="T20" fmla="*/ 3 w 719"/>
                  <a:gd name="T21" fmla="*/ 9 h 325"/>
                  <a:gd name="T22" fmla="*/ 5 w 719"/>
                  <a:gd name="T23" fmla="*/ 9 h 325"/>
                  <a:gd name="T24" fmla="*/ 7 w 719"/>
                  <a:gd name="T25" fmla="*/ 8 h 325"/>
                  <a:gd name="T26" fmla="*/ 9 w 719"/>
                  <a:gd name="T27" fmla="*/ 8 h 325"/>
                  <a:gd name="T28" fmla="*/ 11 w 719"/>
                  <a:gd name="T29" fmla="*/ 7 h 325"/>
                  <a:gd name="T30" fmla="*/ 13 w 719"/>
                  <a:gd name="T31" fmla="*/ 7 h 325"/>
                  <a:gd name="T32" fmla="*/ 14 w 719"/>
                  <a:gd name="T33" fmla="*/ 6 h 325"/>
                  <a:gd name="T34" fmla="*/ 16 w 719"/>
                  <a:gd name="T35" fmla="*/ 5 h 325"/>
                  <a:gd name="T36" fmla="*/ 17 w 719"/>
                  <a:gd name="T37" fmla="*/ 5 h 325"/>
                  <a:gd name="T38" fmla="*/ 18 w 719"/>
                  <a:gd name="T39" fmla="*/ 4 h 325"/>
                  <a:gd name="T40" fmla="*/ 19 w 719"/>
                  <a:gd name="T41" fmla="*/ 3 h 325"/>
                  <a:gd name="T42" fmla="*/ 20 w 719"/>
                  <a:gd name="T43" fmla="*/ 3 h 325"/>
                  <a:gd name="T44" fmla="*/ 21 w 719"/>
                  <a:gd name="T45" fmla="*/ 2 h 325"/>
                  <a:gd name="T46" fmla="*/ 22 w 719"/>
                  <a:gd name="T47" fmla="*/ 1 h 325"/>
                  <a:gd name="T48" fmla="*/ 22 w 719"/>
                  <a:gd name="T49" fmla="*/ 0 h 325"/>
                  <a:gd name="T50" fmla="*/ 23 w 719"/>
                  <a:gd name="T51" fmla="*/ 0 h 3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9"/>
                  <a:gd name="T79" fmla="*/ 0 h 325"/>
                  <a:gd name="T80" fmla="*/ 719 w 719"/>
                  <a:gd name="T81" fmla="*/ 325 h 3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9" h="325">
                    <a:moveTo>
                      <a:pt x="719" y="0"/>
                    </a:moveTo>
                    <a:lnTo>
                      <a:pt x="28" y="15"/>
                    </a:lnTo>
                    <a:lnTo>
                      <a:pt x="34" y="61"/>
                    </a:lnTo>
                    <a:lnTo>
                      <a:pt x="36" y="106"/>
                    </a:lnTo>
                    <a:lnTo>
                      <a:pt x="36" y="148"/>
                    </a:lnTo>
                    <a:lnTo>
                      <a:pt x="33" y="188"/>
                    </a:lnTo>
                    <a:lnTo>
                      <a:pt x="28" y="226"/>
                    </a:lnTo>
                    <a:lnTo>
                      <a:pt x="20" y="261"/>
                    </a:lnTo>
                    <a:lnTo>
                      <a:pt x="11" y="294"/>
                    </a:lnTo>
                    <a:lnTo>
                      <a:pt x="0" y="325"/>
                    </a:lnTo>
                    <a:lnTo>
                      <a:pt x="75" y="312"/>
                    </a:lnTo>
                    <a:lnTo>
                      <a:pt x="147" y="297"/>
                    </a:lnTo>
                    <a:lnTo>
                      <a:pt x="212" y="280"/>
                    </a:lnTo>
                    <a:lnTo>
                      <a:pt x="275" y="263"/>
                    </a:lnTo>
                    <a:lnTo>
                      <a:pt x="332" y="246"/>
                    </a:lnTo>
                    <a:lnTo>
                      <a:pt x="385" y="227"/>
                    </a:lnTo>
                    <a:lnTo>
                      <a:pt x="435" y="208"/>
                    </a:lnTo>
                    <a:lnTo>
                      <a:pt x="481" y="188"/>
                    </a:lnTo>
                    <a:lnTo>
                      <a:pt x="522" y="167"/>
                    </a:lnTo>
                    <a:lnTo>
                      <a:pt x="560" y="146"/>
                    </a:lnTo>
                    <a:lnTo>
                      <a:pt x="595" y="124"/>
                    </a:lnTo>
                    <a:lnTo>
                      <a:pt x="626" y="101"/>
                    </a:lnTo>
                    <a:lnTo>
                      <a:pt x="654" y="76"/>
                    </a:lnTo>
                    <a:lnTo>
                      <a:pt x="679" y="52"/>
                    </a:lnTo>
                    <a:lnTo>
                      <a:pt x="701" y="27"/>
                    </a:lnTo>
                    <a:lnTo>
                      <a:pt x="7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8" name="Freeform 73">
                <a:extLst>
                  <a:ext uri="{FF2B5EF4-FFF2-40B4-BE49-F238E27FC236}">
                    <a16:creationId xmlns:a16="http://schemas.microsoft.com/office/drawing/2014/main" id="{43C9018C-6DA0-2046-ABD8-95F153C7D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884"/>
                <a:ext cx="467" cy="160"/>
              </a:xfrm>
              <a:custGeom>
                <a:avLst/>
                <a:gdLst>
                  <a:gd name="T0" fmla="*/ 0 w 935"/>
                  <a:gd name="T1" fmla="*/ 8 h 320"/>
                  <a:gd name="T2" fmla="*/ 23 w 935"/>
                  <a:gd name="T3" fmla="*/ 10 h 320"/>
                  <a:gd name="T4" fmla="*/ 23 w 935"/>
                  <a:gd name="T5" fmla="*/ 10 h 320"/>
                  <a:gd name="T6" fmla="*/ 24 w 935"/>
                  <a:gd name="T7" fmla="*/ 9 h 320"/>
                  <a:gd name="T8" fmla="*/ 25 w 935"/>
                  <a:gd name="T9" fmla="*/ 9 h 320"/>
                  <a:gd name="T10" fmla="*/ 25 w 935"/>
                  <a:gd name="T11" fmla="*/ 8 h 320"/>
                  <a:gd name="T12" fmla="*/ 26 w 935"/>
                  <a:gd name="T13" fmla="*/ 7 h 320"/>
                  <a:gd name="T14" fmla="*/ 26 w 935"/>
                  <a:gd name="T15" fmla="*/ 7 h 320"/>
                  <a:gd name="T16" fmla="*/ 27 w 935"/>
                  <a:gd name="T17" fmla="*/ 6 h 320"/>
                  <a:gd name="T18" fmla="*/ 27 w 935"/>
                  <a:gd name="T19" fmla="*/ 5 h 320"/>
                  <a:gd name="T20" fmla="*/ 27 w 935"/>
                  <a:gd name="T21" fmla="*/ 5 h 320"/>
                  <a:gd name="T22" fmla="*/ 28 w 935"/>
                  <a:gd name="T23" fmla="*/ 4 h 320"/>
                  <a:gd name="T24" fmla="*/ 28 w 935"/>
                  <a:gd name="T25" fmla="*/ 3 h 320"/>
                  <a:gd name="T26" fmla="*/ 28 w 935"/>
                  <a:gd name="T27" fmla="*/ 3 h 320"/>
                  <a:gd name="T28" fmla="*/ 28 w 935"/>
                  <a:gd name="T29" fmla="*/ 2 h 320"/>
                  <a:gd name="T30" fmla="*/ 28 w 935"/>
                  <a:gd name="T31" fmla="*/ 2 h 320"/>
                  <a:gd name="T32" fmla="*/ 29 w 935"/>
                  <a:gd name="T33" fmla="*/ 1 h 320"/>
                  <a:gd name="T34" fmla="*/ 29 w 935"/>
                  <a:gd name="T35" fmla="*/ 0 h 320"/>
                  <a:gd name="T36" fmla="*/ 28 w 935"/>
                  <a:gd name="T37" fmla="*/ 1 h 320"/>
                  <a:gd name="T38" fmla="*/ 28 w 935"/>
                  <a:gd name="T39" fmla="*/ 1 h 320"/>
                  <a:gd name="T40" fmla="*/ 27 w 935"/>
                  <a:gd name="T41" fmla="*/ 1 h 320"/>
                  <a:gd name="T42" fmla="*/ 27 w 935"/>
                  <a:gd name="T43" fmla="*/ 1 h 320"/>
                  <a:gd name="T44" fmla="*/ 26 w 935"/>
                  <a:gd name="T45" fmla="*/ 1 h 320"/>
                  <a:gd name="T46" fmla="*/ 26 w 935"/>
                  <a:gd name="T47" fmla="*/ 2 h 320"/>
                  <a:gd name="T48" fmla="*/ 25 w 935"/>
                  <a:gd name="T49" fmla="*/ 2 h 320"/>
                  <a:gd name="T50" fmla="*/ 25 w 935"/>
                  <a:gd name="T51" fmla="*/ 2 h 320"/>
                  <a:gd name="T52" fmla="*/ 24 w 935"/>
                  <a:gd name="T53" fmla="*/ 2 h 320"/>
                  <a:gd name="T54" fmla="*/ 23 w 935"/>
                  <a:gd name="T55" fmla="*/ 2 h 320"/>
                  <a:gd name="T56" fmla="*/ 23 w 935"/>
                  <a:gd name="T57" fmla="*/ 3 h 320"/>
                  <a:gd name="T58" fmla="*/ 22 w 935"/>
                  <a:gd name="T59" fmla="*/ 3 h 320"/>
                  <a:gd name="T60" fmla="*/ 21 w 935"/>
                  <a:gd name="T61" fmla="*/ 3 h 320"/>
                  <a:gd name="T62" fmla="*/ 21 w 935"/>
                  <a:gd name="T63" fmla="*/ 3 h 320"/>
                  <a:gd name="T64" fmla="*/ 20 w 935"/>
                  <a:gd name="T65" fmla="*/ 3 h 320"/>
                  <a:gd name="T66" fmla="*/ 19 w 935"/>
                  <a:gd name="T67" fmla="*/ 3 h 320"/>
                  <a:gd name="T68" fmla="*/ 18 w 935"/>
                  <a:gd name="T69" fmla="*/ 3 h 320"/>
                  <a:gd name="T70" fmla="*/ 17 w 935"/>
                  <a:gd name="T71" fmla="*/ 3 h 320"/>
                  <a:gd name="T72" fmla="*/ 16 w 935"/>
                  <a:gd name="T73" fmla="*/ 4 h 320"/>
                  <a:gd name="T74" fmla="*/ 15 w 935"/>
                  <a:gd name="T75" fmla="*/ 4 h 320"/>
                  <a:gd name="T76" fmla="*/ 15 w 935"/>
                  <a:gd name="T77" fmla="*/ 4 h 320"/>
                  <a:gd name="T78" fmla="*/ 14 w 935"/>
                  <a:gd name="T79" fmla="*/ 4 h 320"/>
                  <a:gd name="T80" fmla="*/ 13 w 935"/>
                  <a:gd name="T81" fmla="*/ 4 h 320"/>
                  <a:gd name="T82" fmla="*/ 12 w 935"/>
                  <a:gd name="T83" fmla="*/ 4 h 320"/>
                  <a:gd name="T84" fmla="*/ 10 w 935"/>
                  <a:gd name="T85" fmla="*/ 5 h 320"/>
                  <a:gd name="T86" fmla="*/ 9 w 935"/>
                  <a:gd name="T87" fmla="*/ 5 h 320"/>
                  <a:gd name="T88" fmla="*/ 8 w 935"/>
                  <a:gd name="T89" fmla="*/ 5 h 320"/>
                  <a:gd name="T90" fmla="*/ 7 w 935"/>
                  <a:gd name="T91" fmla="*/ 5 h 320"/>
                  <a:gd name="T92" fmla="*/ 6 w 935"/>
                  <a:gd name="T93" fmla="*/ 5 h 320"/>
                  <a:gd name="T94" fmla="*/ 5 w 935"/>
                  <a:gd name="T95" fmla="*/ 5 h 320"/>
                  <a:gd name="T96" fmla="*/ 3 w 935"/>
                  <a:gd name="T97" fmla="*/ 5 h 320"/>
                  <a:gd name="T98" fmla="*/ 2 w 935"/>
                  <a:gd name="T99" fmla="*/ 5 h 320"/>
                  <a:gd name="T100" fmla="*/ 1 w 935"/>
                  <a:gd name="T101" fmla="*/ 6 h 320"/>
                  <a:gd name="T102" fmla="*/ 1 w 935"/>
                  <a:gd name="T103" fmla="*/ 6 h 320"/>
                  <a:gd name="T104" fmla="*/ 1 w 935"/>
                  <a:gd name="T105" fmla="*/ 7 h 320"/>
                  <a:gd name="T106" fmla="*/ 0 w 935"/>
                  <a:gd name="T107" fmla="*/ 7 h 320"/>
                  <a:gd name="T108" fmla="*/ 0 w 935"/>
                  <a:gd name="T109" fmla="*/ 8 h 320"/>
                  <a:gd name="T110" fmla="*/ 0 w 935"/>
                  <a:gd name="T111" fmla="*/ 8 h 320"/>
                  <a:gd name="T112" fmla="*/ 0 w 935"/>
                  <a:gd name="T113" fmla="*/ 8 h 320"/>
                  <a:gd name="T114" fmla="*/ 0 w 935"/>
                  <a:gd name="T115" fmla="*/ 8 h 32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935"/>
                  <a:gd name="T175" fmla="*/ 0 h 320"/>
                  <a:gd name="T176" fmla="*/ 935 w 935"/>
                  <a:gd name="T177" fmla="*/ 320 h 32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935" h="320">
                    <a:moveTo>
                      <a:pt x="0" y="250"/>
                    </a:moveTo>
                    <a:lnTo>
                      <a:pt x="742" y="320"/>
                    </a:lnTo>
                    <a:lnTo>
                      <a:pt x="765" y="302"/>
                    </a:lnTo>
                    <a:lnTo>
                      <a:pt x="786" y="282"/>
                    </a:lnTo>
                    <a:lnTo>
                      <a:pt x="804" y="263"/>
                    </a:lnTo>
                    <a:lnTo>
                      <a:pt x="823" y="243"/>
                    </a:lnTo>
                    <a:lnTo>
                      <a:pt x="839" y="222"/>
                    </a:lnTo>
                    <a:lnTo>
                      <a:pt x="853" y="203"/>
                    </a:lnTo>
                    <a:lnTo>
                      <a:pt x="867" y="182"/>
                    </a:lnTo>
                    <a:lnTo>
                      <a:pt x="878" y="161"/>
                    </a:lnTo>
                    <a:lnTo>
                      <a:pt x="890" y="141"/>
                    </a:lnTo>
                    <a:lnTo>
                      <a:pt x="899" y="120"/>
                    </a:lnTo>
                    <a:lnTo>
                      <a:pt x="907" y="100"/>
                    </a:lnTo>
                    <a:lnTo>
                      <a:pt x="915" y="80"/>
                    </a:lnTo>
                    <a:lnTo>
                      <a:pt x="921" y="59"/>
                    </a:lnTo>
                    <a:lnTo>
                      <a:pt x="927" y="39"/>
                    </a:lnTo>
                    <a:lnTo>
                      <a:pt x="931" y="20"/>
                    </a:lnTo>
                    <a:lnTo>
                      <a:pt x="935" y="0"/>
                    </a:lnTo>
                    <a:lnTo>
                      <a:pt x="921" y="6"/>
                    </a:lnTo>
                    <a:lnTo>
                      <a:pt x="906" y="13"/>
                    </a:lnTo>
                    <a:lnTo>
                      <a:pt x="891" y="19"/>
                    </a:lnTo>
                    <a:lnTo>
                      <a:pt x="875" y="24"/>
                    </a:lnTo>
                    <a:lnTo>
                      <a:pt x="859" y="30"/>
                    </a:lnTo>
                    <a:lnTo>
                      <a:pt x="841" y="36"/>
                    </a:lnTo>
                    <a:lnTo>
                      <a:pt x="823" y="42"/>
                    </a:lnTo>
                    <a:lnTo>
                      <a:pt x="804" y="47"/>
                    </a:lnTo>
                    <a:lnTo>
                      <a:pt x="784" y="53"/>
                    </a:lnTo>
                    <a:lnTo>
                      <a:pt x="764" y="59"/>
                    </a:lnTo>
                    <a:lnTo>
                      <a:pt x="742" y="65"/>
                    </a:lnTo>
                    <a:lnTo>
                      <a:pt x="720" y="70"/>
                    </a:lnTo>
                    <a:lnTo>
                      <a:pt x="697" y="76"/>
                    </a:lnTo>
                    <a:lnTo>
                      <a:pt x="673" y="81"/>
                    </a:lnTo>
                    <a:lnTo>
                      <a:pt x="649" y="87"/>
                    </a:lnTo>
                    <a:lnTo>
                      <a:pt x="622" y="91"/>
                    </a:lnTo>
                    <a:lnTo>
                      <a:pt x="596" y="96"/>
                    </a:lnTo>
                    <a:lnTo>
                      <a:pt x="568" y="102"/>
                    </a:lnTo>
                    <a:lnTo>
                      <a:pt x="541" y="106"/>
                    </a:lnTo>
                    <a:lnTo>
                      <a:pt x="511" y="111"/>
                    </a:lnTo>
                    <a:lnTo>
                      <a:pt x="481" y="115"/>
                    </a:lnTo>
                    <a:lnTo>
                      <a:pt x="450" y="119"/>
                    </a:lnTo>
                    <a:lnTo>
                      <a:pt x="417" y="123"/>
                    </a:lnTo>
                    <a:lnTo>
                      <a:pt x="384" y="128"/>
                    </a:lnTo>
                    <a:lnTo>
                      <a:pt x="349" y="131"/>
                    </a:lnTo>
                    <a:lnTo>
                      <a:pt x="314" y="135"/>
                    </a:lnTo>
                    <a:lnTo>
                      <a:pt x="278" y="138"/>
                    </a:lnTo>
                    <a:lnTo>
                      <a:pt x="240" y="142"/>
                    </a:lnTo>
                    <a:lnTo>
                      <a:pt x="201" y="145"/>
                    </a:lnTo>
                    <a:lnTo>
                      <a:pt x="161" y="149"/>
                    </a:lnTo>
                    <a:lnTo>
                      <a:pt x="120" y="152"/>
                    </a:lnTo>
                    <a:lnTo>
                      <a:pt x="78" y="155"/>
                    </a:lnTo>
                    <a:lnTo>
                      <a:pt x="63" y="178"/>
                    </a:lnTo>
                    <a:lnTo>
                      <a:pt x="50" y="197"/>
                    </a:lnTo>
                    <a:lnTo>
                      <a:pt x="36" y="213"/>
                    </a:lnTo>
                    <a:lnTo>
                      <a:pt x="24" y="226"/>
                    </a:lnTo>
                    <a:lnTo>
                      <a:pt x="14" y="237"/>
                    </a:lnTo>
                    <a:lnTo>
                      <a:pt x="7" y="244"/>
                    </a:lnTo>
                    <a:lnTo>
                      <a:pt x="1" y="249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89" name="Rectangle 74">
                <a:extLst>
                  <a:ext uri="{FF2B5EF4-FFF2-40B4-BE49-F238E27FC236}">
                    <a16:creationId xmlns:a16="http://schemas.microsoft.com/office/drawing/2014/main" id="{3ACBDB6D-B7BC-5242-9762-F8A4CD9BD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52"/>
                <a:ext cx="133" cy="6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29090" name="Freeform 75">
                <a:extLst>
                  <a:ext uri="{FF2B5EF4-FFF2-40B4-BE49-F238E27FC236}">
                    <a16:creationId xmlns:a16="http://schemas.microsoft.com/office/drawing/2014/main" id="{F2E55C4F-9618-E647-A742-AC70D191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32"/>
                <a:ext cx="118" cy="67"/>
              </a:xfrm>
              <a:custGeom>
                <a:avLst/>
                <a:gdLst>
                  <a:gd name="T0" fmla="*/ 0 w 237"/>
                  <a:gd name="T1" fmla="*/ 4 h 134"/>
                  <a:gd name="T2" fmla="*/ 4 w 237"/>
                  <a:gd name="T3" fmla="*/ 5 h 134"/>
                  <a:gd name="T4" fmla="*/ 5 w 237"/>
                  <a:gd name="T5" fmla="*/ 5 h 134"/>
                  <a:gd name="T6" fmla="*/ 5 w 237"/>
                  <a:gd name="T7" fmla="*/ 5 h 134"/>
                  <a:gd name="T8" fmla="*/ 5 w 237"/>
                  <a:gd name="T9" fmla="*/ 4 h 134"/>
                  <a:gd name="T10" fmla="*/ 5 w 237"/>
                  <a:gd name="T11" fmla="*/ 4 h 134"/>
                  <a:gd name="T12" fmla="*/ 6 w 237"/>
                  <a:gd name="T13" fmla="*/ 3 h 134"/>
                  <a:gd name="T14" fmla="*/ 6 w 237"/>
                  <a:gd name="T15" fmla="*/ 3 h 134"/>
                  <a:gd name="T16" fmla="*/ 7 w 237"/>
                  <a:gd name="T17" fmla="*/ 2 h 134"/>
                  <a:gd name="T18" fmla="*/ 7 w 237"/>
                  <a:gd name="T19" fmla="*/ 1 h 134"/>
                  <a:gd name="T20" fmla="*/ 2 w 237"/>
                  <a:gd name="T21" fmla="*/ 0 h 134"/>
                  <a:gd name="T22" fmla="*/ 2 w 237"/>
                  <a:gd name="T23" fmla="*/ 1 h 134"/>
                  <a:gd name="T24" fmla="*/ 2 w 237"/>
                  <a:gd name="T25" fmla="*/ 1 h 134"/>
                  <a:gd name="T26" fmla="*/ 2 w 237"/>
                  <a:gd name="T27" fmla="*/ 1 h 134"/>
                  <a:gd name="T28" fmla="*/ 1 w 237"/>
                  <a:gd name="T29" fmla="*/ 2 h 134"/>
                  <a:gd name="T30" fmla="*/ 1 w 237"/>
                  <a:gd name="T31" fmla="*/ 2 h 134"/>
                  <a:gd name="T32" fmla="*/ 1 w 237"/>
                  <a:gd name="T33" fmla="*/ 3 h 134"/>
                  <a:gd name="T34" fmla="*/ 0 w 237"/>
                  <a:gd name="T35" fmla="*/ 3 h 134"/>
                  <a:gd name="T36" fmla="*/ 0 w 237"/>
                  <a:gd name="T37" fmla="*/ 4 h 1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7"/>
                  <a:gd name="T58" fmla="*/ 0 h 134"/>
                  <a:gd name="T59" fmla="*/ 237 w 237"/>
                  <a:gd name="T60" fmla="*/ 134 h 13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7" h="134">
                    <a:moveTo>
                      <a:pt x="0" y="120"/>
                    </a:moveTo>
                    <a:lnTo>
                      <a:pt x="158" y="134"/>
                    </a:lnTo>
                    <a:lnTo>
                      <a:pt x="161" y="132"/>
                    </a:lnTo>
                    <a:lnTo>
                      <a:pt x="167" y="129"/>
                    </a:lnTo>
                    <a:lnTo>
                      <a:pt x="178" y="123"/>
                    </a:lnTo>
                    <a:lnTo>
                      <a:pt x="190" y="112"/>
                    </a:lnTo>
                    <a:lnTo>
                      <a:pt x="203" y="97"/>
                    </a:lnTo>
                    <a:lnTo>
                      <a:pt x="216" y="75"/>
                    </a:lnTo>
                    <a:lnTo>
                      <a:pt x="227" y="47"/>
                    </a:lnTo>
                    <a:lnTo>
                      <a:pt x="237" y="13"/>
                    </a:lnTo>
                    <a:lnTo>
                      <a:pt x="74" y="0"/>
                    </a:lnTo>
                    <a:lnTo>
                      <a:pt x="73" y="3"/>
                    </a:lnTo>
                    <a:lnTo>
                      <a:pt x="72" y="11"/>
                    </a:lnTo>
                    <a:lnTo>
                      <a:pt x="67" y="25"/>
                    </a:lnTo>
                    <a:lnTo>
                      <a:pt x="60" y="41"/>
                    </a:lnTo>
                    <a:lnTo>
                      <a:pt x="51" y="60"/>
                    </a:lnTo>
                    <a:lnTo>
                      <a:pt x="38" y="81"/>
                    </a:lnTo>
                    <a:lnTo>
                      <a:pt x="21" y="100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1" name="Freeform 76">
                <a:extLst>
                  <a:ext uri="{FF2B5EF4-FFF2-40B4-BE49-F238E27FC236}">
                    <a16:creationId xmlns:a16="http://schemas.microsoft.com/office/drawing/2014/main" id="{A47E3553-1F75-5943-A929-8AB999BCD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781"/>
                <a:ext cx="82" cy="64"/>
              </a:xfrm>
              <a:custGeom>
                <a:avLst/>
                <a:gdLst>
                  <a:gd name="T0" fmla="*/ 1 w 164"/>
                  <a:gd name="T1" fmla="*/ 0 h 129"/>
                  <a:gd name="T2" fmla="*/ 5 w 164"/>
                  <a:gd name="T3" fmla="*/ 0 h 129"/>
                  <a:gd name="T4" fmla="*/ 5 w 164"/>
                  <a:gd name="T5" fmla="*/ 0 h 129"/>
                  <a:gd name="T6" fmla="*/ 6 w 164"/>
                  <a:gd name="T7" fmla="*/ 1 h 129"/>
                  <a:gd name="T8" fmla="*/ 6 w 164"/>
                  <a:gd name="T9" fmla="*/ 2 h 129"/>
                  <a:gd name="T10" fmla="*/ 5 w 164"/>
                  <a:gd name="T11" fmla="*/ 4 h 129"/>
                  <a:gd name="T12" fmla="*/ 0 w 164"/>
                  <a:gd name="T13" fmla="*/ 4 h 129"/>
                  <a:gd name="T14" fmla="*/ 1 w 164"/>
                  <a:gd name="T15" fmla="*/ 3 h 129"/>
                  <a:gd name="T16" fmla="*/ 1 w 164"/>
                  <a:gd name="T17" fmla="*/ 2 h 129"/>
                  <a:gd name="T18" fmla="*/ 1 w 164"/>
                  <a:gd name="T19" fmla="*/ 1 h 129"/>
                  <a:gd name="T20" fmla="*/ 1 w 164"/>
                  <a:gd name="T21" fmla="*/ 0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4"/>
                  <a:gd name="T34" fmla="*/ 0 h 129"/>
                  <a:gd name="T35" fmla="*/ 164 w 164"/>
                  <a:gd name="T36" fmla="*/ 129 h 1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4" h="129">
                    <a:moveTo>
                      <a:pt x="6" y="0"/>
                    </a:moveTo>
                    <a:lnTo>
                      <a:pt x="155" y="0"/>
                    </a:lnTo>
                    <a:lnTo>
                      <a:pt x="158" y="11"/>
                    </a:lnTo>
                    <a:lnTo>
                      <a:pt x="164" y="41"/>
                    </a:lnTo>
                    <a:lnTo>
                      <a:pt x="163" y="83"/>
                    </a:lnTo>
                    <a:lnTo>
                      <a:pt x="148" y="129"/>
                    </a:lnTo>
                    <a:lnTo>
                      <a:pt x="0" y="129"/>
                    </a:lnTo>
                    <a:lnTo>
                      <a:pt x="2" y="116"/>
                    </a:lnTo>
                    <a:lnTo>
                      <a:pt x="7" y="85"/>
                    </a:lnTo>
                    <a:lnTo>
                      <a:pt x="9" y="4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2" name="Freeform 77">
                <a:extLst>
                  <a:ext uri="{FF2B5EF4-FFF2-40B4-BE49-F238E27FC236}">
                    <a16:creationId xmlns:a16="http://schemas.microsoft.com/office/drawing/2014/main" id="{4DA0C135-2099-C54A-A2A2-D0983D24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998"/>
                <a:ext cx="949" cy="441"/>
              </a:xfrm>
              <a:custGeom>
                <a:avLst/>
                <a:gdLst>
                  <a:gd name="T0" fmla="*/ 59 w 1899"/>
                  <a:gd name="T1" fmla="*/ 16 h 883"/>
                  <a:gd name="T2" fmla="*/ 36 w 1899"/>
                  <a:gd name="T3" fmla="*/ 27 h 883"/>
                  <a:gd name="T4" fmla="*/ 2 w 1899"/>
                  <a:gd name="T5" fmla="*/ 23 h 883"/>
                  <a:gd name="T6" fmla="*/ 2 w 1899"/>
                  <a:gd name="T7" fmla="*/ 21 h 883"/>
                  <a:gd name="T8" fmla="*/ 1 w 1899"/>
                  <a:gd name="T9" fmla="*/ 21 h 883"/>
                  <a:gd name="T10" fmla="*/ 1 w 1899"/>
                  <a:gd name="T11" fmla="*/ 20 h 883"/>
                  <a:gd name="T12" fmla="*/ 0 w 1899"/>
                  <a:gd name="T13" fmla="*/ 17 h 883"/>
                  <a:gd name="T14" fmla="*/ 2 w 1899"/>
                  <a:gd name="T15" fmla="*/ 9 h 883"/>
                  <a:gd name="T16" fmla="*/ 3 w 1899"/>
                  <a:gd name="T17" fmla="*/ 7 h 883"/>
                  <a:gd name="T18" fmla="*/ 17 w 1899"/>
                  <a:gd name="T19" fmla="*/ 4 h 883"/>
                  <a:gd name="T20" fmla="*/ 19 w 1899"/>
                  <a:gd name="T21" fmla="*/ 2 h 883"/>
                  <a:gd name="T22" fmla="*/ 26 w 1899"/>
                  <a:gd name="T23" fmla="*/ 0 h 883"/>
                  <a:gd name="T24" fmla="*/ 56 w 1899"/>
                  <a:gd name="T25" fmla="*/ 2 h 883"/>
                  <a:gd name="T26" fmla="*/ 57 w 1899"/>
                  <a:gd name="T27" fmla="*/ 5 h 883"/>
                  <a:gd name="T28" fmla="*/ 58 w 1899"/>
                  <a:gd name="T29" fmla="*/ 5 h 883"/>
                  <a:gd name="T30" fmla="*/ 58 w 1899"/>
                  <a:gd name="T31" fmla="*/ 6 h 883"/>
                  <a:gd name="T32" fmla="*/ 59 w 1899"/>
                  <a:gd name="T33" fmla="*/ 6 h 883"/>
                  <a:gd name="T34" fmla="*/ 59 w 1899"/>
                  <a:gd name="T35" fmla="*/ 16 h 8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99"/>
                  <a:gd name="T55" fmla="*/ 0 h 883"/>
                  <a:gd name="T56" fmla="*/ 1899 w 1899"/>
                  <a:gd name="T57" fmla="*/ 883 h 88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99" h="883">
                    <a:moveTo>
                      <a:pt x="1899" y="542"/>
                    </a:moveTo>
                    <a:lnTo>
                      <a:pt x="1170" y="883"/>
                    </a:lnTo>
                    <a:lnTo>
                      <a:pt x="81" y="737"/>
                    </a:lnTo>
                    <a:lnTo>
                      <a:pt x="81" y="693"/>
                    </a:lnTo>
                    <a:lnTo>
                      <a:pt x="49" y="686"/>
                    </a:lnTo>
                    <a:lnTo>
                      <a:pt x="49" y="651"/>
                    </a:lnTo>
                    <a:lnTo>
                      <a:pt x="0" y="570"/>
                    </a:lnTo>
                    <a:lnTo>
                      <a:pt x="68" y="300"/>
                    </a:lnTo>
                    <a:lnTo>
                      <a:pt x="106" y="247"/>
                    </a:lnTo>
                    <a:lnTo>
                      <a:pt x="565" y="159"/>
                    </a:lnTo>
                    <a:lnTo>
                      <a:pt x="625" y="68"/>
                    </a:lnTo>
                    <a:lnTo>
                      <a:pt x="834" y="0"/>
                    </a:lnTo>
                    <a:lnTo>
                      <a:pt x="1812" y="93"/>
                    </a:lnTo>
                    <a:lnTo>
                      <a:pt x="1845" y="180"/>
                    </a:lnTo>
                    <a:lnTo>
                      <a:pt x="1863" y="178"/>
                    </a:lnTo>
                    <a:lnTo>
                      <a:pt x="1873" y="210"/>
                    </a:lnTo>
                    <a:lnTo>
                      <a:pt x="1899" y="213"/>
                    </a:lnTo>
                    <a:lnTo>
                      <a:pt x="1899" y="5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3" name="Freeform 78">
                <a:extLst>
                  <a:ext uri="{FF2B5EF4-FFF2-40B4-BE49-F238E27FC236}">
                    <a16:creationId xmlns:a16="http://schemas.microsoft.com/office/drawing/2014/main" id="{BB1105DC-97A7-EA49-92C7-189FC2237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59"/>
                <a:ext cx="223" cy="166"/>
              </a:xfrm>
              <a:custGeom>
                <a:avLst/>
                <a:gdLst>
                  <a:gd name="T0" fmla="*/ 14 w 444"/>
                  <a:gd name="T1" fmla="*/ 0 h 331"/>
                  <a:gd name="T2" fmla="*/ 0 w 444"/>
                  <a:gd name="T3" fmla="*/ 11 h 331"/>
                  <a:gd name="T4" fmla="*/ 14 w 444"/>
                  <a:gd name="T5" fmla="*/ 5 h 331"/>
                  <a:gd name="T6" fmla="*/ 14 w 444"/>
                  <a:gd name="T7" fmla="*/ 0 h 3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44"/>
                  <a:gd name="T13" fmla="*/ 0 h 331"/>
                  <a:gd name="T14" fmla="*/ 444 w 444"/>
                  <a:gd name="T15" fmla="*/ 331 h 3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44" h="331">
                    <a:moveTo>
                      <a:pt x="443" y="0"/>
                    </a:moveTo>
                    <a:lnTo>
                      <a:pt x="0" y="331"/>
                    </a:lnTo>
                    <a:lnTo>
                      <a:pt x="444" y="153"/>
                    </a:lnTo>
                    <a:lnTo>
                      <a:pt x="4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4" name="Freeform 79">
                <a:extLst>
                  <a:ext uri="{FF2B5EF4-FFF2-40B4-BE49-F238E27FC236}">
                    <a16:creationId xmlns:a16="http://schemas.microsoft.com/office/drawing/2014/main" id="{8B3DF7C0-39FE-724A-994F-A0807E7DB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108"/>
                <a:ext cx="341" cy="240"/>
              </a:xfrm>
              <a:custGeom>
                <a:avLst/>
                <a:gdLst>
                  <a:gd name="T0" fmla="*/ 21 w 683"/>
                  <a:gd name="T1" fmla="*/ 0 h 482"/>
                  <a:gd name="T2" fmla="*/ 16 w 683"/>
                  <a:gd name="T3" fmla="*/ 0 h 482"/>
                  <a:gd name="T4" fmla="*/ 13 w 683"/>
                  <a:gd name="T5" fmla="*/ 4 h 482"/>
                  <a:gd name="T6" fmla="*/ 0 w 683"/>
                  <a:gd name="T7" fmla="*/ 9 h 482"/>
                  <a:gd name="T8" fmla="*/ 3 w 683"/>
                  <a:gd name="T9" fmla="*/ 15 h 482"/>
                  <a:gd name="T10" fmla="*/ 7 w 683"/>
                  <a:gd name="T11" fmla="*/ 13 h 482"/>
                  <a:gd name="T12" fmla="*/ 21 w 683"/>
                  <a:gd name="T13" fmla="*/ 3 h 482"/>
                  <a:gd name="T14" fmla="*/ 21 w 683"/>
                  <a:gd name="T15" fmla="*/ 0 h 4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83"/>
                  <a:gd name="T25" fmla="*/ 0 h 482"/>
                  <a:gd name="T26" fmla="*/ 683 w 683"/>
                  <a:gd name="T27" fmla="*/ 482 h 48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83" h="482">
                    <a:moveTo>
                      <a:pt x="683" y="0"/>
                    </a:moveTo>
                    <a:lnTo>
                      <a:pt x="515" y="26"/>
                    </a:lnTo>
                    <a:lnTo>
                      <a:pt x="426" y="128"/>
                    </a:lnTo>
                    <a:lnTo>
                      <a:pt x="0" y="299"/>
                    </a:lnTo>
                    <a:lnTo>
                      <a:pt x="119" y="482"/>
                    </a:lnTo>
                    <a:lnTo>
                      <a:pt x="240" y="435"/>
                    </a:lnTo>
                    <a:lnTo>
                      <a:pt x="683" y="104"/>
                    </a:lnTo>
                    <a:lnTo>
                      <a:pt x="6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5" name="Freeform 80">
                <a:extLst>
                  <a:ext uri="{FF2B5EF4-FFF2-40B4-BE49-F238E27FC236}">
                    <a16:creationId xmlns:a16="http://schemas.microsoft.com/office/drawing/2014/main" id="{D5DA7CD9-470F-4540-B3FC-CC9951D7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84"/>
                <a:ext cx="480" cy="300"/>
              </a:xfrm>
              <a:custGeom>
                <a:avLst/>
                <a:gdLst>
                  <a:gd name="T0" fmla="*/ 4 w 961"/>
                  <a:gd name="T1" fmla="*/ 0 h 599"/>
                  <a:gd name="T2" fmla="*/ 4 w 961"/>
                  <a:gd name="T3" fmla="*/ 1 h 599"/>
                  <a:gd name="T4" fmla="*/ 4 w 961"/>
                  <a:gd name="T5" fmla="*/ 1 h 599"/>
                  <a:gd name="T6" fmla="*/ 3 w 961"/>
                  <a:gd name="T7" fmla="*/ 1 h 599"/>
                  <a:gd name="T8" fmla="*/ 3 w 961"/>
                  <a:gd name="T9" fmla="*/ 1 h 599"/>
                  <a:gd name="T10" fmla="*/ 2 w 961"/>
                  <a:gd name="T11" fmla="*/ 1 h 599"/>
                  <a:gd name="T12" fmla="*/ 2 w 961"/>
                  <a:gd name="T13" fmla="*/ 2 h 599"/>
                  <a:gd name="T14" fmla="*/ 2 w 961"/>
                  <a:gd name="T15" fmla="*/ 2 h 599"/>
                  <a:gd name="T16" fmla="*/ 1 w 961"/>
                  <a:gd name="T17" fmla="*/ 3 h 599"/>
                  <a:gd name="T18" fmla="*/ 1 w 961"/>
                  <a:gd name="T19" fmla="*/ 4 h 599"/>
                  <a:gd name="T20" fmla="*/ 0 w 961"/>
                  <a:gd name="T21" fmla="*/ 5 h 599"/>
                  <a:gd name="T22" fmla="*/ 0 w 961"/>
                  <a:gd name="T23" fmla="*/ 6 h 599"/>
                  <a:gd name="T24" fmla="*/ 0 w 961"/>
                  <a:gd name="T25" fmla="*/ 7 h 599"/>
                  <a:gd name="T26" fmla="*/ 0 w 961"/>
                  <a:gd name="T27" fmla="*/ 9 h 599"/>
                  <a:gd name="T28" fmla="*/ 0 w 961"/>
                  <a:gd name="T29" fmla="*/ 10 h 599"/>
                  <a:gd name="T30" fmla="*/ 0 w 961"/>
                  <a:gd name="T31" fmla="*/ 12 h 599"/>
                  <a:gd name="T32" fmla="*/ 0 w 961"/>
                  <a:gd name="T33" fmla="*/ 14 h 599"/>
                  <a:gd name="T34" fmla="*/ 24 w 961"/>
                  <a:gd name="T35" fmla="*/ 19 h 599"/>
                  <a:gd name="T36" fmla="*/ 24 w 961"/>
                  <a:gd name="T37" fmla="*/ 19 h 599"/>
                  <a:gd name="T38" fmla="*/ 24 w 961"/>
                  <a:gd name="T39" fmla="*/ 17 h 599"/>
                  <a:gd name="T40" fmla="*/ 25 w 961"/>
                  <a:gd name="T41" fmla="*/ 15 h 599"/>
                  <a:gd name="T42" fmla="*/ 25 w 961"/>
                  <a:gd name="T43" fmla="*/ 13 h 599"/>
                  <a:gd name="T44" fmla="*/ 26 w 961"/>
                  <a:gd name="T45" fmla="*/ 11 h 599"/>
                  <a:gd name="T46" fmla="*/ 26 w 961"/>
                  <a:gd name="T47" fmla="*/ 8 h 599"/>
                  <a:gd name="T48" fmla="*/ 28 w 961"/>
                  <a:gd name="T49" fmla="*/ 6 h 599"/>
                  <a:gd name="T50" fmla="*/ 30 w 961"/>
                  <a:gd name="T51" fmla="*/ 5 h 599"/>
                  <a:gd name="T52" fmla="*/ 4 w 961"/>
                  <a:gd name="T53" fmla="*/ 0 h 5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61"/>
                  <a:gd name="T82" fmla="*/ 0 h 599"/>
                  <a:gd name="T83" fmla="*/ 961 w 961"/>
                  <a:gd name="T84" fmla="*/ 599 h 59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61" h="599">
                    <a:moveTo>
                      <a:pt x="136" y="0"/>
                    </a:moveTo>
                    <a:lnTo>
                      <a:pt x="133" y="1"/>
                    </a:lnTo>
                    <a:lnTo>
                      <a:pt x="128" y="4"/>
                    </a:lnTo>
                    <a:lnTo>
                      <a:pt x="118" y="10"/>
                    </a:lnTo>
                    <a:lnTo>
                      <a:pt x="108" y="19"/>
                    </a:lnTo>
                    <a:lnTo>
                      <a:pt x="94" y="31"/>
                    </a:lnTo>
                    <a:lnTo>
                      <a:pt x="80" y="46"/>
                    </a:lnTo>
                    <a:lnTo>
                      <a:pt x="65" y="64"/>
                    </a:lnTo>
                    <a:lnTo>
                      <a:pt x="50" y="86"/>
                    </a:lnTo>
                    <a:lnTo>
                      <a:pt x="37" y="113"/>
                    </a:lnTo>
                    <a:lnTo>
                      <a:pt x="24" y="143"/>
                    </a:lnTo>
                    <a:lnTo>
                      <a:pt x="14" y="177"/>
                    </a:lnTo>
                    <a:lnTo>
                      <a:pt x="5" y="218"/>
                    </a:lnTo>
                    <a:lnTo>
                      <a:pt x="1" y="261"/>
                    </a:lnTo>
                    <a:lnTo>
                      <a:pt x="0" y="311"/>
                    </a:lnTo>
                    <a:lnTo>
                      <a:pt x="4" y="365"/>
                    </a:lnTo>
                    <a:lnTo>
                      <a:pt x="14" y="425"/>
                    </a:lnTo>
                    <a:lnTo>
                      <a:pt x="799" y="599"/>
                    </a:lnTo>
                    <a:lnTo>
                      <a:pt x="799" y="583"/>
                    </a:lnTo>
                    <a:lnTo>
                      <a:pt x="799" y="539"/>
                    </a:lnTo>
                    <a:lnTo>
                      <a:pt x="804" y="476"/>
                    </a:lnTo>
                    <a:lnTo>
                      <a:pt x="813" y="401"/>
                    </a:lnTo>
                    <a:lnTo>
                      <a:pt x="832" y="324"/>
                    </a:lnTo>
                    <a:lnTo>
                      <a:pt x="860" y="251"/>
                    </a:lnTo>
                    <a:lnTo>
                      <a:pt x="903" y="192"/>
                    </a:lnTo>
                    <a:lnTo>
                      <a:pt x="961" y="154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6" name="Freeform 81">
                <a:extLst>
                  <a:ext uri="{FF2B5EF4-FFF2-40B4-BE49-F238E27FC236}">
                    <a16:creationId xmlns:a16="http://schemas.microsoft.com/office/drawing/2014/main" id="{75219146-D36F-A946-AC63-B8893D8FB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038"/>
                <a:ext cx="566" cy="134"/>
              </a:xfrm>
              <a:custGeom>
                <a:avLst/>
                <a:gdLst>
                  <a:gd name="T0" fmla="*/ 0 w 1131"/>
                  <a:gd name="T1" fmla="*/ 3 h 267"/>
                  <a:gd name="T2" fmla="*/ 2 w 1131"/>
                  <a:gd name="T3" fmla="*/ 0 h 267"/>
                  <a:gd name="T4" fmla="*/ 36 w 1131"/>
                  <a:gd name="T5" fmla="*/ 4 h 267"/>
                  <a:gd name="T6" fmla="*/ 36 w 1131"/>
                  <a:gd name="T7" fmla="*/ 6 h 267"/>
                  <a:gd name="T8" fmla="*/ 33 w 1131"/>
                  <a:gd name="T9" fmla="*/ 9 h 267"/>
                  <a:gd name="T10" fmla="*/ 33 w 1131"/>
                  <a:gd name="T11" fmla="*/ 7 h 267"/>
                  <a:gd name="T12" fmla="*/ 31 w 1131"/>
                  <a:gd name="T13" fmla="*/ 7 h 267"/>
                  <a:gd name="T14" fmla="*/ 31 w 1131"/>
                  <a:gd name="T15" fmla="*/ 5 h 267"/>
                  <a:gd name="T16" fmla="*/ 5 w 1131"/>
                  <a:gd name="T17" fmla="*/ 2 h 267"/>
                  <a:gd name="T18" fmla="*/ 4 w 1131"/>
                  <a:gd name="T19" fmla="*/ 4 h 267"/>
                  <a:gd name="T20" fmla="*/ 0 w 1131"/>
                  <a:gd name="T21" fmla="*/ 3 h 2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31"/>
                  <a:gd name="T34" fmla="*/ 0 h 267"/>
                  <a:gd name="T35" fmla="*/ 1131 w 1131"/>
                  <a:gd name="T36" fmla="*/ 267 h 2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31" h="267">
                    <a:moveTo>
                      <a:pt x="0" y="90"/>
                    </a:moveTo>
                    <a:lnTo>
                      <a:pt x="57" y="0"/>
                    </a:lnTo>
                    <a:lnTo>
                      <a:pt x="1122" y="116"/>
                    </a:lnTo>
                    <a:lnTo>
                      <a:pt x="1131" y="161"/>
                    </a:lnTo>
                    <a:lnTo>
                      <a:pt x="1041" y="267"/>
                    </a:lnTo>
                    <a:lnTo>
                      <a:pt x="1054" y="209"/>
                    </a:lnTo>
                    <a:lnTo>
                      <a:pt x="973" y="200"/>
                    </a:lnTo>
                    <a:lnTo>
                      <a:pt x="977" y="148"/>
                    </a:lnTo>
                    <a:lnTo>
                      <a:pt x="134" y="52"/>
                    </a:lnTo>
                    <a:lnTo>
                      <a:pt x="103" y="10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7" name="Freeform 82">
                <a:extLst>
                  <a:ext uri="{FF2B5EF4-FFF2-40B4-BE49-F238E27FC236}">
                    <a16:creationId xmlns:a16="http://schemas.microsoft.com/office/drawing/2014/main" id="{AF3B9F68-B238-014C-8CEB-74280C55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083"/>
                <a:ext cx="759" cy="126"/>
              </a:xfrm>
              <a:custGeom>
                <a:avLst/>
                <a:gdLst>
                  <a:gd name="T0" fmla="*/ 47 w 1519"/>
                  <a:gd name="T1" fmla="*/ 4 h 252"/>
                  <a:gd name="T2" fmla="*/ 32 w 1519"/>
                  <a:gd name="T3" fmla="*/ 8 h 252"/>
                  <a:gd name="T4" fmla="*/ 0 w 1519"/>
                  <a:gd name="T5" fmla="*/ 3 h 252"/>
                  <a:gd name="T6" fmla="*/ 14 w 1519"/>
                  <a:gd name="T7" fmla="*/ 0 h 252"/>
                  <a:gd name="T8" fmla="*/ 47 w 1519"/>
                  <a:gd name="T9" fmla="*/ 4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19"/>
                  <a:gd name="T16" fmla="*/ 0 h 252"/>
                  <a:gd name="T17" fmla="*/ 1519 w 1519"/>
                  <a:gd name="T18" fmla="*/ 252 h 2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19" h="252">
                    <a:moveTo>
                      <a:pt x="1519" y="119"/>
                    </a:moveTo>
                    <a:lnTo>
                      <a:pt x="1036" y="252"/>
                    </a:lnTo>
                    <a:lnTo>
                      <a:pt x="0" y="95"/>
                    </a:lnTo>
                    <a:lnTo>
                      <a:pt x="466" y="0"/>
                    </a:lnTo>
                    <a:lnTo>
                      <a:pt x="1519" y="119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8" name="Freeform 83">
                <a:extLst>
                  <a:ext uri="{FF2B5EF4-FFF2-40B4-BE49-F238E27FC236}">
                    <a16:creationId xmlns:a16="http://schemas.microsoft.com/office/drawing/2014/main" id="{280E4423-14D1-7846-AE69-D37A42E0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131"/>
                <a:ext cx="534" cy="97"/>
              </a:xfrm>
              <a:custGeom>
                <a:avLst/>
                <a:gdLst>
                  <a:gd name="T0" fmla="*/ 1 w 1068"/>
                  <a:gd name="T1" fmla="*/ 0 h 195"/>
                  <a:gd name="T2" fmla="*/ 0 w 1068"/>
                  <a:gd name="T3" fmla="*/ 1 h 195"/>
                  <a:gd name="T4" fmla="*/ 33 w 1068"/>
                  <a:gd name="T5" fmla="*/ 6 h 195"/>
                  <a:gd name="T6" fmla="*/ 34 w 1068"/>
                  <a:gd name="T7" fmla="*/ 4 h 195"/>
                  <a:gd name="T8" fmla="*/ 1 w 106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8"/>
                  <a:gd name="T16" fmla="*/ 0 h 195"/>
                  <a:gd name="T17" fmla="*/ 1068 w 1068"/>
                  <a:gd name="T18" fmla="*/ 195 h 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8" h="195">
                    <a:moveTo>
                      <a:pt x="28" y="0"/>
                    </a:moveTo>
                    <a:lnTo>
                      <a:pt x="0" y="34"/>
                    </a:lnTo>
                    <a:lnTo>
                      <a:pt x="1048" y="195"/>
                    </a:lnTo>
                    <a:lnTo>
                      <a:pt x="1068" y="15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2F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099" name="Freeform 84">
                <a:extLst>
                  <a:ext uri="{FF2B5EF4-FFF2-40B4-BE49-F238E27FC236}">
                    <a16:creationId xmlns:a16="http://schemas.microsoft.com/office/drawing/2014/main" id="{965832C3-EAA7-6442-8BC0-EEA60A7BB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147"/>
                <a:ext cx="546" cy="156"/>
              </a:xfrm>
              <a:custGeom>
                <a:avLst/>
                <a:gdLst>
                  <a:gd name="T0" fmla="*/ 2 w 1091"/>
                  <a:gd name="T1" fmla="*/ 0 h 311"/>
                  <a:gd name="T2" fmla="*/ 0 w 1091"/>
                  <a:gd name="T3" fmla="*/ 6 h 311"/>
                  <a:gd name="T4" fmla="*/ 34 w 1091"/>
                  <a:gd name="T5" fmla="*/ 10 h 311"/>
                  <a:gd name="T6" fmla="*/ 35 w 1091"/>
                  <a:gd name="T7" fmla="*/ 5 h 311"/>
                  <a:gd name="T8" fmla="*/ 2 w 1091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1"/>
                  <a:gd name="T16" fmla="*/ 0 h 311"/>
                  <a:gd name="T17" fmla="*/ 1091 w 1091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1" h="311">
                    <a:moveTo>
                      <a:pt x="41" y="0"/>
                    </a:moveTo>
                    <a:lnTo>
                      <a:pt x="0" y="161"/>
                    </a:lnTo>
                    <a:lnTo>
                      <a:pt x="1075" y="311"/>
                    </a:lnTo>
                    <a:lnTo>
                      <a:pt x="1091" y="158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0" name="Freeform 85">
                <a:extLst>
                  <a:ext uri="{FF2B5EF4-FFF2-40B4-BE49-F238E27FC236}">
                    <a16:creationId xmlns:a16="http://schemas.microsoft.com/office/drawing/2014/main" id="{91CDFD76-9A94-594B-9973-28957F19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73"/>
                <a:ext cx="233" cy="83"/>
              </a:xfrm>
              <a:custGeom>
                <a:avLst/>
                <a:gdLst>
                  <a:gd name="T0" fmla="*/ 0 w 467"/>
                  <a:gd name="T1" fmla="*/ 5 h 165"/>
                  <a:gd name="T2" fmla="*/ 1 w 467"/>
                  <a:gd name="T3" fmla="*/ 6 h 165"/>
                  <a:gd name="T4" fmla="*/ 14 w 467"/>
                  <a:gd name="T5" fmla="*/ 0 h 165"/>
                  <a:gd name="T6" fmla="*/ 0 w 467"/>
                  <a:gd name="T7" fmla="*/ 5 h 1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67"/>
                  <a:gd name="T13" fmla="*/ 0 h 165"/>
                  <a:gd name="T14" fmla="*/ 467 w 467"/>
                  <a:gd name="T15" fmla="*/ 165 h 1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67" h="165">
                    <a:moveTo>
                      <a:pt x="0" y="160"/>
                    </a:moveTo>
                    <a:lnTo>
                      <a:pt x="49" y="165"/>
                    </a:lnTo>
                    <a:lnTo>
                      <a:pt x="467" y="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1" name="Freeform 86">
                <a:extLst>
                  <a:ext uri="{FF2B5EF4-FFF2-40B4-BE49-F238E27FC236}">
                    <a16:creationId xmlns:a16="http://schemas.microsoft.com/office/drawing/2014/main" id="{C024D967-BC65-844F-9586-91E23CE8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310"/>
                <a:ext cx="103" cy="94"/>
              </a:xfrm>
              <a:custGeom>
                <a:avLst/>
                <a:gdLst>
                  <a:gd name="T0" fmla="*/ 0 w 206"/>
                  <a:gd name="T1" fmla="*/ 5 h 187"/>
                  <a:gd name="T2" fmla="*/ 1 w 206"/>
                  <a:gd name="T3" fmla="*/ 4 h 187"/>
                  <a:gd name="T4" fmla="*/ 2 w 206"/>
                  <a:gd name="T5" fmla="*/ 3 h 187"/>
                  <a:gd name="T6" fmla="*/ 2 w 206"/>
                  <a:gd name="T7" fmla="*/ 3 h 187"/>
                  <a:gd name="T8" fmla="*/ 3 w 206"/>
                  <a:gd name="T9" fmla="*/ 2 h 187"/>
                  <a:gd name="T10" fmla="*/ 3 w 206"/>
                  <a:gd name="T11" fmla="*/ 1 h 187"/>
                  <a:gd name="T12" fmla="*/ 4 w 206"/>
                  <a:gd name="T13" fmla="*/ 1 h 187"/>
                  <a:gd name="T14" fmla="*/ 4 w 206"/>
                  <a:gd name="T15" fmla="*/ 1 h 187"/>
                  <a:gd name="T16" fmla="*/ 4 w 206"/>
                  <a:gd name="T17" fmla="*/ 0 h 187"/>
                  <a:gd name="T18" fmla="*/ 6 w 206"/>
                  <a:gd name="T19" fmla="*/ 1 h 187"/>
                  <a:gd name="T20" fmla="*/ 7 w 206"/>
                  <a:gd name="T21" fmla="*/ 6 h 187"/>
                  <a:gd name="T22" fmla="*/ 0 w 206"/>
                  <a:gd name="T23" fmla="*/ 5 h 1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6"/>
                  <a:gd name="T37" fmla="*/ 0 h 187"/>
                  <a:gd name="T38" fmla="*/ 206 w 206"/>
                  <a:gd name="T39" fmla="*/ 187 h 18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6" h="187">
                    <a:moveTo>
                      <a:pt x="0" y="152"/>
                    </a:moveTo>
                    <a:lnTo>
                      <a:pt x="17" y="123"/>
                    </a:lnTo>
                    <a:lnTo>
                      <a:pt x="35" y="95"/>
                    </a:lnTo>
                    <a:lnTo>
                      <a:pt x="53" y="70"/>
                    </a:lnTo>
                    <a:lnTo>
                      <a:pt x="72" y="47"/>
                    </a:lnTo>
                    <a:lnTo>
                      <a:pt x="89" y="27"/>
                    </a:lnTo>
                    <a:lnTo>
                      <a:pt x="103" y="12"/>
                    </a:lnTo>
                    <a:lnTo>
                      <a:pt x="112" y="3"/>
                    </a:lnTo>
                    <a:lnTo>
                      <a:pt x="116" y="0"/>
                    </a:lnTo>
                    <a:lnTo>
                      <a:pt x="191" y="10"/>
                    </a:lnTo>
                    <a:lnTo>
                      <a:pt x="206" y="187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2" name="Freeform 87">
                <a:extLst>
                  <a:ext uri="{FF2B5EF4-FFF2-40B4-BE49-F238E27FC236}">
                    <a16:creationId xmlns:a16="http://schemas.microsoft.com/office/drawing/2014/main" id="{560DA36B-BCF4-B846-8BCB-C3A0860B9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66"/>
                <a:ext cx="41" cy="22"/>
              </a:xfrm>
              <a:custGeom>
                <a:avLst/>
                <a:gdLst>
                  <a:gd name="T0" fmla="*/ 2 w 81"/>
                  <a:gd name="T1" fmla="*/ 2 h 43"/>
                  <a:gd name="T2" fmla="*/ 2 w 81"/>
                  <a:gd name="T3" fmla="*/ 2 h 43"/>
                  <a:gd name="T4" fmla="*/ 2 w 81"/>
                  <a:gd name="T5" fmla="*/ 2 h 43"/>
                  <a:gd name="T6" fmla="*/ 2 w 81"/>
                  <a:gd name="T7" fmla="*/ 2 h 43"/>
                  <a:gd name="T8" fmla="*/ 3 w 81"/>
                  <a:gd name="T9" fmla="*/ 2 h 43"/>
                  <a:gd name="T10" fmla="*/ 3 w 81"/>
                  <a:gd name="T11" fmla="*/ 2 h 43"/>
                  <a:gd name="T12" fmla="*/ 3 w 81"/>
                  <a:gd name="T13" fmla="*/ 2 h 43"/>
                  <a:gd name="T14" fmla="*/ 3 w 81"/>
                  <a:gd name="T15" fmla="*/ 2 h 43"/>
                  <a:gd name="T16" fmla="*/ 3 w 81"/>
                  <a:gd name="T17" fmla="*/ 1 h 43"/>
                  <a:gd name="T18" fmla="*/ 3 w 81"/>
                  <a:gd name="T19" fmla="*/ 1 h 43"/>
                  <a:gd name="T20" fmla="*/ 3 w 81"/>
                  <a:gd name="T21" fmla="*/ 1 h 43"/>
                  <a:gd name="T22" fmla="*/ 3 w 81"/>
                  <a:gd name="T23" fmla="*/ 1 h 43"/>
                  <a:gd name="T24" fmla="*/ 3 w 81"/>
                  <a:gd name="T25" fmla="*/ 1 h 43"/>
                  <a:gd name="T26" fmla="*/ 3 w 81"/>
                  <a:gd name="T27" fmla="*/ 1 h 43"/>
                  <a:gd name="T28" fmla="*/ 2 w 81"/>
                  <a:gd name="T29" fmla="*/ 1 h 43"/>
                  <a:gd name="T30" fmla="*/ 2 w 81"/>
                  <a:gd name="T31" fmla="*/ 1 h 43"/>
                  <a:gd name="T32" fmla="*/ 2 w 81"/>
                  <a:gd name="T33" fmla="*/ 1 h 43"/>
                  <a:gd name="T34" fmla="*/ 2 w 81"/>
                  <a:gd name="T35" fmla="*/ 0 h 43"/>
                  <a:gd name="T36" fmla="*/ 1 w 81"/>
                  <a:gd name="T37" fmla="*/ 0 h 43"/>
                  <a:gd name="T38" fmla="*/ 1 w 81"/>
                  <a:gd name="T39" fmla="*/ 1 h 43"/>
                  <a:gd name="T40" fmla="*/ 1 w 81"/>
                  <a:gd name="T41" fmla="*/ 1 h 43"/>
                  <a:gd name="T42" fmla="*/ 1 w 81"/>
                  <a:gd name="T43" fmla="*/ 1 h 43"/>
                  <a:gd name="T44" fmla="*/ 1 w 81"/>
                  <a:gd name="T45" fmla="*/ 1 h 43"/>
                  <a:gd name="T46" fmla="*/ 1 w 81"/>
                  <a:gd name="T47" fmla="*/ 1 h 43"/>
                  <a:gd name="T48" fmla="*/ 0 w 81"/>
                  <a:gd name="T49" fmla="*/ 1 h 43"/>
                  <a:gd name="T50" fmla="*/ 0 w 81"/>
                  <a:gd name="T51" fmla="*/ 1 h 43"/>
                  <a:gd name="T52" fmla="*/ 1 w 81"/>
                  <a:gd name="T53" fmla="*/ 1 h 43"/>
                  <a:gd name="T54" fmla="*/ 1 w 81"/>
                  <a:gd name="T55" fmla="*/ 1 h 43"/>
                  <a:gd name="T56" fmla="*/ 1 w 81"/>
                  <a:gd name="T57" fmla="*/ 1 h 43"/>
                  <a:gd name="T58" fmla="*/ 1 w 81"/>
                  <a:gd name="T59" fmla="*/ 2 h 43"/>
                  <a:gd name="T60" fmla="*/ 1 w 81"/>
                  <a:gd name="T61" fmla="*/ 2 h 43"/>
                  <a:gd name="T62" fmla="*/ 1 w 81"/>
                  <a:gd name="T63" fmla="*/ 2 h 43"/>
                  <a:gd name="T64" fmla="*/ 2 w 81"/>
                  <a:gd name="T65" fmla="*/ 2 h 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1"/>
                  <a:gd name="T100" fmla="*/ 0 h 43"/>
                  <a:gd name="T101" fmla="*/ 81 w 81"/>
                  <a:gd name="T102" fmla="*/ 43 h 4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1" h="43">
                    <a:moveTo>
                      <a:pt x="37" y="42"/>
                    </a:moveTo>
                    <a:lnTo>
                      <a:pt x="45" y="43"/>
                    </a:lnTo>
                    <a:lnTo>
                      <a:pt x="53" y="43"/>
                    </a:lnTo>
                    <a:lnTo>
                      <a:pt x="60" y="42"/>
                    </a:lnTo>
                    <a:lnTo>
                      <a:pt x="66" y="41"/>
                    </a:lnTo>
                    <a:lnTo>
                      <a:pt x="72" y="39"/>
                    </a:lnTo>
                    <a:lnTo>
                      <a:pt x="76" y="36"/>
                    </a:lnTo>
                    <a:lnTo>
                      <a:pt x="80" y="33"/>
                    </a:lnTo>
                    <a:lnTo>
                      <a:pt x="81" y="28"/>
                    </a:lnTo>
                    <a:lnTo>
                      <a:pt x="81" y="25"/>
                    </a:lnTo>
                    <a:lnTo>
                      <a:pt x="79" y="20"/>
                    </a:lnTo>
                    <a:lnTo>
                      <a:pt x="75" y="17"/>
                    </a:lnTo>
                    <a:lnTo>
                      <a:pt x="72" y="12"/>
                    </a:lnTo>
                    <a:lnTo>
                      <a:pt x="66" y="9"/>
                    </a:lnTo>
                    <a:lnTo>
                      <a:pt x="59" y="6"/>
                    </a:lnTo>
                    <a:lnTo>
                      <a:pt x="52" y="3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4" y="3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5" y="27"/>
                    </a:lnTo>
                    <a:lnTo>
                      <a:pt x="10" y="32"/>
                    </a:lnTo>
                    <a:lnTo>
                      <a:pt x="15" y="35"/>
                    </a:lnTo>
                    <a:lnTo>
                      <a:pt x="22" y="37"/>
                    </a:lnTo>
                    <a:lnTo>
                      <a:pt x="29" y="41"/>
                    </a:lnTo>
                    <a:lnTo>
                      <a:pt x="3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3" name="Freeform 88">
                <a:extLst>
                  <a:ext uri="{FF2B5EF4-FFF2-40B4-BE49-F238E27FC236}">
                    <a16:creationId xmlns:a16="http://schemas.microsoft.com/office/drawing/2014/main" id="{1F07B642-FFC4-BE45-8173-ADA5821FA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70"/>
                <a:ext cx="27" cy="14"/>
              </a:xfrm>
              <a:custGeom>
                <a:avLst/>
                <a:gdLst>
                  <a:gd name="T0" fmla="*/ 1 w 53"/>
                  <a:gd name="T1" fmla="*/ 0 h 29"/>
                  <a:gd name="T2" fmla="*/ 2 w 53"/>
                  <a:gd name="T3" fmla="*/ 0 h 29"/>
                  <a:gd name="T4" fmla="*/ 2 w 53"/>
                  <a:gd name="T5" fmla="*/ 0 h 29"/>
                  <a:gd name="T6" fmla="*/ 2 w 53"/>
                  <a:gd name="T7" fmla="*/ 0 h 29"/>
                  <a:gd name="T8" fmla="*/ 2 w 53"/>
                  <a:gd name="T9" fmla="*/ 0 h 29"/>
                  <a:gd name="T10" fmla="*/ 2 w 53"/>
                  <a:gd name="T11" fmla="*/ 0 h 29"/>
                  <a:gd name="T12" fmla="*/ 2 w 53"/>
                  <a:gd name="T13" fmla="*/ 0 h 29"/>
                  <a:gd name="T14" fmla="*/ 2 w 53"/>
                  <a:gd name="T15" fmla="*/ 0 h 29"/>
                  <a:gd name="T16" fmla="*/ 1 w 53"/>
                  <a:gd name="T17" fmla="*/ 0 h 29"/>
                  <a:gd name="T18" fmla="*/ 1 w 53"/>
                  <a:gd name="T19" fmla="*/ 0 h 29"/>
                  <a:gd name="T20" fmla="*/ 1 w 53"/>
                  <a:gd name="T21" fmla="*/ 0 h 29"/>
                  <a:gd name="T22" fmla="*/ 1 w 53"/>
                  <a:gd name="T23" fmla="*/ 0 h 29"/>
                  <a:gd name="T24" fmla="*/ 0 w 53"/>
                  <a:gd name="T25" fmla="*/ 0 h 29"/>
                  <a:gd name="T26" fmla="*/ 1 w 53"/>
                  <a:gd name="T27" fmla="*/ 0 h 29"/>
                  <a:gd name="T28" fmla="*/ 1 w 53"/>
                  <a:gd name="T29" fmla="*/ 0 h 29"/>
                  <a:gd name="T30" fmla="*/ 1 w 53"/>
                  <a:gd name="T31" fmla="*/ 0 h 29"/>
                  <a:gd name="T32" fmla="*/ 1 w 53"/>
                  <a:gd name="T33" fmla="*/ 0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9"/>
                  <a:gd name="T53" fmla="*/ 53 w 53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9">
                    <a:moveTo>
                      <a:pt x="23" y="28"/>
                    </a:moveTo>
                    <a:lnTo>
                      <a:pt x="35" y="29"/>
                    </a:lnTo>
                    <a:lnTo>
                      <a:pt x="44" y="27"/>
                    </a:lnTo>
                    <a:lnTo>
                      <a:pt x="50" y="23"/>
                    </a:lnTo>
                    <a:lnTo>
                      <a:pt x="53" y="19"/>
                    </a:lnTo>
                    <a:lnTo>
                      <a:pt x="52" y="13"/>
                    </a:lnTo>
                    <a:lnTo>
                      <a:pt x="46" y="8"/>
                    </a:lnTo>
                    <a:lnTo>
                      <a:pt x="38" y="4"/>
                    </a:lnTo>
                    <a:lnTo>
                      <a:pt x="29" y="2"/>
                    </a:lnTo>
                    <a:lnTo>
                      <a:pt x="19" y="0"/>
                    </a:lnTo>
                    <a:lnTo>
                      <a:pt x="9" y="3"/>
                    </a:lnTo>
                    <a:lnTo>
                      <a:pt x="4" y="6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6" y="21"/>
                    </a:lnTo>
                    <a:lnTo>
                      <a:pt x="14" y="26"/>
                    </a:lnTo>
                    <a:lnTo>
                      <a:pt x="23" y="28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4" name="Freeform 89">
                <a:extLst>
                  <a:ext uri="{FF2B5EF4-FFF2-40B4-BE49-F238E27FC236}">
                    <a16:creationId xmlns:a16="http://schemas.microsoft.com/office/drawing/2014/main" id="{A97BBC40-CFDC-954E-9A3C-F6AF6093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143"/>
                <a:ext cx="257" cy="160"/>
              </a:xfrm>
              <a:custGeom>
                <a:avLst/>
                <a:gdLst>
                  <a:gd name="T0" fmla="*/ 0 w 514"/>
                  <a:gd name="T1" fmla="*/ 10 h 322"/>
                  <a:gd name="T2" fmla="*/ 1 w 514"/>
                  <a:gd name="T3" fmla="*/ 5 h 322"/>
                  <a:gd name="T4" fmla="*/ 1 w 514"/>
                  <a:gd name="T5" fmla="*/ 4 h 322"/>
                  <a:gd name="T6" fmla="*/ 16 w 514"/>
                  <a:gd name="T7" fmla="*/ 0 h 322"/>
                  <a:gd name="T8" fmla="*/ 16 w 514"/>
                  <a:gd name="T9" fmla="*/ 1 h 322"/>
                  <a:gd name="T10" fmla="*/ 1 w 514"/>
                  <a:gd name="T11" fmla="*/ 6 h 322"/>
                  <a:gd name="T12" fmla="*/ 0 w 514"/>
                  <a:gd name="T13" fmla="*/ 10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4"/>
                  <a:gd name="T22" fmla="*/ 0 h 322"/>
                  <a:gd name="T23" fmla="*/ 514 w 514"/>
                  <a:gd name="T24" fmla="*/ 322 h 3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4" h="322">
                    <a:moveTo>
                      <a:pt x="0" y="322"/>
                    </a:moveTo>
                    <a:lnTo>
                      <a:pt x="15" y="169"/>
                    </a:lnTo>
                    <a:lnTo>
                      <a:pt x="34" y="133"/>
                    </a:lnTo>
                    <a:lnTo>
                      <a:pt x="514" y="0"/>
                    </a:lnTo>
                    <a:lnTo>
                      <a:pt x="501" y="58"/>
                    </a:lnTo>
                    <a:lnTo>
                      <a:pt x="36" y="222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5" name="Freeform 90">
                <a:extLst>
                  <a:ext uri="{FF2B5EF4-FFF2-40B4-BE49-F238E27FC236}">
                    <a16:creationId xmlns:a16="http://schemas.microsoft.com/office/drawing/2014/main" id="{4E5FA716-7B26-D147-B5E0-59A8BD9FF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253"/>
                <a:ext cx="49" cy="110"/>
              </a:xfrm>
              <a:custGeom>
                <a:avLst/>
                <a:gdLst>
                  <a:gd name="T0" fmla="*/ 2 w 99"/>
                  <a:gd name="T1" fmla="*/ 1 h 220"/>
                  <a:gd name="T2" fmla="*/ 3 w 99"/>
                  <a:gd name="T3" fmla="*/ 7 h 220"/>
                  <a:gd name="T4" fmla="*/ 0 w 99"/>
                  <a:gd name="T5" fmla="*/ 7 h 220"/>
                  <a:gd name="T6" fmla="*/ 0 w 99"/>
                  <a:gd name="T7" fmla="*/ 4 h 220"/>
                  <a:gd name="T8" fmla="*/ 1 w 99"/>
                  <a:gd name="T9" fmla="*/ 0 h 220"/>
                  <a:gd name="T10" fmla="*/ 2 w 99"/>
                  <a:gd name="T11" fmla="*/ 1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9"/>
                  <a:gd name="T19" fmla="*/ 0 h 220"/>
                  <a:gd name="T20" fmla="*/ 99 w 99"/>
                  <a:gd name="T21" fmla="*/ 220 h 2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9" h="220">
                    <a:moveTo>
                      <a:pt x="74" y="7"/>
                    </a:moveTo>
                    <a:lnTo>
                      <a:pt x="99" y="220"/>
                    </a:lnTo>
                    <a:lnTo>
                      <a:pt x="15" y="209"/>
                    </a:lnTo>
                    <a:lnTo>
                      <a:pt x="0" y="100"/>
                    </a:lnTo>
                    <a:lnTo>
                      <a:pt x="35" y="0"/>
                    </a:lnTo>
                    <a:lnTo>
                      <a:pt x="74" y="7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6" name="Freeform 91">
                <a:extLst>
                  <a:ext uri="{FF2B5EF4-FFF2-40B4-BE49-F238E27FC236}">
                    <a16:creationId xmlns:a16="http://schemas.microsoft.com/office/drawing/2014/main" id="{0290B7DA-6B01-9C44-BFB2-7351C06C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371"/>
                <a:ext cx="164" cy="56"/>
              </a:xfrm>
              <a:custGeom>
                <a:avLst/>
                <a:gdLst>
                  <a:gd name="T0" fmla="*/ 11 w 328"/>
                  <a:gd name="T1" fmla="*/ 1 h 112"/>
                  <a:gd name="T2" fmla="*/ 10 w 328"/>
                  <a:gd name="T3" fmla="*/ 2 h 112"/>
                  <a:gd name="T4" fmla="*/ 9 w 328"/>
                  <a:gd name="T5" fmla="*/ 4 h 112"/>
                  <a:gd name="T6" fmla="*/ 0 w 328"/>
                  <a:gd name="T7" fmla="*/ 3 h 112"/>
                  <a:gd name="T8" fmla="*/ 1 w 328"/>
                  <a:gd name="T9" fmla="*/ 2 h 112"/>
                  <a:gd name="T10" fmla="*/ 8 w 328"/>
                  <a:gd name="T11" fmla="*/ 3 h 112"/>
                  <a:gd name="T12" fmla="*/ 8 w 328"/>
                  <a:gd name="T13" fmla="*/ 0 h 112"/>
                  <a:gd name="T14" fmla="*/ 11 w 328"/>
                  <a:gd name="T15" fmla="*/ 1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8"/>
                  <a:gd name="T25" fmla="*/ 0 h 112"/>
                  <a:gd name="T26" fmla="*/ 328 w 328"/>
                  <a:gd name="T27" fmla="*/ 112 h 1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8" h="112">
                    <a:moveTo>
                      <a:pt x="328" y="9"/>
                    </a:moveTo>
                    <a:lnTo>
                      <a:pt x="300" y="64"/>
                    </a:lnTo>
                    <a:lnTo>
                      <a:pt x="278" y="112"/>
                    </a:lnTo>
                    <a:lnTo>
                      <a:pt x="0" y="74"/>
                    </a:lnTo>
                    <a:lnTo>
                      <a:pt x="13" y="48"/>
                    </a:lnTo>
                    <a:lnTo>
                      <a:pt x="255" y="86"/>
                    </a:lnTo>
                    <a:lnTo>
                      <a:pt x="251" y="0"/>
                    </a:lnTo>
                    <a:lnTo>
                      <a:pt x="328" y="9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7" name="Freeform 92">
                <a:extLst>
                  <a:ext uri="{FF2B5EF4-FFF2-40B4-BE49-F238E27FC236}">
                    <a16:creationId xmlns:a16="http://schemas.microsoft.com/office/drawing/2014/main" id="{07665F11-F7F6-A044-AE6A-4C0C09CD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40"/>
                <a:ext cx="101" cy="41"/>
              </a:xfrm>
              <a:custGeom>
                <a:avLst/>
                <a:gdLst>
                  <a:gd name="T0" fmla="*/ 6 w 203"/>
                  <a:gd name="T1" fmla="*/ 0 h 83"/>
                  <a:gd name="T2" fmla="*/ 3 w 203"/>
                  <a:gd name="T3" fmla="*/ 2 h 83"/>
                  <a:gd name="T4" fmla="*/ 0 w 203"/>
                  <a:gd name="T5" fmla="*/ 2 h 83"/>
                  <a:gd name="T6" fmla="*/ 0 w 203"/>
                  <a:gd name="T7" fmla="*/ 0 h 83"/>
                  <a:gd name="T8" fmla="*/ 6 w 203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83"/>
                  <a:gd name="T17" fmla="*/ 203 w 203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83">
                    <a:moveTo>
                      <a:pt x="203" y="28"/>
                    </a:moveTo>
                    <a:lnTo>
                      <a:pt x="122" y="83"/>
                    </a:lnTo>
                    <a:lnTo>
                      <a:pt x="0" y="67"/>
                    </a:lnTo>
                    <a:lnTo>
                      <a:pt x="20" y="0"/>
                    </a:lnTo>
                    <a:lnTo>
                      <a:pt x="203" y="28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8" name="Freeform 93">
                <a:extLst>
                  <a:ext uri="{FF2B5EF4-FFF2-40B4-BE49-F238E27FC236}">
                    <a16:creationId xmlns:a16="http://schemas.microsoft.com/office/drawing/2014/main" id="{B015C1AA-DB4F-FF47-A230-3CE2DE733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287"/>
                <a:ext cx="46" cy="48"/>
              </a:xfrm>
              <a:custGeom>
                <a:avLst/>
                <a:gdLst>
                  <a:gd name="T0" fmla="*/ 0 w 94"/>
                  <a:gd name="T1" fmla="*/ 0 h 94"/>
                  <a:gd name="T2" fmla="*/ 1 w 94"/>
                  <a:gd name="T3" fmla="*/ 2 h 94"/>
                  <a:gd name="T4" fmla="*/ 0 w 94"/>
                  <a:gd name="T5" fmla="*/ 3 h 94"/>
                  <a:gd name="T6" fmla="*/ 1 w 94"/>
                  <a:gd name="T7" fmla="*/ 4 h 94"/>
                  <a:gd name="T8" fmla="*/ 1 w 94"/>
                  <a:gd name="T9" fmla="*/ 3 h 94"/>
                  <a:gd name="T10" fmla="*/ 1 w 94"/>
                  <a:gd name="T11" fmla="*/ 3 h 94"/>
                  <a:gd name="T12" fmla="*/ 1 w 94"/>
                  <a:gd name="T13" fmla="*/ 3 h 94"/>
                  <a:gd name="T14" fmla="*/ 1 w 94"/>
                  <a:gd name="T15" fmla="*/ 2 h 94"/>
                  <a:gd name="T16" fmla="*/ 1 w 94"/>
                  <a:gd name="T17" fmla="*/ 2 h 94"/>
                  <a:gd name="T18" fmla="*/ 2 w 94"/>
                  <a:gd name="T19" fmla="*/ 2 h 94"/>
                  <a:gd name="T20" fmla="*/ 2 w 94"/>
                  <a:gd name="T21" fmla="*/ 1 h 94"/>
                  <a:gd name="T22" fmla="*/ 2 w 94"/>
                  <a:gd name="T23" fmla="*/ 1 h 94"/>
                  <a:gd name="T24" fmla="*/ 0 w 94"/>
                  <a:gd name="T25" fmla="*/ 0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94"/>
                  <a:gd name="T41" fmla="*/ 94 w 94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94">
                    <a:moveTo>
                      <a:pt x="0" y="0"/>
                    </a:moveTo>
                    <a:lnTo>
                      <a:pt x="36" y="51"/>
                    </a:lnTo>
                    <a:lnTo>
                      <a:pt x="29" y="91"/>
                    </a:lnTo>
                    <a:lnTo>
                      <a:pt x="42" y="94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0" y="75"/>
                    </a:lnTo>
                    <a:lnTo>
                      <a:pt x="56" y="63"/>
                    </a:lnTo>
                    <a:lnTo>
                      <a:pt x="63" y="49"/>
                    </a:lnTo>
                    <a:lnTo>
                      <a:pt x="72" y="35"/>
                    </a:lnTo>
                    <a:lnTo>
                      <a:pt x="82" y="22"/>
                    </a:lnTo>
                    <a:lnTo>
                      <a:pt x="94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09" name="Freeform 94">
                <a:extLst>
                  <a:ext uri="{FF2B5EF4-FFF2-40B4-BE49-F238E27FC236}">
                    <a16:creationId xmlns:a16="http://schemas.microsoft.com/office/drawing/2014/main" id="{9355D3B7-C3F5-4641-99DA-ACE9503D0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315"/>
                <a:ext cx="66" cy="105"/>
              </a:xfrm>
              <a:custGeom>
                <a:avLst/>
                <a:gdLst>
                  <a:gd name="T0" fmla="*/ 5 w 131"/>
                  <a:gd name="T1" fmla="*/ 0 h 210"/>
                  <a:gd name="T2" fmla="*/ 4 w 131"/>
                  <a:gd name="T3" fmla="*/ 7 h 210"/>
                  <a:gd name="T4" fmla="*/ 0 w 131"/>
                  <a:gd name="T5" fmla="*/ 6 h 210"/>
                  <a:gd name="T6" fmla="*/ 5 w 131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1"/>
                  <a:gd name="T13" fmla="*/ 0 h 210"/>
                  <a:gd name="T14" fmla="*/ 131 w 131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1" h="210">
                    <a:moveTo>
                      <a:pt x="131" y="0"/>
                    </a:moveTo>
                    <a:lnTo>
                      <a:pt x="102" y="210"/>
                    </a:lnTo>
                    <a:lnTo>
                      <a:pt x="0" y="19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0" name="Freeform 95">
                <a:extLst>
                  <a:ext uri="{FF2B5EF4-FFF2-40B4-BE49-F238E27FC236}">
                    <a16:creationId xmlns:a16="http://schemas.microsoft.com/office/drawing/2014/main" id="{4A00BBDE-BE03-2243-9D80-F1F3C85A1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57"/>
                <a:ext cx="59" cy="106"/>
              </a:xfrm>
              <a:custGeom>
                <a:avLst/>
                <a:gdLst>
                  <a:gd name="T0" fmla="*/ 0 w 119"/>
                  <a:gd name="T1" fmla="*/ 0 h 213"/>
                  <a:gd name="T2" fmla="*/ 3 w 119"/>
                  <a:gd name="T3" fmla="*/ 5 h 213"/>
                  <a:gd name="T4" fmla="*/ 0 w 119"/>
                  <a:gd name="T5" fmla="*/ 6 h 213"/>
                  <a:gd name="T6" fmla="*/ 0 w 119"/>
                  <a:gd name="T7" fmla="*/ 0 h 2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213"/>
                  <a:gd name="T14" fmla="*/ 119 w 119"/>
                  <a:gd name="T15" fmla="*/ 213 h 2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213">
                    <a:moveTo>
                      <a:pt x="0" y="0"/>
                    </a:moveTo>
                    <a:lnTo>
                      <a:pt x="119" y="183"/>
                    </a:lnTo>
                    <a:lnTo>
                      <a:pt x="25" y="2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1" name="Freeform 96">
                <a:extLst>
                  <a:ext uri="{FF2B5EF4-FFF2-40B4-BE49-F238E27FC236}">
                    <a16:creationId xmlns:a16="http://schemas.microsoft.com/office/drawing/2014/main" id="{7131FD2B-C498-344E-92FE-98C7A2688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358"/>
                <a:ext cx="93" cy="68"/>
              </a:xfrm>
              <a:custGeom>
                <a:avLst/>
                <a:gdLst>
                  <a:gd name="T0" fmla="*/ 5 w 185"/>
                  <a:gd name="T1" fmla="*/ 0 h 136"/>
                  <a:gd name="T2" fmla="*/ 6 w 185"/>
                  <a:gd name="T3" fmla="*/ 2 h 136"/>
                  <a:gd name="T4" fmla="*/ 0 w 185"/>
                  <a:gd name="T5" fmla="*/ 5 h 136"/>
                  <a:gd name="T6" fmla="*/ 6 w 185"/>
                  <a:gd name="T7" fmla="*/ 2 h 136"/>
                  <a:gd name="T8" fmla="*/ 1 w 185"/>
                  <a:gd name="T9" fmla="*/ 3 h 136"/>
                  <a:gd name="T10" fmla="*/ 2 w 185"/>
                  <a:gd name="T11" fmla="*/ 1 h 136"/>
                  <a:gd name="T12" fmla="*/ 5 w 185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5"/>
                  <a:gd name="T22" fmla="*/ 0 h 136"/>
                  <a:gd name="T23" fmla="*/ 185 w 185"/>
                  <a:gd name="T24" fmla="*/ 136 h 1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5" h="136">
                    <a:moveTo>
                      <a:pt x="149" y="0"/>
                    </a:moveTo>
                    <a:lnTo>
                      <a:pt x="185" y="52"/>
                    </a:lnTo>
                    <a:lnTo>
                      <a:pt x="0" y="136"/>
                    </a:lnTo>
                    <a:lnTo>
                      <a:pt x="167" y="42"/>
                    </a:lnTo>
                    <a:lnTo>
                      <a:pt x="15" y="88"/>
                    </a:lnTo>
                    <a:lnTo>
                      <a:pt x="41" y="35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2" name="Freeform 97">
                <a:extLst>
                  <a:ext uri="{FF2B5EF4-FFF2-40B4-BE49-F238E27FC236}">
                    <a16:creationId xmlns:a16="http://schemas.microsoft.com/office/drawing/2014/main" id="{0949633C-FDE1-7148-8A46-DBCDD2D8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255"/>
                <a:ext cx="404" cy="123"/>
              </a:xfrm>
              <a:custGeom>
                <a:avLst/>
                <a:gdLst>
                  <a:gd name="T0" fmla="*/ 25 w 809"/>
                  <a:gd name="T1" fmla="*/ 3 h 247"/>
                  <a:gd name="T2" fmla="*/ 2 w 809"/>
                  <a:gd name="T3" fmla="*/ 0 h 247"/>
                  <a:gd name="T4" fmla="*/ 2 w 809"/>
                  <a:gd name="T5" fmla="*/ 0 h 247"/>
                  <a:gd name="T6" fmla="*/ 1 w 809"/>
                  <a:gd name="T7" fmla="*/ 0 h 247"/>
                  <a:gd name="T8" fmla="*/ 1 w 809"/>
                  <a:gd name="T9" fmla="*/ 0 h 247"/>
                  <a:gd name="T10" fmla="*/ 1 w 809"/>
                  <a:gd name="T11" fmla="*/ 0 h 247"/>
                  <a:gd name="T12" fmla="*/ 0 w 809"/>
                  <a:gd name="T13" fmla="*/ 1 h 247"/>
                  <a:gd name="T14" fmla="*/ 0 w 809"/>
                  <a:gd name="T15" fmla="*/ 1 h 247"/>
                  <a:gd name="T16" fmla="*/ 0 w 809"/>
                  <a:gd name="T17" fmla="*/ 1 h 247"/>
                  <a:gd name="T18" fmla="*/ 0 w 809"/>
                  <a:gd name="T19" fmla="*/ 1 h 247"/>
                  <a:gd name="T20" fmla="*/ 0 w 809"/>
                  <a:gd name="T21" fmla="*/ 1 h 247"/>
                  <a:gd name="T22" fmla="*/ 1 w 809"/>
                  <a:gd name="T23" fmla="*/ 1 h 247"/>
                  <a:gd name="T24" fmla="*/ 2 w 809"/>
                  <a:gd name="T25" fmla="*/ 2 h 247"/>
                  <a:gd name="T26" fmla="*/ 3 w 809"/>
                  <a:gd name="T27" fmla="*/ 2 h 247"/>
                  <a:gd name="T28" fmla="*/ 5 w 809"/>
                  <a:gd name="T29" fmla="*/ 2 h 247"/>
                  <a:gd name="T30" fmla="*/ 6 w 809"/>
                  <a:gd name="T31" fmla="*/ 3 h 247"/>
                  <a:gd name="T32" fmla="*/ 8 w 809"/>
                  <a:gd name="T33" fmla="*/ 3 h 247"/>
                  <a:gd name="T34" fmla="*/ 10 w 809"/>
                  <a:gd name="T35" fmla="*/ 4 h 247"/>
                  <a:gd name="T36" fmla="*/ 12 w 809"/>
                  <a:gd name="T37" fmla="*/ 4 h 247"/>
                  <a:gd name="T38" fmla="*/ 13 w 809"/>
                  <a:gd name="T39" fmla="*/ 5 h 247"/>
                  <a:gd name="T40" fmla="*/ 15 w 809"/>
                  <a:gd name="T41" fmla="*/ 5 h 247"/>
                  <a:gd name="T42" fmla="*/ 17 w 809"/>
                  <a:gd name="T43" fmla="*/ 5 h 247"/>
                  <a:gd name="T44" fmla="*/ 18 w 809"/>
                  <a:gd name="T45" fmla="*/ 6 h 247"/>
                  <a:gd name="T46" fmla="*/ 19 w 809"/>
                  <a:gd name="T47" fmla="*/ 6 h 247"/>
                  <a:gd name="T48" fmla="*/ 20 w 809"/>
                  <a:gd name="T49" fmla="*/ 7 h 247"/>
                  <a:gd name="T50" fmla="*/ 21 w 809"/>
                  <a:gd name="T51" fmla="*/ 7 h 247"/>
                  <a:gd name="T52" fmla="*/ 22 w 809"/>
                  <a:gd name="T53" fmla="*/ 6 h 247"/>
                  <a:gd name="T54" fmla="*/ 22 w 809"/>
                  <a:gd name="T55" fmla="*/ 5 h 247"/>
                  <a:gd name="T56" fmla="*/ 23 w 809"/>
                  <a:gd name="T57" fmla="*/ 5 h 247"/>
                  <a:gd name="T58" fmla="*/ 24 w 809"/>
                  <a:gd name="T59" fmla="*/ 4 h 247"/>
                  <a:gd name="T60" fmla="*/ 24 w 809"/>
                  <a:gd name="T61" fmla="*/ 3 h 247"/>
                  <a:gd name="T62" fmla="*/ 24 w 809"/>
                  <a:gd name="T63" fmla="*/ 3 h 247"/>
                  <a:gd name="T64" fmla="*/ 25 w 809"/>
                  <a:gd name="T65" fmla="*/ 3 h 247"/>
                  <a:gd name="T66" fmla="*/ 25 w 809"/>
                  <a:gd name="T67" fmla="*/ 3 h 2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9"/>
                  <a:gd name="T103" fmla="*/ 0 h 247"/>
                  <a:gd name="T104" fmla="*/ 809 w 809"/>
                  <a:gd name="T105" fmla="*/ 247 h 2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9" h="247">
                    <a:moveTo>
                      <a:pt x="809" y="107"/>
                    </a:moveTo>
                    <a:lnTo>
                      <a:pt x="77" y="0"/>
                    </a:lnTo>
                    <a:lnTo>
                      <a:pt x="66" y="6"/>
                    </a:lnTo>
                    <a:lnTo>
                      <a:pt x="56" y="13"/>
                    </a:lnTo>
                    <a:lnTo>
                      <a:pt x="45" y="19"/>
                    </a:lnTo>
                    <a:lnTo>
                      <a:pt x="36" y="25"/>
                    </a:lnTo>
                    <a:lnTo>
                      <a:pt x="27" y="32"/>
                    </a:lnTo>
                    <a:lnTo>
                      <a:pt x="18" y="39"/>
                    </a:lnTo>
                    <a:lnTo>
                      <a:pt x="8" y="46"/>
                    </a:lnTo>
                    <a:lnTo>
                      <a:pt x="0" y="53"/>
                    </a:lnTo>
                    <a:lnTo>
                      <a:pt x="16" y="57"/>
                    </a:lnTo>
                    <a:lnTo>
                      <a:pt x="42" y="62"/>
                    </a:lnTo>
                    <a:lnTo>
                      <a:pt x="76" y="69"/>
                    </a:lnTo>
                    <a:lnTo>
                      <a:pt x="118" y="80"/>
                    </a:lnTo>
                    <a:lnTo>
                      <a:pt x="165" y="90"/>
                    </a:lnTo>
                    <a:lnTo>
                      <a:pt x="217" y="103"/>
                    </a:lnTo>
                    <a:lnTo>
                      <a:pt x="272" y="115"/>
                    </a:lnTo>
                    <a:lnTo>
                      <a:pt x="329" y="130"/>
                    </a:lnTo>
                    <a:lnTo>
                      <a:pt x="386" y="145"/>
                    </a:lnTo>
                    <a:lnTo>
                      <a:pt x="443" y="160"/>
                    </a:lnTo>
                    <a:lnTo>
                      <a:pt x="497" y="175"/>
                    </a:lnTo>
                    <a:lnTo>
                      <a:pt x="548" y="191"/>
                    </a:lnTo>
                    <a:lnTo>
                      <a:pt x="593" y="206"/>
                    </a:lnTo>
                    <a:lnTo>
                      <a:pt x="633" y="220"/>
                    </a:lnTo>
                    <a:lnTo>
                      <a:pt x="664" y="234"/>
                    </a:lnTo>
                    <a:lnTo>
                      <a:pt x="687" y="247"/>
                    </a:lnTo>
                    <a:lnTo>
                      <a:pt x="708" y="214"/>
                    </a:lnTo>
                    <a:lnTo>
                      <a:pt x="730" y="186"/>
                    </a:lnTo>
                    <a:lnTo>
                      <a:pt x="750" y="161"/>
                    </a:lnTo>
                    <a:lnTo>
                      <a:pt x="769" y="142"/>
                    </a:lnTo>
                    <a:lnTo>
                      <a:pt x="785" y="127"/>
                    </a:lnTo>
                    <a:lnTo>
                      <a:pt x="798" y="116"/>
                    </a:lnTo>
                    <a:lnTo>
                      <a:pt x="806" y="110"/>
                    </a:lnTo>
                    <a:lnTo>
                      <a:pt x="809" y="107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3" name="Freeform 98">
                <a:extLst>
                  <a:ext uri="{FF2B5EF4-FFF2-40B4-BE49-F238E27FC236}">
                    <a16:creationId xmlns:a16="http://schemas.microsoft.com/office/drawing/2014/main" id="{1EF483B2-C10C-4B40-9713-F01FE179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82"/>
                <a:ext cx="405" cy="181"/>
              </a:xfrm>
              <a:custGeom>
                <a:avLst/>
                <a:gdLst>
                  <a:gd name="T0" fmla="*/ 0 w 810"/>
                  <a:gd name="T1" fmla="*/ 7 h 363"/>
                  <a:gd name="T2" fmla="*/ 1 w 810"/>
                  <a:gd name="T3" fmla="*/ 7 h 363"/>
                  <a:gd name="T4" fmla="*/ 2 w 810"/>
                  <a:gd name="T5" fmla="*/ 7 h 363"/>
                  <a:gd name="T6" fmla="*/ 3 w 810"/>
                  <a:gd name="T7" fmla="*/ 7 h 363"/>
                  <a:gd name="T8" fmla="*/ 5 w 810"/>
                  <a:gd name="T9" fmla="*/ 8 h 363"/>
                  <a:gd name="T10" fmla="*/ 6 w 810"/>
                  <a:gd name="T11" fmla="*/ 8 h 363"/>
                  <a:gd name="T12" fmla="*/ 8 w 810"/>
                  <a:gd name="T13" fmla="*/ 9 h 363"/>
                  <a:gd name="T14" fmla="*/ 10 w 810"/>
                  <a:gd name="T15" fmla="*/ 9 h 363"/>
                  <a:gd name="T16" fmla="*/ 12 w 810"/>
                  <a:gd name="T17" fmla="*/ 9 h 363"/>
                  <a:gd name="T18" fmla="*/ 13 w 810"/>
                  <a:gd name="T19" fmla="*/ 10 h 363"/>
                  <a:gd name="T20" fmla="*/ 15 w 810"/>
                  <a:gd name="T21" fmla="*/ 10 h 363"/>
                  <a:gd name="T22" fmla="*/ 17 w 810"/>
                  <a:gd name="T23" fmla="*/ 10 h 363"/>
                  <a:gd name="T24" fmla="*/ 19 w 810"/>
                  <a:gd name="T25" fmla="*/ 11 h 363"/>
                  <a:gd name="T26" fmla="*/ 20 w 810"/>
                  <a:gd name="T27" fmla="*/ 11 h 363"/>
                  <a:gd name="T28" fmla="*/ 22 w 810"/>
                  <a:gd name="T29" fmla="*/ 11 h 363"/>
                  <a:gd name="T30" fmla="*/ 23 w 810"/>
                  <a:gd name="T31" fmla="*/ 11 h 363"/>
                  <a:gd name="T32" fmla="*/ 24 w 810"/>
                  <a:gd name="T33" fmla="*/ 11 h 363"/>
                  <a:gd name="T34" fmla="*/ 24 w 810"/>
                  <a:gd name="T35" fmla="*/ 10 h 363"/>
                  <a:gd name="T36" fmla="*/ 24 w 810"/>
                  <a:gd name="T37" fmla="*/ 9 h 363"/>
                  <a:gd name="T38" fmla="*/ 24 w 810"/>
                  <a:gd name="T39" fmla="*/ 9 h 363"/>
                  <a:gd name="T40" fmla="*/ 25 w 810"/>
                  <a:gd name="T41" fmla="*/ 8 h 363"/>
                  <a:gd name="T42" fmla="*/ 25 w 810"/>
                  <a:gd name="T43" fmla="*/ 7 h 363"/>
                  <a:gd name="T44" fmla="*/ 25 w 810"/>
                  <a:gd name="T45" fmla="*/ 7 h 363"/>
                  <a:gd name="T46" fmla="*/ 25 w 810"/>
                  <a:gd name="T47" fmla="*/ 6 h 363"/>
                  <a:gd name="T48" fmla="*/ 26 w 810"/>
                  <a:gd name="T49" fmla="*/ 6 h 363"/>
                  <a:gd name="T50" fmla="*/ 25 w 810"/>
                  <a:gd name="T51" fmla="*/ 5 h 363"/>
                  <a:gd name="T52" fmla="*/ 24 w 810"/>
                  <a:gd name="T53" fmla="*/ 5 h 363"/>
                  <a:gd name="T54" fmla="*/ 23 w 810"/>
                  <a:gd name="T55" fmla="*/ 4 h 363"/>
                  <a:gd name="T56" fmla="*/ 21 w 810"/>
                  <a:gd name="T57" fmla="*/ 4 h 363"/>
                  <a:gd name="T58" fmla="*/ 20 w 810"/>
                  <a:gd name="T59" fmla="*/ 3 h 363"/>
                  <a:gd name="T60" fmla="*/ 18 w 810"/>
                  <a:gd name="T61" fmla="*/ 3 h 363"/>
                  <a:gd name="T62" fmla="*/ 16 w 810"/>
                  <a:gd name="T63" fmla="*/ 2 h 363"/>
                  <a:gd name="T64" fmla="*/ 14 w 810"/>
                  <a:gd name="T65" fmla="*/ 2 h 363"/>
                  <a:gd name="T66" fmla="*/ 13 w 810"/>
                  <a:gd name="T67" fmla="*/ 1 h 363"/>
                  <a:gd name="T68" fmla="*/ 11 w 810"/>
                  <a:gd name="T69" fmla="*/ 1 h 363"/>
                  <a:gd name="T70" fmla="*/ 9 w 810"/>
                  <a:gd name="T71" fmla="*/ 1 h 363"/>
                  <a:gd name="T72" fmla="*/ 8 w 810"/>
                  <a:gd name="T73" fmla="*/ 0 h 363"/>
                  <a:gd name="T74" fmla="*/ 7 w 810"/>
                  <a:gd name="T75" fmla="*/ 0 h 363"/>
                  <a:gd name="T76" fmla="*/ 6 w 810"/>
                  <a:gd name="T77" fmla="*/ 0 h 363"/>
                  <a:gd name="T78" fmla="*/ 5 w 810"/>
                  <a:gd name="T79" fmla="*/ 0 h 363"/>
                  <a:gd name="T80" fmla="*/ 4 w 810"/>
                  <a:gd name="T81" fmla="*/ 0 h 363"/>
                  <a:gd name="T82" fmla="*/ 3 w 810"/>
                  <a:gd name="T83" fmla="*/ 0 h 363"/>
                  <a:gd name="T84" fmla="*/ 3 w 810"/>
                  <a:gd name="T85" fmla="*/ 1 h 363"/>
                  <a:gd name="T86" fmla="*/ 2 w 810"/>
                  <a:gd name="T87" fmla="*/ 2 h 363"/>
                  <a:gd name="T88" fmla="*/ 2 w 810"/>
                  <a:gd name="T89" fmla="*/ 3 h 363"/>
                  <a:gd name="T90" fmla="*/ 1 w 810"/>
                  <a:gd name="T91" fmla="*/ 4 h 363"/>
                  <a:gd name="T92" fmla="*/ 1 w 810"/>
                  <a:gd name="T93" fmla="*/ 5 h 363"/>
                  <a:gd name="T94" fmla="*/ 1 w 810"/>
                  <a:gd name="T95" fmla="*/ 6 h 363"/>
                  <a:gd name="T96" fmla="*/ 0 w 810"/>
                  <a:gd name="T97" fmla="*/ 7 h 3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10"/>
                  <a:gd name="T148" fmla="*/ 0 h 363"/>
                  <a:gd name="T149" fmla="*/ 810 w 810"/>
                  <a:gd name="T150" fmla="*/ 363 h 36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10" h="363">
                    <a:moveTo>
                      <a:pt x="0" y="229"/>
                    </a:moveTo>
                    <a:lnTo>
                      <a:pt x="21" y="235"/>
                    </a:lnTo>
                    <a:lnTo>
                      <a:pt x="51" y="243"/>
                    </a:lnTo>
                    <a:lnTo>
                      <a:pt x="89" y="254"/>
                    </a:lnTo>
                    <a:lnTo>
                      <a:pt x="134" y="265"/>
                    </a:lnTo>
                    <a:lnTo>
                      <a:pt x="183" y="278"/>
                    </a:lnTo>
                    <a:lnTo>
                      <a:pt x="237" y="290"/>
                    </a:lnTo>
                    <a:lnTo>
                      <a:pt x="294" y="304"/>
                    </a:lnTo>
                    <a:lnTo>
                      <a:pt x="354" y="317"/>
                    </a:lnTo>
                    <a:lnTo>
                      <a:pt x="412" y="330"/>
                    </a:lnTo>
                    <a:lnTo>
                      <a:pt x="472" y="340"/>
                    </a:lnTo>
                    <a:lnTo>
                      <a:pt x="529" y="349"/>
                    </a:lnTo>
                    <a:lnTo>
                      <a:pt x="583" y="357"/>
                    </a:lnTo>
                    <a:lnTo>
                      <a:pt x="633" y="362"/>
                    </a:lnTo>
                    <a:lnTo>
                      <a:pt x="678" y="363"/>
                    </a:lnTo>
                    <a:lnTo>
                      <a:pt x="716" y="362"/>
                    </a:lnTo>
                    <a:lnTo>
                      <a:pt x="746" y="356"/>
                    </a:lnTo>
                    <a:lnTo>
                      <a:pt x="751" y="332"/>
                    </a:lnTo>
                    <a:lnTo>
                      <a:pt x="758" y="310"/>
                    </a:lnTo>
                    <a:lnTo>
                      <a:pt x="765" y="288"/>
                    </a:lnTo>
                    <a:lnTo>
                      <a:pt x="773" y="267"/>
                    </a:lnTo>
                    <a:lnTo>
                      <a:pt x="781" y="248"/>
                    </a:lnTo>
                    <a:lnTo>
                      <a:pt x="790" y="228"/>
                    </a:lnTo>
                    <a:lnTo>
                      <a:pt x="800" y="211"/>
                    </a:lnTo>
                    <a:lnTo>
                      <a:pt x="810" y="194"/>
                    </a:lnTo>
                    <a:lnTo>
                      <a:pt x="787" y="181"/>
                    </a:lnTo>
                    <a:lnTo>
                      <a:pt x="756" y="167"/>
                    </a:lnTo>
                    <a:lnTo>
                      <a:pt x="716" y="153"/>
                    </a:lnTo>
                    <a:lnTo>
                      <a:pt x="671" y="138"/>
                    </a:lnTo>
                    <a:lnTo>
                      <a:pt x="620" y="122"/>
                    </a:lnTo>
                    <a:lnTo>
                      <a:pt x="566" y="107"/>
                    </a:lnTo>
                    <a:lnTo>
                      <a:pt x="509" y="92"/>
                    </a:lnTo>
                    <a:lnTo>
                      <a:pt x="452" y="77"/>
                    </a:lnTo>
                    <a:lnTo>
                      <a:pt x="395" y="62"/>
                    </a:lnTo>
                    <a:lnTo>
                      <a:pt x="340" y="50"/>
                    </a:lnTo>
                    <a:lnTo>
                      <a:pt x="288" y="37"/>
                    </a:lnTo>
                    <a:lnTo>
                      <a:pt x="241" y="27"/>
                    </a:lnTo>
                    <a:lnTo>
                      <a:pt x="199" y="16"/>
                    </a:lnTo>
                    <a:lnTo>
                      <a:pt x="165" y="9"/>
                    </a:lnTo>
                    <a:lnTo>
                      <a:pt x="139" y="4"/>
                    </a:lnTo>
                    <a:lnTo>
                      <a:pt x="123" y="0"/>
                    </a:lnTo>
                    <a:lnTo>
                      <a:pt x="96" y="27"/>
                    </a:lnTo>
                    <a:lnTo>
                      <a:pt x="71" y="54"/>
                    </a:lnTo>
                    <a:lnTo>
                      <a:pt x="52" y="83"/>
                    </a:lnTo>
                    <a:lnTo>
                      <a:pt x="36" y="113"/>
                    </a:lnTo>
                    <a:lnTo>
                      <a:pt x="22" y="142"/>
                    </a:lnTo>
                    <a:lnTo>
                      <a:pt x="13" y="172"/>
                    </a:lnTo>
                    <a:lnTo>
                      <a:pt x="5" y="201"/>
                    </a:ln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4" name="Freeform 99">
                <a:extLst>
                  <a:ext uri="{FF2B5EF4-FFF2-40B4-BE49-F238E27FC236}">
                    <a16:creationId xmlns:a16="http://schemas.microsoft.com/office/drawing/2014/main" id="{0E5D1707-EEAB-E147-A92F-8F05B381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96"/>
                <a:ext cx="375" cy="168"/>
              </a:xfrm>
              <a:custGeom>
                <a:avLst/>
                <a:gdLst>
                  <a:gd name="T0" fmla="*/ 0 w 751"/>
                  <a:gd name="T1" fmla="*/ 0 h 337"/>
                  <a:gd name="T2" fmla="*/ 0 w 751"/>
                  <a:gd name="T3" fmla="*/ 2 h 337"/>
                  <a:gd name="T4" fmla="*/ 0 w 751"/>
                  <a:gd name="T5" fmla="*/ 4 h 337"/>
                  <a:gd name="T6" fmla="*/ 0 w 751"/>
                  <a:gd name="T7" fmla="*/ 5 h 337"/>
                  <a:gd name="T8" fmla="*/ 0 w 751"/>
                  <a:gd name="T9" fmla="*/ 5 h 337"/>
                  <a:gd name="T10" fmla="*/ 23 w 751"/>
                  <a:gd name="T11" fmla="*/ 10 h 337"/>
                  <a:gd name="T12" fmla="*/ 23 w 751"/>
                  <a:gd name="T13" fmla="*/ 8 h 337"/>
                  <a:gd name="T14" fmla="*/ 23 w 751"/>
                  <a:gd name="T15" fmla="*/ 7 h 337"/>
                  <a:gd name="T16" fmla="*/ 23 w 751"/>
                  <a:gd name="T17" fmla="*/ 5 h 337"/>
                  <a:gd name="T18" fmla="*/ 23 w 751"/>
                  <a:gd name="T19" fmla="*/ 3 h 337"/>
                  <a:gd name="T20" fmla="*/ 22 w 751"/>
                  <a:gd name="T21" fmla="*/ 4 h 337"/>
                  <a:gd name="T22" fmla="*/ 21 w 751"/>
                  <a:gd name="T23" fmla="*/ 4 h 337"/>
                  <a:gd name="T24" fmla="*/ 19 w 751"/>
                  <a:gd name="T25" fmla="*/ 4 h 337"/>
                  <a:gd name="T26" fmla="*/ 18 w 751"/>
                  <a:gd name="T27" fmla="*/ 4 h 337"/>
                  <a:gd name="T28" fmla="*/ 16 w 751"/>
                  <a:gd name="T29" fmla="*/ 3 h 337"/>
                  <a:gd name="T30" fmla="*/ 14 w 751"/>
                  <a:gd name="T31" fmla="*/ 3 h 337"/>
                  <a:gd name="T32" fmla="*/ 13 w 751"/>
                  <a:gd name="T33" fmla="*/ 3 h 337"/>
                  <a:gd name="T34" fmla="*/ 11 w 751"/>
                  <a:gd name="T35" fmla="*/ 2 h 337"/>
                  <a:gd name="T36" fmla="*/ 9 w 751"/>
                  <a:gd name="T37" fmla="*/ 2 h 337"/>
                  <a:gd name="T38" fmla="*/ 7 w 751"/>
                  <a:gd name="T39" fmla="*/ 1 h 337"/>
                  <a:gd name="T40" fmla="*/ 5 w 751"/>
                  <a:gd name="T41" fmla="*/ 1 h 337"/>
                  <a:gd name="T42" fmla="*/ 4 w 751"/>
                  <a:gd name="T43" fmla="*/ 1 h 337"/>
                  <a:gd name="T44" fmla="*/ 2 w 751"/>
                  <a:gd name="T45" fmla="*/ 0 h 337"/>
                  <a:gd name="T46" fmla="*/ 1 w 751"/>
                  <a:gd name="T47" fmla="*/ 0 h 337"/>
                  <a:gd name="T48" fmla="*/ 0 w 751"/>
                  <a:gd name="T49" fmla="*/ 0 h 337"/>
                  <a:gd name="T50" fmla="*/ 0 w 751"/>
                  <a:gd name="T51" fmla="*/ 0 h 33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51"/>
                  <a:gd name="T79" fmla="*/ 0 h 337"/>
                  <a:gd name="T80" fmla="*/ 751 w 751"/>
                  <a:gd name="T81" fmla="*/ 337 h 33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51" h="337">
                    <a:moveTo>
                      <a:pt x="5" y="0"/>
                    </a:moveTo>
                    <a:lnTo>
                      <a:pt x="0" y="71"/>
                    </a:lnTo>
                    <a:lnTo>
                      <a:pt x="5" y="129"/>
                    </a:lnTo>
                    <a:lnTo>
                      <a:pt x="12" y="169"/>
                    </a:lnTo>
                    <a:lnTo>
                      <a:pt x="15" y="182"/>
                    </a:lnTo>
                    <a:lnTo>
                      <a:pt x="747" y="337"/>
                    </a:lnTo>
                    <a:lnTo>
                      <a:pt x="740" y="279"/>
                    </a:lnTo>
                    <a:lnTo>
                      <a:pt x="739" y="225"/>
                    </a:lnTo>
                    <a:lnTo>
                      <a:pt x="742" y="174"/>
                    </a:lnTo>
                    <a:lnTo>
                      <a:pt x="751" y="127"/>
                    </a:lnTo>
                    <a:lnTo>
                      <a:pt x="721" y="133"/>
                    </a:lnTo>
                    <a:lnTo>
                      <a:pt x="683" y="134"/>
                    </a:lnTo>
                    <a:lnTo>
                      <a:pt x="638" y="133"/>
                    </a:lnTo>
                    <a:lnTo>
                      <a:pt x="588" y="128"/>
                    </a:lnTo>
                    <a:lnTo>
                      <a:pt x="534" y="120"/>
                    </a:lnTo>
                    <a:lnTo>
                      <a:pt x="477" y="111"/>
                    </a:lnTo>
                    <a:lnTo>
                      <a:pt x="417" y="101"/>
                    </a:lnTo>
                    <a:lnTo>
                      <a:pt x="359" y="88"/>
                    </a:lnTo>
                    <a:lnTo>
                      <a:pt x="299" y="75"/>
                    </a:lnTo>
                    <a:lnTo>
                      <a:pt x="242" y="61"/>
                    </a:lnTo>
                    <a:lnTo>
                      <a:pt x="188" y="49"/>
                    </a:lnTo>
                    <a:lnTo>
                      <a:pt x="139" y="36"/>
                    </a:lnTo>
                    <a:lnTo>
                      <a:pt x="94" y="25"/>
                    </a:lnTo>
                    <a:lnTo>
                      <a:pt x="56" y="14"/>
                    </a:lnTo>
                    <a:lnTo>
                      <a:pt x="26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5" name="Freeform 100">
                <a:extLst>
                  <a:ext uri="{FF2B5EF4-FFF2-40B4-BE49-F238E27FC236}">
                    <a16:creationId xmlns:a16="http://schemas.microsoft.com/office/drawing/2014/main" id="{D940AE6C-D4B5-F242-9772-28EEFA92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89"/>
                <a:ext cx="92" cy="22"/>
              </a:xfrm>
              <a:custGeom>
                <a:avLst/>
                <a:gdLst>
                  <a:gd name="T0" fmla="*/ 6 w 183"/>
                  <a:gd name="T1" fmla="*/ 0 h 45"/>
                  <a:gd name="T2" fmla="*/ 1 w 183"/>
                  <a:gd name="T3" fmla="*/ 0 h 45"/>
                  <a:gd name="T4" fmla="*/ 0 w 183"/>
                  <a:gd name="T5" fmla="*/ 1 h 45"/>
                  <a:gd name="T6" fmla="*/ 6 w 183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"/>
                  <a:gd name="T13" fmla="*/ 0 h 45"/>
                  <a:gd name="T14" fmla="*/ 183 w 183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" h="45">
                    <a:moveTo>
                      <a:pt x="183" y="0"/>
                    </a:moveTo>
                    <a:lnTo>
                      <a:pt x="5" y="7"/>
                    </a:lnTo>
                    <a:lnTo>
                      <a:pt x="0" y="4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6" name="Freeform 101">
                <a:extLst>
                  <a:ext uri="{FF2B5EF4-FFF2-40B4-BE49-F238E27FC236}">
                    <a16:creationId xmlns:a16="http://schemas.microsoft.com/office/drawing/2014/main" id="{90F39FB1-6D8D-0349-8F44-34AC6EBB0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91"/>
                <a:ext cx="6" cy="20"/>
              </a:xfrm>
              <a:custGeom>
                <a:avLst/>
                <a:gdLst>
                  <a:gd name="T0" fmla="*/ 1 w 12"/>
                  <a:gd name="T1" fmla="*/ 1 h 40"/>
                  <a:gd name="T2" fmla="*/ 1 w 12"/>
                  <a:gd name="T3" fmla="*/ 0 h 40"/>
                  <a:gd name="T4" fmla="*/ 0 w 12"/>
                  <a:gd name="T5" fmla="*/ 2 h 40"/>
                  <a:gd name="T6" fmla="*/ 1 w 12"/>
                  <a:gd name="T7" fmla="*/ 2 h 40"/>
                  <a:gd name="T8" fmla="*/ 1 w 12"/>
                  <a:gd name="T9" fmla="*/ 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0"/>
                  <a:gd name="T17" fmla="*/ 12 w 1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0">
                    <a:moveTo>
                      <a:pt x="12" y="2"/>
                    </a:moveTo>
                    <a:lnTo>
                      <a:pt x="5" y="0"/>
                    </a:lnTo>
                    <a:lnTo>
                      <a:pt x="0" y="38"/>
                    </a:lnTo>
                    <a:lnTo>
                      <a:pt x="7" y="40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7" name="Freeform 102">
                <a:extLst>
                  <a:ext uri="{FF2B5EF4-FFF2-40B4-BE49-F238E27FC236}">
                    <a16:creationId xmlns:a16="http://schemas.microsoft.com/office/drawing/2014/main" id="{D02D42B0-BB3C-2B42-A02F-3DE6FD7B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89"/>
                <a:ext cx="82" cy="4"/>
              </a:xfrm>
              <a:custGeom>
                <a:avLst/>
                <a:gdLst>
                  <a:gd name="T0" fmla="*/ 0 w 163"/>
                  <a:gd name="T1" fmla="*/ 1 h 7"/>
                  <a:gd name="T2" fmla="*/ 6 w 163"/>
                  <a:gd name="T3" fmla="*/ 0 h 7"/>
                  <a:gd name="T4" fmla="*/ 1 w 163"/>
                  <a:gd name="T5" fmla="*/ 1 h 7"/>
                  <a:gd name="T6" fmla="*/ 0 w 163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3"/>
                  <a:gd name="T13" fmla="*/ 0 h 7"/>
                  <a:gd name="T14" fmla="*/ 163 w 163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3" h="7">
                    <a:moveTo>
                      <a:pt x="0" y="4"/>
                    </a:moveTo>
                    <a:lnTo>
                      <a:pt x="163" y="0"/>
                    </a:lnTo>
                    <a:lnTo>
                      <a:pt x="8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8" name="Freeform 103">
                <a:extLst>
                  <a:ext uri="{FF2B5EF4-FFF2-40B4-BE49-F238E27FC236}">
                    <a16:creationId xmlns:a16="http://schemas.microsoft.com/office/drawing/2014/main" id="{F8DD5B0F-1346-324F-A878-7F0347B6C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089"/>
                <a:ext cx="173" cy="52"/>
              </a:xfrm>
              <a:custGeom>
                <a:avLst/>
                <a:gdLst>
                  <a:gd name="T0" fmla="*/ 11 w 344"/>
                  <a:gd name="T1" fmla="*/ 0 h 104"/>
                  <a:gd name="T2" fmla="*/ 0 w 344"/>
                  <a:gd name="T3" fmla="*/ 4 h 104"/>
                  <a:gd name="T4" fmla="*/ 1 w 344"/>
                  <a:gd name="T5" fmla="*/ 4 h 104"/>
                  <a:gd name="T6" fmla="*/ 11 w 344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4"/>
                  <a:gd name="T13" fmla="*/ 0 h 104"/>
                  <a:gd name="T14" fmla="*/ 344 w 344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4" h="104">
                    <a:moveTo>
                      <a:pt x="344" y="0"/>
                    </a:moveTo>
                    <a:lnTo>
                      <a:pt x="0" y="97"/>
                    </a:lnTo>
                    <a:lnTo>
                      <a:pt x="11" y="104"/>
                    </a:lnTo>
                    <a:lnTo>
                      <a:pt x="3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19" name="Freeform 104">
                <a:extLst>
                  <a:ext uri="{FF2B5EF4-FFF2-40B4-BE49-F238E27FC236}">
                    <a16:creationId xmlns:a16="http://schemas.microsoft.com/office/drawing/2014/main" id="{70E94D34-373E-744B-BD18-52C3CB1A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95"/>
                <a:ext cx="176" cy="52"/>
              </a:xfrm>
              <a:custGeom>
                <a:avLst/>
                <a:gdLst>
                  <a:gd name="T0" fmla="*/ 11 w 351"/>
                  <a:gd name="T1" fmla="*/ 0 h 104"/>
                  <a:gd name="T2" fmla="*/ 0 w 351"/>
                  <a:gd name="T3" fmla="*/ 4 h 104"/>
                  <a:gd name="T4" fmla="*/ 1 w 351"/>
                  <a:gd name="T5" fmla="*/ 4 h 104"/>
                  <a:gd name="T6" fmla="*/ 11 w 35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1"/>
                  <a:gd name="T13" fmla="*/ 0 h 104"/>
                  <a:gd name="T14" fmla="*/ 351 w 351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1" h="104">
                    <a:moveTo>
                      <a:pt x="351" y="0"/>
                    </a:moveTo>
                    <a:lnTo>
                      <a:pt x="0" y="98"/>
                    </a:lnTo>
                    <a:lnTo>
                      <a:pt x="12" y="104"/>
                    </a:lnTo>
                    <a:lnTo>
                      <a:pt x="3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0" name="Freeform 105">
                <a:extLst>
                  <a:ext uri="{FF2B5EF4-FFF2-40B4-BE49-F238E27FC236}">
                    <a16:creationId xmlns:a16="http://schemas.microsoft.com/office/drawing/2014/main" id="{125A157D-392B-F74F-BC6F-0FE2A5EA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01"/>
                <a:ext cx="180" cy="52"/>
              </a:xfrm>
              <a:custGeom>
                <a:avLst/>
                <a:gdLst>
                  <a:gd name="T0" fmla="*/ 12 w 358"/>
                  <a:gd name="T1" fmla="*/ 0 h 104"/>
                  <a:gd name="T2" fmla="*/ 0 w 358"/>
                  <a:gd name="T3" fmla="*/ 4 h 104"/>
                  <a:gd name="T4" fmla="*/ 1 w 358"/>
                  <a:gd name="T5" fmla="*/ 4 h 104"/>
                  <a:gd name="T6" fmla="*/ 12 w 358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8"/>
                  <a:gd name="T13" fmla="*/ 0 h 104"/>
                  <a:gd name="T14" fmla="*/ 358 w 358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8" h="104">
                    <a:moveTo>
                      <a:pt x="358" y="0"/>
                    </a:moveTo>
                    <a:lnTo>
                      <a:pt x="0" y="97"/>
                    </a:lnTo>
                    <a:lnTo>
                      <a:pt x="12" y="104"/>
                    </a:lnTo>
                    <a:lnTo>
                      <a:pt x="3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1" name="Freeform 106">
                <a:extLst>
                  <a:ext uri="{FF2B5EF4-FFF2-40B4-BE49-F238E27FC236}">
                    <a16:creationId xmlns:a16="http://schemas.microsoft.com/office/drawing/2014/main" id="{8FD32489-EAEA-7640-8320-D720FC008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06"/>
                <a:ext cx="183" cy="53"/>
              </a:xfrm>
              <a:custGeom>
                <a:avLst/>
                <a:gdLst>
                  <a:gd name="T0" fmla="*/ 12 w 364"/>
                  <a:gd name="T1" fmla="*/ 0 h 105"/>
                  <a:gd name="T2" fmla="*/ 0 w 364"/>
                  <a:gd name="T3" fmla="*/ 4 h 105"/>
                  <a:gd name="T4" fmla="*/ 1 w 364"/>
                  <a:gd name="T5" fmla="*/ 4 h 105"/>
                  <a:gd name="T6" fmla="*/ 12 w 364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4"/>
                  <a:gd name="T13" fmla="*/ 0 h 105"/>
                  <a:gd name="T14" fmla="*/ 364 w 364"/>
                  <a:gd name="T15" fmla="*/ 105 h 1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4" h="105">
                    <a:moveTo>
                      <a:pt x="364" y="0"/>
                    </a:moveTo>
                    <a:lnTo>
                      <a:pt x="0" y="98"/>
                    </a:lnTo>
                    <a:lnTo>
                      <a:pt x="13" y="105"/>
                    </a:lnTo>
                    <a:lnTo>
                      <a:pt x="3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2" name="Freeform 107">
                <a:extLst>
                  <a:ext uri="{FF2B5EF4-FFF2-40B4-BE49-F238E27FC236}">
                    <a16:creationId xmlns:a16="http://schemas.microsoft.com/office/drawing/2014/main" id="{A3D6A442-8062-DC4F-A036-DA8ABE584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12"/>
                <a:ext cx="185" cy="52"/>
              </a:xfrm>
              <a:custGeom>
                <a:avLst/>
                <a:gdLst>
                  <a:gd name="T0" fmla="*/ 11 w 371"/>
                  <a:gd name="T1" fmla="*/ 0 h 104"/>
                  <a:gd name="T2" fmla="*/ 0 w 371"/>
                  <a:gd name="T3" fmla="*/ 4 h 104"/>
                  <a:gd name="T4" fmla="*/ 0 w 371"/>
                  <a:gd name="T5" fmla="*/ 4 h 104"/>
                  <a:gd name="T6" fmla="*/ 11 w 37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1"/>
                  <a:gd name="T13" fmla="*/ 0 h 104"/>
                  <a:gd name="T14" fmla="*/ 371 w 371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1" h="104">
                    <a:moveTo>
                      <a:pt x="371" y="0"/>
                    </a:moveTo>
                    <a:lnTo>
                      <a:pt x="0" y="98"/>
                    </a:lnTo>
                    <a:lnTo>
                      <a:pt x="13" y="104"/>
                    </a:lnTo>
                    <a:lnTo>
                      <a:pt x="3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3" name="Freeform 108">
                <a:extLst>
                  <a:ext uri="{FF2B5EF4-FFF2-40B4-BE49-F238E27FC236}">
                    <a16:creationId xmlns:a16="http://schemas.microsoft.com/office/drawing/2014/main" id="{3E341155-CB1E-6448-BD7B-4BDCBDF1D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117"/>
                <a:ext cx="189" cy="53"/>
              </a:xfrm>
              <a:custGeom>
                <a:avLst/>
                <a:gdLst>
                  <a:gd name="T0" fmla="*/ 11 w 379"/>
                  <a:gd name="T1" fmla="*/ 0 h 105"/>
                  <a:gd name="T2" fmla="*/ 0 w 379"/>
                  <a:gd name="T3" fmla="*/ 4 h 105"/>
                  <a:gd name="T4" fmla="*/ 0 w 379"/>
                  <a:gd name="T5" fmla="*/ 4 h 105"/>
                  <a:gd name="T6" fmla="*/ 11 w 379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9"/>
                  <a:gd name="T13" fmla="*/ 0 h 105"/>
                  <a:gd name="T14" fmla="*/ 379 w 379"/>
                  <a:gd name="T15" fmla="*/ 105 h 1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9" h="105">
                    <a:moveTo>
                      <a:pt x="379" y="0"/>
                    </a:moveTo>
                    <a:lnTo>
                      <a:pt x="0" y="99"/>
                    </a:lnTo>
                    <a:lnTo>
                      <a:pt x="13" y="105"/>
                    </a:ln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4" name="Freeform 109">
                <a:extLst>
                  <a:ext uri="{FF2B5EF4-FFF2-40B4-BE49-F238E27FC236}">
                    <a16:creationId xmlns:a16="http://schemas.microsoft.com/office/drawing/2014/main" id="{86CD4050-1766-FA4F-97FD-84BA60754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23"/>
                <a:ext cx="194" cy="53"/>
              </a:xfrm>
              <a:custGeom>
                <a:avLst/>
                <a:gdLst>
                  <a:gd name="T0" fmla="*/ 13 w 387"/>
                  <a:gd name="T1" fmla="*/ 0 h 106"/>
                  <a:gd name="T2" fmla="*/ 0 w 387"/>
                  <a:gd name="T3" fmla="*/ 4 h 106"/>
                  <a:gd name="T4" fmla="*/ 1 w 387"/>
                  <a:gd name="T5" fmla="*/ 4 h 106"/>
                  <a:gd name="T6" fmla="*/ 13 w 387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7"/>
                  <a:gd name="T13" fmla="*/ 0 h 106"/>
                  <a:gd name="T14" fmla="*/ 387 w 387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7" h="106">
                    <a:moveTo>
                      <a:pt x="387" y="0"/>
                    </a:moveTo>
                    <a:lnTo>
                      <a:pt x="0" y="99"/>
                    </a:lnTo>
                    <a:lnTo>
                      <a:pt x="14" y="106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5" name="Freeform 110">
                <a:extLst>
                  <a:ext uri="{FF2B5EF4-FFF2-40B4-BE49-F238E27FC236}">
                    <a16:creationId xmlns:a16="http://schemas.microsoft.com/office/drawing/2014/main" id="{B2D3DFE9-10FA-6E4D-ABBC-BE0A07E3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29"/>
                <a:ext cx="196" cy="53"/>
              </a:xfrm>
              <a:custGeom>
                <a:avLst/>
                <a:gdLst>
                  <a:gd name="T0" fmla="*/ 12 w 393"/>
                  <a:gd name="T1" fmla="*/ 0 h 106"/>
                  <a:gd name="T2" fmla="*/ 0 w 393"/>
                  <a:gd name="T3" fmla="*/ 4 h 106"/>
                  <a:gd name="T4" fmla="*/ 0 w 393"/>
                  <a:gd name="T5" fmla="*/ 4 h 106"/>
                  <a:gd name="T6" fmla="*/ 12 w 393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3"/>
                  <a:gd name="T13" fmla="*/ 0 h 106"/>
                  <a:gd name="T14" fmla="*/ 393 w 393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3" h="106">
                    <a:moveTo>
                      <a:pt x="393" y="0"/>
                    </a:moveTo>
                    <a:lnTo>
                      <a:pt x="0" y="99"/>
                    </a:lnTo>
                    <a:lnTo>
                      <a:pt x="13" y="106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6" name="Freeform 111">
                <a:extLst>
                  <a:ext uri="{FF2B5EF4-FFF2-40B4-BE49-F238E27FC236}">
                    <a16:creationId xmlns:a16="http://schemas.microsoft.com/office/drawing/2014/main" id="{2E0A288D-1CD2-AD4C-A75E-BCD08B20F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35"/>
                <a:ext cx="199" cy="53"/>
              </a:xfrm>
              <a:custGeom>
                <a:avLst/>
                <a:gdLst>
                  <a:gd name="T0" fmla="*/ 13 w 397"/>
                  <a:gd name="T1" fmla="*/ 0 h 106"/>
                  <a:gd name="T2" fmla="*/ 0 w 397"/>
                  <a:gd name="T3" fmla="*/ 4 h 106"/>
                  <a:gd name="T4" fmla="*/ 1 w 397"/>
                  <a:gd name="T5" fmla="*/ 4 h 106"/>
                  <a:gd name="T6" fmla="*/ 13 w 397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7"/>
                  <a:gd name="T13" fmla="*/ 0 h 106"/>
                  <a:gd name="T14" fmla="*/ 397 w 397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7" h="106">
                    <a:moveTo>
                      <a:pt x="397" y="0"/>
                    </a:moveTo>
                    <a:lnTo>
                      <a:pt x="0" y="99"/>
                    </a:lnTo>
                    <a:lnTo>
                      <a:pt x="12" y="106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7" name="Freeform 112">
                <a:extLst>
                  <a:ext uri="{FF2B5EF4-FFF2-40B4-BE49-F238E27FC236}">
                    <a16:creationId xmlns:a16="http://schemas.microsoft.com/office/drawing/2014/main" id="{27FA687A-AF14-1945-B225-788579B1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38"/>
                <a:ext cx="91" cy="23"/>
              </a:xfrm>
              <a:custGeom>
                <a:avLst/>
                <a:gdLst>
                  <a:gd name="T0" fmla="*/ 6 w 182"/>
                  <a:gd name="T1" fmla="*/ 0 h 46"/>
                  <a:gd name="T2" fmla="*/ 1 w 182"/>
                  <a:gd name="T3" fmla="*/ 1 h 46"/>
                  <a:gd name="T4" fmla="*/ 0 w 182"/>
                  <a:gd name="T5" fmla="*/ 2 h 46"/>
                  <a:gd name="T6" fmla="*/ 6 w 182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2"/>
                  <a:gd name="T13" fmla="*/ 0 h 46"/>
                  <a:gd name="T14" fmla="*/ 182 w 182"/>
                  <a:gd name="T15" fmla="*/ 46 h 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2" h="46">
                    <a:moveTo>
                      <a:pt x="182" y="0"/>
                    </a:moveTo>
                    <a:lnTo>
                      <a:pt x="6" y="7"/>
                    </a:lnTo>
                    <a:lnTo>
                      <a:pt x="0" y="46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8" name="Freeform 113">
                <a:extLst>
                  <a:ext uri="{FF2B5EF4-FFF2-40B4-BE49-F238E27FC236}">
                    <a16:creationId xmlns:a16="http://schemas.microsoft.com/office/drawing/2014/main" id="{320C76CB-382C-934A-8F59-CC949F809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140"/>
                <a:ext cx="6" cy="21"/>
              </a:xfrm>
              <a:custGeom>
                <a:avLst/>
                <a:gdLst>
                  <a:gd name="T0" fmla="*/ 1 w 12"/>
                  <a:gd name="T1" fmla="*/ 0 h 40"/>
                  <a:gd name="T2" fmla="*/ 1 w 12"/>
                  <a:gd name="T3" fmla="*/ 0 h 40"/>
                  <a:gd name="T4" fmla="*/ 0 w 12"/>
                  <a:gd name="T5" fmla="*/ 2 h 40"/>
                  <a:gd name="T6" fmla="*/ 1 w 12"/>
                  <a:gd name="T7" fmla="*/ 2 h 40"/>
                  <a:gd name="T8" fmla="*/ 1 w 1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0"/>
                  <a:gd name="T17" fmla="*/ 12 w 1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0">
                    <a:moveTo>
                      <a:pt x="12" y="0"/>
                    </a:moveTo>
                    <a:lnTo>
                      <a:pt x="6" y="0"/>
                    </a:lnTo>
                    <a:lnTo>
                      <a:pt x="0" y="37"/>
                    </a:lnTo>
                    <a:lnTo>
                      <a:pt x="7" y="4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29" name="Freeform 114">
                <a:extLst>
                  <a:ext uri="{FF2B5EF4-FFF2-40B4-BE49-F238E27FC236}">
                    <a16:creationId xmlns:a16="http://schemas.microsoft.com/office/drawing/2014/main" id="{22962DBC-6AD5-FA4D-B81E-4FC43152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38"/>
                <a:ext cx="80" cy="4"/>
              </a:xfrm>
              <a:custGeom>
                <a:avLst/>
                <a:gdLst>
                  <a:gd name="T0" fmla="*/ 0 w 161"/>
                  <a:gd name="T1" fmla="*/ 1 h 8"/>
                  <a:gd name="T2" fmla="*/ 5 w 161"/>
                  <a:gd name="T3" fmla="*/ 0 h 8"/>
                  <a:gd name="T4" fmla="*/ 0 w 161"/>
                  <a:gd name="T5" fmla="*/ 1 h 8"/>
                  <a:gd name="T6" fmla="*/ 0 w 161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1"/>
                  <a:gd name="T13" fmla="*/ 0 h 8"/>
                  <a:gd name="T14" fmla="*/ 161 w 161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1" h="8">
                    <a:moveTo>
                      <a:pt x="0" y="6"/>
                    </a:moveTo>
                    <a:lnTo>
                      <a:pt x="161" y="0"/>
                    </a:lnTo>
                    <a:lnTo>
                      <a:pt x="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0" name="Freeform 115">
                <a:extLst>
                  <a:ext uri="{FF2B5EF4-FFF2-40B4-BE49-F238E27FC236}">
                    <a16:creationId xmlns:a16="http://schemas.microsoft.com/office/drawing/2014/main" id="{D4CB773C-D4AC-6844-9D3F-B45D6305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007"/>
                <a:ext cx="555" cy="78"/>
              </a:xfrm>
              <a:custGeom>
                <a:avLst/>
                <a:gdLst>
                  <a:gd name="T0" fmla="*/ 32 w 1111"/>
                  <a:gd name="T1" fmla="*/ 5 h 154"/>
                  <a:gd name="T2" fmla="*/ 34 w 1111"/>
                  <a:gd name="T3" fmla="*/ 3 h 154"/>
                  <a:gd name="T4" fmla="*/ 4 w 1111"/>
                  <a:gd name="T5" fmla="*/ 0 h 154"/>
                  <a:gd name="T6" fmla="*/ 0 w 1111"/>
                  <a:gd name="T7" fmla="*/ 2 h 154"/>
                  <a:gd name="T8" fmla="*/ 32 w 1111"/>
                  <a:gd name="T9" fmla="*/ 5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1"/>
                  <a:gd name="T16" fmla="*/ 0 h 154"/>
                  <a:gd name="T17" fmla="*/ 1111 w 1111"/>
                  <a:gd name="T18" fmla="*/ 154 h 1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1" h="154">
                    <a:moveTo>
                      <a:pt x="1036" y="154"/>
                    </a:moveTo>
                    <a:lnTo>
                      <a:pt x="1111" y="90"/>
                    </a:lnTo>
                    <a:lnTo>
                      <a:pt x="156" y="0"/>
                    </a:lnTo>
                    <a:lnTo>
                      <a:pt x="0" y="45"/>
                    </a:lnTo>
                    <a:lnTo>
                      <a:pt x="1036" y="154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1" name="Freeform 116">
                <a:extLst>
                  <a:ext uri="{FF2B5EF4-FFF2-40B4-BE49-F238E27FC236}">
                    <a16:creationId xmlns:a16="http://schemas.microsoft.com/office/drawing/2014/main" id="{E354CE25-37F5-234B-8997-0B5DC5B2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020"/>
                <a:ext cx="131" cy="26"/>
              </a:xfrm>
              <a:custGeom>
                <a:avLst/>
                <a:gdLst>
                  <a:gd name="T0" fmla="*/ 2 w 262"/>
                  <a:gd name="T1" fmla="*/ 0 h 52"/>
                  <a:gd name="T2" fmla="*/ 0 w 262"/>
                  <a:gd name="T3" fmla="*/ 1 h 52"/>
                  <a:gd name="T4" fmla="*/ 7 w 262"/>
                  <a:gd name="T5" fmla="*/ 2 h 52"/>
                  <a:gd name="T6" fmla="*/ 9 w 262"/>
                  <a:gd name="T7" fmla="*/ 1 h 52"/>
                  <a:gd name="T8" fmla="*/ 2 w 26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2"/>
                  <a:gd name="T16" fmla="*/ 0 h 52"/>
                  <a:gd name="T17" fmla="*/ 262 w 26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2" h="52">
                    <a:moveTo>
                      <a:pt x="42" y="0"/>
                    </a:moveTo>
                    <a:lnTo>
                      <a:pt x="0" y="28"/>
                    </a:lnTo>
                    <a:lnTo>
                      <a:pt x="220" y="52"/>
                    </a:lnTo>
                    <a:lnTo>
                      <a:pt x="262" y="2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2F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2" name="Freeform 117">
                <a:extLst>
                  <a:ext uri="{FF2B5EF4-FFF2-40B4-BE49-F238E27FC236}">
                    <a16:creationId xmlns:a16="http://schemas.microsoft.com/office/drawing/2014/main" id="{2BFE2E81-FC00-4449-812E-0A882480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012"/>
                <a:ext cx="18" cy="5"/>
              </a:xfrm>
              <a:custGeom>
                <a:avLst/>
                <a:gdLst>
                  <a:gd name="T0" fmla="*/ 1 w 35"/>
                  <a:gd name="T1" fmla="*/ 0 h 9"/>
                  <a:gd name="T2" fmla="*/ 0 w 35"/>
                  <a:gd name="T3" fmla="*/ 1 h 9"/>
                  <a:gd name="T4" fmla="*/ 1 w 35"/>
                  <a:gd name="T5" fmla="*/ 1 h 9"/>
                  <a:gd name="T6" fmla="*/ 2 w 35"/>
                  <a:gd name="T7" fmla="*/ 1 h 9"/>
                  <a:gd name="T8" fmla="*/ 1 w 3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9"/>
                  <a:gd name="T17" fmla="*/ 35 w 35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9">
                    <a:moveTo>
                      <a:pt x="16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3" name="Freeform 118">
                <a:extLst>
                  <a:ext uri="{FF2B5EF4-FFF2-40B4-BE49-F238E27FC236}">
                    <a16:creationId xmlns:a16="http://schemas.microsoft.com/office/drawing/2014/main" id="{BC4F14BB-2F48-8C41-B213-801052D2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19"/>
                <a:ext cx="19" cy="3"/>
              </a:xfrm>
              <a:custGeom>
                <a:avLst/>
                <a:gdLst>
                  <a:gd name="T0" fmla="*/ 1 w 36"/>
                  <a:gd name="T1" fmla="*/ 0 h 7"/>
                  <a:gd name="T2" fmla="*/ 0 w 36"/>
                  <a:gd name="T3" fmla="*/ 0 h 7"/>
                  <a:gd name="T4" fmla="*/ 1 w 36"/>
                  <a:gd name="T5" fmla="*/ 0 h 7"/>
                  <a:gd name="T6" fmla="*/ 2 w 36"/>
                  <a:gd name="T7" fmla="*/ 0 h 7"/>
                  <a:gd name="T8" fmla="*/ 1 w 3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7"/>
                  <a:gd name="T17" fmla="*/ 36 w 3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7">
                    <a:moveTo>
                      <a:pt x="17" y="0"/>
                    </a:moveTo>
                    <a:lnTo>
                      <a:pt x="0" y="5"/>
                    </a:lnTo>
                    <a:lnTo>
                      <a:pt x="26" y="7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4" name="Freeform 119">
                <a:extLst>
                  <a:ext uri="{FF2B5EF4-FFF2-40B4-BE49-F238E27FC236}">
                    <a16:creationId xmlns:a16="http://schemas.microsoft.com/office/drawing/2014/main" id="{7113F1CA-B262-9A4A-ACDD-D78AF932E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026"/>
                <a:ext cx="18" cy="4"/>
              </a:xfrm>
              <a:custGeom>
                <a:avLst/>
                <a:gdLst>
                  <a:gd name="T0" fmla="*/ 0 w 37"/>
                  <a:gd name="T1" fmla="*/ 0 h 8"/>
                  <a:gd name="T2" fmla="*/ 0 w 37"/>
                  <a:gd name="T3" fmla="*/ 1 h 8"/>
                  <a:gd name="T4" fmla="*/ 0 w 37"/>
                  <a:gd name="T5" fmla="*/ 1 h 8"/>
                  <a:gd name="T6" fmla="*/ 1 w 37"/>
                  <a:gd name="T7" fmla="*/ 1 h 8"/>
                  <a:gd name="T8" fmla="*/ 0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7" y="0"/>
                    </a:moveTo>
                    <a:lnTo>
                      <a:pt x="0" y="4"/>
                    </a:lnTo>
                    <a:lnTo>
                      <a:pt x="29" y="8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5" name="Freeform 120">
                <a:extLst>
                  <a:ext uri="{FF2B5EF4-FFF2-40B4-BE49-F238E27FC236}">
                    <a16:creationId xmlns:a16="http://schemas.microsoft.com/office/drawing/2014/main" id="{2AB99EAC-1256-FE46-9CE0-EC4C5084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015"/>
                <a:ext cx="18" cy="5"/>
              </a:xfrm>
              <a:custGeom>
                <a:avLst/>
                <a:gdLst>
                  <a:gd name="T0" fmla="*/ 1 w 36"/>
                  <a:gd name="T1" fmla="*/ 0 h 9"/>
                  <a:gd name="T2" fmla="*/ 0 w 36"/>
                  <a:gd name="T3" fmla="*/ 1 h 9"/>
                  <a:gd name="T4" fmla="*/ 1 w 36"/>
                  <a:gd name="T5" fmla="*/ 1 h 9"/>
                  <a:gd name="T6" fmla="*/ 2 w 36"/>
                  <a:gd name="T7" fmla="*/ 1 h 9"/>
                  <a:gd name="T8" fmla="*/ 1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6" y="0"/>
                    </a:moveTo>
                    <a:lnTo>
                      <a:pt x="0" y="6"/>
                    </a:lnTo>
                    <a:lnTo>
                      <a:pt x="29" y="9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6" name="Freeform 121">
                <a:extLst>
                  <a:ext uri="{FF2B5EF4-FFF2-40B4-BE49-F238E27FC236}">
                    <a16:creationId xmlns:a16="http://schemas.microsoft.com/office/drawing/2014/main" id="{4022295A-662B-A14C-A1ED-465CEAE04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22"/>
                <a:ext cx="18" cy="4"/>
              </a:xfrm>
              <a:custGeom>
                <a:avLst/>
                <a:gdLst>
                  <a:gd name="T0" fmla="*/ 0 w 37"/>
                  <a:gd name="T1" fmla="*/ 0 h 7"/>
                  <a:gd name="T2" fmla="*/ 0 w 37"/>
                  <a:gd name="T3" fmla="*/ 1 h 7"/>
                  <a:gd name="T4" fmla="*/ 0 w 37"/>
                  <a:gd name="T5" fmla="*/ 1 h 7"/>
                  <a:gd name="T6" fmla="*/ 1 w 37"/>
                  <a:gd name="T7" fmla="*/ 1 h 7"/>
                  <a:gd name="T8" fmla="*/ 0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8" y="0"/>
                    </a:moveTo>
                    <a:lnTo>
                      <a:pt x="0" y="5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7" name="Freeform 122">
                <a:extLst>
                  <a:ext uri="{FF2B5EF4-FFF2-40B4-BE49-F238E27FC236}">
                    <a16:creationId xmlns:a16="http://schemas.microsoft.com/office/drawing/2014/main" id="{64E7DD45-2725-A148-A137-D6CC252B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29"/>
                <a:ext cx="19" cy="4"/>
              </a:xfrm>
              <a:custGeom>
                <a:avLst/>
                <a:gdLst>
                  <a:gd name="T0" fmla="*/ 1 w 37"/>
                  <a:gd name="T1" fmla="*/ 0 h 10"/>
                  <a:gd name="T2" fmla="*/ 0 w 37"/>
                  <a:gd name="T3" fmla="*/ 0 h 10"/>
                  <a:gd name="T4" fmla="*/ 1 w 37"/>
                  <a:gd name="T5" fmla="*/ 0 h 10"/>
                  <a:gd name="T6" fmla="*/ 2 w 37"/>
                  <a:gd name="T7" fmla="*/ 0 h 10"/>
                  <a:gd name="T8" fmla="*/ 1 w 3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10"/>
                  <a:gd name="T17" fmla="*/ 37 w 37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10">
                    <a:moveTo>
                      <a:pt x="18" y="0"/>
                    </a:moveTo>
                    <a:lnTo>
                      <a:pt x="0" y="6"/>
                    </a:lnTo>
                    <a:lnTo>
                      <a:pt x="28" y="10"/>
                    </a:lnTo>
                    <a:lnTo>
                      <a:pt x="37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8" name="Freeform 123">
                <a:extLst>
                  <a:ext uri="{FF2B5EF4-FFF2-40B4-BE49-F238E27FC236}">
                    <a16:creationId xmlns:a16="http://schemas.microsoft.com/office/drawing/2014/main" id="{96D5F389-0D9F-3F45-B0AE-30031C88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53"/>
                <a:ext cx="17" cy="4"/>
              </a:xfrm>
              <a:custGeom>
                <a:avLst/>
                <a:gdLst>
                  <a:gd name="T0" fmla="*/ 0 w 35"/>
                  <a:gd name="T1" fmla="*/ 0 h 8"/>
                  <a:gd name="T2" fmla="*/ 0 w 35"/>
                  <a:gd name="T3" fmla="*/ 1 h 8"/>
                  <a:gd name="T4" fmla="*/ 0 w 35"/>
                  <a:gd name="T5" fmla="*/ 1 h 8"/>
                  <a:gd name="T6" fmla="*/ 1 w 35"/>
                  <a:gd name="T7" fmla="*/ 1 h 8"/>
                  <a:gd name="T8" fmla="*/ 0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"/>
                  <a:gd name="T17" fmla="*/ 35 w 35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39" name="Freeform 124">
                <a:extLst>
                  <a:ext uri="{FF2B5EF4-FFF2-40B4-BE49-F238E27FC236}">
                    <a16:creationId xmlns:a16="http://schemas.microsoft.com/office/drawing/2014/main" id="{2D8D00A3-87B3-6C43-B168-62852148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063"/>
                <a:ext cx="19" cy="4"/>
              </a:xfrm>
              <a:custGeom>
                <a:avLst/>
                <a:gdLst>
                  <a:gd name="T0" fmla="*/ 1 w 36"/>
                  <a:gd name="T1" fmla="*/ 0 h 8"/>
                  <a:gd name="T2" fmla="*/ 0 w 36"/>
                  <a:gd name="T3" fmla="*/ 1 h 8"/>
                  <a:gd name="T4" fmla="*/ 1 w 36"/>
                  <a:gd name="T5" fmla="*/ 1 h 8"/>
                  <a:gd name="T6" fmla="*/ 2 w 36"/>
                  <a:gd name="T7" fmla="*/ 1 h 8"/>
                  <a:gd name="T8" fmla="*/ 1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7" y="0"/>
                    </a:moveTo>
                    <a:lnTo>
                      <a:pt x="0" y="7"/>
                    </a:lnTo>
                    <a:lnTo>
                      <a:pt x="26" y="8"/>
                    </a:lnTo>
                    <a:lnTo>
                      <a:pt x="3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0" name="Freeform 125">
                <a:extLst>
                  <a:ext uri="{FF2B5EF4-FFF2-40B4-BE49-F238E27FC236}">
                    <a16:creationId xmlns:a16="http://schemas.microsoft.com/office/drawing/2014/main" id="{B7F3BF91-6071-A44E-B19C-BBBB0859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71"/>
                <a:ext cx="19" cy="4"/>
              </a:xfrm>
              <a:custGeom>
                <a:avLst/>
                <a:gdLst>
                  <a:gd name="T0" fmla="*/ 1 w 37"/>
                  <a:gd name="T1" fmla="*/ 0 h 8"/>
                  <a:gd name="T2" fmla="*/ 0 w 37"/>
                  <a:gd name="T3" fmla="*/ 1 h 8"/>
                  <a:gd name="T4" fmla="*/ 1 w 37"/>
                  <a:gd name="T5" fmla="*/ 1 h 8"/>
                  <a:gd name="T6" fmla="*/ 2 w 37"/>
                  <a:gd name="T7" fmla="*/ 1 h 8"/>
                  <a:gd name="T8" fmla="*/ 1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8" y="0"/>
                    </a:moveTo>
                    <a:lnTo>
                      <a:pt x="0" y="6"/>
                    </a:lnTo>
                    <a:lnTo>
                      <a:pt x="29" y="8"/>
                    </a:lnTo>
                    <a:lnTo>
                      <a:pt x="37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1" name="Freeform 126">
                <a:extLst>
                  <a:ext uri="{FF2B5EF4-FFF2-40B4-BE49-F238E27FC236}">
                    <a16:creationId xmlns:a16="http://schemas.microsoft.com/office/drawing/2014/main" id="{C26BCAB2-9295-6C49-99F1-312B079A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56"/>
                <a:ext cx="18" cy="4"/>
              </a:xfrm>
              <a:custGeom>
                <a:avLst/>
                <a:gdLst>
                  <a:gd name="T0" fmla="*/ 1 w 36"/>
                  <a:gd name="T1" fmla="*/ 0 h 10"/>
                  <a:gd name="T2" fmla="*/ 0 w 36"/>
                  <a:gd name="T3" fmla="*/ 0 h 10"/>
                  <a:gd name="T4" fmla="*/ 1 w 36"/>
                  <a:gd name="T5" fmla="*/ 0 h 10"/>
                  <a:gd name="T6" fmla="*/ 2 w 36"/>
                  <a:gd name="T7" fmla="*/ 0 h 10"/>
                  <a:gd name="T8" fmla="*/ 1 w 3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0"/>
                  <a:gd name="T17" fmla="*/ 36 w 36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0">
                    <a:moveTo>
                      <a:pt x="16" y="0"/>
                    </a:moveTo>
                    <a:lnTo>
                      <a:pt x="0" y="7"/>
                    </a:lnTo>
                    <a:lnTo>
                      <a:pt x="30" y="10"/>
                    </a:lnTo>
                    <a:lnTo>
                      <a:pt x="36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2" name="Freeform 127">
                <a:extLst>
                  <a:ext uri="{FF2B5EF4-FFF2-40B4-BE49-F238E27FC236}">
                    <a16:creationId xmlns:a16="http://schemas.microsoft.com/office/drawing/2014/main" id="{2C601B7C-A5A0-A042-9A82-BBCE0ADEA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065"/>
                <a:ext cx="18" cy="3"/>
              </a:xfrm>
              <a:custGeom>
                <a:avLst/>
                <a:gdLst>
                  <a:gd name="T0" fmla="*/ 0 w 37"/>
                  <a:gd name="T1" fmla="*/ 0 h 7"/>
                  <a:gd name="T2" fmla="*/ 0 w 37"/>
                  <a:gd name="T3" fmla="*/ 0 h 7"/>
                  <a:gd name="T4" fmla="*/ 0 w 37"/>
                  <a:gd name="T5" fmla="*/ 0 h 7"/>
                  <a:gd name="T6" fmla="*/ 1 w 37"/>
                  <a:gd name="T7" fmla="*/ 0 h 7"/>
                  <a:gd name="T8" fmla="*/ 0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9" y="0"/>
                    </a:moveTo>
                    <a:lnTo>
                      <a:pt x="0" y="7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3" name="Freeform 128">
                <a:extLst>
                  <a:ext uri="{FF2B5EF4-FFF2-40B4-BE49-F238E27FC236}">
                    <a16:creationId xmlns:a16="http://schemas.microsoft.com/office/drawing/2014/main" id="{4DE40715-C708-1F43-AD86-D5BF8B39F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074"/>
                <a:ext cx="18" cy="3"/>
              </a:xfrm>
              <a:custGeom>
                <a:avLst/>
                <a:gdLst>
                  <a:gd name="T0" fmla="*/ 0 w 37"/>
                  <a:gd name="T1" fmla="*/ 0 h 7"/>
                  <a:gd name="T2" fmla="*/ 0 w 37"/>
                  <a:gd name="T3" fmla="*/ 0 h 7"/>
                  <a:gd name="T4" fmla="*/ 0 w 37"/>
                  <a:gd name="T5" fmla="*/ 0 h 7"/>
                  <a:gd name="T6" fmla="*/ 1 w 37"/>
                  <a:gd name="T7" fmla="*/ 0 h 7"/>
                  <a:gd name="T8" fmla="*/ 0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9" y="0"/>
                    </a:moveTo>
                    <a:lnTo>
                      <a:pt x="0" y="5"/>
                    </a:lnTo>
                    <a:lnTo>
                      <a:pt x="29" y="7"/>
                    </a:lnTo>
                    <a:lnTo>
                      <a:pt x="37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4" name="Freeform 129">
                <a:extLst>
                  <a:ext uri="{FF2B5EF4-FFF2-40B4-BE49-F238E27FC236}">
                    <a16:creationId xmlns:a16="http://schemas.microsoft.com/office/drawing/2014/main" id="{06719554-432B-0742-B2CE-11DB8C6AE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048"/>
                <a:ext cx="18" cy="4"/>
              </a:xfrm>
              <a:custGeom>
                <a:avLst/>
                <a:gdLst>
                  <a:gd name="T0" fmla="*/ 1 w 36"/>
                  <a:gd name="T1" fmla="*/ 0 h 9"/>
                  <a:gd name="T2" fmla="*/ 0 w 36"/>
                  <a:gd name="T3" fmla="*/ 0 h 9"/>
                  <a:gd name="T4" fmla="*/ 1 w 36"/>
                  <a:gd name="T5" fmla="*/ 0 h 9"/>
                  <a:gd name="T6" fmla="*/ 2 w 36"/>
                  <a:gd name="T7" fmla="*/ 0 h 9"/>
                  <a:gd name="T8" fmla="*/ 1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7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5" name="Freeform 130">
                <a:extLst>
                  <a:ext uri="{FF2B5EF4-FFF2-40B4-BE49-F238E27FC236}">
                    <a16:creationId xmlns:a16="http://schemas.microsoft.com/office/drawing/2014/main" id="{E8EA4472-A930-7B49-94E9-52A318915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057"/>
                <a:ext cx="18" cy="4"/>
              </a:xfrm>
              <a:custGeom>
                <a:avLst/>
                <a:gdLst>
                  <a:gd name="T0" fmla="*/ 0 w 37"/>
                  <a:gd name="T1" fmla="*/ 0 h 7"/>
                  <a:gd name="T2" fmla="*/ 0 w 37"/>
                  <a:gd name="T3" fmla="*/ 1 h 7"/>
                  <a:gd name="T4" fmla="*/ 0 w 37"/>
                  <a:gd name="T5" fmla="*/ 1 h 7"/>
                  <a:gd name="T6" fmla="*/ 1 w 37"/>
                  <a:gd name="T7" fmla="*/ 1 h 7"/>
                  <a:gd name="T8" fmla="*/ 0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7"/>
                    </a:lnTo>
                    <a:lnTo>
                      <a:pt x="26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6" name="Freeform 131">
                <a:extLst>
                  <a:ext uri="{FF2B5EF4-FFF2-40B4-BE49-F238E27FC236}">
                    <a16:creationId xmlns:a16="http://schemas.microsoft.com/office/drawing/2014/main" id="{85DEDF88-D1AD-9644-BDE9-9CEEBF6D9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66"/>
                <a:ext cx="18" cy="4"/>
              </a:xfrm>
              <a:custGeom>
                <a:avLst/>
                <a:gdLst>
                  <a:gd name="T0" fmla="*/ 1 w 36"/>
                  <a:gd name="T1" fmla="*/ 0 h 8"/>
                  <a:gd name="T2" fmla="*/ 0 w 36"/>
                  <a:gd name="T3" fmla="*/ 1 h 8"/>
                  <a:gd name="T4" fmla="*/ 1 w 36"/>
                  <a:gd name="T5" fmla="*/ 1 h 8"/>
                  <a:gd name="T6" fmla="*/ 2 w 36"/>
                  <a:gd name="T7" fmla="*/ 1 h 8"/>
                  <a:gd name="T8" fmla="*/ 1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7" y="0"/>
                    </a:moveTo>
                    <a:lnTo>
                      <a:pt x="0" y="6"/>
                    </a:lnTo>
                    <a:lnTo>
                      <a:pt x="28" y="8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7" name="Freeform 132">
                <a:extLst>
                  <a:ext uri="{FF2B5EF4-FFF2-40B4-BE49-F238E27FC236}">
                    <a16:creationId xmlns:a16="http://schemas.microsoft.com/office/drawing/2014/main" id="{CEC6630F-CDFE-8E4C-97AA-E6367B72E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51"/>
                <a:ext cx="18" cy="4"/>
              </a:xfrm>
              <a:custGeom>
                <a:avLst/>
                <a:gdLst>
                  <a:gd name="T0" fmla="*/ 1 w 36"/>
                  <a:gd name="T1" fmla="*/ 0 h 9"/>
                  <a:gd name="T2" fmla="*/ 0 w 36"/>
                  <a:gd name="T3" fmla="*/ 0 h 9"/>
                  <a:gd name="T4" fmla="*/ 1 w 36"/>
                  <a:gd name="T5" fmla="*/ 0 h 9"/>
                  <a:gd name="T6" fmla="*/ 2 w 36"/>
                  <a:gd name="T7" fmla="*/ 0 h 9"/>
                  <a:gd name="T8" fmla="*/ 1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6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8" name="Freeform 133">
                <a:extLst>
                  <a:ext uri="{FF2B5EF4-FFF2-40B4-BE49-F238E27FC236}">
                    <a16:creationId xmlns:a16="http://schemas.microsoft.com/office/drawing/2014/main" id="{2C4462C8-89C4-BE46-B6D7-E23260A5F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060"/>
                <a:ext cx="19" cy="3"/>
              </a:xfrm>
              <a:custGeom>
                <a:avLst/>
                <a:gdLst>
                  <a:gd name="T0" fmla="*/ 1 w 37"/>
                  <a:gd name="T1" fmla="*/ 0 h 6"/>
                  <a:gd name="T2" fmla="*/ 0 w 37"/>
                  <a:gd name="T3" fmla="*/ 1 h 6"/>
                  <a:gd name="T4" fmla="*/ 1 w 37"/>
                  <a:gd name="T5" fmla="*/ 1 h 6"/>
                  <a:gd name="T6" fmla="*/ 2 w 37"/>
                  <a:gd name="T7" fmla="*/ 1 h 6"/>
                  <a:gd name="T8" fmla="*/ 1 w 3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6"/>
                  <a:gd name="T17" fmla="*/ 37 w 3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6">
                    <a:moveTo>
                      <a:pt x="19" y="0"/>
                    </a:moveTo>
                    <a:lnTo>
                      <a:pt x="0" y="5"/>
                    </a:lnTo>
                    <a:lnTo>
                      <a:pt x="27" y="6"/>
                    </a:lnTo>
                    <a:lnTo>
                      <a:pt x="3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49" name="Freeform 134">
                <a:extLst>
                  <a:ext uri="{FF2B5EF4-FFF2-40B4-BE49-F238E27FC236}">
                    <a16:creationId xmlns:a16="http://schemas.microsoft.com/office/drawing/2014/main" id="{510E7917-042E-3F4A-86FD-9111CDBB6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68"/>
                <a:ext cx="19" cy="4"/>
              </a:xfrm>
              <a:custGeom>
                <a:avLst/>
                <a:gdLst>
                  <a:gd name="T0" fmla="*/ 1 w 38"/>
                  <a:gd name="T1" fmla="*/ 0 h 7"/>
                  <a:gd name="T2" fmla="*/ 0 w 38"/>
                  <a:gd name="T3" fmla="*/ 1 h 7"/>
                  <a:gd name="T4" fmla="*/ 1 w 38"/>
                  <a:gd name="T5" fmla="*/ 1 h 7"/>
                  <a:gd name="T6" fmla="*/ 2 w 38"/>
                  <a:gd name="T7" fmla="*/ 0 h 7"/>
                  <a:gd name="T8" fmla="*/ 1 w 3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7"/>
                  <a:gd name="T17" fmla="*/ 38 w 3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7">
                    <a:moveTo>
                      <a:pt x="19" y="0"/>
                    </a:moveTo>
                    <a:lnTo>
                      <a:pt x="0" y="4"/>
                    </a:lnTo>
                    <a:lnTo>
                      <a:pt x="29" y="7"/>
                    </a:lnTo>
                    <a:lnTo>
                      <a:pt x="3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0" name="Freeform 135">
                <a:extLst>
                  <a:ext uri="{FF2B5EF4-FFF2-40B4-BE49-F238E27FC236}">
                    <a16:creationId xmlns:a16="http://schemas.microsoft.com/office/drawing/2014/main" id="{5FEC26C4-9400-1F43-A1A9-0377E52C6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044"/>
                <a:ext cx="18" cy="4"/>
              </a:xfrm>
              <a:custGeom>
                <a:avLst/>
                <a:gdLst>
                  <a:gd name="T0" fmla="*/ 1 w 36"/>
                  <a:gd name="T1" fmla="*/ 0 h 8"/>
                  <a:gd name="T2" fmla="*/ 0 w 36"/>
                  <a:gd name="T3" fmla="*/ 1 h 8"/>
                  <a:gd name="T4" fmla="*/ 1 w 36"/>
                  <a:gd name="T5" fmla="*/ 1 h 8"/>
                  <a:gd name="T6" fmla="*/ 2 w 36"/>
                  <a:gd name="T7" fmla="*/ 0 h 8"/>
                  <a:gd name="T8" fmla="*/ 1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6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1" name="Freeform 136">
                <a:extLst>
                  <a:ext uri="{FF2B5EF4-FFF2-40B4-BE49-F238E27FC236}">
                    <a16:creationId xmlns:a16="http://schemas.microsoft.com/office/drawing/2014/main" id="{7F1C2525-26E6-394B-9F71-054482A42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52"/>
                <a:ext cx="18" cy="4"/>
              </a:xfrm>
              <a:custGeom>
                <a:avLst/>
                <a:gdLst>
                  <a:gd name="T0" fmla="*/ 1 w 36"/>
                  <a:gd name="T1" fmla="*/ 0 h 6"/>
                  <a:gd name="T2" fmla="*/ 0 w 36"/>
                  <a:gd name="T3" fmla="*/ 1 h 6"/>
                  <a:gd name="T4" fmla="*/ 1 w 36"/>
                  <a:gd name="T5" fmla="*/ 1 h 6"/>
                  <a:gd name="T6" fmla="*/ 2 w 36"/>
                  <a:gd name="T7" fmla="*/ 1 h 6"/>
                  <a:gd name="T8" fmla="*/ 1 w 3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6"/>
                  <a:gd name="T17" fmla="*/ 36 w 36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6">
                    <a:moveTo>
                      <a:pt x="17" y="0"/>
                    </a:moveTo>
                    <a:lnTo>
                      <a:pt x="0" y="6"/>
                    </a:lnTo>
                    <a:lnTo>
                      <a:pt x="25" y="6"/>
                    </a:lnTo>
                    <a:lnTo>
                      <a:pt x="3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2" name="Freeform 137">
                <a:extLst>
                  <a:ext uri="{FF2B5EF4-FFF2-40B4-BE49-F238E27FC236}">
                    <a16:creationId xmlns:a16="http://schemas.microsoft.com/office/drawing/2014/main" id="{3408EDA5-C5E9-5C4F-A807-E2D01A658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60"/>
                <a:ext cx="18" cy="4"/>
              </a:xfrm>
              <a:custGeom>
                <a:avLst/>
                <a:gdLst>
                  <a:gd name="T0" fmla="*/ 0 w 37"/>
                  <a:gd name="T1" fmla="*/ 0 h 8"/>
                  <a:gd name="T2" fmla="*/ 0 w 37"/>
                  <a:gd name="T3" fmla="*/ 1 h 8"/>
                  <a:gd name="T4" fmla="*/ 0 w 37"/>
                  <a:gd name="T5" fmla="*/ 1 h 8"/>
                  <a:gd name="T6" fmla="*/ 1 w 37"/>
                  <a:gd name="T7" fmla="*/ 1 h 8"/>
                  <a:gd name="T8" fmla="*/ 0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8" y="0"/>
                    </a:moveTo>
                    <a:lnTo>
                      <a:pt x="0" y="5"/>
                    </a:lnTo>
                    <a:lnTo>
                      <a:pt x="28" y="8"/>
                    </a:lnTo>
                    <a:lnTo>
                      <a:pt x="37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3" name="Freeform 138">
                <a:extLst>
                  <a:ext uri="{FF2B5EF4-FFF2-40B4-BE49-F238E27FC236}">
                    <a16:creationId xmlns:a16="http://schemas.microsoft.com/office/drawing/2014/main" id="{E22FB421-A033-FC41-8185-3A6F8FE13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033"/>
                <a:ext cx="17" cy="4"/>
              </a:xfrm>
              <a:custGeom>
                <a:avLst/>
                <a:gdLst>
                  <a:gd name="T0" fmla="*/ 0 w 35"/>
                  <a:gd name="T1" fmla="*/ 0 h 8"/>
                  <a:gd name="T2" fmla="*/ 0 w 35"/>
                  <a:gd name="T3" fmla="*/ 1 h 8"/>
                  <a:gd name="T4" fmla="*/ 0 w 35"/>
                  <a:gd name="T5" fmla="*/ 1 h 8"/>
                  <a:gd name="T6" fmla="*/ 1 w 35"/>
                  <a:gd name="T7" fmla="*/ 1 h 8"/>
                  <a:gd name="T8" fmla="*/ 0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"/>
                  <a:gd name="T17" fmla="*/ 35 w 35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4" name="Freeform 139">
                <a:extLst>
                  <a:ext uri="{FF2B5EF4-FFF2-40B4-BE49-F238E27FC236}">
                    <a16:creationId xmlns:a16="http://schemas.microsoft.com/office/drawing/2014/main" id="{AFF0684F-D98D-4542-A3FC-FD83CF7F5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41"/>
                <a:ext cx="18" cy="4"/>
              </a:xfrm>
              <a:custGeom>
                <a:avLst/>
                <a:gdLst>
                  <a:gd name="T0" fmla="*/ 0 w 37"/>
                  <a:gd name="T1" fmla="*/ 0 h 7"/>
                  <a:gd name="T2" fmla="*/ 0 w 37"/>
                  <a:gd name="T3" fmla="*/ 1 h 7"/>
                  <a:gd name="T4" fmla="*/ 0 w 37"/>
                  <a:gd name="T5" fmla="*/ 1 h 7"/>
                  <a:gd name="T6" fmla="*/ 1 w 37"/>
                  <a:gd name="T7" fmla="*/ 1 h 7"/>
                  <a:gd name="T8" fmla="*/ 0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5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5" name="Freeform 140">
                <a:extLst>
                  <a:ext uri="{FF2B5EF4-FFF2-40B4-BE49-F238E27FC236}">
                    <a16:creationId xmlns:a16="http://schemas.microsoft.com/office/drawing/2014/main" id="{346CB07F-A02D-6F4A-B596-91628639C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050"/>
                <a:ext cx="19" cy="3"/>
              </a:xfrm>
              <a:custGeom>
                <a:avLst/>
                <a:gdLst>
                  <a:gd name="T0" fmla="*/ 1 w 37"/>
                  <a:gd name="T1" fmla="*/ 0 h 7"/>
                  <a:gd name="T2" fmla="*/ 0 w 37"/>
                  <a:gd name="T3" fmla="*/ 0 h 7"/>
                  <a:gd name="T4" fmla="*/ 1 w 37"/>
                  <a:gd name="T5" fmla="*/ 0 h 7"/>
                  <a:gd name="T6" fmla="*/ 2 w 37"/>
                  <a:gd name="T7" fmla="*/ 0 h 7"/>
                  <a:gd name="T8" fmla="*/ 1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8" y="0"/>
                    </a:moveTo>
                    <a:lnTo>
                      <a:pt x="0" y="5"/>
                    </a:lnTo>
                    <a:lnTo>
                      <a:pt x="29" y="7"/>
                    </a:lnTo>
                    <a:lnTo>
                      <a:pt x="3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6" name="Freeform 141">
                <a:extLst>
                  <a:ext uri="{FF2B5EF4-FFF2-40B4-BE49-F238E27FC236}">
                    <a16:creationId xmlns:a16="http://schemas.microsoft.com/office/drawing/2014/main" id="{705CB29E-BD6B-AB45-AE55-9432F7B51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045"/>
                <a:ext cx="18" cy="4"/>
              </a:xfrm>
              <a:custGeom>
                <a:avLst/>
                <a:gdLst>
                  <a:gd name="T0" fmla="*/ 1 w 36"/>
                  <a:gd name="T1" fmla="*/ 0 h 8"/>
                  <a:gd name="T2" fmla="*/ 0 w 36"/>
                  <a:gd name="T3" fmla="*/ 1 h 8"/>
                  <a:gd name="T4" fmla="*/ 1 w 36"/>
                  <a:gd name="T5" fmla="*/ 1 h 8"/>
                  <a:gd name="T6" fmla="*/ 2 w 36"/>
                  <a:gd name="T7" fmla="*/ 1 h 8"/>
                  <a:gd name="T8" fmla="*/ 1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7" name="Freeform 142">
                <a:extLst>
                  <a:ext uri="{FF2B5EF4-FFF2-40B4-BE49-F238E27FC236}">
                    <a16:creationId xmlns:a16="http://schemas.microsoft.com/office/drawing/2014/main" id="{CD5F3DDA-8862-9947-8473-200D0581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55"/>
                <a:ext cx="19" cy="3"/>
              </a:xfrm>
              <a:custGeom>
                <a:avLst/>
                <a:gdLst>
                  <a:gd name="T0" fmla="*/ 1 w 37"/>
                  <a:gd name="T1" fmla="*/ 0 h 7"/>
                  <a:gd name="T2" fmla="*/ 0 w 37"/>
                  <a:gd name="T3" fmla="*/ 0 h 7"/>
                  <a:gd name="T4" fmla="*/ 1 w 37"/>
                  <a:gd name="T5" fmla="*/ 0 h 7"/>
                  <a:gd name="T6" fmla="*/ 2 w 37"/>
                  <a:gd name="T7" fmla="*/ 0 h 7"/>
                  <a:gd name="T8" fmla="*/ 1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6"/>
                    </a:lnTo>
                    <a:lnTo>
                      <a:pt x="25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8" name="Freeform 143">
                <a:extLst>
                  <a:ext uri="{FF2B5EF4-FFF2-40B4-BE49-F238E27FC236}">
                    <a16:creationId xmlns:a16="http://schemas.microsoft.com/office/drawing/2014/main" id="{624AAE86-A0CC-6244-B5D0-F32F4AFB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063"/>
                <a:ext cx="19" cy="4"/>
              </a:xfrm>
              <a:custGeom>
                <a:avLst/>
                <a:gdLst>
                  <a:gd name="T0" fmla="*/ 1 w 37"/>
                  <a:gd name="T1" fmla="*/ 0 h 8"/>
                  <a:gd name="T2" fmla="*/ 0 w 37"/>
                  <a:gd name="T3" fmla="*/ 1 h 8"/>
                  <a:gd name="T4" fmla="*/ 1 w 37"/>
                  <a:gd name="T5" fmla="*/ 1 h 8"/>
                  <a:gd name="T6" fmla="*/ 2 w 37"/>
                  <a:gd name="T7" fmla="*/ 1 h 8"/>
                  <a:gd name="T8" fmla="*/ 1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7" y="0"/>
                    </a:moveTo>
                    <a:lnTo>
                      <a:pt x="0" y="6"/>
                    </a:lnTo>
                    <a:lnTo>
                      <a:pt x="27" y="8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59" name="Freeform 144">
                <a:extLst>
                  <a:ext uri="{FF2B5EF4-FFF2-40B4-BE49-F238E27FC236}">
                    <a16:creationId xmlns:a16="http://schemas.microsoft.com/office/drawing/2014/main" id="{E0799993-D7A1-C940-94D9-100D0147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057"/>
                <a:ext cx="52" cy="45"/>
              </a:xfrm>
              <a:custGeom>
                <a:avLst/>
                <a:gdLst>
                  <a:gd name="T0" fmla="*/ 3 w 103"/>
                  <a:gd name="T1" fmla="*/ 0 h 89"/>
                  <a:gd name="T2" fmla="*/ 0 w 103"/>
                  <a:gd name="T3" fmla="*/ 3 h 89"/>
                  <a:gd name="T4" fmla="*/ 1 w 103"/>
                  <a:gd name="T5" fmla="*/ 3 h 89"/>
                  <a:gd name="T6" fmla="*/ 4 w 103"/>
                  <a:gd name="T7" fmla="*/ 2 h 89"/>
                  <a:gd name="T8" fmla="*/ 3 w 103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89"/>
                  <a:gd name="T17" fmla="*/ 103 w 103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89">
                    <a:moveTo>
                      <a:pt x="79" y="0"/>
                    </a:moveTo>
                    <a:lnTo>
                      <a:pt x="0" y="69"/>
                    </a:lnTo>
                    <a:lnTo>
                      <a:pt x="3" y="89"/>
                    </a:lnTo>
                    <a:lnTo>
                      <a:pt x="103" y="62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0" name="Freeform 145">
                <a:extLst>
                  <a:ext uri="{FF2B5EF4-FFF2-40B4-BE49-F238E27FC236}">
                    <a16:creationId xmlns:a16="http://schemas.microsoft.com/office/drawing/2014/main" id="{6DBD5FAC-3C2E-4840-9BC0-26D12B23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90"/>
                <a:ext cx="66" cy="23"/>
              </a:xfrm>
              <a:custGeom>
                <a:avLst/>
                <a:gdLst>
                  <a:gd name="T0" fmla="*/ 0 w 133"/>
                  <a:gd name="T1" fmla="*/ 1 h 45"/>
                  <a:gd name="T2" fmla="*/ 0 w 133"/>
                  <a:gd name="T3" fmla="*/ 2 h 45"/>
                  <a:gd name="T4" fmla="*/ 4 w 133"/>
                  <a:gd name="T5" fmla="*/ 1 h 45"/>
                  <a:gd name="T6" fmla="*/ 3 w 133"/>
                  <a:gd name="T7" fmla="*/ 0 h 45"/>
                  <a:gd name="T8" fmla="*/ 0 w 133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3"/>
                  <a:gd name="T16" fmla="*/ 0 h 45"/>
                  <a:gd name="T17" fmla="*/ 133 w 133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3" h="45">
                    <a:moveTo>
                      <a:pt x="0" y="30"/>
                    </a:moveTo>
                    <a:lnTo>
                      <a:pt x="0" y="45"/>
                    </a:lnTo>
                    <a:lnTo>
                      <a:pt x="133" y="23"/>
                    </a:lnTo>
                    <a:lnTo>
                      <a:pt x="12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161" name="Freeform 146">
                <a:extLst>
                  <a:ext uri="{FF2B5EF4-FFF2-40B4-BE49-F238E27FC236}">
                    <a16:creationId xmlns:a16="http://schemas.microsoft.com/office/drawing/2014/main" id="{EF8BB116-8FC6-9B46-8EF5-29192B41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116"/>
                <a:ext cx="281" cy="232"/>
              </a:xfrm>
              <a:custGeom>
                <a:avLst/>
                <a:gdLst>
                  <a:gd name="T0" fmla="*/ 3 w 563"/>
                  <a:gd name="T1" fmla="*/ 14 h 466"/>
                  <a:gd name="T2" fmla="*/ 16 w 563"/>
                  <a:gd name="T3" fmla="*/ 3 h 466"/>
                  <a:gd name="T4" fmla="*/ 17 w 563"/>
                  <a:gd name="T5" fmla="*/ 0 h 466"/>
                  <a:gd name="T6" fmla="*/ 16 w 563"/>
                  <a:gd name="T7" fmla="*/ 0 h 466"/>
                  <a:gd name="T8" fmla="*/ 13 w 563"/>
                  <a:gd name="T9" fmla="*/ 3 h 466"/>
                  <a:gd name="T10" fmla="*/ 0 w 563"/>
                  <a:gd name="T11" fmla="*/ 8 h 466"/>
                  <a:gd name="T12" fmla="*/ 3 w 563"/>
                  <a:gd name="T13" fmla="*/ 14 h 4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466"/>
                  <a:gd name="T23" fmla="*/ 563 w 563"/>
                  <a:gd name="T24" fmla="*/ 466 h 4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466">
                    <a:moveTo>
                      <a:pt x="119" y="466"/>
                    </a:moveTo>
                    <a:lnTo>
                      <a:pt x="519" y="127"/>
                    </a:lnTo>
                    <a:lnTo>
                      <a:pt x="563" y="0"/>
                    </a:lnTo>
                    <a:lnTo>
                      <a:pt x="515" y="10"/>
                    </a:lnTo>
                    <a:lnTo>
                      <a:pt x="422" y="111"/>
                    </a:lnTo>
                    <a:lnTo>
                      <a:pt x="0" y="283"/>
                    </a:lnTo>
                    <a:lnTo>
                      <a:pt x="119" y="466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8677" name="Text Box 147">
              <a:extLst>
                <a:ext uri="{FF2B5EF4-FFF2-40B4-BE49-F238E27FC236}">
                  <a16:creationId xmlns:a16="http://schemas.microsoft.com/office/drawing/2014/main" id="{671A8DB5-760B-304C-8499-61E46DD07A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" y="3437"/>
              <a:ext cx="2111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Processo de Produção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Logística com fornecedores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Processo de Manutenção</a:t>
              </a:r>
            </a:p>
          </p:txBody>
        </p:sp>
        <p:sp>
          <p:nvSpPr>
            <p:cNvPr id="28678" name="Text Box 148">
              <a:extLst>
                <a:ext uri="{FF2B5EF4-FFF2-40B4-BE49-F238E27FC236}">
                  <a16:creationId xmlns:a16="http://schemas.microsoft.com/office/drawing/2014/main" id="{03E89013-2983-6E4C-8B3C-DB1B4AD2B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3437"/>
              <a:ext cx="2075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Vendas e Distribuição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Suporte ao cliente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Campanhas de marketing</a:t>
              </a:r>
            </a:p>
          </p:txBody>
        </p:sp>
        <p:sp>
          <p:nvSpPr>
            <p:cNvPr id="28679" name="Text Box 149">
              <a:extLst>
                <a:ext uri="{FF2B5EF4-FFF2-40B4-BE49-F238E27FC236}">
                  <a16:creationId xmlns:a16="http://schemas.microsoft.com/office/drawing/2014/main" id="{13ABB108-5F60-8148-9F7F-38AC0E0BB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8" y="1372"/>
              <a:ext cx="70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Produto</a:t>
              </a:r>
            </a:p>
          </p:txBody>
        </p:sp>
        <p:sp>
          <p:nvSpPr>
            <p:cNvPr id="28680" name="Text Box 150">
              <a:extLst>
                <a:ext uri="{FF2B5EF4-FFF2-40B4-BE49-F238E27FC236}">
                  <a16:creationId xmlns:a16="http://schemas.microsoft.com/office/drawing/2014/main" id="{8BF4A46C-713B-5C4D-BFFE-0457212162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7" y="1372"/>
              <a:ext cx="74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Mercado</a:t>
              </a:r>
            </a:p>
          </p:txBody>
        </p:sp>
        <p:sp>
          <p:nvSpPr>
            <p:cNvPr id="28681" name="Text Box 151">
              <a:extLst>
                <a:ext uri="{FF2B5EF4-FFF2-40B4-BE49-F238E27FC236}">
                  <a16:creationId xmlns:a16="http://schemas.microsoft.com/office/drawing/2014/main" id="{E549FC98-80A0-DE4C-8409-F7DB73654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" y="1372"/>
              <a:ext cx="82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Produção</a:t>
              </a:r>
            </a:p>
          </p:txBody>
        </p:sp>
        <p:sp>
          <p:nvSpPr>
            <p:cNvPr id="28682" name="AutoShape 152">
              <a:extLst>
                <a:ext uri="{FF2B5EF4-FFF2-40B4-BE49-F238E27FC236}">
                  <a16:creationId xmlns:a16="http://schemas.microsoft.com/office/drawing/2014/main" id="{94640DAB-5F2C-0C4E-BE55-968BCD6D80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12" y="2094"/>
              <a:ext cx="674" cy="381"/>
            </a:xfrm>
            <a:prstGeom prst="triangle">
              <a:avLst>
                <a:gd name="adj" fmla="val 50000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8683" name="AutoShape 153">
              <a:extLst>
                <a:ext uri="{FF2B5EF4-FFF2-40B4-BE49-F238E27FC236}">
                  <a16:creationId xmlns:a16="http://schemas.microsoft.com/office/drawing/2014/main" id="{E876DE7F-A3F5-8443-B564-D341E2AC61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89" y="2094"/>
              <a:ext cx="674" cy="381"/>
            </a:xfrm>
            <a:prstGeom prst="triangle">
              <a:avLst>
                <a:gd name="adj" fmla="val 50000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28506" name="Text Box 154">
              <a:extLst>
                <a:ext uri="{FF2B5EF4-FFF2-40B4-BE49-F238E27FC236}">
                  <a16:creationId xmlns:a16="http://schemas.microsoft.com/office/drawing/2014/main" id="{F975B551-7ECC-9C4E-8EA6-710F8CF3D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" y="578"/>
              <a:ext cx="3091" cy="281"/>
            </a:xfrm>
            <a:prstGeom prst="rect">
              <a:avLst/>
            </a:prstGeom>
            <a:solidFill>
              <a:srgbClr val="CCFF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/>
            <a:lstStyle/>
            <a:p>
              <a:pPr algn="ctr" eaLnBrk="1" hangingPunct="1">
                <a:defRPr/>
              </a:pPr>
              <a:r>
                <a:rPr lang="pt-BR" sz="2800">
                  <a:latin typeface="Arial" charset="0"/>
                </a:rPr>
                <a:t>Preparação da Produção</a:t>
              </a:r>
            </a:p>
          </p:txBody>
        </p:sp>
        <p:sp>
          <p:nvSpPr>
            <p:cNvPr id="228507" name="Text Box 155">
              <a:extLst>
                <a:ext uri="{FF2B5EF4-FFF2-40B4-BE49-F238E27FC236}">
                  <a16:creationId xmlns:a16="http://schemas.microsoft.com/office/drawing/2014/main" id="{D58731D0-B019-904C-85B6-001D74195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3" y="950"/>
              <a:ext cx="3091" cy="281"/>
            </a:xfrm>
            <a:prstGeom prst="rect">
              <a:avLst/>
            </a:prstGeom>
            <a:solidFill>
              <a:srgbClr val="CCFF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/>
            <a:lstStyle/>
            <a:p>
              <a:pPr algn="ctr" eaLnBrk="1" hangingPunct="1">
                <a:defRPr/>
              </a:pPr>
              <a:r>
                <a:rPr lang="pt-BR" sz="2800">
                  <a:latin typeface="Arial" charset="0"/>
                </a:rPr>
                <a:t>Lançamento do Produto</a:t>
              </a:r>
            </a:p>
          </p:txBody>
        </p:sp>
        <p:sp>
          <p:nvSpPr>
            <p:cNvPr id="28686" name="Line 156">
              <a:extLst>
                <a:ext uri="{FF2B5EF4-FFF2-40B4-BE49-F238E27FC236}">
                  <a16:creationId xmlns:a16="http://schemas.microsoft.com/office/drawing/2014/main" id="{9168C74D-81A4-DF45-9437-A463A230F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1" y="3444"/>
              <a:ext cx="0" cy="59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 anchor="ctr">
              <a:spAutoFit/>
            </a:bodyPr>
            <a:lstStyle/>
            <a:p>
              <a:endParaRPr lang="pt-BR"/>
            </a:p>
          </p:txBody>
        </p:sp>
        <p:sp>
          <p:nvSpPr>
            <p:cNvPr id="228509" name="Text Box 157">
              <a:extLst>
                <a:ext uri="{FF2B5EF4-FFF2-40B4-BE49-F238E27FC236}">
                  <a16:creationId xmlns:a16="http://schemas.microsoft.com/office/drawing/2014/main" id="{915E46F6-5A8C-4C4C-89B8-79F369CFF2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" y="3047"/>
              <a:ext cx="2242" cy="26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ffectLst>
              <a:outerShdw blurRad="63500" dist="107763" dir="81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 anchor="ctr"/>
            <a:lstStyle/>
            <a:p>
              <a:pPr algn="ctr" eaLnBrk="1" hangingPunct="1">
                <a:defRPr/>
              </a:pPr>
              <a:r>
                <a:rPr lang="pt-BR" b="1">
                  <a:solidFill>
                    <a:srgbClr val="000000"/>
                  </a:solidFill>
                  <a:latin typeface="Arial" charset="0"/>
                </a:rPr>
                <a:t>ESCOPO</a:t>
              </a:r>
            </a:p>
          </p:txBody>
        </p:sp>
        <p:sp>
          <p:nvSpPr>
            <p:cNvPr id="28688" name="Text Box 158">
              <a:extLst>
                <a:ext uri="{FF2B5EF4-FFF2-40B4-BE49-F238E27FC236}">
                  <a16:creationId xmlns:a16="http://schemas.microsoft.com/office/drawing/2014/main" id="{D5A7757E-0489-2B4D-9033-3D7769182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1" y="4080"/>
              <a:ext cx="186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(Cadeia de Suprimentos)</a:t>
              </a:r>
            </a:p>
          </p:txBody>
        </p:sp>
        <p:grpSp>
          <p:nvGrpSpPr>
            <p:cNvPr id="28689" name="Group 159">
              <a:extLst>
                <a:ext uri="{FF2B5EF4-FFF2-40B4-BE49-F238E27FC236}">
                  <a16:creationId xmlns:a16="http://schemas.microsoft.com/office/drawing/2014/main" id="{084A6F90-A989-E94F-80C8-9B5A869B27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" y="1624"/>
              <a:ext cx="1757" cy="1322"/>
              <a:chOff x="143" y="58"/>
              <a:chExt cx="1757" cy="1322"/>
            </a:xfrm>
          </p:grpSpPr>
          <p:sp>
            <p:nvSpPr>
              <p:cNvPr id="28690" name="Oval 160">
                <a:extLst>
                  <a:ext uri="{FF2B5EF4-FFF2-40B4-BE49-F238E27FC236}">
                    <a16:creationId xmlns:a16="http://schemas.microsoft.com/office/drawing/2014/main" id="{753F0B00-A9BD-974C-9C01-CBD9C98C2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" y="216"/>
                <a:ext cx="1484" cy="1026"/>
              </a:xfrm>
              <a:prstGeom prst="ellipse">
                <a:avLst/>
              </a:prstGeom>
              <a:solidFill>
                <a:srgbClr val="CCFFCC"/>
              </a:solidFill>
              <a:ln w="76200">
                <a:solidFill>
                  <a:srgbClr val="FFCC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grpSp>
            <p:nvGrpSpPr>
              <p:cNvPr id="28691" name="Group 161">
                <a:extLst>
                  <a:ext uri="{FF2B5EF4-FFF2-40B4-BE49-F238E27FC236}">
                    <a16:creationId xmlns:a16="http://schemas.microsoft.com/office/drawing/2014/main" id="{925E0BCC-7206-7F40-A2A4-23D11063FC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421"/>
                <a:ext cx="1010" cy="557"/>
                <a:chOff x="695" y="478"/>
                <a:chExt cx="1010" cy="557"/>
              </a:xfrm>
            </p:grpSpPr>
            <p:sp>
              <p:nvSpPr>
                <p:cNvPr id="29049" name="AutoShape 162">
                  <a:extLst>
                    <a:ext uri="{FF2B5EF4-FFF2-40B4-BE49-F238E27FC236}">
                      <a16:creationId xmlns:a16="http://schemas.microsoft.com/office/drawing/2014/main" id="{49C8CD77-56EE-984D-A366-F865A6012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5" y="478"/>
                  <a:ext cx="1010" cy="557"/>
                </a:xfrm>
                <a:prstGeom prst="rightArrow">
                  <a:avLst>
                    <a:gd name="adj1" fmla="val 78898"/>
                    <a:gd name="adj2" fmla="val 28618"/>
                  </a:avLst>
                </a:prstGeom>
                <a:solidFill>
                  <a:srgbClr val="FFFF99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grpSp>
              <p:nvGrpSpPr>
                <p:cNvPr id="29050" name="Group 163">
                  <a:extLst>
                    <a:ext uri="{FF2B5EF4-FFF2-40B4-BE49-F238E27FC236}">
                      <a16:creationId xmlns:a16="http://schemas.microsoft.com/office/drawing/2014/main" id="{C3F43C25-7FF2-C447-924F-63DE1CE439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30" y="596"/>
                  <a:ext cx="879" cy="321"/>
                  <a:chOff x="432" y="144"/>
                  <a:chExt cx="5136" cy="1440"/>
                </a:xfrm>
              </p:grpSpPr>
              <p:sp>
                <p:nvSpPr>
                  <p:cNvPr id="29051" name="AutoShape 164">
                    <a:extLst>
                      <a:ext uri="{FF2B5EF4-FFF2-40B4-BE49-F238E27FC236}">
                        <a16:creationId xmlns:a16="http://schemas.microsoft.com/office/drawing/2014/main" id="{B05E003E-D984-4547-AD6D-AFEE03289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2" name="AutoShape 165">
                    <a:extLst>
                      <a:ext uri="{FF2B5EF4-FFF2-40B4-BE49-F238E27FC236}">
                        <a16:creationId xmlns:a16="http://schemas.microsoft.com/office/drawing/2014/main" id="{393A3CF2-65B4-C740-B46D-C714409491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9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3" name="AutoShape 166">
                    <a:extLst>
                      <a:ext uri="{FF2B5EF4-FFF2-40B4-BE49-F238E27FC236}">
                        <a16:creationId xmlns:a16="http://schemas.microsoft.com/office/drawing/2014/main" id="{AEB23E4D-A4B3-9347-BB37-54C3ABDFEF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4" name="AutoShape 167">
                    <a:extLst>
                      <a:ext uri="{FF2B5EF4-FFF2-40B4-BE49-F238E27FC236}">
                        <a16:creationId xmlns:a16="http://schemas.microsoft.com/office/drawing/2014/main" id="{08625AD6-0527-7848-9E75-7DC67DF787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5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5" name="AutoShape 168">
                    <a:extLst>
                      <a:ext uri="{FF2B5EF4-FFF2-40B4-BE49-F238E27FC236}">
                        <a16:creationId xmlns:a16="http://schemas.microsoft.com/office/drawing/2014/main" id="{CF77FEBF-8B39-5648-B73B-492F6B936F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6" name="AutoShape 169">
                    <a:extLst>
                      <a:ext uri="{FF2B5EF4-FFF2-40B4-BE49-F238E27FC236}">
                        <a16:creationId xmlns:a16="http://schemas.microsoft.com/office/drawing/2014/main" id="{7BEF3A88-D282-F749-A4D4-F1BDAB7E9C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57" name="AutoShape 170">
                    <a:extLst>
                      <a:ext uri="{FF2B5EF4-FFF2-40B4-BE49-F238E27FC236}">
                        <a16:creationId xmlns:a16="http://schemas.microsoft.com/office/drawing/2014/main" id="{C4081F14-0D44-DF4A-B885-B1D424FCB4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6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58" name="AutoShape 171">
                    <a:extLst>
                      <a:ext uri="{FF2B5EF4-FFF2-40B4-BE49-F238E27FC236}">
                        <a16:creationId xmlns:a16="http://schemas.microsoft.com/office/drawing/2014/main" id="{489E10E0-6601-924F-9636-328C2B873219}"/>
                      </a:ext>
                    </a:extLst>
                  </p:cNvPr>
                  <p:cNvCxnSpPr>
                    <a:cxnSpLocks noChangeShapeType="1"/>
                    <a:stCxn id="29051" idx="3"/>
                    <a:endCxn id="29053" idx="2"/>
                  </p:cNvCxnSpPr>
                  <p:nvPr/>
                </p:nvCxnSpPr>
                <p:spPr bwMode="auto">
                  <a:xfrm>
                    <a:off x="91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59" name="AutoShape 172">
                    <a:extLst>
                      <a:ext uri="{FF2B5EF4-FFF2-40B4-BE49-F238E27FC236}">
                        <a16:creationId xmlns:a16="http://schemas.microsoft.com/office/drawing/2014/main" id="{8E4D17D8-888B-D247-814D-6327DBEA411F}"/>
                      </a:ext>
                    </a:extLst>
                  </p:cNvPr>
                  <p:cNvCxnSpPr>
                    <a:cxnSpLocks noChangeShapeType="1"/>
                    <a:stCxn id="29053" idx="2"/>
                    <a:endCxn id="29052" idx="1"/>
                  </p:cNvCxnSpPr>
                  <p:nvPr/>
                </p:nvCxnSpPr>
                <p:spPr bwMode="auto">
                  <a:xfrm>
                    <a:off x="166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60" name="AutoShape 173">
                    <a:extLst>
                      <a:ext uri="{FF2B5EF4-FFF2-40B4-BE49-F238E27FC236}">
                        <a16:creationId xmlns:a16="http://schemas.microsoft.com/office/drawing/2014/main" id="{1E7ED53B-79D6-F24E-8C25-3A1F3111EE6E}"/>
                      </a:ext>
                    </a:extLst>
                  </p:cNvPr>
                  <p:cNvCxnSpPr>
                    <a:cxnSpLocks noChangeShapeType="1"/>
                    <a:stCxn id="29052" idx="3"/>
                    <a:endCxn id="29055" idx="2"/>
                  </p:cNvCxnSpPr>
                  <p:nvPr/>
                </p:nvCxnSpPr>
                <p:spPr bwMode="auto">
                  <a:xfrm>
                    <a:off x="227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61" name="AutoShape 174">
                    <a:extLst>
                      <a:ext uri="{FF2B5EF4-FFF2-40B4-BE49-F238E27FC236}">
                        <a16:creationId xmlns:a16="http://schemas.microsoft.com/office/drawing/2014/main" id="{A3D2086F-23FF-3F42-980B-346978EA1883}"/>
                      </a:ext>
                    </a:extLst>
                  </p:cNvPr>
                  <p:cNvCxnSpPr>
                    <a:cxnSpLocks noChangeShapeType="1"/>
                    <a:stCxn id="29055" idx="2"/>
                    <a:endCxn id="29054" idx="1"/>
                  </p:cNvCxnSpPr>
                  <p:nvPr/>
                </p:nvCxnSpPr>
                <p:spPr bwMode="auto">
                  <a:xfrm>
                    <a:off x="302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62" name="AutoShape 175">
                    <a:extLst>
                      <a:ext uri="{FF2B5EF4-FFF2-40B4-BE49-F238E27FC236}">
                        <a16:creationId xmlns:a16="http://schemas.microsoft.com/office/drawing/2014/main" id="{25FD3735-A75A-DF49-ABF4-31C97930BEB8}"/>
                      </a:ext>
                    </a:extLst>
                  </p:cNvPr>
                  <p:cNvCxnSpPr>
                    <a:cxnSpLocks noChangeShapeType="1"/>
                    <a:stCxn id="29054" idx="3"/>
                    <a:endCxn id="29057" idx="2"/>
                  </p:cNvCxnSpPr>
                  <p:nvPr/>
                </p:nvCxnSpPr>
                <p:spPr bwMode="auto">
                  <a:xfrm>
                    <a:off x="363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63" name="AutoShape 176">
                    <a:extLst>
                      <a:ext uri="{FF2B5EF4-FFF2-40B4-BE49-F238E27FC236}">
                        <a16:creationId xmlns:a16="http://schemas.microsoft.com/office/drawing/2014/main" id="{85112AE4-E669-EE41-AE79-04DD8D442F69}"/>
                      </a:ext>
                    </a:extLst>
                  </p:cNvPr>
                  <p:cNvCxnSpPr>
                    <a:cxnSpLocks noChangeShapeType="1"/>
                    <a:stCxn id="29057" idx="2"/>
                    <a:endCxn id="29056" idx="1"/>
                  </p:cNvCxnSpPr>
                  <p:nvPr/>
                </p:nvCxnSpPr>
                <p:spPr bwMode="auto">
                  <a:xfrm>
                    <a:off x="438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64" name="AutoShape 177">
                    <a:extLst>
                      <a:ext uri="{FF2B5EF4-FFF2-40B4-BE49-F238E27FC236}">
                        <a16:creationId xmlns:a16="http://schemas.microsoft.com/office/drawing/2014/main" id="{F2507D7C-DBF2-EF4D-9ABC-4E7A0A5C00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248"/>
                    <a:ext cx="432" cy="336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65" name="AutoShape 178">
                    <a:extLst>
                      <a:ext uri="{FF2B5EF4-FFF2-40B4-BE49-F238E27FC236}">
                        <a16:creationId xmlns:a16="http://schemas.microsoft.com/office/drawing/2014/main" id="{33958404-9951-1F42-8042-DCCC53450653}"/>
                      </a:ext>
                    </a:extLst>
                  </p:cNvPr>
                  <p:cNvCxnSpPr>
                    <a:cxnSpLocks noChangeShapeType="1"/>
                    <a:stCxn id="29051" idx="2"/>
                    <a:endCxn id="29064" idx="1"/>
                  </p:cNvCxnSpPr>
                  <p:nvPr/>
                </p:nvCxnSpPr>
                <p:spPr bwMode="auto">
                  <a:xfrm rot="16200000" flipH="1">
                    <a:off x="710" y="974"/>
                    <a:ext cx="404" cy="480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66" name="AutoShape 179">
                    <a:extLst>
                      <a:ext uri="{FF2B5EF4-FFF2-40B4-BE49-F238E27FC236}">
                        <a16:creationId xmlns:a16="http://schemas.microsoft.com/office/drawing/2014/main" id="{D8BF7F97-9A31-4247-A921-D66158AE3D2E}"/>
                      </a:ext>
                    </a:extLst>
                  </p:cNvPr>
                  <p:cNvCxnSpPr>
                    <a:cxnSpLocks noChangeShapeType="1"/>
                    <a:stCxn id="29064" idx="3"/>
                    <a:endCxn id="29070" idx="2"/>
                  </p:cNvCxnSpPr>
                  <p:nvPr/>
                </p:nvCxnSpPr>
                <p:spPr bwMode="auto">
                  <a:xfrm flipV="1">
                    <a:off x="1584" y="1008"/>
                    <a:ext cx="336" cy="408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67" name="Oval 180">
                    <a:extLst>
                      <a:ext uri="{FF2B5EF4-FFF2-40B4-BE49-F238E27FC236}">
                        <a16:creationId xmlns:a16="http://schemas.microsoft.com/office/drawing/2014/main" id="{D37DBEFE-B74C-E74D-90F2-15AC40A7B7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1248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68" name="AutoShape 181">
                    <a:extLst>
                      <a:ext uri="{FF2B5EF4-FFF2-40B4-BE49-F238E27FC236}">
                        <a16:creationId xmlns:a16="http://schemas.microsoft.com/office/drawing/2014/main" id="{E0210DFC-BFC4-F84F-9224-EC2B48F4DE62}"/>
                      </a:ext>
                    </a:extLst>
                  </p:cNvPr>
                  <p:cNvCxnSpPr>
                    <a:cxnSpLocks noChangeShapeType="1"/>
                    <a:stCxn id="29067" idx="2"/>
                    <a:endCxn id="29069" idx="2"/>
                  </p:cNvCxnSpPr>
                  <p:nvPr/>
                </p:nvCxnSpPr>
                <p:spPr bwMode="auto">
                  <a:xfrm rot="10800000">
                    <a:off x="2160" y="1008"/>
                    <a:ext cx="288" cy="408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69" name="Rectangle 182">
                    <a:extLst>
                      <a:ext uri="{FF2B5EF4-FFF2-40B4-BE49-F238E27FC236}">
                        <a16:creationId xmlns:a16="http://schemas.microsoft.com/office/drawing/2014/main" id="{2384DB9B-EB38-0244-B618-E24FC6456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2" y="864"/>
                    <a:ext cx="96" cy="1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70" name="Rectangle 183">
                    <a:extLst>
                      <a:ext uri="{FF2B5EF4-FFF2-40B4-BE49-F238E27FC236}">
                        <a16:creationId xmlns:a16="http://schemas.microsoft.com/office/drawing/2014/main" id="{97BF92B2-B4AC-3E43-893F-53119E073B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864"/>
                    <a:ext cx="96" cy="1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71" name="AutoShape 184">
                    <a:extLst>
                      <a:ext uri="{FF2B5EF4-FFF2-40B4-BE49-F238E27FC236}">
                        <a16:creationId xmlns:a16="http://schemas.microsoft.com/office/drawing/2014/main" id="{3E770ABF-DD15-894E-9844-C43E01CA58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44"/>
                    <a:ext cx="576" cy="329"/>
                  </a:xfrm>
                  <a:prstGeom prst="flowChartPredefinedProcess">
                    <a:avLst/>
                  </a:prstGeom>
                  <a:solidFill>
                    <a:srgbClr val="00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72" name="AutoShape 185">
                    <a:extLst>
                      <a:ext uri="{FF2B5EF4-FFF2-40B4-BE49-F238E27FC236}">
                        <a16:creationId xmlns:a16="http://schemas.microsoft.com/office/drawing/2014/main" id="{1A783E5C-D455-7C4F-8481-FD979A529798}"/>
                      </a:ext>
                    </a:extLst>
                  </p:cNvPr>
                  <p:cNvCxnSpPr>
                    <a:cxnSpLocks noChangeShapeType="1"/>
                    <a:stCxn id="29071" idx="1"/>
                    <a:endCxn id="29052" idx="0"/>
                  </p:cNvCxnSpPr>
                  <p:nvPr/>
                </p:nvCxnSpPr>
                <p:spPr bwMode="auto">
                  <a:xfrm rot="10800000" flipV="1">
                    <a:off x="2032" y="309"/>
                    <a:ext cx="368" cy="367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73" name="Oval 186">
                    <a:extLst>
                      <a:ext uri="{FF2B5EF4-FFF2-40B4-BE49-F238E27FC236}">
                        <a16:creationId xmlns:a16="http://schemas.microsoft.com/office/drawing/2014/main" id="{020005AC-8AAC-8743-A5F9-A2D9BDA04A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52" y="1248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74" name="AutoShape 187">
                    <a:extLst>
                      <a:ext uri="{FF2B5EF4-FFF2-40B4-BE49-F238E27FC236}">
                        <a16:creationId xmlns:a16="http://schemas.microsoft.com/office/drawing/2014/main" id="{EF99B1AE-F33D-AE41-8794-9D55F0F5F1CB}"/>
                      </a:ext>
                    </a:extLst>
                  </p:cNvPr>
                  <p:cNvCxnSpPr>
                    <a:cxnSpLocks noChangeShapeType="1"/>
                    <a:stCxn id="29073" idx="2"/>
                    <a:endCxn id="29054" idx="2"/>
                  </p:cNvCxnSpPr>
                  <p:nvPr/>
                </p:nvCxnSpPr>
                <p:spPr bwMode="auto">
                  <a:xfrm rot="10800000">
                    <a:off x="3392" y="1012"/>
                    <a:ext cx="160" cy="404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75" name="AutoShape 188">
                    <a:extLst>
                      <a:ext uri="{FF2B5EF4-FFF2-40B4-BE49-F238E27FC236}">
                        <a16:creationId xmlns:a16="http://schemas.microsoft.com/office/drawing/2014/main" id="{F0472096-5F12-5347-8669-8486D20CE6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144"/>
                    <a:ext cx="576" cy="329"/>
                  </a:xfrm>
                  <a:prstGeom prst="flowChartPredefinedProcess">
                    <a:avLst/>
                  </a:prstGeom>
                  <a:solidFill>
                    <a:srgbClr val="00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76" name="AutoShape 189">
                    <a:extLst>
                      <a:ext uri="{FF2B5EF4-FFF2-40B4-BE49-F238E27FC236}">
                        <a16:creationId xmlns:a16="http://schemas.microsoft.com/office/drawing/2014/main" id="{602C4B85-B8DD-3940-855B-BCA0FF828B0D}"/>
                      </a:ext>
                    </a:extLst>
                  </p:cNvPr>
                  <p:cNvCxnSpPr>
                    <a:cxnSpLocks noChangeShapeType="1"/>
                    <a:stCxn id="29075" idx="1"/>
                    <a:endCxn id="29056" idx="0"/>
                  </p:cNvCxnSpPr>
                  <p:nvPr/>
                </p:nvCxnSpPr>
                <p:spPr bwMode="auto">
                  <a:xfrm rot="10800000" flipV="1">
                    <a:off x="4752" y="309"/>
                    <a:ext cx="144" cy="367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29077" name="AutoShape 190">
                    <a:extLst>
                      <a:ext uri="{FF2B5EF4-FFF2-40B4-BE49-F238E27FC236}">
                        <a16:creationId xmlns:a16="http://schemas.microsoft.com/office/drawing/2014/main" id="{03FFA4C5-D6EB-DD47-B95A-385B5ADAC2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36" y="144"/>
                    <a:ext cx="432" cy="336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29078" name="Oval 191">
                    <a:extLst>
                      <a:ext uri="{FF2B5EF4-FFF2-40B4-BE49-F238E27FC236}">
                        <a16:creationId xmlns:a16="http://schemas.microsoft.com/office/drawing/2014/main" id="{D2D7BD0B-ED66-4646-9FBA-4716260E9B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92" y="1200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cxnSp>
                <p:nvCxnSpPr>
                  <p:cNvPr id="29079" name="AutoShape 192">
                    <a:extLst>
                      <a:ext uri="{FF2B5EF4-FFF2-40B4-BE49-F238E27FC236}">
                        <a16:creationId xmlns:a16="http://schemas.microsoft.com/office/drawing/2014/main" id="{B92D5738-867D-454B-98CB-45D206CA3465}"/>
                      </a:ext>
                    </a:extLst>
                  </p:cNvPr>
                  <p:cNvCxnSpPr>
                    <a:cxnSpLocks noChangeShapeType="1"/>
                    <a:stCxn id="29078" idx="2"/>
                    <a:endCxn id="29056" idx="2"/>
                  </p:cNvCxnSpPr>
                  <p:nvPr/>
                </p:nvCxnSpPr>
                <p:spPr bwMode="auto">
                  <a:xfrm rot="10800000">
                    <a:off x="4752" y="1012"/>
                    <a:ext cx="240" cy="356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29080" name="AutoShape 193">
                    <a:extLst>
                      <a:ext uri="{FF2B5EF4-FFF2-40B4-BE49-F238E27FC236}">
                        <a16:creationId xmlns:a16="http://schemas.microsoft.com/office/drawing/2014/main" id="{120579C2-62FE-0446-98BD-93AC7E4458E9}"/>
                      </a:ext>
                    </a:extLst>
                  </p:cNvPr>
                  <p:cNvCxnSpPr>
                    <a:cxnSpLocks noChangeShapeType="1"/>
                    <a:stCxn id="29077" idx="1"/>
                    <a:endCxn id="29054" idx="0"/>
                  </p:cNvCxnSpPr>
                  <p:nvPr/>
                </p:nvCxnSpPr>
                <p:spPr bwMode="auto">
                  <a:xfrm rot="10800000" flipV="1">
                    <a:off x="3392" y="312"/>
                    <a:ext cx="544" cy="364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pic>
            <p:nvPicPr>
              <p:cNvPr id="28692" name="Picture 194" descr="brazil">
                <a:extLst>
                  <a:ext uri="{FF2B5EF4-FFF2-40B4-BE49-F238E27FC236}">
                    <a16:creationId xmlns:a16="http://schemas.microsoft.com/office/drawing/2014/main" id="{17C45B4B-8A07-F24E-B88D-D5246B877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5" y="58"/>
                <a:ext cx="176" cy="1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8693" name="Group 195">
                <a:extLst>
                  <a:ext uri="{FF2B5EF4-FFF2-40B4-BE49-F238E27FC236}">
                    <a16:creationId xmlns:a16="http://schemas.microsoft.com/office/drawing/2014/main" id="{CA511AA8-D3C6-D340-B9ED-28E0CC8953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4" y="751"/>
                <a:ext cx="214" cy="214"/>
                <a:chOff x="3840" y="912"/>
                <a:chExt cx="672" cy="672"/>
              </a:xfrm>
            </p:grpSpPr>
            <p:sp>
              <p:nvSpPr>
                <p:cNvPr id="29022" name="Freeform 196">
                  <a:extLst>
                    <a:ext uri="{FF2B5EF4-FFF2-40B4-BE49-F238E27FC236}">
                      <a16:creationId xmlns:a16="http://schemas.microsoft.com/office/drawing/2014/main" id="{CD9E9B18-0721-8044-884F-D3202690F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" y="1263"/>
                  <a:ext cx="65" cy="65"/>
                </a:xfrm>
                <a:custGeom>
                  <a:avLst/>
                  <a:gdLst>
                    <a:gd name="T0" fmla="*/ 0 w 1106"/>
                    <a:gd name="T1" fmla="*/ 0 h 1109"/>
                    <a:gd name="T2" fmla="*/ 0 w 1106"/>
                    <a:gd name="T3" fmla="*/ 0 h 1109"/>
                    <a:gd name="T4" fmla="*/ 0 w 1106"/>
                    <a:gd name="T5" fmla="*/ 0 h 1109"/>
                    <a:gd name="T6" fmla="*/ 0 w 1106"/>
                    <a:gd name="T7" fmla="*/ 0 h 1109"/>
                    <a:gd name="T8" fmla="*/ 0 w 1106"/>
                    <a:gd name="T9" fmla="*/ 0 h 1109"/>
                    <a:gd name="T10" fmla="*/ 0 w 1106"/>
                    <a:gd name="T11" fmla="*/ 0 h 1109"/>
                    <a:gd name="T12" fmla="*/ 0 w 1106"/>
                    <a:gd name="T13" fmla="*/ 0 h 1109"/>
                    <a:gd name="T14" fmla="*/ 0 w 1106"/>
                    <a:gd name="T15" fmla="*/ 0 h 1109"/>
                    <a:gd name="T16" fmla="*/ 0 w 1106"/>
                    <a:gd name="T17" fmla="*/ 0 h 1109"/>
                    <a:gd name="T18" fmla="*/ 0 w 1106"/>
                    <a:gd name="T19" fmla="*/ 0 h 1109"/>
                    <a:gd name="T20" fmla="*/ 0 w 1106"/>
                    <a:gd name="T21" fmla="*/ 0 h 1109"/>
                    <a:gd name="T22" fmla="*/ 0 w 1106"/>
                    <a:gd name="T23" fmla="*/ 0 h 1109"/>
                    <a:gd name="T24" fmla="*/ 0 w 1106"/>
                    <a:gd name="T25" fmla="*/ 0 h 1109"/>
                    <a:gd name="T26" fmla="*/ 0 w 1106"/>
                    <a:gd name="T27" fmla="*/ 0 h 1109"/>
                    <a:gd name="T28" fmla="*/ 0 w 1106"/>
                    <a:gd name="T29" fmla="*/ 0 h 1109"/>
                    <a:gd name="T30" fmla="*/ 0 w 1106"/>
                    <a:gd name="T31" fmla="*/ 0 h 1109"/>
                    <a:gd name="T32" fmla="*/ 0 w 1106"/>
                    <a:gd name="T33" fmla="*/ 0 h 1109"/>
                    <a:gd name="T34" fmla="*/ 0 w 1106"/>
                    <a:gd name="T35" fmla="*/ 0 h 1109"/>
                    <a:gd name="T36" fmla="*/ 0 w 1106"/>
                    <a:gd name="T37" fmla="*/ 0 h 1109"/>
                    <a:gd name="T38" fmla="*/ 0 w 1106"/>
                    <a:gd name="T39" fmla="*/ 0 h 1109"/>
                    <a:gd name="T40" fmla="*/ 0 w 1106"/>
                    <a:gd name="T41" fmla="*/ 0 h 1109"/>
                    <a:gd name="T42" fmla="*/ 0 w 1106"/>
                    <a:gd name="T43" fmla="*/ 0 h 1109"/>
                    <a:gd name="T44" fmla="*/ 0 w 1106"/>
                    <a:gd name="T45" fmla="*/ 0 h 1109"/>
                    <a:gd name="T46" fmla="*/ 0 w 1106"/>
                    <a:gd name="T47" fmla="*/ 0 h 1109"/>
                    <a:gd name="T48" fmla="*/ 0 w 1106"/>
                    <a:gd name="T49" fmla="*/ 0 h 1109"/>
                    <a:gd name="T50" fmla="*/ 0 w 1106"/>
                    <a:gd name="T51" fmla="*/ 0 h 1109"/>
                    <a:gd name="T52" fmla="*/ 0 w 1106"/>
                    <a:gd name="T53" fmla="*/ 0 h 1109"/>
                    <a:gd name="T54" fmla="*/ 0 w 1106"/>
                    <a:gd name="T55" fmla="*/ 0 h 1109"/>
                    <a:gd name="T56" fmla="*/ 0 w 1106"/>
                    <a:gd name="T57" fmla="*/ 0 h 1109"/>
                    <a:gd name="T58" fmla="*/ 0 w 1106"/>
                    <a:gd name="T59" fmla="*/ 0 h 1109"/>
                    <a:gd name="T60" fmla="*/ 0 w 1106"/>
                    <a:gd name="T61" fmla="*/ 0 h 1109"/>
                    <a:gd name="T62" fmla="*/ 0 w 1106"/>
                    <a:gd name="T63" fmla="*/ 0 h 1109"/>
                    <a:gd name="T64" fmla="*/ 0 w 1106"/>
                    <a:gd name="T65" fmla="*/ 0 h 1109"/>
                    <a:gd name="T66" fmla="*/ 0 w 1106"/>
                    <a:gd name="T67" fmla="*/ 0 h 1109"/>
                    <a:gd name="T68" fmla="*/ 0 w 1106"/>
                    <a:gd name="T69" fmla="*/ 0 h 1109"/>
                    <a:gd name="T70" fmla="*/ 0 w 1106"/>
                    <a:gd name="T71" fmla="*/ 0 h 110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106"/>
                    <a:gd name="T109" fmla="*/ 0 h 1109"/>
                    <a:gd name="T110" fmla="*/ 1106 w 1106"/>
                    <a:gd name="T111" fmla="*/ 1109 h 1109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106" h="1109">
                      <a:moveTo>
                        <a:pt x="32" y="333"/>
                      </a:moveTo>
                      <a:lnTo>
                        <a:pt x="125" y="257"/>
                      </a:lnTo>
                      <a:lnTo>
                        <a:pt x="246" y="161"/>
                      </a:lnTo>
                      <a:lnTo>
                        <a:pt x="365" y="99"/>
                      </a:lnTo>
                      <a:lnTo>
                        <a:pt x="483" y="56"/>
                      </a:lnTo>
                      <a:lnTo>
                        <a:pt x="603" y="11"/>
                      </a:lnTo>
                      <a:lnTo>
                        <a:pt x="703" y="0"/>
                      </a:lnTo>
                      <a:lnTo>
                        <a:pt x="810" y="0"/>
                      </a:lnTo>
                      <a:lnTo>
                        <a:pt x="892" y="23"/>
                      </a:lnTo>
                      <a:lnTo>
                        <a:pt x="973" y="61"/>
                      </a:lnTo>
                      <a:lnTo>
                        <a:pt x="1023" y="124"/>
                      </a:lnTo>
                      <a:lnTo>
                        <a:pt x="1073" y="194"/>
                      </a:lnTo>
                      <a:lnTo>
                        <a:pt x="1093" y="283"/>
                      </a:lnTo>
                      <a:lnTo>
                        <a:pt x="1106" y="383"/>
                      </a:lnTo>
                      <a:lnTo>
                        <a:pt x="1086" y="489"/>
                      </a:lnTo>
                      <a:lnTo>
                        <a:pt x="1056" y="607"/>
                      </a:lnTo>
                      <a:lnTo>
                        <a:pt x="1005" y="727"/>
                      </a:lnTo>
                      <a:lnTo>
                        <a:pt x="935" y="853"/>
                      </a:lnTo>
                      <a:lnTo>
                        <a:pt x="860" y="966"/>
                      </a:lnTo>
                      <a:lnTo>
                        <a:pt x="767" y="1084"/>
                      </a:lnTo>
                      <a:lnTo>
                        <a:pt x="760" y="1084"/>
                      </a:lnTo>
                      <a:lnTo>
                        <a:pt x="703" y="1102"/>
                      </a:lnTo>
                      <a:lnTo>
                        <a:pt x="641" y="1109"/>
                      </a:lnTo>
                      <a:lnTo>
                        <a:pt x="565" y="1097"/>
                      </a:lnTo>
                      <a:lnTo>
                        <a:pt x="483" y="1066"/>
                      </a:lnTo>
                      <a:lnTo>
                        <a:pt x="383" y="1016"/>
                      </a:lnTo>
                      <a:lnTo>
                        <a:pt x="302" y="946"/>
                      </a:lnTo>
                      <a:lnTo>
                        <a:pt x="234" y="878"/>
                      </a:lnTo>
                      <a:lnTo>
                        <a:pt x="158" y="791"/>
                      </a:lnTo>
                      <a:lnTo>
                        <a:pt x="88" y="707"/>
                      </a:lnTo>
                      <a:lnTo>
                        <a:pt x="38" y="619"/>
                      </a:lnTo>
                      <a:lnTo>
                        <a:pt x="13" y="539"/>
                      </a:lnTo>
                      <a:lnTo>
                        <a:pt x="0" y="458"/>
                      </a:lnTo>
                      <a:lnTo>
                        <a:pt x="7" y="388"/>
                      </a:lnTo>
                      <a:lnTo>
                        <a:pt x="32" y="33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3" name="Freeform 197">
                  <a:extLst>
                    <a:ext uri="{FF2B5EF4-FFF2-40B4-BE49-F238E27FC236}">
                      <a16:creationId xmlns:a16="http://schemas.microsoft.com/office/drawing/2014/main" id="{86D38576-5A9A-294F-A569-DE9145CD2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09" y="1104"/>
                  <a:ext cx="211" cy="210"/>
                </a:xfrm>
                <a:custGeom>
                  <a:avLst/>
                  <a:gdLst>
                    <a:gd name="T0" fmla="*/ 0 w 3578"/>
                    <a:gd name="T1" fmla="*/ 0 h 3613"/>
                    <a:gd name="T2" fmla="*/ 0 w 3578"/>
                    <a:gd name="T3" fmla="*/ 0 h 3613"/>
                    <a:gd name="T4" fmla="*/ 0 w 3578"/>
                    <a:gd name="T5" fmla="*/ 0 h 3613"/>
                    <a:gd name="T6" fmla="*/ 0 w 3578"/>
                    <a:gd name="T7" fmla="*/ 0 h 3613"/>
                    <a:gd name="T8" fmla="*/ 0 w 3578"/>
                    <a:gd name="T9" fmla="*/ 0 h 3613"/>
                    <a:gd name="T10" fmla="*/ 0 w 3578"/>
                    <a:gd name="T11" fmla="*/ 0 h 3613"/>
                    <a:gd name="T12" fmla="*/ 0 w 3578"/>
                    <a:gd name="T13" fmla="*/ 0 h 3613"/>
                    <a:gd name="T14" fmla="*/ 0 w 3578"/>
                    <a:gd name="T15" fmla="*/ 0 h 3613"/>
                    <a:gd name="T16" fmla="*/ 0 w 3578"/>
                    <a:gd name="T17" fmla="*/ 0 h 3613"/>
                    <a:gd name="T18" fmla="*/ 0 w 3578"/>
                    <a:gd name="T19" fmla="*/ 0 h 3613"/>
                    <a:gd name="T20" fmla="*/ 0 w 3578"/>
                    <a:gd name="T21" fmla="*/ 0 h 3613"/>
                    <a:gd name="T22" fmla="*/ 0 w 3578"/>
                    <a:gd name="T23" fmla="*/ 0 h 3613"/>
                    <a:gd name="T24" fmla="*/ 0 w 3578"/>
                    <a:gd name="T25" fmla="*/ 0 h 3613"/>
                    <a:gd name="T26" fmla="*/ 0 w 3578"/>
                    <a:gd name="T27" fmla="*/ 0 h 3613"/>
                    <a:gd name="T28" fmla="*/ 0 w 3578"/>
                    <a:gd name="T29" fmla="*/ 0 h 3613"/>
                    <a:gd name="T30" fmla="*/ 0 w 3578"/>
                    <a:gd name="T31" fmla="*/ 0 h 3613"/>
                    <a:gd name="T32" fmla="*/ 0 w 3578"/>
                    <a:gd name="T33" fmla="*/ 0 h 3613"/>
                    <a:gd name="T34" fmla="*/ 0 w 3578"/>
                    <a:gd name="T35" fmla="*/ 0 h 3613"/>
                    <a:gd name="T36" fmla="*/ 0 w 3578"/>
                    <a:gd name="T37" fmla="*/ 0 h 3613"/>
                    <a:gd name="T38" fmla="*/ 0 w 3578"/>
                    <a:gd name="T39" fmla="*/ 0 h 3613"/>
                    <a:gd name="T40" fmla="*/ 0 w 3578"/>
                    <a:gd name="T41" fmla="*/ 0 h 3613"/>
                    <a:gd name="T42" fmla="*/ 0 w 3578"/>
                    <a:gd name="T43" fmla="*/ 0 h 3613"/>
                    <a:gd name="T44" fmla="*/ 0 w 3578"/>
                    <a:gd name="T45" fmla="*/ 0 h 3613"/>
                    <a:gd name="T46" fmla="*/ 0 w 3578"/>
                    <a:gd name="T47" fmla="*/ 0 h 3613"/>
                    <a:gd name="T48" fmla="*/ 0 w 3578"/>
                    <a:gd name="T49" fmla="*/ 0 h 3613"/>
                    <a:gd name="T50" fmla="*/ 0 w 3578"/>
                    <a:gd name="T51" fmla="*/ 0 h 361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78"/>
                    <a:gd name="T79" fmla="*/ 0 h 3613"/>
                    <a:gd name="T80" fmla="*/ 3578 w 3578"/>
                    <a:gd name="T81" fmla="*/ 3613 h 361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78" h="3613">
                      <a:moveTo>
                        <a:pt x="1900" y="0"/>
                      </a:moveTo>
                      <a:lnTo>
                        <a:pt x="25" y="1880"/>
                      </a:lnTo>
                      <a:lnTo>
                        <a:pt x="12" y="1950"/>
                      </a:lnTo>
                      <a:lnTo>
                        <a:pt x="0" y="2019"/>
                      </a:lnTo>
                      <a:lnTo>
                        <a:pt x="5" y="2120"/>
                      </a:lnTo>
                      <a:lnTo>
                        <a:pt x="25" y="2207"/>
                      </a:lnTo>
                      <a:lnTo>
                        <a:pt x="63" y="2320"/>
                      </a:lnTo>
                      <a:lnTo>
                        <a:pt x="131" y="2446"/>
                      </a:lnTo>
                      <a:lnTo>
                        <a:pt x="199" y="2572"/>
                      </a:lnTo>
                      <a:lnTo>
                        <a:pt x="287" y="2698"/>
                      </a:lnTo>
                      <a:lnTo>
                        <a:pt x="382" y="2816"/>
                      </a:lnTo>
                      <a:lnTo>
                        <a:pt x="487" y="2947"/>
                      </a:lnTo>
                      <a:lnTo>
                        <a:pt x="608" y="3061"/>
                      </a:lnTo>
                      <a:lnTo>
                        <a:pt x="734" y="3181"/>
                      </a:lnTo>
                      <a:lnTo>
                        <a:pt x="859" y="3279"/>
                      </a:lnTo>
                      <a:lnTo>
                        <a:pt x="990" y="3379"/>
                      </a:lnTo>
                      <a:lnTo>
                        <a:pt x="1104" y="3455"/>
                      </a:lnTo>
                      <a:lnTo>
                        <a:pt x="1235" y="3518"/>
                      </a:lnTo>
                      <a:lnTo>
                        <a:pt x="1335" y="3563"/>
                      </a:lnTo>
                      <a:lnTo>
                        <a:pt x="1442" y="3601"/>
                      </a:lnTo>
                      <a:lnTo>
                        <a:pt x="1544" y="3613"/>
                      </a:lnTo>
                      <a:lnTo>
                        <a:pt x="1619" y="3613"/>
                      </a:lnTo>
                      <a:lnTo>
                        <a:pt x="1687" y="3588"/>
                      </a:lnTo>
                      <a:lnTo>
                        <a:pt x="1744" y="3551"/>
                      </a:lnTo>
                      <a:lnTo>
                        <a:pt x="3578" y="1699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4" name="Freeform 198">
                  <a:extLst>
                    <a:ext uri="{FF2B5EF4-FFF2-40B4-BE49-F238E27FC236}">
                      <a16:creationId xmlns:a16="http://schemas.microsoft.com/office/drawing/2014/main" id="{6041E86C-37AE-E343-BB1C-B394AB488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0" y="1128"/>
                  <a:ext cx="115" cy="117"/>
                </a:xfrm>
                <a:custGeom>
                  <a:avLst/>
                  <a:gdLst>
                    <a:gd name="T0" fmla="*/ 0 w 1959"/>
                    <a:gd name="T1" fmla="*/ 0 h 2006"/>
                    <a:gd name="T2" fmla="*/ 0 w 1959"/>
                    <a:gd name="T3" fmla="*/ 0 h 2006"/>
                    <a:gd name="T4" fmla="*/ 0 w 1959"/>
                    <a:gd name="T5" fmla="*/ 0 h 2006"/>
                    <a:gd name="T6" fmla="*/ 0 w 1959"/>
                    <a:gd name="T7" fmla="*/ 0 h 2006"/>
                    <a:gd name="T8" fmla="*/ 0 w 1959"/>
                    <a:gd name="T9" fmla="*/ 0 h 2006"/>
                    <a:gd name="T10" fmla="*/ 0 w 1959"/>
                    <a:gd name="T11" fmla="*/ 0 h 2006"/>
                    <a:gd name="T12" fmla="*/ 0 w 1959"/>
                    <a:gd name="T13" fmla="*/ 0 h 2006"/>
                    <a:gd name="T14" fmla="*/ 0 w 1959"/>
                    <a:gd name="T15" fmla="*/ 0 h 2006"/>
                    <a:gd name="T16" fmla="*/ 0 w 1959"/>
                    <a:gd name="T17" fmla="*/ 0 h 2006"/>
                    <a:gd name="T18" fmla="*/ 0 w 1959"/>
                    <a:gd name="T19" fmla="*/ 0 h 2006"/>
                    <a:gd name="T20" fmla="*/ 0 w 1959"/>
                    <a:gd name="T21" fmla="*/ 0 h 2006"/>
                    <a:gd name="T22" fmla="*/ 0 w 1959"/>
                    <a:gd name="T23" fmla="*/ 0 h 2006"/>
                    <a:gd name="T24" fmla="*/ 0 w 1959"/>
                    <a:gd name="T25" fmla="*/ 0 h 2006"/>
                    <a:gd name="T26" fmla="*/ 0 w 1959"/>
                    <a:gd name="T27" fmla="*/ 0 h 2006"/>
                    <a:gd name="T28" fmla="*/ 0 w 1959"/>
                    <a:gd name="T29" fmla="*/ 0 h 2006"/>
                    <a:gd name="T30" fmla="*/ 0 w 1959"/>
                    <a:gd name="T31" fmla="*/ 0 h 2006"/>
                    <a:gd name="T32" fmla="*/ 0 w 1959"/>
                    <a:gd name="T33" fmla="*/ 0 h 2006"/>
                    <a:gd name="T34" fmla="*/ 0 w 1959"/>
                    <a:gd name="T35" fmla="*/ 0 h 2006"/>
                    <a:gd name="T36" fmla="*/ 0 w 1959"/>
                    <a:gd name="T37" fmla="*/ 0 h 2006"/>
                    <a:gd name="T38" fmla="*/ 0 w 1959"/>
                    <a:gd name="T39" fmla="*/ 0 h 2006"/>
                    <a:gd name="T40" fmla="*/ 0 w 1959"/>
                    <a:gd name="T41" fmla="*/ 0 h 2006"/>
                    <a:gd name="T42" fmla="*/ 0 w 1959"/>
                    <a:gd name="T43" fmla="*/ 0 h 2006"/>
                    <a:gd name="T44" fmla="*/ 0 w 1959"/>
                    <a:gd name="T45" fmla="*/ 0 h 2006"/>
                    <a:gd name="T46" fmla="*/ 0 w 1959"/>
                    <a:gd name="T47" fmla="*/ 0 h 2006"/>
                    <a:gd name="T48" fmla="*/ 0 w 1959"/>
                    <a:gd name="T49" fmla="*/ 0 h 2006"/>
                    <a:gd name="T50" fmla="*/ 0 w 1959"/>
                    <a:gd name="T51" fmla="*/ 0 h 2006"/>
                    <a:gd name="T52" fmla="*/ 0 w 1959"/>
                    <a:gd name="T53" fmla="*/ 0 h 2006"/>
                    <a:gd name="T54" fmla="*/ 0 w 1959"/>
                    <a:gd name="T55" fmla="*/ 0 h 2006"/>
                    <a:gd name="T56" fmla="*/ 0 w 1959"/>
                    <a:gd name="T57" fmla="*/ 0 h 2006"/>
                    <a:gd name="T58" fmla="*/ 0 w 1959"/>
                    <a:gd name="T59" fmla="*/ 0 h 2006"/>
                    <a:gd name="T60" fmla="*/ 0 w 1959"/>
                    <a:gd name="T61" fmla="*/ 0 h 2006"/>
                    <a:gd name="T62" fmla="*/ 0 w 1959"/>
                    <a:gd name="T63" fmla="*/ 0 h 2006"/>
                    <a:gd name="T64" fmla="*/ 0 w 1959"/>
                    <a:gd name="T65" fmla="*/ 0 h 2006"/>
                    <a:gd name="T66" fmla="*/ 0 w 1959"/>
                    <a:gd name="T67" fmla="*/ 0 h 2006"/>
                    <a:gd name="T68" fmla="*/ 0 w 1959"/>
                    <a:gd name="T69" fmla="*/ 0 h 2006"/>
                    <a:gd name="T70" fmla="*/ 0 w 1959"/>
                    <a:gd name="T71" fmla="*/ 0 h 2006"/>
                    <a:gd name="T72" fmla="*/ 0 w 1959"/>
                    <a:gd name="T73" fmla="*/ 0 h 2006"/>
                    <a:gd name="T74" fmla="*/ 0 w 1959"/>
                    <a:gd name="T75" fmla="*/ 0 h 2006"/>
                    <a:gd name="T76" fmla="*/ 0 w 1959"/>
                    <a:gd name="T77" fmla="*/ 0 h 2006"/>
                    <a:gd name="T78" fmla="*/ 0 w 1959"/>
                    <a:gd name="T79" fmla="*/ 0 h 2006"/>
                    <a:gd name="T80" fmla="*/ 0 w 1959"/>
                    <a:gd name="T81" fmla="*/ 0 h 2006"/>
                    <a:gd name="T82" fmla="*/ 0 w 1959"/>
                    <a:gd name="T83" fmla="*/ 0 h 2006"/>
                    <a:gd name="T84" fmla="*/ 0 w 1959"/>
                    <a:gd name="T85" fmla="*/ 0 h 2006"/>
                    <a:gd name="T86" fmla="*/ 0 w 1959"/>
                    <a:gd name="T87" fmla="*/ 0 h 2006"/>
                    <a:gd name="T88" fmla="*/ 0 w 1959"/>
                    <a:gd name="T89" fmla="*/ 0 h 2006"/>
                    <a:gd name="T90" fmla="*/ 0 w 1959"/>
                    <a:gd name="T91" fmla="*/ 0 h 200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959"/>
                    <a:gd name="T139" fmla="*/ 0 h 2006"/>
                    <a:gd name="T140" fmla="*/ 1959 w 1959"/>
                    <a:gd name="T141" fmla="*/ 2006 h 200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959" h="2006">
                      <a:moveTo>
                        <a:pt x="1695" y="1981"/>
                      </a:moveTo>
                      <a:lnTo>
                        <a:pt x="1627" y="2006"/>
                      </a:lnTo>
                      <a:lnTo>
                        <a:pt x="1546" y="2006"/>
                      </a:lnTo>
                      <a:lnTo>
                        <a:pt x="1451" y="1993"/>
                      </a:lnTo>
                      <a:lnTo>
                        <a:pt x="1345" y="1963"/>
                      </a:lnTo>
                      <a:lnTo>
                        <a:pt x="1232" y="1913"/>
                      </a:lnTo>
                      <a:lnTo>
                        <a:pt x="1119" y="1856"/>
                      </a:lnTo>
                      <a:lnTo>
                        <a:pt x="986" y="1780"/>
                      </a:lnTo>
                      <a:lnTo>
                        <a:pt x="868" y="1682"/>
                      </a:lnTo>
                      <a:lnTo>
                        <a:pt x="734" y="1569"/>
                      </a:lnTo>
                      <a:lnTo>
                        <a:pt x="616" y="1460"/>
                      </a:lnTo>
                      <a:lnTo>
                        <a:pt x="491" y="1335"/>
                      </a:lnTo>
                      <a:lnTo>
                        <a:pt x="390" y="1217"/>
                      </a:lnTo>
                      <a:lnTo>
                        <a:pt x="296" y="1091"/>
                      </a:lnTo>
                      <a:lnTo>
                        <a:pt x="208" y="965"/>
                      </a:lnTo>
                      <a:lnTo>
                        <a:pt x="133" y="839"/>
                      </a:lnTo>
                      <a:lnTo>
                        <a:pt x="70" y="721"/>
                      </a:lnTo>
                      <a:lnTo>
                        <a:pt x="33" y="608"/>
                      </a:lnTo>
                      <a:lnTo>
                        <a:pt x="8" y="508"/>
                      </a:lnTo>
                      <a:lnTo>
                        <a:pt x="0" y="419"/>
                      </a:lnTo>
                      <a:lnTo>
                        <a:pt x="13" y="344"/>
                      </a:lnTo>
                      <a:lnTo>
                        <a:pt x="33" y="281"/>
                      </a:lnTo>
                      <a:lnTo>
                        <a:pt x="70" y="231"/>
                      </a:lnTo>
                      <a:lnTo>
                        <a:pt x="296" y="0"/>
                      </a:lnTo>
                      <a:lnTo>
                        <a:pt x="271" y="57"/>
                      </a:lnTo>
                      <a:lnTo>
                        <a:pt x="258" y="132"/>
                      </a:lnTo>
                      <a:lnTo>
                        <a:pt x="271" y="231"/>
                      </a:lnTo>
                      <a:lnTo>
                        <a:pt x="296" y="326"/>
                      </a:lnTo>
                      <a:lnTo>
                        <a:pt x="335" y="432"/>
                      </a:lnTo>
                      <a:lnTo>
                        <a:pt x="397" y="558"/>
                      </a:lnTo>
                      <a:lnTo>
                        <a:pt x="473" y="684"/>
                      </a:lnTo>
                      <a:lnTo>
                        <a:pt x="560" y="809"/>
                      </a:lnTo>
                      <a:lnTo>
                        <a:pt x="654" y="934"/>
                      </a:lnTo>
                      <a:lnTo>
                        <a:pt x="754" y="1061"/>
                      </a:lnTo>
                      <a:lnTo>
                        <a:pt x="880" y="1179"/>
                      </a:lnTo>
                      <a:lnTo>
                        <a:pt x="999" y="1297"/>
                      </a:lnTo>
                      <a:lnTo>
                        <a:pt x="1124" y="1398"/>
                      </a:lnTo>
                      <a:lnTo>
                        <a:pt x="1249" y="1493"/>
                      </a:lnTo>
                      <a:lnTo>
                        <a:pt x="1376" y="1569"/>
                      </a:lnTo>
                      <a:lnTo>
                        <a:pt x="1496" y="1632"/>
                      </a:lnTo>
                      <a:lnTo>
                        <a:pt x="1607" y="1682"/>
                      </a:lnTo>
                      <a:lnTo>
                        <a:pt x="1715" y="1712"/>
                      </a:lnTo>
                      <a:lnTo>
                        <a:pt x="1809" y="1725"/>
                      </a:lnTo>
                      <a:lnTo>
                        <a:pt x="1891" y="1725"/>
                      </a:lnTo>
                      <a:lnTo>
                        <a:pt x="1959" y="1700"/>
                      </a:lnTo>
                      <a:lnTo>
                        <a:pt x="1695" y="198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5" name="Freeform 199">
                  <a:extLst>
                    <a:ext uri="{FF2B5EF4-FFF2-40B4-BE49-F238E27FC236}">
                      <a16:creationId xmlns:a16="http://schemas.microsoft.com/office/drawing/2014/main" id="{4F2E7A0D-4932-9A4C-91E4-F826B6D0B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1" y="1175"/>
                  <a:ext cx="116" cy="120"/>
                </a:xfrm>
                <a:custGeom>
                  <a:avLst/>
                  <a:gdLst>
                    <a:gd name="T0" fmla="*/ 0 w 1959"/>
                    <a:gd name="T1" fmla="*/ 0 h 2015"/>
                    <a:gd name="T2" fmla="*/ 0 w 1959"/>
                    <a:gd name="T3" fmla="*/ 0 h 2015"/>
                    <a:gd name="T4" fmla="*/ 0 w 1959"/>
                    <a:gd name="T5" fmla="*/ 0 h 2015"/>
                    <a:gd name="T6" fmla="*/ 0 w 1959"/>
                    <a:gd name="T7" fmla="*/ 0 h 2015"/>
                    <a:gd name="T8" fmla="*/ 0 w 1959"/>
                    <a:gd name="T9" fmla="*/ 0 h 2015"/>
                    <a:gd name="T10" fmla="*/ 0 w 1959"/>
                    <a:gd name="T11" fmla="*/ 0 h 2015"/>
                    <a:gd name="T12" fmla="*/ 0 w 1959"/>
                    <a:gd name="T13" fmla="*/ 0 h 2015"/>
                    <a:gd name="T14" fmla="*/ 0 w 1959"/>
                    <a:gd name="T15" fmla="*/ 0 h 2015"/>
                    <a:gd name="T16" fmla="*/ 0 w 1959"/>
                    <a:gd name="T17" fmla="*/ 0 h 2015"/>
                    <a:gd name="T18" fmla="*/ 0 w 1959"/>
                    <a:gd name="T19" fmla="*/ 0 h 2015"/>
                    <a:gd name="T20" fmla="*/ 0 w 1959"/>
                    <a:gd name="T21" fmla="*/ 0 h 2015"/>
                    <a:gd name="T22" fmla="*/ 0 w 1959"/>
                    <a:gd name="T23" fmla="*/ 0 h 2015"/>
                    <a:gd name="T24" fmla="*/ 0 w 1959"/>
                    <a:gd name="T25" fmla="*/ 0 h 2015"/>
                    <a:gd name="T26" fmla="*/ 0 w 1959"/>
                    <a:gd name="T27" fmla="*/ 0 h 2015"/>
                    <a:gd name="T28" fmla="*/ 0 w 1959"/>
                    <a:gd name="T29" fmla="*/ 0 h 2015"/>
                    <a:gd name="T30" fmla="*/ 0 w 1959"/>
                    <a:gd name="T31" fmla="*/ 0 h 2015"/>
                    <a:gd name="T32" fmla="*/ 0 w 1959"/>
                    <a:gd name="T33" fmla="*/ 0 h 2015"/>
                    <a:gd name="T34" fmla="*/ 0 w 1959"/>
                    <a:gd name="T35" fmla="*/ 0 h 2015"/>
                    <a:gd name="T36" fmla="*/ 0 w 1959"/>
                    <a:gd name="T37" fmla="*/ 0 h 2015"/>
                    <a:gd name="T38" fmla="*/ 0 w 1959"/>
                    <a:gd name="T39" fmla="*/ 0 h 2015"/>
                    <a:gd name="T40" fmla="*/ 0 w 1959"/>
                    <a:gd name="T41" fmla="*/ 0 h 2015"/>
                    <a:gd name="T42" fmla="*/ 0 w 1959"/>
                    <a:gd name="T43" fmla="*/ 0 h 2015"/>
                    <a:gd name="T44" fmla="*/ 0 w 1959"/>
                    <a:gd name="T45" fmla="*/ 0 h 2015"/>
                    <a:gd name="T46" fmla="*/ 0 w 1959"/>
                    <a:gd name="T47" fmla="*/ 0 h 2015"/>
                    <a:gd name="T48" fmla="*/ 0 w 1959"/>
                    <a:gd name="T49" fmla="*/ 0 h 2015"/>
                    <a:gd name="T50" fmla="*/ 0 w 1959"/>
                    <a:gd name="T51" fmla="*/ 0 h 2015"/>
                    <a:gd name="T52" fmla="*/ 0 w 1959"/>
                    <a:gd name="T53" fmla="*/ 0 h 2015"/>
                    <a:gd name="T54" fmla="*/ 0 w 1959"/>
                    <a:gd name="T55" fmla="*/ 0 h 2015"/>
                    <a:gd name="T56" fmla="*/ 0 w 1959"/>
                    <a:gd name="T57" fmla="*/ 0 h 2015"/>
                    <a:gd name="T58" fmla="*/ 0 w 1959"/>
                    <a:gd name="T59" fmla="*/ 0 h 2015"/>
                    <a:gd name="T60" fmla="*/ 0 w 1959"/>
                    <a:gd name="T61" fmla="*/ 0 h 2015"/>
                    <a:gd name="T62" fmla="*/ 0 w 1959"/>
                    <a:gd name="T63" fmla="*/ 0 h 2015"/>
                    <a:gd name="T64" fmla="*/ 0 w 1959"/>
                    <a:gd name="T65" fmla="*/ 0 h 2015"/>
                    <a:gd name="T66" fmla="*/ 0 w 1959"/>
                    <a:gd name="T67" fmla="*/ 0 h 2015"/>
                    <a:gd name="T68" fmla="*/ 0 w 1959"/>
                    <a:gd name="T69" fmla="*/ 0 h 2015"/>
                    <a:gd name="T70" fmla="*/ 0 w 1959"/>
                    <a:gd name="T71" fmla="*/ 0 h 2015"/>
                    <a:gd name="T72" fmla="*/ 0 w 1959"/>
                    <a:gd name="T73" fmla="*/ 0 h 2015"/>
                    <a:gd name="T74" fmla="*/ 0 w 1959"/>
                    <a:gd name="T75" fmla="*/ 0 h 2015"/>
                    <a:gd name="T76" fmla="*/ 0 w 1959"/>
                    <a:gd name="T77" fmla="*/ 0 h 2015"/>
                    <a:gd name="T78" fmla="*/ 0 w 1959"/>
                    <a:gd name="T79" fmla="*/ 0 h 2015"/>
                    <a:gd name="T80" fmla="*/ 0 w 1959"/>
                    <a:gd name="T81" fmla="*/ 0 h 2015"/>
                    <a:gd name="T82" fmla="*/ 0 w 1959"/>
                    <a:gd name="T83" fmla="*/ 0 h 2015"/>
                    <a:gd name="T84" fmla="*/ 0 w 1959"/>
                    <a:gd name="T85" fmla="*/ 0 h 2015"/>
                    <a:gd name="T86" fmla="*/ 0 w 1959"/>
                    <a:gd name="T87" fmla="*/ 0 h 2015"/>
                    <a:gd name="T88" fmla="*/ 0 w 1959"/>
                    <a:gd name="T89" fmla="*/ 0 h 2015"/>
                    <a:gd name="T90" fmla="*/ 0 w 1959"/>
                    <a:gd name="T91" fmla="*/ 0 h 2015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959"/>
                    <a:gd name="T139" fmla="*/ 0 h 2015"/>
                    <a:gd name="T140" fmla="*/ 1959 w 1959"/>
                    <a:gd name="T141" fmla="*/ 2015 h 2015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959" h="2015">
                      <a:moveTo>
                        <a:pt x="1701" y="1983"/>
                      </a:moveTo>
                      <a:lnTo>
                        <a:pt x="1633" y="2015"/>
                      </a:lnTo>
                      <a:lnTo>
                        <a:pt x="1544" y="2015"/>
                      </a:lnTo>
                      <a:lnTo>
                        <a:pt x="1451" y="1995"/>
                      </a:lnTo>
                      <a:lnTo>
                        <a:pt x="1350" y="1965"/>
                      </a:lnTo>
                      <a:lnTo>
                        <a:pt x="1230" y="1914"/>
                      </a:lnTo>
                      <a:lnTo>
                        <a:pt x="1111" y="1857"/>
                      </a:lnTo>
                      <a:lnTo>
                        <a:pt x="986" y="1777"/>
                      </a:lnTo>
                      <a:lnTo>
                        <a:pt x="866" y="1675"/>
                      </a:lnTo>
                      <a:lnTo>
                        <a:pt x="735" y="1575"/>
                      </a:lnTo>
                      <a:lnTo>
                        <a:pt x="621" y="1462"/>
                      </a:lnTo>
                      <a:lnTo>
                        <a:pt x="490" y="1344"/>
                      </a:lnTo>
                      <a:lnTo>
                        <a:pt x="390" y="1223"/>
                      </a:lnTo>
                      <a:lnTo>
                        <a:pt x="289" y="1092"/>
                      </a:lnTo>
                      <a:lnTo>
                        <a:pt x="207" y="966"/>
                      </a:lnTo>
                      <a:lnTo>
                        <a:pt x="139" y="841"/>
                      </a:lnTo>
                      <a:lnTo>
                        <a:pt x="75" y="723"/>
                      </a:lnTo>
                      <a:lnTo>
                        <a:pt x="38" y="614"/>
                      </a:lnTo>
                      <a:lnTo>
                        <a:pt x="5" y="514"/>
                      </a:lnTo>
                      <a:lnTo>
                        <a:pt x="0" y="421"/>
                      </a:lnTo>
                      <a:lnTo>
                        <a:pt x="13" y="340"/>
                      </a:lnTo>
                      <a:lnTo>
                        <a:pt x="38" y="283"/>
                      </a:lnTo>
                      <a:lnTo>
                        <a:pt x="63" y="233"/>
                      </a:lnTo>
                      <a:lnTo>
                        <a:pt x="302" y="0"/>
                      </a:lnTo>
                      <a:lnTo>
                        <a:pt x="282" y="56"/>
                      </a:lnTo>
                      <a:lnTo>
                        <a:pt x="257" y="138"/>
                      </a:lnTo>
                      <a:lnTo>
                        <a:pt x="270" y="233"/>
                      </a:lnTo>
                      <a:lnTo>
                        <a:pt x="302" y="333"/>
                      </a:lnTo>
                      <a:lnTo>
                        <a:pt x="332" y="439"/>
                      </a:lnTo>
                      <a:lnTo>
                        <a:pt x="402" y="559"/>
                      </a:lnTo>
                      <a:lnTo>
                        <a:pt x="470" y="684"/>
                      </a:lnTo>
                      <a:lnTo>
                        <a:pt x="553" y="811"/>
                      </a:lnTo>
                      <a:lnTo>
                        <a:pt x="652" y="936"/>
                      </a:lnTo>
                      <a:lnTo>
                        <a:pt x="753" y="1060"/>
                      </a:lnTo>
                      <a:lnTo>
                        <a:pt x="885" y="1172"/>
                      </a:lnTo>
                      <a:lnTo>
                        <a:pt x="998" y="1294"/>
                      </a:lnTo>
                      <a:lnTo>
                        <a:pt x="1130" y="1394"/>
                      </a:lnTo>
                      <a:lnTo>
                        <a:pt x="1250" y="1494"/>
                      </a:lnTo>
                      <a:lnTo>
                        <a:pt x="1375" y="1568"/>
                      </a:lnTo>
                      <a:lnTo>
                        <a:pt x="1494" y="1630"/>
                      </a:lnTo>
                      <a:lnTo>
                        <a:pt x="1612" y="1675"/>
                      </a:lnTo>
                      <a:lnTo>
                        <a:pt x="1713" y="1713"/>
                      </a:lnTo>
                      <a:lnTo>
                        <a:pt x="1801" y="1725"/>
                      </a:lnTo>
                      <a:lnTo>
                        <a:pt x="1889" y="1725"/>
                      </a:lnTo>
                      <a:lnTo>
                        <a:pt x="1959" y="1706"/>
                      </a:lnTo>
                      <a:lnTo>
                        <a:pt x="1701" y="19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6" name="Freeform 200">
                  <a:extLst>
                    <a:ext uri="{FF2B5EF4-FFF2-40B4-BE49-F238E27FC236}">
                      <a16:creationId xmlns:a16="http://schemas.microsoft.com/office/drawing/2014/main" id="{D38CE466-DD09-9445-A3F9-DA3303AEC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7" y="1100"/>
                  <a:ext cx="106" cy="107"/>
                </a:xfrm>
                <a:custGeom>
                  <a:avLst/>
                  <a:gdLst>
                    <a:gd name="T0" fmla="*/ 0 w 1795"/>
                    <a:gd name="T1" fmla="*/ 0 h 1818"/>
                    <a:gd name="T2" fmla="*/ 0 w 1795"/>
                    <a:gd name="T3" fmla="*/ 0 h 1818"/>
                    <a:gd name="T4" fmla="*/ 0 w 1795"/>
                    <a:gd name="T5" fmla="*/ 0 h 1818"/>
                    <a:gd name="T6" fmla="*/ 0 w 1795"/>
                    <a:gd name="T7" fmla="*/ 0 h 1818"/>
                    <a:gd name="T8" fmla="*/ 0 w 1795"/>
                    <a:gd name="T9" fmla="*/ 0 h 1818"/>
                    <a:gd name="T10" fmla="*/ 0 w 1795"/>
                    <a:gd name="T11" fmla="*/ 0 h 1818"/>
                    <a:gd name="T12" fmla="*/ 0 w 1795"/>
                    <a:gd name="T13" fmla="*/ 0 h 1818"/>
                    <a:gd name="T14" fmla="*/ 0 w 1795"/>
                    <a:gd name="T15" fmla="*/ 0 h 1818"/>
                    <a:gd name="T16" fmla="*/ 0 w 1795"/>
                    <a:gd name="T17" fmla="*/ 0 h 1818"/>
                    <a:gd name="T18" fmla="*/ 0 w 1795"/>
                    <a:gd name="T19" fmla="*/ 0 h 1818"/>
                    <a:gd name="T20" fmla="*/ 0 w 1795"/>
                    <a:gd name="T21" fmla="*/ 0 h 1818"/>
                    <a:gd name="T22" fmla="*/ 0 w 1795"/>
                    <a:gd name="T23" fmla="*/ 0 h 1818"/>
                    <a:gd name="T24" fmla="*/ 0 w 1795"/>
                    <a:gd name="T25" fmla="*/ 0 h 1818"/>
                    <a:gd name="T26" fmla="*/ 0 w 1795"/>
                    <a:gd name="T27" fmla="*/ 0 h 1818"/>
                    <a:gd name="T28" fmla="*/ 0 w 1795"/>
                    <a:gd name="T29" fmla="*/ 0 h 1818"/>
                    <a:gd name="T30" fmla="*/ 0 w 1795"/>
                    <a:gd name="T31" fmla="*/ 0 h 1818"/>
                    <a:gd name="T32" fmla="*/ 0 w 1795"/>
                    <a:gd name="T33" fmla="*/ 0 h 1818"/>
                    <a:gd name="T34" fmla="*/ 0 w 1795"/>
                    <a:gd name="T35" fmla="*/ 0 h 1818"/>
                    <a:gd name="T36" fmla="*/ 0 w 1795"/>
                    <a:gd name="T37" fmla="*/ 0 h 1818"/>
                    <a:gd name="T38" fmla="*/ 0 w 1795"/>
                    <a:gd name="T39" fmla="*/ 0 h 1818"/>
                    <a:gd name="T40" fmla="*/ 0 w 1795"/>
                    <a:gd name="T41" fmla="*/ 0 h 1818"/>
                    <a:gd name="T42" fmla="*/ 0 w 1795"/>
                    <a:gd name="T43" fmla="*/ 0 h 1818"/>
                    <a:gd name="T44" fmla="*/ 0 w 1795"/>
                    <a:gd name="T45" fmla="*/ 0 h 1818"/>
                    <a:gd name="T46" fmla="*/ 0 w 1795"/>
                    <a:gd name="T47" fmla="*/ 0 h 1818"/>
                    <a:gd name="T48" fmla="*/ 0 w 1795"/>
                    <a:gd name="T49" fmla="*/ 0 h 1818"/>
                    <a:gd name="T50" fmla="*/ 0 w 1795"/>
                    <a:gd name="T51" fmla="*/ 0 h 1818"/>
                    <a:gd name="T52" fmla="*/ 0 w 1795"/>
                    <a:gd name="T53" fmla="*/ 0 h 1818"/>
                    <a:gd name="T54" fmla="*/ 0 w 1795"/>
                    <a:gd name="T55" fmla="*/ 0 h 1818"/>
                    <a:gd name="T56" fmla="*/ 0 w 1795"/>
                    <a:gd name="T57" fmla="*/ 0 h 1818"/>
                    <a:gd name="T58" fmla="*/ 0 w 1795"/>
                    <a:gd name="T59" fmla="*/ 0 h 1818"/>
                    <a:gd name="T60" fmla="*/ 0 w 1795"/>
                    <a:gd name="T61" fmla="*/ 0 h 1818"/>
                    <a:gd name="T62" fmla="*/ 0 w 1795"/>
                    <a:gd name="T63" fmla="*/ 0 h 1818"/>
                    <a:gd name="T64" fmla="*/ 0 w 1795"/>
                    <a:gd name="T65" fmla="*/ 0 h 1818"/>
                    <a:gd name="T66" fmla="*/ 0 w 1795"/>
                    <a:gd name="T67" fmla="*/ 0 h 1818"/>
                    <a:gd name="T68" fmla="*/ 0 w 1795"/>
                    <a:gd name="T69" fmla="*/ 0 h 1818"/>
                    <a:gd name="T70" fmla="*/ 0 w 1795"/>
                    <a:gd name="T71" fmla="*/ 0 h 1818"/>
                    <a:gd name="T72" fmla="*/ 0 w 1795"/>
                    <a:gd name="T73" fmla="*/ 0 h 1818"/>
                    <a:gd name="T74" fmla="*/ 0 w 1795"/>
                    <a:gd name="T75" fmla="*/ 0 h 1818"/>
                    <a:gd name="T76" fmla="*/ 0 w 1795"/>
                    <a:gd name="T77" fmla="*/ 0 h 1818"/>
                    <a:gd name="T78" fmla="*/ 0 w 1795"/>
                    <a:gd name="T79" fmla="*/ 0 h 1818"/>
                    <a:gd name="T80" fmla="*/ 0 w 1795"/>
                    <a:gd name="T81" fmla="*/ 0 h 1818"/>
                    <a:gd name="T82" fmla="*/ 0 w 1795"/>
                    <a:gd name="T83" fmla="*/ 0 h 1818"/>
                    <a:gd name="T84" fmla="*/ 0 w 1795"/>
                    <a:gd name="T85" fmla="*/ 0 h 1818"/>
                    <a:gd name="T86" fmla="*/ 0 w 1795"/>
                    <a:gd name="T87" fmla="*/ 0 h 1818"/>
                    <a:gd name="T88" fmla="*/ 0 w 1795"/>
                    <a:gd name="T89" fmla="*/ 0 h 1818"/>
                    <a:gd name="T90" fmla="*/ 0 w 1795"/>
                    <a:gd name="T91" fmla="*/ 0 h 181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795"/>
                    <a:gd name="T139" fmla="*/ 0 h 1818"/>
                    <a:gd name="T140" fmla="*/ 1795 w 1795"/>
                    <a:gd name="T141" fmla="*/ 1818 h 181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795" h="1818">
                      <a:moveTo>
                        <a:pt x="1745" y="1768"/>
                      </a:moveTo>
                      <a:lnTo>
                        <a:pt x="1783" y="1713"/>
                      </a:lnTo>
                      <a:lnTo>
                        <a:pt x="1795" y="1650"/>
                      </a:lnTo>
                      <a:lnTo>
                        <a:pt x="1795" y="1562"/>
                      </a:lnTo>
                      <a:lnTo>
                        <a:pt x="1783" y="1468"/>
                      </a:lnTo>
                      <a:lnTo>
                        <a:pt x="1745" y="1361"/>
                      </a:lnTo>
                      <a:lnTo>
                        <a:pt x="1700" y="1242"/>
                      </a:lnTo>
                      <a:lnTo>
                        <a:pt x="1631" y="1124"/>
                      </a:lnTo>
                      <a:lnTo>
                        <a:pt x="1556" y="999"/>
                      </a:lnTo>
                      <a:lnTo>
                        <a:pt x="1461" y="878"/>
                      </a:lnTo>
                      <a:lnTo>
                        <a:pt x="1355" y="740"/>
                      </a:lnTo>
                      <a:lnTo>
                        <a:pt x="1243" y="634"/>
                      </a:lnTo>
                      <a:lnTo>
                        <a:pt x="1129" y="503"/>
                      </a:lnTo>
                      <a:lnTo>
                        <a:pt x="996" y="395"/>
                      </a:lnTo>
                      <a:lnTo>
                        <a:pt x="878" y="294"/>
                      </a:lnTo>
                      <a:lnTo>
                        <a:pt x="752" y="214"/>
                      </a:lnTo>
                      <a:lnTo>
                        <a:pt x="626" y="138"/>
                      </a:lnTo>
                      <a:lnTo>
                        <a:pt x="508" y="76"/>
                      </a:lnTo>
                      <a:lnTo>
                        <a:pt x="400" y="33"/>
                      </a:lnTo>
                      <a:lnTo>
                        <a:pt x="307" y="13"/>
                      </a:lnTo>
                      <a:lnTo>
                        <a:pt x="219" y="0"/>
                      </a:lnTo>
                      <a:lnTo>
                        <a:pt x="143" y="20"/>
                      </a:lnTo>
                      <a:lnTo>
                        <a:pt x="80" y="51"/>
                      </a:lnTo>
                      <a:lnTo>
                        <a:pt x="25" y="94"/>
                      </a:lnTo>
                      <a:lnTo>
                        <a:pt x="12" y="156"/>
                      </a:lnTo>
                      <a:lnTo>
                        <a:pt x="0" y="232"/>
                      </a:lnTo>
                      <a:lnTo>
                        <a:pt x="5" y="327"/>
                      </a:lnTo>
                      <a:lnTo>
                        <a:pt x="25" y="420"/>
                      </a:lnTo>
                      <a:lnTo>
                        <a:pt x="68" y="528"/>
                      </a:lnTo>
                      <a:lnTo>
                        <a:pt x="130" y="652"/>
                      </a:lnTo>
                      <a:lnTo>
                        <a:pt x="200" y="784"/>
                      </a:lnTo>
                      <a:lnTo>
                        <a:pt x="287" y="903"/>
                      </a:lnTo>
                      <a:lnTo>
                        <a:pt x="388" y="1029"/>
                      </a:lnTo>
                      <a:lnTo>
                        <a:pt x="488" y="1155"/>
                      </a:lnTo>
                      <a:lnTo>
                        <a:pt x="608" y="1280"/>
                      </a:lnTo>
                      <a:lnTo>
                        <a:pt x="735" y="1386"/>
                      </a:lnTo>
                      <a:lnTo>
                        <a:pt x="860" y="1486"/>
                      </a:lnTo>
                      <a:lnTo>
                        <a:pt x="991" y="1594"/>
                      </a:lnTo>
                      <a:lnTo>
                        <a:pt x="1116" y="1663"/>
                      </a:lnTo>
                      <a:lnTo>
                        <a:pt x="1235" y="1725"/>
                      </a:lnTo>
                      <a:lnTo>
                        <a:pt x="1336" y="1775"/>
                      </a:lnTo>
                      <a:lnTo>
                        <a:pt x="1456" y="1806"/>
                      </a:lnTo>
                      <a:lnTo>
                        <a:pt x="1544" y="1818"/>
                      </a:lnTo>
                      <a:lnTo>
                        <a:pt x="1624" y="1818"/>
                      </a:lnTo>
                      <a:lnTo>
                        <a:pt x="1695" y="1793"/>
                      </a:lnTo>
                      <a:lnTo>
                        <a:pt x="1745" y="176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7" name="Freeform 201">
                  <a:extLst>
                    <a:ext uri="{FF2B5EF4-FFF2-40B4-BE49-F238E27FC236}">
                      <a16:creationId xmlns:a16="http://schemas.microsoft.com/office/drawing/2014/main" id="{661199D6-F797-D242-9712-2A04791D5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1035"/>
                  <a:ext cx="116" cy="116"/>
                </a:xfrm>
                <a:custGeom>
                  <a:avLst/>
                  <a:gdLst>
                    <a:gd name="T0" fmla="*/ 0 w 1978"/>
                    <a:gd name="T1" fmla="*/ 0 h 1995"/>
                    <a:gd name="T2" fmla="*/ 0 w 1978"/>
                    <a:gd name="T3" fmla="*/ 0 h 1995"/>
                    <a:gd name="T4" fmla="*/ 0 w 1978"/>
                    <a:gd name="T5" fmla="*/ 0 h 1995"/>
                    <a:gd name="T6" fmla="*/ 0 w 1978"/>
                    <a:gd name="T7" fmla="*/ 0 h 1995"/>
                    <a:gd name="T8" fmla="*/ 0 w 1978"/>
                    <a:gd name="T9" fmla="*/ 0 h 1995"/>
                    <a:gd name="T10" fmla="*/ 0 w 1978"/>
                    <a:gd name="T11" fmla="*/ 0 h 1995"/>
                    <a:gd name="T12" fmla="*/ 0 w 1978"/>
                    <a:gd name="T13" fmla="*/ 0 h 1995"/>
                    <a:gd name="T14" fmla="*/ 0 w 1978"/>
                    <a:gd name="T15" fmla="*/ 0 h 1995"/>
                    <a:gd name="T16" fmla="*/ 0 w 1978"/>
                    <a:gd name="T17" fmla="*/ 0 h 1995"/>
                    <a:gd name="T18" fmla="*/ 0 w 1978"/>
                    <a:gd name="T19" fmla="*/ 0 h 1995"/>
                    <a:gd name="T20" fmla="*/ 0 w 1978"/>
                    <a:gd name="T21" fmla="*/ 0 h 1995"/>
                    <a:gd name="T22" fmla="*/ 0 w 1978"/>
                    <a:gd name="T23" fmla="*/ 0 h 1995"/>
                    <a:gd name="T24" fmla="*/ 0 w 1978"/>
                    <a:gd name="T25" fmla="*/ 0 h 1995"/>
                    <a:gd name="T26" fmla="*/ 0 w 1978"/>
                    <a:gd name="T27" fmla="*/ 0 h 1995"/>
                    <a:gd name="T28" fmla="*/ 0 w 1978"/>
                    <a:gd name="T29" fmla="*/ 0 h 1995"/>
                    <a:gd name="T30" fmla="*/ 0 w 1978"/>
                    <a:gd name="T31" fmla="*/ 0 h 1995"/>
                    <a:gd name="T32" fmla="*/ 0 w 1978"/>
                    <a:gd name="T33" fmla="*/ 0 h 1995"/>
                    <a:gd name="T34" fmla="*/ 0 w 1978"/>
                    <a:gd name="T35" fmla="*/ 0 h 1995"/>
                    <a:gd name="T36" fmla="*/ 0 w 1978"/>
                    <a:gd name="T37" fmla="*/ 0 h 1995"/>
                    <a:gd name="T38" fmla="*/ 0 w 1978"/>
                    <a:gd name="T39" fmla="*/ 0 h 1995"/>
                    <a:gd name="T40" fmla="*/ 0 w 1978"/>
                    <a:gd name="T41" fmla="*/ 0 h 1995"/>
                    <a:gd name="T42" fmla="*/ 0 w 1978"/>
                    <a:gd name="T43" fmla="*/ 0 h 1995"/>
                    <a:gd name="T44" fmla="*/ 0 w 1978"/>
                    <a:gd name="T45" fmla="*/ 0 h 1995"/>
                    <a:gd name="T46" fmla="*/ 0 w 1978"/>
                    <a:gd name="T47" fmla="*/ 0 h 1995"/>
                    <a:gd name="T48" fmla="*/ 0 w 1978"/>
                    <a:gd name="T49" fmla="*/ 0 h 1995"/>
                    <a:gd name="T50" fmla="*/ 0 w 1978"/>
                    <a:gd name="T51" fmla="*/ 0 h 1995"/>
                    <a:gd name="T52" fmla="*/ 0 w 1978"/>
                    <a:gd name="T53" fmla="*/ 0 h 1995"/>
                    <a:gd name="T54" fmla="*/ 0 w 1978"/>
                    <a:gd name="T55" fmla="*/ 0 h 1995"/>
                    <a:gd name="T56" fmla="*/ 0 w 1978"/>
                    <a:gd name="T57" fmla="*/ 0 h 1995"/>
                    <a:gd name="T58" fmla="*/ 0 w 1978"/>
                    <a:gd name="T59" fmla="*/ 0 h 1995"/>
                    <a:gd name="T60" fmla="*/ 0 w 1978"/>
                    <a:gd name="T61" fmla="*/ 0 h 1995"/>
                    <a:gd name="T62" fmla="*/ 0 w 1978"/>
                    <a:gd name="T63" fmla="*/ 0 h 1995"/>
                    <a:gd name="T64" fmla="*/ 0 w 1978"/>
                    <a:gd name="T65" fmla="*/ 0 h 1995"/>
                    <a:gd name="T66" fmla="*/ 0 w 1978"/>
                    <a:gd name="T67" fmla="*/ 0 h 1995"/>
                    <a:gd name="T68" fmla="*/ 0 w 1978"/>
                    <a:gd name="T69" fmla="*/ 0 h 1995"/>
                    <a:gd name="T70" fmla="*/ 0 w 1978"/>
                    <a:gd name="T71" fmla="*/ 0 h 1995"/>
                    <a:gd name="T72" fmla="*/ 0 w 1978"/>
                    <a:gd name="T73" fmla="*/ 0 h 1995"/>
                    <a:gd name="T74" fmla="*/ 0 w 1978"/>
                    <a:gd name="T75" fmla="*/ 0 h 1995"/>
                    <a:gd name="T76" fmla="*/ 0 w 1978"/>
                    <a:gd name="T77" fmla="*/ 0 h 1995"/>
                    <a:gd name="T78" fmla="*/ 0 w 1978"/>
                    <a:gd name="T79" fmla="*/ 0 h 1995"/>
                    <a:gd name="T80" fmla="*/ 0 w 1978"/>
                    <a:gd name="T81" fmla="*/ 0 h 1995"/>
                    <a:gd name="T82" fmla="*/ 0 w 1978"/>
                    <a:gd name="T83" fmla="*/ 0 h 1995"/>
                    <a:gd name="T84" fmla="*/ 0 w 1978"/>
                    <a:gd name="T85" fmla="*/ 0 h 199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978"/>
                    <a:gd name="T130" fmla="*/ 0 h 1995"/>
                    <a:gd name="T131" fmla="*/ 1978 w 1978"/>
                    <a:gd name="T132" fmla="*/ 1995 h 199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978" h="1995">
                      <a:moveTo>
                        <a:pt x="1659" y="1683"/>
                      </a:moveTo>
                      <a:lnTo>
                        <a:pt x="1760" y="1557"/>
                      </a:lnTo>
                      <a:lnTo>
                        <a:pt x="1841" y="1424"/>
                      </a:lnTo>
                      <a:lnTo>
                        <a:pt x="1916" y="1286"/>
                      </a:lnTo>
                      <a:lnTo>
                        <a:pt x="1959" y="1143"/>
                      </a:lnTo>
                      <a:lnTo>
                        <a:pt x="1978" y="991"/>
                      </a:lnTo>
                      <a:lnTo>
                        <a:pt x="1978" y="836"/>
                      </a:lnTo>
                      <a:lnTo>
                        <a:pt x="1953" y="698"/>
                      </a:lnTo>
                      <a:lnTo>
                        <a:pt x="1916" y="553"/>
                      </a:lnTo>
                      <a:lnTo>
                        <a:pt x="1833" y="428"/>
                      </a:lnTo>
                      <a:lnTo>
                        <a:pt x="1760" y="308"/>
                      </a:lnTo>
                      <a:lnTo>
                        <a:pt x="1659" y="215"/>
                      </a:lnTo>
                      <a:lnTo>
                        <a:pt x="1539" y="134"/>
                      </a:lnTo>
                      <a:lnTo>
                        <a:pt x="1408" y="64"/>
                      </a:lnTo>
                      <a:lnTo>
                        <a:pt x="1270" y="26"/>
                      </a:lnTo>
                      <a:lnTo>
                        <a:pt x="1131" y="0"/>
                      </a:lnTo>
                      <a:lnTo>
                        <a:pt x="973" y="8"/>
                      </a:lnTo>
                      <a:lnTo>
                        <a:pt x="824" y="26"/>
                      </a:lnTo>
                      <a:lnTo>
                        <a:pt x="685" y="77"/>
                      </a:lnTo>
                      <a:lnTo>
                        <a:pt x="540" y="152"/>
                      </a:lnTo>
                      <a:lnTo>
                        <a:pt x="415" y="233"/>
                      </a:lnTo>
                      <a:lnTo>
                        <a:pt x="297" y="333"/>
                      </a:lnTo>
                      <a:lnTo>
                        <a:pt x="202" y="466"/>
                      </a:lnTo>
                      <a:lnTo>
                        <a:pt x="125" y="585"/>
                      </a:lnTo>
                      <a:lnTo>
                        <a:pt x="57" y="728"/>
                      </a:lnTo>
                      <a:lnTo>
                        <a:pt x="20" y="879"/>
                      </a:lnTo>
                      <a:lnTo>
                        <a:pt x="0" y="1036"/>
                      </a:lnTo>
                      <a:lnTo>
                        <a:pt x="0" y="1181"/>
                      </a:lnTo>
                      <a:lnTo>
                        <a:pt x="25" y="1324"/>
                      </a:lnTo>
                      <a:lnTo>
                        <a:pt x="82" y="1462"/>
                      </a:lnTo>
                      <a:lnTo>
                        <a:pt x="145" y="1588"/>
                      </a:lnTo>
                      <a:lnTo>
                        <a:pt x="234" y="1708"/>
                      </a:lnTo>
                      <a:lnTo>
                        <a:pt x="340" y="1802"/>
                      </a:lnTo>
                      <a:lnTo>
                        <a:pt x="472" y="1882"/>
                      </a:lnTo>
                      <a:lnTo>
                        <a:pt x="590" y="1945"/>
                      </a:lnTo>
                      <a:lnTo>
                        <a:pt x="729" y="1970"/>
                      </a:lnTo>
                      <a:lnTo>
                        <a:pt x="880" y="1995"/>
                      </a:lnTo>
                      <a:lnTo>
                        <a:pt x="1018" y="1990"/>
                      </a:lnTo>
                      <a:lnTo>
                        <a:pt x="1174" y="1952"/>
                      </a:lnTo>
                      <a:lnTo>
                        <a:pt x="1320" y="1914"/>
                      </a:lnTo>
                      <a:lnTo>
                        <a:pt x="1458" y="1845"/>
                      </a:lnTo>
                      <a:lnTo>
                        <a:pt x="1576" y="1751"/>
                      </a:lnTo>
                      <a:lnTo>
                        <a:pt x="1659" y="16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8" name="Line 202">
                  <a:extLst>
                    <a:ext uri="{FF2B5EF4-FFF2-40B4-BE49-F238E27FC236}">
                      <a16:creationId xmlns:a16="http://schemas.microsoft.com/office/drawing/2014/main" id="{FB53AC18-9116-4D49-9757-15835F672E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9" y="1049"/>
                  <a:ext cx="87" cy="8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9" name="Freeform 203">
                  <a:extLst>
                    <a:ext uri="{FF2B5EF4-FFF2-40B4-BE49-F238E27FC236}">
                      <a16:creationId xmlns:a16="http://schemas.microsoft.com/office/drawing/2014/main" id="{3F38A83F-4020-C54F-9CDE-02369AB167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9" y="1042"/>
                  <a:ext cx="24" cy="94"/>
                </a:xfrm>
                <a:custGeom>
                  <a:avLst/>
                  <a:gdLst>
                    <a:gd name="T0" fmla="*/ 0 w 427"/>
                    <a:gd name="T1" fmla="*/ 0 h 1604"/>
                    <a:gd name="T2" fmla="*/ 0 w 427"/>
                    <a:gd name="T3" fmla="*/ 0 h 1604"/>
                    <a:gd name="T4" fmla="*/ 0 w 427"/>
                    <a:gd name="T5" fmla="*/ 0 h 1604"/>
                    <a:gd name="T6" fmla="*/ 0 w 427"/>
                    <a:gd name="T7" fmla="*/ 0 h 1604"/>
                    <a:gd name="T8" fmla="*/ 0 w 427"/>
                    <a:gd name="T9" fmla="*/ 0 h 1604"/>
                    <a:gd name="T10" fmla="*/ 0 w 427"/>
                    <a:gd name="T11" fmla="*/ 0 h 1604"/>
                    <a:gd name="T12" fmla="*/ 0 w 427"/>
                    <a:gd name="T13" fmla="*/ 0 h 1604"/>
                    <a:gd name="T14" fmla="*/ 0 w 427"/>
                    <a:gd name="T15" fmla="*/ 0 h 1604"/>
                    <a:gd name="T16" fmla="*/ 0 w 427"/>
                    <a:gd name="T17" fmla="*/ 0 h 1604"/>
                    <a:gd name="T18" fmla="*/ 0 w 427"/>
                    <a:gd name="T19" fmla="*/ 0 h 16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7"/>
                    <a:gd name="T31" fmla="*/ 0 h 1604"/>
                    <a:gd name="T32" fmla="*/ 427 w 427"/>
                    <a:gd name="T33" fmla="*/ 1604 h 160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7" h="1604">
                      <a:moveTo>
                        <a:pt x="0" y="1604"/>
                      </a:moveTo>
                      <a:lnTo>
                        <a:pt x="119" y="1428"/>
                      </a:lnTo>
                      <a:lnTo>
                        <a:pt x="239" y="1252"/>
                      </a:lnTo>
                      <a:lnTo>
                        <a:pt x="319" y="1071"/>
                      </a:lnTo>
                      <a:lnTo>
                        <a:pt x="370" y="869"/>
                      </a:lnTo>
                      <a:lnTo>
                        <a:pt x="414" y="669"/>
                      </a:lnTo>
                      <a:lnTo>
                        <a:pt x="427" y="463"/>
                      </a:lnTo>
                      <a:lnTo>
                        <a:pt x="420" y="261"/>
                      </a:lnTo>
                      <a:lnTo>
                        <a:pt x="389" y="48"/>
                      </a:lnTo>
                      <a:lnTo>
                        <a:pt x="377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0" name="Freeform 204">
                  <a:extLst>
                    <a:ext uri="{FF2B5EF4-FFF2-40B4-BE49-F238E27FC236}">
                      <a16:creationId xmlns:a16="http://schemas.microsoft.com/office/drawing/2014/main" id="{9FC2B1A1-EF0B-AB4A-B5E3-A89D0984AE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9" y="1109"/>
                  <a:ext cx="94" cy="26"/>
                </a:xfrm>
                <a:custGeom>
                  <a:avLst/>
                  <a:gdLst>
                    <a:gd name="T0" fmla="*/ 0 w 1582"/>
                    <a:gd name="T1" fmla="*/ 0 h 427"/>
                    <a:gd name="T2" fmla="*/ 0 w 1582"/>
                    <a:gd name="T3" fmla="*/ 0 h 427"/>
                    <a:gd name="T4" fmla="*/ 0 w 1582"/>
                    <a:gd name="T5" fmla="*/ 0 h 427"/>
                    <a:gd name="T6" fmla="*/ 0 w 1582"/>
                    <a:gd name="T7" fmla="*/ 0 h 427"/>
                    <a:gd name="T8" fmla="*/ 0 w 1582"/>
                    <a:gd name="T9" fmla="*/ 0 h 427"/>
                    <a:gd name="T10" fmla="*/ 0 w 1582"/>
                    <a:gd name="T11" fmla="*/ 0 h 427"/>
                    <a:gd name="T12" fmla="*/ 0 w 1582"/>
                    <a:gd name="T13" fmla="*/ 0 h 427"/>
                    <a:gd name="T14" fmla="*/ 0 w 1582"/>
                    <a:gd name="T15" fmla="*/ 0 h 427"/>
                    <a:gd name="T16" fmla="*/ 0 w 1582"/>
                    <a:gd name="T17" fmla="*/ 0 h 427"/>
                    <a:gd name="T18" fmla="*/ 0 w 1582"/>
                    <a:gd name="T19" fmla="*/ 0 h 4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82"/>
                    <a:gd name="T31" fmla="*/ 0 h 427"/>
                    <a:gd name="T32" fmla="*/ 1582 w 1582"/>
                    <a:gd name="T33" fmla="*/ 427 h 4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82" h="427">
                      <a:moveTo>
                        <a:pt x="0" y="427"/>
                      </a:moveTo>
                      <a:lnTo>
                        <a:pt x="164" y="307"/>
                      </a:lnTo>
                      <a:lnTo>
                        <a:pt x="344" y="201"/>
                      </a:lnTo>
                      <a:lnTo>
                        <a:pt x="528" y="113"/>
                      </a:lnTo>
                      <a:lnTo>
                        <a:pt x="722" y="63"/>
                      </a:lnTo>
                      <a:lnTo>
                        <a:pt x="922" y="25"/>
                      </a:lnTo>
                      <a:lnTo>
                        <a:pt x="1124" y="0"/>
                      </a:lnTo>
                      <a:lnTo>
                        <a:pt x="1330" y="12"/>
                      </a:lnTo>
                      <a:lnTo>
                        <a:pt x="1532" y="43"/>
                      </a:lnTo>
                      <a:lnTo>
                        <a:pt x="1582" y="63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1" name="Freeform 205">
                  <a:extLst>
                    <a:ext uri="{FF2B5EF4-FFF2-40B4-BE49-F238E27FC236}">
                      <a16:creationId xmlns:a16="http://schemas.microsoft.com/office/drawing/2014/main" id="{CC8E1088-B3A8-5142-8F40-B9BA953D26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" y="1107"/>
                  <a:ext cx="80" cy="60"/>
                </a:xfrm>
                <a:custGeom>
                  <a:avLst/>
                  <a:gdLst>
                    <a:gd name="T0" fmla="*/ 0 w 1367"/>
                    <a:gd name="T1" fmla="*/ 0 h 991"/>
                    <a:gd name="T2" fmla="*/ 0 w 1367"/>
                    <a:gd name="T3" fmla="*/ 0 h 991"/>
                    <a:gd name="T4" fmla="*/ 0 w 1367"/>
                    <a:gd name="T5" fmla="*/ 0 h 991"/>
                    <a:gd name="T6" fmla="*/ 0 60000 65536"/>
                    <a:gd name="T7" fmla="*/ 0 60000 65536"/>
                    <a:gd name="T8" fmla="*/ 0 60000 65536"/>
                    <a:gd name="T9" fmla="*/ 0 w 1367"/>
                    <a:gd name="T10" fmla="*/ 0 h 991"/>
                    <a:gd name="T11" fmla="*/ 1367 w 1367"/>
                    <a:gd name="T12" fmla="*/ 991 h 99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67" h="991">
                      <a:moveTo>
                        <a:pt x="0" y="802"/>
                      </a:moveTo>
                      <a:lnTo>
                        <a:pt x="1337" y="991"/>
                      </a:lnTo>
                      <a:lnTo>
                        <a:pt x="1367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2" name="Freeform 206">
                  <a:extLst>
                    <a:ext uri="{FF2B5EF4-FFF2-40B4-BE49-F238E27FC236}">
                      <a16:creationId xmlns:a16="http://schemas.microsoft.com/office/drawing/2014/main" id="{BA82C847-10F6-AD48-BA44-7918E8CB2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912"/>
                  <a:ext cx="321" cy="243"/>
                </a:xfrm>
                <a:custGeom>
                  <a:avLst/>
                  <a:gdLst>
                    <a:gd name="T0" fmla="*/ 0 w 5449"/>
                    <a:gd name="T1" fmla="*/ 0 h 4152"/>
                    <a:gd name="T2" fmla="*/ 0 w 5449"/>
                    <a:gd name="T3" fmla="*/ 0 h 4152"/>
                    <a:gd name="T4" fmla="*/ 0 w 5449"/>
                    <a:gd name="T5" fmla="*/ 0 h 4152"/>
                    <a:gd name="T6" fmla="*/ 0 w 5449"/>
                    <a:gd name="T7" fmla="*/ 0 h 4152"/>
                    <a:gd name="T8" fmla="*/ 0 w 5449"/>
                    <a:gd name="T9" fmla="*/ 0 h 4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449"/>
                    <a:gd name="T16" fmla="*/ 0 h 4152"/>
                    <a:gd name="T17" fmla="*/ 5449 w 5449"/>
                    <a:gd name="T18" fmla="*/ 4152 h 41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449" h="4152">
                      <a:moveTo>
                        <a:pt x="5449" y="3350"/>
                      </a:moveTo>
                      <a:lnTo>
                        <a:pt x="4082" y="4152"/>
                      </a:lnTo>
                      <a:lnTo>
                        <a:pt x="0" y="32"/>
                      </a:lnTo>
                      <a:lnTo>
                        <a:pt x="2128" y="0"/>
                      </a:lnTo>
                      <a:lnTo>
                        <a:pt x="5449" y="33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3" name="Line 207">
                  <a:extLst>
                    <a:ext uri="{FF2B5EF4-FFF2-40B4-BE49-F238E27FC236}">
                      <a16:creationId xmlns:a16="http://schemas.microsoft.com/office/drawing/2014/main" id="{AE30F178-3CF9-2440-9738-D80281DD2D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908" y="915"/>
                  <a:ext cx="215" cy="21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4" name="Line 208">
                  <a:extLst>
                    <a:ext uri="{FF2B5EF4-FFF2-40B4-BE49-F238E27FC236}">
                      <a16:creationId xmlns:a16="http://schemas.microsoft.com/office/drawing/2014/main" id="{39B909AD-F8C8-8E4E-9089-88EABF0105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47" y="1080"/>
                  <a:ext cx="86" cy="4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5" name="Line 209">
                  <a:extLst>
                    <a:ext uri="{FF2B5EF4-FFF2-40B4-BE49-F238E27FC236}">
                      <a16:creationId xmlns:a16="http://schemas.microsoft.com/office/drawing/2014/main" id="{81F65673-59A1-2247-8FC0-7F246D91A5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12" y="1052"/>
                  <a:ext cx="93" cy="3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6" name="Line 210">
                  <a:extLst>
                    <a:ext uri="{FF2B5EF4-FFF2-40B4-BE49-F238E27FC236}">
                      <a16:creationId xmlns:a16="http://schemas.microsoft.com/office/drawing/2014/main" id="{42212F95-3CDF-BD4E-BC51-A38FA913D1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77" y="1024"/>
                  <a:ext cx="100" cy="28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7" name="Line 211">
                  <a:extLst>
                    <a:ext uri="{FF2B5EF4-FFF2-40B4-BE49-F238E27FC236}">
                      <a16:creationId xmlns:a16="http://schemas.microsoft.com/office/drawing/2014/main" id="{951EB48E-65D5-E54F-8643-24D1CBF47B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4" y="996"/>
                  <a:ext cx="105" cy="2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8" name="Line 212">
                  <a:extLst>
                    <a:ext uri="{FF2B5EF4-FFF2-40B4-BE49-F238E27FC236}">
                      <a16:creationId xmlns:a16="http://schemas.microsoft.com/office/drawing/2014/main" id="{A7E6FC31-46B0-6744-A1F3-D31893D092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09" y="968"/>
                  <a:ext cx="114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39" name="Line 213">
                  <a:extLst>
                    <a:ext uri="{FF2B5EF4-FFF2-40B4-BE49-F238E27FC236}">
                      <a16:creationId xmlns:a16="http://schemas.microsoft.com/office/drawing/2014/main" id="{2CCEF651-B95F-EA43-89E2-8703F92F59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75" y="940"/>
                  <a:ext cx="120" cy="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0" name="Freeform 214">
                  <a:extLst>
                    <a:ext uri="{FF2B5EF4-FFF2-40B4-BE49-F238E27FC236}">
                      <a16:creationId xmlns:a16="http://schemas.microsoft.com/office/drawing/2014/main" id="{5A33A7AB-5C8A-EE46-B9FE-673AEAE84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59" y="1262"/>
                  <a:ext cx="57" cy="81"/>
                </a:xfrm>
                <a:custGeom>
                  <a:avLst/>
                  <a:gdLst>
                    <a:gd name="T0" fmla="*/ 0 w 974"/>
                    <a:gd name="T1" fmla="*/ 0 h 1381"/>
                    <a:gd name="T2" fmla="*/ 0 w 974"/>
                    <a:gd name="T3" fmla="*/ 0 h 1381"/>
                    <a:gd name="T4" fmla="*/ 0 w 974"/>
                    <a:gd name="T5" fmla="*/ 0 h 1381"/>
                    <a:gd name="T6" fmla="*/ 0 60000 65536"/>
                    <a:gd name="T7" fmla="*/ 0 60000 65536"/>
                    <a:gd name="T8" fmla="*/ 0 60000 65536"/>
                    <a:gd name="T9" fmla="*/ 0 w 974"/>
                    <a:gd name="T10" fmla="*/ 0 h 1381"/>
                    <a:gd name="T11" fmla="*/ 974 w 974"/>
                    <a:gd name="T12" fmla="*/ 1381 h 13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974" h="1381">
                      <a:moveTo>
                        <a:pt x="189" y="1381"/>
                      </a:moveTo>
                      <a:lnTo>
                        <a:pt x="0" y="38"/>
                      </a:lnTo>
                      <a:lnTo>
                        <a:pt x="974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1" name="Freeform 215">
                  <a:extLst>
                    <a:ext uri="{FF2B5EF4-FFF2-40B4-BE49-F238E27FC236}">
                      <a16:creationId xmlns:a16="http://schemas.microsoft.com/office/drawing/2014/main" id="{D18B3EA3-9AF2-8A4B-8149-BB389011C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1" y="1262"/>
                  <a:ext cx="241" cy="322"/>
                </a:xfrm>
                <a:custGeom>
                  <a:avLst/>
                  <a:gdLst>
                    <a:gd name="T0" fmla="*/ 0 w 4098"/>
                    <a:gd name="T1" fmla="*/ 0 h 5508"/>
                    <a:gd name="T2" fmla="*/ 0 w 4098"/>
                    <a:gd name="T3" fmla="*/ 0 h 5508"/>
                    <a:gd name="T4" fmla="*/ 0 w 4098"/>
                    <a:gd name="T5" fmla="*/ 0 h 5508"/>
                    <a:gd name="T6" fmla="*/ 0 w 4098"/>
                    <a:gd name="T7" fmla="*/ 0 h 5508"/>
                    <a:gd name="T8" fmla="*/ 0 w 4098"/>
                    <a:gd name="T9" fmla="*/ 0 h 55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98"/>
                    <a:gd name="T16" fmla="*/ 0 h 5508"/>
                    <a:gd name="T17" fmla="*/ 4098 w 4098"/>
                    <a:gd name="T18" fmla="*/ 5508 h 55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98" h="5508">
                      <a:moveTo>
                        <a:pt x="785" y="0"/>
                      </a:moveTo>
                      <a:lnTo>
                        <a:pt x="0" y="1381"/>
                      </a:lnTo>
                      <a:lnTo>
                        <a:pt x="4078" y="5508"/>
                      </a:lnTo>
                      <a:lnTo>
                        <a:pt x="4098" y="3350"/>
                      </a:lnTo>
                      <a:lnTo>
                        <a:pt x="785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2" name="Line 216">
                  <a:extLst>
                    <a:ext uri="{FF2B5EF4-FFF2-40B4-BE49-F238E27FC236}">
                      <a16:creationId xmlns:a16="http://schemas.microsoft.com/office/drawing/2014/main" id="{91DC6184-ECCD-004D-8402-7741231086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6" y="1301"/>
                  <a:ext cx="213" cy="21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3" name="Line 217">
                  <a:extLst>
                    <a:ext uri="{FF2B5EF4-FFF2-40B4-BE49-F238E27FC236}">
                      <a16:creationId xmlns:a16="http://schemas.microsoft.com/office/drawing/2014/main" id="{947A320E-9A79-B944-88D1-DF7F203919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04" y="1290"/>
                  <a:ext cx="40" cy="88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4" name="Line 218">
                  <a:extLst>
                    <a:ext uri="{FF2B5EF4-FFF2-40B4-BE49-F238E27FC236}">
                      <a16:creationId xmlns:a16="http://schemas.microsoft.com/office/drawing/2014/main" id="{62FF49CB-D822-4B47-B318-3D6044D7F7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39" y="1319"/>
                  <a:ext cx="33" cy="9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5" name="Line 219">
                  <a:extLst>
                    <a:ext uri="{FF2B5EF4-FFF2-40B4-BE49-F238E27FC236}">
                      <a16:creationId xmlns:a16="http://schemas.microsoft.com/office/drawing/2014/main" id="{689BF873-3125-8445-B091-88C7295ED7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72" y="1347"/>
                  <a:ext cx="28" cy="10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6" name="Line 220">
                  <a:extLst>
                    <a:ext uri="{FF2B5EF4-FFF2-40B4-BE49-F238E27FC236}">
                      <a16:creationId xmlns:a16="http://schemas.microsoft.com/office/drawing/2014/main" id="{15648BF0-220D-4E4A-9195-38EF321DA7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07" y="1373"/>
                  <a:ext cx="21" cy="10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7" name="Line 221">
                  <a:extLst>
                    <a:ext uri="{FF2B5EF4-FFF2-40B4-BE49-F238E27FC236}">
                      <a16:creationId xmlns:a16="http://schemas.microsoft.com/office/drawing/2014/main" id="{7CF70888-3406-AF48-BDE1-10B4DD8468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40" y="1402"/>
                  <a:ext cx="16" cy="11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48" name="Line 222">
                  <a:extLst>
                    <a:ext uri="{FF2B5EF4-FFF2-40B4-BE49-F238E27FC236}">
                      <a16:creationId xmlns:a16="http://schemas.microsoft.com/office/drawing/2014/main" id="{9CB94FA0-8DAC-314A-BD2B-1C978FBD30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76" y="1430"/>
                  <a:ext cx="8" cy="1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28694" name="Group 223">
                <a:extLst>
                  <a:ext uri="{FF2B5EF4-FFF2-40B4-BE49-F238E27FC236}">
                    <a16:creationId xmlns:a16="http://schemas.microsoft.com/office/drawing/2014/main" id="{9E3817C8-D100-D34C-924A-B8EA0F50B9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4" y="97"/>
                <a:ext cx="691" cy="316"/>
                <a:chOff x="1680" y="528"/>
                <a:chExt cx="2016" cy="831"/>
              </a:xfrm>
            </p:grpSpPr>
            <p:sp>
              <p:nvSpPr>
                <p:cNvPr id="28909" name="Rectangle 224">
                  <a:extLst>
                    <a:ext uri="{FF2B5EF4-FFF2-40B4-BE49-F238E27FC236}">
                      <a16:creationId xmlns:a16="http://schemas.microsoft.com/office/drawing/2014/main" id="{032C6190-8C8C-FF45-B592-CC84930DE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" y="617"/>
                  <a:ext cx="522" cy="4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0" name="Rectangle 225">
                  <a:extLst>
                    <a:ext uri="{FF2B5EF4-FFF2-40B4-BE49-F238E27FC236}">
                      <a16:creationId xmlns:a16="http://schemas.microsoft.com/office/drawing/2014/main" id="{9C4A980A-DDC7-7946-9351-1ACAE766A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2" y="617"/>
                  <a:ext cx="159" cy="49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1" name="Freeform 226">
                  <a:extLst>
                    <a:ext uri="{FF2B5EF4-FFF2-40B4-BE49-F238E27FC236}">
                      <a16:creationId xmlns:a16="http://schemas.microsoft.com/office/drawing/2014/main" id="{299307EB-9E26-D444-898F-1A603783B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1" y="945"/>
                  <a:ext cx="2015" cy="414"/>
                </a:xfrm>
                <a:custGeom>
                  <a:avLst/>
                  <a:gdLst>
                    <a:gd name="T0" fmla="*/ 2 w 12075"/>
                    <a:gd name="T1" fmla="*/ 0 h 2935"/>
                    <a:gd name="T2" fmla="*/ 0 w 12075"/>
                    <a:gd name="T3" fmla="*/ 0 h 2935"/>
                    <a:gd name="T4" fmla="*/ 0 w 12075"/>
                    <a:gd name="T5" fmla="*/ 0 h 2935"/>
                    <a:gd name="T6" fmla="*/ 1 w 12075"/>
                    <a:gd name="T7" fmla="*/ 0 h 2935"/>
                    <a:gd name="T8" fmla="*/ 1 w 12075"/>
                    <a:gd name="T9" fmla="*/ 0 h 2935"/>
                    <a:gd name="T10" fmla="*/ 2 w 12075"/>
                    <a:gd name="T11" fmla="*/ 0 h 2935"/>
                    <a:gd name="T12" fmla="*/ 2 w 12075"/>
                    <a:gd name="T13" fmla="*/ 0 h 293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075"/>
                    <a:gd name="T22" fmla="*/ 0 h 2935"/>
                    <a:gd name="T23" fmla="*/ 12075 w 12075"/>
                    <a:gd name="T24" fmla="*/ 2935 h 293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075" h="2935">
                      <a:moveTo>
                        <a:pt x="12075" y="2935"/>
                      </a:moveTo>
                      <a:lnTo>
                        <a:pt x="0" y="2935"/>
                      </a:lnTo>
                      <a:lnTo>
                        <a:pt x="0" y="1181"/>
                      </a:lnTo>
                      <a:lnTo>
                        <a:pt x="5234" y="1181"/>
                      </a:lnTo>
                      <a:lnTo>
                        <a:pt x="5234" y="0"/>
                      </a:lnTo>
                      <a:lnTo>
                        <a:pt x="12075" y="0"/>
                      </a:lnTo>
                      <a:lnTo>
                        <a:pt x="12075" y="2935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12" name="Rectangle 227">
                  <a:extLst>
                    <a:ext uri="{FF2B5EF4-FFF2-40B4-BE49-F238E27FC236}">
                      <a16:creationId xmlns:a16="http://schemas.microsoft.com/office/drawing/2014/main" id="{F1D31719-1C24-B742-89B9-02B49C78B6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698"/>
                  <a:ext cx="62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3" name="Rectangle 228">
                  <a:extLst>
                    <a:ext uri="{FF2B5EF4-FFF2-40B4-BE49-F238E27FC236}">
                      <a16:creationId xmlns:a16="http://schemas.microsoft.com/office/drawing/2014/main" id="{3CDBCA95-F950-E146-AE9F-E0C6E1478A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5" y="698"/>
                  <a:ext cx="60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4" name="Rectangle 229">
                  <a:extLst>
                    <a:ext uri="{FF2B5EF4-FFF2-40B4-BE49-F238E27FC236}">
                      <a16:creationId xmlns:a16="http://schemas.microsoft.com/office/drawing/2014/main" id="{7DA3AFDB-9FD4-6640-8A73-F7B6AB1689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5" y="698"/>
                  <a:ext cx="61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5" name="Rectangle 230">
                  <a:extLst>
                    <a:ext uri="{FF2B5EF4-FFF2-40B4-BE49-F238E27FC236}">
                      <a16:creationId xmlns:a16="http://schemas.microsoft.com/office/drawing/2014/main" id="{D8AC6FA8-7E9E-E944-8105-2F109A0CE3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698"/>
                  <a:ext cx="60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6" name="Rectangle 231">
                  <a:extLst>
                    <a:ext uri="{FF2B5EF4-FFF2-40B4-BE49-F238E27FC236}">
                      <a16:creationId xmlns:a16="http://schemas.microsoft.com/office/drawing/2014/main" id="{FFBC899C-9761-D049-ABC9-C83E15903D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9" y="913"/>
                  <a:ext cx="951" cy="29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7" name="Rectangle 232">
                  <a:extLst>
                    <a:ext uri="{FF2B5EF4-FFF2-40B4-BE49-F238E27FC236}">
                      <a16:creationId xmlns:a16="http://schemas.microsoft.com/office/drawing/2014/main" id="{777744EC-04E4-CA48-B3C0-E380ACEA7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5" y="1284"/>
                  <a:ext cx="81" cy="75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8" name="Rectangle 233">
                  <a:extLst>
                    <a:ext uri="{FF2B5EF4-FFF2-40B4-BE49-F238E27FC236}">
                      <a16:creationId xmlns:a16="http://schemas.microsoft.com/office/drawing/2014/main" id="{924032EF-97E0-1045-8513-277EEE9561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19" y="1115"/>
                  <a:ext cx="380" cy="24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19" name="Rectangle 234">
                  <a:extLst>
                    <a:ext uri="{FF2B5EF4-FFF2-40B4-BE49-F238E27FC236}">
                      <a16:creationId xmlns:a16="http://schemas.microsoft.com/office/drawing/2014/main" id="{AB8072FB-1535-0840-8BCF-79C6E2E016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9" y="1115"/>
                  <a:ext cx="379" cy="24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0" name="Rectangle 235">
                  <a:extLst>
                    <a:ext uri="{FF2B5EF4-FFF2-40B4-BE49-F238E27FC236}">
                      <a16:creationId xmlns:a16="http://schemas.microsoft.com/office/drawing/2014/main" id="{CCBEF41A-B458-9C45-A3F5-9122DA35BF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71" y="980"/>
                  <a:ext cx="477" cy="88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1" name="Rectangle 236">
                  <a:extLst>
                    <a:ext uri="{FF2B5EF4-FFF2-40B4-BE49-F238E27FC236}">
                      <a16:creationId xmlns:a16="http://schemas.microsoft.com/office/drawing/2014/main" id="{A6C652B2-F1C5-5448-BBC6-BC8E3F9521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01" y="980"/>
                  <a:ext cx="477" cy="88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2" name="Rectangle 237">
                  <a:extLst>
                    <a:ext uri="{FF2B5EF4-FFF2-40B4-BE49-F238E27FC236}">
                      <a16:creationId xmlns:a16="http://schemas.microsoft.com/office/drawing/2014/main" id="{5970D21D-CD9A-6442-A1D0-932C3E407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8" y="1283"/>
                  <a:ext cx="568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3" name="Rectangle 238">
                  <a:extLst>
                    <a:ext uri="{FF2B5EF4-FFF2-40B4-BE49-F238E27FC236}">
                      <a16:creationId xmlns:a16="http://schemas.microsoft.com/office/drawing/2014/main" id="{96BEDA78-9B8F-2145-BB44-621AD59490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5" y="1157"/>
                  <a:ext cx="333" cy="9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4" name="Rectangle 239">
                  <a:extLst>
                    <a:ext uri="{FF2B5EF4-FFF2-40B4-BE49-F238E27FC236}">
                      <a16:creationId xmlns:a16="http://schemas.microsoft.com/office/drawing/2014/main" id="{5BCBF66F-727E-334E-8BE5-2585111151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157"/>
                  <a:ext cx="333" cy="9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5" name="Freeform 240">
                  <a:extLst>
                    <a:ext uri="{FF2B5EF4-FFF2-40B4-BE49-F238E27FC236}">
                      <a16:creationId xmlns:a16="http://schemas.microsoft.com/office/drawing/2014/main" id="{C5E55634-7BE9-A040-B92F-9663B503F1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944"/>
                  <a:ext cx="2015" cy="415"/>
                </a:xfrm>
                <a:custGeom>
                  <a:avLst/>
                  <a:gdLst>
                    <a:gd name="T0" fmla="*/ 2 w 12074"/>
                    <a:gd name="T1" fmla="*/ 0 h 2942"/>
                    <a:gd name="T2" fmla="*/ 2 w 12074"/>
                    <a:gd name="T3" fmla="*/ 0 h 2942"/>
                    <a:gd name="T4" fmla="*/ 1 w 12074"/>
                    <a:gd name="T5" fmla="*/ 0 h 2942"/>
                    <a:gd name="T6" fmla="*/ 1 w 12074"/>
                    <a:gd name="T7" fmla="*/ 0 h 2942"/>
                    <a:gd name="T8" fmla="*/ 0 w 12074"/>
                    <a:gd name="T9" fmla="*/ 0 h 2942"/>
                    <a:gd name="T10" fmla="*/ 0 w 12074"/>
                    <a:gd name="T11" fmla="*/ 0 h 2942"/>
                    <a:gd name="T12" fmla="*/ 2 w 12074"/>
                    <a:gd name="T13" fmla="*/ 0 h 294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074"/>
                    <a:gd name="T22" fmla="*/ 0 h 2942"/>
                    <a:gd name="T23" fmla="*/ 12074 w 12074"/>
                    <a:gd name="T24" fmla="*/ 2942 h 294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074" h="2942">
                      <a:moveTo>
                        <a:pt x="12074" y="2942"/>
                      </a:moveTo>
                      <a:lnTo>
                        <a:pt x="12074" y="0"/>
                      </a:lnTo>
                      <a:lnTo>
                        <a:pt x="5247" y="0"/>
                      </a:lnTo>
                      <a:lnTo>
                        <a:pt x="5247" y="1209"/>
                      </a:lnTo>
                      <a:lnTo>
                        <a:pt x="0" y="1209"/>
                      </a:lnTo>
                      <a:lnTo>
                        <a:pt x="0" y="2942"/>
                      </a:lnTo>
                      <a:lnTo>
                        <a:pt x="12074" y="2942"/>
                      </a:lnTo>
                      <a:close/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26" name="Rectangle 241">
                  <a:extLst>
                    <a:ext uri="{FF2B5EF4-FFF2-40B4-BE49-F238E27FC236}">
                      <a16:creationId xmlns:a16="http://schemas.microsoft.com/office/drawing/2014/main" id="{0739B059-9F94-4542-A529-6D2A81CC87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14" y="1114"/>
                  <a:ext cx="40" cy="24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7" name="Line 242">
                  <a:extLst>
                    <a:ext uri="{FF2B5EF4-FFF2-40B4-BE49-F238E27FC236}">
                      <a16:creationId xmlns:a16="http://schemas.microsoft.com/office/drawing/2014/main" id="{A248B2D6-F843-B24D-964E-C6C015456C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26" y="944"/>
                  <a:ext cx="1" cy="4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28" name="Rectangle 243">
                  <a:extLst>
                    <a:ext uri="{FF2B5EF4-FFF2-40B4-BE49-F238E27FC236}">
                      <a16:creationId xmlns:a16="http://schemas.microsoft.com/office/drawing/2014/main" id="{610E1565-2CA9-744F-B02B-EBC096C564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03" y="980"/>
                  <a:ext cx="475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29" name="Line 244">
                  <a:extLst>
                    <a:ext uri="{FF2B5EF4-FFF2-40B4-BE49-F238E27FC236}">
                      <a16:creationId xmlns:a16="http://schemas.microsoft.com/office/drawing/2014/main" id="{96570567-21CE-D642-A7B5-41E35198F9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51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0" name="Line 245">
                  <a:extLst>
                    <a:ext uri="{FF2B5EF4-FFF2-40B4-BE49-F238E27FC236}">
                      <a16:creationId xmlns:a16="http://schemas.microsoft.com/office/drawing/2014/main" id="{92FCB9FC-9890-8447-92C2-4011699C47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97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1" name="Line 246">
                  <a:extLst>
                    <a:ext uri="{FF2B5EF4-FFF2-40B4-BE49-F238E27FC236}">
                      <a16:creationId xmlns:a16="http://schemas.microsoft.com/office/drawing/2014/main" id="{C68F2F42-A6E2-2D48-A90C-F3126814C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2" name="Line 247">
                  <a:extLst>
                    <a:ext uri="{FF2B5EF4-FFF2-40B4-BE49-F238E27FC236}">
                      <a16:creationId xmlns:a16="http://schemas.microsoft.com/office/drawing/2014/main" id="{735A0432-36BF-C042-879A-BA2B85E1F1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92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3" name="Line 248">
                  <a:extLst>
                    <a:ext uri="{FF2B5EF4-FFF2-40B4-BE49-F238E27FC236}">
                      <a16:creationId xmlns:a16="http://schemas.microsoft.com/office/drawing/2014/main" id="{CF08A48C-E206-1B44-99EE-50B7975477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40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4" name="Line 249">
                  <a:extLst>
                    <a:ext uri="{FF2B5EF4-FFF2-40B4-BE49-F238E27FC236}">
                      <a16:creationId xmlns:a16="http://schemas.microsoft.com/office/drawing/2014/main" id="{4B03F753-1487-E447-9773-61B85BEA32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8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5" name="Line 250">
                  <a:extLst>
                    <a:ext uri="{FF2B5EF4-FFF2-40B4-BE49-F238E27FC236}">
                      <a16:creationId xmlns:a16="http://schemas.microsoft.com/office/drawing/2014/main" id="{03A16009-08BB-9A40-AAAE-4140B42B5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35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6" name="Line 251">
                  <a:extLst>
                    <a:ext uri="{FF2B5EF4-FFF2-40B4-BE49-F238E27FC236}">
                      <a16:creationId xmlns:a16="http://schemas.microsoft.com/office/drawing/2014/main" id="{A71FB7BA-FDC4-4E41-A5E0-15C733BF2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83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7" name="Line 252">
                  <a:extLst>
                    <a:ext uri="{FF2B5EF4-FFF2-40B4-BE49-F238E27FC236}">
                      <a16:creationId xmlns:a16="http://schemas.microsoft.com/office/drawing/2014/main" id="{0EE1CDFE-773E-244A-8DDB-8BED83F0B7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0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8" name="Line 253">
                  <a:extLst>
                    <a:ext uri="{FF2B5EF4-FFF2-40B4-BE49-F238E27FC236}">
                      <a16:creationId xmlns:a16="http://schemas.microsoft.com/office/drawing/2014/main" id="{9E257267-B026-5047-9F7E-1E6B11E193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03" y="1010"/>
                  <a:ext cx="475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39" name="Line 254">
                  <a:extLst>
                    <a:ext uri="{FF2B5EF4-FFF2-40B4-BE49-F238E27FC236}">
                      <a16:creationId xmlns:a16="http://schemas.microsoft.com/office/drawing/2014/main" id="{71195A38-AFF1-D54A-B651-BFDBD46B6A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03" y="1039"/>
                  <a:ext cx="475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0" name="Rectangle 255">
                  <a:extLst>
                    <a:ext uri="{FF2B5EF4-FFF2-40B4-BE49-F238E27FC236}">
                      <a16:creationId xmlns:a16="http://schemas.microsoft.com/office/drawing/2014/main" id="{80188E79-12DE-9F4D-90B4-97FC32FB08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1" y="1114"/>
                  <a:ext cx="379" cy="24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41" name="Rectangle 256">
                  <a:extLst>
                    <a:ext uri="{FF2B5EF4-FFF2-40B4-BE49-F238E27FC236}">
                      <a16:creationId xmlns:a16="http://schemas.microsoft.com/office/drawing/2014/main" id="{80FD5182-B269-DF41-8586-C0F2849949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73" y="980"/>
                  <a:ext cx="474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42" name="Line 257">
                  <a:extLst>
                    <a:ext uri="{FF2B5EF4-FFF2-40B4-BE49-F238E27FC236}">
                      <a16:creationId xmlns:a16="http://schemas.microsoft.com/office/drawing/2014/main" id="{11668E6A-4846-F549-BE9D-0E6FE0A235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21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3" name="Line 258">
                  <a:extLst>
                    <a:ext uri="{FF2B5EF4-FFF2-40B4-BE49-F238E27FC236}">
                      <a16:creationId xmlns:a16="http://schemas.microsoft.com/office/drawing/2014/main" id="{18A41C04-DD52-8A4A-B536-768FB00BD2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67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4" name="Line 259">
                  <a:extLst>
                    <a:ext uri="{FF2B5EF4-FFF2-40B4-BE49-F238E27FC236}">
                      <a16:creationId xmlns:a16="http://schemas.microsoft.com/office/drawing/2014/main" id="{8647F93E-AB6D-E146-8E27-029C3FAAEE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5" name="Line 260">
                  <a:extLst>
                    <a:ext uri="{FF2B5EF4-FFF2-40B4-BE49-F238E27FC236}">
                      <a16:creationId xmlns:a16="http://schemas.microsoft.com/office/drawing/2014/main" id="{1257491D-EDFB-B14C-ABA2-B555C87A1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6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6" name="Line 261">
                  <a:extLst>
                    <a:ext uri="{FF2B5EF4-FFF2-40B4-BE49-F238E27FC236}">
                      <a16:creationId xmlns:a16="http://schemas.microsoft.com/office/drawing/2014/main" id="{22BF91B9-4BFD-4C4C-8A8A-3CACC9C3CB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09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7" name="Line 262">
                  <a:extLst>
                    <a:ext uri="{FF2B5EF4-FFF2-40B4-BE49-F238E27FC236}">
                      <a16:creationId xmlns:a16="http://schemas.microsoft.com/office/drawing/2014/main" id="{E91ACBEB-F289-7A4F-A157-F7A2B45BA2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7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8" name="Line 263">
                  <a:extLst>
                    <a:ext uri="{FF2B5EF4-FFF2-40B4-BE49-F238E27FC236}">
                      <a16:creationId xmlns:a16="http://schemas.microsoft.com/office/drawing/2014/main" id="{25BB8E65-E5E9-D241-840C-DDB0B775E4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49" name="Line 264">
                  <a:extLst>
                    <a:ext uri="{FF2B5EF4-FFF2-40B4-BE49-F238E27FC236}">
                      <a16:creationId xmlns:a16="http://schemas.microsoft.com/office/drawing/2014/main" id="{30F333F9-C574-E14C-AAB6-6DB74FE4C2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2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0" name="Line 265">
                  <a:extLst>
                    <a:ext uri="{FF2B5EF4-FFF2-40B4-BE49-F238E27FC236}">
                      <a16:creationId xmlns:a16="http://schemas.microsoft.com/office/drawing/2014/main" id="{44810DA1-BD4F-D64E-BE24-2217115B6B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0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1" name="Line 266">
                  <a:extLst>
                    <a:ext uri="{FF2B5EF4-FFF2-40B4-BE49-F238E27FC236}">
                      <a16:creationId xmlns:a16="http://schemas.microsoft.com/office/drawing/2014/main" id="{9A1630AB-A904-D248-8DDA-0C5C866AED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1" y="1010"/>
                  <a:ext cx="4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2" name="Line 267">
                  <a:extLst>
                    <a:ext uri="{FF2B5EF4-FFF2-40B4-BE49-F238E27FC236}">
                      <a16:creationId xmlns:a16="http://schemas.microsoft.com/office/drawing/2014/main" id="{A79E9EDF-748B-5848-951A-FFC29E4F65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1" y="1039"/>
                  <a:ext cx="4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3" name="Rectangle 268">
                  <a:extLst>
                    <a:ext uri="{FF2B5EF4-FFF2-40B4-BE49-F238E27FC236}">
                      <a16:creationId xmlns:a16="http://schemas.microsoft.com/office/drawing/2014/main" id="{E6F0C0A5-9E85-B34B-AD5E-7FEB6918BB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21" y="1114"/>
                  <a:ext cx="379" cy="24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54" name="Rectangle 269">
                  <a:extLst>
                    <a:ext uri="{FF2B5EF4-FFF2-40B4-BE49-F238E27FC236}">
                      <a16:creationId xmlns:a16="http://schemas.microsoft.com/office/drawing/2014/main" id="{AD3FFDA6-EDA4-C648-B23F-A9F574AB9F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157"/>
                  <a:ext cx="333" cy="9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55" name="Line 270">
                  <a:extLst>
                    <a:ext uri="{FF2B5EF4-FFF2-40B4-BE49-F238E27FC236}">
                      <a16:creationId xmlns:a16="http://schemas.microsoft.com/office/drawing/2014/main" id="{035E669C-365E-0440-B8B5-771025B817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03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6" name="Line 271">
                  <a:extLst>
                    <a:ext uri="{FF2B5EF4-FFF2-40B4-BE49-F238E27FC236}">
                      <a16:creationId xmlns:a16="http://schemas.microsoft.com/office/drawing/2014/main" id="{EAE5DF86-3C8F-7D47-8B80-7024F0DCDE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7" name="Line 272">
                  <a:extLst>
                    <a:ext uri="{FF2B5EF4-FFF2-40B4-BE49-F238E27FC236}">
                      <a16:creationId xmlns:a16="http://schemas.microsoft.com/office/drawing/2014/main" id="{5344E391-A781-FE46-9933-B5CCE35054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96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8" name="Line 273">
                  <a:extLst>
                    <a:ext uri="{FF2B5EF4-FFF2-40B4-BE49-F238E27FC236}">
                      <a16:creationId xmlns:a16="http://schemas.microsoft.com/office/drawing/2014/main" id="{7822D05C-B84D-7A4D-9488-D6F761463A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44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59" name="Line 274">
                  <a:extLst>
                    <a:ext uri="{FF2B5EF4-FFF2-40B4-BE49-F238E27FC236}">
                      <a16:creationId xmlns:a16="http://schemas.microsoft.com/office/drawing/2014/main" id="{C8E2D638-EF9A-1445-902B-75044B66A2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1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0" name="Line 275">
                  <a:extLst>
                    <a:ext uri="{FF2B5EF4-FFF2-40B4-BE49-F238E27FC236}">
                      <a16:creationId xmlns:a16="http://schemas.microsoft.com/office/drawing/2014/main" id="{34F95197-4F5D-2F4F-8C5C-833E86F96A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9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1" name="Line 276">
                  <a:extLst>
                    <a:ext uri="{FF2B5EF4-FFF2-40B4-BE49-F238E27FC236}">
                      <a16:creationId xmlns:a16="http://schemas.microsoft.com/office/drawing/2014/main" id="{683B1C89-12CB-134E-B1F4-EAE8CBA35A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53" y="1187"/>
                  <a:ext cx="333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2" name="Line 277">
                  <a:extLst>
                    <a:ext uri="{FF2B5EF4-FFF2-40B4-BE49-F238E27FC236}">
                      <a16:creationId xmlns:a16="http://schemas.microsoft.com/office/drawing/2014/main" id="{CA6E2F30-6704-B64F-8C3D-E91AB7B017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53" y="1218"/>
                  <a:ext cx="3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3" name="Rectangle 278">
                  <a:extLst>
                    <a:ext uri="{FF2B5EF4-FFF2-40B4-BE49-F238E27FC236}">
                      <a16:creationId xmlns:a16="http://schemas.microsoft.com/office/drawing/2014/main" id="{58B4152A-A250-7E4F-8CE8-D2860936E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5" y="1157"/>
                  <a:ext cx="333" cy="9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64" name="Line 279">
                  <a:extLst>
                    <a:ext uri="{FF2B5EF4-FFF2-40B4-BE49-F238E27FC236}">
                      <a16:creationId xmlns:a16="http://schemas.microsoft.com/office/drawing/2014/main" id="{E7C2400C-9809-2F48-B4E4-BC24F02FC3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83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5" name="Line 280">
                  <a:extLst>
                    <a:ext uri="{FF2B5EF4-FFF2-40B4-BE49-F238E27FC236}">
                      <a16:creationId xmlns:a16="http://schemas.microsoft.com/office/drawing/2014/main" id="{586E0B07-5C33-2D46-9E06-C274236904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0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6" name="Line 281">
                  <a:extLst>
                    <a:ext uri="{FF2B5EF4-FFF2-40B4-BE49-F238E27FC236}">
                      <a16:creationId xmlns:a16="http://schemas.microsoft.com/office/drawing/2014/main" id="{0ECE9259-021A-6949-9E4C-BA8675CDE0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77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7" name="Line 282">
                  <a:extLst>
                    <a:ext uri="{FF2B5EF4-FFF2-40B4-BE49-F238E27FC236}">
                      <a16:creationId xmlns:a16="http://schemas.microsoft.com/office/drawing/2014/main" id="{EC9A629C-17D3-E347-A288-D2BAB0260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25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8" name="Line 283">
                  <a:extLst>
                    <a:ext uri="{FF2B5EF4-FFF2-40B4-BE49-F238E27FC236}">
                      <a16:creationId xmlns:a16="http://schemas.microsoft.com/office/drawing/2014/main" id="{10E3AAA9-099F-7444-AE47-690A684549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73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69" name="Line 284">
                  <a:extLst>
                    <a:ext uri="{FF2B5EF4-FFF2-40B4-BE49-F238E27FC236}">
                      <a16:creationId xmlns:a16="http://schemas.microsoft.com/office/drawing/2014/main" id="{C764F507-AC9D-964F-A64D-E66A78882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0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0" name="Line 285">
                  <a:extLst>
                    <a:ext uri="{FF2B5EF4-FFF2-40B4-BE49-F238E27FC236}">
                      <a16:creationId xmlns:a16="http://schemas.microsoft.com/office/drawing/2014/main" id="{3A12F086-CD3D-6F4C-892C-D22EB6DE80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5" y="1187"/>
                  <a:ext cx="333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1" name="Line 286">
                  <a:extLst>
                    <a:ext uri="{FF2B5EF4-FFF2-40B4-BE49-F238E27FC236}">
                      <a16:creationId xmlns:a16="http://schemas.microsoft.com/office/drawing/2014/main" id="{43DA0D58-FEFE-4747-A326-D185270346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5" y="1218"/>
                  <a:ext cx="3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2" name="Rectangle 287">
                  <a:extLst>
                    <a:ext uri="{FF2B5EF4-FFF2-40B4-BE49-F238E27FC236}">
                      <a16:creationId xmlns:a16="http://schemas.microsoft.com/office/drawing/2014/main" id="{EA184CE1-C7B0-3B4D-A23E-862AFC4F13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5" y="1284"/>
                  <a:ext cx="81" cy="7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73" name="Line 288">
                  <a:extLst>
                    <a:ext uri="{FF2B5EF4-FFF2-40B4-BE49-F238E27FC236}">
                      <a16:creationId xmlns:a16="http://schemas.microsoft.com/office/drawing/2014/main" id="{66998A58-09B2-2844-833C-0D6A9D4A2A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95" y="1284"/>
                  <a:ext cx="1" cy="7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4" name="Rectangle 289">
                  <a:extLst>
                    <a:ext uri="{FF2B5EF4-FFF2-40B4-BE49-F238E27FC236}">
                      <a16:creationId xmlns:a16="http://schemas.microsoft.com/office/drawing/2014/main" id="{B1D7FC3C-B7BB-AE4C-AEA7-B3CDBB7E32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8" y="1284"/>
                  <a:ext cx="568" cy="2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75" name="Line 290">
                  <a:extLst>
                    <a:ext uri="{FF2B5EF4-FFF2-40B4-BE49-F238E27FC236}">
                      <a16:creationId xmlns:a16="http://schemas.microsoft.com/office/drawing/2014/main" id="{1DE0474C-74F0-594A-9076-F9E57D4B52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44" y="1284"/>
                  <a:ext cx="2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6" name="Line 291">
                  <a:extLst>
                    <a:ext uri="{FF2B5EF4-FFF2-40B4-BE49-F238E27FC236}">
                      <a16:creationId xmlns:a16="http://schemas.microsoft.com/office/drawing/2014/main" id="{02640815-30CC-6E4D-9A49-829B8FB14C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1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7" name="Line 292">
                  <a:extLst>
                    <a:ext uri="{FF2B5EF4-FFF2-40B4-BE49-F238E27FC236}">
                      <a16:creationId xmlns:a16="http://schemas.microsoft.com/office/drawing/2014/main" id="{B2D89984-8E96-6E41-882C-2262202165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9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8" name="Line 293">
                  <a:extLst>
                    <a:ext uri="{FF2B5EF4-FFF2-40B4-BE49-F238E27FC236}">
                      <a16:creationId xmlns:a16="http://schemas.microsoft.com/office/drawing/2014/main" id="{93D01C1A-9A7D-AF44-A0CD-9C40CDD6F0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6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79" name="Line 294">
                  <a:extLst>
                    <a:ext uri="{FF2B5EF4-FFF2-40B4-BE49-F238E27FC236}">
                      <a16:creationId xmlns:a16="http://schemas.microsoft.com/office/drawing/2014/main" id="{48396C0A-E46E-C845-BCF6-5906F90D10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4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0" name="Line 295">
                  <a:extLst>
                    <a:ext uri="{FF2B5EF4-FFF2-40B4-BE49-F238E27FC236}">
                      <a16:creationId xmlns:a16="http://schemas.microsoft.com/office/drawing/2014/main" id="{49DA30EA-80D8-D946-BC22-E9C8D0D8BA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82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1" name="Line 296">
                  <a:extLst>
                    <a:ext uri="{FF2B5EF4-FFF2-40B4-BE49-F238E27FC236}">
                      <a16:creationId xmlns:a16="http://schemas.microsoft.com/office/drawing/2014/main" id="{32CFD60D-2EBD-4B43-8AD6-843249C46E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29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2" name="Line 297">
                  <a:extLst>
                    <a:ext uri="{FF2B5EF4-FFF2-40B4-BE49-F238E27FC236}">
                      <a16:creationId xmlns:a16="http://schemas.microsoft.com/office/drawing/2014/main" id="{5095B363-C9F9-304E-8E00-9017CE7499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77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3" name="Line 298">
                  <a:extLst>
                    <a:ext uri="{FF2B5EF4-FFF2-40B4-BE49-F238E27FC236}">
                      <a16:creationId xmlns:a16="http://schemas.microsoft.com/office/drawing/2014/main" id="{46975C29-B3A9-A345-B188-FD9D695C1E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25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4" name="Line 299">
                  <a:extLst>
                    <a:ext uri="{FF2B5EF4-FFF2-40B4-BE49-F238E27FC236}">
                      <a16:creationId xmlns:a16="http://schemas.microsoft.com/office/drawing/2014/main" id="{5314E5D5-1804-724C-BB47-85C61AF2B9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72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5" name="Line 300">
                  <a:extLst>
                    <a:ext uri="{FF2B5EF4-FFF2-40B4-BE49-F238E27FC236}">
                      <a16:creationId xmlns:a16="http://schemas.microsoft.com/office/drawing/2014/main" id="{A006C581-977A-CB41-A775-B6AF44BB6C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0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6" name="Rectangle 301">
                  <a:extLst>
                    <a:ext uri="{FF2B5EF4-FFF2-40B4-BE49-F238E27FC236}">
                      <a16:creationId xmlns:a16="http://schemas.microsoft.com/office/drawing/2014/main" id="{1F8F862E-10AF-F74A-8B54-C6CAF65BD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1" y="914"/>
                  <a:ext cx="949" cy="3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87" name="Rectangle 302">
                  <a:extLst>
                    <a:ext uri="{FF2B5EF4-FFF2-40B4-BE49-F238E27FC236}">
                      <a16:creationId xmlns:a16="http://schemas.microsoft.com/office/drawing/2014/main" id="{E2F0C1E3-E14F-8145-9419-902D469B1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528"/>
                  <a:ext cx="786" cy="586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88" name="Line 303">
                  <a:extLst>
                    <a:ext uri="{FF2B5EF4-FFF2-40B4-BE49-F238E27FC236}">
                      <a16:creationId xmlns:a16="http://schemas.microsoft.com/office/drawing/2014/main" id="{28E8EEA3-FD10-CD40-8CB9-D0D2552350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1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89" name="Line 304">
                  <a:extLst>
                    <a:ext uri="{FF2B5EF4-FFF2-40B4-BE49-F238E27FC236}">
                      <a16:creationId xmlns:a16="http://schemas.microsoft.com/office/drawing/2014/main" id="{1D936410-98A9-C445-ACDB-2A8F86C56E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4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0" name="Line 305">
                  <a:extLst>
                    <a:ext uri="{FF2B5EF4-FFF2-40B4-BE49-F238E27FC236}">
                      <a16:creationId xmlns:a16="http://schemas.microsoft.com/office/drawing/2014/main" id="{E4272156-CD55-1C45-A042-1D37204A11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85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1" name="Line 306">
                  <a:extLst>
                    <a:ext uri="{FF2B5EF4-FFF2-40B4-BE49-F238E27FC236}">
                      <a16:creationId xmlns:a16="http://schemas.microsoft.com/office/drawing/2014/main" id="{F3F712C9-BE46-474A-AEB7-12031B629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53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2" name="Line 307">
                  <a:extLst>
                    <a:ext uri="{FF2B5EF4-FFF2-40B4-BE49-F238E27FC236}">
                      <a16:creationId xmlns:a16="http://schemas.microsoft.com/office/drawing/2014/main" id="{617474EA-1C55-914C-BEB0-D2EE85B6D9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68" y="617"/>
                  <a:ext cx="78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3" name="Freeform 308">
                  <a:extLst>
                    <a:ext uri="{FF2B5EF4-FFF2-40B4-BE49-F238E27FC236}">
                      <a16:creationId xmlns:a16="http://schemas.microsoft.com/office/drawing/2014/main" id="{0112B110-AB70-C649-9D9A-B2B9B7DEC1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528"/>
                  <a:ext cx="786" cy="89"/>
                </a:xfrm>
                <a:custGeom>
                  <a:avLst/>
                  <a:gdLst>
                    <a:gd name="T0" fmla="*/ 0 w 4715"/>
                    <a:gd name="T1" fmla="*/ 0 h 632"/>
                    <a:gd name="T2" fmla="*/ 0 w 4715"/>
                    <a:gd name="T3" fmla="*/ 0 h 632"/>
                    <a:gd name="T4" fmla="*/ 0 w 4715"/>
                    <a:gd name="T5" fmla="*/ 0 h 632"/>
                    <a:gd name="T6" fmla="*/ 0 w 4715"/>
                    <a:gd name="T7" fmla="*/ 0 h 632"/>
                    <a:gd name="T8" fmla="*/ 1 w 4715"/>
                    <a:gd name="T9" fmla="*/ 0 h 632"/>
                    <a:gd name="T10" fmla="*/ 1 w 4715"/>
                    <a:gd name="T11" fmla="*/ 0 h 6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15"/>
                    <a:gd name="T19" fmla="*/ 0 h 632"/>
                    <a:gd name="T20" fmla="*/ 4715 w 4715"/>
                    <a:gd name="T21" fmla="*/ 632 h 6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15" h="632">
                      <a:moveTo>
                        <a:pt x="0" y="632"/>
                      </a:moveTo>
                      <a:lnTo>
                        <a:pt x="614" y="0"/>
                      </a:lnTo>
                      <a:lnTo>
                        <a:pt x="1592" y="632"/>
                      </a:lnTo>
                      <a:lnTo>
                        <a:pt x="3093" y="9"/>
                      </a:lnTo>
                      <a:lnTo>
                        <a:pt x="4108" y="632"/>
                      </a:lnTo>
                      <a:lnTo>
                        <a:pt x="4715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4" name="Freeform 309">
                  <a:extLst>
                    <a:ext uri="{FF2B5EF4-FFF2-40B4-BE49-F238E27FC236}">
                      <a16:creationId xmlns:a16="http://schemas.microsoft.com/office/drawing/2014/main" id="{B07E4C1E-0B70-BB42-96A7-0267E6105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528"/>
                  <a:ext cx="786" cy="89"/>
                </a:xfrm>
                <a:custGeom>
                  <a:avLst/>
                  <a:gdLst>
                    <a:gd name="T0" fmla="*/ 1 w 4715"/>
                    <a:gd name="T1" fmla="*/ 0 h 632"/>
                    <a:gd name="T2" fmla="*/ 1 w 4715"/>
                    <a:gd name="T3" fmla="*/ 0 h 632"/>
                    <a:gd name="T4" fmla="*/ 0 w 4715"/>
                    <a:gd name="T5" fmla="*/ 0 h 632"/>
                    <a:gd name="T6" fmla="*/ 0 w 4715"/>
                    <a:gd name="T7" fmla="*/ 0 h 632"/>
                    <a:gd name="T8" fmla="*/ 0 w 4715"/>
                    <a:gd name="T9" fmla="*/ 0 h 632"/>
                    <a:gd name="T10" fmla="*/ 0 w 4715"/>
                    <a:gd name="T11" fmla="*/ 0 h 6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15"/>
                    <a:gd name="T19" fmla="*/ 0 h 632"/>
                    <a:gd name="T20" fmla="*/ 4715 w 4715"/>
                    <a:gd name="T21" fmla="*/ 632 h 6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15" h="632">
                      <a:moveTo>
                        <a:pt x="4715" y="632"/>
                      </a:moveTo>
                      <a:lnTo>
                        <a:pt x="4108" y="0"/>
                      </a:lnTo>
                      <a:lnTo>
                        <a:pt x="3093" y="632"/>
                      </a:lnTo>
                      <a:lnTo>
                        <a:pt x="1592" y="9"/>
                      </a:lnTo>
                      <a:lnTo>
                        <a:pt x="614" y="63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95" name="Rectangle 310">
                  <a:extLst>
                    <a:ext uri="{FF2B5EF4-FFF2-40B4-BE49-F238E27FC236}">
                      <a16:creationId xmlns:a16="http://schemas.microsoft.com/office/drawing/2014/main" id="{9538FF03-9C34-A340-B8ED-7586A256A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14" y="1115"/>
                  <a:ext cx="16" cy="24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96" name="Rectangle 311">
                  <a:extLst>
                    <a:ext uri="{FF2B5EF4-FFF2-40B4-BE49-F238E27FC236}">
                      <a16:creationId xmlns:a16="http://schemas.microsoft.com/office/drawing/2014/main" id="{F7428ADE-3B3E-1F48-ADE0-1B98C1B6C8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84" y="1115"/>
                  <a:ext cx="16" cy="24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97" name="Rectangle 312">
                  <a:extLst>
                    <a:ext uri="{FF2B5EF4-FFF2-40B4-BE49-F238E27FC236}">
                      <a16:creationId xmlns:a16="http://schemas.microsoft.com/office/drawing/2014/main" id="{8741FB6A-E768-BE4D-95CB-0F708F76C0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700"/>
                  <a:ext cx="62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98" name="Rectangle 313">
                  <a:extLst>
                    <a:ext uri="{FF2B5EF4-FFF2-40B4-BE49-F238E27FC236}">
                      <a16:creationId xmlns:a16="http://schemas.microsoft.com/office/drawing/2014/main" id="{8EFA5523-A5C0-FF40-AE3D-91F073B315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4" y="700"/>
                  <a:ext cx="61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999" name="Rectangle 314">
                  <a:extLst>
                    <a:ext uri="{FF2B5EF4-FFF2-40B4-BE49-F238E27FC236}">
                      <a16:creationId xmlns:a16="http://schemas.microsoft.com/office/drawing/2014/main" id="{A8116718-70DA-BB48-8E09-3FE6176DA2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700"/>
                  <a:ext cx="14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0" name="Rectangle 315">
                  <a:extLst>
                    <a:ext uri="{FF2B5EF4-FFF2-40B4-BE49-F238E27FC236}">
                      <a16:creationId xmlns:a16="http://schemas.microsoft.com/office/drawing/2014/main" id="{9B1B2A2F-86A2-2B41-8BD1-8BF5DF7422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4" y="700"/>
                  <a:ext cx="14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1" name="Rectangle 316">
                  <a:extLst>
                    <a:ext uri="{FF2B5EF4-FFF2-40B4-BE49-F238E27FC236}">
                      <a16:creationId xmlns:a16="http://schemas.microsoft.com/office/drawing/2014/main" id="{8082151F-9A4E-7345-8191-A822AAF04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4" y="700"/>
                  <a:ext cx="62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2" name="Rectangle 317">
                  <a:extLst>
                    <a:ext uri="{FF2B5EF4-FFF2-40B4-BE49-F238E27FC236}">
                      <a16:creationId xmlns:a16="http://schemas.microsoft.com/office/drawing/2014/main" id="{4B6C83C6-5484-3245-8E69-E25ECEAEC9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700"/>
                  <a:ext cx="60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3" name="Rectangle 318">
                  <a:extLst>
                    <a:ext uri="{FF2B5EF4-FFF2-40B4-BE49-F238E27FC236}">
                      <a16:creationId xmlns:a16="http://schemas.microsoft.com/office/drawing/2014/main" id="{466C0CA7-564F-2C4E-BA9D-C98DC88790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5" y="700"/>
                  <a:ext cx="13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4" name="Rectangle 319">
                  <a:extLst>
                    <a:ext uri="{FF2B5EF4-FFF2-40B4-BE49-F238E27FC236}">
                      <a16:creationId xmlns:a16="http://schemas.microsoft.com/office/drawing/2014/main" id="{0590392F-9F98-CE45-9A69-BB97ECCE2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700"/>
                  <a:ext cx="13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5" name="Rectangle 320">
                  <a:extLst>
                    <a:ext uri="{FF2B5EF4-FFF2-40B4-BE49-F238E27FC236}">
                      <a16:creationId xmlns:a16="http://schemas.microsoft.com/office/drawing/2014/main" id="{E555360F-F65F-E843-BBB3-7BC91EE9A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7" y="618"/>
                  <a:ext cx="103" cy="496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9006" name="Line 321">
                  <a:extLst>
                    <a:ext uri="{FF2B5EF4-FFF2-40B4-BE49-F238E27FC236}">
                      <a16:creationId xmlns:a16="http://schemas.microsoft.com/office/drawing/2014/main" id="{B003ED54-CF50-BF41-AACF-05BB124C66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07" name="Line 322">
                  <a:extLst>
                    <a:ext uri="{FF2B5EF4-FFF2-40B4-BE49-F238E27FC236}">
                      <a16:creationId xmlns:a16="http://schemas.microsoft.com/office/drawing/2014/main" id="{9246AAFD-9CE7-5941-BE2A-0E91303DCA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08" name="Line 323">
                  <a:extLst>
                    <a:ext uri="{FF2B5EF4-FFF2-40B4-BE49-F238E27FC236}">
                      <a16:creationId xmlns:a16="http://schemas.microsoft.com/office/drawing/2014/main" id="{AC75E2AF-65FC-DA4B-B580-05FF346322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09" name="Line 324">
                  <a:extLst>
                    <a:ext uri="{FF2B5EF4-FFF2-40B4-BE49-F238E27FC236}">
                      <a16:creationId xmlns:a16="http://schemas.microsoft.com/office/drawing/2014/main" id="{FEFD1796-19B1-1746-B1B4-C4F52529AB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0" name="Line 325">
                  <a:extLst>
                    <a:ext uri="{FF2B5EF4-FFF2-40B4-BE49-F238E27FC236}">
                      <a16:creationId xmlns:a16="http://schemas.microsoft.com/office/drawing/2014/main" id="{54D9C591-E076-3D4D-B6C6-680EECFAC6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874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1" name="Line 326">
                  <a:extLst>
                    <a:ext uri="{FF2B5EF4-FFF2-40B4-BE49-F238E27FC236}">
                      <a16:creationId xmlns:a16="http://schemas.microsoft.com/office/drawing/2014/main" id="{27C2FA37-9BD1-1C4E-82E1-A94E483DA7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829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2" name="Line 327">
                  <a:extLst>
                    <a:ext uri="{FF2B5EF4-FFF2-40B4-BE49-F238E27FC236}">
                      <a16:creationId xmlns:a16="http://schemas.microsoft.com/office/drawing/2014/main" id="{23B25C2B-08C8-2041-A945-A8F9BEFC24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783"/>
                  <a:ext cx="61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3" name="Line 328">
                  <a:extLst>
                    <a:ext uri="{FF2B5EF4-FFF2-40B4-BE49-F238E27FC236}">
                      <a16:creationId xmlns:a16="http://schemas.microsoft.com/office/drawing/2014/main" id="{26E8F155-D212-EA42-B4C1-D542D28A79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739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4" name="Line 329">
                  <a:extLst>
                    <a:ext uri="{FF2B5EF4-FFF2-40B4-BE49-F238E27FC236}">
                      <a16:creationId xmlns:a16="http://schemas.microsoft.com/office/drawing/2014/main" id="{35E7FD79-1B41-1C4C-8615-B1317E2274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5" name="Line 330">
                  <a:extLst>
                    <a:ext uri="{FF2B5EF4-FFF2-40B4-BE49-F238E27FC236}">
                      <a16:creationId xmlns:a16="http://schemas.microsoft.com/office/drawing/2014/main" id="{C4D4510C-417F-5147-9D95-9B4D26AD30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6" name="Line 331">
                  <a:extLst>
                    <a:ext uri="{FF2B5EF4-FFF2-40B4-BE49-F238E27FC236}">
                      <a16:creationId xmlns:a16="http://schemas.microsoft.com/office/drawing/2014/main" id="{B88E6622-4E7F-9E49-AC9C-E2FDA7ED48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7" name="Line 332">
                  <a:extLst>
                    <a:ext uri="{FF2B5EF4-FFF2-40B4-BE49-F238E27FC236}">
                      <a16:creationId xmlns:a16="http://schemas.microsoft.com/office/drawing/2014/main" id="{8C2C2B0A-CE8C-9843-8195-61D694A5E1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8" name="Line 333">
                  <a:extLst>
                    <a:ext uri="{FF2B5EF4-FFF2-40B4-BE49-F238E27FC236}">
                      <a16:creationId xmlns:a16="http://schemas.microsoft.com/office/drawing/2014/main" id="{3BCF22AC-4B82-6E43-875A-8FB9018B6B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19" name="Line 334">
                  <a:extLst>
                    <a:ext uri="{FF2B5EF4-FFF2-40B4-BE49-F238E27FC236}">
                      <a16:creationId xmlns:a16="http://schemas.microsoft.com/office/drawing/2014/main" id="{B92FEDC8-E346-6440-B6C6-6D96446B4F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0" name="Line 335">
                  <a:extLst>
                    <a:ext uri="{FF2B5EF4-FFF2-40B4-BE49-F238E27FC236}">
                      <a16:creationId xmlns:a16="http://schemas.microsoft.com/office/drawing/2014/main" id="{DCE5F613-A80B-6C40-95C3-4A29D1CBD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9021" name="Line 336">
                  <a:extLst>
                    <a:ext uri="{FF2B5EF4-FFF2-40B4-BE49-F238E27FC236}">
                      <a16:creationId xmlns:a16="http://schemas.microsoft.com/office/drawing/2014/main" id="{8735618B-78C2-8043-8F49-8404490224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28695" name="Group 337">
                <a:extLst>
                  <a:ext uri="{FF2B5EF4-FFF2-40B4-BE49-F238E27FC236}">
                    <a16:creationId xmlns:a16="http://schemas.microsoft.com/office/drawing/2014/main" id="{2DA8082F-A2C4-6C49-95A6-9D88E060AF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4" y="491"/>
                <a:ext cx="276" cy="230"/>
                <a:chOff x="960" y="768"/>
                <a:chExt cx="864" cy="720"/>
              </a:xfrm>
            </p:grpSpPr>
            <p:sp>
              <p:nvSpPr>
                <p:cNvPr id="28879" name="Freeform 338">
                  <a:extLst>
                    <a:ext uri="{FF2B5EF4-FFF2-40B4-BE49-F238E27FC236}">
                      <a16:creationId xmlns:a16="http://schemas.microsoft.com/office/drawing/2014/main" id="{AB3F939C-48A4-324D-972F-F70C1D19E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1" y="950"/>
                  <a:ext cx="43" cy="36"/>
                </a:xfrm>
                <a:custGeom>
                  <a:avLst/>
                  <a:gdLst>
                    <a:gd name="T0" fmla="*/ 0 w 627"/>
                    <a:gd name="T1" fmla="*/ 0 h 627"/>
                    <a:gd name="T2" fmla="*/ 0 w 627"/>
                    <a:gd name="T3" fmla="*/ 0 h 627"/>
                    <a:gd name="T4" fmla="*/ 0 w 627"/>
                    <a:gd name="T5" fmla="*/ 0 h 627"/>
                    <a:gd name="T6" fmla="*/ 0 w 627"/>
                    <a:gd name="T7" fmla="*/ 0 h 627"/>
                    <a:gd name="T8" fmla="*/ 0 w 627"/>
                    <a:gd name="T9" fmla="*/ 0 h 627"/>
                    <a:gd name="T10" fmla="*/ 0 w 627"/>
                    <a:gd name="T11" fmla="*/ 0 h 627"/>
                    <a:gd name="T12" fmla="*/ 0 w 627"/>
                    <a:gd name="T13" fmla="*/ 0 h 627"/>
                    <a:gd name="T14" fmla="*/ 0 w 627"/>
                    <a:gd name="T15" fmla="*/ 0 h 627"/>
                    <a:gd name="T16" fmla="*/ 0 w 627"/>
                    <a:gd name="T17" fmla="*/ 0 h 627"/>
                    <a:gd name="T18" fmla="*/ 0 w 627"/>
                    <a:gd name="T19" fmla="*/ 0 h 627"/>
                    <a:gd name="T20" fmla="*/ 0 w 627"/>
                    <a:gd name="T21" fmla="*/ 0 h 627"/>
                    <a:gd name="T22" fmla="*/ 0 w 627"/>
                    <a:gd name="T23" fmla="*/ 0 h 627"/>
                    <a:gd name="T24" fmla="*/ 0 w 627"/>
                    <a:gd name="T25" fmla="*/ 0 h 627"/>
                    <a:gd name="T26" fmla="*/ 0 w 627"/>
                    <a:gd name="T27" fmla="*/ 0 h 627"/>
                    <a:gd name="T28" fmla="*/ 0 w 627"/>
                    <a:gd name="T29" fmla="*/ 0 h 627"/>
                    <a:gd name="T30" fmla="*/ 0 w 627"/>
                    <a:gd name="T31" fmla="*/ 0 h 627"/>
                    <a:gd name="T32" fmla="*/ 0 w 627"/>
                    <a:gd name="T33" fmla="*/ 0 h 627"/>
                    <a:gd name="T34" fmla="*/ 0 w 627"/>
                    <a:gd name="T35" fmla="*/ 0 h 627"/>
                    <a:gd name="T36" fmla="*/ 0 w 627"/>
                    <a:gd name="T37" fmla="*/ 0 h 627"/>
                    <a:gd name="T38" fmla="*/ 0 w 627"/>
                    <a:gd name="T39" fmla="*/ 0 h 627"/>
                    <a:gd name="T40" fmla="*/ 0 w 627"/>
                    <a:gd name="T41" fmla="*/ 0 h 627"/>
                    <a:gd name="T42" fmla="*/ 0 w 627"/>
                    <a:gd name="T43" fmla="*/ 0 h 627"/>
                    <a:gd name="T44" fmla="*/ 0 w 627"/>
                    <a:gd name="T45" fmla="*/ 0 h 627"/>
                    <a:gd name="T46" fmla="*/ 0 w 627"/>
                    <a:gd name="T47" fmla="*/ 0 h 627"/>
                    <a:gd name="T48" fmla="*/ 0 w 627"/>
                    <a:gd name="T49" fmla="*/ 0 h 627"/>
                    <a:gd name="T50" fmla="*/ 0 w 627"/>
                    <a:gd name="T51" fmla="*/ 0 h 627"/>
                    <a:gd name="T52" fmla="*/ 0 w 627"/>
                    <a:gd name="T53" fmla="*/ 0 h 627"/>
                    <a:gd name="T54" fmla="*/ 0 w 627"/>
                    <a:gd name="T55" fmla="*/ 0 h 627"/>
                    <a:gd name="T56" fmla="*/ 0 w 627"/>
                    <a:gd name="T57" fmla="*/ 0 h 627"/>
                    <a:gd name="T58" fmla="*/ 0 w 627"/>
                    <a:gd name="T59" fmla="*/ 0 h 627"/>
                    <a:gd name="T60" fmla="*/ 0 w 627"/>
                    <a:gd name="T61" fmla="*/ 0 h 627"/>
                    <a:gd name="T62" fmla="*/ 0 w 627"/>
                    <a:gd name="T63" fmla="*/ 0 h 627"/>
                    <a:gd name="T64" fmla="*/ 0 w 627"/>
                    <a:gd name="T65" fmla="*/ 0 h 627"/>
                    <a:gd name="T66" fmla="*/ 0 w 627"/>
                    <a:gd name="T67" fmla="*/ 0 h 627"/>
                    <a:gd name="T68" fmla="*/ 0 w 627"/>
                    <a:gd name="T69" fmla="*/ 0 h 627"/>
                    <a:gd name="T70" fmla="*/ 0 w 627"/>
                    <a:gd name="T71" fmla="*/ 0 h 627"/>
                    <a:gd name="T72" fmla="*/ 0 w 627"/>
                    <a:gd name="T73" fmla="*/ 0 h 627"/>
                    <a:gd name="T74" fmla="*/ 0 w 627"/>
                    <a:gd name="T75" fmla="*/ 0 h 627"/>
                    <a:gd name="T76" fmla="*/ 0 w 627"/>
                    <a:gd name="T77" fmla="*/ 0 h 627"/>
                    <a:gd name="T78" fmla="*/ 0 w 627"/>
                    <a:gd name="T79" fmla="*/ 0 h 627"/>
                    <a:gd name="T80" fmla="*/ 0 w 627"/>
                    <a:gd name="T81" fmla="*/ 0 h 627"/>
                    <a:gd name="T82" fmla="*/ 0 w 627"/>
                    <a:gd name="T83" fmla="*/ 0 h 627"/>
                    <a:gd name="T84" fmla="*/ 0 w 627"/>
                    <a:gd name="T85" fmla="*/ 0 h 627"/>
                    <a:gd name="T86" fmla="*/ 0 w 627"/>
                    <a:gd name="T87" fmla="*/ 0 h 627"/>
                    <a:gd name="T88" fmla="*/ 0 w 627"/>
                    <a:gd name="T89" fmla="*/ 0 h 627"/>
                    <a:gd name="T90" fmla="*/ 0 w 627"/>
                    <a:gd name="T91" fmla="*/ 0 h 62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627"/>
                    <a:gd name="T139" fmla="*/ 0 h 627"/>
                    <a:gd name="T140" fmla="*/ 627 w 627"/>
                    <a:gd name="T141" fmla="*/ 627 h 62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627" h="627">
                      <a:moveTo>
                        <a:pt x="627" y="314"/>
                      </a:moveTo>
                      <a:lnTo>
                        <a:pt x="623" y="270"/>
                      </a:lnTo>
                      <a:lnTo>
                        <a:pt x="613" y="227"/>
                      </a:lnTo>
                      <a:lnTo>
                        <a:pt x="599" y="185"/>
                      </a:lnTo>
                      <a:lnTo>
                        <a:pt x="578" y="145"/>
                      </a:lnTo>
                      <a:lnTo>
                        <a:pt x="549" y="110"/>
                      </a:lnTo>
                      <a:lnTo>
                        <a:pt x="520" y="78"/>
                      </a:lnTo>
                      <a:lnTo>
                        <a:pt x="484" y="50"/>
                      </a:lnTo>
                      <a:lnTo>
                        <a:pt x="445" y="30"/>
                      </a:lnTo>
                      <a:lnTo>
                        <a:pt x="403" y="15"/>
                      </a:lnTo>
                      <a:lnTo>
                        <a:pt x="359" y="5"/>
                      </a:lnTo>
                      <a:lnTo>
                        <a:pt x="316" y="0"/>
                      </a:lnTo>
                      <a:lnTo>
                        <a:pt x="270" y="5"/>
                      </a:lnTo>
                      <a:lnTo>
                        <a:pt x="226" y="13"/>
                      </a:lnTo>
                      <a:lnTo>
                        <a:pt x="185" y="29"/>
                      </a:lnTo>
                      <a:lnTo>
                        <a:pt x="145" y="50"/>
                      </a:lnTo>
                      <a:lnTo>
                        <a:pt x="110" y="77"/>
                      </a:lnTo>
                      <a:lnTo>
                        <a:pt x="77" y="108"/>
                      </a:lnTo>
                      <a:lnTo>
                        <a:pt x="52" y="143"/>
                      </a:lnTo>
                      <a:lnTo>
                        <a:pt x="30" y="182"/>
                      </a:lnTo>
                      <a:lnTo>
                        <a:pt x="14" y="223"/>
                      </a:lnTo>
                      <a:lnTo>
                        <a:pt x="4" y="267"/>
                      </a:lnTo>
                      <a:lnTo>
                        <a:pt x="0" y="312"/>
                      </a:lnTo>
                      <a:lnTo>
                        <a:pt x="2" y="355"/>
                      </a:lnTo>
                      <a:lnTo>
                        <a:pt x="12" y="400"/>
                      </a:lnTo>
                      <a:lnTo>
                        <a:pt x="25" y="441"/>
                      </a:lnTo>
                      <a:lnTo>
                        <a:pt x="48" y="480"/>
                      </a:lnTo>
                      <a:lnTo>
                        <a:pt x="73" y="516"/>
                      </a:lnTo>
                      <a:lnTo>
                        <a:pt x="105" y="548"/>
                      </a:lnTo>
                      <a:lnTo>
                        <a:pt x="141" y="575"/>
                      </a:lnTo>
                      <a:lnTo>
                        <a:pt x="178" y="598"/>
                      </a:lnTo>
                      <a:lnTo>
                        <a:pt x="220" y="613"/>
                      </a:lnTo>
                      <a:lnTo>
                        <a:pt x="263" y="623"/>
                      </a:lnTo>
                      <a:lnTo>
                        <a:pt x="308" y="627"/>
                      </a:lnTo>
                      <a:lnTo>
                        <a:pt x="353" y="625"/>
                      </a:lnTo>
                      <a:lnTo>
                        <a:pt x="397" y="615"/>
                      </a:lnTo>
                      <a:lnTo>
                        <a:pt x="438" y="601"/>
                      </a:lnTo>
                      <a:lnTo>
                        <a:pt x="478" y="580"/>
                      </a:lnTo>
                      <a:lnTo>
                        <a:pt x="514" y="553"/>
                      </a:lnTo>
                      <a:lnTo>
                        <a:pt x="546" y="523"/>
                      </a:lnTo>
                      <a:lnTo>
                        <a:pt x="574" y="488"/>
                      </a:lnTo>
                      <a:lnTo>
                        <a:pt x="596" y="448"/>
                      </a:lnTo>
                      <a:lnTo>
                        <a:pt x="613" y="410"/>
                      </a:lnTo>
                      <a:lnTo>
                        <a:pt x="623" y="365"/>
                      </a:lnTo>
                      <a:lnTo>
                        <a:pt x="627" y="320"/>
                      </a:lnTo>
                      <a:lnTo>
                        <a:pt x="627" y="3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0" name="Freeform 339">
                  <a:extLst>
                    <a:ext uri="{FF2B5EF4-FFF2-40B4-BE49-F238E27FC236}">
                      <a16:creationId xmlns:a16="http://schemas.microsoft.com/office/drawing/2014/main" id="{F240C07F-E1C6-3848-A0B7-2195E22492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7" y="1009"/>
                  <a:ext cx="267" cy="477"/>
                </a:xfrm>
                <a:custGeom>
                  <a:avLst/>
                  <a:gdLst>
                    <a:gd name="T0" fmla="*/ 0 w 3881"/>
                    <a:gd name="T1" fmla="*/ 0 h 8487"/>
                    <a:gd name="T2" fmla="*/ 0 w 3881"/>
                    <a:gd name="T3" fmla="*/ 0 h 8487"/>
                    <a:gd name="T4" fmla="*/ 0 w 3881"/>
                    <a:gd name="T5" fmla="*/ 0 h 8487"/>
                    <a:gd name="T6" fmla="*/ 0 w 3881"/>
                    <a:gd name="T7" fmla="*/ 0 h 8487"/>
                    <a:gd name="T8" fmla="*/ 0 w 3881"/>
                    <a:gd name="T9" fmla="*/ 0 h 8487"/>
                    <a:gd name="T10" fmla="*/ 0 w 3881"/>
                    <a:gd name="T11" fmla="*/ 0 h 8487"/>
                    <a:gd name="T12" fmla="*/ 0 w 3881"/>
                    <a:gd name="T13" fmla="*/ 0 h 8487"/>
                    <a:gd name="T14" fmla="*/ 0 w 3881"/>
                    <a:gd name="T15" fmla="*/ 0 h 848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881"/>
                    <a:gd name="T25" fmla="*/ 0 h 8487"/>
                    <a:gd name="T26" fmla="*/ 3881 w 3881"/>
                    <a:gd name="T27" fmla="*/ 8487 h 848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881" h="8487">
                      <a:moveTo>
                        <a:pt x="0" y="8487"/>
                      </a:moveTo>
                      <a:lnTo>
                        <a:pt x="1679" y="0"/>
                      </a:lnTo>
                      <a:lnTo>
                        <a:pt x="2203" y="0"/>
                      </a:lnTo>
                      <a:lnTo>
                        <a:pt x="3881" y="8487"/>
                      </a:lnTo>
                      <a:lnTo>
                        <a:pt x="3391" y="8487"/>
                      </a:lnTo>
                      <a:lnTo>
                        <a:pt x="1958" y="1042"/>
                      </a:lnTo>
                      <a:lnTo>
                        <a:pt x="490" y="8487"/>
                      </a:lnTo>
                      <a:lnTo>
                        <a:pt x="0" y="84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1" name="Freeform 340">
                  <a:extLst>
                    <a:ext uri="{FF2B5EF4-FFF2-40B4-BE49-F238E27FC236}">
                      <a16:creationId xmlns:a16="http://schemas.microsoft.com/office/drawing/2014/main" id="{430A48C2-971B-324C-BF40-B06B8DC55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281"/>
                  <a:ext cx="197" cy="205"/>
                </a:xfrm>
                <a:custGeom>
                  <a:avLst/>
                  <a:gdLst>
                    <a:gd name="T0" fmla="*/ 0 w 2867"/>
                    <a:gd name="T1" fmla="*/ 0 h 3652"/>
                    <a:gd name="T2" fmla="*/ 0 w 2867"/>
                    <a:gd name="T3" fmla="*/ 0 h 3652"/>
                    <a:gd name="T4" fmla="*/ 0 w 2867"/>
                    <a:gd name="T5" fmla="*/ 0 h 3652"/>
                    <a:gd name="T6" fmla="*/ 0 w 2867"/>
                    <a:gd name="T7" fmla="*/ 0 h 3652"/>
                    <a:gd name="T8" fmla="*/ 0 w 2867"/>
                    <a:gd name="T9" fmla="*/ 0 h 3652"/>
                    <a:gd name="T10" fmla="*/ 0 w 2867"/>
                    <a:gd name="T11" fmla="*/ 0 h 3652"/>
                    <a:gd name="T12" fmla="*/ 0 w 2867"/>
                    <a:gd name="T13" fmla="*/ 0 h 3652"/>
                    <a:gd name="T14" fmla="*/ 0 w 2867"/>
                    <a:gd name="T15" fmla="*/ 0 h 3652"/>
                    <a:gd name="T16" fmla="*/ 0 w 2867"/>
                    <a:gd name="T17" fmla="*/ 0 h 3652"/>
                    <a:gd name="T18" fmla="*/ 0 w 2867"/>
                    <a:gd name="T19" fmla="*/ 0 h 3652"/>
                    <a:gd name="T20" fmla="*/ 0 w 2867"/>
                    <a:gd name="T21" fmla="*/ 0 h 3652"/>
                    <a:gd name="T22" fmla="*/ 0 w 2867"/>
                    <a:gd name="T23" fmla="*/ 0 h 3652"/>
                    <a:gd name="T24" fmla="*/ 0 w 2867"/>
                    <a:gd name="T25" fmla="*/ 0 h 365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867"/>
                    <a:gd name="T40" fmla="*/ 0 h 3652"/>
                    <a:gd name="T41" fmla="*/ 2867 w 2867"/>
                    <a:gd name="T42" fmla="*/ 3652 h 365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867" h="3652">
                      <a:moveTo>
                        <a:pt x="699" y="0"/>
                      </a:moveTo>
                      <a:lnTo>
                        <a:pt x="1468" y="1009"/>
                      </a:lnTo>
                      <a:lnTo>
                        <a:pt x="2237" y="0"/>
                      </a:lnTo>
                      <a:lnTo>
                        <a:pt x="2272" y="382"/>
                      </a:lnTo>
                      <a:lnTo>
                        <a:pt x="1679" y="1288"/>
                      </a:lnTo>
                      <a:lnTo>
                        <a:pt x="2762" y="2817"/>
                      </a:lnTo>
                      <a:lnTo>
                        <a:pt x="2867" y="3513"/>
                      </a:lnTo>
                      <a:lnTo>
                        <a:pt x="1468" y="1601"/>
                      </a:lnTo>
                      <a:lnTo>
                        <a:pt x="0" y="3652"/>
                      </a:lnTo>
                      <a:lnTo>
                        <a:pt x="34" y="3025"/>
                      </a:lnTo>
                      <a:lnTo>
                        <a:pt x="1258" y="1288"/>
                      </a:lnTo>
                      <a:lnTo>
                        <a:pt x="629" y="418"/>
                      </a:lnTo>
                      <a:lnTo>
                        <a:pt x="699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2" name="Freeform 341">
                  <a:extLst>
                    <a:ext uri="{FF2B5EF4-FFF2-40B4-BE49-F238E27FC236}">
                      <a16:creationId xmlns:a16="http://schemas.microsoft.com/office/drawing/2014/main" id="{E60A6A01-89C4-8647-9AF2-1D5A67DAD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6" y="1263"/>
                  <a:ext cx="112" cy="22"/>
                </a:xfrm>
                <a:custGeom>
                  <a:avLst/>
                  <a:gdLst>
                    <a:gd name="T0" fmla="*/ 0 w 1607"/>
                    <a:gd name="T1" fmla="*/ 0 h 383"/>
                    <a:gd name="T2" fmla="*/ 0 w 1607"/>
                    <a:gd name="T3" fmla="*/ 0 h 383"/>
                    <a:gd name="T4" fmla="*/ 0 w 1607"/>
                    <a:gd name="T5" fmla="*/ 0 h 383"/>
                    <a:gd name="T6" fmla="*/ 0 w 1607"/>
                    <a:gd name="T7" fmla="*/ 0 h 383"/>
                    <a:gd name="T8" fmla="*/ 0 w 1607"/>
                    <a:gd name="T9" fmla="*/ 0 h 3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07"/>
                    <a:gd name="T16" fmla="*/ 0 h 383"/>
                    <a:gd name="T17" fmla="*/ 1607 w 1607"/>
                    <a:gd name="T18" fmla="*/ 383 h 3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07" h="383">
                      <a:moveTo>
                        <a:pt x="34" y="0"/>
                      </a:moveTo>
                      <a:lnTo>
                        <a:pt x="1607" y="0"/>
                      </a:lnTo>
                      <a:lnTo>
                        <a:pt x="1607" y="383"/>
                      </a:lnTo>
                      <a:lnTo>
                        <a:pt x="0" y="383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3" name="Freeform 342">
                  <a:extLst>
                    <a:ext uri="{FF2B5EF4-FFF2-40B4-BE49-F238E27FC236}">
                      <a16:creationId xmlns:a16="http://schemas.microsoft.com/office/drawing/2014/main" id="{FCE98796-24C8-2E46-BA9F-5D0CAA83F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5" y="1005"/>
                  <a:ext cx="274" cy="483"/>
                </a:xfrm>
                <a:custGeom>
                  <a:avLst/>
                  <a:gdLst>
                    <a:gd name="T0" fmla="*/ 0 w 3985"/>
                    <a:gd name="T1" fmla="*/ 0 h 8591"/>
                    <a:gd name="T2" fmla="*/ 0 w 3985"/>
                    <a:gd name="T3" fmla="*/ 0 h 8591"/>
                    <a:gd name="T4" fmla="*/ 0 w 3985"/>
                    <a:gd name="T5" fmla="*/ 0 h 8591"/>
                    <a:gd name="T6" fmla="*/ 0 w 3985"/>
                    <a:gd name="T7" fmla="*/ 0 h 8591"/>
                    <a:gd name="T8" fmla="*/ 0 w 3985"/>
                    <a:gd name="T9" fmla="*/ 0 h 8591"/>
                    <a:gd name="T10" fmla="*/ 0 w 3985"/>
                    <a:gd name="T11" fmla="*/ 0 h 8591"/>
                    <a:gd name="T12" fmla="*/ 0 w 3985"/>
                    <a:gd name="T13" fmla="*/ 0 h 8591"/>
                    <a:gd name="T14" fmla="*/ 0 w 3985"/>
                    <a:gd name="T15" fmla="*/ 0 h 8591"/>
                    <a:gd name="T16" fmla="*/ 0 w 3985"/>
                    <a:gd name="T17" fmla="*/ 0 h 85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985"/>
                    <a:gd name="T28" fmla="*/ 0 h 8591"/>
                    <a:gd name="T29" fmla="*/ 3985 w 3985"/>
                    <a:gd name="T30" fmla="*/ 8591 h 85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985" h="8591">
                      <a:moveTo>
                        <a:pt x="0" y="8591"/>
                      </a:moveTo>
                      <a:lnTo>
                        <a:pt x="1677" y="0"/>
                      </a:lnTo>
                      <a:lnTo>
                        <a:pt x="2272" y="0"/>
                      </a:lnTo>
                      <a:lnTo>
                        <a:pt x="3985" y="8591"/>
                      </a:lnTo>
                      <a:lnTo>
                        <a:pt x="3879" y="8591"/>
                      </a:lnTo>
                      <a:lnTo>
                        <a:pt x="2203" y="103"/>
                      </a:lnTo>
                      <a:lnTo>
                        <a:pt x="1782" y="103"/>
                      </a:lnTo>
                      <a:lnTo>
                        <a:pt x="104" y="8591"/>
                      </a:lnTo>
                      <a:lnTo>
                        <a:pt x="0" y="85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4" name="Freeform 343">
                  <a:extLst>
                    <a:ext uri="{FF2B5EF4-FFF2-40B4-BE49-F238E27FC236}">
                      <a16:creationId xmlns:a16="http://schemas.microsoft.com/office/drawing/2014/main" id="{E06B1BDE-ACEB-A744-8CE4-7975004EE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5" y="1056"/>
                  <a:ext cx="274" cy="432"/>
                </a:xfrm>
                <a:custGeom>
                  <a:avLst/>
                  <a:gdLst>
                    <a:gd name="T0" fmla="*/ 0 w 3985"/>
                    <a:gd name="T1" fmla="*/ 0 h 7688"/>
                    <a:gd name="T2" fmla="*/ 0 w 3985"/>
                    <a:gd name="T3" fmla="*/ 0 h 7688"/>
                    <a:gd name="T4" fmla="*/ 0 w 3985"/>
                    <a:gd name="T5" fmla="*/ 0 h 7688"/>
                    <a:gd name="T6" fmla="*/ 0 w 3985"/>
                    <a:gd name="T7" fmla="*/ 0 h 7688"/>
                    <a:gd name="T8" fmla="*/ 0 w 3985"/>
                    <a:gd name="T9" fmla="*/ 0 h 7688"/>
                    <a:gd name="T10" fmla="*/ 0 w 3985"/>
                    <a:gd name="T11" fmla="*/ 0 h 7688"/>
                    <a:gd name="T12" fmla="*/ 0 w 3985"/>
                    <a:gd name="T13" fmla="*/ 0 h 7688"/>
                    <a:gd name="T14" fmla="*/ 0 w 3985"/>
                    <a:gd name="T15" fmla="*/ 0 h 7688"/>
                    <a:gd name="T16" fmla="*/ 0 w 3985"/>
                    <a:gd name="T17" fmla="*/ 0 h 7688"/>
                    <a:gd name="T18" fmla="*/ 0 w 3985"/>
                    <a:gd name="T19" fmla="*/ 0 h 7688"/>
                    <a:gd name="T20" fmla="*/ 0 w 3985"/>
                    <a:gd name="T21" fmla="*/ 0 h 768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985"/>
                    <a:gd name="T34" fmla="*/ 0 h 7688"/>
                    <a:gd name="T35" fmla="*/ 3985 w 3985"/>
                    <a:gd name="T36" fmla="*/ 7688 h 768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985" h="7688">
                      <a:moveTo>
                        <a:pt x="104" y="7583"/>
                      </a:moveTo>
                      <a:lnTo>
                        <a:pt x="488" y="7583"/>
                      </a:lnTo>
                      <a:lnTo>
                        <a:pt x="1992" y="0"/>
                      </a:lnTo>
                      <a:lnTo>
                        <a:pt x="3496" y="7583"/>
                      </a:lnTo>
                      <a:lnTo>
                        <a:pt x="3882" y="7583"/>
                      </a:lnTo>
                      <a:lnTo>
                        <a:pt x="3985" y="7688"/>
                      </a:lnTo>
                      <a:lnTo>
                        <a:pt x="3391" y="7688"/>
                      </a:lnTo>
                      <a:lnTo>
                        <a:pt x="1992" y="521"/>
                      </a:lnTo>
                      <a:lnTo>
                        <a:pt x="594" y="7688"/>
                      </a:lnTo>
                      <a:lnTo>
                        <a:pt x="0" y="7688"/>
                      </a:lnTo>
                      <a:lnTo>
                        <a:pt x="104" y="75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5" name="Freeform 344">
                  <a:extLst>
                    <a:ext uri="{FF2B5EF4-FFF2-40B4-BE49-F238E27FC236}">
                      <a16:creationId xmlns:a16="http://schemas.microsoft.com/office/drawing/2014/main" id="{EDD810C5-FBA2-9D42-BAD5-531CE7EBA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9" y="1281"/>
                  <a:ext cx="104" cy="6"/>
                </a:xfrm>
                <a:custGeom>
                  <a:avLst/>
                  <a:gdLst>
                    <a:gd name="T0" fmla="*/ 0 w 1504"/>
                    <a:gd name="T1" fmla="*/ 0 h 104"/>
                    <a:gd name="T2" fmla="*/ 0 w 1504"/>
                    <a:gd name="T3" fmla="*/ 0 h 104"/>
                    <a:gd name="T4" fmla="*/ 0 w 1504"/>
                    <a:gd name="T5" fmla="*/ 0 h 104"/>
                    <a:gd name="T6" fmla="*/ 0 w 1504"/>
                    <a:gd name="T7" fmla="*/ 0 h 104"/>
                    <a:gd name="T8" fmla="*/ 0 w 150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4"/>
                    <a:gd name="T16" fmla="*/ 0 h 104"/>
                    <a:gd name="T17" fmla="*/ 1504 w 1504"/>
                    <a:gd name="T18" fmla="*/ 104 h 1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4" h="104">
                      <a:moveTo>
                        <a:pt x="0" y="104"/>
                      </a:moveTo>
                      <a:lnTo>
                        <a:pt x="1504" y="104"/>
                      </a:lnTo>
                      <a:lnTo>
                        <a:pt x="1504" y="0"/>
                      </a:lnTo>
                      <a:lnTo>
                        <a:pt x="35" y="0"/>
                      </a:lnTo>
                      <a:lnTo>
                        <a:pt x="0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6" name="Freeform 345">
                  <a:extLst>
                    <a:ext uri="{FF2B5EF4-FFF2-40B4-BE49-F238E27FC236}">
                      <a16:creationId xmlns:a16="http://schemas.microsoft.com/office/drawing/2014/main" id="{FAFEDF49-64C7-9D45-AB17-0F541CB28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261"/>
                  <a:ext cx="99" cy="6"/>
                </a:xfrm>
                <a:custGeom>
                  <a:avLst/>
                  <a:gdLst>
                    <a:gd name="T0" fmla="*/ 0 w 1433"/>
                    <a:gd name="T1" fmla="*/ 0 h 103"/>
                    <a:gd name="T2" fmla="*/ 0 w 1433"/>
                    <a:gd name="T3" fmla="*/ 0 h 103"/>
                    <a:gd name="T4" fmla="*/ 0 w 1433"/>
                    <a:gd name="T5" fmla="*/ 0 h 103"/>
                    <a:gd name="T6" fmla="*/ 0 w 1433"/>
                    <a:gd name="T7" fmla="*/ 0 h 103"/>
                    <a:gd name="T8" fmla="*/ 0 w 1433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33"/>
                    <a:gd name="T16" fmla="*/ 0 h 103"/>
                    <a:gd name="T17" fmla="*/ 1433 w 1433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33" h="103">
                      <a:moveTo>
                        <a:pt x="0" y="103"/>
                      </a:moveTo>
                      <a:lnTo>
                        <a:pt x="1433" y="103"/>
                      </a:lnTo>
                      <a:lnTo>
                        <a:pt x="1363" y="0"/>
                      </a:lnTo>
                      <a:lnTo>
                        <a:pt x="70" y="0"/>
                      </a:lnTo>
                      <a:lnTo>
                        <a:pt x="0" y="10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50000">
                      <a:srgbClr val="000000"/>
                    </a:gs>
                    <a:gs pos="100000">
                      <a:srgbClr val="00000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7" name="Freeform 346">
                  <a:extLst>
                    <a:ext uri="{FF2B5EF4-FFF2-40B4-BE49-F238E27FC236}">
                      <a16:creationId xmlns:a16="http://schemas.microsoft.com/office/drawing/2014/main" id="{A6C1D2F7-B787-F740-B55C-BD69BC1E2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3" y="1365"/>
                  <a:ext cx="200" cy="123"/>
                </a:xfrm>
                <a:custGeom>
                  <a:avLst/>
                  <a:gdLst>
                    <a:gd name="T0" fmla="*/ 0 w 2903"/>
                    <a:gd name="T1" fmla="*/ 0 h 2191"/>
                    <a:gd name="T2" fmla="*/ 0 w 2903"/>
                    <a:gd name="T3" fmla="*/ 0 h 2191"/>
                    <a:gd name="T4" fmla="*/ 0 w 2903"/>
                    <a:gd name="T5" fmla="*/ 0 h 2191"/>
                    <a:gd name="T6" fmla="*/ 0 w 2903"/>
                    <a:gd name="T7" fmla="*/ 0 h 2191"/>
                    <a:gd name="T8" fmla="*/ 0 w 2903"/>
                    <a:gd name="T9" fmla="*/ 0 h 2191"/>
                    <a:gd name="T10" fmla="*/ 0 w 2903"/>
                    <a:gd name="T11" fmla="*/ 0 h 2191"/>
                    <a:gd name="T12" fmla="*/ 0 w 2903"/>
                    <a:gd name="T13" fmla="*/ 0 h 219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2191"/>
                    <a:gd name="T23" fmla="*/ 2903 w 2903"/>
                    <a:gd name="T24" fmla="*/ 2191 h 219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2191">
                      <a:moveTo>
                        <a:pt x="1434" y="174"/>
                      </a:moveTo>
                      <a:lnTo>
                        <a:pt x="2903" y="2191"/>
                      </a:lnTo>
                      <a:lnTo>
                        <a:pt x="2903" y="2017"/>
                      </a:lnTo>
                      <a:lnTo>
                        <a:pt x="1434" y="0"/>
                      </a:lnTo>
                      <a:lnTo>
                        <a:pt x="0" y="2017"/>
                      </a:lnTo>
                      <a:lnTo>
                        <a:pt x="36" y="2191"/>
                      </a:lnTo>
                      <a:lnTo>
                        <a:pt x="1434" y="17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50000">
                      <a:srgbClr val="000000"/>
                    </a:gs>
                    <a:gs pos="100000">
                      <a:srgbClr val="00000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8" name="Freeform 347">
                  <a:extLst>
                    <a:ext uri="{FF2B5EF4-FFF2-40B4-BE49-F238E27FC236}">
                      <a16:creationId xmlns:a16="http://schemas.microsoft.com/office/drawing/2014/main" id="{1B8ED92C-EBE2-0642-A163-93321FA64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4" y="1287"/>
                  <a:ext cx="99" cy="55"/>
                </a:xfrm>
                <a:custGeom>
                  <a:avLst/>
                  <a:gdLst>
                    <a:gd name="T0" fmla="*/ 0 w 1435"/>
                    <a:gd name="T1" fmla="*/ 0 h 974"/>
                    <a:gd name="T2" fmla="*/ 0 w 1435"/>
                    <a:gd name="T3" fmla="*/ 0 h 974"/>
                    <a:gd name="T4" fmla="*/ 0 w 1435"/>
                    <a:gd name="T5" fmla="*/ 0 h 974"/>
                    <a:gd name="T6" fmla="*/ 0 w 1435"/>
                    <a:gd name="T7" fmla="*/ 0 h 974"/>
                    <a:gd name="T8" fmla="*/ 0 w 1435"/>
                    <a:gd name="T9" fmla="*/ 0 h 974"/>
                    <a:gd name="T10" fmla="*/ 0 w 1435"/>
                    <a:gd name="T11" fmla="*/ 0 h 974"/>
                    <a:gd name="T12" fmla="*/ 0 w 1435"/>
                    <a:gd name="T13" fmla="*/ 0 h 97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35"/>
                    <a:gd name="T22" fmla="*/ 0 h 974"/>
                    <a:gd name="T23" fmla="*/ 1435 w 1435"/>
                    <a:gd name="T24" fmla="*/ 974 h 97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35" h="974">
                      <a:moveTo>
                        <a:pt x="0" y="0"/>
                      </a:moveTo>
                      <a:lnTo>
                        <a:pt x="700" y="974"/>
                      </a:lnTo>
                      <a:lnTo>
                        <a:pt x="1435" y="0"/>
                      </a:lnTo>
                      <a:lnTo>
                        <a:pt x="1294" y="0"/>
                      </a:lnTo>
                      <a:lnTo>
                        <a:pt x="700" y="800"/>
                      </a:lnTo>
                      <a:lnTo>
                        <a:pt x="10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89" name="Freeform 348">
                  <a:extLst>
                    <a:ext uri="{FF2B5EF4-FFF2-40B4-BE49-F238E27FC236}">
                      <a16:creationId xmlns:a16="http://schemas.microsoft.com/office/drawing/2014/main" id="{BDD375FE-6450-B142-AEDA-AD3D586B3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1301"/>
                  <a:ext cx="84" cy="150"/>
                </a:xfrm>
                <a:custGeom>
                  <a:avLst/>
                  <a:gdLst>
                    <a:gd name="T0" fmla="*/ 0 w 1225"/>
                    <a:gd name="T1" fmla="*/ 0 h 2676"/>
                    <a:gd name="T2" fmla="*/ 0 w 1225"/>
                    <a:gd name="T3" fmla="*/ 0 h 2676"/>
                    <a:gd name="T4" fmla="*/ 0 w 1225"/>
                    <a:gd name="T5" fmla="*/ 0 h 2676"/>
                    <a:gd name="T6" fmla="*/ 0 w 1225"/>
                    <a:gd name="T7" fmla="*/ 0 h 2676"/>
                    <a:gd name="T8" fmla="*/ 0 w 1225"/>
                    <a:gd name="T9" fmla="*/ 0 h 2676"/>
                    <a:gd name="T10" fmla="*/ 0 w 1225"/>
                    <a:gd name="T11" fmla="*/ 0 h 2676"/>
                    <a:gd name="T12" fmla="*/ 0 w 1225"/>
                    <a:gd name="T13" fmla="*/ 0 h 267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25"/>
                    <a:gd name="T22" fmla="*/ 0 h 2676"/>
                    <a:gd name="T23" fmla="*/ 1225 w 1225"/>
                    <a:gd name="T24" fmla="*/ 2676 h 267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25" h="2676">
                      <a:moveTo>
                        <a:pt x="0" y="2676"/>
                      </a:moveTo>
                      <a:lnTo>
                        <a:pt x="1225" y="939"/>
                      </a:lnTo>
                      <a:lnTo>
                        <a:pt x="560" y="0"/>
                      </a:lnTo>
                      <a:lnTo>
                        <a:pt x="491" y="69"/>
                      </a:lnTo>
                      <a:lnTo>
                        <a:pt x="1084" y="939"/>
                      </a:lnTo>
                      <a:lnTo>
                        <a:pt x="37" y="2468"/>
                      </a:lnTo>
                      <a:lnTo>
                        <a:pt x="0" y="26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0" name="Freeform 349">
                  <a:extLst>
                    <a:ext uri="{FF2B5EF4-FFF2-40B4-BE49-F238E27FC236}">
                      <a16:creationId xmlns:a16="http://schemas.microsoft.com/office/drawing/2014/main" id="{63D0A43A-5C00-3C47-A21E-F7847EC5B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1301"/>
                  <a:ext cx="84" cy="150"/>
                </a:xfrm>
                <a:custGeom>
                  <a:avLst/>
                  <a:gdLst>
                    <a:gd name="T0" fmla="*/ 0 w 1225"/>
                    <a:gd name="T1" fmla="*/ 0 h 2676"/>
                    <a:gd name="T2" fmla="*/ 0 w 1225"/>
                    <a:gd name="T3" fmla="*/ 0 h 2676"/>
                    <a:gd name="T4" fmla="*/ 0 w 1225"/>
                    <a:gd name="T5" fmla="*/ 0 h 2676"/>
                    <a:gd name="T6" fmla="*/ 0 w 1225"/>
                    <a:gd name="T7" fmla="*/ 0 h 2676"/>
                    <a:gd name="T8" fmla="*/ 0 w 1225"/>
                    <a:gd name="T9" fmla="*/ 0 h 2676"/>
                    <a:gd name="T10" fmla="*/ 0 w 1225"/>
                    <a:gd name="T11" fmla="*/ 0 h 2676"/>
                    <a:gd name="T12" fmla="*/ 0 w 1225"/>
                    <a:gd name="T13" fmla="*/ 0 h 267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25"/>
                    <a:gd name="T22" fmla="*/ 0 h 2676"/>
                    <a:gd name="T23" fmla="*/ 1225 w 1225"/>
                    <a:gd name="T24" fmla="*/ 2676 h 267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25" h="2676">
                      <a:moveTo>
                        <a:pt x="1225" y="2676"/>
                      </a:moveTo>
                      <a:lnTo>
                        <a:pt x="0" y="939"/>
                      </a:lnTo>
                      <a:lnTo>
                        <a:pt x="666" y="0"/>
                      </a:lnTo>
                      <a:lnTo>
                        <a:pt x="734" y="69"/>
                      </a:lnTo>
                      <a:lnTo>
                        <a:pt x="142" y="939"/>
                      </a:lnTo>
                      <a:lnTo>
                        <a:pt x="1189" y="2468"/>
                      </a:lnTo>
                      <a:lnTo>
                        <a:pt x="1225" y="26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1" name="Freeform 350">
                  <a:extLst>
                    <a:ext uri="{FF2B5EF4-FFF2-40B4-BE49-F238E27FC236}">
                      <a16:creationId xmlns:a16="http://schemas.microsoft.com/office/drawing/2014/main" id="{C74951EE-94C2-004A-A9D7-B0E337AB38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67"/>
                  <a:ext cx="53" cy="41"/>
                </a:xfrm>
                <a:custGeom>
                  <a:avLst/>
                  <a:gdLst>
                    <a:gd name="T0" fmla="*/ 0 w 770"/>
                    <a:gd name="T1" fmla="*/ 0 h 728"/>
                    <a:gd name="T2" fmla="*/ 0 w 770"/>
                    <a:gd name="T3" fmla="*/ 0 h 728"/>
                    <a:gd name="T4" fmla="*/ 0 w 770"/>
                    <a:gd name="T5" fmla="*/ 0 h 728"/>
                    <a:gd name="T6" fmla="*/ 0 w 770"/>
                    <a:gd name="T7" fmla="*/ 0 h 728"/>
                    <a:gd name="T8" fmla="*/ 0 w 770"/>
                    <a:gd name="T9" fmla="*/ 0 h 728"/>
                    <a:gd name="T10" fmla="*/ 0 w 770"/>
                    <a:gd name="T11" fmla="*/ 0 h 728"/>
                    <a:gd name="T12" fmla="*/ 0 w 770"/>
                    <a:gd name="T13" fmla="*/ 0 h 728"/>
                    <a:gd name="T14" fmla="*/ 0 w 770"/>
                    <a:gd name="T15" fmla="*/ 0 h 728"/>
                    <a:gd name="T16" fmla="*/ 0 w 770"/>
                    <a:gd name="T17" fmla="*/ 0 h 728"/>
                    <a:gd name="T18" fmla="*/ 0 w 770"/>
                    <a:gd name="T19" fmla="*/ 0 h 728"/>
                    <a:gd name="T20" fmla="*/ 0 w 770"/>
                    <a:gd name="T21" fmla="*/ 0 h 728"/>
                    <a:gd name="T22" fmla="*/ 0 w 770"/>
                    <a:gd name="T23" fmla="*/ 0 h 728"/>
                    <a:gd name="T24" fmla="*/ 0 w 770"/>
                    <a:gd name="T25" fmla="*/ 0 h 728"/>
                    <a:gd name="T26" fmla="*/ 0 w 770"/>
                    <a:gd name="T27" fmla="*/ 0 h 728"/>
                    <a:gd name="T28" fmla="*/ 0 w 770"/>
                    <a:gd name="T29" fmla="*/ 0 h 728"/>
                    <a:gd name="T30" fmla="*/ 0 w 770"/>
                    <a:gd name="T31" fmla="*/ 0 h 728"/>
                    <a:gd name="T32" fmla="*/ 0 w 770"/>
                    <a:gd name="T33" fmla="*/ 0 h 728"/>
                    <a:gd name="T34" fmla="*/ 0 w 770"/>
                    <a:gd name="T35" fmla="*/ 0 h 728"/>
                    <a:gd name="T36" fmla="*/ 0 w 770"/>
                    <a:gd name="T37" fmla="*/ 0 h 728"/>
                    <a:gd name="T38" fmla="*/ 0 w 770"/>
                    <a:gd name="T39" fmla="*/ 0 h 728"/>
                    <a:gd name="T40" fmla="*/ 0 w 770"/>
                    <a:gd name="T41" fmla="*/ 0 h 728"/>
                    <a:gd name="T42" fmla="*/ 0 w 770"/>
                    <a:gd name="T43" fmla="*/ 0 h 728"/>
                    <a:gd name="T44" fmla="*/ 0 w 770"/>
                    <a:gd name="T45" fmla="*/ 0 h 728"/>
                    <a:gd name="T46" fmla="*/ 0 w 770"/>
                    <a:gd name="T47" fmla="*/ 0 h 728"/>
                    <a:gd name="T48" fmla="*/ 0 w 770"/>
                    <a:gd name="T49" fmla="*/ 0 h 728"/>
                    <a:gd name="T50" fmla="*/ 0 w 770"/>
                    <a:gd name="T51" fmla="*/ 0 h 728"/>
                    <a:gd name="T52" fmla="*/ 0 w 770"/>
                    <a:gd name="T53" fmla="*/ 0 h 728"/>
                    <a:gd name="T54" fmla="*/ 0 w 770"/>
                    <a:gd name="T55" fmla="*/ 0 h 728"/>
                    <a:gd name="T56" fmla="*/ 0 w 770"/>
                    <a:gd name="T57" fmla="*/ 0 h 728"/>
                    <a:gd name="T58" fmla="*/ 0 w 770"/>
                    <a:gd name="T59" fmla="*/ 0 h 728"/>
                    <a:gd name="T60" fmla="*/ 0 w 770"/>
                    <a:gd name="T61" fmla="*/ 0 h 728"/>
                    <a:gd name="T62" fmla="*/ 0 w 770"/>
                    <a:gd name="T63" fmla="*/ 0 h 728"/>
                    <a:gd name="T64" fmla="*/ 0 w 770"/>
                    <a:gd name="T65" fmla="*/ 0 h 728"/>
                    <a:gd name="T66" fmla="*/ 0 w 770"/>
                    <a:gd name="T67" fmla="*/ 0 h 728"/>
                    <a:gd name="T68" fmla="*/ 0 w 770"/>
                    <a:gd name="T69" fmla="*/ 0 h 728"/>
                    <a:gd name="T70" fmla="*/ 0 w 770"/>
                    <a:gd name="T71" fmla="*/ 0 h 728"/>
                    <a:gd name="T72" fmla="*/ 0 w 770"/>
                    <a:gd name="T73" fmla="*/ 0 h 728"/>
                    <a:gd name="T74" fmla="*/ 0 w 770"/>
                    <a:gd name="T75" fmla="*/ 0 h 728"/>
                    <a:gd name="T76" fmla="*/ 0 w 770"/>
                    <a:gd name="T77" fmla="*/ 0 h 728"/>
                    <a:gd name="T78" fmla="*/ 0 w 770"/>
                    <a:gd name="T79" fmla="*/ 0 h 728"/>
                    <a:gd name="T80" fmla="*/ 0 w 770"/>
                    <a:gd name="T81" fmla="*/ 0 h 728"/>
                    <a:gd name="T82" fmla="*/ 0 w 770"/>
                    <a:gd name="T83" fmla="*/ 0 h 728"/>
                    <a:gd name="T84" fmla="*/ 0 w 770"/>
                    <a:gd name="T85" fmla="*/ 0 h 728"/>
                    <a:gd name="T86" fmla="*/ 0 w 770"/>
                    <a:gd name="T87" fmla="*/ 0 h 728"/>
                    <a:gd name="T88" fmla="*/ 0 w 770"/>
                    <a:gd name="T89" fmla="*/ 0 h 728"/>
                    <a:gd name="T90" fmla="*/ 0 w 770"/>
                    <a:gd name="T91" fmla="*/ 0 h 728"/>
                    <a:gd name="T92" fmla="*/ 0 w 770"/>
                    <a:gd name="T93" fmla="*/ 0 h 728"/>
                    <a:gd name="T94" fmla="*/ 0 w 770"/>
                    <a:gd name="T95" fmla="*/ 0 h 728"/>
                    <a:gd name="T96" fmla="*/ 0 w 770"/>
                    <a:gd name="T97" fmla="*/ 0 h 728"/>
                    <a:gd name="T98" fmla="*/ 0 w 770"/>
                    <a:gd name="T99" fmla="*/ 0 h 728"/>
                    <a:gd name="T100" fmla="*/ 0 w 770"/>
                    <a:gd name="T101" fmla="*/ 0 h 72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770"/>
                    <a:gd name="T154" fmla="*/ 0 h 728"/>
                    <a:gd name="T155" fmla="*/ 770 w 770"/>
                    <a:gd name="T156" fmla="*/ 728 h 728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770" h="728">
                      <a:moveTo>
                        <a:pt x="143" y="0"/>
                      </a:moveTo>
                      <a:lnTo>
                        <a:pt x="143" y="38"/>
                      </a:lnTo>
                      <a:lnTo>
                        <a:pt x="151" y="78"/>
                      </a:lnTo>
                      <a:lnTo>
                        <a:pt x="164" y="115"/>
                      </a:lnTo>
                      <a:lnTo>
                        <a:pt x="183" y="148"/>
                      </a:lnTo>
                      <a:lnTo>
                        <a:pt x="208" y="178"/>
                      </a:lnTo>
                      <a:lnTo>
                        <a:pt x="236" y="206"/>
                      </a:lnTo>
                      <a:lnTo>
                        <a:pt x="269" y="228"/>
                      </a:lnTo>
                      <a:lnTo>
                        <a:pt x="306" y="243"/>
                      </a:lnTo>
                      <a:lnTo>
                        <a:pt x="343" y="253"/>
                      </a:lnTo>
                      <a:lnTo>
                        <a:pt x="383" y="256"/>
                      </a:lnTo>
                      <a:lnTo>
                        <a:pt x="422" y="253"/>
                      </a:lnTo>
                      <a:lnTo>
                        <a:pt x="460" y="246"/>
                      </a:lnTo>
                      <a:lnTo>
                        <a:pt x="497" y="230"/>
                      </a:lnTo>
                      <a:lnTo>
                        <a:pt x="532" y="210"/>
                      </a:lnTo>
                      <a:lnTo>
                        <a:pt x="562" y="185"/>
                      </a:lnTo>
                      <a:lnTo>
                        <a:pt x="585" y="153"/>
                      </a:lnTo>
                      <a:lnTo>
                        <a:pt x="605" y="120"/>
                      </a:lnTo>
                      <a:lnTo>
                        <a:pt x="621" y="83"/>
                      </a:lnTo>
                      <a:lnTo>
                        <a:pt x="629" y="45"/>
                      </a:lnTo>
                      <a:lnTo>
                        <a:pt x="630" y="6"/>
                      </a:lnTo>
                      <a:lnTo>
                        <a:pt x="630" y="0"/>
                      </a:lnTo>
                      <a:lnTo>
                        <a:pt x="770" y="0"/>
                      </a:lnTo>
                      <a:lnTo>
                        <a:pt x="770" y="18"/>
                      </a:lnTo>
                      <a:lnTo>
                        <a:pt x="765" y="68"/>
                      </a:lnTo>
                      <a:lnTo>
                        <a:pt x="754" y="115"/>
                      </a:lnTo>
                      <a:lnTo>
                        <a:pt x="738" y="163"/>
                      </a:lnTo>
                      <a:lnTo>
                        <a:pt x="717" y="206"/>
                      </a:lnTo>
                      <a:lnTo>
                        <a:pt x="688" y="248"/>
                      </a:lnTo>
                      <a:lnTo>
                        <a:pt x="655" y="283"/>
                      </a:lnTo>
                      <a:lnTo>
                        <a:pt x="617" y="317"/>
                      </a:lnTo>
                      <a:lnTo>
                        <a:pt x="575" y="343"/>
                      </a:lnTo>
                      <a:lnTo>
                        <a:pt x="532" y="365"/>
                      </a:lnTo>
                      <a:lnTo>
                        <a:pt x="486" y="383"/>
                      </a:lnTo>
                      <a:lnTo>
                        <a:pt x="440" y="393"/>
                      </a:lnTo>
                      <a:lnTo>
                        <a:pt x="440" y="726"/>
                      </a:lnTo>
                      <a:lnTo>
                        <a:pt x="329" y="728"/>
                      </a:lnTo>
                      <a:lnTo>
                        <a:pt x="329" y="390"/>
                      </a:lnTo>
                      <a:lnTo>
                        <a:pt x="284" y="383"/>
                      </a:lnTo>
                      <a:lnTo>
                        <a:pt x="238" y="365"/>
                      </a:lnTo>
                      <a:lnTo>
                        <a:pt x="194" y="343"/>
                      </a:lnTo>
                      <a:lnTo>
                        <a:pt x="153" y="317"/>
                      </a:lnTo>
                      <a:lnTo>
                        <a:pt x="115" y="283"/>
                      </a:lnTo>
                      <a:lnTo>
                        <a:pt x="81" y="248"/>
                      </a:lnTo>
                      <a:lnTo>
                        <a:pt x="53" y="206"/>
                      </a:lnTo>
                      <a:lnTo>
                        <a:pt x="31" y="163"/>
                      </a:lnTo>
                      <a:lnTo>
                        <a:pt x="16" y="115"/>
                      </a:lnTo>
                      <a:lnTo>
                        <a:pt x="3" y="68"/>
                      </a:ln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2" name="Freeform 351">
                  <a:extLst>
                    <a:ext uri="{FF2B5EF4-FFF2-40B4-BE49-F238E27FC236}">
                      <a16:creationId xmlns:a16="http://schemas.microsoft.com/office/drawing/2014/main" id="{5B118E01-F54C-0E44-8D28-12939A5D6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47"/>
                  <a:ext cx="53" cy="21"/>
                </a:xfrm>
                <a:custGeom>
                  <a:avLst/>
                  <a:gdLst>
                    <a:gd name="T0" fmla="*/ 0 w 770"/>
                    <a:gd name="T1" fmla="*/ 0 h 382"/>
                    <a:gd name="T2" fmla="*/ 0 w 770"/>
                    <a:gd name="T3" fmla="*/ 0 h 382"/>
                    <a:gd name="T4" fmla="*/ 0 w 770"/>
                    <a:gd name="T5" fmla="*/ 0 h 382"/>
                    <a:gd name="T6" fmla="*/ 0 w 770"/>
                    <a:gd name="T7" fmla="*/ 0 h 382"/>
                    <a:gd name="T8" fmla="*/ 0 w 770"/>
                    <a:gd name="T9" fmla="*/ 0 h 382"/>
                    <a:gd name="T10" fmla="*/ 0 w 770"/>
                    <a:gd name="T11" fmla="*/ 0 h 382"/>
                    <a:gd name="T12" fmla="*/ 0 w 770"/>
                    <a:gd name="T13" fmla="*/ 0 h 382"/>
                    <a:gd name="T14" fmla="*/ 0 w 770"/>
                    <a:gd name="T15" fmla="*/ 0 h 382"/>
                    <a:gd name="T16" fmla="*/ 0 w 770"/>
                    <a:gd name="T17" fmla="*/ 0 h 382"/>
                    <a:gd name="T18" fmla="*/ 0 w 770"/>
                    <a:gd name="T19" fmla="*/ 0 h 382"/>
                    <a:gd name="T20" fmla="*/ 0 w 770"/>
                    <a:gd name="T21" fmla="*/ 0 h 382"/>
                    <a:gd name="T22" fmla="*/ 0 w 770"/>
                    <a:gd name="T23" fmla="*/ 0 h 382"/>
                    <a:gd name="T24" fmla="*/ 0 w 770"/>
                    <a:gd name="T25" fmla="*/ 0 h 382"/>
                    <a:gd name="T26" fmla="*/ 0 w 770"/>
                    <a:gd name="T27" fmla="*/ 0 h 382"/>
                    <a:gd name="T28" fmla="*/ 0 w 770"/>
                    <a:gd name="T29" fmla="*/ 0 h 382"/>
                    <a:gd name="T30" fmla="*/ 0 w 770"/>
                    <a:gd name="T31" fmla="*/ 0 h 382"/>
                    <a:gd name="T32" fmla="*/ 0 w 770"/>
                    <a:gd name="T33" fmla="*/ 0 h 382"/>
                    <a:gd name="T34" fmla="*/ 0 w 770"/>
                    <a:gd name="T35" fmla="*/ 0 h 382"/>
                    <a:gd name="T36" fmla="*/ 0 w 770"/>
                    <a:gd name="T37" fmla="*/ 0 h 382"/>
                    <a:gd name="T38" fmla="*/ 0 w 770"/>
                    <a:gd name="T39" fmla="*/ 0 h 382"/>
                    <a:gd name="T40" fmla="*/ 0 w 770"/>
                    <a:gd name="T41" fmla="*/ 0 h 382"/>
                    <a:gd name="T42" fmla="*/ 0 w 770"/>
                    <a:gd name="T43" fmla="*/ 0 h 382"/>
                    <a:gd name="T44" fmla="*/ 0 w 770"/>
                    <a:gd name="T45" fmla="*/ 0 h 382"/>
                    <a:gd name="T46" fmla="*/ 0 w 770"/>
                    <a:gd name="T47" fmla="*/ 0 h 382"/>
                    <a:gd name="T48" fmla="*/ 0 w 770"/>
                    <a:gd name="T49" fmla="*/ 0 h 382"/>
                    <a:gd name="T50" fmla="*/ 0 w 770"/>
                    <a:gd name="T51" fmla="*/ 0 h 382"/>
                    <a:gd name="T52" fmla="*/ 0 w 770"/>
                    <a:gd name="T53" fmla="*/ 0 h 382"/>
                    <a:gd name="T54" fmla="*/ 0 w 770"/>
                    <a:gd name="T55" fmla="*/ 0 h 382"/>
                    <a:gd name="T56" fmla="*/ 0 w 770"/>
                    <a:gd name="T57" fmla="*/ 0 h 382"/>
                    <a:gd name="T58" fmla="*/ 0 w 770"/>
                    <a:gd name="T59" fmla="*/ 0 h 382"/>
                    <a:gd name="T60" fmla="*/ 0 w 770"/>
                    <a:gd name="T61" fmla="*/ 0 h 382"/>
                    <a:gd name="T62" fmla="*/ 0 w 770"/>
                    <a:gd name="T63" fmla="*/ 0 h 382"/>
                    <a:gd name="T64" fmla="*/ 0 w 770"/>
                    <a:gd name="T65" fmla="*/ 0 h 382"/>
                    <a:gd name="T66" fmla="*/ 0 w 770"/>
                    <a:gd name="T67" fmla="*/ 0 h 382"/>
                    <a:gd name="T68" fmla="*/ 0 w 770"/>
                    <a:gd name="T69" fmla="*/ 0 h 382"/>
                    <a:gd name="T70" fmla="*/ 0 w 770"/>
                    <a:gd name="T71" fmla="*/ 0 h 382"/>
                    <a:gd name="T72" fmla="*/ 0 w 770"/>
                    <a:gd name="T73" fmla="*/ 0 h 382"/>
                    <a:gd name="T74" fmla="*/ 0 w 770"/>
                    <a:gd name="T75" fmla="*/ 0 h 382"/>
                    <a:gd name="T76" fmla="*/ 0 w 770"/>
                    <a:gd name="T77" fmla="*/ 0 h 382"/>
                    <a:gd name="T78" fmla="*/ 0 w 770"/>
                    <a:gd name="T79" fmla="*/ 0 h 382"/>
                    <a:gd name="T80" fmla="*/ 0 w 770"/>
                    <a:gd name="T81" fmla="*/ 0 h 382"/>
                    <a:gd name="T82" fmla="*/ 0 w 770"/>
                    <a:gd name="T83" fmla="*/ 0 h 382"/>
                    <a:gd name="T84" fmla="*/ 0 w 770"/>
                    <a:gd name="T85" fmla="*/ 0 h 382"/>
                    <a:gd name="T86" fmla="*/ 0 w 770"/>
                    <a:gd name="T87" fmla="*/ 0 h 382"/>
                    <a:gd name="T88" fmla="*/ 0 w 770"/>
                    <a:gd name="T89" fmla="*/ 0 h 382"/>
                    <a:gd name="T90" fmla="*/ 0 w 770"/>
                    <a:gd name="T91" fmla="*/ 0 h 382"/>
                    <a:gd name="T92" fmla="*/ 0 w 770"/>
                    <a:gd name="T93" fmla="*/ 0 h 382"/>
                    <a:gd name="T94" fmla="*/ 0 w 770"/>
                    <a:gd name="T95" fmla="*/ 0 h 382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770"/>
                    <a:gd name="T145" fmla="*/ 0 h 382"/>
                    <a:gd name="T146" fmla="*/ 770 w 770"/>
                    <a:gd name="T147" fmla="*/ 382 h 382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770" h="382">
                      <a:moveTo>
                        <a:pt x="0" y="382"/>
                      </a:moveTo>
                      <a:lnTo>
                        <a:pt x="0" y="362"/>
                      </a:lnTo>
                      <a:lnTo>
                        <a:pt x="6" y="313"/>
                      </a:lnTo>
                      <a:lnTo>
                        <a:pt x="18" y="265"/>
                      </a:lnTo>
                      <a:lnTo>
                        <a:pt x="38" y="220"/>
                      </a:lnTo>
                      <a:lnTo>
                        <a:pt x="61" y="175"/>
                      </a:lnTo>
                      <a:lnTo>
                        <a:pt x="89" y="137"/>
                      </a:lnTo>
                      <a:lnTo>
                        <a:pt x="123" y="100"/>
                      </a:lnTo>
                      <a:lnTo>
                        <a:pt x="163" y="70"/>
                      </a:lnTo>
                      <a:lnTo>
                        <a:pt x="204" y="45"/>
                      </a:lnTo>
                      <a:lnTo>
                        <a:pt x="249" y="23"/>
                      </a:lnTo>
                      <a:lnTo>
                        <a:pt x="296" y="10"/>
                      </a:lnTo>
                      <a:lnTo>
                        <a:pt x="344" y="2"/>
                      </a:lnTo>
                      <a:lnTo>
                        <a:pt x="394" y="0"/>
                      </a:lnTo>
                      <a:lnTo>
                        <a:pt x="444" y="4"/>
                      </a:lnTo>
                      <a:lnTo>
                        <a:pt x="492" y="15"/>
                      </a:lnTo>
                      <a:lnTo>
                        <a:pt x="537" y="32"/>
                      </a:lnTo>
                      <a:lnTo>
                        <a:pt x="583" y="53"/>
                      </a:lnTo>
                      <a:lnTo>
                        <a:pt x="622" y="80"/>
                      </a:lnTo>
                      <a:lnTo>
                        <a:pt x="660" y="115"/>
                      </a:lnTo>
                      <a:lnTo>
                        <a:pt x="692" y="152"/>
                      </a:lnTo>
                      <a:lnTo>
                        <a:pt x="720" y="194"/>
                      </a:lnTo>
                      <a:lnTo>
                        <a:pt x="740" y="237"/>
                      </a:lnTo>
                      <a:lnTo>
                        <a:pt x="755" y="285"/>
                      </a:lnTo>
                      <a:lnTo>
                        <a:pt x="765" y="333"/>
                      </a:lnTo>
                      <a:lnTo>
                        <a:pt x="770" y="382"/>
                      </a:lnTo>
                      <a:lnTo>
                        <a:pt x="630" y="382"/>
                      </a:lnTo>
                      <a:lnTo>
                        <a:pt x="627" y="342"/>
                      </a:lnTo>
                      <a:lnTo>
                        <a:pt x="619" y="305"/>
                      </a:lnTo>
                      <a:lnTo>
                        <a:pt x="603" y="269"/>
                      </a:lnTo>
                      <a:lnTo>
                        <a:pt x="581" y="235"/>
                      </a:lnTo>
                      <a:lnTo>
                        <a:pt x="555" y="205"/>
                      </a:lnTo>
                      <a:lnTo>
                        <a:pt x="526" y="182"/>
                      </a:lnTo>
                      <a:lnTo>
                        <a:pt x="492" y="162"/>
                      </a:lnTo>
                      <a:lnTo>
                        <a:pt x="454" y="148"/>
                      </a:lnTo>
                      <a:lnTo>
                        <a:pt x="416" y="140"/>
                      </a:lnTo>
                      <a:lnTo>
                        <a:pt x="377" y="138"/>
                      </a:lnTo>
                      <a:lnTo>
                        <a:pt x="337" y="142"/>
                      </a:lnTo>
                      <a:lnTo>
                        <a:pt x="299" y="154"/>
                      </a:lnTo>
                      <a:lnTo>
                        <a:pt x="264" y="170"/>
                      </a:lnTo>
                      <a:lnTo>
                        <a:pt x="231" y="192"/>
                      </a:lnTo>
                      <a:lnTo>
                        <a:pt x="204" y="220"/>
                      </a:lnTo>
                      <a:lnTo>
                        <a:pt x="181" y="252"/>
                      </a:lnTo>
                      <a:lnTo>
                        <a:pt x="163" y="285"/>
                      </a:lnTo>
                      <a:lnTo>
                        <a:pt x="148" y="323"/>
                      </a:lnTo>
                      <a:lnTo>
                        <a:pt x="143" y="362"/>
                      </a:lnTo>
                      <a:lnTo>
                        <a:pt x="143" y="382"/>
                      </a:lnTo>
                      <a:lnTo>
                        <a:pt x="0" y="3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3" name="Freeform 352">
                  <a:extLst>
                    <a:ext uri="{FF2B5EF4-FFF2-40B4-BE49-F238E27FC236}">
                      <a16:creationId xmlns:a16="http://schemas.microsoft.com/office/drawing/2014/main" id="{79AD37CB-CD80-1643-BC34-4F5CEAFB6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7" y="938"/>
                  <a:ext cx="19" cy="61"/>
                </a:xfrm>
                <a:custGeom>
                  <a:avLst/>
                  <a:gdLst>
                    <a:gd name="T0" fmla="*/ 0 w 284"/>
                    <a:gd name="T1" fmla="*/ 0 h 1082"/>
                    <a:gd name="T2" fmla="*/ 0 w 284"/>
                    <a:gd name="T3" fmla="*/ 0 h 1082"/>
                    <a:gd name="T4" fmla="*/ 0 w 284"/>
                    <a:gd name="T5" fmla="*/ 0 h 1082"/>
                    <a:gd name="T6" fmla="*/ 0 w 284"/>
                    <a:gd name="T7" fmla="*/ 0 h 1082"/>
                    <a:gd name="T8" fmla="*/ 0 w 284"/>
                    <a:gd name="T9" fmla="*/ 0 h 1082"/>
                    <a:gd name="T10" fmla="*/ 0 w 284"/>
                    <a:gd name="T11" fmla="*/ 0 h 1082"/>
                    <a:gd name="T12" fmla="*/ 0 w 284"/>
                    <a:gd name="T13" fmla="*/ 0 h 1082"/>
                    <a:gd name="T14" fmla="*/ 0 w 284"/>
                    <a:gd name="T15" fmla="*/ 0 h 1082"/>
                    <a:gd name="T16" fmla="*/ 0 w 284"/>
                    <a:gd name="T17" fmla="*/ 0 h 1082"/>
                    <a:gd name="T18" fmla="*/ 0 w 284"/>
                    <a:gd name="T19" fmla="*/ 0 h 1082"/>
                    <a:gd name="T20" fmla="*/ 0 w 284"/>
                    <a:gd name="T21" fmla="*/ 0 h 1082"/>
                    <a:gd name="T22" fmla="*/ 0 w 284"/>
                    <a:gd name="T23" fmla="*/ 0 h 1082"/>
                    <a:gd name="T24" fmla="*/ 0 w 284"/>
                    <a:gd name="T25" fmla="*/ 0 h 1082"/>
                    <a:gd name="T26" fmla="*/ 0 w 284"/>
                    <a:gd name="T27" fmla="*/ 0 h 1082"/>
                    <a:gd name="T28" fmla="*/ 0 w 284"/>
                    <a:gd name="T29" fmla="*/ 0 h 1082"/>
                    <a:gd name="T30" fmla="*/ 0 w 284"/>
                    <a:gd name="T31" fmla="*/ 0 h 1082"/>
                    <a:gd name="T32" fmla="*/ 0 w 284"/>
                    <a:gd name="T33" fmla="*/ 0 h 1082"/>
                    <a:gd name="T34" fmla="*/ 0 w 284"/>
                    <a:gd name="T35" fmla="*/ 0 h 1082"/>
                    <a:gd name="T36" fmla="*/ 0 w 284"/>
                    <a:gd name="T37" fmla="*/ 0 h 1082"/>
                    <a:gd name="T38" fmla="*/ 0 w 284"/>
                    <a:gd name="T39" fmla="*/ 0 h 1082"/>
                    <a:gd name="T40" fmla="*/ 0 w 284"/>
                    <a:gd name="T41" fmla="*/ 0 h 1082"/>
                    <a:gd name="T42" fmla="*/ 0 w 284"/>
                    <a:gd name="T43" fmla="*/ 0 h 1082"/>
                    <a:gd name="T44" fmla="*/ 0 w 284"/>
                    <a:gd name="T45" fmla="*/ 0 h 1082"/>
                    <a:gd name="T46" fmla="*/ 0 w 284"/>
                    <a:gd name="T47" fmla="*/ 0 h 1082"/>
                    <a:gd name="T48" fmla="*/ 0 w 284"/>
                    <a:gd name="T49" fmla="*/ 0 h 1082"/>
                    <a:gd name="T50" fmla="*/ 0 w 284"/>
                    <a:gd name="T51" fmla="*/ 0 h 1082"/>
                    <a:gd name="T52" fmla="*/ 0 w 284"/>
                    <a:gd name="T53" fmla="*/ 0 h 1082"/>
                    <a:gd name="T54" fmla="*/ 0 w 284"/>
                    <a:gd name="T55" fmla="*/ 0 h 1082"/>
                    <a:gd name="T56" fmla="*/ 0 w 284"/>
                    <a:gd name="T57" fmla="*/ 0 h 1082"/>
                    <a:gd name="T58" fmla="*/ 0 w 284"/>
                    <a:gd name="T59" fmla="*/ 0 h 1082"/>
                    <a:gd name="T60" fmla="*/ 0 w 284"/>
                    <a:gd name="T61" fmla="*/ 0 h 1082"/>
                    <a:gd name="T62" fmla="*/ 0 w 284"/>
                    <a:gd name="T63" fmla="*/ 0 h 108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84"/>
                    <a:gd name="T97" fmla="*/ 0 h 1082"/>
                    <a:gd name="T98" fmla="*/ 284 w 284"/>
                    <a:gd name="T99" fmla="*/ 1082 h 108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84" h="1082">
                      <a:moveTo>
                        <a:pt x="172" y="1082"/>
                      </a:moveTo>
                      <a:lnTo>
                        <a:pt x="131" y="1019"/>
                      </a:lnTo>
                      <a:lnTo>
                        <a:pt x="95" y="951"/>
                      </a:lnTo>
                      <a:lnTo>
                        <a:pt x="64" y="880"/>
                      </a:lnTo>
                      <a:lnTo>
                        <a:pt x="37" y="808"/>
                      </a:lnTo>
                      <a:lnTo>
                        <a:pt x="20" y="733"/>
                      </a:lnTo>
                      <a:lnTo>
                        <a:pt x="6" y="658"/>
                      </a:lnTo>
                      <a:lnTo>
                        <a:pt x="0" y="581"/>
                      </a:lnTo>
                      <a:lnTo>
                        <a:pt x="0" y="503"/>
                      </a:lnTo>
                      <a:lnTo>
                        <a:pt x="6" y="426"/>
                      </a:lnTo>
                      <a:lnTo>
                        <a:pt x="20" y="351"/>
                      </a:lnTo>
                      <a:lnTo>
                        <a:pt x="37" y="275"/>
                      </a:lnTo>
                      <a:lnTo>
                        <a:pt x="64" y="205"/>
                      </a:lnTo>
                      <a:lnTo>
                        <a:pt x="94" y="133"/>
                      </a:lnTo>
                      <a:lnTo>
                        <a:pt x="129" y="65"/>
                      </a:lnTo>
                      <a:lnTo>
                        <a:pt x="172" y="0"/>
                      </a:lnTo>
                      <a:lnTo>
                        <a:pt x="284" y="80"/>
                      </a:lnTo>
                      <a:lnTo>
                        <a:pt x="247" y="138"/>
                      </a:lnTo>
                      <a:lnTo>
                        <a:pt x="214" y="202"/>
                      </a:lnTo>
                      <a:lnTo>
                        <a:pt x="187" y="270"/>
                      </a:lnTo>
                      <a:lnTo>
                        <a:pt x="167" y="338"/>
                      </a:lnTo>
                      <a:lnTo>
                        <a:pt x="151" y="408"/>
                      </a:lnTo>
                      <a:lnTo>
                        <a:pt x="142" y="480"/>
                      </a:lnTo>
                      <a:lnTo>
                        <a:pt x="141" y="551"/>
                      </a:lnTo>
                      <a:lnTo>
                        <a:pt x="145" y="623"/>
                      </a:lnTo>
                      <a:lnTo>
                        <a:pt x="155" y="693"/>
                      </a:lnTo>
                      <a:lnTo>
                        <a:pt x="172" y="763"/>
                      </a:lnTo>
                      <a:lnTo>
                        <a:pt x="195" y="831"/>
                      </a:lnTo>
                      <a:lnTo>
                        <a:pt x="224" y="898"/>
                      </a:lnTo>
                      <a:lnTo>
                        <a:pt x="258" y="959"/>
                      </a:lnTo>
                      <a:lnTo>
                        <a:pt x="284" y="1001"/>
                      </a:lnTo>
                      <a:lnTo>
                        <a:pt x="172" y="10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4" name="Freeform 353">
                  <a:extLst>
                    <a:ext uri="{FF2B5EF4-FFF2-40B4-BE49-F238E27FC236}">
                      <a16:creationId xmlns:a16="http://schemas.microsoft.com/office/drawing/2014/main" id="{AA967068-2AA9-6742-9264-5510068FE0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8" y="938"/>
                  <a:ext cx="19" cy="61"/>
                </a:xfrm>
                <a:custGeom>
                  <a:avLst/>
                  <a:gdLst>
                    <a:gd name="T0" fmla="*/ 0 w 283"/>
                    <a:gd name="T1" fmla="*/ 0 h 1082"/>
                    <a:gd name="T2" fmla="*/ 0 w 283"/>
                    <a:gd name="T3" fmla="*/ 0 h 1082"/>
                    <a:gd name="T4" fmla="*/ 0 w 283"/>
                    <a:gd name="T5" fmla="*/ 0 h 1082"/>
                    <a:gd name="T6" fmla="*/ 0 w 283"/>
                    <a:gd name="T7" fmla="*/ 0 h 1082"/>
                    <a:gd name="T8" fmla="*/ 0 w 283"/>
                    <a:gd name="T9" fmla="*/ 0 h 1082"/>
                    <a:gd name="T10" fmla="*/ 0 w 283"/>
                    <a:gd name="T11" fmla="*/ 0 h 1082"/>
                    <a:gd name="T12" fmla="*/ 0 w 283"/>
                    <a:gd name="T13" fmla="*/ 0 h 1082"/>
                    <a:gd name="T14" fmla="*/ 0 w 283"/>
                    <a:gd name="T15" fmla="*/ 0 h 1082"/>
                    <a:gd name="T16" fmla="*/ 0 w 283"/>
                    <a:gd name="T17" fmla="*/ 0 h 1082"/>
                    <a:gd name="T18" fmla="*/ 0 w 283"/>
                    <a:gd name="T19" fmla="*/ 0 h 1082"/>
                    <a:gd name="T20" fmla="*/ 0 w 283"/>
                    <a:gd name="T21" fmla="*/ 0 h 1082"/>
                    <a:gd name="T22" fmla="*/ 0 w 283"/>
                    <a:gd name="T23" fmla="*/ 0 h 1082"/>
                    <a:gd name="T24" fmla="*/ 0 w 283"/>
                    <a:gd name="T25" fmla="*/ 0 h 1082"/>
                    <a:gd name="T26" fmla="*/ 0 w 283"/>
                    <a:gd name="T27" fmla="*/ 0 h 1082"/>
                    <a:gd name="T28" fmla="*/ 0 w 283"/>
                    <a:gd name="T29" fmla="*/ 0 h 1082"/>
                    <a:gd name="T30" fmla="*/ 0 w 283"/>
                    <a:gd name="T31" fmla="*/ 0 h 1082"/>
                    <a:gd name="T32" fmla="*/ 0 w 283"/>
                    <a:gd name="T33" fmla="*/ 0 h 1082"/>
                    <a:gd name="T34" fmla="*/ 0 w 283"/>
                    <a:gd name="T35" fmla="*/ 0 h 1082"/>
                    <a:gd name="T36" fmla="*/ 0 w 283"/>
                    <a:gd name="T37" fmla="*/ 0 h 1082"/>
                    <a:gd name="T38" fmla="*/ 0 w 283"/>
                    <a:gd name="T39" fmla="*/ 0 h 1082"/>
                    <a:gd name="T40" fmla="*/ 0 w 283"/>
                    <a:gd name="T41" fmla="*/ 0 h 1082"/>
                    <a:gd name="T42" fmla="*/ 0 w 283"/>
                    <a:gd name="T43" fmla="*/ 0 h 1082"/>
                    <a:gd name="T44" fmla="*/ 0 w 283"/>
                    <a:gd name="T45" fmla="*/ 0 h 1082"/>
                    <a:gd name="T46" fmla="*/ 0 w 283"/>
                    <a:gd name="T47" fmla="*/ 0 h 1082"/>
                    <a:gd name="T48" fmla="*/ 0 w 283"/>
                    <a:gd name="T49" fmla="*/ 0 h 1082"/>
                    <a:gd name="T50" fmla="*/ 0 w 283"/>
                    <a:gd name="T51" fmla="*/ 0 h 1082"/>
                    <a:gd name="T52" fmla="*/ 0 w 283"/>
                    <a:gd name="T53" fmla="*/ 0 h 1082"/>
                    <a:gd name="T54" fmla="*/ 0 w 283"/>
                    <a:gd name="T55" fmla="*/ 0 h 1082"/>
                    <a:gd name="T56" fmla="*/ 0 w 283"/>
                    <a:gd name="T57" fmla="*/ 0 h 1082"/>
                    <a:gd name="T58" fmla="*/ 0 w 283"/>
                    <a:gd name="T59" fmla="*/ 0 h 1082"/>
                    <a:gd name="T60" fmla="*/ 0 w 283"/>
                    <a:gd name="T61" fmla="*/ 0 h 1082"/>
                    <a:gd name="T62" fmla="*/ 0 w 283"/>
                    <a:gd name="T63" fmla="*/ 0 h 108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83"/>
                    <a:gd name="T97" fmla="*/ 0 h 1082"/>
                    <a:gd name="T98" fmla="*/ 283 w 283"/>
                    <a:gd name="T99" fmla="*/ 1082 h 108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83" h="1082">
                      <a:moveTo>
                        <a:pt x="110" y="1082"/>
                      </a:moveTo>
                      <a:lnTo>
                        <a:pt x="153" y="1019"/>
                      </a:lnTo>
                      <a:lnTo>
                        <a:pt x="188" y="952"/>
                      </a:lnTo>
                      <a:lnTo>
                        <a:pt x="220" y="880"/>
                      </a:lnTo>
                      <a:lnTo>
                        <a:pt x="246" y="809"/>
                      </a:lnTo>
                      <a:lnTo>
                        <a:pt x="263" y="734"/>
                      </a:lnTo>
                      <a:lnTo>
                        <a:pt x="278" y="657"/>
                      </a:lnTo>
                      <a:lnTo>
                        <a:pt x="283" y="581"/>
                      </a:lnTo>
                      <a:lnTo>
                        <a:pt x="283" y="504"/>
                      </a:lnTo>
                      <a:lnTo>
                        <a:pt x="278" y="426"/>
                      </a:lnTo>
                      <a:lnTo>
                        <a:pt x="263" y="351"/>
                      </a:lnTo>
                      <a:lnTo>
                        <a:pt x="246" y="276"/>
                      </a:lnTo>
                      <a:lnTo>
                        <a:pt x="220" y="204"/>
                      </a:lnTo>
                      <a:lnTo>
                        <a:pt x="190" y="133"/>
                      </a:lnTo>
                      <a:lnTo>
                        <a:pt x="154" y="66"/>
                      </a:lnTo>
                      <a:lnTo>
                        <a:pt x="110" y="0"/>
                      </a:lnTo>
                      <a:lnTo>
                        <a:pt x="0" y="79"/>
                      </a:lnTo>
                      <a:lnTo>
                        <a:pt x="37" y="139"/>
                      </a:lnTo>
                      <a:lnTo>
                        <a:pt x="68" y="202"/>
                      </a:lnTo>
                      <a:lnTo>
                        <a:pt x="96" y="269"/>
                      </a:lnTo>
                      <a:lnTo>
                        <a:pt x="116" y="339"/>
                      </a:lnTo>
                      <a:lnTo>
                        <a:pt x="133" y="409"/>
                      </a:lnTo>
                      <a:lnTo>
                        <a:pt x="140" y="479"/>
                      </a:lnTo>
                      <a:lnTo>
                        <a:pt x="143" y="551"/>
                      </a:lnTo>
                      <a:lnTo>
                        <a:pt x="138" y="622"/>
                      </a:lnTo>
                      <a:lnTo>
                        <a:pt x="128" y="694"/>
                      </a:lnTo>
                      <a:lnTo>
                        <a:pt x="110" y="762"/>
                      </a:lnTo>
                      <a:lnTo>
                        <a:pt x="88" y="830"/>
                      </a:lnTo>
                      <a:lnTo>
                        <a:pt x="58" y="897"/>
                      </a:lnTo>
                      <a:lnTo>
                        <a:pt x="25" y="959"/>
                      </a:lnTo>
                      <a:lnTo>
                        <a:pt x="0" y="1000"/>
                      </a:lnTo>
                      <a:lnTo>
                        <a:pt x="110" y="10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5" name="Freeform 354">
                  <a:extLst>
                    <a:ext uri="{FF2B5EF4-FFF2-40B4-BE49-F238E27FC236}">
                      <a16:creationId xmlns:a16="http://schemas.microsoft.com/office/drawing/2014/main" id="{8B6313F4-C929-3C49-8C99-C32D0ACA9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" y="917"/>
                  <a:ext cx="28" cy="102"/>
                </a:xfrm>
                <a:custGeom>
                  <a:avLst/>
                  <a:gdLst>
                    <a:gd name="T0" fmla="*/ 0 w 407"/>
                    <a:gd name="T1" fmla="*/ 0 h 1832"/>
                    <a:gd name="T2" fmla="*/ 0 w 407"/>
                    <a:gd name="T3" fmla="*/ 0 h 1832"/>
                    <a:gd name="T4" fmla="*/ 0 w 407"/>
                    <a:gd name="T5" fmla="*/ 0 h 1832"/>
                    <a:gd name="T6" fmla="*/ 0 w 407"/>
                    <a:gd name="T7" fmla="*/ 0 h 1832"/>
                    <a:gd name="T8" fmla="*/ 0 w 407"/>
                    <a:gd name="T9" fmla="*/ 0 h 1832"/>
                    <a:gd name="T10" fmla="*/ 0 w 407"/>
                    <a:gd name="T11" fmla="*/ 0 h 1832"/>
                    <a:gd name="T12" fmla="*/ 0 w 407"/>
                    <a:gd name="T13" fmla="*/ 0 h 1832"/>
                    <a:gd name="T14" fmla="*/ 0 w 407"/>
                    <a:gd name="T15" fmla="*/ 0 h 1832"/>
                    <a:gd name="T16" fmla="*/ 0 w 407"/>
                    <a:gd name="T17" fmla="*/ 0 h 1832"/>
                    <a:gd name="T18" fmla="*/ 0 w 407"/>
                    <a:gd name="T19" fmla="*/ 0 h 1832"/>
                    <a:gd name="T20" fmla="*/ 0 w 407"/>
                    <a:gd name="T21" fmla="*/ 0 h 1832"/>
                    <a:gd name="T22" fmla="*/ 0 w 407"/>
                    <a:gd name="T23" fmla="*/ 0 h 1832"/>
                    <a:gd name="T24" fmla="*/ 0 w 407"/>
                    <a:gd name="T25" fmla="*/ 0 h 1832"/>
                    <a:gd name="T26" fmla="*/ 0 w 407"/>
                    <a:gd name="T27" fmla="*/ 0 h 1832"/>
                    <a:gd name="T28" fmla="*/ 0 w 407"/>
                    <a:gd name="T29" fmla="*/ 0 h 1832"/>
                    <a:gd name="T30" fmla="*/ 0 w 407"/>
                    <a:gd name="T31" fmla="*/ 0 h 1832"/>
                    <a:gd name="T32" fmla="*/ 0 w 407"/>
                    <a:gd name="T33" fmla="*/ 0 h 1832"/>
                    <a:gd name="T34" fmla="*/ 0 w 407"/>
                    <a:gd name="T35" fmla="*/ 0 h 1832"/>
                    <a:gd name="T36" fmla="*/ 0 w 407"/>
                    <a:gd name="T37" fmla="*/ 0 h 1832"/>
                    <a:gd name="T38" fmla="*/ 0 w 407"/>
                    <a:gd name="T39" fmla="*/ 0 h 1832"/>
                    <a:gd name="T40" fmla="*/ 0 w 407"/>
                    <a:gd name="T41" fmla="*/ 0 h 1832"/>
                    <a:gd name="T42" fmla="*/ 0 w 407"/>
                    <a:gd name="T43" fmla="*/ 0 h 1832"/>
                    <a:gd name="T44" fmla="*/ 0 w 407"/>
                    <a:gd name="T45" fmla="*/ 0 h 1832"/>
                    <a:gd name="T46" fmla="*/ 0 w 407"/>
                    <a:gd name="T47" fmla="*/ 0 h 1832"/>
                    <a:gd name="T48" fmla="*/ 0 w 407"/>
                    <a:gd name="T49" fmla="*/ 0 h 1832"/>
                    <a:gd name="T50" fmla="*/ 0 w 407"/>
                    <a:gd name="T51" fmla="*/ 0 h 1832"/>
                    <a:gd name="T52" fmla="*/ 0 w 407"/>
                    <a:gd name="T53" fmla="*/ 0 h 1832"/>
                    <a:gd name="T54" fmla="*/ 0 w 407"/>
                    <a:gd name="T55" fmla="*/ 0 h 1832"/>
                    <a:gd name="T56" fmla="*/ 0 w 407"/>
                    <a:gd name="T57" fmla="*/ 0 h 1832"/>
                    <a:gd name="T58" fmla="*/ 0 w 407"/>
                    <a:gd name="T59" fmla="*/ 0 h 1832"/>
                    <a:gd name="T60" fmla="*/ 0 w 407"/>
                    <a:gd name="T61" fmla="*/ 0 h 1832"/>
                    <a:gd name="T62" fmla="*/ 0 w 407"/>
                    <a:gd name="T63" fmla="*/ 0 h 1832"/>
                    <a:gd name="T64" fmla="*/ 0 w 407"/>
                    <a:gd name="T65" fmla="*/ 0 h 1832"/>
                    <a:gd name="T66" fmla="*/ 0 w 407"/>
                    <a:gd name="T67" fmla="*/ 0 h 1832"/>
                    <a:gd name="T68" fmla="*/ 0 w 407"/>
                    <a:gd name="T69" fmla="*/ 0 h 1832"/>
                    <a:gd name="T70" fmla="*/ 0 w 407"/>
                    <a:gd name="T71" fmla="*/ 0 h 1832"/>
                    <a:gd name="T72" fmla="*/ 0 w 407"/>
                    <a:gd name="T73" fmla="*/ 0 h 1832"/>
                    <a:gd name="T74" fmla="*/ 0 w 407"/>
                    <a:gd name="T75" fmla="*/ 0 h 1832"/>
                    <a:gd name="T76" fmla="*/ 0 w 407"/>
                    <a:gd name="T77" fmla="*/ 0 h 1832"/>
                    <a:gd name="T78" fmla="*/ 0 w 407"/>
                    <a:gd name="T79" fmla="*/ 0 h 1832"/>
                    <a:gd name="T80" fmla="*/ 0 w 407"/>
                    <a:gd name="T81" fmla="*/ 0 h 1832"/>
                    <a:gd name="T82" fmla="*/ 0 w 407"/>
                    <a:gd name="T83" fmla="*/ 0 h 183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407"/>
                    <a:gd name="T127" fmla="*/ 0 h 1832"/>
                    <a:gd name="T128" fmla="*/ 407 w 407"/>
                    <a:gd name="T129" fmla="*/ 1832 h 183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407" h="1832">
                      <a:moveTo>
                        <a:pt x="407" y="1752"/>
                      </a:moveTo>
                      <a:lnTo>
                        <a:pt x="371" y="1702"/>
                      </a:lnTo>
                      <a:lnTo>
                        <a:pt x="322" y="1619"/>
                      </a:lnTo>
                      <a:lnTo>
                        <a:pt x="278" y="1534"/>
                      </a:lnTo>
                      <a:lnTo>
                        <a:pt x="241" y="1446"/>
                      </a:lnTo>
                      <a:lnTo>
                        <a:pt x="209" y="1357"/>
                      </a:lnTo>
                      <a:lnTo>
                        <a:pt x="181" y="1264"/>
                      </a:lnTo>
                      <a:lnTo>
                        <a:pt x="161" y="1171"/>
                      </a:lnTo>
                      <a:lnTo>
                        <a:pt x="148" y="1076"/>
                      </a:lnTo>
                      <a:lnTo>
                        <a:pt x="141" y="981"/>
                      </a:lnTo>
                      <a:lnTo>
                        <a:pt x="139" y="886"/>
                      </a:lnTo>
                      <a:lnTo>
                        <a:pt x="145" y="791"/>
                      </a:lnTo>
                      <a:lnTo>
                        <a:pt x="158" y="695"/>
                      </a:lnTo>
                      <a:lnTo>
                        <a:pt x="173" y="601"/>
                      </a:lnTo>
                      <a:lnTo>
                        <a:pt x="199" y="509"/>
                      </a:lnTo>
                      <a:lnTo>
                        <a:pt x="228" y="418"/>
                      </a:lnTo>
                      <a:lnTo>
                        <a:pt x="264" y="328"/>
                      </a:lnTo>
                      <a:lnTo>
                        <a:pt x="306" y="243"/>
                      </a:lnTo>
                      <a:lnTo>
                        <a:pt x="354" y="160"/>
                      </a:lnTo>
                      <a:lnTo>
                        <a:pt x="407" y="81"/>
                      </a:lnTo>
                      <a:lnTo>
                        <a:pt x="286" y="0"/>
                      </a:lnTo>
                      <a:lnTo>
                        <a:pt x="233" y="85"/>
                      </a:lnTo>
                      <a:lnTo>
                        <a:pt x="183" y="172"/>
                      </a:lnTo>
                      <a:lnTo>
                        <a:pt x="139" y="263"/>
                      </a:lnTo>
                      <a:lnTo>
                        <a:pt x="101" y="358"/>
                      </a:lnTo>
                      <a:lnTo>
                        <a:pt x="68" y="453"/>
                      </a:lnTo>
                      <a:lnTo>
                        <a:pt x="42" y="551"/>
                      </a:lnTo>
                      <a:lnTo>
                        <a:pt x="22" y="649"/>
                      </a:lnTo>
                      <a:lnTo>
                        <a:pt x="10" y="751"/>
                      </a:lnTo>
                      <a:lnTo>
                        <a:pt x="3" y="851"/>
                      </a:lnTo>
                      <a:lnTo>
                        <a:pt x="0" y="953"/>
                      </a:lnTo>
                      <a:lnTo>
                        <a:pt x="6" y="1054"/>
                      </a:lnTo>
                      <a:lnTo>
                        <a:pt x="18" y="1153"/>
                      </a:lnTo>
                      <a:lnTo>
                        <a:pt x="36" y="1254"/>
                      </a:lnTo>
                      <a:lnTo>
                        <a:pt x="60" y="1351"/>
                      </a:lnTo>
                      <a:lnTo>
                        <a:pt x="91" y="1449"/>
                      </a:lnTo>
                      <a:lnTo>
                        <a:pt x="128" y="1541"/>
                      </a:lnTo>
                      <a:lnTo>
                        <a:pt x="169" y="1634"/>
                      </a:lnTo>
                      <a:lnTo>
                        <a:pt x="216" y="1724"/>
                      </a:lnTo>
                      <a:lnTo>
                        <a:pt x="271" y="1809"/>
                      </a:lnTo>
                      <a:lnTo>
                        <a:pt x="286" y="1832"/>
                      </a:lnTo>
                      <a:lnTo>
                        <a:pt x="407" y="17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6" name="Freeform 355">
                  <a:extLst>
                    <a:ext uri="{FF2B5EF4-FFF2-40B4-BE49-F238E27FC236}">
                      <a16:creationId xmlns:a16="http://schemas.microsoft.com/office/drawing/2014/main" id="{138D3FB4-82E4-D042-AEE2-AF0269AE6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5" y="917"/>
                  <a:ext cx="28" cy="103"/>
                </a:xfrm>
                <a:custGeom>
                  <a:avLst/>
                  <a:gdLst>
                    <a:gd name="T0" fmla="*/ 0 w 406"/>
                    <a:gd name="T1" fmla="*/ 0 h 1834"/>
                    <a:gd name="T2" fmla="*/ 0 w 406"/>
                    <a:gd name="T3" fmla="*/ 0 h 1834"/>
                    <a:gd name="T4" fmla="*/ 0 w 406"/>
                    <a:gd name="T5" fmla="*/ 0 h 1834"/>
                    <a:gd name="T6" fmla="*/ 0 w 406"/>
                    <a:gd name="T7" fmla="*/ 0 h 1834"/>
                    <a:gd name="T8" fmla="*/ 0 w 406"/>
                    <a:gd name="T9" fmla="*/ 0 h 1834"/>
                    <a:gd name="T10" fmla="*/ 0 w 406"/>
                    <a:gd name="T11" fmla="*/ 0 h 1834"/>
                    <a:gd name="T12" fmla="*/ 0 w 406"/>
                    <a:gd name="T13" fmla="*/ 0 h 1834"/>
                    <a:gd name="T14" fmla="*/ 0 w 406"/>
                    <a:gd name="T15" fmla="*/ 0 h 1834"/>
                    <a:gd name="T16" fmla="*/ 0 w 406"/>
                    <a:gd name="T17" fmla="*/ 0 h 1834"/>
                    <a:gd name="T18" fmla="*/ 0 w 406"/>
                    <a:gd name="T19" fmla="*/ 0 h 1834"/>
                    <a:gd name="T20" fmla="*/ 0 w 406"/>
                    <a:gd name="T21" fmla="*/ 0 h 1834"/>
                    <a:gd name="T22" fmla="*/ 0 w 406"/>
                    <a:gd name="T23" fmla="*/ 0 h 1834"/>
                    <a:gd name="T24" fmla="*/ 0 w 406"/>
                    <a:gd name="T25" fmla="*/ 0 h 1834"/>
                    <a:gd name="T26" fmla="*/ 0 w 406"/>
                    <a:gd name="T27" fmla="*/ 0 h 1834"/>
                    <a:gd name="T28" fmla="*/ 0 w 406"/>
                    <a:gd name="T29" fmla="*/ 0 h 1834"/>
                    <a:gd name="T30" fmla="*/ 0 w 406"/>
                    <a:gd name="T31" fmla="*/ 0 h 1834"/>
                    <a:gd name="T32" fmla="*/ 0 w 406"/>
                    <a:gd name="T33" fmla="*/ 0 h 1834"/>
                    <a:gd name="T34" fmla="*/ 0 w 406"/>
                    <a:gd name="T35" fmla="*/ 0 h 1834"/>
                    <a:gd name="T36" fmla="*/ 0 w 406"/>
                    <a:gd name="T37" fmla="*/ 0 h 1834"/>
                    <a:gd name="T38" fmla="*/ 0 w 406"/>
                    <a:gd name="T39" fmla="*/ 0 h 1834"/>
                    <a:gd name="T40" fmla="*/ 0 w 406"/>
                    <a:gd name="T41" fmla="*/ 0 h 1834"/>
                    <a:gd name="T42" fmla="*/ 0 w 406"/>
                    <a:gd name="T43" fmla="*/ 0 h 1834"/>
                    <a:gd name="T44" fmla="*/ 0 w 406"/>
                    <a:gd name="T45" fmla="*/ 0 h 1834"/>
                    <a:gd name="T46" fmla="*/ 0 w 406"/>
                    <a:gd name="T47" fmla="*/ 0 h 1834"/>
                    <a:gd name="T48" fmla="*/ 0 w 406"/>
                    <a:gd name="T49" fmla="*/ 0 h 1834"/>
                    <a:gd name="T50" fmla="*/ 0 w 406"/>
                    <a:gd name="T51" fmla="*/ 0 h 1834"/>
                    <a:gd name="T52" fmla="*/ 0 w 406"/>
                    <a:gd name="T53" fmla="*/ 0 h 1834"/>
                    <a:gd name="T54" fmla="*/ 0 w 406"/>
                    <a:gd name="T55" fmla="*/ 0 h 1834"/>
                    <a:gd name="T56" fmla="*/ 0 w 406"/>
                    <a:gd name="T57" fmla="*/ 0 h 1834"/>
                    <a:gd name="T58" fmla="*/ 0 w 406"/>
                    <a:gd name="T59" fmla="*/ 0 h 1834"/>
                    <a:gd name="T60" fmla="*/ 0 w 406"/>
                    <a:gd name="T61" fmla="*/ 0 h 1834"/>
                    <a:gd name="T62" fmla="*/ 0 w 406"/>
                    <a:gd name="T63" fmla="*/ 0 h 1834"/>
                    <a:gd name="T64" fmla="*/ 0 w 406"/>
                    <a:gd name="T65" fmla="*/ 0 h 1834"/>
                    <a:gd name="T66" fmla="*/ 0 w 406"/>
                    <a:gd name="T67" fmla="*/ 0 h 1834"/>
                    <a:gd name="T68" fmla="*/ 0 w 406"/>
                    <a:gd name="T69" fmla="*/ 0 h 1834"/>
                    <a:gd name="T70" fmla="*/ 0 w 406"/>
                    <a:gd name="T71" fmla="*/ 0 h 1834"/>
                    <a:gd name="T72" fmla="*/ 0 w 406"/>
                    <a:gd name="T73" fmla="*/ 0 h 1834"/>
                    <a:gd name="T74" fmla="*/ 0 w 406"/>
                    <a:gd name="T75" fmla="*/ 0 h 1834"/>
                    <a:gd name="T76" fmla="*/ 0 w 406"/>
                    <a:gd name="T77" fmla="*/ 0 h 1834"/>
                    <a:gd name="T78" fmla="*/ 0 w 406"/>
                    <a:gd name="T79" fmla="*/ 0 h 1834"/>
                    <a:gd name="T80" fmla="*/ 0 w 406"/>
                    <a:gd name="T81" fmla="*/ 0 h 1834"/>
                    <a:gd name="T82" fmla="*/ 0 w 406"/>
                    <a:gd name="T83" fmla="*/ 0 h 183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406"/>
                    <a:gd name="T127" fmla="*/ 0 h 1834"/>
                    <a:gd name="T128" fmla="*/ 406 w 406"/>
                    <a:gd name="T129" fmla="*/ 1834 h 183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406" h="1834">
                      <a:moveTo>
                        <a:pt x="0" y="1752"/>
                      </a:moveTo>
                      <a:lnTo>
                        <a:pt x="35" y="1702"/>
                      </a:lnTo>
                      <a:lnTo>
                        <a:pt x="85" y="1619"/>
                      </a:lnTo>
                      <a:lnTo>
                        <a:pt x="130" y="1534"/>
                      </a:lnTo>
                      <a:lnTo>
                        <a:pt x="167" y="1447"/>
                      </a:lnTo>
                      <a:lnTo>
                        <a:pt x="198" y="1358"/>
                      </a:lnTo>
                      <a:lnTo>
                        <a:pt x="226" y="1264"/>
                      </a:lnTo>
                      <a:lnTo>
                        <a:pt x="246" y="1171"/>
                      </a:lnTo>
                      <a:lnTo>
                        <a:pt x="260" y="1076"/>
                      </a:lnTo>
                      <a:lnTo>
                        <a:pt x="266" y="981"/>
                      </a:lnTo>
                      <a:lnTo>
                        <a:pt x="268" y="886"/>
                      </a:lnTo>
                      <a:lnTo>
                        <a:pt x="263" y="791"/>
                      </a:lnTo>
                      <a:lnTo>
                        <a:pt x="250" y="696"/>
                      </a:lnTo>
                      <a:lnTo>
                        <a:pt x="234" y="603"/>
                      </a:lnTo>
                      <a:lnTo>
                        <a:pt x="208" y="510"/>
                      </a:lnTo>
                      <a:lnTo>
                        <a:pt x="178" y="418"/>
                      </a:lnTo>
                      <a:lnTo>
                        <a:pt x="143" y="330"/>
                      </a:lnTo>
                      <a:lnTo>
                        <a:pt x="101" y="245"/>
                      </a:lnTo>
                      <a:lnTo>
                        <a:pt x="53" y="162"/>
                      </a:lnTo>
                      <a:lnTo>
                        <a:pt x="0" y="82"/>
                      </a:lnTo>
                      <a:lnTo>
                        <a:pt x="121" y="0"/>
                      </a:lnTo>
                      <a:lnTo>
                        <a:pt x="175" y="85"/>
                      </a:lnTo>
                      <a:lnTo>
                        <a:pt x="225" y="173"/>
                      </a:lnTo>
                      <a:lnTo>
                        <a:pt x="268" y="264"/>
                      </a:lnTo>
                      <a:lnTo>
                        <a:pt x="306" y="360"/>
                      </a:lnTo>
                      <a:lnTo>
                        <a:pt x="339" y="455"/>
                      </a:lnTo>
                      <a:lnTo>
                        <a:pt x="366" y="551"/>
                      </a:lnTo>
                      <a:lnTo>
                        <a:pt x="385" y="650"/>
                      </a:lnTo>
                      <a:lnTo>
                        <a:pt x="397" y="751"/>
                      </a:lnTo>
                      <a:lnTo>
                        <a:pt x="405" y="853"/>
                      </a:lnTo>
                      <a:lnTo>
                        <a:pt x="406" y="953"/>
                      </a:lnTo>
                      <a:lnTo>
                        <a:pt x="401" y="1055"/>
                      </a:lnTo>
                      <a:lnTo>
                        <a:pt x="389" y="1154"/>
                      </a:lnTo>
                      <a:lnTo>
                        <a:pt x="371" y="1255"/>
                      </a:lnTo>
                      <a:lnTo>
                        <a:pt x="348" y="1352"/>
                      </a:lnTo>
                      <a:lnTo>
                        <a:pt x="316" y="1449"/>
                      </a:lnTo>
                      <a:lnTo>
                        <a:pt x="280" y="1542"/>
                      </a:lnTo>
                      <a:lnTo>
                        <a:pt x="238" y="1636"/>
                      </a:lnTo>
                      <a:lnTo>
                        <a:pt x="191" y="1724"/>
                      </a:lnTo>
                      <a:lnTo>
                        <a:pt x="137" y="1809"/>
                      </a:lnTo>
                      <a:lnTo>
                        <a:pt x="121" y="1834"/>
                      </a:lnTo>
                      <a:lnTo>
                        <a:pt x="0" y="17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7" name="Freeform 356">
                  <a:extLst>
                    <a:ext uri="{FF2B5EF4-FFF2-40B4-BE49-F238E27FC236}">
                      <a16:creationId xmlns:a16="http://schemas.microsoft.com/office/drawing/2014/main" id="{C4A99D78-361A-1848-B65A-F7F8B38BE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3" y="894"/>
                  <a:ext cx="37" cy="148"/>
                </a:xfrm>
                <a:custGeom>
                  <a:avLst/>
                  <a:gdLst>
                    <a:gd name="T0" fmla="*/ 0 w 533"/>
                    <a:gd name="T1" fmla="*/ 0 h 2636"/>
                    <a:gd name="T2" fmla="*/ 0 w 533"/>
                    <a:gd name="T3" fmla="*/ 0 h 2636"/>
                    <a:gd name="T4" fmla="*/ 0 w 533"/>
                    <a:gd name="T5" fmla="*/ 0 h 2636"/>
                    <a:gd name="T6" fmla="*/ 0 w 533"/>
                    <a:gd name="T7" fmla="*/ 0 h 2636"/>
                    <a:gd name="T8" fmla="*/ 0 w 533"/>
                    <a:gd name="T9" fmla="*/ 0 h 2636"/>
                    <a:gd name="T10" fmla="*/ 0 w 533"/>
                    <a:gd name="T11" fmla="*/ 0 h 2636"/>
                    <a:gd name="T12" fmla="*/ 0 w 533"/>
                    <a:gd name="T13" fmla="*/ 0 h 2636"/>
                    <a:gd name="T14" fmla="*/ 0 w 533"/>
                    <a:gd name="T15" fmla="*/ 0 h 2636"/>
                    <a:gd name="T16" fmla="*/ 0 w 533"/>
                    <a:gd name="T17" fmla="*/ 0 h 2636"/>
                    <a:gd name="T18" fmla="*/ 0 w 533"/>
                    <a:gd name="T19" fmla="*/ 0 h 2636"/>
                    <a:gd name="T20" fmla="*/ 0 w 533"/>
                    <a:gd name="T21" fmla="*/ 0 h 2636"/>
                    <a:gd name="T22" fmla="*/ 0 w 533"/>
                    <a:gd name="T23" fmla="*/ 0 h 2636"/>
                    <a:gd name="T24" fmla="*/ 0 w 533"/>
                    <a:gd name="T25" fmla="*/ 0 h 2636"/>
                    <a:gd name="T26" fmla="*/ 0 w 533"/>
                    <a:gd name="T27" fmla="*/ 0 h 2636"/>
                    <a:gd name="T28" fmla="*/ 0 w 533"/>
                    <a:gd name="T29" fmla="*/ 0 h 2636"/>
                    <a:gd name="T30" fmla="*/ 0 w 533"/>
                    <a:gd name="T31" fmla="*/ 0 h 2636"/>
                    <a:gd name="T32" fmla="*/ 0 w 533"/>
                    <a:gd name="T33" fmla="*/ 0 h 2636"/>
                    <a:gd name="T34" fmla="*/ 0 w 533"/>
                    <a:gd name="T35" fmla="*/ 0 h 2636"/>
                    <a:gd name="T36" fmla="*/ 0 w 533"/>
                    <a:gd name="T37" fmla="*/ 0 h 2636"/>
                    <a:gd name="T38" fmla="*/ 0 w 533"/>
                    <a:gd name="T39" fmla="*/ 0 h 2636"/>
                    <a:gd name="T40" fmla="*/ 0 w 533"/>
                    <a:gd name="T41" fmla="*/ 0 h 2636"/>
                    <a:gd name="T42" fmla="*/ 0 w 533"/>
                    <a:gd name="T43" fmla="*/ 0 h 2636"/>
                    <a:gd name="T44" fmla="*/ 0 w 533"/>
                    <a:gd name="T45" fmla="*/ 0 h 2636"/>
                    <a:gd name="T46" fmla="*/ 0 w 533"/>
                    <a:gd name="T47" fmla="*/ 0 h 2636"/>
                    <a:gd name="T48" fmla="*/ 0 w 533"/>
                    <a:gd name="T49" fmla="*/ 0 h 2636"/>
                    <a:gd name="T50" fmla="*/ 0 w 533"/>
                    <a:gd name="T51" fmla="*/ 0 h 2636"/>
                    <a:gd name="T52" fmla="*/ 0 w 533"/>
                    <a:gd name="T53" fmla="*/ 0 h 2636"/>
                    <a:gd name="T54" fmla="*/ 0 w 533"/>
                    <a:gd name="T55" fmla="*/ 0 h 2636"/>
                    <a:gd name="T56" fmla="*/ 0 w 533"/>
                    <a:gd name="T57" fmla="*/ 0 h 2636"/>
                    <a:gd name="T58" fmla="*/ 0 w 533"/>
                    <a:gd name="T59" fmla="*/ 0 h 2636"/>
                    <a:gd name="T60" fmla="*/ 0 w 533"/>
                    <a:gd name="T61" fmla="*/ 0 h 2636"/>
                    <a:gd name="T62" fmla="*/ 0 w 533"/>
                    <a:gd name="T63" fmla="*/ 0 h 2636"/>
                    <a:gd name="T64" fmla="*/ 0 w 533"/>
                    <a:gd name="T65" fmla="*/ 0 h 2636"/>
                    <a:gd name="T66" fmla="*/ 0 w 533"/>
                    <a:gd name="T67" fmla="*/ 0 h 2636"/>
                    <a:gd name="T68" fmla="*/ 0 w 533"/>
                    <a:gd name="T69" fmla="*/ 0 h 2636"/>
                    <a:gd name="T70" fmla="*/ 0 w 533"/>
                    <a:gd name="T71" fmla="*/ 0 h 2636"/>
                    <a:gd name="T72" fmla="*/ 0 w 533"/>
                    <a:gd name="T73" fmla="*/ 0 h 2636"/>
                    <a:gd name="T74" fmla="*/ 0 w 533"/>
                    <a:gd name="T75" fmla="*/ 0 h 2636"/>
                    <a:gd name="T76" fmla="*/ 0 w 533"/>
                    <a:gd name="T77" fmla="*/ 0 h 2636"/>
                    <a:gd name="T78" fmla="*/ 0 w 533"/>
                    <a:gd name="T79" fmla="*/ 0 h 2636"/>
                    <a:gd name="T80" fmla="*/ 0 w 533"/>
                    <a:gd name="T81" fmla="*/ 0 h 2636"/>
                    <a:gd name="T82" fmla="*/ 0 w 533"/>
                    <a:gd name="T83" fmla="*/ 0 h 2636"/>
                    <a:gd name="T84" fmla="*/ 0 w 533"/>
                    <a:gd name="T85" fmla="*/ 0 h 2636"/>
                    <a:gd name="T86" fmla="*/ 0 w 533"/>
                    <a:gd name="T87" fmla="*/ 0 h 2636"/>
                    <a:gd name="T88" fmla="*/ 0 w 533"/>
                    <a:gd name="T89" fmla="*/ 0 h 2636"/>
                    <a:gd name="T90" fmla="*/ 0 w 533"/>
                    <a:gd name="T91" fmla="*/ 0 h 2636"/>
                    <a:gd name="T92" fmla="*/ 0 w 533"/>
                    <a:gd name="T93" fmla="*/ 0 h 2636"/>
                    <a:gd name="T94" fmla="*/ 0 w 533"/>
                    <a:gd name="T95" fmla="*/ 0 h 2636"/>
                    <a:gd name="T96" fmla="*/ 0 w 533"/>
                    <a:gd name="T97" fmla="*/ 0 h 2636"/>
                    <a:gd name="T98" fmla="*/ 0 w 533"/>
                    <a:gd name="T99" fmla="*/ 0 h 26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33"/>
                    <a:gd name="T151" fmla="*/ 0 h 2636"/>
                    <a:gd name="T152" fmla="*/ 533 w 533"/>
                    <a:gd name="T153" fmla="*/ 2636 h 26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33" h="2636">
                      <a:moveTo>
                        <a:pt x="533" y="85"/>
                      </a:moveTo>
                      <a:lnTo>
                        <a:pt x="468" y="183"/>
                      </a:lnTo>
                      <a:lnTo>
                        <a:pt x="408" y="283"/>
                      </a:lnTo>
                      <a:lnTo>
                        <a:pt x="354" y="386"/>
                      </a:lnTo>
                      <a:lnTo>
                        <a:pt x="306" y="493"/>
                      </a:lnTo>
                      <a:lnTo>
                        <a:pt x="265" y="603"/>
                      </a:lnTo>
                      <a:lnTo>
                        <a:pt x="227" y="714"/>
                      </a:lnTo>
                      <a:lnTo>
                        <a:pt x="197" y="826"/>
                      </a:lnTo>
                      <a:lnTo>
                        <a:pt x="173" y="941"/>
                      </a:lnTo>
                      <a:lnTo>
                        <a:pt x="155" y="1056"/>
                      </a:lnTo>
                      <a:lnTo>
                        <a:pt x="143" y="1171"/>
                      </a:lnTo>
                      <a:lnTo>
                        <a:pt x="140" y="1289"/>
                      </a:lnTo>
                      <a:lnTo>
                        <a:pt x="140" y="1405"/>
                      </a:lnTo>
                      <a:lnTo>
                        <a:pt x="148" y="1522"/>
                      </a:lnTo>
                      <a:lnTo>
                        <a:pt x="162" y="1639"/>
                      </a:lnTo>
                      <a:lnTo>
                        <a:pt x="182" y="1754"/>
                      </a:lnTo>
                      <a:lnTo>
                        <a:pt x="207" y="1867"/>
                      </a:lnTo>
                      <a:lnTo>
                        <a:pt x="241" y="1980"/>
                      </a:lnTo>
                      <a:lnTo>
                        <a:pt x="278" y="2089"/>
                      </a:lnTo>
                      <a:lnTo>
                        <a:pt x="323" y="2198"/>
                      </a:lnTo>
                      <a:lnTo>
                        <a:pt x="374" y="2303"/>
                      </a:lnTo>
                      <a:lnTo>
                        <a:pt x="430" y="2406"/>
                      </a:lnTo>
                      <a:lnTo>
                        <a:pt x="491" y="2505"/>
                      </a:lnTo>
                      <a:lnTo>
                        <a:pt x="526" y="2556"/>
                      </a:lnTo>
                      <a:lnTo>
                        <a:pt x="416" y="2636"/>
                      </a:lnTo>
                      <a:lnTo>
                        <a:pt x="401" y="2616"/>
                      </a:lnTo>
                      <a:lnTo>
                        <a:pt x="336" y="2515"/>
                      </a:lnTo>
                      <a:lnTo>
                        <a:pt x="277" y="2410"/>
                      </a:lnTo>
                      <a:lnTo>
                        <a:pt x="221" y="2303"/>
                      </a:lnTo>
                      <a:lnTo>
                        <a:pt x="173" y="2192"/>
                      </a:lnTo>
                      <a:lnTo>
                        <a:pt x="130" y="2079"/>
                      </a:lnTo>
                      <a:lnTo>
                        <a:pt x="92" y="1964"/>
                      </a:lnTo>
                      <a:lnTo>
                        <a:pt x="62" y="1845"/>
                      </a:lnTo>
                      <a:lnTo>
                        <a:pt x="37" y="1728"/>
                      </a:lnTo>
                      <a:lnTo>
                        <a:pt x="19" y="1607"/>
                      </a:lnTo>
                      <a:lnTo>
                        <a:pt x="7" y="1489"/>
                      </a:lnTo>
                      <a:lnTo>
                        <a:pt x="0" y="1367"/>
                      </a:lnTo>
                      <a:lnTo>
                        <a:pt x="0" y="1247"/>
                      </a:lnTo>
                      <a:lnTo>
                        <a:pt x="9" y="1126"/>
                      </a:lnTo>
                      <a:lnTo>
                        <a:pt x="22" y="1004"/>
                      </a:lnTo>
                      <a:lnTo>
                        <a:pt x="42" y="886"/>
                      </a:lnTo>
                      <a:lnTo>
                        <a:pt x="68" y="767"/>
                      </a:lnTo>
                      <a:lnTo>
                        <a:pt x="100" y="653"/>
                      </a:lnTo>
                      <a:lnTo>
                        <a:pt x="138" y="538"/>
                      </a:lnTo>
                      <a:lnTo>
                        <a:pt x="182" y="425"/>
                      </a:lnTo>
                      <a:lnTo>
                        <a:pt x="231" y="313"/>
                      </a:lnTo>
                      <a:lnTo>
                        <a:pt x="286" y="206"/>
                      </a:lnTo>
                      <a:lnTo>
                        <a:pt x="348" y="101"/>
                      </a:lnTo>
                      <a:lnTo>
                        <a:pt x="416" y="0"/>
                      </a:lnTo>
                      <a:lnTo>
                        <a:pt x="533" y="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8" name="Freeform 357">
                  <a:extLst>
                    <a:ext uri="{FF2B5EF4-FFF2-40B4-BE49-F238E27FC236}">
                      <a16:creationId xmlns:a16="http://schemas.microsoft.com/office/drawing/2014/main" id="{D2FB29A7-26C7-3B4C-B22C-C7FA4A1B7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4" y="894"/>
                  <a:ext cx="37" cy="148"/>
                </a:xfrm>
                <a:custGeom>
                  <a:avLst/>
                  <a:gdLst>
                    <a:gd name="T0" fmla="*/ 0 w 532"/>
                    <a:gd name="T1" fmla="*/ 0 h 2635"/>
                    <a:gd name="T2" fmla="*/ 0 w 532"/>
                    <a:gd name="T3" fmla="*/ 0 h 2635"/>
                    <a:gd name="T4" fmla="*/ 0 w 532"/>
                    <a:gd name="T5" fmla="*/ 0 h 2635"/>
                    <a:gd name="T6" fmla="*/ 0 w 532"/>
                    <a:gd name="T7" fmla="*/ 0 h 2635"/>
                    <a:gd name="T8" fmla="*/ 0 w 532"/>
                    <a:gd name="T9" fmla="*/ 0 h 2635"/>
                    <a:gd name="T10" fmla="*/ 0 w 532"/>
                    <a:gd name="T11" fmla="*/ 0 h 2635"/>
                    <a:gd name="T12" fmla="*/ 0 w 532"/>
                    <a:gd name="T13" fmla="*/ 0 h 2635"/>
                    <a:gd name="T14" fmla="*/ 0 w 532"/>
                    <a:gd name="T15" fmla="*/ 0 h 2635"/>
                    <a:gd name="T16" fmla="*/ 0 w 532"/>
                    <a:gd name="T17" fmla="*/ 0 h 2635"/>
                    <a:gd name="T18" fmla="*/ 0 w 532"/>
                    <a:gd name="T19" fmla="*/ 0 h 2635"/>
                    <a:gd name="T20" fmla="*/ 0 w 532"/>
                    <a:gd name="T21" fmla="*/ 0 h 2635"/>
                    <a:gd name="T22" fmla="*/ 0 w 532"/>
                    <a:gd name="T23" fmla="*/ 0 h 2635"/>
                    <a:gd name="T24" fmla="*/ 0 w 532"/>
                    <a:gd name="T25" fmla="*/ 0 h 2635"/>
                    <a:gd name="T26" fmla="*/ 0 w 532"/>
                    <a:gd name="T27" fmla="*/ 0 h 2635"/>
                    <a:gd name="T28" fmla="*/ 0 w 532"/>
                    <a:gd name="T29" fmla="*/ 0 h 2635"/>
                    <a:gd name="T30" fmla="*/ 0 w 532"/>
                    <a:gd name="T31" fmla="*/ 0 h 2635"/>
                    <a:gd name="T32" fmla="*/ 0 w 532"/>
                    <a:gd name="T33" fmla="*/ 0 h 2635"/>
                    <a:gd name="T34" fmla="*/ 0 w 532"/>
                    <a:gd name="T35" fmla="*/ 0 h 2635"/>
                    <a:gd name="T36" fmla="*/ 0 w 532"/>
                    <a:gd name="T37" fmla="*/ 0 h 2635"/>
                    <a:gd name="T38" fmla="*/ 0 w 532"/>
                    <a:gd name="T39" fmla="*/ 0 h 2635"/>
                    <a:gd name="T40" fmla="*/ 0 w 532"/>
                    <a:gd name="T41" fmla="*/ 0 h 2635"/>
                    <a:gd name="T42" fmla="*/ 0 w 532"/>
                    <a:gd name="T43" fmla="*/ 0 h 2635"/>
                    <a:gd name="T44" fmla="*/ 0 w 532"/>
                    <a:gd name="T45" fmla="*/ 0 h 2635"/>
                    <a:gd name="T46" fmla="*/ 0 w 532"/>
                    <a:gd name="T47" fmla="*/ 0 h 2635"/>
                    <a:gd name="T48" fmla="*/ 0 w 532"/>
                    <a:gd name="T49" fmla="*/ 0 h 2635"/>
                    <a:gd name="T50" fmla="*/ 0 w 532"/>
                    <a:gd name="T51" fmla="*/ 0 h 2635"/>
                    <a:gd name="T52" fmla="*/ 0 w 532"/>
                    <a:gd name="T53" fmla="*/ 0 h 2635"/>
                    <a:gd name="T54" fmla="*/ 0 w 532"/>
                    <a:gd name="T55" fmla="*/ 0 h 2635"/>
                    <a:gd name="T56" fmla="*/ 0 w 532"/>
                    <a:gd name="T57" fmla="*/ 0 h 2635"/>
                    <a:gd name="T58" fmla="*/ 0 w 532"/>
                    <a:gd name="T59" fmla="*/ 0 h 2635"/>
                    <a:gd name="T60" fmla="*/ 0 w 532"/>
                    <a:gd name="T61" fmla="*/ 0 h 2635"/>
                    <a:gd name="T62" fmla="*/ 0 w 532"/>
                    <a:gd name="T63" fmla="*/ 0 h 2635"/>
                    <a:gd name="T64" fmla="*/ 0 w 532"/>
                    <a:gd name="T65" fmla="*/ 0 h 2635"/>
                    <a:gd name="T66" fmla="*/ 0 w 532"/>
                    <a:gd name="T67" fmla="*/ 0 h 2635"/>
                    <a:gd name="T68" fmla="*/ 0 w 532"/>
                    <a:gd name="T69" fmla="*/ 0 h 2635"/>
                    <a:gd name="T70" fmla="*/ 0 w 532"/>
                    <a:gd name="T71" fmla="*/ 0 h 2635"/>
                    <a:gd name="T72" fmla="*/ 0 w 532"/>
                    <a:gd name="T73" fmla="*/ 0 h 2635"/>
                    <a:gd name="T74" fmla="*/ 0 w 532"/>
                    <a:gd name="T75" fmla="*/ 0 h 2635"/>
                    <a:gd name="T76" fmla="*/ 0 w 532"/>
                    <a:gd name="T77" fmla="*/ 0 h 2635"/>
                    <a:gd name="T78" fmla="*/ 0 w 532"/>
                    <a:gd name="T79" fmla="*/ 0 h 2635"/>
                    <a:gd name="T80" fmla="*/ 0 w 532"/>
                    <a:gd name="T81" fmla="*/ 0 h 2635"/>
                    <a:gd name="T82" fmla="*/ 0 w 532"/>
                    <a:gd name="T83" fmla="*/ 0 h 2635"/>
                    <a:gd name="T84" fmla="*/ 0 w 532"/>
                    <a:gd name="T85" fmla="*/ 0 h 2635"/>
                    <a:gd name="T86" fmla="*/ 0 w 532"/>
                    <a:gd name="T87" fmla="*/ 0 h 2635"/>
                    <a:gd name="T88" fmla="*/ 0 w 532"/>
                    <a:gd name="T89" fmla="*/ 0 h 2635"/>
                    <a:gd name="T90" fmla="*/ 0 w 532"/>
                    <a:gd name="T91" fmla="*/ 0 h 2635"/>
                    <a:gd name="T92" fmla="*/ 0 w 532"/>
                    <a:gd name="T93" fmla="*/ 0 h 2635"/>
                    <a:gd name="T94" fmla="*/ 0 w 532"/>
                    <a:gd name="T95" fmla="*/ 0 h 2635"/>
                    <a:gd name="T96" fmla="*/ 0 w 532"/>
                    <a:gd name="T97" fmla="*/ 0 h 2635"/>
                    <a:gd name="T98" fmla="*/ 0 w 532"/>
                    <a:gd name="T99" fmla="*/ 0 h 2635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32"/>
                    <a:gd name="T151" fmla="*/ 0 h 2635"/>
                    <a:gd name="T152" fmla="*/ 532 w 532"/>
                    <a:gd name="T153" fmla="*/ 2635 h 2635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32" h="2635">
                      <a:moveTo>
                        <a:pt x="0" y="85"/>
                      </a:moveTo>
                      <a:lnTo>
                        <a:pt x="65" y="181"/>
                      </a:lnTo>
                      <a:lnTo>
                        <a:pt x="125" y="283"/>
                      </a:lnTo>
                      <a:lnTo>
                        <a:pt x="178" y="386"/>
                      </a:lnTo>
                      <a:lnTo>
                        <a:pt x="226" y="493"/>
                      </a:lnTo>
                      <a:lnTo>
                        <a:pt x="268" y="601"/>
                      </a:lnTo>
                      <a:lnTo>
                        <a:pt x="306" y="713"/>
                      </a:lnTo>
                      <a:lnTo>
                        <a:pt x="334" y="826"/>
                      </a:lnTo>
                      <a:lnTo>
                        <a:pt x="359" y="941"/>
                      </a:lnTo>
                      <a:lnTo>
                        <a:pt x="376" y="1056"/>
                      </a:lnTo>
                      <a:lnTo>
                        <a:pt x="389" y="1171"/>
                      </a:lnTo>
                      <a:lnTo>
                        <a:pt x="392" y="1287"/>
                      </a:lnTo>
                      <a:lnTo>
                        <a:pt x="392" y="1404"/>
                      </a:lnTo>
                      <a:lnTo>
                        <a:pt x="384" y="1521"/>
                      </a:lnTo>
                      <a:lnTo>
                        <a:pt x="371" y="1638"/>
                      </a:lnTo>
                      <a:lnTo>
                        <a:pt x="351" y="1753"/>
                      </a:lnTo>
                      <a:lnTo>
                        <a:pt x="324" y="1865"/>
                      </a:lnTo>
                      <a:lnTo>
                        <a:pt x="291" y="1979"/>
                      </a:lnTo>
                      <a:lnTo>
                        <a:pt x="254" y="2088"/>
                      </a:lnTo>
                      <a:lnTo>
                        <a:pt x="210" y="2197"/>
                      </a:lnTo>
                      <a:lnTo>
                        <a:pt x="158" y="2302"/>
                      </a:lnTo>
                      <a:lnTo>
                        <a:pt x="103" y="2405"/>
                      </a:lnTo>
                      <a:lnTo>
                        <a:pt x="41" y="2503"/>
                      </a:lnTo>
                      <a:lnTo>
                        <a:pt x="5" y="2555"/>
                      </a:lnTo>
                      <a:lnTo>
                        <a:pt x="116" y="2635"/>
                      </a:lnTo>
                      <a:lnTo>
                        <a:pt x="131" y="2615"/>
                      </a:lnTo>
                      <a:lnTo>
                        <a:pt x="196" y="2513"/>
                      </a:lnTo>
                      <a:lnTo>
                        <a:pt x="256" y="2408"/>
                      </a:lnTo>
                      <a:lnTo>
                        <a:pt x="311" y="2302"/>
                      </a:lnTo>
                      <a:lnTo>
                        <a:pt x="359" y="2190"/>
                      </a:lnTo>
                      <a:lnTo>
                        <a:pt x="402" y="2078"/>
                      </a:lnTo>
                      <a:lnTo>
                        <a:pt x="440" y="1963"/>
                      </a:lnTo>
                      <a:lnTo>
                        <a:pt x="470" y="1844"/>
                      </a:lnTo>
                      <a:lnTo>
                        <a:pt x="496" y="1727"/>
                      </a:lnTo>
                      <a:lnTo>
                        <a:pt x="514" y="1607"/>
                      </a:lnTo>
                      <a:lnTo>
                        <a:pt x="525" y="1487"/>
                      </a:lnTo>
                      <a:lnTo>
                        <a:pt x="532" y="1367"/>
                      </a:lnTo>
                      <a:lnTo>
                        <a:pt x="532" y="1246"/>
                      </a:lnTo>
                      <a:lnTo>
                        <a:pt x="524" y="1124"/>
                      </a:lnTo>
                      <a:lnTo>
                        <a:pt x="509" y="1004"/>
                      </a:lnTo>
                      <a:lnTo>
                        <a:pt x="489" y="886"/>
                      </a:lnTo>
                      <a:lnTo>
                        <a:pt x="464" y="766"/>
                      </a:lnTo>
                      <a:lnTo>
                        <a:pt x="432" y="651"/>
                      </a:lnTo>
                      <a:lnTo>
                        <a:pt x="394" y="536"/>
                      </a:lnTo>
                      <a:lnTo>
                        <a:pt x="351" y="423"/>
                      </a:lnTo>
                      <a:lnTo>
                        <a:pt x="301" y="313"/>
                      </a:lnTo>
                      <a:lnTo>
                        <a:pt x="246" y="205"/>
                      </a:lnTo>
                      <a:lnTo>
                        <a:pt x="184" y="100"/>
                      </a:lnTo>
                      <a:lnTo>
                        <a:pt x="116" y="0"/>
                      </a:lnTo>
                      <a:lnTo>
                        <a:pt x="0" y="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99" name="Freeform 358">
                  <a:extLst>
                    <a:ext uri="{FF2B5EF4-FFF2-40B4-BE49-F238E27FC236}">
                      <a16:creationId xmlns:a16="http://schemas.microsoft.com/office/drawing/2014/main" id="{EB3D7239-202F-6D43-86ED-D9788D8C4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5" y="871"/>
                  <a:ext cx="45" cy="194"/>
                </a:xfrm>
                <a:custGeom>
                  <a:avLst/>
                  <a:gdLst>
                    <a:gd name="T0" fmla="*/ 0 w 657"/>
                    <a:gd name="T1" fmla="*/ 0 h 3434"/>
                    <a:gd name="T2" fmla="*/ 0 w 657"/>
                    <a:gd name="T3" fmla="*/ 0 h 3434"/>
                    <a:gd name="T4" fmla="*/ 0 w 657"/>
                    <a:gd name="T5" fmla="*/ 0 h 3434"/>
                    <a:gd name="T6" fmla="*/ 0 w 657"/>
                    <a:gd name="T7" fmla="*/ 0 h 3434"/>
                    <a:gd name="T8" fmla="*/ 0 w 657"/>
                    <a:gd name="T9" fmla="*/ 0 h 3434"/>
                    <a:gd name="T10" fmla="*/ 0 w 657"/>
                    <a:gd name="T11" fmla="*/ 0 h 3434"/>
                    <a:gd name="T12" fmla="*/ 0 w 657"/>
                    <a:gd name="T13" fmla="*/ 0 h 3434"/>
                    <a:gd name="T14" fmla="*/ 0 w 657"/>
                    <a:gd name="T15" fmla="*/ 0 h 3434"/>
                    <a:gd name="T16" fmla="*/ 0 w 657"/>
                    <a:gd name="T17" fmla="*/ 0 h 3434"/>
                    <a:gd name="T18" fmla="*/ 0 w 657"/>
                    <a:gd name="T19" fmla="*/ 0 h 3434"/>
                    <a:gd name="T20" fmla="*/ 0 w 657"/>
                    <a:gd name="T21" fmla="*/ 0 h 3434"/>
                    <a:gd name="T22" fmla="*/ 0 w 657"/>
                    <a:gd name="T23" fmla="*/ 0 h 3434"/>
                    <a:gd name="T24" fmla="*/ 0 w 657"/>
                    <a:gd name="T25" fmla="*/ 0 h 3434"/>
                    <a:gd name="T26" fmla="*/ 0 w 657"/>
                    <a:gd name="T27" fmla="*/ 0 h 3434"/>
                    <a:gd name="T28" fmla="*/ 0 w 657"/>
                    <a:gd name="T29" fmla="*/ 0 h 3434"/>
                    <a:gd name="T30" fmla="*/ 0 w 657"/>
                    <a:gd name="T31" fmla="*/ 0 h 3434"/>
                    <a:gd name="T32" fmla="*/ 0 w 657"/>
                    <a:gd name="T33" fmla="*/ 0 h 3434"/>
                    <a:gd name="T34" fmla="*/ 0 w 657"/>
                    <a:gd name="T35" fmla="*/ 0 h 3434"/>
                    <a:gd name="T36" fmla="*/ 0 w 657"/>
                    <a:gd name="T37" fmla="*/ 0 h 3434"/>
                    <a:gd name="T38" fmla="*/ 0 w 657"/>
                    <a:gd name="T39" fmla="*/ 0 h 3434"/>
                    <a:gd name="T40" fmla="*/ 0 w 657"/>
                    <a:gd name="T41" fmla="*/ 0 h 3434"/>
                    <a:gd name="T42" fmla="*/ 0 w 657"/>
                    <a:gd name="T43" fmla="*/ 0 h 3434"/>
                    <a:gd name="T44" fmla="*/ 0 w 657"/>
                    <a:gd name="T45" fmla="*/ 0 h 3434"/>
                    <a:gd name="T46" fmla="*/ 0 w 657"/>
                    <a:gd name="T47" fmla="*/ 0 h 3434"/>
                    <a:gd name="T48" fmla="*/ 0 w 657"/>
                    <a:gd name="T49" fmla="*/ 0 h 3434"/>
                    <a:gd name="T50" fmla="*/ 0 w 657"/>
                    <a:gd name="T51" fmla="*/ 0 h 3434"/>
                    <a:gd name="T52" fmla="*/ 0 w 657"/>
                    <a:gd name="T53" fmla="*/ 0 h 3434"/>
                    <a:gd name="T54" fmla="*/ 0 w 657"/>
                    <a:gd name="T55" fmla="*/ 0 h 3434"/>
                    <a:gd name="T56" fmla="*/ 0 w 657"/>
                    <a:gd name="T57" fmla="*/ 0 h 3434"/>
                    <a:gd name="T58" fmla="*/ 0 w 657"/>
                    <a:gd name="T59" fmla="*/ 0 h 3434"/>
                    <a:gd name="T60" fmla="*/ 0 w 657"/>
                    <a:gd name="T61" fmla="*/ 0 h 3434"/>
                    <a:gd name="T62" fmla="*/ 0 w 657"/>
                    <a:gd name="T63" fmla="*/ 0 h 3434"/>
                    <a:gd name="T64" fmla="*/ 0 w 657"/>
                    <a:gd name="T65" fmla="*/ 0 h 3434"/>
                    <a:gd name="T66" fmla="*/ 0 w 657"/>
                    <a:gd name="T67" fmla="*/ 0 h 3434"/>
                    <a:gd name="T68" fmla="*/ 0 w 657"/>
                    <a:gd name="T69" fmla="*/ 0 h 3434"/>
                    <a:gd name="T70" fmla="*/ 0 w 657"/>
                    <a:gd name="T71" fmla="*/ 0 h 3434"/>
                    <a:gd name="T72" fmla="*/ 0 w 657"/>
                    <a:gd name="T73" fmla="*/ 0 h 3434"/>
                    <a:gd name="T74" fmla="*/ 0 w 657"/>
                    <a:gd name="T75" fmla="*/ 0 h 3434"/>
                    <a:gd name="T76" fmla="*/ 0 w 657"/>
                    <a:gd name="T77" fmla="*/ 0 h 3434"/>
                    <a:gd name="T78" fmla="*/ 0 w 657"/>
                    <a:gd name="T79" fmla="*/ 0 h 3434"/>
                    <a:gd name="T80" fmla="*/ 0 w 657"/>
                    <a:gd name="T81" fmla="*/ 0 h 3434"/>
                    <a:gd name="T82" fmla="*/ 0 w 657"/>
                    <a:gd name="T83" fmla="*/ 0 h 3434"/>
                    <a:gd name="T84" fmla="*/ 0 w 657"/>
                    <a:gd name="T85" fmla="*/ 0 h 3434"/>
                    <a:gd name="T86" fmla="*/ 0 w 657"/>
                    <a:gd name="T87" fmla="*/ 0 h 3434"/>
                    <a:gd name="T88" fmla="*/ 0 w 657"/>
                    <a:gd name="T89" fmla="*/ 0 h 3434"/>
                    <a:gd name="T90" fmla="*/ 0 w 657"/>
                    <a:gd name="T91" fmla="*/ 0 h 3434"/>
                    <a:gd name="T92" fmla="*/ 0 w 657"/>
                    <a:gd name="T93" fmla="*/ 0 h 3434"/>
                    <a:gd name="T94" fmla="*/ 0 w 657"/>
                    <a:gd name="T95" fmla="*/ 0 h 3434"/>
                    <a:gd name="T96" fmla="*/ 0 w 657"/>
                    <a:gd name="T97" fmla="*/ 0 h 3434"/>
                    <a:gd name="T98" fmla="*/ 0 w 657"/>
                    <a:gd name="T99" fmla="*/ 0 h 3434"/>
                    <a:gd name="T100" fmla="*/ 0 w 657"/>
                    <a:gd name="T101" fmla="*/ 0 h 3434"/>
                    <a:gd name="T102" fmla="*/ 0 w 657"/>
                    <a:gd name="T103" fmla="*/ 0 h 3434"/>
                    <a:gd name="T104" fmla="*/ 0 w 657"/>
                    <a:gd name="T105" fmla="*/ 0 h 3434"/>
                    <a:gd name="T106" fmla="*/ 0 w 657"/>
                    <a:gd name="T107" fmla="*/ 0 h 3434"/>
                    <a:gd name="T108" fmla="*/ 0 w 657"/>
                    <a:gd name="T109" fmla="*/ 0 h 3434"/>
                    <a:gd name="T110" fmla="*/ 0 w 657"/>
                    <a:gd name="T111" fmla="*/ 0 h 34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57"/>
                    <a:gd name="T169" fmla="*/ 0 h 3434"/>
                    <a:gd name="T170" fmla="*/ 657 w 657"/>
                    <a:gd name="T171" fmla="*/ 3434 h 34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57" h="3434">
                      <a:moveTo>
                        <a:pt x="657" y="89"/>
                      </a:moveTo>
                      <a:lnTo>
                        <a:pt x="582" y="202"/>
                      </a:lnTo>
                      <a:lnTo>
                        <a:pt x="512" y="315"/>
                      </a:lnTo>
                      <a:lnTo>
                        <a:pt x="449" y="434"/>
                      </a:lnTo>
                      <a:lnTo>
                        <a:pt x="391" y="555"/>
                      </a:lnTo>
                      <a:lnTo>
                        <a:pt x="338" y="678"/>
                      </a:lnTo>
                      <a:lnTo>
                        <a:pt x="292" y="805"/>
                      </a:lnTo>
                      <a:lnTo>
                        <a:pt x="253" y="931"/>
                      </a:lnTo>
                      <a:lnTo>
                        <a:pt x="216" y="1060"/>
                      </a:lnTo>
                      <a:lnTo>
                        <a:pt x="189" y="1193"/>
                      </a:lnTo>
                      <a:lnTo>
                        <a:pt x="168" y="1323"/>
                      </a:lnTo>
                      <a:lnTo>
                        <a:pt x="151" y="1456"/>
                      </a:lnTo>
                      <a:lnTo>
                        <a:pt x="141" y="1591"/>
                      </a:lnTo>
                      <a:lnTo>
                        <a:pt x="139" y="1724"/>
                      </a:lnTo>
                      <a:lnTo>
                        <a:pt x="143" y="1859"/>
                      </a:lnTo>
                      <a:lnTo>
                        <a:pt x="151" y="1994"/>
                      </a:lnTo>
                      <a:lnTo>
                        <a:pt x="168" y="2126"/>
                      </a:lnTo>
                      <a:lnTo>
                        <a:pt x="191" y="2257"/>
                      </a:lnTo>
                      <a:lnTo>
                        <a:pt x="219" y="2387"/>
                      </a:lnTo>
                      <a:lnTo>
                        <a:pt x="254" y="2519"/>
                      </a:lnTo>
                      <a:lnTo>
                        <a:pt x="294" y="2645"/>
                      </a:lnTo>
                      <a:lnTo>
                        <a:pt x="341" y="2772"/>
                      </a:lnTo>
                      <a:lnTo>
                        <a:pt x="394" y="2895"/>
                      </a:lnTo>
                      <a:lnTo>
                        <a:pt x="453" y="3015"/>
                      </a:lnTo>
                      <a:lnTo>
                        <a:pt x="516" y="3133"/>
                      </a:lnTo>
                      <a:lnTo>
                        <a:pt x="586" y="3248"/>
                      </a:lnTo>
                      <a:lnTo>
                        <a:pt x="657" y="3353"/>
                      </a:lnTo>
                      <a:lnTo>
                        <a:pt x="542" y="3434"/>
                      </a:lnTo>
                      <a:lnTo>
                        <a:pt x="499" y="3370"/>
                      </a:lnTo>
                      <a:lnTo>
                        <a:pt x="425" y="3255"/>
                      </a:lnTo>
                      <a:lnTo>
                        <a:pt x="358" y="3135"/>
                      </a:lnTo>
                      <a:lnTo>
                        <a:pt x="294" y="3012"/>
                      </a:lnTo>
                      <a:lnTo>
                        <a:pt x="238" y="2887"/>
                      </a:lnTo>
                      <a:lnTo>
                        <a:pt x="186" y="2758"/>
                      </a:lnTo>
                      <a:lnTo>
                        <a:pt x="141" y="2630"/>
                      </a:lnTo>
                      <a:lnTo>
                        <a:pt x="103" y="2497"/>
                      </a:lnTo>
                      <a:lnTo>
                        <a:pt x="70" y="2362"/>
                      </a:lnTo>
                      <a:lnTo>
                        <a:pt x="44" y="2227"/>
                      </a:lnTo>
                      <a:lnTo>
                        <a:pt x="23" y="2091"/>
                      </a:lnTo>
                      <a:lnTo>
                        <a:pt x="8" y="1954"/>
                      </a:lnTo>
                      <a:lnTo>
                        <a:pt x="0" y="1817"/>
                      </a:lnTo>
                      <a:lnTo>
                        <a:pt x="0" y="1678"/>
                      </a:lnTo>
                      <a:lnTo>
                        <a:pt x="5" y="1541"/>
                      </a:lnTo>
                      <a:lnTo>
                        <a:pt x="16" y="1405"/>
                      </a:lnTo>
                      <a:lnTo>
                        <a:pt x="34" y="1268"/>
                      </a:lnTo>
                      <a:lnTo>
                        <a:pt x="58" y="1131"/>
                      </a:lnTo>
                      <a:lnTo>
                        <a:pt x="88" y="997"/>
                      </a:lnTo>
                      <a:lnTo>
                        <a:pt x="123" y="865"/>
                      </a:lnTo>
                      <a:lnTo>
                        <a:pt x="165" y="733"/>
                      </a:lnTo>
                      <a:lnTo>
                        <a:pt x="215" y="605"/>
                      </a:lnTo>
                      <a:lnTo>
                        <a:pt x="268" y="477"/>
                      </a:lnTo>
                      <a:lnTo>
                        <a:pt x="328" y="352"/>
                      </a:lnTo>
                      <a:lnTo>
                        <a:pt x="394" y="232"/>
                      </a:lnTo>
                      <a:lnTo>
                        <a:pt x="464" y="115"/>
                      </a:lnTo>
                      <a:lnTo>
                        <a:pt x="542" y="0"/>
                      </a:lnTo>
                      <a:lnTo>
                        <a:pt x="657" y="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0" name="Freeform 359">
                  <a:extLst>
                    <a:ext uri="{FF2B5EF4-FFF2-40B4-BE49-F238E27FC236}">
                      <a16:creationId xmlns:a16="http://schemas.microsoft.com/office/drawing/2014/main" id="{D1E5F247-D87B-C943-AAAD-74867BC17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4" y="872"/>
                  <a:ext cx="45" cy="193"/>
                </a:xfrm>
                <a:custGeom>
                  <a:avLst/>
                  <a:gdLst>
                    <a:gd name="T0" fmla="*/ 0 w 656"/>
                    <a:gd name="T1" fmla="*/ 0 h 3434"/>
                    <a:gd name="T2" fmla="*/ 0 w 656"/>
                    <a:gd name="T3" fmla="*/ 0 h 3434"/>
                    <a:gd name="T4" fmla="*/ 0 w 656"/>
                    <a:gd name="T5" fmla="*/ 0 h 3434"/>
                    <a:gd name="T6" fmla="*/ 0 w 656"/>
                    <a:gd name="T7" fmla="*/ 0 h 3434"/>
                    <a:gd name="T8" fmla="*/ 0 w 656"/>
                    <a:gd name="T9" fmla="*/ 0 h 3434"/>
                    <a:gd name="T10" fmla="*/ 0 w 656"/>
                    <a:gd name="T11" fmla="*/ 0 h 3434"/>
                    <a:gd name="T12" fmla="*/ 0 w 656"/>
                    <a:gd name="T13" fmla="*/ 0 h 3434"/>
                    <a:gd name="T14" fmla="*/ 0 w 656"/>
                    <a:gd name="T15" fmla="*/ 0 h 3434"/>
                    <a:gd name="T16" fmla="*/ 0 w 656"/>
                    <a:gd name="T17" fmla="*/ 0 h 3434"/>
                    <a:gd name="T18" fmla="*/ 0 w 656"/>
                    <a:gd name="T19" fmla="*/ 0 h 3434"/>
                    <a:gd name="T20" fmla="*/ 0 w 656"/>
                    <a:gd name="T21" fmla="*/ 0 h 3434"/>
                    <a:gd name="T22" fmla="*/ 0 w 656"/>
                    <a:gd name="T23" fmla="*/ 0 h 3434"/>
                    <a:gd name="T24" fmla="*/ 0 w 656"/>
                    <a:gd name="T25" fmla="*/ 0 h 3434"/>
                    <a:gd name="T26" fmla="*/ 0 w 656"/>
                    <a:gd name="T27" fmla="*/ 0 h 3434"/>
                    <a:gd name="T28" fmla="*/ 0 w 656"/>
                    <a:gd name="T29" fmla="*/ 0 h 3434"/>
                    <a:gd name="T30" fmla="*/ 0 w 656"/>
                    <a:gd name="T31" fmla="*/ 0 h 3434"/>
                    <a:gd name="T32" fmla="*/ 0 w 656"/>
                    <a:gd name="T33" fmla="*/ 0 h 3434"/>
                    <a:gd name="T34" fmla="*/ 0 w 656"/>
                    <a:gd name="T35" fmla="*/ 0 h 3434"/>
                    <a:gd name="T36" fmla="*/ 0 w 656"/>
                    <a:gd name="T37" fmla="*/ 0 h 3434"/>
                    <a:gd name="T38" fmla="*/ 0 w 656"/>
                    <a:gd name="T39" fmla="*/ 0 h 3434"/>
                    <a:gd name="T40" fmla="*/ 0 w 656"/>
                    <a:gd name="T41" fmla="*/ 0 h 3434"/>
                    <a:gd name="T42" fmla="*/ 0 w 656"/>
                    <a:gd name="T43" fmla="*/ 0 h 3434"/>
                    <a:gd name="T44" fmla="*/ 0 w 656"/>
                    <a:gd name="T45" fmla="*/ 0 h 3434"/>
                    <a:gd name="T46" fmla="*/ 0 w 656"/>
                    <a:gd name="T47" fmla="*/ 0 h 3434"/>
                    <a:gd name="T48" fmla="*/ 0 w 656"/>
                    <a:gd name="T49" fmla="*/ 0 h 3434"/>
                    <a:gd name="T50" fmla="*/ 0 w 656"/>
                    <a:gd name="T51" fmla="*/ 0 h 3434"/>
                    <a:gd name="T52" fmla="*/ 0 w 656"/>
                    <a:gd name="T53" fmla="*/ 0 h 3434"/>
                    <a:gd name="T54" fmla="*/ 0 w 656"/>
                    <a:gd name="T55" fmla="*/ 0 h 3434"/>
                    <a:gd name="T56" fmla="*/ 0 w 656"/>
                    <a:gd name="T57" fmla="*/ 0 h 3434"/>
                    <a:gd name="T58" fmla="*/ 0 w 656"/>
                    <a:gd name="T59" fmla="*/ 0 h 3434"/>
                    <a:gd name="T60" fmla="*/ 0 w 656"/>
                    <a:gd name="T61" fmla="*/ 0 h 3434"/>
                    <a:gd name="T62" fmla="*/ 0 w 656"/>
                    <a:gd name="T63" fmla="*/ 0 h 3434"/>
                    <a:gd name="T64" fmla="*/ 0 w 656"/>
                    <a:gd name="T65" fmla="*/ 0 h 3434"/>
                    <a:gd name="T66" fmla="*/ 0 w 656"/>
                    <a:gd name="T67" fmla="*/ 0 h 3434"/>
                    <a:gd name="T68" fmla="*/ 0 w 656"/>
                    <a:gd name="T69" fmla="*/ 0 h 3434"/>
                    <a:gd name="T70" fmla="*/ 0 w 656"/>
                    <a:gd name="T71" fmla="*/ 0 h 3434"/>
                    <a:gd name="T72" fmla="*/ 0 w 656"/>
                    <a:gd name="T73" fmla="*/ 0 h 3434"/>
                    <a:gd name="T74" fmla="*/ 0 w 656"/>
                    <a:gd name="T75" fmla="*/ 0 h 3434"/>
                    <a:gd name="T76" fmla="*/ 0 w 656"/>
                    <a:gd name="T77" fmla="*/ 0 h 3434"/>
                    <a:gd name="T78" fmla="*/ 0 w 656"/>
                    <a:gd name="T79" fmla="*/ 0 h 3434"/>
                    <a:gd name="T80" fmla="*/ 0 w 656"/>
                    <a:gd name="T81" fmla="*/ 0 h 3434"/>
                    <a:gd name="T82" fmla="*/ 0 w 656"/>
                    <a:gd name="T83" fmla="*/ 0 h 3434"/>
                    <a:gd name="T84" fmla="*/ 0 w 656"/>
                    <a:gd name="T85" fmla="*/ 0 h 3434"/>
                    <a:gd name="T86" fmla="*/ 0 w 656"/>
                    <a:gd name="T87" fmla="*/ 0 h 3434"/>
                    <a:gd name="T88" fmla="*/ 0 w 656"/>
                    <a:gd name="T89" fmla="*/ 0 h 3434"/>
                    <a:gd name="T90" fmla="*/ 0 w 656"/>
                    <a:gd name="T91" fmla="*/ 0 h 3434"/>
                    <a:gd name="T92" fmla="*/ 0 w 656"/>
                    <a:gd name="T93" fmla="*/ 0 h 3434"/>
                    <a:gd name="T94" fmla="*/ 0 w 656"/>
                    <a:gd name="T95" fmla="*/ 0 h 3434"/>
                    <a:gd name="T96" fmla="*/ 0 w 656"/>
                    <a:gd name="T97" fmla="*/ 0 h 3434"/>
                    <a:gd name="T98" fmla="*/ 0 w 656"/>
                    <a:gd name="T99" fmla="*/ 0 h 3434"/>
                    <a:gd name="T100" fmla="*/ 0 w 656"/>
                    <a:gd name="T101" fmla="*/ 0 h 3434"/>
                    <a:gd name="T102" fmla="*/ 0 w 656"/>
                    <a:gd name="T103" fmla="*/ 0 h 3434"/>
                    <a:gd name="T104" fmla="*/ 0 w 656"/>
                    <a:gd name="T105" fmla="*/ 0 h 3434"/>
                    <a:gd name="T106" fmla="*/ 0 w 656"/>
                    <a:gd name="T107" fmla="*/ 0 h 3434"/>
                    <a:gd name="T108" fmla="*/ 0 w 656"/>
                    <a:gd name="T109" fmla="*/ 0 h 3434"/>
                    <a:gd name="T110" fmla="*/ 0 w 656"/>
                    <a:gd name="T111" fmla="*/ 0 h 34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56"/>
                    <a:gd name="T169" fmla="*/ 0 h 3434"/>
                    <a:gd name="T170" fmla="*/ 656 w 656"/>
                    <a:gd name="T171" fmla="*/ 3434 h 34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56" h="3434">
                      <a:moveTo>
                        <a:pt x="0" y="90"/>
                      </a:moveTo>
                      <a:lnTo>
                        <a:pt x="75" y="203"/>
                      </a:lnTo>
                      <a:lnTo>
                        <a:pt x="145" y="315"/>
                      </a:lnTo>
                      <a:lnTo>
                        <a:pt x="208" y="434"/>
                      </a:lnTo>
                      <a:lnTo>
                        <a:pt x="266" y="555"/>
                      </a:lnTo>
                      <a:lnTo>
                        <a:pt x="320" y="678"/>
                      </a:lnTo>
                      <a:lnTo>
                        <a:pt x="365" y="804"/>
                      </a:lnTo>
                      <a:lnTo>
                        <a:pt x="405" y="931"/>
                      </a:lnTo>
                      <a:lnTo>
                        <a:pt x="440" y="1061"/>
                      </a:lnTo>
                      <a:lnTo>
                        <a:pt x="468" y="1193"/>
                      </a:lnTo>
                      <a:lnTo>
                        <a:pt x="490" y="1324"/>
                      </a:lnTo>
                      <a:lnTo>
                        <a:pt x="506" y="1457"/>
                      </a:lnTo>
                      <a:lnTo>
                        <a:pt x="516" y="1592"/>
                      </a:lnTo>
                      <a:lnTo>
                        <a:pt x="518" y="1724"/>
                      </a:lnTo>
                      <a:lnTo>
                        <a:pt x="514" y="1859"/>
                      </a:lnTo>
                      <a:lnTo>
                        <a:pt x="506" y="1993"/>
                      </a:lnTo>
                      <a:lnTo>
                        <a:pt x="490" y="2126"/>
                      </a:lnTo>
                      <a:lnTo>
                        <a:pt x="466" y="2257"/>
                      </a:lnTo>
                      <a:lnTo>
                        <a:pt x="438" y="2388"/>
                      </a:lnTo>
                      <a:lnTo>
                        <a:pt x="403" y="2518"/>
                      </a:lnTo>
                      <a:lnTo>
                        <a:pt x="363" y="2645"/>
                      </a:lnTo>
                      <a:lnTo>
                        <a:pt x="315" y="2773"/>
                      </a:lnTo>
                      <a:lnTo>
                        <a:pt x="264" y="2895"/>
                      </a:lnTo>
                      <a:lnTo>
                        <a:pt x="205" y="3016"/>
                      </a:lnTo>
                      <a:lnTo>
                        <a:pt x="140" y="3133"/>
                      </a:lnTo>
                      <a:lnTo>
                        <a:pt x="72" y="3248"/>
                      </a:lnTo>
                      <a:lnTo>
                        <a:pt x="0" y="3353"/>
                      </a:lnTo>
                      <a:lnTo>
                        <a:pt x="115" y="3434"/>
                      </a:lnTo>
                      <a:lnTo>
                        <a:pt x="159" y="3371"/>
                      </a:lnTo>
                      <a:lnTo>
                        <a:pt x="232" y="3256"/>
                      </a:lnTo>
                      <a:lnTo>
                        <a:pt x="300" y="3134"/>
                      </a:lnTo>
                      <a:lnTo>
                        <a:pt x="363" y="3011"/>
                      </a:lnTo>
                      <a:lnTo>
                        <a:pt x="418" y="2887"/>
                      </a:lnTo>
                      <a:lnTo>
                        <a:pt x="470" y="2758"/>
                      </a:lnTo>
                      <a:lnTo>
                        <a:pt x="516" y="2630"/>
                      </a:lnTo>
                      <a:lnTo>
                        <a:pt x="553" y="2497"/>
                      </a:lnTo>
                      <a:lnTo>
                        <a:pt x="588" y="2362"/>
                      </a:lnTo>
                      <a:lnTo>
                        <a:pt x="613" y="2227"/>
                      </a:lnTo>
                      <a:lnTo>
                        <a:pt x="635" y="2090"/>
                      </a:lnTo>
                      <a:lnTo>
                        <a:pt x="649" y="1954"/>
                      </a:lnTo>
                      <a:lnTo>
                        <a:pt x="656" y="1817"/>
                      </a:lnTo>
                      <a:lnTo>
                        <a:pt x="656" y="1679"/>
                      </a:lnTo>
                      <a:lnTo>
                        <a:pt x="653" y="1542"/>
                      </a:lnTo>
                      <a:lnTo>
                        <a:pt x="641" y="1405"/>
                      </a:lnTo>
                      <a:lnTo>
                        <a:pt x="623" y="1269"/>
                      </a:lnTo>
                      <a:lnTo>
                        <a:pt x="599" y="1131"/>
                      </a:lnTo>
                      <a:lnTo>
                        <a:pt x="569" y="997"/>
                      </a:lnTo>
                      <a:lnTo>
                        <a:pt x="534" y="864"/>
                      </a:lnTo>
                      <a:lnTo>
                        <a:pt x="493" y="733"/>
                      </a:lnTo>
                      <a:lnTo>
                        <a:pt x="443" y="604"/>
                      </a:lnTo>
                      <a:lnTo>
                        <a:pt x="388" y="478"/>
                      </a:lnTo>
                      <a:lnTo>
                        <a:pt x="330" y="353"/>
                      </a:lnTo>
                      <a:lnTo>
                        <a:pt x="264" y="232"/>
                      </a:lnTo>
                      <a:lnTo>
                        <a:pt x="192" y="115"/>
                      </a:lnTo>
                      <a:lnTo>
                        <a:pt x="115" y="0"/>
                      </a:lnTo>
                      <a:lnTo>
                        <a:pt x="0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1" name="Freeform 360">
                  <a:extLst>
                    <a:ext uri="{FF2B5EF4-FFF2-40B4-BE49-F238E27FC236}">
                      <a16:creationId xmlns:a16="http://schemas.microsoft.com/office/drawing/2014/main" id="{A972253D-41B5-7441-A80A-428FC84E3E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4" y="848"/>
                  <a:ext cx="54" cy="241"/>
                </a:xfrm>
                <a:custGeom>
                  <a:avLst/>
                  <a:gdLst>
                    <a:gd name="T0" fmla="*/ 0 w 786"/>
                    <a:gd name="T1" fmla="*/ 0 h 4276"/>
                    <a:gd name="T2" fmla="*/ 0 w 786"/>
                    <a:gd name="T3" fmla="*/ 0 h 4276"/>
                    <a:gd name="T4" fmla="*/ 0 w 786"/>
                    <a:gd name="T5" fmla="*/ 0 h 4276"/>
                    <a:gd name="T6" fmla="*/ 0 w 786"/>
                    <a:gd name="T7" fmla="*/ 0 h 4276"/>
                    <a:gd name="T8" fmla="*/ 0 w 786"/>
                    <a:gd name="T9" fmla="*/ 0 h 4276"/>
                    <a:gd name="T10" fmla="*/ 0 w 786"/>
                    <a:gd name="T11" fmla="*/ 0 h 4276"/>
                    <a:gd name="T12" fmla="*/ 0 w 786"/>
                    <a:gd name="T13" fmla="*/ 0 h 4276"/>
                    <a:gd name="T14" fmla="*/ 0 w 786"/>
                    <a:gd name="T15" fmla="*/ 0 h 4276"/>
                    <a:gd name="T16" fmla="*/ 0 w 786"/>
                    <a:gd name="T17" fmla="*/ 0 h 4276"/>
                    <a:gd name="T18" fmla="*/ 0 w 786"/>
                    <a:gd name="T19" fmla="*/ 0 h 4276"/>
                    <a:gd name="T20" fmla="*/ 0 w 786"/>
                    <a:gd name="T21" fmla="*/ 0 h 4276"/>
                    <a:gd name="T22" fmla="*/ 0 w 786"/>
                    <a:gd name="T23" fmla="*/ 0 h 4276"/>
                    <a:gd name="T24" fmla="*/ 0 w 786"/>
                    <a:gd name="T25" fmla="*/ 0 h 4276"/>
                    <a:gd name="T26" fmla="*/ 0 w 786"/>
                    <a:gd name="T27" fmla="*/ 0 h 4276"/>
                    <a:gd name="T28" fmla="*/ 0 w 786"/>
                    <a:gd name="T29" fmla="*/ 0 h 4276"/>
                    <a:gd name="T30" fmla="*/ 0 w 786"/>
                    <a:gd name="T31" fmla="*/ 0 h 4276"/>
                    <a:gd name="T32" fmla="*/ 0 w 786"/>
                    <a:gd name="T33" fmla="*/ 0 h 4276"/>
                    <a:gd name="T34" fmla="*/ 0 w 786"/>
                    <a:gd name="T35" fmla="*/ 0 h 4276"/>
                    <a:gd name="T36" fmla="*/ 0 w 786"/>
                    <a:gd name="T37" fmla="*/ 0 h 4276"/>
                    <a:gd name="T38" fmla="*/ 0 w 786"/>
                    <a:gd name="T39" fmla="*/ 0 h 4276"/>
                    <a:gd name="T40" fmla="*/ 0 w 786"/>
                    <a:gd name="T41" fmla="*/ 0 h 4276"/>
                    <a:gd name="T42" fmla="*/ 0 w 786"/>
                    <a:gd name="T43" fmla="*/ 0 h 4276"/>
                    <a:gd name="T44" fmla="*/ 0 w 786"/>
                    <a:gd name="T45" fmla="*/ 0 h 4276"/>
                    <a:gd name="T46" fmla="*/ 0 w 786"/>
                    <a:gd name="T47" fmla="*/ 0 h 4276"/>
                    <a:gd name="T48" fmla="*/ 0 w 786"/>
                    <a:gd name="T49" fmla="*/ 0 h 4276"/>
                    <a:gd name="T50" fmla="*/ 0 w 786"/>
                    <a:gd name="T51" fmla="*/ 0 h 4276"/>
                    <a:gd name="T52" fmla="*/ 0 w 786"/>
                    <a:gd name="T53" fmla="*/ 0 h 4276"/>
                    <a:gd name="T54" fmla="*/ 0 w 786"/>
                    <a:gd name="T55" fmla="*/ 0 h 4276"/>
                    <a:gd name="T56" fmla="*/ 0 w 786"/>
                    <a:gd name="T57" fmla="*/ 0 h 4276"/>
                    <a:gd name="T58" fmla="*/ 0 w 786"/>
                    <a:gd name="T59" fmla="*/ 0 h 4276"/>
                    <a:gd name="T60" fmla="*/ 0 w 786"/>
                    <a:gd name="T61" fmla="*/ 0 h 4276"/>
                    <a:gd name="T62" fmla="*/ 0 w 786"/>
                    <a:gd name="T63" fmla="*/ 0 h 4276"/>
                    <a:gd name="T64" fmla="*/ 0 w 786"/>
                    <a:gd name="T65" fmla="*/ 0 h 4276"/>
                    <a:gd name="T66" fmla="*/ 0 w 786"/>
                    <a:gd name="T67" fmla="*/ 0 h 4276"/>
                    <a:gd name="T68" fmla="*/ 0 w 786"/>
                    <a:gd name="T69" fmla="*/ 0 h 4276"/>
                    <a:gd name="T70" fmla="*/ 0 w 786"/>
                    <a:gd name="T71" fmla="*/ 0 h 4276"/>
                    <a:gd name="T72" fmla="*/ 0 w 786"/>
                    <a:gd name="T73" fmla="*/ 0 h 4276"/>
                    <a:gd name="T74" fmla="*/ 0 w 786"/>
                    <a:gd name="T75" fmla="*/ 0 h 4276"/>
                    <a:gd name="T76" fmla="*/ 0 w 786"/>
                    <a:gd name="T77" fmla="*/ 0 h 4276"/>
                    <a:gd name="T78" fmla="*/ 0 w 786"/>
                    <a:gd name="T79" fmla="*/ 0 h 4276"/>
                    <a:gd name="T80" fmla="*/ 0 w 786"/>
                    <a:gd name="T81" fmla="*/ 0 h 4276"/>
                    <a:gd name="T82" fmla="*/ 0 w 786"/>
                    <a:gd name="T83" fmla="*/ 0 h 4276"/>
                    <a:gd name="T84" fmla="*/ 0 w 786"/>
                    <a:gd name="T85" fmla="*/ 0 h 4276"/>
                    <a:gd name="T86" fmla="*/ 0 w 786"/>
                    <a:gd name="T87" fmla="*/ 0 h 4276"/>
                    <a:gd name="T88" fmla="*/ 0 w 786"/>
                    <a:gd name="T89" fmla="*/ 0 h 4276"/>
                    <a:gd name="T90" fmla="*/ 0 w 786"/>
                    <a:gd name="T91" fmla="*/ 0 h 4276"/>
                    <a:gd name="T92" fmla="*/ 0 w 786"/>
                    <a:gd name="T93" fmla="*/ 0 h 4276"/>
                    <a:gd name="T94" fmla="*/ 0 w 786"/>
                    <a:gd name="T95" fmla="*/ 0 h 4276"/>
                    <a:gd name="T96" fmla="*/ 0 w 786"/>
                    <a:gd name="T97" fmla="*/ 0 h 4276"/>
                    <a:gd name="T98" fmla="*/ 0 w 786"/>
                    <a:gd name="T99" fmla="*/ 0 h 4276"/>
                    <a:gd name="T100" fmla="*/ 0 w 786"/>
                    <a:gd name="T101" fmla="*/ 0 h 4276"/>
                    <a:gd name="T102" fmla="*/ 0 w 786"/>
                    <a:gd name="T103" fmla="*/ 0 h 4276"/>
                    <a:gd name="T104" fmla="*/ 0 w 786"/>
                    <a:gd name="T105" fmla="*/ 0 h 4276"/>
                    <a:gd name="T106" fmla="*/ 0 w 786"/>
                    <a:gd name="T107" fmla="*/ 0 h 4276"/>
                    <a:gd name="T108" fmla="*/ 0 w 786"/>
                    <a:gd name="T109" fmla="*/ 0 h 4276"/>
                    <a:gd name="T110" fmla="*/ 0 w 786"/>
                    <a:gd name="T111" fmla="*/ 0 h 4276"/>
                    <a:gd name="T112" fmla="*/ 0 w 786"/>
                    <a:gd name="T113" fmla="*/ 0 h 4276"/>
                    <a:gd name="T114" fmla="*/ 0 w 786"/>
                    <a:gd name="T115" fmla="*/ 0 h 4276"/>
                    <a:gd name="T116" fmla="*/ 0 w 786"/>
                    <a:gd name="T117" fmla="*/ 0 h 4276"/>
                    <a:gd name="T118" fmla="*/ 0 w 786"/>
                    <a:gd name="T119" fmla="*/ 0 h 4276"/>
                    <a:gd name="T120" fmla="*/ 0 w 786"/>
                    <a:gd name="T121" fmla="*/ 0 h 4276"/>
                    <a:gd name="T122" fmla="*/ 0 w 786"/>
                    <a:gd name="T123" fmla="*/ 0 h 427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6"/>
                    <a:gd name="T187" fmla="*/ 0 h 4276"/>
                    <a:gd name="T188" fmla="*/ 786 w 786"/>
                    <a:gd name="T189" fmla="*/ 4276 h 427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6" h="4276">
                      <a:moveTo>
                        <a:pt x="786" y="4191"/>
                      </a:moveTo>
                      <a:lnTo>
                        <a:pt x="719" y="4090"/>
                      </a:lnTo>
                      <a:lnTo>
                        <a:pt x="639" y="3959"/>
                      </a:lnTo>
                      <a:lnTo>
                        <a:pt x="566" y="3826"/>
                      </a:lnTo>
                      <a:lnTo>
                        <a:pt x="496" y="3692"/>
                      </a:lnTo>
                      <a:lnTo>
                        <a:pt x="435" y="3552"/>
                      </a:lnTo>
                      <a:lnTo>
                        <a:pt x="380" y="3412"/>
                      </a:lnTo>
                      <a:lnTo>
                        <a:pt x="328" y="3269"/>
                      </a:lnTo>
                      <a:lnTo>
                        <a:pt x="283" y="3124"/>
                      </a:lnTo>
                      <a:lnTo>
                        <a:pt x="246" y="2978"/>
                      </a:lnTo>
                      <a:lnTo>
                        <a:pt x="215" y="2829"/>
                      </a:lnTo>
                      <a:lnTo>
                        <a:pt x="187" y="2681"/>
                      </a:lnTo>
                      <a:lnTo>
                        <a:pt x="169" y="2531"/>
                      </a:lnTo>
                      <a:lnTo>
                        <a:pt x="155" y="2380"/>
                      </a:lnTo>
                      <a:lnTo>
                        <a:pt x="147" y="2228"/>
                      </a:lnTo>
                      <a:lnTo>
                        <a:pt x="147" y="2076"/>
                      </a:lnTo>
                      <a:lnTo>
                        <a:pt x="153" y="1923"/>
                      </a:lnTo>
                      <a:lnTo>
                        <a:pt x="165" y="1773"/>
                      </a:lnTo>
                      <a:lnTo>
                        <a:pt x="183" y="1623"/>
                      </a:lnTo>
                      <a:lnTo>
                        <a:pt x="208" y="1472"/>
                      </a:lnTo>
                      <a:lnTo>
                        <a:pt x="238" y="1325"/>
                      </a:lnTo>
                      <a:lnTo>
                        <a:pt x="276" y="1177"/>
                      </a:lnTo>
                      <a:lnTo>
                        <a:pt x="320" y="1032"/>
                      </a:lnTo>
                      <a:lnTo>
                        <a:pt x="370" y="889"/>
                      </a:lnTo>
                      <a:lnTo>
                        <a:pt x="425" y="747"/>
                      </a:lnTo>
                      <a:lnTo>
                        <a:pt x="484" y="609"/>
                      </a:lnTo>
                      <a:lnTo>
                        <a:pt x="551" y="474"/>
                      </a:lnTo>
                      <a:lnTo>
                        <a:pt x="626" y="341"/>
                      </a:lnTo>
                      <a:lnTo>
                        <a:pt x="703" y="210"/>
                      </a:lnTo>
                      <a:lnTo>
                        <a:pt x="786" y="83"/>
                      </a:lnTo>
                      <a:lnTo>
                        <a:pt x="681" y="0"/>
                      </a:lnTo>
                      <a:lnTo>
                        <a:pt x="596" y="126"/>
                      </a:lnTo>
                      <a:lnTo>
                        <a:pt x="514" y="258"/>
                      </a:lnTo>
                      <a:lnTo>
                        <a:pt x="438" y="391"/>
                      </a:lnTo>
                      <a:lnTo>
                        <a:pt x="370" y="527"/>
                      </a:lnTo>
                      <a:lnTo>
                        <a:pt x="306" y="666"/>
                      </a:lnTo>
                      <a:lnTo>
                        <a:pt x="248" y="809"/>
                      </a:lnTo>
                      <a:lnTo>
                        <a:pt x="195" y="951"/>
                      </a:lnTo>
                      <a:lnTo>
                        <a:pt x="149" y="1097"/>
                      </a:lnTo>
                      <a:lnTo>
                        <a:pt x="110" y="1247"/>
                      </a:lnTo>
                      <a:lnTo>
                        <a:pt x="75" y="1395"/>
                      </a:lnTo>
                      <a:lnTo>
                        <a:pt x="47" y="1545"/>
                      </a:lnTo>
                      <a:lnTo>
                        <a:pt x="26" y="1696"/>
                      </a:lnTo>
                      <a:lnTo>
                        <a:pt x="12" y="1848"/>
                      </a:lnTo>
                      <a:lnTo>
                        <a:pt x="2" y="2003"/>
                      </a:lnTo>
                      <a:lnTo>
                        <a:pt x="0" y="2156"/>
                      </a:lnTo>
                      <a:lnTo>
                        <a:pt x="4" y="2308"/>
                      </a:lnTo>
                      <a:lnTo>
                        <a:pt x="14" y="2461"/>
                      </a:lnTo>
                      <a:lnTo>
                        <a:pt x="30" y="2614"/>
                      </a:lnTo>
                      <a:lnTo>
                        <a:pt x="54" y="2764"/>
                      </a:lnTo>
                      <a:lnTo>
                        <a:pt x="84" y="2914"/>
                      </a:lnTo>
                      <a:lnTo>
                        <a:pt x="117" y="3065"/>
                      </a:lnTo>
                      <a:lnTo>
                        <a:pt x="159" y="3212"/>
                      </a:lnTo>
                      <a:lnTo>
                        <a:pt x="207" y="3357"/>
                      </a:lnTo>
                      <a:lnTo>
                        <a:pt x="260" y="3502"/>
                      </a:lnTo>
                      <a:lnTo>
                        <a:pt x="320" y="3642"/>
                      </a:lnTo>
                      <a:lnTo>
                        <a:pt x="385" y="3780"/>
                      </a:lnTo>
                      <a:lnTo>
                        <a:pt x="456" y="3917"/>
                      </a:lnTo>
                      <a:lnTo>
                        <a:pt x="534" y="4050"/>
                      </a:lnTo>
                      <a:lnTo>
                        <a:pt x="616" y="4178"/>
                      </a:lnTo>
                      <a:lnTo>
                        <a:pt x="681" y="4276"/>
                      </a:lnTo>
                      <a:lnTo>
                        <a:pt x="786" y="41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2" name="Freeform 361">
                  <a:extLst>
                    <a:ext uri="{FF2B5EF4-FFF2-40B4-BE49-F238E27FC236}">
                      <a16:creationId xmlns:a16="http://schemas.microsoft.com/office/drawing/2014/main" id="{4D84800D-83C8-4346-A0DA-27D41AF35F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6" y="848"/>
                  <a:ext cx="54" cy="241"/>
                </a:xfrm>
                <a:custGeom>
                  <a:avLst/>
                  <a:gdLst>
                    <a:gd name="T0" fmla="*/ 0 w 785"/>
                    <a:gd name="T1" fmla="*/ 0 h 4276"/>
                    <a:gd name="T2" fmla="*/ 0 w 785"/>
                    <a:gd name="T3" fmla="*/ 0 h 4276"/>
                    <a:gd name="T4" fmla="*/ 0 w 785"/>
                    <a:gd name="T5" fmla="*/ 0 h 4276"/>
                    <a:gd name="T6" fmla="*/ 0 w 785"/>
                    <a:gd name="T7" fmla="*/ 0 h 4276"/>
                    <a:gd name="T8" fmla="*/ 0 w 785"/>
                    <a:gd name="T9" fmla="*/ 0 h 4276"/>
                    <a:gd name="T10" fmla="*/ 0 w 785"/>
                    <a:gd name="T11" fmla="*/ 0 h 4276"/>
                    <a:gd name="T12" fmla="*/ 0 w 785"/>
                    <a:gd name="T13" fmla="*/ 0 h 4276"/>
                    <a:gd name="T14" fmla="*/ 0 w 785"/>
                    <a:gd name="T15" fmla="*/ 0 h 4276"/>
                    <a:gd name="T16" fmla="*/ 0 w 785"/>
                    <a:gd name="T17" fmla="*/ 0 h 4276"/>
                    <a:gd name="T18" fmla="*/ 0 w 785"/>
                    <a:gd name="T19" fmla="*/ 0 h 4276"/>
                    <a:gd name="T20" fmla="*/ 0 w 785"/>
                    <a:gd name="T21" fmla="*/ 0 h 4276"/>
                    <a:gd name="T22" fmla="*/ 0 w 785"/>
                    <a:gd name="T23" fmla="*/ 0 h 4276"/>
                    <a:gd name="T24" fmla="*/ 0 w 785"/>
                    <a:gd name="T25" fmla="*/ 0 h 4276"/>
                    <a:gd name="T26" fmla="*/ 0 w 785"/>
                    <a:gd name="T27" fmla="*/ 0 h 4276"/>
                    <a:gd name="T28" fmla="*/ 0 w 785"/>
                    <a:gd name="T29" fmla="*/ 0 h 4276"/>
                    <a:gd name="T30" fmla="*/ 0 w 785"/>
                    <a:gd name="T31" fmla="*/ 0 h 4276"/>
                    <a:gd name="T32" fmla="*/ 0 w 785"/>
                    <a:gd name="T33" fmla="*/ 0 h 4276"/>
                    <a:gd name="T34" fmla="*/ 0 w 785"/>
                    <a:gd name="T35" fmla="*/ 0 h 4276"/>
                    <a:gd name="T36" fmla="*/ 0 w 785"/>
                    <a:gd name="T37" fmla="*/ 0 h 4276"/>
                    <a:gd name="T38" fmla="*/ 0 w 785"/>
                    <a:gd name="T39" fmla="*/ 0 h 4276"/>
                    <a:gd name="T40" fmla="*/ 0 w 785"/>
                    <a:gd name="T41" fmla="*/ 0 h 4276"/>
                    <a:gd name="T42" fmla="*/ 0 w 785"/>
                    <a:gd name="T43" fmla="*/ 0 h 4276"/>
                    <a:gd name="T44" fmla="*/ 0 w 785"/>
                    <a:gd name="T45" fmla="*/ 0 h 4276"/>
                    <a:gd name="T46" fmla="*/ 0 w 785"/>
                    <a:gd name="T47" fmla="*/ 0 h 4276"/>
                    <a:gd name="T48" fmla="*/ 0 w 785"/>
                    <a:gd name="T49" fmla="*/ 0 h 4276"/>
                    <a:gd name="T50" fmla="*/ 0 w 785"/>
                    <a:gd name="T51" fmla="*/ 0 h 4276"/>
                    <a:gd name="T52" fmla="*/ 0 w 785"/>
                    <a:gd name="T53" fmla="*/ 0 h 4276"/>
                    <a:gd name="T54" fmla="*/ 0 w 785"/>
                    <a:gd name="T55" fmla="*/ 0 h 4276"/>
                    <a:gd name="T56" fmla="*/ 0 w 785"/>
                    <a:gd name="T57" fmla="*/ 0 h 4276"/>
                    <a:gd name="T58" fmla="*/ 0 w 785"/>
                    <a:gd name="T59" fmla="*/ 0 h 4276"/>
                    <a:gd name="T60" fmla="*/ 0 w 785"/>
                    <a:gd name="T61" fmla="*/ 0 h 4276"/>
                    <a:gd name="T62" fmla="*/ 0 w 785"/>
                    <a:gd name="T63" fmla="*/ 0 h 4276"/>
                    <a:gd name="T64" fmla="*/ 0 w 785"/>
                    <a:gd name="T65" fmla="*/ 0 h 4276"/>
                    <a:gd name="T66" fmla="*/ 0 w 785"/>
                    <a:gd name="T67" fmla="*/ 0 h 4276"/>
                    <a:gd name="T68" fmla="*/ 0 w 785"/>
                    <a:gd name="T69" fmla="*/ 0 h 4276"/>
                    <a:gd name="T70" fmla="*/ 0 w 785"/>
                    <a:gd name="T71" fmla="*/ 0 h 4276"/>
                    <a:gd name="T72" fmla="*/ 0 w 785"/>
                    <a:gd name="T73" fmla="*/ 0 h 4276"/>
                    <a:gd name="T74" fmla="*/ 0 w 785"/>
                    <a:gd name="T75" fmla="*/ 0 h 4276"/>
                    <a:gd name="T76" fmla="*/ 0 w 785"/>
                    <a:gd name="T77" fmla="*/ 0 h 4276"/>
                    <a:gd name="T78" fmla="*/ 0 w 785"/>
                    <a:gd name="T79" fmla="*/ 0 h 4276"/>
                    <a:gd name="T80" fmla="*/ 0 w 785"/>
                    <a:gd name="T81" fmla="*/ 0 h 4276"/>
                    <a:gd name="T82" fmla="*/ 0 w 785"/>
                    <a:gd name="T83" fmla="*/ 0 h 4276"/>
                    <a:gd name="T84" fmla="*/ 0 w 785"/>
                    <a:gd name="T85" fmla="*/ 0 h 4276"/>
                    <a:gd name="T86" fmla="*/ 0 w 785"/>
                    <a:gd name="T87" fmla="*/ 0 h 4276"/>
                    <a:gd name="T88" fmla="*/ 0 w 785"/>
                    <a:gd name="T89" fmla="*/ 0 h 4276"/>
                    <a:gd name="T90" fmla="*/ 0 w 785"/>
                    <a:gd name="T91" fmla="*/ 0 h 4276"/>
                    <a:gd name="T92" fmla="*/ 0 w 785"/>
                    <a:gd name="T93" fmla="*/ 0 h 4276"/>
                    <a:gd name="T94" fmla="*/ 0 w 785"/>
                    <a:gd name="T95" fmla="*/ 0 h 4276"/>
                    <a:gd name="T96" fmla="*/ 0 w 785"/>
                    <a:gd name="T97" fmla="*/ 0 h 4276"/>
                    <a:gd name="T98" fmla="*/ 0 w 785"/>
                    <a:gd name="T99" fmla="*/ 0 h 4276"/>
                    <a:gd name="T100" fmla="*/ 0 w 785"/>
                    <a:gd name="T101" fmla="*/ 0 h 4276"/>
                    <a:gd name="T102" fmla="*/ 0 w 785"/>
                    <a:gd name="T103" fmla="*/ 0 h 4276"/>
                    <a:gd name="T104" fmla="*/ 0 w 785"/>
                    <a:gd name="T105" fmla="*/ 0 h 4276"/>
                    <a:gd name="T106" fmla="*/ 0 w 785"/>
                    <a:gd name="T107" fmla="*/ 0 h 4276"/>
                    <a:gd name="T108" fmla="*/ 0 w 785"/>
                    <a:gd name="T109" fmla="*/ 0 h 4276"/>
                    <a:gd name="T110" fmla="*/ 0 w 785"/>
                    <a:gd name="T111" fmla="*/ 0 h 4276"/>
                    <a:gd name="T112" fmla="*/ 0 w 785"/>
                    <a:gd name="T113" fmla="*/ 0 h 4276"/>
                    <a:gd name="T114" fmla="*/ 0 w 785"/>
                    <a:gd name="T115" fmla="*/ 0 h 4276"/>
                    <a:gd name="T116" fmla="*/ 0 w 785"/>
                    <a:gd name="T117" fmla="*/ 0 h 4276"/>
                    <a:gd name="T118" fmla="*/ 0 w 785"/>
                    <a:gd name="T119" fmla="*/ 0 h 4276"/>
                    <a:gd name="T120" fmla="*/ 0 w 785"/>
                    <a:gd name="T121" fmla="*/ 0 h 4276"/>
                    <a:gd name="T122" fmla="*/ 0 w 785"/>
                    <a:gd name="T123" fmla="*/ 0 h 427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4276"/>
                    <a:gd name="T188" fmla="*/ 785 w 785"/>
                    <a:gd name="T189" fmla="*/ 4276 h 427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4276">
                      <a:moveTo>
                        <a:pt x="0" y="4191"/>
                      </a:moveTo>
                      <a:lnTo>
                        <a:pt x="66" y="4089"/>
                      </a:lnTo>
                      <a:lnTo>
                        <a:pt x="146" y="3959"/>
                      </a:lnTo>
                      <a:lnTo>
                        <a:pt x="219" y="3826"/>
                      </a:lnTo>
                      <a:lnTo>
                        <a:pt x="289" y="3691"/>
                      </a:lnTo>
                      <a:lnTo>
                        <a:pt x="351" y="3553"/>
                      </a:lnTo>
                      <a:lnTo>
                        <a:pt x="406" y="3412"/>
                      </a:lnTo>
                      <a:lnTo>
                        <a:pt x="457" y="3270"/>
                      </a:lnTo>
                      <a:lnTo>
                        <a:pt x="501" y="3125"/>
                      </a:lnTo>
                      <a:lnTo>
                        <a:pt x="539" y="2978"/>
                      </a:lnTo>
                      <a:lnTo>
                        <a:pt x="571" y="2830"/>
                      </a:lnTo>
                      <a:lnTo>
                        <a:pt x="599" y="2680"/>
                      </a:lnTo>
                      <a:lnTo>
                        <a:pt x="617" y="2530"/>
                      </a:lnTo>
                      <a:lnTo>
                        <a:pt x="630" y="2380"/>
                      </a:lnTo>
                      <a:lnTo>
                        <a:pt x="638" y="2227"/>
                      </a:lnTo>
                      <a:lnTo>
                        <a:pt x="638" y="2077"/>
                      </a:lnTo>
                      <a:lnTo>
                        <a:pt x="632" y="1924"/>
                      </a:lnTo>
                      <a:lnTo>
                        <a:pt x="620" y="1773"/>
                      </a:lnTo>
                      <a:lnTo>
                        <a:pt x="602" y="1623"/>
                      </a:lnTo>
                      <a:lnTo>
                        <a:pt x="577" y="1473"/>
                      </a:lnTo>
                      <a:lnTo>
                        <a:pt x="547" y="1326"/>
                      </a:lnTo>
                      <a:lnTo>
                        <a:pt x="509" y="1177"/>
                      </a:lnTo>
                      <a:lnTo>
                        <a:pt x="466" y="1033"/>
                      </a:lnTo>
                      <a:lnTo>
                        <a:pt x="416" y="890"/>
                      </a:lnTo>
                      <a:lnTo>
                        <a:pt x="361" y="747"/>
                      </a:lnTo>
                      <a:lnTo>
                        <a:pt x="301" y="608"/>
                      </a:lnTo>
                      <a:lnTo>
                        <a:pt x="233" y="473"/>
                      </a:lnTo>
                      <a:lnTo>
                        <a:pt x="160" y="340"/>
                      </a:lnTo>
                      <a:lnTo>
                        <a:pt x="83" y="210"/>
                      </a:lnTo>
                      <a:lnTo>
                        <a:pt x="0" y="84"/>
                      </a:lnTo>
                      <a:lnTo>
                        <a:pt x="104" y="0"/>
                      </a:lnTo>
                      <a:lnTo>
                        <a:pt x="190" y="127"/>
                      </a:lnTo>
                      <a:lnTo>
                        <a:pt x="271" y="257"/>
                      </a:lnTo>
                      <a:lnTo>
                        <a:pt x="346" y="390"/>
                      </a:lnTo>
                      <a:lnTo>
                        <a:pt x="416" y="527"/>
                      </a:lnTo>
                      <a:lnTo>
                        <a:pt x="479" y="665"/>
                      </a:lnTo>
                      <a:lnTo>
                        <a:pt x="537" y="808"/>
                      </a:lnTo>
                      <a:lnTo>
                        <a:pt x="590" y="951"/>
                      </a:lnTo>
                      <a:lnTo>
                        <a:pt x="637" y="1098"/>
                      </a:lnTo>
                      <a:lnTo>
                        <a:pt x="675" y="1246"/>
                      </a:lnTo>
                      <a:lnTo>
                        <a:pt x="710" y="1395"/>
                      </a:lnTo>
                      <a:lnTo>
                        <a:pt x="737" y="1546"/>
                      </a:lnTo>
                      <a:lnTo>
                        <a:pt x="759" y="1696"/>
                      </a:lnTo>
                      <a:lnTo>
                        <a:pt x="773" y="1849"/>
                      </a:lnTo>
                      <a:lnTo>
                        <a:pt x="783" y="2004"/>
                      </a:lnTo>
                      <a:lnTo>
                        <a:pt x="785" y="2156"/>
                      </a:lnTo>
                      <a:lnTo>
                        <a:pt x="781" y="2309"/>
                      </a:lnTo>
                      <a:lnTo>
                        <a:pt x="771" y="2461"/>
                      </a:lnTo>
                      <a:lnTo>
                        <a:pt x="755" y="2614"/>
                      </a:lnTo>
                      <a:lnTo>
                        <a:pt x="732" y="2764"/>
                      </a:lnTo>
                      <a:lnTo>
                        <a:pt x="702" y="2915"/>
                      </a:lnTo>
                      <a:lnTo>
                        <a:pt x="668" y="3065"/>
                      </a:lnTo>
                      <a:lnTo>
                        <a:pt x="627" y="3212"/>
                      </a:lnTo>
                      <a:lnTo>
                        <a:pt x="579" y="3356"/>
                      </a:lnTo>
                      <a:lnTo>
                        <a:pt x="525" y="3501"/>
                      </a:lnTo>
                      <a:lnTo>
                        <a:pt x="466" y="3641"/>
                      </a:lnTo>
                      <a:lnTo>
                        <a:pt x="400" y="3781"/>
                      </a:lnTo>
                      <a:lnTo>
                        <a:pt x="329" y="3917"/>
                      </a:lnTo>
                      <a:lnTo>
                        <a:pt x="251" y="4051"/>
                      </a:lnTo>
                      <a:lnTo>
                        <a:pt x="170" y="4179"/>
                      </a:lnTo>
                      <a:lnTo>
                        <a:pt x="104" y="4276"/>
                      </a:lnTo>
                      <a:lnTo>
                        <a:pt x="0" y="41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3" name="Freeform 362">
                  <a:extLst>
                    <a:ext uri="{FF2B5EF4-FFF2-40B4-BE49-F238E27FC236}">
                      <a16:creationId xmlns:a16="http://schemas.microsoft.com/office/drawing/2014/main" id="{68852E68-CCDF-414E-8413-A3D0ACAF1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9" y="822"/>
                  <a:ext cx="64" cy="292"/>
                </a:xfrm>
                <a:custGeom>
                  <a:avLst/>
                  <a:gdLst>
                    <a:gd name="T0" fmla="*/ 0 w 934"/>
                    <a:gd name="T1" fmla="*/ 0 h 5192"/>
                    <a:gd name="T2" fmla="*/ 0 w 934"/>
                    <a:gd name="T3" fmla="*/ 0 h 5192"/>
                    <a:gd name="T4" fmla="*/ 0 w 934"/>
                    <a:gd name="T5" fmla="*/ 0 h 5192"/>
                    <a:gd name="T6" fmla="*/ 0 w 934"/>
                    <a:gd name="T7" fmla="*/ 0 h 5192"/>
                    <a:gd name="T8" fmla="*/ 0 w 934"/>
                    <a:gd name="T9" fmla="*/ 0 h 5192"/>
                    <a:gd name="T10" fmla="*/ 0 w 934"/>
                    <a:gd name="T11" fmla="*/ 0 h 5192"/>
                    <a:gd name="T12" fmla="*/ 0 w 934"/>
                    <a:gd name="T13" fmla="*/ 0 h 5192"/>
                    <a:gd name="T14" fmla="*/ 0 w 934"/>
                    <a:gd name="T15" fmla="*/ 0 h 5192"/>
                    <a:gd name="T16" fmla="*/ 0 w 934"/>
                    <a:gd name="T17" fmla="*/ 0 h 5192"/>
                    <a:gd name="T18" fmla="*/ 0 w 934"/>
                    <a:gd name="T19" fmla="*/ 0 h 5192"/>
                    <a:gd name="T20" fmla="*/ 0 w 934"/>
                    <a:gd name="T21" fmla="*/ 0 h 5192"/>
                    <a:gd name="T22" fmla="*/ 0 w 934"/>
                    <a:gd name="T23" fmla="*/ 0 h 5192"/>
                    <a:gd name="T24" fmla="*/ 0 w 934"/>
                    <a:gd name="T25" fmla="*/ 0 h 5192"/>
                    <a:gd name="T26" fmla="*/ 0 w 934"/>
                    <a:gd name="T27" fmla="*/ 0 h 5192"/>
                    <a:gd name="T28" fmla="*/ 0 w 934"/>
                    <a:gd name="T29" fmla="*/ 0 h 5192"/>
                    <a:gd name="T30" fmla="*/ 0 w 934"/>
                    <a:gd name="T31" fmla="*/ 0 h 5192"/>
                    <a:gd name="T32" fmla="*/ 0 w 934"/>
                    <a:gd name="T33" fmla="*/ 0 h 5192"/>
                    <a:gd name="T34" fmla="*/ 0 w 934"/>
                    <a:gd name="T35" fmla="*/ 0 h 5192"/>
                    <a:gd name="T36" fmla="*/ 0 w 934"/>
                    <a:gd name="T37" fmla="*/ 0 h 5192"/>
                    <a:gd name="T38" fmla="*/ 0 w 934"/>
                    <a:gd name="T39" fmla="*/ 0 h 5192"/>
                    <a:gd name="T40" fmla="*/ 0 w 934"/>
                    <a:gd name="T41" fmla="*/ 0 h 5192"/>
                    <a:gd name="T42" fmla="*/ 0 w 934"/>
                    <a:gd name="T43" fmla="*/ 0 h 5192"/>
                    <a:gd name="T44" fmla="*/ 0 w 934"/>
                    <a:gd name="T45" fmla="*/ 0 h 5192"/>
                    <a:gd name="T46" fmla="*/ 0 w 934"/>
                    <a:gd name="T47" fmla="*/ 0 h 5192"/>
                    <a:gd name="T48" fmla="*/ 0 w 934"/>
                    <a:gd name="T49" fmla="*/ 0 h 5192"/>
                    <a:gd name="T50" fmla="*/ 0 w 934"/>
                    <a:gd name="T51" fmla="*/ 0 h 5192"/>
                    <a:gd name="T52" fmla="*/ 0 w 934"/>
                    <a:gd name="T53" fmla="*/ 0 h 5192"/>
                    <a:gd name="T54" fmla="*/ 0 w 934"/>
                    <a:gd name="T55" fmla="*/ 0 h 5192"/>
                    <a:gd name="T56" fmla="*/ 0 w 934"/>
                    <a:gd name="T57" fmla="*/ 0 h 5192"/>
                    <a:gd name="T58" fmla="*/ 0 w 934"/>
                    <a:gd name="T59" fmla="*/ 0 h 5192"/>
                    <a:gd name="T60" fmla="*/ 0 w 934"/>
                    <a:gd name="T61" fmla="*/ 0 h 5192"/>
                    <a:gd name="T62" fmla="*/ 0 w 934"/>
                    <a:gd name="T63" fmla="*/ 0 h 5192"/>
                    <a:gd name="T64" fmla="*/ 0 w 934"/>
                    <a:gd name="T65" fmla="*/ 0 h 5192"/>
                    <a:gd name="T66" fmla="*/ 0 w 934"/>
                    <a:gd name="T67" fmla="*/ 0 h 519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34"/>
                    <a:gd name="T103" fmla="*/ 0 h 5192"/>
                    <a:gd name="T104" fmla="*/ 934 w 934"/>
                    <a:gd name="T105" fmla="*/ 5192 h 519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34" h="5192">
                      <a:moveTo>
                        <a:pt x="934" y="5108"/>
                      </a:moveTo>
                      <a:lnTo>
                        <a:pt x="931" y="5102"/>
                      </a:lnTo>
                      <a:lnTo>
                        <a:pt x="838" y="4964"/>
                      </a:lnTo>
                      <a:lnTo>
                        <a:pt x="751" y="4822"/>
                      </a:lnTo>
                      <a:lnTo>
                        <a:pt x="669" y="4677"/>
                      </a:lnTo>
                      <a:lnTo>
                        <a:pt x="591" y="4528"/>
                      </a:lnTo>
                      <a:lnTo>
                        <a:pt x="521" y="4377"/>
                      </a:lnTo>
                      <a:lnTo>
                        <a:pt x="457" y="4223"/>
                      </a:lnTo>
                      <a:lnTo>
                        <a:pt x="398" y="4066"/>
                      </a:lnTo>
                      <a:lnTo>
                        <a:pt x="343" y="3908"/>
                      </a:lnTo>
                      <a:lnTo>
                        <a:pt x="298" y="3748"/>
                      </a:lnTo>
                      <a:lnTo>
                        <a:pt x="257" y="3586"/>
                      </a:lnTo>
                      <a:lnTo>
                        <a:pt x="223" y="3423"/>
                      </a:lnTo>
                      <a:lnTo>
                        <a:pt x="195" y="3258"/>
                      </a:lnTo>
                      <a:lnTo>
                        <a:pt x="173" y="3093"/>
                      </a:lnTo>
                      <a:lnTo>
                        <a:pt x="157" y="2927"/>
                      </a:lnTo>
                      <a:lnTo>
                        <a:pt x="147" y="2760"/>
                      </a:lnTo>
                      <a:lnTo>
                        <a:pt x="143" y="2592"/>
                      </a:lnTo>
                      <a:lnTo>
                        <a:pt x="147" y="2425"/>
                      </a:lnTo>
                      <a:lnTo>
                        <a:pt x="157" y="2259"/>
                      </a:lnTo>
                      <a:lnTo>
                        <a:pt x="173" y="2092"/>
                      </a:lnTo>
                      <a:lnTo>
                        <a:pt x="195" y="1929"/>
                      </a:lnTo>
                      <a:lnTo>
                        <a:pt x="223" y="1764"/>
                      </a:lnTo>
                      <a:lnTo>
                        <a:pt x="258" y="1599"/>
                      </a:lnTo>
                      <a:lnTo>
                        <a:pt x="300" y="1439"/>
                      </a:lnTo>
                      <a:lnTo>
                        <a:pt x="346" y="1278"/>
                      </a:lnTo>
                      <a:lnTo>
                        <a:pt x="400" y="1120"/>
                      </a:lnTo>
                      <a:lnTo>
                        <a:pt x="459" y="963"/>
                      </a:lnTo>
                      <a:lnTo>
                        <a:pt x="524" y="808"/>
                      </a:lnTo>
                      <a:lnTo>
                        <a:pt x="594" y="658"/>
                      </a:lnTo>
                      <a:lnTo>
                        <a:pt x="671" y="510"/>
                      </a:lnTo>
                      <a:lnTo>
                        <a:pt x="752" y="365"/>
                      </a:lnTo>
                      <a:lnTo>
                        <a:pt x="840" y="222"/>
                      </a:lnTo>
                      <a:lnTo>
                        <a:pt x="934" y="84"/>
                      </a:lnTo>
                      <a:lnTo>
                        <a:pt x="814" y="0"/>
                      </a:lnTo>
                      <a:lnTo>
                        <a:pt x="719" y="141"/>
                      </a:lnTo>
                      <a:lnTo>
                        <a:pt x="631" y="285"/>
                      </a:lnTo>
                      <a:lnTo>
                        <a:pt x="546" y="434"/>
                      </a:lnTo>
                      <a:lnTo>
                        <a:pt x="469" y="585"/>
                      </a:lnTo>
                      <a:lnTo>
                        <a:pt x="398" y="740"/>
                      </a:lnTo>
                      <a:lnTo>
                        <a:pt x="330" y="896"/>
                      </a:lnTo>
                      <a:lnTo>
                        <a:pt x="270" y="1055"/>
                      </a:lnTo>
                      <a:lnTo>
                        <a:pt x="215" y="1215"/>
                      </a:lnTo>
                      <a:lnTo>
                        <a:pt x="167" y="1378"/>
                      </a:lnTo>
                      <a:lnTo>
                        <a:pt x="124" y="1541"/>
                      </a:lnTo>
                      <a:lnTo>
                        <a:pt x="88" y="1708"/>
                      </a:lnTo>
                      <a:lnTo>
                        <a:pt x="58" y="1874"/>
                      </a:lnTo>
                      <a:lnTo>
                        <a:pt x="34" y="2044"/>
                      </a:lnTo>
                      <a:lnTo>
                        <a:pt x="17" y="2214"/>
                      </a:lnTo>
                      <a:lnTo>
                        <a:pt x="4" y="2382"/>
                      </a:lnTo>
                      <a:lnTo>
                        <a:pt x="0" y="2552"/>
                      </a:lnTo>
                      <a:lnTo>
                        <a:pt x="2" y="2723"/>
                      </a:lnTo>
                      <a:lnTo>
                        <a:pt x="10" y="2892"/>
                      </a:lnTo>
                      <a:lnTo>
                        <a:pt x="24" y="3062"/>
                      </a:lnTo>
                      <a:lnTo>
                        <a:pt x="44" y="3230"/>
                      </a:lnTo>
                      <a:lnTo>
                        <a:pt x="72" y="3396"/>
                      </a:lnTo>
                      <a:lnTo>
                        <a:pt x="104" y="3563"/>
                      </a:lnTo>
                      <a:lnTo>
                        <a:pt x="143" y="3729"/>
                      </a:lnTo>
                      <a:lnTo>
                        <a:pt x="189" y="3894"/>
                      </a:lnTo>
                      <a:lnTo>
                        <a:pt x="240" y="4054"/>
                      </a:lnTo>
                      <a:lnTo>
                        <a:pt x="298" y="4214"/>
                      </a:lnTo>
                      <a:lnTo>
                        <a:pt x="362" y="4371"/>
                      </a:lnTo>
                      <a:lnTo>
                        <a:pt x="431" y="4528"/>
                      </a:lnTo>
                      <a:lnTo>
                        <a:pt x="506" y="4680"/>
                      </a:lnTo>
                      <a:lnTo>
                        <a:pt x="588" y="4829"/>
                      </a:lnTo>
                      <a:lnTo>
                        <a:pt x="673" y="4975"/>
                      </a:lnTo>
                      <a:lnTo>
                        <a:pt x="764" y="5118"/>
                      </a:lnTo>
                      <a:lnTo>
                        <a:pt x="814" y="5192"/>
                      </a:lnTo>
                      <a:lnTo>
                        <a:pt x="934" y="5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4" name="Freeform 363">
                  <a:extLst>
                    <a:ext uri="{FF2B5EF4-FFF2-40B4-BE49-F238E27FC236}">
                      <a16:creationId xmlns:a16="http://schemas.microsoft.com/office/drawing/2014/main" id="{6DBC3D97-4F3A-CF4F-BA45-787D3BD5D4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1" y="822"/>
                  <a:ext cx="65" cy="292"/>
                </a:xfrm>
                <a:custGeom>
                  <a:avLst/>
                  <a:gdLst>
                    <a:gd name="T0" fmla="*/ 0 w 933"/>
                    <a:gd name="T1" fmla="*/ 0 h 5191"/>
                    <a:gd name="T2" fmla="*/ 0 w 933"/>
                    <a:gd name="T3" fmla="*/ 0 h 5191"/>
                    <a:gd name="T4" fmla="*/ 0 w 933"/>
                    <a:gd name="T5" fmla="*/ 0 h 5191"/>
                    <a:gd name="T6" fmla="*/ 0 w 933"/>
                    <a:gd name="T7" fmla="*/ 0 h 5191"/>
                    <a:gd name="T8" fmla="*/ 0 w 933"/>
                    <a:gd name="T9" fmla="*/ 0 h 5191"/>
                    <a:gd name="T10" fmla="*/ 0 w 933"/>
                    <a:gd name="T11" fmla="*/ 0 h 5191"/>
                    <a:gd name="T12" fmla="*/ 0 w 933"/>
                    <a:gd name="T13" fmla="*/ 0 h 5191"/>
                    <a:gd name="T14" fmla="*/ 0 w 933"/>
                    <a:gd name="T15" fmla="*/ 0 h 5191"/>
                    <a:gd name="T16" fmla="*/ 0 w 933"/>
                    <a:gd name="T17" fmla="*/ 0 h 5191"/>
                    <a:gd name="T18" fmla="*/ 0 w 933"/>
                    <a:gd name="T19" fmla="*/ 0 h 5191"/>
                    <a:gd name="T20" fmla="*/ 0 w 933"/>
                    <a:gd name="T21" fmla="*/ 0 h 5191"/>
                    <a:gd name="T22" fmla="*/ 0 w 933"/>
                    <a:gd name="T23" fmla="*/ 0 h 5191"/>
                    <a:gd name="T24" fmla="*/ 0 w 933"/>
                    <a:gd name="T25" fmla="*/ 0 h 5191"/>
                    <a:gd name="T26" fmla="*/ 0 w 933"/>
                    <a:gd name="T27" fmla="*/ 0 h 5191"/>
                    <a:gd name="T28" fmla="*/ 0 w 933"/>
                    <a:gd name="T29" fmla="*/ 0 h 5191"/>
                    <a:gd name="T30" fmla="*/ 0 w 933"/>
                    <a:gd name="T31" fmla="*/ 0 h 5191"/>
                    <a:gd name="T32" fmla="*/ 0 w 933"/>
                    <a:gd name="T33" fmla="*/ 0 h 5191"/>
                    <a:gd name="T34" fmla="*/ 0 w 933"/>
                    <a:gd name="T35" fmla="*/ 0 h 5191"/>
                    <a:gd name="T36" fmla="*/ 0 w 933"/>
                    <a:gd name="T37" fmla="*/ 0 h 5191"/>
                    <a:gd name="T38" fmla="*/ 0 w 933"/>
                    <a:gd name="T39" fmla="*/ 0 h 5191"/>
                    <a:gd name="T40" fmla="*/ 0 w 933"/>
                    <a:gd name="T41" fmla="*/ 0 h 5191"/>
                    <a:gd name="T42" fmla="*/ 0 w 933"/>
                    <a:gd name="T43" fmla="*/ 0 h 5191"/>
                    <a:gd name="T44" fmla="*/ 0 w 933"/>
                    <a:gd name="T45" fmla="*/ 0 h 5191"/>
                    <a:gd name="T46" fmla="*/ 0 w 933"/>
                    <a:gd name="T47" fmla="*/ 0 h 5191"/>
                    <a:gd name="T48" fmla="*/ 0 w 933"/>
                    <a:gd name="T49" fmla="*/ 0 h 5191"/>
                    <a:gd name="T50" fmla="*/ 0 w 933"/>
                    <a:gd name="T51" fmla="*/ 0 h 5191"/>
                    <a:gd name="T52" fmla="*/ 0 w 933"/>
                    <a:gd name="T53" fmla="*/ 0 h 5191"/>
                    <a:gd name="T54" fmla="*/ 0 w 933"/>
                    <a:gd name="T55" fmla="*/ 0 h 5191"/>
                    <a:gd name="T56" fmla="*/ 0 w 933"/>
                    <a:gd name="T57" fmla="*/ 0 h 5191"/>
                    <a:gd name="T58" fmla="*/ 0 w 933"/>
                    <a:gd name="T59" fmla="*/ 0 h 5191"/>
                    <a:gd name="T60" fmla="*/ 0 w 933"/>
                    <a:gd name="T61" fmla="*/ 0 h 5191"/>
                    <a:gd name="T62" fmla="*/ 0 w 933"/>
                    <a:gd name="T63" fmla="*/ 0 h 5191"/>
                    <a:gd name="T64" fmla="*/ 0 w 933"/>
                    <a:gd name="T65" fmla="*/ 0 h 5191"/>
                    <a:gd name="T66" fmla="*/ 0 w 933"/>
                    <a:gd name="T67" fmla="*/ 0 h 519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33"/>
                    <a:gd name="T103" fmla="*/ 0 h 5191"/>
                    <a:gd name="T104" fmla="*/ 933 w 933"/>
                    <a:gd name="T105" fmla="*/ 5191 h 519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33" h="5191">
                      <a:moveTo>
                        <a:pt x="0" y="5108"/>
                      </a:moveTo>
                      <a:lnTo>
                        <a:pt x="2" y="5103"/>
                      </a:lnTo>
                      <a:lnTo>
                        <a:pt x="95" y="4964"/>
                      </a:lnTo>
                      <a:lnTo>
                        <a:pt x="183" y="4821"/>
                      </a:lnTo>
                      <a:lnTo>
                        <a:pt x="264" y="4676"/>
                      </a:lnTo>
                      <a:lnTo>
                        <a:pt x="341" y="4528"/>
                      </a:lnTo>
                      <a:lnTo>
                        <a:pt x="412" y="4377"/>
                      </a:lnTo>
                      <a:lnTo>
                        <a:pt x="476" y="4223"/>
                      </a:lnTo>
                      <a:lnTo>
                        <a:pt x="536" y="4067"/>
                      </a:lnTo>
                      <a:lnTo>
                        <a:pt x="589" y="3907"/>
                      </a:lnTo>
                      <a:lnTo>
                        <a:pt x="635" y="3747"/>
                      </a:lnTo>
                      <a:lnTo>
                        <a:pt x="677" y="3587"/>
                      </a:lnTo>
                      <a:lnTo>
                        <a:pt x="710" y="3422"/>
                      </a:lnTo>
                      <a:lnTo>
                        <a:pt x="738" y="3258"/>
                      </a:lnTo>
                      <a:lnTo>
                        <a:pt x="760" y="3093"/>
                      </a:lnTo>
                      <a:lnTo>
                        <a:pt x="775" y="2926"/>
                      </a:lnTo>
                      <a:lnTo>
                        <a:pt x="785" y="2761"/>
                      </a:lnTo>
                      <a:lnTo>
                        <a:pt x="790" y="2592"/>
                      </a:lnTo>
                      <a:lnTo>
                        <a:pt x="785" y="2425"/>
                      </a:lnTo>
                      <a:lnTo>
                        <a:pt x="775" y="2260"/>
                      </a:lnTo>
                      <a:lnTo>
                        <a:pt x="760" y="2093"/>
                      </a:lnTo>
                      <a:lnTo>
                        <a:pt x="738" y="1928"/>
                      </a:lnTo>
                      <a:lnTo>
                        <a:pt x="710" y="1764"/>
                      </a:lnTo>
                      <a:lnTo>
                        <a:pt x="675" y="1599"/>
                      </a:lnTo>
                      <a:lnTo>
                        <a:pt x="633" y="1439"/>
                      </a:lnTo>
                      <a:lnTo>
                        <a:pt x="587" y="1279"/>
                      </a:lnTo>
                      <a:lnTo>
                        <a:pt x="534" y="1119"/>
                      </a:lnTo>
                      <a:lnTo>
                        <a:pt x="474" y="964"/>
                      </a:lnTo>
                      <a:lnTo>
                        <a:pt x="409" y="809"/>
                      </a:lnTo>
                      <a:lnTo>
                        <a:pt x="339" y="658"/>
                      </a:lnTo>
                      <a:lnTo>
                        <a:pt x="262" y="509"/>
                      </a:lnTo>
                      <a:lnTo>
                        <a:pt x="181" y="365"/>
                      </a:lnTo>
                      <a:lnTo>
                        <a:pt x="93" y="223"/>
                      </a:lnTo>
                      <a:lnTo>
                        <a:pt x="0" y="83"/>
                      </a:lnTo>
                      <a:lnTo>
                        <a:pt x="119" y="0"/>
                      </a:lnTo>
                      <a:lnTo>
                        <a:pt x="214" y="141"/>
                      </a:lnTo>
                      <a:lnTo>
                        <a:pt x="301" y="286"/>
                      </a:lnTo>
                      <a:lnTo>
                        <a:pt x="387" y="434"/>
                      </a:lnTo>
                      <a:lnTo>
                        <a:pt x="464" y="585"/>
                      </a:lnTo>
                      <a:lnTo>
                        <a:pt x="536" y="739"/>
                      </a:lnTo>
                      <a:lnTo>
                        <a:pt x="603" y="896"/>
                      </a:lnTo>
                      <a:lnTo>
                        <a:pt x="663" y="1054"/>
                      </a:lnTo>
                      <a:lnTo>
                        <a:pt x="718" y="1215"/>
                      </a:lnTo>
                      <a:lnTo>
                        <a:pt x="766" y="1377"/>
                      </a:lnTo>
                      <a:lnTo>
                        <a:pt x="810" y="1542"/>
                      </a:lnTo>
                      <a:lnTo>
                        <a:pt x="845" y="1708"/>
                      </a:lnTo>
                      <a:lnTo>
                        <a:pt x="875" y="1875"/>
                      </a:lnTo>
                      <a:lnTo>
                        <a:pt x="898" y="2043"/>
                      </a:lnTo>
                      <a:lnTo>
                        <a:pt x="917" y="2213"/>
                      </a:lnTo>
                      <a:lnTo>
                        <a:pt x="928" y="2382"/>
                      </a:lnTo>
                      <a:lnTo>
                        <a:pt x="933" y="2553"/>
                      </a:lnTo>
                      <a:lnTo>
                        <a:pt x="931" y="2723"/>
                      </a:lnTo>
                      <a:lnTo>
                        <a:pt x="923" y="2891"/>
                      </a:lnTo>
                      <a:lnTo>
                        <a:pt x="908" y="3061"/>
                      </a:lnTo>
                      <a:lnTo>
                        <a:pt x="888" y="3231"/>
                      </a:lnTo>
                      <a:lnTo>
                        <a:pt x="861" y="3396"/>
                      </a:lnTo>
                      <a:lnTo>
                        <a:pt x="830" y="3563"/>
                      </a:lnTo>
                      <a:lnTo>
                        <a:pt x="790" y="3729"/>
                      </a:lnTo>
                      <a:lnTo>
                        <a:pt x="744" y="3894"/>
                      </a:lnTo>
                      <a:lnTo>
                        <a:pt x="692" y="4054"/>
                      </a:lnTo>
                      <a:lnTo>
                        <a:pt x="635" y="4215"/>
                      </a:lnTo>
                      <a:lnTo>
                        <a:pt x="572" y="4372"/>
                      </a:lnTo>
                      <a:lnTo>
                        <a:pt x="502" y="4528"/>
                      </a:lnTo>
                      <a:lnTo>
                        <a:pt x="427" y="4680"/>
                      </a:lnTo>
                      <a:lnTo>
                        <a:pt x="346" y="4829"/>
                      </a:lnTo>
                      <a:lnTo>
                        <a:pt x="259" y="4976"/>
                      </a:lnTo>
                      <a:lnTo>
                        <a:pt x="169" y="5118"/>
                      </a:lnTo>
                      <a:lnTo>
                        <a:pt x="119" y="5191"/>
                      </a:lnTo>
                      <a:lnTo>
                        <a:pt x="0" y="5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5" name="Freeform 364">
                  <a:extLst>
                    <a:ext uri="{FF2B5EF4-FFF2-40B4-BE49-F238E27FC236}">
                      <a16:creationId xmlns:a16="http://schemas.microsoft.com/office/drawing/2014/main" id="{4C57E22B-35E2-DB4D-9932-64C20E4D9D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4" y="796"/>
                  <a:ext cx="76" cy="344"/>
                </a:xfrm>
                <a:custGeom>
                  <a:avLst/>
                  <a:gdLst>
                    <a:gd name="T0" fmla="*/ 0 w 1100"/>
                    <a:gd name="T1" fmla="*/ 0 h 6124"/>
                    <a:gd name="T2" fmla="*/ 0 w 1100"/>
                    <a:gd name="T3" fmla="*/ 0 h 6124"/>
                    <a:gd name="T4" fmla="*/ 0 w 1100"/>
                    <a:gd name="T5" fmla="*/ 0 h 6124"/>
                    <a:gd name="T6" fmla="*/ 0 w 1100"/>
                    <a:gd name="T7" fmla="*/ 0 h 6124"/>
                    <a:gd name="T8" fmla="*/ 0 w 1100"/>
                    <a:gd name="T9" fmla="*/ 0 h 6124"/>
                    <a:gd name="T10" fmla="*/ 0 w 1100"/>
                    <a:gd name="T11" fmla="*/ 0 h 6124"/>
                    <a:gd name="T12" fmla="*/ 0 w 1100"/>
                    <a:gd name="T13" fmla="*/ 0 h 6124"/>
                    <a:gd name="T14" fmla="*/ 0 w 1100"/>
                    <a:gd name="T15" fmla="*/ 0 h 6124"/>
                    <a:gd name="T16" fmla="*/ 0 w 1100"/>
                    <a:gd name="T17" fmla="*/ 0 h 6124"/>
                    <a:gd name="T18" fmla="*/ 0 w 1100"/>
                    <a:gd name="T19" fmla="*/ 0 h 6124"/>
                    <a:gd name="T20" fmla="*/ 0 w 1100"/>
                    <a:gd name="T21" fmla="*/ 0 h 6124"/>
                    <a:gd name="T22" fmla="*/ 0 w 1100"/>
                    <a:gd name="T23" fmla="*/ 0 h 6124"/>
                    <a:gd name="T24" fmla="*/ 0 w 1100"/>
                    <a:gd name="T25" fmla="*/ 0 h 6124"/>
                    <a:gd name="T26" fmla="*/ 0 w 1100"/>
                    <a:gd name="T27" fmla="*/ 0 h 6124"/>
                    <a:gd name="T28" fmla="*/ 0 w 1100"/>
                    <a:gd name="T29" fmla="*/ 0 h 6124"/>
                    <a:gd name="T30" fmla="*/ 0 w 1100"/>
                    <a:gd name="T31" fmla="*/ 0 h 6124"/>
                    <a:gd name="T32" fmla="*/ 0 w 1100"/>
                    <a:gd name="T33" fmla="*/ 0 h 6124"/>
                    <a:gd name="T34" fmla="*/ 0 w 1100"/>
                    <a:gd name="T35" fmla="*/ 0 h 6124"/>
                    <a:gd name="T36" fmla="*/ 0 w 1100"/>
                    <a:gd name="T37" fmla="*/ 0 h 6124"/>
                    <a:gd name="T38" fmla="*/ 0 w 1100"/>
                    <a:gd name="T39" fmla="*/ 0 h 6124"/>
                    <a:gd name="T40" fmla="*/ 0 w 1100"/>
                    <a:gd name="T41" fmla="*/ 0 h 6124"/>
                    <a:gd name="T42" fmla="*/ 0 w 1100"/>
                    <a:gd name="T43" fmla="*/ 0 h 6124"/>
                    <a:gd name="T44" fmla="*/ 0 w 1100"/>
                    <a:gd name="T45" fmla="*/ 0 h 6124"/>
                    <a:gd name="T46" fmla="*/ 0 w 1100"/>
                    <a:gd name="T47" fmla="*/ 0 h 6124"/>
                    <a:gd name="T48" fmla="*/ 0 w 1100"/>
                    <a:gd name="T49" fmla="*/ 0 h 6124"/>
                    <a:gd name="T50" fmla="*/ 0 w 1100"/>
                    <a:gd name="T51" fmla="*/ 0 h 6124"/>
                    <a:gd name="T52" fmla="*/ 0 w 1100"/>
                    <a:gd name="T53" fmla="*/ 0 h 6124"/>
                    <a:gd name="T54" fmla="*/ 0 w 1100"/>
                    <a:gd name="T55" fmla="*/ 0 h 6124"/>
                    <a:gd name="T56" fmla="*/ 0 w 1100"/>
                    <a:gd name="T57" fmla="*/ 0 h 6124"/>
                    <a:gd name="T58" fmla="*/ 0 w 1100"/>
                    <a:gd name="T59" fmla="*/ 0 h 6124"/>
                    <a:gd name="T60" fmla="*/ 0 w 1100"/>
                    <a:gd name="T61" fmla="*/ 0 h 6124"/>
                    <a:gd name="T62" fmla="*/ 0 w 1100"/>
                    <a:gd name="T63" fmla="*/ 0 h 6124"/>
                    <a:gd name="T64" fmla="*/ 0 w 1100"/>
                    <a:gd name="T65" fmla="*/ 0 h 6124"/>
                    <a:gd name="T66" fmla="*/ 0 w 1100"/>
                    <a:gd name="T67" fmla="*/ 0 h 6124"/>
                    <a:gd name="T68" fmla="*/ 0 w 1100"/>
                    <a:gd name="T69" fmla="*/ 0 h 6124"/>
                    <a:gd name="T70" fmla="*/ 0 w 1100"/>
                    <a:gd name="T71" fmla="*/ 0 h 6124"/>
                    <a:gd name="T72" fmla="*/ 0 w 1100"/>
                    <a:gd name="T73" fmla="*/ 0 h 61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100"/>
                    <a:gd name="T112" fmla="*/ 0 h 6124"/>
                    <a:gd name="T113" fmla="*/ 1100 w 1100"/>
                    <a:gd name="T114" fmla="*/ 6124 h 61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100" h="6124">
                      <a:moveTo>
                        <a:pt x="1100" y="6024"/>
                      </a:moveTo>
                      <a:lnTo>
                        <a:pt x="1027" y="5916"/>
                      </a:lnTo>
                      <a:lnTo>
                        <a:pt x="930" y="5763"/>
                      </a:lnTo>
                      <a:lnTo>
                        <a:pt x="838" y="5606"/>
                      </a:lnTo>
                      <a:lnTo>
                        <a:pt x="751" y="5446"/>
                      </a:lnTo>
                      <a:lnTo>
                        <a:pt x="672" y="5283"/>
                      </a:lnTo>
                      <a:lnTo>
                        <a:pt x="596" y="5117"/>
                      </a:lnTo>
                      <a:lnTo>
                        <a:pt x="527" y="4948"/>
                      </a:lnTo>
                      <a:lnTo>
                        <a:pt x="466" y="4778"/>
                      </a:lnTo>
                      <a:lnTo>
                        <a:pt x="408" y="4605"/>
                      </a:lnTo>
                      <a:lnTo>
                        <a:pt x="356" y="4433"/>
                      </a:lnTo>
                      <a:lnTo>
                        <a:pt x="313" y="4257"/>
                      </a:lnTo>
                      <a:lnTo>
                        <a:pt x="273" y="4079"/>
                      </a:lnTo>
                      <a:lnTo>
                        <a:pt x="241" y="3900"/>
                      </a:lnTo>
                      <a:lnTo>
                        <a:pt x="215" y="3719"/>
                      </a:lnTo>
                      <a:lnTo>
                        <a:pt x="195" y="3539"/>
                      </a:lnTo>
                      <a:lnTo>
                        <a:pt x="181" y="3359"/>
                      </a:lnTo>
                      <a:lnTo>
                        <a:pt x="173" y="3176"/>
                      </a:lnTo>
                      <a:lnTo>
                        <a:pt x="173" y="2996"/>
                      </a:lnTo>
                      <a:lnTo>
                        <a:pt x="180" y="2815"/>
                      </a:lnTo>
                      <a:lnTo>
                        <a:pt x="190" y="2635"/>
                      </a:lnTo>
                      <a:lnTo>
                        <a:pt x="209" y="2454"/>
                      </a:lnTo>
                      <a:lnTo>
                        <a:pt x="233" y="2273"/>
                      </a:lnTo>
                      <a:lnTo>
                        <a:pt x="263" y="2095"/>
                      </a:lnTo>
                      <a:lnTo>
                        <a:pt x="301" y="1917"/>
                      </a:lnTo>
                      <a:lnTo>
                        <a:pt x="344" y="1740"/>
                      </a:lnTo>
                      <a:lnTo>
                        <a:pt x="394" y="1566"/>
                      </a:lnTo>
                      <a:lnTo>
                        <a:pt x="449" y="1391"/>
                      </a:lnTo>
                      <a:lnTo>
                        <a:pt x="511" y="1221"/>
                      </a:lnTo>
                      <a:lnTo>
                        <a:pt x="576" y="1053"/>
                      </a:lnTo>
                      <a:lnTo>
                        <a:pt x="649" y="886"/>
                      </a:lnTo>
                      <a:lnTo>
                        <a:pt x="729" y="724"/>
                      </a:lnTo>
                      <a:lnTo>
                        <a:pt x="814" y="563"/>
                      </a:lnTo>
                      <a:lnTo>
                        <a:pt x="904" y="405"/>
                      </a:lnTo>
                      <a:lnTo>
                        <a:pt x="999" y="250"/>
                      </a:lnTo>
                      <a:lnTo>
                        <a:pt x="1100" y="100"/>
                      </a:lnTo>
                      <a:lnTo>
                        <a:pt x="957" y="0"/>
                      </a:lnTo>
                      <a:lnTo>
                        <a:pt x="857" y="153"/>
                      </a:lnTo>
                      <a:lnTo>
                        <a:pt x="759" y="312"/>
                      </a:lnTo>
                      <a:lnTo>
                        <a:pt x="666" y="472"/>
                      </a:lnTo>
                      <a:lnTo>
                        <a:pt x="581" y="635"/>
                      </a:lnTo>
                      <a:lnTo>
                        <a:pt x="499" y="801"/>
                      </a:lnTo>
                      <a:lnTo>
                        <a:pt x="426" y="970"/>
                      </a:lnTo>
                      <a:lnTo>
                        <a:pt x="356" y="1142"/>
                      </a:lnTo>
                      <a:lnTo>
                        <a:pt x="293" y="1316"/>
                      </a:lnTo>
                      <a:lnTo>
                        <a:pt x="235" y="1491"/>
                      </a:lnTo>
                      <a:lnTo>
                        <a:pt x="185" y="1669"/>
                      </a:lnTo>
                      <a:lnTo>
                        <a:pt x="140" y="1847"/>
                      </a:lnTo>
                      <a:lnTo>
                        <a:pt x="102" y="2030"/>
                      </a:lnTo>
                      <a:lnTo>
                        <a:pt x="68" y="2210"/>
                      </a:lnTo>
                      <a:lnTo>
                        <a:pt x="43" y="2395"/>
                      </a:lnTo>
                      <a:lnTo>
                        <a:pt x="23" y="2577"/>
                      </a:lnTo>
                      <a:lnTo>
                        <a:pt x="9" y="2761"/>
                      </a:lnTo>
                      <a:lnTo>
                        <a:pt x="3" y="2947"/>
                      </a:lnTo>
                      <a:lnTo>
                        <a:pt x="0" y="3131"/>
                      </a:lnTo>
                      <a:lnTo>
                        <a:pt x="7" y="3316"/>
                      </a:lnTo>
                      <a:lnTo>
                        <a:pt x="18" y="3500"/>
                      </a:lnTo>
                      <a:lnTo>
                        <a:pt x="37" y="3684"/>
                      </a:lnTo>
                      <a:lnTo>
                        <a:pt x="62" y="3866"/>
                      </a:lnTo>
                      <a:lnTo>
                        <a:pt x="92" y="4049"/>
                      </a:lnTo>
                      <a:lnTo>
                        <a:pt x="130" y="4231"/>
                      </a:lnTo>
                      <a:lnTo>
                        <a:pt x="173" y="4409"/>
                      </a:lnTo>
                      <a:lnTo>
                        <a:pt x="223" y="4588"/>
                      </a:lnTo>
                      <a:lnTo>
                        <a:pt x="278" y="4764"/>
                      </a:lnTo>
                      <a:lnTo>
                        <a:pt x="340" y="4938"/>
                      </a:lnTo>
                      <a:lnTo>
                        <a:pt x="408" y="5111"/>
                      </a:lnTo>
                      <a:lnTo>
                        <a:pt x="479" y="5281"/>
                      </a:lnTo>
                      <a:lnTo>
                        <a:pt x="559" y="5448"/>
                      </a:lnTo>
                      <a:lnTo>
                        <a:pt x="644" y="5613"/>
                      </a:lnTo>
                      <a:lnTo>
                        <a:pt x="735" y="5773"/>
                      </a:lnTo>
                      <a:lnTo>
                        <a:pt x="830" y="5931"/>
                      </a:lnTo>
                      <a:lnTo>
                        <a:pt x="932" y="6086"/>
                      </a:lnTo>
                      <a:lnTo>
                        <a:pt x="957" y="6124"/>
                      </a:lnTo>
                      <a:lnTo>
                        <a:pt x="1100" y="60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6" name="Freeform 365">
                  <a:extLst>
                    <a:ext uri="{FF2B5EF4-FFF2-40B4-BE49-F238E27FC236}">
                      <a16:creationId xmlns:a16="http://schemas.microsoft.com/office/drawing/2014/main" id="{CDEF97A0-1A2D-C44D-A4AC-0F8C9D07E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5" y="796"/>
                  <a:ext cx="76" cy="344"/>
                </a:xfrm>
                <a:custGeom>
                  <a:avLst/>
                  <a:gdLst>
                    <a:gd name="T0" fmla="*/ 0 w 1099"/>
                    <a:gd name="T1" fmla="*/ 0 h 6122"/>
                    <a:gd name="T2" fmla="*/ 0 w 1099"/>
                    <a:gd name="T3" fmla="*/ 0 h 6122"/>
                    <a:gd name="T4" fmla="*/ 0 w 1099"/>
                    <a:gd name="T5" fmla="*/ 0 h 6122"/>
                    <a:gd name="T6" fmla="*/ 0 w 1099"/>
                    <a:gd name="T7" fmla="*/ 0 h 6122"/>
                    <a:gd name="T8" fmla="*/ 0 w 1099"/>
                    <a:gd name="T9" fmla="*/ 0 h 6122"/>
                    <a:gd name="T10" fmla="*/ 0 w 1099"/>
                    <a:gd name="T11" fmla="*/ 0 h 6122"/>
                    <a:gd name="T12" fmla="*/ 0 w 1099"/>
                    <a:gd name="T13" fmla="*/ 0 h 6122"/>
                    <a:gd name="T14" fmla="*/ 0 w 1099"/>
                    <a:gd name="T15" fmla="*/ 0 h 6122"/>
                    <a:gd name="T16" fmla="*/ 0 w 1099"/>
                    <a:gd name="T17" fmla="*/ 0 h 6122"/>
                    <a:gd name="T18" fmla="*/ 0 w 1099"/>
                    <a:gd name="T19" fmla="*/ 0 h 6122"/>
                    <a:gd name="T20" fmla="*/ 0 w 1099"/>
                    <a:gd name="T21" fmla="*/ 0 h 6122"/>
                    <a:gd name="T22" fmla="*/ 0 w 1099"/>
                    <a:gd name="T23" fmla="*/ 0 h 6122"/>
                    <a:gd name="T24" fmla="*/ 0 w 1099"/>
                    <a:gd name="T25" fmla="*/ 0 h 6122"/>
                    <a:gd name="T26" fmla="*/ 0 w 1099"/>
                    <a:gd name="T27" fmla="*/ 0 h 6122"/>
                    <a:gd name="T28" fmla="*/ 0 w 1099"/>
                    <a:gd name="T29" fmla="*/ 0 h 6122"/>
                    <a:gd name="T30" fmla="*/ 0 w 1099"/>
                    <a:gd name="T31" fmla="*/ 0 h 6122"/>
                    <a:gd name="T32" fmla="*/ 0 w 1099"/>
                    <a:gd name="T33" fmla="*/ 0 h 6122"/>
                    <a:gd name="T34" fmla="*/ 0 w 1099"/>
                    <a:gd name="T35" fmla="*/ 0 h 6122"/>
                    <a:gd name="T36" fmla="*/ 0 w 1099"/>
                    <a:gd name="T37" fmla="*/ 0 h 6122"/>
                    <a:gd name="T38" fmla="*/ 0 w 1099"/>
                    <a:gd name="T39" fmla="*/ 0 h 6122"/>
                    <a:gd name="T40" fmla="*/ 0 w 1099"/>
                    <a:gd name="T41" fmla="*/ 0 h 6122"/>
                    <a:gd name="T42" fmla="*/ 0 w 1099"/>
                    <a:gd name="T43" fmla="*/ 0 h 6122"/>
                    <a:gd name="T44" fmla="*/ 0 w 1099"/>
                    <a:gd name="T45" fmla="*/ 0 h 6122"/>
                    <a:gd name="T46" fmla="*/ 0 w 1099"/>
                    <a:gd name="T47" fmla="*/ 0 h 6122"/>
                    <a:gd name="T48" fmla="*/ 0 w 1099"/>
                    <a:gd name="T49" fmla="*/ 0 h 6122"/>
                    <a:gd name="T50" fmla="*/ 0 w 1099"/>
                    <a:gd name="T51" fmla="*/ 0 h 6122"/>
                    <a:gd name="T52" fmla="*/ 0 w 1099"/>
                    <a:gd name="T53" fmla="*/ 0 h 6122"/>
                    <a:gd name="T54" fmla="*/ 0 w 1099"/>
                    <a:gd name="T55" fmla="*/ 0 h 6122"/>
                    <a:gd name="T56" fmla="*/ 0 w 1099"/>
                    <a:gd name="T57" fmla="*/ 0 h 6122"/>
                    <a:gd name="T58" fmla="*/ 0 w 1099"/>
                    <a:gd name="T59" fmla="*/ 0 h 6122"/>
                    <a:gd name="T60" fmla="*/ 0 w 1099"/>
                    <a:gd name="T61" fmla="*/ 0 h 6122"/>
                    <a:gd name="T62" fmla="*/ 0 w 1099"/>
                    <a:gd name="T63" fmla="*/ 0 h 6122"/>
                    <a:gd name="T64" fmla="*/ 0 w 1099"/>
                    <a:gd name="T65" fmla="*/ 0 h 6122"/>
                    <a:gd name="T66" fmla="*/ 0 w 1099"/>
                    <a:gd name="T67" fmla="*/ 0 h 6122"/>
                    <a:gd name="T68" fmla="*/ 0 w 1099"/>
                    <a:gd name="T69" fmla="*/ 0 h 6122"/>
                    <a:gd name="T70" fmla="*/ 0 w 1099"/>
                    <a:gd name="T71" fmla="*/ 0 h 6122"/>
                    <a:gd name="T72" fmla="*/ 0 w 1099"/>
                    <a:gd name="T73" fmla="*/ 0 h 612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99"/>
                    <a:gd name="T112" fmla="*/ 0 h 6122"/>
                    <a:gd name="T113" fmla="*/ 1099 w 1099"/>
                    <a:gd name="T114" fmla="*/ 6122 h 612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99" h="6122">
                      <a:moveTo>
                        <a:pt x="0" y="6023"/>
                      </a:moveTo>
                      <a:lnTo>
                        <a:pt x="74" y="5914"/>
                      </a:lnTo>
                      <a:lnTo>
                        <a:pt x="170" y="5761"/>
                      </a:lnTo>
                      <a:lnTo>
                        <a:pt x="262" y="5605"/>
                      </a:lnTo>
                      <a:lnTo>
                        <a:pt x="350" y="5445"/>
                      </a:lnTo>
                      <a:lnTo>
                        <a:pt x="428" y="5283"/>
                      </a:lnTo>
                      <a:lnTo>
                        <a:pt x="504" y="5116"/>
                      </a:lnTo>
                      <a:lnTo>
                        <a:pt x="573" y="4947"/>
                      </a:lnTo>
                      <a:lnTo>
                        <a:pt x="635" y="4777"/>
                      </a:lnTo>
                      <a:lnTo>
                        <a:pt x="693" y="4605"/>
                      </a:lnTo>
                      <a:lnTo>
                        <a:pt x="744" y="4432"/>
                      </a:lnTo>
                      <a:lnTo>
                        <a:pt x="788" y="4256"/>
                      </a:lnTo>
                      <a:lnTo>
                        <a:pt x="827" y="4077"/>
                      </a:lnTo>
                      <a:lnTo>
                        <a:pt x="859" y="3899"/>
                      </a:lnTo>
                      <a:lnTo>
                        <a:pt x="885" y="3719"/>
                      </a:lnTo>
                      <a:lnTo>
                        <a:pt x="904" y="3539"/>
                      </a:lnTo>
                      <a:lnTo>
                        <a:pt x="919" y="3358"/>
                      </a:lnTo>
                      <a:lnTo>
                        <a:pt x="927" y="3176"/>
                      </a:lnTo>
                      <a:lnTo>
                        <a:pt x="927" y="2996"/>
                      </a:lnTo>
                      <a:lnTo>
                        <a:pt x="921" y="2813"/>
                      </a:lnTo>
                      <a:lnTo>
                        <a:pt x="911" y="2633"/>
                      </a:lnTo>
                      <a:lnTo>
                        <a:pt x="891" y="2453"/>
                      </a:lnTo>
                      <a:lnTo>
                        <a:pt x="867" y="2272"/>
                      </a:lnTo>
                      <a:lnTo>
                        <a:pt x="837" y="2094"/>
                      </a:lnTo>
                      <a:lnTo>
                        <a:pt x="799" y="1916"/>
                      </a:lnTo>
                      <a:lnTo>
                        <a:pt x="756" y="1739"/>
                      </a:lnTo>
                      <a:lnTo>
                        <a:pt x="706" y="1565"/>
                      </a:lnTo>
                      <a:lnTo>
                        <a:pt x="651" y="1391"/>
                      </a:lnTo>
                      <a:lnTo>
                        <a:pt x="589" y="1221"/>
                      </a:lnTo>
                      <a:lnTo>
                        <a:pt x="523" y="1051"/>
                      </a:lnTo>
                      <a:lnTo>
                        <a:pt x="450" y="886"/>
                      </a:lnTo>
                      <a:lnTo>
                        <a:pt x="371" y="723"/>
                      </a:lnTo>
                      <a:lnTo>
                        <a:pt x="285" y="563"/>
                      </a:lnTo>
                      <a:lnTo>
                        <a:pt x="197" y="403"/>
                      </a:lnTo>
                      <a:lnTo>
                        <a:pt x="102" y="250"/>
                      </a:lnTo>
                      <a:lnTo>
                        <a:pt x="0" y="99"/>
                      </a:lnTo>
                      <a:lnTo>
                        <a:pt x="142" y="0"/>
                      </a:lnTo>
                      <a:lnTo>
                        <a:pt x="244" y="152"/>
                      </a:lnTo>
                      <a:lnTo>
                        <a:pt x="342" y="310"/>
                      </a:lnTo>
                      <a:lnTo>
                        <a:pt x="435" y="471"/>
                      </a:lnTo>
                      <a:lnTo>
                        <a:pt x="520" y="633"/>
                      </a:lnTo>
                      <a:lnTo>
                        <a:pt x="601" y="800"/>
                      </a:lnTo>
                      <a:lnTo>
                        <a:pt x="675" y="968"/>
                      </a:lnTo>
                      <a:lnTo>
                        <a:pt x="744" y="1141"/>
                      </a:lnTo>
                      <a:lnTo>
                        <a:pt x="808" y="1316"/>
                      </a:lnTo>
                      <a:lnTo>
                        <a:pt x="866" y="1489"/>
                      </a:lnTo>
                      <a:lnTo>
                        <a:pt x="914" y="1668"/>
                      </a:lnTo>
                      <a:lnTo>
                        <a:pt x="961" y="1847"/>
                      </a:lnTo>
                      <a:lnTo>
                        <a:pt x="999" y="2029"/>
                      </a:lnTo>
                      <a:lnTo>
                        <a:pt x="1032" y="2209"/>
                      </a:lnTo>
                      <a:lnTo>
                        <a:pt x="1057" y="2393"/>
                      </a:lnTo>
                      <a:lnTo>
                        <a:pt x="1077" y="2575"/>
                      </a:lnTo>
                      <a:lnTo>
                        <a:pt x="1092" y="2760"/>
                      </a:lnTo>
                      <a:lnTo>
                        <a:pt x="1097" y="2946"/>
                      </a:lnTo>
                      <a:lnTo>
                        <a:pt x="1099" y="3130"/>
                      </a:lnTo>
                      <a:lnTo>
                        <a:pt x="1094" y="3314"/>
                      </a:lnTo>
                      <a:lnTo>
                        <a:pt x="1082" y="3499"/>
                      </a:lnTo>
                      <a:lnTo>
                        <a:pt x="1064" y="3683"/>
                      </a:lnTo>
                      <a:lnTo>
                        <a:pt x="1037" y="3866"/>
                      </a:lnTo>
                      <a:lnTo>
                        <a:pt x="1009" y="4047"/>
                      </a:lnTo>
                      <a:lnTo>
                        <a:pt x="970" y="4230"/>
                      </a:lnTo>
                      <a:lnTo>
                        <a:pt x="927" y="4409"/>
                      </a:lnTo>
                      <a:lnTo>
                        <a:pt x="877" y="4587"/>
                      </a:lnTo>
                      <a:lnTo>
                        <a:pt x="821" y="4763"/>
                      </a:lnTo>
                      <a:lnTo>
                        <a:pt x="760" y="4937"/>
                      </a:lnTo>
                      <a:lnTo>
                        <a:pt x="693" y="5110"/>
                      </a:lnTo>
                      <a:lnTo>
                        <a:pt x="621" y="5280"/>
                      </a:lnTo>
                      <a:lnTo>
                        <a:pt x="541" y="5446"/>
                      </a:lnTo>
                      <a:lnTo>
                        <a:pt x="456" y="5611"/>
                      </a:lnTo>
                      <a:lnTo>
                        <a:pt x="365" y="5771"/>
                      </a:lnTo>
                      <a:lnTo>
                        <a:pt x="270" y="5931"/>
                      </a:lnTo>
                      <a:lnTo>
                        <a:pt x="169" y="6084"/>
                      </a:lnTo>
                      <a:lnTo>
                        <a:pt x="142" y="6122"/>
                      </a:lnTo>
                      <a:lnTo>
                        <a:pt x="0" y="60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7" name="Freeform 366">
                  <a:extLst>
                    <a:ext uri="{FF2B5EF4-FFF2-40B4-BE49-F238E27FC236}">
                      <a16:creationId xmlns:a16="http://schemas.microsoft.com/office/drawing/2014/main" id="{4455615A-F1B2-6141-BA95-047BBD640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60" y="768"/>
                  <a:ext cx="87" cy="401"/>
                </a:xfrm>
                <a:custGeom>
                  <a:avLst/>
                  <a:gdLst>
                    <a:gd name="T0" fmla="*/ 0 w 1266"/>
                    <a:gd name="T1" fmla="*/ 0 h 7132"/>
                    <a:gd name="T2" fmla="*/ 0 w 1266"/>
                    <a:gd name="T3" fmla="*/ 0 h 7132"/>
                    <a:gd name="T4" fmla="*/ 0 w 1266"/>
                    <a:gd name="T5" fmla="*/ 0 h 7132"/>
                    <a:gd name="T6" fmla="*/ 0 w 1266"/>
                    <a:gd name="T7" fmla="*/ 0 h 7132"/>
                    <a:gd name="T8" fmla="*/ 0 w 1266"/>
                    <a:gd name="T9" fmla="*/ 0 h 7132"/>
                    <a:gd name="T10" fmla="*/ 0 w 1266"/>
                    <a:gd name="T11" fmla="*/ 0 h 7132"/>
                    <a:gd name="T12" fmla="*/ 0 w 1266"/>
                    <a:gd name="T13" fmla="*/ 0 h 7132"/>
                    <a:gd name="T14" fmla="*/ 0 w 1266"/>
                    <a:gd name="T15" fmla="*/ 0 h 7132"/>
                    <a:gd name="T16" fmla="*/ 0 w 1266"/>
                    <a:gd name="T17" fmla="*/ 0 h 7132"/>
                    <a:gd name="T18" fmla="*/ 0 w 1266"/>
                    <a:gd name="T19" fmla="*/ 0 h 7132"/>
                    <a:gd name="T20" fmla="*/ 0 w 1266"/>
                    <a:gd name="T21" fmla="*/ 0 h 7132"/>
                    <a:gd name="T22" fmla="*/ 0 w 1266"/>
                    <a:gd name="T23" fmla="*/ 0 h 7132"/>
                    <a:gd name="T24" fmla="*/ 0 w 1266"/>
                    <a:gd name="T25" fmla="*/ 0 h 7132"/>
                    <a:gd name="T26" fmla="*/ 0 w 1266"/>
                    <a:gd name="T27" fmla="*/ 0 h 7132"/>
                    <a:gd name="T28" fmla="*/ 0 w 1266"/>
                    <a:gd name="T29" fmla="*/ 0 h 7132"/>
                    <a:gd name="T30" fmla="*/ 0 w 1266"/>
                    <a:gd name="T31" fmla="*/ 0 h 7132"/>
                    <a:gd name="T32" fmla="*/ 0 w 1266"/>
                    <a:gd name="T33" fmla="*/ 0 h 7132"/>
                    <a:gd name="T34" fmla="*/ 0 w 1266"/>
                    <a:gd name="T35" fmla="*/ 0 h 7132"/>
                    <a:gd name="T36" fmla="*/ 0 w 1266"/>
                    <a:gd name="T37" fmla="*/ 0 h 7132"/>
                    <a:gd name="T38" fmla="*/ 0 w 1266"/>
                    <a:gd name="T39" fmla="*/ 0 h 7132"/>
                    <a:gd name="T40" fmla="*/ 0 w 1266"/>
                    <a:gd name="T41" fmla="*/ 0 h 7132"/>
                    <a:gd name="T42" fmla="*/ 0 w 1266"/>
                    <a:gd name="T43" fmla="*/ 0 h 7132"/>
                    <a:gd name="T44" fmla="*/ 0 w 1266"/>
                    <a:gd name="T45" fmla="*/ 0 h 7132"/>
                    <a:gd name="T46" fmla="*/ 0 w 1266"/>
                    <a:gd name="T47" fmla="*/ 0 h 7132"/>
                    <a:gd name="T48" fmla="*/ 0 w 1266"/>
                    <a:gd name="T49" fmla="*/ 0 h 7132"/>
                    <a:gd name="T50" fmla="*/ 0 w 1266"/>
                    <a:gd name="T51" fmla="*/ 0 h 7132"/>
                    <a:gd name="T52" fmla="*/ 0 w 1266"/>
                    <a:gd name="T53" fmla="*/ 0 h 7132"/>
                    <a:gd name="T54" fmla="*/ 0 w 1266"/>
                    <a:gd name="T55" fmla="*/ 0 h 7132"/>
                    <a:gd name="T56" fmla="*/ 0 w 1266"/>
                    <a:gd name="T57" fmla="*/ 0 h 7132"/>
                    <a:gd name="T58" fmla="*/ 0 w 1266"/>
                    <a:gd name="T59" fmla="*/ 0 h 7132"/>
                    <a:gd name="T60" fmla="*/ 0 w 1266"/>
                    <a:gd name="T61" fmla="*/ 0 h 7132"/>
                    <a:gd name="T62" fmla="*/ 0 w 1266"/>
                    <a:gd name="T63" fmla="*/ 0 h 7132"/>
                    <a:gd name="T64" fmla="*/ 0 w 1266"/>
                    <a:gd name="T65" fmla="*/ 0 h 7132"/>
                    <a:gd name="T66" fmla="*/ 0 w 1266"/>
                    <a:gd name="T67" fmla="*/ 0 h 7132"/>
                    <a:gd name="T68" fmla="*/ 0 w 1266"/>
                    <a:gd name="T69" fmla="*/ 0 h 7132"/>
                    <a:gd name="T70" fmla="*/ 0 w 1266"/>
                    <a:gd name="T71" fmla="*/ 0 h 7132"/>
                    <a:gd name="T72" fmla="*/ 0 w 1266"/>
                    <a:gd name="T73" fmla="*/ 0 h 7132"/>
                    <a:gd name="T74" fmla="*/ 0 w 1266"/>
                    <a:gd name="T75" fmla="*/ 0 h 7132"/>
                    <a:gd name="T76" fmla="*/ 0 w 1266"/>
                    <a:gd name="T77" fmla="*/ 0 h 7132"/>
                    <a:gd name="T78" fmla="*/ 0 w 1266"/>
                    <a:gd name="T79" fmla="*/ 0 h 713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266"/>
                    <a:gd name="T121" fmla="*/ 0 h 7132"/>
                    <a:gd name="T122" fmla="*/ 1266 w 1266"/>
                    <a:gd name="T123" fmla="*/ 7132 h 713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266" h="7132">
                      <a:moveTo>
                        <a:pt x="1266" y="7032"/>
                      </a:moveTo>
                      <a:lnTo>
                        <a:pt x="1206" y="6945"/>
                      </a:lnTo>
                      <a:lnTo>
                        <a:pt x="1100" y="6779"/>
                      </a:lnTo>
                      <a:lnTo>
                        <a:pt x="998" y="6610"/>
                      </a:lnTo>
                      <a:lnTo>
                        <a:pt x="903" y="6440"/>
                      </a:lnTo>
                      <a:lnTo>
                        <a:pt x="812" y="6264"/>
                      </a:lnTo>
                      <a:lnTo>
                        <a:pt x="729" y="6087"/>
                      </a:lnTo>
                      <a:lnTo>
                        <a:pt x="649" y="5907"/>
                      </a:lnTo>
                      <a:lnTo>
                        <a:pt x="577" y="5725"/>
                      </a:lnTo>
                      <a:lnTo>
                        <a:pt x="510" y="5541"/>
                      </a:lnTo>
                      <a:lnTo>
                        <a:pt x="449" y="5353"/>
                      </a:lnTo>
                      <a:lnTo>
                        <a:pt x="395" y="5163"/>
                      </a:lnTo>
                      <a:lnTo>
                        <a:pt x="346" y="4973"/>
                      </a:lnTo>
                      <a:lnTo>
                        <a:pt x="304" y="4782"/>
                      </a:lnTo>
                      <a:lnTo>
                        <a:pt x="268" y="4589"/>
                      </a:lnTo>
                      <a:lnTo>
                        <a:pt x="238" y="4393"/>
                      </a:lnTo>
                      <a:lnTo>
                        <a:pt x="215" y="4199"/>
                      </a:lnTo>
                      <a:lnTo>
                        <a:pt x="196" y="4003"/>
                      </a:lnTo>
                      <a:lnTo>
                        <a:pt x="185" y="3807"/>
                      </a:lnTo>
                      <a:lnTo>
                        <a:pt x="181" y="3611"/>
                      </a:lnTo>
                      <a:lnTo>
                        <a:pt x="183" y="3414"/>
                      </a:lnTo>
                      <a:lnTo>
                        <a:pt x="191" y="3218"/>
                      </a:lnTo>
                      <a:lnTo>
                        <a:pt x="205" y="3022"/>
                      </a:lnTo>
                      <a:lnTo>
                        <a:pt x="226" y="2826"/>
                      </a:lnTo>
                      <a:lnTo>
                        <a:pt x="253" y="2632"/>
                      </a:lnTo>
                      <a:lnTo>
                        <a:pt x="286" y="2437"/>
                      </a:lnTo>
                      <a:lnTo>
                        <a:pt x="326" y="2245"/>
                      </a:lnTo>
                      <a:lnTo>
                        <a:pt x="371" y="2055"/>
                      </a:lnTo>
                      <a:lnTo>
                        <a:pt x="423" y="1865"/>
                      </a:lnTo>
                      <a:lnTo>
                        <a:pt x="481" y="1677"/>
                      </a:lnTo>
                      <a:lnTo>
                        <a:pt x="546" y="1492"/>
                      </a:lnTo>
                      <a:lnTo>
                        <a:pt x="615" y="1308"/>
                      </a:lnTo>
                      <a:lnTo>
                        <a:pt x="691" y="1126"/>
                      </a:lnTo>
                      <a:lnTo>
                        <a:pt x="772" y="948"/>
                      </a:lnTo>
                      <a:lnTo>
                        <a:pt x="860" y="771"/>
                      </a:lnTo>
                      <a:lnTo>
                        <a:pt x="953" y="598"/>
                      </a:lnTo>
                      <a:lnTo>
                        <a:pt x="1052" y="428"/>
                      </a:lnTo>
                      <a:lnTo>
                        <a:pt x="1157" y="262"/>
                      </a:lnTo>
                      <a:lnTo>
                        <a:pt x="1266" y="100"/>
                      </a:lnTo>
                      <a:lnTo>
                        <a:pt x="1133" y="0"/>
                      </a:lnTo>
                      <a:lnTo>
                        <a:pt x="1022" y="163"/>
                      </a:lnTo>
                      <a:lnTo>
                        <a:pt x="915" y="331"/>
                      </a:lnTo>
                      <a:lnTo>
                        <a:pt x="815" y="502"/>
                      </a:lnTo>
                      <a:lnTo>
                        <a:pt x="719" y="674"/>
                      </a:lnTo>
                      <a:lnTo>
                        <a:pt x="629" y="850"/>
                      </a:lnTo>
                      <a:lnTo>
                        <a:pt x="546" y="1031"/>
                      </a:lnTo>
                      <a:lnTo>
                        <a:pt x="466" y="1211"/>
                      </a:lnTo>
                      <a:lnTo>
                        <a:pt x="393" y="1396"/>
                      </a:lnTo>
                      <a:lnTo>
                        <a:pt x="328" y="1581"/>
                      </a:lnTo>
                      <a:lnTo>
                        <a:pt x="266" y="1769"/>
                      </a:lnTo>
                      <a:lnTo>
                        <a:pt x="213" y="1960"/>
                      </a:lnTo>
                      <a:lnTo>
                        <a:pt x="163" y="2152"/>
                      </a:lnTo>
                      <a:lnTo>
                        <a:pt x="121" y="2347"/>
                      </a:lnTo>
                      <a:lnTo>
                        <a:pt x="85" y="2540"/>
                      </a:lnTo>
                      <a:lnTo>
                        <a:pt x="55" y="2737"/>
                      </a:lnTo>
                      <a:lnTo>
                        <a:pt x="32" y="2933"/>
                      </a:lnTo>
                      <a:lnTo>
                        <a:pt x="16" y="3131"/>
                      </a:lnTo>
                      <a:lnTo>
                        <a:pt x="5" y="3328"/>
                      </a:lnTo>
                      <a:lnTo>
                        <a:pt x="0" y="3526"/>
                      </a:lnTo>
                      <a:lnTo>
                        <a:pt x="2" y="3724"/>
                      </a:lnTo>
                      <a:lnTo>
                        <a:pt x="10" y="3922"/>
                      </a:lnTo>
                      <a:lnTo>
                        <a:pt x="24" y="4117"/>
                      </a:lnTo>
                      <a:lnTo>
                        <a:pt x="46" y="4316"/>
                      </a:lnTo>
                      <a:lnTo>
                        <a:pt x="73" y="4512"/>
                      </a:lnTo>
                      <a:lnTo>
                        <a:pt x="108" y="4707"/>
                      </a:lnTo>
                      <a:lnTo>
                        <a:pt x="147" y="4900"/>
                      </a:lnTo>
                      <a:lnTo>
                        <a:pt x="193" y="5093"/>
                      </a:lnTo>
                      <a:lnTo>
                        <a:pt x="244" y="5285"/>
                      </a:lnTo>
                      <a:lnTo>
                        <a:pt x="301" y="5473"/>
                      </a:lnTo>
                      <a:lnTo>
                        <a:pt x="367" y="5661"/>
                      </a:lnTo>
                      <a:lnTo>
                        <a:pt x="436" y="5846"/>
                      </a:lnTo>
                      <a:lnTo>
                        <a:pt x="512" y="6028"/>
                      </a:lnTo>
                      <a:lnTo>
                        <a:pt x="596" y="6209"/>
                      </a:lnTo>
                      <a:lnTo>
                        <a:pt x="682" y="6387"/>
                      </a:lnTo>
                      <a:lnTo>
                        <a:pt x="776" y="6561"/>
                      </a:lnTo>
                      <a:lnTo>
                        <a:pt x="875" y="6732"/>
                      </a:lnTo>
                      <a:lnTo>
                        <a:pt x="978" y="6900"/>
                      </a:lnTo>
                      <a:lnTo>
                        <a:pt x="1088" y="7067"/>
                      </a:lnTo>
                      <a:lnTo>
                        <a:pt x="1133" y="7132"/>
                      </a:lnTo>
                      <a:lnTo>
                        <a:pt x="1266" y="70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908" name="Freeform 367">
                  <a:extLst>
                    <a:ext uri="{FF2B5EF4-FFF2-40B4-BE49-F238E27FC236}">
                      <a16:creationId xmlns:a16="http://schemas.microsoft.com/office/drawing/2014/main" id="{41F90879-AF43-5540-84FE-35BA0C9CD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769"/>
                  <a:ext cx="87" cy="400"/>
                </a:xfrm>
                <a:custGeom>
                  <a:avLst/>
                  <a:gdLst>
                    <a:gd name="T0" fmla="*/ 0 w 1266"/>
                    <a:gd name="T1" fmla="*/ 0 h 7131"/>
                    <a:gd name="T2" fmla="*/ 0 w 1266"/>
                    <a:gd name="T3" fmla="*/ 0 h 7131"/>
                    <a:gd name="T4" fmla="*/ 0 w 1266"/>
                    <a:gd name="T5" fmla="*/ 0 h 7131"/>
                    <a:gd name="T6" fmla="*/ 0 w 1266"/>
                    <a:gd name="T7" fmla="*/ 0 h 7131"/>
                    <a:gd name="T8" fmla="*/ 0 w 1266"/>
                    <a:gd name="T9" fmla="*/ 0 h 7131"/>
                    <a:gd name="T10" fmla="*/ 0 w 1266"/>
                    <a:gd name="T11" fmla="*/ 0 h 7131"/>
                    <a:gd name="T12" fmla="*/ 0 w 1266"/>
                    <a:gd name="T13" fmla="*/ 0 h 7131"/>
                    <a:gd name="T14" fmla="*/ 0 w 1266"/>
                    <a:gd name="T15" fmla="*/ 0 h 7131"/>
                    <a:gd name="T16" fmla="*/ 0 w 1266"/>
                    <a:gd name="T17" fmla="*/ 0 h 7131"/>
                    <a:gd name="T18" fmla="*/ 0 w 1266"/>
                    <a:gd name="T19" fmla="*/ 0 h 7131"/>
                    <a:gd name="T20" fmla="*/ 0 w 1266"/>
                    <a:gd name="T21" fmla="*/ 0 h 7131"/>
                    <a:gd name="T22" fmla="*/ 0 w 1266"/>
                    <a:gd name="T23" fmla="*/ 0 h 7131"/>
                    <a:gd name="T24" fmla="*/ 0 w 1266"/>
                    <a:gd name="T25" fmla="*/ 0 h 7131"/>
                    <a:gd name="T26" fmla="*/ 0 w 1266"/>
                    <a:gd name="T27" fmla="*/ 0 h 7131"/>
                    <a:gd name="T28" fmla="*/ 0 w 1266"/>
                    <a:gd name="T29" fmla="*/ 0 h 7131"/>
                    <a:gd name="T30" fmla="*/ 0 w 1266"/>
                    <a:gd name="T31" fmla="*/ 0 h 7131"/>
                    <a:gd name="T32" fmla="*/ 0 w 1266"/>
                    <a:gd name="T33" fmla="*/ 0 h 7131"/>
                    <a:gd name="T34" fmla="*/ 0 w 1266"/>
                    <a:gd name="T35" fmla="*/ 0 h 7131"/>
                    <a:gd name="T36" fmla="*/ 0 w 1266"/>
                    <a:gd name="T37" fmla="*/ 0 h 7131"/>
                    <a:gd name="T38" fmla="*/ 0 w 1266"/>
                    <a:gd name="T39" fmla="*/ 0 h 7131"/>
                    <a:gd name="T40" fmla="*/ 0 w 1266"/>
                    <a:gd name="T41" fmla="*/ 0 h 7131"/>
                    <a:gd name="T42" fmla="*/ 0 w 1266"/>
                    <a:gd name="T43" fmla="*/ 0 h 7131"/>
                    <a:gd name="T44" fmla="*/ 0 w 1266"/>
                    <a:gd name="T45" fmla="*/ 0 h 7131"/>
                    <a:gd name="T46" fmla="*/ 0 w 1266"/>
                    <a:gd name="T47" fmla="*/ 0 h 7131"/>
                    <a:gd name="T48" fmla="*/ 0 w 1266"/>
                    <a:gd name="T49" fmla="*/ 0 h 7131"/>
                    <a:gd name="T50" fmla="*/ 0 w 1266"/>
                    <a:gd name="T51" fmla="*/ 0 h 7131"/>
                    <a:gd name="T52" fmla="*/ 0 w 1266"/>
                    <a:gd name="T53" fmla="*/ 0 h 7131"/>
                    <a:gd name="T54" fmla="*/ 0 w 1266"/>
                    <a:gd name="T55" fmla="*/ 0 h 7131"/>
                    <a:gd name="T56" fmla="*/ 0 w 1266"/>
                    <a:gd name="T57" fmla="*/ 0 h 7131"/>
                    <a:gd name="T58" fmla="*/ 0 w 1266"/>
                    <a:gd name="T59" fmla="*/ 0 h 7131"/>
                    <a:gd name="T60" fmla="*/ 0 w 1266"/>
                    <a:gd name="T61" fmla="*/ 0 h 7131"/>
                    <a:gd name="T62" fmla="*/ 0 w 1266"/>
                    <a:gd name="T63" fmla="*/ 0 h 7131"/>
                    <a:gd name="T64" fmla="*/ 0 w 1266"/>
                    <a:gd name="T65" fmla="*/ 0 h 7131"/>
                    <a:gd name="T66" fmla="*/ 0 w 1266"/>
                    <a:gd name="T67" fmla="*/ 0 h 7131"/>
                    <a:gd name="T68" fmla="*/ 0 w 1266"/>
                    <a:gd name="T69" fmla="*/ 0 h 7131"/>
                    <a:gd name="T70" fmla="*/ 0 w 1266"/>
                    <a:gd name="T71" fmla="*/ 0 h 7131"/>
                    <a:gd name="T72" fmla="*/ 0 w 1266"/>
                    <a:gd name="T73" fmla="*/ 0 h 7131"/>
                    <a:gd name="T74" fmla="*/ 0 w 1266"/>
                    <a:gd name="T75" fmla="*/ 0 h 7131"/>
                    <a:gd name="T76" fmla="*/ 0 w 1266"/>
                    <a:gd name="T77" fmla="*/ 0 h 7131"/>
                    <a:gd name="T78" fmla="*/ 0 w 1266"/>
                    <a:gd name="T79" fmla="*/ 0 h 713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266"/>
                    <a:gd name="T121" fmla="*/ 0 h 7131"/>
                    <a:gd name="T122" fmla="*/ 1266 w 1266"/>
                    <a:gd name="T123" fmla="*/ 7131 h 713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266" h="7131">
                      <a:moveTo>
                        <a:pt x="0" y="7033"/>
                      </a:moveTo>
                      <a:lnTo>
                        <a:pt x="60" y="6945"/>
                      </a:lnTo>
                      <a:lnTo>
                        <a:pt x="167" y="6778"/>
                      </a:lnTo>
                      <a:lnTo>
                        <a:pt x="268" y="6610"/>
                      </a:lnTo>
                      <a:lnTo>
                        <a:pt x="363" y="6440"/>
                      </a:lnTo>
                      <a:lnTo>
                        <a:pt x="454" y="6263"/>
                      </a:lnTo>
                      <a:lnTo>
                        <a:pt x="538" y="6087"/>
                      </a:lnTo>
                      <a:lnTo>
                        <a:pt x="617" y="5907"/>
                      </a:lnTo>
                      <a:lnTo>
                        <a:pt x="689" y="5725"/>
                      </a:lnTo>
                      <a:lnTo>
                        <a:pt x="756" y="5540"/>
                      </a:lnTo>
                      <a:lnTo>
                        <a:pt x="817" y="5352"/>
                      </a:lnTo>
                      <a:lnTo>
                        <a:pt x="871" y="5164"/>
                      </a:lnTo>
                      <a:lnTo>
                        <a:pt x="921" y="4974"/>
                      </a:lnTo>
                      <a:lnTo>
                        <a:pt x="962" y="4781"/>
                      </a:lnTo>
                      <a:lnTo>
                        <a:pt x="998" y="4589"/>
                      </a:lnTo>
                      <a:lnTo>
                        <a:pt x="1028" y="4393"/>
                      </a:lnTo>
                      <a:lnTo>
                        <a:pt x="1052" y="4198"/>
                      </a:lnTo>
                      <a:lnTo>
                        <a:pt x="1070" y="4003"/>
                      </a:lnTo>
                      <a:lnTo>
                        <a:pt x="1082" y="3807"/>
                      </a:lnTo>
                      <a:lnTo>
                        <a:pt x="1085" y="3610"/>
                      </a:lnTo>
                      <a:lnTo>
                        <a:pt x="1083" y="3414"/>
                      </a:lnTo>
                      <a:lnTo>
                        <a:pt x="1075" y="3219"/>
                      </a:lnTo>
                      <a:lnTo>
                        <a:pt x="1062" y="3022"/>
                      </a:lnTo>
                      <a:lnTo>
                        <a:pt x="1040" y="2826"/>
                      </a:lnTo>
                      <a:lnTo>
                        <a:pt x="1014" y="2631"/>
                      </a:lnTo>
                      <a:lnTo>
                        <a:pt x="980" y="2438"/>
                      </a:lnTo>
                      <a:lnTo>
                        <a:pt x="940" y="2245"/>
                      </a:lnTo>
                      <a:lnTo>
                        <a:pt x="895" y="2055"/>
                      </a:lnTo>
                      <a:lnTo>
                        <a:pt x="844" y="1865"/>
                      </a:lnTo>
                      <a:lnTo>
                        <a:pt x="786" y="1677"/>
                      </a:lnTo>
                      <a:lnTo>
                        <a:pt x="721" y="1492"/>
                      </a:lnTo>
                      <a:lnTo>
                        <a:pt x="651" y="1308"/>
                      </a:lnTo>
                      <a:lnTo>
                        <a:pt x="576" y="1126"/>
                      </a:lnTo>
                      <a:lnTo>
                        <a:pt x="494" y="947"/>
                      </a:lnTo>
                      <a:lnTo>
                        <a:pt x="406" y="771"/>
                      </a:lnTo>
                      <a:lnTo>
                        <a:pt x="313" y="599"/>
                      </a:lnTo>
                      <a:lnTo>
                        <a:pt x="215" y="428"/>
                      </a:lnTo>
                      <a:lnTo>
                        <a:pt x="109" y="261"/>
                      </a:lnTo>
                      <a:lnTo>
                        <a:pt x="0" y="99"/>
                      </a:lnTo>
                      <a:lnTo>
                        <a:pt x="133" y="0"/>
                      </a:lnTo>
                      <a:lnTo>
                        <a:pt x="245" y="163"/>
                      </a:lnTo>
                      <a:lnTo>
                        <a:pt x="351" y="331"/>
                      </a:lnTo>
                      <a:lnTo>
                        <a:pt x="451" y="501"/>
                      </a:lnTo>
                      <a:lnTo>
                        <a:pt x="548" y="674"/>
                      </a:lnTo>
                      <a:lnTo>
                        <a:pt x="637" y="850"/>
                      </a:lnTo>
                      <a:lnTo>
                        <a:pt x="721" y="1031"/>
                      </a:lnTo>
                      <a:lnTo>
                        <a:pt x="799" y="1211"/>
                      </a:lnTo>
                      <a:lnTo>
                        <a:pt x="874" y="1395"/>
                      </a:lnTo>
                      <a:lnTo>
                        <a:pt x="939" y="1582"/>
                      </a:lnTo>
                      <a:lnTo>
                        <a:pt x="1000" y="1770"/>
                      </a:lnTo>
                      <a:lnTo>
                        <a:pt x="1054" y="1960"/>
                      </a:lnTo>
                      <a:lnTo>
                        <a:pt x="1103" y="2153"/>
                      </a:lnTo>
                      <a:lnTo>
                        <a:pt x="1145" y="2346"/>
                      </a:lnTo>
                      <a:lnTo>
                        <a:pt x="1180" y="2541"/>
                      </a:lnTo>
                      <a:lnTo>
                        <a:pt x="1210" y="2736"/>
                      </a:lnTo>
                      <a:lnTo>
                        <a:pt x="1235" y="2933"/>
                      </a:lnTo>
                      <a:lnTo>
                        <a:pt x="1250" y="3131"/>
                      </a:lnTo>
                      <a:lnTo>
                        <a:pt x="1262" y="3327"/>
                      </a:lnTo>
                      <a:lnTo>
                        <a:pt x="1266" y="3525"/>
                      </a:lnTo>
                      <a:lnTo>
                        <a:pt x="1265" y="3723"/>
                      </a:lnTo>
                      <a:lnTo>
                        <a:pt x="1256" y="3922"/>
                      </a:lnTo>
                      <a:lnTo>
                        <a:pt x="1242" y="4118"/>
                      </a:lnTo>
                      <a:lnTo>
                        <a:pt x="1220" y="4316"/>
                      </a:lnTo>
                      <a:lnTo>
                        <a:pt x="1193" y="4513"/>
                      </a:lnTo>
                      <a:lnTo>
                        <a:pt x="1159" y="4706"/>
                      </a:lnTo>
                      <a:lnTo>
                        <a:pt x="1120" y="4901"/>
                      </a:lnTo>
                      <a:lnTo>
                        <a:pt x="1074" y="5093"/>
                      </a:lnTo>
                      <a:lnTo>
                        <a:pt x="1022" y="5284"/>
                      </a:lnTo>
                      <a:lnTo>
                        <a:pt x="964" y="5474"/>
                      </a:lnTo>
                      <a:lnTo>
                        <a:pt x="899" y="5662"/>
                      </a:lnTo>
                      <a:lnTo>
                        <a:pt x="829" y="5845"/>
                      </a:lnTo>
                      <a:lnTo>
                        <a:pt x="754" y="6028"/>
                      </a:lnTo>
                      <a:lnTo>
                        <a:pt x="671" y="6208"/>
                      </a:lnTo>
                      <a:lnTo>
                        <a:pt x="583" y="6387"/>
                      </a:lnTo>
                      <a:lnTo>
                        <a:pt x="490" y="6561"/>
                      </a:lnTo>
                      <a:lnTo>
                        <a:pt x="391" y="6731"/>
                      </a:lnTo>
                      <a:lnTo>
                        <a:pt x="288" y="6900"/>
                      </a:lnTo>
                      <a:lnTo>
                        <a:pt x="178" y="7066"/>
                      </a:lnTo>
                      <a:lnTo>
                        <a:pt x="133" y="7131"/>
                      </a:lnTo>
                      <a:lnTo>
                        <a:pt x="0" y="70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28696" name="Group 368">
                <a:extLst>
                  <a:ext uri="{FF2B5EF4-FFF2-40B4-BE49-F238E27FC236}">
                    <a16:creationId xmlns:a16="http://schemas.microsoft.com/office/drawing/2014/main" id="{296DA7AB-6FAA-AF4F-A674-FBF029644E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" y="280"/>
                <a:ext cx="324" cy="300"/>
                <a:chOff x="199" y="280"/>
                <a:chExt cx="324" cy="300"/>
              </a:xfrm>
            </p:grpSpPr>
            <p:sp>
              <p:nvSpPr>
                <p:cNvPr id="28766" name="Rectangle 369">
                  <a:extLst>
                    <a:ext uri="{FF2B5EF4-FFF2-40B4-BE49-F238E27FC236}">
                      <a16:creationId xmlns:a16="http://schemas.microsoft.com/office/drawing/2014/main" id="{A8B91959-9598-F84F-93E9-D9B2E041E4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6" y="312"/>
                  <a:ext cx="84" cy="17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7" name="Rectangle 370">
                  <a:extLst>
                    <a:ext uri="{FF2B5EF4-FFF2-40B4-BE49-F238E27FC236}">
                      <a16:creationId xmlns:a16="http://schemas.microsoft.com/office/drawing/2014/main" id="{2993C8A0-8449-9F44-9EE6-6FA473B1F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312"/>
                  <a:ext cx="26" cy="1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8" name="Freeform 371">
                  <a:extLst>
                    <a:ext uri="{FF2B5EF4-FFF2-40B4-BE49-F238E27FC236}">
                      <a16:creationId xmlns:a16="http://schemas.microsoft.com/office/drawing/2014/main" id="{554E009E-384D-2B4F-828C-C160EEC17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" y="430"/>
                  <a:ext cx="324" cy="150"/>
                </a:xfrm>
                <a:custGeom>
                  <a:avLst/>
                  <a:gdLst>
                    <a:gd name="T0" fmla="*/ 0 w 12166"/>
                    <a:gd name="T1" fmla="*/ 0 h 3043"/>
                    <a:gd name="T2" fmla="*/ 0 w 12166"/>
                    <a:gd name="T3" fmla="*/ 0 h 3043"/>
                    <a:gd name="T4" fmla="*/ 0 w 12166"/>
                    <a:gd name="T5" fmla="*/ 0 h 3043"/>
                    <a:gd name="T6" fmla="*/ 0 w 12166"/>
                    <a:gd name="T7" fmla="*/ 0 h 3043"/>
                    <a:gd name="T8" fmla="*/ 0 w 12166"/>
                    <a:gd name="T9" fmla="*/ 0 h 3043"/>
                    <a:gd name="T10" fmla="*/ 0 w 12166"/>
                    <a:gd name="T11" fmla="*/ 0 h 3043"/>
                    <a:gd name="T12" fmla="*/ 0 w 12166"/>
                    <a:gd name="T13" fmla="*/ 0 h 30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166"/>
                    <a:gd name="T22" fmla="*/ 0 h 3043"/>
                    <a:gd name="T23" fmla="*/ 12166 w 12166"/>
                    <a:gd name="T24" fmla="*/ 3043 h 30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166" h="3043">
                      <a:moveTo>
                        <a:pt x="12166" y="3043"/>
                      </a:moveTo>
                      <a:lnTo>
                        <a:pt x="0" y="3043"/>
                      </a:lnTo>
                      <a:lnTo>
                        <a:pt x="0" y="1224"/>
                      </a:lnTo>
                      <a:lnTo>
                        <a:pt x="5274" y="1224"/>
                      </a:lnTo>
                      <a:lnTo>
                        <a:pt x="5274" y="0"/>
                      </a:lnTo>
                      <a:lnTo>
                        <a:pt x="12166" y="0"/>
                      </a:lnTo>
                      <a:lnTo>
                        <a:pt x="12166" y="3043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69" name="Rectangle 372">
                  <a:extLst>
                    <a:ext uri="{FF2B5EF4-FFF2-40B4-BE49-F238E27FC236}">
                      <a16:creationId xmlns:a16="http://schemas.microsoft.com/office/drawing/2014/main" id="{9443560F-4EF2-1A4D-8BE4-6204AABB2C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0" name="Rectangle 373">
                  <a:extLst>
                    <a:ext uri="{FF2B5EF4-FFF2-40B4-BE49-F238E27FC236}">
                      <a16:creationId xmlns:a16="http://schemas.microsoft.com/office/drawing/2014/main" id="{C5EDFF72-50FB-C24F-A66F-6EFF438D52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1" name="Rectangle 374">
                  <a:extLst>
                    <a:ext uri="{FF2B5EF4-FFF2-40B4-BE49-F238E27FC236}">
                      <a16:creationId xmlns:a16="http://schemas.microsoft.com/office/drawing/2014/main" id="{96ADAD8C-92F4-964C-8066-B3F2A57294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2" name="Rectangle 375">
                  <a:extLst>
                    <a:ext uri="{FF2B5EF4-FFF2-40B4-BE49-F238E27FC236}">
                      <a16:creationId xmlns:a16="http://schemas.microsoft.com/office/drawing/2014/main" id="{7690E843-F251-DB4F-A463-F2E764EECF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3" name="Rectangle 376">
                  <a:extLst>
                    <a:ext uri="{FF2B5EF4-FFF2-40B4-BE49-F238E27FC236}">
                      <a16:creationId xmlns:a16="http://schemas.microsoft.com/office/drawing/2014/main" id="{4A90E9B6-AE35-F14E-ADD6-06B2AD843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19"/>
                  <a:ext cx="152" cy="11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4" name="Rectangle 377">
                  <a:extLst>
                    <a:ext uri="{FF2B5EF4-FFF2-40B4-BE49-F238E27FC236}">
                      <a16:creationId xmlns:a16="http://schemas.microsoft.com/office/drawing/2014/main" id="{258D50AD-BE86-5A41-B043-26F27C37C1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53"/>
                  <a:ext cx="13" cy="2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5" name="Rectangle 378">
                  <a:extLst>
                    <a:ext uri="{FF2B5EF4-FFF2-40B4-BE49-F238E27FC236}">
                      <a16:creationId xmlns:a16="http://schemas.microsoft.com/office/drawing/2014/main" id="{B76B6FE1-C4F1-0141-B31E-1086CCC94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6" y="492"/>
                  <a:ext cx="61" cy="88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6" name="Rectangle 379">
                  <a:extLst>
                    <a:ext uri="{FF2B5EF4-FFF2-40B4-BE49-F238E27FC236}">
                      <a16:creationId xmlns:a16="http://schemas.microsoft.com/office/drawing/2014/main" id="{93A7A8D3-499D-C840-9256-7EA70EFE5D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92"/>
                  <a:ext cx="61" cy="88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7" name="Rectangle 380">
                  <a:extLst>
                    <a:ext uri="{FF2B5EF4-FFF2-40B4-BE49-F238E27FC236}">
                      <a16:creationId xmlns:a16="http://schemas.microsoft.com/office/drawing/2014/main" id="{43900326-B671-AE4E-941E-704616299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" y="443"/>
                  <a:ext cx="76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8" name="Rectangle 381">
                  <a:extLst>
                    <a:ext uri="{FF2B5EF4-FFF2-40B4-BE49-F238E27FC236}">
                      <a16:creationId xmlns:a16="http://schemas.microsoft.com/office/drawing/2014/main" id="{431857A9-8E66-FA4F-BB13-BEAF8B6904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" y="443"/>
                  <a:ext cx="76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79" name="Rectangle 382">
                  <a:extLst>
                    <a:ext uri="{FF2B5EF4-FFF2-40B4-BE49-F238E27FC236}">
                      <a16:creationId xmlns:a16="http://schemas.microsoft.com/office/drawing/2014/main" id="{990C06EC-6B02-F04C-AC79-18C9343DE4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" y="552"/>
                  <a:ext cx="91" cy="1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80" name="Rectangle 383">
                  <a:extLst>
                    <a:ext uri="{FF2B5EF4-FFF2-40B4-BE49-F238E27FC236}">
                      <a16:creationId xmlns:a16="http://schemas.microsoft.com/office/drawing/2014/main" id="{1F740B45-9B0F-8F48-AF8C-A1DE48E736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2" y="507"/>
                  <a:ext cx="53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81" name="Rectangle 384">
                  <a:extLst>
                    <a:ext uri="{FF2B5EF4-FFF2-40B4-BE49-F238E27FC236}">
                      <a16:creationId xmlns:a16="http://schemas.microsoft.com/office/drawing/2014/main" id="{B6E49C77-3F44-C643-BD3E-5A39B01B4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07"/>
                  <a:ext cx="53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82" name="Freeform 385">
                  <a:extLst>
                    <a:ext uri="{FF2B5EF4-FFF2-40B4-BE49-F238E27FC236}">
                      <a16:creationId xmlns:a16="http://schemas.microsoft.com/office/drawing/2014/main" id="{B03C5665-2E7E-3540-9759-1D7DBC73B5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" y="430"/>
                  <a:ext cx="324" cy="150"/>
                </a:xfrm>
                <a:custGeom>
                  <a:avLst/>
                  <a:gdLst>
                    <a:gd name="T0" fmla="*/ 0 w 12165"/>
                    <a:gd name="T1" fmla="*/ 0 h 3051"/>
                    <a:gd name="T2" fmla="*/ 0 w 12165"/>
                    <a:gd name="T3" fmla="*/ 0 h 3051"/>
                    <a:gd name="T4" fmla="*/ 0 w 12165"/>
                    <a:gd name="T5" fmla="*/ 0 h 3051"/>
                    <a:gd name="T6" fmla="*/ 0 w 12165"/>
                    <a:gd name="T7" fmla="*/ 0 h 3051"/>
                    <a:gd name="T8" fmla="*/ 0 w 12165"/>
                    <a:gd name="T9" fmla="*/ 0 h 3051"/>
                    <a:gd name="T10" fmla="*/ 0 w 12165"/>
                    <a:gd name="T11" fmla="*/ 0 h 3051"/>
                    <a:gd name="T12" fmla="*/ 0 w 12165"/>
                    <a:gd name="T13" fmla="*/ 0 h 30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165"/>
                    <a:gd name="T22" fmla="*/ 0 h 3051"/>
                    <a:gd name="T23" fmla="*/ 12165 w 12165"/>
                    <a:gd name="T24" fmla="*/ 3051 h 30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165" h="3051">
                      <a:moveTo>
                        <a:pt x="12165" y="3051"/>
                      </a:moveTo>
                      <a:lnTo>
                        <a:pt x="12165" y="0"/>
                      </a:lnTo>
                      <a:lnTo>
                        <a:pt x="5286" y="0"/>
                      </a:lnTo>
                      <a:lnTo>
                        <a:pt x="5286" y="1253"/>
                      </a:lnTo>
                      <a:lnTo>
                        <a:pt x="0" y="1253"/>
                      </a:lnTo>
                      <a:lnTo>
                        <a:pt x="0" y="3051"/>
                      </a:lnTo>
                      <a:lnTo>
                        <a:pt x="12165" y="3051"/>
                      </a:lnTo>
                      <a:close/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83" name="Rectangle 386">
                  <a:extLst>
                    <a:ext uri="{FF2B5EF4-FFF2-40B4-BE49-F238E27FC236}">
                      <a16:creationId xmlns:a16="http://schemas.microsoft.com/office/drawing/2014/main" id="{61FD930C-B6E8-7D48-B4CF-2AE843545D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3" y="491"/>
                  <a:ext cx="7" cy="8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84" name="Line 387">
                  <a:extLst>
                    <a:ext uri="{FF2B5EF4-FFF2-40B4-BE49-F238E27FC236}">
                      <a16:creationId xmlns:a16="http://schemas.microsoft.com/office/drawing/2014/main" id="{5A959730-4128-384D-8CE1-A6E818DFB8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1" y="430"/>
                  <a:ext cx="1" cy="15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85" name="Rectangle 388">
                  <a:extLst>
                    <a:ext uri="{FF2B5EF4-FFF2-40B4-BE49-F238E27FC236}">
                      <a16:creationId xmlns:a16="http://schemas.microsoft.com/office/drawing/2014/main" id="{29336348-6333-2548-A87D-F769FFEC4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" y="443"/>
                  <a:ext cx="76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86" name="Line 389">
                  <a:extLst>
                    <a:ext uri="{FF2B5EF4-FFF2-40B4-BE49-F238E27FC236}">
                      <a16:creationId xmlns:a16="http://schemas.microsoft.com/office/drawing/2014/main" id="{C600D550-1751-8546-BB6F-6F371AF7A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87" name="Line 390">
                  <a:extLst>
                    <a:ext uri="{FF2B5EF4-FFF2-40B4-BE49-F238E27FC236}">
                      <a16:creationId xmlns:a16="http://schemas.microsoft.com/office/drawing/2014/main" id="{44F91D43-9F6F-AA4F-A06A-82A247CBB6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2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88" name="Line 391">
                  <a:extLst>
                    <a:ext uri="{FF2B5EF4-FFF2-40B4-BE49-F238E27FC236}">
                      <a16:creationId xmlns:a16="http://schemas.microsoft.com/office/drawing/2014/main" id="{633CA876-2E2D-F743-AEA3-DB6EBBFEF0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89" name="Line 392">
                  <a:extLst>
                    <a:ext uri="{FF2B5EF4-FFF2-40B4-BE49-F238E27FC236}">
                      <a16:creationId xmlns:a16="http://schemas.microsoft.com/office/drawing/2014/main" id="{657684A1-C610-B744-A4C7-6A10F57EAB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0" name="Line 393">
                  <a:extLst>
                    <a:ext uri="{FF2B5EF4-FFF2-40B4-BE49-F238E27FC236}">
                      <a16:creationId xmlns:a16="http://schemas.microsoft.com/office/drawing/2014/main" id="{BDE639FD-B77B-5843-829E-A7BAD59AD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6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1" name="Line 394">
                  <a:extLst>
                    <a:ext uri="{FF2B5EF4-FFF2-40B4-BE49-F238E27FC236}">
                      <a16:creationId xmlns:a16="http://schemas.microsoft.com/office/drawing/2014/main" id="{1AB48F76-561A-8E45-8F93-18367E8064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3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2" name="Line 395">
                  <a:extLst>
                    <a:ext uri="{FF2B5EF4-FFF2-40B4-BE49-F238E27FC236}">
                      <a16:creationId xmlns:a16="http://schemas.microsoft.com/office/drawing/2014/main" id="{4A8E915F-CE7A-8C49-BDD6-63CEA66310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01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3" name="Line 396">
                  <a:extLst>
                    <a:ext uri="{FF2B5EF4-FFF2-40B4-BE49-F238E27FC236}">
                      <a16:creationId xmlns:a16="http://schemas.microsoft.com/office/drawing/2014/main" id="{3407F8FF-9BAD-654A-9814-85F68A61AD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08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4" name="Line 397">
                  <a:extLst>
                    <a:ext uri="{FF2B5EF4-FFF2-40B4-BE49-F238E27FC236}">
                      <a16:creationId xmlns:a16="http://schemas.microsoft.com/office/drawing/2014/main" id="{94401031-AEC0-AC4A-B1C6-18591A21E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6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5" name="Line 398">
                  <a:extLst>
                    <a:ext uri="{FF2B5EF4-FFF2-40B4-BE49-F238E27FC236}">
                      <a16:creationId xmlns:a16="http://schemas.microsoft.com/office/drawing/2014/main" id="{4206347B-E74C-8147-BD33-E67F873389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7" y="454"/>
                  <a:ext cx="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6" name="Line 399">
                  <a:extLst>
                    <a:ext uri="{FF2B5EF4-FFF2-40B4-BE49-F238E27FC236}">
                      <a16:creationId xmlns:a16="http://schemas.microsoft.com/office/drawing/2014/main" id="{CB4E8474-5C1E-C246-BDD1-15AB5BD3FF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7" y="465"/>
                  <a:ext cx="76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97" name="Rectangle 400">
                  <a:extLst>
                    <a:ext uri="{FF2B5EF4-FFF2-40B4-BE49-F238E27FC236}">
                      <a16:creationId xmlns:a16="http://schemas.microsoft.com/office/drawing/2014/main" id="{7D7C6061-14A8-5343-A34D-7099E3C512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91"/>
                  <a:ext cx="61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98" name="Rectangle 401">
                  <a:extLst>
                    <a:ext uri="{FF2B5EF4-FFF2-40B4-BE49-F238E27FC236}">
                      <a16:creationId xmlns:a16="http://schemas.microsoft.com/office/drawing/2014/main" id="{83F84386-85C1-B54C-9196-8C797B6D50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" y="443"/>
                  <a:ext cx="76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99" name="Line 402">
                  <a:extLst>
                    <a:ext uri="{FF2B5EF4-FFF2-40B4-BE49-F238E27FC236}">
                      <a16:creationId xmlns:a16="http://schemas.microsoft.com/office/drawing/2014/main" id="{5C46C166-A8E3-B54D-8930-43EE5FAD55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6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0" name="Line 403">
                  <a:extLst>
                    <a:ext uri="{FF2B5EF4-FFF2-40B4-BE49-F238E27FC236}">
                      <a16:creationId xmlns:a16="http://schemas.microsoft.com/office/drawing/2014/main" id="{FF42409E-9D7A-0144-9A8D-79AABE3E70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4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1" name="Line 404">
                  <a:extLst>
                    <a:ext uri="{FF2B5EF4-FFF2-40B4-BE49-F238E27FC236}">
                      <a16:creationId xmlns:a16="http://schemas.microsoft.com/office/drawing/2014/main" id="{D990FEA9-CDDB-5245-B991-E5976D3744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2" name="Line 405">
                  <a:extLst>
                    <a:ext uri="{FF2B5EF4-FFF2-40B4-BE49-F238E27FC236}">
                      <a16:creationId xmlns:a16="http://schemas.microsoft.com/office/drawing/2014/main" id="{D00DCB3B-208F-3A48-8D6A-0F21C54222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9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3" name="Line 406">
                  <a:extLst>
                    <a:ext uri="{FF2B5EF4-FFF2-40B4-BE49-F238E27FC236}">
                      <a16:creationId xmlns:a16="http://schemas.microsoft.com/office/drawing/2014/main" id="{D052A9F4-63A9-6548-9592-E040BEF21E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7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4" name="Line 407">
                  <a:extLst>
                    <a:ext uri="{FF2B5EF4-FFF2-40B4-BE49-F238E27FC236}">
                      <a16:creationId xmlns:a16="http://schemas.microsoft.com/office/drawing/2014/main" id="{2D9BFA9B-A4C1-344D-A182-F3612AF3E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4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5" name="Line 408">
                  <a:extLst>
                    <a:ext uri="{FF2B5EF4-FFF2-40B4-BE49-F238E27FC236}">
                      <a16:creationId xmlns:a16="http://schemas.microsoft.com/office/drawing/2014/main" id="{851B1926-6F22-7D43-BF59-71C4A30130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92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6" name="Line 409">
                  <a:extLst>
                    <a:ext uri="{FF2B5EF4-FFF2-40B4-BE49-F238E27FC236}">
                      <a16:creationId xmlns:a16="http://schemas.microsoft.com/office/drawing/2014/main" id="{BE07979E-7FFC-3147-B217-F46D929A0F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0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7" name="Line 410">
                  <a:extLst>
                    <a:ext uri="{FF2B5EF4-FFF2-40B4-BE49-F238E27FC236}">
                      <a16:creationId xmlns:a16="http://schemas.microsoft.com/office/drawing/2014/main" id="{F80541E9-7779-614A-94D9-A653D0BEEB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7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8" name="Line 411">
                  <a:extLst>
                    <a:ext uri="{FF2B5EF4-FFF2-40B4-BE49-F238E27FC236}">
                      <a16:creationId xmlns:a16="http://schemas.microsoft.com/office/drawing/2014/main" id="{E9A25F24-95CF-6C40-9419-B87ECC828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" y="454"/>
                  <a:ext cx="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09" name="Line 412">
                  <a:extLst>
                    <a:ext uri="{FF2B5EF4-FFF2-40B4-BE49-F238E27FC236}">
                      <a16:creationId xmlns:a16="http://schemas.microsoft.com/office/drawing/2014/main" id="{430E3260-60F2-2745-BA1C-080EAB18BB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" y="465"/>
                  <a:ext cx="76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0" name="Rectangle 413">
                  <a:extLst>
                    <a:ext uri="{FF2B5EF4-FFF2-40B4-BE49-F238E27FC236}">
                      <a16:creationId xmlns:a16="http://schemas.microsoft.com/office/drawing/2014/main" id="{ADD097F9-5400-D741-BFA6-94F69D90E8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6" y="491"/>
                  <a:ext cx="61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11" name="Rectangle 414">
                  <a:extLst>
                    <a:ext uri="{FF2B5EF4-FFF2-40B4-BE49-F238E27FC236}">
                      <a16:creationId xmlns:a16="http://schemas.microsoft.com/office/drawing/2014/main" id="{E84C45FE-061A-E545-96A6-929F391B55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07"/>
                  <a:ext cx="53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12" name="Line 415">
                  <a:extLst>
                    <a:ext uri="{FF2B5EF4-FFF2-40B4-BE49-F238E27FC236}">
                      <a16:creationId xmlns:a16="http://schemas.microsoft.com/office/drawing/2014/main" id="{22FEF9F0-A92E-A145-B6A5-3829FEF1F9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9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3" name="Line 416">
                  <a:extLst>
                    <a:ext uri="{FF2B5EF4-FFF2-40B4-BE49-F238E27FC236}">
                      <a16:creationId xmlns:a16="http://schemas.microsoft.com/office/drawing/2014/main" id="{964CDB94-AEFF-3F42-8348-76FF67BED8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6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4" name="Line 417">
                  <a:extLst>
                    <a:ext uri="{FF2B5EF4-FFF2-40B4-BE49-F238E27FC236}">
                      <a16:creationId xmlns:a16="http://schemas.microsoft.com/office/drawing/2014/main" id="{2500AC50-0606-BA49-8972-7988775B75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4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5" name="Line 418">
                  <a:extLst>
                    <a:ext uri="{FF2B5EF4-FFF2-40B4-BE49-F238E27FC236}">
                      <a16:creationId xmlns:a16="http://schemas.microsoft.com/office/drawing/2014/main" id="{833A8B5F-7E65-894E-80AE-0A1F0F0FBA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6" name="Line 419">
                  <a:extLst>
                    <a:ext uri="{FF2B5EF4-FFF2-40B4-BE49-F238E27FC236}">
                      <a16:creationId xmlns:a16="http://schemas.microsoft.com/office/drawing/2014/main" id="{87AFD776-D73D-DD4E-AD4C-C4859CF4B2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9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7" name="Line 420">
                  <a:extLst>
                    <a:ext uri="{FF2B5EF4-FFF2-40B4-BE49-F238E27FC236}">
                      <a16:creationId xmlns:a16="http://schemas.microsoft.com/office/drawing/2014/main" id="{40EB7CA9-BD9E-AA49-B52E-99287831F4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7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8" name="Line 421">
                  <a:extLst>
                    <a:ext uri="{FF2B5EF4-FFF2-40B4-BE49-F238E27FC236}">
                      <a16:creationId xmlns:a16="http://schemas.microsoft.com/office/drawing/2014/main" id="{189B8D7A-21A5-4049-9454-1C12402EF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" y="518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19" name="Line 422">
                  <a:extLst>
                    <a:ext uri="{FF2B5EF4-FFF2-40B4-BE49-F238E27FC236}">
                      <a16:creationId xmlns:a16="http://schemas.microsoft.com/office/drawing/2014/main" id="{8C835848-D6FA-9F49-9FFB-6BF8837B47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" y="529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0" name="Rectangle 423">
                  <a:extLst>
                    <a:ext uri="{FF2B5EF4-FFF2-40B4-BE49-F238E27FC236}">
                      <a16:creationId xmlns:a16="http://schemas.microsoft.com/office/drawing/2014/main" id="{6AA13093-4628-AD4C-B26B-4C3507864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2" y="507"/>
                  <a:ext cx="53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21" name="Line 424">
                  <a:extLst>
                    <a:ext uri="{FF2B5EF4-FFF2-40B4-BE49-F238E27FC236}">
                      <a16:creationId xmlns:a16="http://schemas.microsoft.com/office/drawing/2014/main" id="{8A68F483-D8FC-3644-9B3E-F42E1487E0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2" name="Line 425">
                  <a:extLst>
                    <a:ext uri="{FF2B5EF4-FFF2-40B4-BE49-F238E27FC236}">
                      <a16:creationId xmlns:a16="http://schemas.microsoft.com/office/drawing/2014/main" id="{3E8CD269-AFA2-BA4B-A7E1-BD125CC50B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3" name="Line 426">
                  <a:extLst>
                    <a:ext uri="{FF2B5EF4-FFF2-40B4-BE49-F238E27FC236}">
                      <a16:creationId xmlns:a16="http://schemas.microsoft.com/office/drawing/2014/main" id="{4566256C-6819-C544-A76F-53FBCB47F6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5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4" name="Line 427">
                  <a:extLst>
                    <a:ext uri="{FF2B5EF4-FFF2-40B4-BE49-F238E27FC236}">
                      <a16:creationId xmlns:a16="http://schemas.microsoft.com/office/drawing/2014/main" id="{415B0CB6-C0AC-754F-8BD1-E650F20A75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5" name="Line 428">
                  <a:extLst>
                    <a:ext uri="{FF2B5EF4-FFF2-40B4-BE49-F238E27FC236}">
                      <a16:creationId xmlns:a16="http://schemas.microsoft.com/office/drawing/2014/main" id="{9F336E75-8269-D646-B031-7C467A846D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0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6" name="Line 429">
                  <a:extLst>
                    <a:ext uri="{FF2B5EF4-FFF2-40B4-BE49-F238E27FC236}">
                      <a16:creationId xmlns:a16="http://schemas.microsoft.com/office/drawing/2014/main" id="{7691FE4C-E61E-F640-9733-1BC0D06C8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7" name="Line 430">
                  <a:extLst>
                    <a:ext uri="{FF2B5EF4-FFF2-40B4-BE49-F238E27FC236}">
                      <a16:creationId xmlns:a16="http://schemas.microsoft.com/office/drawing/2014/main" id="{F49FFFEC-E45B-0C47-A81B-4C21FB4EFD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18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8" name="Line 431">
                  <a:extLst>
                    <a:ext uri="{FF2B5EF4-FFF2-40B4-BE49-F238E27FC236}">
                      <a16:creationId xmlns:a16="http://schemas.microsoft.com/office/drawing/2014/main" id="{4763F755-142F-0045-8E78-0BE6DF4CA6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29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29" name="Rectangle 432">
                  <a:extLst>
                    <a:ext uri="{FF2B5EF4-FFF2-40B4-BE49-F238E27FC236}">
                      <a16:creationId xmlns:a16="http://schemas.microsoft.com/office/drawing/2014/main" id="{E889519F-EE39-6949-ABB0-392ADBB193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53"/>
                  <a:ext cx="13" cy="2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30" name="Line 433">
                  <a:extLst>
                    <a:ext uri="{FF2B5EF4-FFF2-40B4-BE49-F238E27FC236}">
                      <a16:creationId xmlns:a16="http://schemas.microsoft.com/office/drawing/2014/main" id="{F50A934A-68CD-484D-BBE0-711530B5C1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7" y="553"/>
                  <a:ext cx="1" cy="2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1" name="Rectangle 434">
                  <a:extLst>
                    <a:ext uri="{FF2B5EF4-FFF2-40B4-BE49-F238E27FC236}">
                      <a16:creationId xmlns:a16="http://schemas.microsoft.com/office/drawing/2014/main" id="{303D7069-2170-7645-90A3-DBCF28160C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" y="553"/>
                  <a:ext cx="91" cy="1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32" name="Line 435">
                  <a:extLst>
                    <a:ext uri="{FF2B5EF4-FFF2-40B4-BE49-F238E27FC236}">
                      <a16:creationId xmlns:a16="http://schemas.microsoft.com/office/drawing/2014/main" id="{3CBE7F91-9218-744A-8CC2-B7961D56A1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3" name="Line 436">
                  <a:extLst>
                    <a:ext uri="{FF2B5EF4-FFF2-40B4-BE49-F238E27FC236}">
                      <a16:creationId xmlns:a16="http://schemas.microsoft.com/office/drawing/2014/main" id="{C3E8824F-6CE5-4646-BF8E-3E7E884899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9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4" name="Line 437">
                  <a:extLst>
                    <a:ext uri="{FF2B5EF4-FFF2-40B4-BE49-F238E27FC236}">
                      <a16:creationId xmlns:a16="http://schemas.microsoft.com/office/drawing/2014/main" id="{E2C47CB8-66AE-A54A-9906-9F2053D78A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7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5" name="Line 438">
                  <a:extLst>
                    <a:ext uri="{FF2B5EF4-FFF2-40B4-BE49-F238E27FC236}">
                      <a16:creationId xmlns:a16="http://schemas.microsoft.com/office/drawing/2014/main" id="{CB85A1B9-8DEC-5147-AFED-F3D99D80F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6" name="Line 439">
                  <a:extLst>
                    <a:ext uri="{FF2B5EF4-FFF2-40B4-BE49-F238E27FC236}">
                      <a16:creationId xmlns:a16="http://schemas.microsoft.com/office/drawing/2014/main" id="{BF2B7942-8B67-3C48-8AE6-DE94EF46CF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7" name="Line 440">
                  <a:extLst>
                    <a:ext uri="{FF2B5EF4-FFF2-40B4-BE49-F238E27FC236}">
                      <a16:creationId xmlns:a16="http://schemas.microsoft.com/office/drawing/2014/main" id="{35FD1647-926E-8443-8E17-7C510197C4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8" name="Line 441">
                  <a:extLst>
                    <a:ext uri="{FF2B5EF4-FFF2-40B4-BE49-F238E27FC236}">
                      <a16:creationId xmlns:a16="http://schemas.microsoft.com/office/drawing/2014/main" id="{B40C39A1-9B8F-D04B-8C74-7A56808F4E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39" name="Line 442">
                  <a:extLst>
                    <a:ext uri="{FF2B5EF4-FFF2-40B4-BE49-F238E27FC236}">
                      <a16:creationId xmlns:a16="http://schemas.microsoft.com/office/drawing/2014/main" id="{17B5DEF9-7DCD-684A-BF83-D58ED110F6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5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0" name="Line 443">
                  <a:extLst>
                    <a:ext uri="{FF2B5EF4-FFF2-40B4-BE49-F238E27FC236}">
                      <a16:creationId xmlns:a16="http://schemas.microsoft.com/office/drawing/2014/main" id="{4F1400E4-9CDC-F14C-99D0-EB82CFB073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1" name="Line 444">
                  <a:extLst>
                    <a:ext uri="{FF2B5EF4-FFF2-40B4-BE49-F238E27FC236}">
                      <a16:creationId xmlns:a16="http://schemas.microsoft.com/office/drawing/2014/main" id="{6A9BCE52-997F-E546-903A-A55287E3E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0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2" name="Line 445">
                  <a:extLst>
                    <a:ext uri="{FF2B5EF4-FFF2-40B4-BE49-F238E27FC236}">
                      <a16:creationId xmlns:a16="http://schemas.microsoft.com/office/drawing/2014/main" id="{2B53F81C-A9E4-794D-87EB-0FD2E3A4AF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3" name="Rectangle 446">
                  <a:extLst>
                    <a:ext uri="{FF2B5EF4-FFF2-40B4-BE49-F238E27FC236}">
                      <a16:creationId xmlns:a16="http://schemas.microsoft.com/office/drawing/2014/main" id="{A71C2958-7807-614D-A5F1-16DA14C61D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19"/>
                  <a:ext cx="152" cy="11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44" name="Rectangle 447">
                  <a:extLst>
                    <a:ext uri="{FF2B5EF4-FFF2-40B4-BE49-F238E27FC236}">
                      <a16:creationId xmlns:a16="http://schemas.microsoft.com/office/drawing/2014/main" id="{929327FE-30EC-5A47-A7CE-6B427AB853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280"/>
                  <a:ext cx="127" cy="211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45" name="Line 448">
                  <a:extLst>
                    <a:ext uri="{FF2B5EF4-FFF2-40B4-BE49-F238E27FC236}">
                      <a16:creationId xmlns:a16="http://schemas.microsoft.com/office/drawing/2014/main" id="{46FFCC45-073F-1B49-8E13-22C867B562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0" y="280"/>
                  <a:ext cx="0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6" name="Line 449">
                  <a:extLst>
                    <a:ext uri="{FF2B5EF4-FFF2-40B4-BE49-F238E27FC236}">
                      <a16:creationId xmlns:a16="http://schemas.microsoft.com/office/drawing/2014/main" id="{A47C3EDD-1D6E-3342-813B-D6B46F7F9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6" y="280"/>
                  <a:ext cx="0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7" name="Line 450">
                  <a:extLst>
                    <a:ext uri="{FF2B5EF4-FFF2-40B4-BE49-F238E27FC236}">
                      <a16:creationId xmlns:a16="http://schemas.microsoft.com/office/drawing/2014/main" id="{38009282-F681-FC47-9FE4-0D4D0DB369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6" y="280"/>
                  <a:ext cx="1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8" name="Line 451">
                  <a:extLst>
                    <a:ext uri="{FF2B5EF4-FFF2-40B4-BE49-F238E27FC236}">
                      <a16:creationId xmlns:a16="http://schemas.microsoft.com/office/drawing/2014/main" id="{E8745537-1A5A-2641-89F5-0946CB5AE5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3" y="280"/>
                  <a:ext cx="1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49" name="Line 452">
                  <a:extLst>
                    <a:ext uri="{FF2B5EF4-FFF2-40B4-BE49-F238E27FC236}">
                      <a16:creationId xmlns:a16="http://schemas.microsoft.com/office/drawing/2014/main" id="{D4A69A6A-3F83-6D4D-97EB-D25BC4A28D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" y="312"/>
                  <a:ext cx="127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50" name="Freeform 453">
                  <a:extLst>
                    <a:ext uri="{FF2B5EF4-FFF2-40B4-BE49-F238E27FC236}">
                      <a16:creationId xmlns:a16="http://schemas.microsoft.com/office/drawing/2014/main" id="{D118C3F9-C8CB-A84E-AB13-7606CE38E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280"/>
                  <a:ext cx="127" cy="32"/>
                </a:xfrm>
                <a:custGeom>
                  <a:avLst/>
                  <a:gdLst>
                    <a:gd name="T0" fmla="*/ 0 w 4751"/>
                    <a:gd name="T1" fmla="*/ 0 h 655"/>
                    <a:gd name="T2" fmla="*/ 0 w 4751"/>
                    <a:gd name="T3" fmla="*/ 0 h 655"/>
                    <a:gd name="T4" fmla="*/ 0 w 4751"/>
                    <a:gd name="T5" fmla="*/ 0 h 655"/>
                    <a:gd name="T6" fmla="*/ 0 w 4751"/>
                    <a:gd name="T7" fmla="*/ 0 h 655"/>
                    <a:gd name="T8" fmla="*/ 0 w 4751"/>
                    <a:gd name="T9" fmla="*/ 0 h 655"/>
                    <a:gd name="T10" fmla="*/ 0 w 4751"/>
                    <a:gd name="T11" fmla="*/ 0 h 6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51"/>
                    <a:gd name="T19" fmla="*/ 0 h 655"/>
                    <a:gd name="T20" fmla="*/ 4751 w 4751"/>
                    <a:gd name="T21" fmla="*/ 655 h 65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51" h="655">
                      <a:moveTo>
                        <a:pt x="0" y="655"/>
                      </a:moveTo>
                      <a:lnTo>
                        <a:pt x="619" y="0"/>
                      </a:lnTo>
                      <a:lnTo>
                        <a:pt x="1604" y="655"/>
                      </a:lnTo>
                      <a:lnTo>
                        <a:pt x="3117" y="9"/>
                      </a:lnTo>
                      <a:lnTo>
                        <a:pt x="4139" y="655"/>
                      </a:lnTo>
                      <a:lnTo>
                        <a:pt x="4751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51" name="Freeform 454">
                  <a:extLst>
                    <a:ext uri="{FF2B5EF4-FFF2-40B4-BE49-F238E27FC236}">
                      <a16:creationId xmlns:a16="http://schemas.microsoft.com/office/drawing/2014/main" id="{D3BA0389-B1B4-6C4A-A881-BC0A754A8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280"/>
                  <a:ext cx="127" cy="32"/>
                </a:xfrm>
                <a:custGeom>
                  <a:avLst/>
                  <a:gdLst>
                    <a:gd name="T0" fmla="*/ 0 w 4751"/>
                    <a:gd name="T1" fmla="*/ 0 h 655"/>
                    <a:gd name="T2" fmla="*/ 0 w 4751"/>
                    <a:gd name="T3" fmla="*/ 0 h 655"/>
                    <a:gd name="T4" fmla="*/ 0 w 4751"/>
                    <a:gd name="T5" fmla="*/ 0 h 655"/>
                    <a:gd name="T6" fmla="*/ 0 w 4751"/>
                    <a:gd name="T7" fmla="*/ 0 h 655"/>
                    <a:gd name="T8" fmla="*/ 0 w 4751"/>
                    <a:gd name="T9" fmla="*/ 0 h 655"/>
                    <a:gd name="T10" fmla="*/ 0 w 4751"/>
                    <a:gd name="T11" fmla="*/ 0 h 6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51"/>
                    <a:gd name="T19" fmla="*/ 0 h 655"/>
                    <a:gd name="T20" fmla="*/ 4751 w 4751"/>
                    <a:gd name="T21" fmla="*/ 655 h 65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51" h="655">
                      <a:moveTo>
                        <a:pt x="4751" y="655"/>
                      </a:moveTo>
                      <a:lnTo>
                        <a:pt x="4139" y="0"/>
                      </a:lnTo>
                      <a:lnTo>
                        <a:pt x="3117" y="655"/>
                      </a:lnTo>
                      <a:lnTo>
                        <a:pt x="1604" y="9"/>
                      </a:lnTo>
                      <a:lnTo>
                        <a:pt x="619" y="65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52" name="Rectangle 455">
                  <a:extLst>
                    <a:ext uri="{FF2B5EF4-FFF2-40B4-BE49-F238E27FC236}">
                      <a16:creationId xmlns:a16="http://schemas.microsoft.com/office/drawing/2014/main" id="{849C3A6B-986F-8241-934C-FA409427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" y="492"/>
                  <a:ext cx="3" cy="8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3" name="Rectangle 456">
                  <a:extLst>
                    <a:ext uri="{FF2B5EF4-FFF2-40B4-BE49-F238E27FC236}">
                      <a16:creationId xmlns:a16="http://schemas.microsoft.com/office/drawing/2014/main" id="{A1DA60FD-6E0F-5544-BB71-887004284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" y="492"/>
                  <a:ext cx="2" cy="8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4" name="Rectangle 457">
                  <a:extLst>
                    <a:ext uri="{FF2B5EF4-FFF2-40B4-BE49-F238E27FC236}">
                      <a16:creationId xmlns:a16="http://schemas.microsoft.com/office/drawing/2014/main" id="{211CB4FB-E50D-2F45-8690-61937FEB6E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5" name="Rectangle 458">
                  <a:extLst>
                    <a:ext uri="{FF2B5EF4-FFF2-40B4-BE49-F238E27FC236}">
                      <a16:creationId xmlns:a16="http://schemas.microsoft.com/office/drawing/2014/main" id="{F96C7D8C-2B1B-FC4E-8B9B-7F4B5D3B1C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6" name="Rectangle 459">
                  <a:extLst>
                    <a:ext uri="{FF2B5EF4-FFF2-40B4-BE49-F238E27FC236}">
                      <a16:creationId xmlns:a16="http://schemas.microsoft.com/office/drawing/2014/main" id="{B15280A9-5432-374D-B7E1-98D8BEF2C2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7" name="Rectangle 460">
                  <a:extLst>
                    <a:ext uri="{FF2B5EF4-FFF2-40B4-BE49-F238E27FC236}">
                      <a16:creationId xmlns:a16="http://schemas.microsoft.com/office/drawing/2014/main" id="{A57395F5-2376-7040-A99E-1C3997FEAE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8" name="Rectangle 461">
                  <a:extLst>
                    <a:ext uri="{FF2B5EF4-FFF2-40B4-BE49-F238E27FC236}">
                      <a16:creationId xmlns:a16="http://schemas.microsoft.com/office/drawing/2014/main" id="{7B2F748E-1C11-3A47-A131-3CB6A4E68B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59" name="Rectangle 462">
                  <a:extLst>
                    <a:ext uri="{FF2B5EF4-FFF2-40B4-BE49-F238E27FC236}">
                      <a16:creationId xmlns:a16="http://schemas.microsoft.com/office/drawing/2014/main" id="{5C7FB7FB-0375-9743-BF74-50080B048A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60" name="Rectangle 463">
                  <a:extLst>
                    <a:ext uri="{FF2B5EF4-FFF2-40B4-BE49-F238E27FC236}">
                      <a16:creationId xmlns:a16="http://schemas.microsoft.com/office/drawing/2014/main" id="{E1BE6902-162D-E14C-973A-404559BB76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61" name="Rectangle 464">
                  <a:extLst>
                    <a:ext uri="{FF2B5EF4-FFF2-40B4-BE49-F238E27FC236}">
                      <a16:creationId xmlns:a16="http://schemas.microsoft.com/office/drawing/2014/main" id="{605021F7-636A-A744-9E8B-551DA78A1E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62" name="Rectangle 465">
                  <a:extLst>
                    <a:ext uri="{FF2B5EF4-FFF2-40B4-BE49-F238E27FC236}">
                      <a16:creationId xmlns:a16="http://schemas.microsoft.com/office/drawing/2014/main" id="{465E7BF0-B65A-B74F-B69E-97F0AC6E8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313"/>
                  <a:ext cx="17" cy="17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863" name="Line 466">
                  <a:extLst>
                    <a:ext uri="{FF2B5EF4-FFF2-40B4-BE49-F238E27FC236}">
                      <a16:creationId xmlns:a16="http://schemas.microsoft.com/office/drawing/2014/main" id="{173D2F6A-F24E-434A-B2CA-66BCE3B5B5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4" name="Line 467">
                  <a:extLst>
                    <a:ext uri="{FF2B5EF4-FFF2-40B4-BE49-F238E27FC236}">
                      <a16:creationId xmlns:a16="http://schemas.microsoft.com/office/drawing/2014/main" id="{86B363AF-F58A-8F45-8420-5AC6DC33FD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5" name="Line 468">
                  <a:extLst>
                    <a:ext uri="{FF2B5EF4-FFF2-40B4-BE49-F238E27FC236}">
                      <a16:creationId xmlns:a16="http://schemas.microsoft.com/office/drawing/2014/main" id="{A5F61974-F43D-2E4C-8E25-78E96C7AB5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6" name="Line 469">
                  <a:extLst>
                    <a:ext uri="{FF2B5EF4-FFF2-40B4-BE49-F238E27FC236}">
                      <a16:creationId xmlns:a16="http://schemas.microsoft.com/office/drawing/2014/main" id="{A1DD1221-7ED4-C34B-9E05-4B913EADB8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7" name="Line 470">
                  <a:extLst>
                    <a:ext uri="{FF2B5EF4-FFF2-40B4-BE49-F238E27FC236}">
                      <a16:creationId xmlns:a16="http://schemas.microsoft.com/office/drawing/2014/main" id="{41751E4D-5F77-504E-B068-ADC00DF855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8" name="Line 471">
                  <a:extLst>
                    <a:ext uri="{FF2B5EF4-FFF2-40B4-BE49-F238E27FC236}">
                      <a16:creationId xmlns:a16="http://schemas.microsoft.com/office/drawing/2014/main" id="{465A26C1-09D7-B342-9D60-AD1FCB0AD4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69" name="Line 472">
                  <a:extLst>
                    <a:ext uri="{FF2B5EF4-FFF2-40B4-BE49-F238E27FC236}">
                      <a16:creationId xmlns:a16="http://schemas.microsoft.com/office/drawing/2014/main" id="{347FF075-B5FB-3E40-A4C4-1B37ADE88C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0" name="Line 473">
                  <a:extLst>
                    <a:ext uri="{FF2B5EF4-FFF2-40B4-BE49-F238E27FC236}">
                      <a16:creationId xmlns:a16="http://schemas.microsoft.com/office/drawing/2014/main" id="{EA20BD65-ADF7-0B44-ADAE-0379E970D0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1" name="Line 474">
                  <a:extLst>
                    <a:ext uri="{FF2B5EF4-FFF2-40B4-BE49-F238E27FC236}">
                      <a16:creationId xmlns:a16="http://schemas.microsoft.com/office/drawing/2014/main" id="{823F1674-1D89-5E4E-B2BB-8F685FE2C9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2" name="Line 475">
                  <a:extLst>
                    <a:ext uri="{FF2B5EF4-FFF2-40B4-BE49-F238E27FC236}">
                      <a16:creationId xmlns:a16="http://schemas.microsoft.com/office/drawing/2014/main" id="{D99DA2EF-3D0A-5047-8D04-01C935DCB2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3" name="Line 476">
                  <a:extLst>
                    <a:ext uri="{FF2B5EF4-FFF2-40B4-BE49-F238E27FC236}">
                      <a16:creationId xmlns:a16="http://schemas.microsoft.com/office/drawing/2014/main" id="{B6147836-B655-D14F-A859-80FF56EC5E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4" name="Line 477">
                  <a:extLst>
                    <a:ext uri="{FF2B5EF4-FFF2-40B4-BE49-F238E27FC236}">
                      <a16:creationId xmlns:a16="http://schemas.microsoft.com/office/drawing/2014/main" id="{5D9AC114-E8B7-5846-9461-3146BAAE7A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5" name="Line 478">
                  <a:extLst>
                    <a:ext uri="{FF2B5EF4-FFF2-40B4-BE49-F238E27FC236}">
                      <a16:creationId xmlns:a16="http://schemas.microsoft.com/office/drawing/2014/main" id="{4BED6292-770B-CC4D-8D2C-5884B833D0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6" name="Line 479">
                  <a:extLst>
                    <a:ext uri="{FF2B5EF4-FFF2-40B4-BE49-F238E27FC236}">
                      <a16:creationId xmlns:a16="http://schemas.microsoft.com/office/drawing/2014/main" id="{4B1CFC2A-7310-E04C-95E0-24BB7F2C74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7" name="Line 480">
                  <a:extLst>
                    <a:ext uri="{FF2B5EF4-FFF2-40B4-BE49-F238E27FC236}">
                      <a16:creationId xmlns:a16="http://schemas.microsoft.com/office/drawing/2014/main" id="{5DD02C71-10B1-AD45-80AA-AF26C6349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878" name="Line 481">
                  <a:extLst>
                    <a:ext uri="{FF2B5EF4-FFF2-40B4-BE49-F238E27FC236}">
                      <a16:creationId xmlns:a16="http://schemas.microsoft.com/office/drawing/2014/main" id="{0F385A9C-9A12-B64F-A7B8-F4B113397D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28697" name="Picture 482" descr="uslg1">
                <a:extLst>
                  <a:ext uri="{FF2B5EF4-FFF2-40B4-BE49-F238E27FC236}">
                    <a16:creationId xmlns:a16="http://schemas.microsoft.com/office/drawing/2014/main" id="{7B0AFE72-4730-5446-9D63-5760D51A1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0" y="1066"/>
                <a:ext cx="159" cy="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8698" name="Group 483">
                <a:extLst>
                  <a:ext uri="{FF2B5EF4-FFF2-40B4-BE49-F238E27FC236}">
                    <a16:creationId xmlns:a16="http://schemas.microsoft.com/office/drawing/2014/main" id="{B8700BDD-47DA-3A43-A3B3-0F8140ACC5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6" y="1042"/>
                <a:ext cx="544" cy="334"/>
                <a:chOff x="4896" y="2448"/>
                <a:chExt cx="720" cy="437"/>
              </a:xfrm>
            </p:grpSpPr>
            <p:sp>
              <p:nvSpPr>
                <p:cNvPr id="28753" name="Rectangle 484">
                  <a:extLst>
                    <a:ext uri="{FF2B5EF4-FFF2-40B4-BE49-F238E27FC236}">
                      <a16:creationId xmlns:a16="http://schemas.microsoft.com/office/drawing/2014/main" id="{28396398-9906-EF48-BE04-7B3377645C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10" y="2712"/>
                  <a:ext cx="361" cy="17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4" name="Rectangle 485">
                  <a:extLst>
                    <a:ext uri="{FF2B5EF4-FFF2-40B4-BE49-F238E27FC236}">
                      <a16:creationId xmlns:a16="http://schemas.microsoft.com/office/drawing/2014/main" id="{70502E87-00AB-CE4F-9F69-AD35D9044C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44" y="2607"/>
                  <a:ext cx="25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5" name="Rectangle 486">
                  <a:extLst>
                    <a:ext uri="{FF2B5EF4-FFF2-40B4-BE49-F238E27FC236}">
                      <a16:creationId xmlns:a16="http://schemas.microsoft.com/office/drawing/2014/main" id="{A92BB6C0-FC89-5443-8606-C8221297D5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2" y="2607"/>
                  <a:ext cx="26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6" name="Rectangle 487">
                  <a:extLst>
                    <a:ext uri="{FF2B5EF4-FFF2-40B4-BE49-F238E27FC236}">
                      <a16:creationId xmlns:a16="http://schemas.microsoft.com/office/drawing/2014/main" id="{B994D199-FFA1-5D44-BC87-460D1E8E59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44" y="2702"/>
                  <a:ext cx="25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7" name="Rectangle 488">
                  <a:extLst>
                    <a:ext uri="{FF2B5EF4-FFF2-40B4-BE49-F238E27FC236}">
                      <a16:creationId xmlns:a16="http://schemas.microsoft.com/office/drawing/2014/main" id="{7F83A530-327D-E749-ADFB-5896EBB9E7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7" y="2678"/>
                  <a:ext cx="21" cy="1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8" name="Rectangle 489">
                  <a:extLst>
                    <a:ext uri="{FF2B5EF4-FFF2-40B4-BE49-F238E27FC236}">
                      <a16:creationId xmlns:a16="http://schemas.microsoft.com/office/drawing/2014/main" id="{AE5BE965-55B4-C344-BFDB-DED4A24C3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30" y="2578"/>
                  <a:ext cx="22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59" name="Rectangle 490">
                  <a:extLst>
                    <a:ext uri="{FF2B5EF4-FFF2-40B4-BE49-F238E27FC236}">
                      <a16:creationId xmlns:a16="http://schemas.microsoft.com/office/drawing/2014/main" id="{F6DB9406-7D15-6849-969D-134C54310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1" y="2578"/>
                  <a:ext cx="21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0" name="Rectangle 491">
                  <a:extLst>
                    <a:ext uri="{FF2B5EF4-FFF2-40B4-BE49-F238E27FC236}">
                      <a16:creationId xmlns:a16="http://schemas.microsoft.com/office/drawing/2014/main" id="{283CEB56-FC10-2842-8F16-EBC74CDA18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11" y="2578"/>
                  <a:ext cx="20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1" name="Rectangle 492">
                  <a:extLst>
                    <a:ext uri="{FF2B5EF4-FFF2-40B4-BE49-F238E27FC236}">
                      <a16:creationId xmlns:a16="http://schemas.microsoft.com/office/drawing/2014/main" id="{92528DD5-A96E-154C-830E-4454E4C752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58" y="2496"/>
                  <a:ext cx="17" cy="3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2" name="Rectangle 493">
                  <a:extLst>
                    <a:ext uri="{FF2B5EF4-FFF2-40B4-BE49-F238E27FC236}">
                      <a16:creationId xmlns:a16="http://schemas.microsoft.com/office/drawing/2014/main" id="{FD3E7D30-A63F-3C48-9562-14F65FF76E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59" y="2544"/>
                  <a:ext cx="18" cy="2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3" name="Rectangle 494">
                  <a:extLst>
                    <a:ext uri="{FF2B5EF4-FFF2-40B4-BE49-F238E27FC236}">
                      <a16:creationId xmlns:a16="http://schemas.microsoft.com/office/drawing/2014/main" id="{916F5ECE-A020-444E-81C2-828AEFA01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7" y="2657"/>
                  <a:ext cx="18" cy="2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4" name="Rectangle 495">
                  <a:extLst>
                    <a:ext uri="{FF2B5EF4-FFF2-40B4-BE49-F238E27FC236}">
                      <a16:creationId xmlns:a16="http://schemas.microsoft.com/office/drawing/2014/main" id="{E95904BF-4590-8F4B-8C1C-C832A1A11C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7" y="2727"/>
                  <a:ext cx="21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65" name="Freeform 496">
                  <a:extLst>
                    <a:ext uri="{FF2B5EF4-FFF2-40B4-BE49-F238E27FC236}">
                      <a16:creationId xmlns:a16="http://schemas.microsoft.com/office/drawing/2014/main" id="{CA23A23F-6601-354B-866E-62BF35909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6" y="2448"/>
                  <a:ext cx="720" cy="437"/>
                </a:xfrm>
                <a:custGeom>
                  <a:avLst/>
                  <a:gdLst>
                    <a:gd name="T0" fmla="*/ 0 w 13402"/>
                    <a:gd name="T1" fmla="*/ 0 h 10476"/>
                    <a:gd name="T2" fmla="*/ 0 w 13402"/>
                    <a:gd name="T3" fmla="*/ 0 h 10476"/>
                    <a:gd name="T4" fmla="*/ 0 w 13402"/>
                    <a:gd name="T5" fmla="*/ 0 h 10476"/>
                    <a:gd name="T6" fmla="*/ 0 w 13402"/>
                    <a:gd name="T7" fmla="*/ 0 h 10476"/>
                    <a:gd name="T8" fmla="*/ 0 w 13402"/>
                    <a:gd name="T9" fmla="*/ 0 h 10476"/>
                    <a:gd name="T10" fmla="*/ 0 w 13402"/>
                    <a:gd name="T11" fmla="*/ 0 h 10476"/>
                    <a:gd name="T12" fmla="*/ 0 w 13402"/>
                    <a:gd name="T13" fmla="*/ 0 h 10476"/>
                    <a:gd name="T14" fmla="*/ 0 w 13402"/>
                    <a:gd name="T15" fmla="*/ 0 h 10476"/>
                    <a:gd name="T16" fmla="*/ 0 w 13402"/>
                    <a:gd name="T17" fmla="*/ 0 h 10476"/>
                    <a:gd name="T18" fmla="*/ 0 w 13402"/>
                    <a:gd name="T19" fmla="*/ 0 h 10476"/>
                    <a:gd name="T20" fmla="*/ 0 w 13402"/>
                    <a:gd name="T21" fmla="*/ 0 h 10476"/>
                    <a:gd name="T22" fmla="*/ 0 w 13402"/>
                    <a:gd name="T23" fmla="*/ 0 h 10476"/>
                    <a:gd name="T24" fmla="*/ 0 w 13402"/>
                    <a:gd name="T25" fmla="*/ 0 h 10476"/>
                    <a:gd name="T26" fmla="*/ 0 w 13402"/>
                    <a:gd name="T27" fmla="*/ 0 h 10476"/>
                    <a:gd name="T28" fmla="*/ 0 w 13402"/>
                    <a:gd name="T29" fmla="*/ 0 h 10476"/>
                    <a:gd name="T30" fmla="*/ 0 w 13402"/>
                    <a:gd name="T31" fmla="*/ 0 h 10476"/>
                    <a:gd name="T32" fmla="*/ 0 w 13402"/>
                    <a:gd name="T33" fmla="*/ 0 h 10476"/>
                    <a:gd name="T34" fmla="*/ 0 w 13402"/>
                    <a:gd name="T35" fmla="*/ 0 h 10476"/>
                    <a:gd name="T36" fmla="*/ 0 w 13402"/>
                    <a:gd name="T37" fmla="*/ 0 h 10476"/>
                    <a:gd name="T38" fmla="*/ 0 w 13402"/>
                    <a:gd name="T39" fmla="*/ 0 h 10476"/>
                    <a:gd name="T40" fmla="*/ 0 w 13402"/>
                    <a:gd name="T41" fmla="*/ 0 h 10476"/>
                    <a:gd name="T42" fmla="*/ 0 w 13402"/>
                    <a:gd name="T43" fmla="*/ 0 h 10476"/>
                    <a:gd name="T44" fmla="*/ 0 w 13402"/>
                    <a:gd name="T45" fmla="*/ 0 h 10476"/>
                    <a:gd name="T46" fmla="*/ 0 w 13402"/>
                    <a:gd name="T47" fmla="*/ 0 h 10476"/>
                    <a:gd name="T48" fmla="*/ 0 w 13402"/>
                    <a:gd name="T49" fmla="*/ 0 h 10476"/>
                    <a:gd name="T50" fmla="*/ 0 w 13402"/>
                    <a:gd name="T51" fmla="*/ 0 h 10476"/>
                    <a:gd name="T52" fmla="*/ 0 w 13402"/>
                    <a:gd name="T53" fmla="*/ 0 h 10476"/>
                    <a:gd name="T54" fmla="*/ 0 w 13402"/>
                    <a:gd name="T55" fmla="*/ 0 h 10476"/>
                    <a:gd name="T56" fmla="*/ 0 w 13402"/>
                    <a:gd name="T57" fmla="*/ 0 h 10476"/>
                    <a:gd name="T58" fmla="*/ 0 w 13402"/>
                    <a:gd name="T59" fmla="*/ 0 h 10476"/>
                    <a:gd name="T60" fmla="*/ 0 w 13402"/>
                    <a:gd name="T61" fmla="*/ 0 h 10476"/>
                    <a:gd name="T62" fmla="*/ 0 w 13402"/>
                    <a:gd name="T63" fmla="*/ 0 h 10476"/>
                    <a:gd name="T64" fmla="*/ 0 w 13402"/>
                    <a:gd name="T65" fmla="*/ 0 h 10476"/>
                    <a:gd name="T66" fmla="*/ 0 w 13402"/>
                    <a:gd name="T67" fmla="*/ 0 h 10476"/>
                    <a:gd name="T68" fmla="*/ 0 w 13402"/>
                    <a:gd name="T69" fmla="*/ 0 h 10476"/>
                    <a:gd name="T70" fmla="*/ 0 w 13402"/>
                    <a:gd name="T71" fmla="*/ 0 h 10476"/>
                    <a:gd name="T72" fmla="*/ 0 w 13402"/>
                    <a:gd name="T73" fmla="*/ 0 h 1047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3402"/>
                    <a:gd name="T112" fmla="*/ 0 h 10476"/>
                    <a:gd name="T113" fmla="*/ 13402 w 13402"/>
                    <a:gd name="T114" fmla="*/ 10476 h 1047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3402" h="10476">
                      <a:moveTo>
                        <a:pt x="0" y="10476"/>
                      </a:moveTo>
                      <a:lnTo>
                        <a:pt x="0" y="4095"/>
                      </a:lnTo>
                      <a:lnTo>
                        <a:pt x="924" y="4095"/>
                      </a:lnTo>
                      <a:lnTo>
                        <a:pt x="924" y="0"/>
                      </a:lnTo>
                      <a:lnTo>
                        <a:pt x="1661" y="0"/>
                      </a:lnTo>
                      <a:lnTo>
                        <a:pt x="1661" y="4095"/>
                      </a:lnTo>
                      <a:lnTo>
                        <a:pt x="2301" y="4095"/>
                      </a:lnTo>
                      <a:lnTo>
                        <a:pt x="2301" y="0"/>
                      </a:lnTo>
                      <a:lnTo>
                        <a:pt x="3039" y="0"/>
                      </a:lnTo>
                      <a:lnTo>
                        <a:pt x="3039" y="4095"/>
                      </a:lnTo>
                      <a:lnTo>
                        <a:pt x="3958" y="4095"/>
                      </a:lnTo>
                      <a:lnTo>
                        <a:pt x="3958" y="5932"/>
                      </a:lnTo>
                      <a:lnTo>
                        <a:pt x="4598" y="5932"/>
                      </a:lnTo>
                      <a:lnTo>
                        <a:pt x="4598" y="5129"/>
                      </a:lnTo>
                      <a:lnTo>
                        <a:pt x="5762" y="5129"/>
                      </a:lnTo>
                      <a:lnTo>
                        <a:pt x="5762" y="3773"/>
                      </a:lnTo>
                      <a:lnTo>
                        <a:pt x="8512" y="3773"/>
                      </a:lnTo>
                      <a:lnTo>
                        <a:pt x="8512" y="2657"/>
                      </a:lnTo>
                      <a:lnTo>
                        <a:pt x="9087" y="2657"/>
                      </a:lnTo>
                      <a:lnTo>
                        <a:pt x="9087" y="1573"/>
                      </a:lnTo>
                      <a:lnTo>
                        <a:pt x="10814" y="1573"/>
                      </a:lnTo>
                      <a:lnTo>
                        <a:pt x="10814" y="2202"/>
                      </a:lnTo>
                      <a:lnTo>
                        <a:pt x="11562" y="2202"/>
                      </a:lnTo>
                      <a:lnTo>
                        <a:pt x="11562" y="4679"/>
                      </a:lnTo>
                      <a:lnTo>
                        <a:pt x="13402" y="4679"/>
                      </a:lnTo>
                      <a:lnTo>
                        <a:pt x="13402" y="10476"/>
                      </a:lnTo>
                      <a:lnTo>
                        <a:pt x="10600" y="10476"/>
                      </a:lnTo>
                      <a:lnTo>
                        <a:pt x="10600" y="7286"/>
                      </a:lnTo>
                      <a:lnTo>
                        <a:pt x="9195" y="6382"/>
                      </a:lnTo>
                      <a:lnTo>
                        <a:pt x="7809" y="7286"/>
                      </a:lnTo>
                      <a:lnTo>
                        <a:pt x="7809" y="10476"/>
                      </a:lnTo>
                      <a:lnTo>
                        <a:pt x="6892" y="10476"/>
                      </a:lnTo>
                      <a:lnTo>
                        <a:pt x="6892" y="7286"/>
                      </a:lnTo>
                      <a:lnTo>
                        <a:pt x="5512" y="6382"/>
                      </a:lnTo>
                      <a:lnTo>
                        <a:pt x="4134" y="7286"/>
                      </a:lnTo>
                      <a:lnTo>
                        <a:pt x="4134" y="10476"/>
                      </a:lnTo>
                      <a:lnTo>
                        <a:pt x="0" y="104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28699" name="Picture 497" descr="japan">
                <a:extLst>
                  <a:ext uri="{FF2B5EF4-FFF2-40B4-BE49-F238E27FC236}">
                    <a16:creationId xmlns:a16="http://schemas.microsoft.com/office/drawing/2014/main" id="{B144B7B0-6653-5E41-9394-AEB82F99F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0" y="690"/>
                <a:ext cx="146" cy="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8700" name="Group 498">
                <a:extLst>
                  <a:ext uri="{FF2B5EF4-FFF2-40B4-BE49-F238E27FC236}">
                    <a16:creationId xmlns:a16="http://schemas.microsoft.com/office/drawing/2014/main" id="{30E7CB36-9135-8943-85F7-7ABBBF79E6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6" y="1039"/>
                <a:ext cx="582" cy="341"/>
                <a:chOff x="144" y="2880"/>
                <a:chExt cx="864" cy="336"/>
              </a:xfrm>
            </p:grpSpPr>
            <p:sp>
              <p:nvSpPr>
                <p:cNvPr id="228851" name="Freeform 499">
                  <a:extLst>
                    <a:ext uri="{FF2B5EF4-FFF2-40B4-BE49-F238E27FC236}">
                      <a16:creationId xmlns:a16="http://schemas.microsoft.com/office/drawing/2014/main" id="{14DC74C3-6CBD-0644-8047-966BB44B3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7" y="2908"/>
                  <a:ext cx="251" cy="297"/>
                </a:xfrm>
                <a:custGeom>
                  <a:avLst/>
                  <a:gdLst/>
                  <a:ahLst/>
                  <a:cxnLst>
                    <a:cxn ang="0">
                      <a:pos x="4930" y="6602"/>
                    </a:cxn>
                    <a:cxn ang="0">
                      <a:pos x="4885" y="6493"/>
                    </a:cxn>
                    <a:cxn ang="0">
                      <a:pos x="4758" y="6156"/>
                    </a:cxn>
                    <a:cxn ang="0">
                      <a:pos x="4630" y="5819"/>
                    </a:cxn>
                    <a:cxn ang="0">
                      <a:pos x="4512" y="5473"/>
                    </a:cxn>
                    <a:cxn ang="0">
                      <a:pos x="4412" y="5118"/>
                    </a:cxn>
                    <a:cxn ang="0">
                      <a:pos x="4330" y="4755"/>
                    </a:cxn>
                    <a:cxn ang="0">
                      <a:pos x="4249" y="4399"/>
                    </a:cxn>
                    <a:cxn ang="0">
                      <a:pos x="4185" y="4025"/>
                    </a:cxn>
                    <a:cxn ang="0">
                      <a:pos x="4131" y="3653"/>
                    </a:cxn>
                    <a:cxn ang="0">
                      <a:pos x="4094" y="3279"/>
                    </a:cxn>
                    <a:cxn ang="0">
                      <a:pos x="4058" y="2897"/>
                    </a:cxn>
                    <a:cxn ang="0">
                      <a:pos x="4049" y="2523"/>
                    </a:cxn>
                    <a:cxn ang="0">
                      <a:pos x="4049" y="2268"/>
                    </a:cxn>
                    <a:cxn ang="0">
                      <a:pos x="4049" y="2084"/>
                    </a:cxn>
                    <a:cxn ang="0">
                      <a:pos x="4058" y="1786"/>
                    </a:cxn>
                    <a:cxn ang="0">
                      <a:pos x="4085" y="1476"/>
                    </a:cxn>
                    <a:cxn ang="0">
                      <a:pos x="4131" y="1175"/>
                    </a:cxn>
                    <a:cxn ang="0">
                      <a:pos x="4185" y="876"/>
                    </a:cxn>
                    <a:cxn ang="0">
                      <a:pos x="4249" y="573"/>
                    </a:cxn>
                    <a:cxn ang="0">
                      <a:pos x="4312" y="291"/>
                    </a:cxn>
                    <a:cxn ang="0">
                      <a:pos x="4403" y="0"/>
                    </a:cxn>
                    <a:cxn ang="0">
                      <a:pos x="529" y="0"/>
                    </a:cxn>
                    <a:cxn ang="0">
                      <a:pos x="610" y="291"/>
                    </a:cxn>
                    <a:cxn ang="0">
                      <a:pos x="691" y="573"/>
                    </a:cxn>
                    <a:cxn ang="0">
                      <a:pos x="756" y="876"/>
                    </a:cxn>
                    <a:cxn ang="0">
                      <a:pos x="801" y="1175"/>
                    </a:cxn>
                    <a:cxn ang="0">
                      <a:pos x="837" y="1476"/>
                    </a:cxn>
                    <a:cxn ang="0">
                      <a:pos x="865" y="1786"/>
                    </a:cxn>
                    <a:cxn ang="0">
                      <a:pos x="882" y="2084"/>
                    </a:cxn>
                    <a:cxn ang="0">
                      <a:pos x="882" y="2268"/>
                    </a:cxn>
                    <a:cxn ang="0">
                      <a:pos x="882" y="2523"/>
                    </a:cxn>
                    <a:cxn ang="0">
                      <a:pos x="865" y="2897"/>
                    </a:cxn>
                    <a:cxn ang="0">
                      <a:pos x="837" y="3279"/>
                    </a:cxn>
                    <a:cxn ang="0">
                      <a:pos x="801" y="3653"/>
                    </a:cxn>
                    <a:cxn ang="0">
                      <a:pos x="746" y="4025"/>
                    </a:cxn>
                    <a:cxn ang="0">
                      <a:pos x="683" y="4399"/>
                    </a:cxn>
                    <a:cxn ang="0">
                      <a:pos x="601" y="4755"/>
                    </a:cxn>
                    <a:cxn ang="0">
                      <a:pos x="510" y="5118"/>
                    </a:cxn>
                    <a:cxn ang="0">
                      <a:pos x="411" y="5473"/>
                    </a:cxn>
                    <a:cxn ang="0">
                      <a:pos x="302" y="5819"/>
                    </a:cxn>
                    <a:cxn ang="0">
                      <a:pos x="174" y="6156"/>
                    </a:cxn>
                    <a:cxn ang="0">
                      <a:pos x="36" y="6493"/>
                    </a:cxn>
                    <a:cxn ang="0">
                      <a:pos x="0" y="6602"/>
                    </a:cxn>
                    <a:cxn ang="0">
                      <a:pos x="4930" y="6602"/>
                    </a:cxn>
                  </a:cxnLst>
                  <a:rect l="0" t="0" r="r" b="b"/>
                  <a:pathLst>
                    <a:path w="4930" h="6602">
                      <a:moveTo>
                        <a:pt x="4930" y="6602"/>
                      </a:moveTo>
                      <a:lnTo>
                        <a:pt x="4885" y="6493"/>
                      </a:lnTo>
                      <a:lnTo>
                        <a:pt x="4758" y="6156"/>
                      </a:lnTo>
                      <a:lnTo>
                        <a:pt x="4630" y="5819"/>
                      </a:lnTo>
                      <a:lnTo>
                        <a:pt x="4512" y="5473"/>
                      </a:lnTo>
                      <a:lnTo>
                        <a:pt x="4412" y="5118"/>
                      </a:lnTo>
                      <a:lnTo>
                        <a:pt x="4330" y="4755"/>
                      </a:lnTo>
                      <a:lnTo>
                        <a:pt x="4249" y="4399"/>
                      </a:lnTo>
                      <a:lnTo>
                        <a:pt x="4185" y="4025"/>
                      </a:lnTo>
                      <a:lnTo>
                        <a:pt x="4131" y="3653"/>
                      </a:lnTo>
                      <a:lnTo>
                        <a:pt x="4094" y="3279"/>
                      </a:lnTo>
                      <a:lnTo>
                        <a:pt x="4058" y="2897"/>
                      </a:lnTo>
                      <a:lnTo>
                        <a:pt x="4049" y="2523"/>
                      </a:lnTo>
                      <a:lnTo>
                        <a:pt x="4049" y="2268"/>
                      </a:lnTo>
                      <a:lnTo>
                        <a:pt x="4049" y="2084"/>
                      </a:lnTo>
                      <a:lnTo>
                        <a:pt x="4058" y="1786"/>
                      </a:lnTo>
                      <a:lnTo>
                        <a:pt x="4085" y="1476"/>
                      </a:lnTo>
                      <a:lnTo>
                        <a:pt x="4131" y="1175"/>
                      </a:lnTo>
                      <a:lnTo>
                        <a:pt x="4185" y="876"/>
                      </a:lnTo>
                      <a:lnTo>
                        <a:pt x="4249" y="573"/>
                      </a:lnTo>
                      <a:lnTo>
                        <a:pt x="4312" y="291"/>
                      </a:lnTo>
                      <a:lnTo>
                        <a:pt x="4403" y="0"/>
                      </a:lnTo>
                      <a:lnTo>
                        <a:pt x="529" y="0"/>
                      </a:lnTo>
                      <a:lnTo>
                        <a:pt x="610" y="291"/>
                      </a:lnTo>
                      <a:lnTo>
                        <a:pt x="691" y="573"/>
                      </a:lnTo>
                      <a:lnTo>
                        <a:pt x="756" y="876"/>
                      </a:lnTo>
                      <a:lnTo>
                        <a:pt x="801" y="1175"/>
                      </a:lnTo>
                      <a:lnTo>
                        <a:pt x="837" y="1476"/>
                      </a:lnTo>
                      <a:lnTo>
                        <a:pt x="865" y="1786"/>
                      </a:lnTo>
                      <a:lnTo>
                        <a:pt x="882" y="2084"/>
                      </a:lnTo>
                      <a:lnTo>
                        <a:pt x="882" y="2268"/>
                      </a:lnTo>
                      <a:lnTo>
                        <a:pt x="882" y="2523"/>
                      </a:lnTo>
                      <a:lnTo>
                        <a:pt x="865" y="2897"/>
                      </a:lnTo>
                      <a:lnTo>
                        <a:pt x="837" y="3279"/>
                      </a:lnTo>
                      <a:lnTo>
                        <a:pt x="801" y="3653"/>
                      </a:lnTo>
                      <a:lnTo>
                        <a:pt x="746" y="4025"/>
                      </a:lnTo>
                      <a:lnTo>
                        <a:pt x="683" y="4399"/>
                      </a:lnTo>
                      <a:lnTo>
                        <a:pt x="601" y="4755"/>
                      </a:lnTo>
                      <a:lnTo>
                        <a:pt x="510" y="5118"/>
                      </a:lnTo>
                      <a:lnTo>
                        <a:pt x="411" y="5473"/>
                      </a:lnTo>
                      <a:lnTo>
                        <a:pt x="302" y="5819"/>
                      </a:lnTo>
                      <a:lnTo>
                        <a:pt x="174" y="6156"/>
                      </a:lnTo>
                      <a:lnTo>
                        <a:pt x="36" y="6493"/>
                      </a:lnTo>
                      <a:lnTo>
                        <a:pt x="0" y="6602"/>
                      </a:lnTo>
                      <a:lnTo>
                        <a:pt x="4930" y="660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tx1">
                        <a:gamma/>
                        <a:shade val="0"/>
                        <a:invGamma/>
                      </a:schemeClr>
                    </a:gs>
                    <a:gs pos="50000">
                      <a:schemeClr val="tx1"/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1" hangingPunct="1">
                    <a:spcBef>
                      <a:spcPct val="50000"/>
                    </a:spcBef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28852" name="Freeform 500">
                  <a:extLst>
                    <a:ext uri="{FF2B5EF4-FFF2-40B4-BE49-F238E27FC236}">
                      <a16:creationId xmlns:a16="http://schemas.microsoft.com/office/drawing/2014/main" id="{2BFAD1A0-B637-DA48-8E5C-337073A8B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0" y="2965"/>
                  <a:ext cx="202" cy="235"/>
                </a:xfrm>
                <a:custGeom>
                  <a:avLst/>
                  <a:gdLst/>
                  <a:ahLst/>
                  <a:cxnLst>
                    <a:cxn ang="0">
                      <a:pos x="3975" y="5318"/>
                    </a:cxn>
                    <a:cxn ang="0">
                      <a:pos x="3939" y="5228"/>
                    </a:cxn>
                    <a:cxn ang="0">
                      <a:pos x="3830" y="4962"/>
                    </a:cxn>
                    <a:cxn ang="0">
                      <a:pos x="3740" y="4680"/>
                    </a:cxn>
                    <a:cxn ang="0">
                      <a:pos x="3639" y="4408"/>
                    </a:cxn>
                    <a:cxn ang="0">
                      <a:pos x="3566" y="4125"/>
                    </a:cxn>
                    <a:cxn ang="0">
                      <a:pos x="3484" y="3826"/>
                    </a:cxn>
                    <a:cxn ang="0">
                      <a:pos x="3422" y="3540"/>
                    </a:cxn>
                    <a:cxn ang="0">
                      <a:pos x="3375" y="3242"/>
                    </a:cxn>
                    <a:cxn ang="0">
                      <a:pos x="3329" y="2941"/>
                    </a:cxn>
                    <a:cxn ang="0">
                      <a:pos x="3303" y="2641"/>
                    </a:cxn>
                    <a:cxn ang="0">
                      <a:pos x="3275" y="2332"/>
                    </a:cxn>
                    <a:cxn ang="0">
                      <a:pos x="3265" y="2022"/>
                    </a:cxn>
                    <a:cxn ang="0">
                      <a:pos x="3265" y="1821"/>
                    </a:cxn>
                    <a:cxn ang="0">
                      <a:pos x="3265" y="1676"/>
                    </a:cxn>
                    <a:cxn ang="0">
                      <a:pos x="3275" y="1430"/>
                    </a:cxn>
                    <a:cxn ang="0">
                      <a:pos x="3294" y="1184"/>
                    </a:cxn>
                    <a:cxn ang="0">
                      <a:pos x="3329" y="938"/>
                    </a:cxn>
                    <a:cxn ang="0">
                      <a:pos x="3375" y="691"/>
                    </a:cxn>
                    <a:cxn ang="0">
                      <a:pos x="3422" y="454"/>
                    </a:cxn>
                    <a:cxn ang="0">
                      <a:pos x="3475" y="228"/>
                    </a:cxn>
                    <a:cxn ang="0">
                      <a:pos x="3547" y="0"/>
                    </a:cxn>
                    <a:cxn ang="0">
                      <a:pos x="428" y="0"/>
                    </a:cxn>
                    <a:cxn ang="0">
                      <a:pos x="502" y="228"/>
                    </a:cxn>
                    <a:cxn ang="0">
                      <a:pos x="556" y="454"/>
                    </a:cxn>
                    <a:cxn ang="0">
                      <a:pos x="609" y="691"/>
                    </a:cxn>
                    <a:cxn ang="0">
                      <a:pos x="645" y="938"/>
                    </a:cxn>
                    <a:cxn ang="0">
                      <a:pos x="683" y="1184"/>
                    </a:cxn>
                    <a:cxn ang="0">
                      <a:pos x="709" y="1430"/>
                    </a:cxn>
                    <a:cxn ang="0">
                      <a:pos x="719" y="1676"/>
                    </a:cxn>
                    <a:cxn ang="0">
                      <a:pos x="719" y="1821"/>
                    </a:cxn>
                    <a:cxn ang="0">
                      <a:pos x="719" y="2022"/>
                    </a:cxn>
                    <a:cxn ang="0">
                      <a:pos x="709" y="2332"/>
                    </a:cxn>
                    <a:cxn ang="0">
                      <a:pos x="683" y="2641"/>
                    </a:cxn>
                    <a:cxn ang="0">
                      <a:pos x="645" y="2941"/>
                    </a:cxn>
                    <a:cxn ang="0">
                      <a:pos x="609" y="3242"/>
                    </a:cxn>
                    <a:cxn ang="0">
                      <a:pos x="556" y="3540"/>
                    </a:cxn>
                    <a:cxn ang="0">
                      <a:pos x="492" y="3826"/>
                    </a:cxn>
                    <a:cxn ang="0">
                      <a:pos x="418" y="4125"/>
                    </a:cxn>
                    <a:cxn ang="0">
                      <a:pos x="337" y="4408"/>
                    </a:cxn>
                    <a:cxn ang="0">
                      <a:pos x="246" y="4680"/>
                    </a:cxn>
                    <a:cxn ang="0">
                      <a:pos x="146" y="4962"/>
                    </a:cxn>
                    <a:cxn ang="0">
                      <a:pos x="47" y="5228"/>
                    </a:cxn>
                    <a:cxn ang="0">
                      <a:pos x="0" y="5318"/>
                    </a:cxn>
                    <a:cxn ang="0">
                      <a:pos x="3975" y="5318"/>
                    </a:cxn>
                  </a:cxnLst>
                  <a:rect l="0" t="0" r="r" b="b"/>
                  <a:pathLst>
                    <a:path w="3975" h="5318">
                      <a:moveTo>
                        <a:pt x="3975" y="5318"/>
                      </a:moveTo>
                      <a:lnTo>
                        <a:pt x="3939" y="5228"/>
                      </a:lnTo>
                      <a:lnTo>
                        <a:pt x="3830" y="4962"/>
                      </a:lnTo>
                      <a:lnTo>
                        <a:pt x="3740" y="4680"/>
                      </a:lnTo>
                      <a:lnTo>
                        <a:pt x="3639" y="4408"/>
                      </a:lnTo>
                      <a:lnTo>
                        <a:pt x="3566" y="4125"/>
                      </a:lnTo>
                      <a:lnTo>
                        <a:pt x="3484" y="3826"/>
                      </a:lnTo>
                      <a:lnTo>
                        <a:pt x="3422" y="3540"/>
                      </a:lnTo>
                      <a:lnTo>
                        <a:pt x="3375" y="3242"/>
                      </a:lnTo>
                      <a:lnTo>
                        <a:pt x="3329" y="2941"/>
                      </a:lnTo>
                      <a:lnTo>
                        <a:pt x="3303" y="2641"/>
                      </a:lnTo>
                      <a:lnTo>
                        <a:pt x="3275" y="2332"/>
                      </a:lnTo>
                      <a:lnTo>
                        <a:pt x="3265" y="2022"/>
                      </a:lnTo>
                      <a:lnTo>
                        <a:pt x="3265" y="1821"/>
                      </a:lnTo>
                      <a:lnTo>
                        <a:pt x="3265" y="1676"/>
                      </a:lnTo>
                      <a:lnTo>
                        <a:pt x="3275" y="1430"/>
                      </a:lnTo>
                      <a:lnTo>
                        <a:pt x="3294" y="1184"/>
                      </a:lnTo>
                      <a:lnTo>
                        <a:pt x="3329" y="938"/>
                      </a:lnTo>
                      <a:lnTo>
                        <a:pt x="3375" y="691"/>
                      </a:lnTo>
                      <a:lnTo>
                        <a:pt x="3422" y="454"/>
                      </a:lnTo>
                      <a:lnTo>
                        <a:pt x="3475" y="228"/>
                      </a:lnTo>
                      <a:lnTo>
                        <a:pt x="3547" y="0"/>
                      </a:lnTo>
                      <a:lnTo>
                        <a:pt x="428" y="0"/>
                      </a:lnTo>
                      <a:lnTo>
                        <a:pt x="502" y="228"/>
                      </a:lnTo>
                      <a:lnTo>
                        <a:pt x="556" y="454"/>
                      </a:lnTo>
                      <a:lnTo>
                        <a:pt x="609" y="691"/>
                      </a:lnTo>
                      <a:lnTo>
                        <a:pt x="645" y="938"/>
                      </a:lnTo>
                      <a:lnTo>
                        <a:pt x="683" y="1184"/>
                      </a:lnTo>
                      <a:lnTo>
                        <a:pt x="709" y="1430"/>
                      </a:lnTo>
                      <a:lnTo>
                        <a:pt x="719" y="1676"/>
                      </a:lnTo>
                      <a:lnTo>
                        <a:pt x="719" y="1821"/>
                      </a:lnTo>
                      <a:lnTo>
                        <a:pt x="719" y="2022"/>
                      </a:lnTo>
                      <a:lnTo>
                        <a:pt x="709" y="2332"/>
                      </a:lnTo>
                      <a:lnTo>
                        <a:pt x="683" y="2641"/>
                      </a:lnTo>
                      <a:lnTo>
                        <a:pt x="645" y="2941"/>
                      </a:lnTo>
                      <a:lnTo>
                        <a:pt x="609" y="3242"/>
                      </a:lnTo>
                      <a:lnTo>
                        <a:pt x="556" y="3540"/>
                      </a:lnTo>
                      <a:lnTo>
                        <a:pt x="492" y="3826"/>
                      </a:lnTo>
                      <a:lnTo>
                        <a:pt x="418" y="4125"/>
                      </a:lnTo>
                      <a:lnTo>
                        <a:pt x="337" y="4408"/>
                      </a:lnTo>
                      <a:lnTo>
                        <a:pt x="246" y="4680"/>
                      </a:lnTo>
                      <a:lnTo>
                        <a:pt x="146" y="4962"/>
                      </a:lnTo>
                      <a:lnTo>
                        <a:pt x="47" y="5228"/>
                      </a:lnTo>
                      <a:lnTo>
                        <a:pt x="0" y="5318"/>
                      </a:lnTo>
                      <a:lnTo>
                        <a:pt x="3975" y="531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tx1">
                        <a:gamma/>
                        <a:shade val="0"/>
                        <a:invGamma/>
                      </a:schemeClr>
                    </a:gs>
                    <a:gs pos="50000">
                      <a:schemeClr val="tx1"/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1" hangingPunct="1">
                    <a:spcBef>
                      <a:spcPct val="50000"/>
                    </a:spcBef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8709" name="Line 501">
                  <a:extLst>
                    <a:ext uri="{FF2B5EF4-FFF2-40B4-BE49-F238E27FC236}">
                      <a16:creationId xmlns:a16="http://schemas.microsoft.com/office/drawing/2014/main" id="{C61B8217-08CD-FA48-BA88-0B3881D735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14" y="2998"/>
                  <a:ext cx="137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10" name="Line 502">
                  <a:extLst>
                    <a:ext uri="{FF2B5EF4-FFF2-40B4-BE49-F238E27FC236}">
                      <a16:creationId xmlns:a16="http://schemas.microsoft.com/office/drawing/2014/main" id="{C47C14E9-47CF-C04B-8A79-326323ABD0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" y="2948"/>
                  <a:ext cx="17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11" name="Rectangle 503">
                  <a:extLst>
                    <a:ext uri="{FF2B5EF4-FFF2-40B4-BE49-F238E27FC236}">
                      <a16:creationId xmlns:a16="http://schemas.microsoft.com/office/drawing/2014/main" id="{F088078A-3612-4642-A967-E8218525B2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3009"/>
                  <a:ext cx="242" cy="207"/>
                </a:xfrm>
                <a:prstGeom prst="rect">
                  <a:avLst/>
                </a:prstGeom>
                <a:solidFill>
                  <a:srgbClr val="70230C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12" name="Rectangle 504">
                  <a:extLst>
                    <a:ext uri="{FF2B5EF4-FFF2-40B4-BE49-F238E27FC236}">
                      <a16:creationId xmlns:a16="http://schemas.microsoft.com/office/drawing/2014/main" id="{70304DCC-DB3D-AB4C-BDF5-670C4F2497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" y="3093"/>
                  <a:ext cx="158" cy="123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13" name="Rectangle 505">
                  <a:extLst>
                    <a:ext uri="{FF2B5EF4-FFF2-40B4-BE49-F238E27FC236}">
                      <a16:creationId xmlns:a16="http://schemas.microsoft.com/office/drawing/2014/main" id="{5865E26F-3528-154A-9A99-C55326FDDD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3041"/>
                  <a:ext cx="130" cy="24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14" name="Line 506">
                  <a:extLst>
                    <a:ext uri="{FF2B5EF4-FFF2-40B4-BE49-F238E27FC236}">
                      <a16:creationId xmlns:a16="http://schemas.microsoft.com/office/drawing/2014/main" id="{62A2A51F-C84F-5147-8EEE-F858F2F76D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5" y="3041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15" name="Line 507">
                  <a:extLst>
                    <a:ext uri="{FF2B5EF4-FFF2-40B4-BE49-F238E27FC236}">
                      <a16:creationId xmlns:a16="http://schemas.microsoft.com/office/drawing/2014/main" id="{5ECE6801-7986-C343-8A47-B13B8F8AF6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" y="3041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16" name="Rectangle 508">
                  <a:extLst>
                    <a:ext uri="{FF2B5EF4-FFF2-40B4-BE49-F238E27FC236}">
                      <a16:creationId xmlns:a16="http://schemas.microsoft.com/office/drawing/2014/main" id="{79A939C2-6C2E-C446-8F13-2F43FD2903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4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17" name="Rectangle 509">
                  <a:extLst>
                    <a:ext uri="{FF2B5EF4-FFF2-40B4-BE49-F238E27FC236}">
                      <a16:creationId xmlns:a16="http://schemas.microsoft.com/office/drawing/2014/main" id="{2453115F-B3E9-1F43-A9B5-4434C981F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2882"/>
                  <a:ext cx="6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18" name="Line 510">
                  <a:extLst>
                    <a:ext uri="{FF2B5EF4-FFF2-40B4-BE49-F238E27FC236}">
                      <a16:creationId xmlns:a16="http://schemas.microsoft.com/office/drawing/2014/main" id="{FBDCB496-22F2-8E49-A8BB-25E710BA20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93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19" name="Line 511">
                  <a:extLst>
                    <a:ext uri="{FF2B5EF4-FFF2-40B4-BE49-F238E27FC236}">
                      <a16:creationId xmlns:a16="http://schemas.microsoft.com/office/drawing/2014/main" id="{8636C3DE-9400-7340-BB46-D9D8D26867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76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0" name="Line 512">
                  <a:extLst>
                    <a:ext uri="{FF2B5EF4-FFF2-40B4-BE49-F238E27FC236}">
                      <a16:creationId xmlns:a16="http://schemas.microsoft.com/office/drawing/2014/main" id="{0FDBEB9E-3E16-A444-B9F9-CDE5433FC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61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1" name="Line 513">
                  <a:extLst>
                    <a:ext uri="{FF2B5EF4-FFF2-40B4-BE49-F238E27FC236}">
                      <a16:creationId xmlns:a16="http://schemas.microsoft.com/office/drawing/2014/main" id="{65ACAEEC-B103-274E-9442-7F9B9EB96A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44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2" name="Line 514">
                  <a:extLst>
                    <a:ext uri="{FF2B5EF4-FFF2-40B4-BE49-F238E27FC236}">
                      <a16:creationId xmlns:a16="http://schemas.microsoft.com/office/drawing/2014/main" id="{CCABA35C-F3AD-014D-B905-54678B8796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28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3" name="Line 515">
                  <a:extLst>
                    <a:ext uri="{FF2B5EF4-FFF2-40B4-BE49-F238E27FC236}">
                      <a16:creationId xmlns:a16="http://schemas.microsoft.com/office/drawing/2014/main" id="{CA23F5C1-D2B6-C743-9CFD-80B8BD13BD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12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4" name="Line 516">
                  <a:extLst>
                    <a:ext uri="{FF2B5EF4-FFF2-40B4-BE49-F238E27FC236}">
                      <a16:creationId xmlns:a16="http://schemas.microsoft.com/office/drawing/2014/main" id="{E831DB8B-9C1D-D042-9DEF-9733679938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896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5" name="Rectangle 517">
                  <a:extLst>
                    <a:ext uri="{FF2B5EF4-FFF2-40B4-BE49-F238E27FC236}">
                      <a16:creationId xmlns:a16="http://schemas.microsoft.com/office/drawing/2014/main" id="{94F0D83D-DE2B-BB46-B838-DF68113CDE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26" name="Rectangle 518">
                  <a:extLst>
                    <a:ext uri="{FF2B5EF4-FFF2-40B4-BE49-F238E27FC236}">
                      <a16:creationId xmlns:a16="http://schemas.microsoft.com/office/drawing/2014/main" id="{5267E7DA-12AE-5D42-B36E-2FCBA3C11C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5" y="2882"/>
                  <a:ext cx="6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27" name="Line 519">
                  <a:extLst>
                    <a:ext uri="{FF2B5EF4-FFF2-40B4-BE49-F238E27FC236}">
                      <a16:creationId xmlns:a16="http://schemas.microsoft.com/office/drawing/2014/main" id="{668D0E5D-E04E-4144-8C87-51AEF8DBEE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92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8" name="Line 520">
                  <a:extLst>
                    <a:ext uri="{FF2B5EF4-FFF2-40B4-BE49-F238E27FC236}">
                      <a16:creationId xmlns:a16="http://schemas.microsoft.com/office/drawing/2014/main" id="{85CE0DED-310A-5148-B160-9615458831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76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29" name="Line 521">
                  <a:extLst>
                    <a:ext uri="{FF2B5EF4-FFF2-40B4-BE49-F238E27FC236}">
                      <a16:creationId xmlns:a16="http://schemas.microsoft.com/office/drawing/2014/main" id="{B675C072-858A-5843-8B4B-0DD2955FF7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60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0" name="Line 522">
                  <a:extLst>
                    <a:ext uri="{FF2B5EF4-FFF2-40B4-BE49-F238E27FC236}">
                      <a16:creationId xmlns:a16="http://schemas.microsoft.com/office/drawing/2014/main" id="{F1B3312F-B750-A141-A677-7BC20FDD46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43"/>
                  <a:ext cx="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1" name="Line 523">
                  <a:extLst>
                    <a:ext uri="{FF2B5EF4-FFF2-40B4-BE49-F238E27FC236}">
                      <a16:creationId xmlns:a16="http://schemas.microsoft.com/office/drawing/2014/main" id="{E6C031E3-636D-ED4F-BB96-F5BE91B87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28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2" name="Line 524">
                  <a:extLst>
                    <a:ext uri="{FF2B5EF4-FFF2-40B4-BE49-F238E27FC236}">
                      <a16:creationId xmlns:a16="http://schemas.microsoft.com/office/drawing/2014/main" id="{1C39684C-B646-C841-8428-0CCDE42785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12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3" name="Line 525">
                  <a:extLst>
                    <a:ext uri="{FF2B5EF4-FFF2-40B4-BE49-F238E27FC236}">
                      <a16:creationId xmlns:a16="http://schemas.microsoft.com/office/drawing/2014/main" id="{EE18E5CB-F919-A74E-9B12-9D74A16BC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896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4" name="Rectangle 526">
                  <a:extLst>
                    <a:ext uri="{FF2B5EF4-FFF2-40B4-BE49-F238E27FC236}">
                      <a16:creationId xmlns:a16="http://schemas.microsoft.com/office/drawing/2014/main" id="{125C1F91-EAEA-B342-A76B-D33E79B722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2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35" name="Rectangle 527">
                  <a:extLst>
                    <a:ext uri="{FF2B5EF4-FFF2-40B4-BE49-F238E27FC236}">
                      <a16:creationId xmlns:a16="http://schemas.microsoft.com/office/drawing/2014/main" id="{9940A92E-0722-7E45-AAA1-2EC4F2672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9" y="2882"/>
                  <a:ext cx="5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36" name="Line 528">
                  <a:extLst>
                    <a:ext uri="{FF2B5EF4-FFF2-40B4-BE49-F238E27FC236}">
                      <a16:creationId xmlns:a16="http://schemas.microsoft.com/office/drawing/2014/main" id="{F4FC435A-92AD-824C-9A24-BA75BCCF4D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93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7" name="Line 529">
                  <a:extLst>
                    <a:ext uri="{FF2B5EF4-FFF2-40B4-BE49-F238E27FC236}">
                      <a16:creationId xmlns:a16="http://schemas.microsoft.com/office/drawing/2014/main" id="{06B4FD1B-87ED-6B40-AF1D-DBD778A04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76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8" name="Line 530">
                  <a:extLst>
                    <a:ext uri="{FF2B5EF4-FFF2-40B4-BE49-F238E27FC236}">
                      <a16:creationId xmlns:a16="http://schemas.microsoft.com/office/drawing/2014/main" id="{E4F80B02-5513-DD48-A05B-B8C0D62DD8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60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39" name="Line 531">
                  <a:extLst>
                    <a:ext uri="{FF2B5EF4-FFF2-40B4-BE49-F238E27FC236}">
                      <a16:creationId xmlns:a16="http://schemas.microsoft.com/office/drawing/2014/main" id="{76213353-7E98-B34D-BC27-198677EADE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44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0" name="Line 532">
                  <a:extLst>
                    <a:ext uri="{FF2B5EF4-FFF2-40B4-BE49-F238E27FC236}">
                      <a16:creationId xmlns:a16="http://schemas.microsoft.com/office/drawing/2014/main" id="{E03D0D90-8944-6642-8FBE-E99A472413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28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1" name="Line 533">
                  <a:extLst>
                    <a:ext uri="{FF2B5EF4-FFF2-40B4-BE49-F238E27FC236}">
                      <a16:creationId xmlns:a16="http://schemas.microsoft.com/office/drawing/2014/main" id="{3F324ADF-9956-164C-A293-4109BC0C32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12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2" name="Line 534">
                  <a:extLst>
                    <a:ext uri="{FF2B5EF4-FFF2-40B4-BE49-F238E27FC236}">
                      <a16:creationId xmlns:a16="http://schemas.microsoft.com/office/drawing/2014/main" id="{D7F3CA4F-9AFC-CE4C-B9FB-191ED61CF0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896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3" name="Freeform 535">
                  <a:extLst>
                    <a:ext uri="{FF2B5EF4-FFF2-40B4-BE49-F238E27FC236}">
                      <a16:creationId xmlns:a16="http://schemas.microsoft.com/office/drawing/2014/main" id="{C477A13C-F724-3740-887F-34F3F78AE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6" y="3071"/>
                  <a:ext cx="469" cy="129"/>
                </a:xfrm>
                <a:custGeom>
                  <a:avLst/>
                  <a:gdLst>
                    <a:gd name="T0" fmla="*/ 0 w 9207"/>
                    <a:gd name="T1" fmla="*/ 0 h 2931"/>
                    <a:gd name="T2" fmla="*/ 0 w 9207"/>
                    <a:gd name="T3" fmla="*/ 0 h 2931"/>
                    <a:gd name="T4" fmla="*/ 0 w 9207"/>
                    <a:gd name="T5" fmla="*/ 0 h 2931"/>
                    <a:gd name="T6" fmla="*/ 0 w 9207"/>
                    <a:gd name="T7" fmla="*/ 0 h 2931"/>
                    <a:gd name="T8" fmla="*/ 0 w 9207"/>
                    <a:gd name="T9" fmla="*/ 0 h 2931"/>
                    <a:gd name="T10" fmla="*/ 0 w 9207"/>
                    <a:gd name="T11" fmla="*/ 0 h 2931"/>
                    <a:gd name="T12" fmla="*/ 0 w 9207"/>
                    <a:gd name="T13" fmla="*/ 0 h 2931"/>
                    <a:gd name="T14" fmla="*/ 0 w 9207"/>
                    <a:gd name="T15" fmla="*/ 0 h 2931"/>
                    <a:gd name="T16" fmla="*/ 0 w 9207"/>
                    <a:gd name="T17" fmla="*/ 0 h 2931"/>
                    <a:gd name="T18" fmla="*/ 0 w 9207"/>
                    <a:gd name="T19" fmla="*/ 0 h 2931"/>
                    <a:gd name="T20" fmla="*/ 0 w 9207"/>
                    <a:gd name="T21" fmla="*/ 0 h 2931"/>
                    <a:gd name="T22" fmla="*/ 0 w 9207"/>
                    <a:gd name="T23" fmla="*/ 0 h 2931"/>
                    <a:gd name="T24" fmla="*/ 0 w 9207"/>
                    <a:gd name="T25" fmla="*/ 0 h 2931"/>
                    <a:gd name="T26" fmla="*/ 0 w 9207"/>
                    <a:gd name="T27" fmla="*/ 0 h 2931"/>
                    <a:gd name="T28" fmla="*/ 0 w 9207"/>
                    <a:gd name="T29" fmla="*/ 0 h 2931"/>
                    <a:gd name="T30" fmla="*/ 0 w 9207"/>
                    <a:gd name="T31" fmla="*/ 0 h 2931"/>
                    <a:gd name="T32" fmla="*/ 0 w 9207"/>
                    <a:gd name="T33" fmla="*/ 0 h 293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9207"/>
                    <a:gd name="T52" fmla="*/ 0 h 2931"/>
                    <a:gd name="T53" fmla="*/ 9207 w 9207"/>
                    <a:gd name="T54" fmla="*/ 2931 h 293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9207" h="2931">
                      <a:moveTo>
                        <a:pt x="9207" y="2931"/>
                      </a:moveTo>
                      <a:lnTo>
                        <a:pt x="0" y="2931"/>
                      </a:lnTo>
                      <a:lnTo>
                        <a:pt x="0" y="0"/>
                      </a:lnTo>
                      <a:lnTo>
                        <a:pt x="2010" y="0"/>
                      </a:lnTo>
                      <a:lnTo>
                        <a:pt x="2010" y="909"/>
                      </a:lnTo>
                      <a:lnTo>
                        <a:pt x="3210" y="0"/>
                      </a:lnTo>
                      <a:lnTo>
                        <a:pt x="3210" y="909"/>
                      </a:lnTo>
                      <a:lnTo>
                        <a:pt x="4411" y="0"/>
                      </a:lnTo>
                      <a:lnTo>
                        <a:pt x="4411" y="909"/>
                      </a:lnTo>
                      <a:lnTo>
                        <a:pt x="5612" y="0"/>
                      </a:lnTo>
                      <a:lnTo>
                        <a:pt x="5603" y="909"/>
                      </a:lnTo>
                      <a:lnTo>
                        <a:pt x="6803" y="0"/>
                      </a:lnTo>
                      <a:lnTo>
                        <a:pt x="6803" y="909"/>
                      </a:lnTo>
                      <a:lnTo>
                        <a:pt x="8004" y="0"/>
                      </a:lnTo>
                      <a:lnTo>
                        <a:pt x="8004" y="909"/>
                      </a:lnTo>
                      <a:lnTo>
                        <a:pt x="9207" y="0"/>
                      </a:lnTo>
                      <a:lnTo>
                        <a:pt x="9207" y="2931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4" name="Rectangle 536">
                  <a:extLst>
                    <a:ext uri="{FF2B5EF4-FFF2-40B4-BE49-F238E27FC236}">
                      <a16:creationId xmlns:a16="http://schemas.microsoft.com/office/drawing/2014/main" id="{DB1F1098-0D69-7C47-B0DD-2B9C5833EA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6" y="3134"/>
                  <a:ext cx="388" cy="24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45" name="Line 537">
                  <a:extLst>
                    <a:ext uri="{FF2B5EF4-FFF2-40B4-BE49-F238E27FC236}">
                      <a16:creationId xmlns:a16="http://schemas.microsoft.com/office/drawing/2014/main" id="{9524B2FA-19E0-CC4D-8B89-2860C71BD2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9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6" name="Line 538">
                  <a:extLst>
                    <a:ext uri="{FF2B5EF4-FFF2-40B4-BE49-F238E27FC236}">
                      <a16:creationId xmlns:a16="http://schemas.microsoft.com/office/drawing/2014/main" id="{5FB1CD6D-54FC-A14A-AD95-679AA71D3F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12" y="3134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7" name="Line 539">
                  <a:extLst>
                    <a:ext uri="{FF2B5EF4-FFF2-40B4-BE49-F238E27FC236}">
                      <a16:creationId xmlns:a16="http://schemas.microsoft.com/office/drawing/2014/main" id="{D6708D68-F040-4342-A56C-7CFBF59CB0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55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8" name="Line 540">
                  <a:extLst>
                    <a:ext uri="{FF2B5EF4-FFF2-40B4-BE49-F238E27FC236}">
                      <a16:creationId xmlns:a16="http://schemas.microsoft.com/office/drawing/2014/main" id="{BAD8A07B-6E37-E54F-8B0F-CFDDE362F5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98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49" name="Line 541">
                  <a:extLst>
                    <a:ext uri="{FF2B5EF4-FFF2-40B4-BE49-F238E27FC236}">
                      <a16:creationId xmlns:a16="http://schemas.microsoft.com/office/drawing/2014/main" id="{007F79B5-85CA-874C-893C-71EC06E3A7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50" name="Line 542">
                  <a:extLst>
                    <a:ext uri="{FF2B5EF4-FFF2-40B4-BE49-F238E27FC236}">
                      <a16:creationId xmlns:a16="http://schemas.microsoft.com/office/drawing/2014/main" id="{4D1A1CA8-6E14-3540-A573-7C5ED96448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84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51" name="Line 543">
                  <a:extLst>
                    <a:ext uri="{FF2B5EF4-FFF2-40B4-BE49-F238E27FC236}">
                      <a16:creationId xmlns:a16="http://schemas.microsoft.com/office/drawing/2014/main" id="{18DA729F-556D-E94F-B1ED-5AAAE3581D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27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52" name="Line 544">
                  <a:extLst>
                    <a:ext uri="{FF2B5EF4-FFF2-40B4-BE49-F238E27FC236}">
                      <a16:creationId xmlns:a16="http://schemas.microsoft.com/office/drawing/2014/main" id="{A552ACC6-0128-AC41-833D-5BBD590E62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1" y="3134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28701" name="Group 545">
                <a:extLst>
                  <a:ext uri="{FF2B5EF4-FFF2-40B4-BE49-F238E27FC236}">
                    <a16:creationId xmlns:a16="http://schemas.microsoft.com/office/drawing/2014/main" id="{A3ABC76B-55EC-0B45-99F6-CC205BFC9D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3" y="703"/>
                <a:ext cx="340" cy="292"/>
                <a:chOff x="4704" y="1440"/>
                <a:chExt cx="720" cy="456"/>
              </a:xfrm>
            </p:grpSpPr>
            <p:sp>
              <p:nvSpPr>
                <p:cNvPr id="28704" name="Rectangle 546">
                  <a:extLst>
                    <a:ext uri="{FF2B5EF4-FFF2-40B4-BE49-F238E27FC236}">
                      <a16:creationId xmlns:a16="http://schemas.microsoft.com/office/drawing/2014/main" id="{E5F57C25-E685-3045-A319-B2DE41EBE4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53" y="1716"/>
                  <a:ext cx="651" cy="111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28705" name="Freeform 547">
                  <a:extLst>
                    <a:ext uri="{FF2B5EF4-FFF2-40B4-BE49-F238E27FC236}">
                      <a16:creationId xmlns:a16="http://schemas.microsoft.com/office/drawing/2014/main" id="{744806F7-6C8B-244F-B48F-71DBD4C00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4" y="1725"/>
                  <a:ext cx="720" cy="171"/>
                </a:xfrm>
                <a:custGeom>
                  <a:avLst/>
                  <a:gdLst>
                    <a:gd name="T0" fmla="*/ 0 w 12355"/>
                    <a:gd name="T1" fmla="*/ 0 h 1867"/>
                    <a:gd name="T2" fmla="*/ 0 w 12355"/>
                    <a:gd name="T3" fmla="*/ 0 h 1867"/>
                    <a:gd name="T4" fmla="*/ 0 w 12355"/>
                    <a:gd name="T5" fmla="*/ 0 h 1867"/>
                    <a:gd name="T6" fmla="*/ 0 w 12355"/>
                    <a:gd name="T7" fmla="*/ 0 h 1867"/>
                    <a:gd name="T8" fmla="*/ 0 w 12355"/>
                    <a:gd name="T9" fmla="*/ 0 h 1867"/>
                    <a:gd name="T10" fmla="*/ 0 w 12355"/>
                    <a:gd name="T11" fmla="*/ 0 h 1867"/>
                    <a:gd name="T12" fmla="*/ 0 w 12355"/>
                    <a:gd name="T13" fmla="*/ 0 h 1867"/>
                    <a:gd name="T14" fmla="*/ 0 w 12355"/>
                    <a:gd name="T15" fmla="*/ 0 h 1867"/>
                    <a:gd name="T16" fmla="*/ 0 w 12355"/>
                    <a:gd name="T17" fmla="*/ 0 h 1867"/>
                    <a:gd name="T18" fmla="*/ 0 w 12355"/>
                    <a:gd name="T19" fmla="*/ 0 h 1867"/>
                    <a:gd name="T20" fmla="*/ 0 w 12355"/>
                    <a:gd name="T21" fmla="*/ 0 h 1867"/>
                    <a:gd name="T22" fmla="*/ 0 w 12355"/>
                    <a:gd name="T23" fmla="*/ 0 h 1867"/>
                    <a:gd name="T24" fmla="*/ 0 w 12355"/>
                    <a:gd name="T25" fmla="*/ 0 h 1867"/>
                    <a:gd name="T26" fmla="*/ 0 w 12355"/>
                    <a:gd name="T27" fmla="*/ 0 h 1867"/>
                    <a:gd name="T28" fmla="*/ 0 w 12355"/>
                    <a:gd name="T29" fmla="*/ 0 h 1867"/>
                    <a:gd name="T30" fmla="*/ 0 w 12355"/>
                    <a:gd name="T31" fmla="*/ 0 h 1867"/>
                    <a:gd name="T32" fmla="*/ 0 w 12355"/>
                    <a:gd name="T33" fmla="*/ 0 h 186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2355"/>
                    <a:gd name="T52" fmla="*/ 0 h 1867"/>
                    <a:gd name="T53" fmla="*/ 12355 w 12355"/>
                    <a:gd name="T54" fmla="*/ 1867 h 186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2355" h="1867">
                      <a:moveTo>
                        <a:pt x="12355" y="1867"/>
                      </a:moveTo>
                      <a:lnTo>
                        <a:pt x="12349" y="0"/>
                      </a:lnTo>
                      <a:lnTo>
                        <a:pt x="11718" y="0"/>
                      </a:lnTo>
                      <a:lnTo>
                        <a:pt x="11718" y="749"/>
                      </a:lnTo>
                      <a:lnTo>
                        <a:pt x="8800" y="749"/>
                      </a:lnTo>
                      <a:lnTo>
                        <a:pt x="8800" y="0"/>
                      </a:lnTo>
                      <a:lnTo>
                        <a:pt x="8168" y="0"/>
                      </a:lnTo>
                      <a:lnTo>
                        <a:pt x="8168" y="749"/>
                      </a:lnTo>
                      <a:lnTo>
                        <a:pt x="4935" y="749"/>
                      </a:lnTo>
                      <a:lnTo>
                        <a:pt x="4935" y="0"/>
                      </a:lnTo>
                      <a:lnTo>
                        <a:pt x="4305" y="0"/>
                      </a:lnTo>
                      <a:lnTo>
                        <a:pt x="4305" y="749"/>
                      </a:lnTo>
                      <a:lnTo>
                        <a:pt x="1070" y="749"/>
                      </a:lnTo>
                      <a:lnTo>
                        <a:pt x="1070" y="0"/>
                      </a:lnTo>
                      <a:lnTo>
                        <a:pt x="0" y="0"/>
                      </a:lnTo>
                      <a:lnTo>
                        <a:pt x="0" y="1867"/>
                      </a:lnTo>
                      <a:lnTo>
                        <a:pt x="12355" y="18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8706" name="Freeform 548">
                  <a:extLst>
                    <a:ext uri="{FF2B5EF4-FFF2-40B4-BE49-F238E27FC236}">
                      <a16:creationId xmlns:a16="http://schemas.microsoft.com/office/drawing/2014/main" id="{646C6EA3-4088-824F-8FB8-A8A1101C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4" y="1440"/>
                  <a:ext cx="720" cy="292"/>
                </a:xfrm>
                <a:custGeom>
                  <a:avLst/>
                  <a:gdLst>
                    <a:gd name="T0" fmla="*/ 0 w 12355"/>
                    <a:gd name="T1" fmla="*/ 0 h 3186"/>
                    <a:gd name="T2" fmla="*/ 0 w 12355"/>
                    <a:gd name="T3" fmla="*/ 0 h 3186"/>
                    <a:gd name="T4" fmla="*/ 0 w 12355"/>
                    <a:gd name="T5" fmla="*/ 0 h 3186"/>
                    <a:gd name="T6" fmla="*/ 0 w 12355"/>
                    <a:gd name="T7" fmla="*/ 0 h 3186"/>
                    <a:gd name="T8" fmla="*/ 0 w 12355"/>
                    <a:gd name="T9" fmla="*/ 0 h 3186"/>
                    <a:gd name="T10" fmla="*/ 0 w 12355"/>
                    <a:gd name="T11" fmla="*/ 0 h 3186"/>
                    <a:gd name="T12" fmla="*/ 0 w 12355"/>
                    <a:gd name="T13" fmla="*/ 0 h 3186"/>
                    <a:gd name="T14" fmla="*/ 0 w 12355"/>
                    <a:gd name="T15" fmla="*/ 0 h 3186"/>
                    <a:gd name="T16" fmla="*/ 0 w 12355"/>
                    <a:gd name="T17" fmla="*/ 0 h 3186"/>
                    <a:gd name="T18" fmla="*/ 0 w 12355"/>
                    <a:gd name="T19" fmla="*/ 0 h 3186"/>
                    <a:gd name="T20" fmla="*/ 0 w 12355"/>
                    <a:gd name="T21" fmla="*/ 0 h 3186"/>
                    <a:gd name="T22" fmla="*/ 0 w 12355"/>
                    <a:gd name="T23" fmla="*/ 0 h 3186"/>
                    <a:gd name="T24" fmla="*/ 0 w 12355"/>
                    <a:gd name="T25" fmla="*/ 0 h 3186"/>
                    <a:gd name="T26" fmla="*/ 0 w 12355"/>
                    <a:gd name="T27" fmla="*/ 0 h 318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2355"/>
                    <a:gd name="T43" fmla="*/ 0 h 3186"/>
                    <a:gd name="T44" fmla="*/ 12355 w 12355"/>
                    <a:gd name="T45" fmla="*/ 3186 h 318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2355" h="3186">
                      <a:moveTo>
                        <a:pt x="12355" y="2830"/>
                      </a:moveTo>
                      <a:lnTo>
                        <a:pt x="12355" y="3186"/>
                      </a:lnTo>
                      <a:lnTo>
                        <a:pt x="0" y="3186"/>
                      </a:lnTo>
                      <a:lnTo>
                        <a:pt x="0" y="0"/>
                      </a:lnTo>
                      <a:lnTo>
                        <a:pt x="756" y="0"/>
                      </a:lnTo>
                      <a:lnTo>
                        <a:pt x="756" y="2672"/>
                      </a:lnTo>
                      <a:lnTo>
                        <a:pt x="2697" y="1441"/>
                      </a:lnTo>
                      <a:lnTo>
                        <a:pt x="4626" y="2672"/>
                      </a:lnTo>
                      <a:lnTo>
                        <a:pt x="6569" y="1441"/>
                      </a:lnTo>
                      <a:lnTo>
                        <a:pt x="8491" y="2672"/>
                      </a:lnTo>
                      <a:lnTo>
                        <a:pt x="8484" y="2672"/>
                      </a:lnTo>
                      <a:lnTo>
                        <a:pt x="10432" y="1441"/>
                      </a:lnTo>
                      <a:lnTo>
                        <a:pt x="12355" y="2672"/>
                      </a:lnTo>
                      <a:lnTo>
                        <a:pt x="12355" y="28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28702" name="Picture 549" descr="brazil">
                <a:extLst>
                  <a:ext uri="{FF2B5EF4-FFF2-40B4-BE49-F238E27FC236}">
                    <a16:creationId xmlns:a16="http://schemas.microsoft.com/office/drawing/2014/main" id="{821F089F-E9F5-4E4F-AD1C-867B4ABFF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9" y="204"/>
                <a:ext cx="163" cy="1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03" name="Picture 550" descr="germany">
                <a:extLst>
                  <a:ext uri="{FF2B5EF4-FFF2-40B4-BE49-F238E27FC236}">
                    <a16:creationId xmlns:a16="http://schemas.microsoft.com/office/drawing/2014/main" id="{6F80E44A-D258-F045-BF0D-56A41775D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" y="1001"/>
                <a:ext cx="179" cy="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28674" name="Rectangle 551">
            <a:extLst>
              <a:ext uri="{FF2B5EF4-FFF2-40B4-BE49-F238E27FC236}">
                <a16:creationId xmlns:a16="http://schemas.microsoft.com/office/drawing/2014/main" id="{E209B6F8-6111-8049-958F-45D5C9662F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Diferenciação entre preparação da produção e lançamento do produto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2">
            <a:extLst>
              <a:ext uri="{FF2B5EF4-FFF2-40B4-BE49-F238E27FC236}">
                <a16:creationId xmlns:a16="http://schemas.microsoft.com/office/drawing/2014/main" id="{081CA8BE-7C86-C946-B0B4-D5C6107E6E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Casos alternativos de produção a serem considerados nesta fase de preparação da produção </a:t>
            </a:r>
          </a:p>
        </p:txBody>
      </p:sp>
      <p:sp>
        <p:nvSpPr>
          <p:cNvPr id="30722" name="Rectangle 3">
            <a:extLst>
              <a:ext uri="{FF2B5EF4-FFF2-40B4-BE49-F238E27FC236}">
                <a16:creationId xmlns:a16="http://schemas.microsoft.com/office/drawing/2014/main" id="{D174218A-38CA-BF4A-B293-A31EDF9FDE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79388" y="917575"/>
            <a:ext cx="4956175" cy="5805488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pt-BR" altLang="pt-BR" sz="2400" dirty="0"/>
              <a:t>produção realizada em uma </a:t>
            </a:r>
            <a:r>
              <a:rPr lang="pt-BR" altLang="pt-BR" sz="2400" b="1" dirty="0">
                <a:solidFill>
                  <a:srgbClr val="0070C0"/>
                </a:solidFill>
              </a:rPr>
              <a:t>nova instalação</a:t>
            </a:r>
            <a:r>
              <a:rPr lang="pt-BR" altLang="pt-BR" sz="2400" dirty="0"/>
              <a:t>, com novos equipamentos</a:t>
            </a:r>
          </a:p>
          <a:p>
            <a:pPr eaLnBrk="1" hangingPunct="1">
              <a:lnSpc>
                <a:spcPct val="90000"/>
              </a:lnSpc>
            </a:pPr>
            <a:endParaRPr lang="pt-BR" altLang="pt-BR" sz="2400" dirty="0"/>
          </a:p>
          <a:p>
            <a:pPr eaLnBrk="1" hangingPunct="1">
              <a:lnSpc>
                <a:spcPct val="90000"/>
              </a:lnSpc>
            </a:pPr>
            <a:endParaRPr lang="pt-BR" altLang="pt-BR" sz="2400" dirty="0"/>
          </a:p>
          <a:p>
            <a:pPr eaLnBrk="1" hangingPunct="1">
              <a:lnSpc>
                <a:spcPct val="90000"/>
              </a:lnSpc>
            </a:pPr>
            <a:r>
              <a:rPr lang="pt-BR" altLang="pt-BR" sz="2400" dirty="0"/>
              <a:t>produção realizada em </a:t>
            </a:r>
            <a:r>
              <a:rPr lang="pt-BR" altLang="pt-BR" sz="2400" b="1" dirty="0">
                <a:solidFill>
                  <a:srgbClr val="0070C0"/>
                </a:solidFill>
              </a:rPr>
              <a:t>instalações existentes</a:t>
            </a:r>
            <a:r>
              <a:rPr lang="pt-BR" altLang="pt-BR" sz="2400" dirty="0"/>
              <a:t>, com </a:t>
            </a:r>
            <a:r>
              <a:rPr lang="pt-BR" altLang="pt-BR" sz="2400" u="sng" dirty="0">
                <a:solidFill>
                  <a:srgbClr val="0070C0"/>
                </a:solidFill>
              </a:rPr>
              <a:t>novos equipamentos</a:t>
            </a:r>
          </a:p>
          <a:p>
            <a:pPr eaLnBrk="1" hangingPunct="1">
              <a:lnSpc>
                <a:spcPct val="90000"/>
              </a:lnSpc>
            </a:pPr>
            <a:endParaRPr lang="pt-BR" altLang="pt-BR" sz="2400" dirty="0"/>
          </a:p>
          <a:p>
            <a:pPr eaLnBrk="1" hangingPunct="1">
              <a:lnSpc>
                <a:spcPct val="90000"/>
              </a:lnSpc>
            </a:pPr>
            <a:endParaRPr lang="pt-BR" altLang="pt-BR" sz="2400" dirty="0"/>
          </a:p>
          <a:p>
            <a:pPr eaLnBrk="1" hangingPunct="1">
              <a:lnSpc>
                <a:spcPct val="90000"/>
              </a:lnSpc>
            </a:pPr>
            <a:r>
              <a:rPr lang="pt-BR" altLang="pt-BR" sz="2400" dirty="0"/>
              <a:t>produção realizada em instalações e equipamentos </a:t>
            </a:r>
            <a:r>
              <a:rPr lang="pt-BR" altLang="pt-BR" sz="2400" b="1" dirty="0">
                <a:solidFill>
                  <a:srgbClr val="0070C0"/>
                </a:solidFill>
              </a:rPr>
              <a:t>existentes, </a:t>
            </a:r>
            <a:r>
              <a:rPr lang="pt-BR" altLang="pt-BR" sz="2400" u="sng" dirty="0">
                <a:solidFill>
                  <a:srgbClr val="0070C0"/>
                </a:solidFill>
              </a:rPr>
              <a:t>exigindo-se o compartilhamento desses equipamentos com produtos existentes</a:t>
            </a:r>
          </a:p>
        </p:txBody>
      </p:sp>
      <p:sp>
        <p:nvSpPr>
          <p:cNvPr id="30723" name="Line 4">
            <a:extLst>
              <a:ext uri="{FF2B5EF4-FFF2-40B4-BE49-F238E27FC236}">
                <a16:creationId xmlns:a16="http://schemas.microsoft.com/office/drawing/2014/main" id="{A4838771-7D6D-0C4D-BC3A-2F76C1BD22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625" y="992188"/>
            <a:ext cx="0" cy="5640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  <p:sp>
        <p:nvSpPr>
          <p:cNvPr id="30724" name="Line 5">
            <a:extLst>
              <a:ext uri="{FF2B5EF4-FFF2-40B4-BE49-F238E27FC236}">
                <a16:creationId xmlns:a16="http://schemas.microsoft.com/office/drawing/2014/main" id="{A0F2E01C-7C70-E645-8647-16C7229A25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00" y="2532063"/>
            <a:ext cx="84216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  <p:sp>
        <p:nvSpPr>
          <p:cNvPr id="30725" name="Line 6">
            <a:extLst>
              <a:ext uri="{FF2B5EF4-FFF2-40B4-BE49-F238E27FC236}">
                <a16:creationId xmlns:a16="http://schemas.microsoft.com/office/drawing/2014/main" id="{53CCA5D1-BA68-634B-8784-42597B70D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113" y="4481513"/>
            <a:ext cx="84216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  <p:grpSp>
        <p:nvGrpSpPr>
          <p:cNvPr id="30726" name="Group 7">
            <a:extLst>
              <a:ext uri="{FF2B5EF4-FFF2-40B4-BE49-F238E27FC236}">
                <a16:creationId xmlns:a16="http://schemas.microsoft.com/office/drawing/2014/main" id="{08BDF198-370A-4246-8508-52B6A2B3753A}"/>
              </a:ext>
            </a:extLst>
          </p:cNvPr>
          <p:cNvGrpSpPr>
            <a:grpSpLocks/>
          </p:cNvGrpSpPr>
          <p:nvPr/>
        </p:nvGrpSpPr>
        <p:grpSpPr bwMode="auto">
          <a:xfrm>
            <a:off x="5294313" y="862013"/>
            <a:ext cx="2771775" cy="1608137"/>
            <a:chOff x="385" y="119"/>
            <a:chExt cx="1746" cy="1013"/>
          </a:xfrm>
        </p:grpSpPr>
        <p:pic>
          <p:nvPicPr>
            <p:cNvPr id="30961" name="Picture 8">
              <a:extLst>
                <a:ext uri="{FF2B5EF4-FFF2-40B4-BE49-F238E27FC236}">
                  <a16:creationId xmlns:a16="http://schemas.microsoft.com/office/drawing/2014/main" id="{A9492E96-DD7A-124E-B4D2-09A01A4E0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1860" y="499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62" name="Rectangle 9">
              <a:extLst>
                <a:ext uri="{FF2B5EF4-FFF2-40B4-BE49-F238E27FC236}">
                  <a16:creationId xmlns:a16="http://schemas.microsoft.com/office/drawing/2014/main" id="{4409EE5A-D1B5-624E-B410-8DC6CA24F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386"/>
              <a:ext cx="1300" cy="4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30963" name="Group 10">
              <a:extLst>
                <a:ext uri="{FF2B5EF4-FFF2-40B4-BE49-F238E27FC236}">
                  <a16:creationId xmlns:a16="http://schemas.microsoft.com/office/drawing/2014/main" id="{88BFF42A-DFAF-0F40-B2BB-43BE1D77C15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12" y="471"/>
              <a:ext cx="379" cy="301"/>
              <a:chOff x="1728" y="3306"/>
              <a:chExt cx="1205" cy="894"/>
            </a:xfrm>
          </p:grpSpPr>
          <p:sp>
            <p:nvSpPr>
              <p:cNvPr id="31250" name="Freeform 11">
                <a:extLst>
                  <a:ext uri="{FF2B5EF4-FFF2-40B4-BE49-F238E27FC236}">
                    <a16:creationId xmlns:a16="http://schemas.microsoft.com/office/drawing/2014/main" id="{93C3E6AF-DC86-6E48-8AD9-F8945AF95F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20" y="3322"/>
                <a:ext cx="413" cy="758"/>
              </a:xfrm>
              <a:custGeom>
                <a:avLst/>
                <a:gdLst>
                  <a:gd name="T0" fmla="*/ 0 w 413"/>
                  <a:gd name="T1" fmla="*/ 0 h 758"/>
                  <a:gd name="T2" fmla="*/ 0 w 413"/>
                  <a:gd name="T3" fmla="*/ 757 h 758"/>
                  <a:gd name="T4" fmla="*/ 412 w 413"/>
                  <a:gd name="T5" fmla="*/ 674 h 758"/>
                  <a:gd name="T6" fmla="*/ 412 w 413"/>
                  <a:gd name="T7" fmla="*/ 48 h 758"/>
                  <a:gd name="T8" fmla="*/ 0 w 413"/>
                  <a:gd name="T9" fmla="*/ 0 h 7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758"/>
                  <a:gd name="T17" fmla="*/ 413 w 413"/>
                  <a:gd name="T18" fmla="*/ 758 h 7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758">
                    <a:moveTo>
                      <a:pt x="0" y="0"/>
                    </a:moveTo>
                    <a:lnTo>
                      <a:pt x="0" y="757"/>
                    </a:lnTo>
                    <a:lnTo>
                      <a:pt x="412" y="674"/>
                    </a:lnTo>
                    <a:lnTo>
                      <a:pt x="412" y="4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51" name="Line 12">
                <a:extLst>
                  <a:ext uri="{FF2B5EF4-FFF2-40B4-BE49-F238E27FC236}">
                    <a16:creationId xmlns:a16="http://schemas.microsoft.com/office/drawing/2014/main" id="{AFA61089-7607-2043-8A98-F1EF751D5C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89" y="3348"/>
                <a:ext cx="0" cy="69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52" name="Freeform 13">
                <a:extLst>
                  <a:ext uri="{FF2B5EF4-FFF2-40B4-BE49-F238E27FC236}">
                    <a16:creationId xmlns:a16="http://schemas.microsoft.com/office/drawing/2014/main" id="{727CD267-B2A3-674C-A942-CB93C76056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" y="3306"/>
                <a:ext cx="198" cy="514"/>
              </a:xfrm>
              <a:custGeom>
                <a:avLst/>
                <a:gdLst>
                  <a:gd name="T0" fmla="*/ 0 w 198"/>
                  <a:gd name="T1" fmla="*/ 22 h 514"/>
                  <a:gd name="T2" fmla="*/ 0 w 198"/>
                  <a:gd name="T3" fmla="*/ 482 h 514"/>
                  <a:gd name="T4" fmla="*/ 197 w 198"/>
                  <a:gd name="T5" fmla="*/ 513 h 514"/>
                  <a:gd name="T6" fmla="*/ 197 w 198"/>
                  <a:gd name="T7" fmla="*/ 0 h 514"/>
                  <a:gd name="T8" fmla="*/ 0 w 198"/>
                  <a:gd name="T9" fmla="*/ 22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8"/>
                  <a:gd name="T16" fmla="*/ 0 h 514"/>
                  <a:gd name="T17" fmla="*/ 198 w 198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8" h="514">
                    <a:moveTo>
                      <a:pt x="0" y="22"/>
                    </a:moveTo>
                    <a:lnTo>
                      <a:pt x="0" y="482"/>
                    </a:lnTo>
                    <a:lnTo>
                      <a:pt x="197" y="513"/>
                    </a:lnTo>
                    <a:lnTo>
                      <a:pt x="19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53" name="Freeform 14">
                <a:extLst>
                  <a:ext uri="{FF2B5EF4-FFF2-40B4-BE49-F238E27FC236}">
                    <a16:creationId xmlns:a16="http://schemas.microsoft.com/office/drawing/2014/main" id="{D4F75FA0-291A-4D47-AB8E-9E41F81EAA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9" y="3491"/>
                <a:ext cx="138" cy="334"/>
              </a:xfrm>
              <a:custGeom>
                <a:avLst/>
                <a:gdLst>
                  <a:gd name="T0" fmla="*/ 44 w 138"/>
                  <a:gd name="T1" fmla="*/ 0 h 334"/>
                  <a:gd name="T2" fmla="*/ 42 w 138"/>
                  <a:gd name="T3" fmla="*/ 183 h 334"/>
                  <a:gd name="T4" fmla="*/ 0 w 138"/>
                  <a:gd name="T5" fmla="*/ 333 h 334"/>
                  <a:gd name="T6" fmla="*/ 137 w 138"/>
                  <a:gd name="T7" fmla="*/ 299 h 334"/>
                  <a:gd name="T8" fmla="*/ 137 w 138"/>
                  <a:gd name="T9" fmla="*/ 0 h 334"/>
                  <a:gd name="T10" fmla="*/ 44 w 138"/>
                  <a:gd name="T11" fmla="*/ 0 h 3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8"/>
                  <a:gd name="T19" fmla="*/ 0 h 334"/>
                  <a:gd name="T20" fmla="*/ 138 w 138"/>
                  <a:gd name="T21" fmla="*/ 334 h 3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8" h="334">
                    <a:moveTo>
                      <a:pt x="44" y="0"/>
                    </a:moveTo>
                    <a:lnTo>
                      <a:pt x="42" y="183"/>
                    </a:lnTo>
                    <a:lnTo>
                      <a:pt x="0" y="333"/>
                    </a:lnTo>
                    <a:lnTo>
                      <a:pt x="137" y="299"/>
                    </a:lnTo>
                    <a:lnTo>
                      <a:pt x="137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54" name="Rectangle 15">
                <a:extLst>
                  <a:ext uri="{FF2B5EF4-FFF2-40B4-BE49-F238E27FC236}">
                    <a16:creationId xmlns:a16="http://schemas.microsoft.com/office/drawing/2014/main" id="{BCB5C4B5-C749-944F-ADC9-BDDD676511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08" y="3326"/>
                <a:ext cx="3" cy="74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55" name="Line 16">
                <a:extLst>
                  <a:ext uri="{FF2B5EF4-FFF2-40B4-BE49-F238E27FC236}">
                    <a16:creationId xmlns:a16="http://schemas.microsoft.com/office/drawing/2014/main" id="{FE34C3E6-7658-694E-9367-2F09FF447EA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890" y="3368"/>
                <a:ext cx="0" cy="6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56" name="Line 17">
                <a:extLst>
                  <a:ext uri="{FF2B5EF4-FFF2-40B4-BE49-F238E27FC236}">
                    <a16:creationId xmlns:a16="http://schemas.microsoft.com/office/drawing/2014/main" id="{82762968-ECBA-BE40-984E-114AEDBACF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98" y="3360"/>
                <a:ext cx="0" cy="65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57" name="Freeform 18">
                <a:extLst>
                  <a:ext uri="{FF2B5EF4-FFF2-40B4-BE49-F238E27FC236}">
                    <a16:creationId xmlns:a16="http://schemas.microsoft.com/office/drawing/2014/main" id="{03BBE21D-A847-154D-B62F-89D07D186F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6" y="3522"/>
                <a:ext cx="33" cy="242"/>
              </a:xfrm>
              <a:custGeom>
                <a:avLst/>
                <a:gdLst>
                  <a:gd name="T0" fmla="*/ 0 w 33"/>
                  <a:gd name="T1" fmla="*/ 0 h 242"/>
                  <a:gd name="T2" fmla="*/ 0 w 33"/>
                  <a:gd name="T3" fmla="*/ 241 h 242"/>
                  <a:gd name="T4" fmla="*/ 32 w 33"/>
                  <a:gd name="T5" fmla="*/ 235 h 242"/>
                  <a:gd name="T6" fmla="*/ 32 w 33"/>
                  <a:gd name="T7" fmla="*/ 4 h 242"/>
                  <a:gd name="T8" fmla="*/ 0 w 33"/>
                  <a:gd name="T9" fmla="*/ 0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242"/>
                  <a:gd name="T17" fmla="*/ 33 w 33"/>
                  <a:gd name="T18" fmla="*/ 242 h 2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242">
                    <a:moveTo>
                      <a:pt x="0" y="0"/>
                    </a:moveTo>
                    <a:lnTo>
                      <a:pt x="0" y="241"/>
                    </a:lnTo>
                    <a:lnTo>
                      <a:pt x="32" y="235"/>
                    </a:lnTo>
                    <a:lnTo>
                      <a:pt x="32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58" name="Freeform 19">
                <a:extLst>
                  <a:ext uri="{FF2B5EF4-FFF2-40B4-BE49-F238E27FC236}">
                    <a16:creationId xmlns:a16="http://schemas.microsoft.com/office/drawing/2014/main" id="{77C2CABE-B69F-0C45-94A0-93856216AF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6" y="3665"/>
                <a:ext cx="27" cy="90"/>
              </a:xfrm>
              <a:custGeom>
                <a:avLst/>
                <a:gdLst>
                  <a:gd name="T0" fmla="*/ 0 w 27"/>
                  <a:gd name="T1" fmla="*/ 0 h 90"/>
                  <a:gd name="T2" fmla="*/ 0 w 27"/>
                  <a:gd name="T3" fmla="*/ 8 h 90"/>
                  <a:gd name="T4" fmla="*/ 19 w 27"/>
                  <a:gd name="T5" fmla="*/ 10 h 90"/>
                  <a:gd name="T6" fmla="*/ 19 w 27"/>
                  <a:gd name="T7" fmla="*/ 81 h 90"/>
                  <a:gd name="T8" fmla="*/ 2 w 27"/>
                  <a:gd name="T9" fmla="*/ 77 h 90"/>
                  <a:gd name="T10" fmla="*/ 2 w 27"/>
                  <a:gd name="T11" fmla="*/ 83 h 90"/>
                  <a:gd name="T12" fmla="*/ 26 w 27"/>
                  <a:gd name="T13" fmla="*/ 89 h 90"/>
                  <a:gd name="T14" fmla="*/ 26 w 27"/>
                  <a:gd name="T15" fmla="*/ 6 h 90"/>
                  <a:gd name="T16" fmla="*/ 0 w 27"/>
                  <a:gd name="T17" fmla="*/ 0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90"/>
                  <a:gd name="T29" fmla="*/ 27 w 27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90">
                    <a:moveTo>
                      <a:pt x="0" y="0"/>
                    </a:moveTo>
                    <a:lnTo>
                      <a:pt x="0" y="8"/>
                    </a:lnTo>
                    <a:lnTo>
                      <a:pt x="19" y="10"/>
                    </a:lnTo>
                    <a:lnTo>
                      <a:pt x="19" y="81"/>
                    </a:lnTo>
                    <a:lnTo>
                      <a:pt x="2" y="77"/>
                    </a:lnTo>
                    <a:lnTo>
                      <a:pt x="2" y="83"/>
                    </a:lnTo>
                    <a:lnTo>
                      <a:pt x="26" y="89"/>
                    </a:lnTo>
                    <a:lnTo>
                      <a:pt x="26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59" name="Freeform 20">
                <a:extLst>
                  <a:ext uri="{FF2B5EF4-FFF2-40B4-BE49-F238E27FC236}">
                    <a16:creationId xmlns:a16="http://schemas.microsoft.com/office/drawing/2014/main" id="{871BBC1E-9513-B24C-B5DD-B2C3F2FA6B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40" y="3806"/>
                <a:ext cx="270" cy="44"/>
              </a:xfrm>
              <a:custGeom>
                <a:avLst/>
                <a:gdLst>
                  <a:gd name="T0" fmla="*/ 80 w 270"/>
                  <a:gd name="T1" fmla="*/ 0 h 44"/>
                  <a:gd name="T2" fmla="*/ 0 w 270"/>
                  <a:gd name="T3" fmla="*/ 19 h 44"/>
                  <a:gd name="T4" fmla="*/ 172 w 270"/>
                  <a:gd name="T5" fmla="*/ 43 h 44"/>
                  <a:gd name="T6" fmla="*/ 269 w 270"/>
                  <a:gd name="T7" fmla="*/ 19 h 44"/>
                  <a:gd name="T8" fmla="*/ 80 w 270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0"/>
                  <a:gd name="T16" fmla="*/ 0 h 44"/>
                  <a:gd name="T17" fmla="*/ 270 w 270"/>
                  <a:gd name="T18" fmla="*/ 44 h 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0" h="44">
                    <a:moveTo>
                      <a:pt x="80" y="0"/>
                    </a:moveTo>
                    <a:lnTo>
                      <a:pt x="0" y="19"/>
                    </a:lnTo>
                    <a:lnTo>
                      <a:pt x="172" y="43"/>
                    </a:lnTo>
                    <a:lnTo>
                      <a:pt x="269" y="19"/>
                    </a:lnTo>
                    <a:lnTo>
                      <a:pt x="8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0" name="Freeform 21">
                <a:extLst>
                  <a:ext uri="{FF2B5EF4-FFF2-40B4-BE49-F238E27FC236}">
                    <a16:creationId xmlns:a16="http://schemas.microsoft.com/office/drawing/2014/main" id="{270EB567-304B-464B-8BD7-CC8167678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4052"/>
                <a:ext cx="26" cy="33"/>
              </a:xfrm>
              <a:custGeom>
                <a:avLst/>
                <a:gdLst>
                  <a:gd name="T0" fmla="*/ 2 w 26"/>
                  <a:gd name="T1" fmla="*/ 0 h 33"/>
                  <a:gd name="T2" fmla="*/ 0 w 26"/>
                  <a:gd name="T3" fmla="*/ 32 h 33"/>
                  <a:gd name="T4" fmla="*/ 25 w 26"/>
                  <a:gd name="T5" fmla="*/ 28 h 33"/>
                  <a:gd name="T6" fmla="*/ 25 w 26"/>
                  <a:gd name="T7" fmla="*/ 4 h 33"/>
                  <a:gd name="T8" fmla="*/ 2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3"/>
                  <a:gd name="T17" fmla="*/ 26 w 2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3">
                    <a:moveTo>
                      <a:pt x="2" y="0"/>
                    </a:moveTo>
                    <a:lnTo>
                      <a:pt x="0" y="32"/>
                    </a:lnTo>
                    <a:lnTo>
                      <a:pt x="25" y="28"/>
                    </a:lnTo>
                    <a:lnTo>
                      <a:pt x="25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1" name="Freeform 22">
                <a:extLst>
                  <a:ext uri="{FF2B5EF4-FFF2-40B4-BE49-F238E27FC236}">
                    <a16:creationId xmlns:a16="http://schemas.microsoft.com/office/drawing/2014/main" id="{8035C881-EF61-D944-817B-047DC76E77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7" y="4056"/>
                <a:ext cx="28" cy="31"/>
              </a:xfrm>
              <a:custGeom>
                <a:avLst/>
                <a:gdLst>
                  <a:gd name="T0" fmla="*/ 0 w 28"/>
                  <a:gd name="T1" fmla="*/ 0 h 31"/>
                  <a:gd name="T2" fmla="*/ 0 w 28"/>
                  <a:gd name="T3" fmla="*/ 24 h 31"/>
                  <a:gd name="T4" fmla="*/ 27 w 28"/>
                  <a:gd name="T5" fmla="*/ 30 h 31"/>
                  <a:gd name="T6" fmla="*/ 27 w 28"/>
                  <a:gd name="T7" fmla="*/ 4 h 31"/>
                  <a:gd name="T8" fmla="*/ 0 w 28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31"/>
                  <a:gd name="T17" fmla="*/ 28 w 28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31">
                    <a:moveTo>
                      <a:pt x="0" y="0"/>
                    </a:moveTo>
                    <a:lnTo>
                      <a:pt x="0" y="24"/>
                    </a:lnTo>
                    <a:lnTo>
                      <a:pt x="27" y="30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2" name="Freeform 23">
                <a:extLst>
                  <a:ext uri="{FF2B5EF4-FFF2-40B4-BE49-F238E27FC236}">
                    <a16:creationId xmlns:a16="http://schemas.microsoft.com/office/drawing/2014/main" id="{D6E527C8-792B-BA4E-9C4F-CAA905C98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4079"/>
                <a:ext cx="97" cy="17"/>
              </a:xfrm>
              <a:custGeom>
                <a:avLst/>
                <a:gdLst>
                  <a:gd name="T0" fmla="*/ 25 w 97"/>
                  <a:gd name="T1" fmla="*/ 0 h 17"/>
                  <a:gd name="T2" fmla="*/ 0 w 97"/>
                  <a:gd name="T3" fmla="*/ 6 h 17"/>
                  <a:gd name="T4" fmla="*/ 65 w 97"/>
                  <a:gd name="T5" fmla="*/ 16 h 17"/>
                  <a:gd name="T6" fmla="*/ 96 w 97"/>
                  <a:gd name="T7" fmla="*/ 12 h 17"/>
                  <a:gd name="T8" fmla="*/ 51 w 97"/>
                  <a:gd name="T9" fmla="*/ 8 h 17"/>
                  <a:gd name="T10" fmla="*/ 25 w 9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7"/>
                  <a:gd name="T19" fmla="*/ 0 h 17"/>
                  <a:gd name="T20" fmla="*/ 97 w 97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7" h="17">
                    <a:moveTo>
                      <a:pt x="25" y="0"/>
                    </a:moveTo>
                    <a:lnTo>
                      <a:pt x="0" y="6"/>
                    </a:lnTo>
                    <a:lnTo>
                      <a:pt x="65" y="16"/>
                    </a:lnTo>
                    <a:lnTo>
                      <a:pt x="96" y="12"/>
                    </a:lnTo>
                    <a:lnTo>
                      <a:pt x="51" y="8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3" name="Freeform 24">
                <a:extLst>
                  <a:ext uri="{FF2B5EF4-FFF2-40B4-BE49-F238E27FC236}">
                    <a16:creationId xmlns:a16="http://schemas.microsoft.com/office/drawing/2014/main" id="{91139616-B279-704B-AAE8-EF85DBC599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7" y="3727"/>
                <a:ext cx="189" cy="70"/>
              </a:xfrm>
              <a:custGeom>
                <a:avLst/>
                <a:gdLst>
                  <a:gd name="T0" fmla="*/ 16 w 189"/>
                  <a:gd name="T1" fmla="*/ 0 h 70"/>
                  <a:gd name="T2" fmla="*/ 0 w 189"/>
                  <a:gd name="T3" fmla="*/ 53 h 70"/>
                  <a:gd name="T4" fmla="*/ 171 w 189"/>
                  <a:gd name="T5" fmla="*/ 69 h 70"/>
                  <a:gd name="T6" fmla="*/ 188 w 189"/>
                  <a:gd name="T7" fmla="*/ 14 h 70"/>
                  <a:gd name="T8" fmla="*/ 16 w 189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9"/>
                  <a:gd name="T16" fmla="*/ 0 h 70"/>
                  <a:gd name="T17" fmla="*/ 189 w 189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9" h="70">
                    <a:moveTo>
                      <a:pt x="16" y="0"/>
                    </a:moveTo>
                    <a:lnTo>
                      <a:pt x="0" y="53"/>
                    </a:lnTo>
                    <a:lnTo>
                      <a:pt x="171" y="69"/>
                    </a:lnTo>
                    <a:lnTo>
                      <a:pt x="188" y="1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4" name="Line 25">
                <a:extLst>
                  <a:ext uri="{FF2B5EF4-FFF2-40B4-BE49-F238E27FC236}">
                    <a16:creationId xmlns:a16="http://schemas.microsoft.com/office/drawing/2014/main" id="{88C5E6E7-42E9-FF42-AD20-E3D6FE21E1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445" y="3724"/>
                <a:ext cx="177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65" name="Freeform 26">
                <a:extLst>
                  <a:ext uri="{FF2B5EF4-FFF2-40B4-BE49-F238E27FC236}">
                    <a16:creationId xmlns:a16="http://schemas.microsoft.com/office/drawing/2014/main" id="{AEB824AA-92FC-7F4C-B06D-A0E6188EA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0" y="3335"/>
                <a:ext cx="22" cy="439"/>
              </a:xfrm>
              <a:custGeom>
                <a:avLst/>
                <a:gdLst>
                  <a:gd name="T0" fmla="*/ 0 w 22"/>
                  <a:gd name="T1" fmla="*/ 2 h 439"/>
                  <a:gd name="T2" fmla="*/ 7 w 22"/>
                  <a:gd name="T3" fmla="*/ 438 h 439"/>
                  <a:gd name="T4" fmla="*/ 21 w 22"/>
                  <a:gd name="T5" fmla="*/ 394 h 439"/>
                  <a:gd name="T6" fmla="*/ 17 w 22"/>
                  <a:gd name="T7" fmla="*/ 0 h 439"/>
                  <a:gd name="T8" fmla="*/ 0 w 22"/>
                  <a:gd name="T9" fmla="*/ 2 h 4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39"/>
                  <a:gd name="T17" fmla="*/ 22 w 22"/>
                  <a:gd name="T18" fmla="*/ 439 h 4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39">
                    <a:moveTo>
                      <a:pt x="0" y="2"/>
                    </a:moveTo>
                    <a:lnTo>
                      <a:pt x="7" y="438"/>
                    </a:lnTo>
                    <a:lnTo>
                      <a:pt x="21" y="394"/>
                    </a:lnTo>
                    <a:lnTo>
                      <a:pt x="17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6" name="Freeform 27">
                <a:extLst>
                  <a:ext uri="{FF2B5EF4-FFF2-40B4-BE49-F238E27FC236}">
                    <a16:creationId xmlns:a16="http://schemas.microsoft.com/office/drawing/2014/main" id="{E27610C5-3F98-6945-B4B6-5F8D80C0F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6" y="3786"/>
                <a:ext cx="133" cy="116"/>
              </a:xfrm>
              <a:custGeom>
                <a:avLst/>
                <a:gdLst>
                  <a:gd name="T0" fmla="*/ 0 w 133"/>
                  <a:gd name="T1" fmla="*/ 0 h 116"/>
                  <a:gd name="T2" fmla="*/ 0 w 133"/>
                  <a:gd name="T3" fmla="*/ 54 h 116"/>
                  <a:gd name="T4" fmla="*/ 50 w 133"/>
                  <a:gd name="T5" fmla="*/ 99 h 116"/>
                  <a:gd name="T6" fmla="*/ 126 w 133"/>
                  <a:gd name="T7" fmla="*/ 115 h 116"/>
                  <a:gd name="T8" fmla="*/ 107 w 133"/>
                  <a:gd name="T9" fmla="*/ 78 h 116"/>
                  <a:gd name="T10" fmla="*/ 27 w 133"/>
                  <a:gd name="T11" fmla="*/ 65 h 116"/>
                  <a:gd name="T12" fmla="*/ 25 w 133"/>
                  <a:gd name="T13" fmla="*/ 28 h 116"/>
                  <a:gd name="T14" fmla="*/ 132 w 133"/>
                  <a:gd name="T15" fmla="*/ 22 h 116"/>
                  <a:gd name="T16" fmla="*/ 0 w 133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3"/>
                  <a:gd name="T28" fmla="*/ 0 h 116"/>
                  <a:gd name="T29" fmla="*/ 133 w 133"/>
                  <a:gd name="T30" fmla="*/ 116 h 1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3" h="116">
                    <a:moveTo>
                      <a:pt x="0" y="0"/>
                    </a:moveTo>
                    <a:lnTo>
                      <a:pt x="0" y="54"/>
                    </a:lnTo>
                    <a:lnTo>
                      <a:pt x="50" y="99"/>
                    </a:lnTo>
                    <a:lnTo>
                      <a:pt x="126" y="115"/>
                    </a:lnTo>
                    <a:lnTo>
                      <a:pt x="107" y="78"/>
                    </a:lnTo>
                    <a:lnTo>
                      <a:pt x="27" y="65"/>
                    </a:lnTo>
                    <a:lnTo>
                      <a:pt x="25" y="28"/>
                    </a:lnTo>
                    <a:lnTo>
                      <a:pt x="132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7" name="Freeform 28">
                <a:extLst>
                  <a:ext uri="{FF2B5EF4-FFF2-40B4-BE49-F238E27FC236}">
                    <a16:creationId xmlns:a16="http://schemas.microsoft.com/office/drawing/2014/main" id="{0B52D23F-F866-0449-BEF3-6E70A8838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6" y="3885"/>
                <a:ext cx="89" cy="37"/>
              </a:xfrm>
              <a:custGeom>
                <a:avLst/>
                <a:gdLst>
                  <a:gd name="T0" fmla="*/ 0 w 89"/>
                  <a:gd name="T1" fmla="*/ 0 h 37"/>
                  <a:gd name="T2" fmla="*/ 0 w 89"/>
                  <a:gd name="T3" fmla="*/ 18 h 37"/>
                  <a:gd name="T4" fmla="*/ 88 w 89"/>
                  <a:gd name="T5" fmla="*/ 36 h 37"/>
                  <a:gd name="T6" fmla="*/ 76 w 89"/>
                  <a:gd name="T7" fmla="*/ 16 h 37"/>
                  <a:gd name="T8" fmla="*/ 0 w 89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37"/>
                  <a:gd name="T17" fmla="*/ 89 w 8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37">
                    <a:moveTo>
                      <a:pt x="0" y="0"/>
                    </a:moveTo>
                    <a:lnTo>
                      <a:pt x="0" y="18"/>
                    </a:lnTo>
                    <a:lnTo>
                      <a:pt x="88" y="36"/>
                    </a:lnTo>
                    <a:lnTo>
                      <a:pt x="7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8" name="Freeform 29">
                <a:extLst>
                  <a:ext uri="{FF2B5EF4-FFF2-40B4-BE49-F238E27FC236}">
                    <a16:creationId xmlns:a16="http://schemas.microsoft.com/office/drawing/2014/main" id="{731168A6-ACFF-BD41-A198-873A481B46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0" y="3765"/>
                <a:ext cx="401" cy="55"/>
              </a:xfrm>
              <a:custGeom>
                <a:avLst/>
                <a:gdLst>
                  <a:gd name="T0" fmla="*/ 56 w 401"/>
                  <a:gd name="T1" fmla="*/ 0 h 55"/>
                  <a:gd name="T2" fmla="*/ 0 w 401"/>
                  <a:gd name="T3" fmla="*/ 13 h 55"/>
                  <a:gd name="T4" fmla="*/ 168 w 401"/>
                  <a:gd name="T5" fmla="*/ 38 h 55"/>
                  <a:gd name="T6" fmla="*/ 217 w 401"/>
                  <a:gd name="T7" fmla="*/ 33 h 55"/>
                  <a:gd name="T8" fmla="*/ 381 w 401"/>
                  <a:gd name="T9" fmla="*/ 54 h 55"/>
                  <a:gd name="T10" fmla="*/ 400 w 401"/>
                  <a:gd name="T11" fmla="*/ 51 h 55"/>
                  <a:gd name="T12" fmla="*/ 89 w 401"/>
                  <a:gd name="T13" fmla="*/ 4 h 55"/>
                  <a:gd name="T14" fmla="*/ 56 w 40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1"/>
                  <a:gd name="T25" fmla="*/ 0 h 55"/>
                  <a:gd name="T26" fmla="*/ 401 w 40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1" h="55">
                    <a:moveTo>
                      <a:pt x="56" y="0"/>
                    </a:moveTo>
                    <a:lnTo>
                      <a:pt x="0" y="13"/>
                    </a:lnTo>
                    <a:lnTo>
                      <a:pt x="168" y="38"/>
                    </a:lnTo>
                    <a:lnTo>
                      <a:pt x="217" y="33"/>
                    </a:lnTo>
                    <a:lnTo>
                      <a:pt x="381" y="54"/>
                    </a:lnTo>
                    <a:lnTo>
                      <a:pt x="400" y="51"/>
                    </a:lnTo>
                    <a:lnTo>
                      <a:pt x="89" y="4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69" name="Freeform 30">
                <a:extLst>
                  <a:ext uri="{FF2B5EF4-FFF2-40B4-BE49-F238E27FC236}">
                    <a16:creationId xmlns:a16="http://schemas.microsoft.com/office/drawing/2014/main" id="{F1BBFD0F-03BB-2F4A-B89C-0A615A5FB3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66" y="3866"/>
                <a:ext cx="43" cy="44"/>
              </a:xfrm>
              <a:custGeom>
                <a:avLst/>
                <a:gdLst>
                  <a:gd name="T0" fmla="*/ 0 w 43"/>
                  <a:gd name="T1" fmla="*/ 6 h 44"/>
                  <a:gd name="T2" fmla="*/ 0 w 43"/>
                  <a:gd name="T3" fmla="*/ 43 h 44"/>
                  <a:gd name="T4" fmla="*/ 42 w 43"/>
                  <a:gd name="T5" fmla="*/ 35 h 44"/>
                  <a:gd name="T6" fmla="*/ 42 w 43"/>
                  <a:gd name="T7" fmla="*/ 0 h 44"/>
                  <a:gd name="T8" fmla="*/ 0 w 43"/>
                  <a:gd name="T9" fmla="*/ 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44"/>
                  <a:gd name="T17" fmla="*/ 43 w 43"/>
                  <a:gd name="T18" fmla="*/ 44 h 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44">
                    <a:moveTo>
                      <a:pt x="0" y="6"/>
                    </a:moveTo>
                    <a:lnTo>
                      <a:pt x="0" y="43"/>
                    </a:lnTo>
                    <a:lnTo>
                      <a:pt x="42" y="35"/>
                    </a:lnTo>
                    <a:lnTo>
                      <a:pt x="42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0" name="Freeform 31">
                <a:extLst>
                  <a:ext uri="{FF2B5EF4-FFF2-40B4-BE49-F238E27FC236}">
                    <a16:creationId xmlns:a16="http://schemas.microsoft.com/office/drawing/2014/main" id="{E359B5A6-55F0-6743-BB27-E780727F1F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4" y="3840"/>
                <a:ext cx="255" cy="62"/>
              </a:xfrm>
              <a:custGeom>
                <a:avLst/>
                <a:gdLst>
                  <a:gd name="T0" fmla="*/ 2 w 255"/>
                  <a:gd name="T1" fmla="*/ 4 h 62"/>
                  <a:gd name="T2" fmla="*/ 0 w 255"/>
                  <a:gd name="T3" fmla="*/ 47 h 62"/>
                  <a:gd name="T4" fmla="*/ 154 w 255"/>
                  <a:gd name="T5" fmla="*/ 26 h 62"/>
                  <a:gd name="T6" fmla="*/ 154 w 255"/>
                  <a:gd name="T7" fmla="*/ 61 h 62"/>
                  <a:gd name="T8" fmla="*/ 254 w 255"/>
                  <a:gd name="T9" fmla="*/ 45 h 62"/>
                  <a:gd name="T10" fmla="*/ 254 w 255"/>
                  <a:gd name="T11" fmla="*/ 23 h 62"/>
                  <a:gd name="T12" fmla="*/ 79 w 255"/>
                  <a:gd name="T13" fmla="*/ 0 h 62"/>
                  <a:gd name="T14" fmla="*/ 2 w 255"/>
                  <a:gd name="T15" fmla="*/ 4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5"/>
                  <a:gd name="T25" fmla="*/ 0 h 62"/>
                  <a:gd name="T26" fmla="*/ 255 w 255"/>
                  <a:gd name="T27" fmla="*/ 62 h 6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5" h="62">
                    <a:moveTo>
                      <a:pt x="2" y="4"/>
                    </a:moveTo>
                    <a:lnTo>
                      <a:pt x="0" y="47"/>
                    </a:lnTo>
                    <a:lnTo>
                      <a:pt x="154" y="26"/>
                    </a:lnTo>
                    <a:lnTo>
                      <a:pt x="154" y="61"/>
                    </a:lnTo>
                    <a:lnTo>
                      <a:pt x="254" y="45"/>
                    </a:lnTo>
                    <a:lnTo>
                      <a:pt x="254" y="23"/>
                    </a:lnTo>
                    <a:lnTo>
                      <a:pt x="79" y="0"/>
                    </a:lnTo>
                    <a:lnTo>
                      <a:pt x="2" y="4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1" name="Freeform 32">
                <a:extLst>
                  <a:ext uri="{FF2B5EF4-FFF2-40B4-BE49-F238E27FC236}">
                    <a16:creationId xmlns:a16="http://schemas.microsoft.com/office/drawing/2014/main" id="{ED9CA027-2B51-8346-850F-ED604F15B1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2" y="3763"/>
                <a:ext cx="244" cy="40"/>
              </a:xfrm>
              <a:custGeom>
                <a:avLst/>
                <a:gdLst>
                  <a:gd name="T0" fmla="*/ 2 w 244"/>
                  <a:gd name="T1" fmla="*/ 0 h 40"/>
                  <a:gd name="T2" fmla="*/ 0 w 244"/>
                  <a:gd name="T3" fmla="*/ 3 h 40"/>
                  <a:gd name="T4" fmla="*/ 243 w 244"/>
                  <a:gd name="T5" fmla="*/ 39 h 40"/>
                  <a:gd name="T6" fmla="*/ 243 w 244"/>
                  <a:gd name="T7" fmla="*/ 33 h 40"/>
                  <a:gd name="T8" fmla="*/ 2 w 244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4"/>
                  <a:gd name="T16" fmla="*/ 0 h 40"/>
                  <a:gd name="T17" fmla="*/ 244 w 244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4" h="40">
                    <a:moveTo>
                      <a:pt x="2" y="0"/>
                    </a:moveTo>
                    <a:lnTo>
                      <a:pt x="0" y="3"/>
                    </a:lnTo>
                    <a:lnTo>
                      <a:pt x="243" y="39"/>
                    </a:lnTo>
                    <a:lnTo>
                      <a:pt x="243" y="3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2" name="Freeform 33">
                <a:extLst>
                  <a:ext uri="{FF2B5EF4-FFF2-40B4-BE49-F238E27FC236}">
                    <a16:creationId xmlns:a16="http://schemas.microsoft.com/office/drawing/2014/main" id="{B4A45C02-F626-2844-8131-378C5EA961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45"/>
                <a:ext cx="240" cy="52"/>
              </a:xfrm>
              <a:custGeom>
                <a:avLst/>
                <a:gdLst>
                  <a:gd name="T0" fmla="*/ 0 w 240"/>
                  <a:gd name="T1" fmla="*/ 0 h 52"/>
                  <a:gd name="T2" fmla="*/ 0 w 240"/>
                  <a:gd name="T3" fmla="*/ 18 h 52"/>
                  <a:gd name="T4" fmla="*/ 239 w 240"/>
                  <a:gd name="T5" fmla="*/ 51 h 52"/>
                  <a:gd name="T6" fmla="*/ 239 w 240"/>
                  <a:gd name="T7" fmla="*/ 30 h 52"/>
                  <a:gd name="T8" fmla="*/ 0 w 24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52"/>
                  <a:gd name="T17" fmla="*/ 240 w 240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52">
                    <a:moveTo>
                      <a:pt x="0" y="0"/>
                    </a:moveTo>
                    <a:lnTo>
                      <a:pt x="0" y="18"/>
                    </a:lnTo>
                    <a:lnTo>
                      <a:pt x="239" y="51"/>
                    </a:lnTo>
                    <a:lnTo>
                      <a:pt x="239" y="3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3" name="Freeform 34">
                <a:extLst>
                  <a:ext uri="{FF2B5EF4-FFF2-40B4-BE49-F238E27FC236}">
                    <a16:creationId xmlns:a16="http://schemas.microsoft.com/office/drawing/2014/main" id="{88989761-E479-5042-84B3-B6724A8BC5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27"/>
                <a:ext cx="240" cy="48"/>
              </a:xfrm>
              <a:custGeom>
                <a:avLst/>
                <a:gdLst>
                  <a:gd name="T0" fmla="*/ 0 w 240"/>
                  <a:gd name="T1" fmla="*/ 0 h 48"/>
                  <a:gd name="T2" fmla="*/ 0 w 240"/>
                  <a:gd name="T3" fmla="*/ 17 h 48"/>
                  <a:gd name="T4" fmla="*/ 239 w 240"/>
                  <a:gd name="T5" fmla="*/ 47 h 48"/>
                  <a:gd name="T6" fmla="*/ 239 w 240"/>
                  <a:gd name="T7" fmla="*/ 24 h 48"/>
                  <a:gd name="T8" fmla="*/ 0 w 24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48"/>
                  <a:gd name="T17" fmla="*/ 240 w 240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48">
                    <a:moveTo>
                      <a:pt x="0" y="0"/>
                    </a:moveTo>
                    <a:lnTo>
                      <a:pt x="0" y="17"/>
                    </a:lnTo>
                    <a:lnTo>
                      <a:pt x="239" y="47"/>
                    </a:lnTo>
                    <a:lnTo>
                      <a:pt x="239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4" name="Freeform 35">
                <a:extLst>
                  <a:ext uri="{FF2B5EF4-FFF2-40B4-BE49-F238E27FC236}">
                    <a16:creationId xmlns:a16="http://schemas.microsoft.com/office/drawing/2014/main" id="{FF474612-11F1-A94A-8293-A797D3707E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03"/>
                <a:ext cx="240" cy="49"/>
              </a:xfrm>
              <a:custGeom>
                <a:avLst/>
                <a:gdLst>
                  <a:gd name="T0" fmla="*/ 0 w 240"/>
                  <a:gd name="T1" fmla="*/ 0 h 49"/>
                  <a:gd name="T2" fmla="*/ 0 w 240"/>
                  <a:gd name="T3" fmla="*/ 23 h 49"/>
                  <a:gd name="T4" fmla="*/ 239 w 240"/>
                  <a:gd name="T5" fmla="*/ 48 h 49"/>
                  <a:gd name="T6" fmla="*/ 239 w 240"/>
                  <a:gd name="T7" fmla="*/ 21 h 49"/>
                  <a:gd name="T8" fmla="*/ 0 w 240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49"/>
                  <a:gd name="T17" fmla="*/ 240 w 240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49">
                    <a:moveTo>
                      <a:pt x="0" y="0"/>
                    </a:moveTo>
                    <a:lnTo>
                      <a:pt x="0" y="23"/>
                    </a:lnTo>
                    <a:lnTo>
                      <a:pt x="239" y="48"/>
                    </a:lnTo>
                    <a:lnTo>
                      <a:pt x="239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5" name="Freeform 36">
                <a:extLst>
                  <a:ext uri="{FF2B5EF4-FFF2-40B4-BE49-F238E27FC236}">
                    <a16:creationId xmlns:a16="http://schemas.microsoft.com/office/drawing/2014/main" id="{582D8B15-8353-D54E-A8FC-43A31EC09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89"/>
                <a:ext cx="240" cy="34"/>
              </a:xfrm>
              <a:custGeom>
                <a:avLst/>
                <a:gdLst>
                  <a:gd name="T0" fmla="*/ 0 w 240"/>
                  <a:gd name="T1" fmla="*/ 0 h 34"/>
                  <a:gd name="T2" fmla="*/ 0 w 240"/>
                  <a:gd name="T3" fmla="*/ 16 h 34"/>
                  <a:gd name="T4" fmla="*/ 239 w 240"/>
                  <a:gd name="T5" fmla="*/ 33 h 34"/>
                  <a:gd name="T6" fmla="*/ 239 w 240"/>
                  <a:gd name="T7" fmla="*/ 14 h 34"/>
                  <a:gd name="T8" fmla="*/ 0 w 240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4"/>
                  <a:gd name="T17" fmla="*/ 240 w 24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4">
                    <a:moveTo>
                      <a:pt x="0" y="0"/>
                    </a:moveTo>
                    <a:lnTo>
                      <a:pt x="0" y="16"/>
                    </a:lnTo>
                    <a:lnTo>
                      <a:pt x="239" y="33"/>
                    </a:lnTo>
                    <a:lnTo>
                      <a:pt x="239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6" name="Freeform 37">
                <a:extLst>
                  <a:ext uri="{FF2B5EF4-FFF2-40B4-BE49-F238E27FC236}">
                    <a16:creationId xmlns:a16="http://schemas.microsoft.com/office/drawing/2014/main" id="{A9424979-D627-A945-BC66-7C39A69793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66"/>
                <a:ext cx="240" cy="35"/>
              </a:xfrm>
              <a:custGeom>
                <a:avLst/>
                <a:gdLst>
                  <a:gd name="T0" fmla="*/ 0 w 240"/>
                  <a:gd name="T1" fmla="*/ 0 h 35"/>
                  <a:gd name="T2" fmla="*/ 0 w 240"/>
                  <a:gd name="T3" fmla="*/ 19 h 35"/>
                  <a:gd name="T4" fmla="*/ 239 w 240"/>
                  <a:gd name="T5" fmla="*/ 34 h 35"/>
                  <a:gd name="T6" fmla="*/ 239 w 240"/>
                  <a:gd name="T7" fmla="*/ 10 h 35"/>
                  <a:gd name="T8" fmla="*/ 0 w 24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5"/>
                  <a:gd name="T17" fmla="*/ 240 w 24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5">
                    <a:moveTo>
                      <a:pt x="0" y="0"/>
                    </a:moveTo>
                    <a:lnTo>
                      <a:pt x="0" y="19"/>
                    </a:lnTo>
                    <a:lnTo>
                      <a:pt x="239" y="34"/>
                    </a:lnTo>
                    <a:lnTo>
                      <a:pt x="239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7" name="Freeform 38">
                <a:extLst>
                  <a:ext uri="{FF2B5EF4-FFF2-40B4-BE49-F238E27FC236}">
                    <a16:creationId xmlns:a16="http://schemas.microsoft.com/office/drawing/2014/main" id="{6D9B0C55-C9E2-974F-8170-4201BC784B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44"/>
                <a:ext cx="240" cy="35"/>
              </a:xfrm>
              <a:custGeom>
                <a:avLst/>
                <a:gdLst>
                  <a:gd name="T0" fmla="*/ 0 w 240"/>
                  <a:gd name="T1" fmla="*/ 0 h 35"/>
                  <a:gd name="T2" fmla="*/ 0 w 240"/>
                  <a:gd name="T3" fmla="*/ 23 h 35"/>
                  <a:gd name="T4" fmla="*/ 239 w 240"/>
                  <a:gd name="T5" fmla="*/ 34 h 35"/>
                  <a:gd name="T6" fmla="*/ 239 w 240"/>
                  <a:gd name="T7" fmla="*/ 13 h 35"/>
                  <a:gd name="T8" fmla="*/ 0 w 24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5"/>
                  <a:gd name="T17" fmla="*/ 240 w 24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5">
                    <a:moveTo>
                      <a:pt x="0" y="0"/>
                    </a:moveTo>
                    <a:lnTo>
                      <a:pt x="0" y="23"/>
                    </a:lnTo>
                    <a:lnTo>
                      <a:pt x="239" y="34"/>
                    </a:lnTo>
                    <a:lnTo>
                      <a:pt x="239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8" name="Freeform 39">
                <a:extLst>
                  <a:ext uri="{FF2B5EF4-FFF2-40B4-BE49-F238E27FC236}">
                    <a16:creationId xmlns:a16="http://schemas.microsoft.com/office/drawing/2014/main" id="{1D3DE1AB-F3F0-E14D-8163-26BD7367B7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26"/>
                <a:ext cx="240" cy="31"/>
              </a:xfrm>
              <a:custGeom>
                <a:avLst/>
                <a:gdLst>
                  <a:gd name="T0" fmla="*/ 0 w 240"/>
                  <a:gd name="T1" fmla="*/ 0 h 31"/>
                  <a:gd name="T2" fmla="*/ 0 w 240"/>
                  <a:gd name="T3" fmla="*/ 19 h 31"/>
                  <a:gd name="T4" fmla="*/ 239 w 240"/>
                  <a:gd name="T5" fmla="*/ 30 h 31"/>
                  <a:gd name="T6" fmla="*/ 239 w 240"/>
                  <a:gd name="T7" fmla="*/ 9 h 31"/>
                  <a:gd name="T8" fmla="*/ 0 w 240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1"/>
                  <a:gd name="T17" fmla="*/ 240 w 240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1">
                    <a:moveTo>
                      <a:pt x="0" y="0"/>
                    </a:moveTo>
                    <a:lnTo>
                      <a:pt x="0" y="19"/>
                    </a:lnTo>
                    <a:lnTo>
                      <a:pt x="239" y="30"/>
                    </a:lnTo>
                    <a:lnTo>
                      <a:pt x="239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79" name="Freeform 40">
                <a:extLst>
                  <a:ext uri="{FF2B5EF4-FFF2-40B4-BE49-F238E27FC236}">
                    <a16:creationId xmlns:a16="http://schemas.microsoft.com/office/drawing/2014/main" id="{8D3AAEA8-D51E-D54A-8087-9A62DD988E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9" y="3607"/>
                <a:ext cx="234" cy="30"/>
              </a:xfrm>
              <a:custGeom>
                <a:avLst/>
                <a:gdLst>
                  <a:gd name="T0" fmla="*/ 2 w 234"/>
                  <a:gd name="T1" fmla="*/ 0 h 30"/>
                  <a:gd name="T2" fmla="*/ 0 w 234"/>
                  <a:gd name="T3" fmla="*/ 20 h 30"/>
                  <a:gd name="T4" fmla="*/ 233 w 234"/>
                  <a:gd name="T5" fmla="*/ 29 h 30"/>
                  <a:gd name="T6" fmla="*/ 233 w 234"/>
                  <a:gd name="T7" fmla="*/ 8 h 30"/>
                  <a:gd name="T8" fmla="*/ 2 w 2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4"/>
                  <a:gd name="T16" fmla="*/ 0 h 30"/>
                  <a:gd name="T17" fmla="*/ 234 w 2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4" h="30">
                    <a:moveTo>
                      <a:pt x="2" y="0"/>
                    </a:moveTo>
                    <a:lnTo>
                      <a:pt x="0" y="20"/>
                    </a:lnTo>
                    <a:lnTo>
                      <a:pt x="233" y="29"/>
                    </a:lnTo>
                    <a:lnTo>
                      <a:pt x="233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0" name="Freeform 41">
                <a:extLst>
                  <a:ext uri="{FF2B5EF4-FFF2-40B4-BE49-F238E27FC236}">
                    <a16:creationId xmlns:a16="http://schemas.microsoft.com/office/drawing/2014/main" id="{744D0FF2-DBE9-AA4F-84F3-6FAC2A20E1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5" y="3773"/>
                <a:ext cx="124" cy="44"/>
              </a:xfrm>
              <a:custGeom>
                <a:avLst/>
                <a:gdLst>
                  <a:gd name="T0" fmla="*/ 0 w 124"/>
                  <a:gd name="T1" fmla="*/ 0 h 44"/>
                  <a:gd name="T2" fmla="*/ 0 w 124"/>
                  <a:gd name="T3" fmla="*/ 28 h 44"/>
                  <a:gd name="T4" fmla="*/ 96 w 124"/>
                  <a:gd name="T5" fmla="*/ 43 h 44"/>
                  <a:gd name="T6" fmla="*/ 117 w 124"/>
                  <a:gd name="T7" fmla="*/ 37 h 44"/>
                  <a:gd name="T8" fmla="*/ 123 w 124"/>
                  <a:gd name="T9" fmla="*/ 17 h 44"/>
                  <a:gd name="T10" fmla="*/ 0 w 12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4"/>
                  <a:gd name="T19" fmla="*/ 0 h 44"/>
                  <a:gd name="T20" fmla="*/ 124 w 124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4" h="44">
                    <a:moveTo>
                      <a:pt x="0" y="0"/>
                    </a:moveTo>
                    <a:lnTo>
                      <a:pt x="0" y="28"/>
                    </a:lnTo>
                    <a:lnTo>
                      <a:pt x="96" y="43"/>
                    </a:lnTo>
                    <a:lnTo>
                      <a:pt x="117" y="37"/>
                    </a:lnTo>
                    <a:lnTo>
                      <a:pt x="123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1" name="Freeform 42">
                <a:extLst>
                  <a:ext uri="{FF2B5EF4-FFF2-40B4-BE49-F238E27FC236}">
                    <a16:creationId xmlns:a16="http://schemas.microsoft.com/office/drawing/2014/main" id="{7C77263B-E603-134A-8388-10F34AFEA0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8" y="3601"/>
                <a:ext cx="119" cy="186"/>
              </a:xfrm>
              <a:custGeom>
                <a:avLst/>
                <a:gdLst>
                  <a:gd name="T0" fmla="*/ 0 w 119"/>
                  <a:gd name="T1" fmla="*/ 0 h 186"/>
                  <a:gd name="T2" fmla="*/ 0 w 119"/>
                  <a:gd name="T3" fmla="*/ 170 h 186"/>
                  <a:gd name="T4" fmla="*/ 118 w 119"/>
                  <a:gd name="T5" fmla="*/ 185 h 186"/>
                  <a:gd name="T6" fmla="*/ 118 w 119"/>
                  <a:gd name="T7" fmla="*/ 2 h 186"/>
                  <a:gd name="T8" fmla="*/ 0 w 119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"/>
                  <a:gd name="T16" fmla="*/ 0 h 186"/>
                  <a:gd name="T17" fmla="*/ 119 w 119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" h="186">
                    <a:moveTo>
                      <a:pt x="0" y="0"/>
                    </a:moveTo>
                    <a:lnTo>
                      <a:pt x="0" y="170"/>
                    </a:lnTo>
                    <a:lnTo>
                      <a:pt x="118" y="185"/>
                    </a:lnTo>
                    <a:lnTo>
                      <a:pt x="118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2" name="Freeform 43">
                <a:extLst>
                  <a:ext uri="{FF2B5EF4-FFF2-40B4-BE49-F238E27FC236}">
                    <a16:creationId xmlns:a16="http://schemas.microsoft.com/office/drawing/2014/main" id="{EAFC9A6B-9932-D948-B6FA-CBEA351A2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508"/>
                <a:ext cx="127" cy="94"/>
              </a:xfrm>
              <a:custGeom>
                <a:avLst/>
                <a:gdLst>
                  <a:gd name="T0" fmla="*/ 0 w 127"/>
                  <a:gd name="T1" fmla="*/ 0 h 94"/>
                  <a:gd name="T2" fmla="*/ 0 w 127"/>
                  <a:gd name="T3" fmla="*/ 89 h 94"/>
                  <a:gd name="T4" fmla="*/ 126 w 127"/>
                  <a:gd name="T5" fmla="*/ 93 h 94"/>
                  <a:gd name="T6" fmla="*/ 126 w 127"/>
                  <a:gd name="T7" fmla="*/ 2 h 94"/>
                  <a:gd name="T8" fmla="*/ 0 w 127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94"/>
                  <a:gd name="T17" fmla="*/ 127 w 127"/>
                  <a:gd name="T18" fmla="*/ 94 h 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94">
                    <a:moveTo>
                      <a:pt x="0" y="0"/>
                    </a:moveTo>
                    <a:lnTo>
                      <a:pt x="0" y="89"/>
                    </a:lnTo>
                    <a:lnTo>
                      <a:pt x="126" y="93"/>
                    </a:lnTo>
                    <a:lnTo>
                      <a:pt x="126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3" name="Freeform 44">
                <a:extLst>
                  <a:ext uri="{FF2B5EF4-FFF2-40B4-BE49-F238E27FC236}">
                    <a16:creationId xmlns:a16="http://schemas.microsoft.com/office/drawing/2014/main" id="{9160B606-FF8D-6443-94B4-401B3B8C9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1" y="3839"/>
                <a:ext cx="33" cy="139"/>
              </a:xfrm>
              <a:custGeom>
                <a:avLst/>
                <a:gdLst>
                  <a:gd name="T0" fmla="*/ 0 w 33"/>
                  <a:gd name="T1" fmla="*/ 7 h 139"/>
                  <a:gd name="T2" fmla="*/ 0 w 33"/>
                  <a:gd name="T3" fmla="*/ 124 h 139"/>
                  <a:gd name="T4" fmla="*/ 32 w 33"/>
                  <a:gd name="T5" fmla="*/ 138 h 139"/>
                  <a:gd name="T6" fmla="*/ 32 w 33"/>
                  <a:gd name="T7" fmla="*/ 0 h 139"/>
                  <a:gd name="T8" fmla="*/ 0 w 33"/>
                  <a:gd name="T9" fmla="*/ 7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139"/>
                  <a:gd name="T17" fmla="*/ 33 w 33"/>
                  <a:gd name="T18" fmla="*/ 139 h 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139">
                    <a:moveTo>
                      <a:pt x="0" y="7"/>
                    </a:moveTo>
                    <a:lnTo>
                      <a:pt x="0" y="124"/>
                    </a:lnTo>
                    <a:lnTo>
                      <a:pt x="32" y="138"/>
                    </a:lnTo>
                    <a:lnTo>
                      <a:pt x="32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4" name="Freeform 45">
                <a:extLst>
                  <a:ext uri="{FF2B5EF4-FFF2-40B4-BE49-F238E27FC236}">
                    <a16:creationId xmlns:a16="http://schemas.microsoft.com/office/drawing/2014/main" id="{A5A56523-0C1C-9345-9ED5-BBBEA67AE7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471"/>
                <a:ext cx="56" cy="132"/>
              </a:xfrm>
              <a:custGeom>
                <a:avLst/>
                <a:gdLst>
                  <a:gd name="T0" fmla="*/ 0 w 56"/>
                  <a:gd name="T1" fmla="*/ 0 h 132"/>
                  <a:gd name="T2" fmla="*/ 0 w 56"/>
                  <a:gd name="T3" fmla="*/ 117 h 132"/>
                  <a:gd name="T4" fmla="*/ 14 w 56"/>
                  <a:gd name="T5" fmla="*/ 131 h 132"/>
                  <a:gd name="T6" fmla="*/ 47 w 56"/>
                  <a:gd name="T7" fmla="*/ 131 h 132"/>
                  <a:gd name="T8" fmla="*/ 55 w 56"/>
                  <a:gd name="T9" fmla="*/ 123 h 132"/>
                  <a:gd name="T10" fmla="*/ 55 w 56"/>
                  <a:gd name="T11" fmla="*/ 0 h 132"/>
                  <a:gd name="T12" fmla="*/ 0 w 56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132"/>
                  <a:gd name="T23" fmla="*/ 56 w 56"/>
                  <a:gd name="T24" fmla="*/ 132 h 1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132">
                    <a:moveTo>
                      <a:pt x="0" y="0"/>
                    </a:moveTo>
                    <a:lnTo>
                      <a:pt x="0" y="117"/>
                    </a:lnTo>
                    <a:lnTo>
                      <a:pt x="14" y="131"/>
                    </a:lnTo>
                    <a:lnTo>
                      <a:pt x="47" y="131"/>
                    </a:lnTo>
                    <a:lnTo>
                      <a:pt x="55" y="123"/>
                    </a:lnTo>
                    <a:lnTo>
                      <a:pt x="5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5" name="Rectangle 46">
                <a:extLst>
                  <a:ext uri="{FF2B5EF4-FFF2-40B4-BE49-F238E27FC236}">
                    <a16:creationId xmlns:a16="http://schemas.microsoft.com/office/drawing/2014/main" id="{8FE4291E-333B-4E41-9544-FFAB175231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3582"/>
                <a:ext cx="5" cy="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86" name="Freeform 47">
                <a:extLst>
                  <a:ext uri="{FF2B5EF4-FFF2-40B4-BE49-F238E27FC236}">
                    <a16:creationId xmlns:a16="http://schemas.microsoft.com/office/drawing/2014/main" id="{BBC21C8E-146E-A14B-A5D4-E41ED7B232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403"/>
                <a:ext cx="35" cy="69"/>
              </a:xfrm>
              <a:custGeom>
                <a:avLst/>
                <a:gdLst>
                  <a:gd name="T0" fmla="*/ 0 w 35"/>
                  <a:gd name="T1" fmla="*/ 2 h 69"/>
                  <a:gd name="T2" fmla="*/ 0 w 35"/>
                  <a:gd name="T3" fmla="*/ 68 h 69"/>
                  <a:gd name="T4" fmla="*/ 34 w 35"/>
                  <a:gd name="T5" fmla="*/ 68 h 69"/>
                  <a:gd name="T6" fmla="*/ 34 w 35"/>
                  <a:gd name="T7" fmla="*/ 0 h 69"/>
                  <a:gd name="T8" fmla="*/ 0 w 35"/>
                  <a:gd name="T9" fmla="*/ 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69"/>
                  <a:gd name="T17" fmla="*/ 35 w 35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69">
                    <a:moveTo>
                      <a:pt x="0" y="2"/>
                    </a:moveTo>
                    <a:lnTo>
                      <a:pt x="0" y="68"/>
                    </a:lnTo>
                    <a:lnTo>
                      <a:pt x="34" y="68"/>
                    </a:lnTo>
                    <a:lnTo>
                      <a:pt x="34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7" name="Freeform 48">
                <a:extLst>
                  <a:ext uri="{FF2B5EF4-FFF2-40B4-BE49-F238E27FC236}">
                    <a16:creationId xmlns:a16="http://schemas.microsoft.com/office/drawing/2014/main" id="{1731C5E7-77D4-434B-A981-7D184036C8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19" y="3399"/>
                <a:ext cx="41" cy="73"/>
              </a:xfrm>
              <a:custGeom>
                <a:avLst/>
                <a:gdLst>
                  <a:gd name="T0" fmla="*/ 0 w 41"/>
                  <a:gd name="T1" fmla="*/ 4 h 73"/>
                  <a:gd name="T2" fmla="*/ 0 w 41"/>
                  <a:gd name="T3" fmla="*/ 72 h 73"/>
                  <a:gd name="T4" fmla="*/ 4 w 41"/>
                  <a:gd name="T5" fmla="*/ 72 h 73"/>
                  <a:gd name="T6" fmla="*/ 6 w 41"/>
                  <a:gd name="T7" fmla="*/ 67 h 73"/>
                  <a:gd name="T8" fmla="*/ 40 w 41"/>
                  <a:gd name="T9" fmla="*/ 67 h 73"/>
                  <a:gd name="T10" fmla="*/ 40 w 41"/>
                  <a:gd name="T11" fmla="*/ 0 h 73"/>
                  <a:gd name="T12" fmla="*/ 0 w 41"/>
                  <a:gd name="T13" fmla="*/ 4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73"/>
                  <a:gd name="T23" fmla="*/ 41 w 41"/>
                  <a:gd name="T24" fmla="*/ 73 h 7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73">
                    <a:moveTo>
                      <a:pt x="0" y="4"/>
                    </a:moveTo>
                    <a:lnTo>
                      <a:pt x="0" y="72"/>
                    </a:lnTo>
                    <a:lnTo>
                      <a:pt x="4" y="72"/>
                    </a:lnTo>
                    <a:lnTo>
                      <a:pt x="6" y="67"/>
                    </a:lnTo>
                    <a:lnTo>
                      <a:pt x="40" y="67"/>
                    </a:lnTo>
                    <a:lnTo>
                      <a:pt x="40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88" name="Rectangle 49">
                <a:extLst>
                  <a:ext uri="{FF2B5EF4-FFF2-40B4-BE49-F238E27FC236}">
                    <a16:creationId xmlns:a16="http://schemas.microsoft.com/office/drawing/2014/main" id="{1D2E7CFE-3E17-6C4C-A046-62FF7365A3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3" y="3469"/>
                <a:ext cx="5" cy="106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89" name="Freeform 50">
                <a:extLst>
                  <a:ext uri="{FF2B5EF4-FFF2-40B4-BE49-F238E27FC236}">
                    <a16:creationId xmlns:a16="http://schemas.microsoft.com/office/drawing/2014/main" id="{E390DDF1-C5DA-B34D-A142-48814A148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2" y="3465"/>
                <a:ext cx="32" cy="16"/>
              </a:xfrm>
              <a:custGeom>
                <a:avLst/>
                <a:gdLst>
                  <a:gd name="T0" fmla="*/ 0 w 32"/>
                  <a:gd name="T1" fmla="*/ 0 h 16"/>
                  <a:gd name="T2" fmla="*/ 0 w 32"/>
                  <a:gd name="T3" fmla="*/ 5 h 16"/>
                  <a:gd name="T4" fmla="*/ 18 w 32"/>
                  <a:gd name="T5" fmla="*/ 5 h 16"/>
                  <a:gd name="T6" fmla="*/ 18 w 32"/>
                  <a:gd name="T7" fmla="*/ 15 h 16"/>
                  <a:gd name="T8" fmla="*/ 31 w 32"/>
                  <a:gd name="T9" fmla="*/ 15 h 16"/>
                  <a:gd name="T10" fmla="*/ 31 w 32"/>
                  <a:gd name="T11" fmla="*/ 0 h 16"/>
                  <a:gd name="T12" fmla="*/ 0 w 3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"/>
                  <a:gd name="T22" fmla="*/ 0 h 16"/>
                  <a:gd name="T23" fmla="*/ 32 w 32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" h="16">
                    <a:moveTo>
                      <a:pt x="0" y="0"/>
                    </a:moveTo>
                    <a:lnTo>
                      <a:pt x="0" y="5"/>
                    </a:lnTo>
                    <a:lnTo>
                      <a:pt x="18" y="5"/>
                    </a:lnTo>
                    <a:lnTo>
                      <a:pt x="18" y="15"/>
                    </a:lnTo>
                    <a:lnTo>
                      <a:pt x="31" y="15"/>
                    </a:ln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0" name="Freeform 51">
                <a:extLst>
                  <a:ext uri="{FF2B5EF4-FFF2-40B4-BE49-F238E27FC236}">
                    <a16:creationId xmlns:a16="http://schemas.microsoft.com/office/drawing/2014/main" id="{6D8EE4A3-C6BA-124F-BEB4-2012D95610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0" y="3495"/>
                <a:ext cx="24" cy="83"/>
              </a:xfrm>
              <a:custGeom>
                <a:avLst/>
                <a:gdLst>
                  <a:gd name="T0" fmla="*/ 8 w 24"/>
                  <a:gd name="T1" fmla="*/ 0 h 83"/>
                  <a:gd name="T2" fmla="*/ 8 w 24"/>
                  <a:gd name="T3" fmla="*/ 2 h 83"/>
                  <a:gd name="T4" fmla="*/ 10 w 24"/>
                  <a:gd name="T5" fmla="*/ 2 h 83"/>
                  <a:gd name="T6" fmla="*/ 10 w 24"/>
                  <a:gd name="T7" fmla="*/ 4 h 83"/>
                  <a:gd name="T8" fmla="*/ 13 w 24"/>
                  <a:gd name="T9" fmla="*/ 4 h 83"/>
                  <a:gd name="T10" fmla="*/ 13 w 24"/>
                  <a:gd name="T11" fmla="*/ 7 h 83"/>
                  <a:gd name="T12" fmla="*/ 15 w 24"/>
                  <a:gd name="T13" fmla="*/ 7 h 83"/>
                  <a:gd name="T14" fmla="*/ 15 w 24"/>
                  <a:gd name="T15" fmla="*/ 11 h 83"/>
                  <a:gd name="T16" fmla="*/ 17 w 24"/>
                  <a:gd name="T17" fmla="*/ 11 h 83"/>
                  <a:gd name="T18" fmla="*/ 17 w 24"/>
                  <a:gd name="T19" fmla="*/ 15 h 83"/>
                  <a:gd name="T20" fmla="*/ 19 w 24"/>
                  <a:gd name="T21" fmla="*/ 17 h 83"/>
                  <a:gd name="T22" fmla="*/ 19 w 24"/>
                  <a:gd name="T23" fmla="*/ 21 h 83"/>
                  <a:gd name="T24" fmla="*/ 21 w 24"/>
                  <a:gd name="T25" fmla="*/ 21 h 83"/>
                  <a:gd name="T26" fmla="*/ 21 w 24"/>
                  <a:gd name="T27" fmla="*/ 30 h 83"/>
                  <a:gd name="T28" fmla="*/ 23 w 24"/>
                  <a:gd name="T29" fmla="*/ 32 h 83"/>
                  <a:gd name="T30" fmla="*/ 23 w 24"/>
                  <a:gd name="T31" fmla="*/ 50 h 83"/>
                  <a:gd name="T32" fmla="*/ 21 w 24"/>
                  <a:gd name="T33" fmla="*/ 50 h 83"/>
                  <a:gd name="T34" fmla="*/ 21 w 24"/>
                  <a:gd name="T35" fmla="*/ 66 h 83"/>
                  <a:gd name="T36" fmla="*/ 19 w 24"/>
                  <a:gd name="T37" fmla="*/ 66 h 83"/>
                  <a:gd name="T38" fmla="*/ 19 w 24"/>
                  <a:gd name="T39" fmla="*/ 70 h 83"/>
                  <a:gd name="T40" fmla="*/ 17 w 24"/>
                  <a:gd name="T41" fmla="*/ 70 h 83"/>
                  <a:gd name="T42" fmla="*/ 17 w 24"/>
                  <a:gd name="T43" fmla="*/ 73 h 83"/>
                  <a:gd name="T44" fmla="*/ 15 w 24"/>
                  <a:gd name="T45" fmla="*/ 73 h 83"/>
                  <a:gd name="T46" fmla="*/ 15 w 24"/>
                  <a:gd name="T47" fmla="*/ 80 h 83"/>
                  <a:gd name="T48" fmla="*/ 13 w 24"/>
                  <a:gd name="T49" fmla="*/ 80 h 83"/>
                  <a:gd name="T50" fmla="*/ 13 w 24"/>
                  <a:gd name="T51" fmla="*/ 82 h 83"/>
                  <a:gd name="T52" fmla="*/ 4 w 24"/>
                  <a:gd name="T53" fmla="*/ 82 h 83"/>
                  <a:gd name="T54" fmla="*/ 4 w 24"/>
                  <a:gd name="T55" fmla="*/ 80 h 83"/>
                  <a:gd name="T56" fmla="*/ 6 w 24"/>
                  <a:gd name="T57" fmla="*/ 80 h 83"/>
                  <a:gd name="T58" fmla="*/ 6 w 24"/>
                  <a:gd name="T59" fmla="*/ 73 h 83"/>
                  <a:gd name="T60" fmla="*/ 8 w 24"/>
                  <a:gd name="T61" fmla="*/ 73 h 83"/>
                  <a:gd name="T62" fmla="*/ 8 w 24"/>
                  <a:gd name="T63" fmla="*/ 70 h 83"/>
                  <a:gd name="T64" fmla="*/ 10 w 24"/>
                  <a:gd name="T65" fmla="*/ 70 h 83"/>
                  <a:gd name="T66" fmla="*/ 10 w 24"/>
                  <a:gd name="T67" fmla="*/ 66 h 83"/>
                  <a:gd name="T68" fmla="*/ 13 w 24"/>
                  <a:gd name="T69" fmla="*/ 66 h 83"/>
                  <a:gd name="T70" fmla="*/ 13 w 24"/>
                  <a:gd name="T71" fmla="*/ 50 h 83"/>
                  <a:gd name="T72" fmla="*/ 15 w 24"/>
                  <a:gd name="T73" fmla="*/ 50 h 83"/>
                  <a:gd name="T74" fmla="*/ 13 w 24"/>
                  <a:gd name="T75" fmla="*/ 48 h 83"/>
                  <a:gd name="T76" fmla="*/ 13 w 24"/>
                  <a:gd name="T77" fmla="*/ 32 h 83"/>
                  <a:gd name="T78" fmla="*/ 10 w 24"/>
                  <a:gd name="T79" fmla="*/ 30 h 83"/>
                  <a:gd name="T80" fmla="*/ 10 w 24"/>
                  <a:gd name="T81" fmla="*/ 17 h 83"/>
                  <a:gd name="T82" fmla="*/ 8 w 24"/>
                  <a:gd name="T83" fmla="*/ 15 h 83"/>
                  <a:gd name="T84" fmla="*/ 8 w 24"/>
                  <a:gd name="T85" fmla="*/ 11 h 83"/>
                  <a:gd name="T86" fmla="*/ 6 w 24"/>
                  <a:gd name="T87" fmla="*/ 11 h 83"/>
                  <a:gd name="T88" fmla="*/ 6 w 24"/>
                  <a:gd name="T89" fmla="*/ 7 h 83"/>
                  <a:gd name="T90" fmla="*/ 4 w 24"/>
                  <a:gd name="T91" fmla="*/ 7 h 83"/>
                  <a:gd name="T92" fmla="*/ 4 w 24"/>
                  <a:gd name="T93" fmla="*/ 4 h 83"/>
                  <a:gd name="T94" fmla="*/ 2 w 24"/>
                  <a:gd name="T95" fmla="*/ 4 h 83"/>
                  <a:gd name="T96" fmla="*/ 2 w 24"/>
                  <a:gd name="T97" fmla="*/ 2 h 83"/>
                  <a:gd name="T98" fmla="*/ 0 w 24"/>
                  <a:gd name="T99" fmla="*/ 2 h 83"/>
                  <a:gd name="T100" fmla="*/ 0 w 24"/>
                  <a:gd name="T101" fmla="*/ 0 h 83"/>
                  <a:gd name="T102" fmla="*/ 8 w 24"/>
                  <a:gd name="T103" fmla="*/ 0 h 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83"/>
                  <a:gd name="T158" fmla="*/ 24 w 24"/>
                  <a:gd name="T159" fmla="*/ 83 h 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83">
                    <a:moveTo>
                      <a:pt x="8" y="0"/>
                    </a:moveTo>
                    <a:lnTo>
                      <a:pt x="8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15"/>
                    </a:lnTo>
                    <a:lnTo>
                      <a:pt x="19" y="17"/>
                    </a:lnTo>
                    <a:lnTo>
                      <a:pt x="19" y="21"/>
                    </a:lnTo>
                    <a:lnTo>
                      <a:pt x="21" y="21"/>
                    </a:lnTo>
                    <a:lnTo>
                      <a:pt x="21" y="30"/>
                    </a:lnTo>
                    <a:lnTo>
                      <a:pt x="23" y="32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5" y="80"/>
                    </a:lnTo>
                    <a:lnTo>
                      <a:pt x="13" y="80"/>
                    </a:lnTo>
                    <a:lnTo>
                      <a:pt x="13" y="82"/>
                    </a:lnTo>
                    <a:lnTo>
                      <a:pt x="4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66"/>
                    </a:lnTo>
                    <a:lnTo>
                      <a:pt x="13" y="66"/>
                    </a:lnTo>
                    <a:lnTo>
                      <a:pt x="13" y="50"/>
                    </a:lnTo>
                    <a:lnTo>
                      <a:pt x="15" y="50"/>
                    </a:lnTo>
                    <a:lnTo>
                      <a:pt x="13" y="48"/>
                    </a:lnTo>
                    <a:lnTo>
                      <a:pt x="13" y="32"/>
                    </a:lnTo>
                    <a:lnTo>
                      <a:pt x="10" y="30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1" name="Freeform 52">
                <a:extLst>
                  <a:ext uri="{FF2B5EF4-FFF2-40B4-BE49-F238E27FC236}">
                    <a16:creationId xmlns:a16="http://schemas.microsoft.com/office/drawing/2014/main" id="{9A854D6F-91B2-024A-A0AF-5933F989BD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9" y="3399"/>
                <a:ext cx="15" cy="203"/>
              </a:xfrm>
              <a:custGeom>
                <a:avLst/>
                <a:gdLst>
                  <a:gd name="T0" fmla="*/ 0 w 15"/>
                  <a:gd name="T1" fmla="*/ 2 h 203"/>
                  <a:gd name="T2" fmla="*/ 0 w 15"/>
                  <a:gd name="T3" fmla="*/ 190 h 203"/>
                  <a:gd name="T4" fmla="*/ 2 w 15"/>
                  <a:gd name="T5" fmla="*/ 193 h 203"/>
                  <a:gd name="T6" fmla="*/ 4 w 15"/>
                  <a:gd name="T7" fmla="*/ 198 h 203"/>
                  <a:gd name="T8" fmla="*/ 8 w 15"/>
                  <a:gd name="T9" fmla="*/ 200 h 203"/>
                  <a:gd name="T10" fmla="*/ 12 w 15"/>
                  <a:gd name="T11" fmla="*/ 202 h 203"/>
                  <a:gd name="T12" fmla="*/ 14 w 15"/>
                  <a:gd name="T13" fmla="*/ 202 h 203"/>
                  <a:gd name="T14" fmla="*/ 14 w 15"/>
                  <a:gd name="T15" fmla="*/ 0 h 203"/>
                  <a:gd name="T16" fmla="*/ 0 w 15"/>
                  <a:gd name="T17" fmla="*/ 2 h 2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03"/>
                  <a:gd name="T29" fmla="*/ 15 w 15"/>
                  <a:gd name="T30" fmla="*/ 203 h 20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03">
                    <a:moveTo>
                      <a:pt x="0" y="2"/>
                    </a:moveTo>
                    <a:lnTo>
                      <a:pt x="0" y="190"/>
                    </a:lnTo>
                    <a:lnTo>
                      <a:pt x="2" y="193"/>
                    </a:lnTo>
                    <a:lnTo>
                      <a:pt x="4" y="198"/>
                    </a:lnTo>
                    <a:lnTo>
                      <a:pt x="8" y="200"/>
                    </a:lnTo>
                    <a:lnTo>
                      <a:pt x="12" y="202"/>
                    </a:lnTo>
                    <a:lnTo>
                      <a:pt x="14" y="202"/>
                    </a:lnTo>
                    <a:lnTo>
                      <a:pt x="14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2" name="Freeform 53">
                <a:extLst>
                  <a:ext uri="{FF2B5EF4-FFF2-40B4-BE49-F238E27FC236}">
                    <a16:creationId xmlns:a16="http://schemas.microsoft.com/office/drawing/2014/main" id="{A6F230CC-DF09-3849-A1D5-D9D1D82AAF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359"/>
                <a:ext cx="127" cy="151"/>
              </a:xfrm>
              <a:custGeom>
                <a:avLst/>
                <a:gdLst>
                  <a:gd name="T0" fmla="*/ 0 w 127"/>
                  <a:gd name="T1" fmla="*/ 6 h 151"/>
                  <a:gd name="T2" fmla="*/ 0 w 127"/>
                  <a:gd name="T3" fmla="*/ 148 h 151"/>
                  <a:gd name="T4" fmla="*/ 126 w 127"/>
                  <a:gd name="T5" fmla="*/ 150 h 151"/>
                  <a:gd name="T6" fmla="*/ 124 w 127"/>
                  <a:gd name="T7" fmla="*/ 0 h 151"/>
                  <a:gd name="T8" fmla="*/ 0 w 127"/>
                  <a:gd name="T9" fmla="*/ 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51"/>
                  <a:gd name="T17" fmla="*/ 127 w 127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51">
                    <a:moveTo>
                      <a:pt x="0" y="6"/>
                    </a:moveTo>
                    <a:lnTo>
                      <a:pt x="0" y="148"/>
                    </a:lnTo>
                    <a:lnTo>
                      <a:pt x="126" y="150"/>
                    </a:lnTo>
                    <a:lnTo>
                      <a:pt x="124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3" name="Freeform 54">
                <a:extLst>
                  <a:ext uri="{FF2B5EF4-FFF2-40B4-BE49-F238E27FC236}">
                    <a16:creationId xmlns:a16="http://schemas.microsoft.com/office/drawing/2014/main" id="{3C4DFA04-D9FA-884A-9C4E-D98DD77049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8" y="3359"/>
                <a:ext cx="14" cy="14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9 h 14"/>
                  <a:gd name="T4" fmla="*/ 6 w 14"/>
                  <a:gd name="T5" fmla="*/ 11 h 14"/>
                  <a:gd name="T6" fmla="*/ 8 w 14"/>
                  <a:gd name="T7" fmla="*/ 13 h 14"/>
                  <a:gd name="T8" fmla="*/ 13 w 14"/>
                  <a:gd name="T9" fmla="*/ 13 h 14"/>
                  <a:gd name="T10" fmla="*/ 13 w 14"/>
                  <a:gd name="T11" fmla="*/ 0 h 14"/>
                  <a:gd name="T12" fmla="*/ 0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0" y="0"/>
                    </a:moveTo>
                    <a:lnTo>
                      <a:pt x="0" y="9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4" name="Freeform 55">
                <a:extLst>
                  <a:ext uri="{FF2B5EF4-FFF2-40B4-BE49-F238E27FC236}">
                    <a16:creationId xmlns:a16="http://schemas.microsoft.com/office/drawing/2014/main" id="{3E9F984F-44A8-424F-8672-7FF752B9A2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9" y="3359"/>
                <a:ext cx="122" cy="23"/>
              </a:xfrm>
              <a:custGeom>
                <a:avLst/>
                <a:gdLst>
                  <a:gd name="T0" fmla="*/ 0 w 122"/>
                  <a:gd name="T1" fmla="*/ 7 h 23"/>
                  <a:gd name="T2" fmla="*/ 0 w 122"/>
                  <a:gd name="T3" fmla="*/ 18 h 23"/>
                  <a:gd name="T4" fmla="*/ 10 w 122"/>
                  <a:gd name="T5" fmla="*/ 22 h 23"/>
                  <a:gd name="T6" fmla="*/ 104 w 122"/>
                  <a:gd name="T7" fmla="*/ 14 h 23"/>
                  <a:gd name="T8" fmla="*/ 107 w 122"/>
                  <a:gd name="T9" fmla="*/ 9 h 23"/>
                  <a:gd name="T10" fmla="*/ 119 w 122"/>
                  <a:gd name="T11" fmla="*/ 9 h 23"/>
                  <a:gd name="T12" fmla="*/ 121 w 122"/>
                  <a:gd name="T13" fmla="*/ 0 h 23"/>
                  <a:gd name="T14" fmla="*/ 0 w 122"/>
                  <a:gd name="T15" fmla="*/ 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2"/>
                  <a:gd name="T25" fmla="*/ 0 h 23"/>
                  <a:gd name="T26" fmla="*/ 122 w 122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2" h="23">
                    <a:moveTo>
                      <a:pt x="0" y="7"/>
                    </a:moveTo>
                    <a:lnTo>
                      <a:pt x="0" y="18"/>
                    </a:lnTo>
                    <a:lnTo>
                      <a:pt x="10" y="22"/>
                    </a:lnTo>
                    <a:lnTo>
                      <a:pt x="104" y="14"/>
                    </a:lnTo>
                    <a:lnTo>
                      <a:pt x="107" y="9"/>
                    </a:lnTo>
                    <a:lnTo>
                      <a:pt x="119" y="9"/>
                    </a:lnTo>
                    <a:lnTo>
                      <a:pt x="121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5" name="Oval 56">
                <a:extLst>
                  <a:ext uri="{FF2B5EF4-FFF2-40B4-BE49-F238E27FC236}">
                    <a16:creationId xmlns:a16="http://schemas.microsoft.com/office/drawing/2014/main" id="{D887BD6C-AFDE-AF40-B81E-212A0A4471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15" y="4070"/>
                <a:ext cx="7" cy="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96" name="Oval 57">
                <a:extLst>
                  <a:ext uri="{FF2B5EF4-FFF2-40B4-BE49-F238E27FC236}">
                    <a16:creationId xmlns:a16="http://schemas.microsoft.com/office/drawing/2014/main" id="{BAA19E30-0AF8-C64C-B1A9-61E718E4FC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85" y="4099"/>
                <a:ext cx="8" cy="1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97" name="Freeform 58">
                <a:extLst>
                  <a:ext uri="{FF2B5EF4-FFF2-40B4-BE49-F238E27FC236}">
                    <a16:creationId xmlns:a16="http://schemas.microsoft.com/office/drawing/2014/main" id="{1DDCD977-C116-3E4E-A730-4FB80328F8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8" y="4086"/>
                <a:ext cx="9" cy="20"/>
              </a:xfrm>
              <a:custGeom>
                <a:avLst/>
                <a:gdLst>
                  <a:gd name="T0" fmla="*/ 0 w 9"/>
                  <a:gd name="T1" fmla="*/ 0 h 20"/>
                  <a:gd name="T2" fmla="*/ 0 w 9"/>
                  <a:gd name="T3" fmla="*/ 17 h 20"/>
                  <a:gd name="T4" fmla="*/ 2 w 9"/>
                  <a:gd name="T5" fmla="*/ 19 h 20"/>
                  <a:gd name="T6" fmla="*/ 6 w 9"/>
                  <a:gd name="T7" fmla="*/ 19 h 20"/>
                  <a:gd name="T8" fmla="*/ 8 w 9"/>
                  <a:gd name="T9" fmla="*/ 17 h 20"/>
                  <a:gd name="T10" fmla="*/ 8 w 9"/>
                  <a:gd name="T11" fmla="*/ 0 h 20"/>
                  <a:gd name="T12" fmla="*/ 0 w 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0"/>
                  <a:gd name="T23" fmla="*/ 9 w 9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0">
                    <a:moveTo>
                      <a:pt x="0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6" y="19"/>
                    </a:lnTo>
                    <a:lnTo>
                      <a:pt x="8" y="17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8" name="Freeform 59">
                <a:extLst>
                  <a:ext uri="{FF2B5EF4-FFF2-40B4-BE49-F238E27FC236}">
                    <a16:creationId xmlns:a16="http://schemas.microsoft.com/office/drawing/2014/main" id="{3A048705-CB11-2749-BD57-E3D81D26FD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1" y="4056"/>
                <a:ext cx="6" cy="20"/>
              </a:xfrm>
              <a:custGeom>
                <a:avLst/>
                <a:gdLst>
                  <a:gd name="T0" fmla="*/ 0 w 6"/>
                  <a:gd name="T1" fmla="*/ 2 h 20"/>
                  <a:gd name="T2" fmla="*/ 0 w 6"/>
                  <a:gd name="T3" fmla="*/ 17 h 20"/>
                  <a:gd name="T4" fmla="*/ 2 w 6"/>
                  <a:gd name="T5" fmla="*/ 19 h 20"/>
                  <a:gd name="T6" fmla="*/ 3 w 6"/>
                  <a:gd name="T7" fmla="*/ 19 h 20"/>
                  <a:gd name="T8" fmla="*/ 5 w 6"/>
                  <a:gd name="T9" fmla="*/ 17 h 20"/>
                  <a:gd name="T10" fmla="*/ 5 w 6"/>
                  <a:gd name="T11" fmla="*/ 0 h 20"/>
                  <a:gd name="T12" fmla="*/ 0 w 6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20"/>
                  <a:gd name="T23" fmla="*/ 6 w 6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20">
                    <a:moveTo>
                      <a:pt x="0" y="2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5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99" name="Oval 60">
                <a:extLst>
                  <a:ext uri="{FF2B5EF4-FFF2-40B4-BE49-F238E27FC236}">
                    <a16:creationId xmlns:a16="http://schemas.microsoft.com/office/drawing/2014/main" id="{B713DB3B-A3DC-8C46-B820-33D9C93CBA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9" y="4025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00" name="Freeform 61">
                <a:extLst>
                  <a:ext uri="{FF2B5EF4-FFF2-40B4-BE49-F238E27FC236}">
                    <a16:creationId xmlns:a16="http://schemas.microsoft.com/office/drawing/2014/main" id="{7275CF89-DAEE-D04A-B68E-F6D42D05DD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0" y="4014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15 h 18"/>
                  <a:gd name="T4" fmla="*/ 2 w 8"/>
                  <a:gd name="T5" fmla="*/ 17 h 18"/>
                  <a:gd name="T6" fmla="*/ 7 w 8"/>
                  <a:gd name="T7" fmla="*/ 17 h 18"/>
                  <a:gd name="T8" fmla="*/ 7 w 8"/>
                  <a:gd name="T9" fmla="*/ 15 h 18"/>
                  <a:gd name="T10" fmla="*/ 7 w 8"/>
                  <a:gd name="T11" fmla="*/ 0 h 18"/>
                  <a:gd name="T12" fmla="*/ 0 w 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8"/>
                  <a:gd name="T23" fmla="*/ 8 w 8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8">
                    <a:moveTo>
                      <a:pt x="0" y="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1" name="Freeform 62">
                <a:extLst>
                  <a:ext uri="{FF2B5EF4-FFF2-40B4-BE49-F238E27FC236}">
                    <a16:creationId xmlns:a16="http://schemas.microsoft.com/office/drawing/2014/main" id="{B3852BC9-A822-2A49-9509-6623C56955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6" y="3998"/>
                <a:ext cx="22" cy="18"/>
              </a:xfrm>
              <a:custGeom>
                <a:avLst/>
                <a:gdLst>
                  <a:gd name="T0" fmla="*/ 0 w 22"/>
                  <a:gd name="T1" fmla="*/ 2 h 18"/>
                  <a:gd name="T2" fmla="*/ 0 w 22"/>
                  <a:gd name="T3" fmla="*/ 15 h 18"/>
                  <a:gd name="T4" fmla="*/ 7 w 22"/>
                  <a:gd name="T5" fmla="*/ 17 h 18"/>
                  <a:gd name="T6" fmla="*/ 21 w 22"/>
                  <a:gd name="T7" fmla="*/ 15 h 18"/>
                  <a:gd name="T8" fmla="*/ 21 w 22"/>
                  <a:gd name="T9" fmla="*/ 0 h 18"/>
                  <a:gd name="T10" fmla="*/ 0 w 22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18"/>
                  <a:gd name="T20" fmla="*/ 22 w 22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18">
                    <a:moveTo>
                      <a:pt x="0" y="2"/>
                    </a:moveTo>
                    <a:lnTo>
                      <a:pt x="0" y="15"/>
                    </a:lnTo>
                    <a:lnTo>
                      <a:pt x="7" y="17"/>
                    </a:lnTo>
                    <a:lnTo>
                      <a:pt x="21" y="15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2" name="Line 63">
                <a:extLst>
                  <a:ext uri="{FF2B5EF4-FFF2-40B4-BE49-F238E27FC236}">
                    <a16:creationId xmlns:a16="http://schemas.microsoft.com/office/drawing/2014/main" id="{0D27608E-8A17-3C40-8FB9-2D053823CA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903" y="3998"/>
                <a:ext cx="0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03" name="Freeform 64">
                <a:extLst>
                  <a:ext uri="{FF2B5EF4-FFF2-40B4-BE49-F238E27FC236}">
                    <a16:creationId xmlns:a16="http://schemas.microsoft.com/office/drawing/2014/main" id="{C3D7D8B4-B941-5F4C-A152-F00E06249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606"/>
                <a:ext cx="189" cy="13"/>
              </a:xfrm>
              <a:custGeom>
                <a:avLst/>
                <a:gdLst>
                  <a:gd name="T0" fmla="*/ 2 w 189"/>
                  <a:gd name="T1" fmla="*/ 0 h 13"/>
                  <a:gd name="T2" fmla="*/ 0 w 189"/>
                  <a:gd name="T3" fmla="*/ 5 h 13"/>
                  <a:gd name="T4" fmla="*/ 188 w 189"/>
                  <a:gd name="T5" fmla="*/ 12 h 13"/>
                  <a:gd name="T6" fmla="*/ 188 w 189"/>
                  <a:gd name="T7" fmla="*/ 8 h 13"/>
                  <a:gd name="T8" fmla="*/ 2 w 18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9"/>
                  <a:gd name="T16" fmla="*/ 0 h 13"/>
                  <a:gd name="T17" fmla="*/ 189 w 189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9" h="13">
                    <a:moveTo>
                      <a:pt x="2" y="0"/>
                    </a:moveTo>
                    <a:lnTo>
                      <a:pt x="0" y="5"/>
                    </a:lnTo>
                    <a:lnTo>
                      <a:pt x="188" y="12"/>
                    </a:lnTo>
                    <a:lnTo>
                      <a:pt x="188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4" name="Freeform 65">
                <a:extLst>
                  <a:ext uri="{FF2B5EF4-FFF2-40B4-BE49-F238E27FC236}">
                    <a16:creationId xmlns:a16="http://schemas.microsoft.com/office/drawing/2014/main" id="{A8D83783-C174-8041-9025-FBE2EC6526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2" y="3602"/>
                <a:ext cx="32" cy="12"/>
              </a:xfrm>
              <a:custGeom>
                <a:avLst/>
                <a:gdLst>
                  <a:gd name="T0" fmla="*/ 31 w 32"/>
                  <a:gd name="T1" fmla="*/ 7 h 12"/>
                  <a:gd name="T2" fmla="*/ 31 w 32"/>
                  <a:gd name="T3" fmla="*/ 0 h 12"/>
                  <a:gd name="T4" fmla="*/ 0 w 32"/>
                  <a:gd name="T5" fmla="*/ 0 h 12"/>
                  <a:gd name="T6" fmla="*/ 0 w 32"/>
                  <a:gd name="T7" fmla="*/ 6 h 12"/>
                  <a:gd name="T8" fmla="*/ 8 w 32"/>
                  <a:gd name="T9" fmla="*/ 9 h 12"/>
                  <a:gd name="T10" fmla="*/ 18 w 32"/>
                  <a:gd name="T11" fmla="*/ 11 h 12"/>
                  <a:gd name="T12" fmla="*/ 25 w 32"/>
                  <a:gd name="T13" fmla="*/ 9 h 12"/>
                  <a:gd name="T14" fmla="*/ 31 w 32"/>
                  <a:gd name="T15" fmla="*/ 7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"/>
                  <a:gd name="T25" fmla="*/ 0 h 12"/>
                  <a:gd name="T26" fmla="*/ 32 w 3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" h="12">
                    <a:moveTo>
                      <a:pt x="31" y="7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9"/>
                    </a:lnTo>
                    <a:lnTo>
                      <a:pt x="18" y="11"/>
                    </a:lnTo>
                    <a:lnTo>
                      <a:pt x="25" y="9"/>
                    </a:lnTo>
                    <a:lnTo>
                      <a:pt x="31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5" name="Freeform 66">
                <a:extLst>
                  <a:ext uri="{FF2B5EF4-FFF2-40B4-BE49-F238E27FC236}">
                    <a16:creationId xmlns:a16="http://schemas.microsoft.com/office/drawing/2014/main" id="{3B3BEF27-67D7-3D4F-814C-CB9F77AAB1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3324"/>
                <a:ext cx="223" cy="26"/>
              </a:xfrm>
              <a:custGeom>
                <a:avLst/>
                <a:gdLst>
                  <a:gd name="T0" fmla="*/ 0 w 223"/>
                  <a:gd name="T1" fmla="*/ 19 h 26"/>
                  <a:gd name="T2" fmla="*/ 0 w 223"/>
                  <a:gd name="T3" fmla="*/ 25 h 26"/>
                  <a:gd name="T4" fmla="*/ 222 w 223"/>
                  <a:gd name="T5" fmla="*/ 8 h 26"/>
                  <a:gd name="T6" fmla="*/ 222 w 223"/>
                  <a:gd name="T7" fmla="*/ 0 h 26"/>
                  <a:gd name="T8" fmla="*/ 0 w 223"/>
                  <a:gd name="T9" fmla="*/ 1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6"/>
                  <a:gd name="T17" fmla="*/ 223 w 223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6">
                    <a:moveTo>
                      <a:pt x="0" y="19"/>
                    </a:moveTo>
                    <a:lnTo>
                      <a:pt x="0" y="25"/>
                    </a:lnTo>
                    <a:lnTo>
                      <a:pt x="222" y="8"/>
                    </a:lnTo>
                    <a:lnTo>
                      <a:pt x="222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6" name="Freeform 67">
                <a:extLst>
                  <a:ext uri="{FF2B5EF4-FFF2-40B4-BE49-F238E27FC236}">
                    <a16:creationId xmlns:a16="http://schemas.microsoft.com/office/drawing/2014/main" id="{244FEF65-EEE3-1440-B7AF-0FA3E3265D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02" y="3322"/>
                <a:ext cx="26" cy="466"/>
              </a:xfrm>
              <a:custGeom>
                <a:avLst/>
                <a:gdLst>
                  <a:gd name="T0" fmla="*/ 0 w 26"/>
                  <a:gd name="T1" fmla="*/ 0 h 466"/>
                  <a:gd name="T2" fmla="*/ 4 w 26"/>
                  <a:gd name="T3" fmla="*/ 463 h 466"/>
                  <a:gd name="T4" fmla="*/ 10 w 26"/>
                  <a:gd name="T5" fmla="*/ 465 h 466"/>
                  <a:gd name="T6" fmla="*/ 16 w 26"/>
                  <a:gd name="T7" fmla="*/ 443 h 466"/>
                  <a:gd name="T8" fmla="*/ 10 w 26"/>
                  <a:gd name="T9" fmla="*/ 13 h 466"/>
                  <a:gd name="T10" fmla="*/ 25 w 26"/>
                  <a:gd name="T11" fmla="*/ 13 h 466"/>
                  <a:gd name="T12" fmla="*/ 25 w 26"/>
                  <a:gd name="T13" fmla="*/ 0 h 466"/>
                  <a:gd name="T14" fmla="*/ 0 w 26"/>
                  <a:gd name="T15" fmla="*/ 0 h 4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466"/>
                  <a:gd name="T26" fmla="*/ 26 w 26"/>
                  <a:gd name="T27" fmla="*/ 466 h 4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466">
                    <a:moveTo>
                      <a:pt x="0" y="0"/>
                    </a:moveTo>
                    <a:lnTo>
                      <a:pt x="4" y="463"/>
                    </a:lnTo>
                    <a:lnTo>
                      <a:pt x="10" y="465"/>
                    </a:lnTo>
                    <a:lnTo>
                      <a:pt x="16" y="443"/>
                    </a:lnTo>
                    <a:lnTo>
                      <a:pt x="10" y="13"/>
                    </a:lnTo>
                    <a:lnTo>
                      <a:pt x="25" y="13"/>
                    </a:lnTo>
                    <a:lnTo>
                      <a:pt x="2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7" name="Freeform 68">
                <a:extLst>
                  <a:ext uri="{FF2B5EF4-FFF2-40B4-BE49-F238E27FC236}">
                    <a16:creationId xmlns:a16="http://schemas.microsoft.com/office/drawing/2014/main" id="{8ECE0664-3908-7148-8159-253CB866CC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1" y="3827"/>
                <a:ext cx="51" cy="162"/>
              </a:xfrm>
              <a:custGeom>
                <a:avLst/>
                <a:gdLst>
                  <a:gd name="T0" fmla="*/ 2 w 51"/>
                  <a:gd name="T1" fmla="*/ 146 h 162"/>
                  <a:gd name="T2" fmla="*/ 4 w 51"/>
                  <a:gd name="T3" fmla="*/ 144 h 162"/>
                  <a:gd name="T4" fmla="*/ 8 w 51"/>
                  <a:gd name="T5" fmla="*/ 142 h 162"/>
                  <a:gd name="T6" fmla="*/ 11 w 51"/>
                  <a:gd name="T7" fmla="*/ 139 h 162"/>
                  <a:gd name="T8" fmla="*/ 17 w 51"/>
                  <a:gd name="T9" fmla="*/ 131 h 162"/>
                  <a:gd name="T10" fmla="*/ 21 w 51"/>
                  <a:gd name="T11" fmla="*/ 120 h 162"/>
                  <a:gd name="T12" fmla="*/ 25 w 51"/>
                  <a:gd name="T13" fmla="*/ 111 h 162"/>
                  <a:gd name="T14" fmla="*/ 29 w 51"/>
                  <a:gd name="T15" fmla="*/ 90 h 162"/>
                  <a:gd name="T16" fmla="*/ 31 w 51"/>
                  <a:gd name="T17" fmla="*/ 64 h 162"/>
                  <a:gd name="T18" fmla="*/ 33 w 51"/>
                  <a:gd name="T19" fmla="*/ 54 h 162"/>
                  <a:gd name="T20" fmla="*/ 33 w 51"/>
                  <a:gd name="T21" fmla="*/ 46 h 162"/>
                  <a:gd name="T22" fmla="*/ 34 w 51"/>
                  <a:gd name="T23" fmla="*/ 39 h 162"/>
                  <a:gd name="T24" fmla="*/ 34 w 51"/>
                  <a:gd name="T25" fmla="*/ 28 h 162"/>
                  <a:gd name="T26" fmla="*/ 36 w 51"/>
                  <a:gd name="T27" fmla="*/ 2 h 162"/>
                  <a:gd name="T28" fmla="*/ 48 w 51"/>
                  <a:gd name="T29" fmla="*/ 0 h 162"/>
                  <a:gd name="T30" fmla="*/ 50 w 51"/>
                  <a:gd name="T31" fmla="*/ 26 h 162"/>
                  <a:gd name="T32" fmla="*/ 48 w 51"/>
                  <a:gd name="T33" fmla="*/ 42 h 162"/>
                  <a:gd name="T34" fmla="*/ 48 w 51"/>
                  <a:gd name="T35" fmla="*/ 52 h 162"/>
                  <a:gd name="T36" fmla="*/ 46 w 51"/>
                  <a:gd name="T37" fmla="*/ 63 h 162"/>
                  <a:gd name="T38" fmla="*/ 44 w 51"/>
                  <a:gd name="T39" fmla="*/ 74 h 162"/>
                  <a:gd name="T40" fmla="*/ 42 w 51"/>
                  <a:gd name="T41" fmla="*/ 89 h 162"/>
                  <a:gd name="T42" fmla="*/ 40 w 51"/>
                  <a:gd name="T43" fmla="*/ 111 h 162"/>
                  <a:gd name="T44" fmla="*/ 33 w 51"/>
                  <a:gd name="T45" fmla="*/ 131 h 162"/>
                  <a:gd name="T46" fmla="*/ 27 w 51"/>
                  <a:gd name="T47" fmla="*/ 144 h 162"/>
                  <a:gd name="T48" fmla="*/ 19 w 51"/>
                  <a:gd name="T49" fmla="*/ 159 h 162"/>
                  <a:gd name="T50" fmla="*/ 17 w 51"/>
                  <a:gd name="T51" fmla="*/ 161 h 162"/>
                  <a:gd name="T52" fmla="*/ 11 w 51"/>
                  <a:gd name="T53" fmla="*/ 159 h 162"/>
                  <a:gd name="T54" fmla="*/ 2 w 51"/>
                  <a:gd name="T55" fmla="*/ 155 h 162"/>
                  <a:gd name="T56" fmla="*/ 0 w 51"/>
                  <a:gd name="T57" fmla="*/ 148 h 162"/>
                  <a:gd name="T58" fmla="*/ 2 w 51"/>
                  <a:gd name="T59" fmla="*/ 146 h 16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1"/>
                  <a:gd name="T91" fmla="*/ 0 h 162"/>
                  <a:gd name="T92" fmla="*/ 51 w 51"/>
                  <a:gd name="T93" fmla="*/ 162 h 16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1" h="162">
                    <a:moveTo>
                      <a:pt x="2" y="146"/>
                    </a:moveTo>
                    <a:lnTo>
                      <a:pt x="4" y="144"/>
                    </a:lnTo>
                    <a:lnTo>
                      <a:pt x="8" y="142"/>
                    </a:lnTo>
                    <a:lnTo>
                      <a:pt x="11" y="139"/>
                    </a:lnTo>
                    <a:lnTo>
                      <a:pt x="17" y="131"/>
                    </a:lnTo>
                    <a:lnTo>
                      <a:pt x="21" y="120"/>
                    </a:lnTo>
                    <a:lnTo>
                      <a:pt x="25" y="111"/>
                    </a:lnTo>
                    <a:lnTo>
                      <a:pt x="29" y="90"/>
                    </a:lnTo>
                    <a:lnTo>
                      <a:pt x="31" y="64"/>
                    </a:lnTo>
                    <a:lnTo>
                      <a:pt x="33" y="54"/>
                    </a:lnTo>
                    <a:lnTo>
                      <a:pt x="33" y="46"/>
                    </a:lnTo>
                    <a:lnTo>
                      <a:pt x="34" y="39"/>
                    </a:lnTo>
                    <a:lnTo>
                      <a:pt x="34" y="28"/>
                    </a:lnTo>
                    <a:lnTo>
                      <a:pt x="36" y="2"/>
                    </a:lnTo>
                    <a:lnTo>
                      <a:pt x="48" y="0"/>
                    </a:lnTo>
                    <a:lnTo>
                      <a:pt x="50" y="26"/>
                    </a:lnTo>
                    <a:lnTo>
                      <a:pt x="48" y="42"/>
                    </a:lnTo>
                    <a:lnTo>
                      <a:pt x="48" y="52"/>
                    </a:lnTo>
                    <a:lnTo>
                      <a:pt x="46" y="63"/>
                    </a:lnTo>
                    <a:lnTo>
                      <a:pt x="44" y="74"/>
                    </a:lnTo>
                    <a:lnTo>
                      <a:pt x="42" y="89"/>
                    </a:lnTo>
                    <a:lnTo>
                      <a:pt x="40" y="111"/>
                    </a:lnTo>
                    <a:lnTo>
                      <a:pt x="33" y="131"/>
                    </a:lnTo>
                    <a:lnTo>
                      <a:pt x="27" y="144"/>
                    </a:lnTo>
                    <a:lnTo>
                      <a:pt x="19" y="159"/>
                    </a:lnTo>
                    <a:lnTo>
                      <a:pt x="17" y="161"/>
                    </a:lnTo>
                    <a:lnTo>
                      <a:pt x="11" y="159"/>
                    </a:lnTo>
                    <a:lnTo>
                      <a:pt x="2" y="155"/>
                    </a:lnTo>
                    <a:lnTo>
                      <a:pt x="0" y="148"/>
                    </a:lnTo>
                    <a:lnTo>
                      <a:pt x="2" y="14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8" name="Freeform 69">
                <a:extLst>
                  <a:ext uri="{FF2B5EF4-FFF2-40B4-BE49-F238E27FC236}">
                    <a16:creationId xmlns:a16="http://schemas.microsoft.com/office/drawing/2014/main" id="{6FF0F940-D2DB-E943-A101-A986E33CB3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0" y="3542"/>
                <a:ext cx="51" cy="5"/>
              </a:xfrm>
              <a:custGeom>
                <a:avLst/>
                <a:gdLst>
                  <a:gd name="T0" fmla="*/ 0 w 51"/>
                  <a:gd name="T1" fmla="*/ 2 h 5"/>
                  <a:gd name="T2" fmla="*/ 25 w 51"/>
                  <a:gd name="T3" fmla="*/ 4 h 5"/>
                  <a:gd name="T4" fmla="*/ 50 w 51"/>
                  <a:gd name="T5" fmla="*/ 2 h 5"/>
                  <a:gd name="T6" fmla="*/ 21 w 51"/>
                  <a:gd name="T7" fmla="*/ 0 h 5"/>
                  <a:gd name="T8" fmla="*/ 0 w 51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5"/>
                  <a:gd name="T17" fmla="*/ 51 w 51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5">
                    <a:moveTo>
                      <a:pt x="0" y="2"/>
                    </a:moveTo>
                    <a:lnTo>
                      <a:pt x="25" y="4"/>
                    </a:lnTo>
                    <a:lnTo>
                      <a:pt x="50" y="2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09" name="Rectangle 70">
                <a:extLst>
                  <a:ext uri="{FF2B5EF4-FFF2-40B4-BE49-F238E27FC236}">
                    <a16:creationId xmlns:a16="http://schemas.microsoft.com/office/drawing/2014/main" id="{852585B8-52C5-FB4D-9624-59FA3ED8C9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712" y="3531"/>
                <a:ext cx="1" cy="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10" name="Oval 71">
                <a:extLst>
                  <a:ext uri="{FF2B5EF4-FFF2-40B4-BE49-F238E27FC236}">
                    <a16:creationId xmlns:a16="http://schemas.microsoft.com/office/drawing/2014/main" id="{C9C8CA6A-5360-3B41-ACD5-F07F0A07D1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712" y="3526"/>
                <a:ext cx="4" cy="9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11" name="Freeform 72">
                <a:extLst>
                  <a:ext uri="{FF2B5EF4-FFF2-40B4-BE49-F238E27FC236}">
                    <a16:creationId xmlns:a16="http://schemas.microsoft.com/office/drawing/2014/main" id="{2A3D9252-FBEE-6E42-899C-672C48111C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9" y="3676"/>
                <a:ext cx="15" cy="19"/>
              </a:xfrm>
              <a:custGeom>
                <a:avLst/>
                <a:gdLst>
                  <a:gd name="T0" fmla="*/ 4 w 15"/>
                  <a:gd name="T1" fmla="*/ 0 h 19"/>
                  <a:gd name="T2" fmla="*/ 0 w 15"/>
                  <a:gd name="T3" fmla="*/ 18 h 19"/>
                  <a:gd name="T4" fmla="*/ 11 w 15"/>
                  <a:gd name="T5" fmla="*/ 18 h 19"/>
                  <a:gd name="T6" fmla="*/ 14 w 15"/>
                  <a:gd name="T7" fmla="*/ 2 h 19"/>
                  <a:gd name="T8" fmla="*/ 4 w 15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9"/>
                  <a:gd name="T17" fmla="*/ 15 w 15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9">
                    <a:moveTo>
                      <a:pt x="4" y="0"/>
                    </a:moveTo>
                    <a:lnTo>
                      <a:pt x="0" y="18"/>
                    </a:lnTo>
                    <a:lnTo>
                      <a:pt x="11" y="18"/>
                    </a:lnTo>
                    <a:lnTo>
                      <a:pt x="14" y="2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2" name="Freeform 73">
                <a:extLst>
                  <a:ext uri="{FF2B5EF4-FFF2-40B4-BE49-F238E27FC236}">
                    <a16:creationId xmlns:a16="http://schemas.microsoft.com/office/drawing/2014/main" id="{86E6B989-B16E-244F-9846-9648FCED8F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8" y="3789"/>
                <a:ext cx="19" cy="19"/>
              </a:xfrm>
              <a:custGeom>
                <a:avLst/>
                <a:gdLst>
                  <a:gd name="T0" fmla="*/ 4 w 19"/>
                  <a:gd name="T1" fmla="*/ 0 h 19"/>
                  <a:gd name="T2" fmla="*/ 0 w 19"/>
                  <a:gd name="T3" fmla="*/ 18 h 19"/>
                  <a:gd name="T4" fmla="*/ 12 w 19"/>
                  <a:gd name="T5" fmla="*/ 18 h 19"/>
                  <a:gd name="T6" fmla="*/ 18 w 19"/>
                  <a:gd name="T7" fmla="*/ 0 h 19"/>
                  <a:gd name="T8" fmla="*/ 4 w 1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4" y="0"/>
                    </a:moveTo>
                    <a:lnTo>
                      <a:pt x="0" y="18"/>
                    </a:lnTo>
                    <a:lnTo>
                      <a:pt x="12" y="18"/>
                    </a:lnTo>
                    <a:lnTo>
                      <a:pt x="18" y="0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3" name="Freeform 74">
                <a:extLst>
                  <a:ext uri="{FF2B5EF4-FFF2-40B4-BE49-F238E27FC236}">
                    <a16:creationId xmlns:a16="http://schemas.microsoft.com/office/drawing/2014/main" id="{DCA5FFE9-DEB9-884F-8AA5-140B6C731F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8" y="3613"/>
                <a:ext cx="39" cy="226"/>
              </a:xfrm>
              <a:custGeom>
                <a:avLst/>
                <a:gdLst>
                  <a:gd name="T0" fmla="*/ 16 w 39"/>
                  <a:gd name="T1" fmla="*/ 1 h 226"/>
                  <a:gd name="T2" fmla="*/ 18 w 39"/>
                  <a:gd name="T3" fmla="*/ 18 h 226"/>
                  <a:gd name="T4" fmla="*/ 18 w 39"/>
                  <a:gd name="T5" fmla="*/ 32 h 226"/>
                  <a:gd name="T6" fmla="*/ 20 w 39"/>
                  <a:gd name="T7" fmla="*/ 38 h 226"/>
                  <a:gd name="T8" fmla="*/ 20 w 39"/>
                  <a:gd name="T9" fmla="*/ 46 h 226"/>
                  <a:gd name="T10" fmla="*/ 22 w 39"/>
                  <a:gd name="T11" fmla="*/ 58 h 226"/>
                  <a:gd name="T12" fmla="*/ 26 w 39"/>
                  <a:gd name="T13" fmla="*/ 78 h 226"/>
                  <a:gd name="T14" fmla="*/ 31 w 39"/>
                  <a:gd name="T15" fmla="*/ 99 h 226"/>
                  <a:gd name="T16" fmla="*/ 32 w 39"/>
                  <a:gd name="T17" fmla="*/ 121 h 226"/>
                  <a:gd name="T18" fmla="*/ 34 w 39"/>
                  <a:gd name="T19" fmla="*/ 142 h 226"/>
                  <a:gd name="T20" fmla="*/ 36 w 39"/>
                  <a:gd name="T21" fmla="*/ 155 h 226"/>
                  <a:gd name="T22" fmla="*/ 38 w 39"/>
                  <a:gd name="T23" fmla="*/ 168 h 226"/>
                  <a:gd name="T24" fmla="*/ 38 w 39"/>
                  <a:gd name="T25" fmla="*/ 180 h 226"/>
                  <a:gd name="T26" fmla="*/ 38 w 39"/>
                  <a:gd name="T27" fmla="*/ 199 h 226"/>
                  <a:gd name="T28" fmla="*/ 34 w 39"/>
                  <a:gd name="T29" fmla="*/ 214 h 226"/>
                  <a:gd name="T30" fmla="*/ 26 w 39"/>
                  <a:gd name="T31" fmla="*/ 223 h 226"/>
                  <a:gd name="T32" fmla="*/ 22 w 39"/>
                  <a:gd name="T33" fmla="*/ 225 h 226"/>
                  <a:gd name="T34" fmla="*/ 18 w 39"/>
                  <a:gd name="T35" fmla="*/ 225 h 226"/>
                  <a:gd name="T36" fmla="*/ 10 w 39"/>
                  <a:gd name="T37" fmla="*/ 219 h 226"/>
                  <a:gd name="T38" fmla="*/ 7 w 39"/>
                  <a:gd name="T39" fmla="*/ 214 h 226"/>
                  <a:gd name="T40" fmla="*/ 4 w 39"/>
                  <a:gd name="T41" fmla="*/ 210 h 226"/>
                  <a:gd name="T42" fmla="*/ 0 w 39"/>
                  <a:gd name="T43" fmla="*/ 206 h 226"/>
                  <a:gd name="T44" fmla="*/ 0 w 39"/>
                  <a:gd name="T45" fmla="*/ 203 h 226"/>
                  <a:gd name="T46" fmla="*/ 0 w 39"/>
                  <a:gd name="T47" fmla="*/ 201 h 226"/>
                  <a:gd name="T48" fmla="*/ 2 w 39"/>
                  <a:gd name="T49" fmla="*/ 199 h 226"/>
                  <a:gd name="T50" fmla="*/ 4 w 39"/>
                  <a:gd name="T51" fmla="*/ 199 h 226"/>
                  <a:gd name="T52" fmla="*/ 6 w 39"/>
                  <a:gd name="T53" fmla="*/ 201 h 226"/>
                  <a:gd name="T54" fmla="*/ 7 w 39"/>
                  <a:gd name="T55" fmla="*/ 204 h 226"/>
                  <a:gd name="T56" fmla="*/ 12 w 39"/>
                  <a:gd name="T57" fmla="*/ 212 h 226"/>
                  <a:gd name="T58" fmla="*/ 16 w 39"/>
                  <a:gd name="T59" fmla="*/ 214 h 226"/>
                  <a:gd name="T60" fmla="*/ 22 w 39"/>
                  <a:gd name="T61" fmla="*/ 214 h 226"/>
                  <a:gd name="T62" fmla="*/ 26 w 39"/>
                  <a:gd name="T63" fmla="*/ 212 h 226"/>
                  <a:gd name="T64" fmla="*/ 29 w 39"/>
                  <a:gd name="T65" fmla="*/ 208 h 226"/>
                  <a:gd name="T66" fmla="*/ 32 w 39"/>
                  <a:gd name="T67" fmla="*/ 199 h 226"/>
                  <a:gd name="T68" fmla="*/ 32 w 39"/>
                  <a:gd name="T69" fmla="*/ 186 h 226"/>
                  <a:gd name="T70" fmla="*/ 31 w 39"/>
                  <a:gd name="T71" fmla="*/ 176 h 226"/>
                  <a:gd name="T72" fmla="*/ 31 w 39"/>
                  <a:gd name="T73" fmla="*/ 166 h 226"/>
                  <a:gd name="T74" fmla="*/ 31 w 39"/>
                  <a:gd name="T75" fmla="*/ 148 h 226"/>
                  <a:gd name="T76" fmla="*/ 31 w 39"/>
                  <a:gd name="T77" fmla="*/ 153 h 226"/>
                  <a:gd name="T78" fmla="*/ 31 w 39"/>
                  <a:gd name="T79" fmla="*/ 148 h 226"/>
                  <a:gd name="T80" fmla="*/ 29 w 39"/>
                  <a:gd name="T81" fmla="*/ 137 h 226"/>
                  <a:gd name="T82" fmla="*/ 26 w 39"/>
                  <a:gd name="T83" fmla="*/ 115 h 226"/>
                  <a:gd name="T84" fmla="*/ 24 w 39"/>
                  <a:gd name="T85" fmla="*/ 97 h 226"/>
                  <a:gd name="T86" fmla="*/ 20 w 39"/>
                  <a:gd name="T87" fmla="*/ 77 h 226"/>
                  <a:gd name="T88" fmla="*/ 18 w 39"/>
                  <a:gd name="T89" fmla="*/ 54 h 226"/>
                  <a:gd name="T90" fmla="*/ 14 w 39"/>
                  <a:gd name="T91" fmla="*/ 36 h 226"/>
                  <a:gd name="T92" fmla="*/ 12 w 39"/>
                  <a:gd name="T93" fmla="*/ 26 h 226"/>
                  <a:gd name="T94" fmla="*/ 12 w 39"/>
                  <a:gd name="T95" fmla="*/ 18 h 226"/>
                  <a:gd name="T96" fmla="*/ 12 w 39"/>
                  <a:gd name="T97" fmla="*/ 7 h 226"/>
                  <a:gd name="T98" fmla="*/ 10 w 39"/>
                  <a:gd name="T99" fmla="*/ 1 h 226"/>
                  <a:gd name="T100" fmla="*/ 12 w 39"/>
                  <a:gd name="T101" fmla="*/ 0 h 226"/>
                  <a:gd name="T102" fmla="*/ 14 w 39"/>
                  <a:gd name="T103" fmla="*/ 0 h 226"/>
                  <a:gd name="T104" fmla="*/ 16 w 39"/>
                  <a:gd name="T105" fmla="*/ 0 h 226"/>
                  <a:gd name="T106" fmla="*/ 16 w 39"/>
                  <a:gd name="T107" fmla="*/ 1 h 22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9"/>
                  <a:gd name="T163" fmla="*/ 0 h 226"/>
                  <a:gd name="T164" fmla="*/ 39 w 39"/>
                  <a:gd name="T165" fmla="*/ 226 h 22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9" h="226">
                    <a:moveTo>
                      <a:pt x="16" y="1"/>
                    </a:moveTo>
                    <a:lnTo>
                      <a:pt x="18" y="18"/>
                    </a:lnTo>
                    <a:lnTo>
                      <a:pt x="18" y="32"/>
                    </a:lnTo>
                    <a:lnTo>
                      <a:pt x="20" y="38"/>
                    </a:lnTo>
                    <a:lnTo>
                      <a:pt x="20" y="46"/>
                    </a:lnTo>
                    <a:lnTo>
                      <a:pt x="22" y="58"/>
                    </a:lnTo>
                    <a:lnTo>
                      <a:pt x="26" y="78"/>
                    </a:lnTo>
                    <a:lnTo>
                      <a:pt x="31" y="99"/>
                    </a:lnTo>
                    <a:lnTo>
                      <a:pt x="32" y="121"/>
                    </a:lnTo>
                    <a:lnTo>
                      <a:pt x="34" y="142"/>
                    </a:lnTo>
                    <a:lnTo>
                      <a:pt x="36" y="155"/>
                    </a:lnTo>
                    <a:lnTo>
                      <a:pt x="38" y="168"/>
                    </a:lnTo>
                    <a:lnTo>
                      <a:pt x="38" y="180"/>
                    </a:lnTo>
                    <a:lnTo>
                      <a:pt x="38" y="199"/>
                    </a:lnTo>
                    <a:lnTo>
                      <a:pt x="34" y="214"/>
                    </a:lnTo>
                    <a:lnTo>
                      <a:pt x="26" y="223"/>
                    </a:lnTo>
                    <a:lnTo>
                      <a:pt x="22" y="225"/>
                    </a:lnTo>
                    <a:lnTo>
                      <a:pt x="18" y="225"/>
                    </a:lnTo>
                    <a:lnTo>
                      <a:pt x="10" y="219"/>
                    </a:lnTo>
                    <a:lnTo>
                      <a:pt x="7" y="214"/>
                    </a:lnTo>
                    <a:lnTo>
                      <a:pt x="4" y="210"/>
                    </a:lnTo>
                    <a:lnTo>
                      <a:pt x="0" y="206"/>
                    </a:lnTo>
                    <a:lnTo>
                      <a:pt x="0" y="203"/>
                    </a:lnTo>
                    <a:lnTo>
                      <a:pt x="0" y="201"/>
                    </a:lnTo>
                    <a:lnTo>
                      <a:pt x="2" y="199"/>
                    </a:lnTo>
                    <a:lnTo>
                      <a:pt x="4" y="199"/>
                    </a:lnTo>
                    <a:lnTo>
                      <a:pt x="6" y="201"/>
                    </a:lnTo>
                    <a:lnTo>
                      <a:pt x="7" y="204"/>
                    </a:lnTo>
                    <a:lnTo>
                      <a:pt x="12" y="212"/>
                    </a:lnTo>
                    <a:lnTo>
                      <a:pt x="16" y="214"/>
                    </a:lnTo>
                    <a:lnTo>
                      <a:pt x="22" y="214"/>
                    </a:lnTo>
                    <a:lnTo>
                      <a:pt x="26" y="212"/>
                    </a:lnTo>
                    <a:lnTo>
                      <a:pt x="29" y="208"/>
                    </a:lnTo>
                    <a:lnTo>
                      <a:pt x="32" y="199"/>
                    </a:lnTo>
                    <a:lnTo>
                      <a:pt x="32" y="186"/>
                    </a:lnTo>
                    <a:lnTo>
                      <a:pt x="31" y="176"/>
                    </a:lnTo>
                    <a:lnTo>
                      <a:pt x="31" y="166"/>
                    </a:lnTo>
                    <a:lnTo>
                      <a:pt x="31" y="148"/>
                    </a:lnTo>
                    <a:lnTo>
                      <a:pt x="31" y="153"/>
                    </a:lnTo>
                    <a:lnTo>
                      <a:pt x="31" y="148"/>
                    </a:lnTo>
                    <a:lnTo>
                      <a:pt x="29" y="137"/>
                    </a:lnTo>
                    <a:lnTo>
                      <a:pt x="26" y="115"/>
                    </a:lnTo>
                    <a:lnTo>
                      <a:pt x="24" y="97"/>
                    </a:lnTo>
                    <a:lnTo>
                      <a:pt x="20" y="77"/>
                    </a:lnTo>
                    <a:lnTo>
                      <a:pt x="18" y="54"/>
                    </a:lnTo>
                    <a:lnTo>
                      <a:pt x="14" y="36"/>
                    </a:lnTo>
                    <a:lnTo>
                      <a:pt x="12" y="26"/>
                    </a:lnTo>
                    <a:lnTo>
                      <a:pt x="12" y="18"/>
                    </a:lnTo>
                    <a:lnTo>
                      <a:pt x="12" y="7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4" name="Rectangle 75">
                <a:extLst>
                  <a:ext uri="{FF2B5EF4-FFF2-40B4-BE49-F238E27FC236}">
                    <a16:creationId xmlns:a16="http://schemas.microsoft.com/office/drawing/2014/main" id="{8C0A8831-089B-E742-AD9C-E751855C54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6" y="3602"/>
                <a:ext cx="2" cy="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15" name="Freeform 76">
                <a:extLst>
                  <a:ext uri="{FF2B5EF4-FFF2-40B4-BE49-F238E27FC236}">
                    <a16:creationId xmlns:a16="http://schemas.microsoft.com/office/drawing/2014/main" id="{9FF4AD95-AAFA-0842-9824-5B91A317B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0" y="3546"/>
                <a:ext cx="26" cy="59"/>
              </a:xfrm>
              <a:custGeom>
                <a:avLst/>
                <a:gdLst>
                  <a:gd name="T0" fmla="*/ 0 w 26"/>
                  <a:gd name="T1" fmla="*/ 0 h 59"/>
                  <a:gd name="T2" fmla="*/ 0 w 26"/>
                  <a:gd name="T3" fmla="*/ 54 h 59"/>
                  <a:gd name="T4" fmla="*/ 25 w 26"/>
                  <a:gd name="T5" fmla="*/ 58 h 59"/>
                  <a:gd name="T6" fmla="*/ 25 w 26"/>
                  <a:gd name="T7" fmla="*/ 2 h 59"/>
                  <a:gd name="T8" fmla="*/ 0 w 26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59"/>
                  <a:gd name="T17" fmla="*/ 26 w 26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59">
                    <a:moveTo>
                      <a:pt x="0" y="0"/>
                    </a:moveTo>
                    <a:lnTo>
                      <a:pt x="0" y="54"/>
                    </a:lnTo>
                    <a:lnTo>
                      <a:pt x="25" y="58"/>
                    </a:lnTo>
                    <a:lnTo>
                      <a:pt x="25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6" name="Freeform 77">
                <a:extLst>
                  <a:ext uri="{FF2B5EF4-FFF2-40B4-BE49-F238E27FC236}">
                    <a16:creationId xmlns:a16="http://schemas.microsoft.com/office/drawing/2014/main" id="{59FC6ABD-3DB5-314A-85F1-DE6FFE81F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5" y="3546"/>
                <a:ext cx="23" cy="59"/>
              </a:xfrm>
              <a:custGeom>
                <a:avLst/>
                <a:gdLst>
                  <a:gd name="T0" fmla="*/ 0 w 23"/>
                  <a:gd name="T1" fmla="*/ 0 h 59"/>
                  <a:gd name="T2" fmla="*/ 0 w 23"/>
                  <a:gd name="T3" fmla="*/ 58 h 59"/>
                  <a:gd name="T4" fmla="*/ 22 w 23"/>
                  <a:gd name="T5" fmla="*/ 56 h 59"/>
                  <a:gd name="T6" fmla="*/ 22 w 23"/>
                  <a:gd name="T7" fmla="*/ 0 h 59"/>
                  <a:gd name="T8" fmla="*/ 0 w 2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59"/>
                  <a:gd name="T17" fmla="*/ 23 w 23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59">
                    <a:moveTo>
                      <a:pt x="0" y="0"/>
                    </a:moveTo>
                    <a:lnTo>
                      <a:pt x="0" y="58"/>
                    </a:lnTo>
                    <a:lnTo>
                      <a:pt x="22" y="56"/>
                    </a:ln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7" name="Freeform 78">
                <a:extLst>
                  <a:ext uri="{FF2B5EF4-FFF2-40B4-BE49-F238E27FC236}">
                    <a16:creationId xmlns:a16="http://schemas.microsoft.com/office/drawing/2014/main" id="{FC7BAEA1-FC93-FC4C-ACEE-C64B949F23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13" y="3797"/>
                <a:ext cx="209" cy="66"/>
              </a:xfrm>
              <a:custGeom>
                <a:avLst/>
                <a:gdLst>
                  <a:gd name="T0" fmla="*/ 0 w 209"/>
                  <a:gd name="T1" fmla="*/ 50 h 66"/>
                  <a:gd name="T2" fmla="*/ 0 w 209"/>
                  <a:gd name="T3" fmla="*/ 65 h 66"/>
                  <a:gd name="T4" fmla="*/ 208 w 209"/>
                  <a:gd name="T5" fmla="*/ 8 h 66"/>
                  <a:gd name="T6" fmla="*/ 208 w 209"/>
                  <a:gd name="T7" fmla="*/ 0 h 66"/>
                  <a:gd name="T8" fmla="*/ 0 w 209"/>
                  <a:gd name="T9" fmla="*/ 5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66"/>
                  <a:gd name="T17" fmla="*/ 209 w 209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66">
                    <a:moveTo>
                      <a:pt x="0" y="50"/>
                    </a:moveTo>
                    <a:lnTo>
                      <a:pt x="0" y="65"/>
                    </a:lnTo>
                    <a:lnTo>
                      <a:pt x="208" y="8"/>
                    </a:lnTo>
                    <a:lnTo>
                      <a:pt x="208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8" name="Freeform 79">
                <a:extLst>
                  <a:ext uri="{FF2B5EF4-FFF2-40B4-BE49-F238E27FC236}">
                    <a16:creationId xmlns:a16="http://schemas.microsoft.com/office/drawing/2014/main" id="{66A23965-B4A0-8E46-BFDE-744353FD64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49"/>
                <a:ext cx="17" cy="13"/>
              </a:xfrm>
              <a:custGeom>
                <a:avLst/>
                <a:gdLst>
                  <a:gd name="T0" fmla="*/ 0 w 17"/>
                  <a:gd name="T1" fmla="*/ 2 h 13"/>
                  <a:gd name="T2" fmla="*/ 0 w 17"/>
                  <a:gd name="T3" fmla="*/ 12 h 13"/>
                  <a:gd name="T4" fmla="*/ 16 w 17"/>
                  <a:gd name="T5" fmla="*/ 10 h 13"/>
                  <a:gd name="T6" fmla="*/ 16 w 17"/>
                  <a:gd name="T7" fmla="*/ 0 h 13"/>
                  <a:gd name="T8" fmla="*/ 0 w 17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0" y="2"/>
                    </a:moveTo>
                    <a:lnTo>
                      <a:pt x="0" y="12"/>
                    </a:lnTo>
                    <a:lnTo>
                      <a:pt x="16" y="10"/>
                    </a:lnTo>
                    <a:lnTo>
                      <a:pt x="16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19" name="Freeform 80">
                <a:extLst>
                  <a:ext uri="{FF2B5EF4-FFF2-40B4-BE49-F238E27FC236}">
                    <a16:creationId xmlns:a16="http://schemas.microsoft.com/office/drawing/2014/main" id="{516A7E7C-01E1-B142-9A1A-5417734973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0" y="3786"/>
                <a:ext cx="149" cy="84"/>
              </a:xfrm>
              <a:custGeom>
                <a:avLst/>
                <a:gdLst>
                  <a:gd name="T0" fmla="*/ 0 w 149"/>
                  <a:gd name="T1" fmla="*/ 0 h 84"/>
                  <a:gd name="T2" fmla="*/ 53 w 149"/>
                  <a:gd name="T3" fmla="*/ 64 h 84"/>
                  <a:gd name="T4" fmla="*/ 148 w 149"/>
                  <a:gd name="T5" fmla="*/ 83 h 84"/>
                  <a:gd name="T6" fmla="*/ 86 w 149"/>
                  <a:gd name="T7" fmla="*/ 13 h 84"/>
                  <a:gd name="T8" fmla="*/ 0 w 149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9"/>
                  <a:gd name="T16" fmla="*/ 0 h 84"/>
                  <a:gd name="T17" fmla="*/ 149 w 149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9" h="84">
                    <a:moveTo>
                      <a:pt x="0" y="0"/>
                    </a:moveTo>
                    <a:lnTo>
                      <a:pt x="53" y="64"/>
                    </a:lnTo>
                    <a:lnTo>
                      <a:pt x="148" y="83"/>
                    </a:lnTo>
                    <a:lnTo>
                      <a:pt x="86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0" name="Freeform 81">
                <a:extLst>
                  <a:ext uri="{FF2B5EF4-FFF2-40B4-BE49-F238E27FC236}">
                    <a16:creationId xmlns:a16="http://schemas.microsoft.com/office/drawing/2014/main" id="{CC4D8BBC-4BAE-D646-AB70-44D375CE24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7" y="3410"/>
                <a:ext cx="87" cy="372"/>
              </a:xfrm>
              <a:custGeom>
                <a:avLst/>
                <a:gdLst>
                  <a:gd name="T0" fmla="*/ 0 w 87"/>
                  <a:gd name="T1" fmla="*/ 0 h 372"/>
                  <a:gd name="T2" fmla="*/ 0 w 87"/>
                  <a:gd name="T3" fmla="*/ 363 h 372"/>
                  <a:gd name="T4" fmla="*/ 51 w 87"/>
                  <a:gd name="T5" fmla="*/ 371 h 372"/>
                  <a:gd name="T6" fmla="*/ 86 w 87"/>
                  <a:gd name="T7" fmla="*/ 323 h 372"/>
                  <a:gd name="T8" fmla="*/ 86 w 87"/>
                  <a:gd name="T9" fmla="*/ 46 h 372"/>
                  <a:gd name="T10" fmla="*/ 37 w 87"/>
                  <a:gd name="T11" fmla="*/ 0 h 372"/>
                  <a:gd name="T12" fmla="*/ 0 w 87"/>
                  <a:gd name="T13" fmla="*/ 0 h 3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"/>
                  <a:gd name="T22" fmla="*/ 0 h 372"/>
                  <a:gd name="T23" fmla="*/ 87 w 87"/>
                  <a:gd name="T24" fmla="*/ 372 h 37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" h="372">
                    <a:moveTo>
                      <a:pt x="0" y="0"/>
                    </a:moveTo>
                    <a:lnTo>
                      <a:pt x="0" y="363"/>
                    </a:lnTo>
                    <a:lnTo>
                      <a:pt x="51" y="371"/>
                    </a:lnTo>
                    <a:lnTo>
                      <a:pt x="86" y="323"/>
                    </a:lnTo>
                    <a:lnTo>
                      <a:pt x="86" y="46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1" name="Freeform 82">
                <a:extLst>
                  <a:ext uri="{FF2B5EF4-FFF2-40B4-BE49-F238E27FC236}">
                    <a16:creationId xmlns:a16="http://schemas.microsoft.com/office/drawing/2014/main" id="{CE5C90DB-6FD6-2146-9BAF-9DDDC6A004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8" y="3410"/>
                <a:ext cx="68" cy="360"/>
              </a:xfrm>
              <a:custGeom>
                <a:avLst/>
                <a:gdLst>
                  <a:gd name="T0" fmla="*/ 29 w 68"/>
                  <a:gd name="T1" fmla="*/ 0 h 360"/>
                  <a:gd name="T2" fmla="*/ 0 w 68"/>
                  <a:gd name="T3" fmla="*/ 42 h 360"/>
                  <a:gd name="T4" fmla="*/ 2 w 68"/>
                  <a:gd name="T5" fmla="*/ 311 h 360"/>
                  <a:gd name="T6" fmla="*/ 36 w 68"/>
                  <a:gd name="T7" fmla="*/ 350 h 360"/>
                  <a:gd name="T8" fmla="*/ 67 w 68"/>
                  <a:gd name="T9" fmla="*/ 359 h 360"/>
                  <a:gd name="T10" fmla="*/ 67 w 68"/>
                  <a:gd name="T11" fmla="*/ 0 h 360"/>
                  <a:gd name="T12" fmla="*/ 29 w 68"/>
                  <a:gd name="T13" fmla="*/ 0 h 3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8"/>
                  <a:gd name="T22" fmla="*/ 0 h 360"/>
                  <a:gd name="T23" fmla="*/ 68 w 68"/>
                  <a:gd name="T24" fmla="*/ 360 h 3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8" h="360">
                    <a:moveTo>
                      <a:pt x="29" y="0"/>
                    </a:moveTo>
                    <a:lnTo>
                      <a:pt x="0" y="42"/>
                    </a:lnTo>
                    <a:lnTo>
                      <a:pt x="2" y="311"/>
                    </a:lnTo>
                    <a:lnTo>
                      <a:pt x="36" y="350"/>
                    </a:lnTo>
                    <a:lnTo>
                      <a:pt x="67" y="359"/>
                    </a:lnTo>
                    <a:lnTo>
                      <a:pt x="67" y="0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2" name="Freeform 83">
                <a:extLst>
                  <a:ext uri="{FF2B5EF4-FFF2-40B4-BE49-F238E27FC236}">
                    <a16:creationId xmlns:a16="http://schemas.microsoft.com/office/drawing/2014/main" id="{522153F9-E3A0-0049-8778-3869FECD87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19" y="3797"/>
                <a:ext cx="188" cy="103"/>
              </a:xfrm>
              <a:custGeom>
                <a:avLst/>
                <a:gdLst>
                  <a:gd name="T0" fmla="*/ 0 w 188"/>
                  <a:gd name="T1" fmla="*/ 0 h 103"/>
                  <a:gd name="T2" fmla="*/ 61 w 188"/>
                  <a:gd name="T3" fmla="*/ 73 h 103"/>
                  <a:gd name="T4" fmla="*/ 187 w 188"/>
                  <a:gd name="T5" fmla="*/ 102 h 103"/>
                  <a:gd name="T6" fmla="*/ 108 w 188"/>
                  <a:gd name="T7" fmla="*/ 18 h 103"/>
                  <a:gd name="T8" fmla="*/ 0 w 188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8"/>
                  <a:gd name="T16" fmla="*/ 0 h 103"/>
                  <a:gd name="T17" fmla="*/ 188 w 188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8" h="103">
                    <a:moveTo>
                      <a:pt x="0" y="0"/>
                    </a:moveTo>
                    <a:lnTo>
                      <a:pt x="61" y="73"/>
                    </a:lnTo>
                    <a:lnTo>
                      <a:pt x="187" y="102"/>
                    </a:lnTo>
                    <a:lnTo>
                      <a:pt x="108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3" name="Freeform 84">
                <a:extLst>
                  <a:ext uri="{FF2B5EF4-FFF2-40B4-BE49-F238E27FC236}">
                    <a16:creationId xmlns:a16="http://schemas.microsoft.com/office/drawing/2014/main" id="{EC5B3B10-0D6F-6F49-94CA-F6025FCE97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0" y="3778"/>
                <a:ext cx="166" cy="29"/>
              </a:xfrm>
              <a:custGeom>
                <a:avLst/>
                <a:gdLst>
                  <a:gd name="T0" fmla="*/ 0 w 166"/>
                  <a:gd name="T1" fmla="*/ 0 h 29"/>
                  <a:gd name="T2" fmla="*/ 0 w 166"/>
                  <a:gd name="T3" fmla="*/ 7 h 29"/>
                  <a:gd name="T4" fmla="*/ 134 w 166"/>
                  <a:gd name="T5" fmla="*/ 28 h 29"/>
                  <a:gd name="T6" fmla="*/ 165 w 166"/>
                  <a:gd name="T7" fmla="*/ 26 h 29"/>
                  <a:gd name="T8" fmla="*/ 0 w 16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"/>
                  <a:gd name="T16" fmla="*/ 0 h 29"/>
                  <a:gd name="T17" fmla="*/ 166 w 166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" h="29">
                    <a:moveTo>
                      <a:pt x="0" y="0"/>
                    </a:moveTo>
                    <a:lnTo>
                      <a:pt x="0" y="7"/>
                    </a:lnTo>
                    <a:lnTo>
                      <a:pt x="134" y="28"/>
                    </a:lnTo>
                    <a:lnTo>
                      <a:pt x="165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4" name="Freeform 85">
                <a:extLst>
                  <a:ext uri="{FF2B5EF4-FFF2-40B4-BE49-F238E27FC236}">
                    <a16:creationId xmlns:a16="http://schemas.microsoft.com/office/drawing/2014/main" id="{CD8AA0FD-AAE6-5B45-8C40-96DBBFF8F2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1" y="3801"/>
                <a:ext cx="350" cy="44"/>
              </a:xfrm>
              <a:custGeom>
                <a:avLst/>
                <a:gdLst>
                  <a:gd name="T0" fmla="*/ 187 w 350"/>
                  <a:gd name="T1" fmla="*/ 0 h 44"/>
                  <a:gd name="T2" fmla="*/ 0 w 350"/>
                  <a:gd name="T3" fmla="*/ 12 h 44"/>
                  <a:gd name="T4" fmla="*/ 246 w 350"/>
                  <a:gd name="T5" fmla="*/ 43 h 44"/>
                  <a:gd name="T6" fmla="*/ 322 w 350"/>
                  <a:gd name="T7" fmla="*/ 39 h 44"/>
                  <a:gd name="T8" fmla="*/ 328 w 350"/>
                  <a:gd name="T9" fmla="*/ 24 h 44"/>
                  <a:gd name="T10" fmla="*/ 349 w 350"/>
                  <a:gd name="T11" fmla="*/ 19 h 44"/>
                  <a:gd name="T12" fmla="*/ 187 w 350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50"/>
                  <a:gd name="T22" fmla="*/ 0 h 44"/>
                  <a:gd name="T23" fmla="*/ 350 w 350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50" h="44">
                    <a:moveTo>
                      <a:pt x="187" y="0"/>
                    </a:moveTo>
                    <a:lnTo>
                      <a:pt x="0" y="12"/>
                    </a:lnTo>
                    <a:lnTo>
                      <a:pt x="246" y="43"/>
                    </a:lnTo>
                    <a:lnTo>
                      <a:pt x="322" y="39"/>
                    </a:lnTo>
                    <a:lnTo>
                      <a:pt x="328" y="24"/>
                    </a:lnTo>
                    <a:lnTo>
                      <a:pt x="349" y="19"/>
                    </a:lnTo>
                    <a:lnTo>
                      <a:pt x="187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5" name="Freeform 86">
                <a:extLst>
                  <a:ext uri="{FF2B5EF4-FFF2-40B4-BE49-F238E27FC236}">
                    <a16:creationId xmlns:a16="http://schemas.microsoft.com/office/drawing/2014/main" id="{006E11DC-0179-3F43-842D-C66BE6E374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1" y="3812"/>
                <a:ext cx="244" cy="74"/>
              </a:xfrm>
              <a:custGeom>
                <a:avLst/>
                <a:gdLst>
                  <a:gd name="T0" fmla="*/ 0 w 244"/>
                  <a:gd name="T1" fmla="*/ 0 h 74"/>
                  <a:gd name="T2" fmla="*/ 2 w 244"/>
                  <a:gd name="T3" fmla="*/ 37 h 74"/>
                  <a:gd name="T4" fmla="*/ 243 w 244"/>
                  <a:gd name="T5" fmla="*/ 73 h 74"/>
                  <a:gd name="T6" fmla="*/ 243 w 244"/>
                  <a:gd name="T7" fmla="*/ 31 h 74"/>
                  <a:gd name="T8" fmla="*/ 0 w 244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4"/>
                  <a:gd name="T16" fmla="*/ 0 h 74"/>
                  <a:gd name="T17" fmla="*/ 244 w 244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4" h="74">
                    <a:moveTo>
                      <a:pt x="0" y="0"/>
                    </a:moveTo>
                    <a:lnTo>
                      <a:pt x="2" y="37"/>
                    </a:lnTo>
                    <a:lnTo>
                      <a:pt x="243" y="73"/>
                    </a:lnTo>
                    <a:lnTo>
                      <a:pt x="243" y="3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6" name="Freeform 87">
                <a:extLst>
                  <a:ext uri="{FF2B5EF4-FFF2-40B4-BE49-F238E27FC236}">
                    <a16:creationId xmlns:a16="http://schemas.microsoft.com/office/drawing/2014/main" id="{4A236B48-949F-A24A-9449-7DDC236722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862"/>
                <a:ext cx="156" cy="76"/>
              </a:xfrm>
              <a:custGeom>
                <a:avLst/>
                <a:gdLst>
                  <a:gd name="T0" fmla="*/ 0 w 156"/>
                  <a:gd name="T1" fmla="*/ 0 h 76"/>
                  <a:gd name="T2" fmla="*/ 31 w 156"/>
                  <a:gd name="T3" fmla="*/ 58 h 76"/>
                  <a:gd name="T4" fmla="*/ 58 w 156"/>
                  <a:gd name="T5" fmla="*/ 64 h 76"/>
                  <a:gd name="T6" fmla="*/ 40 w 156"/>
                  <a:gd name="T7" fmla="*/ 27 h 76"/>
                  <a:gd name="T8" fmla="*/ 64 w 156"/>
                  <a:gd name="T9" fmla="*/ 32 h 76"/>
                  <a:gd name="T10" fmla="*/ 80 w 156"/>
                  <a:gd name="T11" fmla="*/ 69 h 76"/>
                  <a:gd name="T12" fmla="*/ 105 w 156"/>
                  <a:gd name="T13" fmla="*/ 75 h 76"/>
                  <a:gd name="T14" fmla="*/ 112 w 156"/>
                  <a:gd name="T15" fmla="*/ 73 h 76"/>
                  <a:gd name="T16" fmla="*/ 99 w 156"/>
                  <a:gd name="T17" fmla="*/ 36 h 76"/>
                  <a:gd name="T18" fmla="*/ 122 w 156"/>
                  <a:gd name="T19" fmla="*/ 40 h 76"/>
                  <a:gd name="T20" fmla="*/ 135 w 156"/>
                  <a:gd name="T21" fmla="*/ 69 h 76"/>
                  <a:gd name="T22" fmla="*/ 155 w 156"/>
                  <a:gd name="T23" fmla="*/ 67 h 76"/>
                  <a:gd name="T24" fmla="*/ 149 w 156"/>
                  <a:gd name="T25" fmla="*/ 22 h 76"/>
                  <a:gd name="T26" fmla="*/ 0 w 156"/>
                  <a:gd name="T27" fmla="*/ 0 h 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6"/>
                  <a:gd name="T43" fmla="*/ 0 h 76"/>
                  <a:gd name="T44" fmla="*/ 156 w 156"/>
                  <a:gd name="T45" fmla="*/ 76 h 7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6" h="76">
                    <a:moveTo>
                      <a:pt x="0" y="0"/>
                    </a:moveTo>
                    <a:lnTo>
                      <a:pt x="31" y="58"/>
                    </a:lnTo>
                    <a:lnTo>
                      <a:pt x="58" y="64"/>
                    </a:lnTo>
                    <a:lnTo>
                      <a:pt x="40" y="27"/>
                    </a:lnTo>
                    <a:lnTo>
                      <a:pt x="64" y="32"/>
                    </a:lnTo>
                    <a:lnTo>
                      <a:pt x="80" y="69"/>
                    </a:lnTo>
                    <a:lnTo>
                      <a:pt x="105" y="75"/>
                    </a:lnTo>
                    <a:lnTo>
                      <a:pt x="112" y="73"/>
                    </a:lnTo>
                    <a:lnTo>
                      <a:pt x="99" y="36"/>
                    </a:lnTo>
                    <a:lnTo>
                      <a:pt x="122" y="40"/>
                    </a:lnTo>
                    <a:lnTo>
                      <a:pt x="135" y="69"/>
                    </a:lnTo>
                    <a:lnTo>
                      <a:pt x="155" y="67"/>
                    </a:lnTo>
                    <a:lnTo>
                      <a:pt x="149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7" name="Freeform 88">
                <a:extLst>
                  <a:ext uri="{FF2B5EF4-FFF2-40B4-BE49-F238E27FC236}">
                    <a16:creationId xmlns:a16="http://schemas.microsoft.com/office/drawing/2014/main" id="{D2C0FA30-97CB-664C-B18C-C858C862B2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43" y="3874"/>
                <a:ext cx="124" cy="58"/>
              </a:xfrm>
              <a:custGeom>
                <a:avLst/>
                <a:gdLst>
                  <a:gd name="T0" fmla="*/ 0 w 124"/>
                  <a:gd name="T1" fmla="*/ 13 h 58"/>
                  <a:gd name="T2" fmla="*/ 6 w 124"/>
                  <a:gd name="T3" fmla="*/ 57 h 58"/>
                  <a:gd name="T4" fmla="*/ 123 w 124"/>
                  <a:gd name="T5" fmla="*/ 37 h 58"/>
                  <a:gd name="T6" fmla="*/ 123 w 124"/>
                  <a:gd name="T7" fmla="*/ 0 h 58"/>
                  <a:gd name="T8" fmla="*/ 15 w 124"/>
                  <a:gd name="T9" fmla="*/ 15 h 58"/>
                  <a:gd name="T10" fmla="*/ 0 w 124"/>
                  <a:gd name="T11" fmla="*/ 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4"/>
                  <a:gd name="T19" fmla="*/ 0 h 58"/>
                  <a:gd name="T20" fmla="*/ 124 w 124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4" h="58">
                    <a:moveTo>
                      <a:pt x="0" y="13"/>
                    </a:moveTo>
                    <a:lnTo>
                      <a:pt x="6" y="57"/>
                    </a:lnTo>
                    <a:lnTo>
                      <a:pt x="123" y="37"/>
                    </a:lnTo>
                    <a:lnTo>
                      <a:pt x="123" y="0"/>
                    </a:lnTo>
                    <a:lnTo>
                      <a:pt x="15" y="15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8" name="Freeform 89">
                <a:extLst>
                  <a:ext uri="{FF2B5EF4-FFF2-40B4-BE49-F238E27FC236}">
                    <a16:creationId xmlns:a16="http://schemas.microsoft.com/office/drawing/2014/main" id="{0DD7AAF9-7418-F74D-A54E-ADC7E3DB2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3" y="4043"/>
                <a:ext cx="413" cy="157"/>
              </a:xfrm>
              <a:custGeom>
                <a:avLst/>
                <a:gdLst>
                  <a:gd name="T0" fmla="*/ 0 w 413"/>
                  <a:gd name="T1" fmla="*/ 0 h 157"/>
                  <a:gd name="T2" fmla="*/ 0 w 413"/>
                  <a:gd name="T3" fmla="*/ 43 h 157"/>
                  <a:gd name="T4" fmla="*/ 412 w 413"/>
                  <a:gd name="T5" fmla="*/ 156 h 157"/>
                  <a:gd name="T6" fmla="*/ 412 w 413"/>
                  <a:gd name="T7" fmla="*/ 105 h 157"/>
                  <a:gd name="T8" fmla="*/ 409 w 413"/>
                  <a:gd name="T9" fmla="*/ 105 h 157"/>
                  <a:gd name="T10" fmla="*/ 0 w 413"/>
                  <a:gd name="T11" fmla="*/ 0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13"/>
                  <a:gd name="T19" fmla="*/ 0 h 157"/>
                  <a:gd name="T20" fmla="*/ 413 w 413"/>
                  <a:gd name="T21" fmla="*/ 157 h 1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13" h="157">
                    <a:moveTo>
                      <a:pt x="0" y="0"/>
                    </a:moveTo>
                    <a:lnTo>
                      <a:pt x="0" y="43"/>
                    </a:lnTo>
                    <a:lnTo>
                      <a:pt x="412" y="156"/>
                    </a:lnTo>
                    <a:lnTo>
                      <a:pt x="412" y="105"/>
                    </a:lnTo>
                    <a:lnTo>
                      <a:pt x="409" y="10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29" name="Freeform 90">
                <a:extLst>
                  <a:ext uri="{FF2B5EF4-FFF2-40B4-BE49-F238E27FC236}">
                    <a16:creationId xmlns:a16="http://schemas.microsoft.com/office/drawing/2014/main" id="{45F26443-678C-424D-AE60-471EF40B9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4" y="4141"/>
                <a:ext cx="14" cy="52"/>
              </a:xfrm>
              <a:custGeom>
                <a:avLst/>
                <a:gdLst>
                  <a:gd name="T0" fmla="*/ 0 w 14"/>
                  <a:gd name="T1" fmla="*/ 0 h 52"/>
                  <a:gd name="T2" fmla="*/ 0 w 14"/>
                  <a:gd name="T3" fmla="*/ 47 h 52"/>
                  <a:gd name="T4" fmla="*/ 13 w 14"/>
                  <a:gd name="T5" fmla="*/ 51 h 52"/>
                  <a:gd name="T6" fmla="*/ 13 w 14"/>
                  <a:gd name="T7" fmla="*/ 3 h 52"/>
                  <a:gd name="T8" fmla="*/ 0 w 1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52"/>
                  <a:gd name="T17" fmla="*/ 14 w 14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52">
                    <a:moveTo>
                      <a:pt x="0" y="0"/>
                    </a:moveTo>
                    <a:lnTo>
                      <a:pt x="0" y="47"/>
                    </a:lnTo>
                    <a:lnTo>
                      <a:pt x="13" y="51"/>
                    </a:lnTo>
                    <a:lnTo>
                      <a:pt x="13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0" name="Freeform 91">
                <a:extLst>
                  <a:ext uri="{FF2B5EF4-FFF2-40B4-BE49-F238E27FC236}">
                    <a16:creationId xmlns:a16="http://schemas.microsoft.com/office/drawing/2014/main" id="{91DE9839-3984-6F4B-8075-DC159C0C93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7" y="4090"/>
                <a:ext cx="53" cy="29"/>
              </a:xfrm>
              <a:custGeom>
                <a:avLst/>
                <a:gdLst>
                  <a:gd name="T0" fmla="*/ 0 w 53"/>
                  <a:gd name="T1" fmla="*/ 4 h 29"/>
                  <a:gd name="T2" fmla="*/ 0 w 53"/>
                  <a:gd name="T3" fmla="*/ 28 h 29"/>
                  <a:gd name="T4" fmla="*/ 52 w 53"/>
                  <a:gd name="T5" fmla="*/ 20 h 29"/>
                  <a:gd name="T6" fmla="*/ 52 w 53"/>
                  <a:gd name="T7" fmla="*/ 2 h 29"/>
                  <a:gd name="T8" fmla="*/ 30 w 53"/>
                  <a:gd name="T9" fmla="*/ 0 h 29"/>
                  <a:gd name="T10" fmla="*/ 0 w 53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29"/>
                  <a:gd name="T20" fmla="*/ 53 w 53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29">
                    <a:moveTo>
                      <a:pt x="0" y="4"/>
                    </a:moveTo>
                    <a:lnTo>
                      <a:pt x="0" y="28"/>
                    </a:lnTo>
                    <a:lnTo>
                      <a:pt x="52" y="20"/>
                    </a:lnTo>
                    <a:lnTo>
                      <a:pt x="52" y="2"/>
                    </a:lnTo>
                    <a:lnTo>
                      <a:pt x="30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1" name="Freeform 92">
                <a:extLst>
                  <a:ext uri="{FF2B5EF4-FFF2-40B4-BE49-F238E27FC236}">
                    <a16:creationId xmlns:a16="http://schemas.microsoft.com/office/drawing/2014/main" id="{E78F8A28-21A0-FE4D-A27B-A7EC93EB76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68" y="3856"/>
                <a:ext cx="436" cy="277"/>
              </a:xfrm>
              <a:custGeom>
                <a:avLst/>
                <a:gdLst>
                  <a:gd name="T0" fmla="*/ 2 w 436"/>
                  <a:gd name="T1" fmla="*/ 0 h 277"/>
                  <a:gd name="T2" fmla="*/ 0 w 436"/>
                  <a:gd name="T3" fmla="*/ 170 h 277"/>
                  <a:gd name="T4" fmla="*/ 435 w 436"/>
                  <a:gd name="T5" fmla="*/ 276 h 277"/>
                  <a:gd name="T6" fmla="*/ 435 w 436"/>
                  <a:gd name="T7" fmla="*/ 259 h 277"/>
                  <a:gd name="T8" fmla="*/ 431 w 436"/>
                  <a:gd name="T9" fmla="*/ 259 h 277"/>
                  <a:gd name="T10" fmla="*/ 431 w 436"/>
                  <a:gd name="T11" fmla="*/ 240 h 277"/>
                  <a:gd name="T12" fmla="*/ 365 w 436"/>
                  <a:gd name="T13" fmla="*/ 228 h 277"/>
                  <a:gd name="T14" fmla="*/ 367 w 436"/>
                  <a:gd name="T15" fmla="*/ 196 h 277"/>
                  <a:gd name="T16" fmla="*/ 431 w 436"/>
                  <a:gd name="T17" fmla="*/ 206 h 277"/>
                  <a:gd name="T18" fmla="*/ 431 w 436"/>
                  <a:gd name="T19" fmla="*/ 94 h 277"/>
                  <a:gd name="T20" fmla="*/ 2 w 436"/>
                  <a:gd name="T21" fmla="*/ 0 h 2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36"/>
                  <a:gd name="T34" fmla="*/ 0 h 277"/>
                  <a:gd name="T35" fmla="*/ 436 w 436"/>
                  <a:gd name="T36" fmla="*/ 277 h 27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36" h="277">
                    <a:moveTo>
                      <a:pt x="2" y="0"/>
                    </a:moveTo>
                    <a:lnTo>
                      <a:pt x="0" y="170"/>
                    </a:lnTo>
                    <a:lnTo>
                      <a:pt x="435" y="276"/>
                    </a:lnTo>
                    <a:lnTo>
                      <a:pt x="435" y="259"/>
                    </a:lnTo>
                    <a:lnTo>
                      <a:pt x="431" y="259"/>
                    </a:lnTo>
                    <a:lnTo>
                      <a:pt x="431" y="240"/>
                    </a:lnTo>
                    <a:lnTo>
                      <a:pt x="365" y="228"/>
                    </a:lnTo>
                    <a:lnTo>
                      <a:pt x="367" y="196"/>
                    </a:lnTo>
                    <a:lnTo>
                      <a:pt x="431" y="206"/>
                    </a:lnTo>
                    <a:lnTo>
                      <a:pt x="431" y="9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2" name="Freeform 93">
                <a:extLst>
                  <a:ext uri="{FF2B5EF4-FFF2-40B4-BE49-F238E27FC236}">
                    <a16:creationId xmlns:a16="http://schemas.microsoft.com/office/drawing/2014/main" id="{429907AE-4DF5-034D-9917-7230F3D119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3" y="4058"/>
                <a:ext cx="18" cy="59"/>
              </a:xfrm>
              <a:custGeom>
                <a:avLst/>
                <a:gdLst>
                  <a:gd name="T0" fmla="*/ 11 w 18"/>
                  <a:gd name="T1" fmla="*/ 0 h 59"/>
                  <a:gd name="T2" fmla="*/ 0 w 18"/>
                  <a:gd name="T3" fmla="*/ 12 h 59"/>
                  <a:gd name="T4" fmla="*/ 3 w 18"/>
                  <a:gd name="T5" fmla="*/ 58 h 59"/>
                  <a:gd name="T6" fmla="*/ 17 w 18"/>
                  <a:gd name="T7" fmla="*/ 49 h 59"/>
                  <a:gd name="T8" fmla="*/ 11 w 1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59"/>
                  <a:gd name="T17" fmla="*/ 18 w 18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59">
                    <a:moveTo>
                      <a:pt x="11" y="0"/>
                    </a:moveTo>
                    <a:lnTo>
                      <a:pt x="0" y="12"/>
                    </a:lnTo>
                    <a:lnTo>
                      <a:pt x="3" y="58"/>
                    </a:lnTo>
                    <a:lnTo>
                      <a:pt x="17" y="49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3" name="Freeform 94">
                <a:extLst>
                  <a:ext uri="{FF2B5EF4-FFF2-40B4-BE49-F238E27FC236}">
                    <a16:creationId xmlns:a16="http://schemas.microsoft.com/office/drawing/2014/main" id="{DD3AF5AA-55C6-DC40-A47B-F2DBCE64CF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6" y="4107"/>
                <a:ext cx="147" cy="21"/>
              </a:xfrm>
              <a:custGeom>
                <a:avLst/>
                <a:gdLst>
                  <a:gd name="T0" fmla="*/ 14 w 147"/>
                  <a:gd name="T1" fmla="*/ 0 h 21"/>
                  <a:gd name="T2" fmla="*/ 0 w 147"/>
                  <a:gd name="T3" fmla="*/ 9 h 21"/>
                  <a:gd name="T4" fmla="*/ 137 w 147"/>
                  <a:gd name="T5" fmla="*/ 20 h 21"/>
                  <a:gd name="T6" fmla="*/ 146 w 147"/>
                  <a:gd name="T7" fmla="*/ 9 h 21"/>
                  <a:gd name="T8" fmla="*/ 14 w 14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7"/>
                  <a:gd name="T16" fmla="*/ 0 h 21"/>
                  <a:gd name="T17" fmla="*/ 147 w 147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7" h="21">
                    <a:moveTo>
                      <a:pt x="14" y="0"/>
                    </a:moveTo>
                    <a:lnTo>
                      <a:pt x="0" y="9"/>
                    </a:lnTo>
                    <a:lnTo>
                      <a:pt x="137" y="20"/>
                    </a:lnTo>
                    <a:lnTo>
                      <a:pt x="146" y="9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4" name="Freeform 95">
                <a:extLst>
                  <a:ext uri="{FF2B5EF4-FFF2-40B4-BE49-F238E27FC236}">
                    <a16:creationId xmlns:a16="http://schemas.microsoft.com/office/drawing/2014/main" id="{18C12C7C-AD87-5E48-B7BD-B715600EA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0" y="4079"/>
                <a:ext cx="172" cy="38"/>
              </a:xfrm>
              <a:custGeom>
                <a:avLst/>
                <a:gdLst>
                  <a:gd name="T0" fmla="*/ 0 w 172"/>
                  <a:gd name="T1" fmla="*/ 26 h 38"/>
                  <a:gd name="T2" fmla="*/ 134 w 172"/>
                  <a:gd name="T3" fmla="*/ 37 h 38"/>
                  <a:gd name="T4" fmla="*/ 171 w 172"/>
                  <a:gd name="T5" fmla="*/ 0 h 38"/>
                  <a:gd name="T6" fmla="*/ 0 w 172"/>
                  <a:gd name="T7" fmla="*/ 26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2"/>
                  <a:gd name="T13" fmla="*/ 0 h 38"/>
                  <a:gd name="T14" fmla="*/ 172 w 172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2" h="38">
                    <a:moveTo>
                      <a:pt x="0" y="26"/>
                    </a:moveTo>
                    <a:lnTo>
                      <a:pt x="134" y="37"/>
                    </a:lnTo>
                    <a:lnTo>
                      <a:pt x="171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5" name="Freeform 96">
                <a:extLst>
                  <a:ext uri="{FF2B5EF4-FFF2-40B4-BE49-F238E27FC236}">
                    <a16:creationId xmlns:a16="http://schemas.microsoft.com/office/drawing/2014/main" id="{7E0F5618-9EC5-F346-8B57-B83A0739F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03" y="4116"/>
                <a:ext cx="12" cy="20"/>
              </a:xfrm>
              <a:custGeom>
                <a:avLst/>
                <a:gdLst>
                  <a:gd name="T0" fmla="*/ 0 w 12"/>
                  <a:gd name="T1" fmla="*/ 1 h 20"/>
                  <a:gd name="T2" fmla="*/ 0 w 12"/>
                  <a:gd name="T3" fmla="*/ 19 h 20"/>
                  <a:gd name="T4" fmla="*/ 11 w 12"/>
                  <a:gd name="T5" fmla="*/ 15 h 20"/>
                  <a:gd name="T6" fmla="*/ 11 w 12"/>
                  <a:gd name="T7" fmla="*/ 0 h 20"/>
                  <a:gd name="T8" fmla="*/ 0 w 12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20"/>
                  <a:gd name="T17" fmla="*/ 12 w 12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20">
                    <a:moveTo>
                      <a:pt x="0" y="1"/>
                    </a:moveTo>
                    <a:lnTo>
                      <a:pt x="0" y="19"/>
                    </a:lnTo>
                    <a:lnTo>
                      <a:pt x="11" y="15"/>
                    </a:lnTo>
                    <a:lnTo>
                      <a:pt x="1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6" name="Freeform 97">
                <a:extLst>
                  <a:ext uri="{FF2B5EF4-FFF2-40B4-BE49-F238E27FC236}">
                    <a16:creationId xmlns:a16="http://schemas.microsoft.com/office/drawing/2014/main" id="{7FDB347C-92A0-7546-99F9-0673F337BE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03" y="4113"/>
                <a:ext cx="151" cy="87"/>
              </a:xfrm>
              <a:custGeom>
                <a:avLst/>
                <a:gdLst>
                  <a:gd name="T0" fmla="*/ 13 w 151"/>
                  <a:gd name="T1" fmla="*/ 18 h 87"/>
                  <a:gd name="T2" fmla="*/ 0 w 151"/>
                  <a:gd name="T3" fmla="*/ 20 h 87"/>
                  <a:gd name="T4" fmla="*/ 0 w 151"/>
                  <a:gd name="T5" fmla="*/ 36 h 87"/>
                  <a:gd name="T6" fmla="*/ 3 w 151"/>
                  <a:gd name="T7" fmla="*/ 36 h 87"/>
                  <a:gd name="T8" fmla="*/ 3 w 151"/>
                  <a:gd name="T9" fmla="*/ 86 h 87"/>
                  <a:gd name="T10" fmla="*/ 150 w 151"/>
                  <a:gd name="T11" fmla="*/ 52 h 87"/>
                  <a:gd name="T12" fmla="*/ 54 w 151"/>
                  <a:gd name="T13" fmla="*/ 46 h 87"/>
                  <a:gd name="T14" fmla="*/ 33 w 151"/>
                  <a:gd name="T15" fmla="*/ 0 h 87"/>
                  <a:gd name="T16" fmla="*/ 13 w 151"/>
                  <a:gd name="T17" fmla="*/ 2 h 87"/>
                  <a:gd name="T18" fmla="*/ 13 w 151"/>
                  <a:gd name="T19" fmla="*/ 18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1"/>
                  <a:gd name="T31" fmla="*/ 0 h 87"/>
                  <a:gd name="T32" fmla="*/ 151 w 151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1" h="87">
                    <a:moveTo>
                      <a:pt x="13" y="18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3" y="36"/>
                    </a:lnTo>
                    <a:lnTo>
                      <a:pt x="3" y="86"/>
                    </a:lnTo>
                    <a:lnTo>
                      <a:pt x="150" y="52"/>
                    </a:lnTo>
                    <a:lnTo>
                      <a:pt x="54" y="46"/>
                    </a:lnTo>
                    <a:lnTo>
                      <a:pt x="33" y="0"/>
                    </a:lnTo>
                    <a:lnTo>
                      <a:pt x="13" y="2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7" name="Freeform 98">
                <a:extLst>
                  <a:ext uri="{FF2B5EF4-FFF2-40B4-BE49-F238E27FC236}">
                    <a16:creationId xmlns:a16="http://schemas.microsoft.com/office/drawing/2014/main" id="{57FED8B2-4AA0-474E-AE94-C00BAB12A9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4" y="3960"/>
                <a:ext cx="206" cy="208"/>
              </a:xfrm>
              <a:custGeom>
                <a:avLst/>
                <a:gdLst>
                  <a:gd name="T0" fmla="*/ 155 w 206"/>
                  <a:gd name="T1" fmla="*/ 0 h 208"/>
                  <a:gd name="T2" fmla="*/ 0 w 206"/>
                  <a:gd name="T3" fmla="*/ 167 h 208"/>
                  <a:gd name="T4" fmla="*/ 15 w 206"/>
                  <a:gd name="T5" fmla="*/ 207 h 208"/>
                  <a:gd name="T6" fmla="*/ 205 w 206"/>
                  <a:gd name="T7" fmla="*/ 26 h 208"/>
                  <a:gd name="T8" fmla="*/ 155 w 206"/>
                  <a:gd name="T9" fmla="*/ 0 h 2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6"/>
                  <a:gd name="T16" fmla="*/ 0 h 208"/>
                  <a:gd name="T17" fmla="*/ 206 w 206"/>
                  <a:gd name="T18" fmla="*/ 208 h 2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6" h="208">
                    <a:moveTo>
                      <a:pt x="155" y="0"/>
                    </a:moveTo>
                    <a:lnTo>
                      <a:pt x="0" y="167"/>
                    </a:lnTo>
                    <a:lnTo>
                      <a:pt x="15" y="207"/>
                    </a:lnTo>
                    <a:lnTo>
                      <a:pt x="205" y="26"/>
                    </a:lnTo>
                    <a:lnTo>
                      <a:pt x="155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8" name="Freeform 99">
                <a:extLst>
                  <a:ext uri="{FF2B5EF4-FFF2-40B4-BE49-F238E27FC236}">
                    <a16:creationId xmlns:a16="http://schemas.microsoft.com/office/drawing/2014/main" id="{8C05E1ED-4066-D849-9522-8F7CBA1099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0" y="4065"/>
                <a:ext cx="129" cy="77"/>
              </a:xfrm>
              <a:custGeom>
                <a:avLst/>
                <a:gdLst>
                  <a:gd name="T0" fmla="*/ 67 w 129"/>
                  <a:gd name="T1" fmla="*/ 11 h 77"/>
                  <a:gd name="T2" fmla="*/ 0 w 129"/>
                  <a:gd name="T3" fmla="*/ 76 h 77"/>
                  <a:gd name="T4" fmla="*/ 127 w 129"/>
                  <a:gd name="T5" fmla="*/ 48 h 77"/>
                  <a:gd name="T6" fmla="*/ 128 w 129"/>
                  <a:gd name="T7" fmla="*/ 0 h 77"/>
                  <a:gd name="T8" fmla="*/ 67 w 129"/>
                  <a:gd name="T9" fmla="*/ 1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9"/>
                  <a:gd name="T16" fmla="*/ 0 h 77"/>
                  <a:gd name="T17" fmla="*/ 129 w 129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9" h="77">
                    <a:moveTo>
                      <a:pt x="67" y="11"/>
                    </a:moveTo>
                    <a:lnTo>
                      <a:pt x="0" y="76"/>
                    </a:lnTo>
                    <a:lnTo>
                      <a:pt x="127" y="48"/>
                    </a:lnTo>
                    <a:lnTo>
                      <a:pt x="128" y="0"/>
                    </a:lnTo>
                    <a:lnTo>
                      <a:pt x="67" y="11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9" name="Freeform 100">
                <a:extLst>
                  <a:ext uri="{FF2B5EF4-FFF2-40B4-BE49-F238E27FC236}">
                    <a16:creationId xmlns:a16="http://schemas.microsoft.com/office/drawing/2014/main" id="{E52A4706-433D-7B43-A0D2-1895530D4D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8" y="4063"/>
                <a:ext cx="14" cy="27"/>
              </a:xfrm>
              <a:custGeom>
                <a:avLst/>
                <a:gdLst>
                  <a:gd name="T0" fmla="*/ 0 w 14"/>
                  <a:gd name="T1" fmla="*/ 2 h 27"/>
                  <a:gd name="T2" fmla="*/ 0 w 14"/>
                  <a:gd name="T3" fmla="*/ 26 h 27"/>
                  <a:gd name="T4" fmla="*/ 13 w 14"/>
                  <a:gd name="T5" fmla="*/ 22 h 27"/>
                  <a:gd name="T6" fmla="*/ 13 w 14"/>
                  <a:gd name="T7" fmla="*/ 0 h 27"/>
                  <a:gd name="T8" fmla="*/ 9 w 14"/>
                  <a:gd name="T9" fmla="*/ 0 h 27"/>
                  <a:gd name="T10" fmla="*/ 0 w 14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27"/>
                  <a:gd name="T20" fmla="*/ 14 w 14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27">
                    <a:moveTo>
                      <a:pt x="0" y="2"/>
                    </a:moveTo>
                    <a:lnTo>
                      <a:pt x="0" y="26"/>
                    </a:lnTo>
                    <a:lnTo>
                      <a:pt x="13" y="2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0" name="Freeform 101">
                <a:extLst>
                  <a:ext uri="{FF2B5EF4-FFF2-40B4-BE49-F238E27FC236}">
                    <a16:creationId xmlns:a16="http://schemas.microsoft.com/office/drawing/2014/main" id="{63574B92-D126-D744-8C03-A2EB613F7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6" y="3890"/>
                <a:ext cx="313" cy="218"/>
              </a:xfrm>
              <a:custGeom>
                <a:avLst/>
                <a:gdLst>
                  <a:gd name="T0" fmla="*/ 0 w 313"/>
                  <a:gd name="T1" fmla="*/ 59 h 218"/>
                  <a:gd name="T2" fmla="*/ 0 w 313"/>
                  <a:gd name="T3" fmla="*/ 120 h 218"/>
                  <a:gd name="T4" fmla="*/ 0 w 313"/>
                  <a:gd name="T5" fmla="*/ 171 h 218"/>
                  <a:gd name="T6" fmla="*/ 11 w 313"/>
                  <a:gd name="T7" fmla="*/ 173 h 218"/>
                  <a:gd name="T8" fmla="*/ 73 w 313"/>
                  <a:gd name="T9" fmla="*/ 164 h 218"/>
                  <a:gd name="T10" fmla="*/ 86 w 313"/>
                  <a:gd name="T11" fmla="*/ 166 h 218"/>
                  <a:gd name="T12" fmla="*/ 88 w 313"/>
                  <a:gd name="T13" fmla="*/ 169 h 218"/>
                  <a:gd name="T14" fmla="*/ 94 w 313"/>
                  <a:gd name="T15" fmla="*/ 217 h 218"/>
                  <a:gd name="T16" fmla="*/ 266 w 313"/>
                  <a:gd name="T17" fmla="*/ 189 h 218"/>
                  <a:gd name="T18" fmla="*/ 312 w 313"/>
                  <a:gd name="T19" fmla="*/ 138 h 218"/>
                  <a:gd name="T20" fmla="*/ 312 w 313"/>
                  <a:gd name="T21" fmla="*/ 0 h 218"/>
                  <a:gd name="T22" fmla="*/ 0 w 313"/>
                  <a:gd name="T23" fmla="*/ 59 h 2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3"/>
                  <a:gd name="T37" fmla="*/ 0 h 218"/>
                  <a:gd name="T38" fmla="*/ 313 w 313"/>
                  <a:gd name="T39" fmla="*/ 218 h 2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3" h="218">
                    <a:moveTo>
                      <a:pt x="0" y="59"/>
                    </a:moveTo>
                    <a:lnTo>
                      <a:pt x="0" y="120"/>
                    </a:lnTo>
                    <a:lnTo>
                      <a:pt x="0" y="171"/>
                    </a:lnTo>
                    <a:lnTo>
                      <a:pt x="11" y="173"/>
                    </a:lnTo>
                    <a:lnTo>
                      <a:pt x="73" y="164"/>
                    </a:lnTo>
                    <a:lnTo>
                      <a:pt x="86" y="166"/>
                    </a:lnTo>
                    <a:lnTo>
                      <a:pt x="88" y="169"/>
                    </a:lnTo>
                    <a:lnTo>
                      <a:pt x="94" y="217"/>
                    </a:lnTo>
                    <a:lnTo>
                      <a:pt x="266" y="189"/>
                    </a:lnTo>
                    <a:lnTo>
                      <a:pt x="312" y="138"/>
                    </a:lnTo>
                    <a:lnTo>
                      <a:pt x="312" y="0"/>
                    </a:lnTo>
                    <a:lnTo>
                      <a:pt x="0" y="5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1" name="Freeform 102">
                <a:extLst>
                  <a:ext uri="{FF2B5EF4-FFF2-40B4-BE49-F238E27FC236}">
                    <a16:creationId xmlns:a16="http://schemas.microsoft.com/office/drawing/2014/main" id="{9AA3EEA9-7041-4448-9A16-E1FDD1F0EC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0" y="3629"/>
                <a:ext cx="36" cy="158"/>
              </a:xfrm>
              <a:custGeom>
                <a:avLst/>
                <a:gdLst>
                  <a:gd name="T0" fmla="*/ 29 w 36"/>
                  <a:gd name="T1" fmla="*/ 0 h 158"/>
                  <a:gd name="T2" fmla="*/ 26 w 36"/>
                  <a:gd name="T3" fmla="*/ 2 h 158"/>
                  <a:gd name="T4" fmla="*/ 20 w 36"/>
                  <a:gd name="T5" fmla="*/ 4 h 158"/>
                  <a:gd name="T6" fmla="*/ 11 w 36"/>
                  <a:gd name="T7" fmla="*/ 8 h 158"/>
                  <a:gd name="T8" fmla="*/ 5 w 36"/>
                  <a:gd name="T9" fmla="*/ 14 h 158"/>
                  <a:gd name="T10" fmla="*/ 2 w 36"/>
                  <a:gd name="T11" fmla="*/ 20 h 158"/>
                  <a:gd name="T12" fmla="*/ 0 w 36"/>
                  <a:gd name="T13" fmla="*/ 24 h 158"/>
                  <a:gd name="T14" fmla="*/ 0 w 36"/>
                  <a:gd name="T15" fmla="*/ 38 h 158"/>
                  <a:gd name="T16" fmla="*/ 0 w 36"/>
                  <a:gd name="T17" fmla="*/ 118 h 158"/>
                  <a:gd name="T18" fmla="*/ 0 w 36"/>
                  <a:gd name="T19" fmla="*/ 124 h 158"/>
                  <a:gd name="T20" fmla="*/ 2 w 36"/>
                  <a:gd name="T21" fmla="*/ 130 h 158"/>
                  <a:gd name="T22" fmla="*/ 2 w 36"/>
                  <a:gd name="T23" fmla="*/ 135 h 158"/>
                  <a:gd name="T24" fmla="*/ 3 w 36"/>
                  <a:gd name="T25" fmla="*/ 137 h 158"/>
                  <a:gd name="T26" fmla="*/ 11 w 36"/>
                  <a:gd name="T27" fmla="*/ 144 h 158"/>
                  <a:gd name="T28" fmla="*/ 22 w 36"/>
                  <a:gd name="T29" fmla="*/ 153 h 158"/>
                  <a:gd name="T30" fmla="*/ 28 w 36"/>
                  <a:gd name="T31" fmla="*/ 157 h 158"/>
                  <a:gd name="T32" fmla="*/ 31 w 36"/>
                  <a:gd name="T33" fmla="*/ 153 h 158"/>
                  <a:gd name="T34" fmla="*/ 33 w 36"/>
                  <a:gd name="T35" fmla="*/ 149 h 158"/>
                  <a:gd name="T36" fmla="*/ 29 w 36"/>
                  <a:gd name="T37" fmla="*/ 142 h 158"/>
                  <a:gd name="T38" fmla="*/ 26 w 36"/>
                  <a:gd name="T39" fmla="*/ 140 h 158"/>
                  <a:gd name="T40" fmla="*/ 24 w 36"/>
                  <a:gd name="T41" fmla="*/ 138 h 158"/>
                  <a:gd name="T42" fmla="*/ 20 w 36"/>
                  <a:gd name="T43" fmla="*/ 137 h 158"/>
                  <a:gd name="T44" fmla="*/ 15 w 36"/>
                  <a:gd name="T45" fmla="*/ 133 h 158"/>
                  <a:gd name="T46" fmla="*/ 13 w 36"/>
                  <a:gd name="T47" fmla="*/ 126 h 158"/>
                  <a:gd name="T48" fmla="*/ 11 w 36"/>
                  <a:gd name="T49" fmla="*/ 120 h 158"/>
                  <a:gd name="T50" fmla="*/ 11 w 36"/>
                  <a:gd name="T51" fmla="*/ 102 h 158"/>
                  <a:gd name="T52" fmla="*/ 9 w 36"/>
                  <a:gd name="T53" fmla="*/ 36 h 158"/>
                  <a:gd name="T54" fmla="*/ 11 w 36"/>
                  <a:gd name="T55" fmla="*/ 27 h 158"/>
                  <a:gd name="T56" fmla="*/ 13 w 36"/>
                  <a:gd name="T57" fmla="*/ 22 h 158"/>
                  <a:gd name="T58" fmla="*/ 15 w 36"/>
                  <a:gd name="T59" fmla="*/ 20 h 158"/>
                  <a:gd name="T60" fmla="*/ 22 w 36"/>
                  <a:gd name="T61" fmla="*/ 16 h 158"/>
                  <a:gd name="T62" fmla="*/ 29 w 36"/>
                  <a:gd name="T63" fmla="*/ 14 h 158"/>
                  <a:gd name="T64" fmla="*/ 33 w 36"/>
                  <a:gd name="T65" fmla="*/ 12 h 158"/>
                  <a:gd name="T66" fmla="*/ 35 w 36"/>
                  <a:gd name="T67" fmla="*/ 6 h 158"/>
                  <a:gd name="T68" fmla="*/ 31 w 36"/>
                  <a:gd name="T69" fmla="*/ 0 h 158"/>
                  <a:gd name="T70" fmla="*/ 29 w 36"/>
                  <a:gd name="T71" fmla="*/ 0 h 1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6"/>
                  <a:gd name="T109" fmla="*/ 0 h 158"/>
                  <a:gd name="T110" fmla="*/ 36 w 36"/>
                  <a:gd name="T111" fmla="*/ 158 h 15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6" h="158">
                    <a:moveTo>
                      <a:pt x="29" y="0"/>
                    </a:moveTo>
                    <a:lnTo>
                      <a:pt x="26" y="2"/>
                    </a:lnTo>
                    <a:lnTo>
                      <a:pt x="20" y="4"/>
                    </a:lnTo>
                    <a:lnTo>
                      <a:pt x="11" y="8"/>
                    </a:lnTo>
                    <a:lnTo>
                      <a:pt x="5" y="14"/>
                    </a:lnTo>
                    <a:lnTo>
                      <a:pt x="2" y="20"/>
                    </a:lnTo>
                    <a:lnTo>
                      <a:pt x="0" y="24"/>
                    </a:lnTo>
                    <a:lnTo>
                      <a:pt x="0" y="38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2" y="130"/>
                    </a:lnTo>
                    <a:lnTo>
                      <a:pt x="2" y="135"/>
                    </a:lnTo>
                    <a:lnTo>
                      <a:pt x="3" y="137"/>
                    </a:lnTo>
                    <a:lnTo>
                      <a:pt x="11" y="144"/>
                    </a:lnTo>
                    <a:lnTo>
                      <a:pt x="22" y="153"/>
                    </a:lnTo>
                    <a:lnTo>
                      <a:pt x="28" y="157"/>
                    </a:lnTo>
                    <a:lnTo>
                      <a:pt x="31" y="153"/>
                    </a:lnTo>
                    <a:lnTo>
                      <a:pt x="33" y="149"/>
                    </a:lnTo>
                    <a:lnTo>
                      <a:pt x="29" y="142"/>
                    </a:lnTo>
                    <a:lnTo>
                      <a:pt x="26" y="140"/>
                    </a:lnTo>
                    <a:lnTo>
                      <a:pt x="24" y="138"/>
                    </a:lnTo>
                    <a:lnTo>
                      <a:pt x="20" y="137"/>
                    </a:lnTo>
                    <a:lnTo>
                      <a:pt x="15" y="133"/>
                    </a:lnTo>
                    <a:lnTo>
                      <a:pt x="13" y="126"/>
                    </a:lnTo>
                    <a:lnTo>
                      <a:pt x="11" y="120"/>
                    </a:lnTo>
                    <a:lnTo>
                      <a:pt x="11" y="102"/>
                    </a:lnTo>
                    <a:lnTo>
                      <a:pt x="9" y="36"/>
                    </a:lnTo>
                    <a:lnTo>
                      <a:pt x="11" y="27"/>
                    </a:lnTo>
                    <a:lnTo>
                      <a:pt x="13" y="22"/>
                    </a:lnTo>
                    <a:lnTo>
                      <a:pt x="15" y="20"/>
                    </a:lnTo>
                    <a:lnTo>
                      <a:pt x="22" y="16"/>
                    </a:lnTo>
                    <a:lnTo>
                      <a:pt x="29" y="14"/>
                    </a:lnTo>
                    <a:lnTo>
                      <a:pt x="33" y="12"/>
                    </a:lnTo>
                    <a:lnTo>
                      <a:pt x="35" y="6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2" name="Freeform 103">
                <a:extLst>
                  <a:ext uri="{FF2B5EF4-FFF2-40B4-BE49-F238E27FC236}">
                    <a16:creationId xmlns:a16="http://schemas.microsoft.com/office/drawing/2014/main" id="{9952F82C-B58F-6B4B-8FBD-E1EAA279CA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0" y="3354"/>
                <a:ext cx="35" cy="253"/>
              </a:xfrm>
              <a:custGeom>
                <a:avLst/>
                <a:gdLst>
                  <a:gd name="T0" fmla="*/ 2 w 35"/>
                  <a:gd name="T1" fmla="*/ 8 h 253"/>
                  <a:gd name="T2" fmla="*/ 0 w 35"/>
                  <a:gd name="T3" fmla="*/ 252 h 253"/>
                  <a:gd name="T4" fmla="*/ 34 w 35"/>
                  <a:gd name="T5" fmla="*/ 252 h 253"/>
                  <a:gd name="T6" fmla="*/ 34 w 35"/>
                  <a:gd name="T7" fmla="*/ 0 h 253"/>
                  <a:gd name="T8" fmla="*/ 2 w 35"/>
                  <a:gd name="T9" fmla="*/ 8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3"/>
                  <a:gd name="T17" fmla="*/ 35 w 35"/>
                  <a:gd name="T18" fmla="*/ 253 h 2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3">
                    <a:moveTo>
                      <a:pt x="2" y="8"/>
                    </a:moveTo>
                    <a:lnTo>
                      <a:pt x="0" y="252"/>
                    </a:lnTo>
                    <a:lnTo>
                      <a:pt x="34" y="252"/>
                    </a:lnTo>
                    <a:lnTo>
                      <a:pt x="34" y="0"/>
                    </a:lnTo>
                    <a:lnTo>
                      <a:pt x="2" y="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3" name="Freeform 104">
                <a:extLst>
                  <a:ext uri="{FF2B5EF4-FFF2-40B4-BE49-F238E27FC236}">
                    <a16:creationId xmlns:a16="http://schemas.microsoft.com/office/drawing/2014/main" id="{88BEE730-7C32-CB43-9204-6AD4BE9455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3306"/>
                <a:ext cx="377" cy="598"/>
              </a:xfrm>
              <a:custGeom>
                <a:avLst/>
                <a:gdLst>
                  <a:gd name="T0" fmla="*/ 0 w 377"/>
                  <a:gd name="T1" fmla="*/ 0 h 598"/>
                  <a:gd name="T2" fmla="*/ 2 w 377"/>
                  <a:gd name="T3" fmla="*/ 512 h 598"/>
                  <a:gd name="T4" fmla="*/ 81 w 377"/>
                  <a:gd name="T5" fmla="*/ 591 h 598"/>
                  <a:gd name="T6" fmla="*/ 111 w 377"/>
                  <a:gd name="T7" fmla="*/ 597 h 598"/>
                  <a:gd name="T8" fmla="*/ 111 w 377"/>
                  <a:gd name="T9" fmla="*/ 579 h 598"/>
                  <a:gd name="T10" fmla="*/ 62 w 377"/>
                  <a:gd name="T11" fmla="*/ 533 h 598"/>
                  <a:gd name="T12" fmla="*/ 62 w 377"/>
                  <a:gd name="T13" fmla="*/ 479 h 598"/>
                  <a:gd name="T14" fmla="*/ 56 w 377"/>
                  <a:gd name="T15" fmla="*/ 479 h 598"/>
                  <a:gd name="T16" fmla="*/ 56 w 377"/>
                  <a:gd name="T17" fmla="*/ 472 h 598"/>
                  <a:gd name="T18" fmla="*/ 116 w 377"/>
                  <a:gd name="T19" fmla="*/ 460 h 598"/>
                  <a:gd name="T20" fmla="*/ 116 w 377"/>
                  <a:gd name="T21" fmla="*/ 322 h 598"/>
                  <a:gd name="T22" fmla="*/ 122 w 377"/>
                  <a:gd name="T23" fmla="*/ 322 h 598"/>
                  <a:gd name="T24" fmla="*/ 126 w 377"/>
                  <a:gd name="T25" fmla="*/ 306 h 598"/>
                  <a:gd name="T26" fmla="*/ 166 w 377"/>
                  <a:gd name="T27" fmla="*/ 306 h 598"/>
                  <a:gd name="T28" fmla="*/ 168 w 377"/>
                  <a:gd name="T29" fmla="*/ 54 h 598"/>
                  <a:gd name="T30" fmla="*/ 199 w 377"/>
                  <a:gd name="T31" fmla="*/ 46 h 598"/>
                  <a:gd name="T32" fmla="*/ 253 w 377"/>
                  <a:gd name="T33" fmla="*/ 50 h 598"/>
                  <a:gd name="T34" fmla="*/ 253 w 377"/>
                  <a:gd name="T35" fmla="*/ 38 h 598"/>
                  <a:gd name="T36" fmla="*/ 376 w 377"/>
                  <a:gd name="T37" fmla="*/ 28 h 598"/>
                  <a:gd name="T38" fmla="*/ 0 w 377"/>
                  <a:gd name="T39" fmla="*/ 0 h 5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77"/>
                  <a:gd name="T61" fmla="*/ 0 h 598"/>
                  <a:gd name="T62" fmla="*/ 377 w 377"/>
                  <a:gd name="T63" fmla="*/ 598 h 59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77" h="598">
                    <a:moveTo>
                      <a:pt x="0" y="0"/>
                    </a:moveTo>
                    <a:lnTo>
                      <a:pt x="2" y="512"/>
                    </a:lnTo>
                    <a:lnTo>
                      <a:pt x="81" y="591"/>
                    </a:lnTo>
                    <a:lnTo>
                      <a:pt x="111" y="597"/>
                    </a:lnTo>
                    <a:lnTo>
                      <a:pt x="111" y="579"/>
                    </a:lnTo>
                    <a:lnTo>
                      <a:pt x="62" y="533"/>
                    </a:lnTo>
                    <a:lnTo>
                      <a:pt x="62" y="479"/>
                    </a:lnTo>
                    <a:lnTo>
                      <a:pt x="56" y="479"/>
                    </a:lnTo>
                    <a:lnTo>
                      <a:pt x="56" y="472"/>
                    </a:lnTo>
                    <a:lnTo>
                      <a:pt x="116" y="460"/>
                    </a:lnTo>
                    <a:lnTo>
                      <a:pt x="116" y="322"/>
                    </a:lnTo>
                    <a:lnTo>
                      <a:pt x="122" y="322"/>
                    </a:lnTo>
                    <a:lnTo>
                      <a:pt x="126" y="306"/>
                    </a:lnTo>
                    <a:lnTo>
                      <a:pt x="166" y="306"/>
                    </a:lnTo>
                    <a:lnTo>
                      <a:pt x="168" y="54"/>
                    </a:lnTo>
                    <a:lnTo>
                      <a:pt x="199" y="46"/>
                    </a:lnTo>
                    <a:lnTo>
                      <a:pt x="253" y="50"/>
                    </a:lnTo>
                    <a:lnTo>
                      <a:pt x="253" y="38"/>
                    </a:lnTo>
                    <a:lnTo>
                      <a:pt x="376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4" name="Freeform 105">
                <a:extLst>
                  <a:ext uri="{FF2B5EF4-FFF2-40B4-BE49-F238E27FC236}">
                    <a16:creationId xmlns:a16="http://schemas.microsoft.com/office/drawing/2014/main" id="{F4BEAC6B-3776-3047-AF25-AA91E0F1FC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475"/>
                <a:ext cx="44" cy="272"/>
              </a:xfrm>
              <a:custGeom>
                <a:avLst/>
                <a:gdLst>
                  <a:gd name="T0" fmla="*/ 33 w 44"/>
                  <a:gd name="T1" fmla="*/ 0 h 272"/>
                  <a:gd name="T2" fmla="*/ 33 w 44"/>
                  <a:gd name="T3" fmla="*/ 216 h 272"/>
                  <a:gd name="T4" fmla="*/ 0 w 44"/>
                  <a:gd name="T5" fmla="*/ 249 h 272"/>
                  <a:gd name="T6" fmla="*/ 0 w 44"/>
                  <a:gd name="T7" fmla="*/ 271 h 272"/>
                  <a:gd name="T8" fmla="*/ 43 w 44"/>
                  <a:gd name="T9" fmla="*/ 225 h 272"/>
                  <a:gd name="T10" fmla="*/ 43 w 44"/>
                  <a:gd name="T11" fmla="*/ 8 h 272"/>
                  <a:gd name="T12" fmla="*/ 33 w 44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"/>
                  <a:gd name="T22" fmla="*/ 0 h 272"/>
                  <a:gd name="T23" fmla="*/ 44 w 44"/>
                  <a:gd name="T24" fmla="*/ 272 h 27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" h="272">
                    <a:moveTo>
                      <a:pt x="33" y="0"/>
                    </a:moveTo>
                    <a:lnTo>
                      <a:pt x="33" y="216"/>
                    </a:lnTo>
                    <a:lnTo>
                      <a:pt x="0" y="249"/>
                    </a:lnTo>
                    <a:lnTo>
                      <a:pt x="0" y="271"/>
                    </a:lnTo>
                    <a:lnTo>
                      <a:pt x="43" y="225"/>
                    </a:lnTo>
                    <a:lnTo>
                      <a:pt x="43" y="8"/>
                    </a:lnTo>
                    <a:lnTo>
                      <a:pt x="33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5" name="Freeform 106">
                <a:extLst>
                  <a:ext uri="{FF2B5EF4-FFF2-40B4-BE49-F238E27FC236}">
                    <a16:creationId xmlns:a16="http://schemas.microsoft.com/office/drawing/2014/main" id="{498A174A-4622-4A42-BCF4-5C4CB499C4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7" y="3415"/>
                <a:ext cx="22" cy="109"/>
              </a:xfrm>
              <a:custGeom>
                <a:avLst/>
                <a:gdLst>
                  <a:gd name="T0" fmla="*/ 0 w 22"/>
                  <a:gd name="T1" fmla="*/ 2 h 109"/>
                  <a:gd name="T2" fmla="*/ 0 w 22"/>
                  <a:gd name="T3" fmla="*/ 108 h 109"/>
                  <a:gd name="T4" fmla="*/ 21 w 22"/>
                  <a:gd name="T5" fmla="*/ 108 h 109"/>
                  <a:gd name="T6" fmla="*/ 21 w 22"/>
                  <a:gd name="T7" fmla="*/ 0 h 109"/>
                  <a:gd name="T8" fmla="*/ 0 w 22"/>
                  <a:gd name="T9" fmla="*/ 2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109"/>
                  <a:gd name="T17" fmla="*/ 22 w 22"/>
                  <a:gd name="T18" fmla="*/ 109 h 1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109">
                    <a:moveTo>
                      <a:pt x="0" y="2"/>
                    </a:moveTo>
                    <a:lnTo>
                      <a:pt x="0" y="108"/>
                    </a:lnTo>
                    <a:lnTo>
                      <a:pt x="21" y="108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6" name="Freeform 107">
                <a:extLst>
                  <a:ext uri="{FF2B5EF4-FFF2-40B4-BE49-F238E27FC236}">
                    <a16:creationId xmlns:a16="http://schemas.microsoft.com/office/drawing/2014/main" id="{BCC806FC-0CBF-A242-A1A9-B938903D4A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08" y="3661"/>
                <a:ext cx="246" cy="164"/>
              </a:xfrm>
              <a:custGeom>
                <a:avLst/>
                <a:gdLst>
                  <a:gd name="T0" fmla="*/ 42 w 246"/>
                  <a:gd name="T1" fmla="*/ 0 h 164"/>
                  <a:gd name="T2" fmla="*/ 0 w 246"/>
                  <a:gd name="T3" fmla="*/ 141 h 164"/>
                  <a:gd name="T4" fmla="*/ 202 w 246"/>
                  <a:gd name="T5" fmla="*/ 163 h 164"/>
                  <a:gd name="T6" fmla="*/ 245 w 246"/>
                  <a:gd name="T7" fmla="*/ 14 h 164"/>
                  <a:gd name="T8" fmla="*/ 42 w 246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6"/>
                  <a:gd name="T16" fmla="*/ 0 h 164"/>
                  <a:gd name="T17" fmla="*/ 246 w 246"/>
                  <a:gd name="T18" fmla="*/ 164 h 1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6" h="164">
                    <a:moveTo>
                      <a:pt x="42" y="0"/>
                    </a:moveTo>
                    <a:lnTo>
                      <a:pt x="0" y="141"/>
                    </a:lnTo>
                    <a:lnTo>
                      <a:pt x="202" y="163"/>
                    </a:lnTo>
                    <a:lnTo>
                      <a:pt x="245" y="14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7" name="Freeform 108">
                <a:extLst>
                  <a:ext uri="{FF2B5EF4-FFF2-40B4-BE49-F238E27FC236}">
                    <a16:creationId xmlns:a16="http://schemas.microsoft.com/office/drawing/2014/main" id="{334B47E5-824F-4C46-BF59-418766B9B7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8" y="3665"/>
                <a:ext cx="225" cy="143"/>
              </a:xfrm>
              <a:custGeom>
                <a:avLst/>
                <a:gdLst>
                  <a:gd name="T0" fmla="*/ 35 w 225"/>
                  <a:gd name="T1" fmla="*/ 0 h 143"/>
                  <a:gd name="T2" fmla="*/ 0 w 225"/>
                  <a:gd name="T3" fmla="*/ 124 h 143"/>
                  <a:gd name="T4" fmla="*/ 186 w 225"/>
                  <a:gd name="T5" fmla="*/ 142 h 143"/>
                  <a:gd name="T6" fmla="*/ 224 w 225"/>
                  <a:gd name="T7" fmla="*/ 13 h 143"/>
                  <a:gd name="T8" fmla="*/ 35 w 22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5"/>
                  <a:gd name="T16" fmla="*/ 0 h 143"/>
                  <a:gd name="T17" fmla="*/ 225 w 225"/>
                  <a:gd name="T18" fmla="*/ 143 h 1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5" h="143">
                    <a:moveTo>
                      <a:pt x="35" y="0"/>
                    </a:moveTo>
                    <a:lnTo>
                      <a:pt x="0" y="124"/>
                    </a:lnTo>
                    <a:lnTo>
                      <a:pt x="186" y="142"/>
                    </a:lnTo>
                    <a:lnTo>
                      <a:pt x="224" y="13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8" name="Freeform 109">
                <a:extLst>
                  <a:ext uri="{FF2B5EF4-FFF2-40B4-BE49-F238E27FC236}">
                    <a16:creationId xmlns:a16="http://schemas.microsoft.com/office/drawing/2014/main" id="{85591600-A90A-9B40-9FC6-E9CCE342E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3" y="3746"/>
                <a:ext cx="24" cy="29"/>
              </a:xfrm>
              <a:custGeom>
                <a:avLst/>
                <a:gdLst>
                  <a:gd name="T0" fmla="*/ 0 w 24"/>
                  <a:gd name="T1" fmla="*/ 10 h 29"/>
                  <a:gd name="T2" fmla="*/ 0 w 24"/>
                  <a:gd name="T3" fmla="*/ 20 h 29"/>
                  <a:gd name="T4" fmla="*/ 5 w 24"/>
                  <a:gd name="T5" fmla="*/ 28 h 29"/>
                  <a:gd name="T6" fmla="*/ 15 w 24"/>
                  <a:gd name="T7" fmla="*/ 26 h 29"/>
                  <a:gd name="T8" fmla="*/ 23 w 24"/>
                  <a:gd name="T9" fmla="*/ 19 h 29"/>
                  <a:gd name="T10" fmla="*/ 23 w 24"/>
                  <a:gd name="T11" fmla="*/ 8 h 29"/>
                  <a:gd name="T12" fmla="*/ 15 w 24"/>
                  <a:gd name="T13" fmla="*/ 0 h 29"/>
                  <a:gd name="T14" fmla="*/ 5 w 24"/>
                  <a:gd name="T15" fmla="*/ 2 h 29"/>
                  <a:gd name="T16" fmla="*/ 0 w 24"/>
                  <a:gd name="T17" fmla="*/ 1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29"/>
                  <a:gd name="T29" fmla="*/ 24 w 24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29">
                    <a:moveTo>
                      <a:pt x="0" y="10"/>
                    </a:moveTo>
                    <a:lnTo>
                      <a:pt x="0" y="20"/>
                    </a:lnTo>
                    <a:lnTo>
                      <a:pt x="5" y="28"/>
                    </a:lnTo>
                    <a:lnTo>
                      <a:pt x="15" y="26"/>
                    </a:lnTo>
                    <a:lnTo>
                      <a:pt x="23" y="19"/>
                    </a:lnTo>
                    <a:lnTo>
                      <a:pt x="23" y="8"/>
                    </a:lnTo>
                    <a:lnTo>
                      <a:pt x="15" y="0"/>
                    </a:lnTo>
                    <a:lnTo>
                      <a:pt x="5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49" name="Freeform 110">
                <a:extLst>
                  <a:ext uri="{FF2B5EF4-FFF2-40B4-BE49-F238E27FC236}">
                    <a16:creationId xmlns:a16="http://schemas.microsoft.com/office/drawing/2014/main" id="{36EA401B-CD1E-0D4B-A820-1CB917507C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9" y="3745"/>
                <a:ext cx="19" cy="25"/>
              </a:xfrm>
              <a:custGeom>
                <a:avLst/>
                <a:gdLst>
                  <a:gd name="T0" fmla="*/ 0 w 19"/>
                  <a:gd name="T1" fmla="*/ 10 h 25"/>
                  <a:gd name="T2" fmla="*/ 0 w 19"/>
                  <a:gd name="T3" fmla="*/ 19 h 25"/>
                  <a:gd name="T4" fmla="*/ 6 w 19"/>
                  <a:gd name="T5" fmla="*/ 24 h 25"/>
                  <a:gd name="T6" fmla="*/ 12 w 19"/>
                  <a:gd name="T7" fmla="*/ 24 h 25"/>
                  <a:gd name="T8" fmla="*/ 18 w 19"/>
                  <a:gd name="T9" fmla="*/ 17 h 25"/>
                  <a:gd name="T10" fmla="*/ 18 w 19"/>
                  <a:gd name="T11" fmla="*/ 6 h 25"/>
                  <a:gd name="T12" fmla="*/ 12 w 19"/>
                  <a:gd name="T13" fmla="*/ 0 h 25"/>
                  <a:gd name="T14" fmla="*/ 6 w 19"/>
                  <a:gd name="T15" fmla="*/ 2 h 25"/>
                  <a:gd name="T16" fmla="*/ 0 w 19"/>
                  <a:gd name="T17" fmla="*/ 1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5"/>
                  <a:gd name="T29" fmla="*/ 19 w 19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5">
                    <a:moveTo>
                      <a:pt x="0" y="10"/>
                    </a:moveTo>
                    <a:lnTo>
                      <a:pt x="0" y="19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17"/>
                    </a:lnTo>
                    <a:lnTo>
                      <a:pt x="18" y="6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0" name="Freeform 111">
                <a:extLst>
                  <a:ext uri="{FF2B5EF4-FFF2-40B4-BE49-F238E27FC236}">
                    <a16:creationId xmlns:a16="http://schemas.microsoft.com/office/drawing/2014/main" id="{3CD4F5FB-922D-2541-9EA8-0185BBC9B4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7" y="3675"/>
                <a:ext cx="187" cy="53"/>
              </a:xfrm>
              <a:custGeom>
                <a:avLst/>
                <a:gdLst>
                  <a:gd name="T0" fmla="*/ 12 w 187"/>
                  <a:gd name="T1" fmla="*/ 0 h 53"/>
                  <a:gd name="T2" fmla="*/ 0 w 187"/>
                  <a:gd name="T3" fmla="*/ 41 h 53"/>
                  <a:gd name="T4" fmla="*/ 174 w 187"/>
                  <a:gd name="T5" fmla="*/ 52 h 53"/>
                  <a:gd name="T6" fmla="*/ 186 w 187"/>
                  <a:gd name="T7" fmla="*/ 12 h 53"/>
                  <a:gd name="T8" fmla="*/ 12 w 187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7"/>
                  <a:gd name="T16" fmla="*/ 0 h 53"/>
                  <a:gd name="T17" fmla="*/ 187 w 187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7" h="53">
                    <a:moveTo>
                      <a:pt x="12" y="0"/>
                    </a:moveTo>
                    <a:lnTo>
                      <a:pt x="0" y="41"/>
                    </a:lnTo>
                    <a:lnTo>
                      <a:pt x="174" y="52"/>
                    </a:lnTo>
                    <a:lnTo>
                      <a:pt x="186" y="12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1" name="Freeform 112">
                <a:extLst>
                  <a:ext uri="{FF2B5EF4-FFF2-40B4-BE49-F238E27FC236}">
                    <a16:creationId xmlns:a16="http://schemas.microsoft.com/office/drawing/2014/main" id="{6C6EB971-738C-5548-B5F5-9870C90948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4" y="3676"/>
                <a:ext cx="50" cy="38"/>
              </a:xfrm>
              <a:custGeom>
                <a:avLst/>
                <a:gdLst>
                  <a:gd name="T0" fmla="*/ 10 w 50"/>
                  <a:gd name="T1" fmla="*/ 0 h 38"/>
                  <a:gd name="T2" fmla="*/ 0 w 50"/>
                  <a:gd name="T3" fmla="*/ 35 h 38"/>
                  <a:gd name="T4" fmla="*/ 39 w 50"/>
                  <a:gd name="T5" fmla="*/ 37 h 38"/>
                  <a:gd name="T6" fmla="*/ 49 w 50"/>
                  <a:gd name="T7" fmla="*/ 4 h 38"/>
                  <a:gd name="T8" fmla="*/ 10 w 5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10" y="0"/>
                    </a:moveTo>
                    <a:lnTo>
                      <a:pt x="0" y="35"/>
                    </a:lnTo>
                    <a:lnTo>
                      <a:pt x="39" y="37"/>
                    </a:lnTo>
                    <a:lnTo>
                      <a:pt x="49" y="4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2" name="Freeform 113">
                <a:extLst>
                  <a:ext uri="{FF2B5EF4-FFF2-40B4-BE49-F238E27FC236}">
                    <a16:creationId xmlns:a16="http://schemas.microsoft.com/office/drawing/2014/main" id="{B9064DB1-9A53-054F-B712-DF7C89D593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90" y="3689"/>
                <a:ext cx="37" cy="30"/>
              </a:xfrm>
              <a:custGeom>
                <a:avLst/>
                <a:gdLst>
                  <a:gd name="T0" fmla="*/ 12 w 37"/>
                  <a:gd name="T1" fmla="*/ 0 h 30"/>
                  <a:gd name="T2" fmla="*/ 0 w 37"/>
                  <a:gd name="T3" fmla="*/ 27 h 30"/>
                  <a:gd name="T4" fmla="*/ 24 w 37"/>
                  <a:gd name="T5" fmla="*/ 29 h 30"/>
                  <a:gd name="T6" fmla="*/ 36 w 37"/>
                  <a:gd name="T7" fmla="*/ 2 h 30"/>
                  <a:gd name="T8" fmla="*/ 12 w 3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0"/>
                  <a:gd name="T17" fmla="*/ 37 w 37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0">
                    <a:moveTo>
                      <a:pt x="12" y="0"/>
                    </a:moveTo>
                    <a:lnTo>
                      <a:pt x="0" y="27"/>
                    </a:lnTo>
                    <a:lnTo>
                      <a:pt x="24" y="29"/>
                    </a:lnTo>
                    <a:lnTo>
                      <a:pt x="36" y="2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3" name="Freeform 114">
                <a:extLst>
                  <a:ext uri="{FF2B5EF4-FFF2-40B4-BE49-F238E27FC236}">
                    <a16:creationId xmlns:a16="http://schemas.microsoft.com/office/drawing/2014/main" id="{F090F75B-1AF3-8540-BA27-63E72AE60F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" y="3680"/>
                <a:ext cx="44" cy="36"/>
              </a:xfrm>
              <a:custGeom>
                <a:avLst/>
                <a:gdLst>
                  <a:gd name="T0" fmla="*/ 9 w 44"/>
                  <a:gd name="T1" fmla="*/ 0 h 36"/>
                  <a:gd name="T2" fmla="*/ 0 w 44"/>
                  <a:gd name="T3" fmla="*/ 33 h 36"/>
                  <a:gd name="T4" fmla="*/ 34 w 44"/>
                  <a:gd name="T5" fmla="*/ 35 h 36"/>
                  <a:gd name="T6" fmla="*/ 43 w 44"/>
                  <a:gd name="T7" fmla="*/ 2 h 36"/>
                  <a:gd name="T8" fmla="*/ 9 w 4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9" y="0"/>
                    </a:moveTo>
                    <a:lnTo>
                      <a:pt x="0" y="33"/>
                    </a:lnTo>
                    <a:lnTo>
                      <a:pt x="34" y="35"/>
                    </a:lnTo>
                    <a:lnTo>
                      <a:pt x="43" y="2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4" name="Freeform 115">
                <a:extLst>
                  <a:ext uri="{FF2B5EF4-FFF2-40B4-BE49-F238E27FC236}">
                    <a16:creationId xmlns:a16="http://schemas.microsoft.com/office/drawing/2014/main" id="{5BF5589B-A3F6-A54D-B859-1FD74F263A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46" y="3681"/>
                <a:ext cx="43" cy="38"/>
              </a:xfrm>
              <a:custGeom>
                <a:avLst/>
                <a:gdLst>
                  <a:gd name="T0" fmla="*/ 10 w 43"/>
                  <a:gd name="T1" fmla="*/ 0 h 38"/>
                  <a:gd name="T2" fmla="*/ 0 w 43"/>
                  <a:gd name="T3" fmla="*/ 35 h 38"/>
                  <a:gd name="T4" fmla="*/ 31 w 43"/>
                  <a:gd name="T5" fmla="*/ 37 h 38"/>
                  <a:gd name="T6" fmla="*/ 42 w 43"/>
                  <a:gd name="T7" fmla="*/ 4 h 38"/>
                  <a:gd name="T8" fmla="*/ 10 w 43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8"/>
                  <a:gd name="T17" fmla="*/ 43 w 43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8">
                    <a:moveTo>
                      <a:pt x="10" y="0"/>
                    </a:moveTo>
                    <a:lnTo>
                      <a:pt x="0" y="35"/>
                    </a:lnTo>
                    <a:lnTo>
                      <a:pt x="31" y="37"/>
                    </a:lnTo>
                    <a:lnTo>
                      <a:pt x="42" y="4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5" name="Freeform 116">
                <a:extLst>
                  <a:ext uri="{FF2B5EF4-FFF2-40B4-BE49-F238E27FC236}">
                    <a16:creationId xmlns:a16="http://schemas.microsoft.com/office/drawing/2014/main" id="{3A980C18-FC8C-F34F-8579-14E2B8EA10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4" y="3736"/>
                <a:ext cx="21" cy="28"/>
              </a:xfrm>
              <a:custGeom>
                <a:avLst/>
                <a:gdLst>
                  <a:gd name="T0" fmla="*/ 0 w 21"/>
                  <a:gd name="T1" fmla="*/ 10 h 28"/>
                  <a:gd name="T2" fmla="*/ 0 w 21"/>
                  <a:gd name="T3" fmla="*/ 21 h 28"/>
                  <a:gd name="T4" fmla="*/ 5 w 21"/>
                  <a:gd name="T5" fmla="*/ 27 h 28"/>
                  <a:gd name="T6" fmla="*/ 14 w 21"/>
                  <a:gd name="T7" fmla="*/ 27 h 28"/>
                  <a:gd name="T8" fmla="*/ 20 w 21"/>
                  <a:gd name="T9" fmla="*/ 18 h 28"/>
                  <a:gd name="T10" fmla="*/ 20 w 21"/>
                  <a:gd name="T11" fmla="*/ 5 h 28"/>
                  <a:gd name="T12" fmla="*/ 14 w 21"/>
                  <a:gd name="T13" fmla="*/ 0 h 28"/>
                  <a:gd name="T14" fmla="*/ 5 w 21"/>
                  <a:gd name="T15" fmla="*/ 2 h 28"/>
                  <a:gd name="T16" fmla="*/ 0 w 2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8"/>
                  <a:gd name="T29" fmla="*/ 21 w 21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8">
                    <a:moveTo>
                      <a:pt x="0" y="10"/>
                    </a:moveTo>
                    <a:lnTo>
                      <a:pt x="0" y="21"/>
                    </a:lnTo>
                    <a:lnTo>
                      <a:pt x="5" y="27"/>
                    </a:lnTo>
                    <a:lnTo>
                      <a:pt x="14" y="27"/>
                    </a:lnTo>
                    <a:lnTo>
                      <a:pt x="20" y="18"/>
                    </a:lnTo>
                    <a:lnTo>
                      <a:pt x="20" y="5"/>
                    </a:lnTo>
                    <a:lnTo>
                      <a:pt x="14" y="0"/>
                    </a:lnTo>
                    <a:lnTo>
                      <a:pt x="5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6" name="Freeform 117">
                <a:extLst>
                  <a:ext uri="{FF2B5EF4-FFF2-40B4-BE49-F238E27FC236}">
                    <a16:creationId xmlns:a16="http://schemas.microsoft.com/office/drawing/2014/main" id="{142A030E-1697-414F-BCA7-CD2D4FBF0F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39" y="3735"/>
                <a:ext cx="19" cy="24"/>
              </a:xfrm>
              <a:custGeom>
                <a:avLst/>
                <a:gdLst>
                  <a:gd name="T0" fmla="*/ 0 w 19"/>
                  <a:gd name="T1" fmla="*/ 7 h 24"/>
                  <a:gd name="T2" fmla="*/ 0 w 19"/>
                  <a:gd name="T3" fmla="*/ 17 h 24"/>
                  <a:gd name="T4" fmla="*/ 5 w 19"/>
                  <a:gd name="T5" fmla="*/ 23 h 24"/>
                  <a:gd name="T6" fmla="*/ 12 w 19"/>
                  <a:gd name="T7" fmla="*/ 23 h 24"/>
                  <a:gd name="T8" fmla="*/ 18 w 19"/>
                  <a:gd name="T9" fmla="*/ 15 h 24"/>
                  <a:gd name="T10" fmla="*/ 18 w 19"/>
                  <a:gd name="T11" fmla="*/ 6 h 24"/>
                  <a:gd name="T12" fmla="*/ 12 w 19"/>
                  <a:gd name="T13" fmla="*/ 0 h 24"/>
                  <a:gd name="T14" fmla="*/ 5 w 19"/>
                  <a:gd name="T15" fmla="*/ 2 h 24"/>
                  <a:gd name="T16" fmla="*/ 0 w 19"/>
                  <a:gd name="T17" fmla="*/ 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4"/>
                  <a:gd name="T29" fmla="*/ 19 w 19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4">
                    <a:moveTo>
                      <a:pt x="0" y="7"/>
                    </a:moveTo>
                    <a:lnTo>
                      <a:pt x="0" y="17"/>
                    </a:lnTo>
                    <a:lnTo>
                      <a:pt x="5" y="23"/>
                    </a:lnTo>
                    <a:lnTo>
                      <a:pt x="12" y="23"/>
                    </a:lnTo>
                    <a:lnTo>
                      <a:pt x="18" y="15"/>
                    </a:lnTo>
                    <a:lnTo>
                      <a:pt x="18" y="6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7" name="Freeform 118">
                <a:extLst>
                  <a:ext uri="{FF2B5EF4-FFF2-40B4-BE49-F238E27FC236}">
                    <a16:creationId xmlns:a16="http://schemas.microsoft.com/office/drawing/2014/main" id="{DCC858E9-D1C1-3445-9CF1-6CAB2E4E7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36" y="3765"/>
                <a:ext cx="18" cy="14"/>
              </a:xfrm>
              <a:custGeom>
                <a:avLst/>
                <a:gdLst>
                  <a:gd name="T0" fmla="*/ 2 w 18"/>
                  <a:gd name="T1" fmla="*/ 0 h 14"/>
                  <a:gd name="T2" fmla="*/ 0 w 18"/>
                  <a:gd name="T3" fmla="*/ 10 h 14"/>
                  <a:gd name="T4" fmla="*/ 15 w 18"/>
                  <a:gd name="T5" fmla="*/ 13 h 14"/>
                  <a:gd name="T6" fmla="*/ 17 w 18"/>
                  <a:gd name="T7" fmla="*/ 3 h 14"/>
                  <a:gd name="T8" fmla="*/ 2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4"/>
                  <a:gd name="T17" fmla="*/ 18 w 18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4">
                    <a:moveTo>
                      <a:pt x="2" y="0"/>
                    </a:moveTo>
                    <a:lnTo>
                      <a:pt x="0" y="10"/>
                    </a:lnTo>
                    <a:lnTo>
                      <a:pt x="15" y="13"/>
                    </a:lnTo>
                    <a:lnTo>
                      <a:pt x="17" y="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8" name="Freeform 119">
                <a:extLst>
                  <a:ext uri="{FF2B5EF4-FFF2-40B4-BE49-F238E27FC236}">
                    <a16:creationId xmlns:a16="http://schemas.microsoft.com/office/drawing/2014/main" id="{38AC3396-A916-5A48-AD2A-B44A7E9D19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6" y="3737"/>
                <a:ext cx="89" cy="50"/>
              </a:xfrm>
              <a:custGeom>
                <a:avLst/>
                <a:gdLst>
                  <a:gd name="T0" fmla="*/ 14 w 89"/>
                  <a:gd name="T1" fmla="*/ 0 h 50"/>
                  <a:gd name="T2" fmla="*/ 0 w 89"/>
                  <a:gd name="T3" fmla="*/ 42 h 50"/>
                  <a:gd name="T4" fmla="*/ 74 w 89"/>
                  <a:gd name="T5" fmla="*/ 49 h 50"/>
                  <a:gd name="T6" fmla="*/ 88 w 89"/>
                  <a:gd name="T7" fmla="*/ 3 h 50"/>
                  <a:gd name="T8" fmla="*/ 14 w 89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50"/>
                  <a:gd name="T17" fmla="*/ 89 w 89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50">
                    <a:moveTo>
                      <a:pt x="14" y="0"/>
                    </a:moveTo>
                    <a:lnTo>
                      <a:pt x="0" y="42"/>
                    </a:lnTo>
                    <a:lnTo>
                      <a:pt x="74" y="49"/>
                    </a:lnTo>
                    <a:lnTo>
                      <a:pt x="88" y="3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59" name="Freeform 120">
                <a:extLst>
                  <a:ext uri="{FF2B5EF4-FFF2-40B4-BE49-F238E27FC236}">
                    <a16:creationId xmlns:a16="http://schemas.microsoft.com/office/drawing/2014/main" id="{0307487F-082C-5740-8F42-9449BC69FC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4" y="3778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0 w 13"/>
                  <a:gd name="T3" fmla="*/ 8 h 9"/>
                  <a:gd name="T4" fmla="*/ 10 w 13"/>
                  <a:gd name="T5" fmla="*/ 8 h 9"/>
                  <a:gd name="T6" fmla="*/ 12 w 13"/>
                  <a:gd name="T7" fmla="*/ 0 h 9"/>
                  <a:gd name="T8" fmla="*/ 2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9"/>
                  <a:gd name="T17" fmla="*/ 13 w 1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9">
                    <a:moveTo>
                      <a:pt x="2" y="0"/>
                    </a:moveTo>
                    <a:lnTo>
                      <a:pt x="0" y="8"/>
                    </a:lnTo>
                    <a:lnTo>
                      <a:pt x="10" y="8"/>
                    </a:lnTo>
                    <a:lnTo>
                      <a:pt x="12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0" name="Freeform 121">
                <a:extLst>
                  <a:ext uri="{FF2B5EF4-FFF2-40B4-BE49-F238E27FC236}">
                    <a16:creationId xmlns:a16="http://schemas.microsoft.com/office/drawing/2014/main" id="{84ACAED2-DA1F-4F41-8081-C0A7603A74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3" y="3778"/>
                <a:ext cx="16" cy="10"/>
              </a:xfrm>
              <a:custGeom>
                <a:avLst/>
                <a:gdLst>
                  <a:gd name="T0" fmla="*/ 2 w 16"/>
                  <a:gd name="T1" fmla="*/ 0 h 10"/>
                  <a:gd name="T2" fmla="*/ 0 w 16"/>
                  <a:gd name="T3" fmla="*/ 7 h 10"/>
                  <a:gd name="T4" fmla="*/ 13 w 16"/>
                  <a:gd name="T5" fmla="*/ 9 h 10"/>
                  <a:gd name="T6" fmla="*/ 15 w 16"/>
                  <a:gd name="T7" fmla="*/ 2 h 10"/>
                  <a:gd name="T8" fmla="*/ 2 w 1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0"/>
                  <a:gd name="T17" fmla="*/ 16 w 16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0">
                    <a:moveTo>
                      <a:pt x="2" y="0"/>
                    </a:moveTo>
                    <a:lnTo>
                      <a:pt x="0" y="7"/>
                    </a:lnTo>
                    <a:lnTo>
                      <a:pt x="13" y="9"/>
                    </a:lnTo>
                    <a:lnTo>
                      <a:pt x="15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1" name="Freeform 122">
                <a:extLst>
                  <a:ext uri="{FF2B5EF4-FFF2-40B4-BE49-F238E27FC236}">
                    <a16:creationId xmlns:a16="http://schemas.microsoft.com/office/drawing/2014/main" id="{3846DB83-1578-1449-BAB3-9E5A67E307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0" y="3491"/>
                <a:ext cx="205" cy="186"/>
              </a:xfrm>
              <a:custGeom>
                <a:avLst/>
                <a:gdLst>
                  <a:gd name="T0" fmla="*/ 0 w 205"/>
                  <a:gd name="T1" fmla="*/ 0 h 186"/>
                  <a:gd name="T2" fmla="*/ 0 w 205"/>
                  <a:gd name="T3" fmla="*/ 171 h 186"/>
                  <a:gd name="T4" fmla="*/ 204 w 205"/>
                  <a:gd name="T5" fmla="*/ 185 h 186"/>
                  <a:gd name="T6" fmla="*/ 202 w 205"/>
                  <a:gd name="T7" fmla="*/ 0 h 186"/>
                  <a:gd name="T8" fmla="*/ 0 w 205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5"/>
                  <a:gd name="T16" fmla="*/ 0 h 186"/>
                  <a:gd name="T17" fmla="*/ 205 w 205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5" h="186">
                    <a:moveTo>
                      <a:pt x="0" y="0"/>
                    </a:moveTo>
                    <a:lnTo>
                      <a:pt x="0" y="171"/>
                    </a:lnTo>
                    <a:lnTo>
                      <a:pt x="204" y="185"/>
                    </a:lnTo>
                    <a:lnTo>
                      <a:pt x="20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2" name="Freeform 123">
                <a:extLst>
                  <a:ext uri="{FF2B5EF4-FFF2-40B4-BE49-F238E27FC236}">
                    <a16:creationId xmlns:a16="http://schemas.microsoft.com/office/drawing/2014/main" id="{9E6AD6CE-4B9D-9145-A603-22847F4AFA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4" y="3500"/>
                <a:ext cx="194" cy="177"/>
              </a:xfrm>
              <a:custGeom>
                <a:avLst/>
                <a:gdLst>
                  <a:gd name="T0" fmla="*/ 4 w 194"/>
                  <a:gd name="T1" fmla="*/ 0 h 177"/>
                  <a:gd name="T2" fmla="*/ 0 w 194"/>
                  <a:gd name="T3" fmla="*/ 165 h 177"/>
                  <a:gd name="T4" fmla="*/ 191 w 194"/>
                  <a:gd name="T5" fmla="*/ 176 h 177"/>
                  <a:gd name="T6" fmla="*/ 193 w 194"/>
                  <a:gd name="T7" fmla="*/ 0 h 177"/>
                  <a:gd name="T8" fmla="*/ 4 w 19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177"/>
                  <a:gd name="T17" fmla="*/ 194 w 194"/>
                  <a:gd name="T18" fmla="*/ 177 h 1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177">
                    <a:moveTo>
                      <a:pt x="4" y="0"/>
                    </a:moveTo>
                    <a:lnTo>
                      <a:pt x="0" y="165"/>
                    </a:lnTo>
                    <a:lnTo>
                      <a:pt x="191" y="176"/>
                    </a:lnTo>
                    <a:lnTo>
                      <a:pt x="193" y="0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3" name="Freeform 124">
                <a:extLst>
                  <a:ext uri="{FF2B5EF4-FFF2-40B4-BE49-F238E27FC236}">
                    <a16:creationId xmlns:a16="http://schemas.microsoft.com/office/drawing/2014/main" id="{C633E6ED-584A-C144-816A-ADA69866D8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6" y="3509"/>
                <a:ext cx="168" cy="158"/>
              </a:xfrm>
              <a:custGeom>
                <a:avLst/>
                <a:gdLst>
                  <a:gd name="T0" fmla="*/ 2 w 168"/>
                  <a:gd name="T1" fmla="*/ 0 h 158"/>
                  <a:gd name="T2" fmla="*/ 0 w 168"/>
                  <a:gd name="T3" fmla="*/ 143 h 158"/>
                  <a:gd name="T4" fmla="*/ 166 w 168"/>
                  <a:gd name="T5" fmla="*/ 157 h 158"/>
                  <a:gd name="T6" fmla="*/ 167 w 168"/>
                  <a:gd name="T7" fmla="*/ 0 h 158"/>
                  <a:gd name="T8" fmla="*/ 2 w 16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58"/>
                  <a:gd name="T17" fmla="*/ 168 w 16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58">
                    <a:moveTo>
                      <a:pt x="2" y="0"/>
                    </a:moveTo>
                    <a:lnTo>
                      <a:pt x="0" y="143"/>
                    </a:lnTo>
                    <a:lnTo>
                      <a:pt x="166" y="157"/>
                    </a:lnTo>
                    <a:lnTo>
                      <a:pt x="167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4" name="Oval 125">
                <a:extLst>
                  <a:ext uri="{FF2B5EF4-FFF2-40B4-BE49-F238E27FC236}">
                    <a16:creationId xmlns:a16="http://schemas.microsoft.com/office/drawing/2014/main" id="{4A4DC3E6-7FCE-A94D-9E1B-F4EB6E1C80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487" y="3509"/>
                <a:ext cx="4" cy="9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65" name="Freeform 126">
                <a:extLst>
                  <a:ext uri="{FF2B5EF4-FFF2-40B4-BE49-F238E27FC236}">
                    <a16:creationId xmlns:a16="http://schemas.microsoft.com/office/drawing/2014/main" id="{B5EA093A-43FC-454B-8597-E54C19029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7" y="3529"/>
                <a:ext cx="127" cy="111"/>
              </a:xfrm>
              <a:custGeom>
                <a:avLst/>
                <a:gdLst>
                  <a:gd name="T0" fmla="*/ 2 w 127"/>
                  <a:gd name="T1" fmla="*/ 0 h 111"/>
                  <a:gd name="T2" fmla="*/ 0 w 127"/>
                  <a:gd name="T3" fmla="*/ 102 h 111"/>
                  <a:gd name="T4" fmla="*/ 122 w 127"/>
                  <a:gd name="T5" fmla="*/ 110 h 111"/>
                  <a:gd name="T6" fmla="*/ 126 w 127"/>
                  <a:gd name="T7" fmla="*/ 4 h 111"/>
                  <a:gd name="T8" fmla="*/ 2 w 12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11"/>
                  <a:gd name="T17" fmla="*/ 127 w 127"/>
                  <a:gd name="T18" fmla="*/ 111 h 1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11">
                    <a:moveTo>
                      <a:pt x="2" y="0"/>
                    </a:moveTo>
                    <a:lnTo>
                      <a:pt x="0" y="102"/>
                    </a:lnTo>
                    <a:lnTo>
                      <a:pt x="122" y="110"/>
                    </a:lnTo>
                    <a:lnTo>
                      <a:pt x="126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6" name="Freeform 127">
                <a:extLst>
                  <a:ext uri="{FF2B5EF4-FFF2-40B4-BE49-F238E27FC236}">
                    <a16:creationId xmlns:a16="http://schemas.microsoft.com/office/drawing/2014/main" id="{3B235B18-2ABB-674F-B231-05CC5EF067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0" y="3535"/>
                <a:ext cx="117" cy="100"/>
              </a:xfrm>
              <a:custGeom>
                <a:avLst/>
                <a:gdLst>
                  <a:gd name="T0" fmla="*/ 2 w 117"/>
                  <a:gd name="T1" fmla="*/ 0 h 100"/>
                  <a:gd name="T2" fmla="*/ 0 w 117"/>
                  <a:gd name="T3" fmla="*/ 91 h 100"/>
                  <a:gd name="T4" fmla="*/ 114 w 117"/>
                  <a:gd name="T5" fmla="*/ 99 h 100"/>
                  <a:gd name="T6" fmla="*/ 116 w 117"/>
                  <a:gd name="T7" fmla="*/ 2 h 100"/>
                  <a:gd name="T8" fmla="*/ 2 w 117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"/>
                  <a:gd name="T16" fmla="*/ 0 h 100"/>
                  <a:gd name="T17" fmla="*/ 117 w 117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" h="100">
                    <a:moveTo>
                      <a:pt x="2" y="0"/>
                    </a:moveTo>
                    <a:lnTo>
                      <a:pt x="0" y="91"/>
                    </a:lnTo>
                    <a:lnTo>
                      <a:pt x="114" y="99"/>
                    </a:lnTo>
                    <a:lnTo>
                      <a:pt x="116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7" name="Freeform 128">
                <a:extLst>
                  <a:ext uri="{FF2B5EF4-FFF2-40B4-BE49-F238E27FC236}">
                    <a16:creationId xmlns:a16="http://schemas.microsoft.com/office/drawing/2014/main" id="{068115D2-019A-1A4D-AF83-F426ED420D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6" y="3540"/>
                <a:ext cx="105" cy="87"/>
              </a:xfrm>
              <a:custGeom>
                <a:avLst/>
                <a:gdLst>
                  <a:gd name="T0" fmla="*/ 2 w 105"/>
                  <a:gd name="T1" fmla="*/ 0 h 87"/>
                  <a:gd name="T2" fmla="*/ 0 w 105"/>
                  <a:gd name="T3" fmla="*/ 80 h 87"/>
                  <a:gd name="T4" fmla="*/ 102 w 105"/>
                  <a:gd name="T5" fmla="*/ 86 h 87"/>
                  <a:gd name="T6" fmla="*/ 104 w 105"/>
                  <a:gd name="T7" fmla="*/ 3 h 87"/>
                  <a:gd name="T8" fmla="*/ 2 w 105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87"/>
                  <a:gd name="T17" fmla="*/ 105 w 10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87">
                    <a:moveTo>
                      <a:pt x="2" y="0"/>
                    </a:moveTo>
                    <a:lnTo>
                      <a:pt x="0" y="80"/>
                    </a:lnTo>
                    <a:lnTo>
                      <a:pt x="102" y="86"/>
                    </a:lnTo>
                    <a:lnTo>
                      <a:pt x="104" y="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8" name="Freeform 129">
                <a:extLst>
                  <a:ext uri="{FF2B5EF4-FFF2-40B4-BE49-F238E27FC236}">
                    <a16:creationId xmlns:a16="http://schemas.microsoft.com/office/drawing/2014/main" id="{E0637DA0-8937-FC4C-8074-D2D256D3A0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7" y="3636"/>
                <a:ext cx="127" cy="16"/>
              </a:xfrm>
              <a:custGeom>
                <a:avLst/>
                <a:gdLst>
                  <a:gd name="T0" fmla="*/ 0 w 127"/>
                  <a:gd name="T1" fmla="*/ 0 h 16"/>
                  <a:gd name="T2" fmla="*/ 0 w 127"/>
                  <a:gd name="T3" fmla="*/ 5 h 16"/>
                  <a:gd name="T4" fmla="*/ 124 w 127"/>
                  <a:gd name="T5" fmla="*/ 15 h 16"/>
                  <a:gd name="T6" fmla="*/ 126 w 127"/>
                  <a:gd name="T7" fmla="*/ 7 h 16"/>
                  <a:gd name="T8" fmla="*/ 0 w 12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6"/>
                  <a:gd name="T17" fmla="*/ 127 w 127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6">
                    <a:moveTo>
                      <a:pt x="0" y="0"/>
                    </a:moveTo>
                    <a:lnTo>
                      <a:pt x="0" y="5"/>
                    </a:lnTo>
                    <a:lnTo>
                      <a:pt x="124" y="15"/>
                    </a:lnTo>
                    <a:lnTo>
                      <a:pt x="126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69" name="Freeform 130">
                <a:extLst>
                  <a:ext uri="{FF2B5EF4-FFF2-40B4-BE49-F238E27FC236}">
                    <a16:creationId xmlns:a16="http://schemas.microsoft.com/office/drawing/2014/main" id="{74419C6D-55C2-B24A-916E-E877AA3C56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6" y="3561"/>
                <a:ext cx="8" cy="64"/>
              </a:xfrm>
              <a:custGeom>
                <a:avLst/>
                <a:gdLst>
                  <a:gd name="T0" fmla="*/ 2 w 8"/>
                  <a:gd name="T1" fmla="*/ 0 h 64"/>
                  <a:gd name="T2" fmla="*/ 0 w 8"/>
                  <a:gd name="T3" fmla="*/ 61 h 64"/>
                  <a:gd name="T4" fmla="*/ 5 w 8"/>
                  <a:gd name="T5" fmla="*/ 63 h 64"/>
                  <a:gd name="T6" fmla="*/ 7 w 8"/>
                  <a:gd name="T7" fmla="*/ 0 h 64"/>
                  <a:gd name="T8" fmla="*/ 2 w 8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64"/>
                  <a:gd name="T17" fmla="*/ 8 w 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64">
                    <a:moveTo>
                      <a:pt x="2" y="0"/>
                    </a:moveTo>
                    <a:lnTo>
                      <a:pt x="0" y="61"/>
                    </a:lnTo>
                    <a:lnTo>
                      <a:pt x="5" y="63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0" name="Freeform 131">
                <a:extLst>
                  <a:ext uri="{FF2B5EF4-FFF2-40B4-BE49-F238E27FC236}">
                    <a16:creationId xmlns:a16="http://schemas.microsoft.com/office/drawing/2014/main" id="{3771C156-5FCE-E448-AB0F-72DAE7E4C4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2" y="3588"/>
                <a:ext cx="45" cy="15"/>
              </a:xfrm>
              <a:custGeom>
                <a:avLst/>
                <a:gdLst>
                  <a:gd name="T0" fmla="*/ 0 w 45"/>
                  <a:gd name="T1" fmla="*/ 0 h 15"/>
                  <a:gd name="T2" fmla="*/ 13 w 45"/>
                  <a:gd name="T3" fmla="*/ 14 h 15"/>
                  <a:gd name="T4" fmla="*/ 44 w 45"/>
                  <a:gd name="T5" fmla="*/ 14 h 15"/>
                  <a:gd name="T6" fmla="*/ 30 w 45"/>
                  <a:gd name="T7" fmla="*/ 0 h 15"/>
                  <a:gd name="T8" fmla="*/ 0 w 4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15"/>
                  <a:gd name="T17" fmla="*/ 45 w 45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15">
                    <a:moveTo>
                      <a:pt x="0" y="0"/>
                    </a:moveTo>
                    <a:lnTo>
                      <a:pt x="13" y="14"/>
                    </a:lnTo>
                    <a:lnTo>
                      <a:pt x="44" y="14"/>
                    </a:lnTo>
                    <a:lnTo>
                      <a:pt x="3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1" name="Line 132">
                <a:extLst>
                  <a:ext uri="{FF2B5EF4-FFF2-40B4-BE49-F238E27FC236}">
                    <a16:creationId xmlns:a16="http://schemas.microsoft.com/office/drawing/2014/main" id="{2D9340F8-81AB-D941-9D26-2608AF9B5B3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16" y="3323"/>
                <a:ext cx="0" cy="47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72" name="Freeform 133">
                <a:extLst>
                  <a:ext uri="{FF2B5EF4-FFF2-40B4-BE49-F238E27FC236}">
                    <a16:creationId xmlns:a16="http://schemas.microsoft.com/office/drawing/2014/main" id="{B9D3B67A-4AE2-A243-ABBC-C7886ABEF0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0" y="3620"/>
                <a:ext cx="38" cy="177"/>
              </a:xfrm>
              <a:custGeom>
                <a:avLst/>
                <a:gdLst>
                  <a:gd name="T0" fmla="*/ 8 w 38"/>
                  <a:gd name="T1" fmla="*/ 4 h 177"/>
                  <a:gd name="T2" fmla="*/ 2 w 38"/>
                  <a:gd name="T3" fmla="*/ 10 h 177"/>
                  <a:gd name="T4" fmla="*/ 4 w 38"/>
                  <a:gd name="T5" fmla="*/ 21 h 177"/>
                  <a:gd name="T6" fmla="*/ 8 w 38"/>
                  <a:gd name="T7" fmla="*/ 26 h 177"/>
                  <a:gd name="T8" fmla="*/ 13 w 38"/>
                  <a:gd name="T9" fmla="*/ 34 h 177"/>
                  <a:gd name="T10" fmla="*/ 21 w 38"/>
                  <a:gd name="T11" fmla="*/ 43 h 177"/>
                  <a:gd name="T12" fmla="*/ 22 w 38"/>
                  <a:gd name="T13" fmla="*/ 50 h 177"/>
                  <a:gd name="T14" fmla="*/ 24 w 38"/>
                  <a:gd name="T15" fmla="*/ 72 h 177"/>
                  <a:gd name="T16" fmla="*/ 26 w 38"/>
                  <a:gd name="T17" fmla="*/ 122 h 177"/>
                  <a:gd name="T18" fmla="*/ 24 w 38"/>
                  <a:gd name="T19" fmla="*/ 134 h 177"/>
                  <a:gd name="T20" fmla="*/ 19 w 38"/>
                  <a:gd name="T21" fmla="*/ 143 h 177"/>
                  <a:gd name="T22" fmla="*/ 9 w 38"/>
                  <a:gd name="T23" fmla="*/ 152 h 177"/>
                  <a:gd name="T24" fmla="*/ 0 w 38"/>
                  <a:gd name="T25" fmla="*/ 162 h 177"/>
                  <a:gd name="T26" fmla="*/ 4 w 38"/>
                  <a:gd name="T27" fmla="*/ 170 h 177"/>
                  <a:gd name="T28" fmla="*/ 13 w 38"/>
                  <a:gd name="T29" fmla="*/ 176 h 177"/>
                  <a:gd name="T30" fmla="*/ 26 w 38"/>
                  <a:gd name="T31" fmla="*/ 174 h 177"/>
                  <a:gd name="T32" fmla="*/ 28 w 38"/>
                  <a:gd name="T33" fmla="*/ 167 h 177"/>
                  <a:gd name="T34" fmla="*/ 21 w 38"/>
                  <a:gd name="T35" fmla="*/ 162 h 177"/>
                  <a:gd name="T36" fmla="*/ 21 w 38"/>
                  <a:gd name="T37" fmla="*/ 160 h 177"/>
                  <a:gd name="T38" fmla="*/ 24 w 38"/>
                  <a:gd name="T39" fmla="*/ 154 h 177"/>
                  <a:gd name="T40" fmla="*/ 31 w 38"/>
                  <a:gd name="T41" fmla="*/ 148 h 177"/>
                  <a:gd name="T42" fmla="*/ 35 w 38"/>
                  <a:gd name="T43" fmla="*/ 141 h 177"/>
                  <a:gd name="T44" fmla="*/ 37 w 38"/>
                  <a:gd name="T45" fmla="*/ 134 h 177"/>
                  <a:gd name="T46" fmla="*/ 37 w 38"/>
                  <a:gd name="T47" fmla="*/ 60 h 177"/>
                  <a:gd name="T48" fmla="*/ 35 w 38"/>
                  <a:gd name="T49" fmla="*/ 48 h 177"/>
                  <a:gd name="T50" fmla="*/ 33 w 38"/>
                  <a:gd name="T51" fmla="*/ 41 h 177"/>
                  <a:gd name="T52" fmla="*/ 28 w 38"/>
                  <a:gd name="T53" fmla="*/ 28 h 177"/>
                  <a:gd name="T54" fmla="*/ 19 w 38"/>
                  <a:gd name="T55" fmla="*/ 19 h 177"/>
                  <a:gd name="T56" fmla="*/ 19 w 38"/>
                  <a:gd name="T57" fmla="*/ 15 h 177"/>
                  <a:gd name="T58" fmla="*/ 22 w 38"/>
                  <a:gd name="T59" fmla="*/ 12 h 177"/>
                  <a:gd name="T60" fmla="*/ 24 w 38"/>
                  <a:gd name="T61" fmla="*/ 4 h 177"/>
                  <a:gd name="T62" fmla="*/ 13 w 38"/>
                  <a:gd name="T63" fmla="*/ 2 h 1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"/>
                  <a:gd name="T97" fmla="*/ 0 h 177"/>
                  <a:gd name="T98" fmla="*/ 38 w 38"/>
                  <a:gd name="T99" fmla="*/ 177 h 17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" h="177">
                    <a:moveTo>
                      <a:pt x="11" y="2"/>
                    </a:moveTo>
                    <a:lnTo>
                      <a:pt x="8" y="4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2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8" y="26"/>
                    </a:lnTo>
                    <a:lnTo>
                      <a:pt x="11" y="30"/>
                    </a:lnTo>
                    <a:lnTo>
                      <a:pt x="13" y="34"/>
                    </a:lnTo>
                    <a:lnTo>
                      <a:pt x="15" y="36"/>
                    </a:lnTo>
                    <a:lnTo>
                      <a:pt x="21" y="43"/>
                    </a:lnTo>
                    <a:lnTo>
                      <a:pt x="22" y="46"/>
                    </a:lnTo>
                    <a:lnTo>
                      <a:pt x="22" y="50"/>
                    </a:lnTo>
                    <a:lnTo>
                      <a:pt x="24" y="58"/>
                    </a:lnTo>
                    <a:lnTo>
                      <a:pt x="24" y="72"/>
                    </a:lnTo>
                    <a:lnTo>
                      <a:pt x="26" y="91"/>
                    </a:lnTo>
                    <a:lnTo>
                      <a:pt x="26" y="122"/>
                    </a:lnTo>
                    <a:lnTo>
                      <a:pt x="26" y="132"/>
                    </a:lnTo>
                    <a:lnTo>
                      <a:pt x="24" y="134"/>
                    </a:lnTo>
                    <a:lnTo>
                      <a:pt x="22" y="139"/>
                    </a:lnTo>
                    <a:lnTo>
                      <a:pt x="19" y="143"/>
                    </a:lnTo>
                    <a:lnTo>
                      <a:pt x="15" y="148"/>
                    </a:lnTo>
                    <a:lnTo>
                      <a:pt x="9" y="152"/>
                    </a:lnTo>
                    <a:lnTo>
                      <a:pt x="4" y="158"/>
                    </a:lnTo>
                    <a:lnTo>
                      <a:pt x="0" y="162"/>
                    </a:lnTo>
                    <a:lnTo>
                      <a:pt x="2" y="169"/>
                    </a:lnTo>
                    <a:lnTo>
                      <a:pt x="4" y="170"/>
                    </a:lnTo>
                    <a:lnTo>
                      <a:pt x="8" y="172"/>
                    </a:lnTo>
                    <a:lnTo>
                      <a:pt x="13" y="176"/>
                    </a:lnTo>
                    <a:lnTo>
                      <a:pt x="22" y="176"/>
                    </a:lnTo>
                    <a:lnTo>
                      <a:pt x="26" y="174"/>
                    </a:lnTo>
                    <a:lnTo>
                      <a:pt x="28" y="170"/>
                    </a:lnTo>
                    <a:lnTo>
                      <a:pt x="28" y="167"/>
                    </a:lnTo>
                    <a:lnTo>
                      <a:pt x="24" y="162"/>
                    </a:lnTo>
                    <a:lnTo>
                      <a:pt x="21" y="162"/>
                    </a:lnTo>
                    <a:lnTo>
                      <a:pt x="17" y="162"/>
                    </a:lnTo>
                    <a:lnTo>
                      <a:pt x="21" y="160"/>
                    </a:lnTo>
                    <a:lnTo>
                      <a:pt x="22" y="158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1" y="148"/>
                    </a:lnTo>
                    <a:lnTo>
                      <a:pt x="33" y="145"/>
                    </a:lnTo>
                    <a:lnTo>
                      <a:pt x="35" y="141"/>
                    </a:lnTo>
                    <a:lnTo>
                      <a:pt x="35" y="136"/>
                    </a:lnTo>
                    <a:lnTo>
                      <a:pt x="37" y="134"/>
                    </a:lnTo>
                    <a:lnTo>
                      <a:pt x="37" y="124"/>
                    </a:lnTo>
                    <a:lnTo>
                      <a:pt x="37" y="60"/>
                    </a:lnTo>
                    <a:lnTo>
                      <a:pt x="35" y="52"/>
                    </a:lnTo>
                    <a:lnTo>
                      <a:pt x="35" y="48"/>
                    </a:lnTo>
                    <a:lnTo>
                      <a:pt x="33" y="45"/>
                    </a:lnTo>
                    <a:lnTo>
                      <a:pt x="33" y="41"/>
                    </a:lnTo>
                    <a:lnTo>
                      <a:pt x="31" y="36"/>
                    </a:lnTo>
                    <a:lnTo>
                      <a:pt x="28" y="28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7" y="17"/>
                    </a:lnTo>
                    <a:lnTo>
                      <a:pt x="19" y="15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11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3" name="Freeform 134">
                <a:extLst>
                  <a:ext uri="{FF2B5EF4-FFF2-40B4-BE49-F238E27FC236}">
                    <a16:creationId xmlns:a16="http://schemas.microsoft.com/office/drawing/2014/main" id="{53FB1E07-514E-E447-AC9C-DE81396C02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2" y="3377"/>
                <a:ext cx="20" cy="34"/>
              </a:xfrm>
              <a:custGeom>
                <a:avLst/>
                <a:gdLst>
                  <a:gd name="T0" fmla="*/ 19 w 20"/>
                  <a:gd name="T1" fmla="*/ 15 h 34"/>
                  <a:gd name="T2" fmla="*/ 17 w 20"/>
                  <a:gd name="T3" fmla="*/ 27 h 34"/>
                  <a:gd name="T4" fmla="*/ 9 w 20"/>
                  <a:gd name="T5" fmla="*/ 33 h 34"/>
                  <a:gd name="T6" fmla="*/ 4 w 20"/>
                  <a:gd name="T7" fmla="*/ 29 h 34"/>
                  <a:gd name="T8" fmla="*/ 0 w 20"/>
                  <a:gd name="T9" fmla="*/ 17 h 34"/>
                  <a:gd name="T10" fmla="*/ 2 w 20"/>
                  <a:gd name="T11" fmla="*/ 6 h 34"/>
                  <a:gd name="T12" fmla="*/ 9 w 20"/>
                  <a:gd name="T13" fmla="*/ 0 h 34"/>
                  <a:gd name="T14" fmla="*/ 15 w 20"/>
                  <a:gd name="T15" fmla="*/ 6 h 34"/>
                  <a:gd name="T16" fmla="*/ 19 w 20"/>
                  <a:gd name="T17" fmla="*/ 1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19" y="15"/>
                    </a:moveTo>
                    <a:lnTo>
                      <a:pt x="17" y="27"/>
                    </a:lnTo>
                    <a:lnTo>
                      <a:pt x="9" y="33"/>
                    </a:lnTo>
                    <a:lnTo>
                      <a:pt x="4" y="29"/>
                    </a:lnTo>
                    <a:lnTo>
                      <a:pt x="0" y="17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5" y="6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4" name="Freeform 135">
                <a:extLst>
                  <a:ext uri="{FF2B5EF4-FFF2-40B4-BE49-F238E27FC236}">
                    <a16:creationId xmlns:a16="http://schemas.microsoft.com/office/drawing/2014/main" id="{AED9C0A5-B8D0-114F-AEF0-6F1B79C03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9" y="3377"/>
                <a:ext cx="14" cy="34"/>
              </a:xfrm>
              <a:custGeom>
                <a:avLst/>
                <a:gdLst>
                  <a:gd name="T0" fmla="*/ 0 w 14"/>
                  <a:gd name="T1" fmla="*/ 0 h 34"/>
                  <a:gd name="T2" fmla="*/ 2 w 14"/>
                  <a:gd name="T3" fmla="*/ 33 h 34"/>
                  <a:gd name="T4" fmla="*/ 13 w 14"/>
                  <a:gd name="T5" fmla="*/ 33 h 34"/>
                  <a:gd name="T6" fmla="*/ 11 w 14"/>
                  <a:gd name="T7" fmla="*/ 0 h 34"/>
                  <a:gd name="T8" fmla="*/ 0 w 14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4"/>
                  <a:gd name="T17" fmla="*/ 14 w 1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4">
                    <a:moveTo>
                      <a:pt x="0" y="0"/>
                    </a:moveTo>
                    <a:lnTo>
                      <a:pt x="2" y="33"/>
                    </a:lnTo>
                    <a:lnTo>
                      <a:pt x="13" y="3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5" name="Freeform 136">
                <a:extLst>
                  <a:ext uri="{FF2B5EF4-FFF2-40B4-BE49-F238E27FC236}">
                    <a16:creationId xmlns:a16="http://schemas.microsoft.com/office/drawing/2014/main" id="{D7E409F8-CF9D-2C4B-B7D2-2E3406D0A8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3" y="3377"/>
                <a:ext cx="20" cy="34"/>
              </a:xfrm>
              <a:custGeom>
                <a:avLst/>
                <a:gdLst>
                  <a:gd name="T0" fmla="*/ 19 w 20"/>
                  <a:gd name="T1" fmla="*/ 15 h 34"/>
                  <a:gd name="T2" fmla="*/ 17 w 20"/>
                  <a:gd name="T3" fmla="*/ 27 h 34"/>
                  <a:gd name="T4" fmla="*/ 11 w 20"/>
                  <a:gd name="T5" fmla="*/ 33 h 34"/>
                  <a:gd name="T6" fmla="*/ 4 w 20"/>
                  <a:gd name="T7" fmla="*/ 29 h 34"/>
                  <a:gd name="T8" fmla="*/ 0 w 20"/>
                  <a:gd name="T9" fmla="*/ 17 h 34"/>
                  <a:gd name="T10" fmla="*/ 2 w 20"/>
                  <a:gd name="T11" fmla="*/ 6 h 34"/>
                  <a:gd name="T12" fmla="*/ 9 w 20"/>
                  <a:gd name="T13" fmla="*/ 0 h 34"/>
                  <a:gd name="T14" fmla="*/ 16 w 20"/>
                  <a:gd name="T15" fmla="*/ 6 h 34"/>
                  <a:gd name="T16" fmla="*/ 19 w 20"/>
                  <a:gd name="T17" fmla="*/ 1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19" y="15"/>
                    </a:moveTo>
                    <a:lnTo>
                      <a:pt x="17" y="27"/>
                    </a:lnTo>
                    <a:lnTo>
                      <a:pt x="11" y="33"/>
                    </a:lnTo>
                    <a:lnTo>
                      <a:pt x="4" y="29"/>
                    </a:lnTo>
                    <a:lnTo>
                      <a:pt x="0" y="17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6" y="6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6" name="Freeform 137">
                <a:extLst>
                  <a:ext uri="{FF2B5EF4-FFF2-40B4-BE49-F238E27FC236}">
                    <a16:creationId xmlns:a16="http://schemas.microsoft.com/office/drawing/2014/main" id="{1B54D1E2-7545-FE48-8720-31C711408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5" y="3372"/>
                <a:ext cx="3" cy="34"/>
              </a:xfrm>
              <a:custGeom>
                <a:avLst/>
                <a:gdLst>
                  <a:gd name="T0" fmla="*/ 2 w 3"/>
                  <a:gd name="T1" fmla="*/ 5 h 34"/>
                  <a:gd name="T2" fmla="*/ 2 w 3"/>
                  <a:gd name="T3" fmla="*/ 3 h 34"/>
                  <a:gd name="T4" fmla="*/ 1 w 3"/>
                  <a:gd name="T5" fmla="*/ 0 h 34"/>
                  <a:gd name="T6" fmla="*/ 0 w 3"/>
                  <a:gd name="T7" fmla="*/ 0 h 34"/>
                  <a:gd name="T8" fmla="*/ 0 w 3"/>
                  <a:gd name="T9" fmla="*/ 3 h 34"/>
                  <a:gd name="T10" fmla="*/ 0 w 3"/>
                  <a:gd name="T11" fmla="*/ 5 h 34"/>
                  <a:gd name="T12" fmla="*/ 0 w 3"/>
                  <a:gd name="T13" fmla="*/ 29 h 34"/>
                  <a:gd name="T14" fmla="*/ 0 w 3"/>
                  <a:gd name="T15" fmla="*/ 31 h 34"/>
                  <a:gd name="T16" fmla="*/ 1 w 3"/>
                  <a:gd name="T17" fmla="*/ 33 h 34"/>
                  <a:gd name="T18" fmla="*/ 2 w 3"/>
                  <a:gd name="T19" fmla="*/ 31 h 34"/>
                  <a:gd name="T20" fmla="*/ 2 w 3"/>
                  <a:gd name="T21" fmla="*/ 29 h 34"/>
                  <a:gd name="T22" fmla="*/ 2 w 3"/>
                  <a:gd name="T23" fmla="*/ 5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34"/>
                  <a:gd name="T38" fmla="*/ 3 w 3"/>
                  <a:gd name="T39" fmla="*/ 34 h 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34">
                    <a:moveTo>
                      <a:pt x="2" y="5"/>
                    </a:moveTo>
                    <a:lnTo>
                      <a:pt x="2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7" name="Freeform 138">
                <a:extLst>
                  <a:ext uri="{FF2B5EF4-FFF2-40B4-BE49-F238E27FC236}">
                    <a16:creationId xmlns:a16="http://schemas.microsoft.com/office/drawing/2014/main" id="{A0BCC82D-2DBA-B242-9A37-12E301E295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71" y="3372"/>
                <a:ext cx="107" cy="34"/>
              </a:xfrm>
              <a:custGeom>
                <a:avLst/>
                <a:gdLst>
                  <a:gd name="T0" fmla="*/ 8 w 107"/>
                  <a:gd name="T1" fmla="*/ 6 h 34"/>
                  <a:gd name="T2" fmla="*/ 2 w 107"/>
                  <a:gd name="T3" fmla="*/ 10 h 34"/>
                  <a:gd name="T4" fmla="*/ 0 w 107"/>
                  <a:gd name="T5" fmla="*/ 17 h 34"/>
                  <a:gd name="T6" fmla="*/ 0 w 107"/>
                  <a:gd name="T7" fmla="*/ 23 h 34"/>
                  <a:gd name="T8" fmla="*/ 2 w 107"/>
                  <a:gd name="T9" fmla="*/ 31 h 34"/>
                  <a:gd name="T10" fmla="*/ 8 w 107"/>
                  <a:gd name="T11" fmla="*/ 33 h 34"/>
                  <a:gd name="T12" fmla="*/ 99 w 107"/>
                  <a:gd name="T13" fmla="*/ 27 h 34"/>
                  <a:gd name="T14" fmla="*/ 104 w 107"/>
                  <a:gd name="T15" fmla="*/ 23 h 34"/>
                  <a:gd name="T16" fmla="*/ 106 w 107"/>
                  <a:gd name="T17" fmla="*/ 16 h 34"/>
                  <a:gd name="T18" fmla="*/ 106 w 107"/>
                  <a:gd name="T19" fmla="*/ 10 h 34"/>
                  <a:gd name="T20" fmla="*/ 103 w 107"/>
                  <a:gd name="T21" fmla="*/ 4 h 34"/>
                  <a:gd name="T22" fmla="*/ 97 w 107"/>
                  <a:gd name="T23" fmla="*/ 0 h 34"/>
                  <a:gd name="T24" fmla="*/ 8 w 107"/>
                  <a:gd name="T25" fmla="*/ 6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7"/>
                  <a:gd name="T40" fmla="*/ 0 h 34"/>
                  <a:gd name="T41" fmla="*/ 107 w 107"/>
                  <a:gd name="T42" fmla="*/ 34 h 3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7" h="34">
                    <a:moveTo>
                      <a:pt x="8" y="6"/>
                    </a:move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3"/>
                    </a:lnTo>
                    <a:lnTo>
                      <a:pt x="99" y="27"/>
                    </a:lnTo>
                    <a:lnTo>
                      <a:pt x="104" y="23"/>
                    </a:lnTo>
                    <a:lnTo>
                      <a:pt x="106" y="16"/>
                    </a:lnTo>
                    <a:lnTo>
                      <a:pt x="106" y="10"/>
                    </a:lnTo>
                    <a:lnTo>
                      <a:pt x="103" y="4"/>
                    </a:lnTo>
                    <a:lnTo>
                      <a:pt x="97" y="0"/>
                    </a:lnTo>
                    <a:lnTo>
                      <a:pt x="8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8" name="Freeform 139">
                <a:extLst>
                  <a:ext uri="{FF2B5EF4-FFF2-40B4-BE49-F238E27FC236}">
                    <a16:creationId xmlns:a16="http://schemas.microsoft.com/office/drawing/2014/main" id="{1751DB79-5DFA-244C-AA3C-84D314333B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9" y="3367"/>
                <a:ext cx="22" cy="36"/>
              </a:xfrm>
              <a:custGeom>
                <a:avLst/>
                <a:gdLst>
                  <a:gd name="T0" fmla="*/ 21 w 22"/>
                  <a:gd name="T1" fmla="*/ 17 h 36"/>
                  <a:gd name="T2" fmla="*/ 19 w 22"/>
                  <a:gd name="T3" fmla="*/ 29 h 36"/>
                  <a:gd name="T4" fmla="*/ 11 w 22"/>
                  <a:gd name="T5" fmla="*/ 35 h 36"/>
                  <a:gd name="T6" fmla="*/ 4 w 22"/>
                  <a:gd name="T7" fmla="*/ 31 h 36"/>
                  <a:gd name="T8" fmla="*/ 0 w 22"/>
                  <a:gd name="T9" fmla="*/ 19 h 36"/>
                  <a:gd name="T10" fmla="*/ 2 w 22"/>
                  <a:gd name="T11" fmla="*/ 6 h 36"/>
                  <a:gd name="T12" fmla="*/ 9 w 22"/>
                  <a:gd name="T13" fmla="*/ 0 h 36"/>
                  <a:gd name="T14" fmla="*/ 17 w 22"/>
                  <a:gd name="T15" fmla="*/ 6 h 36"/>
                  <a:gd name="T16" fmla="*/ 21 w 22"/>
                  <a:gd name="T17" fmla="*/ 1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36"/>
                  <a:gd name="T29" fmla="*/ 22 w 22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36">
                    <a:moveTo>
                      <a:pt x="21" y="17"/>
                    </a:moveTo>
                    <a:lnTo>
                      <a:pt x="19" y="29"/>
                    </a:lnTo>
                    <a:lnTo>
                      <a:pt x="11" y="35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7" y="6"/>
                    </a:lnTo>
                    <a:lnTo>
                      <a:pt x="21" y="1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79" name="Freeform 140">
                <a:extLst>
                  <a:ext uri="{FF2B5EF4-FFF2-40B4-BE49-F238E27FC236}">
                    <a16:creationId xmlns:a16="http://schemas.microsoft.com/office/drawing/2014/main" id="{B123BDF9-DAF6-554F-8FC8-2E9F0CDA5F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367"/>
                <a:ext cx="15" cy="36"/>
              </a:xfrm>
              <a:custGeom>
                <a:avLst/>
                <a:gdLst>
                  <a:gd name="T0" fmla="*/ 0 w 15"/>
                  <a:gd name="T1" fmla="*/ 0 h 36"/>
                  <a:gd name="T2" fmla="*/ 2 w 15"/>
                  <a:gd name="T3" fmla="*/ 35 h 36"/>
                  <a:gd name="T4" fmla="*/ 14 w 15"/>
                  <a:gd name="T5" fmla="*/ 35 h 36"/>
                  <a:gd name="T6" fmla="*/ 12 w 15"/>
                  <a:gd name="T7" fmla="*/ 0 h 36"/>
                  <a:gd name="T8" fmla="*/ 0 w 1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36"/>
                  <a:gd name="T17" fmla="*/ 15 w 15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36">
                    <a:moveTo>
                      <a:pt x="0" y="0"/>
                    </a:moveTo>
                    <a:lnTo>
                      <a:pt x="2" y="35"/>
                    </a:lnTo>
                    <a:lnTo>
                      <a:pt x="14" y="35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0" name="Freeform 141">
                <a:extLst>
                  <a:ext uri="{FF2B5EF4-FFF2-40B4-BE49-F238E27FC236}">
                    <a16:creationId xmlns:a16="http://schemas.microsoft.com/office/drawing/2014/main" id="{1E02AE52-F2E9-C046-BC19-0027E98C9C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0" y="3367"/>
                <a:ext cx="22" cy="36"/>
              </a:xfrm>
              <a:custGeom>
                <a:avLst/>
                <a:gdLst>
                  <a:gd name="T0" fmla="*/ 21 w 22"/>
                  <a:gd name="T1" fmla="*/ 17 h 36"/>
                  <a:gd name="T2" fmla="*/ 18 w 22"/>
                  <a:gd name="T3" fmla="*/ 29 h 36"/>
                  <a:gd name="T4" fmla="*/ 12 w 22"/>
                  <a:gd name="T5" fmla="*/ 35 h 36"/>
                  <a:gd name="T6" fmla="*/ 4 w 22"/>
                  <a:gd name="T7" fmla="*/ 31 h 36"/>
                  <a:gd name="T8" fmla="*/ 0 w 22"/>
                  <a:gd name="T9" fmla="*/ 19 h 36"/>
                  <a:gd name="T10" fmla="*/ 2 w 22"/>
                  <a:gd name="T11" fmla="*/ 6 h 36"/>
                  <a:gd name="T12" fmla="*/ 10 w 22"/>
                  <a:gd name="T13" fmla="*/ 0 h 36"/>
                  <a:gd name="T14" fmla="*/ 18 w 22"/>
                  <a:gd name="T15" fmla="*/ 4 h 36"/>
                  <a:gd name="T16" fmla="*/ 21 w 22"/>
                  <a:gd name="T17" fmla="*/ 1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36"/>
                  <a:gd name="T29" fmla="*/ 22 w 22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36">
                    <a:moveTo>
                      <a:pt x="21" y="17"/>
                    </a:moveTo>
                    <a:lnTo>
                      <a:pt x="18" y="29"/>
                    </a:lnTo>
                    <a:lnTo>
                      <a:pt x="12" y="35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2" y="6"/>
                    </a:lnTo>
                    <a:lnTo>
                      <a:pt x="10" y="0"/>
                    </a:lnTo>
                    <a:lnTo>
                      <a:pt x="18" y="4"/>
                    </a:lnTo>
                    <a:lnTo>
                      <a:pt x="21" y="1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1" name="Freeform 142">
                <a:extLst>
                  <a:ext uri="{FF2B5EF4-FFF2-40B4-BE49-F238E27FC236}">
                    <a16:creationId xmlns:a16="http://schemas.microsoft.com/office/drawing/2014/main" id="{B5DF3336-9FAF-9146-8215-16EE8CA41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3" y="3362"/>
                <a:ext cx="4" cy="37"/>
              </a:xfrm>
              <a:custGeom>
                <a:avLst/>
                <a:gdLst>
                  <a:gd name="T0" fmla="*/ 3 w 4"/>
                  <a:gd name="T1" fmla="*/ 4 h 37"/>
                  <a:gd name="T2" fmla="*/ 3 w 4"/>
                  <a:gd name="T3" fmla="*/ 2 h 37"/>
                  <a:gd name="T4" fmla="*/ 2 w 4"/>
                  <a:gd name="T5" fmla="*/ 2 h 37"/>
                  <a:gd name="T6" fmla="*/ 2 w 4"/>
                  <a:gd name="T7" fmla="*/ 0 h 37"/>
                  <a:gd name="T8" fmla="*/ 0 w 4"/>
                  <a:gd name="T9" fmla="*/ 0 h 37"/>
                  <a:gd name="T10" fmla="*/ 0 w 4"/>
                  <a:gd name="T11" fmla="*/ 2 h 37"/>
                  <a:gd name="T12" fmla="*/ 0 w 4"/>
                  <a:gd name="T13" fmla="*/ 4 h 37"/>
                  <a:gd name="T14" fmla="*/ 0 w 4"/>
                  <a:gd name="T15" fmla="*/ 31 h 37"/>
                  <a:gd name="T16" fmla="*/ 0 w 4"/>
                  <a:gd name="T17" fmla="*/ 34 h 37"/>
                  <a:gd name="T18" fmla="*/ 1 w 4"/>
                  <a:gd name="T19" fmla="*/ 34 h 37"/>
                  <a:gd name="T20" fmla="*/ 1 w 4"/>
                  <a:gd name="T21" fmla="*/ 36 h 37"/>
                  <a:gd name="T22" fmla="*/ 3 w 4"/>
                  <a:gd name="T23" fmla="*/ 36 h 37"/>
                  <a:gd name="T24" fmla="*/ 3 w 4"/>
                  <a:gd name="T25" fmla="*/ 34 h 37"/>
                  <a:gd name="T26" fmla="*/ 3 w 4"/>
                  <a:gd name="T27" fmla="*/ 33 h 37"/>
                  <a:gd name="T28" fmla="*/ 3 w 4"/>
                  <a:gd name="T29" fmla="*/ 31 h 37"/>
                  <a:gd name="T30" fmla="*/ 3 w 4"/>
                  <a:gd name="T31" fmla="*/ 4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"/>
                  <a:gd name="T49" fmla="*/ 0 h 37"/>
                  <a:gd name="T50" fmla="*/ 4 w 4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" h="37">
                    <a:moveTo>
                      <a:pt x="3" y="4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1" y="36"/>
                    </a:lnTo>
                    <a:lnTo>
                      <a:pt x="3" y="36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4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2" name="Freeform 143">
                <a:extLst>
                  <a:ext uri="{FF2B5EF4-FFF2-40B4-BE49-F238E27FC236}">
                    <a16:creationId xmlns:a16="http://schemas.microsoft.com/office/drawing/2014/main" id="{F75312BA-D697-9748-BAC0-F65BDE9B6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9" y="3344"/>
                <a:ext cx="202" cy="21"/>
              </a:xfrm>
              <a:custGeom>
                <a:avLst/>
                <a:gdLst>
                  <a:gd name="T0" fmla="*/ 10 w 202"/>
                  <a:gd name="T1" fmla="*/ 11 h 21"/>
                  <a:gd name="T2" fmla="*/ 6 w 202"/>
                  <a:gd name="T3" fmla="*/ 13 h 21"/>
                  <a:gd name="T4" fmla="*/ 4 w 202"/>
                  <a:gd name="T5" fmla="*/ 15 h 21"/>
                  <a:gd name="T6" fmla="*/ 2 w 202"/>
                  <a:gd name="T7" fmla="*/ 17 h 21"/>
                  <a:gd name="T8" fmla="*/ 0 w 202"/>
                  <a:gd name="T9" fmla="*/ 20 h 21"/>
                  <a:gd name="T10" fmla="*/ 201 w 202"/>
                  <a:gd name="T11" fmla="*/ 10 h 21"/>
                  <a:gd name="T12" fmla="*/ 199 w 202"/>
                  <a:gd name="T13" fmla="*/ 0 h 21"/>
                  <a:gd name="T14" fmla="*/ 10 w 202"/>
                  <a:gd name="T15" fmla="*/ 1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2"/>
                  <a:gd name="T25" fmla="*/ 0 h 21"/>
                  <a:gd name="T26" fmla="*/ 202 w 202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2" h="21">
                    <a:moveTo>
                      <a:pt x="10" y="11"/>
                    </a:moveTo>
                    <a:lnTo>
                      <a:pt x="6" y="13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201" y="10"/>
                    </a:lnTo>
                    <a:lnTo>
                      <a:pt x="199" y="0"/>
                    </a:lnTo>
                    <a:lnTo>
                      <a:pt x="10" y="1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3" name="Freeform 144">
                <a:extLst>
                  <a:ext uri="{FF2B5EF4-FFF2-40B4-BE49-F238E27FC236}">
                    <a16:creationId xmlns:a16="http://schemas.microsoft.com/office/drawing/2014/main" id="{D4532B52-D99F-C144-A26D-9F3C2FECB4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1" y="3354"/>
                <a:ext cx="78" cy="9"/>
              </a:xfrm>
              <a:custGeom>
                <a:avLst/>
                <a:gdLst>
                  <a:gd name="T0" fmla="*/ 0 w 78"/>
                  <a:gd name="T1" fmla="*/ 5 h 9"/>
                  <a:gd name="T2" fmla="*/ 0 w 78"/>
                  <a:gd name="T3" fmla="*/ 8 h 9"/>
                  <a:gd name="T4" fmla="*/ 77 w 78"/>
                  <a:gd name="T5" fmla="*/ 5 h 9"/>
                  <a:gd name="T6" fmla="*/ 68 w 78"/>
                  <a:gd name="T7" fmla="*/ 0 h 9"/>
                  <a:gd name="T8" fmla="*/ 0 w 7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9"/>
                  <a:gd name="T17" fmla="*/ 78 w 7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9">
                    <a:moveTo>
                      <a:pt x="0" y="5"/>
                    </a:moveTo>
                    <a:lnTo>
                      <a:pt x="0" y="8"/>
                    </a:lnTo>
                    <a:lnTo>
                      <a:pt x="77" y="5"/>
                    </a:lnTo>
                    <a:lnTo>
                      <a:pt x="68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4" name="Freeform 145">
                <a:extLst>
                  <a:ext uri="{FF2B5EF4-FFF2-40B4-BE49-F238E27FC236}">
                    <a16:creationId xmlns:a16="http://schemas.microsoft.com/office/drawing/2014/main" id="{6BC65ABC-EDE8-7040-8C3E-8FA50CE3B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3332"/>
                <a:ext cx="223" cy="28"/>
              </a:xfrm>
              <a:custGeom>
                <a:avLst/>
                <a:gdLst>
                  <a:gd name="T0" fmla="*/ 0 w 223"/>
                  <a:gd name="T1" fmla="*/ 18 h 28"/>
                  <a:gd name="T2" fmla="*/ 0 w 223"/>
                  <a:gd name="T3" fmla="*/ 25 h 28"/>
                  <a:gd name="T4" fmla="*/ 188 w 223"/>
                  <a:gd name="T5" fmla="*/ 10 h 28"/>
                  <a:gd name="T6" fmla="*/ 197 w 223"/>
                  <a:gd name="T7" fmla="*/ 12 h 28"/>
                  <a:gd name="T8" fmla="*/ 197 w 223"/>
                  <a:gd name="T9" fmla="*/ 27 h 28"/>
                  <a:gd name="T10" fmla="*/ 222 w 223"/>
                  <a:gd name="T11" fmla="*/ 27 h 28"/>
                  <a:gd name="T12" fmla="*/ 222 w 223"/>
                  <a:gd name="T13" fmla="*/ 0 h 28"/>
                  <a:gd name="T14" fmla="*/ 0 w 223"/>
                  <a:gd name="T15" fmla="*/ 1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3"/>
                  <a:gd name="T25" fmla="*/ 0 h 28"/>
                  <a:gd name="T26" fmla="*/ 223 w 223"/>
                  <a:gd name="T27" fmla="*/ 28 h 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3" h="28">
                    <a:moveTo>
                      <a:pt x="0" y="18"/>
                    </a:moveTo>
                    <a:lnTo>
                      <a:pt x="0" y="25"/>
                    </a:lnTo>
                    <a:lnTo>
                      <a:pt x="188" y="10"/>
                    </a:lnTo>
                    <a:lnTo>
                      <a:pt x="197" y="12"/>
                    </a:lnTo>
                    <a:lnTo>
                      <a:pt x="197" y="27"/>
                    </a:lnTo>
                    <a:lnTo>
                      <a:pt x="222" y="27"/>
                    </a:lnTo>
                    <a:lnTo>
                      <a:pt x="222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5" name="Freeform 146">
                <a:extLst>
                  <a:ext uri="{FF2B5EF4-FFF2-40B4-BE49-F238E27FC236}">
                    <a16:creationId xmlns:a16="http://schemas.microsoft.com/office/drawing/2014/main" id="{407AD659-8D72-DA41-9E99-F5EA0DF9D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68" y="3344"/>
                <a:ext cx="11" cy="16"/>
              </a:xfrm>
              <a:custGeom>
                <a:avLst/>
                <a:gdLst>
                  <a:gd name="T0" fmla="*/ 0 w 11"/>
                  <a:gd name="T1" fmla="*/ 0 h 16"/>
                  <a:gd name="T2" fmla="*/ 0 w 11"/>
                  <a:gd name="T3" fmla="*/ 9 h 16"/>
                  <a:gd name="T4" fmla="*/ 10 w 11"/>
                  <a:gd name="T5" fmla="*/ 15 h 16"/>
                  <a:gd name="T6" fmla="*/ 10 w 11"/>
                  <a:gd name="T7" fmla="*/ 2 h 16"/>
                  <a:gd name="T8" fmla="*/ 0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6"/>
                  <a:gd name="T17" fmla="*/ 11 w 11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6">
                    <a:moveTo>
                      <a:pt x="0" y="0"/>
                    </a:moveTo>
                    <a:lnTo>
                      <a:pt x="0" y="9"/>
                    </a:lnTo>
                    <a:lnTo>
                      <a:pt x="10" y="15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6" name="Freeform 147">
                <a:extLst>
                  <a:ext uri="{FF2B5EF4-FFF2-40B4-BE49-F238E27FC236}">
                    <a16:creationId xmlns:a16="http://schemas.microsoft.com/office/drawing/2014/main" id="{6D0E7FD5-0E05-7346-9437-CD92DCD876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0" y="4110"/>
                <a:ext cx="25" cy="50"/>
              </a:xfrm>
              <a:custGeom>
                <a:avLst/>
                <a:gdLst>
                  <a:gd name="T0" fmla="*/ 2 w 25"/>
                  <a:gd name="T1" fmla="*/ 2 h 50"/>
                  <a:gd name="T2" fmla="*/ 0 w 25"/>
                  <a:gd name="T3" fmla="*/ 23 h 50"/>
                  <a:gd name="T4" fmla="*/ 6 w 25"/>
                  <a:gd name="T5" fmla="*/ 36 h 50"/>
                  <a:gd name="T6" fmla="*/ 13 w 25"/>
                  <a:gd name="T7" fmla="*/ 45 h 50"/>
                  <a:gd name="T8" fmla="*/ 17 w 25"/>
                  <a:gd name="T9" fmla="*/ 47 h 50"/>
                  <a:gd name="T10" fmla="*/ 22 w 25"/>
                  <a:gd name="T11" fmla="*/ 49 h 50"/>
                  <a:gd name="T12" fmla="*/ 24 w 25"/>
                  <a:gd name="T13" fmla="*/ 49 h 50"/>
                  <a:gd name="T14" fmla="*/ 24 w 25"/>
                  <a:gd name="T15" fmla="*/ 32 h 50"/>
                  <a:gd name="T16" fmla="*/ 19 w 25"/>
                  <a:gd name="T17" fmla="*/ 32 h 50"/>
                  <a:gd name="T18" fmla="*/ 17 w 25"/>
                  <a:gd name="T19" fmla="*/ 0 h 50"/>
                  <a:gd name="T20" fmla="*/ 2 w 25"/>
                  <a:gd name="T21" fmla="*/ 2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50"/>
                  <a:gd name="T35" fmla="*/ 25 w 25"/>
                  <a:gd name="T36" fmla="*/ 50 h 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50">
                    <a:moveTo>
                      <a:pt x="2" y="2"/>
                    </a:moveTo>
                    <a:lnTo>
                      <a:pt x="0" y="23"/>
                    </a:lnTo>
                    <a:lnTo>
                      <a:pt x="6" y="36"/>
                    </a:lnTo>
                    <a:lnTo>
                      <a:pt x="13" y="45"/>
                    </a:lnTo>
                    <a:lnTo>
                      <a:pt x="17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4" y="32"/>
                    </a:lnTo>
                    <a:lnTo>
                      <a:pt x="19" y="32"/>
                    </a:lnTo>
                    <a:lnTo>
                      <a:pt x="17" y="0"/>
                    </a:lnTo>
                    <a:lnTo>
                      <a:pt x="2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87" name="Oval 148">
                <a:extLst>
                  <a:ext uri="{FF2B5EF4-FFF2-40B4-BE49-F238E27FC236}">
                    <a16:creationId xmlns:a16="http://schemas.microsoft.com/office/drawing/2014/main" id="{D3A86A66-BED7-AD45-84BF-6D01736A23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78" y="3496"/>
                <a:ext cx="16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88" name="Oval 149">
                <a:extLst>
                  <a:ext uri="{FF2B5EF4-FFF2-40B4-BE49-F238E27FC236}">
                    <a16:creationId xmlns:a16="http://schemas.microsoft.com/office/drawing/2014/main" id="{A584E279-D9D4-8F41-9E25-5D22C280AC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83" y="3496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89" name="Oval 150">
                <a:extLst>
                  <a:ext uri="{FF2B5EF4-FFF2-40B4-BE49-F238E27FC236}">
                    <a16:creationId xmlns:a16="http://schemas.microsoft.com/office/drawing/2014/main" id="{75ADBB79-1782-0647-AE20-5F251A7E91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49" y="3496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90" name="Oval 151">
                <a:extLst>
                  <a:ext uri="{FF2B5EF4-FFF2-40B4-BE49-F238E27FC236}">
                    <a16:creationId xmlns:a16="http://schemas.microsoft.com/office/drawing/2014/main" id="{92CE597E-D7F0-5C46-9650-9E35A48423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11" y="3496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391" name="Line 152">
                <a:extLst>
                  <a:ext uri="{FF2B5EF4-FFF2-40B4-BE49-F238E27FC236}">
                    <a16:creationId xmlns:a16="http://schemas.microsoft.com/office/drawing/2014/main" id="{E9040513-138A-8D4C-A0A8-0D9425D3809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236" y="4116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2" name="Line 153">
                <a:extLst>
                  <a:ext uri="{FF2B5EF4-FFF2-40B4-BE49-F238E27FC236}">
                    <a16:creationId xmlns:a16="http://schemas.microsoft.com/office/drawing/2014/main" id="{983B4134-8BA2-9D4C-B3AA-9715BF96C8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236" y="412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3" name="Line 154">
                <a:extLst>
                  <a:ext uri="{FF2B5EF4-FFF2-40B4-BE49-F238E27FC236}">
                    <a16:creationId xmlns:a16="http://schemas.microsoft.com/office/drawing/2014/main" id="{30447F4F-26D9-BF4D-8DD9-853260EBF8E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35" y="4124"/>
                <a:ext cx="10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4" name="Line 155">
                <a:extLst>
                  <a:ext uri="{FF2B5EF4-FFF2-40B4-BE49-F238E27FC236}">
                    <a16:creationId xmlns:a16="http://schemas.microsoft.com/office/drawing/2014/main" id="{13639DFE-70A9-D245-AA7E-CDF9130BB52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39" y="4132"/>
                <a:ext cx="9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5" name="Line 156">
                <a:extLst>
                  <a:ext uri="{FF2B5EF4-FFF2-40B4-BE49-F238E27FC236}">
                    <a16:creationId xmlns:a16="http://schemas.microsoft.com/office/drawing/2014/main" id="{FD32B235-C1CD-794B-BD7F-315E8B6532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48" y="4138"/>
                <a:ext cx="0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6" name="Line 157">
                <a:extLst>
                  <a:ext uri="{FF2B5EF4-FFF2-40B4-BE49-F238E27FC236}">
                    <a16:creationId xmlns:a16="http://schemas.microsoft.com/office/drawing/2014/main" id="{C849B3B7-33EC-BD43-9EDD-F4F9D0F2F5A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53" y="4141"/>
                <a:ext cx="0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7" name="Line 158">
                <a:extLst>
                  <a:ext uri="{FF2B5EF4-FFF2-40B4-BE49-F238E27FC236}">
                    <a16:creationId xmlns:a16="http://schemas.microsoft.com/office/drawing/2014/main" id="{A863455D-AD18-D84F-BA52-85953ACA3CF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33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8" name="Line 159">
                <a:extLst>
                  <a:ext uri="{FF2B5EF4-FFF2-40B4-BE49-F238E27FC236}">
                    <a16:creationId xmlns:a16="http://schemas.microsoft.com/office/drawing/2014/main" id="{E3DC596A-A180-1448-A976-1C2BBBCDD7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38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399" name="Line 160">
                <a:extLst>
                  <a:ext uri="{FF2B5EF4-FFF2-40B4-BE49-F238E27FC236}">
                    <a16:creationId xmlns:a16="http://schemas.microsoft.com/office/drawing/2014/main" id="{0DB89403-F2DB-C04D-8D0A-6ED78EB83A4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7" y="3844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0" name="Line 161">
                <a:extLst>
                  <a:ext uri="{FF2B5EF4-FFF2-40B4-BE49-F238E27FC236}">
                    <a16:creationId xmlns:a16="http://schemas.microsoft.com/office/drawing/2014/main" id="{A1F1EF40-1E88-6A4C-98A9-80413E9481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7" y="384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1" name="Line 162">
                <a:extLst>
                  <a:ext uri="{FF2B5EF4-FFF2-40B4-BE49-F238E27FC236}">
                    <a16:creationId xmlns:a16="http://schemas.microsoft.com/office/drawing/2014/main" id="{A1DF416D-D696-5D43-B46B-84A8E3335B3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46" y="387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2" name="Line 163">
                <a:extLst>
                  <a:ext uri="{FF2B5EF4-FFF2-40B4-BE49-F238E27FC236}">
                    <a16:creationId xmlns:a16="http://schemas.microsoft.com/office/drawing/2014/main" id="{5C65C590-8CED-B346-A43B-254E956BDB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42" y="3879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3" name="Line 164">
                <a:extLst>
                  <a:ext uri="{FF2B5EF4-FFF2-40B4-BE49-F238E27FC236}">
                    <a16:creationId xmlns:a16="http://schemas.microsoft.com/office/drawing/2014/main" id="{7BD87792-609A-DF4D-AEC8-805496858A3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85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4" name="Line 165">
                <a:extLst>
                  <a:ext uri="{FF2B5EF4-FFF2-40B4-BE49-F238E27FC236}">
                    <a16:creationId xmlns:a16="http://schemas.microsoft.com/office/drawing/2014/main" id="{44D852A6-8E84-8A4B-86FB-09D303FC0B2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5" name="Line 166">
                <a:extLst>
                  <a:ext uri="{FF2B5EF4-FFF2-40B4-BE49-F238E27FC236}">
                    <a16:creationId xmlns:a16="http://schemas.microsoft.com/office/drawing/2014/main" id="{9A14A4B6-F6D1-E94F-A8B6-403BE730F0F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6" name="Line 167">
                <a:extLst>
                  <a:ext uri="{FF2B5EF4-FFF2-40B4-BE49-F238E27FC236}">
                    <a16:creationId xmlns:a16="http://schemas.microsoft.com/office/drawing/2014/main" id="{79BA81F5-A5AB-C24D-B18A-58455A6210B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9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7" name="Line 168">
                <a:extLst>
                  <a:ext uri="{FF2B5EF4-FFF2-40B4-BE49-F238E27FC236}">
                    <a16:creationId xmlns:a16="http://schemas.microsoft.com/office/drawing/2014/main" id="{1A9F2998-BFBD-AB43-8CAB-20F9E10FA4B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90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8" name="Line 169">
                <a:extLst>
                  <a:ext uri="{FF2B5EF4-FFF2-40B4-BE49-F238E27FC236}">
                    <a16:creationId xmlns:a16="http://schemas.microsoft.com/office/drawing/2014/main" id="{89AE695B-C2EF-6B45-928F-A6C51DEA59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09" name="Line 170">
                <a:extLst>
                  <a:ext uri="{FF2B5EF4-FFF2-40B4-BE49-F238E27FC236}">
                    <a16:creationId xmlns:a16="http://schemas.microsoft.com/office/drawing/2014/main" id="{A4B0B66F-3392-EB44-88FE-2FBD6D24DC2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16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0" name="Line 171">
                <a:extLst>
                  <a:ext uri="{FF2B5EF4-FFF2-40B4-BE49-F238E27FC236}">
                    <a16:creationId xmlns:a16="http://schemas.microsoft.com/office/drawing/2014/main" id="{83EFC35C-22C4-E04A-B82F-2B643D4919E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2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1" name="Line 172">
                <a:extLst>
                  <a:ext uri="{FF2B5EF4-FFF2-40B4-BE49-F238E27FC236}">
                    <a16:creationId xmlns:a16="http://schemas.microsoft.com/office/drawing/2014/main" id="{2BF65ECB-1DDE-7A4B-9688-D4E2928793F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4" y="3924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2" name="Line 173">
                <a:extLst>
                  <a:ext uri="{FF2B5EF4-FFF2-40B4-BE49-F238E27FC236}">
                    <a16:creationId xmlns:a16="http://schemas.microsoft.com/office/drawing/2014/main" id="{4000FE27-2F10-D844-AAC3-B595A8BB13D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4" y="3931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3" name="Line 174">
                <a:extLst>
                  <a:ext uri="{FF2B5EF4-FFF2-40B4-BE49-F238E27FC236}">
                    <a16:creationId xmlns:a16="http://schemas.microsoft.com/office/drawing/2014/main" id="{81A46A06-5F56-2646-B290-02924BD3D61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2" y="3938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4" name="Line 175">
                <a:extLst>
                  <a:ext uri="{FF2B5EF4-FFF2-40B4-BE49-F238E27FC236}">
                    <a16:creationId xmlns:a16="http://schemas.microsoft.com/office/drawing/2014/main" id="{4B4A169B-5AA4-9C46-A7F0-9C502856977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2" y="39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5" name="Line 176">
                <a:extLst>
                  <a:ext uri="{FF2B5EF4-FFF2-40B4-BE49-F238E27FC236}">
                    <a16:creationId xmlns:a16="http://schemas.microsoft.com/office/drawing/2014/main" id="{9CF39D5A-B5C7-9A48-A969-923B6CFB9B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7" y="3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6" name="Line 177">
                <a:extLst>
                  <a:ext uri="{FF2B5EF4-FFF2-40B4-BE49-F238E27FC236}">
                    <a16:creationId xmlns:a16="http://schemas.microsoft.com/office/drawing/2014/main" id="{0D8D414C-DED5-BD4E-B03D-8566A288E5F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5" y="3956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7" name="Line 178">
                <a:extLst>
                  <a:ext uri="{FF2B5EF4-FFF2-40B4-BE49-F238E27FC236}">
                    <a16:creationId xmlns:a16="http://schemas.microsoft.com/office/drawing/2014/main" id="{CCDBEA65-01F6-4E46-A6D7-AC22C77DF20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3" y="39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8" name="Line 179">
                <a:extLst>
                  <a:ext uri="{FF2B5EF4-FFF2-40B4-BE49-F238E27FC236}">
                    <a16:creationId xmlns:a16="http://schemas.microsoft.com/office/drawing/2014/main" id="{77B0014F-6E5C-8543-98BD-7A7F4F1DFA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1" y="3966"/>
                <a:ext cx="3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19" name="Line 180">
                <a:extLst>
                  <a:ext uri="{FF2B5EF4-FFF2-40B4-BE49-F238E27FC236}">
                    <a16:creationId xmlns:a16="http://schemas.microsoft.com/office/drawing/2014/main" id="{C8E97ED9-AD33-444B-91E7-20EF83BE63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15" y="3973"/>
                <a:ext cx="2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0" name="Line 181">
                <a:extLst>
                  <a:ext uri="{FF2B5EF4-FFF2-40B4-BE49-F238E27FC236}">
                    <a16:creationId xmlns:a16="http://schemas.microsoft.com/office/drawing/2014/main" id="{A71A27C6-F72A-D14B-9A30-67863014B82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08" y="39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1" name="Line 182">
                <a:extLst>
                  <a:ext uri="{FF2B5EF4-FFF2-40B4-BE49-F238E27FC236}">
                    <a16:creationId xmlns:a16="http://schemas.microsoft.com/office/drawing/2014/main" id="{848C63AB-6705-3845-BD9B-E792BAC075A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0" y="3620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2" name="Line 183">
                <a:extLst>
                  <a:ext uri="{FF2B5EF4-FFF2-40B4-BE49-F238E27FC236}">
                    <a16:creationId xmlns:a16="http://schemas.microsoft.com/office/drawing/2014/main" id="{7B6BEBAA-9656-754B-A897-EA0EC441EF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0" y="362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3" name="Line 184">
                <a:extLst>
                  <a:ext uri="{FF2B5EF4-FFF2-40B4-BE49-F238E27FC236}">
                    <a16:creationId xmlns:a16="http://schemas.microsoft.com/office/drawing/2014/main" id="{8906F38B-24B5-F549-9E27-8BA60E3B233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2" y="3621"/>
                <a:ext cx="2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4" name="Line 185">
                <a:extLst>
                  <a:ext uri="{FF2B5EF4-FFF2-40B4-BE49-F238E27FC236}">
                    <a16:creationId xmlns:a16="http://schemas.microsoft.com/office/drawing/2014/main" id="{B52114AC-7C3D-1B40-B051-ADD79F878C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29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5" name="Line 186">
                <a:extLst>
                  <a:ext uri="{FF2B5EF4-FFF2-40B4-BE49-F238E27FC236}">
                    <a16:creationId xmlns:a16="http://schemas.microsoft.com/office/drawing/2014/main" id="{0AEA0EB0-FC7D-F24A-B3C5-A4C42A6355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6" name="Line 187">
                <a:extLst>
                  <a:ext uri="{FF2B5EF4-FFF2-40B4-BE49-F238E27FC236}">
                    <a16:creationId xmlns:a16="http://schemas.microsoft.com/office/drawing/2014/main" id="{E298BF0D-F283-7849-9F6A-4AC24078E1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6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7" name="Line 188">
                <a:extLst>
                  <a:ext uri="{FF2B5EF4-FFF2-40B4-BE49-F238E27FC236}">
                    <a16:creationId xmlns:a16="http://schemas.microsoft.com/office/drawing/2014/main" id="{FEF4ACF0-35A8-904E-8F98-F082509F21F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8" name="Line 189">
                <a:extLst>
                  <a:ext uri="{FF2B5EF4-FFF2-40B4-BE49-F238E27FC236}">
                    <a16:creationId xmlns:a16="http://schemas.microsoft.com/office/drawing/2014/main" id="{D6779C4B-7ABD-8348-940D-25DE7F9FB9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3" y="3640"/>
                <a:ext cx="2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29" name="Line 190">
                <a:extLst>
                  <a:ext uri="{FF2B5EF4-FFF2-40B4-BE49-F238E27FC236}">
                    <a16:creationId xmlns:a16="http://schemas.microsoft.com/office/drawing/2014/main" id="{B3DE975D-0A3D-9249-87CE-912B51DA188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47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0" name="Line 191">
                <a:extLst>
                  <a:ext uri="{FF2B5EF4-FFF2-40B4-BE49-F238E27FC236}">
                    <a16:creationId xmlns:a16="http://schemas.microsoft.com/office/drawing/2014/main" id="{CBC184B2-F564-5F48-9E12-0B44AF30E5C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51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1" name="Line 192">
                <a:extLst>
                  <a:ext uri="{FF2B5EF4-FFF2-40B4-BE49-F238E27FC236}">
                    <a16:creationId xmlns:a16="http://schemas.microsoft.com/office/drawing/2014/main" id="{012DC553-3CC5-3144-9768-AC61255B83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56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2" name="Line 193">
                <a:extLst>
                  <a:ext uri="{FF2B5EF4-FFF2-40B4-BE49-F238E27FC236}">
                    <a16:creationId xmlns:a16="http://schemas.microsoft.com/office/drawing/2014/main" id="{7BF1175A-3672-9D47-8D66-9543190EF58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3" name="Line 194">
                <a:extLst>
                  <a:ext uri="{FF2B5EF4-FFF2-40B4-BE49-F238E27FC236}">
                    <a16:creationId xmlns:a16="http://schemas.microsoft.com/office/drawing/2014/main" id="{E975D5BB-C345-7F44-B3D9-06F3D8A983F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1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4" name="Line 195">
                <a:extLst>
                  <a:ext uri="{FF2B5EF4-FFF2-40B4-BE49-F238E27FC236}">
                    <a16:creationId xmlns:a16="http://schemas.microsoft.com/office/drawing/2014/main" id="{15A0B0A3-4FF9-2E4D-85B3-BB9B8D58881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5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5" name="Line 196">
                <a:extLst>
                  <a:ext uri="{FF2B5EF4-FFF2-40B4-BE49-F238E27FC236}">
                    <a16:creationId xmlns:a16="http://schemas.microsoft.com/office/drawing/2014/main" id="{C30BE605-C0C9-D54F-B167-092EFF1F0D9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6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6" name="Line 197">
                <a:extLst>
                  <a:ext uri="{FF2B5EF4-FFF2-40B4-BE49-F238E27FC236}">
                    <a16:creationId xmlns:a16="http://schemas.microsoft.com/office/drawing/2014/main" id="{D0C8CC8A-095C-5A43-AF2B-D91B87E8BDD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6" y="3667"/>
                <a:ext cx="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7" name="Line 198">
                <a:extLst>
                  <a:ext uri="{FF2B5EF4-FFF2-40B4-BE49-F238E27FC236}">
                    <a16:creationId xmlns:a16="http://schemas.microsoft.com/office/drawing/2014/main" id="{4C5A7A3A-128D-DB41-A1C3-E66271E6F7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8" y="3675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8" name="Line 199">
                <a:extLst>
                  <a:ext uri="{FF2B5EF4-FFF2-40B4-BE49-F238E27FC236}">
                    <a16:creationId xmlns:a16="http://schemas.microsoft.com/office/drawing/2014/main" id="{B7BC7468-4619-AE48-8F74-85423F6234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8" y="3676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39" name="Line 200">
                <a:extLst>
                  <a:ext uri="{FF2B5EF4-FFF2-40B4-BE49-F238E27FC236}">
                    <a16:creationId xmlns:a16="http://schemas.microsoft.com/office/drawing/2014/main" id="{FA07E229-0020-9548-88DF-F591B36EFCB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1" y="3675"/>
                <a:ext cx="0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0" name="Line 201">
                <a:extLst>
                  <a:ext uri="{FF2B5EF4-FFF2-40B4-BE49-F238E27FC236}">
                    <a16:creationId xmlns:a16="http://schemas.microsoft.com/office/drawing/2014/main" id="{247B226F-3C44-C24F-A543-C0165734BE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1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1" name="Line 202">
                <a:extLst>
                  <a:ext uri="{FF2B5EF4-FFF2-40B4-BE49-F238E27FC236}">
                    <a16:creationId xmlns:a16="http://schemas.microsoft.com/office/drawing/2014/main" id="{399AF7D9-E428-C646-B5DE-CA0E85CF45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2" name="Line 203">
                <a:extLst>
                  <a:ext uri="{FF2B5EF4-FFF2-40B4-BE49-F238E27FC236}">
                    <a16:creationId xmlns:a16="http://schemas.microsoft.com/office/drawing/2014/main" id="{C105DD72-F80E-6A47-A0FE-00C3420E850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3" name="Line 204">
                <a:extLst>
                  <a:ext uri="{FF2B5EF4-FFF2-40B4-BE49-F238E27FC236}">
                    <a16:creationId xmlns:a16="http://schemas.microsoft.com/office/drawing/2014/main" id="{0731D90B-C5E6-E441-81FB-B319FE32D92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93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4" name="Line 205">
                <a:extLst>
                  <a:ext uri="{FF2B5EF4-FFF2-40B4-BE49-F238E27FC236}">
                    <a16:creationId xmlns:a16="http://schemas.microsoft.com/office/drawing/2014/main" id="{AAFCE1C6-6020-8C40-AC6D-7D0BEC44FC8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694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5" name="Line 206">
                <a:extLst>
                  <a:ext uri="{FF2B5EF4-FFF2-40B4-BE49-F238E27FC236}">
                    <a16:creationId xmlns:a16="http://schemas.microsoft.com/office/drawing/2014/main" id="{D067A229-ABD0-1A40-9ABF-AAEA52238A6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69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6" name="Line 207">
                <a:extLst>
                  <a:ext uri="{FF2B5EF4-FFF2-40B4-BE49-F238E27FC236}">
                    <a16:creationId xmlns:a16="http://schemas.microsoft.com/office/drawing/2014/main" id="{823302F0-4D7B-0D43-9743-E8AD15B8DE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70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7" name="Line 208">
                <a:extLst>
                  <a:ext uri="{FF2B5EF4-FFF2-40B4-BE49-F238E27FC236}">
                    <a16:creationId xmlns:a16="http://schemas.microsoft.com/office/drawing/2014/main" id="{2E447D2A-9312-1E4F-9C1B-560741422E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07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8" name="Line 209">
                <a:extLst>
                  <a:ext uri="{FF2B5EF4-FFF2-40B4-BE49-F238E27FC236}">
                    <a16:creationId xmlns:a16="http://schemas.microsoft.com/office/drawing/2014/main" id="{4D2BF33F-0E08-3C4E-8FE2-56CF76ABA75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4" y="3708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49" name="Line 210">
                <a:extLst>
                  <a:ext uri="{FF2B5EF4-FFF2-40B4-BE49-F238E27FC236}">
                    <a16:creationId xmlns:a16="http://schemas.microsoft.com/office/drawing/2014/main" id="{680E2117-DE4C-A149-888E-29781A4BE7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4" y="3713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0" name="Line 211">
                <a:extLst>
                  <a:ext uri="{FF2B5EF4-FFF2-40B4-BE49-F238E27FC236}">
                    <a16:creationId xmlns:a16="http://schemas.microsoft.com/office/drawing/2014/main" id="{C83CE9A1-695B-864B-8C55-78E345CCEC1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15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1" name="Line 212">
                <a:extLst>
                  <a:ext uri="{FF2B5EF4-FFF2-40B4-BE49-F238E27FC236}">
                    <a16:creationId xmlns:a16="http://schemas.microsoft.com/office/drawing/2014/main" id="{D873C0E3-244D-8345-B05F-C1FB67BA121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18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2" name="Line 213">
                <a:extLst>
                  <a:ext uri="{FF2B5EF4-FFF2-40B4-BE49-F238E27FC236}">
                    <a16:creationId xmlns:a16="http://schemas.microsoft.com/office/drawing/2014/main" id="{025FB20A-B501-8846-9F1F-0C48FF0F22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22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3" name="Line 214">
                <a:extLst>
                  <a:ext uri="{FF2B5EF4-FFF2-40B4-BE49-F238E27FC236}">
                    <a16:creationId xmlns:a16="http://schemas.microsoft.com/office/drawing/2014/main" id="{18E0F593-503B-2F45-BC41-C7F93F57412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27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4" name="Line 215">
                <a:extLst>
                  <a:ext uri="{FF2B5EF4-FFF2-40B4-BE49-F238E27FC236}">
                    <a16:creationId xmlns:a16="http://schemas.microsoft.com/office/drawing/2014/main" id="{7B637BE1-DCD3-9C44-B841-181EFCADEFB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32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5" name="Line 216">
                <a:extLst>
                  <a:ext uri="{FF2B5EF4-FFF2-40B4-BE49-F238E27FC236}">
                    <a16:creationId xmlns:a16="http://schemas.microsoft.com/office/drawing/2014/main" id="{8C4FD215-668D-974C-8F1A-078FE9A6D7E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7" y="3732"/>
                <a:ext cx="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6" name="Line 217">
                <a:extLst>
                  <a:ext uri="{FF2B5EF4-FFF2-40B4-BE49-F238E27FC236}">
                    <a16:creationId xmlns:a16="http://schemas.microsoft.com/office/drawing/2014/main" id="{2F8DC6EC-A295-0C4B-927D-BF77F3ECAC6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4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7" name="Line 218">
                <a:extLst>
                  <a:ext uri="{FF2B5EF4-FFF2-40B4-BE49-F238E27FC236}">
                    <a16:creationId xmlns:a16="http://schemas.microsoft.com/office/drawing/2014/main" id="{2EE65129-B1B2-7543-96E7-2DD7A6DC324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7" y="3742"/>
                <a:ext cx="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8" name="Line 219">
                <a:extLst>
                  <a:ext uri="{FF2B5EF4-FFF2-40B4-BE49-F238E27FC236}">
                    <a16:creationId xmlns:a16="http://schemas.microsoft.com/office/drawing/2014/main" id="{3015FC1D-1B77-E848-AFAE-37134E2C94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51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59" name="Line 220">
                <a:extLst>
                  <a:ext uri="{FF2B5EF4-FFF2-40B4-BE49-F238E27FC236}">
                    <a16:creationId xmlns:a16="http://schemas.microsoft.com/office/drawing/2014/main" id="{683100BE-B51F-F345-AA55-27A2FBC47E0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54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0" name="Line 221">
                <a:extLst>
                  <a:ext uri="{FF2B5EF4-FFF2-40B4-BE49-F238E27FC236}">
                    <a16:creationId xmlns:a16="http://schemas.microsoft.com/office/drawing/2014/main" id="{8215FFFA-EBEB-A347-8D6B-9F87A75E696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6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1" name="Line 222">
                <a:extLst>
                  <a:ext uri="{FF2B5EF4-FFF2-40B4-BE49-F238E27FC236}">
                    <a16:creationId xmlns:a16="http://schemas.microsoft.com/office/drawing/2014/main" id="{35FF4564-426A-284C-A529-3D2ABD65034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30" y="3762"/>
                <a:ext cx="3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2" name="Line 223">
                <a:extLst>
                  <a:ext uri="{FF2B5EF4-FFF2-40B4-BE49-F238E27FC236}">
                    <a16:creationId xmlns:a16="http://schemas.microsoft.com/office/drawing/2014/main" id="{D2CC11B1-60ED-7B44-8CEC-C09FDEBBCA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73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3" name="Line 224">
                <a:extLst>
                  <a:ext uri="{FF2B5EF4-FFF2-40B4-BE49-F238E27FC236}">
                    <a16:creationId xmlns:a16="http://schemas.microsoft.com/office/drawing/2014/main" id="{E7536C4D-B910-C24A-A961-4C497781CA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78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4" name="Line 225">
                <a:extLst>
                  <a:ext uri="{FF2B5EF4-FFF2-40B4-BE49-F238E27FC236}">
                    <a16:creationId xmlns:a16="http://schemas.microsoft.com/office/drawing/2014/main" id="{112A1C02-1CCD-E242-BBCB-76A6BE87A6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1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5" name="Line 226">
                <a:extLst>
                  <a:ext uri="{FF2B5EF4-FFF2-40B4-BE49-F238E27FC236}">
                    <a16:creationId xmlns:a16="http://schemas.microsoft.com/office/drawing/2014/main" id="{8ED03680-6DFC-024B-8404-786558F5F98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6" name="Line 227">
                <a:extLst>
                  <a:ext uri="{FF2B5EF4-FFF2-40B4-BE49-F238E27FC236}">
                    <a16:creationId xmlns:a16="http://schemas.microsoft.com/office/drawing/2014/main" id="{3B306635-0AD0-9541-9ACB-74B8401BBE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9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7" name="Line 228">
                <a:extLst>
                  <a:ext uri="{FF2B5EF4-FFF2-40B4-BE49-F238E27FC236}">
                    <a16:creationId xmlns:a16="http://schemas.microsoft.com/office/drawing/2014/main" id="{2ADE2EFE-0CD4-0948-953F-3D509D3D72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9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8" name="Line 229">
                <a:extLst>
                  <a:ext uri="{FF2B5EF4-FFF2-40B4-BE49-F238E27FC236}">
                    <a16:creationId xmlns:a16="http://schemas.microsoft.com/office/drawing/2014/main" id="{DC6AC9C1-49DD-874B-8A3D-C31007442A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97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69" name="Line 230">
                <a:extLst>
                  <a:ext uri="{FF2B5EF4-FFF2-40B4-BE49-F238E27FC236}">
                    <a16:creationId xmlns:a16="http://schemas.microsoft.com/office/drawing/2014/main" id="{E3A6E87D-FD5C-294D-907B-99667FFEA7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0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0" name="Line 231">
                <a:extLst>
                  <a:ext uri="{FF2B5EF4-FFF2-40B4-BE49-F238E27FC236}">
                    <a16:creationId xmlns:a16="http://schemas.microsoft.com/office/drawing/2014/main" id="{01C90192-CF1A-5D42-9550-38A47846BF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1" y="3829"/>
                <a:ext cx="0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1" name="Line 232">
                <a:extLst>
                  <a:ext uri="{FF2B5EF4-FFF2-40B4-BE49-F238E27FC236}">
                    <a16:creationId xmlns:a16="http://schemas.microsoft.com/office/drawing/2014/main" id="{7E040E16-BC39-894A-94B2-C42CCB5D984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13" y="3829"/>
                <a:ext cx="1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2" name="Line 233">
                <a:extLst>
                  <a:ext uri="{FF2B5EF4-FFF2-40B4-BE49-F238E27FC236}">
                    <a16:creationId xmlns:a16="http://schemas.microsoft.com/office/drawing/2014/main" id="{BC00DDFD-4A03-BE47-9553-3BBB6288303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6" y="3826"/>
                <a:ext cx="1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3" name="Line 234">
                <a:extLst>
                  <a:ext uri="{FF2B5EF4-FFF2-40B4-BE49-F238E27FC236}">
                    <a16:creationId xmlns:a16="http://schemas.microsoft.com/office/drawing/2014/main" id="{CFD246A8-5CFB-8245-9765-C2A5706032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2" y="3823"/>
                <a:ext cx="1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4" name="Line 235">
                <a:extLst>
                  <a:ext uri="{FF2B5EF4-FFF2-40B4-BE49-F238E27FC236}">
                    <a16:creationId xmlns:a16="http://schemas.microsoft.com/office/drawing/2014/main" id="{6D40C50E-E177-AA49-A765-6ADE060F13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1" y="3818"/>
                <a:ext cx="9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5" name="Line 236">
                <a:extLst>
                  <a:ext uri="{FF2B5EF4-FFF2-40B4-BE49-F238E27FC236}">
                    <a16:creationId xmlns:a16="http://schemas.microsoft.com/office/drawing/2014/main" id="{049A1E8C-21AE-2343-9739-6D17FE127F3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696" y="3814"/>
                <a:ext cx="1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6" name="Line 237">
                <a:extLst>
                  <a:ext uri="{FF2B5EF4-FFF2-40B4-BE49-F238E27FC236}">
                    <a16:creationId xmlns:a16="http://schemas.microsoft.com/office/drawing/2014/main" id="{597FD51C-00DF-9D4D-A0B3-2533C4249AB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829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7" name="Line 238">
                <a:extLst>
                  <a:ext uri="{FF2B5EF4-FFF2-40B4-BE49-F238E27FC236}">
                    <a16:creationId xmlns:a16="http://schemas.microsoft.com/office/drawing/2014/main" id="{6B19ACC8-F181-FC45-9E3D-ECF379CC93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8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8" name="Line 239">
                <a:extLst>
                  <a:ext uri="{FF2B5EF4-FFF2-40B4-BE49-F238E27FC236}">
                    <a16:creationId xmlns:a16="http://schemas.microsoft.com/office/drawing/2014/main" id="{FA622AAC-FAC3-7049-AFF5-493DF584E4B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1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79" name="Line 240">
                <a:extLst>
                  <a:ext uri="{FF2B5EF4-FFF2-40B4-BE49-F238E27FC236}">
                    <a16:creationId xmlns:a16="http://schemas.microsoft.com/office/drawing/2014/main" id="{0070912B-F017-6849-A19C-8B49D5C8C17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1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80" name="Line 241">
                <a:extLst>
                  <a:ext uri="{FF2B5EF4-FFF2-40B4-BE49-F238E27FC236}">
                    <a16:creationId xmlns:a16="http://schemas.microsoft.com/office/drawing/2014/main" id="{57EEE29D-C01D-664D-AAA5-3EBC6A19E1A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07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81" name="Freeform 242">
                <a:extLst>
                  <a:ext uri="{FF2B5EF4-FFF2-40B4-BE49-F238E27FC236}">
                    <a16:creationId xmlns:a16="http://schemas.microsoft.com/office/drawing/2014/main" id="{D72D59A8-5EF3-2E48-A276-99A19B4ACA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9" y="3316"/>
                <a:ext cx="284" cy="585"/>
              </a:xfrm>
              <a:custGeom>
                <a:avLst/>
                <a:gdLst>
                  <a:gd name="T0" fmla="*/ 283 w 284"/>
                  <a:gd name="T1" fmla="*/ 26 h 585"/>
                  <a:gd name="T2" fmla="*/ 0 w 284"/>
                  <a:gd name="T3" fmla="*/ 0 h 585"/>
                  <a:gd name="T4" fmla="*/ 0 w 284"/>
                  <a:gd name="T5" fmla="*/ 501 h 585"/>
                  <a:gd name="T6" fmla="*/ 79 w 284"/>
                  <a:gd name="T7" fmla="*/ 584 h 58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4"/>
                  <a:gd name="T13" fmla="*/ 0 h 585"/>
                  <a:gd name="T14" fmla="*/ 284 w 284"/>
                  <a:gd name="T15" fmla="*/ 585 h 58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4" h="585">
                    <a:moveTo>
                      <a:pt x="283" y="26"/>
                    </a:moveTo>
                    <a:lnTo>
                      <a:pt x="0" y="0"/>
                    </a:lnTo>
                    <a:lnTo>
                      <a:pt x="0" y="501"/>
                    </a:lnTo>
                    <a:lnTo>
                      <a:pt x="79" y="584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82" name="Freeform 243">
                <a:extLst>
                  <a:ext uri="{FF2B5EF4-FFF2-40B4-BE49-F238E27FC236}">
                    <a16:creationId xmlns:a16="http://schemas.microsoft.com/office/drawing/2014/main" id="{BE1641BA-848C-834B-A8E2-8F6952D302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8" y="3324"/>
                <a:ext cx="233" cy="578"/>
              </a:xfrm>
              <a:custGeom>
                <a:avLst/>
                <a:gdLst>
                  <a:gd name="T0" fmla="*/ 232 w 233"/>
                  <a:gd name="T1" fmla="*/ 20 h 578"/>
                  <a:gd name="T2" fmla="*/ 0 w 233"/>
                  <a:gd name="T3" fmla="*/ 0 h 578"/>
                  <a:gd name="T4" fmla="*/ 0 w 233"/>
                  <a:gd name="T5" fmla="*/ 492 h 578"/>
                  <a:gd name="T6" fmla="*/ 89 w 233"/>
                  <a:gd name="T7" fmla="*/ 577 h 57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3"/>
                  <a:gd name="T13" fmla="*/ 0 h 578"/>
                  <a:gd name="T14" fmla="*/ 233 w 233"/>
                  <a:gd name="T15" fmla="*/ 578 h 57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3" h="578">
                    <a:moveTo>
                      <a:pt x="232" y="20"/>
                    </a:moveTo>
                    <a:lnTo>
                      <a:pt x="0" y="0"/>
                    </a:lnTo>
                    <a:lnTo>
                      <a:pt x="0" y="492"/>
                    </a:lnTo>
                    <a:lnTo>
                      <a:pt x="89" y="57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83" name="Line 244">
                <a:extLst>
                  <a:ext uri="{FF2B5EF4-FFF2-40B4-BE49-F238E27FC236}">
                    <a16:creationId xmlns:a16="http://schemas.microsoft.com/office/drawing/2014/main" id="{73E94F97-21FC-5149-97BD-B3D62C170CA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002" y="3341"/>
                <a:ext cx="0" cy="4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84" name="Line 245">
                <a:extLst>
                  <a:ext uri="{FF2B5EF4-FFF2-40B4-BE49-F238E27FC236}">
                    <a16:creationId xmlns:a16="http://schemas.microsoft.com/office/drawing/2014/main" id="{6AC4238A-CEF2-AE43-A24C-01110DC4EE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043" y="3343"/>
                <a:ext cx="0" cy="4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85" name="Line 246">
                <a:extLst>
                  <a:ext uri="{FF2B5EF4-FFF2-40B4-BE49-F238E27FC236}">
                    <a16:creationId xmlns:a16="http://schemas.microsoft.com/office/drawing/2014/main" id="{B2306FCD-7F0A-7341-B996-1318F1B3C6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2039" y="3353"/>
                <a:ext cx="58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486" name="Freeform 247">
                <a:extLst>
                  <a:ext uri="{FF2B5EF4-FFF2-40B4-BE49-F238E27FC236}">
                    <a16:creationId xmlns:a16="http://schemas.microsoft.com/office/drawing/2014/main" id="{75B4D6BA-5E4F-F84D-ADBE-C245F2135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0" y="3582"/>
                <a:ext cx="141" cy="26"/>
              </a:xfrm>
              <a:custGeom>
                <a:avLst/>
                <a:gdLst>
                  <a:gd name="T0" fmla="*/ 16 w 141"/>
                  <a:gd name="T1" fmla="*/ 0 h 26"/>
                  <a:gd name="T2" fmla="*/ 12 w 141"/>
                  <a:gd name="T3" fmla="*/ 0 h 26"/>
                  <a:gd name="T4" fmla="*/ 8 w 141"/>
                  <a:gd name="T5" fmla="*/ 1 h 26"/>
                  <a:gd name="T6" fmla="*/ 5 w 141"/>
                  <a:gd name="T7" fmla="*/ 4 h 26"/>
                  <a:gd name="T8" fmla="*/ 2 w 141"/>
                  <a:gd name="T9" fmla="*/ 6 h 26"/>
                  <a:gd name="T10" fmla="*/ 0 w 141"/>
                  <a:gd name="T11" fmla="*/ 9 h 26"/>
                  <a:gd name="T12" fmla="*/ 0 w 141"/>
                  <a:gd name="T13" fmla="*/ 15 h 26"/>
                  <a:gd name="T14" fmla="*/ 2 w 141"/>
                  <a:gd name="T15" fmla="*/ 17 h 26"/>
                  <a:gd name="T16" fmla="*/ 5 w 141"/>
                  <a:gd name="T17" fmla="*/ 20 h 26"/>
                  <a:gd name="T18" fmla="*/ 6 w 141"/>
                  <a:gd name="T19" fmla="*/ 22 h 26"/>
                  <a:gd name="T20" fmla="*/ 12 w 141"/>
                  <a:gd name="T21" fmla="*/ 24 h 26"/>
                  <a:gd name="T22" fmla="*/ 16 w 141"/>
                  <a:gd name="T23" fmla="*/ 24 h 26"/>
                  <a:gd name="T24" fmla="*/ 124 w 141"/>
                  <a:gd name="T25" fmla="*/ 25 h 26"/>
                  <a:gd name="T26" fmla="*/ 128 w 141"/>
                  <a:gd name="T27" fmla="*/ 25 h 26"/>
                  <a:gd name="T28" fmla="*/ 132 w 141"/>
                  <a:gd name="T29" fmla="*/ 24 h 26"/>
                  <a:gd name="T30" fmla="*/ 135 w 141"/>
                  <a:gd name="T31" fmla="*/ 22 h 26"/>
                  <a:gd name="T32" fmla="*/ 138 w 141"/>
                  <a:gd name="T33" fmla="*/ 20 h 26"/>
                  <a:gd name="T34" fmla="*/ 140 w 141"/>
                  <a:gd name="T35" fmla="*/ 16 h 26"/>
                  <a:gd name="T36" fmla="*/ 140 w 141"/>
                  <a:gd name="T37" fmla="*/ 10 h 26"/>
                  <a:gd name="T38" fmla="*/ 138 w 141"/>
                  <a:gd name="T39" fmla="*/ 8 h 26"/>
                  <a:gd name="T40" fmla="*/ 135 w 141"/>
                  <a:gd name="T41" fmla="*/ 6 h 26"/>
                  <a:gd name="T42" fmla="*/ 134 w 141"/>
                  <a:gd name="T43" fmla="*/ 3 h 26"/>
                  <a:gd name="T44" fmla="*/ 128 w 141"/>
                  <a:gd name="T45" fmla="*/ 1 h 26"/>
                  <a:gd name="T46" fmla="*/ 124 w 141"/>
                  <a:gd name="T47" fmla="*/ 1 h 26"/>
                  <a:gd name="T48" fmla="*/ 16 w 14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1"/>
                  <a:gd name="T76" fmla="*/ 0 h 26"/>
                  <a:gd name="T77" fmla="*/ 141 w 141"/>
                  <a:gd name="T78" fmla="*/ 26 h 2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1" h="26">
                    <a:moveTo>
                      <a:pt x="16" y="0"/>
                    </a:moveTo>
                    <a:lnTo>
                      <a:pt x="12" y="0"/>
                    </a:lnTo>
                    <a:lnTo>
                      <a:pt x="8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16" y="24"/>
                    </a:lnTo>
                    <a:lnTo>
                      <a:pt x="124" y="25"/>
                    </a:lnTo>
                    <a:lnTo>
                      <a:pt x="128" y="25"/>
                    </a:lnTo>
                    <a:lnTo>
                      <a:pt x="132" y="24"/>
                    </a:lnTo>
                    <a:lnTo>
                      <a:pt x="135" y="22"/>
                    </a:lnTo>
                    <a:lnTo>
                      <a:pt x="138" y="20"/>
                    </a:lnTo>
                    <a:lnTo>
                      <a:pt x="140" y="16"/>
                    </a:lnTo>
                    <a:lnTo>
                      <a:pt x="140" y="10"/>
                    </a:lnTo>
                    <a:lnTo>
                      <a:pt x="138" y="8"/>
                    </a:lnTo>
                    <a:lnTo>
                      <a:pt x="135" y="6"/>
                    </a:lnTo>
                    <a:lnTo>
                      <a:pt x="134" y="3"/>
                    </a:lnTo>
                    <a:lnTo>
                      <a:pt x="128" y="1"/>
                    </a:lnTo>
                    <a:lnTo>
                      <a:pt x="124" y="1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87" name="Freeform 248">
                <a:extLst>
                  <a:ext uri="{FF2B5EF4-FFF2-40B4-BE49-F238E27FC236}">
                    <a16:creationId xmlns:a16="http://schemas.microsoft.com/office/drawing/2014/main" id="{C65D4DF8-8D57-B945-8D53-293EF4CF0C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9" y="3753"/>
                <a:ext cx="143" cy="40"/>
              </a:xfrm>
              <a:custGeom>
                <a:avLst/>
                <a:gdLst>
                  <a:gd name="T0" fmla="*/ 17 w 143"/>
                  <a:gd name="T1" fmla="*/ 0 h 40"/>
                  <a:gd name="T2" fmla="*/ 14 w 143"/>
                  <a:gd name="T3" fmla="*/ 0 h 40"/>
                  <a:gd name="T4" fmla="*/ 10 w 143"/>
                  <a:gd name="T5" fmla="*/ 2 h 40"/>
                  <a:gd name="T6" fmla="*/ 5 w 143"/>
                  <a:gd name="T7" fmla="*/ 3 h 40"/>
                  <a:gd name="T8" fmla="*/ 4 w 143"/>
                  <a:gd name="T9" fmla="*/ 6 h 40"/>
                  <a:gd name="T10" fmla="*/ 2 w 143"/>
                  <a:gd name="T11" fmla="*/ 9 h 40"/>
                  <a:gd name="T12" fmla="*/ 0 w 143"/>
                  <a:gd name="T13" fmla="*/ 12 h 40"/>
                  <a:gd name="T14" fmla="*/ 0 w 143"/>
                  <a:gd name="T15" fmla="*/ 15 h 40"/>
                  <a:gd name="T16" fmla="*/ 2 w 143"/>
                  <a:gd name="T17" fmla="*/ 18 h 40"/>
                  <a:gd name="T18" fmla="*/ 4 w 143"/>
                  <a:gd name="T19" fmla="*/ 23 h 40"/>
                  <a:gd name="T20" fmla="*/ 6 w 143"/>
                  <a:gd name="T21" fmla="*/ 24 h 40"/>
                  <a:gd name="T22" fmla="*/ 10 w 143"/>
                  <a:gd name="T23" fmla="*/ 26 h 40"/>
                  <a:gd name="T24" fmla="*/ 14 w 143"/>
                  <a:gd name="T25" fmla="*/ 27 h 40"/>
                  <a:gd name="T26" fmla="*/ 125 w 143"/>
                  <a:gd name="T27" fmla="*/ 39 h 40"/>
                  <a:gd name="T28" fmla="*/ 128 w 143"/>
                  <a:gd name="T29" fmla="*/ 39 h 40"/>
                  <a:gd name="T30" fmla="*/ 132 w 143"/>
                  <a:gd name="T31" fmla="*/ 37 h 40"/>
                  <a:gd name="T32" fmla="*/ 137 w 143"/>
                  <a:gd name="T33" fmla="*/ 36 h 40"/>
                  <a:gd name="T34" fmla="*/ 138 w 143"/>
                  <a:gd name="T35" fmla="*/ 33 h 40"/>
                  <a:gd name="T36" fmla="*/ 140 w 143"/>
                  <a:gd name="T37" fmla="*/ 30 h 40"/>
                  <a:gd name="T38" fmla="*/ 142 w 143"/>
                  <a:gd name="T39" fmla="*/ 27 h 40"/>
                  <a:gd name="T40" fmla="*/ 142 w 143"/>
                  <a:gd name="T41" fmla="*/ 24 h 40"/>
                  <a:gd name="T42" fmla="*/ 140 w 143"/>
                  <a:gd name="T43" fmla="*/ 21 h 40"/>
                  <a:gd name="T44" fmla="*/ 138 w 143"/>
                  <a:gd name="T45" fmla="*/ 16 h 40"/>
                  <a:gd name="T46" fmla="*/ 136 w 143"/>
                  <a:gd name="T47" fmla="*/ 15 h 40"/>
                  <a:gd name="T48" fmla="*/ 132 w 143"/>
                  <a:gd name="T49" fmla="*/ 13 h 40"/>
                  <a:gd name="T50" fmla="*/ 128 w 143"/>
                  <a:gd name="T51" fmla="*/ 12 h 40"/>
                  <a:gd name="T52" fmla="*/ 17 w 143"/>
                  <a:gd name="T53" fmla="*/ 0 h 4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43"/>
                  <a:gd name="T82" fmla="*/ 0 h 40"/>
                  <a:gd name="T83" fmla="*/ 143 w 143"/>
                  <a:gd name="T84" fmla="*/ 40 h 4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43" h="40">
                    <a:moveTo>
                      <a:pt x="17" y="0"/>
                    </a:moveTo>
                    <a:lnTo>
                      <a:pt x="14" y="0"/>
                    </a:lnTo>
                    <a:lnTo>
                      <a:pt x="10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4" y="23"/>
                    </a:lnTo>
                    <a:lnTo>
                      <a:pt x="6" y="24"/>
                    </a:lnTo>
                    <a:lnTo>
                      <a:pt x="10" y="26"/>
                    </a:lnTo>
                    <a:lnTo>
                      <a:pt x="14" y="27"/>
                    </a:lnTo>
                    <a:lnTo>
                      <a:pt x="125" y="39"/>
                    </a:lnTo>
                    <a:lnTo>
                      <a:pt x="128" y="39"/>
                    </a:lnTo>
                    <a:lnTo>
                      <a:pt x="132" y="37"/>
                    </a:lnTo>
                    <a:lnTo>
                      <a:pt x="137" y="36"/>
                    </a:lnTo>
                    <a:lnTo>
                      <a:pt x="138" y="33"/>
                    </a:lnTo>
                    <a:lnTo>
                      <a:pt x="140" y="30"/>
                    </a:lnTo>
                    <a:lnTo>
                      <a:pt x="142" y="27"/>
                    </a:lnTo>
                    <a:lnTo>
                      <a:pt x="142" y="24"/>
                    </a:lnTo>
                    <a:lnTo>
                      <a:pt x="140" y="21"/>
                    </a:lnTo>
                    <a:lnTo>
                      <a:pt x="138" y="16"/>
                    </a:lnTo>
                    <a:lnTo>
                      <a:pt x="136" y="15"/>
                    </a:lnTo>
                    <a:lnTo>
                      <a:pt x="132" y="13"/>
                    </a:lnTo>
                    <a:lnTo>
                      <a:pt x="128" y="12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88" name="Freeform 249">
                <a:extLst>
                  <a:ext uri="{FF2B5EF4-FFF2-40B4-BE49-F238E27FC236}">
                    <a16:creationId xmlns:a16="http://schemas.microsoft.com/office/drawing/2014/main" id="{4D7817ED-36BE-524C-BE65-C731D735CD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7" y="3337"/>
                <a:ext cx="82" cy="391"/>
              </a:xfrm>
              <a:custGeom>
                <a:avLst/>
                <a:gdLst>
                  <a:gd name="T0" fmla="*/ 0 w 82"/>
                  <a:gd name="T1" fmla="*/ 0 h 391"/>
                  <a:gd name="T2" fmla="*/ 4 w 82"/>
                  <a:gd name="T3" fmla="*/ 390 h 391"/>
                  <a:gd name="T4" fmla="*/ 16 w 82"/>
                  <a:gd name="T5" fmla="*/ 348 h 391"/>
                  <a:gd name="T6" fmla="*/ 16 w 82"/>
                  <a:gd name="T7" fmla="*/ 128 h 391"/>
                  <a:gd name="T8" fmla="*/ 71 w 82"/>
                  <a:gd name="T9" fmla="*/ 78 h 391"/>
                  <a:gd name="T10" fmla="*/ 81 w 82"/>
                  <a:gd name="T11" fmla="*/ 78 h 391"/>
                  <a:gd name="T12" fmla="*/ 81 w 82"/>
                  <a:gd name="T13" fmla="*/ 0 h 391"/>
                  <a:gd name="T14" fmla="*/ 0 w 82"/>
                  <a:gd name="T15" fmla="*/ 0 h 3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2"/>
                  <a:gd name="T25" fmla="*/ 0 h 391"/>
                  <a:gd name="T26" fmla="*/ 82 w 82"/>
                  <a:gd name="T27" fmla="*/ 391 h 39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2" h="391">
                    <a:moveTo>
                      <a:pt x="0" y="0"/>
                    </a:moveTo>
                    <a:lnTo>
                      <a:pt x="4" y="390"/>
                    </a:lnTo>
                    <a:lnTo>
                      <a:pt x="16" y="348"/>
                    </a:lnTo>
                    <a:lnTo>
                      <a:pt x="16" y="128"/>
                    </a:lnTo>
                    <a:lnTo>
                      <a:pt x="71" y="78"/>
                    </a:lnTo>
                    <a:lnTo>
                      <a:pt x="81" y="78"/>
                    </a:lnTo>
                    <a:lnTo>
                      <a:pt x="8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89" name="Freeform 250">
                <a:extLst>
                  <a:ext uri="{FF2B5EF4-FFF2-40B4-BE49-F238E27FC236}">
                    <a16:creationId xmlns:a16="http://schemas.microsoft.com/office/drawing/2014/main" id="{D4A0534D-E00E-DD41-B574-5AE78D7D7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68"/>
                <a:ext cx="15" cy="22"/>
              </a:xfrm>
              <a:custGeom>
                <a:avLst/>
                <a:gdLst>
                  <a:gd name="T0" fmla="*/ 14 w 15"/>
                  <a:gd name="T1" fmla="*/ 10 h 22"/>
                  <a:gd name="T2" fmla="*/ 10 w 15"/>
                  <a:gd name="T3" fmla="*/ 18 h 22"/>
                  <a:gd name="T4" fmla="*/ 7 w 15"/>
                  <a:gd name="T5" fmla="*/ 21 h 22"/>
                  <a:gd name="T6" fmla="*/ 2 w 15"/>
                  <a:gd name="T7" fmla="*/ 18 h 22"/>
                  <a:gd name="T8" fmla="*/ 0 w 15"/>
                  <a:gd name="T9" fmla="*/ 10 h 22"/>
                  <a:gd name="T10" fmla="*/ 2 w 15"/>
                  <a:gd name="T11" fmla="*/ 2 h 22"/>
                  <a:gd name="T12" fmla="*/ 7 w 15"/>
                  <a:gd name="T13" fmla="*/ 0 h 22"/>
                  <a:gd name="T14" fmla="*/ 12 w 15"/>
                  <a:gd name="T15" fmla="*/ 2 h 22"/>
                  <a:gd name="T16" fmla="*/ 14 w 15"/>
                  <a:gd name="T17" fmla="*/ 1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14" y="10"/>
                    </a:moveTo>
                    <a:lnTo>
                      <a:pt x="10" y="18"/>
                    </a:lnTo>
                    <a:lnTo>
                      <a:pt x="7" y="21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4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0" name="Freeform 251">
                <a:extLst>
                  <a:ext uri="{FF2B5EF4-FFF2-40B4-BE49-F238E27FC236}">
                    <a16:creationId xmlns:a16="http://schemas.microsoft.com/office/drawing/2014/main" id="{429A4EA9-9F09-0B40-8EB5-7CB4AB0EC1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3" y="3568"/>
                <a:ext cx="12" cy="22"/>
              </a:xfrm>
              <a:custGeom>
                <a:avLst/>
                <a:gdLst>
                  <a:gd name="T0" fmla="*/ 2 w 12"/>
                  <a:gd name="T1" fmla="*/ 0 h 22"/>
                  <a:gd name="T2" fmla="*/ 0 w 12"/>
                  <a:gd name="T3" fmla="*/ 21 h 22"/>
                  <a:gd name="T4" fmla="*/ 9 w 12"/>
                  <a:gd name="T5" fmla="*/ 21 h 22"/>
                  <a:gd name="T6" fmla="*/ 11 w 12"/>
                  <a:gd name="T7" fmla="*/ 0 h 22"/>
                  <a:gd name="T8" fmla="*/ 2 w 1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22"/>
                  <a:gd name="T17" fmla="*/ 12 w 12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22">
                    <a:moveTo>
                      <a:pt x="2" y="0"/>
                    </a:moveTo>
                    <a:lnTo>
                      <a:pt x="0" y="21"/>
                    </a:lnTo>
                    <a:lnTo>
                      <a:pt x="9" y="21"/>
                    </a:lnTo>
                    <a:lnTo>
                      <a:pt x="11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1" name="Freeform 252">
                <a:extLst>
                  <a:ext uri="{FF2B5EF4-FFF2-40B4-BE49-F238E27FC236}">
                    <a16:creationId xmlns:a16="http://schemas.microsoft.com/office/drawing/2014/main" id="{1913368B-ED2C-5F4E-BBA2-82F31DD733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6" y="3568"/>
                <a:ext cx="15" cy="22"/>
              </a:xfrm>
              <a:custGeom>
                <a:avLst/>
                <a:gdLst>
                  <a:gd name="T0" fmla="*/ 14 w 15"/>
                  <a:gd name="T1" fmla="*/ 12 h 22"/>
                  <a:gd name="T2" fmla="*/ 12 w 15"/>
                  <a:gd name="T3" fmla="*/ 20 h 22"/>
                  <a:gd name="T4" fmla="*/ 8 w 15"/>
                  <a:gd name="T5" fmla="*/ 21 h 22"/>
                  <a:gd name="T6" fmla="*/ 2 w 15"/>
                  <a:gd name="T7" fmla="*/ 18 h 22"/>
                  <a:gd name="T8" fmla="*/ 0 w 15"/>
                  <a:gd name="T9" fmla="*/ 10 h 22"/>
                  <a:gd name="T10" fmla="*/ 2 w 15"/>
                  <a:gd name="T11" fmla="*/ 2 h 22"/>
                  <a:gd name="T12" fmla="*/ 8 w 15"/>
                  <a:gd name="T13" fmla="*/ 0 h 22"/>
                  <a:gd name="T14" fmla="*/ 14 w 15"/>
                  <a:gd name="T15" fmla="*/ 4 h 22"/>
                  <a:gd name="T16" fmla="*/ 14 w 15"/>
                  <a:gd name="T17" fmla="*/ 1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14" y="12"/>
                    </a:moveTo>
                    <a:lnTo>
                      <a:pt x="12" y="20"/>
                    </a:lnTo>
                    <a:lnTo>
                      <a:pt x="8" y="21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8" y="0"/>
                    </a:lnTo>
                    <a:lnTo>
                      <a:pt x="14" y="4"/>
                    </a:lnTo>
                    <a:lnTo>
                      <a:pt x="14" y="1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2" name="Freeform 253">
                <a:extLst>
                  <a:ext uri="{FF2B5EF4-FFF2-40B4-BE49-F238E27FC236}">
                    <a16:creationId xmlns:a16="http://schemas.microsoft.com/office/drawing/2014/main" id="{DAFAA904-FB2A-3347-A11C-9945152E42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64"/>
                <a:ext cx="2" cy="24"/>
              </a:xfrm>
              <a:custGeom>
                <a:avLst/>
                <a:gdLst>
                  <a:gd name="T0" fmla="*/ 1 w 2"/>
                  <a:gd name="T1" fmla="*/ 4 h 24"/>
                  <a:gd name="T2" fmla="*/ 1 w 2"/>
                  <a:gd name="T3" fmla="*/ 2 h 24"/>
                  <a:gd name="T4" fmla="*/ 1 w 2"/>
                  <a:gd name="T5" fmla="*/ 0 h 24"/>
                  <a:gd name="T6" fmla="*/ 0 w 2"/>
                  <a:gd name="T7" fmla="*/ 0 h 24"/>
                  <a:gd name="T8" fmla="*/ 0 w 2"/>
                  <a:gd name="T9" fmla="*/ 2 h 24"/>
                  <a:gd name="T10" fmla="*/ 0 w 2"/>
                  <a:gd name="T11" fmla="*/ 4 h 24"/>
                  <a:gd name="T12" fmla="*/ 0 w 2"/>
                  <a:gd name="T13" fmla="*/ 19 h 24"/>
                  <a:gd name="T14" fmla="*/ 0 w 2"/>
                  <a:gd name="T15" fmla="*/ 20 h 24"/>
                  <a:gd name="T16" fmla="*/ 0 w 2"/>
                  <a:gd name="T17" fmla="*/ 23 h 24"/>
                  <a:gd name="T18" fmla="*/ 1 w 2"/>
                  <a:gd name="T19" fmla="*/ 23 h 24"/>
                  <a:gd name="T20" fmla="*/ 1 w 2"/>
                  <a:gd name="T21" fmla="*/ 20 h 24"/>
                  <a:gd name="T22" fmla="*/ 1 w 2"/>
                  <a:gd name="T23" fmla="*/ 19 h 24"/>
                  <a:gd name="T24" fmla="*/ 1 w 2"/>
                  <a:gd name="T25" fmla="*/ 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24"/>
                  <a:gd name="T41" fmla="*/ 2 w 2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24">
                    <a:moveTo>
                      <a:pt x="1" y="4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4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3" name="Freeform 254">
                <a:extLst>
                  <a:ext uri="{FF2B5EF4-FFF2-40B4-BE49-F238E27FC236}">
                    <a16:creationId xmlns:a16="http://schemas.microsoft.com/office/drawing/2014/main" id="{76CB4DF2-7E02-9141-A8EB-95C65C5F9D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96" y="4051"/>
                <a:ext cx="63" cy="29"/>
              </a:xfrm>
              <a:custGeom>
                <a:avLst/>
                <a:gdLst>
                  <a:gd name="T0" fmla="*/ 0 w 63"/>
                  <a:gd name="T1" fmla="*/ 12 h 29"/>
                  <a:gd name="T2" fmla="*/ 62 w 63"/>
                  <a:gd name="T3" fmla="*/ 28 h 29"/>
                  <a:gd name="T4" fmla="*/ 62 w 63"/>
                  <a:gd name="T5" fmla="*/ 0 h 29"/>
                  <a:gd name="T6" fmla="*/ 0 w 63"/>
                  <a:gd name="T7" fmla="*/ 12 h 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9"/>
                  <a:gd name="T14" fmla="*/ 63 w 63"/>
                  <a:gd name="T15" fmla="*/ 29 h 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9">
                    <a:moveTo>
                      <a:pt x="0" y="12"/>
                    </a:moveTo>
                    <a:lnTo>
                      <a:pt x="62" y="28"/>
                    </a:lnTo>
                    <a:lnTo>
                      <a:pt x="62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4" name="Freeform 255">
                <a:extLst>
                  <a:ext uri="{FF2B5EF4-FFF2-40B4-BE49-F238E27FC236}">
                    <a16:creationId xmlns:a16="http://schemas.microsoft.com/office/drawing/2014/main" id="{F81EB8EF-81DF-9F4E-8B4B-DBBA9181E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58" y="4032"/>
                <a:ext cx="83" cy="48"/>
              </a:xfrm>
              <a:custGeom>
                <a:avLst/>
                <a:gdLst>
                  <a:gd name="T0" fmla="*/ 0 w 83"/>
                  <a:gd name="T1" fmla="*/ 17 h 48"/>
                  <a:gd name="T2" fmla="*/ 0 w 83"/>
                  <a:gd name="T3" fmla="*/ 47 h 48"/>
                  <a:gd name="T4" fmla="*/ 82 w 83"/>
                  <a:gd name="T5" fmla="*/ 30 h 48"/>
                  <a:gd name="T6" fmla="*/ 82 w 83"/>
                  <a:gd name="T7" fmla="*/ 0 h 48"/>
                  <a:gd name="T8" fmla="*/ 0 w 83"/>
                  <a:gd name="T9" fmla="*/ 1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48"/>
                  <a:gd name="T17" fmla="*/ 83 w 83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48">
                    <a:moveTo>
                      <a:pt x="0" y="17"/>
                    </a:moveTo>
                    <a:lnTo>
                      <a:pt x="0" y="47"/>
                    </a:lnTo>
                    <a:lnTo>
                      <a:pt x="82" y="30"/>
                    </a:lnTo>
                    <a:lnTo>
                      <a:pt x="82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5" name="Freeform 256">
                <a:extLst>
                  <a:ext uri="{FF2B5EF4-FFF2-40B4-BE49-F238E27FC236}">
                    <a16:creationId xmlns:a16="http://schemas.microsoft.com/office/drawing/2014/main" id="{C01CFE32-7645-E147-8ACC-00945D7D8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4" y="3415"/>
                <a:ext cx="65" cy="275"/>
              </a:xfrm>
              <a:custGeom>
                <a:avLst/>
                <a:gdLst>
                  <a:gd name="T0" fmla="*/ 54 w 65"/>
                  <a:gd name="T1" fmla="*/ 0 h 275"/>
                  <a:gd name="T2" fmla="*/ 0 w 65"/>
                  <a:gd name="T3" fmla="*/ 51 h 275"/>
                  <a:gd name="T4" fmla="*/ 0 w 65"/>
                  <a:gd name="T5" fmla="*/ 274 h 275"/>
                  <a:gd name="T6" fmla="*/ 7 w 65"/>
                  <a:gd name="T7" fmla="*/ 248 h 275"/>
                  <a:gd name="T8" fmla="*/ 7 w 65"/>
                  <a:gd name="T9" fmla="*/ 76 h 275"/>
                  <a:gd name="T10" fmla="*/ 64 w 65"/>
                  <a:gd name="T11" fmla="*/ 78 h 275"/>
                  <a:gd name="T12" fmla="*/ 64 w 65"/>
                  <a:gd name="T13" fmla="*/ 0 h 275"/>
                  <a:gd name="T14" fmla="*/ 54 w 65"/>
                  <a:gd name="T15" fmla="*/ 0 h 2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5"/>
                  <a:gd name="T25" fmla="*/ 0 h 275"/>
                  <a:gd name="T26" fmla="*/ 65 w 65"/>
                  <a:gd name="T27" fmla="*/ 275 h 2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5" h="275">
                    <a:moveTo>
                      <a:pt x="54" y="0"/>
                    </a:moveTo>
                    <a:lnTo>
                      <a:pt x="0" y="51"/>
                    </a:lnTo>
                    <a:lnTo>
                      <a:pt x="0" y="274"/>
                    </a:lnTo>
                    <a:lnTo>
                      <a:pt x="7" y="248"/>
                    </a:lnTo>
                    <a:lnTo>
                      <a:pt x="7" y="76"/>
                    </a:lnTo>
                    <a:lnTo>
                      <a:pt x="64" y="78"/>
                    </a:lnTo>
                    <a:lnTo>
                      <a:pt x="64" y="0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6" name="Freeform 257">
                <a:extLst>
                  <a:ext uri="{FF2B5EF4-FFF2-40B4-BE49-F238E27FC236}">
                    <a16:creationId xmlns:a16="http://schemas.microsoft.com/office/drawing/2014/main" id="{EA14CA1A-1309-9844-BDC3-5D0ECD8A82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453"/>
                <a:ext cx="34" cy="270"/>
              </a:xfrm>
              <a:custGeom>
                <a:avLst/>
                <a:gdLst>
                  <a:gd name="T0" fmla="*/ 0 w 34"/>
                  <a:gd name="T1" fmla="*/ 0 h 270"/>
                  <a:gd name="T2" fmla="*/ 0 w 34"/>
                  <a:gd name="T3" fmla="*/ 269 h 270"/>
                  <a:gd name="T4" fmla="*/ 33 w 34"/>
                  <a:gd name="T5" fmla="*/ 236 h 270"/>
                  <a:gd name="T6" fmla="*/ 33 w 34"/>
                  <a:gd name="T7" fmla="*/ 24 h 270"/>
                  <a:gd name="T8" fmla="*/ 0 w 34"/>
                  <a:gd name="T9" fmla="*/ 0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70"/>
                  <a:gd name="T17" fmla="*/ 34 w 34"/>
                  <a:gd name="T18" fmla="*/ 270 h 2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70">
                    <a:moveTo>
                      <a:pt x="0" y="0"/>
                    </a:moveTo>
                    <a:lnTo>
                      <a:pt x="0" y="269"/>
                    </a:lnTo>
                    <a:lnTo>
                      <a:pt x="33" y="236"/>
                    </a:lnTo>
                    <a:lnTo>
                      <a:pt x="3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7" name="Freeform 258">
                <a:extLst>
                  <a:ext uri="{FF2B5EF4-FFF2-40B4-BE49-F238E27FC236}">
                    <a16:creationId xmlns:a16="http://schemas.microsoft.com/office/drawing/2014/main" id="{F8CB2F19-25A7-1944-9543-84495E1A2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5" y="3471"/>
                <a:ext cx="40" cy="118"/>
              </a:xfrm>
              <a:custGeom>
                <a:avLst/>
                <a:gdLst>
                  <a:gd name="T0" fmla="*/ 0 w 40"/>
                  <a:gd name="T1" fmla="*/ 0 h 118"/>
                  <a:gd name="T2" fmla="*/ 0 w 40"/>
                  <a:gd name="T3" fmla="*/ 111 h 118"/>
                  <a:gd name="T4" fmla="*/ 10 w 40"/>
                  <a:gd name="T5" fmla="*/ 117 h 118"/>
                  <a:gd name="T6" fmla="*/ 39 w 40"/>
                  <a:gd name="T7" fmla="*/ 117 h 118"/>
                  <a:gd name="T8" fmla="*/ 39 w 40"/>
                  <a:gd name="T9" fmla="*/ 0 h 118"/>
                  <a:gd name="T10" fmla="*/ 0 w 40"/>
                  <a:gd name="T11" fmla="*/ 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"/>
                  <a:gd name="T19" fmla="*/ 0 h 118"/>
                  <a:gd name="T20" fmla="*/ 40 w 40"/>
                  <a:gd name="T21" fmla="*/ 118 h 1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" h="118">
                    <a:moveTo>
                      <a:pt x="0" y="0"/>
                    </a:moveTo>
                    <a:lnTo>
                      <a:pt x="0" y="111"/>
                    </a:lnTo>
                    <a:lnTo>
                      <a:pt x="10" y="117"/>
                    </a:lnTo>
                    <a:lnTo>
                      <a:pt x="39" y="117"/>
                    </a:lnTo>
                    <a:lnTo>
                      <a:pt x="3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8" name="Freeform 259">
                <a:extLst>
                  <a:ext uri="{FF2B5EF4-FFF2-40B4-BE49-F238E27FC236}">
                    <a16:creationId xmlns:a16="http://schemas.microsoft.com/office/drawing/2014/main" id="{2BCEBB81-3954-0F47-A7C2-53616476B8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0" y="3546"/>
                <a:ext cx="26" cy="34"/>
              </a:xfrm>
              <a:custGeom>
                <a:avLst/>
                <a:gdLst>
                  <a:gd name="T0" fmla="*/ 4 w 26"/>
                  <a:gd name="T1" fmla="*/ 0 h 34"/>
                  <a:gd name="T2" fmla="*/ 12 w 26"/>
                  <a:gd name="T3" fmla="*/ 0 h 34"/>
                  <a:gd name="T4" fmla="*/ 17 w 26"/>
                  <a:gd name="T5" fmla="*/ 2 h 34"/>
                  <a:gd name="T6" fmla="*/ 21 w 26"/>
                  <a:gd name="T7" fmla="*/ 4 h 34"/>
                  <a:gd name="T8" fmla="*/ 25 w 26"/>
                  <a:gd name="T9" fmla="*/ 14 h 34"/>
                  <a:gd name="T10" fmla="*/ 25 w 26"/>
                  <a:gd name="T11" fmla="*/ 25 h 34"/>
                  <a:gd name="T12" fmla="*/ 23 w 26"/>
                  <a:gd name="T13" fmla="*/ 29 h 34"/>
                  <a:gd name="T14" fmla="*/ 21 w 26"/>
                  <a:gd name="T15" fmla="*/ 33 h 34"/>
                  <a:gd name="T16" fmla="*/ 16 w 26"/>
                  <a:gd name="T17" fmla="*/ 33 h 34"/>
                  <a:gd name="T18" fmla="*/ 14 w 26"/>
                  <a:gd name="T19" fmla="*/ 31 h 34"/>
                  <a:gd name="T20" fmla="*/ 12 w 26"/>
                  <a:gd name="T21" fmla="*/ 27 h 34"/>
                  <a:gd name="T22" fmla="*/ 14 w 26"/>
                  <a:gd name="T23" fmla="*/ 21 h 34"/>
                  <a:gd name="T24" fmla="*/ 12 w 26"/>
                  <a:gd name="T25" fmla="*/ 16 h 34"/>
                  <a:gd name="T26" fmla="*/ 10 w 26"/>
                  <a:gd name="T27" fmla="*/ 12 h 34"/>
                  <a:gd name="T28" fmla="*/ 6 w 26"/>
                  <a:gd name="T29" fmla="*/ 10 h 34"/>
                  <a:gd name="T30" fmla="*/ 2 w 26"/>
                  <a:gd name="T31" fmla="*/ 10 h 34"/>
                  <a:gd name="T32" fmla="*/ 0 w 26"/>
                  <a:gd name="T33" fmla="*/ 6 h 34"/>
                  <a:gd name="T34" fmla="*/ 2 w 26"/>
                  <a:gd name="T35" fmla="*/ 2 h 34"/>
                  <a:gd name="T36" fmla="*/ 4 w 26"/>
                  <a:gd name="T37" fmla="*/ 0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6"/>
                  <a:gd name="T58" fmla="*/ 0 h 34"/>
                  <a:gd name="T59" fmla="*/ 26 w 26"/>
                  <a:gd name="T60" fmla="*/ 34 h 3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6" h="34">
                    <a:moveTo>
                      <a:pt x="4" y="0"/>
                    </a:moveTo>
                    <a:lnTo>
                      <a:pt x="12" y="0"/>
                    </a:lnTo>
                    <a:lnTo>
                      <a:pt x="17" y="2"/>
                    </a:lnTo>
                    <a:lnTo>
                      <a:pt x="21" y="4"/>
                    </a:lnTo>
                    <a:lnTo>
                      <a:pt x="25" y="14"/>
                    </a:lnTo>
                    <a:lnTo>
                      <a:pt x="25" y="25"/>
                    </a:lnTo>
                    <a:lnTo>
                      <a:pt x="23" y="29"/>
                    </a:lnTo>
                    <a:lnTo>
                      <a:pt x="21" y="33"/>
                    </a:lnTo>
                    <a:lnTo>
                      <a:pt x="16" y="33"/>
                    </a:lnTo>
                    <a:lnTo>
                      <a:pt x="14" y="31"/>
                    </a:lnTo>
                    <a:lnTo>
                      <a:pt x="12" y="27"/>
                    </a:lnTo>
                    <a:lnTo>
                      <a:pt x="14" y="21"/>
                    </a:lnTo>
                    <a:lnTo>
                      <a:pt x="12" y="16"/>
                    </a:lnTo>
                    <a:lnTo>
                      <a:pt x="10" y="12"/>
                    </a:lnTo>
                    <a:lnTo>
                      <a:pt x="6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99" name="Freeform 260">
                <a:extLst>
                  <a:ext uri="{FF2B5EF4-FFF2-40B4-BE49-F238E27FC236}">
                    <a16:creationId xmlns:a16="http://schemas.microsoft.com/office/drawing/2014/main" id="{EFF75695-8CBD-0746-827A-87132651D0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4" y="3525"/>
                <a:ext cx="20" cy="34"/>
              </a:xfrm>
              <a:custGeom>
                <a:avLst/>
                <a:gdLst>
                  <a:gd name="T0" fmla="*/ 0 w 20"/>
                  <a:gd name="T1" fmla="*/ 33 h 34"/>
                  <a:gd name="T2" fmla="*/ 4 w 20"/>
                  <a:gd name="T3" fmla="*/ 29 h 34"/>
                  <a:gd name="T4" fmla="*/ 11 w 20"/>
                  <a:gd name="T5" fmla="*/ 16 h 34"/>
                  <a:gd name="T6" fmla="*/ 17 w 20"/>
                  <a:gd name="T7" fmla="*/ 6 h 34"/>
                  <a:gd name="T8" fmla="*/ 19 w 20"/>
                  <a:gd name="T9" fmla="*/ 0 h 34"/>
                  <a:gd name="T10" fmla="*/ 15 w 20"/>
                  <a:gd name="T11" fmla="*/ 4 h 34"/>
                  <a:gd name="T12" fmla="*/ 9 w 20"/>
                  <a:gd name="T13" fmla="*/ 16 h 34"/>
                  <a:gd name="T14" fmla="*/ 2 w 20"/>
                  <a:gd name="T15" fmla="*/ 27 h 34"/>
                  <a:gd name="T16" fmla="*/ 0 w 20"/>
                  <a:gd name="T17" fmla="*/ 3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0" y="33"/>
                    </a:moveTo>
                    <a:lnTo>
                      <a:pt x="4" y="29"/>
                    </a:lnTo>
                    <a:lnTo>
                      <a:pt x="11" y="16"/>
                    </a:lnTo>
                    <a:lnTo>
                      <a:pt x="17" y="6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9" y="16"/>
                    </a:lnTo>
                    <a:lnTo>
                      <a:pt x="2" y="27"/>
                    </a:lnTo>
                    <a:lnTo>
                      <a:pt x="0" y="33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00" name="Line 261">
                <a:extLst>
                  <a:ext uri="{FF2B5EF4-FFF2-40B4-BE49-F238E27FC236}">
                    <a16:creationId xmlns:a16="http://schemas.microsoft.com/office/drawing/2014/main" id="{F762CE83-7929-1346-8758-5595E654B06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51" y="35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501" name="Freeform 262">
                <a:extLst>
                  <a:ext uri="{FF2B5EF4-FFF2-40B4-BE49-F238E27FC236}">
                    <a16:creationId xmlns:a16="http://schemas.microsoft.com/office/drawing/2014/main" id="{5FFF4855-E837-AE4F-BF78-AE18AE0444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9" y="3530"/>
                <a:ext cx="19" cy="34"/>
              </a:xfrm>
              <a:custGeom>
                <a:avLst/>
                <a:gdLst>
                  <a:gd name="T0" fmla="*/ 0 w 19"/>
                  <a:gd name="T1" fmla="*/ 0 h 34"/>
                  <a:gd name="T2" fmla="*/ 2 w 19"/>
                  <a:gd name="T3" fmla="*/ 7 h 34"/>
                  <a:gd name="T4" fmla="*/ 8 w 19"/>
                  <a:gd name="T5" fmla="*/ 17 h 34"/>
                  <a:gd name="T6" fmla="*/ 14 w 19"/>
                  <a:gd name="T7" fmla="*/ 28 h 34"/>
                  <a:gd name="T8" fmla="*/ 16 w 19"/>
                  <a:gd name="T9" fmla="*/ 33 h 34"/>
                  <a:gd name="T10" fmla="*/ 18 w 19"/>
                  <a:gd name="T11" fmla="*/ 33 h 34"/>
                  <a:gd name="T12" fmla="*/ 18 w 19"/>
                  <a:gd name="T13" fmla="*/ 28 h 34"/>
                  <a:gd name="T14" fmla="*/ 13 w 19"/>
                  <a:gd name="T15" fmla="*/ 15 h 34"/>
                  <a:gd name="T16" fmla="*/ 4 w 19"/>
                  <a:gd name="T17" fmla="*/ 5 h 34"/>
                  <a:gd name="T18" fmla="*/ 0 w 19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9"/>
                  <a:gd name="T31" fmla="*/ 0 h 34"/>
                  <a:gd name="T32" fmla="*/ 19 w 19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9" h="34">
                    <a:moveTo>
                      <a:pt x="0" y="0"/>
                    </a:moveTo>
                    <a:lnTo>
                      <a:pt x="2" y="7"/>
                    </a:lnTo>
                    <a:lnTo>
                      <a:pt x="8" y="17"/>
                    </a:lnTo>
                    <a:lnTo>
                      <a:pt x="14" y="28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18" y="28"/>
                    </a:lnTo>
                    <a:lnTo>
                      <a:pt x="13" y="15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02" name="Freeform 263">
                <a:extLst>
                  <a:ext uri="{FF2B5EF4-FFF2-40B4-BE49-F238E27FC236}">
                    <a16:creationId xmlns:a16="http://schemas.microsoft.com/office/drawing/2014/main" id="{55AA3913-FF79-1F4E-AC58-08720B3603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9" y="3572"/>
                <a:ext cx="17" cy="33"/>
              </a:xfrm>
              <a:custGeom>
                <a:avLst/>
                <a:gdLst>
                  <a:gd name="T0" fmla="*/ 0 w 17"/>
                  <a:gd name="T1" fmla="*/ 32 h 33"/>
                  <a:gd name="T2" fmla="*/ 2 w 17"/>
                  <a:gd name="T3" fmla="*/ 28 h 33"/>
                  <a:gd name="T4" fmla="*/ 6 w 17"/>
                  <a:gd name="T5" fmla="*/ 23 h 33"/>
                  <a:gd name="T6" fmla="*/ 11 w 17"/>
                  <a:gd name="T7" fmla="*/ 18 h 33"/>
                  <a:gd name="T8" fmla="*/ 16 w 17"/>
                  <a:gd name="T9" fmla="*/ 7 h 33"/>
                  <a:gd name="T10" fmla="*/ 16 w 17"/>
                  <a:gd name="T11" fmla="*/ 0 h 33"/>
                  <a:gd name="T12" fmla="*/ 14 w 17"/>
                  <a:gd name="T13" fmla="*/ 4 h 33"/>
                  <a:gd name="T14" fmla="*/ 6 w 17"/>
                  <a:gd name="T15" fmla="*/ 15 h 33"/>
                  <a:gd name="T16" fmla="*/ 0 w 17"/>
                  <a:gd name="T17" fmla="*/ 28 h 33"/>
                  <a:gd name="T18" fmla="*/ 0 w 17"/>
                  <a:gd name="T19" fmla="*/ 3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33"/>
                  <a:gd name="T32" fmla="*/ 17 w 17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33">
                    <a:moveTo>
                      <a:pt x="0" y="32"/>
                    </a:moveTo>
                    <a:lnTo>
                      <a:pt x="2" y="28"/>
                    </a:lnTo>
                    <a:lnTo>
                      <a:pt x="6" y="23"/>
                    </a:lnTo>
                    <a:lnTo>
                      <a:pt x="11" y="18"/>
                    </a:lnTo>
                    <a:lnTo>
                      <a:pt x="16" y="7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6" y="15"/>
                    </a:lnTo>
                    <a:lnTo>
                      <a:pt x="0" y="28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03" name="Freeform 264">
                <a:extLst>
                  <a:ext uri="{FF2B5EF4-FFF2-40B4-BE49-F238E27FC236}">
                    <a16:creationId xmlns:a16="http://schemas.microsoft.com/office/drawing/2014/main" id="{7E9A9E82-FEBC-834A-AAC8-9F23790156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5" y="3556"/>
                <a:ext cx="15" cy="22"/>
              </a:xfrm>
              <a:custGeom>
                <a:avLst/>
                <a:gdLst>
                  <a:gd name="T0" fmla="*/ 0 w 15"/>
                  <a:gd name="T1" fmla="*/ 9 h 22"/>
                  <a:gd name="T2" fmla="*/ 2 w 15"/>
                  <a:gd name="T3" fmla="*/ 17 h 22"/>
                  <a:gd name="T4" fmla="*/ 6 w 15"/>
                  <a:gd name="T5" fmla="*/ 21 h 22"/>
                  <a:gd name="T6" fmla="*/ 12 w 15"/>
                  <a:gd name="T7" fmla="*/ 17 h 22"/>
                  <a:gd name="T8" fmla="*/ 14 w 15"/>
                  <a:gd name="T9" fmla="*/ 9 h 22"/>
                  <a:gd name="T10" fmla="*/ 12 w 15"/>
                  <a:gd name="T11" fmla="*/ 2 h 22"/>
                  <a:gd name="T12" fmla="*/ 6 w 15"/>
                  <a:gd name="T13" fmla="*/ 0 h 22"/>
                  <a:gd name="T14" fmla="*/ 2 w 15"/>
                  <a:gd name="T15" fmla="*/ 2 h 22"/>
                  <a:gd name="T16" fmla="*/ 0 w 15"/>
                  <a:gd name="T17" fmla="*/ 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0" y="9"/>
                    </a:moveTo>
                    <a:lnTo>
                      <a:pt x="2" y="17"/>
                    </a:lnTo>
                    <a:lnTo>
                      <a:pt x="6" y="21"/>
                    </a:lnTo>
                    <a:lnTo>
                      <a:pt x="12" y="17"/>
                    </a:lnTo>
                    <a:lnTo>
                      <a:pt x="14" y="9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04" name="Rectangle 265">
                <a:extLst>
                  <a:ext uri="{FF2B5EF4-FFF2-40B4-BE49-F238E27FC236}">
                    <a16:creationId xmlns:a16="http://schemas.microsoft.com/office/drawing/2014/main" id="{1DA9F042-F40E-4F43-8D9C-1E392D8FBE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32" y="3560"/>
                <a:ext cx="1" cy="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05" name="Freeform 266">
                <a:extLst>
                  <a:ext uri="{FF2B5EF4-FFF2-40B4-BE49-F238E27FC236}">
                    <a16:creationId xmlns:a16="http://schemas.microsoft.com/office/drawing/2014/main" id="{27759699-9329-0E41-AFDD-751CD324C9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27" y="3556"/>
                <a:ext cx="14" cy="22"/>
              </a:xfrm>
              <a:custGeom>
                <a:avLst/>
                <a:gdLst>
                  <a:gd name="T0" fmla="*/ 0 w 14"/>
                  <a:gd name="T1" fmla="*/ 9 h 22"/>
                  <a:gd name="T2" fmla="*/ 2 w 14"/>
                  <a:gd name="T3" fmla="*/ 17 h 22"/>
                  <a:gd name="T4" fmla="*/ 5 w 14"/>
                  <a:gd name="T5" fmla="*/ 21 h 22"/>
                  <a:gd name="T6" fmla="*/ 11 w 14"/>
                  <a:gd name="T7" fmla="*/ 17 h 22"/>
                  <a:gd name="T8" fmla="*/ 13 w 14"/>
                  <a:gd name="T9" fmla="*/ 9 h 22"/>
                  <a:gd name="T10" fmla="*/ 11 w 14"/>
                  <a:gd name="T11" fmla="*/ 2 h 22"/>
                  <a:gd name="T12" fmla="*/ 5 w 14"/>
                  <a:gd name="T13" fmla="*/ 0 h 22"/>
                  <a:gd name="T14" fmla="*/ 2 w 14"/>
                  <a:gd name="T15" fmla="*/ 2 h 22"/>
                  <a:gd name="T16" fmla="*/ 0 w 14"/>
                  <a:gd name="T17" fmla="*/ 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2"/>
                  <a:gd name="T29" fmla="*/ 14 w 14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2">
                    <a:moveTo>
                      <a:pt x="0" y="9"/>
                    </a:moveTo>
                    <a:lnTo>
                      <a:pt x="2" y="17"/>
                    </a:lnTo>
                    <a:lnTo>
                      <a:pt x="5" y="21"/>
                    </a:lnTo>
                    <a:lnTo>
                      <a:pt x="11" y="17"/>
                    </a:lnTo>
                    <a:lnTo>
                      <a:pt x="13" y="9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06" name="Line 267">
                <a:extLst>
                  <a:ext uri="{FF2B5EF4-FFF2-40B4-BE49-F238E27FC236}">
                    <a16:creationId xmlns:a16="http://schemas.microsoft.com/office/drawing/2014/main" id="{C1D6CF2F-1E1D-D04B-84F0-6A349A141A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40" y="3562"/>
                <a:ext cx="0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507" name="Oval 268">
                <a:extLst>
                  <a:ext uri="{FF2B5EF4-FFF2-40B4-BE49-F238E27FC236}">
                    <a16:creationId xmlns:a16="http://schemas.microsoft.com/office/drawing/2014/main" id="{362967C7-88A0-6A48-A915-4815AA117E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157" y="3518"/>
                <a:ext cx="1" cy="9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08" name="Oval 269">
                <a:extLst>
                  <a:ext uri="{FF2B5EF4-FFF2-40B4-BE49-F238E27FC236}">
                    <a16:creationId xmlns:a16="http://schemas.microsoft.com/office/drawing/2014/main" id="{02956FA9-9040-FC48-92D3-CFBBA8253B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4" y="3525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09" name="Oval 270">
                <a:extLst>
                  <a:ext uri="{FF2B5EF4-FFF2-40B4-BE49-F238E27FC236}">
                    <a16:creationId xmlns:a16="http://schemas.microsoft.com/office/drawing/2014/main" id="{E175A052-FC2F-EC4C-AD01-54F6F8CA15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114" y="3597"/>
                <a:ext cx="1" cy="9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10" name="Freeform 271">
                <a:extLst>
                  <a:ext uri="{FF2B5EF4-FFF2-40B4-BE49-F238E27FC236}">
                    <a16:creationId xmlns:a16="http://schemas.microsoft.com/office/drawing/2014/main" id="{077A5E32-7AEE-C946-BB33-96F97A5EBA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5" y="3569"/>
                <a:ext cx="20" cy="37"/>
              </a:xfrm>
              <a:custGeom>
                <a:avLst/>
                <a:gdLst>
                  <a:gd name="T0" fmla="*/ 0 w 20"/>
                  <a:gd name="T1" fmla="*/ 0 h 37"/>
                  <a:gd name="T2" fmla="*/ 0 w 20"/>
                  <a:gd name="T3" fmla="*/ 7 h 37"/>
                  <a:gd name="T4" fmla="*/ 7 w 20"/>
                  <a:gd name="T5" fmla="*/ 20 h 37"/>
                  <a:gd name="T6" fmla="*/ 15 w 20"/>
                  <a:gd name="T7" fmla="*/ 32 h 37"/>
                  <a:gd name="T8" fmla="*/ 19 w 20"/>
                  <a:gd name="T9" fmla="*/ 36 h 37"/>
                  <a:gd name="T10" fmla="*/ 19 w 20"/>
                  <a:gd name="T11" fmla="*/ 29 h 37"/>
                  <a:gd name="T12" fmla="*/ 12 w 20"/>
                  <a:gd name="T13" fmla="*/ 17 h 37"/>
                  <a:gd name="T14" fmla="*/ 4 w 20"/>
                  <a:gd name="T15" fmla="*/ 4 h 37"/>
                  <a:gd name="T16" fmla="*/ 0 w 2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7"/>
                  <a:gd name="T29" fmla="*/ 20 w 2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7">
                    <a:moveTo>
                      <a:pt x="0" y="0"/>
                    </a:moveTo>
                    <a:lnTo>
                      <a:pt x="0" y="7"/>
                    </a:lnTo>
                    <a:lnTo>
                      <a:pt x="7" y="20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9" y="29"/>
                    </a:lnTo>
                    <a:lnTo>
                      <a:pt x="12" y="1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11" name="Oval 272">
                <a:extLst>
                  <a:ext uri="{FF2B5EF4-FFF2-40B4-BE49-F238E27FC236}">
                    <a16:creationId xmlns:a16="http://schemas.microsoft.com/office/drawing/2014/main" id="{CC7C4F3E-9AC7-5B4A-8F27-5D32A8847E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9" y="3602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12" name="Freeform 273">
                <a:extLst>
                  <a:ext uri="{FF2B5EF4-FFF2-40B4-BE49-F238E27FC236}">
                    <a16:creationId xmlns:a16="http://schemas.microsoft.com/office/drawing/2014/main" id="{C55A71DA-24E5-A944-950C-6B2C429FC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536"/>
                <a:ext cx="20" cy="31"/>
              </a:xfrm>
              <a:custGeom>
                <a:avLst/>
                <a:gdLst>
                  <a:gd name="T0" fmla="*/ 19 w 20"/>
                  <a:gd name="T1" fmla="*/ 15 h 31"/>
                  <a:gd name="T2" fmla="*/ 17 w 20"/>
                  <a:gd name="T3" fmla="*/ 27 h 31"/>
                  <a:gd name="T4" fmla="*/ 11 w 20"/>
                  <a:gd name="T5" fmla="*/ 30 h 31"/>
                  <a:gd name="T6" fmla="*/ 2 w 20"/>
                  <a:gd name="T7" fmla="*/ 27 h 31"/>
                  <a:gd name="T8" fmla="*/ 0 w 20"/>
                  <a:gd name="T9" fmla="*/ 15 h 31"/>
                  <a:gd name="T10" fmla="*/ 2 w 20"/>
                  <a:gd name="T11" fmla="*/ 3 h 31"/>
                  <a:gd name="T12" fmla="*/ 11 w 20"/>
                  <a:gd name="T13" fmla="*/ 0 h 31"/>
                  <a:gd name="T14" fmla="*/ 17 w 20"/>
                  <a:gd name="T15" fmla="*/ 3 h 31"/>
                  <a:gd name="T16" fmla="*/ 19 w 20"/>
                  <a:gd name="T17" fmla="*/ 1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1"/>
                  <a:gd name="T29" fmla="*/ 20 w 2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1">
                    <a:moveTo>
                      <a:pt x="19" y="15"/>
                    </a:moveTo>
                    <a:lnTo>
                      <a:pt x="17" y="27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15"/>
                    </a:lnTo>
                    <a:lnTo>
                      <a:pt x="2" y="3"/>
                    </a:lnTo>
                    <a:lnTo>
                      <a:pt x="11" y="0"/>
                    </a:lnTo>
                    <a:lnTo>
                      <a:pt x="17" y="3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13" name="Rectangle 274">
                <a:extLst>
                  <a:ext uri="{FF2B5EF4-FFF2-40B4-BE49-F238E27FC236}">
                    <a16:creationId xmlns:a16="http://schemas.microsoft.com/office/drawing/2014/main" id="{844192FE-9639-964D-9014-03D6780E4A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94" y="3540"/>
                <a:ext cx="1" cy="1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14" name="Freeform 275">
                <a:extLst>
                  <a:ext uri="{FF2B5EF4-FFF2-40B4-BE49-F238E27FC236}">
                    <a16:creationId xmlns:a16="http://schemas.microsoft.com/office/drawing/2014/main" id="{E24EA742-2291-144C-ABB4-441F066DE1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4" y="3536"/>
                <a:ext cx="17" cy="31"/>
              </a:xfrm>
              <a:custGeom>
                <a:avLst/>
                <a:gdLst>
                  <a:gd name="T0" fmla="*/ 16 w 17"/>
                  <a:gd name="T1" fmla="*/ 15 h 31"/>
                  <a:gd name="T2" fmla="*/ 14 w 17"/>
                  <a:gd name="T3" fmla="*/ 27 h 31"/>
                  <a:gd name="T4" fmla="*/ 8 w 17"/>
                  <a:gd name="T5" fmla="*/ 30 h 31"/>
                  <a:gd name="T6" fmla="*/ 2 w 17"/>
                  <a:gd name="T7" fmla="*/ 27 h 31"/>
                  <a:gd name="T8" fmla="*/ 0 w 17"/>
                  <a:gd name="T9" fmla="*/ 15 h 31"/>
                  <a:gd name="T10" fmla="*/ 2 w 17"/>
                  <a:gd name="T11" fmla="*/ 3 h 31"/>
                  <a:gd name="T12" fmla="*/ 8 w 17"/>
                  <a:gd name="T13" fmla="*/ 0 h 31"/>
                  <a:gd name="T14" fmla="*/ 14 w 17"/>
                  <a:gd name="T15" fmla="*/ 3 h 31"/>
                  <a:gd name="T16" fmla="*/ 16 w 17"/>
                  <a:gd name="T17" fmla="*/ 1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1"/>
                  <a:gd name="T29" fmla="*/ 17 w 17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1">
                    <a:moveTo>
                      <a:pt x="16" y="15"/>
                    </a:moveTo>
                    <a:lnTo>
                      <a:pt x="14" y="27"/>
                    </a:lnTo>
                    <a:lnTo>
                      <a:pt x="8" y="30"/>
                    </a:lnTo>
                    <a:lnTo>
                      <a:pt x="2" y="27"/>
                    </a:lnTo>
                    <a:lnTo>
                      <a:pt x="0" y="15"/>
                    </a:lnTo>
                    <a:lnTo>
                      <a:pt x="2" y="3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6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15" name="Line 276">
                <a:extLst>
                  <a:ext uri="{FF2B5EF4-FFF2-40B4-BE49-F238E27FC236}">
                    <a16:creationId xmlns:a16="http://schemas.microsoft.com/office/drawing/2014/main" id="{7C0B685F-4DBA-2040-A37D-B78B3C18BF2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94" y="3546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516" name="Rectangle 277">
                <a:extLst>
                  <a:ext uri="{FF2B5EF4-FFF2-40B4-BE49-F238E27FC236}">
                    <a16:creationId xmlns:a16="http://schemas.microsoft.com/office/drawing/2014/main" id="{BB82B064-C68A-D24E-AD46-412F5813AF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203" y="3529"/>
                <a:ext cx="6" cy="15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517" name="Freeform 278">
                <a:extLst>
                  <a:ext uri="{FF2B5EF4-FFF2-40B4-BE49-F238E27FC236}">
                    <a16:creationId xmlns:a16="http://schemas.microsoft.com/office/drawing/2014/main" id="{53F3F77C-5678-174B-B901-5C0EF9BC0A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4" y="3745"/>
                <a:ext cx="21" cy="26"/>
              </a:xfrm>
              <a:custGeom>
                <a:avLst/>
                <a:gdLst>
                  <a:gd name="T0" fmla="*/ 0 w 21"/>
                  <a:gd name="T1" fmla="*/ 10 h 26"/>
                  <a:gd name="T2" fmla="*/ 0 w 21"/>
                  <a:gd name="T3" fmla="*/ 20 h 26"/>
                  <a:gd name="T4" fmla="*/ 6 w 21"/>
                  <a:gd name="T5" fmla="*/ 25 h 26"/>
                  <a:gd name="T6" fmla="*/ 14 w 21"/>
                  <a:gd name="T7" fmla="*/ 25 h 26"/>
                  <a:gd name="T8" fmla="*/ 20 w 21"/>
                  <a:gd name="T9" fmla="*/ 18 h 26"/>
                  <a:gd name="T10" fmla="*/ 20 w 21"/>
                  <a:gd name="T11" fmla="*/ 6 h 26"/>
                  <a:gd name="T12" fmla="*/ 14 w 21"/>
                  <a:gd name="T13" fmla="*/ 0 h 26"/>
                  <a:gd name="T14" fmla="*/ 6 w 21"/>
                  <a:gd name="T15" fmla="*/ 2 h 26"/>
                  <a:gd name="T16" fmla="*/ 0 w 21"/>
                  <a:gd name="T17" fmla="*/ 1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6"/>
                  <a:gd name="T29" fmla="*/ 21 w 21"/>
                  <a:gd name="T30" fmla="*/ 26 h 2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6">
                    <a:moveTo>
                      <a:pt x="0" y="10"/>
                    </a:moveTo>
                    <a:lnTo>
                      <a:pt x="0" y="20"/>
                    </a:lnTo>
                    <a:lnTo>
                      <a:pt x="6" y="25"/>
                    </a:lnTo>
                    <a:lnTo>
                      <a:pt x="14" y="25"/>
                    </a:lnTo>
                    <a:lnTo>
                      <a:pt x="20" y="18"/>
                    </a:lnTo>
                    <a:lnTo>
                      <a:pt x="20" y="6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18" name="Freeform 279">
                <a:extLst>
                  <a:ext uri="{FF2B5EF4-FFF2-40B4-BE49-F238E27FC236}">
                    <a16:creationId xmlns:a16="http://schemas.microsoft.com/office/drawing/2014/main" id="{0530C042-38D5-C848-B25F-E1E79F04A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0" y="3741"/>
                <a:ext cx="21" cy="25"/>
              </a:xfrm>
              <a:custGeom>
                <a:avLst/>
                <a:gdLst>
                  <a:gd name="T0" fmla="*/ 0 w 21"/>
                  <a:gd name="T1" fmla="*/ 8 h 25"/>
                  <a:gd name="T2" fmla="*/ 0 w 21"/>
                  <a:gd name="T3" fmla="*/ 19 h 25"/>
                  <a:gd name="T4" fmla="*/ 6 w 21"/>
                  <a:gd name="T5" fmla="*/ 24 h 25"/>
                  <a:gd name="T6" fmla="*/ 14 w 21"/>
                  <a:gd name="T7" fmla="*/ 24 h 25"/>
                  <a:gd name="T8" fmla="*/ 20 w 21"/>
                  <a:gd name="T9" fmla="*/ 17 h 25"/>
                  <a:gd name="T10" fmla="*/ 20 w 21"/>
                  <a:gd name="T11" fmla="*/ 6 h 25"/>
                  <a:gd name="T12" fmla="*/ 14 w 21"/>
                  <a:gd name="T13" fmla="*/ 0 h 25"/>
                  <a:gd name="T14" fmla="*/ 6 w 21"/>
                  <a:gd name="T15" fmla="*/ 2 h 25"/>
                  <a:gd name="T16" fmla="*/ 0 w 21"/>
                  <a:gd name="T17" fmla="*/ 8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5"/>
                  <a:gd name="T29" fmla="*/ 21 w 21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5">
                    <a:moveTo>
                      <a:pt x="0" y="8"/>
                    </a:moveTo>
                    <a:lnTo>
                      <a:pt x="0" y="19"/>
                    </a:lnTo>
                    <a:lnTo>
                      <a:pt x="6" y="24"/>
                    </a:lnTo>
                    <a:lnTo>
                      <a:pt x="14" y="24"/>
                    </a:lnTo>
                    <a:lnTo>
                      <a:pt x="20" y="17"/>
                    </a:lnTo>
                    <a:lnTo>
                      <a:pt x="20" y="6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19" name="Freeform 280">
                <a:extLst>
                  <a:ext uri="{FF2B5EF4-FFF2-40B4-BE49-F238E27FC236}">
                    <a16:creationId xmlns:a16="http://schemas.microsoft.com/office/drawing/2014/main" id="{09B469EE-1755-6F47-ADE8-E60964B098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342"/>
                <a:ext cx="166" cy="548"/>
              </a:xfrm>
              <a:custGeom>
                <a:avLst/>
                <a:gdLst>
                  <a:gd name="T0" fmla="*/ 165 w 166"/>
                  <a:gd name="T1" fmla="*/ 13 h 548"/>
                  <a:gd name="T2" fmla="*/ 0 w 166"/>
                  <a:gd name="T3" fmla="*/ 0 h 548"/>
                  <a:gd name="T4" fmla="*/ 0 w 166"/>
                  <a:gd name="T5" fmla="*/ 473 h 548"/>
                  <a:gd name="T6" fmla="*/ 78 w 166"/>
                  <a:gd name="T7" fmla="*/ 547 h 5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6"/>
                  <a:gd name="T13" fmla="*/ 0 h 548"/>
                  <a:gd name="T14" fmla="*/ 166 w 166"/>
                  <a:gd name="T15" fmla="*/ 548 h 5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6" h="548">
                    <a:moveTo>
                      <a:pt x="165" y="13"/>
                    </a:moveTo>
                    <a:lnTo>
                      <a:pt x="0" y="0"/>
                    </a:lnTo>
                    <a:lnTo>
                      <a:pt x="0" y="473"/>
                    </a:lnTo>
                    <a:lnTo>
                      <a:pt x="78" y="54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0" name="Freeform 281">
                <a:extLst>
                  <a:ext uri="{FF2B5EF4-FFF2-40B4-BE49-F238E27FC236}">
                    <a16:creationId xmlns:a16="http://schemas.microsoft.com/office/drawing/2014/main" id="{D16B674C-E51F-C94B-AB92-173A90B33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8" y="3624"/>
                <a:ext cx="50" cy="189"/>
              </a:xfrm>
              <a:custGeom>
                <a:avLst/>
                <a:gdLst>
                  <a:gd name="T0" fmla="*/ 40 w 50"/>
                  <a:gd name="T1" fmla="*/ 186 h 189"/>
                  <a:gd name="T2" fmla="*/ 46 w 50"/>
                  <a:gd name="T3" fmla="*/ 175 h 189"/>
                  <a:gd name="T4" fmla="*/ 42 w 50"/>
                  <a:gd name="T5" fmla="*/ 167 h 189"/>
                  <a:gd name="T6" fmla="*/ 28 w 50"/>
                  <a:gd name="T7" fmla="*/ 158 h 189"/>
                  <a:gd name="T8" fmla="*/ 18 w 50"/>
                  <a:gd name="T9" fmla="*/ 151 h 189"/>
                  <a:gd name="T10" fmla="*/ 12 w 50"/>
                  <a:gd name="T11" fmla="*/ 143 h 189"/>
                  <a:gd name="T12" fmla="*/ 10 w 50"/>
                  <a:gd name="T13" fmla="*/ 70 h 189"/>
                  <a:gd name="T14" fmla="*/ 12 w 50"/>
                  <a:gd name="T15" fmla="*/ 55 h 189"/>
                  <a:gd name="T16" fmla="*/ 14 w 50"/>
                  <a:gd name="T17" fmla="*/ 42 h 189"/>
                  <a:gd name="T18" fmla="*/ 28 w 50"/>
                  <a:gd name="T19" fmla="*/ 24 h 189"/>
                  <a:gd name="T20" fmla="*/ 38 w 50"/>
                  <a:gd name="T21" fmla="*/ 18 h 189"/>
                  <a:gd name="T22" fmla="*/ 47 w 50"/>
                  <a:gd name="T23" fmla="*/ 11 h 189"/>
                  <a:gd name="T24" fmla="*/ 49 w 50"/>
                  <a:gd name="T25" fmla="*/ 6 h 189"/>
                  <a:gd name="T26" fmla="*/ 42 w 50"/>
                  <a:gd name="T27" fmla="*/ 0 h 189"/>
                  <a:gd name="T28" fmla="*/ 28 w 50"/>
                  <a:gd name="T29" fmla="*/ 0 h 189"/>
                  <a:gd name="T30" fmla="*/ 22 w 50"/>
                  <a:gd name="T31" fmla="*/ 4 h 189"/>
                  <a:gd name="T32" fmla="*/ 22 w 50"/>
                  <a:gd name="T33" fmla="*/ 11 h 189"/>
                  <a:gd name="T34" fmla="*/ 26 w 50"/>
                  <a:gd name="T35" fmla="*/ 13 h 189"/>
                  <a:gd name="T36" fmla="*/ 32 w 50"/>
                  <a:gd name="T37" fmla="*/ 11 h 189"/>
                  <a:gd name="T38" fmla="*/ 26 w 50"/>
                  <a:gd name="T39" fmla="*/ 16 h 189"/>
                  <a:gd name="T40" fmla="*/ 18 w 50"/>
                  <a:gd name="T41" fmla="*/ 20 h 189"/>
                  <a:gd name="T42" fmla="*/ 6 w 50"/>
                  <a:gd name="T43" fmla="*/ 28 h 189"/>
                  <a:gd name="T44" fmla="*/ 2 w 50"/>
                  <a:gd name="T45" fmla="*/ 35 h 189"/>
                  <a:gd name="T46" fmla="*/ 0 w 50"/>
                  <a:gd name="T47" fmla="*/ 40 h 189"/>
                  <a:gd name="T48" fmla="*/ 2 w 50"/>
                  <a:gd name="T49" fmla="*/ 48 h 189"/>
                  <a:gd name="T50" fmla="*/ 2 w 50"/>
                  <a:gd name="T51" fmla="*/ 145 h 189"/>
                  <a:gd name="T52" fmla="*/ 6 w 50"/>
                  <a:gd name="T53" fmla="*/ 155 h 189"/>
                  <a:gd name="T54" fmla="*/ 12 w 50"/>
                  <a:gd name="T55" fmla="*/ 162 h 189"/>
                  <a:gd name="T56" fmla="*/ 26 w 50"/>
                  <a:gd name="T57" fmla="*/ 171 h 189"/>
                  <a:gd name="T58" fmla="*/ 32 w 50"/>
                  <a:gd name="T59" fmla="*/ 175 h 189"/>
                  <a:gd name="T60" fmla="*/ 26 w 50"/>
                  <a:gd name="T61" fmla="*/ 175 h 189"/>
                  <a:gd name="T62" fmla="*/ 23 w 50"/>
                  <a:gd name="T63" fmla="*/ 182 h 189"/>
                  <a:gd name="T64" fmla="*/ 32 w 50"/>
                  <a:gd name="T65" fmla="*/ 188 h 18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0"/>
                  <a:gd name="T100" fmla="*/ 0 h 189"/>
                  <a:gd name="T101" fmla="*/ 50 w 50"/>
                  <a:gd name="T102" fmla="*/ 189 h 18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0" h="189">
                    <a:moveTo>
                      <a:pt x="34" y="188"/>
                    </a:moveTo>
                    <a:lnTo>
                      <a:pt x="40" y="186"/>
                    </a:lnTo>
                    <a:lnTo>
                      <a:pt x="44" y="182"/>
                    </a:lnTo>
                    <a:lnTo>
                      <a:pt x="46" y="175"/>
                    </a:lnTo>
                    <a:lnTo>
                      <a:pt x="44" y="169"/>
                    </a:lnTo>
                    <a:lnTo>
                      <a:pt x="42" y="167"/>
                    </a:lnTo>
                    <a:lnTo>
                      <a:pt x="38" y="165"/>
                    </a:lnTo>
                    <a:lnTo>
                      <a:pt x="28" y="158"/>
                    </a:lnTo>
                    <a:lnTo>
                      <a:pt x="23" y="155"/>
                    </a:lnTo>
                    <a:lnTo>
                      <a:pt x="18" y="151"/>
                    </a:lnTo>
                    <a:lnTo>
                      <a:pt x="14" y="147"/>
                    </a:lnTo>
                    <a:lnTo>
                      <a:pt x="12" y="143"/>
                    </a:lnTo>
                    <a:lnTo>
                      <a:pt x="12" y="131"/>
                    </a:lnTo>
                    <a:lnTo>
                      <a:pt x="10" y="70"/>
                    </a:lnTo>
                    <a:lnTo>
                      <a:pt x="10" y="59"/>
                    </a:lnTo>
                    <a:lnTo>
                      <a:pt x="12" y="55"/>
                    </a:lnTo>
                    <a:lnTo>
                      <a:pt x="12" y="46"/>
                    </a:lnTo>
                    <a:lnTo>
                      <a:pt x="14" y="42"/>
                    </a:lnTo>
                    <a:lnTo>
                      <a:pt x="20" y="33"/>
                    </a:lnTo>
                    <a:lnTo>
                      <a:pt x="28" y="24"/>
                    </a:lnTo>
                    <a:lnTo>
                      <a:pt x="34" y="22"/>
                    </a:lnTo>
                    <a:lnTo>
                      <a:pt x="38" y="18"/>
                    </a:lnTo>
                    <a:lnTo>
                      <a:pt x="46" y="15"/>
                    </a:lnTo>
                    <a:lnTo>
                      <a:pt x="47" y="11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7" y="2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3" y="13"/>
                    </a:lnTo>
                    <a:lnTo>
                      <a:pt x="26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0" y="13"/>
                    </a:lnTo>
                    <a:lnTo>
                      <a:pt x="26" y="16"/>
                    </a:lnTo>
                    <a:lnTo>
                      <a:pt x="22" y="18"/>
                    </a:lnTo>
                    <a:lnTo>
                      <a:pt x="18" y="20"/>
                    </a:lnTo>
                    <a:lnTo>
                      <a:pt x="14" y="22"/>
                    </a:lnTo>
                    <a:lnTo>
                      <a:pt x="6" y="28"/>
                    </a:lnTo>
                    <a:lnTo>
                      <a:pt x="4" y="33"/>
                    </a:lnTo>
                    <a:lnTo>
                      <a:pt x="2" y="35"/>
                    </a:lnTo>
                    <a:lnTo>
                      <a:pt x="2" y="39"/>
                    </a:lnTo>
                    <a:lnTo>
                      <a:pt x="0" y="40"/>
                    </a:lnTo>
                    <a:lnTo>
                      <a:pt x="2" y="42"/>
                    </a:lnTo>
                    <a:lnTo>
                      <a:pt x="2" y="48"/>
                    </a:lnTo>
                    <a:lnTo>
                      <a:pt x="2" y="129"/>
                    </a:lnTo>
                    <a:lnTo>
                      <a:pt x="2" y="145"/>
                    </a:lnTo>
                    <a:lnTo>
                      <a:pt x="4" y="151"/>
                    </a:lnTo>
                    <a:lnTo>
                      <a:pt x="6" y="155"/>
                    </a:lnTo>
                    <a:lnTo>
                      <a:pt x="8" y="160"/>
                    </a:lnTo>
                    <a:lnTo>
                      <a:pt x="12" y="162"/>
                    </a:lnTo>
                    <a:lnTo>
                      <a:pt x="18" y="167"/>
                    </a:lnTo>
                    <a:lnTo>
                      <a:pt x="26" y="171"/>
                    </a:lnTo>
                    <a:lnTo>
                      <a:pt x="30" y="173"/>
                    </a:lnTo>
                    <a:lnTo>
                      <a:pt x="32" y="175"/>
                    </a:lnTo>
                    <a:lnTo>
                      <a:pt x="30" y="175"/>
                    </a:lnTo>
                    <a:lnTo>
                      <a:pt x="26" y="175"/>
                    </a:lnTo>
                    <a:lnTo>
                      <a:pt x="23" y="177"/>
                    </a:lnTo>
                    <a:lnTo>
                      <a:pt x="23" y="182"/>
                    </a:lnTo>
                    <a:lnTo>
                      <a:pt x="28" y="186"/>
                    </a:lnTo>
                    <a:lnTo>
                      <a:pt x="32" y="188"/>
                    </a:lnTo>
                    <a:lnTo>
                      <a:pt x="34" y="18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1" name="Freeform 282">
                <a:extLst>
                  <a:ext uri="{FF2B5EF4-FFF2-40B4-BE49-F238E27FC236}">
                    <a16:creationId xmlns:a16="http://schemas.microsoft.com/office/drawing/2014/main" id="{B0130B0D-2427-5C46-8D26-3D9ECD550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70" y="3665"/>
                <a:ext cx="334" cy="221"/>
              </a:xfrm>
              <a:custGeom>
                <a:avLst/>
                <a:gdLst>
                  <a:gd name="T0" fmla="*/ 1 w 334"/>
                  <a:gd name="T1" fmla="*/ 185 h 221"/>
                  <a:gd name="T2" fmla="*/ 19 w 334"/>
                  <a:gd name="T3" fmla="*/ 194 h 221"/>
                  <a:gd name="T4" fmla="*/ 48 w 334"/>
                  <a:gd name="T5" fmla="*/ 200 h 221"/>
                  <a:gd name="T6" fmla="*/ 82 w 334"/>
                  <a:gd name="T7" fmla="*/ 203 h 221"/>
                  <a:gd name="T8" fmla="*/ 149 w 334"/>
                  <a:gd name="T9" fmla="*/ 210 h 221"/>
                  <a:gd name="T10" fmla="*/ 185 w 334"/>
                  <a:gd name="T11" fmla="*/ 214 h 221"/>
                  <a:gd name="T12" fmla="*/ 225 w 334"/>
                  <a:gd name="T13" fmla="*/ 220 h 221"/>
                  <a:gd name="T14" fmla="*/ 258 w 334"/>
                  <a:gd name="T15" fmla="*/ 220 h 221"/>
                  <a:gd name="T16" fmla="*/ 267 w 334"/>
                  <a:gd name="T17" fmla="*/ 216 h 221"/>
                  <a:gd name="T18" fmla="*/ 275 w 334"/>
                  <a:gd name="T19" fmla="*/ 210 h 221"/>
                  <a:gd name="T20" fmla="*/ 283 w 334"/>
                  <a:gd name="T21" fmla="*/ 194 h 221"/>
                  <a:gd name="T22" fmla="*/ 292 w 334"/>
                  <a:gd name="T23" fmla="*/ 157 h 221"/>
                  <a:gd name="T24" fmla="*/ 302 w 334"/>
                  <a:gd name="T25" fmla="*/ 119 h 221"/>
                  <a:gd name="T26" fmla="*/ 306 w 334"/>
                  <a:gd name="T27" fmla="*/ 107 h 221"/>
                  <a:gd name="T28" fmla="*/ 317 w 334"/>
                  <a:gd name="T29" fmla="*/ 63 h 221"/>
                  <a:gd name="T30" fmla="*/ 327 w 334"/>
                  <a:gd name="T31" fmla="*/ 25 h 221"/>
                  <a:gd name="T32" fmla="*/ 331 w 334"/>
                  <a:gd name="T33" fmla="*/ 10 h 221"/>
                  <a:gd name="T34" fmla="*/ 333 w 334"/>
                  <a:gd name="T35" fmla="*/ 4 h 221"/>
                  <a:gd name="T36" fmla="*/ 325 w 334"/>
                  <a:gd name="T37" fmla="*/ 0 h 221"/>
                  <a:gd name="T38" fmla="*/ 317 w 334"/>
                  <a:gd name="T39" fmla="*/ 4 h 221"/>
                  <a:gd name="T40" fmla="*/ 313 w 334"/>
                  <a:gd name="T41" fmla="*/ 21 h 221"/>
                  <a:gd name="T42" fmla="*/ 308 w 334"/>
                  <a:gd name="T43" fmla="*/ 39 h 221"/>
                  <a:gd name="T44" fmla="*/ 302 w 334"/>
                  <a:gd name="T45" fmla="*/ 61 h 221"/>
                  <a:gd name="T46" fmla="*/ 294 w 334"/>
                  <a:gd name="T47" fmla="*/ 95 h 221"/>
                  <a:gd name="T48" fmla="*/ 285 w 334"/>
                  <a:gd name="T49" fmla="*/ 131 h 221"/>
                  <a:gd name="T50" fmla="*/ 275 w 334"/>
                  <a:gd name="T51" fmla="*/ 166 h 221"/>
                  <a:gd name="T52" fmla="*/ 269 w 334"/>
                  <a:gd name="T53" fmla="*/ 179 h 221"/>
                  <a:gd name="T54" fmla="*/ 267 w 334"/>
                  <a:gd name="T55" fmla="*/ 190 h 221"/>
                  <a:gd name="T56" fmla="*/ 264 w 334"/>
                  <a:gd name="T57" fmla="*/ 198 h 221"/>
                  <a:gd name="T58" fmla="*/ 260 w 334"/>
                  <a:gd name="T59" fmla="*/ 200 h 221"/>
                  <a:gd name="T60" fmla="*/ 250 w 334"/>
                  <a:gd name="T61" fmla="*/ 201 h 221"/>
                  <a:gd name="T62" fmla="*/ 242 w 334"/>
                  <a:gd name="T63" fmla="*/ 203 h 221"/>
                  <a:gd name="T64" fmla="*/ 206 w 334"/>
                  <a:gd name="T65" fmla="*/ 201 h 221"/>
                  <a:gd name="T66" fmla="*/ 159 w 334"/>
                  <a:gd name="T67" fmla="*/ 198 h 221"/>
                  <a:gd name="T68" fmla="*/ 121 w 334"/>
                  <a:gd name="T69" fmla="*/ 196 h 221"/>
                  <a:gd name="T70" fmla="*/ 73 w 334"/>
                  <a:gd name="T71" fmla="*/ 190 h 221"/>
                  <a:gd name="T72" fmla="*/ 0 w 334"/>
                  <a:gd name="T73" fmla="*/ 179 h 2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34"/>
                  <a:gd name="T112" fmla="*/ 0 h 221"/>
                  <a:gd name="T113" fmla="*/ 334 w 334"/>
                  <a:gd name="T114" fmla="*/ 221 h 22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34" h="221">
                    <a:moveTo>
                      <a:pt x="0" y="179"/>
                    </a:moveTo>
                    <a:lnTo>
                      <a:pt x="1" y="185"/>
                    </a:lnTo>
                    <a:lnTo>
                      <a:pt x="7" y="190"/>
                    </a:lnTo>
                    <a:lnTo>
                      <a:pt x="19" y="194"/>
                    </a:lnTo>
                    <a:lnTo>
                      <a:pt x="34" y="196"/>
                    </a:lnTo>
                    <a:lnTo>
                      <a:pt x="48" y="200"/>
                    </a:lnTo>
                    <a:lnTo>
                      <a:pt x="63" y="201"/>
                    </a:lnTo>
                    <a:lnTo>
                      <a:pt x="82" y="203"/>
                    </a:lnTo>
                    <a:lnTo>
                      <a:pt x="105" y="205"/>
                    </a:lnTo>
                    <a:lnTo>
                      <a:pt x="149" y="210"/>
                    </a:lnTo>
                    <a:lnTo>
                      <a:pt x="168" y="212"/>
                    </a:lnTo>
                    <a:lnTo>
                      <a:pt x="185" y="214"/>
                    </a:lnTo>
                    <a:lnTo>
                      <a:pt x="206" y="218"/>
                    </a:lnTo>
                    <a:lnTo>
                      <a:pt x="225" y="220"/>
                    </a:lnTo>
                    <a:lnTo>
                      <a:pt x="248" y="220"/>
                    </a:lnTo>
                    <a:lnTo>
                      <a:pt x="258" y="220"/>
                    </a:lnTo>
                    <a:lnTo>
                      <a:pt x="264" y="218"/>
                    </a:lnTo>
                    <a:lnTo>
                      <a:pt x="267" y="216"/>
                    </a:lnTo>
                    <a:lnTo>
                      <a:pt x="271" y="214"/>
                    </a:lnTo>
                    <a:lnTo>
                      <a:pt x="275" y="210"/>
                    </a:lnTo>
                    <a:lnTo>
                      <a:pt x="279" y="203"/>
                    </a:lnTo>
                    <a:lnTo>
                      <a:pt x="283" y="194"/>
                    </a:lnTo>
                    <a:lnTo>
                      <a:pt x="287" y="177"/>
                    </a:lnTo>
                    <a:lnTo>
                      <a:pt x="292" y="157"/>
                    </a:lnTo>
                    <a:lnTo>
                      <a:pt x="298" y="137"/>
                    </a:lnTo>
                    <a:lnTo>
                      <a:pt x="302" y="119"/>
                    </a:lnTo>
                    <a:lnTo>
                      <a:pt x="304" y="113"/>
                    </a:lnTo>
                    <a:lnTo>
                      <a:pt x="306" y="107"/>
                    </a:lnTo>
                    <a:lnTo>
                      <a:pt x="312" y="87"/>
                    </a:lnTo>
                    <a:lnTo>
                      <a:pt x="317" y="63"/>
                    </a:lnTo>
                    <a:lnTo>
                      <a:pt x="323" y="37"/>
                    </a:lnTo>
                    <a:lnTo>
                      <a:pt x="327" y="25"/>
                    </a:lnTo>
                    <a:lnTo>
                      <a:pt x="329" y="17"/>
                    </a:lnTo>
                    <a:lnTo>
                      <a:pt x="331" y="10"/>
                    </a:lnTo>
                    <a:lnTo>
                      <a:pt x="333" y="8"/>
                    </a:lnTo>
                    <a:lnTo>
                      <a:pt x="333" y="4"/>
                    </a:lnTo>
                    <a:lnTo>
                      <a:pt x="329" y="0"/>
                    </a:lnTo>
                    <a:lnTo>
                      <a:pt x="325" y="0"/>
                    </a:lnTo>
                    <a:lnTo>
                      <a:pt x="321" y="0"/>
                    </a:lnTo>
                    <a:lnTo>
                      <a:pt x="317" y="4"/>
                    </a:lnTo>
                    <a:lnTo>
                      <a:pt x="317" y="8"/>
                    </a:lnTo>
                    <a:lnTo>
                      <a:pt x="313" y="21"/>
                    </a:lnTo>
                    <a:lnTo>
                      <a:pt x="310" y="32"/>
                    </a:lnTo>
                    <a:lnTo>
                      <a:pt x="308" y="39"/>
                    </a:lnTo>
                    <a:lnTo>
                      <a:pt x="306" y="45"/>
                    </a:lnTo>
                    <a:lnTo>
                      <a:pt x="302" y="61"/>
                    </a:lnTo>
                    <a:lnTo>
                      <a:pt x="296" y="81"/>
                    </a:lnTo>
                    <a:lnTo>
                      <a:pt x="294" y="95"/>
                    </a:lnTo>
                    <a:lnTo>
                      <a:pt x="290" y="109"/>
                    </a:lnTo>
                    <a:lnTo>
                      <a:pt x="285" y="131"/>
                    </a:lnTo>
                    <a:lnTo>
                      <a:pt x="277" y="153"/>
                    </a:lnTo>
                    <a:lnTo>
                      <a:pt x="275" y="166"/>
                    </a:lnTo>
                    <a:lnTo>
                      <a:pt x="271" y="174"/>
                    </a:lnTo>
                    <a:lnTo>
                      <a:pt x="269" y="179"/>
                    </a:lnTo>
                    <a:lnTo>
                      <a:pt x="267" y="185"/>
                    </a:lnTo>
                    <a:lnTo>
                      <a:pt x="267" y="190"/>
                    </a:lnTo>
                    <a:lnTo>
                      <a:pt x="265" y="194"/>
                    </a:lnTo>
                    <a:lnTo>
                      <a:pt x="264" y="198"/>
                    </a:lnTo>
                    <a:lnTo>
                      <a:pt x="262" y="200"/>
                    </a:lnTo>
                    <a:lnTo>
                      <a:pt x="260" y="200"/>
                    </a:lnTo>
                    <a:lnTo>
                      <a:pt x="256" y="201"/>
                    </a:lnTo>
                    <a:lnTo>
                      <a:pt x="250" y="201"/>
                    </a:lnTo>
                    <a:lnTo>
                      <a:pt x="248" y="203"/>
                    </a:lnTo>
                    <a:lnTo>
                      <a:pt x="242" y="203"/>
                    </a:lnTo>
                    <a:lnTo>
                      <a:pt x="221" y="203"/>
                    </a:lnTo>
                    <a:lnTo>
                      <a:pt x="206" y="201"/>
                    </a:lnTo>
                    <a:lnTo>
                      <a:pt x="179" y="200"/>
                    </a:lnTo>
                    <a:lnTo>
                      <a:pt x="159" y="198"/>
                    </a:lnTo>
                    <a:lnTo>
                      <a:pt x="140" y="198"/>
                    </a:lnTo>
                    <a:lnTo>
                      <a:pt x="121" y="196"/>
                    </a:lnTo>
                    <a:lnTo>
                      <a:pt x="97" y="192"/>
                    </a:lnTo>
                    <a:lnTo>
                      <a:pt x="73" y="190"/>
                    </a:lnTo>
                    <a:lnTo>
                      <a:pt x="46" y="185"/>
                    </a:lnTo>
                    <a:lnTo>
                      <a:pt x="0" y="17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2" name="Freeform 283">
                <a:extLst>
                  <a:ext uri="{FF2B5EF4-FFF2-40B4-BE49-F238E27FC236}">
                    <a16:creationId xmlns:a16="http://schemas.microsoft.com/office/drawing/2014/main" id="{4D2BA909-C029-B249-BBAE-C8EED823C3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2" y="3824"/>
                <a:ext cx="182" cy="39"/>
              </a:xfrm>
              <a:custGeom>
                <a:avLst/>
                <a:gdLst>
                  <a:gd name="T0" fmla="*/ 8 w 182"/>
                  <a:gd name="T1" fmla="*/ 0 h 39"/>
                  <a:gd name="T2" fmla="*/ 0 w 182"/>
                  <a:gd name="T3" fmla="*/ 15 h 39"/>
                  <a:gd name="T4" fmla="*/ 179 w 182"/>
                  <a:gd name="T5" fmla="*/ 38 h 39"/>
                  <a:gd name="T6" fmla="*/ 181 w 182"/>
                  <a:gd name="T7" fmla="*/ 24 h 39"/>
                  <a:gd name="T8" fmla="*/ 8 w 182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2"/>
                  <a:gd name="T16" fmla="*/ 0 h 39"/>
                  <a:gd name="T17" fmla="*/ 182 w 182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2" h="39">
                    <a:moveTo>
                      <a:pt x="8" y="0"/>
                    </a:moveTo>
                    <a:lnTo>
                      <a:pt x="0" y="15"/>
                    </a:lnTo>
                    <a:lnTo>
                      <a:pt x="179" y="38"/>
                    </a:lnTo>
                    <a:lnTo>
                      <a:pt x="181" y="24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3" name="Freeform 284">
                <a:extLst>
                  <a:ext uri="{FF2B5EF4-FFF2-40B4-BE49-F238E27FC236}">
                    <a16:creationId xmlns:a16="http://schemas.microsoft.com/office/drawing/2014/main" id="{A5378276-231D-5B4A-8FFF-C43B5290AA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0" y="3849"/>
                <a:ext cx="739" cy="100"/>
              </a:xfrm>
              <a:custGeom>
                <a:avLst/>
                <a:gdLst>
                  <a:gd name="T0" fmla="*/ 13 w 739"/>
                  <a:gd name="T1" fmla="*/ 0 h 100"/>
                  <a:gd name="T2" fmla="*/ 0 w 739"/>
                  <a:gd name="T3" fmla="*/ 4 h 100"/>
                  <a:gd name="T4" fmla="*/ 426 w 739"/>
                  <a:gd name="T5" fmla="*/ 99 h 100"/>
                  <a:gd name="T6" fmla="*/ 738 w 739"/>
                  <a:gd name="T7" fmla="*/ 40 h 100"/>
                  <a:gd name="T8" fmla="*/ 738 w 739"/>
                  <a:gd name="T9" fmla="*/ 33 h 100"/>
                  <a:gd name="T10" fmla="*/ 428 w 739"/>
                  <a:gd name="T11" fmla="*/ 87 h 100"/>
                  <a:gd name="T12" fmla="*/ 13 w 739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39"/>
                  <a:gd name="T22" fmla="*/ 0 h 100"/>
                  <a:gd name="T23" fmla="*/ 739 w 739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39" h="100">
                    <a:moveTo>
                      <a:pt x="13" y="0"/>
                    </a:moveTo>
                    <a:lnTo>
                      <a:pt x="0" y="4"/>
                    </a:lnTo>
                    <a:lnTo>
                      <a:pt x="426" y="99"/>
                    </a:lnTo>
                    <a:lnTo>
                      <a:pt x="738" y="40"/>
                    </a:lnTo>
                    <a:lnTo>
                      <a:pt x="738" y="33"/>
                    </a:lnTo>
                    <a:lnTo>
                      <a:pt x="428" y="87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4" name="Freeform 285">
                <a:extLst>
                  <a:ext uri="{FF2B5EF4-FFF2-40B4-BE49-F238E27FC236}">
                    <a16:creationId xmlns:a16="http://schemas.microsoft.com/office/drawing/2014/main" id="{E9CC9322-01AA-6C42-B301-8C3242525D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3890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18 w 41"/>
                  <a:gd name="T3" fmla="*/ 38 h 43"/>
                  <a:gd name="T4" fmla="*/ 40 w 41"/>
                  <a:gd name="T5" fmla="*/ 42 h 43"/>
                  <a:gd name="T6" fmla="*/ 23 w 41"/>
                  <a:gd name="T7" fmla="*/ 2 h 43"/>
                  <a:gd name="T8" fmla="*/ 0 w 4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43"/>
                  <a:gd name="T17" fmla="*/ 41 w 41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43">
                    <a:moveTo>
                      <a:pt x="0" y="0"/>
                    </a:moveTo>
                    <a:lnTo>
                      <a:pt x="18" y="38"/>
                    </a:lnTo>
                    <a:lnTo>
                      <a:pt x="40" y="42"/>
                    </a:lnTo>
                    <a:lnTo>
                      <a:pt x="23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5" name="Freeform 286">
                <a:extLst>
                  <a:ext uri="{FF2B5EF4-FFF2-40B4-BE49-F238E27FC236}">
                    <a16:creationId xmlns:a16="http://schemas.microsoft.com/office/drawing/2014/main" id="{FB4E3A9E-436C-8E48-A3FB-2ED55B3BA2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3901"/>
                <a:ext cx="37" cy="37"/>
              </a:xfrm>
              <a:custGeom>
                <a:avLst/>
                <a:gdLst>
                  <a:gd name="T0" fmla="*/ 0 w 37"/>
                  <a:gd name="T1" fmla="*/ 0 h 37"/>
                  <a:gd name="T2" fmla="*/ 13 w 37"/>
                  <a:gd name="T3" fmla="*/ 36 h 37"/>
                  <a:gd name="T4" fmla="*/ 36 w 37"/>
                  <a:gd name="T5" fmla="*/ 32 h 37"/>
                  <a:gd name="T6" fmla="*/ 23 w 37"/>
                  <a:gd name="T7" fmla="*/ 2 h 37"/>
                  <a:gd name="T8" fmla="*/ 0 w 3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7"/>
                  <a:gd name="T17" fmla="*/ 37 w 3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7">
                    <a:moveTo>
                      <a:pt x="0" y="0"/>
                    </a:moveTo>
                    <a:lnTo>
                      <a:pt x="13" y="36"/>
                    </a:lnTo>
                    <a:lnTo>
                      <a:pt x="36" y="32"/>
                    </a:lnTo>
                    <a:lnTo>
                      <a:pt x="23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6" name="Freeform 287">
                <a:extLst>
                  <a:ext uri="{FF2B5EF4-FFF2-40B4-BE49-F238E27FC236}">
                    <a16:creationId xmlns:a16="http://schemas.microsoft.com/office/drawing/2014/main" id="{12286B3F-698E-7441-B786-210FE01208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4061"/>
                <a:ext cx="246" cy="107"/>
              </a:xfrm>
              <a:custGeom>
                <a:avLst/>
                <a:gdLst>
                  <a:gd name="T0" fmla="*/ 0 w 246"/>
                  <a:gd name="T1" fmla="*/ 0 h 107"/>
                  <a:gd name="T2" fmla="*/ 0 w 246"/>
                  <a:gd name="T3" fmla="*/ 26 h 107"/>
                  <a:gd name="T4" fmla="*/ 64 w 246"/>
                  <a:gd name="T5" fmla="*/ 33 h 107"/>
                  <a:gd name="T6" fmla="*/ 68 w 246"/>
                  <a:gd name="T7" fmla="*/ 79 h 107"/>
                  <a:gd name="T8" fmla="*/ 73 w 246"/>
                  <a:gd name="T9" fmla="*/ 79 h 107"/>
                  <a:gd name="T10" fmla="*/ 73 w 246"/>
                  <a:gd name="T11" fmla="*/ 97 h 107"/>
                  <a:gd name="T12" fmla="*/ 245 w 246"/>
                  <a:gd name="T13" fmla="*/ 106 h 107"/>
                  <a:gd name="T14" fmla="*/ 230 w 246"/>
                  <a:gd name="T15" fmla="*/ 67 h 107"/>
                  <a:gd name="T16" fmla="*/ 92 w 246"/>
                  <a:gd name="T17" fmla="*/ 54 h 107"/>
                  <a:gd name="T18" fmla="*/ 89 w 246"/>
                  <a:gd name="T19" fmla="*/ 9 h 107"/>
                  <a:gd name="T20" fmla="*/ 14 w 246"/>
                  <a:gd name="T21" fmla="*/ 2 h 107"/>
                  <a:gd name="T22" fmla="*/ 0 w 246"/>
                  <a:gd name="T23" fmla="*/ 0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6"/>
                  <a:gd name="T37" fmla="*/ 0 h 107"/>
                  <a:gd name="T38" fmla="*/ 246 w 246"/>
                  <a:gd name="T39" fmla="*/ 107 h 10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6" h="107">
                    <a:moveTo>
                      <a:pt x="0" y="0"/>
                    </a:moveTo>
                    <a:lnTo>
                      <a:pt x="0" y="26"/>
                    </a:lnTo>
                    <a:lnTo>
                      <a:pt x="64" y="33"/>
                    </a:lnTo>
                    <a:lnTo>
                      <a:pt x="68" y="79"/>
                    </a:lnTo>
                    <a:lnTo>
                      <a:pt x="73" y="79"/>
                    </a:lnTo>
                    <a:lnTo>
                      <a:pt x="73" y="97"/>
                    </a:lnTo>
                    <a:lnTo>
                      <a:pt x="245" y="106"/>
                    </a:lnTo>
                    <a:lnTo>
                      <a:pt x="230" y="67"/>
                    </a:lnTo>
                    <a:lnTo>
                      <a:pt x="92" y="54"/>
                    </a:lnTo>
                    <a:lnTo>
                      <a:pt x="89" y="9"/>
                    </a:ln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7" name="Freeform 288">
                <a:extLst>
                  <a:ext uri="{FF2B5EF4-FFF2-40B4-BE49-F238E27FC236}">
                    <a16:creationId xmlns:a16="http://schemas.microsoft.com/office/drawing/2014/main" id="{CE1775D4-CE97-E34E-90C0-82FE0DE6D2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4" y="4074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9 h 12"/>
                  <a:gd name="T4" fmla="*/ 10 w 11"/>
                  <a:gd name="T5" fmla="*/ 11 h 12"/>
                  <a:gd name="T6" fmla="*/ 10 w 11"/>
                  <a:gd name="T7" fmla="*/ 2 h 12"/>
                  <a:gd name="T8" fmla="*/ 0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2"/>
                  <a:gd name="T17" fmla="*/ 11 w 11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2">
                    <a:moveTo>
                      <a:pt x="0" y="0"/>
                    </a:moveTo>
                    <a:lnTo>
                      <a:pt x="0" y="9"/>
                    </a:lnTo>
                    <a:lnTo>
                      <a:pt x="10" y="11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28" name="Freeform 289">
                <a:extLst>
                  <a:ext uri="{FF2B5EF4-FFF2-40B4-BE49-F238E27FC236}">
                    <a16:creationId xmlns:a16="http://schemas.microsoft.com/office/drawing/2014/main" id="{9C29BD8E-8EEE-6849-8B86-8DBD53FC38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8" y="4030"/>
                <a:ext cx="416" cy="117"/>
              </a:xfrm>
              <a:custGeom>
                <a:avLst/>
                <a:gdLst>
                  <a:gd name="T0" fmla="*/ 0 w 416"/>
                  <a:gd name="T1" fmla="*/ 0 h 117"/>
                  <a:gd name="T2" fmla="*/ 0 w 416"/>
                  <a:gd name="T3" fmla="*/ 11 h 117"/>
                  <a:gd name="T4" fmla="*/ 415 w 416"/>
                  <a:gd name="T5" fmla="*/ 116 h 117"/>
                  <a:gd name="T6" fmla="*/ 415 w 416"/>
                  <a:gd name="T7" fmla="*/ 103 h 117"/>
                  <a:gd name="T8" fmla="*/ 0 w 416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6"/>
                  <a:gd name="T16" fmla="*/ 0 h 117"/>
                  <a:gd name="T17" fmla="*/ 416 w 416"/>
                  <a:gd name="T18" fmla="*/ 117 h 1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6" h="117">
                    <a:moveTo>
                      <a:pt x="0" y="0"/>
                    </a:moveTo>
                    <a:lnTo>
                      <a:pt x="0" y="11"/>
                    </a:lnTo>
                    <a:lnTo>
                      <a:pt x="415" y="116"/>
                    </a:lnTo>
                    <a:lnTo>
                      <a:pt x="415" y="10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pic>
          <p:nvPicPr>
            <p:cNvPr id="30964" name="Picture 290">
              <a:extLst>
                <a:ext uri="{FF2B5EF4-FFF2-40B4-BE49-F238E27FC236}">
                  <a16:creationId xmlns:a16="http://schemas.microsoft.com/office/drawing/2014/main" id="{75CCDDFC-3EAE-4D4D-ABB1-8253C7C489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385" y="271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965" name="Picture 291">
              <a:extLst>
                <a:ext uri="{FF2B5EF4-FFF2-40B4-BE49-F238E27FC236}">
                  <a16:creationId xmlns:a16="http://schemas.microsoft.com/office/drawing/2014/main" id="{D8AA05E0-6560-3D4C-8B34-0072C8274D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996" t="21890" r="38734" b="26578"/>
            <a:stretch>
              <a:fillRect/>
            </a:stretch>
          </p:blipFill>
          <p:spPr bwMode="auto">
            <a:xfrm>
              <a:off x="1427" y="442"/>
              <a:ext cx="246" cy="3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966" name="Group 292">
              <a:extLst>
                <a:ext uri="{FF2B5EF4-FFF2-40B4-BE49-F238E27FC236}">
                  <a16:creationId xmlns:a16="http://schemas.microsoft.com/office/drawing/2014/main" id="{95997AED-EA5B-6648-A33F-2E74B3E2A9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" y="557"/>
              <a:ext cx="243" cy="193"/>
              <a:chOff x="1728" y="3306"/>
              <a:chExt cx="1205" cy="894"/>
            </a:xfrm>
          </p:grpSpPr>
          <p:sp>
            <p:nvSpPr>
              <p:cNvPr id="30971" name="Freeform 293">
                <a:extLst>
                  <a:ext uri="{FF2B5EF4-FFF2-40B4-BE49-F238E27FC236}">
                    <a16:creationId xmlns:a16="http://schemas.microsoft.com/office/drawing/2014/main" id="{8C7ECEFD-91E6-2949-A5EA-238E0231C2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20" y="3322"/>
                <a:ext cx="413" cy="758"/>
              </a:xfrm>
              <a:custGeom>
                <a:avLst/>
                <a:gdLst>
                  <a:gd name="T0" fmla="*/ 0 w 413"/>
                  <a:gd name="T1" fmla="*/ 0 h 758"/>
                  <a:gd name="T2" fmla="*/ 0 w 413"/>
                  <a:gd name="T3" fmla="*/ 757 h 758"/>
                  <a:gd name="T4" fmla="*/ 412 w 413"/>
                  <a:gd name="T5" fmla="*/ 674 h 758"/>
                  <a:gd name="T6" fmla="*/ 412 w 413"/>
                  <a:gd name="T7" fmla="*/ 48 h 758"/>
                  <a:gd name="T8" fmla="*/ 0 w 413"/>
                  <a:gd name="T9" fmla="*/ 0 h 7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758"/>
                  <a:gd name="T17" fmla="*/ 413 w 413"/>
                  <a:gd name="T18" fmla="*/ 758 h 7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758">
                    <a:moveTo>
                      <a:pt x="0" y="0"/>
                    </a:moveTo>
                    <a:lnTo>
                      <a:pt x="0" y="757"/>
                    </a:lnTo>
                    <a:lnTo>
                      <a:pt x="412" y="674"/>
                    </a:lnTo>
                    <a:lnTo>
                      <a:pt x="412" y="4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72" name="Line 294">
                <a:extLst>
                  <a:ext uri="{FF2B5EF4-FFF2-40B4-BE49-F238E27FC236}">
                    <a16:creationId xmlns:a16="http://schemas.microsoft.com/office/drawing/2014/main" id="{F1AA6C53-F5FC-C64C-8324-3839A7FB5CA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89" y="3348"/>
                <a:ext cx="0" cy="69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73" name="Freeform 295">
                <a:extLst>
                  <a:ext uri="{FF2B5EF4-FFF2-40B4-BE49-F238E27FC236}">
                    <a16:creationId xmlns:a16="http://schemas.microsoft.com/office/drawing/2014/main" id="{DB3CA2AA-C2AF-714A-B699-1EA0616FD6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" y="3306"/>
                <a:ext cx="198" cy="514"/>
              </a:xfrm>
              <a:custGeom>
                <a:avLst/>
                <a:gdLst>
                  <a:gd name="T0" fmla="*/ 0 w 198"/>
                  <a:gd name="T1" fmla="*/ 22 h 514"/>
                  <a:gd name="T2" fmla="*/ 0 w 198"/>
                  <a:gd name="T3" fmla="*/ 482 h 514"/>
                  <a:gd name="T4" fmla="*/ 197 w 198"/>
                  <a:gd name="T5" fmla="*/ 513 h 514"/>
                  <a:gd name="T6" fmla="*/ 197 w 198"/>
                  <a:gd name="T7" fmla="*/ 0 h 514"/>
                  <a:gd name="T8" fmla="*/ 0 w 198"/>
                  <a:gd name="T9" fmla="*/ 22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8"/>
                  <a:gd name="T16" fmla="*/ 0 h 514"/>
                  <a:gd name="T17" fmla="*/ 198 w 198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8" h="514">
                    <a:moveTo>
                      <a:pt x="0" y="22"/>
                    </a:moveTo>
                    <a:lnTo>
                      <a:pt x="0" y="482"/>
                    </a:lnTo>
                    <a:lnTo>
                      <a:pt x="197" y="513"/>
                    </a:lnTo>
                    <a:lnTo>
                      <a:pt x="19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74" name="Freeform 296">
                <a:extLst>
                  <a:ext uri="{FF2B5EF4-FFF2-40B4-BE49-F238E27FC236}">
                    <a16:creationId xmlns:a16="http://schemas.microsoft.com/office/drawing/2014/main" id="{D2CA8C3F-188A-CC43-AB15-8B237D6A0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9" y="3491"/>
                <a:ext cx="138" cy="334"/>
              </a:xfrm>
              <a:custGeom>
                <a:avLst/>
                <a:gdLst>
                  <a:gd name="T0" fmla="*/ 44 w 138"/>
                  <a:gd name="T1" fmla="*/ 0 h 334"/>
                  <a:gd name="T2" fmla="*/ 42 w 138"/>
                  <a:gd name="T3" fmla="*/ 183 h 334"/>
                  <a:gd name="T4" fmla="*/ 0 w 138"/>
                  <a:gd name="T5" fmla="*/ 333 h 334"/>
                  <a:gd name="T6" fmla="*/ 137 w 138"/>
                  <a:gd name="T7" fmla="*/ 299 h 334"/>
                  <a:gd name="T8" fmla="*/ 137 w 138"/>
                  <a:gd name="T9" fmla="*/ 0 h 334"/>
                  <a:gd name="T10" fmla="*/ 44 w 138"/>
                  <a:gd name="T11" fmla="*/ 0 h 3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8"/>
                  <a:gd name="T19" fmla="*/ 0 h 334"/>
                  <a:gd name="T20" fmla="*/ 138 w 138"/>
                  <a:gd name="T21" fmla="*/ 334 h 3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8" h="334">
                    <a:moveTo>
                      <a:pt x="44" y="0"/>
                    </a:moveTo>
                    <a:lnTo>
                      <a:pt x="42" y="183"/>
                    </a:lnTo>
                    <a:lnTo>
                      <a:pt x="0" y="333"/>
                    </a:lnTo>
                    <a:lnTo>
                      <a:pt x="137" y="299"/>
                    </a:lnTo>
                    <a:lnTo>
                      <a:pt x="137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75" name="Rectangle 297">
                <a:extLst>
                  <a:ext uri="{FF2B5EF4-FFF2-40B4-BE49-F238E27FC236}">
                    <a16:creationId xmlns:a16="http://schemas.microsoft.com/office/drawing/2014/main" id="{4A4200FA-B57B-E740-A467-86DB5B3E22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08" y="3326"/>
                <a:ext cx="3" cy="74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0976" name="Line 298">
                <a:extLst>
                  <a:ext uri="{FF2B5EF4-FFF2-40B4-BE49-F238E27FC236}">
                    <a16:creationId xmlns:a16="http://schemas.microsoft.com/office/drawing/2014/main" id="{8401FEAF-DD07-9D40-9E8F-0B123F671BA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890" y="3368"/>
                <a:ext cx="0" cy="6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77" name="Line 299">
                <a:extLst>
                  <a:ext uri="{FF2B5EF4-FFF2-40B4-BE49-F238E27FC236}">
                    <a16:creationId xmlns:a16="http://schemas.microsoft.com/office/drawing/2014/main" id="{B8984021-8969-DE44-AAD1-B6C42269D1B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98" y="3360"/>
                <a:ext cx="0" cy="65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78" name="Freeform 300">
                <a:extLst>
                  <a:ext uri="{FF2B5EF4-FFF2-40B4-BE49-F238E27FC236}">
                    <a16:creationId xmlns:a16="http://schemas.microsoft.com/office/drawing/2014/main" id="{0C29F9DE-70D2-3149-A17E-8CB861D25D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6" y="3522"/>
                <a:ext cx="33" cy="242"/>
              </a:xfrm>
              <a:custGeom>
                <a:avLst/>
                <a:gdLst>
                  <a:gd name="T0" fmla="*/ 0 w 33"/>
                  <a:gd name="T1" fmla="*/ 0 h 242"/>
                  <a:gd name="T2" fmla="*/ 0 w 33"/>
                  <a:gd name="T3" fmla="*/ 241 h 242"/>
                  <a:gd name="T4" fmla="*/ 32 w 33"/>
                  <a:gd name="T5" fmla="*/ 235 h 242"/>
                  <a:gd name="T6" fmla="*/ 32 w 33"/>
                  <a:gd name="T7" fmla="*/ 4 h 242"/>
                  <a:gd name="T8" fmla="*/ 0 w 33"/>
                  <a:gd name="T9" fmla="*/ 0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242"/>
                  <a:gd name="T17" fmla="*/ 33 w 33"/>
                  <a:gd name="T18" fmla="*/ 242 h 2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242">
                    <a:moveTo>
                      <a:pt x="0" y="0"/>
                    </a:moveTo>
                    <a:lnTo>
                      <a:pt x="0" y="241"/>
                    </a:lnTo>
                    <a:lnTo>
                      <a:pt x="32" y="235"/>
                    </a:lnTo>
                    <a:lnTo>
                      <a:pt x="32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79" name="Freeform 301">
                <a:extLst>
                  <a:ext uri="{FF2B5EF4-FFF2-40B4-BE49-F238E27FC236}">
                    <a16:creationId xmlns:a16="http://schemas.microsoft.com/office/drawing/2014/main" id="{088BE219-7664-204B-80D9-0C59750D31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6" y="3665"/>
                <a:ext cx="27" cy="90"/>
              </a:xfrm>
              <a:custGeom>
                <a:avLst/>
                <a:gdLst>
                  <a:gd name="T0" fmla="*/ 0 w 27"/>
                  <a:gd name="T1" fmla="*/ 0 h 90"/>
                  <a:gd name="T2" fmla="*/ 0 w 27"/>
                  <a:gd name="T3" fmla="*/ 8 h 90"/>
                  <a:gd name="T4" fmla="*/ 19 w 27"/>
                  <a:gd name="T5" fmla="*/ 10 h 90"/>
                  <a:gd name="T6" fmla="*/ 19 w 27"/>
                  <a:gd name="T7" fmla="*/ 81 h 90"/>
                  <a:gd name="T8" fmla="*/ 2 w 27"/>
                  <a:gd name="T9" fmla="*/ 77 h 90"/>
                  <a:gd name="T10" fmla="*/ 2 w 27"/>
                  <a:gd name="T11" fmla="*/ 83 h 90"/>
                  <a:gd name="T12" fmla="*/ 26 w 27"/>
                  <a:gd name="T13" fmla="*/ 89 h 90"/>
                  <a:gd name="T14" fmla="*/ 26 w 27"/>
                  <a:gd name="T15" fmla="*/ 6 h 90"/>
                  <a:gd name="T16" fmla="*/ 0 w 27"/>
                  <a:gd name="T17" fmla="*/ 0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90"/>
                  <a:gd name="T29" fmla="*/ 27 w 27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90">
                    <a:moveTo>
                      <a:pt x="0" y="0"/>
                    </a:moveTo>
                    <a:lnTo>
                      <a:pt x="0" y="8"/>
                    </a:lnTo>
                    <a:lnTo>
                      <a:pt x="19" y="10"/>
                    </a:lnTo>
                    <a:lnTo>
                      <a:pt x="19" y="81"/>
                    </a:lnTo>
                    <a:lnTo>
                      <a:pt x="2" y="77"/>
                    </a:lnTo>
                    <a:lnTo>
                      <a:pt x="2" y="83"/>
                    </a:lnTo>
                    <a:lnTo>
                      <a:pt x="26" y="89"/>
                    </a:lnTo>
                    <a:lnTo>
                      <a:pt x="26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0" name="Freeform 302">
                <a:extLst>
                  <a:ext uri="{FF2B5EF4-FFF2-40B4-BE49-F238E27FC236}">
                    <a16:creationId xmlns:a16="http://schemas.microsoft.com/office/drawing/2014/main" id="{ED5F4F6D-EAAF-EE4F-82DD-137070352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40" y="3806"/>
                <a:ext cx="270" cy="44"/>
              </a:xfrm>
              <a:custGeom>
                <a:avLst/>
                <a:gdLst>
                  <a:gd name="T0" fmla="*/ 80 w 270"/>
                  <a:gd name="T1" fmla="*/ 0 h 44"/>
                  <a:gd name="T2" fmla="*/ 0 w 270"/>
                  <a:gd name="T3" fmla="*/ 19 h 44"/>
                  <a:gd name="T4" fmla="*/ 172 w 270"/>
                  <a:gd name="T5" fmla="*/ 43 h 44"/>
                  <a:gd name="T6" fmla="*/ 269 w 270"/>
                  <a:gd name="T7" fmla="*/ 19 h 44"/>
                  <a:gd name="T8" fmla="*/ 80 w 270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0"/>
                  <a:gd name="T16" fmla="*/ 0 h 44"/>
                  <a:gd name="T17" fmla="*/ 270 w 270"/>
                  <a:gd name="T18" fmla="*/ 44 h 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0" h="44">
                    <a:moveTo>
                      <a:pt x="80" y="0"/>
                    </a:moveTo>
                    <a:lnTo>
                      <a:pt x="0" y="19"/>
                    </a:lnTo>
                    <a:lnTo>
                      <a:pt x="172" y="43"/>
                    </a:lnTo>
                    <a:lnTo>
                      <a:pt x="269" y="19"/>
                    </a:lnTo>
                    <a:lnTo>
                      <a:pt x="8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1" name="Freeform 303">
                <a:extLst>
                  <a:ext uri="{FF2B5EF4-FFF2-40B4-BE49-F238E27FC236}">
                    <a16:creationId xmlns:a16="http://schemas.microsoft.com/office/drawing/2014/main" id="{031669B7-055A-A64D-A31F-7A43C555B7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4052"/>
                <a:ext cx="26" cy="33"/>
              </a:xfrm>
              <a:custGeom>
                <a:avLst/>
                <a:gdLst>
                  <a:gd name="T0" fmla="*/ 2 w 26"/>
                  <a:gd name="T1" fmla="*/ 0 h 33"/>
                  <a:gd name="T2" fmla="*/ 0 w 26"/>
                  <a:gd name="T3" fmla="*/ 32 h 33"/>
                  <a:gd name="T4" fmla="*/ 25 w 26"/>
                  <a:gd name="T5" fmla="*/ 28 h 33"/>
                  <a:gd name="T6" fmla="*/ 25 w 26"/>
                  <a:gd name="T7" fmla="*/ 4 h 33"/>
                  <a:gd name="T8" fmla="*/ 2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3"/>
                  <a:gd name="T17" fmla="*/ 26 w 2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3">
                    <a:moveTo>
                      <a:pt x="2" y="0"/>
                    </a:moveTo>
                    <a:lnTo>
                      <a:pt x="0" y="32"/>
                    </a:lnTo>
                    <a:lnTo>
                      <a:pt x="25" y="28"/>
                    </a:lnTo>
                    <a:lnTo>
                      <a:pt x="25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2" name="Freeform 304">
                <a:extLst>
                  <a:ext uri="{FF2B5EF4-FFF2-40B4-BE49-F238E27FC236}">
                    <a16:creationId xmlns:a16="http://schemas.microsoft.com/office/drawing/2014/main" id="{EFBAD1DE-DD3A-AD49-81C5-50A5CB3389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7" y="4056"/>
                <a:ext cx="28" cy="31"/>
              </a:xfrm>
              <a:custGeom>
                <a:avLst/>
                <a:gdLst>
                  <a:gd name="T0" fmla="*/ 0 w 28"/>
                  <a:gd name="T1" fmla="*/ 0 h 31"/>
                  <a:gd name="T2" fmla="*/ 0 w 28"/>
                  <a:gd name="T3" fmla="*/ 24 h 31"/>
                  <a:gd name="T4" fmla="*/ 27 w 28"/>
                  <a:gd name="T5" fmla="*/ 30 h 31"/>
                  <a:gd name="T6" fmla="*/ 27 w 28"/>
                  <a:gd name="T7" fmla="*/ 4 h 31"/>
                  <a:gd name="T8" fmla="*/ 0 w 28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31"/>
                  <a:gd name="T17" fmla="*/ 28 w 28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31">
                    <a:moveTo>
                      <a:pt x="0" y="0"/>
                    </a:moveTo>
                    <a:lnTo>
                      <a:pt x="0" y="24"/>
                    </a:lnTo>
                    <a:lnTo>
                      <a:pt x="27" y="30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3" name="Freeform 305">
                <a:extLst>
                  <a:ext uri="{FF2B5EF4-FFF2-40B4-BE49-F238E27FC236}">
                    <a16:creationId xmlns:a16="http://schemas.microsoft.com/office/drawing/2014/main" id="{6157459E-30EB-1A46-8FF2-67C7D77962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4079"/>
                <a:ext cx="97" cy="17"/>
              </a:xfrm>
              <a:custGeom>
                <a:avLst/>
                <a:gdLst>
                  <a:gd name="T0" fmla="*/ 25 w 97"/>
                  <a:gd name="T1" fmla="*/ 0 h 17"/>
                  <a:gd name="T2" fmla="*/ 0 w 97"/>
                  <a:gd name="T3" fmla="*/ 6 h 17"/>
                  <a:gd name="T4" fmla="*/ 65 w 97"/>
                  <a:gd name="T5" fmla="*/ 16 h 17"/>
                  <a:gd name="T6" fmla="*/ 96 w 97"/>
                  <a:gd name="T7" fmla="*/ 12 h 17"/>
                  <a:gd name="T8" fmla="*/ 51 w 97"/>
                  <a:gd name="T9" fmla="*/ 8 h 17"/>
                  <a:gd name="T10" fmla="*/ 25 w 9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7"/>
                  <a:gd name="T19" fmla="*/ 0 h 17"/>
                  <a:gd name="T20" fmla="*/ 97 w 97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7" h="17">
                    <a:moveTo>
                      <a:pt x="25" y="0"/>
                    </a:moveTo>
                    <a:lnTo>
                      <a:pt x="0" y="6"/>
                    </a:lnTo>
                    <a:lnTo>
                      <a:pt x="65" y="16"/>
                    </a:lnTo>
                    <a:lnTo>
                      <a:pt x="96" y="12"/>
                    </a:lnTo>
                    <a:lnTo>
                      <a:pt x="51" y="8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4" name="Freeform 306">
                <a:extLst>
                  <a:ext uri="{FF2B5EF4-FFF2-40B4-BE49-F238E27FC236}">
                    <a16:creationId xmlns:a16="http://schemas.microsoft.com/office/drawing/2014/main" id="{3B43663C-E134-DC42-92D1-2E7F797BF6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7" y="3727"/>
                <a:ext cx="189" cy="70"/>
              </a:xfrm>
              <a:custGeom>
                <a:avLst/>
                <a:gdLst>
                  <a:gd name="T0" fmla="*/ 16 w 189"/>
                  <a:gd name="T1" fmla="*/ 0 h 70"/>
                  <a:gd name="T2" fmla="*/ 0 w 189"/>
                  <a:gd name="T3" fmla="*/ 53 h 70"/>
                  <a:gd name="T4" fmla="*/ 171 w 189"/>
                  <a:gd name="T5" fmla="*/ 69 h 70"/>
                  <a:gd name="T6" fmla="*/ 188 w 189"/>
                  <a:gd name="T7" fmla="*/ 14 h 70"/>
                  <a:gd name="T8" fmla="*/ 16 w 189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9"/>
                  <a:gd name="T16" fmla="*/ 0 h 70"/>
                  <a:gd name="T17" fmla="*/ 189 w 189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9" h="70">
                    <a:moveTo>
                      <a:pt x="16" y="0"/>
                    </a:moveTo>
                    <a:lnTo>
                      <a:pt x="0" y="53"/>
                    </a:lnTo>
                    <a:lnTo>
                      <a:pt x="171" y="69"/>
                    </a:lnTo>
                    <a:lnTo>
                      <a:pt x="188" y="1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5" name="Line 307">
                <a:extLst>
                  <a:ext uri="{FF2B5EF4-FFF2-40B4-BE49-F238E27FC236}">
                    <a16:creationId xmlns:a16="http://schemas.microsoft.com/office/drawing/2014/main" id="{2486F6AB-3D0C-3247-9B20-A66F74D3A0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445" y="3724"/>
                <a:ext cx="177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86" name="Freeform 308">
                <a:extLst>
                  <a:ext uri="{FF2B5EF4-FFF2-40B4-BE49-F238E27FC236}">
                    <a16:creationId xmlns:a16="http://schemas.microsoft.com/office/drawing/2014/main" id="{E6CFBC51-6267-BD45-909A-B45EFFFA0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0" y="3335"/>
                <a:ext cx="22" cy="439"/>
              </a:xfrm>
              <a:custGeom>
                <a:avLst/>
                <a:gdLst>
                  <a:gd name="T0" fmla="*/ 0 w 22"/>
                  <a:gd name="T1" fmla="*/ 2 h 439"/>
                  <a:gd name="T2" fmla="*/ 7 w 22"/>
                  <a:gd name="T3" fmla="*/ 438 h 439"/>
                  <a:gd name="T4" fmla="*/ 21 w 22"/>
                  <a:gd name="T5" fmla="*/ 394 h 439"/>
                  <a:gd name="T6" fmla="*/ 17 w 22"/>
                  <a:gd name="T7" fmla="*/ 0 h 439"/>
                  <a:gd name="T8" fmla="*/ 0 w 22"/>
                  <a:gd name="T9" fmla="*/ 2 h 4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39"/>
                  <a:gd name="T17" fmla="*/ 22 w 22"/>
                  <a:gd name="T18" fmla="*/ 439 h 4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39">
                    <a:moveTo>
                      <a:pt x="0" y="2"/>
                    </a:moveTo>
                    <a:lnTo>
                      <a:pt x="7" y="438"/>
                    </a:lnTo>
                    <a:lnTo>
                      <a:pt x="21" y="394"/>
                    </a:lnTo>
                    <a:lnTo>
                      <a:pt x="17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7" name="Freeform 309">
                <a:extLst>
                  <a:ext uri="{FF2B5EF4-FFF2-40B4-BE49-F238E27FC236}">
                    <a16:creationId xmlns:a16="http://schemas.microsoft.com/office/drawing/2014/main" id="{BFFADE86-793C-954B-A606-BFDEB38F02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6" y="3786"/>
                <a:ext cx="133" cy="116"/>
              </a:xfrm>
              <a:custGeom>
                <a:avLst/>
                <a:gdLst>
                  <a:gd name="T0" fmla="*/ 0 w 133"/>
                  <a:gd name="T1" fmla="*/ 0 h 116"/>
                  <a:gd name="T2" fmla="*/ 0 w 133"/>
                  <a:gd name="T3" fmla="*/ 54 h 116"/>
                  <a:gd name="T4" fmla="*/ 50 w 133"/>
                  <a:gd name="T5" fmla="*/ 99 h 116"/>
                  <a:gd name="T6" fmla="*/ 126 w 133"/>
                  <a:gd name="T7" fmla="*/ 115 h 116"/>
                  <a:gd name="T8" fmla="*/ 107 w 133"/>
                  <a:gd name="T9" fmla="*/ 78 h 116"/>
                  <a:gd name="T10" fmla="*/ 27 w 133"/>
                  <a:gd name="T11" fmla="*/ 65 h 116"/>
                  <a:gd name="T12" fmla="*/ 25 w 133"/>
                  <a:gd name="T13" fmla="*/ 28 h 116"/>
                  <a:gd name="T14" fmla="*/ 132 w 133"/>
                  <a:gd name="T15" fmla="*/ 22 h 116"/>
                  <a:gd name="T16" fmla="*/ 0 w 133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3"/>
                  <a:gd name="T28" fmla="*/ 0 h 116"/>
                  <a:gd name="T29" fmla="*/ 133 w 133"/>
                  <a:gd name="T30" fmla="*/ 116 h 1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3" h="116">
                    <a:moveTo>
                      <a:pt x="0" y="0"/>
                    </a:moveTo>
                    <a:lnTo>
                      <a:pt x="0" y="54"/>
                    </a:lnTo>
                    <a:lnTo>
                      <a:pt x="50" y="99"/>
                    </a:lnTo>
                    <a:lnTo>
                      <a:pt x="126" y="115"/>
                    </a:lnTo>
                    <a:lnTo>
                      <a:pt x="107" y="78"/>
                    </a:lnTo>
                    <a:lnTo>
                      <a:pt x="27" y="65"/>
                    </a:lnTo>
                    <a:lnTo>
                      <a:pt x="25" y="28"/>
                    </a:lnTo>
                    <a:lnTo>
                      <a:pt x="132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8" name="Freeform 310">
                <a:extLst>
                  <a:ext uri="{FF2B5EF4-FFF2-40B4-BE49-F238E27FC236}">
                    <a16:creationId xmlns:a16="http://schemas.microsoft.com/office/drawing/2014/main" id="{D5326F02-C2D5-FF41-82BC-9E6AC3F44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6" y="3885"/>
                <a:ext cx="89" cy="37"/>
              </a:xfrm>
              <a:custGeom>
                <a:avLst/>
                <a:gdLst>
                  <a:gd name="T0" fmla="*/ 0 w 89"/>
                  <a:gd name="T1" fmla="*/ 0 h 37"/>
                  <a:gd name="T2" fmla="*/ 0 w 89"/>
                  <a:gd name="T3" fmla="*/ 18 h 37"/>
                  <a:gd name="T4" fmla="*/ 88 w 89"/>
                  <a:gd name="T5" fmla="*/ 36 h 37"/>
                  <a:gd name="T6" fmla="*/ 76 w 89"/>
                  <a:gd name="T7" fmla="*/ 16 h 37"/>
                  <a:gd name="T8" fmla="*/ 0 w 89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37"/>
                  <a:gd name="T17" fmla="*/ 89 w 8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37">
                    <a:moveTo>
                      <a:pt x="0" y="0"/>
                    </a:moveTo>
                    <a:lnTo>
                      <a:pt x="0" y="18"/>
                    </a:lnTo>
                    <a:lnTo>
                      <a:pt x="88" y="36"/>
                    </a:lnTo>
                    <a:lnTo>
                      <a:pt x="7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89" name="Freeform 311">
                <a:extLst>
                  <a:ext uri="{FF2B5EF4-FFF2-40B4-BE49-F238E27FC236}">
                    <a16:creationId xmlns:a16="http://schemas.microsoft.com/office/drawing/2014/main" id="{216A6FE6-BD70-D947-937A-A9CDCFA662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0" y="3765"/>
                <a:ext cx="401" cy="55"/>
              </a:xfrm>
              <a:custGeom>
                <a:avLst/>
                <a:gdLst>
                  <a:gd name="T0" fmla="*/ 56 w 401"/>
                  <a:gd name="T1" fmla="*/ 0 h 55"/>
                  <a:gd name="T2" fmla="*/ 0 w 401"/>
                  <a:gd name="T3" fmla="*/ 13 h 55"/>
                  <a:gd name="T4" fmla="*/ 168 w 401"/>
                  <a:gd name="T5" fmla="*/ 38 h 55"/>
                  <a:gd name="T6" fmla="*/ 217 w 401"/>
                  <a:gd name="T7" fmla="*/ 33 h 55"/>
                  <a:gd name="T8" fmla="*/ 381 w 401"/>
                  <a:gd name="T9" fmla="*/ 54 h 55"/>
                  <a:gd name="T10" fmla="*/ 400 w 401"/>
                  <a:gd name="T11" fmla="*/ 51 h 55"/>
                  <a:gd name="T12" fmla="*/ 89 w 401"/>
                  <a:gd name="T13" fmla="*/ 4 h 55"/>
                  <a:gd name="T14" fmla="*/ 56 w 40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1"/>
                  <a:gd name="T25" fmla="*/ 0 h 55"/>
                  <a:gd name="T26" fmla="*/ 401 w 40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1" h="55">
                    <a:moveTo>
                      <a:pt x="56" y="0"/>
                    </a:moveTo>
                    <a:lnTo>
                      <a:pt x="0" y="13"/>
                    </a:lnTo>
                    <a:lnTo>
                      <a:pt x="168" y="38"/>
                    </a:lnTo>
                    <a:lnTo>
                      <a:pt x="217" y="33"/>
                    </a:lnTo>
                    <a:lnTo>
                      <a:pt x="381" y="54"/>
                    </a:lnTo>
                    <a:lnTo>
                      <a:pt x="400" y="51"/>
                    </a:lnTo>
                    <a:lnTo>
                      <a:pt x="89" y="4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0" name="Freeform 312">
                <a:extLst>
                  <a:ext uri="{FF2B5EF4-FFF2-40B4-BE49-F238E27FC236}">
                    <a16:creationId xmlns:a16="http://schemas.microsoft.com/office/drawing/2014/main" id="{D52E3DA0-60BA-FF4A-8C04-4B40A09788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66" y="3866"/>
                <a:ext cx="43" cy="44"/>
              </a:xfrm>
              <a:custGeom>
                <a:avLst/>
                <a:gdLst>
                  <a:gd name="T0" fmla="*/ 0 w 43"/>
                  <a:gd name="T1" fmla="*/ 6 h 44"/>
                  <a:gd name="T2" fmla="*/ 0 w 43"/>
                  <a:gd name="T3" fmla="*/ 43 h 44"/>
                  <a:gd name="T4" fmla="*/ 42 w 43"/>
                  <a:gd name="T5" fmla="*/ 35 h 44"/>
                  <a:gd name="T6" fmla="*/ 42 w 43"/>
                  <a:gd name="T7" fmla="*/ 0 h 44"/>
                  <a:gd name="T8" fmla="*/ 0 w 43"/>
                  <a:gd name="T9" fmla="*/ 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44"/>
                  <a:gd name="T17" fmla="*/ 43 w 43"/>
                  <a:gd name="T18" fmla="*/ 44 h 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44">
                    <a:moveTo>
                      <a:pt x="0" y="6"/>
                    </a:moveTo>
                    <a:lnTo>
                      <a:pt x="0" y="43"/>
                    </a:lnTo>
                    <a:lnTo>
                      <a:pt x="42" y="35"/>
                    </a:lnTo>
                    <a:lnTo>
                      <a:pt x="42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1" name="Freeform 313">
                <a:extLst>
                  <a:ext uri="{FF2B5EF4-FFF2-40B4-BE49-F238E27FC236}">
                    <a16:creationId xmlns:a16="http://schemas.microsoft.com/office/drawing/2014/main" id="{E517D133-EE62-5744-A2CD-E36636A7EC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4" y="3840"/>
                <a:ext cx="255" cy="62"/>
              </a:xfrm>
              <a:custGeom>
                <a:avLst/>
                <a:gdLst>
                  <a:gd name="T0" fmla="*/ 2 w 255"/>
                  <a:gd name="T1" fmla="*/ 4 h 62"/>
                  <a:gd name="T2" fmla="*/ 0 w 255"/>
                  <a:gd name="T3" fmla="*/ 47 h 62"/>
                  <a:gd name="T4" fmla="*/ 154 w 255"/>
                  <a:gd name="T5" fmla="*/ 26 h 62"/>
                  <a:gd name="T6" fmla="*/ 154 w 255"/>
                  <a:gd name="T7" fmla="*/ 61 h 62"/>
                  <a:gd name="T8" fmla="*/ 254 w 255"/>
                  <a:gd name="T9" fmla="*/ 45 h 62"/>
                  <a:gd name="T10" fmla="*/ 254 w 255"/>
                  <a:gd name="T11" fmla="*/ 23 h 62"/>
                  <a:gd name="T12" fmla="*/ 79 w 255"/>
                  <a:gd name="T13" fmla="*/ 0 h 62"/>
                  <a:gd name="T14" fmla="*/ 2 w 255"/>
                  <a:gd name="T15" fmla="*/ 4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5"/>
                  <a:gd name="T25" fmla="*/ 0 h 62"/>
                  <a:gd name="T26" fmla="*/ 255 w 255"/>
                  <a:gd name="T27" fmla="*/ 62 h 6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5" h="62">
                    <a:moveTo>
                      <a:pt x="2" y="4"/>
                    </a:moveTo>
                    <a:lnTo>
                      <a:pt x="0" y="47"/>
                    </a:lnTo>
                    <a:lnTo>
                      <a:pt x="154" y="26"/>
                    </a:lnTo>
                    <a:lnTo>
                      <a:pt x="154" y="61"/>
                    </a:lnTo>
                    <a:lnTo>
                      <a:pt x="254" y="45"/>
                    </a:lnTo>
                    <a:lnTo>
                      <a:pt x="254" y="23"/>
                    </a:lnTo>
                    <a:lnTo>
                      <a:pt x="79" y="0"/>
                    </a:lnTo>
                    <a:lnTo>
                      <a:pt x="2" y="4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2" name="Freeform 314">
                <a:extLst>
                  <a:ext uri="{FF2B5EF4-FFF2-40B4-BE49-F238E27FC236}">
                    <a16:creationId xmlns:a16="http://schemas.microsoft.com/office/drawing/2014/main" id="{2530BBBD-A492-3641-8D7C-AF04508BEE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2" y="3763"/>
                <a:ext cx="244" cy="40"/>
              </a:xfrm>
              <a:custGeom>
                <a:avLst/>
                <a:gdLst>
                  <a:gd name="T0" fmla="*/ 2 w 244"/>
                  <a:gd name="T1" fmla="*/ 0 h 40"/>
                  <a:gd name="T2" fmla="*/ 0 w 244"/>
                  <a:gd name="T3" fmla="*/ 3 h 40"/>
                  <a:gd name="T4" fmla="*/ 243 w 244"/>
                  <a:gd name="T5" fmla="*/ 39 h 40"/>
                  <a:gd name="T6" fmla="*/ 243 w 244"/>
                  <a:gd name="T7" fmla="*/ 33 h 40"/>
                  <a:gd name="T8" fmla="*/ 2 w 244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4"/>
                  <a:gd name="T16" fmla="*/ 0 h 40"/>
                  <a:gd name="T17" fmla="*/ 244 w 244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4" h="40">
                    <a:moveTo>
                      <a:pt x="2" y="0"/>
                    </a:moveTo>
                    <a:lnTo>
                      <a:pt x="0" y="3"/>
                    </a:lnTo>
                    <a:lnTo>
                      <a:pt x="243" y="39"/>
                    </a:lnTo>
                    <a:lnTo>
                      <a:pt x="243" y="3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3" name="Freeform 315">
                <a:extLst>
                  <a:ext uri="{FF2B5EF4-FFF2-40B4-BE49-F238E27FC236}">
                    <a16:creationId xmlns:a16="http://schemas.microsoft.com/office/drawing/2014/main" id="{04835FD9-1D20-F945-941D-D278F8B097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45"/>
                <a:ext cx="240" cy="52"/>
              </a:xfrm>
              <a:custGeom>
                <a:avLst/>
                <a:gdLst>
                  <a:gd name="T0" fmla="*/ 0 w 240"/>
                  <a:gd name="T1" fmla="*/ 0 h 52"/>
                  <a:gd name="T2" fmla="*/ 0 w 240"/>
                  <a:gd name="T3" fmla="*/ 18 h 52"/>
                  <a:gd name="T4" fmla="*/ 239 w 240"/>
                  <a:gd name="T5" fmla="*/ 51 h 52"/>
                  <a:gd name="T6" fmla="*/ 239 w 240"/>
                  <a:gd name="T7" fmla="*/ 30 h 52"/>
                  <a:gd name="T8" fmla="*/ 0 w 24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52"/>
                  <a:gd name="T17" fmla="*/ 240 w 240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52">
                    <a:moveTo>
                      <a:pt x="0" y="0"/>
                    </a:moveTo>
                    <a:lnTo>
                      <a:pt x="0" y="18"/>
                    </a:lnTo>
                    <a:lnTo>
                      <a:pt x="239" y="51"/>
                    </a:lnTo>
                    <a:lnTo>
                      <a:pt x="239" y="3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4" name="Freeform 316">
                <a:extLst>
                  <a:ext uri="{FF2B5EF4-FFF2-40B4-BE49-F238E27FC236}">
                    <a16:creationId xmlns:a16="http://schemas.microsoft.com/office/drawing/2014/main" id="{AF29D00F-7DD2-4E47-A557-B9244F4E1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27"/>
                <a:ext cx="240" cy="48"/>
              </a:xfrm>
              <a:custGeom>
                <a:avLst/>
                <a:gdLst>
                  <a:gd name="T0" fmla="*/ 0 w 240"/>
                  <a:gd name="T1" fmla="*/ 0 h 48"/>
                  <a:gd name="T2" fmla="*/ 0 w 240"/>
                  <a:gd name="T3" fmla="*/ 17 h 48"/>
                  <a:gd name="T4" fmla="*/ 239 w 240"/>
                  <a:gd name="T5" fmla="*/ 47 h 48"/>
                  <a:gd name="T6" fmla="*/ 239 w 240"/>
                  <a:gd name="T7" fmla="*/ 24 h 48"/>
                  <a:gd name="T8" fmla="*/ 0 w 24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48"/>
                  <a:gd name="T17" fmla="*/ 240 w 240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48">
                    <a:moveTo>
                      <a:pt x="0" y="0"/>
                    </a:moveTo>
                    <a:lnTo>
                      <a:pt x="0" y="17"/>
                    </a:lnTo>
                    <a:lnTo>
                      <a:pt x="239" y="47"/>
                    </a:lnTo>
                    <a:lnTo>
                      <a:pt x="239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5" name="Freeform 317">
                <a:extLst>
                  <a:ext uri="{FF2B5EF4-FFF2-40B4-BE49-F238E27FC236}">
                    <a16:creationId xmlns:a16="http://schemas.microsoft.com/office/drawing/2014/main" id="{1373CE30-3AE7-D845-B472-63DC7347B7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703"/>
                <a:ext cx="240" cy="49"/>
              </a:xfrm>
              <a:custGeom>
                <a:avLst/>
                <a:gdLst>
                  <a:gd name="T0" fmla="*/ 0 w 240"/>
                  <a:gd name="T1" fmla="*/ 0 h 49"/>
                  <a:gd name="T2" fmla="*/ 0 w 240"/>
                  <a:gd name="T3" fmla="*/ 23 h 49"/>
                  <a:gd name="T4" fmla="*/ 239 w 240"/>
                  <a:gd name="T5" fmla="*/ 48 h 49"/>
                  <a:gd name="T6" fmla="*/ 239 w 240"/>
                  <a:gd name="T7" fmla="*/ 21 h 49"/>
                  <a:gd name="T8" fmla="*/ 0 w 240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49"/>
                  <a:gd name="T17" fmla="*/ 240 w 240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49">
                    <a:moveTo>
                      <a:pt x="0" y="0"/>
                    </a:moveTo>
                    <a:lnTo>
                      <a:pt x="0" y="23"/>
                    </a:lnTo>
                    <a:lnTo>
                      <a:pt x="239" y="48"/>
                    </a:lnTo>
                    <a:lnTo>
                      <a:pt x="239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6" name="Freeform 318">
                <a:extLst>
                  <a:ext uri="{FF2B5EF4-FFF2-40B4-BE49-F238E27FC236}">
                    <a16:creationId xmlns:a16="http://schemas.microsoft.com/office/drawing/2014/main" id="{B0CD9A5D-2D93-644E-96E8-5C9371399F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89"/>
                <a:ext cx="240" cy="34"/>
              </a:xfrm>
              <a:custGeom>
                <a:avLst/>
                <a:gdLst>
                  <a:gd name="T0" fmla="*/ 0 w 240"/>
                  <a:gd name="T1" fmla="*/ 0 h 34"/>
                  <a:gd name="T2" fmla="*/ 0 w 240"/>
                  <a:gd name="T3" fmla="*/ 16 h 34"/>
                  <a:gd name="T4" fmla="*/ 239 w 240"/>
                  <a:gd name="T5" fmla="*/ 33 h 34"/>
                  <a:gd name="T6" fmla="*/ 239 w 240"/>
                  <a:gd name="T7" fmla="*/ 14 h 34"/>
                  <a:gd name="T8" fmla="*/ 0 w 240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4"/>
                  <a:gd name="T17" fmla="*/ 240 w 24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4">
                    <a:moveTo>
                      <a:pt x="0" y="0"/>
                    </a:moveTo>
                    <a:lnTo>
                      <a:pt x="0" y="16"/>
                    </a:lnTo>
                    <a:lnTo>
                      <a:pt x="239" y="33"/>
                    </a:lnTo>
                    <a:lnTo>
                      <a:pt x="239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7" name="Freeform 319">
                <a:extLst>
                  <a:ext uri="{FF2B5EF4-FFF2-40B4-BE49-F238E27FC236}">
                    <a16:creationId xmlns:a16="http://schemas.microsoft.com/office/drawing/2014/main" id="{72EFA34B-F84E-B94E-9C21-35DD893B11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66"/>
                <a:ext cx="240" cy="35"/>
              </a:xfrm>
              <a:custGeom>
                <a:avLst/>
                <a:gdLst>
                  <a:gd name="T0" fmla="*/ 0 w 240"/>
                  <a:gd name="T1" fmla="*/ 0 h 35"/>
                  <a:gd name="T2" fmla="*/ 0 w 240"/>
                  <a:gd name="T3" fmla="*/ 19 h 35"/>
                  <a:gd name="T4" fmla="*/ 239 w 240"/>
                  <a:gd name="T5" fmla="*/ 34 h 35"/>
                  <a:gd name="T6" fmla="*/ 239 w 240"/>
                  <a:gd name="T7" fmla="*/ 10 h 35"/>
                  <a:gd name="T8" fmla="*/ 0 w 24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5"/>
                  <a:gd name="T17" fmla="*/ 240 w 24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5">
                    <a:moveTo>
                      <a:pt x="0" y="0"/>
                    </a:moveTo>
                    <a:lnTo>
                      <a:pt x="0" y="19"/>
                    </a:lnTo>
                    <a:lnTo>
                      <a:pt x="239" y="34"/>
                    </a:lnTo>
                    <a:lnTo>
                      <a:pt x="239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8" name="Freeform 320">
                <a:extLst>
                  <a:ext uri="{FF2B5EF4-FFF2-40B4-BE49-F238E27FC236}">
                    <a16:creationId xmlns:a16="http://schemas.microsoft.com/office/drawing/2014/main" id="{EA3E54F9-C949-5B47-933B-40CE5A74A1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44"/>
                <a:ext cx="240" cy="35"/>
              </a:xfrm>
              <a:custGeom>
                <a:avLst/>
                <a:gdLst>
                  <a:gd name="T0" fmla="*/ 0 w 240"/>
                  <a:gd name="T1" fmla="*/ 0 h 35"/>
                  <a:gd name="T2" fmla="*/ 0 w 240"/>
                  <a:gd name="T3" fmla="*/ 23 h 35"/>
                  <a:gd name="T4" fmla="*/ 239 w 240"/>
                  <a:gd name="T5" fmla="*/ 34 h 35"/>
                  <a:gd name="T6" fmla="*/ 239 w 240"/>
                  <a:gd name="T7" fmla="*/ 13 h 35"/>
                  <a:gd name="T8" fmla="*/ 0 w 24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5"/>
                  <a:gd name="T17" fmla="*/ 240 w 24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5">
                    <a:moveTo>
                      <a:pt x="0" y="0"/>
                    </a:moveTo>
                    <a:lnTo>
                      <a:pt x="0" y="23"/>
                    </a:lnTo>
                    <a:lnTo>
                      <a:pt x="239" y="34"/>
                    </a:lnTo>
                    <a:lnTo>
                      <a:pt x="239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99" name="Freeform 321">
                <a:extLst>
                  <a:ext uri="{FF2B5EF4-FFF2-40B4-BE49-F238E27FC236}">
                    <a16:creationId xmlns:a16="http://schemas.microsoft.com/office/drawing/2014/main" id="{4F7A12C0-FF43-344D-B787-A2E15A18A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3" y="3626"/>
                <a:ext cx="240" cy="31"/>
              </a:xfrm>
              <a:custGeom>
                <a:avLst/>
                <a:gdLst>
                  <a:gd name="T0" fmla="*/ 0 w 240"/>
                  <a:gd name="T1" fmla="*/ 0 h 31"/>
                  <a:gd name="T2" fmla="*/ 0 w 240"/>
                  <a:gd name="T3" fmla="*/ 19 h 31"/>
                  <a:gd name="T4" fmla="*/ 239 w 240"/>
                  <a:gd name="T5" fmla="*/ 30 h 31"/>
                  <a:gd name="T6" fmla="*/ 239 w 240"/>
                  <a:gd name="T7" fmla="*/ 9 h 31"/>
                  <a:gd name="T8" fmla="*/ 0 w 240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"/>
                  <a:gd name="T16" fmla="*/ 0 h 31"/>
                  <a:gd name="T17" fmla="*/ 240 w 240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" h="31">
                    <a:moveTo>
                      <a:pt x="0" y="0"/>
                    </a:moveTo>
                    <a:lnTo>
                      <a:pt x="0" y="19"/>
                    </a:lnTo>
                    <a:lnTo>
                      <a:pt x="239" y="30"/>
                    </a:lnTo>
                    <a:lnTo>
                      <a:pt x="239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0" name="Freeform 322">
                <a:extLst>
                  <a:ext uri="{FF2B5EF4-FFF2-40B4-BE49-F238E27FC236}">
                    <a16:creationId xmlns:a16="http://schemas.microsoft.com/office/drawing/2014/main" id="{98231D81-42FB-754C-8AF3-2A32FF9370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9" y="3607"/>
                <a:ext cx="234" cy="30"/>
              </a:xfrm>
              <a:custGeom>
                <a:avLst/>
                <a:gdLst>
                  <a:gd name="T0" fmla="*/ 2 w 234"/>
                  <a:gd name="T1" fmla="*/ 0 h 30"/>
                  <a:gd name="T2" fmla="*/ 0 w 234"/>
                  <a:gd name="T3" fmla="*/ 20 h 30"/>
                  <a:gd name="T4" fmla="*/ 233 w 234"/>
                  <a:gd name="T5" fmla="*/ 29 h 30"/>
                  <a:gd name="T6" fmla="*/ 233 w 234"/>
                  <a:gd name="T7" fmla="*/ 8 h 30"/>
                  <a:gd name="T8" fmla="*/ 2 w 2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4"/>
                  <a:gd name="T16" fmla="*/ 0 h 30"/>
                  <a:gd name="T17" fmla="*/ 234 w 2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4" h="30">
                    <a:moveTo>
                      <a:pt x="2" y="0"/>
                    </a:moveTo>
                    <a:lnTo>
                      <a:pt x="0" y="20"/>
                    </a:lnTo>
                    <a:lnTo>
                      <a:pt x="233" y="29"/>
                    </a:lnTo>
                    <a:lnTo>
                      <a:pt x="233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1" name="Freeform 323">
                <a:extLst>
                  <a:ext uri="{FF2B5EF4-FFF2-40B4-BE49-F238E27FC236}">
                    <a16:creationId xmlns:a16="http://schemas.microsoft.com/office/drawing/2014/main" id="{6F37CEDD-C421-3D44-A57A-DDF0556FB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5" y="3773"/>
                <a:ext cx="124" cy="44"/>
              </a:xfrm>
              <a:custGeom>
                <a:avLst/>
                <a:gdLst>
                  <a:gd name="T0" fmla="*/ 0 w 124"/>
                  <a:gd name="T1" fmla="*/ 0 h 44"/>
                  <a:gd name="T2" fmla="*/ 0 w 124"/>
                  <a:gd name="T3" fmla="*/ 28 h 44"/>
                  <a:gd name="T4" fmla="*/ 96 w 124"/>
                  <a:gd name="T5" fmla="*/ 43 h 44"/>
                  <a:gd name="T6" fmla="*/ 117 w 124"/>
                  <a:gd name="T7" fmla="*/ 37 h 44"/>
                  <a:gd name="T8" fmla="*/ 123 w 124"/>
                  <a:gd name="T9" fmla="*/ 17 h 44"/>
                  <a:gd name="T10" fmla="*/ 0 w 12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4"/>
                  <a:gd name="T19" fmla="*/ 0 h 44"/>
                  <a:gd name="T20" fmla="*/ 124 w 124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4" h="44">
                    <a:moveTo>
                      <a:pt x="0" y="0"/>
                    </a:moveTo>
                    <a:lnTo>
                      <a:pt x="0" y="28"/>
                    </a:lnTo>
                    <a:lnTo>
                      <a:pt x="96" y="43"/>
                    </a:lnTo>
                    <a:lnTo>
                      <a:pt x="117" y="37"/>
                    </a:lnTo>
                    <a:lnTo>
                      <a:pt x="123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2" name="Freeform 324">
                <a:extLst>
                  <a:ext uri="{FF2B5EF4-FFF2-40B4-BE49-F238E27FC236}">
                    <a16:creationId xmlns:a16="http://schemas.microsoft.com/office/drawing/2014/main" id="{5E1B0075-8E28-EF4E-B1EC-03C3EAC59A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8" y="3601"/>
                <a:ext cx="119" cy="186"/>
              </a:xfrm>
              <a:custGeom>
                <a:avLst/>
                <a:gdLst>
                  <a:gd name="T0" fmla="*/ 0 w 119"/>
                  <a:gd name="T1" fmla="*/ 0 h 186"/>
                  <a:gd name="T2" fmla="*/ 0 w 119"/>
                  <a:gd name="T3" fmla="*/ 170 h 186"/>
                  <a:gd name="T4" fmla="*/ 118 w 119"/>
                  <a:gd name="T5" fmla="*/ 185 h 186"/>
                  <a:gd name="T6" fmla="*/ 118 w 119"/>
                  <a:gd name="T7" fmla="*/ 2 h 186"/>
                  <a:gd name="T8" fmla="*/ 0 w 119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"/>
                  <a:gd name="T16" fmla="*/ 0 h 186"/>
                  <a:gd name="T17" fmla="*/ 119 w 119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" h="186">
                    <a:moveTo>
                      <a:pt x="0" y="0"/>
                    </a:moveTo>
                    <a:lnTo>
                      <a:pt x="0" y="170"/>
                    </a:lnTo>
                    <a:lnTo>
                      <a:pt x="118" y="185"/>
                    </a:lnTo>
                    <a:lnTo>
                      <a:pt x="118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3" name="Freeform 325">
                <a:extLst>
                  <a:ext uri="{FF2B5EF4-FFF2-40B4-BE49-F238E27FC236}">
                    <a16:creationId xmlns:a16="http://schemas.microsoft.com/office/drawing/2014/main" id="{252B5A3B-A374-2E4C-8804-DB40364935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508"/>
                <a:ext cx="127" cy="94"/>
              </a:xfrm>
              <a:custGeom>
                <a:avLst/>
                <a:gdLst>
                  <a:gd name="T0" fmla="*/ 0 w 127"/>
                  <a:gd name="T1" fmla="*/ 0 h 94"/>
                  <a:gd name="T2" fmla="*/ 0 w 127"/>
                  <a:gd name="T3" fmla="*/ 89 h 94"/>
                  <a:gd name="T4" fmla="*/ 126 w 127"/>
                  <a:gd name="T5" fmla="*/ 93 h 94"/>
                  <a:gd name="T6" fmla="*/ 126 w 127"/>
                  <a:gd name="T7" fmla="*/ 2 h 94"/>
                  <a:gd name="T8" fmla="*/ 0 w 127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94"/>
                  <a:gd name="T17" fmla="*/ 127 w 127"/>
                  <a:gd name="T18" fmla="*/ 94 h 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94">
                    <a:moveTo>
                      <a:pt x="0" y="0"/>
                    </a:moveTo>
                    <a:lnTo>
                      <a:pt x="0" y="89"/>
                    </a:lnTo>
                    <a:lnTo>
                      <a:pt x="126" y="93"/>
                    </a:lnTo>
                    <a:lnTo>
                      <a:pt x="126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4" name="Freeform 326">
                <a:extLst>
                  <a:ext uri="{FF2B5EF4-FFF2-40B4-BE49-F238E27FC236}">
                    <a16:creationId xmlns:a16="http://schemas.microsoft.com/office/drawing/2014/main" id="{815B48FF-666B-554F-97F7-37475D77C5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1" y="3839"/>
                <a:ext cx="33" cy="139"/>
              </a:xfrm>
              <a:custGeom>
                <a:avLst/>
                <a:gdLst>
                  <a:gd name="T0" fmla="*/ 0 w 33"/>
                  <a:gd name="T1" fmla="*/ 7 h 139"/>
                  <a:gd name="T2" fmla="*/ 0 w 33"/>
                  <a:gd name="T3" fmla="*/ 124 h 139"/>
                  <a:gd name="T4" fmla="*/ 32 w 33"/>
                  <a:gd name="T5" fmla="*/ 138 h 139"/>
                  <a:gd name="T6" fmla="*/ 32 w 33"/>
                  <a:gd name="T7" fmla="*/ 0 h 139"/>
                  <a:gd name="T8" fmla="*/ 0 w 33"/>
                  <a:gd name="T9" fmla="*/ 7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139"/>
                  <a:gd name="T17" fmla="*/ 33 w 33"/>
                  <a:gd name="T18" fmla="*/ 139 h 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139">
                    <a:moveTo>
                      <a:pt x="0" y="7"/>
                    </a:moveTo>
                    <a:lnTo>
                      <a:pt x="0" y="124"/>
                    </a:lnTo>
                    <a:lnTo>
                      <a:pt x="32" y="138"/>
                    </a:lnTo>
                    <a:lnTo>
                      <a:pt x="32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5" name="Freeform 327">
                <a:extLst>
                  <a:ext uri="{FF2B5EF4-FFF2-40B4-BE49-F238E27FC236}">
                    <a16:creationId xmlns:a16="http://schemas.microsoft.com/office/drawing/2014/main" id="{5AB052D4-E34D-8549-A5ED-999180E5A8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471"/>
                <a:ext cx="56" cy="132"/>
              </a:xfrm>
              <a:custGeom>
                <a:avLst/>
                <a:gdLst>
                  <a:gd name="T0" fmla="*/ 0 w 56"/>
                  <a:gd name="T1" fmla="*/ 0 h 132"/>
                  <a:gd name="T2" fmla="*/ 0 w 56"/>
                  <a:gd name="T3" fmla="*/ 117 h 132"/>
                  <a:gd name="T4" fmla="*/ 14 w 56"/>
                  <a:gd name="T5" fmla="*/ 131 h 132"/>
                  <a:gd name="T6" fmla="*/ 47 w 56"/>
                  <a:gd name="T7" fmla="*/ 131 h 132"/>
                  <a:gd name="T8" fmla="*/ 55 w 56"/>
                  <a:gd name="T9" fmla="*/ 123 h 132"/>
                  <a:gd name="T10" fmla="*/ 55 w 56"/>
                  <a:gd name="T11" fmla="*/ 0 h 132"/>
                  <a:gd name="T12" fmla="*/ 0 w 56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132"/>
                  <a:gd name="T23" fmla="*/ 56 w 56"/>
                  <a:gd name="T24" fmla="*/ 132 h 1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132">
                    <a:moveTo>
                      <a:pt x="0" y="0"/>
                    </a:moveTo>
                    <a:lnTo>
                      <a:pt x="0" y="117"/>
                    </a:lnTo>
                    <a:lnTo>
                      <a:pt x="14" y="131"/>
                    </a:lnTo>
                    <a:lnTo>
                      <a:pt x="47" y="131"/>
                    </a:lnTo>
                    <a:lnTo>
                      <a:pt x="55" y="123"/>
                    </a:lnTo>
                    <a:lnTo>
                      <a:pt x="5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6" name="Rectangle 328">
                <a:extLst>
                  <a:ext uri="{FF2B5EF4-FFF2-40B4-BE49-F238E27FC236}">
                    <a16:creationId xmlns:a16="http://schemas.microsoft.com/office/drawing/2014/main" id="{79F809F7-0B3E-D24C-8C61-2FBA78511C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3582"/>
                <a:ext cx="5" cy="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07" name="Freeform 329">
                <a:extLst>
                  <a:ext uri="{FF2B5EF4-FFF2-40B4-BE49-F238E27FC236}">
                    <a16:creationId xmlns:a16="http://schemas.microsoft.com/office/drawing/2014/main" id="{6A50D993-2FF8-A046-854A-15FD73887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403"/>
                <a:ext cx="35" cy="69"/>
              </a:xfrm>
              <a:custGeom>
                <a:avLst/>
                <a:gdLst>
                  <a:gd name="T0" fmla="*/ 0 w 35"/>
                  <a:gd name="T1" fmla="*/ 2 h 69"/>
                  <a:gd name="T2" fmla="*/ 0 w 35"/>
                  <a:gd name="T3" fmla="*/ 68 h 69"/>
                  <a:gd name="T4" fmla="*/ 34 w 35"/>
                  <a:gd name="T5" fmla="*/ 68 h 69"/>
                  <a:gd name="T6" fmla="*/ 34 w 35"/>
                  <a:gd name="T7" fmla="*/ 0 h 69"/>
                  <a:gd name="T8" fmla="*/ 0 w 35"/>
                  <a:gd name="T9" fmla="*/ 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69"/>
                  <a:gd name="T17" fmla="*/ 35 w 35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69">
                    <a:moveTo>
                      <a:pt x="0" y="2"/>
                    </a:moveTo>
                    <a:lnTo>
                      <a:pt x="0" y="68"/>
                    </a:lnTo>
                    <a:lnTo>
                      <a:pt x="34" y="68"/>
                    </a:lnTo>
                    <a:lnTo>
                      <a:pt x="34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8" name="Freeform 330">
                <a:extLst>
                  <a:ext uri="{FF2B5EF4-FFF2-40B4-BE49-F238E27FC236}">
                    <a16:creationId xmlns:a16="http://schemas.microsoft.com/office/drawing/2014/main" id="{ACCA3A48-738F-6D4E-B5B2-48C826F076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19" y="3399"/>
                <a:ext cx="41" cy="73"/>
              </a:xfrm>
              <a:custGeom>
                <a:avLst/>
                <a:gdLst>
                  <a:gd name="T0" fmla="*/ 0 w 41"/>
                  <a:gd name="T1" fmla="*/ 4 h 73"/>
                  <a:gd name="T2" fmla="*/ 0 w 41"/>
                  <a:gd name="T3" fmla="*/ 72 h 73"/>
                  <a:gd name="T4" fmla="*/ 4 w 41"/>
                  <a:gd name="T5" fmla="*/ 72 h 73"/>
                  <a:gd name="T6" fmla="*/ 6 w 41"/>
                  <a:gd name="T7" fmla="*/ 67 h 73"/>
                  <a:gd name="T8" fmla="*/ 40 w 41"/>
                  <a:gd name="T9" fmla="*/ 67 h 73"/>
                  <a:gd name="T10" fmla="*/ 40 w 41"/>
                  <a:gd name="T11" fmla="*/ 0 h 73"/>
                  <a:gd name="T12" fmla="*/ 0 w 41"/>
                  <a:gd name="T13" fmla="*/ 4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73"/>
                  <a:gd name="T23" fmla="*/ 41 w 41"/>
                  <a:gd name="T24" fmla="*/ 73 h 7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73">
                    <a:moveTo>
                      <a:pt x="0" y="4"/>
                    </a:moveTo>
                    <a:lnTo>
                      <a:pt x="0" y="72"/>
                    </a:lnTo>
                    <a:lnTo>
                      <a:pt x="4" y="72"/>
                    </a:lnTo>
                    <a:lnTo>
                      <a:pt x="6" y="67"/>
                    </a:lnTo>
                    <a:lnTo>
                      <a:pt x="40" y="67"/>
                    </a:lnTo>
                    <a:lnTo>
                      <a:pt x="40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09" name="Rectangle 331">
                <a:extLst>
                  <a:ext uri="{FF2B5EF4-FFF2-40B4-BE49-F238E27FC236}">
                    <a16:creationId xmlns:a16="http://schemas.microsoft.com/office/drawing/2014/main" id="{A2E15CFE-B6F8-A54F-8E9C-EECC1F974D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3" y="3469"/>
                <a:ext cx="5" cy="106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10" name="Freeform 332">
                <a:extLst>
                  <a:ext uri="{FF2B5EF4-FFF2-40B4-BE49-F238E27FC236}">
                    <a16:creationId xmlns:a16="http://schemas.microsoft.com/office/drawing/2014/main" id="{9536F6AD-EFA3-B34F-AA97-A6847F0687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2" y="3465"/>
                <a:ext cx="32" cy="16"/>
              </a:xfrm>
              <a:custGeom>
                <a:avLst/>
                <a:gdLst>
                  <a:gd name="T0" fmla="*/ 0 w 32"/>
                  <a:gd name="T1" fmla="*/ 0 h 16"/>
                  <a:gd name="T2" fmla="*/ 0 w 32"/>
                  <a:gd name="T3" fmla="*/ 5 h 16"/>
                  <a:gd name="T4" fmla="*/ 18 w 32"/>
                  <a:gd name="T5" fmla="*/ 5 h 16"/>
                  <a:gd name="T6" fmla="*/ 18 w 32"/>
                  <a:gd name="T7" fmla="*/ 15 h 16"/>
                  <a:gd name="T8" fmla="*/ 31 w 32"/>
                  <a:gd name="T9" fmla="*/ 15 h 16"/>
                  <a:gd name="T10" fmla="*/ 31 w 32"/>
                  <a:gd name="T11" fmla="*/ 0 h 16"/>
                  <a:gd name="T12" fmla="*/ 0 w 3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"/>
                  <a:gd name="T22" fmla="*/ 0 h 16"/>
                  <a:gd name="T23" fmla="*/ 32 w 32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" h="16">
                    <a:moveTo>
                      <a:pt x="0" y="0"/>
                    </a:moveTo>
                    <a:lnTo>
                      <a:pt x="0" y="5"/>
                    </a:lnTo>
                    <a:lnTo>
                      <a:pt x="18" y="5"/>
                    </a:lnTo>
                    <a:lnTo>
                      <a:pt x="18" y="15"/>
                    </a:lnTo>
                    <a:lnTo>
                      <a:pt x="31" y="15"/>
                    </a:ln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1" name="Freeform 333">
                <a:extLst>
                  <a:ext uri="{FF2B5EF4-FFF2-40B4-BE49-F238E27FC236}">
                    <a16:creationId xmlns:a16="http://schemas.microsoft.com/office/drawing/2014/main" id="{B72DFF38-D783-1D4C-B826-C33F73BE6D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0" y="3495"/>
                <a:ext cx="24" cy="83"/>
              </a:xfrm>
              <a:custGeom>
                <a:avLst/>
                <a:gdLst>
                  <a:gd name="T0" fmla="*/ 8 w 24"/>
                  <a:gd name="T1" fmla="*/ 0 h 83"/>
                  <a:gd name="T2" fmla="*/ 8 w 24"/>
                  <a:gd name="T3" fmla="*/ 2 h 83"/>
                  <a:gd name="T4" fmla="*/ 10 w 24"/>
                  <a:gd name="T5" fmla="*/ 2 h 83"/>
                  <a:gd name="T6" fmla="*/ 10 w 24"/>
                  <a:gd name="T7" fmla="*/ 4 h 83"/>
                  <a:gd name="T8" fmla="*/ 13 w 24"/>
                  <a:gd name="T9" fmla="*/ 4 h 83"/>
                  <a:gd name="T10" fmla="*/ 13 w 24"/>
                  <a:gd name="T11" fmla="*/ 7 h 83"/>
                  <a:gd name="T12" fmla="*/ 15 w 24"/>
                  <a:gd name="T13" fmla="*/ 7 h 83"/>
                  <a:gd name="T14" fmla="*/ 15 w 24"/>
                  <a:gd name="T15" fmla="*/ 11 h 83"/>
                  <a:gd name="T16" fmla="*/ 17 w 24"/>
                  <a:gd name="T17" fmla="*/ 11 h 83"/>
                  <a:gd name="T18" fmla="*/ 17 w 24"/>
                  <a:gd name="T19" fmla="*/ 15 h 83"/>
                  <a:gd name="T20" fmla="*/ 19 w 24"/>
                  <a:gd name="T21" fmla="*/ 17 h 83"/>
                  <a:gd name="T22" fmla="*/ 19 w 24"/>
                  <a:gd name="T23" fmla="*/ 21 h 83"/>
                  <a:gd name="T24" fmla="*/ 21 w 24"/>
                  <a:gd name="T25" fmla="*/ 21 h 83"/>
                  <a:gd name="T26" fmla="*/ 21 w 24"/>
                  <a:gd name="T27" fmla="*/ 30 h 83"/>
                  <a:gd name="T28" fmla="*/ 23 w 24"/>
                  <a:gd name="T29" fmla="*/ 32 h 83"/>
                  <a:gd name="T30" fmla="*/ 23 w 24"/>
                  <a:gd name="T31" fmla="*/ 50 h 83"/>
                  <a:gd name="T32" fmla="*/ 21 w 24"/>
                  <a:gd name="T33" fmla="*/ 50 h 83"/>
                  <a:gd name="T34" fmla="*/ 21 w 24"/>
                  <a:gd name="T35" fmla="*/ 66 h 83"/>
                  <a:gd name="T36" fmla="*/ 19 w 24"/>
                  <a:gd name="T37" fmla="*/ 66 h 83"/>
                  <a:gd name="T38" fmla="*/ 19 w 24"/>
                  <a:gd name="T39" fmla="*/ 70 h 83"/>
                  <a:gd name="T40" fmla="*/ 17 w 24"/>
                  <a:gd name="T41" fmla="*/ 70 h 83"/>
                  <a:gd name="T42" fmla="*/ 17 w 24"/>
                  <a:gd name="T43" fmla="*/ 73 h 83"/>
                  <a:gd name="T44" fmla="*/ 15 w 24"/>
                  <a:gd name="T45" fmla="*/ 73 h 83"/>
                  <a:gd name="T46" fmla="*/ 15 w 24"/>
                  <a:gd name="T47" fmla="*/ 80 h 83"/>
                  <a:gd name="T48" fmla="*/ 13 w 24"/>
                  <a:gd name="T49" fmla="*/ 80 h 83"/>
                  <a:gd name="T50" fmla="*/ 13 w 24"/>
                  <a:gd name="T51" fmla="*/ 82 h 83"/>
                  <a:gd name="T52" fmla="*/ 4 w 24"/>
                  <a:gd name="T53" fmla="*/ 82 h 83"/>
                  <a:gd name="T54" fmla="*/ 4 w 24"/>
                  <a:gd name="T55" fmla="*/ 80 h 83"/>
                  <a:gd name="T56" fmla="*/ 6 w 24"/>
                  <a:gd name="T57" fmla="*/ 80 h 83"/>
                  <a:gd name="T58" fmla="*/ 6 w 24"/>
                  <a:gd name="T59" fmla="*/ 73 h 83"/>
                  <a:gd name="T60" fmla="*/ 8 w 24"/>
                  <a:gd name="T61" fmla="*/ 73 h 83"/>
                  <a:gd name="T62" fmla="*/ 8 w 24"/>
                  <a:gd name="T63" fmla="*/ 70 h 83"/>
                  <a:gd name="T64" fmla="*/ 10 w 24"/>
                  <a:gd name="T65" fmla="*/ 70 h 83"/>
                  <a:gd name="T66" fmla="*/ 10 w 24"/>
                  <a:gd name="T67" fmla="*/ 66 h 83"/>
                  <a:gd name="T68" fmla="*/ 13 w 24"/>
                  <a:gd name="T69" fmla="*/ 66 h 83"/>
                  <a:gd name="T70" fmla="*/ 13 w 24"/>
                  <a:gd name="T71" fmla="*/ 50 h 83"/>
                  <a:gd name="T72" fmla="*/ 15 w 24"/>
                  <a:gd name="T73" fmla="*/ 50 h 83"/>
                  <a:gd name="T74" fmla="*/ 13 w 24"/>
                  <a:gd name="T75" fmla="*/ 48 h 83"/>
                  <a:gd name="T76" fmla="*/ 13 w 24"/>
                  <a:gd name="T77" fmla="*/ 32 h 83"/>
                  <a:gd name="T78" fmla="*/ 10 w 24"/>
                  <a:gd name="T79" fmla="*/ 30 h 83"/>
                  <a:gd name="T80" fmla="*/ 10 w 24"/>
                  <a:gd name="T81" fmla="*/ 17 h 83"/>
                  <a:gd name="T82" fmla="*/ 8 w 24"/>
                  <a:gd name="T83" fmla="*/ 15 h 83"/>
                  <a:gd name="T84" fmla="*/ 8 w 24"/>
                  <a:gd name="T85" fmla="*/ 11 h 83"/>
                  <a:gd name="T86" fmla="*/ 6 w 24"/>
                  <a:gd name="T87" fmla="*/ 11 h 83"/>
                  <a:gd name="T88" fmla="*/ 6 w 24"/>
                  <a:gd name="T89" fmla="*/ 7 h 83"/>
                  <a:gd name="T90" fmla="*/ 4 w 24"/>
                  <a:gd name="T91" fmla="*/ 7 h 83"/>
                  <a:gd name="T92" fmla="*/ 4 w 24"/>
                  <a:gd name="T93" fmla="*/ 4 h 83"/>
                  <a:gd name="T94" fmla="*/ 2 w 24"/>
                  <a:gd name="T95" fmla="*/ 4 h 83"/>
                  <a:gd name="T96" fmla="*/ 2 w 24"/>
                  <a:gd name="T97" fmla="*/ 2 h 83"/>
                  <a:gd name="T98" fmla="*/ 0 w 24"/>
                  <a:gd name="T99" fmla="*/ 2 h 83"/>
                  <a:gd name="T100" fmla="*/ 0 w 24"/>
                  <a:gd name="T101" fmla="*/ 0 h 83"/>
                  <a:gd name="T102" fmla="*/ 8 w 24"/>
                  <a:gd name="T103" fmla="*/ 0 h 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83"/>
                  <a:gd name="T158" fmla="*/ 24 w 24"/>
                  <a:gd name="T159" fmla="*/ 83 h 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83">
                    <a:moveTo>
                      <a:pt x="8" y="0"/>
                    </a:moveTo>
                    <a:lnTo>
                      <a:pt x="8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15"/>
                    </a:lnTo>
                    <a:lnTo>
                      <a:pt x="19" y="17"/>
                    </a:lnTo>
                    <a:lnTo>
                      <a:pt x="19" y="21"/>
                    </a:lnTo>
                    <a:lnTo>
                      <a:pt x="21" y="21"/>
                    </a:lnTo>
                    <a:lnTo>
                      <a:pt x="21" y="30"/>
                    </a:lnTo>
                    <a:lnTo>
                      <a:pt x="23" y="32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5" y="80"/>
                    </a:lnTo>
                    <a:lnTo>
                      <a:pt x="13" y="80"/>
                    </a:lnTo>
                    <a:lnTo>
                      <a:pt x="13" y="82"/>
                    </a:lnTo>
                    <a:lnTo>
                      <a:pt x="4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66"/>
                    </a:lnTo>
                    <a:lnTo>
                      <a:pt x="13" y="66"/>
                    </a:lnTo>
                    <a:lnTo>
                      <a:pt x="13" y="50"/>
                    </a:lnTo>
                    <a:lnTo>
                      <a:pt x="15" y="50"/>
                    </a:lnTo>
                    <a:lnTo>
                      <a:pt x="13" y="48"/>
                    </a:lnTo>
                    <a:lnTo>
                      <a:pt x="13" y="32"/>
                    </a:lnTo>
                    <a:lnTo>
                      <a:pt x="10" y="30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2" name="Freeform 334">
                <a:extLst>
                  <a:ext uri="{FF2B5EF4-FFF2-40B4-BE49-F238E27FC236}">
                    <a16:creationId xmlns:a16="http://schemas.microsoft.com/office/drawing/2014/main" id="{3290A205-761C-1F4C-8023-DAF2B6A82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9" y="3399"/>
                <a:ext cx="15" cy="203"/>
              </a:xfrm>
              <a:custGeom>
                <a:avLst/>
                <a:gdLst>
                  <a:gd name="T0" fmla="*/ 0 w 15"/>
                  <a:gd name="T1" fmla="*/ 2 h 203"/>
                  <a:gd name="T2" fmla="*/ 0 w 15"/>
                  <a:gd name="T3" fmla="*/ 190 h 203"/>
                  <a:gd name="T4" fmla="*/ 2 w 15"/>
                  <a:gd name="T5" fmla="*/ 193 h 203"/>
                  <a:gd name="T6" fmla="*/ 4 w 15"/>
                  <a:gd name="T7" fmla="*/ 198 h 203"/>
                  <a:gd name="T8" fmla="*/ 8 w 15"/>
                  <a:gd name="T9" fmla="*/ 200 h 203"/>
                  <a:gd name="T10" fmla="*/ 12 w 15"/>
                  <a:gd name="T11" fmla="*/ 202 h 203"/>
                  <a:gd name="T12" fmla="*/ 14 w 15"/>
                  <a:gd name="T13" fmla="*/ 202 h 203"/>
                  <a:gd name="T14" fmla="*/ 14 w 15"/>
                  <a:gd name="T15" fmla="*/ 0 h 203"/>
                  <a:gd name="T16" fmla="*/ 0 w 15"/>
                  <a:gd name="T17" fmla="*/ 2 h 2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03"/>
                  <a:gd name="T29" fmla="*/ 15 w 15"/>
                  <a:gd name="T30" fmla="*/ 203 h 20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03">
                    <a:moveTo>
                      <a:pt x="0" y="2"/>
                    </a:moveTo>
                    <a:lnTo>
                      <a:pt x="0" y="190"/>
                    </a:lnTo>
                    <a:lnTo>
                      <a:pt x="2" y="193"/>
                    </a:lnTo>
                    <a:lnTo>
                      <a:pt x="4" y="198"/>
                    </a:lnTo>
                    <a:lnTo>
                      <a:pt x="8" y="200"/>
                    </a:lnTo>
                    <a:lnTo>
                      <a:pt x="12" y="202"/>
                    </a:lnTo>
                    <a:lnTo>
                      <a:pt x="14" y="202"/>
                    </a:lnTo>
                    <a:lnTo>
                      <a:pt x="14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3" name="Freeform 335">
                <a:extLst>
                  <a:ext uri="{FF2B5EF4-FFF2-40B4-BE49-F238E27FC236}">
                    <a16:creationId xmlns:a16="http://schemas.microsoft.com/office/drawing/2014/main" id="{EC3F72DF-9D61-4D4C-8C72-528796140F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359"/>
                <a:ext cx="127" cy="151"/>
              </a:xfrm>
              <a:custGeom>
                <a:avLst/>
                <a:gdLst>
                  <a:gd name="T0" fmla="*/ 0 w 127"/>
                  <a:gd name="T1" fmla="*/ 6 h 151"/>
                  <a:gd name="T2" fmla="*/ 0 w 127"/>
                  <a:gd name="T3" fmla="*/ 148 h 151"/>
                  <a:gd name="T4" fmla="*/ 126 w 127"/>
                  <a:gd name="T5" fmla="*/ 150 h 151"/>
                  <a:gd name="T6" fmla="*/ 124 w 127"/>
                  <a:gd name="T7" fmla="*/ 0 h 151"/>
                  <a:gd name="T8" fmla="*/ 0 w 127"/>
                  <a:gd name="T9" fmla="*/ 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51"/>
                  <a:gd name="T17" fmla="*/ 127 w 127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51">
                    <a:moveTo>
                      <a:pt x="0" y="6"/>
                    </a:moveTo>
                    <a:lnTo>
                      <a:pt x="0" y="148"/>
                    </a:lnTo>
                    <a:lnTo>
                      <a:pt x="126" y="150"/>
                    </a:lnTo>
                    <a:lnTo>
                      <a:pt x="124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4" name="Freeform 336">
                <a:extLst>
                  <a:ext uri="{FF2B5EF4-FFF2-40B4-BE49-F238E27FC236}">
                    <a16:creationId xmlns:a16="http://schemas.microsoft.com/office/drawing/2014/main" id="{622C7B6F-C3A7-DC4D-AA5A-C8ACBF829F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8" y="3359"/>
                <a:ext cx="14" cy="14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9 h 14"/>
                  <a:gd name="T4" fmla="*/ 6 w 14"/>
                  <a:gd name="T5" fmla="*/ 11 h 14"/>
                  <a:gd name="T6" fmla="*/ 8 w 14"/>
                  <a:gd name="T7" fmla="*/ 13 h 14"/>
                  <a:gd name="T8" fmla="*/ 13 w 14"/>
                  <a:gd name="T9" fmla="*/ 13 h 14"/>
                  <a:gd name="T10" fmla="*/ 13 w 14"/>
                  <a:gd name="T11" fmla="*/ 0 h 14"/>
                  <a:gd name="T12" fmla="*/ 0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0" y="0"/>
                    </a:moveTo>
                    <a:lnTo>
                      <a:pt x="0" y="9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5" name="Freeform 337">
                <a:extLst>
                  <a:ext uri="{FF2B5EF4-FFF2-40B4-BE49-F238E27FC236}">
                    <a16:creationId xmlns:a16="http://schemas.microsoft.com/office/drawing/2014/main" id="{8C74AA07-7F79-4141-A8F4-6050CF49E7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9" y="3359"/>
                <a:ext cx="122" cy="23"/>
              </a:xfrm>
              <a:custGeom>
                <a:avLst/>
                <a:gdLst>
                  <a:gd name="T0" fmla="*/ 0 w 122"/>
                  <a:gd name="T1" fmla="*/ 7 h 23"/>
                  <a:gd name="T2" fmla="*/ 0 w 122"/>
                  <a:gd name="T3" fmla="*/ 18 h 23"/>
                  <a:gd name="T4" fmla="*/ 10 w 122"/>
                  <a:gd name="T5" fmla="*/ 22 h 23"/>
                  <a:gd name="T6" fmla="*/ 104 w 122"/>
                  <a:gd name="T7" fmla="*/ 14 h 23"/>
                  <a:gd name="T8" fmla="*/ 107 w 122"/>
                  <a:gd name="T9" fmla="*/ 9 h 23"/>
                  <a:gd name="T10" fmla="*/ 119 w 122"/>
                  <a:gd name="T11" fmla="*/ 9 h 23"/>
                  <a:gd name="T12" fmla="*/ 121 w 122"/>
                  <a:gd name="T13" fmla="*/ 0 h 23"/>
                  <a:gd name="T14" fmla="*/ 0 w 122"/>
                  <a:gd name="T15" fmla="*/ 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2"/>
                  <a:gd name="T25" fmla="*/ 0 h 23"/>
                  <a:gd name="T26" fmla="*/ 122 w 122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2" h="23">
                    <a:moveTo>
                      <a:pt x="0" y="7"/>
                    </a:moveTo>
                    <a:lnTo>
                      <a:pt x="0" y="18"/>
                    </a:lnTo>
                    <a:lnTo>
                      <a:pt x="10" y="22"/>
                    </a:lnTo>
                    <a:lnTo>
                      <a:pt x="104" y="14"/>
                    </a:lnTo>
                    <a:lnTo>
                      <a:pt x="107" y="9"/>
                    </a:lnTo>
                    <a:lnTo>
                      <a:pt x="119" y="9"/>
                    </a:lnTo>
                    <a:lnTo>
                      <a:pt x="121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6" name="Oval 338">
                <a:extLst>
                  <a:ext uri="{FF2B5EF4-FFF2-40B4-BE49-F238E27FC236}">
                    <a16:creationId xmlns:a16="http://schemas.microsoft.com/office/drawing/2014/main" id="{97C5F595-B273-2941-9CC4-CDC59B7D76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15" y="4070"/>
                <a:ext cx="7" cy="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17" name="Oval 339">
                <a:extLst>
                  <a:ext uri="{FF2B5EF4-FFF2-40B4-BE49-F238E27FC236}">
                    <a16:creationId xmlns:a16="http://schemas.microsoft.com/office/drawing/2014/main" id="{E0EF37DF-73D0-AC42-A9DE-3F38B47ABE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85" y="4099"/>
                <a:ext cx="8" cy="1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18" name="Freeform 340">
                <a:extLst>
                  <a:ext uri="{FF2B5EF4-FFF2-40B4-BE49-F238E27FC236}">
                    <a16:creationId xmlns:a16="http://schemas.microsoft.com/office/drawing/2014/main" id="{A68F9503-A3A2-1343-9222-23E96BA296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8" y="4086"/>
                <a:ext cx="9" cy="20"/>
              </a:xfrm>
              <a:custGeom>
                <a:avLst/>
                <a:gdLst>
                  <a:gd name="T0" fmla="*/ 0 w 9"/>
                  <a:gd name="T1" fmla="*/ 0 h 20"/>
                  <a:gd name="T2" fmla="*/ 0 w 9"/>
                  <a:gd name="T3" fmla="*/ 17 h 20"/>
                  <a:gd name="T4" fmla="*/ 2 w 9"/>
                  <a:gd name="T5" fmla="*/ 19 h 20"/>
                  <a:gd name="T6" fmla="*/ 6 w 9"/>
                  <a:gd name="T7" fmla="*/ 19 h 20"/>
                  <a:gd name="T8" fmla="*/ 8 w 9"/>
                  <a:gd name="T9" fmla="*/ 17 h 20"/>
                  <a:gd name="T10" fmla="*/ 8 w 9"/>
                  <a:gd name="T11" fmla="*/ 0 h 20"/>
                  <a:gd name="T12" fmla="*/ 0 w 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0"/>
                  <a:gd name="T23" fmla="*/ 9 w 9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0">
                    <a:moveTo>
                      <a:pt x="0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6" y="19"/>
                    </a:lnTo>
                    <a:lnTo>
                      <a:pt x="8" y="17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19" name="Freeform 341">
                <a:extLst>
                  <a:ext uri="{FF2B5EF4-FFF2-40B4-BE49-F238E27FC236}">
                    <a16:creationId xmlns:a16="http://schemas.microsoft.com/office/drawing/2014/main" id="{1767CD55-71A6-004B-8555-F920E0EFB1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1" y="4056"/>
                <a:ext cx="6" cy="20"/>
              </a:xfrm>
              <a:custGeom>
                <a:avLst/>
                <a:gdLst>
                  <a:gd name="T0" fmla="*/ 0 w 6"/>
                  <a:gd name="T1" fmla="*/ 2 h 20"/>
                  <a:gd name="T2" fmla="*/ 0 w 6"/>
                  <a:gd name="T3" fmla="*/ 17 h 20"/>
                  <a:gd name="T4" fmla="*/ 2 w 6"/>
                  <a:gd name="T5" fmla="*/ 19 h 20"/>
                  <a:gd name="T6" fmla="*/ 3 w 6"/>
                  <a:gd name="T7" fmla="*/ 19 h 20"/>
                  <a:gd name="T8" fmla="*/ 5 w 6"/>
                  <a:gd name="T9" fmla="*/ 17 h 20"/>
                  <a:gd name="T10" fmla="*/ 5 w 6"/>
                  <a:gd name="T11" fmla="*/ 0 h 20"/>
                  <a:gd name="T12" fmla="*/ 0 w 6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20"/>
                  <a:gd name="T23" fmla="*/ 6 w 6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20">
                    <a:moveTo>
                      <a:pt x="0" y="2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5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0" name="Oval 342">
                <a:extLst>
                  <a:ext uri="{FF2B5EF4-FFF2-40B4-BE49-F238E27FC236}">
                    <a16:creationId xmlns:a16="http://schemas.microsoft.com/office/drawing/2014/main" id="{23AF2611-DD73-604D-9874-57EDC148CC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9" y="4025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21" name="Freeform 343">
                <a:extLst>
                  <a:ext uri="{FF2B5EF4-FFF2-40B4-BE49-F238E27FC236}">
                    <a16:creationId xmlns:a16="http://schemas.microsoft.com/office/drawing/2014/main" id="{EF98992F-06A0-A346-AD15-810B3CD5E1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0" y="4014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15 h 18"/>
                  <a:gd name="T4" fmla="*/ 2 w 8"/>
                  <a:gd name="T5" fmla="*/ 17 h 18"/>
                  <a:gd name="T6" fmla="*/ 7 w 8"/>
                  <a:gd name="T7" fmla="*/ 17 h 18"/>
                  <a:gd name="T8" fmla="*/ 7 w 8"/>
                  <a:gd name="T9" fmla="*/ 15 h 18"/>
                  <a:gd name="T10" fmla="*/ 7 w 8"/>
                  <a:gd name="T11" fmla="*/ 0 h 18"/>
                  <a:gd name="T12" fmla="*/ 0 w 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8"/>
                  <a:gd name="T23" fmla="*/ 8 w 8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8">
                    <a:moveTo>
                      <a:pt x="0" y="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2" name="Freeform 344">
                <a:extLst>
                  <a:ext uri="{FF2B5EF4-FFF2-40B4-BE49-F238E27FC236}">
                    <a16:creationId xmlns:a16="http://schemas.microsoft.com/office/drawing/2014/main" id="{E6FAAE9E-182A-4043-AC25-3895EB6BC3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6" y="3998"/>
                <a:ext cx="22" cy="18"/>
              </a:xfrm>
              <a:custGeom>
                <a:avLst/>
                <a:gdLst>
                  <a:gd name="T0" fmla="*/ 0 w 22"/>
                  <a:gd name="T1" fmla="*/ 2 h 18"/>
                  <a:gd name="T2" fmla="*/ 0 w 22"/>
                  <a:gd name="T3" fmla="*/ 15 h 18"/>
                  <a:gd name="T4" fmla="*/ 7 w 22"/>
                  <a:gd name="T5" fmla="*/ 17 h 18"/>
                  <a:gd name="T6" fmla="*/ 21 w 22"/>
                  <a:gd name="T7" fmla="*/ 15 h 18"/>
                  <a:gd name="T8" fmla="*/ 21 w 22"/>
                  <a:gd name="T9" fmla="*/ 0 h 18"/>
                  <a:gd name="T10" fmla="*/ 0 w 22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18"/>
                  <a:gd name="T20" fmla="*/ 22 w 22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18">
                    <a:moveTo>
                      <a:pt x="0" y="2"/>
                    </a:moveTo>
                    <a:lnTo>
                      <a:pt x="0" y="15"/>
                    </a:lnTo>
                    <a:lnTo>
                      <a:pt x="7" y="17"/>
                    </a:lnTo>
                    <a:lnTo>
                      <a:pt x="21" y="15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3" name="Line 345">
                <a:extLst>
                  <a:ext uri="{FF2B5EF4-FFF2-40B4-BE49-F238E27FC236}">
                    <a16:creationId xmlns:a16="http://schemas.microsoft.com/office/drawing/2014/main" id="{6C18233F-F88E-8B4F-8232-B75570EF6DA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903" y="3998"/>
                <a:ext cx="0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024" name="Freeform 346">
                <a:extLst>
                  <a:ext uri="{FF2B5EF4-FFF2-40B4-BE49-F238E27FC236}">
                    <a16:creationId xmlns:a16="http://schemas.microsoft.com/office/drawing/2014/main" id="{933F3485-9010-9149-9660-0E59B6BF0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606"/>
                <a:ext cx="189" cy="13"/>
              </a:xfrm>
              <a:custGeom>
                <a:avLst/>
                <a:gdLst>
                  <a:gd name="T0" fmla="*/ 2 w 189"/>
                  <a:gd name="T1" fmla="*/ 0 h 13"/>
                  <a:gd name="T2" fmla="*/ 0 w 189"/>
                  <a:gd name="T3" fmla="*/ 5 h 13"/>
                  <a:gd name="T4" fmla="*/ 188 w 189"/>
                  <a:gd name="T5" fmla="*/ 12 h 13"/>
                  <a:gd name="T6" fmla="*/ 188 w 189"/>
                  <a:gd name="T7" fmla="*/ 8 h 13"/>
                  <a:gd name="T8" fmla="*/ 2 w 18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9"/>
                  <a:gd name="T16" fmla="*/ 0 h 13"/>
                  <a:gd name="T17" fmla="*/ 189 w 189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9" h="13">
                    <a:moveTo>
                      <a:pt x="2" y="0"/>
                    </a:moveTo>
                    <a:lnTo>
                      <a:pt x="0" y="5"/>
                    </a:lnTo>
                    <a:lnTo>
                      <a:pt x="188" y="12"/>
                    </a:lnTo>
                    <a:lnTo>
                      <a:pt x="188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5" name="Freeform 347">
                <a:extLst>
                  <a:ext uri="{FF2B5EF4-FFF2-40B4-BE49-F238E27FC236}">
                    <a16:creationId xmlns:a16="http://schemas.microsoft.com/office/drawing/2014/main" id="{D8D88D50-2B73-4F40-93D5-21D50460ED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2" y="3602"/>
                <a:ext cx="32" cy="12"/>
              </a:xfrm>
              <a:custGeom>
                <a:avLst/>
                <a:gdLst>
                  <a:gd name="T0" fmla="*/ 31 w 32"/>
                  <a:gd name="T1" fmla="*/ 7 h 12"/>
                  <a:gd name="T2" fmla="*/ 31 w 32"/>
                  <a:gd name="T3" fmla="*/ 0 h 12"/>
                  <a:gd name="T4" fmla="*/ 0 w 32"/>
                  <a:gd name="T5" fmla="*/ 0 h 12"/>
                  <a:gd name="T6" fmla="*/ 0 w 32"/>
                  <a:gd name="T7" fmla="*/ 6 h 12"/>
                  <a:gd name="T8" fmla="*/ 8 w 32"/>
                  <a:gd name="T9" fmla="*/ 9 h 12"/>
                  <a:gd name="T10" fmla="*/ 18 w 32"/>
                  <a:gd name="T11" fmla="*/ 11 h 12"/>
                  <a:gd name="T12" fmla="*/ 25 w 32"/>
                  <a:gd name="T13" fmla="*/ 9 h 12"/>
                  <a:gd name="T14" fmla="*/ 31 w 32"/>
                  <a:gd name="T15" fmla="*/ 7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"/>
                  <a:gd name="T25" fmla="*/ 0 h 12"/>
                  <a:gd name="T26" fmla="*/ 32 w 3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" h="12">
                    <a:moveTo>
                      <a:pt x="31" y="7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9"/>
                    </a:lnTo>
                    <a:lnTo>
                      <a:pt x="18" y="11"/>
                    </a:lnTo>
                    <a:lnTo>
                      <a:pt x="25" y="9"/>
                    </a:lnTo>
                    <a:lnTo>
                      <a:pt x="31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6" name="Freeform 348">
                <a:extLst>
                  <a:ext uri="{FF2B5EF4-FFF2-40B4-BE49-F238E27FC236}">
                    <a16:creationId xmlns:a16="http://schemas.microsoft.com/office/drawing/2014/main" id="{77CBC9A1-D21C-0844-8AE6-A76C0CE026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3324"/>
                <a:ext cx="223" cy="26"/>
              </a:xfrm>
              <a:custGeom>
                <a:avLst/>
                <a:gdLst>
                  <a:gd name="T0" fmla="*/ 0 w 223"/>
                  <a:gd name="T1" fmla="*/ 19 h 26"/>
                  <a:gd name="T2" fmla="*/ 0 w 223"/>
                  <a:gd name="T3" fmla="*/ 25 h 26"/>
                  <a:gd name="T4" fmla="*/ 222 w 223"/>
                  <a:gd name="T5" fmla="*/ 8 h 26"/>
                  <a:gd name="T6" fmla="*/ 222 w 223"/>
                  <a:gd name="T7" fmla="*/ 0 h 26"/>
                  <a:gd name="T8" fmla="*/ 0 w 223"/>
                  <a:gd name="T9" fmla="*/ 1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6"/>
                  <a:gd name="T17" fmla="*/ 223 w 223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6">
                    <a:moveTo>
                      <a:pt x="0" y="19"/>
                    </a:moveTo>
                    <a:lnTo>
                      <a:pt x="0" y="25"/>
                    </a:lnTo>
                    <a:lnTo>
                      <a:pt x="222" y="8"/>
                    </a:lnTo>
                    <a:lnTo>
                      <a:pt x="222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7" name="Freeform 349">
                <a:extLst>
                  <a:ext uri="{FF2B5EF4-FFF2-40B4-BE49-F238E27FC236}">
                    <a16:creationId xmlns:a16="http://schemas.microsoft.com/office/drawing/2014/main" id="{0663CB67-8646-5C40-B2D2-ABF93AD633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02" y="3322"/>
                <a:ext cx="26" cy="466"/>
              </a:xfrm>
              <a:custGeom>
                <a:avLst/>
                <a:gdLst>
                  <a:gd name="T0" fmla="*/ 0 w 26"/>
                  <a:gd name="T1" fmla="*/ 0 h 466"/>
                  <a:gd name="T2" fmla="*/ 4 w 26"/>
                  <a:gd name="T3" fmla="*/ 463 h 466"/>
                  <a:gd name="T4" fmla="*/ 10 w 26"/>
                  <a:gd name="T5" fmla="*/ 465 h 466"/>
                  <a:gd name="T6" fmla="*/ 16 w 26"/>
                  <a:gd name="T7" fmla="*/ 443 h 466"/>
                  <a:gd name="T8" fmla="*/ 10 w 26"/>
                  <a:gd name="T9" fmla="*/ 13 h 466"/>
                  <a:gd name="T10" fmla="*/ 25 w 26"/>
                  <a:gd name="T11" fmla="*/ 13 h 466"/>
                  <a:gd name="T12" fmla="*/ 25 w 26"/>
                  <a:gd name="T13" fmla="*/ 0 h 466"/>
                  <a:gd name="T14" fmla="*/ 0 w 26"/>
                  <a:gd name="T15" fmla="*/ 0 h 4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466"/>
                  <a:gd name="T26" fmla="*/ 26 w 26"/>
                  <a:gd name="T27" fmla="*/ 466 h 4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466">
                    <a:moveTo>
                      <a:pt x="0" y="0"/>
                    </a:moveTo>
                    <a:lnTo>
                      <a:pt x="4" y="463"/>
                    </a:lnTo>
                    <a:lnTo>
                      <a:pt x="10" y="465"/>
                    </a:lnTo>
                    <a:lnTo>
                      <a:pt x="16" y="443"/>
                    </a:lnTo>
                    <a:lnTo>
                      <a:pt x="10" y="13"/>
                    </a:lnTo>
                    <a:lnTo>
                      <a:pt x="25" y="13"/>
                    </a:lnTo>
                    <a:lnTo>
                      <a:pt x="2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8" name="Freeform 350">
                <a:extLst>
                  <a:ext uri="{FF2B5EF4-FFF2-40B4-BE49-F238E27FC236}">
                    <a16:creationId xmlns:a16="http://schemas.microsoft.com/office/drawing/2014/main" id="{010F3110-D0B4-EB4D-BF9E-5BD0E0B9A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1" y="3827"/>
                <a:ext cx="51" cy="162"/>
              </a:xfrm>
              <a:custGeom>
                <a:avLst/>
                <a:gdLst>
                  <a:gd name="T0" fmla="*/ 2 w 51"/>
                  <a:gd name="T1" fmla="*/ 146 h 162"/>
                  <a:gd name="T2" fmla="*/ 4 w 51"/>
                  <a:gd name="T3" fmla="*/ 144 h 162"/>
                  <a:gd name="T4" fmla="*/ 8 w 51"/>
                  <a:gd name="T5" fmla="*/ 142 h 162"/>
                  <a:gd name="T6" fmla="*/ 11 w 51"/>
                  <a:gd name="T7" fmla="*/ 139 h 162"/>
                  <a:gd name="T8" fmla="*/ 17 w 51"/>
                  <a:gd name="T9" fmla="*/ 131 h 162"/>
                  <a:gd name="T10" fmla="*/ 21 w 51"/>
                  <a:gd name="T11" fmla="*/ 120 h 162"/>
                  <a:gd name="T12" fmla="*/ 25 w 51"/>
                  <a:gd name="T13" fmla="*/ 111 h 162"/>
                  <a:gd name="T14" fmla="*/ 29 w 51"/>
                  <a:gd name="T15" fmla="*/ 90 h 162"/>
                  <a:gd name="T16" fmla="*/ 31 w 51"/>
                  <a:gd name="T17" fmla="*/ 64 h 162"/>
                  <a:gd name="T18" fmla="*/ 33 w 51"/>
                  <a:gd name="T19" fmla="*/ 54 h 162"/>
                  <a:gd name="T20" fmla="*/ 33 w 51"/>
                  <a:gd name="T21" fmla="*/ 46 h 162"/>
                  <a:gd name="T22" fmla="*/ 34 w 51"/>
                  <a:gd name="T23" fmla="*/ 39 h 162"/>
                  <a:gd name="T24" fmla="*/ 34 w 51"/>
                  <a:gd name="T25" fmla="*/ 28 h 162"/>
                  <a:gd name="T26" fmla="*/ 36 w 51"/>
                  <a:gd name="T27" fmla="*/ 2 h 162"/>
                  <a:gd name="T28" fmla="*/ 48 w 51"/>
                  <a:gd name="T29" fmla="*/ 0 h 162"/>
                  <a:gd name="T30" fmla="*/ 50 w 51"/>
                  <a:gd name="T31" fmla="*/ 26 h 162"/>
                  <a:gd name="T32" fmla="*/ 48 w 51"/>
                  <a:gd name="T33" fmla="*/ 42 h 162"/>
                  <a:gd name="T34" fmla="*/ 48 w 51"/>
                  <a:gd name="T35" fmla="*/ 52 h 162"/>
                  <a:gd name="T36" fmla="*/ 46 w 51"/>
                  <a:gd name="T37" fmla="*/ 63 h 162"/>
                  <a:gd name="T38" fmla="*/ 44 w 51"/>
                  <a:gd name="T39" fmla="*/ 74 h 162"/>
                  <a:gd name="T40" fmla="*/ 42 w 51"/>
                  <a:gd name="T41" fmla="*/ 89 h 162"/>
                  <a:gd name="T42" fmla="*/ 40 w 51"/>
                  <a:gd name="T43" fmla="*/ 111 h 162"/>
                  <a:gd name="T44" fmla="*/ 33 w 51"/>
                  <a:gd name="T45" fmla="*/ 131 h 162"/>
                  <a:gd name="T46" fmla="*/ 27 w 51"/>
                  <a:gd name="T47" fmla="*/ 144 h 162"/>
                  <a:gd name="T48" fmla="*/ 19 w 51"/>
                  <a:gd name="T49" fmla="*/ 159 h 162"/>
                  <a:gd name="T50" fmla="*/ 17 w 51"/>
                  <a:gd name="T51" fmla="*/ 161 h 162"/>
                  <a:gd name="T52" fmla="*/ 11 w 51"/>
                  <a:gd name="T53" fmla="*/ 159 h 162"/>
                  <a:gd name="T54" fmla="*/ 2 w 51"/>
                  <a:gd name="T55" fmla="*/ 155 h 162"/>
                  <a:gd name="T56" fmla="*/ 0 w 51"/>
                  <a:gd name="T57" fmla="*/ 148 h 162"/>
                  <a:gd name="T58" fmla="*/ 2 w 51"/>
                  <a:gd name="T59" fmla="*/ 146 h 16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1"/>
                  <a:gd name="T91" fmla="*/ 0 h 162"/>
                  <a:gd name="T92" fmla="*/ 51 w 51"/>
                  <a:gd name="T93" fmla="*/ 162 h 16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1" h="162">
                    <a:moveTo>
                      <a:pt x="2" y="146"/>
                    </a:moveTo>
                    <a:lnTo>
                      <a:pt x="4" y="144"/>
                    </a:lnTo>
                    <a:lnTo>
                      <a:pt x="8" y="142"/>
                    </a:lnTo>
                    <a:lnTo>
                      <a:pt x="11" y="139"/>
                    </a:lnTo>
                    <a:lnTo>
                      <a:pt x="17" y="131"/>
                    </a:lnTo>
                    <a:lnTo>
                      <a:pt x="21" y="120"/>
                    </a:lnTo>
                    <a:lnTo>
                      <a:pt x="25" y="111"/>
                    </a:lnTo>
                    <a:lnTo>
                      <a:pt x="29" y="90"/>
                    </a:lnTo>
                    <a:lnTo>
                      <a:pt x="31" y="64"/>
                    </a:lnTo>
                    <a:lnTo>
                      <a:pt x="33" y="54"/>
                    </a:lnTo>
                    <a:lnTo>
                      <a:pt x="33" y="46"/>
                    </a:lnTo>
                    <a:lnTo>
                      <a:pt x="34" y="39"/>
                    </a:lnTo>
                    <a:lnTo>
                      <a:pt x="34" y="28"/>
                    </a:lnTo>
                    <a:lnTo>
                      <a:pt x="36" y="2"/>
                    </a:lnTo>
                    <a:lnTo>
                      <a:pt x="48" y="0"/>
                    </a:lnTo>
                    <a:lnTo>
                      <a:pt x="50" y="26"/>
                    </a:lnTo>
                    <a:lnTo>
                      <a:pt x="48" y="42"/>
                    </a:lnTo>
                    <a:lnTo>
                      <a:pt x="48" y="52"/>
                    </a:lnTo>
                    <a:lnTo>
                      <a:pt x="46" y="63"/>
                    </a:lnTo>
                    <a:lnTo>
                      <a:pt x="44" y="74"/>
                    </a:lnTo>
                    <a:lnTo>
                      <a:pt x="42" y="89"/>
                    </a:lnTo>
                    <a:lnTo>
                      <a:pt x="40" y="111"/>
                    </a:lnTo>
                    <a:lnTo>
                      <a:pt x="33" y="131"/>
                    </a:lnTo>
                    <a:lnTo>
                      <a:pt x="27" y="144"/>
                    </a:lnTo>
                    <a:lnTo>
                      <a:pt x="19" y="159"/>
                    </a:lnTo>
                    <a:lnTo>
                      <a:pt x="17" y="161"/>
                    </a:lnTo>
                    <a:lnTo>
                      <a:pt x="11" y="159"/>
                    </a:lnTo>
                    <a:lnTo>
                      <a:pt x="2" y="155"/>
                    </a:lnTo>
                    <a:lnTo>
                      <a:pt x="0" y="148"/>
                    </a:lnTo>
                    <a:lnTo>
                      <a:pt x="2" y="14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29" name="Freeform 351">
                <a:extLst>
                  <a:ext uri="{FF2B5EF4-FFF2-40B4-BE49-F238E27FC236}">
                    <a16:creationId xmlns:a16="http://schemas.microsoft.com/office/drawing/2014/main" id="{6BC6E672-EF5D-6F48-A8EB-1E41CE8A83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0" y="3542"/>
                <a:ext cx="51" cy="5"/>
              </a:xfrm>
              <a:custGeom>
                <a:avLst/>
                <a:gdLst>
                  <a:gd name="T0" fmla="*/ 0 w 51"/>
                  <a:gd name="T1" fmla="*/ 2 h 5"/>
                  <a:gd name="T2" fmla="*/ 25 w 51"/>
                  <a:gd name="T3" fmla="*/ 4 h 5"/>
                  <a:gd name="T4" fmla="*/ 50 w 51"/>
                  <a:gd name="T5" fmla="*/ 2 h 5"/>
                  <a:gd name="T6" fmla="*/ 21 w 51"/>
                  <a:gd name="T7" fmla="*/ 0 h 5"/>
                  <a:gd name="T8" fmla="*/ 0 w 51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5"/>
                  <a:gd name="T17" fmla="*/ 51 w 51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5">
                    <a:moveTo>
                      <a:pt x="0" y="2"/>
                    </a:moveTo>
                    <a:lnTo>
                      <a:pt x="25" y="4"/>
                    </a:lnTo>
                    <a:lnTo>
                      <a:pt x="50" y="2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0" name="Rectangle 352">
                <a:extLst>
                  <a:ext uri="{FF2B5EF4-FFF2-40B4-BE49-F238E27FC236}">
                    <a16:creationId xmlns:a16="http://schemas.microsoft.com/office/drawing/2014/main" id="{ED53204E-6135-E447-BDDD-AA748F662C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712" y="3531"/>
                <a:ext cx="1" cy="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31" name="Oval 353">
                <a:extLst>
                  <a:ext uri="{FF2B5EF4-FFF2-40B4-BE49-F238E27FC236}">
                    <a16:creationId xmlns:a16="http://schemas.microsoft.com/office/drawing/2014/main" id="{6C802CF9-3D82-8E4C-AC4D-04F088FE8E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712" y="3526"/>
                <a:ext cx="4" cy="9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32" name="Freeform 354">
                <a:extLst>
                  <a:ext uri="{FF2B5EF4-FFF2-40B4-BE49-F238E27FC236}">
                    <a16:creationId xmlns:a16="http://schemas.microsoft.com/office/drawing/2014/main" id="{2F6404B0-7B6F-5B47-8E21-399E47CA21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9" y="3676"/>
                <a:ext cx="15" cy="19"/>
              </a:xfrm>
              <a:custGeom>
                <a:avLst/>
                <a:gdLst>
                  <a:gd name="T0" fmla="*/ 4 w 15"/>
                  <a:gd name="T1" fmla="*/ 0 h 19"/>
                  <a:gd name="T2" fmla="*/ 0 w 15"/>
                  <a:gd name="T3" fmla="*/ 18 h 19"/>
                  <a:gd name="T4" fmla="*/ 11 w 15"/>
                  <a:gd name="T5" fmla="*/ 18 h 19"/>
                  <a:gd name="T6" fmla="*/ 14 w 15"/>
                  <a:gd name="T7" fmla="*/ 2 h 19"/>
                  <a:gd name="T8" fmla="*/ 4 w 15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9"/>
                  <a:gd name="T17" fmla="*/ 15 w 15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9">
                    <a:moveTo>
                      <a:pt x="4" y="0"/>
                    </a:moveTo>
                    <a:lnTo>
                      <a:pt x="0" y="18"/>
                    </a:lnTo>
                    <a:lnTo>
                      <a:pt x="11" y="18"/>
                    </a:lnTo>
                    <a:lnTo>
                      <a:pt x="14" y="2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3" name="Freeform 355">
                <a:extLst>
                  <a:ext uri="{FF2B5EF4-FFF2-40B4-BE49-F238E27FC236}">
                    <a16:creationId xmlns:a16="http://schemas.microsoft.com/office/drawing/2014/main" id="{0B6BF0C1-B445-5F48-B0AC-4D92B4BDA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8" y="3789"/>
                <a:ext cx="19" cy="19"/>
              </a:xfrm>
              <a:custGeom>
                <a:avLst/>
                <a:gdLst>
                  <a:gd name="T0" fmla="*/ 4 w 19"/>
                  <a:gd name="T1" fmla="*/ 0 h 19"/>
                  <a:gd name="T2" fmla="*/ 0 w 19"/>
                  <a:gd name="T3" fmla="*/ 18 h 19"/>
                  <a:gd name="T4" fmla="*/ 12 w 19"/>
                  <a:gd name="T5" fmla="*/ 18 h 19"/>
                  <a:gd name="T6" fmla="*/ 18 w 19"/>
                  <a:gd name="T7" fmla="*/ 0 h 19"/>
                  <a:gd name="T8" fmla="*/ 4 w 1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4" y="0"/>
                    </a:moveTo>
                    <a:lnTo>
                      <a:pt x="0" y="18"/>
                    </a:lnTo>
                    <a:lnTo>
                      <a:pt x="12" y="18"/>
                    </a:lnTo>
                    <a:lnTo>
                      <a:pt x="18" y="0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4" name="Freeform 356">
                <a:extLst>
                  <a:ext uri="{FF2B5EF4-FFF2-40B4-BE49-F238E27FC236}">
                    <a16:creationId xmlns:a16="http://schemas.microsoft.com/office/drawing/2014/main" id="{6233E285-6913-9548-AB48-6490CF297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8" y="3613"/>
                <a:ext cx="39" cy="226"/>
              </a:xfrm>
              <a:custGeom>
                <a:avLst/>
                <a:gdLst>
                  <a:gd name="T0" fmla="*/ 16 w 39"/>
                  <a:gd name="T1" fmla="*/ 1 h 226"/>
                  <a:gd name="T2" fmla="*/ 18 w 39"/>
                  <a:gd name="T3" fmla="*/ 18 h 226"/>
                  <a:gd name="T4" fmla="*/ 18 w 39"/>
                  <a:gd name="T5" fmla="*/ 32 h 226"/>
                  <a:gd name="T6" fmla="*/ 20 w 39"/>
                  <a:gd name="T7" fmla="*/ 38 h 226"/>
                  <a:gd name="T8" fmla="*/ 20 w 39"/>
                  <a:gd name="T9" fmla="*/ 46 h 226"/>
                  <a:gd name="T10" fmla="*/ 22 w 39"/>
                  <a:gd name="T11" fmla="*/ 58 h 226"/>
                  <a:gd name="T12" fmla="*/ 26 w 39"/>
                  <a:gd name="T13" fmla="*/ 78 h 226"/>
                  <a:gd name="T14" fmla="*/ 31 w 39"/>
                  <a:gd name="T15" fmla="*/ 99 h 226"/>
                  <a:gd name="T16" fmla="*/ 32 w 39"/>
                  <a:gd name="T17" fmla="*/ 121 h 226"/>
                  <a:gd name="T18" fmla="*/ 34 w 39"/>
                  <a:gd name="T19" fmla="*/ 142 h 226"/>
                  <a:gd name="T20" fmla="*/ 36 w 39"/>
                  <a:gd name="T21" fmla="*/ 155 h 226"/>
                  <a:gd name="T22" fmla="*/ 38 w 39"/>
                  <a:gd name="T23" fmla="*/ 168 h 226"/>
                  <a:gd name="T24" fmla="*/ 38 w 39"/>
                  <a:gd name="T25" fmla="*/ 180 h 226"/>
                  <a:gd name="T26" fmla="*/ 38 w 39"/>
                  <a:gd name="T27" fmla="*/ 199 h 226"/>
                  <a:gd name="T28" fmla="*/ 34 w 39"/>
                  <a:gd name="T29" fmla="*/ 214 h 226"/>
                  <a:gd name="T30" fmla="*/ 26 w 39"/>
                  <a:gd name="T31" fmla="*/ 223 h 226"/>
                  <a:gd name="T32" fmla="*/ 22 w 39"/>
                  <a:gd name="T33" fmla="*/ 225 h 226"/>
                  <a:gd name="T34" fmla="*/ 18 w 39"/>
                  <a:gd name="T35" fmla="*/ 225 h 226"/>
                  <a:gd name="T36" fmla="*/ 10 w 39"/>
                  <a:gd name="T37" fmla="*/ 219 h 226"/>
                  <a:gd name="T38" fmla="*/ 7 w 39"/>
                  <a:gd name="T39" fmla="*/ 214 h 226"/>
                  <a:gd name="T40" fmla="*/ 4 w 39"/>
                  <a:gd name="T41" fmla="*/ 210 h 226"/>
                  <a:gd name="T42" fmla="*/ 0 w 39"/>
                  <a:gd name="T43" fmla="*/ 206 h 226"/>
                  <a:gd name="T44" fmla="*/ 0 w 39"/>
                  <a:gd name="T45" fmla="*/ 203 h 226"/>
                  <a:gd name="T46" fmla="*/ 0 w 39"/>
                  <a:gd name="T47" fmla="*/ 201 h 226"/>
                  <a:gd name="T48" fmla="*/ 2 w 39"/>
                  <a:gd name="T49" fmla="*/ 199 h 226"/>
                  <a:gd name="T50" fmla="*/ 4 w 39"/>
                  <a:gd name="T51" fmla="*/ 199 h 226"/>
                  <a:gd name="T52" fmla="*/ 6 w 39"/>
                  <a:gd name="T53" fmla="*/ 201 h 226"/>
                  <a:gd name="T54" fmla="*/ 7 w 39"/>
                  <a:gd name="T55" fmla="*/ 204 h 226"/>
                  <a:gd name="T56" fmla="*/ 12 w 39"/>
                  <a:gd name="T57" fmla="*/ 212 h 226"/>
                  <a:gd name="T58" fmla="*/ 16 w 39"/>
                  <a:gd name="T59" fmla="*/ 214 h 226"/>
                  <a:gd name="T60" fmla="*/ 22 w 39"/>
                  <a:gd name="T61" fmla="*/ 214 h 226"/>
                  <a:gd name="T62" fmla="*/ 26 w 39"/>
                  <a:gd name="T63" fmla="*/ 212 h 226"/>
                  <a:gd name="T64" fmla="*/ 29 w 39"/>
                  <a:gd name="T65" fmla="*/ 208 h 226"/>
                  <a:gd name="T66" fmla="*/ 32 w 39"/>
                  <a:gd name="T67" fmla="*/ 199 h 226"/>
                  <a:gd name="T68" fmla="*/ 32 w 39"/>
                  <a:gd name="T69" fmla="*/ 186 h 226"/>
                  <a:gd name="T70" fmla="*/ 31 w 39"/>
                  <a:gd name="T71" fmla="*/ 176 h 226"/>
                  <a:gd name="T72" fmla="*/ 31 w 39"/>
                  <a:gd name="T73" fmla="*/ 166 h 226"/>
                  <a:gd name="T74" fmla="*/ 31 w 39"/>
                  <a:gd name="T75" fmla="*/ 148 h 226"/>
                  <a:gd name="T76" fmla="*/ 31 w 39"/>
                  <a:gd name="T77" fmla="*/ 153 h 226"/>
                  <a:gd name="T78" fmla="*/ 31 w 39"/>
                  <a:gd name="T79" fmla="*/ 148 h 226"/>
                  <a:gd name="T80" fmla="*/ 29 w 39"/>
                  <a:gd name="T81" fmla="*/ 137 h 226"/>
                  <a:gd name="T82" fmla="*/ 26 w 39"/>
                  <a:gd name="T83" fmla="*/ 115 h 226"/>
                  <a:gd name="T84" fmla="*/ 24 w 39"/>
                  <a:gd name="T85" fmla="*/ 97 h 226"/>
                  <a:gd name="T86" fmla="*/ 20 w 39"/>
                  <a:gd name="T87" fmla="*/ 77 h 226"/>
                  <a:gd name="T88" fmla="*/ 18 w 39"/>
                  <a:gd name="T89" fmla="*/ 54 h 226"/>
                  <a:gd name="T90" fmla="*/ 14 w 39"/>
                  <a:gd name="T91" fmla="*/ 36 h 226"/>
                  <a:gd name="T92" fmla="*/ 12 w 39"/>
                  <a:gd name="T93" fmla="*/ 26 h 226"/>
                  <a:gd name="T94" fmla="*/ 12 w 39"/>
                  <a:gd name="T95" fmla="*/ 18 h 226"/>
                  <a:gd name="T96" fmla="*/ 12 w 39"/>
                  <a:gd name="T97" fmla="*/ 7 h 226"/>
                  <a:gd name="T98" fmla="*/ 10 w 39"/>
                  <a:gd name="T99" fmla="*/ 1 h 226"/>
                  <a:gd name="T100" fmla="*/ 12 w 39"/>
                  <a:gd name="T101" fmla="*/ 0 h 226"/>
                  <a:gd name="T102" fmla="*/ 14 w 39"/>
                  <a:gd name="T103" fmla="*/ 0 h 226"/>
                  <a:gd name="T104" fmla="*/ 16 w 39"/>
                  <a:gd name="T105" fmla="*/ 0 h 226"/>
                  <a:gd name="T106" fmla="*/ 16 w 39"/>
                  <a:gd name="T107" fmla="*/ 1 h 22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9"/>
                  <a:gd name="T163" fmla="*/ 0 h 226"/>
                  <a:gd name="T164" fmla="*/ 39 w 39"/>
                  <a:gd name="T165" fmla="*/ 226 h 22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9" h="226">
                    <a:moveTo>
                      <a:pt x="16" y="1"/>
                    </a:moveTo>
                    <a:lnTo>
                      <a:pt x="18" y="18"/>
                    </a:lnTo>
                    <a:lnTo>
                      <a:pt x="18" y="32"/>
                    </a:lnTo>
                    <a:lnTo>
                      <a:pt x="20" y="38"/>
                    </a:lnTo>
                    <a:lnTo>
                      <a:pt x="20" y="46"/>
                    </a:lnTo>
                    <a:lnTo>
                      <a:pt x="22" y="58"/>
                    </a:lnTo>
                    <a:lnTo>
                      <a:pt x="26" y="78"/>
                    </a:lnTo>
                    <a:lnTo>
                      <a:pt x="31" y="99"/>
                    </a:lnTo>
                    <a:lnTo>
                      <a:pt x="32" y="121"/>
                    </a:lnTo>
                    <a:lnTo>
                      <a:pt x="34" y="142"/>
                    </a:lnTo>
                    <a:lnTo>
                      <a:pt x="36" y="155"/>
                    </a:lnTo>
                    <a:lnTo>
                      <a:pt x="38" y="168"/>
                    </a:lnTo>
                    <a:lnTo>
                      <a:pt x="38" y="180"/>
                    </a:lnTo>
                    <a:lnTo>
                      <a:pt x="38" y="199"/>
                    </a:lnTo>
                    <a:lnTo>
                      <a:pt x="34" y="214"/>
                    </a:lnTo>
                    <a:lnTo>
                      <a:pt x="26" y="223"/>
                    </a:lnTo>
                    <a:lnTo>
                      <a:pt x="22" y="225"/>
                    </a:lnTo>
                    <a:lnTo>
                      <a:pt x="18" y="225"/>
                    </a:lnTo>
                    <a:lnTo>
                      <a:pt x="10" y="219"/>
                    </a:lnTo>
                    <a:lnTo>
                      <a:pt x="7" y="214"/>
                    </a:lnTo>
                    <a:lnTo>
                      <a:pt x="4" y="210"/>
                    </a:lnTo>
                    <a:lnTo>
                      <a:pt x="0" y="206"/>
                    </a:lnTo>
                    <a:lnTo>
                      <a:pt x="0" y="203"/>
                    </a:lnTo>
                    <a:lnTo>
                      <a:pt x="0" y="201"/>
                    </a:lnTo>
                    <a:lnTo>
                      <a:pt x="2" y="199"/>
                    </a:lnTo>
                    <a:lnTo>
                      <a:pt x="4" y="199"/>
                    </a:lnTo>
                    <a:lnTo>
                      <a:pt x="6" y="201"/>
                    </a:lnTo>
                    <a:lnTo>
                      <a:pt x="7" y="204"/>
                    </a:lnTo>
                    <a:lnTo>
                      <a:pt x="12" y="212"/>
                    </a:lnTo>
                    <a:lnTo>
                      <a:pt x="16" y="214"/>
                    </a:lnTo>
                    <a:lnTo>
                      <a:pt x="22" y="214"/>
                    </a:lnTo>
                    <a:lnTo>
                      <a:pt x="26" y="212"/>
                    </a:lnTo>
                    <a:lnTo>
                      <a:pt x="29" y="208"/>
                    </a:lnTo>
                    <a:lnTo>
                      <a:pt x="32" y="199"/>
                    </a:lnTo>
                    <a:lnTo>
                      <a:pt x="32" y="186"/>
                    </a:lnTo>
                    <a:lnTo>
                      <a:pt x="31" y="176"/>
                    </a:lnTo>
                    <a:lnTo>
                      <a:pt x="31" y="166"/>
                    </a:lnTo>
                    <a:lnTo>
                      <a:pt x="31" y="148"/>
                    </a:lnTo>
                    <a:lnTo>
                      <a:pt x="31" y="153"/>
                    </a:lnTo>
                    <a:lnTo>
                      <a:pt x="31" y="148"/>
                    </a:lnTo>
                    <a:lnTo>
                      <a:pt x="29" y="137"/>
                    </a:lnTo>
                    <a:lnTo>
                      <a:pt x="26" y="115"/>
                    </a:lnTo>
                    <a:lnTo>
                      <a:pt x="24" y="97"/>
                    </a:lnTo>
                    <a:lnTo>
                      <a:pt x="20" y="77"/>
                    </a:lnTo>
                    <a:lnTo>
                      <a:pt x="18" y="54"/>
                    </a:lnTo>
                    <a:lnTo>
                      <a:pt x="14" y="36"/>
                    </a:lnTo>
                    <a:lnTo>
                      <a:pt x="12" y="26"/>
                    </a:lnTo>
                    <a:lnTo>
                      <a:pt x="12" y="18"/>
                    </a:lnTo>
                    <a:lnTo>
                      <a:pt x="12" y="7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5" name="Rectangle 357">
                <a:extLst>
                  <a:ext uri="{FF2B5EF4-FFF2-40B4-BE49-F238E27FC236}">
                    <a16:creationId xmlns:a16="http://schemas.microsoft.com/office/drawing/2014/main" id="{1FF7EEF1-DE21-AC4C-BA9B-AC9EEA7D6A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6" y="3602"/>
                <a:ext cx="2" cy="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36" name="Freeform 358">
                <a:extLst>
                  <a:ext uri="{FF2B5EF4-FFF2-40B4-BE49-F238E27FC236}">
                    <a16:creationId xmlns:a16="http://schemas.microsoft.com/office/drawing/2014/main" id="{55477580-65AD-2F48-B2C7-BF171F0510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0" y="3546"/>
                <a:ext cx="26" cy="59"/>
              </a:xfrm>
              <a:custGeom>
                <a:avLst/>
                <a:gdLst>
                  <a:gd name="T0" fmla="*/ 0 w 26"/>
                  <a:gd name="T1" fmla="*/ 0 h 59"/>
                  <a:gd name="T2" fmla="*/ 0 w 26"/>
                  <a:gd name="T3" fmla="*/ 54 h 59"/>
                  <a:gd name="T4" fmla="*/ 25 w 26"/>
                  <a:gd name="T5" fmla="*/ 58 h 59"/>
                  <a:gd name="T6" fmla="*/ 25 w 26"/>
                  <a:gd name="T7" fmla="*/ 2 h 59"/>
                  <a:gd name="T8" fmla="*/ 0 w 26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59"/>
                  <a:gd name="T17" fmla="*/ 26 w 26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59">
                    <a:moveTo>
                      <a:pt x="0" y="0"/>
                    </a:moveTo>
                    <a:lnTo>
                      <a:pt x="0" y="54"/>
                    </a:lnTo>
                    <a:lnTo>
                      <a:pt x="25" y="58"/>
                    </a:lnTo>
                    <a:lnTo>
                      <a:pt x="25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7" name="Freeform 359">
                <a:extLst>
                  <a:ext uri="{FF2B5EF4-FFF2-40B4-BE49-F238E27FC236}">
                    <a16:creationId xmlns:a16="http://schemas.microsoft.com/office/drawing/2014/main" id="{0AD55A2F-6D87-4940-AD26-090375A9D8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5" y="3546"/>
                <a:ext cx="23" cy="59"/>
              </a:xfrm>
              <a:custGeom>
                <a:avLst/>
                <a:gdLst>
                  <a:gd name="T0" fmla="*/ 0 w 23"/>
                  <a:gd name="T1" fmla="*/ 0 h 59"/>
                  <a:gd name="T2" fmla="*/ 0 w 23"/>
                  <a:gd name="T3" fmla="*/ 58 h 59"/>
                  <a:gd name="T4" fmla="*/ 22 w 23"/>
                  <a:gd name="T5" fmla="*/ 56 h 59"/>
                  <a:gd name="T6" fmla="*/ 22 w 23"/>
                  <a:gd name="T7" fmla="*/ 0 h 59"/>
                  <a:gd name="T8" fmla="*/ 0 w 2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59"/>
                  <a:gd name="T17" fmla="*/ 23 w 23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59">
                    <a:moveTo>
                      <a:pt x="0" y="0"/>
                    </a:moveTo>
                    <a:lnTo>
                      <a:pt x="0" y="58"/>
                    </a:lnTo>
                    <a:lnTo>
                      <a:pt x="22" y="56"/>
                    </a:ln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8" name="Freeform 360">
                <a:extLst>
                  <a:ext uri="{FF2B5EF4-FFF2-40B4-BE49-F238E27FC236}">
                    <a16:creationId xmlns:a16="http://schemas.microsoft.com/office/drawing/2014/main" id="{C96EED0F-33AF-FD4F-9ED0-10835C6071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13" y="3797"/>
                <a:ext cx="209" cy="66"/>
              </a:xfrm>
              <a:custGeom>
                <a:avLst/>
                <a:gdLst>
                  <a:gd name="T0" fmla="*/ 0 w 209"/>
                  <a:gd name="T1" fmla="*/ 50 h 66"/>
                  <a:gd name="T2" fmla="*/ 0 w 209"/>
                  <a:gd name="T3" fmla="*/ 65 h 66"/>
                  <a:gd name="T4" fmla="*/ 208 w 209"/>
                  <a:gd name="T5" fmla="*/ 8 h 66"/>
                  <a:gd name="T6" fmla="*/ 208 w 209"/>
                  <a:gd name="T7" fmla="*/ 0 h 66"/>
                  <a:gd name="T8" fmla="*/ 0 w 209"/>
                  <a:gd name="T9" fmla="*/ 5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66"/>
                  <a:gd name="T17" fmla="*/ 209 w 209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66">
                    <a:moveTo>
                      <a:pt x="0" y="50"/>
                    </a:moveTo>
                    <a:lnTo>
                      <a:pt x="0" y="65"/>
                    </a:lnTo>
                    <a:lnTo>
                      <a:pt x="208" y="8"/>
                    </a:lnTo>
                    <a:lnTo>
                      <a:pt x="208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39" name="Freeform 361">
                <a:extLst>
                  <a:ext uri="{FF2B5EF4-FFF2-40B4-BE49-F238E27FC236}">
                    <a16:creationId xmlns:a16="http://schemas.microsoft.com/office/drawing/2014/main" id="{79957082-AF59-A547-BB07-563078177C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49"/>
                <a:ext cx="17" cy="13"/>
              </a:xfrm>
              <a:custGeom>
                <a:avLst/>
                <a:gdLst>
                  <a:gd name="T0" fmla="*/ 0 w 17"/>
                  <a:gd name="T1" fmla="*/ 2 h 13"/>
                  <a:gd name="T2" fmla="*/ 0 w 17"/>
                  <a:gd name="T3" fmla="*/ 12 h 13"/>
                  <a:gd name="T4" fmla="*/ 16 w 17"/>
                  <a:gd name="T5" fmla="*/ 10 h 13"/>
                  <a:gd name="T6" fmla="*/ 16 w 17"/>
                  <a:gd name="T7" fmla="*/ 0 h 13"/>
                  <a:gd name="T8" fmla="*/ 0 w 17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0" y="2"/>
                    </a:moveTo>
                    <a:lnTo>
                      <a:pt x="0" y="12"/>
                    </a:lnTo>
                    <a:lnTo>
                      <a:pt x="16" y="10"/>
                    </a:lnTo>
                    <a:lnTo>
                      <a:pt x="16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0" name="Freeform 362">
                <a:extLst>
                  <a:ext uri="{FF2B5EF4-FFF2-40B4-BE49-F238E27FC236}">
                    <a16:creationId xmlns:a16="http://schemas.microsoft.com/office/drawing/2014/main" id="{B5D5DDD0-D499-2E48-BC64-248689ED0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0" y="3786"/>
                <a:ext cx="149" cy="84"/>
              </a:xfrm>
              <a:custGeom>
                <a:avLst/>
                <a:gdLst>
                  <a:gd name="T0" fmla="*/ 0 w 149"/>
                  <a:gd name="T1" fmla="*/ 0 h 84"/>
                  <a:gd name="T2" fmla="*/ 53 w 149"/>
                  <a:gd name="T3" fmla="*/ 64 h 84"/>
                  <a:gd name="T4" fmla="*/ 148 w 149"/>
                  <a:gd name="T5" fmla="*/ 83 h 84"/>
                  <a:gd name="T6" fmla="*/ 86 w 149"/>
                  <a:gd name="T7" fmla="*/ 13 h 84"/>
                  <a:gd name="T8" fmla="*/ 0 w 149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9"/>
                  <a:gd name="T16" fmla="*/ 0 h 84"/>
                  <a:gd name="T17" fmla="*/ 149 w 149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9" h="84">
                    <a:moveTo>
                      <a:pt x="0" y="0"/>
                    </a:moveTo>
                    <a:lnTo>
                      <a:pt x="53" y="64"/>
                    </a:lnTo>
                    <a:lnTo>
                      <a:pt x="148" y="83"/>
                    </a:lnTo>
                    <a:lnTo>
                      <a:pt x="86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1" name="Freeform 363">
                <a:extLst>
                  <a:ext uri="{FF2B5EF4-FFF2-40B4-BE49-F238E27FC236}">
                    <a16:creationId xmlns:a16="http://schemas.microsoft.com/office/drawing/2014/main" id="{2328F763-7CA9-A64A-ACFA-5310281A3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7" y="3410"/>
                <a:ext cx="87" cy="372"/>
              </a:xfrm>
              <a:custGeom>
                <a:avLst/>
                <a:gdLst>
                  <a:gd name="T0" fmla="*/ 0 w 87"/>
                  <a:gd name="T1" fmla="*/ 0 h 372"/>
                  <a:gd name="T2" fmla="*/ 0 w 87"/>
                  <a:gd name="T3" fmla="*/ 363 h 372"/>
                  <a:gd name="T4" fmla="*/ 51 w 87"/>
                  <a:gd name="T5" fmla="*/ 371 h 372"/>
                  <a:gd name="T6" fmla="*/ 86 w 87"/>
                  <a:gd name="T7" fmla="*/ 323 h 372"/>
                  <a:gd name="T8" fmla="*/ 86 w 87"/>
                  <a:gd name="T9" fmla="*/ 46 h 372"/>
                  <a:gd name="T10" fmla="*/ 37 w 87"/>
                  <a:gd name="T11" fmla="*/ 0 h 372"/>
                  <a:gd name="T12" fmla="*/ 0 w 87"/>
                  <a:gd name="T13" fmla="*/ 0 h 3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"/>
                  <a:gd name="T22" fmla="*/ 0 h 372"/>
                  <a:gd name="T23" fmla="*/ 87 w 87"/>
                  <a:gd name="T24" fmla="*/ 372 h 37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" h="372">
                    <a:moveTo>
                      <a:pt x="0" y="0"/>
                    </a:moveTo>
                    <a:lnTo>
                      <a:pt x="0" y="363"/>
                    </a:lnTo>
                    <a:lnTo>
                      <a:pt x="51" y="371"/>
                    </a:lnTo>
                    <a:lnTo>
                      <a:pt x="86" y="323"/>
                    </a:lnTo>
                    <a:lnTo>
                      <a:pt x="86" y="46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2" name="Freeform 364">
                <a:extLst>
                  <a:ext uri="{FF2B5EF4-FFF2-40B4-BE49-F238E27FC236}">
                    <a16:creationId xmlns:a16="http://schemas.microsoft.com/office/drawing/2014/main" id="{2CC164A4-AA81-9642-953F-390FF4133E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8" y="3410"/>
                <a:ext cx="68" cy="360"/>
              </a:xfrm>
              <a:custGeom>
                <a:avLst/>
                <a:gdLst>
                  <a:gd name="T0" fmla="*/ 29 w 68"/>
                  <a:gd name="T1" fmla="*/ 0 h 360"/>
                  <a:gd name="T2" fmla="*/ 0 w 68"/>
                  <a:gd name="T3" fmla="*/ 42 h 360"/>
                  <a:gd name="T4" fmla="*/ 2 w 68"/>
                  <a:gd name="T5" fmla="*/ 311 h 360"/>
                  <a:gd name="T6" fmla="*/ 36 w 68"/>
                  <a:gd name="T7" fmla="*/ 350 h 360"/>
                  <a:gd name="T8" fmla="*/ 67 w 68"/>
                  <a:gd name="T9" fmla="*/ 359 h 360"/>
                  <a:gd name="T10" fmla="*/ 67 w 68"/>
                  <a:gd name="T11" fmla="*/ 0 h 360"/>
                  <a:gd name="T12" fmla="*/ 29 w 68"/>
                  <a:gd name="T13" fmla="*/ 0 h 3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8"/>
                  <a:gd name="T22" fmla="*/ 0 h 360"/>
                  <a:gd name="T23" fmla="*/ 68 w 68"/>
                  <a:gd name="T24" fmla="*/ 360 h 3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8" h="360">
                    <a:moveTo>
                      <a:pt x="29" y="0"/>
                    </a:moveTo>
                    <a:lnTo>
                      <a:pt x="0" y="42"/>
                    </a:lnTo>
                    <a:lnTo>
                      <a:pt x="2" y="311"/>
                    </a:lnTo>
                    <a:lnTo>
                      <a:pt x="36" y="350"/>
                    </a:lnTo>
                    <a:lnTo>
                      <a:pt x="67" y="359"/>
                    </a:lnTo>
                    <a:lnTo>
                      <a:pt x="67" y="0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3" name="Freeform 365">
                <a:extLst>
                  <a:ext uri="{FF2B5EF4-FFF2-40B4-BE49-F238E27FC236}">
                    <a16:creationId xmlns:a16="http://schemas.microsoft.com/office/drawing/2014/main" id="{AE1D52F7-259F-5342-BD9F-9A39A7249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19" y="3797"/>
                <a:ext cx="188" cy="103"/>
              </a:xfrm>
              <a:custGeom>
                <a:avLst/>
                <a:gdLst>
                  <a:gd name="T0" fmla="*/ 0 w 188"/>
                  <a:gd name="T1" fmla="*/ 0 h 103"/>
                  <a:gd name="T2" fmla="*/ 61 w 188"/>
                  <a:gd name="T3" fmla="*/ 73 h 103"/>
                  <a:gd name="T4" fmla="*/ 187 w 188"/>
                  <a:gd name="T5" fmla="*/ 102 h 103"/>
                  <a:gd name="T6" fmla="*/ 108 w 188"/>
                  <a:gd name="T7" fmla="*/ 18 h 103"/>
                  <a:gd name="T8" fmla="*/ 0 w 188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8"/>
                  <a:gd name="T16" fmla="*/ 0 h 103"/>
                  <a:gd name="T17" fmla="*/ 188 w 188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8" h="103">
                    <a:moveTo>
                      <a:pt x="0" y="0"/>
                    </a:moveTo>
                    <a:lnTo>
                      <a:pt x="61" y="73"/>
                    </a:lnTo>
                    <a:lnTo>
                      <a:pt x="187" y="102"/>
                    </a:lnTo>
                    <a:lnTo>
                      <a:pt x="108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4" name="Freeform 366">
                <a:extLst>
                  <a:ext uri="{FF2B5EF4-FFF2-40B4-BE49-F238E27FC236}">
                    <a16:creationId xmlns:a16="http://schemas.microsoft.com/office/drawing/2014/main" id="{64600885-D90C-0F4F-A53D-E958AF5F6C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0" y="3778"/>
                <a:ext cx="166" cy="29"/>
              </a:xfrm>
              <a:custGeom>
                <a:avLst/>
                <a:gdLst>
                  <a:gd name="T0" fmla="*/ 0 w 166"/>
                  <a:gd name="T1" fmla="*/ 0 h 29"/>
                  <a:gd name="T2" fmla="*/ 0 w 166"/>
                  <a:gd name="T3" fmla="*/ 7 h 29"/>
                  <a:gd name="T4" fmla="*/ 134 w 166"/>
                  <a:gd name="T5" fmla="*/ 28 h 29"/>
                  <a:gd name="T6" fmla="*/ 165 w 166"/>
                  <a:gd name="T7" fmla="*/ 26 h 29"/>
                  <a:gd name="T8" fmla="*/ 0 w 16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"/>
                  <a:gd name="T16" fmla="*/ 0 h 29"/>
                  <a:gd name="T17" fmla="*/ 166 w 166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" h="29">
                    <a:moveTo>
                      <a:pt x="0" y="0"/>
                    </a:moveTo>
                    <a:lnTo>
                      <a:pt x="0" y="7"/>
                    </a:lnTo>
                    <a:lnTo>
                      <a:pt x="134" y="28"/>
                    </a:lnTo>
                    <a:lnTo>
                      <a:pt x="165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5" name="Freeform 367">
                <a:extLst>
                  <a:ext uri="{FF2B5EF4-FFF2-40B4-BE49-F238E27FC236}">
                    <a16:creationId xmlns:a16="http://schemas.microsoft.com/office/drawing/2014/main" id="{26971816-262E-2A41-8098-546ABF1A02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1" y="3801"/>
                <a:ext cx="350" cy="44"/>
              </a:xfrm>
              <a:custGeom>
                <a:avLst/>
                <a:gdLst>
                  <a:gd name="T0" fmla="*/ 187 w 350"/>
                  <a:gd name="T1" fmla="*/ 0 h 44"/>
                  <a:gd name="T2" fmla="*/ 0 w 350"/>
                  <a:gd name="T3" fmla="*/ 12 h 44"/>
                  <a:gd name="T4" fmla="*/ 246 w 350"/>
                  <a:gd name="T5" fmla="*/ 43 h 44"/>
                  <a:gd name="T6" fmla="*/ 322 w 350"/>
                  <a:gd name="T7" fmla="*/ 39 h 44"/>
                  <a:gd name="T8" fmla="*/ 328 w 350"/>
                  <a:gd name="T9" fmla="*/ 24 h 44"/>
                  <a:gd name="T10" fmla="*/ 349 w 350"/>
                  <a:gd name="T11" fmla="*/ 19 h 44"/>
                  <a:gd name="T12" fmla="*/ 187 w 350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50"/>
                  <a:gd name="T22" fmla="*/ 0 h 44"/>
                  <a:gd name="T23" fmla="*/ 350 w 350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50" h="44">
                    <a:moveTo>
                      <a:pt x="187" y="0"/>
                    </a:moveTo>
                    <a:lnTo>
                      <a:pt x="0" y="12"/>
                    </a:lnTo>
                    <a:lnTo>
                      <a:pt x="246" y="43"/>
                    </a:lnTo>
                    <a:lnTo>
                      <a:pt x="322" y="39"/>
                    </a:lnTo>
                    <a:lnTo>
                      <a:pt x="328" y="24"/>
                    </a:lnTo>
                    <a:lnTo>
                      <a:pt x="349" y="19"/>
                    </a:lnTo>
                    <a:lnTo>
                      <a:pt x="187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6" name="Freeform 368">
                <a:extLst>
                  <a:ext uri="{FF2B5EF4-FFF2-40B4-BE49-F238E27FC236}">
                    <a16:creationId xmlns:a16="http://schemas.microsoft.com/office/drawing/2014/main" id="{82F4995F-5DEB-7241-B9B1-D08589E12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1" y="3812"/>
                <a:ext cx="244" cy="74"/>
              </a:xfrm>
              <a:custGeom>
                <a:avLst/>
                <a:gdLst>
                  <a:gd name="T0" fmla="*/ 0 w 244"/>
                  <a:gd name="T1" fmla="*/ 0 h 74"/>
                  <a:gd name="T2" fmla="*/ 2 w 244"/>
                  <a:gd name="T3" fmla="*/ 37 h 74"/>
                  <a:gd name="T4" fmla="*/ 243 w 244"/>
                  <a:gd name="T5" fmla="*/ 73 h 74"/>
                  <a:gd name="T6" fmla="*/ 243 w 244"/>
                  <a:gd name="T7" fmla="*/ 31 h 74"/>
                  <a:gd name="T8" fmla="*/ 0 w 244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4"/>
                  <a:gd name="T16" fmla="*/ 0 h 74"/>
                  <a:gd name="T17" fmla="*/ 244 w 244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4" h="74">
                    <a:moveTo>
                      <a:pt x="0" y="0"/>
                    </a:moveTo>
                    <a:lnTo>
                      <a:pt x="2" y="37"/>
                    </a:lnTo>
                    <a:lnTo>
                      <a:pt x="243" y="73"/>
                    </a:lnTo>
                    <a:lnTo>
                      <a:pt x="243" y="3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7" name="Freeform 369">
                <a:extLst>
                  <a:ext uri="{FF2B5EF4-FFF2-40B4-BE49-F238E27FC236}">
                    <a16:creationId xmlns:a16="http://schemas.microsoft.com/office/drawing/2014/main" id="{62C12174-47F9-9A4E-AB02-D9C8837AF7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862"/>
                <a:ext cx="156" cy="76"/>
              </a:xfrm>
              <a:custGeom>
                <a:avLst/>
                <a:gdLst>
                  <a:gd name="T0" fmla="*/ 0 w 156"/>
                  <a:gd name="T1" fmla="*/ 0 h 76"/>
                  <a:gd name="T2" fmla="*/ 31 w 156"/>
                  <a:gd name="T3" fmla="*/ 58 h 76"/>
                  <a:gd name="T4" fmla="*/ 58 w 156"/>
                  <a:gd name="T5" fmla="*/ 64 h 76"/>
                  <a:gd name="T6" fmla="*/ 40 w 156"/>
                  <a:gd name="T7" fmla="*/ 27 h 76"/>
                  <a:gd name="T8" fmla="*/ 64 w 156"/>
                  <a:gd name="T9" fmla="*/ 32 h 76"/>
                  <a:gd name="T10" fmla="*/ 80 w 156"/>
                  <a:gd name="T11" fmla="*/ 69 h 76"/>
                  <a:gd name="T12" fmla="*/ 105 w 156"/>
                  <a:gd name="T13" fmla="*/ 75 h 76"/>
                  <a:gd name="T14" fmla="*/ 112 w 156"/>
                  <a:gd name="T15" fmla="*/ 73 h 76"/>
                  <a:gd name="T16" fmla="*/ 99 w 156"/>
                  <a:gd name="T17" fmla="*/ 36 h 76"/>
                  <a:gd name="T18" fmla="*/ 122 w 156"/>
                  <a:gd name="T19" fmla="*/ 40 h 76"/>
                  <a:gd name="T20" fmla="*/ 135 w 156"/>
                  <a:gd name="T21" fmla="*/ 69 h 76"/>
                  <a:gd name="T22" fmla="*/ 155 w 156"/>
                  <a:gd name="T23" fmla="*/ 67 h 76"/>
                  <a:gd name="T24" fmla="*/ 149 w 156"/>
                  <a:gd name="T25" fmla="*/ 22 h 76"/>
                  <a:gd name="T26" fmla="*/ 0 w 156"/>
                  <a:gd name="T27" fmla="*/ 0 h 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6"/>
                  <a:gd name="T43" fmla="*/ 0 h 76"/>
                  <a:gd name="T44" fmla="*/ 156 w 156"/>
                  <a:gd name="T45" fmla="*/ 76 h 7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6" h="76">
                    <a:moveTo>
                      <a:pt x="0" y="0"/>
                    </a:moveTo>
                    <a:lnTo>
                      <a:pt x="31" y="58"/>
                    </a:lnTo>
                    <a:lnTo>
                      <a:pt x="58" y="64"/>
                    </a:lnTo>
                    <a:lnTo>
                      <a:pt x="40" y="27"/>
                    </a:lnTo>
                    <a:lnTo>
                      <a:pt x="64" y="32"/>
                    </a:lnTo>
                    <a:lnTo>
                      <a:pt x="80" y="69"/>
                    </a:lnTo>
                    <a:lnTo>
                      <a:pt x="105" y="75"/>
                    </a:lnTo>
                    <a:lnTo>
                      <a:pt x="112" y="73"/>
                    </a:lnTo>
                    <a:lnTo>
                      <a:pt x="99" y="36"/>
                    </a:lnTo>
                    <a:lnTo>
                      <a:pt x="122" y="40"/>
                    </a:lnTo>
                    <a:lnTo>
                      <a:pt x="135" y="69"/>
                    </a:lnTo>
                    <a:lnTo>
                      <a:pt x="155" y="67"/>
                    </a:lnTo>
                    <a:lnTo>
                      <a:pt x="149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8" name="Freeform 370">
                <a:extLst>
                  <a:ext uri="{FF2B5EF4-FFF2-40B4-BE49-F238E27FC236}">
                    <a16:creationId xmlns:a16="http://schemas.microsoft.com/office/drawing/2014/main" id="{9894CC4F-7940-5542-90EA-E0ECC0A493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43" y="3874"/>
                <a:ext cx="124" cy="58"/>
              </a:xfrm>
              <a:custGeom>
                <a:avLst/>
                <a:gdLst>
                  <a:gd name="T0" fmla="*/ 0 w 124"/>
                  <a:gd name="T1" fmla="*/ 13 h 58"/>
                  <a:gd name="T2" fmla="*/ 6 w 124"/>
                  <a:gd name="T3" fmla="*/ 57 h 58"/>
                  <a:gd name="T4" fmla="*/ 123 w 124"/>
                  <a:gd name="T5" fmla="*/ 37 h 58"/>
                  <a:gd name="T6" fmla="*/ 123 w 124"/>
                  <a:gd name="T7" fmla="*/ 0 h 58"/>
                  <a:gd name="T8" fmla="*/ 15 w 124"/>
                  <a:gd name="T9" fmla="*/ 15 h 58"/>
                  <a:gd name="T10" fmla="*/ 0 w 124"/>
                  <a:gd name="T11" fmla="*/ 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4"/>
                  <a:gd name="T19" fmla="*/ 0 h 58"/>
                  <a:gd name="T20" fmla="*/ 124 w 124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4" h="58">
                    <a:moveTo>
                      <a:pt x="0" y="13"/>
                    </a:moveTo>
                    <a:lnTo>
                      <a:pt x="6" y="57"/>
                    </a:lnTo>
                    <a:lnTo>
                      <a:pt x="123" y="37"/>
                    </a:lnTo>
                    <a:lnTo>
                      <a:pt x="123" y="0"/>
                    </a:lnTo>
                    <a:lnTo>
                      <a:pt x="15" y="15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49" name="Freeform 371">
                <a:extLst>
                  <a:ext uri="{FF2B5EF4-FFF2-40B4-BE49-F238E27FC236}">
                    <a16:creationId xmlns:a16="http://schemas.microsoft.com/office/drawing/2014/main" id="{02D1B3DD-B47A-2440-B078-F65C1F3925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3" y="4043"/>
                <a:ext cx="413" cy="157"/>
              </a:xfrm>
              <a:custGeom>
                <a:avLst/>
                <a:gdLst>
                  <a:gd name="T0" fmla="*/ 0 w 413"/>
                  <a:gd name="T1" fmla="*/ 0 h 157"/>
                  <a:gd name="T2" fmla="*/ 0 w 413"/>
                  <a:gd name="T3" fmla="*/ 43 h 157"/>
                  <a:gd name="T4" fmla="*/ 412 w 413"/>
                  <a:gd name="T5" fmla="*/ 156 h 157"/>
                  <a:gd name="T6" fmla="*/ 412 w 413"/>
                  <a:gd name="T7" fmla="*/ 105 h 157"/>
                  <a:gd name="T8" fmla="*/ 409 w 413"/>
                  <a:gd name="T9" fmla="*/ 105 h 157"/>
                  <a:gd name="T10" fmla="*/ 0 w 413"/>
                  <a:gd name="T11" fmla="*/ 0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13"/>
                  <a:gd name="T19" fmla="*/ 0 h 157"/>
                  <a:gd name="T20" fmla="*/ 413 w 413"/>
                  <a:gd name="T21" fmla="*/ 157 h 1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13" h="157">
                    <a:moveTo>
                      <a:pt x="0" y="0"/>
                    </a:moveTo>
                    <a:lnTo>
                      <a:pt x="0" y="43"/>
                    </a:lnTo>
                    <a:lnTo>
                      <a:pt x="412" y="156"/>
                    </a:lnTo>
                    <a:lnTo>
                      <a:pt x="412" y="105"/>
                    </a:lnTo>
                    <a:lnTo>
                      <a:pt x="409" y="10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0" name="Freeform 372">
                <a:extLst>
                  <a:ext uri="{FF2B5EF4-FFF2-40B4-BE49-F238E27FC236}">
                    <a16:creationId xmlns:a16="http://schemas.microsoft.com/office/drawing/2014/main" id="{CF8374E3-EEA7-BA49-93C4-E21F8D01B0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4" y="4141"/>
                <a:ext cx="14" cy="52"/>
              </a:xfrm>
              <a:custGeom>
                <a:avLst/>
                <a:gdLst>
                  <a:gd name="T0" fmla="*/ 0 w 14"/>
                  <a:gd name="T1" fmla="*/ 0 h 52"/>
                  <a:gd name="T2" fmla="*/ 0 w 14"/>
                  <a:gd name="T3" fmla="*/ 47 h 52"/>
                  <a:gd name="T4" fmla="*/ 13 w 14"/>
                  <a:gd name="T5" fmla="*/ 51 h 52"/>
                  <a:gd name="T6" fmla="*/ 13 w 14"/>
                  <a:gd name="T7" fmla="*/ 3 h 52"/>
                  <a:gd name="T8" fmla="*/ 0 w 1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52"/>
                  <a:gd name="T17" fmla="*/ 14 w 14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52">
                    <a:moveTo>
                      <a:pt x="0" y="0"/>
                    </a:moveTo>
                    <a:lnTo>
                      <a:pt x="0" y="47"/>
                    </a:lnTo>
                    <a:lnTo>
                      <a:pt x="13" y="51"/>
                    </a:lnTo>
                    <a:lnTo>
                      <a:pt x="13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1" name="Freeform 373">
                <a:extLst>
                  <a:ext uri="{FF2B5EF4-FFF2-40B4-BE49-F238E27FC236}">
                    <a16:creationId xmlns:a16="http://schemas.microsoft.com/office/drawing/2014/main" id="{56E1BB4F-A532-D642-8ED2-77E145717D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7" y="4090"/>
                <a:ext cx="53" cy="29"/>
              </a:xfrm>
              <a:custGeom>
                <a:avLst/>
                <a:gdLst>
                  <a:gd name="T0" fmla="*/ 0 w 53"/>
                  <a:gd name="T1" fmla="*/ 4 h 29"/>
                  <a:gd name="T2" fmla="*/ 0 w 53"/>
                  <a:gd name="T3" fmla="*/ 28 h 29"/>
                  <a:gd name="T4" fmla="*/ 52 w 53"/>
                  <a:gd name="T5" fmla="*/ 20 h 29"/>
                  <a:gd name="T6" fmla="*/ 52 w 53"/>
                  <a:gd name="T7" fmla="*/ 2 h 29"/>
                  <a:gd name="T8" fmla="*/ 30 w 53"/>
                  <a:gd name="T9" fmla="*/ 0 h 29"/>
                  <a:gd name="T10" fmla="*/ 0 w 53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29"/>
                  <a:gd name="T20" fmla="*/ 53 w 53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29">
                    <a:moveTo>
                      <a:pt x="0" y="4"/>
                    </a:moveTo>
                    <a:lnTo>
                      <a:pt x="0" y="28"/>
                    </a:lnTo>
                    <a:lnTo>
                      <a:pt x="52" y="20"/>
                    </a:lnTo>
                    <a:lnTo>
                      <a:pt x="52" y="2"/>
                    </a:lnTo>
                    <a:lnTo>
                      <a:pt x="30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2" name="Freeform 374">
                <a:extLst>
                  <a:ext uri="{FF2B5EF4-FFF2-40B4-BE49-F238E27FC236}">
                    <a16:creationId xmlns:a16="http://schemas.microsoft.com/office/drawing/2014/main" id="{DD4E2A5B-2166-8840-8847-16A4C57C4A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68" y="3856"/>
                <a:ext cx="436" cy="277"/>
              </a:xfrm>
              <a:custGeom>
                <a:avLst/>
                <a:gdLst>
                  <a:gd name="T0" fmla="*/ 2 w 436"/>
                  <a:gd name="T1" fmla="*/ 0 h 277"/>
                  <a:gd name="T2" fmla="*/ 0 w 436"/>
                  <a:gd name="T3" fmla="*/ 170 h 277"/>
                  <a:gd name="T4" fmla="*/ 435 w 436"/>
                  <a:gd name="T5" fmla="*/ 276 h 277"/>
                  <a:gd name="T6" fmla="*/ 435 w 436"/>
                  <a:gd name="T7" fmla="*/ 259 h 277"/>
                  <a:gd name="T8" fmla="*/ 431 w 436"/>
                  <a:gd name="T9" fmla="*/ 259 h 277"/>
                  <a:gd name="T10" fmla="*/ 431 w 436"/>
                  <a:gd name="T11" fmla="*/ 240 h 277"/>
                  <a:gd name="T12" fmla="*/ 365 w 436"/>
                  <a:gd name="T13" fmla="*/ 228 h 277"/>
                  <a:gd name="T14" fmla="*/ 367 w 436"/>
                  <a:gd name="T15" fmla="*/ 196 h 277"/>
                  <a:gd name="T16" fmla="*/ 431 w 436"/>
                  <a:gd name="T17" fmla="*/ 206 h 277"/>
                  <a:gd name="T18" fmla="*/ 431 w 436"/>
                  <a:gd name="T19" fmla="*/ 94 h 277"/>
                  <a:gd name="T20" fmla="*/ 2 w 436"/>
                  <a:gd name="T21" fmla="*/ 0 h 2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36"/>
                  <a:gd name="T34" fmla="*/ 0 h 277"/>
                  <a:gd name="T35" fmla="*/ 436 w 436"/>
                  <a:gd name="T36" fmla="*/ 277 h 27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36" h="277">
                    <a:moveTo>
                      <a:pt x="2" y="0"/>
                    </a:moveTo>
                    <a:lnTo>
                      <a:pt x="0" y="170"/>
                    </a:lnTo>
                    <a:lnTo>
                      <a:pt x="435" y="276"/>
                    </a:lnTo>
                    <a:lnTo>
                      <a:pt x="435" y="259"/>
                    </a:lnTo>
                    <a:lnTo>
                      <a:pt x="431" y="259"/>
                    </a:lnTo>
                    <a:lnTo>
                      <a:pt x="431" y="240"/>
                    </a:lnTo>
                    <a:lnTo>
                      <a:pt x="365" y="228"/>
                    </a:lnTo>
                    <a:lnTo>
                      <a:pt x="367" y="196"/>
                    </a:lnTo>
                    <a:lnTo>
                      <a:pt x="431" y="206"/>
                    </a:lnTo>
                    <a:lnTo>
                      <a:pt x="431" y="9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3" name="Freeform 375">
                <a:extLst>
                  <a:ext uri="{FF2B5EF4-FFF2-40B4-BE49-F238E27FC236}">
                    <a16:creationId xmlns:a16="http://schemas.microsoft.com/office/drawing/2014/main" id="{8A217879-7C0B-4C45-996F-8FC15D9B2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3" y="4058"/>
                <a:ext cx="18" cy="59"/>
              </a:xfrm>
              <a:custGeom>
                <a:avLst/>
                <a:gdLst>
                  <a:gd name="T0" fmla="*/ 11 w 18"/>
                  <a:gd name="T1" fmla="*/ 0 h 59"/>
                  <a:gd name="T2" fmla="*/ 0 w 18"/>
                  <a:gd name="T3" fmla="*/ 12 h 59"/>
                  <a:gd name="T4" fmla="*/ 3 w 18"/>
                  <a:gd name="T5" fmla="*/ 58 h 59"/>
                  <a:gd name="T6" fmla="*/ 17 w 18"/>
                  <a:gd name="T7" fmla="*/ 49 h 59"/>
                  <a:gd name="T8" fmla="*/ 11 w 1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59"/>
                  <a:gd name="T17" fmla="*/ 18 w 18"/>
                  <a:gd name="T18" fmla="*/ 59 h 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59">
                    <a:moveTo>
                      <a:pt x="11" y="0"/>
                    </a:moveTo>
                    <a:lnTo>
                      <a:pt x="0" y="12"/>
                    </a:lnTo>
                    <a:lnTo>
                      <a:pt x="3" y="58"/>
                    </a:lnTo>
                    <a:lnTo>
                      <a:pt x="17" y="49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4" name="Freeform 376">
                <a:extLst>
                  <a:ext uri="{FF2B5EF4-FFF2-40B4-BE49-F238E27FC236}">
                    <a16:creationId xmlns:a16="http://schemas.microsoft.com/office/drawing/2014/main" id="{5B0D438C-82D9-684F-8626-9CF6263F56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6" y="4107"/>
                <a:ext cx="147" cy="21"/>
              </a:xfrm>
              <a:custGeom>
                <a:avLst/>
                <a:gdLst>
                  <a:gd name="T0" fmla="*/ 14 w 147"/>
                  <a:gd name="T1" fmla="*/ 0 h 21"/>
                  <a:gd name="T2" fmla="*/ 0 w 147"/>
                  <a:gd name="T3" fmla="*/ 9 h 21"/>
                  <a:gd name="T4" fmla="*/ 137 w 147"/>
                  <a:gd name="T5" fmla="*/ 20 h 21"/>
                  <a:gd name="T6" fmla="*/ 146 w 147"/>
                  <a:gd name="T7" fmla="*/ 9 h 21"/>
                  <a:gd name="T8" fmla="*/ 14 w 14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7"/>
                  <a:gd name="T16" fmla="*/ 0 h 21"/>
                  <a:gd name="T17" fmla="*/ 147 w 147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7" h="21">
                    <a:moveTo>
                      <a:pt x="14" y="0"/>
                    </a:moveTo>
                    <a:lnTo>
                      <a:pt x="0" y="9"/>
                    </a:lnTo>
                    <a:lnTo>
                      <a:pt x="137" y="20"/>
                    </a:lnTo>
                    <a:lnTo>
                      <a:pt x="146" y="9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5" name="Freeform 377">
                <a:extLst>
                  <a:ext uri="{FF2B5EF4-FFF2-40B4-BE49-F238E27FC236}">
                    <a16:creationId xmlns:a16="http://schemas.microsoft.com/office/drawing/2014/main" id="{7C63CF78-F540-D74C-A973-BA65399BAC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0" y="4079"/>
                <a:ext cx="172" cy="38"/>
              </a:xfrm>
              <a:custGeom>
                <a:avLst/>
                <a:gdLst>
                  <a:gd name="T0" fmla="*/ 0 w 172"/>
                  <a:gd name="T1" fmla="*/ 26 h 38"/>
                  <a:gd name="T2" fmla="*/ 134 w 172"/>
                  <a:gd name="T3" fmla="*/ 37 h 38"/>
                  <a:gd name="T4" fmla="*/ 171 w 172"/>
                  <a:gd name="T5" fmla="*/ 0 h 38"/>
                  <a:gd name="T6" fmla="*/ 0 w 172"/>
                  <a:gd name="T7" fmla="*/ 26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2"/>
                  <a:gd name="T13" fmla="*/ 0 h 38"/>
                  <a:gd name="T14" fmla="*/ 172 w 172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2" h="38">
                    <a:moveTo>
                      <a:pt x="0" y="26"/>
                    </a:moveTo>
                    <a:lnTo>
                      <a:pt x="134" y="37"/>
                    </a:lnTo>
                    <a:lnTo>
                      <a:pt x="171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6" name="Freeform 378">
                <a:extLst>
                  <a:ext uri="{FF2B5EF4-FFF2-40B4-BE49-F238E27FC236}">
                    <a16:creationId xmlns:a16="http://schemas.microsoft.com/office/drawing/2014/main" id="{2366675A-4B9B-0B46-AAD0-CE1C872CD0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03" y="4116"/>
                <a:ext cx="12" cy="20"/>
              </a:xfrm>
              <a:custGeom>
                <a:avLst/>
                <a:gdLst>
                  <a:gd name="T0" fmla="*/ 0 w 12"/>
                  <a:gd name="T1" fmla="*/ 1 h 20"/>
                  <a:gd name="T2" fmla="*/ 0 w 12"/>
                  <a:gd name="T3" fmla="*/ 19 h 20"/>
                  <a:gd name="T4" fmla="*/ 11 w 12"/>
                  <a:gd name="T5" fmla="*/ 15 h 20"/>
                  <a:gd name="T6" fmla="*/ 11 w 12"/>
                  <a:gd name="T7" fmla="*/ 0 h 20"/>
                  <a:gd name="T8" fmla="*/ 0 w 12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20"/>
                  <a:gd name="T17" fmla="*/ 12 w 12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20">
                    <a:moveTo>
                      <a:pt x="0" y="1"/>
                    </a:moveTo>
                    <a:lnTo>
                      <a:pt x="0" y="19"/>
                    </a:lnTo>
                    <a:lnTo>
                      <a:pt x="11" y="15"/>
                    </a:lnTo>
                    <a:lnTo>
                      <a:pt x="1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7" name="Freeform 379">
                <a:extLst>
                  <a:ext uri="{FF2B5EF4-FFF2-40B4-BE49-F238E27FC236}">
                    <a16:creationId xmlns:a16="http://schemas.microsoft.com/office/drawing/2014/main" id="{95C6BE6C-7FA0-1A43-8F90-CF59BE8A9D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03" y="4113"/>
                <a:ext cx="151" cy="87"/>
              </a:xfrm>
              <a:custGeom>
                <a:avLst/>
                <a:gdLst>
                  <a:gd name="T0" fmla="*/ 13 w 151"/>
                  <a:gd name="T1" fmla="*/ 18 h 87"/>
                  <a:gd name="T2" fmla="*/ 0 w 151"/>
                  <a:gd name="T3" fmla="*/ 20 h 87"/>
                  <a:gd name="T4" fmla="*/ 0 w 151"/>
                  <a:gd name="T5" fmla="*/ 36 h 87"/>
                  <a:gd name="T6" fmla="*/ 3 w 151"/>
                  <a:gd name="T7" fmla="*/ 36 h 87"/>
                  <a:gd name="T8" fmla="*/ 3 w 151"/>
                  <a:gd name="T9" fmla="*/ 86 h 87"/>
                  <a:gd name="T10" fmla="*/ 150 w 151"/>
                  <a:gd name="T11" fmla="*/ 52 h 87"/>
                  <a:gd name="T12" fmla="*/ 54 w 151"/>
                  <a:gd name="T13" fmla="*/ 46 h 87"/>
                  <a:gd name="T14" fmla="*/ 33 w 151"/>
                  <a:gd name="T15" fmla="*/ 0 h 87"/>
                  <a:gd name="T16" fmla="*/ 13 w 151"/>
                  <a:gd name="T17" fmla="*/ 2 h 87"/>
                  <a:gd name="T18" fmla="*/ 13 w 151"/>
                  <a:gd name="T19" fmla="*/ 18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1"/>
                  <a:gd name="T31" fmla="*/ 0 h 87"/>
                  <a:gd name="T32" fmla="*/ 151 w 151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1" h="87">
                    <a:moveTo>
                      <a:pt x="13" y="18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3" y="36"/>
                    </a:lnTo>
                    <a:lnTo>
                      <a:pt x="3" y="86"/>
                    </a:lnTo>
                    <a:lnTo>
                      <a:pt x="150" y="52"/>
                    </a:lnTo>
                    <a:lnTo>
                      <a:pt x="54" y="46"/>
                    </a:lnTo>
                    <a:lnTo>
                      <a:pt x="33" y="0"/>
                    </a:lnTo>
                    <a:lnTo>
                      <a:pt x="13" y="2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8" name="Freeform 380">
                <a:extLst>
                  <a:ext uri="{FF2B5EF4-FFF2-40B4-BE49-F238E27FC236}">
                    <a16:creationId xmlns:a16="http://schemas.microsoft.com/office/drawing/2014/main" id="{01438A3C-7016-1C4F-90DB-2BD79365C4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4" y="3960"/>
                <a:ext cx="206" cy="208"/>
              </a:xfrm>
              <a:custGeom>
                <a:avLst/>
                <a:gdLst>
                  <a:gd name="T0" fmla="*/ 155 w 206"/>
                  <a:gd name="T1" fmla="*/ 0 h 208"/>
                  <a:gd name="T2" fmla="*/ 0 w 206"/>
                  <a:gd name="T3" fmla="*/ 167 h 208"/>
                  <a:gd name="T4" fmla="*/ 15 w 206"/>
                  <a:gd name="T5" fmla="*/ 207 h 208"/>
                  <a:gd name="T6" fmla="*/ 205 w 206"/>
                  <a:gd name="T7" fmla="*/ 26 h 208"/>
                  <a:gd name="T8" fmla="*/ 155 w 206"/>
                  <a:gd name="T9" fmla="*/ 0 h 2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6"/>
                  <a:gd name="T16" fmla="*/ 0 h 208"/>
                  <a:gd name="T17" fmla="*/ 206 w 206"/>
                  <a:gd name="T18" fmla="*/ 208 h 2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6" h="208">
                    <a:moveTo>
                      <a:pt x="155" y="0"/>
                    </a:moveTo>
                    <a:lnTo>
                      <a:pt x="0" y="167"/>
                    </a:lnTo>
                    <a:lnTo>
                      <a:pt x="15" y="207"/>
                    </a:lnTo>
                    <a:lnTo>
                      <a:pt x="205" y="26"/>
                    </a:lnTo>
                    <a:lnTo>
                      <a:pt x="155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59" name="Freeform 381">
                <a:extLst>
                  <a:ext uri="{FF2B5EF4-FFF2-40B4-BE49-F238E27FC236}">
                    <a16:creationId xmlns:a16="http://schemas.microsoft.com/office/drawing/2014/main" id="{B198032D-99D0-BC4E-A47B-F77AD0B6BB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0" y="4065"/>
                <a:ext cx="129" cy="77"/>
              </a:xfrm>
              <a:custGeom>
                <a:avLst/>
                <a:gdLst>
                  <a:gd name="T0" fmla="*/ 67 w 129"/>
                  <a:gd name="T1" fmla="*/ 11 h 77"/>
                  <a:gd name="T2" fmla="*/ 0 w 129"/>
                  <a:gd name="T3" fmla="*/ 76 h 77"/>
                  <a:gd name="T4" fmla="*/ 127 w 129"/>
                  <a:gd name="T5" fmla="*/ 48 h 77"/>
                  <a:gd name="T6" fmla="*/ 128 w 129"/>
                  <a:gd name="T7" fmla="*/ 0 h 77"/>
                  <a:gd name="T8" fmla="*/ 67 w 129"/>
                  <a:gd name="T9" fmla="*/ 1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9"/>
                  <a:gd name="T16" fmla="*/ 0 h 77"/>
                  <a:gd name="T17" fmla="*/ 129 w 129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9" h="77">
                    <a:moveTo>
                      <a:pt x="67" y="11"/>
                    </a:moveTo>
                    <a:lnTo>
                      <a:pt x="0" y="76"/>
                    </a:lnTo>
                    <a:lnTo>
                      <a:pt x="127" y="48"/>
                    </a:lnTo>
                    <a:lnTo>
                      <a:pt x="128" y="0"/>
                    </a:lnTo>
                    <a:lnTo>
                      <a:pt x="67" y="11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0" name="Freeform 382">
                <a:extLst>
                  <a:ext uri="{FF2B5EF4-FFF2-40B4-BE49-F238E27FC236}">
                    <a16:creationId xmlns:a16="http://schemas.microsoft.com/office/drawing/2014/main" id="{051AEF75-9531-B449-BEFD-DE58B452E4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8" y="4063"/>
                <a:ext cx="14" cy="27"/>
              </a:xfrm>
              <a:custGeom>
                <a:avLst/>
                <a:gdLst>
                  <a:gd name="T0" fmla="*/ 0 w 14"/>
                  <a:gd name="T1" fmla="*/ 2 h 27"/>
                  <a:gd name="T2" fmla="*/ 0 w 14"/>
                  <a:gd name="T3" fmla="*/ 26 h 27"/>
                  <a:gd name="T4" fmla="*/ 13 w 14"/>
                  <a:gd name="T5" fmla="*/ 22 h 27"/>
                  <a:gd name="T6" fmla="*/ 13 w 14"/>
                  <a:gd name="T7" fmla="*/ 0 h 27"/>
                  <a:gd name="T8" fmla="*/ 9 w 14"/>
                  <a:gd name="T9" fmla="*/ 0 h 27"/>
                  <a:gd name="T10" fmla="*/ 0 w 14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27"/>
                  <a:gd name="T20" fmla="*/ 14 w 14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27">
                    <a:moveTo>
                      <a:pt x="0" y="2"/>
                    </a:moveTo>
                    <a:lnTo>
                      <a:pt x="0" y="26"/>
                    </a:lnTo>
                    <a:lnTo>
                      <a:pt x="13" y="2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1" name="Freeform 383">
                <a:extLst>
                  <a:ext uri="{FF2B5EF4-FFF2-40B4-BE49-F238E27FC236}">
                    <a16:creationId xmlns:a16="http://schemas.microsoft.com/office/drawing/2014/main" id="{AAD0739E-96EB-0B4D-B8F0-85D5312E2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6" y="3890"/>
                <a:ext cx="313" cy="218"/>
              </a:xfrm>
              <a:custGeom>
                <a:avLst/>
                <a:gdLst>
                  <a:gd name="T0" fmla="*/ 0 w 313"/>
                  <a:gd name="T1" fmla="*/ 59 h 218"/>
                  <a:gd name="T2" fmla="*/ 0 w 313"/>
                  <a:gd name="T3" fmla="*/ 120 h 218"/>
                  <a:gd name="T4" fmla="*/ 0 w 313"/>
                  <a:gd name="T5" fmla="*/ 171 h 218"/>
                  <a:gd name="T6" fmla="*/ 11 w 313"/>
                  <a:gd name="T7" fmla="*/ 173 h 218"/>
                  <a:gd name="T8" fmla="*/ 73 w 313"/>
                  <a:gd name="T9" fmla="*/ 164 h 218"/>
                  <a:gd name="T10" fmla="*/ 86 w 313"/>
                  <a:gd name="T11" fmla="*/ 166 h 218"/>
                  <a:gd name="T12" fmla="*/ 88 w 313"/>
                  <a:gd name="T13" fmla="*/ 169 h 218"/>
                  <a:gd name="T14" fmla="*/ 94 w 313"/>
                  <a:gd name="T15" fmla="*/ 217 h 218"/>
                  <a:gd name="T16" fmla="*/ 266 w 313"/>
                  <a:gd name="T17" fmla="*/ 189 h 218"/>
                  <a:gd name="T18" fmla="*/ 312 w 313"/>
                  <a:gd name="T19" fmla="*/ 138 h 218"/>
                  <a:gd name="T20" fmla="*/ 312 w 313"/>
                  <a:gd name="T21" fmla="*/ 0 h 218"/>
                  <a:gd name="T22" fmla="*/ 0 w 313"/>
                  <a:gd name="T23" fmla="*/ 59 h 2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3"/>
                  <a:gd name="T37" fmla="*/ 0 h 218"/>
                  <a:gd name="T38" fmla="*/ 313 w 313"/>
                  <a:gd name="T39" fmla="*/ 218 h 2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3" h="218">
                    <a:moveTo>
                      <a:pt x="0" y="59"/>
                    </a:moveTo>
                    <a:lnTo>
                      <a:pt x="0" y="120"/>
                    </a:lnTo>
                    <a:lnTo>
                      <a:pt x="0" y="171"/>
                    </a:lnTo>
                    <a:lnTo>
                      <a:pt x="11" y="173"/>
                    </a:lnTo>
                    <a:lnTo>
                      <a:pt x="73" y="164"/>
                    </a:lnTo>
                    <a:lnTo>
                      <a:pt x="86" y="166"/>
                    </a:lnTo>
                    <a:lnTo>
                      <a:pt x="88" y="169"/>
                    </a:lnTo>
                    <a:lnTo>
                      <a:pt x="94" y="217"/>
                    </a:lnTo>
                    <a:lnTo>
                      <a:pt x="266" y="189"/>
                    </a:lnTo>
                    <a:lnTo>
                      <a:pt x="312" y="138"/>
                    </a:lnTo>
                    <a:lnTo>
                      <a:pt x="312" y="0"/>
                    </a:lnTo>
                    <a:lnTo>
                      <a:pt x="0" y="5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2" name="Freeform 384">
                <a:extLst>
                  <a:ext uri="{FF2B5EF4-FFF2-40B4-BE49-F238E27FC236}">
                    <a16:creationId xmlns:a16="http://schemas.microsoft.com/office/drawing/2014/main" id="{16040106-58E9-1346-8A51-07FF15D8A9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0" y="3629"/>
                <a:ext cx="36" cy="158"/>
              </a:xfrm>
              <a:custGeom>
                <a:avLst/>
                <a:gdLst>
                  <a:gd name="T0" fmla="*/ 29 w 36"/>
                  <a:gd name="T1" fmla="*/ 0 h 158"/>
                  <a:gd name="T2" fmla="*/ 26 w 36"/>
                  <a:gd name="T3" fmla="*/ 2 h 158"/>
                  <a:gd name="T4" fmla="*/ 20 w 36"/>
                  <a:gd name="T5" fmla="*/ 4 h 158"/>
                  <a:gd name="T6" fmla="*/ 11 w 36"/>
                  <a:gd name="T7" fmla="*/ 8 h 158"/>
                  <a:gd name="T8" fmla="*/ 5 w 36"/>
                  <a:gd name="T9" fmla="*/ 14 h 158"/>
                  <a:gd name="T10" fmla="*/ 2 w 36"/>
                  <a:gd name="T11" fmla="*/ 20 h 158"/>
                  <a:gd name="T12" fmla="*/ 0 w 36"/>
                  <a:gd name="T13" fmla="*/ 24 h 158"/>
                  <a:gd name="T14" fmla="*/ 0 w 36"/>
                  <a:gd name="T15" fmla="*/ 38 h 158"/>
                  <a:gd name="T16" fmla="*/ 0 w 36"/>
                  <a:gd name="T17" fmla="*/ 118 h 158"/>
                  <a:gd name="T18" fmla="*/ 0 w 36"/>
                  <a:gd name="T19" fmla="*/ 124 h 158"/>
                  <a:gd name="T20" fmla="*/ 2 w 36"/>
                  <a:gd name="T21" fmla="*/ 130 h 158"/>
                  <a:gd name="T22" fmla="*/ 2 w 36"/>
                  <a:gd name="T23" fmla="*/ 135 h 158"/>
                  <a:gd name="T24" fmla="*/ 3 w 36"/>
                  <a:gd name="T25" fmla="*/ 137 h 158"/>
                  <a:gd name="T26" fmla="*/ 11 w 36"/>
                  <a:gd name="T27" fmla="*/ 144 h 158"/>
                  <a:gd name="T28" fmla="*/ 22 w 36"/>
                  <a:gd name="T29" fmla="*/ 153 h 158"/>
                  <a:gd name="T30" fmla="*/ 28 w 36"/>
                  <a:gd name="T31" fmla="*/ 157 h 158"/>
                  <a:gd name="T32" fmla="*/ 31 w 36"/>
                  <a:gd name="T33" fmla="*/ 153 h 158"/>
                  <a:gd name="T34" fmla="*/ 33 w 36"/>
                  <a:gd name="T35" fmla="*/ 149 h 158"/>
                  <a:gd name="T36" fmla="*/ 29 w 36"/>
                  <a:gd name="T37" fmla="*/ 142 h 158"/>
                  <a:gd name="T38" fmla="*/ 26 w 36"/>
                  <a:gd name="T39" fmla="*/ 140 h 158"/>
                  <a:gd name="T40" fmla="*/ 24 w 36"/>
                  <a:gd name="T41" fmla="*/ 138 h 158"/>
                  <a:gd name="T42" fmla="*/ 20 w 36"/>
                  <a:gd name="T43" fmla="*/ 137 h 158"/>
                  <a:gd name="T44" fmla="*/ 15 w 36"/>
                  <a:gd name="T45" fmla="*/ 133 h 158"/>
                  <a:gd name="T46" fmla="*/ 13 w 36"/>
                  <a:gd name="T47" fmla="*/ 126 h 158"/>
                  <a:gd name="T48" fmla="*/ 11 w 36"/>
                  <a:gd name="T49" fmla="*/ 120 h 158"/>
                  <a:gd name="T50" fmla="*/ 11 w 36"/>
                  <a:gd name="T51" fmla="*/ 102 h 158"/>
                  <a:gd name="T52" fmla="*/ 9 w 36"/>
                  <a:gd name="T53" fmla="*/ 36 h 158"/>
                  <a:gd name="T54" fmla="*/ 11 w 36"/>
                  <a:gd name="T55" fmla="*/ 27 h 158"/>
                  <a:gd name="T56" fmla="*/ 13 w 36"/>
                  <a:gd name="T57" fmla="*/ 22 h 158"/>
                  <a:gd name="T58" fmla="*/ 15 w 36"/>
                  <a:gd name="T59" fmla="*/ 20 h 158"/>
                  <a:gd name="T60" fmla="*/ 22 w 36"/>
                  <a:gd name="T61" fmla="*/ 16 h 158"/>
                  <a:gd name="T62" fmla="*/ 29 w 36"/>
                  <a:gd name="T63" fmla="*/ 14 h 158"/>
                  <a:gd name="T64" fmla="*/ 33 w 36"/>
                  <a:gd name="T65" fmla="*/ 12 h 158"/>
                  <a:gd name="T66" fmla="*/ 35 w 36"/>
                  <a:gd name="T67" fmla="*/ 6 h 158"/>
                  <a:gd name="T68" fmla="*/ 31 w 36"/>
                  <a:gd name="T69" fmla="*/ 0 h 158"/>
                  <a:gd name="T70" fmla="*/ 29 w 36"/>
                  <a:gd name="T71" fmla="*/ 0 h 1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6"/>
                  <a:gd name="T109" fmla="*/ 0 h 158"/>
                  <a:gd name="T110" fmla="*/ 36 w 36"/>
                  <a:gd name="T111" fmla="*/ 158 h 15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6" h="158">
                    <a:moveTo>
                      <a:pt x="29" y="0"/>
                    </a:moveTo>
                    <a:lnTo>
                      <a:pt x="26" y="2"/>
                    </a:lnTo>
                    <a:lnTo>
                      <a:pt x="20" y="4"/>
                    </a:lnTo>
                    <a:lnTo>
                      <a:pt x="11" y="8"/>
                    </a:lnTo>
                    <a:lnTo>
                      <a:pt x="5" y="14"/>
                    </a:lnTo>
                    <a:lnTo>
                      <a:pt x="2" y="20"/>
                    </a:lnTo>
                    <a:lnTo>
                      <a:pt x="0" y="24"/>
                    </a:lnTo>
                    <a:lnTo>
                      <a:pt x="0" y="38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2" y="130"/>
                    </a:lnTo>
                    <a:lnTo>
                      <a:pt x="2" y="135"/>
                    </a:lnTo>
                    <a:lnTo>
                      <a:pt x="3" y="137"/>
                    </a:lnTo>
                    <a:lnTo>
                      <a:pt x="11" y="144"/>
                    </a:lnTo>
                    <a:lnTo>
                      <a:pt x="22" y="153"/>
                    </a:lnTo>
                    <a:lnTo>
                      <a:pt x="28" y="157"/>
                    </a:lnTo>
                    <a:lnTo>
                      <a:pt x="31" y="153"/>
                    </a:lnTo>
                    <a:lnTo>
                      <a:pt x="33" y="149"/>
                    </a:lnTo>
                    <a:lnTo>
                      <a:pt x="29" y="142"/>
                    </a:lnTo>
                    <a:lnTo>
                      <a:pt x="26" y="140"/>
                    </a:lnTo>
                    <a:lnTo>
                      <a:pt x="24" y="138"/>
                    </a:lnTo>
                    <a:lnTo>
                      <a:pt x="20" y="137"/>
                    </a:lnTo>
                    <a:lnTo>
                      <a:pt x="15" y="133"/>
                    </a:lnTo>
                    <a:lnTo>
                      <a:pt x="13" y="126"/>
                    </a:lnTo>
                    <a:lnTo>
                      <a:pt x="11" y="120"/>
                    </a:lnTo>
                    <a:lnTo>
                      <a:pt x="11" y="102"/>
                    </a:lnTo>
                    <a:lnTo>
                      <a:pt x="9" y="36"/>
                    </a:lnTo>
                    <a:lnTo>
                      <a:pt x="11" y="27"/>
                    </a:lnTo>
                    <a:lnTo>
                      <a:pt x="13" y="22"/>
                    </a:lnTo>
                    <a:lnTo>
                      <a:pt x="15" y="20"/>
                    </a:lnTo>
                    <a:lnTo>
                      <a:pt x="22" y="16"/>
                    </a:lnTo>
                    <a:lnTo>
                      <a:pt x="29" y="14"/>
                    </a:lnTo>
                    <a:lnTo>
                      <a:pt x="33" y="12"/>
                    </a:lnTo>
                    <a:lnTo>
                      <a:pt x="35" y="6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3" name="Freeform 385">
                <a:extLst>
                  <a:ext uri="{FF2B5EF4-FFF2-40B4-BE49-F238E27FC236}">
                    <a16:creationId xmlns:a16="http://schemas.microsoft.com/office/drawing/2014/main" id="{83EDFE01-BF86-7D4B-AB67-F04A245090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0" y="3354"/>
                <a:ext cx="35" cy="253"/>
              </a:xfrm>
              <a:custGeom>
                <a:avLst/>
                <a:gdLst>
                  <a:gd name="T0" fmla="*/ 2 w 35"/>
                  <a:gd name="T1" fmla="*/ 8 h 253"/>
                  <a:gd name="T2" fmla="*/ 0 w 35"/>
                  <a:gd name="T3" fmla="*/ 252 h 253"/>
                  <a:gd name="T4" fmla="*/ 34 w 35"/>
                  <a:gd name="T5" fmla="*/ 252 h 253"/>
                  <a:gd name="T6" fmla="*/ 34 w 35"/>
                  <a:gd name="T7" fmla="*/ 0 h 253"/>
                  <a:gd name="T8" fmla="*/ 2 w 35"/>
                  <a:gd name="T9" fmla="*/ 8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3"/>
                  <a:gd name="T17" fmla="*/ 35 w 35"/>
                  <a:gd name="T18" fmla="*/ 253 h 2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3">
                    <a:moveTo>
                      <a:pt x="2" y="8"/>
                    </a:moveTo>
                    <a:lnTo>
                      <a:pt x="0" y="252"/>
                    </a:lnTo>
                    <a:lnTo>
                      <a:pt x="34" y="252"/>
                    </a:lnTo>
                    <a:lnTo>
                      <a:pt x="34" y="0"/>
                    </a:lnTo>
                    <a:lnTo>
                      <a:pt x="2" y="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4" name="Freeform 386">
                <a:extLst>
                  <a:ext uri="{FF2B5EF4-FFF2-40B4-BE49-F238E27FC236}">
                    <a16:creationId xmlns:a16="http://schemas.microsoft.com/office/drawing/2014/main" id="{BD6DE5F4-8650-D840-AEE2-0D2BFFF83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3306"/>
                <a:ext cx="377" cy="598"/>
              </a:xfrm>
              <a:custGeom>
                <a:avLst/>
                <a:gdLst>
                  <a:gd name="T0" fmla="*/ 0 w 377"/>
                  <a:gd name="T1" fmla="*/ 0 h 598"/>
                  <a:gd name="T2" fmla="*/ 2 w 377"/>
                  <a:gd name="T3" fmla="*/ 512 h 598"/>
                  <a:gd name="T4" fmla="*/ 81 w 377"/>
                  <a:gd name="T5" fmla="*/ 591 h 598"/>
                  <a:gd name="T6" fmla="*/ 111 w 377"/>
                  <a:gd name="T7" fmla="*/ 597 h 598"/>
                  <a:gd name="T8" fmla="*/ 111 w 377"/>
                  <a:gd name="T9" fmla="*/ 579 h 598"/>
                  <a:gd name="T10" fmla="*/ 62 w 377"/>
                  <a:gd name="T11" fmla="*/ 533 h 598"/>
                  <a:gd name="T12" fmla="*/ 62 w 377"/>
                  <a:gd name="T13" fmla="*/ 479 h 598"/>
                  <a:gd name="T14" fmla="*/ 56 w 377"/>
                  <a:gd name="T15" fmla="*/ 479 h 598"/>
                  <a:gd name="T16" fmla="*/ 56 w 377"/>
                  <a:gd name="T17" fmla="*/ 472 h 598"/>
                  <a:gd name="T18" fmla="*/ 116 w 377"/>
                  <a:gd name="T19" fmla="*/ 460 h 598"/>
                  <a:gd name="T20" fmla="*/ 116 w 377"/>
                  <a:gd name="T21" fmla="*/ 322 h 598"/>
                  <a:gd name="T22" fmla="*/ 122 w 377"/>
                  <a:gd name="T23" fmla="*/ 322 h 598"/>
                  <a:gd name="T24" fmla="*/ 126 w 377"/>
                  <a:gd name="T25" fmla="*/ 306 h 598"/>
                  <a:gd name="T26" fmla="*/ 166 w 377"/>
                  <a:gd name="T27" fmla="*/ 306 h 598"/>
                  <a:gd name="T28" fmla="*/ 168 w 377"/>
                  <a:gd name="T29" fmla="*/ 54 h 598"/>
                  <a:gd name="T30" fmla="*/ 199 w 377"/>
                  <a:gd name="T31" fmla="*/ 46 h 598"/>
                  <a:gd name="T32" fmla="*/ 253 w 377"/>
                  <a:gd name="T33" fmla="*/ 50 h 598"/>
                  <a:gd name="T34" fmla="*/ 253 w 377"/>
                  <a:gd name="T35" fmla="*/ 38 h 598"/>
                  <a:gd name="T36" fmla="*/ 376 w 377"/>
                  <a:gd name="T37" fmla="*/ 28 h 598"/>
                  <a:gd name="T38" fmla="*/ 0 w 377"/>
                  <a:gd name="T39" fmla="*/ 0 h 5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77"/>
                  <a:gd name="T61" fmla="*/ 0 h 598"/>
                  <a:gd name="T62" fmla="*/ 377 w 377"/>
                  <a:gd name="T63" fmla="*/ 598 h 59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77" h="598">
                    <a:moveTo>
                      <a:pt x="0" y="0"/>
                    </a:moveTo>
                    <a:lnTo>
                      <a:pt x="2" y="512"/>
                    </a:lnTo>
                    <a:lnTo>
                      <a:pt x="81" y="591"/>
                    </a:lnTo>
                    <a:lnTo>
                      <a:pt x="111" y="597"/>
                    </a:lnTo>
                    <a:lnTo>
                      <a:pt x="111" y="579"/>
                    </a:lnTo>
                    <a:lnTo>
                      <a:pt x="62" y="533"/>
                    </a:lnTo>
                    <a:lnTo>
                      <a:pt x="62" y="479"/>
                    </a:lnTo>
                    <a:lnTo>
                      <a:pt x="56" y="479"/>
                    </a:lnTo>
                    <a:lnTo>
                      <a:pt x="56" y="472"/>
                    </a:lnTo>
                    <a:lnTo>
                      <a:pt x="116" y="460"/>
                    </a:lnTo>
                    <a:lnTo>
                      <a:pt x="116" y="322"/>
                    </a:lnTo>
                    <a:lnTo>
                      <a:pt x="122" y="322"/>
                    </a:lnTo>
                    <a:lnTo>
                      <a:pt x="126" y="306"/>
                    </a:lnTo>
                    <a:lnTo>
                      <a:pt x="166" y="306"/>
                    </a:lnTo>
                    <a:lnTo>
                      <a:pt x="168" y="54"/>
                    </a:lnTo>
                    <a:lnTo>
                      <a:pt x="199" y="46"/>
                    </a:lnTo>
                    <a:lnTo>
                      <a:pt x="253" y="50"/>
                    </a:lnTo>
                    <a:lnTo>
                      <a:pt x="253" y="38"/>
                    </a:lnTo>
                    <a:lnTo>
                      <a:pt x="376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5" name="Freeform 387">
                <a:extLst>
                  <a:ext uri="{FF2B5EF4-FFF2-40B4-BE49-F238E27FC236}">
                    <a16:creationId xmlns:a16="http://schemas.microsoft.com/office/drawing/2014/main" id="{5CB230D1-103D-8440-AF30-B1045845A5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475"/>
                <a:ext cx="44" cy="272"/>
              </a:xfrm>
              <a:custGeom>
                <a:avLst/>
                <a:gdLst>
                  <a:gd name="T0" fmla="*/ 33 w 44"/>
                  <a:gd name="T1" fmla="*/ 0 h 272"/>
                  <a:gd name="T2" fmla="*/ 33 w 44"/>
                  <a:gd name="T3" fmla="*/ 216 h 272"/>
                  <a:gd name="T4" fmla="*/ 0 w 44"/>
                  <a:gd name="T5" fmla="*/ 249 h 272"/>
                  <a:gd name="T6" fmla="*/ 0 w 44"/>
                  <a:gd name="T7" fmla="*/ 271 h 272"/>
                  <a:gd name="T8" fmla="*/ 43 w 44"/>
                  <a:gd name="T9" fmla="*/ 225 h 272"/>
                  <a:gd name="T10" fmla="*/ 43 w 44"/>
                  <a:gd name="T11" fmla="*/ 8 h 272"/>
                  <a:gd name="T12" fmla="*/ 33 w 44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"/>
                  <a:gd name="T22" fmla="*/ 0 h 272"/>
                  <a:gd name="T23" fmla="*/ 44 w 44"/>
                  <a:gd name="T24" fmla="*/ 272 h 27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" h="272">
                    <a:moveTo>
                      <a:pt x="33" y="0"/>
                    </a:moveTo>
                    <a:lnTo>
                      <a:pt x="33" y="216"/>
                    </a:lnTo>
                    <a:lnTo>
                      <a:pt x="0" y="249"/>
                    </a:lnTo>
                    <a:lnTo>
                      <a:pt x="0" y="271"/>
                    </a:lnTo>
                    <a:lnTo>
                      <a:pt x="43" y="225"/>
                    </a:lnTo>
                    <a:lnTo>
                      <a:pt x="43" y="8"/>
                    </a:lnTo>
                    <a:lnTo>
                      <a:pt x="33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6" name="Freeform 388">
                <a:extLst>
                  <a:ext uri="{FF2B5EF4-FFF2-40B4-BE49-F238E27FC236}">
                    <a16:creationId xmlns:a16="http://schemas.microsoft.com/office/drawing/2014/main" id="{9AB547FE-B82F-FF45-B352-69AC5D7F61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7" y="3415"/>
                <a:ext cx="22" cy="109"/>
              </a:xfrm>
              <a:custGeom>
                <a:avLst/>
                <a:gdLst>
                  <a:gd name="T0" fmla="*/ 0 w 22"/>
                  <a:gd name="T1" fmla="*/ 2 h 109"/>
                  <a:gd name="T2" fmla="*/ 0 w 22"/>
                  <a:gd name="T3" fmla="*/ 108 h 109"/>
                  <a:gd name="T4" fmla="*/ 21 w 22"/>
                  <a:gd name="T5" fmla="*/ 108 h 109"/>
                  <a:gd name="T6" fmla="*/ 21 w 22"/>
                  <a:gd name="T7" fmla="*/ 0 h 109"/>
                  <a:gd name="T8" fmla="*/ 0 w 22"/>
                  <a:gd name="T9" fmla="*/ 2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109"/>
                  <a:gd name="T17" fmla="*/ 22 w 22"/>
                  <a:gd name="T18" fmla="*/ 109 h 1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109">
                    <a:moveTo>
                      <a:pt x="0" y="2"/>
                    </a:moveTo>
                    <a:lnTo>
                      <a:pt x="0" y="108"/>
                    </a:lnTo>
                    <a:lnTo>
                      <a:pt x="21" y="108"/>
                    </a:lnTo>
                    <a:lnTo>
                      <a:pt x="2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7" name="Freeform 389">
                <a:extLst>
                  <a:ext uri="{FF2B5EF4-FFF2-40B4-BE49-F238E27FC236}">
                    <a16:creationId xmlns:a16="http://schemas.microsoft.com/office/drawing/2014/main" id="{A5878C77-6EDD-BA4C-BFD6-E0D9AFD2A9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08" y="3661"/>
                <a:ext cx="246" cy="164"/>
              </a:xfrm>
              <a:custGeom>
                <a:avLst/>
                <a:gdLst>
                  <a:gd name="T0" fmla="*/ 42 w 246"/>
                  <a:gd name="T1" fmla="*/ 0 h 164"/>
                  <a:gd name="T2" fmla="*/ 0 w 246"/>
                  <a:gd name="T3" fmla="*/ 141 h 164"/>
                  <a:gd name="T4" fmla="*/ 202 w 246"/>
                  <a:gd name="T5" fmla="*/ 163 h 164"/>
                  <a:gd name="T6" fmla="*/ 245 w 246"/>
                  <a:gd name="T7" fmla="*/ 14 h 164"/>
                  <a:gd name="T8" fmla="*/ 42 w 246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6"/>
                  <a:gd name="T16" fmla="*/ 0 h 164"/>
                  <a:gd name="T17" fmla="*/ 246 w 246"/>
                  <a:gd name="T18" fmla="*/ 164 h 1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6" h="164">
                    <a:moveTo>
                      <a:pt x="42" y="0"/>
                    </a:moveTo>
                    <a:lnTo>
                      <a:pt x="0" y="141"/>
                    </a:lnTo>
                    <a:lnTo>
                      <a:pt x="202" y="163"/>
                    </a:lnTo>
                    <a:lnTo>
                      <a:pt x="245" y="14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8" name="Freeform 390">
                <a:extLst>
                  <a:ext uri="{FF2B5EF4-FFF2-40B4-BE49-F238E27FC236}">
                    <a16:creationId xmlns:a16="http://schemas.microsoft.com/office/drawing/2014/main" id="{3B97EE59-69B5-B547-A3B2-B55B04410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18" y="3665"/>
                <a:ext cx="225" cy="143"/>
              </a:xfrm>
              <a:custGeom>
                <a:avLst/>
                <a:gdLst>
                  <a:gd name="T0" fmla="*/ 35 w 225"/>
                  <a:gd name="T1" fmla="*/ 0 h 143"/>
                  <a:gd name="T2" fmla="*/ 0 w 225"/>
                  <a:gd name="T3" fmla="*/ 124 h 143"/>
                  <a:gd name="T4" fmla="*/ 186 w 225"/>
                  <a:gd name="T5" fmla="*/ 142 h 143"/>
                  <a:gd name="T6" fmla="*/ 224 w 225"/>
                  <a:gd name="T7" fmla="*/ 13 h 143"/>
                  <a:gd name="T8" fmla="*/ 35 w 22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5"/>
                  <a:gd name="T16" fmla="*/ 0 h 143"/>
                  <a:gd name="T17" fmla="*/ 225 w 225"/>
                  <a:gd name="T18" fmla="*/ 143 h 1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5" h="143">
                    <a:moveTo>
                      <a:pt x="35" y="0"/>
                    </a:moveTo>
                    <a:lnTo>
                      <a:pt x="0" y="124"/>
                    </a:lnTo>
                    <a:lnTo>
                      <a:pt x="186" y="142"/>
                    </a:lnTo>
                    <a:lnTo>
                      <a:pt x="224" y="13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69" name="Freeform 391">
                <a:extLst>
                  <a:ext uri="{FF2B5EF4-FFF2-40B4-BE49-F238E27FC236}">
                    <a16:creationId xmlns:a16="http://schemas.microsoft.com/office/drawing/2014/main" id="{A23DAB7A-1D12-E14F-AD7F-2EDCC72768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3" y="3746"/>
                <a:ext cx="24" cy="29"/>
              </a:xfrm>
              <a:custGeom>
                <a:avLst/>
                <a:gdLst>
                  <a:gd name="T0" fmla="*/ 0 w 24"/>
                  <a:gd name="T1" fmla="*/ 10 h 29"/>
                  <a:gd name="T2" fmla="*/ 0 w 24"/>
                  <a:gd name="T3" fmla="*/ 20 h 29"/>
                  <a:gd name="T4" fmla="*/ 5 w 24"/>
                  <a:gd name="T5" fmla="*/ 28 h 29"/>
                  <a:gd name="T6" fmla="*/ 15 w 24"/>
                  <a:gd name="T7" fmla="*/ 26 h 29"/>
                  <a:gd name="T8" fmla="*/ 23 w 24"/>
                  <a:gd name="T9" fmla="*/ 19 h 29"/>
                  <a:gd name="T10" fmla="*/ 23 w 24"/>
                  <a:gd name="T11" fmla="*/ 8 h 29"/>
                  <a:gd name="T12" fmla="*/ 15 w 24"/>
                  <a:gd name="T13" fmla="*/ 0 h 29"/>
                  <a:gd name="T14" fmla="*/ 5 w 24"/>
                  <a:gd name="T15" fmla="*/ 2 h 29"/>
                  <a:gd name="T16" fmla="*/ 0 w 24"/>
                  <a:gd name="T17" fmla="*/ 1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29"/>
                  <a:gd name="T29" fmla="*/ 24 w 24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29">
                    <a:moveTo>
                      <a:pt x="0" y="10"/>
                    </a:moveTo>
                    <a:lnTo>
                      <a:pt x="0" y="20"/>
                    </a:lnTo>
                    <a:lnTo>
                      <a:pt x="5" y="28"/>
                    </a:lnTo>
                    <a:lnTo>
                      <a:pt x="15" y="26"/>
                    </a:lnTo>
                    <a:lnTo>
                      <a:pt x="23" y="19"/>
                    </a:lnTo>
                    <a:lnTo>
                      <a:pt x="23" y="8"/>
                    </a:lnTo>
                    <a:lnTo>
                      <a:pt x="15" y="0"/>
                    </a:lnTo>
                    <a:lnTo>
                      <a:pt x="5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0" name="Freeform 392">
                <a:extLst>
                  <a:ext uri="{FF2B5EF4-FFF2-40B4-BE49-F238E27FC236}">
                    <a16:creationId xmlns:a16="http://schemas.microsoft.com/office/drawing/2014/main" id="{4FE7C5C4-34C4-F645-A295-B400085748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9" y="3745"/>
                <a:ext cx="19" cy="25"/>
              </a:xfrm>
              <a:custGeom>
                <a:avLst/>
                <a:gdLst>
                  <a:gd name="T0" fmla="*/ 0 w 19"/>
                  <a:gd name="T1" fmla="*/ 10 h 25"/>
                  <a:gd name="T2" fmla="*/ 0 w 19"/>
                  <a:gd name="T3" fmla="*/ 19 h 25"/>
                  <a:gd name="T4" fmla="*/ 6 w 19"/>
                  <a:gd name="T5" fmla="*/ 24 h 25"/>
                  <a:gd name="T6" fmla="*/ 12 w 19"/>
                  <a:gd name="T7" fmla="*/ 24 h 25"/>
                  <a:gd name="T8" fmla="*/ 18 w 19"/>
                  <a:gd name="T9" fmla="*/ 17 h 25"/>
                  <a:gd name="T10" fmla="*/ 18 w 19"/>
                  <a:gd name="T11" fmla="*/ 6 h 25"/>
                  <a:gd name="T12" fmla="*/ 12 w 19"/>
                  <a:gd name="T13" fmla="*/ 0 h 25"/>
                  <a:gd name="T14" fmla="*/ 6 w 19"/>
                  <a:gd name="T15" fmla="*/ 2 h 25"/>
                  <a:gd name="T16" fmla="*/ 0 w 19"/>
                  <a:gd name="T17" fmla="*/ 1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5"/>
                  <a:gd name="T29" fmla="*/ 19 w 19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5">
                    <a:moveTo>
                      <a:pt x="0" y="10"/>
                    </a:moveTo>
                    <a:lnTo>
                      <a:pt x="0" y="19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17"/>
                    </a:lnTo>
                    <a:lnTo>
                      <a:pt x="18" y="6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1" name="Freeform 393">
                <a:extLst>
                  <a:ext uri="{FF2B5EF4-FFF2-40B4-BE49-F238E27FC236}">
                    <a16:creationId xmlns:a16="http://schemas.microsoft.com/office/drawing/2014/main" id="{9B9BB466-1178-BF41-A4A4-6BC7967B9E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7" y="3675"/>
                <a:ext cx="187" cy="53"/>
              </a:xfrm>
              <a:custGeom>
                <a:avLst/>
                <a:gdLst>
                  <a:gd name="T0" fmla="*/ 12 w 187"/>
                  <a:gd name="T1" fmla="*/ 0 h 53"/>
                  <a:gd name="T2" fmla="*/ 0 w 187"/>
                  <a:gd name="T3" fmla="*/ 41 h 53"/>
                  <a:gd name="T4" fmla="*/ 174 w 187"/>
                  <a:gd name="T5" fmla="*/ 52 h 53"/>
                  <a:gd name="T6" fmla="*/ 186 w 187"/>
                  <a:gd name="T7" fmla="*/ 12 h 53"/>
                  <a:gd name="T8" fmla="*/ 12 w 187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7"/>
                  <a:gd name="T16" fmla="*/ 0 h 53"/>
                  <a:gd name="T17" fmla="*/ 187 w 187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7" h="53">
                    <a:moveTo>
                      <a:pt x="12" y="0"/>
                    </a:moveTo>
                    <a:lnTo>
                      <a:pt x="0" y="41"/>
                    </a:lnTo>
                    <a:lnTo>
                      <a:pt x="174" y="52"/>
                    </a:lnTo>
                    <a:lnTo>
                      <a:pt x="186" y="12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2" name="Freeform 394">
                <a:extLst>
                  <a:ext uri="{FF2B5EF4-FFF2-40B4-BE49-F238E27FC236}">
                    <a16:creationId xmlns:a16="http://schemas.microsoft.com/office/drawing/2014/main" id="{A56AE723-232A-A047-96A7-B72C9555E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4" y="3676"/>
                <a:ext cx="50" cy="38"/>
              </a:xfrm>
              <a:custGeom>
                <a:avLst/>
                <a:gdLst>
                  <a:gd name="T0" fmla="*/ 10 w 50"/>
                  <a:gd name="T1" fmla="*/ 0 h 38"/>
                  <a:gd name="T2" fmla="*/ 0 w 50"/>
                  <a:gd name="T3" fmla="*/ 35 h 38"/>
                  <a:gd name="T4" fmla="*/ 39 w 50"/>
                  <a:gd name="T5" fmla="*/ 37 h 38"/>
                  <a:gd name="T6" fmla="*/ 49 w 50"/>
                  <a:gd name="T7" fmla="*/ 4 h 38"/>
                  <a:gd name="T8" fmla="*/ 10 w 5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10" y="0"/>
                    </a:moveTo>
                    <a:lnTo>
                      <a:pt x="0" y="35"/>
                    </a:lnTo>
                    <a:lnTo>
                      <a:pt x="39" y="37"/>
                    </a:lnTo>
                    <a:lnTo>
                      <a:pt x="49" y="4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3" name="Freeform 395">
                <a:extLst>
                  <a:ext uri="{FF2B5EF4-FFF2-40B4-BE49-F238E27FC236}">
                    <a16:creationId xmlns:a16="http://schemas.microsoft.com/office/drawing/2014/main" id="{C684D226-D737-5948-9FF1-D92B3563A3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90" y="3689"/>
                <a:ext cx="37" cy="30"/>
              </a:xfrm>
              <a:custGeom>
                <a:avLst/>
                <a:gdLst>
                  <a:gd name="T0" fmla="*/ 12 w 37"/>
                  <a:gd name="T1" fmla="*/ 0 h 30"/>
                  <a:gd name="T2" fmla="*/ 0 w 37"/>
                  <a:gd name="T3" fmla="*/ 27 h 30"/>
                  <a:gd name="T4" fmla="*/ 24 w 37"/>
                  <a:gd name="T5" fmla="*/ 29 h 30"/>
                  <a:gd name="T6" fmla="*/ 36 w 37"/>
                  <a:gd name="T7" fmla="*/ 2 h 30"/>
                  <a:gd name="T8" fmla="*/ 12 w 3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0"/>
                  <a:gd name="T17" fmla="*/ 37 w 37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0">
                    <a:moveTo>
                      <a:pt x="12" y="0"/>
                    </a:moveTo>
                    <a:lnTo>
                      <a:pt x="0" y="27"/>
                    </a:lnTo>
                    <a:lnTo>
                      <a:pt x="24" y="29"/>
                    </a:lnTo>
                    <a:lnTo>
                      <a:pt x="36" y="2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4" name="Freeform 396">
                <a:extLst>
                  <a:ext uri="{FF2B5EF4-FFF2-40B4-BE49-F238E27FC236}">
                    <a16:creationId xmlns:a16="http://schemas.microsoft.com/office/drawing/2014/main" id="{597CE0F4-B0BF-4343-B5F0-1C1FACF04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" y="3680"/>
                <a:ext cx="44" cy="36"/>
              </a:xfrm>
              <a:custGeom>
                <a:avLst/>
                <a:gdLst>
                  <a:gd name="T0" fmla="*/ 9 w 44"/>
                  <a:gd name="T1" fmla="*/ 0 h 36"/>
                  <a:gd name="T2" fmla="*/ 0 w 44"/>
                  <a:gd name="T3" fmla="*/ 33 h 36"/>
                  <a:gd name="T4" fmla="*/ 34 w 44"/>
                  <a:gd name="T5" fmla="*/ 35 h 36"/>
                  <a:gd name="T6" fmla="*/ 43 w 44"/>
                  <a:gd name="T7" fmla="*/ 2 h 36"/>
                  <a:gd name="T8" fmla="*/ 9 w 4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9" y="0"/>
                    </a:moveTo>
                    <a:lnTo>
                      <a:pt x="0" y="33"/>
                    </a:lnTo>
                    <a:lnTo>
                      <a:pt x="34" y="35"/>
                    </a:lnTo>
                    <a:lnTo>
                      <a:pt x="43" y="2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5" name="Freeform 397">
                <a:extLst>
                  <a:ext uri="{FF2B5EF4-FFF2-40B4-BE49-F238E27FC236}">
                    <a16:creationId xmlns:a16="http://schemas.microsoft.com/office/drawing/2014/main" id="{8A337C77-AA08-014D-A1CE-A077E37FA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46" y="3681"/>
                <a:ext cx="43" cy="38"/>
              </a:xfrm>
              <a:custGeom>
                <a:avLst/>
                <a:gdLst>
                  <a:gd name="T0" fmla="*/ 10 w 43"/>
                  <a:gd name="T1" fmla="*/ 0 h 38"/>
                  <a:gd name="T2" fmla="*/ 0 w 43"/>
                  <a:gd name="T3" fmla="*/ 35 h 38"/>
                  <a:gd name="T4" fmla="*/ 31 w 43"/>
                  <a:gd name="T5" fmla="*/ 37 h 38"/>
                  <a:gd name="T6" fmla="*/ 42 w 43"/>
                  <a:gd name="T7" fmla="*/ 4 h 38"/>
                  <a:gd name="T8" fmla="*/ 10 w 43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8"/>
                  <a:gd name="T17" fmla="*/ 43 w 43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8">
                    <a:moveTo>
                      <a:pt x="10" y="0"/>
                    </a:moveTo>
                    <a:lnTo>
                      <a:pt x="0" y="35"/>
                    </a:lnTo>
                    <a:lnTo>
                      <a:pt x="31" y="37"/>
                    </a:lnTo>
                    <a:lnTo>
                      <a:pt x="42" y="4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6" name="Freeform 398">
                <a:extLst>
                  <a:ext uri="{FF2B5EF4-FFF2-40B4-BE49-F238E27FC236}">
                    <a16:creationId xmlns:a16="http://schemas.microsoft.com/office/drawing/2014/main" id="{2F2FB837-A0BA-334E-8993-C98CC01B9F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4" y="3736"/>
                <a:ext cx="21" cy="28"/>
              </a:xfrm>
              <a:custGeom>
                <a:avLst/>
                <a:gdLst>
                  <a:gd name="T0" fmla="*/ 0 w 21"/>
                  <a:gd name="T1" fmla="*/ 10 h 28"/>
                  <a:gd name="T2" fmla="*/ 0 w 21"/>
                  <a:gd name="T3" fmla="*/ 21 h 28"/>
                  <a:gd name="T4" fmla="*/ 5 w 21"/>
                  <a:gd name="T5" fmla="*/ 27 h 28"/>
                  <a:gd name="T6" fmla="*/ 14 w 21"/>
                  <a:gd name="T7" fmla="*/ 27 h 28"/>
                  <a:gd name="T8" fmla="*/ 20 w 21"/>
                  <a:gd name="T9" fmla="*/ 18 h 28"/>
                  <a:gd name="T10" fmla="*/ 20 w 21"/>
                  <a:gd name="T11" fmla="*/ 5 h 28"/>
                  <a:gd name="T12" fmla="*/ 14 w 21"/>
                  <a:gd name="T13" fmla="*/ 0 h 28"/>
                  <a:gd name="T14" fmla="*/ 5 w 21"/>
                  <a:gd name="T15" fmla="*/ 2 h 28"/>
                  <a:gd name="T16" fmla="*/ 0 w 2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8"/>
                  <a:gd name="T29" fmla="*/ 21 w 21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8">
                    <a:moveTo>
                      <a:pt x="0" y="10"/>
                    </a:moveTo>
                    <a:lnTo>
                      <a:pt x="0" y="21"/>
                    </a:lnTo>
                    <a:lnTo>
                      <a:pt x="5" y="27"/>
                    </a:lnTo>
                    <a:lnTo>
                      <a:pt x="14" y="27"/>
                    </a:lnTo>
                    <a:lnTo>
                      <a:pt x="20" y="18"/>
                    </a:lnTo>
                    <a:lnTo>
                      <a:pt x="20" y="5"/>
                    </a:lnTo>
                    <a:lnTo>
                      <a:pt x="14" y="0"/>
                    </a:lnTo>
                    <a:lnTo>
                      <a:pt x="5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7" name="Freeform 399">
                <a:extLst>
                  <a:ext uri="{FF2B5EF4-FFF2-40B4-BE49-F238E27FC236}">
                    <a16:creationId xmlns:a16="http://schemas.microsoft.com/office/drawing/2014/main" id="{7C00965B-D851-F344-AF12-174D1DEB97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39" y="3735"/>
                <a:ext cx="19" cy="24"/>
              </a:xfrm>
              <a:custGeom>
                <a:avLst/>
                <a:gdLst>
                  <a:gd name="T0" fmla="*/ 0 w 19"/>
                  <a:gd name="T1" fmla="*/ 7 h 24"/>
                  <a:gd name="T2" fmla="*/ 0 w 19"/>
                  <a:gd name="T3" fmla="*/ 17 h 24"/>
                  <a:gd name="T4" fmla="*/ 5 w 19"/>
                  <a:gd name="T5" fmla="*/ 23 h 24"/>
                  <a:gd name="T6" fmla="*/ 12 w 19"/>
                  <a:gd name="T7" fmla="*/ 23 h 24"/>
                  <a:gd name="T8" fmla="*/ 18 w 19"/>
                  <a:gd name="T9" fmla="*/ 15 h 24"/>
                  <a:gd name="T10" fmla="*/ 18 w 19"/>
                  <a:gd name="T11" fmla="*/ 6 h 24"/>
                  <a:gd name="T12" fmla="*/ 12 w 19"/>
                  <a:gd name="T13" fmla="*/ 0 h 24"/>
                  <a:gd name="T14" fmla="*/ 5 w 19"/>
                  <a:gd name="T15" fmla="*/ 2 h 24"/>
                  <a:gd name="T16" fmla="*/ 0 w 19"/>
                  <a:gd name="T17" fmla="*/ 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4"/>
                  <a:gd name="T29" fmla="*/ 19 w 19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4">
                    <a:moveTo>
                      <a:pt x="0" y="7"/>
                    </a:moveTo>
                    <a:lnTo>
                      <a:pt x="0" y="17"/>
                    </a:lnTo>
                    <a:lnTo>
                      <a:pt x="5" y="23"/>
                    </a:lnTo>
                    <a:lnTo>
                      <a:pt x="12" y="23"/>
                    </a:lnTo>
                    <a:lnTo>
                      <a:pt x="18" y="15"/>
                    </a:lnTo>
                    <a:lnTo>
                      <a:pt x="18" y="6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8" name="Freeform 400">
                <a:extLst>
                  <a:ext uri="{FF2B5EF4-FFF2-40B4-BE49-F238E27FC236}">
                    <a16:creationId xmlns:a16="http://schemas.microsoft.com/office/drawing/2014/main" id="{124F6193-6EF7-6846-BDED-5ECF472C31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36" y="3765"/>
                <a:ext cx="18" cy="14"/>
              </a:xfrm>
              <a:custGeom>
                <a:avLst/>
                <a:gdLst>
                  <a:gd name="T0" fmla="*/ 2 w 18"/>
                  <a:gd name="T1" fmla="*/ 0 h 14"/>
                  <a:gd name="T2" fmla="*/ 0 w 18"/>
                  <a:gd name="T3" fmla="*/ 10 h 14"/>
                  <a:gd name="T4" fmla="*/ 15 w 18"/>
                  <a:gd name="T5" fmla="*/ 13 h 14"/>
                  <a:gd name="T6" fmla="*/ 17 w 18"/>
                  <a:gd name="T7" fmla="*/ 3 h 14"/>
                  <a:gd name="T8" fmla="*/ 2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4"/>
                  <a:gd name="T17" fmla="*/ 18 w 18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4">
                    <a:moveTo>
                      <a:pt x="2" y="0"/>
                    </a:moveTo>
                    <a:lnTo>
                      <a:pt x="0" y="10"/>
                    </a:lnTo>
                    <a:lnTo>
                      <a:pt x="15" y="13"/>
                    </a:lnTo>
                    <a:lnTo>
                      <a:pt x="17" y="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79" name="Freeform 401">
                <a:extLst>
                  <a:ext uri="{FF2B5EF4-FFF2-40B4-BE49-F238E27FC236}">
                    <a16:creationId xmlns:a16="http://schemas.microsoft.com/office/drawing/2014/main" id="{E932C4E5-F7B8-EB40-BFA6-975B1A8F2B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6" y="3737"/>
                <a:ext cx="89" cy="50"/>
              </a:xfrm>
              <a:custGeom>
                <a:avLst/>
                <a:gdLst>
                  <a:gd name="T0" fmla="*/ 14 w 89"/>
                  <a:gd name="T1" fmla="*/ 0 h 50"/>
                  <a:gd name="T2" fmla="*/ 0 w 89"/>
                  <a:gd name="T3" fmla="*/ 42 h 50"/>
                  <a:gd name="T4" fmla="*/ 74 w 89"/>
                  <a:gd name="T5" fmla="*/ 49 h 50"/>
                  <a:gd name="T6" fmla="*/ 88 w 89"/>
                  <a:gd name="T7" fmla="*/ 3 h 50"/>
                  <a:gd name="T8" fmla="*/ 14 w 89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50"/>
                  <a:gd name="T17" fmla="*/ 89 w 89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50">
                    <a:moveTo>
                      <a:pt x="14" y="0"/>
                    </a:moveTo>
                    <a:lnTo>
                      <a:pt x="0" y="42"/>
                    </a:lnTo>
                    <a:lnTo>
                      <a:pt x="74" y="49"/>
                    </a:lnTo>
                    <a:lnTo>
                      <a:pt x="88" y="3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0" name="Freeform 402">
                <a:extLst>
                  <a:ext uri="{FF2B5EF4-FFF2-40B4-BE49-F238E27FC236}">
                    <a16:creationId xmlns:a16="http://schemas.microsoft.com/office/drawing/2014/main" id="{63E9122D-A95F-AF4E-A11A-8F00A29B3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4" y="3778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0 w 13"/>
                  <a:gd name="T3" fmla="*/ 8 h 9"/>
                  <a:gd name="T4" fmla="*/ 10 w 13"/>
                  <a:gd name="T5" fmla="*/ 8 h 9"/>
                  <a:gd name="T6" fmla="*/ 12 w 13"/>
                  <a:gd name="T7" fmla="*/ 0 h 9"/>
                  <a:gd name="T8" fmla="*/ 2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9"/>
                  <a:gd name="T17" fmla="*/ 13 w 1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9">
                    <a:moveTo>
                      <a:pt x="2" y="0"/>
                    </a:moveTo>
                    <a:lnTo>
                      <a:pt x="0" y="8"/>
                    </a:lnTo>
                    <a:lnTo>
                      <a:pt x="10" y="8"/>
                    </a:lnTo>
                    <a:lnTo>
                      <a:pt x="12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1" name="Freeform 403">
                <a:extLst>
                  <a:ext uri="{FF2B5EF4-FFF2-40B4-BE49-F238E27FC236}">
                    <a16:creationId xmlns:a16="http://schemas.microsoft.com/office/drawing/2014/main" id="{AAD4BD5D-57FD-1641-A1D4-70D27D2388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3" y="3778"/>
                <a:ext cx="16" cy="10"/>
              </a:xfrm>
              <a:custGeom>
                <a:avLst/>
                <a:gdLst>
                  <a:gd name="T0" fmla="*/ 2 w 16"/>
                  <a:gd name="T1" fmla="*/ 0 h 10"/>
                  <a:gd name="T2" fmla="*/ 0 w 16"/>
                  <a:gd name="T3" fmla="*/ 7 h 10"/>
                  <a:gd name="T4" fmla="*/ 13 w 16"/>
                  <a:gd name="T5" fmla="*/ 9 h 10"/>
                  <a:gd name="T6" fmla="*/ 15 w 16"/>
                  <a:gd name="T7" fmla="*/ 2 h 10"/>
                  <a:gd name="T8" fmla="*/ 2 w 1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0"/>
                  <a:gd name="T17" fmla="*/ 16 w 16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0">
                    <a:moveTo>
                      <a:pt x="2" y="0"/>
                    </a:moveTo>
                    <a:lnTo>
                      <a:pt x="0" y="7"/>
                    </a:lnTo>
                    <a:lnTo>
                      <a:pt x="13" y="9"/>
                    </a:lnTo>
                    <a:lnTo>
                      <a:pt x="15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2" name="Freeform 404">
                <a:extLst>
                  <a:ext uri="{FF2B5EF4-FFF2-40B4-BE49-F238E27FC236}">
                    <a16:creationId xmlns:a16="http://schemas.microsoft.com/office/drawing/2014/main" id="{C8A58EA8-CD80-664C-A49D-582D26553D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0" y="3491"/>
                <a:ext cx="205" cy="186"/>
              </a:xfrm>
              <a:custGeom>
                <a:avLst/>
                <a:gdLst>
                  <a:gd name="T0" fmla="*/ 0 w 205"/>
                  <a:gd name="T1" fmla="*/ 0 h 186"/>
                  <a:gd name="T2" fmla="*/ 0 w 205"/>
                  <a:gd name="T3" fmla="*/ 171 h 186"/>
                  <a:gd name="T4" fmla="*/ 204 w 205"/>
                  <a:gd name="T5" fmla="*/ 185 h 186"/>
                  <a:gd name="T6" fmla="*/ 202 w 205"/>
                  <a:gd name="T7" fmla="*/ 0 h 186"/>
                  <a:gd name="T8" fmla="*/ 0 w 205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5"/>
                  <a:gd name="T16" fmla="*/ 0 h 186"/>
                  <a:gd name="T17" fmla="*/ 205 w 205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5" h="186">
                    <a:moveTo>
                      <a:pt x="0" y="0"/>
                    </a:moveTo>
                    <a:lnTo>
                      <a:pt x="0" y="171"/>
                    </a:lnTo>
                    <a:lnTo>
                      <a:pt x="204" y="185"/>
                    </a:lnTo>
                    <a:lnTo>
                      <a:pt x="20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3" name="Freeform 405">
                <a:extLst>
                  <a:ext uri="{FF2B5EF4-FFF2-40B4-BE49-F238E27FC236}">
                    <a16:creationId xmlns:a16="http://schemas.microsoft.com/office/drawing/2014/main" id="{6436AE8F-338D-9348-B349-613C721DE5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4" y="3500"/>
                <a:ext cx="194" cy="177"/>
              </a:xfrm>
              <a:custGeom>
                <a:avLst/>
                <a:gdLst>
                  <a:gd name="T0" fmla="*/ 4 w 194"/>
                  <a:gd name="T1" fmla="*/ 0 h 177"/>
                  <a:gd name="T2" fmla="*/ 0 w 194"/>
                  <a:gd name="T3" fmla="*/ 165 h 177"/>
                  <a:gd name="T4" fmla="*/ 191 w 194"/>
                  <a:gd name="T5" fmla="*/ 176 h 177"/>
                  <a:gd name="T6" fmla="*/ 193 w 194"/>
                  <a:gd name="T7" fmla="*/ 0 h 177"/>
                  <a:gd name="T8" fmla="*/ 4 w 19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177"/>
                  <a:gd name="T17" fmla="*/ 194 w 194"/>
                  <a:gd name="T18" fmla="*/ 177 h 1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177">
                    <a:moveTo>
                      <a:pt x="4" y="0"/>
                    </a:moveTo>
                    <a:lnTo>
                      <a:pt x="0" y="165"/>
                    </a:lnTo>
                    <a:lnTo>
                      <a:pt x="191" y="176"/>
                    </a:lnTo>
                    <a:lnTo>
                      <a:pt x="193" y="0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4" name="Freeform 406">
                <a:extLst>
                  <a:ext uri="{FF2B5EF4-FFF2-40B4-BE49-F238E27FC236}">
                    <a16:creationId xmlns:a16="http://schemas.microsoft.com/office/drawing/2014/main" id="{F2A3D72C-D3B0-7142-8698-CFA8C5DEC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6" y="3509"/>
                <a:ext cx="168" cy="158"/>
              </a:xfrm>
              <a:custGeom>
                <a:avLst/>
                <a:gdLst>
                  <a:gd name="T0" fmla="*/ 2 w 168"/>
                  <a:gd name="T1" fmla="*/ 0 h 158"/>
                  <a:gd name="T2" fmla="*/ 0 w 168"/>
                  <a:gd name="T3" fmla="*/ 143 h 158"/>
                  <a:gd name="T4" fmla="*/ 166 w 168"/>
                  <a:gd name="T5" fmla="*/ 157 h 158"/>
                  <a:gd name="T6" fmla="*/ 167 w 168"/>
                  <a:gd name="T7" fmla="*/ 0 h 158"/>
                  <a:gd name="T8" fmla="*/ 2 w 16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58"/>
                  <a:gd name="T17" fmla="*/ 168 w 16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58">
                    <a:moveTo>
                      <a:pt x="2" y="0"/>
                    </a:moveTo>
                    <a:lnTo>
                      <a:pt x="0" y="143"/>
                    </a:lnTo>
                    <a:lnTo>
                      <a:pt x="166" y="157"/>
                    </a:lnTo>
                    <a:lnTo>
                      <a:pt x="167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5" name="Oval 407">
                <a:extLst>
                  <a:ext uri="{FF2B5EF4-FFF2-40B4-BE49-F238E27FC236}">
                    <a16:creationId xmlns:a16="http://schemas.microsoft.com/office/drawing/2014/main" id="{755D9F68-690C-1543-887E-4F23674935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487" y="3509"/>
                <a:ext cx="4" cy="9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086" name="Freeform 408">
                <a:extLst>
                  <a:ext uri="{FF2B5EF4-FFF2-40B4-BE49-F238E27FC236}">
                    <a16:creationId xmlns:a16="http://schemas.microsoft.com/office/drawing/2014/main" id="{D4BFFD45-D1EE-7F40-9474-071360565A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7" y="3529"/>
                <a:ext cx="127" cy="111"/>
              </a:xfrm>
              <a:custGeom>
                <a:avLst/>
                <a:gdLst>
                  <a:gd name="T0" fmla="*/ 2 w 127"/>
                  <a:gd name="T1" fmla="*/ 0 h 111"/>
                  <a:gd name="T2" fmla="*/ 0 w 127"/>
                  <a:gd name="T3" fmla="*/ 102 h 111"/>
                  <a:gd name="T4" fmla="*/ 122 w 127"/>
                  <a:gd name="T5" fmla="*/ 110 h 111"/>
                  <a:gd name="T6" fmla="*/ 126 w 127"/>
                  <a:gd name="T7" fmla="*/ 4 h 111"/>
                  <a:gd name="T8" fmla="*/ 2 w 12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11"/>
                  <a:gd name="T17" fmla="*/ 127 w 127"/>
                  <a:gd name="T18" fmla="*/ 111 h 1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11">
                    <a:moveTo>
                      <a:pt x="2" y="0"/>
                    </a:moveTo>
                    <a:lnTo>
                      <a:pt x="0" y="102"/>
                    </a:lnTo>
                    <a:lnTo>
                      <a:pt x="122" y="110"/>
                    </a:lnTo>
                    <a:lnTo>
                      <a:pt x="126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7" name="Freeform 409">
                <a:extLst>
                  <a:ext uri="{FF2B5EF4-FFF2-40B4-BE49-F238E27FC236}">
                    <a16:creationId xmlns:a16="http://schemas.microsoft.com/office/drawing/2014/main" id="{FC960728-7DA7-4E48-9B71-9E99AE9C52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0" y="3535"/>
                <a:ext cx="117" cy="100"/>
              </a:xfrm>
              <a:custGeom>
                <a:avLst/>
                <a:gdLst>
                  <a:gd name="T0" fmla="*/ 2 w 117"/>
                  <a:gd name="T1" fmla="*/ 0 h 100"/>
                  <a:gd name="T2" fmla="*/ 0 w 117"/>
                  <a:gd name="T3" fmla="*/ 91 h 100"/>
                  <a:gd name="T4" fmla="*/ 114 w 117"/>
                  <a:gd name="T5" fmla="*/ 99 h 100"/>
                  <a:gd name="T6" fmla="*/ 116 w 117"/>
                  <a:gd name="T7" fmla="*/ 2 h 100"/>
                  <a:gd name="T8" fmla="*/ 2 w 117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"/>
                  <a:gd name="T16" fmla="*/ 0 h 100"/>
                  <a:gd name="T17" fmla="*/ 117 w 117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" h="100">
                    <a:moveTo>
                      <a:pt x="2" y="0"/>
                    </a:moveTo>
                    <a:lnTo>
                      <a:pt x="0" y="91"/>
                    </a:lnTo>
                    <a:lnTo>
                      <a:pt x="114" y="99"/>
                    </a:lnTo>
                    <a:lnTo>
                      <a:pt x="116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8" name="Freeform 410">
                <a:extLst>
                  <a:ext uri="{FF2B5EF4-FFF2-40B4-BE49-F238E27FC236}">
                    <a16:creationId xmlns:a16="http://schemas.microsoft.com/office/drawing/2014/main" id="{75FEB698-5C7A-B64F-A697-F487683F1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6" y="3540"/>
                <a:ext cx="105" cy="87"/>
              </a:xfrm>
              <a:custGeom>
                <a:avLst/>
                <a:gdLst>
                  <a:gd name="T0" fmla="*/ 2 w 105"/>
                  <a:gd name="T1" fmla="*/ 0 h 87"/>
                  <a:gd name="T2" fmla="*/ 0 w 105"/>
                  <a:gd name="T3" fmla="*/ 80 h 87"/>
                  <a:gd name="T4" fmla="*/ 102 w 105"/>
                  <a:gd name="T5" fmla="*/ 86 h 87"/>
                  <a:gd name="T6" fmla="*/ 104 w 105"/>
                  <a:gd name="T7" fmla="*/ 3 h 87"/>
                  <a:gd name="T8" fmla="*/ 2 w 105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87"/>
                  <a:gd name="T17" fmla="*/ 105 w 10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87">
                    <a:moveTo>
                      <a:pt x="2" y="0"/>
                    </a:moveTo>
                    <a:lnTo>
                      <a:pt x="0" y="80"/>
                    </a:lnTo>
                    <a:lnTo>
                      <a:pt x="102" y="86"/>
                    </a:lnTo>
                    <a:lnTo>
                      <a:pt x="104" y="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89" name="Freeform 411">
                <a:extLst>
                  <a:ext uri="{FF2B5EF4-FFF2-40B4-BE49-F238E27FC236}">
                    <a16:creationId xmlns:a16="http://schemas.microsoft.com/office/drawing/2014/main" id="{18C11530-7EC4-584C-A4D4-56D2A826F7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7" y="3636"/>
                <a:ext cx="127" cy="16"/>
              </a:xfrm>
              <a:custGeom>
                <a:avLst/>
                <a:gdLst>
                  <a:gd name="T0" fmla="*/ 0 w 127"/>
                  <a:gd name="T1" fmla="*/ 0 h 16"/>
                  <a:gd name="T2" fmla="*/ 0 w 127"/>
                  <a:gd name="T3" fmla="*/ 5 h 16"/>
                  <a:gd name="T4" fmla="*/ 124 w 127"/>
                  <a:gd name="T5" fmla="*/ 15 h 16"/>
                  <a:gd name="T6" fmla="*/ 126 w 127"/>
                  <a:gd name="T7" fmla="*/ 7 h 16"/>
                  <a:gd name="T8" fmla="*/ 0 w 12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6"/>
                  <a:gd name="T17" fmla="*/ 127 w 127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6">
                    <a:moveTo>
                      <a:pt x="0" y="0"/>
                    </a:moveTo>
                    <a:lnTo>
                      <a:pt x="0" y="5"/>
                    </a:lnTo>
                    <a:lnTo>
                      <a:pt x="124" y="15"/>
                    </a:lnTo>
                    <a:lnTo>
                      <a:pt x="126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0" name="Freeform 412">
                <a:extLst>
                  <a:ext uri="{FF2B5EF4-FFF2-40B4-BE49-F238E27FC236}">
                    <a16:creationId xmlns:a16="http://schemas.microsoft.com/office/drawing/2014/main" id="{D6F46954-7299-4841-A8A2-D23741936A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06" y="3561"/>
                <a:ext cx="8" cy="64"/>
              </a:xfrm>
              <a:custGeom>
                <a:avLst/>
                <a:gdLst>
                  <a:gd name="T0" fmla="*/ 2 w 8"/>
                  <a:gd name="T1" fmla="*/ 0 h 64"/>
                  <a:gd name="T2" fmla="*/ 0 w 8"/>
                  <a:gd name="T3" fmla="*/ 61 h 64"/>
                  <a:gd name="T4" fmla="*/ 5 w 8"/>
                  <a:gd name="T5" fmla="*/ 63 h 64"/>
                  <a:gd name="T6" fmla="*/ 7 w 8"/>
                  <a:gd name="T7" fmla="*/ 0 h 64"/>
                  <a:gd name="T8" fmla="*/ 2 w 8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64"/>
                  <a:gd name="T17" fmla="*/ 8 w 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64">
                    <a:moveTo>
                      <a:pt x="2" y="0"/>
                    </a:moveTo>
                    <a:lnTo>
                      <a:pt x="0" y="61"/>
                    </a:lnTo>
                    <a:lnTo>
                      <a:pt x="5" y="63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1" name="Freeform 413">
                <a:extLst>
                  <a:ext uri="{FF2B5EF4-FFF2-40B4-BE49-F238E27FC236}">
                    <a16:creationId xmlns:a16="http://schemas.microsoft.com/office/drawing/2014/main" id="{22AC1E2E-5515-134E-B122-86931C2B2C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2" y="3588"/>
                <a:ext cx="45" cy="15"/>
              </a:xfrm>
              <a:custGeom>
                <a:avLst/>
                <a:gdLst>
                  <a:gd name="T0" fmla="*/ 0 w 45"/>
                  <a:gd name="T1" fmla="*/ 0 h 15"/>
                  <a:gd name="T2" fmla="*/ 13 w 45"/>
                  <a:gd name="T3" fmla="*/ 14 h 15"/>
                  <a:gd name="T4" fmla="*/ 44 w 45"/>
                  <a:gd name="T5" fmla="*/ 14 h 15"/>
                  <a:gd name="T6" fmla="*/ 30 w 45"/>
                  <a:gd name="T7" fmla="*/ 0 h 15"/>
                  <a:gd name="T8" fmla="*/ 0 w 4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15"/>
                  <a:gd name="T17" fmla="*/ 45 w 45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15">
                    <a:moveTo>
                      <a:pt x="0" y="0"/>
                    </a:moveTo>
                    <a:lnTo>
                      <a:pt x="13" y="14"/>
                    </a:lnTo>
                    <a:lnTo>
                      <a:pt x="44" y="14"/>
                    </a:lnTo>
                    <a:lnTo>
                      <a:pt x="3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2" name="Line 414">
                <a:extLst>
                  <a:ext uri="{FF2B5EF4-FFF2-40B4-BE49-F238E27FC236}">
                    <a16:creationId xmlns:a16="http://schemas.microsoft.com/office/drawing/2014/main" id="{62A0237D-3E35-8B46-926C-9EAD690A0A1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16" y="3323"/>
                <a:ext cx="0" cy="47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093" name="Freeform 415">
                <a:extLst>
                  <a:ext uri="{FF2B5EF4-FFF2-40B4-BE49-F238E27FC236}">
                    <a16:creationId xmlns:a16="http://schemas.microsoft.com/office/drawing/2014/main" id="{E44A2EB5-A1C9-5941-9B38-0A66DDAF71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0" y="3620"/>
                <a:ext cx="38" cy="177"/>
              </a:xfrm>
              <a:custGeom>
                <a:avLst/>
                <a:gdLst>
                  <a:gd name="T0" fmla="*/ 8 w 38"/>
                  <a:gd name="T1" fmla="*/ 4 h 177"/>
                  <a:gd name="T2" fmla="*/ 2 w 38"/>
                  <a:gd name="T3" fmla="*/ 10 h 177"/>
                  <a:gd name="T4" fmla="*/ 4 w 38"/>
                  <a:gd name="T5" fmla="*/ 21 h 177"/>
                  <a:gd name="T6" fmla="*/ 8 w 38"/>
                  <a:gd name="T7" fmla="*/ 26 h 177"/>
                  <a:gd name="T8" fmla="*/ 13 w 38"/>
                  <a:gd name="T9" fmla="*/ 34 h 177"/>
                  <a:gd name="T10" fmla="*/ 21 w 38"/>
                  <a:gd name="T11" fmla="*/ 43 h 177"/>
                  <a:gd name="T12" fmla="*/ 22 w 38"/>
                  <a:gd name="T13" fmla="*/ 50 h 177"/>
                  <a:gd name="T14" fmla="*/ 24 w 38"/>
                  <a:gd name="T15" fmla="*/ 72 h 177"/>
                  <a:gd name="T16" fmla="*/ 26 w 38"/>
                  <a:gd name="T17" fmla="*/ 122 h 177"/>
                  <a:gd name="T18" fmla="*/ 24 w 38"/>
                  <a:gd name="T19" fmla="*/ 134 h 177"/>
                  <a:gd name="T20" fmla="*/ 19 w 38"/>
                  <a:gd name="T21" fmla="*/ 143 h 177"/>
                  <a:gd name="T22" fmla="*/ 9 w 38"/>
                  <a:gd name="T23" fmla="*/ 152 h 177"/>
                  <a:gd name="T24" fmla="*/ 0 w 38"/>
                  <a:gd name="T25" fmla="*/ 162 h 177"/>
                  <a:gd name="T26" fmla="*/ 4 w 38"/>
                  <a:gd name="T27" fmla="*/ 170 h 177"/>
                  <a:gd name="T28" fmla="*/ 13 w 38"/>
                  <a:gd name="T29" fmla="*/ 176 h 177"/>
                  <a:gd name="T30" fmla="*/ 26 w 38"/>
                  <a:gd name="T31" fmla="*/ 174 h 177"/>
                  <a:gd name="T32" fmla="*/ 28 w 38"/>
                  <a:gd name="T33" fmla="*/ 167 h 177"/>
                  <a:gd name="T34" fmla="*/ 21 w 38"/>
                  <a:gd name="T35" fmla="*/ 162 h 177"/>
                  <a:gd name="T36" fmla="*/ 21 w 38"/>
                  <a:gd name="T37" fmla="*/ 160 h 177"/>
                  <a:gd name="T38" fmla="*/ 24 w 38"/>
                  <a:gd name="T39" fmla="*/ 154 h 177"/>
                  <a:gd name="T40" fmla="*/ 31 w 38"/>
                  <a:gd name="T41" fmla="*/ 148 h 177"/>
                  <a:gd name="T42" fmla="*/ 35 w 38"/>
                  <a:gd name="T43" fmla="*/ 141 h 177"/>
                  <a:gd name="T44" fmla="*/ 37 w 38"/>
                  <a:gd name="T45" fmla="*/ 134 h 177"/>
                  <a:gd name="T46" fmla="*/ 37 w 38"/>
                  <a:gd name="T47" fmla="*/ 60 h 177"/>
                  <a:gd name="T48" fmla="*/ 35 w 38"/>
                  <a:gd name="T49" fmla="*/ 48 h 177"/>
                  <a:gd name="T50" fmla="*/ 33 w 38"/>
                  <a:gd name="T51" fmla="*/ 41 h 177"/>
                  <a:gd name="T52" fmla="*/ 28 w 38"/>
                  <a:gd name="T53" fmla="*/ 28 h 177"/>
                  <a:gd name="T54" fmla="*/ 19 w 38"/>
                  <a:gd name="T55" fmla="*/ 19 h 177"/>
                  <a:gd name="T56" fmla="*/ 19 w 38"/>
                  <a:gd name="T57" fmla="*/ 15 h 177"/>
                  <a:gd name="T58" fmla="*/ 22 w 38"/>
                  <a:gd name="T59" fmla="*/ 12 h 177"/>
                  <a:gd name="T60" fmla="*/ 24 w 38"/>
                  <a:gd name="T61" fmla="*/ 4 h 177"/>
                  <a:gd name="T62" fmla="*/ 13 w 38"/>
                  <a:gd name="T63" fmla="*/ 2 h 1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"/>
                  <a:gd name="T97" fmla="*/ 0 h 177"/>
                  <a:gd name="T98" fmla="*/ 38 w 38"/>
                  <a:gd name="T99" fmla="*/ 177 h 17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" h="177">
                    <a:moveTo>
                      <a:pt x="11" y="2"/>
                    </a:moveTo>
                    <a:lnTo>
                      <a:pt x="8" y="4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2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8" y="26"/>
                    </a:lnTo>
                    <a:lnTo>
                      <a:pt x="11" y="30"/>
                    </a:lnTo>
                    <a:lnTo>
                      <a:pt x="13" y="34"/>
                    </a:lnTo>
                    <a:lnTo>
                      <a:pt x="15" y="36"/>
                    </a:lnTo>
                    <a:lnTo>
                      <a:pt x="21" y="43"/>
                    </a:lnTo>
                    <a:lnTo>
                      <a:pt x="22" y="46"/>
                    </a:lnTo>
                    <a:lnTo>
                      <a:pt x="22" y="50"/>
                    </a:lnTo>
                    <a:lnTo>
                      <a:pt x="24" y="58"/>
                    </a:lnTo>
                    <a:lnTo>
                      <a:pt x="24" y="72"/>
                    </a:lnTo>
                    <a:lnTo>
                      <a:pt x="26" y="91"/>
                    </a:lnTo>
                    <a:lnTo>
                      <a:pt x="26" y="122"/>
                    </a:lnTo>
                    <a:lnTo>
                      <a:pt x="26" y="132"/>
                    </a:lnTo>
                    <a:lnTo>
                      <a:pt x="24" y="134"/>
                    </a:lnTo>
                    <a:lnTo>
                      <a:pt x="22" y="139"/>
                    </a:lnTo>
                    <a:lnTo>
                      <a:pt x="19" y="143"/>
                    </a:lnTo>
                    <a:lnTo>
                      <a:pt x="15" y="148"/>
                    </a:lnTo>
                    <a:lnTo>
                      <a:pt x="9" y="152"/>
                    </a:lnTo>
                    <a:lnTo>
                      <a:pt x="4" y="158"/>
                    </a:lnTo>
                    <a:lnTo>
                      <a:pt x="0" y="162"/>
                    </a:lnTo>
                    <a:lnTo>
                      <a:pt x="2" y="169"/>
                    </a:lnTo>
                    <a:lnTo>
                      <a:pt x="4" y="170"/>
                    </a:lnTo>
                    <a:lnTo>
                      <a:pt x="8" y="172"/>
                    </a:lnTo>
                    <a:lnTo>
                      <a:pt x="13" y="176"/>
                    </a:lnTo>
                    <a:lnTo>
                      <a:pt x="22" y="176"/>
                    </a:lnTo>
                    <a:lnTo>
                      <a:pt x="26" y="174"/>
                    </a:lnTo>
                    <a:lnTo>
                      <a:pt x="28" y="170"/>
                    </a:lnTo>
                    <a:lnTo>
                      <a:pt x="28" y="167"/>
                    </a:lnTo>
                    <a:lnTo>
                      <a:pt x="24" y="162"/>
                    </a:lnTo>
                    <a:lnTo>
                      <a:pt x="21" y="162"/>
                    </a:lnTo>
                    <a:lnTo>
                      <a:pt x="17" y="162"/>
                    </a:lnTo>
                    <a:lnTo>
                      <a:pt x="21" y="160"/>
                    </a:lnTo>
                    <a:lnTo>
                      <a:pt x="22" y="158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1" y="148"/>
                    </a:lnTo>
                    <a:lnTo>
                      <a:pt x="33" y="145"/>
                    </a:lnTo>
                    <a:lnTo>
                      <a:pt x="35" y="141"/>
                    </a:lnTo>
                    <a:lnTo>
                      <a:pt x="35" y="136"/>
                    </a:lnTo>
                    <a:lnTo>
                      <a:pt x="37" y="134"/>
                    </a:lnTo>
                    <a:lnTo>
                      <a:pt x="37" y="124"/>
                    </a:lnTo>
                    <a:lnTo>
                      <a:pt x="37" y="60"/>
                    </a:lnTo>
                    <a:lnTo>
                      <a:pt x="35" y="52"/>
                    </a:lnTo>
                    <a:lnTo>
                      <a:pt x="35" y="48"/>
                    </a:lnTo>
                    <a:lnTo>
                      <a:pt x="33" y="45"/>
                    </a:lnTo>
                    <a:lnTo>
                      <a:pt x="33" y="41"/>
                    </a:lnTo>
                    <a:lnTo>
                      <a:pt x="31" y="36"/>
                    </a:lnTo>
                    <a:lnTo>
                      <a:pt x="28" y="28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7" y="17"/>
                    </a:lnTo>
                    <a:lnTo>
                      <a:pt x="19" y="15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11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4" name="Freeform 416">
                <a:extLst>
                  <a:ext uri="{FF2B5EF4-FFF2-40B4-BE49-F238E27FC236}">
                    <a16:creationId xmlns:a16="http://schemas.microsoft.com/office/drawing/2014/main" id="{3FA47C8F-A54C-FD4F-B82C-035F763F9E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2" y="3377"/>
                <a:ext cx="20" cy="34"/>
              </a:xfrm>
              <a:custGeom>
                <a:avLst/>
                <a:gdLst>
                  <a:gd name="T0" fmla="*/ 19 w 20"/>
                  <a:gd name="T1" fmla="*/ 15 h 34"/>
                  <a:gd name="T2" fmla="*/ 17 w 20"/>
                  <a:gd name="T3" fmla="*/ 27 h 34"/>
                  <a:gd name="T4" fmla="*/ 9 w 20"/>
                  <a:gd name="T5" fmla="*/ 33 h 34"/>
                  <a:gd name="T6" fmla="*/ 4 w 20"/>
                  <a:gd name="T7" fmla="*/ 29 h 34"/>
                  <a:gd name="T8" fmla="*/ 0 w 20"/>
                  <a:gd name="T9" fmla="*/ 17 h 34"/>
                  <a:gd name="T10" fmla="*/ 2 w 20"/>
                  <a:gd name="T11" fmla="*/ 6 h 34"/>
                  <a:gd name="T12" fmla="*/ 9 w 20"/>
                  <a:gd name="T13" fmla="*/ 0 h 34"/>
                  <a:gd name="T14" fmla="*/ 15 w 20"/>
                  <a:gd name="T15" fmla="*/ 6 h 34"/>
                  <a:gd name="T16" fmla="*/ 19 w 20"/>
                  <a:gd name="T17" fmla="*/ 1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19" y="15"/>
                    </a:moveTo>
                    <a:lnTo>
                      <a:pt x="17" y="27"/>
                    </a:lnTo>
                    <a:lnTo>
                      <a:pt x="9" y="33"/>
                    </a:lnTo>
                    <a:lnTo>
                      <a:pt x="4" y="29"/>
                    </a:lnTo>
                    <a:lnTo>
                      <a:pt x="0" y="17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5" y="6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5" name="Freeform 417">
                <a:extLst>
                  <a:ext uri="{FF2B5EF4-FFF2-40B4-BE49-F238E27FC236}">
                    <a16:creationId xmlns:a16="http://schemas.microsoft.com/office/drawing/2014/main" id="{A5675C25-1854-9E4B-AC83-F3365E77A1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9" y="3377"/>
                <a:ext cx="14" cy="34"/>
              </a:xfrm>
              <a:custGeom>
                <a:avLst/>
                <a:gdLst>
                  <a:gd name="T0" fmla="*/ 0 w 14"/>
                  <a:gd name="T1" fmla="*/ 0 h 34"/>
                  <a:gd name="T2" fmla="*/ 2 w 14"/>
                  <a:gd name="T3" fmla="*/ 33 h 34"/>
                  <a:gd name="T4" fmla="*/ 13 w 14"/>
                  <a:gd name="T5" fmla="*/ 33 h 34"/>
                  <a:gd name="T6" fmla="*/ 11 w 14"/>
                  <a:gd name="T7" fmla="*/ 0 h 34"/>
                  <a:gd name="T8" fmla="*/ 0 w 14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4"/>
                  <a:gd name="T17" fmla="*/ 14 w 1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4">
                    <a:moveTo>
                      <a:pt x="0" y="0"/>
                    </a:moveTo>
                    <a:lnTo>
                      <a:pt x="2" y="33"/>
                    </a:lnTo>
                    <a:lnTo>
                      <a:pt x="13" y="3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6" name="Freeform 418">
                <a:extLst>
                  <a:ext uri="{FF2B5EF4-FFF2-40B4-BE49-F238E27FC236}">
                    <a16:creationId xmlns:a16="http://schemas.microsoft.com/office/drawing/2014/main" id="{373D2FB3-0C6A-644D-9765-09FD825B5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3" y="3377"/>
                <a:ext cx="20" cy="34"/>
              </a:xfrm>
              <a:custGeom>
                <a:avLst/>
                <a:gdLst>
                  <a:gd name="T0" fmla="*/ 19 w 20"/>
                  <a:gd name="T1" fmla="*/ 15 h 34"/>
                  <a:gd name="T2" fmla="*/ 17 w 20"/>
                  <a:gd name="T3" fmla="*/ 27 h 34"/>
                  <a:gd name="T4" fmla="*/ 11 w 20"/>
                  <a:gd name="T5" fmla="*/ 33 h 34"/>
                  <a:gd name="T6" fmla="*/ 4 w 20"/>
                  <a:gd name="T7" fmla="*/ 29 h 34"/>
                  <a:gd name="T8" fmla="*/ 0 w 20"/>
                  <a:gd name="T9" fmla="*/ 17 h 34"/>
                  <a:gd name="T10" fmla="*/ 2 w 20"/>
                  <a:gd name="T11" fmla="*/ 6 h 34"/>
                  <a:gd name="T12" fmla="*/ 9 w 20"/>
                  <a:gd name="T13" fmla="*/ 0 h 34"/>
                  <a:gd name="T14" fmla="*/ 16 w 20"/>
                  <a:gd name="T15" fmla="*/ 6 h 34"/>
                  <a:gd name="T16" fmla="*/ 19 w 20"/>
                  <a:gd name="T17" fmla="*/ 1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19" y="15"/>
                    </a:moveTo>
                    <a:lnTo>
                      <a:pt x="17" y="27"/>
                    </a:lnTo>
                    <a:lnTo>
                      <a:pt x="11" y="33"/>
                    </a:lnTo>
                    <a:lnTo>
                      <a:pt x="4" y="29"/>
                    </a:lnTo>
                    <a:lnTo>
                      <a:pt x="0" y="17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6" y="6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7" name="Freeform 419">
                <a:extLst>
                  <a:ext uri="{FF2B5EF4-FFF2-40B4-BE49-F238E27FC236}">
                    <a16:creationId xmlns:a16="http://schemas.microsoft.com/office/drawing/2014/main" id="{212C730A-11FE-444D-9097-FFEE0AD96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5" y="3372"/>
                <a:ext cx="3" cy="34"/>
              </a:xfrm>
              <a:custGeom>
                <a:avLst/>
                <a:gdLst>
                  <a:gd name="T0" fmla="*/ 2 w 3"/>
                  <a:gd name="T1" fmla="*/ 5 h 34"/>
                  <a:gd name="T2" fmla="*/ 2 w 3"/>
                  <a:gd name="T3" fmla="*/ 3 h 34"/>
                  <a:gd name="T4" fmla="*/ 1 w 3"/>
                  <a:gd name="T5" fmla="*/ 0 h 34"/>
                  <a:gd name="T6" fmla="*/ 0 w 3"/>
                  <a:gd name="T7" fmla="*/ 0 h 34"/>
                  <a:gd name="T8" fmla="*/ 0 w 3"/>
                  <a:gd name="T9" fmla="*/ 3 h 34"/>
                  <a:gd name="T10" fmla="*/ 0 w 3"/>
                  <a:gd name="T11" fmla="*/ 5 h 34"/>
                  <a:gd name="T12" fmla="*/ 0 w 3"/>
                  <a:gd name="T13" fmla="*/ 29 h 34"/>
                  <a:gd name="T14" fmla="*/ 0 w 3"/>
                  <a:gd name="T15" fmla="*/ 31 h 34"/>
                  <a:gd name="T16" fmla="*/ 1 w 3"/>
                  <a:gd name="T17" fmla="*/ 33 h 34"/>
                  <a:gd name="T18" fmla="*/ 2 w 3"/>
                  <a:gd name="T19" fmla="*/ 31 h 34"/>
                  <a:gd name="T20" fmla="*/ 2 w 3"/>
                  <a:gd name="T21" fmla="*/ 29 h 34"/>
                  <a:gd name="T22" fmla="*/ 2 w 3"/>
                  <a:gd name="T23" fmla="*/ 5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34"/>
                  <a:gd name="T38" fmla="*/ 3 w 3"/>
                  <a:gd name="T39" fmla="*/ 34 h 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34">
                    <a:moveTo>
                      <a:pt x="2" y="5"/>
                    </a:moveTo>
                    <a:lnTo>
                      <a:pt x="2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8" name="Freeform 420">
                <a:extLst>
                  <a:ext uri="{FF2B5EF4-FFF2-40B4-BE49-F238E27FC236}">
                    <a16:creationId xmlns:a16="http://schemas.microsoft.com/office/drawing/2014/main" id="{77A301AA-67AB-8A4B-AA41-66A1803949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71" y="3372"/>
                <a:ext cx="107" cy="34"/>
              </a:xfrm>
              <a:custGeom>
                <a:avLst/>
                <a:gdLst>
                  <a:gd name="T0" fmla="*/ 8 w 107"/>
                  <a:gd name="T1" fmla="*/ 6 h 34"/>
                  <a:gd name="T2" fmla="*/ 2 w 107"/>
                  <a:gd name="T3" fmla="*/ 10 h 34"/>
                  <a:gd name="T4" fmla="*/ 0 w 107"/>
                  <a:gd name="T5" fmla="*/ 17 h 34"/>
                  <a:gd name="T6" fmla="*/ 0 w 107"/>
                  <a:gd name="T7" fmla="*/ 23 h 34"/>
                  <a:gd name="T8" fmla="*/ 2 w 107"/>
                  <a:gd name="T9" fmla="*/ 31 h 34"/>
                  <a:gd name="T10" fmla="*/ 8 w 107"/>
                  <a:gd name="T11" fmla="*/ 33 h 34"/>
                  <a:gd name="T12" fmla="*/ 99 w 107"/>
                  <a:gd name="T13" fmla="*/ 27 h 34"/>
                  <a:gd name="T14" fmla="*/ 104 w 107"/>
                  <a:gd name="T15" fmla="*/ 23 h 34"/>
                  <a:gd name="T16" fmla="*/ 106 w 107"/>
                  <a:gd name="T17" fmla="*/ 16 h 34"/>
                  <a:gd name="T18" fmla="*/ 106 w 107"/>
                  <a:gd name="T19" fmla="*/ 10 h 34"/>
                  <a:gd name="T20" fmla="*/ 103 w 107"/>
                  <a:gd name="T21" fmla="*/ 4 h 34"/>
                  <a:gd name="T22" fmla="*/ 97 w 107"/>
                  <a:gd name="T23" fmla="*/ 0 h 34"/>
                  <a:gd name="T24" fmla="*/ 8 w 107"/>
                  <a:gd name="T25" fmla="*/ 6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7"/>
                  <a:gd name="T40" fmla="*/ 0 h 34"/>
                  <a:gd name="T41" fmla="*/ 107 w 107"/>
                  <a:gd name="T42" fmla="*/ 34 h 3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7" h="34">
                    <a:moveTo>
                      <a:pt x="8" y="6"/>
                    </a:move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3"/>
                    </a:lnTo>
                    <a:lnTo>
                      <a:pt x="99" y="27"/>
                    </a:lnTo>
                    <a:lnTo>
                      <a:pt x="104" y="23"/>
                    </a:lnTo>
                    <a:lnTo>
                      <a:pt x="106" y="16"/>
                    </a:lnTo>
                    <a:lnTo>
                      <a:pt x="106" y="10"/>
                    </a:lnTo>
                    <a:lnTo>
                      <a:pt x="103" y="4"/>
                    </a:lnTo>
                    <a:lnTo>
                      <a:pt x="97" y="0"/>
                    </a:lnTo>
                    <a:lnTo>
                      <a:pt x="8" y="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099" name="Freeform 421">
                <a:extLst>
                  <a:ext uri="{FF2B5EF4-FFF2-40B4-BE49-F238E27FC236}">
                    <a16:creationId xmlns:a16="http://schemas.microsoft.com/office/drawing/2014/main" id="{0351E993-2133-104A-AE0A-12B25336BD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9" y="3367"/>
                <a:ext cx="22" cy="36"/>
              </a:xfrm>
              <a:custGeom>
                <a:avLst/>
                <a:gdLst>
                  <a:gd name="T0" fmla="*/ 21 w 22"/>
                  <a:gd name="T1" fmla="*/ 17 h 36"/>
                  <a:gd name="T2" fmla="*/ 19 w 22"/>
                  <a:gd name="T3" fmla="*/ 29 h 36"/>
                  <a:gd name="T4" fmla="*/ 11 w 22"/>
                  <a:gd name="T5" fmla="*/ 35 h 36"/>
                  <a:gd name="T6" fmla="*/ 4 w 22"/>
                  <a:gd name="T7" fmla="*/ 31 h 36"/>
                  <a:gd name="T8" fmla="*/ 0 w 22"/>
                  <a:gd name="T9" fmla="*/ 19 h 36"/>
                  <a:gd name="T10" fmla="*/ 2 w 22"/>
                  <a:gd name="T11" fmla="*/ 6 h 36"/>
                  <a:gd name="T12" fmla="*/ 9 w 22"/>
                  <a:gd name="T13" fmla="*/ 0 h 36"/>
                  <a:gd name="T14" fmla="*/ 17 w 22"/>
                  <a:gd name="T15" fmla="*/ 6 h 36"/>
                  <a:gd name="T16" fmla="*/ 21 w 22"/>
                  <a:gd name="T17" fmla="*/ 1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36"/>
                  <a:gd name="T29" fmla="*/ 22 w 22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36">
                    <a:moveTo>
                      <a:pt x="21" y="17"/>
                    </a:moveTo>
                    <a:lnTo>
                      <a:pt x="19" y="29"/>
                    </a:lnTo>
                    <a:lnTo>
                      <a:pt x="11" y="35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7" y="6"/>
                    </a:lnTo>
                    <a:lnTo>
                      <a:pt x="21" y="1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0" name="Freeform 422">
                <a:extLst>
                  <a:ext uri="{FF2B5EF4-FFF2-40B4-BE49-F238E27FC236}">
                    <a16:creationId xmlns:a16="http://schemas.microsoft.com/office/drawing/2014/main" id="{5ADFB62C-FA67-F44D-9264-5155BBA801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7" y="3367"/>
                <a:ext cx="15" cy="36"/>
              </a:xfrm>
              <a:custGeom>
                <a:avLst/>
                <a:gdLst>
                  <a:gd name="T0" fmla="*/ 0 w 15"/>
                  <a:gd name="T1" fmla="*/ 0 h 36"/>
                  <a:gd name="T2" fmla="*/ 2 w 15"/>
                  <a:gd name="T3" fmla="*/ 35 h 36"/>
                  <a:gd name="T4" fmla="*/ 14 w 15"/>
                  <a:gd name="T5" fmla="*/ 35 h 36"/>
                  <a:gd name="T6" fmla="*/ 12 w 15"/>
                  <a:gd name="T7" fmla="*/ 0 h 36"/>
                  <a:gd name="T8" fmla="*/ 0 w 1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36"/>
                  <a:gd name="T17" fmla="*/ 15 w 15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36">
                    <a:moveTo>
                      <a:pt x="0" y="0"/>
                    </a:moveTo>
                    <a:lnTo>
                      <a:pt x="2" y="35"/>
                    </a:lnTo>
                    <a:lnTo>
                      <a:pt x="14" y="35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1" name="Freeform 423">
                <a:extLst>
                  <a:ext uri="{FF2B5EF4-FFF2-40B4-BE49-F238E27FC236}">
                    <a16:creationId xmlns:a16="http://schemas.microsoft.com/office/drawing/2014/main" id="{A03F61D2-EFE3-124D-B95D-D402C47AF1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0" y="3367"/>
                <a:ext cx="22" cy="36"/>
              </a:xfrm>
              <a:custGeom>
                <a:avLst/>
                <a:gdLst>
                  <a:gd name="T0" fmla="*/ 21 w 22"/>
                  <a:gd name="T1" fmla="*/ 17 h 36"/>
                  <a:gd name="T2" fmla="*/ 18 w 22"/>
                  <a:gd name="T3" fmla="*/ 29 h 36"/>
                  <a:gd name="T4" fmla="*/ 12 w 22"/>
                  <a:gd name="T5" fmla="*/ 35 h 36"/>
                  <a:gd name="T6" fmla="*/ 4 w 22"/>
                  <a:gd name="T7" fmla="*/ 31 h 36"/>
                  <a:gd name="T8" fmla="*/ 0 w 22"/>
                  <a:gd name="T9" fmla="*/ 19 h 36"/>
                  <a:gd name="T10" fmla="*/ 2 w 22"/>
                  <a:gd name="T11" fmla="*/ 6 h 36"/>
                  <a:gd name="T12" fmla="*/ 10 w 22"/>
                  <a:gd name="T13" fmla="*/ 0 h 36"/>
                  <a:gd name="T14" fmla="*/ 18 w 22"/>
                  <a:gd name="T15" fmla="*/ 4 h 36"/>
                  <a:gd name="T16" fmla="*/ 21 w 22"/>
                  <a:gd name="T17" fmla="*/ 1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36"/>
                  <a:gd name="T29" fmla="*/ 22 w 22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36">
                    <a:moveTo>
                      <a:pt x="21" y="17"/>
                    </a:moveTo>
                    <a:lnTo>
                      <a:pt x="18" y="29"/>
                    </a:lnTo>
                    <a:lnTo>
                      <a:pt x="12" y="35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2" y="6"/>
                    </a:lnTo>
                    <a:lnTo>
                      <a:pt x="10" y="0"/>
                    </a:lnTo>
                    <a:lnTo>
                      <a:pt x="18" y="4"/>
                    </a:lnTo>
                    <a:lnTo>
                      <a:pt x="21" y="1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2" name="Freeform 424">
                <a:extLst>
                  <a:ext uri="{FF2B5EF4-FFF2-40B4-BE49-F238E27FC236}">
                    <a16:creationId xmlns:a16="http://schemas.microsoft.com/office/drawing/2014/main" id="{7D3AEC44-1F93-0446-BA4B-9A9410225B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3" y="3362"/>
                <a:ext cx="4" cy="37"/>
              </a:xfrm>
              <a:custGeom>
                <a:avLst/>
                <a:gdLst>
                  <a:gd name="T0" fmla="*/ 3 w 4"/>
                  <a:gd name="T1" fmla="*/ 4 h 37"/>
                  <a:gd name="T2" fmla="*/ 3 w 4"/>
                  <a:gd name="T3" fmla="*/ 2 h 37"/>
                  <a:gd name="T4" fmla="*/ 2 w 4"/>
                  <a:gd name="T5" fmla="*/ 2 h 37"/>
                  <a:gd name="T6" fmla="*/ 2 w 4"/>
                  <a:gd name="T7" fmla="*/ 0 h 37"/>
                  <a:gd name="T8" fmla="*/ 0 w 4"/>
                  <a:gd name="T9" fmla="*/ 0 h 37"/>
                  <a:gd name="T10" fmla="*/ 0 w 4"/>
                  <a:gd name="T11" fmla="*/ 2 h 37"/>
                  <a:gd name="T12" fmla="*/ 0 w 4"/>
                  <a:gd name="T13" fmla="*/ 4 h 37"/>
                  <a:gd name="T14" fmla="*/ 0 w 4"/>
                  <a:gd name="T15" fmla="*/ 31 h 37"/>
                  <a:gd name="T16" fmla="*/ 0 w 4"/>
                  <a:gd name="T17" fmla="*/ 34 h 37"/>
                  <a:gd name="T18" fmla="*/ 1 w 4"/>
                  <a:gd name="T19" fmla="*/ 34 h 37"/>
                  <a:gd name="T20" fmla="*/ 1 w 4"/>
                  <a:gd name="T21" fmla="*/ 36 h 37"/>
                  <a:gd name="T22" fmla="*/ 3 w 4"/>
                  <a:gd name="T23" fmla="*/ 36 h 37"/>
                  <a:gd name="T24" fmla="*/ 3 w 4"/>
                  <a:gd name="T25" fmla="*/ 34 h 37"/>
                  <a:gd name="T26" fmla="*/ 3 w 4"/>
                  <a:gd name="T27" fmla="*/ 33 h 37"/>
                  <a:gd name="T28" fmla="*/ 3 w 4"/>
                  <a:gd name="T29" fmla="*/ 31 h 37"/>
                  <a:gd name="T30" fmla="*/ 3 w 4"/>
                  <a:gd name="T31" fmla="*/ 4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"/>
                  <a:gd name="T49" fmla="*/ 0 h 37"/>
                  <a:gd name="T50" fmla="*/ 4 w 4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" h="37">
                    <a:moveTo>
                      <a:pt x="3" y="4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1" y="36"/>
                    </a:lnTo>
                    <a:lnTo>
                      <a:pt x="3" y="36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4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3" name="Freeform 425">
                <a:extLst>
                  <a:ext uri="{FF2B5EF4-FFF2-40B4-BE49-F238E27FC236}">
                    <a16:creationId xmlns:a16="http://schemas.microsoft.com/office/drawing/2014/main" id="{1D50BCD6-2AF6-644F-B6C4-EF18B6B4DB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9" y="3344"/>
                <a:ext cx="202" cy="21"/>
              </a:xfrm>
              <a:custGeom>
                <a:avLst/>
                <a:gdLst>
                  <a:gd name="T0" fmla="*/ 10 w 202"/>
                  <a:gd name="T1" fmla="*/ 11 h 21"/>
                  <a:gd name="T2" fmla="*/ 6 w 202"/>
                  <a:gd name="T3" fmla="*/ 13 h 21"/>
                  <a:gd name="T4" fmla="*/ 4 w 202"/>
                  <a:gd name="T5" fmla="*/ 15 h 21"/>
                  <a:gd name="T6" fmla="*/ 2 w 202"/>
                  <a:gd name="T7" fmla="*/ 17 h 21"/>
                  <a:gd name="T8" fmla="*/ 0 w 202"/>
                  <a:gd name="T9" fmla="*/ 20 h 21"/>
                  <a:gd name="T10" fmla="*/ 201 w 202"/>
                  <a:gd name="T11" fmla="*/ 10 h 21"/>
                  <a:gd name="T12" fmla="*/ 199 w 202"/>
                  <a:gd name="T13" fmla="*/ 0 h 21"/>
                  <a:gd name="T14" fmla="*/ 10 w 202"/>
                  <a:gd name="T15" fmla="*/ 11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2"/>
                  <a:gd name="T25" fmla="*/ 0 h 21"/>
                  <a:gd name="T26" fmla="*/ 202 w 202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2" h="21">
                    <a:moveTo>
                      <a:pt x="10" y="11"/>
                    </a:moveTo>
                    <a:lnTo>
                      <a:pt x="6" y="13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201" y="10"/>
                    </a:lnTo>
                    <a:lnTo>
                      <a:pt x="199" y="0"/>
                    </a:lnTo>
                    <a:lnTo>
                      <a:pt x="10" y="1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4" name="Freeform 426">
                <a:extLst>
                  <a:ext uri="{FF2B5EF4-FFF2-40B4-BE49-F238E27FC236}">
                    <a16:creationId xmlns:a16="http://schemas.microsoft.com/office/drawing/2014/main" id="{00CEB016-A267-5547-B31F-D9BAEED5A6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1" y="3354"/>
                <a:ext cx="78" cy="9"/>
              </a:xfrm>
              <a:custGeom>
                <a:avLst/>
                <a:gdLst>
                  <a:gd name="T0" fmla="*/ 0 w 78"/>
                  <a:gd name="T1" fmla="*/ 5 h 9"/>
                  <a:gd name="T2" fmla="*/ 0 w 78"/>
                  <a:gd name="T3" fmla="*/ 8 h 9"/>
                  <a:gd name="T4" fmla="*/ 77 w 78"/>
                  <a:gd name="T5" fmla="*/ 5 h 9"/>
                  <a:gd name="T6" fmla="*/ 68 w 78"/>
                  <a:gd name="T7" fmla="*/ 0 h 9"/>
                  <a:gd name="T8" fmla="*/ 0 w 7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9"/>
                  <a:gd name="T17" fmla="*/ 78 w 7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9">
                    <a:moveTo>
                      <a:pt x="0" y="5"/>
                    </a:moveTo>
                    <a:lnTo>
                      <a:pt x="0" y="8"/>
                    </a:lnTo>
                    <a:lnTo>
                      <a:pt x="77" y="5"/>
                    </a:lnTo>
                    <a:lnTo>
                      <a:pt x="68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5" name="Freeform 427">
                <a:extLst>
                  <a:ext uri="{FF2B5EF4-FFF2-40B4-BE49-F238E27FC236}">
                    <a16:creationId xmlns:a16="http://schemas.microsoft.com/office/drawing/2014/main" id="{67283B8F-5C41-1040-8501-8CA6371083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3332"/>
                <a:ext cx="223" cy="28"/>
              </a:xfrm>
              <a:custGeom>
                <a:avLst/>
                <a:gdLst>
                  <a:gd name="T0" fmla="*/ 0 w 223"/>
                  <a:gd name="T1" fmla="*/ 18 h 28"/>
                  <a:gd name="T2" fmla="*/ 0 w 223"/>
                  <a:gd name="T3" fmla="*/ 25 h 28"/>
                  <a:gd name="T4" fmla="*/ 188 w 223"/>
                  <a:gd name="T5" fmla="*/ 10 h 28"/>
                  <a:gd name="T6" fmla="*/ 197 w 223"/>
                  <a:gd name="T7" fmla="*/ 12 h 28"/>
                  <a:gd name="T8" fmla="*/ 197 w 223"/>
                  <a:gd name="T9" fmla="*/ 27 h 28"/>
                  <a:gd name="T10" fmla="*/ 222 w 223"/>
                  <a:gd name="T11" fmla="*/ 27 h 28"/>
                  <a:gd name="T12" fmla="*/ 222 w 223"/>
                  <a:gd name="T13" fmla="*/ 0 h 28"/>
                  <a:gd name="T14" fmla="*/ 0 w 223"/>
                  <a:gd name="T15" fmla="*/ 1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3"/>
                  <a:gd name="T25" fmla="*/ 0 h 28"/>
                  <a:gd name="T26" fmla="*/ 223 w 223"/>
                  <a:gd name="T27" fmla="*/ 28 h 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3" h="28">
                    <a:moveTo>
                      <a:pt x="0" y="18"/>
                    </a:moveTo>
                    <a:lnTo>
                      <a:pt x="0" y="25"/>
                    </a:lnTo>
                    <a:lnTo>
                      <a:pt x="188" y="10"/>
                    </a:lnTo>
                    <a:lnTo>
                      <a:pt x="197" y="12"/>
                    </a:lnTo>
                    <a:lnTo>
                      <a:pt x="197" y="27"/>
                    </a:lnTo>
                    <a:lnTo>
                      <a:pt x="222" y="27"/>
                    </a:lnTo>
                    <a:lnTo>
                      <a:pt x="222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6" name="Freeform 428">
                <a:extLst>
                  <a:ext uri="{FF2B5EF4-FFF2-40B4-BE49-F238E27FC236}">
                    <a16:creationId xmlns:a16="http://schemas.microsoft.com/office/drawing/2014/main" id="{DA93DF86-FB86-6D4B-B1DC-6A30316265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68" y="3344"/>
                <a:ext cx="11" cy="16"/>
              </a:xfrm>
              <a:custGeom>
                <a:avLst/>
                <a:gdLst>
                  <a:gd name="T0" fmla="*/ 0 w 11"/>
                  <a:gd name="T1" fmla="*/ 0 h 16"/>
                  <a:gd name="T2" fmla="*/ 0 w 11"/>
                  <a:gd name="T3" fmla="*/ 9 h 16"/>
                  <a:gd name="T4" fmla="*/ 10 w 11"/>
                  <a:gd name="T5" fmla="*/ 15 h 16"/>
                  <a:gd name="T6" fmla="*/ 10 w 11"/>
                  <a:gd name="T7" fmla="*/ 2 h 16"/>
                  <a:gd name="T8" fmla="*/ 0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6"/>
                  <a:gd name="T17" fmla="*/ 11 w 11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6">
                    <a:moveTo>
                      <a:pt x="0" y="0"/>
                    </a:moveTo>
                    <a:lnTo>
                      <a:pt x="0" y="9"/>
                    </a:lnTo>
                    <a:lnTo>
                      <a:pt x="10" y="15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7" name="Freeform 429">
                <a:extLst>
                  <a:ext uri="{FF2B5EF4-FFF2-40B4-BE49-F238E27FC236}">
                    <a16:creationId xmlns:a16="http://schemas.microsoft.com/office/drawing/2014/main" id="{3BBCA03A-8725-7F48-A48C-160E8E3364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0" y="4110"/>
                <a:ext cx="25" cy="50"/>
              </a:xfrm>
              <a:custGeom>
                <a:avLst/>
                <a:gdLst>
                  <a:gd name="T0" fmla="*/ 2 w 25"/>
                  <a:gd name="T1" fmla="*/ 2 h 50"/>
                  <a:gd name="T2" fmla="*/ 0 w 25"/>
                  <a:gd name="T3" fmla="*/ 23 h 50"/>
                  <a:gd name="T4" fmla="*/ 6 w 25"/>
                  <a:gd name="T5" fmla="*/ 36 h 50"/>
                  <a:gd name="T6" fmla="*/ 13 w 25"/>
                  <a:gd name="T7" fmla="*/ 45 h 50"/>
                  <a:gd name="T8" fmla="*/ 17 w 25"/>
                  <a:gd name="T9" fmla="*/ 47 h 50"/>
                  <a:gd name="T10" fmla="*/ 22 w 25"/>
                  <a:gd name="T11" fmla="*/ 49 h 50"/>
                  <a:gd name="T12" fmla="*/ 24 w 25"/>
                  <a:gd name="T13" fmla="*/ 49 h 50"/>
                  <a:gd name="T14" fmla="*/ 24 w 25"/>
                  <a:gd name="T15" fmla="*/ 32 h 50"/>
                  <a:gd name="T16" fmla="*/ 19 w 25"/>
                  <a:gd name="T17" fmla="*/ 32 h 50"/>
                  <a:gd name="T18" fmla="*/ 17 w 25"/>
                  <a:gd name="T19" fmla="*/ 0 h 50"/>
                  <a:gd name="T20" fmla="*/ 2 w 25"/>
                  <a:gd name="T21" fmla="*/ 2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50"/>
                  <a:gd name="T35" fmla="*/ 25 w 25"/>
                  <a:gd name="T36" fmla="*/ 50 h 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50">
                    <a:moveTo>
                      <a:pt x="2" y="2"/>
                    </a:moveTo>
                    <a:lnTo>
                      <a:pt x="0" y="23"/>
                    </a:lnTo>
                    <a:lnTo>
                      <a:pt x="6" y="36"/>
                    </a:lnTo>
                    <a:lnTo>
                      <a:pt x="13" y="45"/>
                    </a:lnTo>
                    <a:lnTo>
                      <a:pt x="17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4" y="32"/>
                    </a:lnTo>
                    <a:lnTo>
                      <a:pt x="19" y="32"/>
                    </a:lnTo>
                    <a:lnTo>
                      <a:pt x="17" y="0"/>
                    </a:lnTo>
                    <a:lnTo>
                      <a:pt x="2" y="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08" name="Oval 430">
                <a:extLst>
                  <a:ext uri="{FF2B5EF4-FFF2-40B4-BE49-F238E27FC236}">
                    <a16:creationId xmlns:a16="http://schemas.microsoft.com/office/drawing/2014/main" id="{6D2CF9B9-5102-3048-BB57-B5A2689346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78" y="3496"/>
                <a:ext cx="16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109" name="Oval 431">
                <a:extLst>
                  <a:ext uri="{FF2B5EF4-FFF2-40B4-BE49-F238E27FC236}">
                    <a16:creationId xmlns:a16="http://schemas.microsoft.com/office/drawing/2014/main" id="{456423E2-6054-0342-B3E3-DA04DE28EF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83" y="3496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110" name="Oval 432">
                <a:extLst>
                  <a:ext uri="{FF2B5EF4-FFF2-40B4-BE49-F238E27FC236}">
                    <a16:creationId xmlns:a16="http://schemas.microsoft.com/office/drawing/2014/main" id="{26E0E937-1F7C-4D45-AA26-7959073910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49" y="3496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111" name="Oval 433">
                <a:extLst>
                  <a:ext uri="{FF2B5EF4-FFF2-40B4-BE49-F238E27FC236}">
                    <a16:creationId xmlns:a16="http://schemas.microsoft.com/office/drawing/2014/main" id="{18170F9A-46BF-AC48-BE20-EF44D79F0D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11" y="3496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112" name="Line 434">
                <a:extLst>
                  <a:ext uri="{FF2B5EF4-FFF2-40B4-BE49-F238E27FC236}">
                    <a16:creationId xmlns:a16="http://schemas.microsoft.com/office/drawing/2014/main" id="{CAF1928F-7C41-C043-A1FF-5F12BA3F68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236" y="4116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3" name="Line 435">
                <a:extLst>
                  <a:ext uri="{FF2B5EF4-FFF2-40B4-BE49-F238E27FC236}">
                    <a16:creationId xmlns:a16="http://schemas.microsoft.com/office/drawing/2014/main" id="{2C4FC09C-6429-5A42-BF86-540D6C72F98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236" y="412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4" name="Line 436">
                <a:extLst>
                  <a:ext uri="{FF2B5EF4-FFF2-40B4-BE49-F238E27FC236}">
                    <a16:creationId xmlns:a16="http://schemas.microsoft.com/office/drawing/2014/main" id="{DA3F6158-B5C5-EF4F-8390-15AF86B5D39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35" y="4124"/>
                <a:ext cx="10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5" name="Line 437">
                <a:extLst>
                  <a:ext uri="{FF2B5EF4-FFF2-40B4-BE49-F238E27FC236}">
                    <a16:creationId xmlns:a16="http://schemas.microsoft.com/office/drawing/2014/main" id="{C1B95C31-5F4C-C942-8A4B-33C2271489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39" y="4132"/>
                <a:ext cx="9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6" name="Line 438">
                <a:extLst>
                  <a:ext uri="{FF2B5EF4-FFF2-40B4-BE49-F238E27FC236}">
                    <a16:creationId xmlns:a16="http://schemas.microsoft.com/office/drawing/2014/main" id="{EAAEECCD-D0A2-8B4F-A9FC-056E5A3EBC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48" y="4138"/>
                <a:ext cx="0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7" name="Line 439">
                <a:extLst>
                  <a:ext uri="{FF2B5EF4-FFF2-40B4-BE49-F238E27FC236}">
                    <a16:creationId xmlns:a16="http://schemas.microsoft.com/office/drawing/2014/main" id="{E786B880-BD54-CD44-B025-66FFC87280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253" y="4141"/>
                <a:ext cx="0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8" name="Line 440">
                <a:extLst>
                  <a:ext uri="{FF2B5EF4-FFF2-40B4-BE49-F238E27FC236}">
                    <a16:creationId xmlns:a16="http://schemas.microsoft.com/office/drawing/2014/main" id="{410656DE-66E2-8C44-AC54-CD91BB6220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33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19" name="Line 441">
                <a:extLst>
                  <a:ext uri="{FF2B5EF4-FFF2-40B4-BE49-F238E27FC236}">
                    <a16:creationId xmlns:a16="http://schemas.microsoft.com/office/drawing/2014/main" id="{8651B3CA-5AF9-B34C-AEBC-067ACBFC47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38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0" name="Line 442">
                <a:extLst>
                  <a:ext uri="{FF2B5EF4-FFF2-40B4-BE49-F238E27FC236}">
                    <a16:creationId xmlns:a16="http://schemas.microsoft.com/office/drawing/2014/main" id="{DE528FB5-73B5-CF4F-8D6D-7B92DAD0EDF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7" y="3844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1" name="Line 443">
                <a:extLst>
                  <a:ext uri="{FF2B5EF4-FFF2-40B4-BE49-F238E27FC236}">
                    <a16:creationId xmlns:a16="http://schemas.microsoft.com/office/drawing/2014/main" id="{F100235E-EDFD-AC4C-A994-0AF5A0AB8C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7" y="384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2" name="Line 444">
                <a:extLst>
                  <a:ext uri="{FF2B5EF4-FFF2-40B4-BE49-F238E27FC236}">
                    <a16:creationId xmlns:a16="http://schemas.microsoft.com/office/drawing/2014/main" id="{5131B5A3-94D5-9B4D-A643-4D569CF4E6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46" y="387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3" name="Line 445">
                <a:extLst>
                  <a:ext uri="{FF2B5EF4-FFF2-40B4-BE49-F238E27FC236}">
                    <a16:creationId xmlns:a16="http://schemas.microsoft.com/office/drawing/2014/main" id="{AD6C762B-608D-5749-99FF-8241A6BE3A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42" y="3879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4" name="Line 446">
                <a:extLst>
                  <a:ext uri="{FF2B5EF4-FFF2-40B4-BE49-F238E27FC236}">
                    <a16:creationId xmlns:a16="http://schemas.microsoft.com/office/drawing/2014/main" id="{72ECE5D5-B351-CB45-B255-36588B8C953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85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5" name="Line 447">
                <a:extLst>
                  <a:ext uri="{FF2B5EF4-FFF2-40B4-BE49-F238E27FC236}">
                    <a16:creationId xmlns:a16="http://schemas.microsoft.com/office/drawing/2014/main" id="{4818702F-55BC-AA48-824D-398757B138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6" name="Line 448">
                <a:extLst>
                  <a:ext uri="{FF2B5EF4-FFF2-40B4-BE49-F238E27FC236}">
                    <a16:creationId xmlns:a16="http://schemas.microsoft.com/office/drawing/2014/main" id="{C7F1C09D-54E9-3E4A-AD4F-E66399CA785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8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7" name="Line 449">
                <a:extLst>
                  <a:ext uri="{FF2B5EF4-FFF2-40B4-BE49-F238E27FC236}">
                    <a16:creationId xmlns:a16="http://schemas.microsoft.com/office/drawing/2014/main" id="{6B941B49-8724-E74E-8D50-2F00CB7EA53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9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8" name="Line 450">
                <a:extLst>
                  <a:ext uri="{FF2B5EF4-FFF2-40B4-BE49-F238E27FC236}">
                    <a16:creationId xmlns:a16="http://schemas.microsoft.com/office/drawing/2014/main" id="{663245F1-0487-3D47-A684-8A2D42893D7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8" y="390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29" name="Line 451">
                <a:extLst>
                  <a:ext uri="{FF2B5EF4-FFF2-40B4-BE49-F238E27FC236}">
                    <a16:creationId xmlns:a16="http://schemas.microsoft.com/office/drawing/2014/main" id="{1F174D29-8576-3C4F-BB09-E302AE89F9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0" name="Line 452">
                <a:extLst>
                  <a:ext uri="{FF2B5EF4-FFF2-40B4-BE49-F238E27FC236}">
                    <a16:creationId xmlns:a16="http://schemas.microsoft.com/office/drawing/2014/main" id="{91F6FF85-50DC-564A-B1B3-2FD4712BD9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16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1" name="Line 453">
                <a:extLst>
                  <a:ext uri="{FF2B5EF4-FFF2-40B4-BE49-F238E27FC236}">
                    <a16:creationId xmlns:a16="http://schemas.microsoft.com/office/drawing/2014/main" id="{BF200AA6-66D6-8140-9ECC-021BA6AFA1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5" y="392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2" name="Line 454">
                <a:extLst>
                  <a:ext uri="{FF2B5EF4-FFF2-40B4-BE49-F238E27FC236}">
                    <a16:creationId xmlns:a16="http://schemas.microsoft.com/office/drawing/2014/main" id="{FC0BFB38-624A-0846-A36C-191DEE760D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4" y="3924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3" name="Line 455">
                <a:extLst>
                  <a:ext uri="{FF2B5EF4-FFF2-40B4-BE49-F238E27FC236}">
                    <a16:creationId xmlns:a16="http://schemas.microsoft.com/office/drawing/2014/main" id="{D3D145DB-0F79-0346-999C-143DAB3FDA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4" y="3931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4" name="Line 456">
                <a:extLst>
                  <a:ext uri="{FF2B5EF4-FFF2-40B4-BE49-F238E27FC236}">
                    <a16:creationId xmlns:a16="http://schemas.microsoft.com/office/drawing/2014/main" id="{0FA0E9CA-85B5-DA43-A628-37211B9678C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2" y="3938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5" name="Line 457">
                <a:extLst>
                  <a:ext uri="{FF2B5EF4-FFF2-40B4-BE49-F238E27FC236}">
                    <a16:creationId xmlns:a16="http://schemas.microsoft.com/office/drawing/2014/main" id="{B3BF7E7A-DF30-7E4C-BCB0-00217BF60E1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32" y="39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6" name="Line 458">
                <a:extLst>
                  <a:ext uri="{FF2B5EF4-FFF2-40B4-BE49-F238E27FC236}">
                    <a16:creationId xmlns:a16="http://schemas.microsoft.com/office/drawing/2014/main" id="{EF5CEC3B-C839-544E-BF08-5D0A1CF32F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7" y="3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7" name="Line 459">
                <a:extLst>
                  <a:ext uri="{FF2B5EF4-FFF2-40B4-BE49-F238E27FC236}">
                    <a16:creationId xmlns:a16="http://schemas.microsoft.com/office/drawing/2014/main" id="{D5CC0751-1314-2A42-A0E4-85CA04141B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5" y="3956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8" name="Line 460">
                <a:extLst>
                  <a:ext uri="{FF2B5EF4-FFF2-40B4-BE49-F238E27FC236}">
                    <a16:creationId xmlns:a16="http://schemas.microsoft.com/office/drawing/2014/main" id="{12AB0D4B-81E3-4D41-9854-38D3899E0EE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3" y="39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39" name="Line 461">
                <a:extLst>
                  <a:ext uri="{FF2B5EF4-FFF2-40B4-BE49-F238E27FC236}">
                    <a16:creationId xmlns:a16="http://schemas.microsoft.com/office/drawing/2014/main" id="{EE7B128F-2473-5846-B522-ACDF07355EA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21" y="3966"/>
                <a:ext cx="3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0" name="Line 462">
                <a:extLst>
                  <a:ext uri="{FF2B5EF4-FFF2-40B4-BE49-F238E27FC236}">
                    <a16:creationId xmlns:a16="http://schemas.microsoft.com/office/drawing/2014/main" id="{242021BC-B648-E64B-B05B-E388055221A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15" y="3973"/>
                <a:ext cx="2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1" name="Line 463">
                <a:extLst>
                  <a:ext uri="{FF2B5EF4-FFF2-40B4-BE49-F238E27FC236}">
                    <a16:creationId xmlns:a16="http://schemas.microsoft.com/office/drawing/2014/main" id="{60CAABF9-F855-EB4D-A5ED-15B620F9237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608" y="39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2" name="Line 464">
                <a:extLst>
                  <a:ext uri="{FF2B5EF4-FFF2-40B4-BE49-F238E27FC236}">
                    <a16:creationId xmlns:a16="http://schemas.microsoft.com/office/drawing/2014/main" id="{BB7ABADA-BD6D-284F-A609-53C14839C2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0" y="3620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3" name="Line 465">
                <a:extLst>
                  <a:ext uri="{FF2B5EF4-FFF2-40B4-BE49-F238E27FC236}">
                    <a16:creationId xmlns:a16="http://schemas.microsoft.com/office/drawing/2014/main" id="{6D007BE4-F946-C143-B06F-46D158FFDB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0" y="362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4" name="Line 466">
                <a:extLst>
                  <a:ext uri="{FF2B5EF4-FFF2-40B4-BE49-F238E27FC236}">
                    <a16:creationId xmlns:a16="http://schemas.microsoft.com/office/drawing/2014/main" id="{3F621EE6-7D32-2B40-ADD7-2E9373D19F3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2" y="3621"/>
                <a:ext cx="2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5" name="Line 467">
                <a:extLst>
                  <a:ext uri="{FF2B5EF4-FFF2-40B4-BE49-F238E27FC236}">
                    <a16:creationId xmlns:a16="http://schemas.microsoft.com/office/drawing/2014/main" id="{23A699E2-DE1B-7649-B73B-B9A352067E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29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6" name="Line 468">
                <a:extLst>
                  <a:ext uri="{FF2B5EF4-FFF2-40B4-BE49-F238E27FC236}">
                    <a16:creationId xmlns:a16="http://schemas.microsoft.com/office/drawing/2014/main" id="{461907FD-8457-CF40-B035-24A2CDF33A8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4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7" name="Line 469">
                <a:extLst>
                  <a:ext uri="{FF2B5EF4-FFF2-40B4-BE49-F238E27FC236}">
                    <a16:creationId xmlns:a16="http://schemas.microsoft.com/office/drawing/2014/main" id="{1F5E1AFA-F649-D743-8FD0-9435484518B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6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8" name="Line 470">
                <a:extLst>
                  <a:ext uri="{FF2B5EF4-FFF2-40B4-BE49-F238E27FC236}">
                    <a16:creationId xmlns:a16="http://schemas.microsoft.com/office/drawing/2014/main" id="{C8724C96-43E2-DB43-BAE8-CA05816AAB2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3" y="363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49" name="Line 471">
                <a:extLst>
                  <a:ext uri="{FF2B5EF4-FFF2-40B4-BE49-F238E27FC236}">
                    <a16:creationId xmlns:a16="http://schemas.microsoft.com/office/drawing/2014/main" id="{B892D81D-B942-F246-98DA-E1A23A9DAEE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3" y="3640"/>
                <a:ext cx="2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0" name="Line 472">
                <a:extLst>
                  <a:ext uri="{FF2B5EF4-FFF2-40B4-BE49-F238E27FC236}">
                    <a16:creationId xmlns:a16="http://schemas.microsoft.com/office/drawing/2014/main" id="{AC5719D3-5DEB-434C-89EE-BC06007532F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47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1" name="Line 473">
                <a:extLst>
                  <a:ext uri="{FF2B5EF4-FFF2-40B4-BE49-F238E27FC236}">
                    <a16:creationId xmlns:a16="http://schemas.microsoft.com/office/drawing/2014/main" id="{8C360D5A-AD32-F84B-B39D-B1ADD853C9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51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2" name="Line 474">
                <a:extLst>
                  <a:ext uri="{FF2B5EF4-FFF2-40B4-BE49-F238E27FC236}">
                    <a16:creationId xmlns:a16="http://schemas.microsoft.com/office/drawing/2014/main" id="{D6507507-6C2C-324B-A877-C22D17DA31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6" y="3656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3" name="Line 475">
                <a:extLst>
                  <a:ext uri="{FF2B5EF4-FFF2-40B4-BE49-F238E27FC236}">
                    <a16:creationId xmlns:a16="http://schemas.microsoft.com/office/drawing/2014/main" id="{9B805A97-8C5F-9243-B6CA-BADEB25E42A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4" name="Line 476">
                <a:extLst>
                  <a:ext uri="{FF2B5EF4-FFF2-40B4-BE49-F238E27FC236}">
                    <a16:creationId xmlns:a16="http://schemas.microsoft.com/office/drawing/2014/main" id="{E51B344C-D19D-724D-BA4E-6ABBA97945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1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5" name="Line 477">
                <a:extLst>
                  <a:ext uri="{FF2B5EF4-FFF2-40B4-BE49-F238E27FC236}">
                    <a16:creationId xmlns:a16="http://schemas.microsoft.com/office/drawing/2014/main" id="{926D140D-B24E-444F-A27E-38C6E20F9BE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5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6" name="Line 478">
                <a:extLst>
                  <a:ext uri="{FF2B5EF4-FFF2-40B4-BE49-F238E27FC236}">
                    <a16:creationId xmlns:a16="http://schemas.microsoft.com/office/drawing/2014/main" id="{7967AA2F-F949-1449-AEEE-F8B167B3B5D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7" y="3666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7" name="Line 479">
                <a:extLst>
                  <a:ext uri="{FF2B5EF4-FFF2-40B4-BE49-F238E27FC236}">
                    <a16:creationId xmlns:a16="http://schemas.microsoft.com/office/drawing/2014/main" id="{0B689E44-CE0B-2241-94EB-1BC65B279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16" y="3667"/>
                <a:ext cx="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8" name="Line 480">
                <a:extLst>
                  <a:ext uri="{FF2B5EF4-FFF2-40B4-BE49-F238E27FC236}">
                    <a16:creationId xmlns:a16="http://schemas.microsoft.com/office/drawing/2014/main" id="{226F416C-52B4-6249-A2ED-EDE94A699E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8" y="3675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59" name="Line 481">
                <a:extLst>
                  <a:ext uri="{FF2B5EF4-FFF2-40B4-BE49-F238E27FC236}">
                    <a16:creationId xmlns:a16="http://schemas.microsoft.com/office/drawing/2014/main" id="{B01F9DEF-048B-364E-88AC-79E99BCDA9F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18" y="3676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0" name="Line 482">
                <a:extLst>
                  <a:ext uri="{FF2B5EF4-FFF2-40B4-BE49-F238E27FC236}">
                    <a16:creationId xmlns:a16="http://schemas.microsoft.com/office/drawing/2014/main" id="{0F35C936-FAB6-EA46-B6DB-C419D8978BF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1" y="3675"/>
                <a:ext cx="0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1" name="Line 483">
                <a:extLst>
                  <a:ext uri="{FF2B5EF4-FFF2-40B4-BE49-F238E27FC236}">
                    <a16:creationId xmlns:a16="http://schemas.microsoft.com/office/drawing/2014/main" id="{CCEEB87D-A87B-8847-92C8-105101C0379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1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2" name="Line 484">
                <a:extLst>
                  <a:ext uri="{FF2B5EF4-FFF2-40B4-BE49-F238E27FC236}">
                    <a16:creationId xmlns:a16="http://schemas.microsoft.com/office/drawing/2014/main" id="{EE1AA8FC-99BF-EA47-BD7E-15C0C06B9C1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3" name="Line 485">
                <a:extLst>
                  <a:ext uri="{FF2B5EF4-FFF2-40B4-BE49-F238E27FC236}">
                    <a16:creationId xmlns:a16="http://schemas.microsoft.com/office/drawing/2014/main" id="{900C9345-0B92-D043-B2D7-F54A2792C5E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89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4" name="Line 486">
                <a:extLst>
                  <a:ext uri="{FF2B5EF4-FFF2-40B4-BE49-F238E27FC236}">
                    <a16:creationId xmlns:a16="http://schemas.microsoft.com/office/drawing/2014/main" id="{F2CC46E1-A129-3E4A-BB1A-6C1EF49B813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2" y="3693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5" name="Line 487">
                <a:extLst>
                  <a:ext uri="{FF2B5EF4-FFF2-40B4-BE49-F238E27FC236}">
                    <a16:creationId xmlns:a16="http://schemas.microsoft.com/office/drawing/2014/main" id="{51DE389B-6C6B-7E4C-B9E2-E0F9F9165D7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694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6" name="Line 488">
                <a:extLst>
                  <a:ext uri="{FF2B5EF4-FFF2-40B4-BE49-F238E27FC236}">
                    <a16:creationId xmlns:a16="http://schemas.microsoft.com/office/drawing/2014/main" id="{AE460B3B-F68B-A647-9906-14B5424338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69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7" name="Line 489">
                <a:extLst>
                  <a:ext uri="{FF2B5EF4-FFF2-40B4-BE49-F238E27FC236}">
                    <a16:creationId xmlns:a16="http://schemas.microsoft.com/office/drawing/2014/main" id="{3F2EF72D-92E5-E14C-BE8C-EDA2B8D21F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3" y="370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8" name="Line 490">
                <a:extLst>
                  <a:ext uri="{FF2B5EF4-FFF2-40B4-BE49-F238E27FC236}">
                    <a16:creationId xmlns:a16="http://schemas.microsoft.com/office/drawing/2014/main" id="{7B501E34-775F-5C4A-B149-979684FD0F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07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69" name="Line 491">
                <a:extLst>
                  <a:ext uri="{FF2B5EF4-FFF2-40B4-BE49-F238E27FC236}">
                    <a16:creationId xmlns:a16="http://schemas.microsoft.com/office/drawing/2014/main" id="{15C4BD7A-BC08-AC44-976D-6C5F5DFAD25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4" y="3708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0" name="Line 492">
                <a:extLst>
                  <a:ext uri="{FF2B5EF4-FFF2-40B4-BE49-F238E27FC236}">
                    <a16:creationId xmlns:a16="http://schemas.microsoft.com/office/drawing/2014/main" id="{BACAEDB9-44CB-C54D-B51F-B430E690156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4" y="3713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1" name="Line 493">
                <a:extLst>
                  <a:ext uri="{FF2B5EF4-FFF2-40B4-BE49-F238E27FC236}">
                    <a16:creationId xmlns:a16="http://schemas.microsoft.com/office/drawing/2014/main" id="{7BE4078C-6D7F-4847-9B21-7C18543615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15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2" name="Line 494">
                <a:extLst>
                  <a:ext uri="{FF2B5EF4-FFF2-40B4-BE49-F238E27FC236}">
                    <a16:creationId xmlns:a16="http://schemas.microsoft.com/office/drawing/2014/main" id="{EED233D0-BF92-8446-A503-59719041FE1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18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3" name="Line 495">
                <a:extLst>
                  <a:ext uri="{FF2B5EF4-FFF2-40B4-BE49-F238E27FC236}">
                    <a16:creationId xmlns:a16="http://schemas.microsoft.com/office/drawing/2014/main" id="{A0CCA0ED-3530-0C48-9AFF-72EE98D39D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22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4" name="Line 496">
                <a:extLst>
                  <a:ext uri="{FF2B5EF4-FFF2-40B4-BE49-F238E27FC236}">
                    <a16:creationId xmlns:a16="http://schemas.microsoft.com/office/drawing/2014/main" id="{C71FDBA0-4756-4545-A8A9-14B4317618A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27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5" name="Line 497">
                <a:extLst>
                  <a:ext uri="{FF2B5EF4-FFF2-40B4-BE49-F238E27FC236}">
                    <a16:creationId xmlns:a16="http://schemas.microsoft.com/office/drawing/2014/main" id="{DA031E16-7526-6949-A164-558D3CA7520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732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6" name="Line 498">
                <a:extLst>
                  <a:ext uri="{FF2B5EF4-FFF2-40B4-BE49-F238E27FC236}">
                    <a16:creationId xmlns:a16="http://schemas.microsoft.com/office/drawing/2014/main" id="{C3CBD559-D336-E742-9276-4FCE7F503B9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7" y="3732"/>
                <a:ext cx="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7" name="Line 499">
                <a:extLst>
                  <a:ext uri="{FF2B5EF4-FFF2-40B4-BE49-F238E27FC236}">
                    <a16:creationId xmlns:a16="http://schemas.microsoft.com/office/drawing/2014/main" id="{7898CFFF-B2CD-A64C-A745-D8F8AE71034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4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8" name="Line 500">
                <a:extLst>
                  <a:ext uri="{FF2B5EF4-FFF2-40B4-BE49-F238E27FC236}">
                    <a16:creationId xmlns:a16="http://schemas.microsoft.com/office/drawing/2014/main" id="{F65B770D-E6E8-0A4E-9749-C04DF6B4B0B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27" y="3742"/>
                <a:ext cx="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79" name="Line 501">
                <a:extLst>
                  <a:ext uri="{FF2B5EF4-FFF2-40B4-BE49-F238E27FC236}">
                    <a16:creationId xmlns:a16="http://schemas.microsoft.com/office/drawing/2014/main" id="{AA8BFF38-2A30-3A4B-A5EF-BCBE9A2F880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51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0" name="Line 502">
                <a:extLst>
                  <a:ext uri="{FF2B5EF4-FFF2-40B4-BE49-F238E27FC236}">
                    <a16:creationId xmlns:a16="http://schemas.microsoft.com/office/drawing/2014/main" id="{C9174342-2997-6F49-ACF8-B97C5583B5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754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1" name="Line 503">
                <a:extLst>
                  <a:ext uri="{FF2B5EF4-FFF2-40B4-BE49-F238E27FC236}">
                    <a16:creationId xmlns:a16="http://schemas.microsoft.com/office/drawing/2014/main" id="{01942CA8-8100-EB40-A553-809C67ABE69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6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2" name="Line 504">
                <a:extLst>
                  <a:ext uri="{FF2B5EF4-FFF2-40B4-BE49-F238E27FC236}">
                    <a16:creationId xmlns:a16="http://schemas.microsoft.com/office/drawing/2014/main" id="{2CD80503-15C6-9B47-8F6B-2BCCE7E61B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730" y="3762"/>
                <a:ext cx="3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3" name="Line 505">
                <a:extLst>
                  <a:ext uri="{FF2B5EF4-FFF2-40B4-BE49-F238E27FC236}">
                    <a16:creationId xmlns:a16="http://schemas.microsoft.com/office/drawing/2014/main" id="{1D16E52C-8711-FF4D-AF74-E758D2C1CA0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73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4" name="Line 506">
                <a:extLst>
                  <a:ext uri="{FF2B5EF4-FFF2-40B4-BE49-F238E27FC236}">
                    <a16:creationId xmlns:a16="http://schemas.microsoft.com/office/drawing/2014/main" id="{CE93EB1F-2112-5040-B4BF-0CC6F313E1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78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5" name="Line 507">
                <a:extLst>
                  <a:ext uri="{FF2B5EF4-FFF2-40B4-BE49-F238E27FC236}">
                    <a16:creationId xmlns:a16="http://schemas.microsoft.com/office/drawing/2014/main" id="{18DB575A-B989-E146-8421-8D9341E5CDC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1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6" name="Line 508">
                <a:extLst>
                  <a:ext uri="{FF2B5EF4-FFF2-40B4-BE49-F238E27FC236}">
                    <a16:creationId xmlns:a16="http://schemas.microsoft.com/office/drawing/2014/main" id="{B6C0CB78-62E2-8C43-AE5D-B3F290AE3B2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7" name="Line 509">
                <a:extLst>
                  <a:ext uri="{FF2B5EF4-FFF2-40B4-BE49-F238E27FC236}">
                    <a16:creationId xmlns:a16="http://schemas.microsoft.com/office/drawing/2014/main" id="{DCF1F942-2DE2-E641-8BBC-DE559A63EEE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89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8" name="Line 510">
                <a:extLst>
                  <a:ext uri="{FF2B5EF4-FFF2-40B4-BE49-F238E27FC236}">
                    <a16:creationId xmlns:a16="http://schemas.microsoft.com/office/drawing/2014/main" id="{3ED2F6B1-C35A-2F40-A12D-0EF1D62D7C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9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89" name="Line 511">
                <a:extLst>
                  <a:ext uri="{FF2B5EF4-FFF2-40B4-BE49-F238E27FC236}">
                    <a16:creationId xmlns:a16="http://schemas.microsoft.com/office/drawing/2014/main" id="{0F52166D-D983-564C-874D-8F8991785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797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0" name="Line 512">
                <a:extLst>
                  <a:ext uri="{FF2B5EF4-FFF2-40B4-BE49-F238E27FC236}">
                    <a16:creationId xmlns:a16="http://schemas.microsoft.com/office/drawing/2014/main" id="{3A8DC819-1FE4-EB4E-9E01-A52E9A040B1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0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1" name="Line 513">
                <a:extLst>
                  <a:ext uri="{FF2B5EF4-FFF2-40B4-BE49-F238E27FC236}">
                    <a16:creationId xmlns:a16="http://schemas.microsoft.com/office/drawing/2014/main" id="{3A98A056-751A-064B-AE1C-B09C7C237F4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1" y="3829"/>
                <a:ext cx="0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2" name="Line 514">
                <a:extLst>
                  <a:ext uri="{FF2B5EF4-FFF2-40B4-BE49-F238E27FC236}">
                    <a16:creationId xmlns:a16="http://schemas.microsoft.com/office/drawing/2014/main" id="{6B760076-D337-4A42-825D-41269DE3CAB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13" y="3829"/>
                <a:ext cx="1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3" name="Line 515">
                <a:extLst>
                  <a:ext uri="{FF2B5EF4-FFF2-40B4-BE49-F238E27FC236}">
                    <a16:creationId xmlns:a16="http://schemas.microsoft.com/office/drawing/2014/main" id="{FF40CC2A-79F7-3244-8BC3-F39451B4E77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6" y="3826"/>
                <a:ext cx="1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4" name="Line 516">
                <a:extLst>
                  <a:ext uri="{FF2B5EF4-FFF2-40B4-BE49-F238E27FC236}">
                    <a16:creationId xmlns:a16="http://schemas.microsoft.com/office/drawing/2014/main" id="{F88F5578-59FB-2248-815F-05DF673BC1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2" y="3823"/>
                <a:ext cx="1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5" name="Line 517">
                <a:extLst>
                  <a:ext uri="{FF2B5EF4-FFF2-40B4-BE49-F238E27FC236}">
                    <a16:creationId xmlns:a16="http://schemas.microsoft.com/office/drawing/2014/main" id="{2D1B0FDA-7D4D-B947-B30A-31E15BE854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701" y="3818"/>
                <a:ext cx="9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6" name="Line 518">
                <a:extLst>
                  <a:ext uri="{FF2B5EF4-FFF2-40B4-BE49-F238E27FC236}">
                    <a16:creationId xmlns:a16="http://schemas.microsoft.com/office/drawing/2014/main" id="{9E248294-0782-2348-A53E-6C7C15A5D3D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>
                <a:off x="2696" y="3814"/>
                <a:ext cx="1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7" name="Line 519">
                <a:extLst>
                  <a:ext uri="{FF2B5EF4-FFF2-40B4-BE49-F238E27FC236}">
                    <a16:creationId xmlns:a16="http://schemas.microsoft.com/office/drawing/2014/main" id="{051E887B-2DAF-964B-9450-D7F4563AB2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5" y="3829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8" name="Line 520">
                <a:extLst>
                  <a:ext uri="{FF2B5EF4-FFF2-40B4-BE49-F238E27FC236}">
                    <a16:creationId xmlns:a16="http://schemas.microsoft.com/office/drawing/2014/main" id="{FF611451-C374-594E-A103-3D7FF64883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28" y="38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199" name="Line 521">
                <a:extLst>
                  <a:ext uri="{FF2B5EF4-FFF2-40B4-BE49-F238E27FC236}">
                    <a16:creationId xmlns:a16="http://schemas.microsoft.com/office/drawing/2014/main" id="{F582B6A4-CFD7-2E49-A886-2375D7BADFA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1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0" name="Line 522">
                <a:extLst>
                  <a:ext uri="{FF2B5EF4-FFF2-40B4-BE49-F238E27FC236}">
                    <a16:creationId xmlns:a16="http://schemas.microsoft.com/office/drawing/2014/main" id="{824B6683-221B-284A-A272-055400EE00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12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1" name="Line 523">
                <a:extLst>
                  <a:ext uri="{FF2B5EF4-FFF2-40B4-BE49-F238E27FC236}">
                    <a16:creationId xmlns:a16="http://schemas.microsoft.com/office/drawing/2014/main" id="{BBCC89A5-2CDF-7E4E-BF19-02507D95C8F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731" y="3807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2" name="Freeform 524">
                <a:extLst>
                  <a:ext uri="{FF2B5EF4-FFF2-40B4-BE49-F238E27FC236}">
                    <a16:creationId xmlns:a16="http://schemas.microsoft.com/office/drawing/2014/main" id="{38DAB85B-B3D2-6A47-AB64-4D0815CEFC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9" y="3316"/>
                <a:ext cx="284" cy="585"/>
              </a:xfrm>
              <a:custGeom>
                <a:avLst/>
                <a:gdLst>
                  <a:gd name="T0" fmla="*/ 283 w 284"/>
                  <a:gd name="T1" fmla="*/ 26 h 585"/>
                  <a:gd name="T2" fmla="*/ 0 w 284"/>
                  <a:gd name="T3" fmla="*/ 0 h 585"/>
                  <a:gd name="T4" fmla="*/ 0 w 284"/>
                  <a:gd name="T5" fmla="*/ 501 h 585"/>
                  <a:gd name="T6" fmla="*/ 79 w 284"/>
                  <a:gd name="T7" fmla="*/ 584 h 58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4"/>
                  <a:gd name="T13" fmla="*/ 0 h 585"/>
                  <a:gd name="T14" fmla="*/ 284 w 284"/>
                  <a:gd name="T15" fmla="*/ 585 h 58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4" h="585">
                    <a:moveTo>
                      <a:pt x="283" y="26"/>
                    </a:moveTo>
                    <a:lnTo>
                      <a:pt x="0" y="0"/>
                    </a:lnTo>
                    <a:lnTo>
                      <a:pt x="0" y="501"/>
                    </a:lnTo>
                    <a:lnTo>
                      <a:pt x="79" y="584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03" name="Freeform 525">
                <a:extLst>
                  <a:ext uri="{FF2B5EF4-FFF2-40B4-BE49-F238E27FC236}">
                    <a16:creationId xmlns:a16="http://schemas.microsoft.com/office/drawing/2014/main" id="{E8ED139C-7BE0-AA44-B9C7-24DBCA1CFA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8" y="3324"/>
                <a:ext cx="233" cy="578"/>
              </a:xfrm>
              <a:custGeom>
                <a:avLst/>
                <a:gdLst>
                  <a:gd name="T0" fmla="*/ 232 w 233"/>
                  <a:gd name="T1" fmla="*/ 20 h 578"/>
                  <a:gd name="T2" fmla="*/ 0 w 233"/>
                  <a:gd name="T3" fmla="*/ 0 h 578"/>
                  <a:gd name="T4" fmla="*/ 0 w 233"/>
                  <a:gd name="T5" fmla="*/ 492 h 578"/>
                  <a:gd name="T6" fmla="*/ 89 w 233"/>
                  <a:gd name="T7" fmla="*/ 577 h 57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3"/>
                  <a:gd name="T13" fmla="*/ 0 h 578"/>
                  <a:gd name="T14" fmla="*/ 233 w 233"/>
                  <a:gd name="T15" fmla="*/ 578 h 57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3" h="578">
                    <a:moveTo>
                      <a:pt x="232" y="20"/>
                    </a:moveTo>
                    <a:lnTo>
                      <a:pt x="0" y="0"/>
                    </a:lnTo>
                    <a:lnTo>
                      <a:pt x="0" y="492"/>
                    </a:lnTo>
                    <a:lnTo>
                      <a:pt x="89" y="57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04" name="Line 526">
                <a:extLst>
                  <a:ext uri="{FF2B5EF4-FFF2-40B4-BE49-F238E27FC236}">
                    <a16:creationId xmlns:a16="http://schemas.microsoft.com/office/drawing/2014/main" id="{5B05A099-D8CD-1940-89F2-A6982BA672B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002" y="3341"/>
                <a:ext cx="0" cy="4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5" name="Line 527">
                <a:extLst>
                  <a:ext uri="{FF2B5EF4-FFF2-40B4-BE49-F238E27FC236}">
                    <a16:creationId xmlns:a16="http://schemas.microsoft.com/office/drawing/2014/main" id="{E4D1DE4A-7DE6-6D43-9FC9-3A51227E1CA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043" y="3343"/>
                <a:ext cx="0" cy="4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6" name="Line 528">
                <a:extLst>
                  <a:ext uri="{FF2B5EF4-FFF2-40B4-BE49-F238E27FC236}">
                    <a16:creationId xmlns:a16="http://schemas.microsoft.com/office/drawing/2014/main" id="{FC0A3ADE-ECF3-6C40-BE17-A6E03D6785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2039" y="3353"/>
                <a:ext cx="58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07" name="Freeform 529">
                <a:extLst>
                  <a:ext uri="{FF2B5EF4-FFF2-40B4-BE49-F238E27FC236}">
                    <a16:creationId xmlns:a16="http://schemas.microsoft.com/office/drawing/2014/main" id="{701B3F8A-A3BB-A54C-8311-BAD3713E87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0" y="3582"/>
                <a:ext cx="141" cy="26"/>
              </a:xfrm>
              <a:custGeom>
                <a:avLst/>
                <a:gdLst>
                  <a:gd name="T0" fmla="*/ 16 w 141"/>
                  <a:gd name="T1" fmla="*/ 0 h 26"/>
                  <a:gd name="T2" fmla="*/ 12 w 141"/>
                  <a:gd name="T3" fmla="*/ 0 h 26"/>
                  <a:gd name="T4" fmla="*/ 8 w 141"/>
                  <a:gd name="T5" fmla="*/ 1 h 26"/>
                  <a:gd name="T6" fmla="*/ 5 w 141"/>
                  <a:gd name="T7" fmla="*/ 4 h 26"/>
                  <a:gd name="T8" fmla="*/ 2 w 141"/>
                  <a:gd name="T9" fmla="*/ 6 h 26"/>
                  <a:gd name="T10" fmla="*/ 0 w 141"/>
                  <a:gd name="T11" fmla="*/ 9 h 26"/>
                  <a:gd name="T12" fmla="*/ 0 w 141"/>
                  <a:gd name="T13" fmla="*/ 15 h 26"/>
                  <a:gd name="T14" fmla="*/ 2 w 141"/>
                  <a:gd name="T15" fmla="*/ 17 h 26"/>
                  <a:gd name="T16" fmla="*/ 5 w 141"/>
                  <a:gd name="T17" fmla="*/ 20 h 26"/>
                  <a:gd name="T18" fmla="*/ 6 w 141"/>
                  <a:gd name="T19" fmla="*/ 22 h 26"/>
                  <a:gd name="T20" fmla="*/ 12 w 141"/>
                  <a:gd name="T21" fmla="*/ 24 h 26"/>
                  <a:gd name="T22" fmla="*/ 16 w 141"/>
                  <a:gd name="T23" fmla="*/ 24 h 26"/>
                  <a:gd name="T24" fmla="*/ 124 w 141"/>
                  <a:gd name="T25" fmla="*/ 25 h 26"/>
                  <a:gd name="T26" fmla="*/ 128 w 141"/>
                  <a:gd name="T27" fmla="*/ 25 h 26"/>
                  <a:gd name="T28" fmla="*/ 132 w 141"/>
                  <a:gd name="T29" fmla="*/ 24 h 26"/>
                  <a:gd name="T30" fmla="*/ 135 w 141"/>
                  <a:gd name="T31" fmla="*/ 22 h 26"/>
                  <a:gd name="T32" fmla="*/ 138 w 141"/>
                  <a:gd name="T33" fmla="*/ 20 h 26"/>
                  <a:gd name="T34" fmla="*/ 140 w 141"/>
                  <a:gd name="T35" fmla="*/ 16 h 26"/>
                  <a:gd name="T36" fmla="*/ 140 w 141"/>
                  <a:gd name="T37" fmla="*/ 10 h 26"/>
                  <a:gd name="T38" fmla="*/ 138 w 141"/>
                  <a:gd name="T39" fmla="*/ 8 h 26"/>
                  <a:gd name="T40" fmla="*/ 135 w 141"/>
                  <a:gd name="T41" fmla="*/ 6 h 26"/>
                  <a:gd name="T42" fmla="*/ 134 w 141"/>
                  <a:gd name="T43" fmla="*/ 3 h 26"/>
                  <a:gd name="T44" fmla="*/ 128 w 141"/>
                  <a:gd name="T45" fmla="*/ 1 h 26"/>
                  <a:gd name="T46" fmla="*/ 124 w 141"/>
                  <a:gd name="T47" fmla="*/ 1 h 26"/>
                  <a:gd name="T48" fmla="*/ 16 w 141"/>
                  <a:gd name="T49" fmla="*/ 0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1"/>
                  <a:gd name="T76" fmla="*/ 0 h 26"/>
                  <a:gd name="T77" fmla="*/ 141 w 141"/>
                  <a:gd name="T78" fmla="*/ 26 h 2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1" h="26">
                    <a:moveTo>
                      <a:pt x="16" y="0"/>
                    </a:moveTo>
                    <a:lnTo>
                      <a:pt x="12" y="0"/>
                    </a:lnTo>
                    <a:lnTo>
                      <a:pt x="8" y="1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6" y="22"/>
                    </a:lnTo>
                    <a:lnTo>
                      <a:pt x="12" y="24"/>
                    </a:lnTo>
                    <a:lnTo>
                      <a:pt x="16" y="24"/>
                    </a:lnTo>
                    <a:lnTo>
                      <a:pt x="124" y="25"/>
                    </a:lnTo>
                    <a:lnTo>
                      <a:pt x="128" y="25"/>
                    </a:lnTo>
                    <a:lnTo>
                      <a:pt x="132" y="24"/>
                    </a:lnTo>
                    <a:lnTo>
                      <a:pt x="135" y="22"/>
                    </a:lnTo>
                    <a:lnTo>
                      <a:pt x="138" y="20"/>
                    </a:lnTo>
                    <a:lnTo>
                      <a:pt x="140" y="16"/>
                    </a:lnTo>
                    <a:lnTo>
                      <a:pt x="140" y="10"/>
                    </a:lnTo>
                    <a:lnTo>
                      <a:pt x="138" y="8"/>
                    </a:lnTo>
                    <a:lnTo>
                      <a:pt x="135" y="6"/>
                    </a:lnTo>
                    <a:lnTo>
                      <a:pt x="134" y="3"/>
                    </a:lnTo>
                    <a:lnTo>
                      <a:pt x="128" y="1"/>
                    </a:lnTo>
                    <a:lnTo>
                      <a:pt x="124" y="1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08" name="Freeform 530">
                <a:extLst>
                  <a:ext uri="{FF2B5EF4-FFF2-40B4-BE49-F238E27FC236}">
                    <a16:creationId xmlns:a16="http://schemas.microsoft.com/office/drawing/2014/main" id="{39333E88-6EF0-D143-8D98-F87150C276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9" y="3753"/>
                <a:ext cx="143" cy="40"/>
              </a:xfrm>
              <a:custGeom>
                <a:avLst/>
                <a:gdLst>
                  <a:gd name="T0" fmla="*/ 17 w 143"/>
                  <a:gd name="T1" fmla="*/ 0 h 40"/>
                  <a:gd name="T2" fmla="*/ 14 w 143"/>
                  <a:gd name="T3" fmla="*/ 0 h 40"/>
                  <a:gd name="T4" fmla="*/ 10 w 143"/>
                  <a:gd name="T5" fmla="*/ 2 h 40"/>
                  <a:gd name="T6" fmla="*/ 5 w 143"/>
                  <a:gd name="T7" fmla="*/ 3 h 40"/>
                  <a:gd name="T8" fmla="*/ 4 w 143"/>
                  <a:gd name="T9" fmla="*/ 6 h 40"/>
                  <a:gd name="T10" fmla="*/ 2 w 143"/>
                  <a:gd name="T11" fmla="*/ 9 h 40"/>
                  <a:gd name="T12" fmla="*/ 0 w 143"/>
                  <a:gd name="T13" fmla="*/ 12 h 40"/>
                  <a:gd name="T14" fmla="*/ 0 w 143"/>
                  <a:gd name="T15" fmla="*/ 15 h 40"/>
                  <a:gd name="T16" fmla="*/ 2 w 143"/>
                  <a:gd name="T17" fmla="*/ 18 h 40"/>
                  <a:gd name="T18" fmla="*/ 4 w 143"/>
                  <a:gd name="T19" fmla="*/ 23 h 40"/>
                  <a:gd name="T20" fmla="*/ 6 w 143"/>
                  <a:gd name="T21" fmla="*/ 24 h 40"/>
                  <a:gd name="T22" fmla="*/ 10 w 143"/>
                  <a:gd name="T23" fmla="*/ 26 h 40"/>
                  <a:gd name="T24" fmla="*/ 14 w 143"/>
                  <a:gd name="T25" fmla="*/ 27 h 40"/>
                  <a:gd name="T26" fmla="*/ 125 w 143"/>
                  <a:gd name="T27" fmla="*/ 39 h 40"/>
                  <a:gd name="T28" fmla="*/ 128 w 143"/>
                  <a:gd name="T29" fmla="*/ 39 h 40"/>
                  <a:gd name="T30" fmla="*/ 132 w 143"/>
                  <a:gd name="T31" fmla="*/ 37 h 40"/>
                  <a:gd name="T32" fmla="*/ 137 w 143"/>
                  <a:gd name="T33" fmla="*/ 36 h 40"/>
                  <a:gd name="T34" fmla="*/ 138 w 143"/>
                  <a:gd name="T35" fmla="*/ 33 h 40"/>
                  <a:gd name="T36" fmla="*/ 140 w 143"/>
                  <a:gd name="T37" fmla="*/ 30 h 40"/>
                  <a:gd name="T38" fmla="*/ 142 w 143"/>
                  <a:gd name="T39" fmla="*/ 27 h 40"/>
                  <a:gd name="T40" fmla="*/ 142 w 143"/>
                  <a:gd name="T41" fmla="*/ 24 h 40"/>
                  <a:gd name="T42" fmla="*/ 140 w 143"/>
                  <a:gd name="T43" fmla="*/ 21 h 40"/>
                  <a:gd name="T44" fmla="*/ 138 w 143"/>
                  <a:gd name="T45" fmla="*/ 16 h 40"/>
                  <a:gd name="T46" fmla="*/ 136 w 143"/>
                  <a:gd name="T47" fmla="*/ 15 h 40"/>
                  <a:gd name="T48" fmla="*/ 132 w 143"/>
                  <a:gd name="T49" fmla="*/ 13 h 40"/>
                  <a:gd name="T50" fmla="*/ 128 w 143"/>
                  <a:gd name="T51" fmla="*/ 12 h 40"/>
                  <a:gd name="T52" fmla="*/ 17 w 143"/>
                  <a:gd name="T53" fmla="*/ 0 h 4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43"/>
                  <a:gd name="T82" fmla="*/ 0 h 40"/>
                  <a:gd name="T83" fmla="*/ 143 w 143"/>
                  <a:gd name="T84" fmla="*/ 40 h 4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43" h="40">
                    <a:moveTo>
                      <a:pt x="17" y="0"/>
                    </a:moveTo>
                    <a:lnTo>
                      <a:pt x="14" y="0"/>
                    </a:lnTo>
                    <a:lnTo>
                      <a:pt x="10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4" y="23"/>
                    </a:lnTo>
                    <a:lnTo>
                      <a:pt x="6" y="24"/>
                    </a:lnTo>
                    <a:lnTo>
                      <a:pt x="10" y="26"/>
                    </a:lnTo>
                    <a:lnTo>
                      <a:pt x="14" y="27"/>
                    </a:lnTo>
                    <a:lnTo>
                      <a:pt x="125" y="39"/>
                    </a:lnTo>
                    <a:lnTo>
                      <a:pt x="128" y="39"/>
                    </a:lnTo>
                    <a:lnTo>
                      <a:pt x="132" y="37"/>
                    </a:lnTo>
                    <a:lnTo>
                      <a:pt x="137" y="36"/>
                    </a:lnTo>
                    <a:lnTo>
                      <a:pt x="138" y="33"/>
                    </a:lnTo>
                    <a:lnTo>
                      <a:pt x="140" y="30"/>
                    </a:lnTo>
                    <a:lnTo>
                      <a:pt x="142" y="27"/>
                    </a:lnTo>
                    <a:lnTo>
                      <a:pt x="142" y="24"/>
                    </a:lnTo>
                    <a:lnTo>
                      <a:pt x="140" y="21"/>
                    </a:lnTo>
                    <a:lnTo>
                      <a:pt x="138" y="16"/>
                    </a:lnTo>
                    <a:lnTo>
                      <a:pt x="136" y="15"/>
                    </a:lnTo>
                    <a:lnTo>
                      <a:pt x="132" y="13"/>
                    </a:lnTo>
                    <a:lnTo>
                      <a:pt x="128" y="12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09" name="Freeform 531">
                <a:extLst>
                  <a:ext uri="{FF2B5EF4-FFF2-40B4-BE49-F238E27FC236}">
                    <a16:creationId xmlns:a16="http://schemas.microsoft.com/office/drawing/2014/main" id="{F6085909-5241-3B42-B0E0-A639538CB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7" y="3337"/>
                <a:ext cx="82" cy="391"/>
              </a:xfrm>
              <a:custGeom>
                <a:avLst/>
                <a:gdLst>
                  <a:gd name="T0" fmla="*/ 0 w 82"/>
                  <a:gd name="T1" fmla="*/ 0 h 391"/>
                  <a:gd name="T2" fmla="*/ 4 w 82"/>
                  <a:gd name="T3" fmla="*/ 390 h 391"/>
                  <a:gd name="T4" fmla="*/ 16 w 82"/>
                  <a:gd name="T5" fmla="*/ 348 h 391"/>
                  <a:gd name="T6" fmla="*/ 16 w 82"/>
                  <a:gd name="T7" fmla="*/ 128 h 391"/>
                  <a:gd name="T8" fmla="*/ 71 w 82"/>
                  <a:gd name="T9" fmla="*/ 78 h 391"/>
                  <a:gd name="T10" fmla="*/ 81 w 82"/>
                  <a:gd name="T11" fmla="*/ 78 h 391"/>
                  <a:gd name="T12" fmla="*/ 81 w 82"/>
                  <a:gd name="T13" fmla="*/ 0 h 391"/>
                  <a:gd name="T14" fmla="*/ 0 w 82"/>
                  <a:gd name="T15" fmla="*/ 0 h 3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2"/>
                  <a:gd name="T25" fmla="*/ 0 h 391"/>
                  <a:gd name="T26" fmla="*/ 82 w 82"/>
                  <a:gd name="T27" fmla="*/ 391 h 39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2" h="391">
                    <a:moveTo>
                      <a:pt x="0" y="0"/>
                    </a:moveTo>
                    <a:lnTo>
                      <a:pt x="4" y="390"/>
                    </a:lnTo>
                    <a:lnTo>
                      <a:pt x="16" y="348"/>
                    </a:lnTo>
                    <a:lnTo>
                      <a:pt x="16" y="128"/>
                    </a:lnTo>
                    <a:lnTo>
                      <a:pt x="71" y="78"/>
                    </a:lnTo>
                    <a:lnTo>
                      <a:pt x="81" y="78"/>
                    </a:lnTo>
                    <a:lnTo>
                      <a:pt x="8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0" name="Freeform 532">
                <a:extLst>
                  <a:ext uri="{FF2B5EF4-FFF2-40B4-BE49-F238E27FC236}">
                    <a16:creationId xmlns:a16="http://schemas.microsoft.com/office/drawing/2014/main" id="{A8B02E5E-63E8-214A-85AD-02AFC7AFFA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68"/>
                <a:ext cx="15" cy="22"/>
              </a:xfrm>
              <a:custGeom>
                <a:avLst/>
                <a:gdLst>
                  <a:gd name="T0" fmla="*/ 14 w 15"/>
                  <a:gd name="T1" fmla="*/ 10 h 22"/>
                  <a:gd name="T2" fmla="*/ 10 w 15"/>
                  <a:gd name="T3" fmla="*/ 18 h 22"/>
                  <a:gd name="T4" fmla="*/ 7 w 15"/>
                  <a:gd name="T5" fmla="*/ 21 h 22"/>
                  <a:gd name="T6" fmla="*/ 2 w 15"/>
                  <a:gd name="T7" fmla="*/ 18 h 22"/>
                  <a:gd name="T8" fmla="*/ 0 w 15"/>
                  <a:gd name="T9" fmla="*/ 10 h 22"/>
                  <a:gd name="T10" fmla="*/ 2 w 15"/>
                  <a:gd name="T11" fmla="*/ 2 h 22"/>
                  <a:gd name="T12" fmla="*/ 7 w 15"/>
                  <a:gd name="T13" fmla="*/ 0 h 22"/>
                  <a:gd name="T14" fmla="*/ 12 w 15"/>
                  <a:gd name="T15" fmla="*/ 2 h 22"/>
                  <a:gd name="T16" fmla="*/ 14 w 15"/>
                  <a:gd name="T17" fmla="*/ 1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14" y="10"/>
                    </a:moveTo>
                    <a:lnTo>
                      <a:pt x="10" y="18"/>
                    </a:lnTo>
                    <a:lnTo>
                      <a:pt x="7" y="21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14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1" name="Freeform 533">
                <a:extLst>
                  <a:ext uri="{FF2B5EF4-FFF2-40B4-BE49-F238E27FC236}">
                    <a16:creationId xmlns:a16="http://schemas.microsoft.com/office/drawing/2014/main" id="{59E11A5D-5570-6145-9636-F3322DA83B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3" y="3568"/>
                <a:ext cx="12" cy="22"/>
              </a:xfrm>
              <a:custGeom>
                <a:avLst/>
                <a:gdLst>
                  <a:gd name="T0" fmla="*/ 2 w 12"/>
                  <a:gd name="T1" fmla="*/ 0 h 22"/>
                  <a:gd name="T2" fmla="*/ 0 w 12"/>
                  <a:gd name="T3" fmla="*/ 21 h 22"/>
                  <a:gd name="T4" fmla="*/ 9 w 12"/>
                  <a:gd name="T5" fmla="*/ 21 h 22"/>
                  <a:gd name="T6" fmla="*/ 11 w 12"/>
                  <a:gd name="T7" fmla="*/ 0 h 22"/>
                  <a:gd name="T8" fmla="*/ 2 w 1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22"/>
                  <a:gd name="T17" fmla="*/ 12 w 12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22">
                    <a:moveTo>
                      <a:pt x="2" y="0"/>
                    </a:moveTo>
                    <a:lnTo>
                      <a:pt x="0" y="21"/>
                    </a:lnTo>
                    <a:lnTo>
                      <a:pt x="9" y="21"/>
                    </a:lnTo>
                    <a:lnTo>
                      <a:pt x="11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2" name="Freeform 534">
                <a:extLst>
                  <a:ext uri="{FF2B5EF4-FFF2-40B4-BE49-F238E27FC236}">
                    <a16:creationId xmlns:a16="http://schemas.microsoft.com/office/drawing/2014/main" id="{9011D6D9-F874-EE4C-AFB0-64BB69B6C4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6" y="3568"/>
                <a:ext cx="15" cy="22"/>
              </a:xfrm>
              <a:custGeom>
                <a:avLst/>
                <a:gdLst>
                  <a:gd name="T0" fmla="*/ 14 w 15"/>
                  <a:gd name="T1" fmla="*/ 12 h 22"/>
                  <a:gd name="T2" fmla="*/ 12 w 15"/>
                  <a:gd name="T3" fmla="*/ 20 h 22"/>
                  <a:gd name="T4" fmla="*/ 8 w 15"/>
                  <a:gd name="T5" fmla="*/ 21 h 22"/>
                  <a:gd name="T6" fmla="*/ 2 w 15"/>
                  <a:gd name="T7" fmla="*/ 18 h 22"/>
                  <a:gd name="T8" fmla="*/ 0 w 15"/>
                  <a:gd name="T9" fmla="*/ 10 h 22"/>
                  <a:gd name="T10" fmla="*/ 2 w 15"/>
                  <a:gd name="T11" fmla="*/ 2 h 22"/>
                  <a:gd name="T12" fmla="*/ 8 w 15"/>
                  <a:gd name="T13" fmla="*/ 0 h 22"/>
                  <a:gd name="T14" fmla="*/ 14 w 15"/>
                  <a:gd name="T15" fmla="*/ 4 h 22"/>
                  <a:gd name="T16" fmla="*/ 14 w 15"/>
                  <a:gd name="T17" fmla="*/ 1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14" y="12"/>
                    </a:moveTo>
                    <a:lnTo>
                      <a:pt x="12" y="20"/>
                    </a:lnTo>
                    <a:lnTo>
                      <a:pt x="8" y="21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8" y="0"/>
                    </a:lnTo>
                    <a:lnTo>
                      <a:pt x="14" y="4"/>
                    </a:lnTo>
                    <a:lnTo>
                      <a:pt x="14" y="1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3" name="Freeform 535">
                <a:extLst>
                  <a:ext uri="{FF2B5EF4-FFF2-40B4-BE49-F238E27FC236}">
                    <a16:creationId xmlns:a16="http://schemas.microsoft.com/office/drawing/2014/main" id="{CD81F276-2443-6045-ADC2-6AA8F370F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3564"/>
                <a:ext cx="2" cy="24"/>
              </a:xfrm>
              <a:custGeom>
                <a:avLst/>
                <a:gdLst>
                  <a:gd name="T0" fmla="*/ 1 w 2"/>
                  <a:gd name="T1" fmla="*/ 4 h 24"/>
                  <a:gd name="T2" fmla="*/ 1 w 2"/>
                  <a:gd name="T3" fmla="*/ 2 h 24"/>
                  <a:gd name="T4" fmla="*/ 1 w 2"/>
                  <a:gd name="T5" fmla="*/ 0 h 24"/>
                  <a:gd name="T6" fmla="*/ 0 w 2"/>
                  <a:gd name="T7" fmla="*/ 0 h 24"/>
                  <a:gd name="T8" fmla="*/ 0 w 2"/>
                  <a:gd name="T9" fmla="*/ 2 h 24"/>
                  <a:gd name="T10" fmla="*/ 0 w 2"/>
                  <a:gd name="T11" fmla="*/ 4 h 24"/>
                  <a:gd name="T12" fmla="*/ 0 w 2"/>
                  <a:gd name="T13" fmla="*/ 19 h 24"/>
                  <a:gd name="T14" fmla="*/ 0 w 2"/>
                  <a:gd name="T15" fmla="*/ 20 h 24"/>
                  <a:gd name="T16" fmla="*/ 0 w 2"/>
                  <a:gd name="T17" fmla="*/ 23 h 24"/>
                  <a:gd name="T18" fmla="*/ 1 w 2"/>
                  <a:gd name="T19" fmla="*/ 23 h 24"/>
                  <a:gd name="T20" fmla="*/ 1 w 2"/>
                  <a:gd name="T21" fmla="*/ 20 h 24"/>
                  <a:gd name="T22" fmla="*/ 1 w 2"/>
                  <a:gd name="T23" fmla="*/ 19 h 24"/>
                  <a:gd name="T24" fmla="*/ 1 w 2"/>
                  <a:gd name="T25" fmla="*/ 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24"/>
                  <a:gd name="T41" fmla="*/ 2 w 2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24">
                    <a:moveTo>
                      <a:pt x="1" y="4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4"/>
                    </a:lnTo>
                  </a:path>
                </a:pathLst>
              </a:custGeom>
              <a:solidFill>
                <a:srgbClr val="FFFFFF"/>
              </a:solidFill>
              <a:ln w="9525" cap="rnd">
                <a:solidFill>
                  <a:schemeClr val="tx1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4" name="Freeform 536">
                <a:extLst>
                  <a:ext uri="{FF2B5EF4-FFF2-40B4-BE49-F238E27FC236}">
                    <a16:creationId xmlns:a16="http://schemas.microsoft.com/office/drawing/2014/main" id="{C31E3BCC-6D35-1247-9CE4-CDAECD376C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96" y="4051"/>
                <a:ext cx="63" cy="29"/>
              </a:xfrm>
              <a:custGeom>
                <a:avLst/>
                <a:gdLst>
                  <a:gd name="T0" fmla="*/ 0 w 63"/>
                  <a:gd name="T1" fmla="*/ 12 h 29"/>
                  <a:gd name="T2" fmla="*/ 62 w 63"/>
                  <a:gd name="T3" fmla="*/ 28 h 29"/>
                  <a:gd name="T4" fmla="*/ 62 w 63"/>
                  <a:gd name="T5" fmla="*/ 0 h 29"/>
                  <a:gd name="T6" fmla="*/ 0 w 63"/>
                  <a:gd name="T7" fmla="*/ 12 h 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9"/>
                  <a:gd name="T14" fmla="*/ 63 w 63"/>
                  <a:gd name="T15" fmla="*/ 29 h 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9">
                    <a:moveTo>
                      <a:pt x="0" y="12"/>
                    </a:moveTo>
                    <a:lnTo>
                      <a:pt x="62" y="28"/>
                    </a:lnTo>
                    <a:lnTo>
                      <a:pt x="62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5" name="Freeform 537">
                <a:extLst>
                  <a:ext uri="{FF2B5EF4-FFF2-40B4-BE49-F238E27FC236}">
                    <a16:creationId xmlns:a16="http://schemas.microsoft.com/office/drawing/2014/main" id="{72440F87-5ED2-A04C-8C90-AF146B7F65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58" y="4032"/>
                <a:ext cx="83" cy="48"/>
              </a:xfrm>
              <a:custGeom>
                <a:avLst/>
                <a:gdLst>
                  <a:gd name="T0" fmla="*/ 0 w 83"/>
                  <a:gd name="T1" fmla="*/ 17 h 48"/>
                  <a:gd name="T2" fmla="*/ 0 w 83"/>
                  <a:gd name="T3" fmla="*/ 47 h 48"/>
                  <a:gd name="T4" fmla="*/ 82 w 83"/>
                  <a:gd name="T5" fmla="*/ 30 h 48"/>
                  <a:gd name="T6" fmla="*/ 82 w 83"/>
                  <a:gd name="T7" fmla="*/ 0 h 48"/>
                  <a:gd name="T8" fmla="*/ 0 w 83"/>
                  <a:gd name="T9" fmla="*/ 1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48"/>
                  <a:gd name="T17" fmla="*/ 83 w 83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48">
                    <a:moveTo>
                      <a:pt x="0" y="17"/>
                    </a:moveTo>
                    <a:lnTo>
                      <a:pt x="0" y="47"/>
                    </a:lnTo>
                    <a:lnTo>
                      <a:pt x="82" y="30"/>
                    </a:lnTo>
                    <a:lnTo>
                      <a:pt x="82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6" name="Freeform 538">
                <a:extLst>
                  <a:ext uri="{FF2B5EF4-FFF2-40B4-BE49-F238E27FC236}">
                    <a16:creationId xmlns:a16="http://schemas.microsoft.com/office/drawing/2014/main" id="{D344B39F-401F-A94C-BBEC-D6781503EE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4" y="3415"/>
                <a:ext cx="65" cy="275"/>
              </a:xfrm>
              <a:custGeom>
                <a:avLst/>
                <a:gdLst>
                  <a:gd name="T0" fmla="*/ 54 w 65"/>
                  <a:gd name="T1" fmla="*/ 0 h 275"/>
                  <a:gd name="T2" fmla="*/ 0 w 65"/>
                  <a:gd name="T3" fmla="*/ 51 h 275"/>
                  <a:gd name="T4" fmla="*/ 0 w 65"/>
                  <a:gd name="T5" fmla="*/ 274 h 275"/>
                  <a:gd name="T6" fmla="*/ 7 w 65"/>
                  <a:gd name="T7" fmla="*/ 248 h 275"/>
                  <a:gd name="T8" fmla="*/ 7 w 65"/>
                  <a:gd name="T9" fmla="*/ 76 h 275"/>
                  <a:gd name="T10" fmla="*/ 64 w 65"/>
                  <a:gd name="T11" fmla="*/ 78 h 275"/>
                  <a:gd name="T12" fmla="*/ 64 w 65"/>
                  <a:gd name="T13" fmla="*/ 0 h 275"/>
                  <a:gd name="T14" fmla="*/ 54 w 65"/>
                  <a:gd name="T15" fmla="*/ 0 h 2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5"/>
                  <a:gd name="T25" fmla="*/ 0 h 275"/>
                  <a:gd name="T26" fmla="*/ 65 w 65"/>
                  <a:gd name="T27" fmla="*/ 275 h 2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5" h="275">
                    <a:moveTo>
                      <a:pt x="54" y="0"/>
                    </a:moveTo>
                    <a:lnTo>
                      <a:pt x="0" y="51"/>
                    </a:lnTo>
                    <a:lnTo>
                      <a:pt x="0" y="274"/>
                    </a:lnTo>
                    <a:lnTo>
                      <a:pt x="7" y="248"/>
                    </a:lnTo>
                    <a:lnTo>
                      <a:pt x="7" y="76"/>
                    </a:lnTo>
                    <a:lnTo>
                      <a:pt x="64" y="78"/>
                    </a:lnTo>
                    <a:lnTo>
                      <a:pt x="64" y="0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7" name="Freeform 539">
                <a:extLst>
                  <a:ext uri="{FF2B5EF4-FFF2-40B4-BE49-F238E27FC236}">
                    <a16:creationId xmlns:a16="http://schemas.microsoft.com/office/drawing/2014/main" id="{4FADF9DC-6C54-D640-A696-7F5A40E635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453"/>
                <a:ext cx="34" cy="270"/>
              </a:xfrm>
              <a:custGeom>
                <a:avLst/>
                <a:gdLst>
                  <a:gd name="T0" fmla="*/ 0 w 34"/>
                  <a:gd name="T1" fmla="*/ 0 h 270"/>
                  <a:gd name="T2" fmla="*/ 0 w 34"/>
                  <a:gd name="T3" fmla="*/ 269 h 270"/>
                  <a:gd name="T4" fmla="*/ 33 w 34"/>
                  <a:gd name="T5" fmla="*/ 236 h 270"/>
                  <a:gd name="T6" fmla="*/ 33 w 34"/>
                  <a:gd name="T7" fmla="*/ 24 h 270"/>
                  <a:gd name="T8" fmla="*/ 0 w 34"/>
                  <a:gd name="T9" fmla="*/ 0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70"/>
                  <a:gd name="T17" fmla="*/ 34 w 34"/>
                  <a:gd name="T18" fmla="*/ 270 h 2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70">
                    <a:moveTo>
                      <a:pt x="0" y="0"/>
                    </a:moveTo>
                    <a:lnTo>
                      <a:pt x="0" y="269"/>
                    </a:lnTo>
                    <a:lnTo>
                      <a:pt x="33" y="236"/>
                    </a:lnTo>
                    <a:lnTo>
                      <a:pt x="3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8" name="Freeform 540">
                <a:extLst>
                  <a:ext uri="{FF2B5EF4-FFF2-40B4-BE49-F238E27FC236}">
                    <a16:creationId xmlns:a16="http://schemas.microsoft.com/office/drawing/2014/main" id="{C61FB58D-83CC-1646-9210-789B29C0CE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5" y="3471"/>
                <a:ext cx="40" cy="118"/>
              </a:xfrm>
              <a:custGeom>
                <a:avLst/>
                <a:gdLst>
                  <a:gd name="T0" fmla="*/ 0 w 40"/>
                  <a:gd name="T1" fmla="*/ 0 h 118"/>
                  <a:gd name="T2" fmla="*/ 0 w 40"/>
                  <a:gd name="T3" fmla="*/ 111 h 118"/>
                  <a:gd name="T4" fmla="*/ 10 w 40"/>
                  <a:gd name="T5" fmla="*/ 117 h 118"/>
                  <a:gd name="T6" fmla="*/ 39 w 40"/>
                  <a:gd name="T7" fmla="*/ 117 h 118"/>
                  <a:gd name="T8" fmla="*/ 39 w 40"/>
                  <a:gd name="T9" fmla="*/ 0 h 118"/>
                  <a:gd name="T10" fmla="*/ 0 w 40"/>
                  <a:gd name="T11" fmla="*/ 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"/>
                  <a:gd name="T19" fmla="*/ 0 h 118"/>
                  <a:gd name="T20" fmla="*/ 40 w 40"/>
                  <a:gd name="T21" fmla="*/ 118 h 1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" h="118">
                    <a:moveTo>
                      <a:pt x="0" y="0"/>
                    </a:moveTo>
                    <a:lnTo>
                      <a:pt x="0" y="111"/>
                    </a:lnTo>
                    <a:lnTo>
                      <a:pt x="10" y="117"/>
                    </a:lnTo>
                    <a:lnTo>
                      <a:pt x="39" y="117"/>
                    </a:lnTo>
                    <a:lnTo>
                      <a:pt x="3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19" name="Freeform 541">
                <a:extLst>
                  <a:ext uri="{FF2B5EF4-FFF2-40B4-BE49-F238E27FC236}">
                    <a16:creationId xmlns:a16="http://schemas.microsoft.com/office/drawing/2014/main" id="{A40C7EFA-57E1-7448-843E-50B1788BE1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0" y="3546"/>
                <a:ext cx="26" cy="34"/>
              </a:xfrm>
              <a:custGeom>
                <a:avLst/>
                <a:gdLst>
                  <a:gd name="T0" fmla="*/ 4 w 26"/>
                  <a:gd name="T1" fmla="*/ 0 h 34"/>
                  <a:gd name="T2" fmla="*/ 12 w 26"/>
                  <a:gd name="T3" fmla="*/ 0 h 34"/>
                  <a:gd name="T4" fmla="*/ 17 w 26"/>
                  <a:gd name="T5" fmla="*/ 2 h 34"/>
                  <a:gd name="T6" fmla="*/ 21 w 26"/>
                  <a:gd name="T7" fmla="*/ 4 h 34"/>
                  <a:gd name="T8" fmla="*/ 25 w 26"/>
                  <a:gd name="T9" fmla="*/ 14 h 34"/>
                  <a:gd name="T10" fmla="*/ 25 w 26"/>
                  <a:gd name="T11" fmla="*/ 25 h 34"/>
                  <a:gd name="T12" fmla="*/ 23 w 26"/>
                  <a:gd name="T13" fmla="*/ 29 h 34"/>
                  <a:gd name="T14" fmla="*/ 21 w 26"/>
                  <a:gd name="T15" fmla="*/ 33 h 34"/>
                  <a:gd name="T16" fmla="*/ 16 w 26"/>
                  <a:gd name="T17" fmla="*/ 33 h 34"/>
                  <a:gd name="T18" fmla="*/ 14 w 26"/>
                  <a:gd name="T19" fmla="*/ 31 h 34"/>
                  <a:gd name="T20" fmla="*/ 12 w 26"/>
                  <a:gd name="T21" fmla="*/ 27 h 34"/>
                  <a:gd name="T22" fmla="*/ 14 w 26"/>
                  <a:gd name="T23" fmla="*/ 21 h 34"/>
                  <a:gd name="T24" fmla="*/ 12 w 26"/>
                  <a:gd name="T25" fmla="*/ 16 h 34"/>
                  <a:gd name="T26" fmla="*/ 10 w 26"/>
                  <a:gd name="T27" fmla="*/ 12 h 34"/>
                  <a:gd name="T28" fmla="*/ 6 w 26"/>
                  <a:gd name="T29" fmla="*/ 10 h 34"/>
                  <a:gd name="T30" fmla="*/ 2 w 26"/>
                  <a:gd name="T31" fmla="*/ 10 h 34"/>
                  <a:gd name="T32" fmla="*/ 0 w 26"/>
                  <a:gd name="T33" fmla="*/ 6 h 34"/>
                  <a:gd name="T34" fmla="*/ 2 w 26"/>
                  <a:gd name="T35" fmla="*/ 2 h 34"/>
                  <a:gd name="T36" fmla="*/ 4 w 26"/>
                  <a:gd name="T37" fmla="*/ 0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6"/>
                  <a:gd name="T58" fmla="*/ 0 h 34"/>
                  <a:gd name="T59" fmla="*/ 26 w 26"/>
                  <a:gd name="T60" fmla="*/ 34 h 3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6" h="34">
                    <a:moveTo>
                      <a:pt x="4" y="0"/>
                    </a:moveTo>
                    <a:lnTo>
                      <a:pt x="12" y="0"/>
                    </a:lnTo>
                    <a:lnTo>
                      <a:pt x="17" y="2"/>
                    </a:lnTo>
                    <a:lnTo>
                      <a:pt x="21" y="4"/>
                    </a:lnTo>
                    <a:lnTo>
                      <a:pt x="25" y="14"/>
                    </a:lnTo>
                    <a:lnTo>
                      <a:pt x="25" y="25"/>
                    </a:lnTo>
                    <a:lnTo>
                      <a:pt x="23" y="29"/>
                    </a:lnTo>
                    <a:lnTo>
                      <a:pt x="21" y="33"/>
                    </a:lnTo>
                    <a:lnTo>
                      <a:pt x="16" y="33"/>
                    </a:lnTo>
                    <a:lnTo>
                      <a:pt x="14" y="31"/>
                    </a:lnTo>
                    <a:lnTo>
                      <a:pt x="12" y="27"/>
                    </a:lnTo>
                    <a:lnTo>
                      <a:pt x="14" y="21"/>
                    </a:lnTo>
                    <a:lnTo>
                      <a:pt x="12" y="16"/>
                    </a:lnTo>
                    <a:lnTo>
                      <a:pt x="10" y="12"/>
                    </a:lnTo>
                    <a:lnTo>
                      <a:pt x="6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0" name="Freeform 542">
                <a:extLst>
                  <a:ext uri="{FF2B5EF4-FFF2-40B4-BE49-F238E27FC236}">
                    <a16:creationId xmlns:a16="http://schemas.microsoft.com/office/drawing/2014/main" id="{D64E809E-F264-4349-B170-7463BF2416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4" y="3525"/>
                <a:ext cx="20" cy="34"/>
              </a:xfrm>
              <a:custGeom>
                <a:avLst/>
                <a:gdLst>
                  <a:gd name="T0" fmla="*/ 0 w 20"/>
                  <a:gd name="T1" fmla="*/ 33 h 34"/>
                  <a:gd name="T2" fmla="*/ 4 w 20"/>
                  <a:gd name="T3" fmla="*/ 29 h 34"/>
                  <a:gd name="T4" fmla="*/ 11 w 20"/>
                  <a:gd name="T5" fmla="*/ 16 h 34"/>
                  <a:gd name="T6" fmla="*/ 17 w 20"/>
                  <a:gd name="T7" fmla="*/ 6 h 34"/>
                  <a:gd name="T8" fmla="*/ 19 w 20"/>
                  <a:gd name="T9" fmla="*/ 0 h 34"/>
                  <a:gd name="T10" fmla="*/ 15 w 20"/>
                  <a:gd name="T11" fmla="*/ 4 h 34"/>
                  <a:gd name="T12" fmla="*/ 9 w 20"/>
                  <a:gd name="T13" fmla="*/ 16 h 34"/>
                  <a:gd name="T14" fmla="*/ 2 w 20"/>
                  <a:gd name="T15" fmla="*/ 27 h 34"/>
                  <a:gd name="T16" fmla="*/ 0 w 20"/>
                  <a:gd name="T17" fmla="*/ 3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4"/>
                  <a:gd name="T29" fmla="*/ 20 w 20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4">
                    <a:moveTo>
                      <a:pt x="0" y="33"/>
                    </a:moveTo>
                    <a:lnTo>
                      <a:pt x="4" y="29"/>
                    </a:lnTo>
                    <a:lnTo>
                      <a:pt x="11" y="16"/>
                    </a:lnTo>
                    <a:lnTo>
                      <a:pt x="17" y="6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9" y="16"/>
                    </a:lnTo>
                    <a:lnTo>
                      <a:pt x="2" y="27"/>
                    </a:lnTo>
                    <a:lnTo>
                      <a:pt x="0" y="33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1" name="Line 543">
                <a:extLst>
                  <a:ext uri="{FF2B5EF4-FFF2-40B4-BE49-F238E27FC236}">
                    <a16:creationId xmlns:a16="http://schemas.microsoft.com/office/drawing/2014/main" id="{C7767D4F-DD75-D048-BC5E-57C7741896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51" y="35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22" name="Freeform 544">
                <a:extLst>
                  <a:ext uri="{FF2B5EF4-FFF2-40B4-BE49-F238E27FC236}">
                    <a16:creationId xmlns:a16="http://schemas.microsoft.com/office/drawing/2014/main" id="{DB7C2630-9633-FA4F-AD17-DE4FFC716E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9" y="3530"/>
                <a:ext cx="19" cy="34"/>
              </a:xfrm>
              <a:custGeom>
                <a:avLst/>
                <a:gdLst>
                  <a:gd name="T0" fmla="*/ 0 w 19"/>
                  <a:gd name="T1" fmla="*/ 0 h 34"/>
                  <a:gd name="T2" fmla="*/ 2 w 19"/>
                  <a:gd name="T3" fmla="*/ 7 h 34"/>
                  <a:gd name="T4" fmla="*/ 8 w 19"/>
                  <a:gd name="T5" fmla="*/ 17 h 34"/>
                  <a:gd name="T6" fmla="*/ 14 w 19"/>
                  <a:gd name="T7" fmla="*/ 28 h 34"/>
                  <a:gd name="T8" fmla="*/ 16 w 19"/>
                  <a:gd name="T9" fmla="*/ 33 h 34"/>
                  <a:gd name="T10" fmla="*/ 18 w 19"/>
                  <a:gd name="T11" fmla="*/ 33 h 34"/>
                  <a:gd name="T12" fmla="*/ 18 w 19"/>
                  <a:gd name="T13" fmla="*/ 28 h 34"/>
                  <a:gd name="T14" fmla="*/ 13 w 19"/>
                  <a:gd name="T15" fmla="*/ 15 h 34"/>
                  <a:gd name="T16" fmla="*/ 4 w 19"/>
                  <a:gd name="T17" fmla="*/ 5 h 34"/>
                  <a:gd name="T18" fmla="*/ 0 w 19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9"/>
                  <a:gd name="T31" fmla="*/ 0 h 34"/>
                  <a:gd name="T32" fmla="*/ 19 w 19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9" h="34">
                    <a:moveTo>
                      <a:pt x="0" y="0"/>
                    </a:moveTo>
                    <a:lnTo>
                      <a:pt x="2" y="7"/>
                    </a:lnTo>
                    <a:lnTo>
                      <a:pt x="8" y="17"/>
                    </a:lnTo>
                    <a:lnTo>
                      <a:pt x="14" y="28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18" y="28"/>
                    </a:lnTo>
                    <a:lnTo>
                      <a:pt x="13" y="15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3" name="Freeform 545">
                <a:extLst>
                  <a:ext uri="{FF2B5EF4-FFF2-40B4-BE49-F238E27FC236}">
                    <a16:creationId xmlns:a16="http://schemas.microsoft.com/office/drawing/2014/main" id="{EB887E6A-ED7C-7B4E-B75E-25C2756785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9" y="3572"/>
                <a:ext cx="17" cy="33"/>
              </a:xfrm>
              <a:custGeom>
                <a:avLst/>
                <a:gdLst>
                  <a:gd name="T0" fmla="*/ 0 w 17"/>
                  <a:gd name="T1" fmla="*/ 32 h 33"/>
                  <a:gd name="T2" fmla="*/ 2 w 17"/>
                  <a:gd name="T3" fmla="*/ 28 h 33"/>
                  <a:gd name="T4" fmla="*/ 6 w 17"/>
                  <a:gd name="T5" fmla="*/ 23 h 33"/>
                  <a:gd name="T6" fmla="*/ 11 w 17"/>
                  <a:gd name="T7" fmla="*/ 18 h 33"/>
                  <a:gd name="T8" fmla="*/ 16 w 17"/>
                  <a:gd name="T9" fmla="*/ 7 h 33"/>
                  <a:gd name="T10" fmla="*/ 16 w 17"/>
                  <a:gd name="T11" fmla="*/ 0 h 33"/>
                  <a:gd name="T12" fmla="*/ 14 w 17"/>
                  <a:gd name="T13" fmla="*/ 4 h 33"/>
                  <a:gd name="T14" fmla="*/ 6 w 17"/>
                  <a:gd name="T15" fmla="*/ 15 h 33"/>
                  <a:gd name="T16" fmla="*/ 0 w 17"/>
                  <a:gd name="T17" fmla="*/ 28 h 33"/>
                  <a:gd name="T18" fmla="*/ 0 w 17"/>
                  <a:gd name="T19" fmla="*/ 3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33"/>
                  <a:gd name="T32" fmla="*/ 17 w 17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33">
                    <a:moveTo>
                      <a:pt x="0" y="32"/>
                    </a:moveTo>
                    <a:lnTo>
                      <a:pt x="2" y="28"/>
                    </a:lnTo>
                    <a:lnTo>
                      <a:pt x="6" y="23"/>
                    </a:lnTo>
                    <a:lnTo>
                      <a:pt x="11" y="18"/>
                    </a:lnTo>
                    <a:lnTo>
                      <a:pt x="16" y="7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6" y="15"/>
                    </a:lnTo>
                    <a:lnTo>
                      <a:pt x="0" y="28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4" name="Freeform 546">
                <a:extLst>
                  <a:ext uri="{FF2B5EF4-FFF2-40B4-BE49-F238E27FC236}">
                    <a16:creationId xmlns:a16="http://schemas.microsoft.com/office/drawing/2014/main" id="{0A1383CA-B23C-CE48-997F-0056836CA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5" y="3556"/>
                <a:ext cx="15" cy="22"/>
              </a:xfrm>
              <a:custGeom>
                <a:avLst/>
                <a:gdLst>
                  <a:gd name="T0" fmla="*/ 0 w 15"/>
                  <a:gd name="T1" fmla="*/ 9 h 22"/>
                  <a:gd name="T2" fmla="*/ 2 w 15"/>
                  <a:gd name="T3" fmla="*/ 17 h 22"/>
                  <a:gd name="T4" fmla="*/ 6 w 15"/>
                  <a:gd name="T5" fmla="*/ 21 h 22"/>
                  <a:gd name="T6" fmla="*/ 12 w 15"/>
                  <a:gd name="T7" fmla="*/ 17 h 22"/>
                  <a:gd name="T8" fmla="*/ 14 w 15"/>
                  <a:gd name="T9" fmla="*/ 9 h 22"/>
                  <a:gd name="T10" fmla="*/ 12 w 15"/>
                  <a:gd name="T11" fmla="*/ 2 h 22"/>
                  <a:gd name="T12" fmla="*/ 6 w 15"/>
                  <a:gd name="T13" fmla="*/ 0 h 22"/>
                  <a:gd name="T14" fmla="*/ 2 w 15"/>
                  <a:gd name="T15" fmla="*/ 2 h 22"/>
                  <a:gd name="T16" fmla="*/ 0 w 15"/>
                  <a:gd name="T17" fmla="*/ 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2"/>
                  <a:gd name="T29" fmla="*/ 15 w 15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2">
                    <a:moveTo>
                      <a:pt x="0" y="9"/>
                    </a:moveTo>
                    <a:lnTo>
                      <a:pt x="2" y="17"/>
                    </a:lnTo>
                    <a:lnTo>
                      <a:pt x="6" y="21"/>
                    </a:lnTo>
                    <a:lnTo>
                      <a:pt x="12" y="17"/>
                    </a:lnTo>
                    <a:lnTo>
                      <a:pt x="14" y="9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5" name="Rectangle 547">
                <a:extLst>
                  <a:ext uri="{FF2B5EF4-FFF2-40B4-BE49-F238E27FC236}">
                    <a16:creationId xmlns:a16="http://schemas.microsoft.com/office/drawing/2014/main" id="{AA67D25F-0955-3F45-98B5-83633F4FD5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32" y="3560"/>
                <a:ext cx="1" cy="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26" name="Freeform 548">
                <a:extLst>
                  <a:ext uri="{FF2B5EF4-FFF2-40B4-BE49-F238E27FC236}">
                    <a16:creationId xmlns:a16="http://schemas.microsoft.com/office/drawing/2014/main" id="{FBAFD417-93B5-D945-BBE5-01AF81FC7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27" y="3556"/>
                <a:ext cx="14" cy="22"/>
              </a:xfrm>
              <a:custGeom>
                <a:avLst/>
                <a:gdLst>
                  <a:gd name="T0" fmla="*/ 0 w 14"/>
                  <a:gd name="T1" fmla="*/ 9 h 22"/>
                  <a:gd name="T2" fmla="*/ 2 w 14"/>
                  <a:gd name="T3" fmla="*/ 17 h 22"/>
                  <a:gd name="T4" fmla="*/ 5 w 14"/>
                  <a:gd name="T5" fmla="*/ 21 h 22"/>
                  <a:gd name="T6" fmla="*/ 11 w 14"/>
                  <a:gd name="T7" fmla="*/ 17 h 22"/>
                  <a:gd name="T8" fmla="*/ 13 w 14"/>
                  <a:gd name="T9" fmla="*/ 9 h 22"/>
                  <a:gd name="T10" fmla="*/ 11 w 14"/>
                  <a:gd name="T11" fmla="*/ 2 h 22"/>
                  <a:gd name="T12" fmla="*/ 5 w 14"/>
                  <a:gd name="T13" fmla="*/ 0 h 22"/>
                  <a:gd name="T14" fmla="*/ 2 w 14"/>
                  <a:gd name="T15" fmla="*/ 2 h 22"/>
                  <a:gd name="T16" fmla="*/ 0 w 14"/>
                  <a:gd name="T17" fmla="*/ 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2"/>
                  <a:gd name="T29" fmla="*/ 14 w 14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2">
                    <a:moveTo>
                      <a:pt x="0" y="9"/>
                    </a:moveTo>
                    <a:lnTo>
                      <a:pt x="2" y="17"/>
                    </a:lnTo>
                    <a:lnTo>
                      <a:pt x="5" y="21"/>
                    </a:lnTo>
                    <a:lnTo>
                      <a:pt x="11" y="17"/>
                    </a:lnTo>
                    <a:lnTo>
                      <a:pt x="13" y="9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27" name="Line 549">
                <a:extLst>
                  <a:ext uri="{FF2B5EF4-FFF2-40B4-BE49-F238E27FC236}">
                    <a16:creationId xmlns:a16="http://schemas.microsoft.com/office/drawing/2014/main" id="{690D9AA1-79DA-464D-836A-D32213BA82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40" y="3562"/>
                <a:ext cx="0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28" name="Oval 550">
                <a:extLst>
                  <a:ext uri="{FF2B5EF4-FFF2-40B4-BE49-F238E27FC236}">
                    <a16:creationId xmlns:a16="http://schemas.microsoft.com/office/drawing/2014/main" id="{6AA27354-A92F-0440-BB8C-2666DD2AF2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157" y="3518"/>
                <a:ext cx="1" cy="9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29" name="Oval 551">
                <a:extLst>
                  <a:ext uri="{FF2B5EF4-FFF2-40B4-BE49-F238E27FC236}">
                    <a16:creationId xmlns:a16="http://schemas.microsoft.com/office/drawing/2014/main" id="{5A5052B5-EF29-554C-B557-EFA7CD8DFB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4" y="3525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30" name="Oval 552">
                <a:extLst>
                  <a:ext uri="{FF2B5EF4-FFF2-40B4-BE49-F238E27FC236}">
                    <a16:creationId xmlns:a16="http://schemas.microsoft.com/office/drawing/2014/main" id="{89D4FBC4-85E3-EE48-97F9-775F8785FC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114" y="3597"/>
                <a:ext cx="1" cy="9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31" name="Freeform 553">
                <a:extLst>
                  <a:ext uri="{FF2B5EF4-FFF2-40B4-BE49-F238E27FC236}">
                    <a16:creationId xmlns:a16="http://schemas.microsoft.com/office/drawing/2014/main" id="{7163D7BE-C301-F244-BFEA-6A85AD3B4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5" y="3569"/>
                <a:ext cx="20" cy="37"/>
              </a:xfrm>
              <a:custGeom>
                <a:avLst/>
                <a:gdLst>
                  <a:gd name="T0" fmla="*/ 0 w 20"/>
                  <a:gd name="T1" fmla="*/ 0 h 37"/>
                  <a:gd name="T2" fmla="*/ 0 w 20"/>
                  <a:gd name="T3" fmla="*/ 7 h 37"/>
                  <a:gd name="T4" fmla="*/ 7 w 20"/>
                  <a:gd name="T5" fmla="*/ 20 h 37"/>
                  <a:gd name="T6" fmla="*/ 15 w 20"/>
                  <a:gd name="T7" fmla="*/ 32 h 37"/>
                  <a:gd name="T8" fmla="*/ 19 w 20"/>
                  <a:gd name="T9" fmla="*/ 36 h 37"/>
                  <a:gd name="T10" fmla="*/ 19 w 20"/>
                  <a:gd name="T11" fmla="*/ 29 h 37"/>
                  <a:gd name="T12" fmla="*/ 12 w 20"/>
                  <a:gd name="T13" fmla="*/ 17 h 37"/>
                  <a:gd name="T14" fmla="*/ 4 w 20"/>
                  <a:gd name="T15" fmla="*/ 4 h 37"/>
                  <a:gd name="T16" fmla="*/ 0 w 2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7"/>
                  <a:gd name="T29" fmla="*/ 20 w 2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7">
                    <a:moveTo>
                      <a:pt x="0" y="0"/>
                    </a:moveTo>
                    <a:lnTo>
                      <a:pt x="0" y="7"/>
                    </a:lnTo>
                    <a:lnTo>
                      <a:pt x="7" y="20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9" y="29"/>
                    </a:lnTo>
                    <a:lnTo>
                      <a:pt x="12" y="1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32" name="Oval 554">
                <a:extLst>
                  <a:ext uri="{FF2B5EF4-FFF2-40B4-BE49-F238E27FC236}">
                    <a16:creationId xmlns:a16="http://schemas.microsoft.com/office/drawing/2014/main" id="{6DC0AE71-1801-EF45-B5B1-F6634F605F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9" y="3602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33" name="Freeform 555">
                <a:extLst>
                  <a:ext uri="{FF2B5EF4-FFF2-40B4-BE49-F238E27FC236}">
                    <a16:creationId xmlns:a16="http://schemas.microsoft.com/office/drawing/2014/main" id="{DC032A3B-87E6-6946-96D5-3B01B129D1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3536"/>
                <a:ext cx="20" cy="31"/>
              </a:xfrm>
              <a:custGeom>
                <a:avLst/>
                <a:gdLst>
                  <a:gd name="T0" fmla="*/ 19 w 20"/>
                  <a:gd name="T1" fmla="*/ 15 h 31"/>
                  <a:gd name="T2" fmla="*/ 17 w 20"/>
                  <a:gd name="T3" fmla="*/ 27 h 31"/>
                  <a:gd name="T4" fmla="*/ 11 w 20"/>
                  <a:gd name="T5" fmla="*/ 30 h 31"/>
                  <a:gd name="T6" fmla="*/ 2 w 20"/>
                  <a:gd name="T7" fmla="*/ 27 h 31"/>
                  <a:gd name="T8" fmla="*/ 0 w 20"/>
                  <a:gd name="T9" fmla="*/ 15 h 31"/>
                  <a:gd name="T10" fmla="*/ 2 w 20"/>
                  <a:gd name="T11" fmla="*/ 3 h 31"/>
                  <a:gd name="T12" fmla="*/ 11 w 20"/>
                  <a:gd name="T13" fmla="*/ 0 h 31"/>
                  <a:gd name="T14" fmla="*/ 17 w 20"/>
                  <a:gd name="T15" fmla="*/ 3 h 31"/>
                  <a:gd name="T16" fmla="*/ 19 w 20"/>
                  <a:gd name="T17" fmla="*/ 1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1"/>
                  <a:gd name="T29" fmla="*/ 20 w 2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1">
                    <a:moveTo>
                      <a:pt x="19" y="15"/>
                    </a:moveTo>
                    <a:lnTo>
                      <a:pt x="17" y="27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15"/>
                    </a:lnTo>
                    <a:lnTo>
                      <a:pt x="2" y="3"/>
                    </a:lnTo>
                    <a:lnTo>
                      <a:pt x="11" y="0"/>
                    </a:lnTo>
                    <a:lnTo>
                      <a:pt x="17" y="3"/>
                    </a:lnTo>
                    <a:lnTo>
                      <a:pt x="19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34" name="Rectangle 556">
                <a:extLst>
                  <a:ext uri="{FF2B5EF4-FFF2-40B4-BE49-F238E27FC236}">
                    <a16:creationId xmlns:a16="http://schemas.microsoft.com/office/drawing/2014/main" id="{DC59C8F0-2E8A-674C-900D-E5CE0CC418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94" y="3540"/>
                <a:ext cx="1" cy="1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35" name="Freeform 557">
                <a:extLst>
                  <a:ext uri="{FF2B5EF4-FFF2-40B4-BE49-F238E27FC236}">
                    <a16:creationId xmlns:a16="http://schemas.microsoft.com/office/drawing/2014/main" id="{B095FC83-3E34-EA44-B9F4-FEC645DF7B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4" y="3536"/>
                <a:ext cx="17" cy="31"/>
              </a:xfrm>
              <a:custGeom>
                <a:avLst/>
                <a:gdLst>
                  <a:gd name="T0" fmla="*/ 16 w 17"/>
                  <a:gd name="T1" fmla="*/ 15 h 31"/>
                  <a:gd name="T2" fmla="*/ 14 w 17"/>
                  <a:gd name="T3" fmla="*/ 27 h 31"/>
                  <a:gd name="T4" fmla="*/ 8 w 17"/>
                  <a:gd name="T5" fmla="*/ 30 h 31"/>
                  <a:gd name="T6" fmla="*/ 2 w 17"/>
                  <a:gd name="T7" fmla="*/ 27 h 31"/>
                  <a:gd name="T8" fmla="*/ 0 w 17"/>
                  <a:gd name="T9" fmla="*/ 15 h 31"/>
                  <a:gd name="T10" fmla="*/ 2 w 17"/>
                  <a:gd name="T11" fmla="*/ 3 h 31"/>
                  <a:gd name="T12" fmla="*/ 8 w 17"/>
                  <a:gd name="T13" fmla="*/ 0 h 31"/>
                  <a:gd name="T14" fmla="*/ 14 w 17"/>
                  <a:gd name="T15" fmla="*/ 3 h 31"/>
                  <a:gd name="T16" fmla="*/ 16 w 17"/>
                  <a:gd name="T17" fmla="*/ 1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1"/>
                  <a:gd name="T29" fmla="*/ 17 w 17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1">
                    <a:moveTo>
                      <a:pt x="16" y="15"/>
                    </a:moveTo>
                    <a:lnTo>
                      <a:pt x="14" y="27"/>
                    </a:lnTo>
                    <a:lnTo>
                      <a:pt x="8" y="30"/>
                    </a:lnTo>
                    <a:lnTo>
                      <a:pt x="2" y="27"/>
                    </a:lnTo>
                    <a:lnTo>
                      <a:pt x="0" y="15"/>
                    </a:lnTo>
                    <a:lnTo>
                      <a:pt x="2" y="3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6" y="1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36" name="Line 558">
                <a:extLst>
                  <a:ext uri="{FF2B5EF4-FFF2-40B4-BE49-F238E27FC236}">
                    <a16:creationId xmlns:a16="http://schemas.microsoft.com/office/drawing/2014/main" id="{D2734FBE-A0D0-B044-B0D2-9AE33BD785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94" y="3546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1237" name="Rectangle 559">
                <a:extLst>
                  <a:ext uri="{FF2B5EF4-FFF2-40B4-BE49-F238E27FC236}">
                    <a16:creationId xmlns:a16="http://schemas.microsoft.com/office/drawing/2014/main" id="{87B877D3-A082-8E46-8F2B-5814C839E8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flipH="1">
                <a:off x="2203" y="3529"/>
                <a:ext cx="6" cy="15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31238" name="Freeform 560">
                <a:extLst>
                  <a:ext uri="{FF2B5EF4-FFF2-40B4-BE49-F238E27FC236}">
                    <a16:creationId xmlns:a16="http://schemas.microsoft.com/office/drawing/2014/main" id="{5FA681F0-ED8B-8440-A8A6-1283166306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4" y="3745"/>
                <a:ext cx="21" cy="26"/>
              </a:xfrm>
              <a:custGeom>
                <a:avLst/>
                <a:gdLst>
                  <a:gd name="T0" fmla="*/ 0 w 21"/>
                  <a:gd name="T1" fmla="*/ 10 h 26"/>
                  <a:gd name="T2" fmla="*/ 0 w 21"/>
                  <a:gd name="T3" fmla="*/ 20 h 26"/>
                  <a:gd name="T4" fmla="*/ 6 w 21"/>
                  <a:gd name="T5" fmla="*/ 25 h 26"/>
                  <a:gd name="T6" fmla="*/ 14 w 21"/>
                  <a:gd name="T7" fmla="*/ 25 h 26"/>
                  <a:gd name="T8" fmla="*/ 20 w 21"/>
                  <a:gd name="T9" fmla="*/ 18 h 26"/>
                  <a:gd name="T10" fmla="*/ 20 w 21"/>
                  <a:gd name="T11" fmla="*/ 6 h 26"/>
                  <a:gd name="T12" fmla="*/ 14 w 21"/>
                  <a:gd name="T13" fmla="*/ 0 h 26"/>
                  <a:gd name="T14" fmla="*/ 6 w 21"/>
                  <a:gd name="T15" fmla="*/ 2 h 26"/>
                  <a:gd name="T16" fmla="*/ 0 w 21"/>
                  <a:gd name="T17" fmla="*/ 1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6"/>
                  <a:gd name="T29" fmla="*/ 21 w 21"/>
                  <a:gd name="T30" fmla="*/ 26 h 2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6">
                    <a:moveTo>
                      <a:pt x="0" y="10"/>
                    </a:moveTo>
                    <a:lnTo>
                      <a:pt x="0" y="20"/>
                    </a:lnTo>
                    <a:lnTo>
                      <a:pt x="6" y="25"/>
                    </a:lnTo>
                    <a:lnTo>
                      <a:pt x="14" y="25"/>
                    </a:lnTo>
                    <a:lnTo>
                      <a:pt x="20" y="18"/>
                    </a:lnTo>
                    <a:lnTo>
                      <a:pt x="20" y="6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39" name="Freeform 561">
                <a:extLst>
                  <a:ext uri="{FF2B5EF4-FFF2-40B4-BE49-F238E27FC236}">
                    <a16:creationId xmlns:a16="http://schemas.microsoft.com/office/drawing/2014/main" id="{A5E7606E-59ED-994A-B7BA-DE131EB003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50" y="3741"/>
                <a:ext cx="21" cy="25"/>
              </a:xfrm>
              <a:custGeom>
                <a:avLst/>
                <a:gdLst>
                  <a:gd name="T0" fmla="*/ 0 w 21"/>
                  <a:gd name="T1" fmla="*/ 8 h 25"/>
                  <a:gd name="T2" fmla="*/ 0 w 21"/>
                  <a:gd name="T3" fmla="*/ 19 h 25"/>
                  <a:gd name="T4" fmla="*/ 6 w 21"/>
                  <a:gd name="T5" fmla="*/ 24 h 25"/>
                  <a:gd name="T6" fmla="*/ 14 w 21"/>
                  <a:gd name="T7" fmla="*/ 24 h 25"/>
                  <a:gd name="T8" fmla="*/ 20 w 21"/>
                  <a:gd name="T9" fmla="*/ 17 h 25"/>
                  <a:gd name="T10" fmla="*/ 20 w 21"/>
                  <a:gd name="T11" fmla="*/ 6 h 25"/>
                  <a:gd name="T12" fmla="*/ 14 w 21"/>
                  <a:gd name="T13" fmla="*/ 0 h 25"/>
                  <a:gd name="T14" fmla="*/ 6 w 21"/>
                  <a:gd name="T15" fmla="*/ 2 h 25"/>
                  <a:gd name="T16" fmla="*/ 0 w 21"/>
                  <a:gd name="T17" fmla="*/ 8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5"/>
                  <a:gd name="T29" fmla="*/ 21 w 21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5">
                    <a:moveTo>
                      <a:pt x="0" y="8"/>
                    </a:moveTo>
                    <a:lnTo>
                      <a:pt x="0" y="19"/>
                    </a:lnTo>
                    <a:lnTo>
                      <a:pt x="6" y="24"/>
                    </a:lnTo>
                    <a:lnTo>
                      <a:pt x="14" y="24"/>
                    </a:lnTo>
                    <a:lnTo>
                      <a:pt x="20" y="17"/>
                    </a:lnTo>
                    <a:lnTo>
                      <a:pt x="20" y="6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0" name="Freeform 562">
                <a:extLst>
                  <a:ext uri="{FF2B5EF4-FFF2-40B4-BE49-F238E27FC236}">
                    <a16:creationId xmlns:a16="http://schemas.microsoft.com/office/drawing/2014/main" id="{E1DBEAFE-A35C-D747-8B85-A37F44AA0A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9" y="3342"/>
                <a:ext cx="166" cy="548"/>
              </a:xfrm>
              <a:custGeom>
                <a:avLst/>
                <a:gdLst>
                  <a:gd name="T0" fmla="*/ 165 w 166"/>
                  <a:gd name="T1" fmla="*/ 13 h 548"/>
                  <a:gd name="T2" fmla="*/ 0 w 166"/>
                  <a:gd name="T3" fmla="*/ 0 h 548"/>
                  <a:gd name="T4" fmla="*/ 0 w 166"/>
                  <a:gd name="T5" fmla="*/ 473 h 548"/>
                  <a:gd name="T6" fmla="*/ 78 w 166"/>
                  <a:gd name="T7" fmla="*/ 547 h 5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6"/>
                  <a:gd name="T13" fmla="*/ 0 h 548"/>
                  <a:gd name="T14" fmla="*/ 166 w 166"/>
                  <a:gd name="T15" fmla="*/ 548 h 5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6" h="548">
                    <a:moveTo>
                      <a:pt x="165" y="13"/>
                    </a:moveTo>
                    <a:lnTo>
                      <a:pt x="0" y="0"/>
                    </a:lnTo>
                    <a:lnTo>
                      <a:pt x="0" y="473"/>
                    </a:lnTo>
                    <a:lnTo>
                      <a:pt x="78" y="54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1" name="Freeform 563">
                <a:extLst>
                  <a:ext uri="{FF2B5EF4-FFF2-40B4-BE49-F238E27FC236}">
                    <a16:creationId xmlns:a16="http://schemas.microsoft.com/office/drawing/2014/main" id="{8CDBB41B-9D57-894E-A9B8-EEAFB23A3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8" y="3624"/>
                <a:ext cx="50" cy="189"/>
              </a:xfrm>
              <a:custGeom>
                <a:avLst/>
                <a:gdLst>
                  <a:gd name="T0" fmla="*/ 40 w 50"/>
                  <a:gd name="T1" fmla="*/ 186 h 189"/>
                  <a:gd name="T2" fmla="*/ 46 w 50"/>
                  <a:gd name="T3" fmla="*/ 175 h 189"/>
                  <a:gd name="T4" fmla="*/ 42 w 50"/>
                  <a:gd name="T5" fmla="*/ 167 h 189"/>
                  <a:gd name="T6" fmla="*/ 28 w 50"/>
                  <a:gd name="T7" fmla="*/ 158 h 189"/>
                  <a:gd name="T8" fmla="*/ 18 w 50"/>
                  <a:gd name="T9" fmla="*/ 151 h 189"/>
                  <a:gd name="T10" fmla="*/ 12 w 50"/>
                  <a:gd name="T11" fmla="*/ 143 h 189"/>
                  <a:gd name="T12" fmla="*/ 10 w 50"/>
                  <a:gd name="T13" fmla="*/ 70 h 189"/>
                  <a:gd name="T14" fmla="*/ 12 w 50"/>
                  <a:gd name="T15" fmla="*/ 55 h 189"/>
                  <a:gd name="T16" fmla="*/ 14 w 50"/>
                  <a:gd name="T17" fmla="*/ 42 h 189"/>
                  <a:gd name="T18" fmla="*/ 28 w 50"/>
                  <a:gd name="T19" fmla="*/ 24 h 189"/>
                  <a:gd name="T20" fmla="*/ 38 w 50"/>
                  <a:gd name="T21" fmla="*/ 18 h 189"/>
                  <a:gd name="T22" fmla="*/ 47 w 50"/>
                  <a:gd name="T23" fmla="*/ 11 h 189"/>
                  <a:gd name="T24" fmla="*/ 49 w 50"/>
                  <a:gd name="T25" fmla="*/ 6 h 189"/>
                  <a:gd name="T26" fmla="*/ 42 w 50"/>
                  <a:gd name="T27" fmla="*/ 0 h 189"/>
                  <a:gd name="T28" fmla="*/ 28 w 50"/>
                  <a:gd name="T29" fmla="*/ 0 h 189"/>
                  <a:gd name="T30" fmla="*/ 22 w 50"/>
                  <a:gd name="T31" fmla="*/ 4 h 189"/>
                  <a:gd name="T32" fmla="*/ 22 w 50"/>
                  <a:gd name="T33" fmla="*/ 11 h 189"/>
                  <a:gd name="T34" fmla="*/ 26 w 50"/>
                  <a:gd name="T35" fmla="*/ 13 h 189"/>
                  <a:gd name="T36" fmla="*/ 32 w 50"/>
                  <a:gd name="T37" fmla="*/ 11 h 189"/>
                  <a:gd name="T38" fmla="*/ 26 w 50"/>
                  <a:gd name="T39" fmla="*/ 16 h 189"/>
                  <a:gd name="T40" fmla="*/ 18 w 50"/>
                  <a:gd name="T41" fmla="*/ 20 h 189"/>
                  <a:gd name="T42" fmla="*/ 6 w 50"/>
                  <a:gd name="T43" fmla="*/ 28 h 189"/>
                  <a:gd name="T44" fmla="*/ 2 w 50"/>
                  <a:gd name="T45" fmla="*/ 35 h 189"/>
                  <a:gd name="T46" fmla="*/ 0 w 50"/>
                  <a:gd name="T47" fmla="*/ 40 h 189"/>
                  <a:gd name="T48" fmla="*/ 2 w 50"/>
                  <a:gd name="T49" fmla="*/ 48 h 189"/>
                  <a:gd name="T50" fmla="*/ 2 w 50"/>
                  <a:gd name="T51" fmla="*/ 145 h 189"/>
                  <a:gd name="T52" fmla="*/ 6 w 50"/>
                  <a:gd name="T53" fmla="*/ 155 h 189"/>
                  <a:gd name="T54" fmla="*/ 12 w 50"/>
                  <a:gd name="T55" fmla="*/ 162 h 189"/>
                  <a:gd name="T56" fmla="*/ 26 w 50"/>
                  <a:gd name="T57" fmla="*/ 171 h 189"/>
                  <a:gd name="T58" fmla="*/ 32 w 50"/>
                  <a:gd name="T59" fmla="*/ 175 h 189"/>
                  <a:gd name="T60" fmla="*/ 26 w 50"/>
                  <a:gd name="T61" fmla="*/ 175 h 189"/>
                  <a:gd name="T62" fmla="*/ 23 w 50"/>
                  <a:gd name="T63" fmla="*/ 182 h 189"/>
                  <a:gd name="T64" fmla="*/ 32 w 50"/>
                  <a:gd name="T65" fmla="*/ 188 h 18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0"/>
                  <a:gd name="T100" fmla="*/ 0 h 189"/>
                  <a:gd name="T101" fmla="*/ 50 w 50"/>
                  <a:gd name="T102" fmla="*/ 189 h 18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0" h="189">
                    <a:moveTo>
                      <a:pt x="34" y="188"/>
                    </a:moveTo>
                    <a:lnTo>
                      <a:pt x="40" y="186"/>
                    </a:lnTo>
                    <a:lnTo>
                      <a:pt x="44" y="182"/>
                    </a:lnTo>
                    <a:lnTo>
                      <a:pt x="46" y="175"/>
                    </a:lnTo>
                    <a:lnTo>
                      <a:pt x="44" y="169"/>
                    </a:lnTo>
                    <a:lnTo>
                      <a:pt x="42" y="167"/>
                    </a:lnTo>
                    <a:lnTo>
                      <a:pt x="38" y="165"/>
                    </a:lnTo>
                    <a:lnTo>
                      <a:pt x="28" y="158"/>
                    </a:lnTo>
                    <a:lnTo>
                      <a:pt x="23" y="155"/>
                    </a:lnTo>
                    <a:lnTo>
                      <a:pt x="18" y="151"/>
                    </a:lnTo>
                    <a:lnTo>
                      <a:pt x="14" y="147"/>
                    </a:lnTo>
                    <a:lnTo>
                      <a:pt x="12" y="143"/>
                    </a:lnTo>
                    <a:lnTo>
                      <a:pt x="12" y="131"/>
                    </a:lnTo>
                    <a:lnTo>
                      <a:pt x="10" y="70"/>
                    </a:lnTo>
                    <a:lnTo>
                      <a:pt x="10" y="59"/>
                    </a:lnTo>
                    <a:lnTo>
                      <a:pt x="12" y="55"/>
                    </a:lnTo>
                    <a:lnTo>
                      <a:pt x="12" y="46"/>
                    </a:lnTo>
                    <a:lnTo>
                      <a:pt x="14" y="42"/>
                    </a:lnTo>
                    <a:lnTo>
                      <a:pt x="20" y="33"/>
                    </a:lnTo>
                    <a:lnTo>
                      <a:pt x="28" y="24"/>
                    </a:lnTo>
                    <a:lnTo>
                      <a:pt x="34" y="22"/>
                    </a:lnTo>
                    <a:lnTo>
                      <a:pt x="38" y="18"/>
                    </a:lnTo>
                    <a:lnTo>
                      <a:pt x="46" y="15"/>
                    </a:lnTo>
                    <a:lnTo>
                      <a:pt x="47" y="11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7" y="2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3" y="13"/>
                    </a:lnTo>
                    <a:lnTo>
                      <a:pt x="26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0" y="13"/>
                    </a:lnTo>
                    <a:lnTo>
                      <a:pt x="26" y="16"/>
                    </a:lnTo>
                    <a:lnTo>
                      <a:pt x="22" y="18"/>
                    </a:lnTo>
                    <a:lnTo>
                      <a:pt x="18" y="20"/>
                    </a:lnTo>
                    <a:lnTo>
                      <a:pt x="14" y="22"/>
                    </a:lnTo>
                    <a:lnTo>
                      <a:pt x="6" y="28"/>
                    </a:lnTo>
                    <a:lnTo>
                      <a:pt x="4" y="33"/>
                    </a:lnTo>
                    <a:lnTo>
                      <a:pt x="2" y="35"/>
                    </a:lnTo>
                    <a:lnTo>
                      <a:pt x="2" y="39"/>
                    </a:lnTo>
                    <a:lnTo>
                      <a:pt x="0" y="40"/>
                    </a:lnTo>
                    <a:lnTo>
                      <a:pt x="2" y="42"/>
                    </a:lnTo>
                    <a:lnTo>
                      <a:pt x="2" y="48"/>
                    </a:lnTo>
                    <a:lnTo>
                      <a:pt x="2" y="129"/>
                    </a:lnTo>
                    <a:lnTo>
                      <a:pt x="2" y="145"/>
                    </a:lnTo>
                    <a:lnTo>
                      <a:pt x="4" y="151"/>
                    </a:lnTo>
                    <a:lnTo>
                      <a:pt x="6" y="155"/>
                    </a:lnTo>
                    <a:lnTo>
                      <a:pt x="8" y="160"/>
                    </a:lnTo>
                    <a:lnTo>
                      <a:pt x="12" y="162"/>
                    </a:lnTo>
                    <a:lnTo>
                      <a:pt x="18" y="167"/>
                    </a:lnTo>
                    <a:lnTo>
                      <a:pt x="26" y="171"/>
                    </a:lnTo>
                    <a:lnTo>
                      <a:pt x="30" y="173"/>
                    </a:lnTo>
                    <a:lnTo>
                      <a:pt x="32" y="175"/>
                    </a:lnTo>
                    <a:lnTo>
                      <a:pt x="30" y="175"/>
                    </a:lnTo>
                    <a:lnTo>
                      <a:pt x="26" y="175"/>
                    </a:lnTo>
                    <a:lnTo>
                      <a:pt x="23" y="177"/>
                    </a:lnTo>
                    <a:lnTo>
                      <a:pt x="23" y="182"/>
                    </a:lnTo>
                    <a:lnTo>
                      <a:pt x="28" y="186"/>
                    </a:lnTo>
                    <a:lnTo>
                      <a:pt x="32" y="188"/>
                    </a:lnTo>
                    <a:lnTo>
                      <a:pt x="34" y="18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2" name="Freeform 564">
                <a:extLst>
                  <a:ext uri="{FF2B5EF4-FFF2-40B4-BE49-F238E27FC236}">
                    <a16:creationId xmlns:a16="http://schemas.microsoft.com/office/drawing/2014/main" id="{63C27DAE-2520-9C46-BC94-C8DDD61DCC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70" y="3665"/>
                <a:ext cx="334" cy="221"/>
              </a:xfrm>
              <a:custGeom>
                <a:avLst/>
                <a:gdLst>
                  <a:gd name="T0" fmla="*/ 1 w 334"/>
                  <a:gd name="T1" fmla="*/ 185 h 221"/>
                  <a:gd name="T2" fmla="*/ 19 w 334"/>
                  <a:gd name="T3" fmla="*/ 194 h 221"/>
                  <a:gd name="T4" fmla="*/ 48 w 334"/>
                  <a:gd name="T5" fmla="*/ 200 h 221"/>
                  <a:gd name="T6" fmla="*/ 82 w 334"/>
                  <a:gd name="T7" fmla="*/ 203 h 221"/>
                  <a:gd name="T8" fmla="*/ 149 w 334"/>
                  <a:gd name="T9" fmla="*/ 210 h 221"/>
                  <a:gd name="T10" fmla="*/ 185 w 334"/>
                  <a:gd name="T11" fmla="*/ 214 h 221"/>
                  <a:gd name="T12" fmla="*/ 225 w 334"/>
                  <a:gd name="T13" fmla="*/ 220 h 221"/>
                  <a:gd name="T14" fmla="*/ 258 w 334"/>
                  <a:gd name="T15" fmla="*/ 220 h 221"/>
                  <a:gd name="T16" fmla="*/ 267 w 334"/>
                  <a:gd name="T17" fmla="*/ 216 h 221"/>
                  <a:gd name="T18" fmla="*/ 275 w 334"/>
                  <a:gd name="T19" fmla="*/ 210 h 221"/>
                  <a:gd name="T20" fmla="*/ 283 w 334"/>
                  <a:gd name="T21" fmla="*/ 194 h 221"/>
                  <a:gd name="T22" fmla="*/ 292 w 334"/>
                  <a:gd name="T23" fmla="*/ 157 h 221"/>
                  <a:gd name="T24" fmla="*/ 302 w 334"/>
                  <a:gd name="T25" fmla="*/ 119 h 221"/>
                  <a:gd name="T26" fmla="*/ 306 w 334"/>
                  <a:gd name="T27" fmla="*/ 107 h 221"/>
                  <a:gd name="T28" fmla="*/ 317 w 334"/>
                  <a:gd name="T29" fmla="*/ 63 h 221"/>
                  <a:gd name="T30" fmla="*/ 327 w 334"/>
                  <a:gd name="T31" fmla="*/ 25 h 221"/>
                  <a:gd name="T32" fmla="*/ 331 w 334"/>
                  <a:gd name="T33" fmla="*/ 10 h 221"/>
                  <a:gd name="T34" fmla="*/ 333 w 334"/>
                  <a:gd name="T35" fmla="*/ 4 h 221"/>
                  <a:gd name="T36" fmla="*/ 325 w 334"/>
                  <a:gd name="T37" fmla="*/ 0 h 221"/>
                  <a:gd name="T38" fmla="*/ 317 w 334"/>
                  <a:gd name="T39" fmla="*/ 4 h 221"/>
                  <a:gd name="T40" fmla="*/ 313 w 334"/>
                  <a:gd name="T41" fmla="*/ 21 h 221"/>
                  <a:gd name="T42" fmla="*/ 308 w 334"/>
                  <a:gd name="T43" fmla="*/ 39 h 221"/>
                  <a:gd name="T44" fmla="*/ 302 w 334"/>
                  <a:gd name="T45" fmla="*/ 61 h 221"/>
                  <a:gd name="T46" fmla="*/ 294 w 334"/>
                  <a:gd name="T47" fmla="*/ 95 h 221"/>
                  <a:gd name="T48" fmla="*/ 285 w 334"/>
                  <a:gd name="T49" fmla="*/ 131 h 221"/>
                  <a:gd name="T50" fmla="*/ 275 w 334"/>
                  <a:gd name="T51" fmla="*/ 166 h 221"/>
                  <a:gd name="T52" fmla="*/ 269 w 334"/>
                  <a:gd name="T53" fmla="*/ 179 h 221"/>
                  <a:gd name="T54" fmla="*/ 267 w 334"/>
                  <a:gd name="T55" fmla="*/ 190 h 221"/>
                  <a:gd name="T56" fmla="*/ 264 w 334"/>
                  <a:gd name="T57" fmla="*/ 198 h 221"/>
                  <a:gd name="T58" fmla="*/ 260 w 334"/>
                  <a:gd name="T59" fmla="*/ 200 h 221"/>
                  <a:gd name="T60" fmla="*/ 250 w 334"/>
                  <a:gd name="T61" fmla="*/ 201 h 221"/>
                  <a:gd name="T62" fmla="*/ 242 w 334"/>
                  <a:gd name="T63" fmla="*/ 203 h 221"/>
                  <a:gd name="T64" fmla="*/ 206 w 334"/>
                  <a:gd name="T65" fmla="*/ 201 h 221"/>
                  <a:gd name="T66" fmla="*/ 159 w 334"/>
                  <a:gd name="T67" fmla="*/ 198 h 221"/>
                  <a:gd name="T68" fmla="*/ 121 w 334"/>
                  <a:gd name="T69" fmla="*/ 196 h 221"/>
                  <a:gd name="T70" fmla="*/ 73 w 334"/>
                  <a:gd name="T71" fmla="*/ 190 h 221"/>
                  <a:gd name="T72" fmla="*/ 0 w 334"/>
                  <a:gd name="T73" fmla="*/ 179 h 2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34"/>
                  <a:gd name="T112" fmla="*/ 0 h 221"/>
                  <a:gd name="T113" fmla="*/ 334 w 334"/>
                  <a:gd name="T114" fmla="*/ 221 h 22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34" h="221">
                    <a:moveTo>
                      <a:pt x="0" y="179"/>
                    </a:moveTo>
                    <a:lnTo>
                      <a:pt x="1" y="185"/>
                    </a:lnTo>
                    <a:lnTo>
                      <a:pt x="7" y="190"/>
                    </a:lnTo>
                    <a:lnTo>
                      <a:pt x="19" y="194"/>
                    </a:lnTo>
                    <a:lnTo>
                      <a:pt x="34" y="196"/>
                    </a:lnTo>
                    <a:lnTo>
                      <a:pt x="48" y="200"/>
                    </a:lnTo>
                    <a:lnTo>
                      <a:pt x="63" y="201"/>
                    </a:lnTo>
                    <a:lnTo>
                      <a:pt x="82" y="203"/>
                    </a:lnTo>
                    <a:lnTo>
                      <a:pt x="105" y="205"/>
                    </a:lnTo>
                    <a:lnTo>
                      <a:pt x="149" y="210"/>
                    </a:lnTo>
                    <a:lnTo>
                      <a:pt x="168" y="212"/>
                    </a:lnTo>
                    <a:lnTo>
                      <a:pt x="185" y="214"/>
                    </a:lnTo>
                    <a:lnTo>
                      <a:pt x="206" y="218"/>
                    </a:lnTo>
                    <a:lnTo>
                      <a:pt x="225" y="220"/>
                    </a:lnTo>
                    <a:lnTo>
                      <a:pt x="248" y="220"/>
                    </a:lnTo>
                    <a:lnTo>
                      <a:pt x="258" y="220"/>
                    </a:lnTo>
                    <a:lnTo>
                      <a:pt x="264" y="218"/>
                    </a:lnTo>
                    <a:lnTo>
                      <a:pt x="267" y="216"/>
                    </a:lnTo>
                    <a:lnTo>
                      <a:pt x="271" y="214"/>
                    </a:lnTo>
                    <a:lnTo>
                      <a:pt x="275" y="210"/>
                    </a:lnTo>
                    <a:lnTo>
                      <a:pt x="279" y="203"/>
                    </a:lnTo>
                    <a:lnTo>
                      <a:pt x="283" y="194"/>
                    </a:lnTo>
                    <a:lnTo>
                      <a:pt x="287" y="177"/>
                    </a:lnTo>
                    <a:lnTo>
                      <a:pt x="292" y="157"/>
                    </a:lnTo>
                    <a:lnTo>
                      <a:pt x="298" y="137"/>
                    </a:lnTo>
                    <a:lnTo>
                      <a:pt x="302" y="119"/>
                    </a:lnTo>
                    <a:lnTo>
                      <a:pt x="304" y="113"/>
                    </a:lnTo>
                    <a:lnTo>
                      <a:pt x="306" y="107"/>
                    </a:lnTo>
                    <a:lnTo>
                      <a:pt x="312" y="87"/>
                    </a:lnTo>
                    <a:lnTo>
                      <a:pt x="317" y="63"/>
                    </a:lnTo>
                    <a:lnTo>
                      <a:pt x="323" y="37"/>
                    </a:lnTo>
                    <a:lnTo>
                      <a:pt x="327" y="25"/>
                    </a:lnTo>
                    <a:lnTo>
                      <a:pt x="329" y="17"/>
                    </a:lnTo>
                    <a:lnTo>
                      <a:pt x="331" y="10"/>
                    </a:lnTo>
                    <a:lnTo>
                      <a:pt x="333" y="8"/>
                    </a:lnTo>
                    <a:lnTo>
                      <a:pt x="333" y="4"/>
                    </a:lnTo>
                    <a:lnTo>
                      <a:pt x="329" y="0"/>
                    </a:lnTo>
                    <a:lnTo>
                      <a:pt x="325" y="0"/>
                    </a:lnTo>
                    <a:lnTo>
                      <a:pt x="321" y="0"/>
                    </a:lnTo>
                    <a:lnTo>
                      <a:pt x="317" y="4"/>
                    </a:lnTo>
                    <a:lnTo>
                      <a:pt x="317" y="8"/>
                    </a:lnTo>
                    <a:lnTo>
                      <a:pt x="313" y="21"/>
                    </a:lnTo>
                    <a:lnTo>
                      <a:pt x="310" y="32"/>
                    </a:lnTo>
                    <a:lnTo>
                      <a:pt x="308" y="39"/>
                    </a:lnTo>
                    <a:lnTo>
                      <a:pt x="306" y="45"/>
                    </a:lnTo>
                    <a:lnTo>
                      <a:pt x="302" y="61"/>
                    </a:lnTo>
                    <a:lnTo>
                      <a:pt x="296" y="81"/>
                    </a:lnTo>
                    <a:lnTo>
                      <a:pt x="294" y="95"/>
                    </a:lnTo>
                    <a:lnTo>
                      <a:pt x="290" y="109"/>
                    </a:lnTo>
                    <a:lnTo>
                      <a:pt x="285" y="131"/>
                    </a:lnTo>
                    <a:lnTo>
                      <a:pt x="277" y="153"/>
                    </a:lnTo>
                    <a:lnTo>
                      <a:pt x="275" y="166"/>
                    </a:lnTo>
                    <a:lnTo>
                      <a:pt x="271" y="174"/>
                    </a:lnTo>
                    <a:lnTo>
                      <a:pt x="269" y="179"/>
                    </a:lnTo>
                    <a:lnTo>
                      <a:pt x="267" y="185"/>
                    </a:lnTo>
                    <a:lnTo>
                      <a:pt x="267" y="190"/>
                    </a:lnTo>
                    <a:lnTo>
                      <a:pt x="265" y="194"/>
                    </a:lnTo>
                    <a:lnTo>
                      <a:pt x="264" y="198"/>
                    </a:lnTo>
                    <a:lnTo>
                      <a:pt x="262" y="200"/>
                    </a:lnTo>
                    <a:lnTo>
                      <a:pt x="260" y="200"/>
                    </a:lnTo>
                    <a:lnTo>
                      <a:pt x="256" y="201"/>
                    </a:lnTo>
                    <a:lnTo>
                      <a:pt x="250" y="201"/>
                    </a:lnTo>
                    <a:lnTo>
                      <a:pt x="248" y="203"/>
                    </a:lnTo>
                    <a:lnTo>
                      <a:pt x="242" y="203"/>
                    </a:lnTo>
                    <a:lnTo>
                      <a:pt x="221" y="203"/>
                    </a:lnTo>
                    <a:lnTo>
                      <a:pt x="206" y="201"/>
                    </a:lnTo>
                    <a:lnTo>
                      <a:pt x="179" y="200"/>
                    </a:lnTo>
                    <a:lnTo>
                      <a:pt x="159" y="198"/>
                    </a:lnTo>
                    <a:lnTo>
                      <a:pt x="140" y="198"/>
                    </a:lnTo>
                    <a:lnTo>
                      <a:pt x="121" y="196"/>
                    </a:lnTo>
                    <a:lnTo>
                      <a:pt x="97" y="192"/>
                    </a:lnTo>
                    <a:lnTo>
                      <a:pt x="73" y="190"/>
                    </a:lnTo>
                    <a:lnTo>
                      <a:pt x="46" y="185"/>
                    </a:lnTo>
                    <a:lnTo>
                      <a:pt x="0" y="17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3" name="Freeform 565">
                <a:extLst>
                  <a:ext uri="{FF2B5EF4-FFF2-40B4-BE49-F238E27FC236}">
                    <a16:creationId xmlns:a16="http://schemas.microsoft.com/office/drawing/2014/main" id="{62775322-5FC9-2E44-9A52-69B4742245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2" y="3824"/>
                <a:ext cx="182" cy="39"/>
              </a:xfrm>
              <a:custGeom>
                <a:avLst/>
                <a:gdLst>
                  <a:gd name="T0" fmla="*/ 8 w 182"/>
                  <a:gd name="T1" fmla="*/ 0 h 39"/>
                  <a:gd name="T2" fmla="*/ 0 w 182"/>
                  <a:gd name="T3" fmla="*/ 15 h 39"/>
                  <a:gd name="T4" fmla="*/ 179 w 182"/>
                  <a:gd name="T5" fmla="*/ 38 h 39"/>
                  <a:gd name="T6" fmla="*/ 181 w 182"/>
                  <a:gd name="T7" fmla="*/ 24 h 39"/>
                  <a:gd name="T8" fmla="*/ 8 w 182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2"/>
                  <a:gd name="T16" fmla="*/ 0 h 39"/>
                  <a:gd name="T17" fmla="*/ 182 w 182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2" h="39">
                    <a:moveTo>
                      <a:pt x="8" y="0"/>
                    </a:moveTo>
                    <a:lnTo>
                      <a:pt x="0" y="15"/>
                    </a:lnTo>
                    <a:lnTo>
                      <a:pt x="179" y="38"/>
                    </a:lnTo>
                    <a:lnTo>
                      <a:pt x="181" y="24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4" name="Freeform 566">
                <a:extLst>
                  <a:ext uri="{FF2B5EF4-FFF2-40B4-BE49-F238E27FC236}">
                    <a16:creationId xmlns:a16="http://schemas.microsoft.com/office/drawing/2014/main" id="{4BF9A584-916E-FD4F-BCF7-BA5544E9BC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0" y="3849"/>
                <a:ext cx="739" cy="100"/>
              </a:xfrm>
              <a:custGeom>
                <a:avLst/>
                <a:gdLst>
                  <a:gd name="T0" fmla="*/ 13 w 739"/>
                  <a:gd name="T1" fmla="*/ 0 h 100"/>
                  <a:gd name="T2" fmla="*/ 0 w 739"/>
                  <a:gd name="T3" fmla="*/ 4 h 100"/>
                  <a:gd name="T4" fmla="*/ 426 w 739"/>
                  <a:gd name="T5" fmla="*/ 99 h 100"/>
                  <a:gd name="T6" fmla="*/ 738 w 739"/>
                  <a:gd name="T7" fmla="*/ 40 h 100"/>
                  <a:gd name="T8" fmla="*/ 738 w 739"/>
                  <a:gd name="T9" fmla="*/ 33 h 100"/>
                  <a:gd name="T10" fmla="*/ 428 w 739"/>
                  <a:gd name="T11" fmla="*/ 87 h 100"/>
                  <a:gd name="T12" fmla="*/ 13 w 739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39"/>
                  <a:gd name="T22" fmla="*/ 0 h 100"/>
                  <a:gd name="T23" fmla="*/ 739 w 739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39" h="100">
                    <a:moveTo>
                      <a:pt x="13" y="0"/>
                    </a:moveTo>
                    <a:lnTo>
                      <a:pt x="0" y="4"/>
                    </a:lnTo>
                    <a:lnTo>
                      <a:pt x="426" y="99"/>
                    </a:lnTo>
                    <a:lnTo>
                      <a:pt x="738" y="40"/>
                    </a:lnTo>
                    <a:lnTo>
                      <a:pt x="738" y="33"/>
                    </a:lnTo>
                    <a:lnTo>
                      <a:pt x="428" y="87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5" name="Freeform 567">
                <a:extLst>
                  <a:ext uri="{FF2B5EF4-FFF2-40B4-BE49-F238E27FC236}">
                    <a16:creationId xmlns:a16="http://schemas.microsoft.com/office/drawing/2014/main" id="{5B86A51C-F77D-3148-BBF2-78A2B526AC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2" y="3890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18 w 41"/>
                  <a:gd name="T3" fmla="*/ 38 h 43"/>
                  <a:gd name="T4" fmla="*/ 40 w 41"/>
                  <a:gd name="T5" fmla="*/ 42 h 43"/>
                  <a:gd name="T6" fmla="*/ 23 w 41"/>
                  <a:gd name="T7" fmla="*/ 2 h 43"/>
                  <a:gd name="T8" fmla="*/ 0 w 4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43"/>
                  <a:gd name="T17" fmla="*/ 41 w 41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43">
                    <a:moveTo>
                      <a:pt x="0" y="0"/>
                    </a:moveTo>
                    <a:lnTo>
                      <a:pt x="18" y="38"/>
                    </a:lnTo>
                    <a:lnTo>
                      <a:pt x="40" y="42"/>
                    </a:lnTo>
                    <a:lnTo>
                      <a:pt x="23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6" name="Freeform 568">
                <a:extLst>
                  <a:ext uri="{FF2B5EF4-FFF2-40B4-BE49-F238E27FC236}">
                    <a16:creationId xmlns:a16="http://schemas.microsoft.com/office/drawing/2014/main" id="{BEAA1AB9-5441-CC4C-89AB-EAA1AD6F49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3901"/>
                <a:ext cx="37" cy="37"/>
              </a:xfrm>
              <a:custGeom>
                <a:avLst/>
                <a:gdLst>
                  <a:gd name="T0" fmla="*/ 0 w 37"/>
                  <a:gd name="T1" fmla="*/ 0 h 37"/>
                  <a:gd name="T2" fmla="*/ 13 w 37"/>
                  <a:gd name="T3" fmla="*/ 36 h 37"/>
                  <a:gd name="T4" fmla="*/ 36 w 37"/>
                  <a:gd name="T5" fmla="*/ 32 h 37"/>
                  <a:gd name="T6" fmla="*/ 23 w 37"/>
                  <a:gd name="T7" fmla="*/ 2 h 37"/>
                  <a:gd name="T8" fmla="*/ 0 w 3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7"/>
                  <a:gd name="T17" fmla="*/ 37 w 3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7">
                    <a:moveTo>
                      <a:pt x="0" y="0"/>
                    </a:moveTo>
                    <a:lnTo>
                      <a:pt x="13" y="36"/>
                    </a:lnTo>
                    <a:lnTo>
                      <a:pt x="36" y="32"/>
                    </a:lnTo>
                    <a:lnTo>
                      <a:pt x="23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BFBFB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7" name="Freeform 569">
                <a:extLst>
                  <a:ext uri="{FF2B5EF4-FFF2-40B4-BE49-F238E27FC236}">
                    <a16:creationId xmlns:a16="http://schemas.microsoft.com/office/drawing/2014/main" id="{0D3D037C-F344-E24A-8E36-A284823B36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4" y="4061"/>
                <a:ext cx="246" cy="107"/>
              </a:xfrm>
              <a:custGeom>
                <a:avLst/>
                <a:gdLst>
                  <a:gd name="T0" fmla="*/ 0 w 246"/>
                  <a:gd name="T1" fmla="*/ 0 h 107"/>
                  <a:gd name="T2" fmla="*/ 0 w 246"/>
                  <a:gd name="T3" fmla="*/ 26 h 107"/>
                  <a:gd name="T4" fmla="*/ 64 w 246"/>
                  <a:gd name="T5" fmla="*/ 33 h 107"/>
                  <a:gd name="T6" fmla="*/ 68 w 246"/>
                  <a:gd name="T7" fmla="*/ 79 h 107"/>
                  <a:gd name="T8" fmla="*/ 73 w 246"/>
                  <a:gd name="T9" fmla="*/ 79 h 107"/>
                  <a:gd name="T10" fmla="*/ 73 w 246"/>
                  <a:gd name="T11" fmla="*/ 97 h 107"/>
                  <a:gd name="T12" fmla="*/ 245 w 246"/>
                  <a:gd name="T13" fmla="*/ 106 h 107"/>
                  <a:gd name="T14" fmla="*/ 230 w 246"/>
                  <a:gd name="T15" fmla="*/ 67 h 107"/>
                  <a:gd name="T16" fmla="*/ 92 w 246"/>
                  <a:gd name="T17" fmla="*/ 54 h 107"/>
                  <a:gd name="T18" fmla="*/ 89 w 246"/>
                  <a:gd name="T19" fmla="*/ 9 h 107"/>
                  <a:gd name="T20" fmla="*/ 14 w 246"/>
                  <a:gd name="T21" fmla="*/ 2 h 107"/>
                  <a:gd name="T22" fmla="*/ 0 w 246"/>
                  <a:gd name="T23" fmla="*/ 0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6"/>
                  <a:gd name="T37" fmla="*/ 0 h 107"/>
                  <a:gd name="T38" fmla="*/ 246 w 246"/>
                  <a:gd name="T39" fmla="*/ 107 h 10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6" h="107">
                    <a:moveTo>
                      <a:pt x="0" y="0"/>
                    </a:moveTo>
                    <a:lnTo>
                      <a:pt x="0" y="26"/>
                    </a:lnTo>
                    <a:lnTo>
                      <a:pt x="64" y="33"/>
                    </a:lnTo>
                    <a:lnTo>
                      <a:pt x="68" y="79"/>
                    </a:lnTo>
                    <a:lnTo>
                      <a:pt x="73" y="79"/>
                    </a:lnTo>
                    <a:lnTo>
                      <a:pt x="73" y="97"/>
                    </a:lnTo>
                    <a:lnTo>
                      <a:pt x="245" y="106"/>
                    </a:lnTo>
                    <a:lnTo>
                      <a:pt x="230" y="67"/>
                    </a:lnTo>
                    <a:lnTo>
                      <a:pt x="92" y="54"/>
                    </a:lnTo>
                    <a:lnTo>
                      <a:pt x="89" y="9"/>
                    </a:ln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8" name="Freeform 570">
                <a:extLst>
                  <a:ext uri="{FF2B5EF4-FFF2-40B4-BE49-F238E27FC236}">
                    <a16:creationId xmlns:a16="http://schemas.microsoft.com/office/drawing/2014/main" id="{09DD0B1B-C844-FC47-A8E0-564AA9E16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4" y="4074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9 h 12"/>
                  <a:gd name="T4" fmla="*/ 10 w 11"/>
                  <a:gd name="T5" fmla="*/ 11 h 12"/>
                  <a:gd name="T6" fmla="*/ 10 w 11"/>
                  <a:gd name="T7" fmla="*/ 2 h 12"/>
                  <a:gd name="T8" fmla="*/ 0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2"/>
                  <a:gd name="T17" fmla="*/ 11 w 11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2">
                    <a:moveTo>
                      <a:pt x="0" y="0"/>
                    </a:moveTo>
                    <a:lnTo>
                      <a:pt x="0" y="9"/>
                    </a:lnTo>
                    <a:lnTo>
                      <a:pt x="10" y="11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249" name="Freeform 571">
                <a:extLst>
                  <a:ext uri="{FF2B5EF4-FFF2-40B4-BE49-F238E27FC236}">
                    <a16:creationId xmlns:a16="http://schemas.microsoft.com/office/drawing/2014/main" id="{EF793AA0-2D9C-1243-80CD-97839A185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8" y="4030"/>
                <a:ext cx="416" cy="117"/>
              </a:xfrm>
              <a:custGeom>
                <a:avLst/>
                <a:gdLst>
                  <a:gd name="T0" fmla="*/ 0 w 416"/>
                  <a:gd name="T1" fmla="*/ 0 h 117"/>
                  <a:gd name="T2" fmla="*/ 0 w 416"/>
                  <a:gd name="T3" fmla="*/ 11 h 117"/>
                  <a:gd name="T4" fmla="*/ 415 w 416"/>
                  <a:gd name="T5" fmla="*/ 116 h 117"/>
                  <a:gd name="T6" fmla="*/ 415 w 416"/>
                  <a:gd name="T7" fmla="*/ 103 h 117"/>
                  <a:gd name="T8" fmla="*/ 0 w 416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6"/>
                  <a:gd name="T16" fmla="*/ 0 h 117"/>
                  <a:gd name="T17" fmla="*/ 416 w 416"/>
                  <a:gd name="T18" fmla="*/ 117 h 1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6" h="117">
                    <a:moveTo>
                      <a:pt x="0" y="0"/>
                    </a:moveTo>
                    <a:lnTo>
                      <a:pt x="0" y="11"/>
                    </a:lnTo>
                    <a:lnTo>
                      <a:pt x="415" y="116"/>
                    </a:lnTo>
                    <a:lnTo>
                      <a:pt x="415" y="10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 type="none" w="sm" len="sm"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pic>
          <p:nvPicPr>
            <p:cNvPr id="30967" name="Picture 572">
              <a:extLst>
                <a:ext uri="{FF2B5EF4-FFF2-40B4-BE49-F238E27FC236}">
                  <a16:creationId xmlns:a16="http://schemas.microsoft.com/office/drawing/2014/main" id="{6979228A-5CD4-3A4D-BDFB-BFBACB21C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996" t="21890" r="38734" b="26578"/>
            <a:stretch>
              <a:fillRect/>
            </a:stretch>
          </p:blipFill>
          <p:spPr bwMode="auto">
            <a:xfrm>
              <a:off x="415" y="813"/>
              <a:ext cx="184" cy="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68" name="Freeform 573">
              <a:extLst>
                <a:ext uri="{FF2B5EF4-FFF2-40B4-BE49-F238E27FC236}">
                  <a16:creationId xmlns:a16="http://schemas.microsoft.com/office/drawing/2014/main" id="{866316EF-1699-A442-B376-C3C1A9A73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19"/>
              <a:ext cx="1408" cy="380"/>
            </a:xfrm>
            <a:custGeom>
              <a:avLst/>
              <a:gdLst>
                <a:gd name="T0" fmla="*/ 0 w 2359"/>
                <a:gd name="T1" fmla="*/ 24 h 605"/>
                <a:gd name="T2" fmla="*/ 31 w 2359"/>
                <a:gd name="T3" fmla="*/ 10 h 605"/>
                <a:gd name="T4" fmla="*/ 96 w 2359"/>
                <a:gd name="T5" fmla="*/ 2 h 605"/>
                <a:gd name="T6" fmla="*/ 155 w 2359"/>
                <a:gd name="T7" fmla="*/ 19 h 605"/>
                <a:gd name="T8" fmla="*/ 178 w 2359"/>
                <a:gd name="T9" fmla="*/ 59 h 6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9"/>
                <a:gd name="T16" fmla="*/ 0 h 605"/>
                <a:gd name="T17" fmla="*/ 2359 w 2359"/>
                <a:gd name="T18" fmla="*/ 605 h 6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9" h="605">
                  <a:moveTo>
                    <a:pt x="0" y="242"/>
                  </a:moveTo>
                  <a:cubicBezTo>
                    <a:pt x="98" y="193"/>
                    <a:pt x="196" y="144"/>
                    <a:pt x="408" y="106"/>
                  </a:cubicBezTo>
                  <a:cubicBezTo>
                    <a:pt x="620" y="68"/>
                    <a:pt x="998" y="0"/>
                    <a:pt x="1270" y="15"/>
                  </a:cubicBezTo>
                  <a:cubicBezTo>
                    <a:pt x="1542" y="30"/>
                    <a:pt x="1860" y="99"/>
                    <a:pt x="2041" y="197"/>
                  </a:cubicBezTo>
                  <a:cubicBezTo>
                    <a:pt x="2222" y="295"/>
                    <a:pt x="2290" y="450"/>
                    <a:pt x="2359" y="605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  <p:sp>
          <p:nvSpPr>
            <p:cNvPr id="30969" name="Freeform 574">
              <a:extLst>
                <a:ext uri="{FF2B5EF4-FFF2-40B4-BE49-F238E27FC236}">
                  <a16:creationId xmlns:a16="http://schemas.microsoft.com/office/drawing/2014/main" id="{C785440C-6F6C-174F-8FAE-D60304A3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785"/>
              <a:ext cx="947" cy="347"/>
            </a:xfrm>
            <a:custGeom>
              <a:avLst/>
              <a:gdLst>
                <a:gd name="T0" fmla="*/ 0 w 1587"/>
                <a:gd name="T1" fmla="*/ 45 h 552"/>
                <a:gd name="T2" fmla="*/ 45 w 1587"/>
                <a:gd name="T3" fmla="*/ 53 h 552"/>
                <a:gd name="T4" fmla="*/ 99 w 1587"/>
                <a:gd name="T5" fmla="*/ 40 h 552"/>
                <a:gd name="T6" fmla="*/ 120 w 1587"/>
                <a:gd name="T7" fmla="*/ 0 h 5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7"/>
                <a:gd name="T13" fmla="*/ 0 h 552"/>
                <a:gd name="T14" fmla="*/ 1587 w 1587"/>
                <a:gd name="T15" fmla="*/ 552 h 5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7" h="552">
                  <a:moveTo>
                    <a:pt x="0" y="453"/>
                  </a:moveTo>
                  <a:cubicBezTo>
                    <a:pt x="185" y="502"/>
                    <a:pt x="370" y="552"/>
                    <a:pt x="589" y="544"/>
                  </a:cubicBezTo>
                  <a:cubicBezTo>
                    <a:pt x="808" y="536"/>
                    <a:pt x="1149" y="499"/>
                    <a:pt x="1315" y="408"/>
                  </a:cubicBezTo>
                  <a:cubicBezTo>
                    <a:pt x="1481" y="317"/>
                    <a:pt x="1534" y="158"/>
                    <a:pt x="1587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  <p:sp>
          <p:nvSpPr>
            <p:cNvPr id="30970" name="Freeform 575">
              <a:extLst>
                <a:ext uri="{FF2B5EF4-FFF2-40B4-BE49-F238E27FC236}">
                  <a16:creationId xmlns:a16="http://schemas.microsoft.com/office/drawing/2014/main" id="{61E354D8-98E1-E447-998F-90FC13FC6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728"/>
              <a:ext cx="324" cy="90"/>
            </a:xfrm>
            <a:custGeom>
              <a:avLst/>
              <a:gdLst>
                <a:gd name="T0" fmla="*/ 0 w 544"/>
                <a:gd name="T1" fmla="*/ 0 h 144"/>
                <a:gd name="T2" fmla="*/ 10 w 544"/>
                <a:gd name="T3" fmla="*/ 9 h 144"/>
                <a:gd name="T4" fmla="*/ 34 w 544"/>
                <a:gd name="T5" fmla="*/ 13 h 144"/>
                <a:gd name="T6" fmla="*/ 41 w 544"/>
                <a:gd name="T7" fmla="*/ 4 h 1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44"/>
                <a:gd name="T13" fmla="*/ 0 h 144"/>
                <a:gd name="T14" fmla="*/ 544 w 544"/>
                <a:gd name="T15" fmla="*/ 144 h 1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44" h="144">
                  <a:moveTo>
                    <a:pt x="0" y="0"/>
                  </a:moveTo>
                  <a:cubicBezTo>
                    <a:pt x="30" y="34"/>
                    <a:pt x="60" y="68"/>
                    <a:pt x="136" y="91"/>
                  </a:cubicBezTo>
                  <a:cubicBezTo>
                    <a:pt x="212" y="114"/>
                    <a:pt x="386" y="144"/>
                    <a:pt x="454" y="136"/>
                  </a:cubicBezTo>
                  <a:cubicBezTo>
                    <a:pt x="522" y="128"/>
                    <a:pt x="533" y="86"/>
                    <a:pt x="544" y="45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</p:grpSp>
      <p:grpSp>
        <p:nvGrpSpPr>
          <p:cNvPr id="30727" name="Group 576">
            <a:extLst>
              <a:ext uri="{FF2B5EF4-FFF2-40B4-BE49-F238E27FC236}">
                <a16:creationId xmlns:a16="http://schemas.microsoft.com/office/drawing/2014/main" id="{A36B7249-7D35-DC44-B0E6-FB9C52FF75FC}"/>
              </a:ext>
            </a:extLst>
          </p:cNvPr>
          <p:cNvGrpSpPr>
            <a:grpSpLocks/>
          </p:cNvGrpSpPr>
          <p:nvPr/>
        </p:nvGrpSpPr>
        <p:grpSpPr bwMode="auto">
          <a:xfrm>
            <a:off x="5292725" y="2724150"/>
            <a:ext cx="2771775" cy="1608138"/>
            <a:chOff x="2925" y="845"/>
            <a:chExt cx="1746" cy="1013"/>
          </a:xfrm>
        </p:grpSpPr>
        <p:grpSp>
          <p:nvGrpSpPr>
            <p:cNvPr id="30838" name="Group 577">
              <a:extLst>
                <a:ext uri="{FF2B5EF4-FFF2-40B4-BE49-F238E27FC236}">
                  <a16:creationId xmlns:a16="http://schemas.microsoft.com/office/drawing/2014/main" id="{F8F2328C-188D-924A-A37F-5EF5F2FFA8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4" y="1162"/>
              <a:ext cx="499" cy="299"/>
              <a:chOff x="2990" y="3071"/>
              <a:chExt cx="1187" cy="869"/>
            </a:xfrm>
          </p:grpSpPr>
          <p:sp>
            <p:nvSpPr>
              <p:cNvPr id="30846" name="Freeform 578">
                <a:extLst>
                  <a:ext uri="{FF2B5EF4-FFF2-40B4-BE49-F238E27FC236}">
                    <a16:creationId xmlns:a16="http://schemas.microsoft.com/office/drawing/2014/main" id="{5836BDAB-DC2E-A844-BE22-DABA08B07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799"/>
                <a:ext cx="209" cy="125"/>
              </a:xfrm>
              <a:custGeom>
                <a:avLst/>
                <a:gdLst>
                  <a:gd name="T0" fmla="*/ 0 w 209"/>
                  <a:gd name="T1" fmla="*/ 124 h 125"/>
                  <a:gd name="T2" fmla="*/ 208 w 209"/>
                  <a:gd name="T3" fmla="*/ 124 h 125"/>
                  <a:gd name="T4" fmla="*/ 208 w 209"/>
                  <a:gd name="T5" fmla="*/ 0 h 125"/>
                  <a:gd name="T6" fmla="*/ 0 w 209"/>
                  <a:gd name="T7" fmla="*/ 0 h 125"/>
                  <a:gd name="T8" fmla="*/ 0 w 209"/>
                  <a:gd name="T9" fmla="*/ 124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125"/>
                  <a:gd name="T17" fmla="*/ 209 w 209"/>
                  <a:gd name="T18" fmla="*/ 125 h 1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125">
                    <a:moveTo>
                      <a:pt x="0" y="124"/>
                    </a:moveTo>
                    <a:lnTo>
                      <a:pt x="208" y="124"/>
                    </a:lnTo>
                    <a:lnTo>
                      <a:pt x="208" y="0"/>
                    </a:lnTo>
                    <a:lnTo>
                      <a:pt x="0" y="0"/>
                    </a:lnTo>
                    <a:lnTo>
                      <a:pt x="0" y="12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47" name="Group 579">
                <a:extLst>
                  <a:ext uri="{FF2B5EF4-FFF2-40B4-BE49-F238E27FC236}">
                    <a16:creationId xmlns:a16="http://schemas.microsoft.com/office/drawing/2014/main" id="{51B71321-35A4-DA48-A0C5-DEC46799CE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19" y="3799"/>
                <a:ext cx="218" cy="139"/>
                <a:chOff x="3219" y="3799"/>
                <a:chExt cx="218" cy="139"/>
              </a:xfrm>
            </p:grpSpPr>
            <p:sp>
              <p:nvSpPr>
                <p:cNvPr id="30959" name="Freeform 580">
                  <a:extLst>
                    <a:ext uri="{FF2B5EF4-FFF2-40B4-BE49-F238E27FC236}">
                      <a16:creationId xmlns:a16="http://schemas.microsoft.com/office/drawing/2014/main" id="{0E46666C-5D18-AA44-A2AE-54A564FA9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9" y="3799"/>
                  <a:ext cx="202" cy="117"/>
                </a:xfrm>
                <a:custGeom>
                  <a:avLst/>
                  <a:gdLst>
                    <a:gd name="T0" fmla="*/ 0 w 202"/>
                    <a:gd name="T1" fmla="*/ 116 h 117"/>
                    <a:gd name="T2" fmla="*/ 201 w 202"/>
                    <a:gd name="T3" fmla="*/ 116 h 117"/>
                    <a:gd name="T4" fmla="*/ 201 w 202"/>
                    <a:gd name="T5" fmla="*/ 0 h 117"/>
                    <a:gd name="T6" fmla="*/ 0 w 202"/>
                    <a:gd name="T7" fmla="*/ 0 h 117"/>
                    <a:gd name="T8" fmla="*/ 0 w 202"/>
                    <a:gd name="T9" fmla="*/ 116 h 1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2"/>
                    <a:gd name="T16" fmla="*/ 0 h 117"/>
                    <a:gd name="T17" fmla="*/ 202 w 202"/>
                    <a:gd name="T18" fmla="*/ 117 h 1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2" h="117">
                      <a:moveTo>
                        <a:pt x="0" y="116"/>
                      </a:moveTo>
                      <a:lnTo>
                        <a:pt x="201" y="116"/>
                      </a:lnTo>
                      <a:lnTo>
                        <a:pt x="201" y="0"/>
                      </a:lnTo>
                      <a:lnTo>
                        <a:pt x="0" y="0"/>
                      </a:lnTo>
                      <a:lnTo>
                        <a:pt x="0" y="1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60" name="Freeform 581">
                  <a:extLst>
                    <a:ext uri="{FF2B5EF4-FFF2-40B4-BE49-F238E27FC236}">
                      <a16:creationId xmlns:a16="http://schemas.microsoft.com/office/drawing/2014/main" id="{4E41603C-5027-9040-9D2F-8E4E958532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9" y="3799"/>
                  <a:ext cx="218" cy="139"/>
                </a:xfrm>
                <a:custGeom>
                  <a:avLst/>
                  <a:gdLst>
                    <a:gd name="T0" fmla="*/ 0 w 218"/>
                    <a:gd name="T1" fmla="*/ 138 h 139"/>
                    <a:gd name="T2" fmla="*/ 217 w 218"/>
                    <a:gd name="T3" fmla="*/ 138 h 139"/>
                    <a:gd name="T4" fmla="*/ 217 w 218"/>
                    <a:gd name="T5" fmla="*/ 0 h 139"/>
                    <a:gd name="T6" fmla="*/ 0 w 218"/>
                    <a:gd name="T7" fmla="*/ 0 h 139"/>
                    <a:gd name="T8" fmla="*/ 0 w 218"/>
                    <a:gd name="T9" fmla="*/ 138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18"/>
                    <a:gd name="T16" fmla="*/ 0 h 139"/>
                    <a:gd name="T17" fmla="*/ 218 w 218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18" h="139">
                      <a:moveTo>
                        <a:pt x="0" y="138"/>
                      </a:moveTo>
                      <a:lnTo>
                        <a:pt x="217" y="138"/>
                      </a:lnTo>
                      <a:lnTo>
                        <a:pt x="217" y="0"/>
                      </a:lnTo>
                      <a:lnTo>
                        <a:pt x="0" y="0"/>
                      </a:lnTo>
                      <a:lnTo>
                        <a:pt x="0" y="138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48" name="Freeform 582">
                <a:extLst>
                  <a:ext uri="{FF2B5EF4-FFF2-40B4-BE49-F238E27FC236}">
                    <a16:creationId xmlns:a16="http://schemas.microsoft.com/office/drawing/2014/main" id="{E8B35D61-7BD6-A146-9C84-484986AA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759"/>
                <a:ext cx="204" cy="157"/>
              </a:xfrm>
              <a:custGeom>
                <a:avLst/>
                <a:gdLst>
                  <a:gd name="T0" fmla="*/ 203 w 204"/>
                  <a:gd name="T1" fmla="*/ 78 h 157"/>
                  <a:gd name="T2" fmla="*/ 201 w 204"/>
                  <a:gd name="T3" fmla="*/ 61 h 157"/>
                  <a:gd name="T4" fmla="*/ 195 w 204"/>
                  <a:gd name="T5" fmla="*/ 49 h 157"/>
                  <a:gd name="T6" fmla="*/ 186 w 204"/>
                  <a:gd name="T7" fmla="*/ 36 h 157"/>
                  <a:gd name="T8" fmla="*/ 174 w 204"/>
                  <a:gd name="T9" fmla="*/ 23 h 157"/>
                  <a:gd name="T10" fmla="*/ 159 w 204"/>
                  <a:gd name="T11" fmla="*/ 13 h 157"/>
                  <a:gd name="T12" fmla="*/ 143 w 204"/>
                  <a:gd name="T13" fmla="*/ 7 h 157"/>
                  <a:gd name="T14" fmla="*/ 122 w 204"/>
                  <a:gd name="T15" fmla="*/ 2 h 157"/>
                  <a:gd name="T16" fmla="*/ 102 w 204"/>
                  <a:gd name="T17" fmla="*/ 0 h 157"/>
                  <a:gd name="T18" fmla="*/ 81 w 204"/>
                  <a:gd name="T19" fmla="*/ 2 h 157"/>
                  <a:gd name="T20" fmla="*/ 62 w 204"/>
                  <a:gd name="T21" fmla="*/ 7 h 157"/>
                  <a:gd name="T22" fmla="*/ 44 w 204"/>
                  <a:gd name="T23" fmla="*/ 13 h 157"/>
                  <a:gd name="T24" fmla="*/ 31 w 204"/>
                  <a:gd name="T25" fmla="*/ 23 h 157"/>
                  <a:gd name="T26" fmla="*/ 17 w 204"/>
                  <a:gd name="T27" fmla="*/ 36 h 157"/>
                  <a:gd name="T28" fmla="*/ 8 w 204"/>
                  <a:gd name="T29" fmla="*/ 49 h 157"/>
                  <a:gd name="T30" fmla="*/ 2 w 204"/>
                  <a:gd name="T31" fmla="*/ 61 h 157"/>
                  <a:gd name="T32" fmla="*/ 0 w 204"/>
                  <a:gd name="T33" fmla="*/ 78 h 157"/>
                  <a:gd name="T34" fmla="*/ 2 w 204"/>
                  <a:gd name="T35" fmla="*/ 94 h 157"/>
                  <a:gd name="T36" fmla="*/ 8 w 204"/>
                  <a:gd name="T37" fmla="*/ 109 h 157"/>
                  <a:gd name="T38" fmla="*/ 17 w 204"/>
                  <a:gd name="T39" fmla="*/ 121 h 157"/>
                  <a:gd name="T40" fmla="*/ 31 w 204"/>
                  <a:gd name="T41" fmla="*/ 132 h 157"/>
                  <a:gd name="T42" fmla="*/ 44 w 204"/>
                  <a:gd name="T43" fmla="*/ 142 h 157"/>
                  <a:gd name="T44" fmla="*/ 62 w 204"/>
                  <a:gd name="T45" fmla="*/ 150 h 157"/>
                  <a:gd name="T46" fmla="*/ 81 w 204"/>
                  <a:gd name="T47" fmla="*/ 156 h 157"/>
                  <a:gd name="T48" fmla="*/ 102 w 204"/>
                  <a:gd name="T49" fmla="*/ 156 h 157"/>
                  <a:gd name="T50" fmla="*/ 122 w 204"/>
                  <a:gd name="T51" fmla="*/ 156 h 157"/>
                  <a:gd name="T52" fmla="*/ 143 w 204"/>
                  <a:gd name="T53" fmla="*/ 150 h 157"/>
                  <a:gd name="T54" fmla="*/ 159 w 204"/>
                  <a:gd name="T55" fmla="*/ 142 h 157"/>
                  <a:gd name="T56" fmla="*/ 174 w 204"/>
                  <a:gd name="T57" fmla="*/ 132 h 157"/>
                  <a:gd name="T58" fmla="*/ 186 w 204"/>
                  <a:gd name="T59" fmla="*/ 121 h 157"/>
                  <a:gd name="T60" fmla="*/ 195 w 204"/>
                  <a:gd name="T61" fmla="*/ 109 h 157"/>
                  <a:gd name="T62" fmla="*/ 201 w 204"/>
                  <a:gd name="T63" fmla="*/ 94 h 157"/>
                  <a:gd name="T64" fmla="*/ 203 w 204"/>
                  <a:gd name="T65" fmla="*/ 78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4"/>
                  <a:gd name="T100" fmla="*/ 0 h 157"/>
                  <a:gd name="T101" fmla="*/ 204 w 204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4" h="157">
                    <a:moveTo>
                      <a:pt x="203" y="78"/>
                    </a:moveTo>
                    <a:lnTo>
                      <a:pt x="201" y="61"/>
                    </a:lnTo>
                    <a:lnTo>
                      <a:pt x="195" y="49"/>
                    </a:lnTo>
                    <a:lnTo>
                      <a:pt x="186" y="36"/>
                    </a:lnTo>
                    <a:lnTo>
                      <a:pt x="174" y="23"/>
                    </a:lnTo>
                    <a:lnTo>
                      <a:pt x="159" y="13"/>
                    </a:lnTo>
                    <a:lnTo>
                      <a:pt x="143" y="7"/>
                    </a:lnTo>
                    <a:lnTo>
                      <a:pt x="122" y="2"/>
                    </a:lnTo>
                    <a:lnTo>
                      <a:pt x="102" y="0"/>
                    </a:lnTo>
                    <a:lnTo>
                      <a:pt x="81" y="2"/>
                    </a:lnTo>
                    <a:lnTo>
                      <a:pt x="62" y="7"/>
                    </a:lnTo>
                    <a:lnTo>
                      <a:pt x="44" y="13"/>
                    </a:lnTo>
                    <a:lnTo>
                      <a:pt x="31" y="23"/>
                    </a:lnTo>
                    <a:lnTo>
                      <a:pt x="17" y="36"/>
                    </a:lnTo>
                    <a:lnTo>
                      <a:pt x="8" y="49"/>
                    </a:lnTo>
                    <a:lnTo>
                      <a:pt x="2" y="61"/>
                    </a:lnTo>
                    <a:lnTo>
                      <a:pt x="0" y="78"/>
                    </a:lnTo>
                    <a:lnTo>
                      <a:pt x="2" y="94"/>
                    </a:lnTo>
                    <a:lnTo>
                      <a:pt x="8" y="109"/>
                    </a:lnTo>
                    <a:lnTo>
                      <a:pt x="17" y="121"/>
                    </a:lnTo>
                    <a:lnTo>
                      <a:pt x="31" y="132"/>
                    </a:lnTo>
                    <a:lnTo>
                      <a:pt x="44" y="142"/>
                    </a:lnTo>
                    <a:lnTo>
                      <a:pt x="62" y="150"/>
                    </a:lnTo>
                    <a:lnTo>
                      <a:pt x="81" y="156"/>
                    </a:lnTo>
                    <a:lnTo>
                      <a:pt x="102" y="156"/>
                    </a:lnTo>
                    <a:lnTo>
                      <a:pt x="122" y="156"/>
                    </a:lnTo>
                    <a:lnTo>
                      <a:pt x="143" y="150"/>
                    </a:lnTo>
                    <a:lnTo>
                      <a:pt x="159" y="142"/>
                    </a:lnTo>
                    <a:lnTo>
                      <a:pt x="174" y="132"/>
                    </a:lnTo>
                    <a:lnTo>
                      <a:pt x="186" y="121"/>
                    </a:lnTo>
                    <a:lnTo>
                      <a:pt x="195" y="109"/>
                    </a:lnTo>
                    <a:lnTo>
                      <a:pt x="201" y="94"/>
                    </a:lnTo>
                    <a:lnTo>
                      <a:pt x="203" y="7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49" name="Group 583">
                <a:extLst>
                  <a:ext uri="{FF2B5EF4-FFF2-40B4-BE49-F238E27FC236}">
                    <a16:creationId xmlns:a16="http://schemas.microsoft.com/office/drawing/2014/main" id="{E4D5D055-1E0F-B449-B41C-7383A4FCB8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91" y="3759"/>
                <a:ext cx="214" cy="171"/>
                <a:chOff x="3291" y="3759"/>
                <a:chExt cx="214" cy="171"/>
              </a:xfrm>
            </p:grpSpPr>
            <p:sp>
              <p:nvSpPr>
                <p:cNvPr id="30957" name="Freeform 584">
                  <a:extLst>
                    <a:ext uri="{FF2B5EF4-FFF2-40B4-BE49-F238E27FC236}">
                      <a16:creationId xmlns:a16="http://schemas.microsoft.com/office/drawing/2014/main" id="{D302F0B0-4D51-6C4D-8C7D-31B583D71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1" y="3759"/>
                  <a:ext cx="198" cy="148"/>
                </a:xfrm>
                <a:custGeom>
                  <a:avLst/>
                  <a:gdLst>
                    <a:gd name="T0" fmla="*/ 197 w 198"/>
                    <a:gd name="T1" fmla="*/ 75 h 148"/>
                    <a:gd name="T2" fmla="*/ 197 w 198"/>
                    <a:gd name="T3" fmla="*/ 75 h 148"/>
                    <a:gd name="T4" fmla="*/ 195 w 198"/>
                    <a:gd name="T5" fmla="*/ 58 h 148"/>
                    <a:gd name="T6" fmla="*/ 190 w 198"/>
                    <a:gd name="T7" fmla="*/ 45 h 148"/>
                    <a:gd name="T8" fmla="*/ 181 w 198"/>
                    <a:gd name="T9" fmla="*/ 34 h 148"/>
                    <a:gd name="T10" fmla="*/ 168 w 198"/>
                    <a:gd name="T11" fmla="*/ 19 h 148"/>
                    <a:gd name="T12" fmla="*/ 154 w 198"/>
                    <a:gd name="T13" fmla="*/ 11 h 148"/>
                    <a:gd name="T14" fmla="*/ 138 w 198"/>
                    <a:gd name="T15" fmla="*/ 6 h 148"/>
                    <a:gd name="T16" fmla="*/ 118 w 198"/>
                    <a:gd name="T17" fmla="*/ 2 h 148"/>
                    <a:gd name="T18" fmla="*/ 99 w 198"/>
                    <a:gd name="T19" fmla="*/ 0 h 148"/>
                    <a:gd name="T20" fmla="*/ 79 w 198"/>
                    <a:gd name="T21" fmla="*/ 2 h 148"/>
                    <a:gd name="T22" fmla="*/ 61 w 198"/>
                    <a:gd name="T23" fmla="*/ 6 h 148"/>
                    <a:gd name="T24" fmla="*/ 43 w 198"/>
                    <a:gd name="T25" fmla="*/ 11 h 148"/>
                    <a:gd name="T26" fmla="*/ 30 w 198"/>
                    <a:gd name="T27" fmla="*/ 19 h 148"/>
                    <a:gd name="T28" fmla="*/ 16 w 198"/>
                    <a:gd name="T29" fmla="*/ 34 h 148"/>
                    <a:gd name="T30" fmla="*/ 9 w 198"/>
                    <a:gd name="T31" fmla="*/ 45 h 148"/>
                    <a:gd name="T32" fmla="*/ 4 w 198"/>
                    <a:gd name="T33" fmla="*/ 58 h 148"/>
                    <a:gd name="T34" fmla="*/ 0 w 198"/>
                    <a:gd name="T35" fmla="*/ 75 h 148"/>
                    <a:gd name="T36" fmla="*/ 4 w 198"/>
                    <a:gd name="T37" fmla="*/ 88 h 148"/>
                    <a:gd name="T38" fmla="*/ 9 w 198"/>
                    <a:gd name="T39" fmla="*/ 101 h 148"/>
                    <a:gd name="T40" fmla="*/ 16 w 198"/>
                    <a:gd name="T41" fmla="*/ 114 h 148"/>
                    <a:gd name="T42" fmla="*/ 30 w 198"/>
                    <a:gd name="T43" fmla="*/ 127 h 148"/>
                    <a:gd name="T44" fmla="*/ 43 w 198"/>
                    <a:gd name="T45" fmla="*/ 135 h 148"/>
                    <a:gd name="T46" fmla="*/ 61 w 198"/>
                    <a:gd name="T47" fmla="*/ 142 h 148"/>
                    <a:gd name="T48" fmla="*/ 79 w 198"/>
                    <a:gd name="T49" fmla="*/ 147 h 148"/>
                    <a:gd name="T50" fmla="*/ 99 w 198"/>
                    <a:gd name="T51" fmla="*/ 147 h 148"/>
                    <a:gd name="T52" fmla="*/ 118 w 198"/>
                    <a:gd name="T53" fmla="*/ 147 h 148"/>
                    <a:gd name="T54" fmla="*/ 138 w 198"/>
                    <a:gd name="T55" fmla="*/ 142 h 148"/>
                    <a:gd name="T56" fmla="*/ 154 w 198"/>
                    <a:gd name="T57" fmla="*/ 135 h 148"/>
                    <a:gd name="T58" fmla="*/ 168 w 198"/>
                    <a:gd name="T59" fmla="*/ 127 h 148"/>
                    <a:gd name="T60" fmla="*/ 181 w 198"/>
                    <a:gd name="T61" fmla="*/ 114 h 148"/>
                    <a:gd name="T62" fmla="*/ 190 w 198"/>
                    <a:gd name="T63" fmla="*/ 101 h 148"/>
                    <a:gd name="T64" fmla="*/ 195 w 198"/>
                    <a:gd name="T65" fmla="*/ 88 h 148"/>
                    <a:gd name="T66" fmla="*/ 197 w 198"/>
                    <a:gd name="T67" fmla="*/ 75 h 14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98"/>
                    <a:gd name="T103" fmla="*/ 0 h 148"/>
                    <a:gd name="T104" fmla="*/ 198 w 198"/>
                    <a:gd name="T105" fmla="*/ 148 h 14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98" h="148">
                      <a:moveTo>
                        <a:pt x="197" y="75"/>
                      </a:moveTo>
                      <a:lnTo>
                        <a:pt x="197" y="75"/>
                      </a:lnTo>
                      <a:lnTo>
                        <a:pt x="195" y="58"/>
                      </a:lnTo>
                      <a:lnTo>
                        <a:pt x="190" y="45"/>
                      </a:lnTo>
                      <a:lnTo>
                        <a:pt x="181" y="34"/>
                      </a:lnTo>
                      <a:lnTo>
                        <a:pt x="168" y="19"/>
                      </a:lnTo>
                      <a:lnTo>
                        <a:pt x="154" y="11"/>
                      </a:lnTo>
                      <a:lnTo>
                        <a:pt x="138" y="6"/>
                      </a:lnTo>
                      <a:lnTo>
                        <a:pt x="118" y="2"/>
                      </a:lnTo>
                      <a:lnTo>
                        <a:pt x="99" y="0"/>
                      </a:lnTo>
                      <a:lnTo>
                        <a:pt x="79" y="2"/>
                      </a:lnTo>
                      <a:lnTo>
                        <a:pt x="61" y="6"/>
                      </a:lnTo>
                      <a:lnTo>
                        <a:pt x="43" y="11"/>
                      </a:lnTo>
                      <a:lnTo>
                        <a:pt x="30" y="19"/>
                      </a:lnTo>
                      <a:lnTo>
                        <a:pt x="16" y="34"/>
                      </a:lnTo>
                      <a:lnTo>
                        <a:pt x="9" y="45"/>
                      </a:lnTo>
                      <a:lnTo>
                        <a:pt x="4" y="58"/>
                      </a:lnTo>
                      <a:lnTo>
                        <a:pt x="0" y="75"/>
                      </a:lnTo>
                      <a:lnTo>
                        <a:pt x="4" y="88"/>
                      </a:lnTo>
                      <a:lnTo>
                        <a:pt x="9" y="101"/>
                      </a:lnTo>
                      <a:lnTo>
                        <a:pt x="16" y="114"/>
                      </a:lnTo>
                      <a:lnTo>
                        <a:pt x="30" y="127"/>
                      </a:lnTo>
                      <a:lnTo>
                        <a:pt x="43" y="135"/>
                      </a:lnTo>
                      <a:lnTo>
                        <a:pt x="61" y="142"/>
                      </a:lnTo>
                      <a:lnTo>
                        <a:pt x="79" y="147"/>
                      </a:lnTo>
                      <a:lnTo>
                        <a:pt x="99" y="147"/>
                      </a:lnTo>
                      <a:lnTo>
                        <a:pt x="118" y="147"/>
                      </a:lnTo>
                      <a:lnTo>
                        <a:pt x="138" y="142"/>
                      </a:lnTo>
                      <a:lnTo>
                        <a:pt x="154" y="135"/>
                      </a:lnTo>
                      <a:lnTo>
                        <a:pt x="168" y="127"/>
                      </a:lnTo>
                      <a:lnTo>
                        <a:pt x="181" y="114"/>
                      </a:lnTo>
                      <a:lnTo>
                        <a:pt x="190" y="101"/>
                      </a:lnTo>
                      <a:lnTo>
                        <a:pt x="195" y="88"/>
                      </a:lnTo>
                      <a:lnTo>
                        <a:pt x="197" y="75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58" name="Freeform 585">
                  <a:extLst>
                    <a:ext uri="{FF2B5EF4-FFF2-40B4-BE49-F238E27FC236}">
                      <a16:creationId xmlns:a16="http://schemas.microsoft.com/office/drawing/2014/main" id="{0F847946-3B1A-D546-A3A8-A5D8FDA83C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1" y="3759"/>
                  <a:ext cx="214" cy="171"/>
                </a:xfrm>
                <a:custGeom>
                  <a:avLst/>
                  <a:gdLst>
                    <a:gd name="T0" fmla="*/ 213 w 214"/>
                    <a:gd name="T1" fmla="*/ 86 h 171"/>
                    <a:gd name="T2" fmla="*/ 213 w 214"/>
                    <a:gd name="T3" fmla="*/ 86 h 171"/>
                    <a:gd name="T4" fmla="*/ 211 w 214"/>
                    <a:gd name="T5" fmla="*/ 67 h 171"/>
                    <a:gd name="T6" fmla="*/ 205 w 214"/>
                    <a:gd name="T7" fmla="*/ 52 h 171"/>
                    <a:gd name="T8" fmla="*/ 196 w 214"/>
                    <a:gd name="T9" fmla="*/ 38 h 171"/>
                    <a:gd name="T10" fmla="*/ 182 w 214"/>
                    <a:gd name="T11" fmla="*/ 23 h 171"/>
                    <a:gd name="T12" fmla="*/ 167 w 214"/>
                    <a:gd name="T13" fmla="*/ 13 h 171"/>
                    <a:gd name="T14" fmla="*/ 149 w 214"/>
                    <a:gd name="T15" fmla="*/ 7 h 171"/>
                    <a:gd name="T16" fmla="*/ 128 w 214"/>
                    <a:gd name="T17" fmla="*/ 2 h 171"/>
                    <a:gd name="T18" fmla="*/ 107 w 214"/>
                    <a:gd name="T19" fmla="*/ 0 h 171"/>
                    <a:gd name="T20" fmla="*/ 85 w 214"/>
                    <a:gd name="T21" fmla="*/ 2 h 171"/>
                    <a:gd name="T22" fmla="*/ 66 w 214"/>
                    <a:gd name="T23" fmla="*/ 7 h 171"/>
                    <a:gd name="T24" fmla="*/ 46 w 214"/>
                    <a:gd name="T25" fmla="*/ 13 h 171"/>
                    <a:gd name="T26" fmla="*/ 33 w 214"/>
                    <a:gd name="T27" fmla="*/ 23 h 171"/>
                    <a:gd name="T28" fmla="*/ 17 w 214"/>
                    <a:gd name="T29" fmla="*/ 38 h 171"/>
                    <a:gd name="T30" fmla="*/ 10 w 214"/>
                    <a:gd name="T31" fmla="*/ 52 h 171"/>
                    <a:gd name="T32" fmla="*/ 4 w 214"/>
                    <a:gd name="T33" fmla="*/ 67 h 171"/>
                    <a:gd name="T34" fmla="*/ 0 w 214"/>
                    <a:gd name="T35" fmla="*/ 86 h 171"/>
                    <a:gd name="T36" fmla="*/ 4 w 214"/>
                    <a:gd name="T37" fmla="*/ 102 h 171"/>
                    <a:gd name="T38" fmla="*/ 10 w 214"/>
                    <a:gd name="T39" fmla="*/ 117 h 171"/>
                    <a:gd name="T40" fmla="*/ 17 w 214"/>
                    <a:gd name="T41" fmla="*/ 133 h 171"/>
                    <a:gd name="T42" fmla="*/ 33 w 214"/>
                    <a:gd name="T43" fmla="*/ 146 h 171"/>
                    <a:gd name="T44" fmla="*/ 46 w 214"/>
                    <a:gd name="T45" fmla="*/ 156 h 171"/>
                    <a:gd name="T46" fmla="*/ 66 w 214"/>
                    <a:gd name="T47" fmla="*/ 164 h 171"/>
                    <a:gd name="T48" fmla="*/ 85 w 214"/>
                    <a:gd name="T49" fmla="*/ 170 h 171"/>
                    <a:gd name="T50" fmla="*/ 107 w 214"/>
                    <a:gd name="T51" fmla="*/ 170 h 171"/>
                    <a:gd name="T52" fmla="*/ 128 w 214"/>
                    <a:gd name="T53" fmla="*/ 170 h 171"/>
                    <a:gd name="T54" fmla="*/ 149 w 214"/>
                    <a:gd name="T55" fmla="*/ 164 h 171"/>
                    <a:gd name="T56" fmla="*/ 167 w 214"/>
                    <a:gd name="T57" fmla="*/ 156 h 171"/>
                    <a:gd name="T58" fmla="*/ 182 w 214"/>
                    <a:gd name="T59" fmla="*/ 146 h 171"/>
                    <a:gd name="T60" fmla="*/ 196 w 214"/>
                    <a:gd name="T61" fmla="*/ 133 h 171"/>
                    <a:gd name="T62" fmla="*/ 205 w 214"/>
                    <a:gd name="T63" fmla="*/ 117 h 171"/>
                    <a:gd name="T64" fmla="*/ 211 w 214"/>
                    <a:gd name="T65" fmla="*/ 102 h 171"/>
                    <a:gd name="T66" fmla="*/ 213 w 214"/>
                    <a:gd name="T67" fmla="*/ 86 h 17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14"/>
                    <a:gd name="T103" fmla="*/ 0 h 171"/>
                    <a:gd name="T104" fmla="*/ 214 w 214"/>
                    <a:gd name="T105" fmla="*/ 171 h 17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14" h="171">
                      <a:moveTo>
                        <a:pt x="213" y="86"/>
                      </a:moveTo>
                      <a:lnTo>
                        <a:pt x="213" y="86"/>
                      </a:lnTo>
                      <a:lnTo>
                        <a:pt x="211" y="67"/>
                      </a:lnTo>
                      <a:lnTo>
                        <a:pt x="205" y="52"/>
                      </a:lnTo>
                      <a:lnTo>
                        <a:pt x="196" y="38"/>
                      </a:lnTo>
                      <a:lnTo>
                        <a:pt x="182" y="23"/>
                      </a:lnTo>
                      <a:lnTo>
                        <a:pt x="167" y="13"/>
                      </a:lnTo>
                      <a:lnTo>
                        <a:pt x="149" y="7"/>
                      </a:lnTo>
                      <a:lnTo>
                        <a:pt x="128" y="2"/>
                      </a:lnTo>
                      <a:lnTo>
                        <a:pt x="107" y="0"/>
                      </a:lnTo>
                      <a:lnTo>
                        <a:pt x="85" y="2"/>
                      </a:lnTo>
                      <a:lnTo>
                        <a:pt x="66" y="7"/>
                      </a:lnTo>
                      <a:lnTo>
                        <a:pt x="46" y="13"/>
                      </a:lnTo>
                      <a:lnTo>
                        <a:pt x="33" y="23"/>
                      </a:lnTo>
                      <a:lnTo>
                        <a:pt x="17" y="38"/>
                      </a:lnTo>
                      <a:lnTo>
                        <a:pt x="10" y="52"/>
                      </a:lnTo>
                      <a:lnTo>
                        <a:pt x="4" y="67"/>
                      </a:lnTo>
                      <a:lnTo>
                        <a:pt x="0" y="86"/>
                      </a:lnTo>
                      <a:lnTo>
                        <a:pt x="4" y="102"/>
                      </a:lnTo>
                      <a:lnTo>
                        <a:pt x="10" y="117"/>
                      </a:lnTo>
                      <a:lnTo>
                        <a:pt x="17" y="133"/>
                      </a:lnTo>
                      <a:lnTo>
                        <a:pt x="33" y="146"/>
                      </a:lnTo>
                      <a:lnTo>
                        <a:pt x="46" y="156"/>
                      </a:lnTo>
                      <a:lnTo>
                        <a:pt x="66" y="164"/>
                      </a:lnTo>
                      <a:lnTo>
                        <a:pt x="85" y="170"/>
                      </a:lnTo>
                      <a:lnTo>
                        <a:pt x="107" y="170"/>
                      </a:lnTo>
                      <a:lnTo>
                        <a:pt x="128" y="170"/>
                      </a:lnTo>
                      <a:lnTo>
                        <a:pt x="149" y="164"/>
                      </a:lnTo>
                      <a:lnTo>
                        <a:pt x="167" y="156"/>
                      </a:lnTo>
                      <a:lnTo>
                        <a:pt x="182" y="146"/>
                      </a:lnTo>
                      <a:lnTo>
                        <a:pt x="196" y="133"/>
                      </a:lnTo>
                      <a:lnTo>
                        <a:pt x="205" y="117"/>
                      </a:lnTo>
                      <a:lnTo>
                        <a:pt x="211" y="102"/>
                      </a:lnTo>
                      <a:lnTo>
                        <a:pt x="213" y="86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50" name="Freeform 586">
                <a:extLst>
                  <a:ext uri="{FF2B5EF4-FFF2-40B4-BE49-F238E27FC236}">
                    <a16:creationId xmlns:a16="http://schemas.microsoft.com/office/drawing/2014/main" id="{40EF80DF-0643-5940-ACF5-ACCA3FAC8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765"/>
                <a:ext cx="79" cy="113"/>
              </a:xfrm>
              <a:custGeom>
                <a:avLst/>
                <a:gdLst>
                  <a:gd name="T0" fmla="*/ 0 w 79"/>
                  <a:gd name="T1" fmla="*/ 112 h 113"/>
                  <a:gd name="T2" fmla="*/ 78 w 79"/>
                  <a:gd name="T3" fmla="*/ 112 h 113"/>
                  <a:gd name="T4" fmla="*/ 78 w 79"/>
                  <a:gd name="T5" fmla="*/ 0 h 113"/>
                  <a:gd name="T6" fmla="*/ 0 w 79"/>
                  <a:gd name="T7" fmla="*/ 0 h 113"/>
                  <a:gd name="T8" fmla="*/ 0 w 79"/>
                  <a:gd name="T9" fmla="*/ 112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113"/>
                  <a:gd name="T17" fmla="*/ 79 w 79"/>
                  <a:gd name="T18" fmla="*/ 113 h 1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113">
                    <a:moveTo>
                      <a:pt x="0" y="112"/>
                    </a:moveTo>
                    <a:lnTo>
                      <a:pt x="78" y="112"/>
                    </a:lnTo>
                    <a:lnTo>
                      <a:pt x="78" y="0"/>
                    </a:lnTo>
                    <a:lnTo>
                      <a:pt x="0" y="0"/>
                    </a:lnTo>
                    <a:lnTo>
                      <a:pt x="0" y="11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851" name="Freeform 587">
                <a:extLst>
                  <a:ext uri="{FF2B5EF4-FFF2-40B4-BE49-F238E27FC236}">
                    <a16:creationId xmlns:a16="http://schemas.microsoft.com/office/drawing/2014/main" id="{225ECB6B-2CF2-7E4F-948C-137F41DA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166"/>
                <a:ext cx="707" cy="617"/>
              </a:xfrm>
              <a:custGeom>
                <a:avLst/>
                <a:gdLst>
                  <a:gd name="T0" fmla="*/ 0 w 707"/>
                  <a:gd name="T1" fmla="*/ 616 h 617"/>
                  <a:gd name="T2" fmla="*/ 706 w 707"/>
                  <a:gd name="T3" fmla="*/ 616 h 617"/>
                  <a:gd name="T4" fmla="*/ 706 w 707"/>
                  <a:gd name="T5" fmla="*/ 0 h 617"/>
                  <a:gd name="T6" fmla="*/ 0 w 707"/>
                  <a:gd name="T7" fmla="*/ 0 h 617"/>
                  <a:gd name="T8" fmla="*/ 0 w 707"/>
                  <a:gd name="T9" fmla="*/ 616 h 6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7"/>
                  <a:gd name="T16" fmla="*/ 0 h 617"/>
                  <a:gd name="T17" fmla="*/ 707 w 707"/>
                  <a:gd name="T18" fmla="*/ 617 h 6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7" h="617">
                    <a:moveTo>
                      <a:pt x="0" y="616"/>
                    </a:moveTo>
                    <a:lnTo>
                      <a:pt x="706" y="616"/>
                    </a:lnTo>
                    <a:lnTo>
                      <a:pt x="706" y="0"/>
                    </a:lnTo>
                    <a:lnTo>
                      <a:pt x="0" y="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52" name="Group 588">
                <a:extLst>
                  <a:ext uri="{FF2B5EF4-FFF2-40B4-BE49-F238E27FC236}">
                    <a16:creationId xmlns:a16="http://schemas.microsoft.com/office/drawing/2014/main" id="{3D20139A-7574-FB48-ADD5-CBD4DE1C57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30" y="3166"/>
                <a:ext cx="716" cy="634"/>
                <a:chOff x="3330" y="3166"/>
                <a:chExt cx="716" cy="634"/>
              </a:xfrm>
            </p:grpSpPr>
            <p:sp>
              <p:nvSpPr>
                <p:cNvPr id="30955" name="Freeform 589">
                  <a:extLst>
                    <a:ext uri="{FF2B5EF4-FFF2-40B4-BE49-F238E27FC236}">
                      <a16:creationId xmlns:a16="http://schemas.microsoft.com/office/drawing/2014/main" id="{A8C3AE0A-CA01-7D4C-8BFD-0FDEE711F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0" y="3166"/>
                  <a:ext cx="699" cy="612"/>
                </a:xfrm>
                <a:custGeom>
                  <a:avLst/>
                  <a:gdLst>
                    <a:gd name="T0" fmla="*/ 0 w 699"/>
                    <a:gd name="T1" fmla="*/ 611 h 612"/>
                    <a:gd name="T2" fmla="*/ 698 w 699"/>
                    <a:gd name="T3" fmla="*/ 611 h 612"/>
                    <a:gd name="T4" fmla="*/ 698 w 699"/>
                    <a:gd name="T5" fmla="*/ 0 h 612"/>
                    <a:gd name="T6" fmla="*/ 0 w 699"/>
                    <a:gd name="T7" fmla="*/ 0 h 612"/>
                    <a:gd name="T8" fmla="*/ 0 w 699"/>
                    <a:gd name="T9" fmla="*/ 611 h 6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9"/>
                    <a:gd name="T16" fmla="*/ 0 h 612"/>
                    <a:gd name="T17" fmla="*/ 699 w 699"/>
                    <a:gd name="T18" fmla="*/ 612 h 6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9" h="612">
                      <a:moveTo>
                        <a:pt x="0" y="611"/>
                      </a:moveTo>
                      <a:lnTo>
                        <a:pt x="698" y="611"/>
                      </a:lnTo>
                      <a:lnTo>
                        <a:pt x="698" y="0"/>
                      </a:lnTo>
                      <a:lnTo>
                        <a:pt x="0" y="0"/>
                      </a:lnTo>
                      <a:lnTo>
                        <a:pt x="0" y="61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56" name="Freeform 590">
                  <a:extLst>
                    <a:ext uri="{FF2B5EF4-FFF2-40B4-BE49-F238E27FC236}">
                      <a16:creationId xmlns:a16="http://schemas.microsoft.com/office/drawing/2014/main" id="{47BF7331-3424-9F48-9651-C0A90D1B8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0" y="3166"/>
                  <a:ext cx="716" cy="634"/>
                </a:xfrm>
                <a:custGeom>
                  <a:avLst/>
                  <a:gdLst>
                    <a:gd name="T0" fmla="*/ 0 w 716"/>
                    <a:gd name="T1" fmla="*/ 633 h 634"/>
                    <a:gd name="T2" fmla="*/ 715 w 716"/>
                    <a:gd name="T3" fmla="*/ 633 h 634"/>
                    <a:gd name="T4" fmla="*/ 715 w 716"/>
                    <a:gd name="T5" fmla="*/ 0 h 634"/>
                    <a:gd name="T6" fmla="*/ 0 w 716"/>
                    <a:gd name="T7" fmla="*/ 0 h 634"/>
                    <a:gd name="T8" fmla="*/ 0 w 716"/>
                    <a:gd name="T9" fmla="*/ 633 h 6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6"/>
                    <a:gd name="T16" fmla="*/ 0 h 634"/>
                    <a:gd name="T17" fmla="*/ 716 w 716"/>
                    <a:gd name="T18" fmla="*/ 634 h 6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6" h="634">
                      <a:moveTo>
                        <a:pt x="0" y="633"/>
                      </a:moveTo>
                      <a:lnTo>
                        <a:pt x="715" y="633"/>
                      </a:lnTo>
                      <a:lnTo>
                        <a:pt x="715" y="0"/>
                      </a:lnTo>
                      <a:lnTo>
                        <a:pt x="0" y="0"/>
                      </a:lnTo>
                      <a:lnTo>
                        <a:pt x="0" y="633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53" name="Freeform 591">
                <a:extLst>
                  <a:ext uri="{FF2B5EF4-FFF2-40B4-BE49-F238E27FC236}">
                    <a16:creationId xmlns:a16="http://schemas.microsoft.com/office/drawing/2014/main" id="{6F94C5B1-F637-E14F-A67F-DD9F62BA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356"/>
                <a:ext cx="85" cy="270"/>
              </a:xfrm>
              <a:custGeom>
                <a:avLst/>
                <a:gdLst>
                  <a:gd name="T0" fmla="*/ 0 w 85"/>
                  <a:gd name="T1" fmla="*/ 269 h 270"/>
                  <a:gd name="T2" fmla="*/ 84 w 85"/>
                  <a:gd name="T3" fmla="*/ 269 h 270"/>
                  <a:gd name="T4" fmla="*/ 84 w 85"/>
                  <a:gd name="T5" fmla="*/ 0 h 270"/>
                  <a:gd name="T6" fmla="*/ 0 w 85"/>
                  <a:gd name="T7" fmla="*/ 0 h 270"/>
                  <a:gd name="T8" fmla="*/ 0 w 85"/>
                  <a:gd name="T9" fmla="*/ 269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270"/>
                  <a:gd name="T17" fmla="*/ 85 w 85"/>
                  <a:gd name="T18" fmla="*/ 270 h 2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270">
                    <a:moveTo>
                      <a:pt x="0" y="269"/>
                    </a:moveTo>
                    <a:lnTo>
                      <a:pt x="84" y="269"/>
                    </a:lnTo>
                    <a:lnTo>
                      <a:pt x="84" y="0"/>
                    </a:lnTo>
                    <a:lnTo>
                      <a:pt x="0" y="0"/>
                    </a:lnTo>
                    <a:lnTo>
                      <a:pt x="0" y="269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54" name="Group 592">
                <a:extLst>
                  <a:ext uri="{FF2B5EF4-FFF2-40B4-BE49-F238E27FC236}">
                    <a16:creationId xmlns:a16="http://schemas.microsoft.com/office/drawing/2014/main" id="{11D4C90E-FC51-AB41-BCE0-7CCC082A41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93" y="3356"/>
                <a:ext cx="95" cy="283"/>
                <a:chOff x="3793" y="3356"/>
                <a:chExt cx="95" cy="283"/>
              </a:xfrm>
            </p:grpSpPr>
            <p:sp>
              <p:nvSpPr>
                <p:cNvPr id="30953" name="Freeform 593">
                  <a:extLst>
                    <a:ext uri="{FF2B5EF4-FFF2-40B4-BE49-F238E27FC236}">
                      <a16:creationId xmlns:a16="http://schemas.microsoft.com/office/drawing/2014/main" id="{F8DD7F08-162A-3640-A6BE-304A780B0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3" y="3356"/>
                  <a:ext cx="80" cy="263"/>
                </a:xfrm>
                <a:custGeom>
                  <a:avLst/>
                  <a:gdLst>
                    <a:gd name="T0" fmla="*/ 0 w 80"/>
                    <a:gd name="T1" fmla="*/ 262 h 263"/>
                    <a:gd name="T2" fmla="*/ 79 w 80"/>
                    <a:gd name="T3" fmla="*/ 262 h 263"/>
                    <a:gd name="T4" fmla="*/ 79 w 80"/>
                    <a:gd name="T5" fmla="*/ 0 h 263"/>
                    <a:gd name="T6" fmla="*/ 0 w 80"/>
                    <a:gd name="T7" fmla="*/ 0 h 263"/>
                    <a:gd name="T8" fmla="*/ 0 w 80"/>
                    <a:gd name="T9" fmla="*/ 262 h 2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0"/>
                    <a:gd name="T16" fmla="*/ 0 h 263"/>
                    <a:gd name="T17" fmla="*/ 80 w 80"/>
                    <a:gd name="T18" fmla="*/ 263 h 2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0" h="263">
                      <a:moveTo>
                        <a:pt x="0" y="262"/>
                      </a:moveTo>
                      <a:lnTo>
                        <a:pt x="79" y="262"/>
                      </a:lnTo>
                      <a:lnTo>
                        <a:pt x="79" y="0"/>
                      </a:lnTo>
                      <a:lnTo>
                        <a:pt x="0" y="0"/>
                      </a:lnTo>
                      <a:lnTo>
                        <a:pt x="0" y="26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54" name="Freeform 594">
                  <a:extLst>
                    <a:ext uri="{FF2B5EF4-FFF2-40B4-BE49-F238E27FC236}">
                      <a16:creationId xmlns:a16="http://schemas.microsoft.com/office/drawing/2014/main" id="{6412B4B4-272F-8F46-980D-6D0E25D55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3" y="3356"/>
                  <a:ext cx="95" cy="283"/>
                </a:xfrm>
                <a:custGeom>
                  <a:avLst/>
                  <a:gdLst>
                    <a:gd name="T0" fmla="*/ 0 w 95"/>
                    <a:gd name="T1" fmla="*/ 282 h 283"/>
                    <a:gd name="T2" fmla="*/ 94 w 95"/>
                    <a:gd name="T3" fmla="*/ 282 h 283"/>
                    <a:gd name="T4" fmla="*/ 94 w 95"/>
                    <a:gd name="T5" fmla="*/ 0 h 283"/>
                    <a:gd name="T6" fmla="*/ 0 w 95"/>
                    <a:gd name="T7" fmla="*/ 0 h 283"/>
                    <a:gd name="T8" fmla="*/ 0 w 95"/>
                    <a:gd name="T9" fmla="*/ 282 h 2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283"/>
                    <a:gd name="T17" fmla="*/ 95 w 95"/>
                    <a:gd name="T18" fmla="*/ 283 h 2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283">
                      <a:moveTo>
                        <a:pt x="0" y="282"/>
                      </a:moveTo>
                      <a:lnTo>
                        <a:pt x="94" y="282"/>
                      </a:lnTo>
                      <a:lnTo>
                        <a:pt x="94" y="0"/>
                      </a:lnTo>
                      <a:lnTo>
                        <a:pt x="0" y="0"/>
                      </a:lnTo>
                      <a:lnTo>
                        <a:pt x="0" y="282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55" name="Freeform 595">
                <a:extLst>
                  <a:ext uri="{FF2B5EF4-FFF2-40B4-BE49-F238E27FC236}">
                    <a16:creationId xmlns:a16="http://schemas.microsoft.com/office/drawing/2014/main" id="{B001FCEB-7289-2441-8F46-8195C9CF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416"/>
                <a:ext cx="127" cy="52"/>
              </a:xfrm>
              <a:custGeom>
                <a:avLst/>
                <a:gdLst>
                  <a:gd name="T0" fmla="*/ 0 w 127"/>
                  <a:gd name="T1" fmla="*/ 51 h 52"/>
                  <a:gd name="T2" fmla="*/ 126 w 127"/>
                  <a:gd name="T3" fmla="*/ 51 h 52"/>
                  <a:gd name="T4" fmla="*/ 126 w 127"/>
                  <a:gd name="T5" fmla="*/ 0 h 52"/>
                  <a:gd name="T6" fmla="*/ 0 w 127"/>
                  <a:gd name="T7" fmla="*/ 0 h 52"/>
                  <a:gd name="T8" fmla="*/ 0 w 127"/>
                  <a:gd name="T9" fmla="*/ 5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52"/>
                  <a:gd name="T17" fmla="*/ 127 w 127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52">
                    <a:moveTo>
                      <a:pt x="0" y="51"/>
                    </a:moveTo>
                    <a:lnTo>
                      <a:pt x="126" y="51"/>
                    </a:lnTo>
                    <a:lnTo>
                      <a:pt x="126" y="0"/>
                    </a:lnTo>
                    <a:lnTo>
                      <a:pt x="0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56" name="Group 596">
                <a:extLst>
                  <a:ext uri="{FF2B5EF4-FFF2-40B4-BE49-F238E27FC236}">
                    <a16:creationId xmlns:a16="http://schemas.microsoft.com/office/drawing/2014/main" id="{C08C28FC-095E-2F43-B946-AF2D38478E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54" y="3416"/>
                <a:ext cx="134" cy="63"/>
                <a:chOff x="3754" y="3416"/>
                <a:chExt cx="134" cy="63"/>
              </a:xfrm>
            </p:grpSpPr>
            <p:sp>
              <p:nvSpPr>
                <p:cNvPr id="30951" name="Freeform 597">
                  <a:extLst>
                    <a:ext uri="{FF2B5EF4-FFF2-40B4-BE49-F238E27FC236}">
                      <a16:creationId xmlns:a16="http://schemas.microsoft.com/office/drawing/2014/main" id="{73C133B6-9EC0-5341-AE96-0011922FB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4" y="3416"/>
                  <a:ext cx="119" cy="44"/>
                </a:xfrm>
                <a:custGeom>
                  <a:avLst/>
                  <a:gdLst>
                    <a:gd name="T0" fmla="*/ 0 w 119"/>
                    <a:gd name="T1" fmla="*/ 43 h 44"/>
                    <a:gd name="T2" fmla="*/ 118 w 119"/>
                    <a:gd name="T3" fmla="*/ 43 h 44"/>
                    <a:gd name="T4" fmla="*/ 118 w 119"/>
                    <a:gd name="T5" fmla="*/ 0 h 44"/>
                    <a:gd name="T6" fmla="*/ 0 w 119"/>
                    <a:gd name="T7" fmla="*/ 0 h 44"/>
                    <a:gd name="T8" fmla="*/ 0 w 119"/>
                    <a:gd name="T9" fmla="*/ 43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"/>
                    <a:gd name="T16" fmla="*/ 0 h 44"/>
                    <a:gd name="T17" fmla="*/ 119 w 119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" h="44">
                      <a:moveTo>
                        <a:pt x="0" y="43"/>
                      </a:moveTo>
                      <a:lnTo>
                        <a:pt x="118" y="43"/>
                      </a:lnTo>
                      <a:lnTo>
                        <a:pt x="118" y="0"/>
                      </a:lnTo>
                      <a:lnTo>
                        <a:pt x="0" y="0"/>
                      </a:lnTo>
                      <a:lnTo>
                        <a:pt x="0" y="4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52" name="Freeform 598">
                  <a:extLst>
                    <a:ext uri="{FF2B5EF4-FFF2-40B4-BE49-F238E27FC236}">
                      <a16:creationId xmlns:a16="http://schemas.microsoft.com/office/drawing/2014/main" id="{F7162A79-E9DB-CB4F-999D-16D62E2F60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4" y="3416"/>
                  <a:ext cx="134" cy="63"/>
                </a:xfrm>
                <a:custGeom>
                  <a:avLst/>
                  <a:gdLst>
                    <a:gd name="T0" fmla="*/ 0 w 134"/>
                    <a:gd name="T1" fmla="*/ 62 h 63"/>
                    <a:gd name="T2" fmla="*/ 133 w 134"/>
                    <a:gd name="T3" fmla="*/ 62 h 63"/>
                    <a:gd name="T4" fmla="*/ 133 w 134"/>
                    <a:gd name="T5" fmla="*/ 0 h 63"/>
                    <a:gd name="T6" fmla="*/ 0 w 134"/>
                    <a:gd name="T7" fmla="*/ 0 h 63"/>
                    <a:gd name="T8" fmla="*/ 0 w 134"/>
                    <a:gd name="T9" fmla="*/ 62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"/>
                    <a:gd name="T16" fmla="*/ 0 h 63"/>
                    <a:gd name="T17" fmla="*/ 134 w 13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" h="63">
                      <a:moveTo>
                        <a:pt x="0" y="62"/>
                      </a:moveTo>
                      <a:lnTo>
                        <a:pt x="133" y="62"/>
                      </a:lnTo>
                      <a:lnTo>
                        <a:pt x="133" y="0"/>
                      </a:lnTo>
                      <a:lnTo>
                        <a:pt x="0" y="0"/>
                      </a:lnTo>
                      <a:lnTo>
                        <a:pt x="0" y="62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57" name="Freeform 599">
                <a:extLst>
                  <a:ext uri="{FF2B5EF4-FFF2-40B4-BE49-F238E27FC236}">
                    <a16:creationId xmlns:a16="http://schemas.microsoft.com/office/drawing/2014/main" id="{FAD3E72A-225B-1A41-B506-3FA8630B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071"/>
                <a:ext cx="106" cy="669"/>
              </a:xfrm>
              <a:custGeom>
                <a:avLst/>
                <a:gdLst>
                  <a:gd name="T0" fmla="*/ 0 w 106"/>
                  <a:gd name="T1" fmla="*/ 668 h 669"/>
                  <a:gd name="T2" fmla="*/ 105 w 106"/>
                  <a:gd name="T3" fmla="*/ 668 h 669"/>
                  <a:gd name="T4" fmla="*/ 105 w 106"/>
                  <a:gd name="T5" fmla="*/ 0 h 669"/>
                  <a:gd name="T6" fmla="*/ 0 w 106"/>
                  <a:gd name="T7" fmla="*/ 0 h 669"/>
                  <a:gd name="T8" fmla="*/ 0 w 106"/>
                  <a:gd name="T9" fmla="*/ 668 h 6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669"/>
                  <a:gd name="T17" fmla="*/ 106 w 106"/>
                  <a:gd name="T18" fmla="*/ 669 h 6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669">
                    <a:moveTo>
                      <a:pt x="0" y="668"/>
                    </a:moveTo>
                    <a:lnTo>
                      <a:pt x="105" y="668"/>
                    </a:lnTo>
                    <a:lnTo>
                      <a:pt x="105" y="0"/>
                    </a:lnTo>
                    <a:lnTo>
                      <a:pt x="0" y="0"/>
                    </a:lnTo>
                    <a:lnTo>
                      <a:pt x="0" y="66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58" name="Group 600">
                <a:extLst>
                  <a:ext uri="{FF2B5EF4-FFF2-40B4-BE49-F238E27FC236}">
                    <a16:creationId xmlns:a16="http://schemas.microsoft.com/office/drawing/2014/main" id="{21AB11DC-A5F6-E041-8415-29F0B0A6C6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7" y="3071"/>
                <a:ext cx="113" cy="681"/>
                <a:chOff x="3527" y="3071"/>
                <a:chExt cx="113" cy="681"/>
              </a:xfrm>
            </p:grpSpPr>
            <p:sp>
              <p:nvSpPr>
                <p:cNvPr id="30949" name="Freeform 601">
                  <a:extLst>
                    <a:ext uri="{FF2B5EF4-FFF2-40B4-BE49-F238E27FC236}">
                      <a16:creationId xmlns:a16="http://schemas.microsoft.com/office/drawing/2014/main" id="{A2E9E3C1-D193-A541-A02C-A0213C2B0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7" y="3071"/>
                  <a:ext cx="98" cy="660"/>
                </a:xfrm>
                <a:custGeom>
                  <a:avLst/>
                  <a:gdLst>
                    <a:gd name="T0" fmla="*/ 0 w 98"/>
                    <a:gd name="T1" fmla="*/ 659 h 660"/>
                    <a:gd name="T2" fmla="*/ 97 w 98"/>
                    <a:gd name="T3" fmla="*/ 659 h 660"/>
                    <a:gd name="T4" fmla="*/ 97 w 98"/>
                    <a:gd name="T5" fmla="*/ 0 h 660"/>
                    <a:gd name="T6" fmla="*/ 0 w 98"/>
                    <a:gd name="T7" fmla="*/ 0 h 660"/>
                    <a:gd name="T8" fmla="*/ 0 w 98"/>
                    <a:gd name="T9" fmla="*/ 659 h 6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8"/>
                    <a:gd name="T16" fmla="*/ 0 h 660"/>
                    <a:gd name="T17" fmla="*/ 98 w 98"/>
                    <a:gd name="T18" fmla="*/ 660 h 6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8" h="660">
                      <a:moveTo>
                        <a:pt x="0" y="659"/>
                      </a:moveTo>
                      <a:lnTo>
                        <a:pt x="97" y="65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59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50" name="Freeform 602">
                  <a:extLst>
                    <a:ext uri="{FF2B5EF4-FFF2-40B4-BE49-F238E27FC236}">
                      <a16:creationId xmlns:a16="http://schemas.microsoft.com/office/drawing/2014/main" id="{31D5C6D6-949C-5449-8C74-4BAC8E3B7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7" y="3071"/>
                  <a:ext cx="113" cy="681"/>
                </a:xfrm>
                <a:custGeom>
                  <a:avLst/>
                  <a:gdLst>
                    <a:gd name="T0" fmla="*/ 0 w 113"/>
                    <a:gd name="T1" fmla="*/ 680 h 681"/>
                    <a:gd name="T2" fmla="*/ 112 w 113"/>
                    <a:gd name="T3" fmla="*/ 680 h 681"/>
                    <a:gd name="T4" fmla="*/ 112 w 113"/>
                    <a:gd name="T5" fmla="*/ 0 h 681"/>
                    <a:gd name="T6" fmla="*/ 0 w 113"/>
                    <a:gd name="T7" fmla="*/ 0 h 681"/>
                    <a:gd name="T8" fmla="*/ 0 w 113"/>
                    <a:gd name="T9" fmla="*/ 680 h 6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3"/>
                    <a:gd name="T16" fmla="*/ 0 h 681"/>
                    <a:gd name="T17" fmla="*/ 113 w 113"/>
                    <a:gd name="T18" fmla="*/ 681 h 6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3" h="681">
                      <a:moveTo>
                        <a:pt x="0" y="680"/>
                      </a:moveTo>
                      <a:lnTo>
                        <a:pt x="112" y="680"/>
                      </a:lnTo>
                      <a:lnTo>
                        <a:pt x="112" y="0"/>
                      </a:lnTo>
                      <a:lnTo>
                        <a:pt x="0" y="0"/>
                      </a:lnTo>
                      <a:lnTo>
                        <a:pt x="0" y="680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59" name="Freeform 603">
                <a:extLst>
                  <a:ext uri="{FF2B5EF4-FFF2-40B4-BE49-F238E27FC236}">
                    <a16:creationId xmlns:a16="http://schemas.microsoft.com/office/drawing/2014/main" id="{01450CCD-FE98-0641-B415-897A0D90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26"/>
                <a:ext cx="79" cy="84"/>
              </a:xfrm>
              <a:custGeom>
                <a:avLst/>
                <a:gdLst>
                  <a:gd name="T0" fmla="*/ 0 w 79"/>
                  <a:gd name="T1" fmla="*/ 83 h 84"/>
                  <a:gd name="T2" fmla="*/ 78 w 79"/>
                  <a:gd name="T3" fmla="*/ 83 h 84"/>
                  <a:gd name="T4" fmla="*/ 78 w 79"/>
                  <a:gd name="T5" fmla="*/ 0 h 84"/>
                  <a:gd name="T6" fmla="*/ 0 w 79"/>
                  <a:gd name="T7" fmla="*/ 0 h 84"/>
                  <a:gd name="T8" fmla="*/ 0 w 79"/>
                  <a:gd name="T9" fmla="*/ 83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4"/>
                  <a:gd name="T17" fmla="*/ 79 w 79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4">
                    <a:moveTo>
                      <a:pt x="0" y="83"/>
                    </a:moveTo>
                    <a:lnTo>
                      <a:pt x="78" y="83"/>
                    </a:lnTo>
                    <a:lnTo>
                      <a:pt x="78" y="0"/>
                    </a:lnTo>
                    <a:lnTo>
                      <a:pt x="0" y="0"/>
                    </a:lnTo>
                    <a:lnTo>
                      <a:pt x="0" y="83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60" name="Group 604">
                <a:extLst>
                  <a:ext uri="{FF2B5EF4-FFF2-40B4-BE49-F238E27FC236}">
                    <a16:creationId xmlns:a16="http://schemas.microsoft.com/office/drawing/2014/main" id="{54715DB5-46BE-A54E-B25E-7F1937B5C2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08" y="3226"/>
                <a:ext cx="88" cy="96"/>
                <a:chOff x="3508" y="3226"/>
                <a:chExt cx="88" cy="96"/>
              </a:xfrm>
            </p:grpSpPr>
            <p:sp>
              <p:nvSpPr>
                <p:cNvPr id="30947" name="Freeform 605">
                  <a:extLst>
                    <a:ext uri="{FF2B5EF4-FFF2-40B4-BE49-F238E27FC236}">
                      <a16:creationId xmlns:a16="http://schemas.microsoft.com/office/drawing/2014/main" id="{7ADB0328-0E9D-684B-8218-01F3C8560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26"/>
                  <a:ext cx="72" cy="77"/>
                </a:xfrm>
                <a:custGeom>
                  <a:avLst/>
                  <a:gdLst>
                    <a:gd name="T0" fmla="*/ 0 w 72"/>
                    <a:gd name="T1" fmla="*/ 76 h 77"/>
                    <a:gd name="T2" fmla="*/ 71 w 72"/>
                    <a:gd name="T3" fmla="*/ 76 h 77"/>
                    <a:gd name="T4" fmla="*/ 71 w 72"/>
                    <a:gd name="T5" fmla="*/ 0 h 77"/>
                    <a:gd name="T6" fmla="*/ 0 w 72"/>
                    <a:gd name="T7" fmla="*/ 0 h 77"/>
                    <a:gd name="T8" fmla="*/ 0 w 72"/>
                    <a:gd name="T9" fmla="*/ 76 h 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"/>
                    <a:gd name="T16" fmla="*/ 0 h 77"/>
                    <a:gd name="T17" fmla="*/ 72 w 72"/>
                    <a:gd name="T18" fmla="*/ 77 h 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" h="77">
                      <a:moveTo>
                        <a:pt x="0" y="76"/>
                      </a:moveTo>
                      <a:lnTo>
                        <a:pt x="71" y="76"/>
                      </a:lnTo>
                      <a:lnTo>
                        <a:pt x="71" y="0"/>
                      </a:lnTo>
                      <a:lnTo>
                        <a:pt x="0" y="0"/>
                      </a:lnTo>
                      <a:lnTo>
                        <a:pt x="0" y="7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48" name="Freeform 606">
                  <a:extLst>
                    <a:ext uri="{FF2B5EF4-FFF2-40B4-BE49-F238E27FC236}">
                      <a16:creationId xmlns:a16="http://schemas.microsoft.com/office/drawing/2014/main" id="{D04D8DB8-F7DE-1F4A-96AD-61DE0B171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26"/>
                  <a:ext cx="88" cy="96"/>
                </a:xfrm>
                <a:custGeom>
                  <a:avLst/>
                  <a:gdLst>
                    <a:gd name="T0" fmla="*/ 0 w 88"/>
                    <a:gd name="T1" fmla="*/ 95 h 96"/>
                    <a:gd name="T2" fmla="*/ 87 w 88"/>
                    <a:gd name="T3" fmla="*/ 95 h 96"/>
                    <a:gd name="T4" fmla="*/ 87 w 88"/>
                    <a:gd name="T5" fmla="*/ 0 h 96"/>
                    <a:gd name="T6" fmla="*/ 0 w 88"/>
                    <a:gd name="T7" fmla="*/ 0 h 96"/>
                    <a:gd name="T8" fmla="*/ 0 w 88"/>
                    <a:gd name="T9" fmla="*/ 95 h 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8"/>
                    <a:gd name="T16" fmla="*/ 0 h 96"/>
                    <a:gd name="T17" fmla="*/ 88 w 88"/>
                    <a:gd name="T18" fmla="*/ 96 h 9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8" h="96">
                      <a:moveTo>
                        <a:pt x="0" y="95"/>
                      </a:moveTo>
                      <a:lnTo>
                        <a:pt x="87" y="95"/>
                      </a:lnTo>
                      <a:lnTo>
                        <a:pt x="87" y="0"/>
                      </a:lnTo>
                      <a:lnTo>
                        <a:pt x="0" y="0"/>
                      </a:lnTo>
                      <a:lnTo>
                        <a:pt x="0" y="95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61" name="Freeform 607">
                <a:extLst>
                  <a:ext uri="{FF2B5EF4-FFF2-40B4-BE49-F238E27FC236}">
                    <a16:creationId xmlns:a16="http://schemas.microsoft.com/office/drawing/2014/main" id="{2CFBAE6E-36D7-894E-855A-0FB155DE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33"/>
                <a:ext cx="1" cy="19"/>
              </a:xfrm>
              <a:custGeom>
                <a:avLst/>
                <a:gdLst>
                  <a:gd name="T0" fmla="*/ 0 w 1"/>
                  <a:gd name="T1" fmla="*/ 18 h 19"/>
                  <a:gd name="T2" fmla="*/ 0 w 1"/>
                  <a:gd name="T3" fmla="*/ 18 h 19"/>
                  <a:gd name="T4" fmla="*/ 0 w 1"/>
                  <a:gd name="T5" fmla="*/ 0 h 19"/>
                  <a:gd name="T6" fmla="*/ 0 w 1"/>
                  <a:gd name="T7" fmla="*/ 18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9"/>
                  <a:gd name="T14" fmla="*/ 1 w 1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9">
                    <a:moveTo>
                      <a:pt x="0" y="18"/>
                    </a:moveTo>
                    <a:lnTo>
                      <a:pt x="0" y="18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62" name="Group 608">
                <a:extLst>
                  <a:ext uri="{FF2B5EF4-FFF2-40B4-BE49-F238E27FC236}">
                    <a16:creationId xmlns:a16="http://schemas.microsoft.com/office/drawing/2014/main" id="{5A467742-29CB-0F48-8EC7-1B02F79951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38" y="3433"/>
                <a:ext cx="25" cy="32"/>
                <a:chOff x="3738" y="3433"/>
                <a:chExt cx="25" cy="32"/>
              </a:xfrm>
            </p:grpSpPr>
            <p:sp>
              <p:nvSpPr>
                <p:cNvPr id="30945" name="Freeform 609">
                  <a:extLst>
                    <a:ext uri="{FF2B5EF4-FFF2-40B4-BE49-F238E27FC236}">
                      <a16:creationId xmlns:a16="http://schemas.microsoft.com/office/drawing/2014/main" id="{2822BF0C-9F8D-EE4F-B411-1777D0572D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8" y="3433"/>
                  <a:ext cx="17" cy="19"/>
                </a:xfrm>
                <a:custGeom>
                  <a:avLst/>
                  <a:gdLst>
                    <a:gd name="T0" fmla="*/ 16 w 17"/>
                    <a:gd name="T1" fmla="*/ 18 h 19"/>
                    <a:gd name="T2" fmla="*/ 0 w 17"/>
                    <a:gd name="T3" fmla="*/ 18 h 19"/>
                    <a:gd name="T4" fmla="*/ 0 w 17"/>
                    <a:gd name="T5" fmla="*/ 0 h 19"/>
                    <a:gd name="T6" fmla="*/ 16 w 17"/>
                    <a:gd name="T7" fmla="*/ 0 h 19"/>
                    <a:gd name="T8" fmla="*/ 16 w 17"/>
                    <a:gd name="T9" fmla="*/ 18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9"/>
                    <a:gd name="T17" fmla="*/ 17 w 17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9">
                      <a:moveTo>
                        <a:pt x="16" y="1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8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46" name="Freeform 610">
                  <a:extLst>
                    <a:ext uri="{FF2B5EF4-FFF2-40B4-BE49-F238E27FC236}">
                      <a16:creationId xmlns:a16="http://schemas.microsoft.com/office/drawing/2014/main" id="{9BC155CA-0736-B142-930C-82236C20C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6" y="3433"/>
                  <a:ext cx="17" cy="32"/>
                </a:xfrm>
                <a:custGeom>
                  <a:avLst/>
                  <a:gdLst>
                    <a:gd name="T0" fmla="*/ 0 w 17"/>
                    <a:gd name="T1" fmla="*/ 31 h 32"/>
                    <a:gd name="T2" fmla="*/ 16 w 17"/>
                    <a:gd name="T3" fmla="*/ 31 h 32"/>
                    <a:gd name="T4" fmla="*/ 16 w 17"/>
                    <a:gd name="T5" fmla="*/ 0 h 32"/>
                    <a:gd name="T6" fmla="*/ 0 w 17"/>
                    <a:gd name="T7" fmla="*/ 0 h 32"/>
                    <a:gd name="T8" fmla="*/ 0 w 17"/>
                    <a:gd name="T9" fmla="*/ 31 h 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32"/>
                    <a:gd name="T17" fmla="*/ 17 w 17"/>
                    <a:gd name="T18" fmla="*/ 32 h 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32">
                      <a:moveTo>
                        <a:pt x="0" y="31"/>
                      </a:moveTo>
                      <a:lnTo>
                        <a:pt x="16" y="31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31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30863" name="Group 611">
                <a:extLst>
                  <a:ext uri="{FF2B5EF4-FFF2-40B4-BE49-F238E27FC236}">
                    <a16:creationId xmlns:a16="http://schemas.microsoft.com/office/drawing/2014/main" id="{DBE74753-21AB-0B4C-87BB-E9BDAA0B9F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31" y="3433"/>
                <a:ext cx="22" cy="32"/>
                <a:chOff x="3731" y="3433"/>
                <a:chExt cx="22" cy="32"/>
              </a:xfrm>
            </p:grpSpPr>
            <p:sp>
              <p:nvSpPr>
                <p:cNvPr id="30943" name="Freeform 612">
                  <a:extLst>
                    <a:ext uri="{FF2B5EF4-FFF2-40B4-BE49-F238E27FC236}">
                      <a16:creationId xmlns:a16="http://schemas.microsoft.com/office/drawing/2014/main" id="{B881C8A1-D4BB-B141-81A4-CEEBE9D94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1" y="3433"/>
                  <a:ext cx="17" cy="19"/>
                </a:xfrm>
                <a:custGeom>
                  <a:avLst/>
                  <a:gdLst>
                    <a:gd name="T0" fmla="*/ 0 w 17"/>
                    <a:gd name="T1" fmla="*/ 0 h 19"/>
                    <a:gd name="T2" fmla="*/ 16 w 17"/>
                    <a:gd name="T3" fmla="*/ 10 h 19"/>
                    <a:gd name="T4" fmla="*/ 0 w 17"/>
                    <a:gd name="T5" fmla="*/ 18 h 19"/>
                    <a:gd name="T6" fmla="*/ 0 w 17"/>
                    <a:gd name="T7" fmla="*/ 0 h 1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7"/>
                    <a:gd name="T13" fmla="*/ 0 h 19"/>
                    <a:gd name="T14" fmla="*/ 17 w 17"/>
                    <a:gd name="T15" fmla="*/ 19 h 1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7" h="19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0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44" name="Freeform 613">
                  <a:extLst>
                    <a:ext uri="{FF2B5EF4-FFF2-40B4-BE49-F238E27FC236}">
                      <a16:creationId xmlns:a16="http://schemas.microsoft.com/office/drawing/2014/main" id="{75A37B2A-837D-104B-B33F-9B101F3F7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3433"/>
                  <a:ext cx="17" cy="32"/>
                </a:xfrm>
                <a:custGeom>
                  <a:avLst/>
                  <a:gdLst>
                    <a:gd name="T0" fmla="*/ 16 w 17"/>
                    <a:gd name="T1" fmla="*/ 0 h 32"/>
                    <a:gd name="T2" fmla="*/ 0 w 17"/>
                    <a:gd name="T3" fmla="*/ 16 h 32"/>
                    <a:gd name="T4" fmla="*/ 16 w 17"/>
                    <a:gd name="T5" fmla="*/ 31 h 32"/>
                    <a:gd name="T6" fmla="*/ 0 60000 65536"/>
                    <a:gd name="T7" fmla="*/ 0 60000 65536"/>
                    <a:gd name="T8" fmla="*/ 0 60000 65536"/>
                    <a:gd name="T9" fmla="*/ 0 w 17"/>
                    <a:gd name="T10" fmla="*/ 0 h 32"/>
                    <a:gd name="T11" fmla="*/ 17 w 17"/>
                    <a:gd name="T12" fmla="*/ 32 h 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7" h="32">
                      <a:moveTo>
                        <a:pt x="16" y="0"/>
                      </a:moveTo>
                      <a:lnTo>
                        <a:pt x="0" y="16"/>
                      </a:lnTo>
                      <a:lnTo>
                        <a:pt x="16" y="31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64" name="Freeform 614">
                <a:extLst>
                  <a:ext uri="{FF2B5EF4-FFF2-40B4-BE49-F238E27FC236}">
                    <a16:creationId xmlns:a16="http://schemas.microsoft.com/office/drawing/2014/main" id="{2A7BB62A-FC98-B444-952D-E0248F059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84"/>
                <a:ext cx="18" cy="173"/>
              </a:xfrm>
              <a:custGeom>
                <a:avLst/>
                <a:gdLst>
                  <a:gd name="T0" fmla="*/ 17 w 18"/>
                  <a:gd name="T1" fmla="*/ 0 h 173"/>
                  <a:gd name="T2" fmla="*/ 6 w 18"/>
                  <a:gd name="T3" fmla="*/ 172 h 173"/>
                  <a:gd name="T4" fmla="*/ 0 w 18"/>
                  <a:gd name="T5" fmla="*/ 162 h 173"/>
                  <a:gd name="T6" fmla="*/ 0 w 18"/>
                  <a:gd name="T7" fmla="*/ 86 h 173"/>
                  <a:gd name="T8" fmla="*/ 11 w 18"/>
                  <a:gd name="T9" fmla="*/ 0 h 173"/>
                  <a:gd name="T10" fmla="*/ 17 w 18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173"/>
                  <a:gd name="T20" fmla="*/ 18 w 18"/>
                  <a:gd name="T21" fmla="*/ 173 h 1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173">
                    <a:moveTo>
                      <a:pt x="17" y="0"/>
                    </a:moveTo>
                    <a:lnTo>
                      <a:pt x="6" y="172"/>
                    </a:lnTo>
                    <a:lnTo>
                      <a:pt x="0" y="162"/>
                    </a:lnTo>
                    <a:lnTo>
                      <a:pt x="0" y="86"/>
                    </a:lnTo>
                    <a:lnTo>
                      <a:pt x="11" y="0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65" name="Group 615">
                <a:extLst>
                  <a:ext uri="{FF2B5EF4-FFF2-40B4-BE49-F238E27FC236}">
                    <a16:creationId xmlns:a16="http://schemas.microsoft.com/office/drawing/2014/main" id="{0269213A-481E-6940-B9CE-92A8ABA582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02" y="3184"/>
                <a:ext cx="26" cy="183"/>
                <a:chOff x="3502" y="3184"/>
                <a:chExt cx="26" cy="183"/>
              </a:xfrm>
            </p:grpSpPr>
            <p:sp>
              <p:nvSpPr>
                <p:cNvPr id="30941" name="Freeform 616">
                  <a:extLst>
                    <a:ext uri="{FF2B5EF4-FFF2-40B4-BE49-F238E27FC236}">
                      <a16:creationId xmlns:a16="http://schemas.microsoft.com/office/drawing/2014/main" id="{2554E417-2B48-F440-B3C4-B2B8DEDF7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2" y="3184"/>
                  <a:ext cx="17" cy="163"/>
                </a:xfrm>
                <a:custGeom>
                  <a:avLst/>
                  <a:gdLst>
                    <a:gd name="T0" fmla="*/ 16 w 17"/>
                    <a:gd name="T1" fmla="*/ 0 h 163"/>
                    <a:gd name="T2" fmla="*/ 4 w 17"/>
                    <a:gd name="T3" fmla="*/ 162 h 163"/>
                    <a:gd name="T4" fmla="*/ 0 w 17"/>
                    <a:gd name="T5" fmla="*/ 150 h 163"/>
                    <a:gd name="T6" fmla="*/ 0 w 17"/>
                    <a:gd name="T7" fmla="*/ 81 h 163"/>
                    <a:gd name="T8" fmla="*/ 11 w 17"/>
                    <a:gd name="T9" fmla="*/ 0 h 163"/>
                    <a:gd name="T10" fmla="*/ 16 w 17"/>
                    <a:gd name="T11" fmla="*/ 0 h 1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163"/>
                    <a:gd name="T20" fmla="*/ 17 w 17"/>
                    <a:gd name="T21" fmla="*/ 163 h 1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163">
                      <a:moveTo>
                        <a:pt x="16" y="0"/>
                      </a:moveTo>
                      <a:lnTo>
                        <a:pt x="4" y="162"/>
                      </a:lnTo>
                      <a:lnTo>
                        <a:pt x="0" y="150"/>
                      </a:lnTo>
                      <a:lnTo>
                        <a:pt x="0" y="81"/>
                      </a:lnTo>
                      <a:lnTo>
                        <a:pt x="11" y="0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42" name="Freeform 617">
                  <a:extLst>
                    <a:ext uri="{FF2B5EF4-FFF2-40B4-BE49-F238E27FC236}">
                      <a16:creationId xmlns:a16="http://schemas.microsoft.com/office/drawing/2014/main" id="{E9ACBA9B-9DE6-0C40-B252-D578D18B7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2" y="3184"/>
                  <a:ext cx="26" cy="183"/>
                </a:xfrm>
                <a:custGeom>
                  <a:avLst/>
                  <a:gdLst>
                    <a:gd name="T0" fmla="*/ 25 w 26"/>
                    <a:gd name="T1" fmla="*/ 0 h 183"/>
                    <a:gd name="T2" fmla="*/ 8 w 26"/>
                    <a:gd name="T3" fmla="*/ 182 h 183"/>
                    <a:gd name="T4" fmla="*/ 0 w 26"/>
                    <a:gd name="T5" fmla="*/ 168 h 183"/>
                    <a:gd name="T6" fmla="*/ 0 w 26"/>
                    <a:gd name="T7" fmla="*/ 91 h 183"/>
                    <a:gd name="T8" fmla="*/ 17 w 26"/>
                    <a:gd name="T9" fmla="*/ 0 h 183"/>
                    <a:gd name="T10" fmla="*/ 25 w 26"/>
                    <a:gd name="T11" fmla="*/ 0 h 18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6"/>
                    <a:gd name="T19" fmla="*/ 0 h 183"/>
                    <a:gd name="T20" fmla="*/ 26 w 26"/>
                    <a:gd name="T21" fmla="*/ 183 h 18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6" h="183">
                      <a:moveTo>
                        <a:pt x="25" y="0"/>
                      </a:moveTo>
                      <a:lnTo>
                        <a:pt x="8" y="182"/>
                      </a:lnTo>
                      <a:lnTo>
                        <a:pt x="0" y="168"/>
                      </a:lnTo>
                      <a:lnTo>
                        <a:pt x="0" y="91"/>
                      </a:lnTo>
                      <a:lnTo>
                        <a:pt x="17" y="0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66" name="Freeform 618">
                <a:extLst>
                  <a:ext uri="{FF2B5EF4-FFF2-40B4-BE49-F238E27FC236}">
                    <a16:creationId xmlns:a16="http://schemas.microsoft.com/office/drawing/2014/main" id="{D1347D01-F307-B14D-8FD9-260D110CF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64"/>
                <a:ext cx="291" cy="146"/>
              </a:xfrm>
              <a:custGeom>
                <a:avLst/>
                <a:gdLst>
                  <a:gd name="T0" fmla="*/ 0 w 291"/>
                  <a:gd name="T1" fmla="*/ 145 h 146"/>
                  <a:gd name="T2" fmla="*/ 290 w 291"/>
                  <a:gd name="T3" fmla="*/ 145 h 146"/>
                  <a:gd name="T4" fmla="*/ 290 w 291"/>
                  <a:gd name="T5" fmla="*/ 0 h 146"/>
                  <a:gd name="T6" fmla="*/ 0 w 291"/>
                  <a:gd name="T7" fmla="*/ 0 h 146"/>
                  <a:gd name="T8" fmla="*/ 0 w 291"/>
                  <a:gd name="T9" fmla="*/ 145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46"/>
                  <a:gd name="T17" fmla="*/ 291 w 291"/>
                  <a:gd name="T18" fmla="*/ 146 h 1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46">
                    <a:moveTo>
                      <a:pt x="0" y="145"/>
                    </a:moveTo>
                    <a:lnTo>
                      <a:pt x="290" y="145"/>
                    </a:lnTo>
                    <a:lnTo>
                      <a:pt x="290" y="0"/>
                    </a:lnTo>
                    <a:lnTo>
                      <a:pt x="0" y="0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67" name="Group 619">
                <a:extLst>
                  <a:ext uri="{FF2B5EF4-FFF2-40B4-BE49-F238E27FC236}">
                    <a16:creationId xmlns:a16="http://schemas.microsoft.com/office/drawing/2014/main" id="{88895CDA-EAD1-FC45-B542-D9252339A0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31" y="3164"/>
                <a:ext cx="300" cy="158"/>
                <a:chOff x="3031" y="3164"/>
                <a:chExt cx="300" cy="158"/>
              </a:xfrm>
            </p:grpSpPr>
            <p:sp>
              <p:nvSpPr>
                <p:cNvPr id="30939" name="Freeform 620">
                  <a:extLst>
                    <a:ext uri="{FF2B5EF4-FFF2-40B4-BE49-F238E27FC236}">
                      <a16:creationId xmlns:a16="http://schemas.microsoft.com/office/drawing/2014/main" id="{254C46CC-EC91-2149-A0DF-6B1C3AE4F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164"/>
                  <a:ext cx="285" cy="139"/>
                </a:xfrm>
                <a:custGeom>
                  <a:avLst/>
                  <a:gdLst>
                    <a:gd name="T0" fmla="*/ 0 w 285"/>
                    <a:gd name="T1" fmla="*/ 138 h 139"/>
                    <a:gd name="T2" fmla="*/ 284 w 285"/>
                    <a:gd name="T3" fmla="*/ 138 h 139"/>
                    <a:gd name="T4" fmla="*/ 284 w 285"/>
                    <a:gd name="T5" fmla="*/ 0 h 139"/>
                    <a:gd name="T6" fmla="*/ 0 w 285"/>
                    <a:gd name="T7" fmla="*/ 0 h 139"/>
                    <a:gd name="T8" fmla="*/ 0 w 285"/>
                    <a:gd name="T9" fmla="*/ 138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5"/>
                    <a:gd name="T16" fmla="*/ 0 h 139"/>
                    <a:gd name="T17" fmla="*/ 285 w 285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5" h="139">
                      <a:moveTo>
                        <a:pt x="0" y="138"/>
                      </a:moveTo>
                      <a:lnTo>
                        <a:pt x="284" y="138"/>
                      </a:lnTo>
                      <a:lnTo>
                        <a:pt x="284" y="0"/>
                      </a:lnTo>
                      <a:lnTo>
                        <a:pt x="0" y="0"/>
                      </a:lnTo>
                      <a:lnTo>
                        <a:pt x="0" y="138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40" name="Freeform 621">
                  <a:extLst>
                    <a:ext uri="{FF2B5EF4-FFF2-40B4-BE49-F238E27FC236}">
                      <a16:creationId xmlns:a16="http://schemas.microsoft.com/office/drawing/2014/main" id="{0183CFB0-3E16-0740-B501-E35A5D280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164"/>
                  <a:ext cx="300" cy="158"/>
                </a:xfrm>
                <a:custGeom>
                  <a:avLst/>
                  <a:gdLst>
                    <a:gd name="T0" fmla="*/ 0 w 300"/>
                    <a:gd name="T1" fmla="*/ 157 h 158"/>
                    <a:gd name="T2" fmla="*/ 299 w 300"/>
                    <a:gd name="T3" fmla="*/ 157 h 158"/>
                    <a:gd name="T4" fmla="*/ 299 w 300"/>
                    <a:gd name="T5" fmla="*/ 0 h 158"/>
                    <a:gd name="T6" fmla="*/ 0 w 300"/>
                    <a:gd name="T7" fmla="*/ 0 h 158"/>
                    <a:gd name="T8" fmla="*/ 0 w 300"/>
                    <a:gd name="T9" fmla="*/ 157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0"/>
                    <a:gd name="T16" fmla="*/ 0 h 158"/>
                    <a:gd name="T17" fmla="*/ 300 w 300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0" h="158">
                      <a:moveTo>
                        <a:pt x="0" y="157"/>
                      </a:moveTo>
                      <a:lnTo>
                        <a:pt x="299" y="157"/>
                      </a:lnTo>
                      <a:lnTo>
                        <a:pt x="299" y="0"/>
                      </a:lnTo>
                      <a:lnTo>
                        <a:pt x="0" y="0"/>
                      </a:lnTo>
                      <a:lnTo>
                        <a:pt x="0" y="15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68" name="Freeform 622">
                <a:extLst>
                  <a:ext uri="{FF2B5EF4-FFF2-40B4-BE49-F238E27FC236}">
                    <a16:creationId xmlns:a16="http://schemas.microsoft.com/office/drawing/2014/main" id="{958E34DA-845A-F843-BC80-E5812931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21"/>
                <a:ext cx="291" cy="462"/>
              </a:xfrm>
              <a:custGeom>
                <a:avLst/>
                <a:gdLst>
                  <a:gd name="T0" fmla="*/ 0 w 291"/>
                  <a:gd name="T1" fmla="*/ 461 h 462"/>
                  <a:gd name="T2" fmla="*/ 290 w 291"/>
                  <a:gd name="T3" fmla="*/ 461 h 462"/>
                  <a:gd name="T4" fmla="*/ 290 w 291"/>
                  <a:gd name="T5" fmla="*/ 0 h 462"/>
                  <a:gd name="T6" fmla="*/ 0 w 291"/>
                  <a:gd name="T7" fmla="*/ 0 h 462"/>
                  <a:gd name="T8" fmla="*/ 0 w 291"/>
                  <a:gd name="T9" fmla="*/ 461 h 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462"/>
                  <a:gd name="T17" fmla="*/ 291 w 291"/>
                  <a:gd name="T18" fmla="*/ 462 h 4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462">
                    <a:moveTo>
                      <a:pt x="0" y="461"/>
                    </a:moveTo>
                    <a:lnTo>
                      <a:pt x="290" y="461"/>
                    </a:lnTo>
                    <a:lnTo>
                      <a:pt x="290" y="0"/>
                    </a:lnTo>
                    <a:lnTo>
                      <a:pt x="0" y="0"/>
                    </a:lnTo>
                    <a:lnTo>
                      <a:pt x="0" y="46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69" name="Group 623">
                <a:extLst>
                  <a:ext uri="{FF2B5EF4-FFF2-40B4-BE49-F238E27FC236}">
                    <a16:creationId xmlns:a16="http://schemas.microsoft.com/office/drawing/2014/main" id="{7D6FA488-167D-6442-A1EC-FDB681C5EE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31" y="3321"/>
                <a:ext cx="300" cy="479"/>
                <a:chOff x="3031" y="3321"/>
                <a:chExt cx="300" cy="479"/>
              </a:xfrm>
            </p:grpSpPr>
            <p:sp>
              <p:nvSpPr>
                <p:cNvPr id="30937" name="Freeform 624">
                  <a:extLst>
                    <a:ext uri="{FF2B5EF4-FFF2-40B4-BE49-F238E27FC236}">
                      <a16:creationId xmlns:a16="http://schemas.microsoft.com/office/drawing/2014/main" id="{C0783827-63D5-CE49-981E-8E0A76B30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321"/>
                  <a:ext cx="285" cy="457"/>
                </a:xfrm>
                <a:custGeom>
                  <a:avLst/>
                  <a:gdLst>
                    <a:gd name="T0" fmla="*/ 0 w 285"/>
                    <a:gd name="T1" fmla="*/ 456 h 457"/>
                    <a:gd name="T2" fmla="*/ 284 w 285"/>
                    <a:gd name="T3" fmla="*/ 456 h 457"/>
                    <a:gd name="T4" fmla="*/ 284 w 285"/>
                    <a:gd name="T5" fmla="*/ 0 h 457"/>
                    <a:gd name="T6" fmla="*/ 0 w 285"/>
                    <a:gd name="T7" fmla="*/ 0 h 457"/>
                    <a:gd name="T8" fmla="*/ 0 w 285"/>
                    <a:gd name="T9" fmla="*/ 456 h 4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5"/>
                    <a:gd name="T16" fmla="*/ 0 h 457"/>
                    <a:gd name="T17" fmla="*/ 285 w 285"/>
                    <a:gd name="T18" fmla="*/ 457 h 45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5" h="457">
                      <a:moveTo>
                        <a:pt x="0" y="456"/>
                      </a:moveTo>
                      <a:lnTo>
                        <a:pt x="284" y="456"/>
                      </a:lnTo>
                      <a:lnTo>
                        <a:pt x="284" y="0"/>
                      </a:lnTo>
                      <a:lnTo>
                        <a:pt x="0" y="0"/>
                      </a:lnTo>
                      <a:lnTo>
                        <a:pt x="0" y="45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38" name="Freeform 625">
                  <a:extLst>
                    <a:ext uri="{FF2B5EF4-FFF2-40B4-BE49-F238E27FC236}">
                      <a16:creationId xmlns:a16="http://schemas.microsoft.com/office/drawing/2014/main" id="{FF53D9A4-E94A-454D-AEDA-080E3818E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321"/>
                  <a:ext cx="300" cy="479"/>
                </a:xfrm>
                <a:custGeom>
                  <a:avLst/>
                  <a:gdLst>
                    <a:gd name="T0" fmla="*/ 0 w 300"/>
                    <a:gd name="T1" fmla="*/ 478 h 479"/>
                    <a:gd name="T2" fmla="*/ 299 w 300"/>
                    <a:gd name="T3" fmla="*/ 478 h 479"/>
                    <a:gd name="T4" fmla="*/ 299 w 300"/>
                    <a:gd name="T5" fmla="*/ 0 h 479"/>
                    <a:gd name="T6" fmla="*/ 0 w 300"/>
                    <a:gd name="T7" fmla="*/ 0 h 479"/>
                    <a:gd name="T8" fmla="*/ 0 w 300"/>
                    <a:gd name="T9" fmla="*/ 478 h 47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0"/>
                    <a:gd name="T16" fmla="*/ 0 h 479"/>
                    <a:gd name="T17" fmla="*/ 300 w 300"/>
                    <a:gd name="T18" fmla="*/ 479 h 47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0" h="479">
                      <a:moveTo>
                        <a:pt x="0" y="478"/>
                      </a:moveTo>
                      <a:lnTo>
                        <a:pt x="299" y="478"/>
                      </a:lnTo>
                      <a:lnTo>
                        <a:pt x="299" y="0"/>
                      </a:lnTo>
                      <a:lnTo>
                        <a:pt x="0" y="0"/>
                      </a:lnTo>
                      <a:lnTo>
                        <a:pt x="0" y="478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70" name="Freeform 626">
                <a:extLst>
                  <a:ext uri="{FF2B5EF4-FFF2-40B4-BE49-F238E27FC236}">
                    <a16:creationId xmlns:a16="http://schemas.microsoft.com/office/drawing/2014/main" id="{EBE2E3FE-4F1C-944B-BDFB-D12DD274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509"/>
                <a:ext cx="170" cy="86"/>
              </a:xfrm>
              <a:custGeom>
                <a:avLst/>
                <a:gdLst>
                  <a:gd name="T0" fmla="*/ 0 w 170"/>
                  <a:gd name="T1" fmla="*/ 85 h 86"/>
                  <a:gd name="T2" fmla="*/ 169 w 170"/>
                  <a:gd name="T3" fmla="*/ 85 h 86"/>
                  <a:gd name="T4" fmla="*/ 169 w 170"/>
                  <a:gd name="T5" fmla="*/ 0 h 86"/>
                  <a:gd name="T6" fmla="*/ 0 w 170"/>
                  <a:gd name="T7" fmla="*/ 0 h 86"/>
                  <a:gd name="T8" fmla="*/ 0 w 170"/>
                  <a:gd name="T9" fmla="*/ 85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86"/>
                  <a:gd name="T17" fmla="*/ 170 w 170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86">
                    <a:moveTo>
                      <a:pt x="0" y="85"/>
                    </a:moveTo>
                    <a:lnTo>
                      <a:pt x="169" y="85"/>
                    </a:lnTo>
                    <a:lnTo>
                      <a:pt x="169" y="0"/>
                    </a:lnTo>
                    <a:lnTo>
                      <a:pt x="0" y="0"/>
                    </a:lnTo>
                    <a:lnTo>
                      <a:pt x="0" y="8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871" name="Group 627">
                <a:extLst>
                  <a:ext uri="{FF2B5EF4-FFF2-40B4-BE49-F238E27FC236}">
                    <a16:creationId xmlns:a16="http://schemas.microsoft.com/office/drawing/2014/main" id="{0C7D1988-E8CB-4A4B-BBD1-65FD2AAAA7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" y="3509"/>
                <a:ext cx="178" cy="98"/>
                <a:chOff x="3999" y="3509"/>
                <a:chExt cx="178" cy="98"/>
              </a:xfrm>
            </p:grpSpPr>
            <p:sp>
              <p:nvSpPr>
                <p:cNvPr id="30935" name="Freeform 628">
                  <a:extLst>
                    <a:ext uri="{FF2B5EF4-FFF2-40B4-BE49-F238E27FC236}">
                      <a16:creationId xmlns:a16="http://schemas.microsoft.com/office/drawing/2014/main" id="{108E4ED8-1A0D-464B-93C2-92B125551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9" y="3509"/>
                  <a:ext cx="163" cy="78"/>
                </a:xfrm>
                <a:custGeom>
                  <a:avLst/>
                  <a:gdLst>
                    <a:gd name="T0" fmla="*/ 0 w 163"/>
                    <a:gd name="T1" fmla="*/ 77 h 78"/>
                    <a:gd name="T2" fmla="*/ 162 w 163"/>
                    <a:gd name="T3" fmla="*/ 77 h 78"/>
                    <a:gd name="T4" fmla="*/ 162 w 163"/>
                    <a:gd name="T5" fmla="*/ 0 h 78"/>
                    <a:gd name="T6" fmla="*/ 0 w 163"/>
                    <a:gd name="T7" fmla="*/ 0 h 78"/>
                    <a:gd name="T8" fmla="*/ 0 w 163"/>
                    <a:gd name="T9" fmla="*/ 77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3"/>
                    <a:gd name="T16" fmla="*/ 0 h 78"/>
                    <a:gd name="T17" fmla="*/ 163 w 163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3" h="78">
                      <a:moveTo>
                        <a:pt x="0" y="77"/>
                      </a:moveTo>
                      <a:lnTo>
                        <a:pt x="162" y="77"/>
                      </a:lnTo>
                      <a:lnTo>
                        <a:pt x="162" y="0"/>
                      </a:lnTo>
                      <a:lnTo>
                        <a:pt x="0" y="0"/>
                      </a:lnTo>
                      <a:lnTo>
                        <a:pt x="0" y="77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36" name="Freeform 629">
                  <a:extLst>
                    <a:ext uri="{FF2B5EF4-FFF2-40B4-BE49-F238E27FC236}">
                      <a16:creationId xmlns:a16="http://schemas.microsoft.com/office/drawing/2014/main" id="{22CAE936-8DD3-794D-A815-E65F79B0D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9" y="3509"/>
                  <a:ext cx="178" cy="98"/>
                </a:xfrm>
                <a:custGeom>
                  <a:avLst/>
                  <a:gdLst>
                    <a:gd name="T0" fmla="*/ 0 w 178"/>
                    <a:gd name="T1" fmla="*/ 97 h 98"/>
                    <a:gd name="T2" fmla="*/ 177 w 178"/>
                    <a:gd name="T3" fmla="*/ 97 h 98"/>
                    <a:gd name="T4" fmla="*/ 177 w 178"/>
                    <a:gd name="T5" fmla="*/ 0 h 98"/>
                    <a:gd name="T6" fmla="*/ 0 w 178"/>
                    <a:gd name="T7" fmla="*/ 0 h 98"/>
                    <a:gd name="T8" fmla="*/ 0 w 178"/>
                    <a:gd name="T9" fmla="*/ 97 h 9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8"/>
                    <a:gd name="T16" fmla="*/ 0 h 98"/>
                    <a:gd name="T17" fmla="*/ 178 w 178"/>
                    <a:gd name="T18" fmla="*/ 98 h 9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8" h="98">
                      <a:moveTo>
                        <a:pt x="0" y="97"/>
                      </a:moveTo>
                      <a:lnTo>
                        <a:pt x="177" y="97"/>
                      </a:lnTo>
                      <a:lnTo>
                        <a:pt x="177" y="0"/>
                      </a:lnTo>
                      <a:lnTo>
                        <a:pt x="0" y="0"/>
                      </a:lnTo>
                      <a:lnTo>
                        <a:pt x="0" y="9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872" name="Line 630">
                <a:extLst>
                  <a:ext uri="{FF2B5EF4-FFF2-40B4-BE49-F238E27FC236}">
                    <a16:creationId xmlns:a16="http://schemas.microsoft.com/office/drawing/2014/main" id="{8EA90390-1712-5847-9023-8242B297F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08" y="3441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3" name="Line 631">
                <a:extLst>
                  <a:ext uri="{FF2B5EF4-FFF2-40B4-BE49-F238E27FC236}">
                    <a16:creationId xmlns:a16="http://schemas.microsoft.com/office/drawing/2014/main" id="{C5216651-EA78-394B-AAFF-285605C69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92" y="344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4" name="Line 632">
                <a:extLst>
                  <a:ext uri="{FF2B5EF4-FFF2-40B4-BE49-F238E27FC236}">
                    <a16:creationId xmlns:a16="http://schemas.microsoft.com/office/drawing/2014/main" id="{0AF2733F-1AE1-9440-941D-8FA3C3237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66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5" name="Line 633">
                <a:extLst>
                  <a:ext uri="{FF2B5EF4-FFF2-40B4-BE49-F238E27FC236}">
                    <a16:creationId xmlns:a16="http://schemas.microsoft.com/office/drawing/2014/main" id="{54630A0C-9922-4B44-9569-9A10C9AFAA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51" y="344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6" name="Line 634">
                <a:extLst>
                  <a:ext uri="{FF2B5EF4-FFF2-40B4-BE49-F238E27FC236}">
                    <a16:creationId xmlns:a16="http://schemas.microsoft.com/office/drawing/2014/main" id="{BD3AA214-0FC3-4D42-AC5E-16C59E5FD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27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7" name="Line 635">
                <a:extLst>
                  <a:ext uri="{FF2B5EF4-FFF2-40B4-BE49-F238E27FC236}">
                    <a16:creationId xmlns:a16="http://schemas.microsoft.com/office/drawing/2014/main" id="{1D243174-06AE-0146-95A5-5F8E5F288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10" y="344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8" name="Line 636">
                <a:extLst>
                  <a:ext uri="{FF2B5EF4-FFF2-40B4-BE49-F238E27FC236}">
                    <a16:creationId xmlns:a16="http://schemas.microsoft.com/office/drawing/2014/main" id="{18AD8934-EC71-B745-9A41-248E69B14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86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79" name="Line 637">
                <a:extLst>
                  <a:ext uri="{FF2B5EF4-FFF2-40B4-BE49-F238E27FC236}">
                    <a16:creationId xmlns:a16="http://schemas.microsoft.com/office/drawing/2014/main" id="{01996C94-C94D-B342-968A-0040F5D87D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71" y="344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0" name="Line 638">
                <a:extLst>
                  <a:ext uri="{FF2B5EF4-FFF2-40B4-BE49-F238E27FC236}">
                    <a16:creationId xmlns:a16="http://schemas.microsoft.com/office/drawing/2014/main" id="{62B05328-18FB-AC4E-82DF-DF17D2128B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43" y="3441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1" name="Line 639">
                <a:extLst>
                  <a:ext uri="{FF2B5EF4-FFF2-40B4-BE49-F238E27FC236}">
                    <a16:creationId xmlns:a16="http://schemas.microsoft.com/office/drawing/2014/main" id="{846333D7-3119-524B-B848-E6CA4C6103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27" y="344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2" name="Line 640">
                <a:extLst>
                  <a:ext uri="{FF2B5EF4-FFF2-40B4-BE49-F238E27FC236}">
                    <a16:creationId xmlns:a16="http://schemas.microsoft.com/office/drawing/2014/main" id="{1CE500B9-2D31-9348-B1BE-4F21A16DB3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03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3" name="Line 641">
                <a:extLst>
                  <a:ext uri="{FF2B5EF4-FFF2-40B4-BE49-F238E27FC236}">
                    <a16:creationId xmlns:a16="http://schemas.microsoft.com/office/drawing/2014/main" id="{85534EC4-3B03-1446-B625-09D2B4AC5F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88" y="344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4" name="Line 642">
                <a:extLst>
                  <a:ext uri="{FF2B5EF4-FFF2-40B4-BE49-F238E27FC236}">
                    <a16:creationId xmlns:a16="http://schemas.microsoft.com/office/drawing/2014/main" id="{582F425C-9F36-8143-B7A1-24EE51F3D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1" y="3441"/>
                <a:ext cx="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5" name="Line 643">
                <a:extLst>
                  <a:ext uri="{FF2B5EF4-FFF2-40B4-BE49-F238E27FC236}">
                    <a16:creationId xmlns:a16="http://schemas.microsoft.com/office/drawing/2014/main" id="{99AD4D33-DCFE-E34F-9BEB-71050C4C8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7" y="3441"/>
                <a:ext cx="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6" name="Line 644">
                <a:extLst>
                  <a:ext uri="{FF2B5EF4-FFF2-40B4-BE49-F238E27FC236}">
                    <a16:creationId xmlns:a16="http://schemas.microsoft.com/office/drawing/2014/main" id="{24E54780-438D-D04C-A497-A3C9D1920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23" y="3441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7" name="Line 645">
                <a:extLst>
                  <a:ext uri="{FF2B5EF4-FFF2-40B4-BE49-F238E27FC236}">
                    <a16:creationId xmlns:a16="http://schemas.microsoft.com/office/drawing/2014/main" id="{D7312189-8B48-4B4D-8DF3-7849F9B821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05" y="3441"/>
                <a:ext cx="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8" name="Line 646">
                <a:extLst>
                  <a:ext uri="{FF2B5EF4-FFF2-40B4-BE49-F238E27FC236}">
                    <a16:creationId xmlns:a16="http://schemas.microsoft.com/office/drawing/2014/main" id="{2CCECAC1-26B7-9845-BA77-EE4822BF28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82" y="3441"/>
                <a:ext cx="3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89" name="Line 647">
                <a:extLst>
                  <a:ext uri="{FF2B5EF4-FFF2-40B4-BE49-F238E27FC236}">
                    <a16:creationId xmlns:a16="http://schemas.microsoft.com/office/drawing/2014/main" id="{B0640792-003B-1547-B6EC-2D0D9A5C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62" y="3441"/>
                <a:ext cx="2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0" name="Line 648">
                <a:extLst>
                  <a:ext uri="{FF2B5EF4-FFF2-40B4-BE49-F238E27FC236}">
                    <a16:creationId xmlns:a16="http://schemas.microsoft.com/office/drawing/2014/main" id="{7C44D5F0-727A-3D43-AA2C-26110C676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9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1" name="Line 649">
                <a:extLst>
                  <a:ext uri="{FF2B5EF4-FFF2-40B4-BE49-F238E27FC236}">
                    <a16:creationId xmlns:a16="http://schemas.microsoft.com/office/drawing/2014/main" id="{0C28AF03-B155-C042-A58A-E363FBA692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25" y="344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2" name="Line 650">
                <a:extLst>
                  <a:ext uri="{FF2B5EF4-FFF2-40B4-BE49-F238E27FC236}">
                    <a16:creationId xmlns:a16="http://schemas.microsoft.com/office/drawing/2014/main" id="{44785999-5061-3148-AB95-B880EF0636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8" y="3441"/>
                <a:ext cx="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3" name="Line 651">
                <a:extLst>
                  <a:ext uri="{FF2B5EF4-FFF2-40B4-BE49-F238E27FC236}">
                    <a16:creationId xmlns:a16="http://schemas.microsoft.com/office/drawing/2014/main" id="{462E9AA2-53F7-7F47-AF57-A26FEC16DF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86" y="344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4" name="Line 652">
                <a:extLst>
                  <a:ext uri="{FF2B5EF4-FFF2-40B4-BE49-F238E27FC236}">
                    <a16:creationId xmlns:a16="http://schemas.microsoft.com/office/drawing/2014/main" id="{D26A25C4-662C-074D-9A53-EE0F0AF02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58" y="3441"/>
                <a:ext cx="3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5" name="Line 653">
                <a:extLst>
                  <a:ext uri="{FF2B5EF4-FFF2-40B4-BE49-F238E27FC236}">
                    <a16:creationId xmlns:a16="http://schemas.microsoft.com/office/drawing/2014/main" id="{2A015C0D-1DE8-D244-BE20-CC461F891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42" y="344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6" name="Line 654">
                <a:extLst>
                  <a:ext uri="{FF2B5EF4-FFF2-40B4-BE49-F238E27FC236}">
                    <a16:creationId xmlns:a16="http://schemas.microsoft.com/office/drawing/2014/main" id="{6FAAD694-B675-6A47-BE84-C6AFCC2D90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17" y="3441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7" name="Line 655">
                <a:extLst>
                  <a:ext uri="{FF2B5EF4-FFF2-40B4-BE49-F238E27FC236}">
                    <a16:creationId xmlns:a16="http://schemas.microsoft.com/office/drawing/2014/main" id="{852108E8-6AEA-7540-9DB5-79E617F57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04" y="3441"/>
                <a:ext cx="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8" name="Line 656">
                <a:extLst>
                  <a:ext uri="{FF2B5EF4-FFF2-40B4-BE49-F238E27FC236}">
                    <a16:creationId xmlns:a16="http://schemas.microsoft.com/office/drawing/2014/main" id="{A4F4668A-3ED5-FA4B-BC6A-C8D2CEAC0F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75" y="3441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899" name="Line 657">
                <a:extLst>
                  <a:ext uri="{FF2B5EF4-FFF2-40B4-BE49-F238E27FC236}">
                    <a16:creationId xmlns:a16="http://schemas.microsoft.com/office/drawing/2014/main" id="{8B74F8B1-5F3A-4E4E-8DD3-255DCFD34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1" y="3441"/>
                <a:ext cx="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0" name="Line 658">
                <a:extLst>
                  <a:ext uri="{FF2B5EF4-FFF2-40B4-BE49-F238E27FC236}">
                    <a16:creationId xmlns:a16="http://schemas.microsoft.com/office/drawing/2014/main" id="{424BE2D3-6AB9-9046-848E-BE724F6C7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38" y="3441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1" name="Line 659">
                <a:extLst>
                  <a:ext uri="{FF2B5EF4-FFF2-40B4-BE49-F238E27FC236}">
                    <a16:creationId xmlns:a16="http://schemas.microsoft.com/office/drawing/2014/main" id="{747B115A-C3C5-F946-BFDB-BE33AE378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20" y="3441"/>
                <a:ext cx="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2" name="Line 660">
                <a:extLst>
                  <a:ext uri="{FF2B5EF4-FFF2-40B4-BE49-F238E27FC236}">
                    <a16:creationId xmlns:a16="http://schemas.microsoft.com/office/drawing/2014/main" id="{074F7BC2-1E63-9442-86D4-FD3E5D4139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95" y="3441"/>
                <a:ext cx="3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3" name="Line 661">
                <a:extLst>
                  <a:ext uri="{FF2B5EF4-FFF2-40B4-BE49-F238E27FC236}">
                    <a16:creationId xmlns:a16="http://schemas.microsoft.com/office/drawing/2014/main" id="{F62120AE-934A-EC46-94D2-C7E6FBCD9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0" y="3441"/>
                <a:ext cx="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4" name="Line 662">
                <a:extLst>
                  <a:ext uri="{FF2B5EF4-FFF2-40B4-BE49-F238E27FC236}">
                    <a16:creationId xmlns:a16="http://schemas.microsoft.com/office/drawing/2014/main" id="{C8114DE2-631C-7645-B5F5-757A14E28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53" y="3441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5" name="Line 663">
                <a:extLst>
                  <a:ext uri="{FF2B5EF4-FFF2-40B4-BE49-F238E27FC236}">
                    <a16:creationId xmlns:a16="http://schemas.microsoft.com/office/drawing/2014/main" id="{D819FE6A-EE48-A142-AC88-C6103072E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9" y="344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6" name="Line 664">
                <a:extLst>
                  <a:ext uri="{FF2B5EF4-FFF2-40B4-BE49-F238E27FC236}">
                    <a16:creationId xmlns:a16="http://schemas.microsoft.com/office/drawing/2014/main" id="{B0A7E286-4922-1340-8CD4-3C0E7295AA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15" y="3441"/>
                <a:ext cx="3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7" name="Line 665">
                <a:extLst>
                  <a:ext uri="{FF2B5EF4-FFF2-40B4-BE49-F238E27FC236}">
                    <a16:creationId xmlns:a16="http://schemas.microsoft.com/office/drawing/2014/main" id="{0AC4B61A-868D-9D48-97F2-D17CACA36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98" y="344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08" name="Line 666">
                <a:extLst>
                  <a:ext uri="{FF2B5EF4-FFF2-40B4-BE49-F238E27FC236}">
                    <a16:creationId xmlns:a16="http://schemas.microsoft.com/office/drawing/2014/main" id="{B0DFE841-9DDF-5548-A12A-D1C1D2803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80" y="3441"/>
                <a:ext cx="2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grpSp>
            <p:nvGrpSpPr>
              <p:cNvPr id="30909" name="Group 667">
                <a:extLst>
                  <a:ext uri="{FF2B5EF4-FFF2-40B4-BE49-F238E27FC236}">
                    <a16:creationId xmlns:a16="http://schemas.microsoft.com/office/drawing/2014/main" id="{5EBE3723-62D9-DF4A-B346-6A9CA25A8B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" y="3799"/>
                <a:ext cx="20" cy="36"/>
                <a:chOff x="3405" y="3799"/>
                <a:chExt cx="20" cy="36"/>
              </a:xfrm>
            </p:grpSpPr>
            <p:sp>
              <p:nvSpPr>
                <p:cNvPr id="30933" name="Freeform 668">
                  <a:extLst>
                    <a:ext uri="{FF2B5EF4-FFF2-40B4-BE49-F238E27FC236}">
                      <a16:creationId xmlns:a16="http://schemas.microsoft.com/office/drawing/2014/main" id="{1C1B2FEB-EB57-514A-92B0-2B368BFF6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5" y="3799"/>
                  <a:ext cx="17" cy="19"/>
                </a:xfrm>
                <a:custGeom>
                  <a:avLst/>
                  <a:gdLst>
                    <a:gd name="T0" fmla="*/ 0 w 17"/>
                    <a:gd name="T1" fmla="*/ 0 h 19"/>
                    <a:gd name="T2" fmla="*/ 0 w 17"/>
                    <a:gd name="T3" fmla="*/ 0 h 19"/>
                    <a:gd name="T4" fmla="*/ 0 w 17"/>
                    <a:gd name="T5" fmla="*/ 4 h 19"/>
                    <a:gd name="T6" fmla="*/ 0 w 17"/>
                    <a:gd name="T7" fmla="*/ 8 h 19"/>
                    <a:gd name="T8" fmla="*/ 0 w 17"/>
                    <a:gd name="T9" fmla="*/ 9 h 19"/>
                    <a:gd name="T10" fmla="*/ 4 w 17"/>
                    <a:gd name="T11" fmla="*/ 12 h 19"/>
                    <a:gd name="T12" fmla="*/ 8 w 17"/>
                    <a:gd name="T13" fmla="*/ 15 h 19"/>
                    <a:gd name="T14" fmla="*/ 8 w 17"/>
                    <a:gd name="T15" fmla="*/ 16 h 19"/>
                    <a:gd name="T16" fmla="*/ 12 w 17"/>
                    <a:gd name="T17" fmla="*/ 18 h 19"/>
                    <a:gd name="T18" fmla="*/ 16 w 17"/>
                    <a:gd name="T19" fmla="*/ 18 h 19"/>
                    <a:gd name="T20" fmla="*/ 0 w 17"/>
                    <a:gd name="T21" fmla="*/ 0 h 1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7"/>
                    <a:gd name="T34" fmla="*/ 0 h 19"/>
                    <a:gd name="T35" fmla="*/ 17 w 17"/>
                    <a:gd name="T36" fmla="*/ 19 h 1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7" h="1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4" y="12"/>
                      </a:lnTo>
                      <a:lnTo>
                        <a:pt x="8" y="15"/>
                      </a:lnTo>
                      <a:lnTo>
                        <a:pt x="8" y="16"/>
                      </a:lnTo>
                      <a:lnTo>
                        <a:pt x="12" y="18"/>
                      </a:lnTo>
                      <a:lnTo>
                        <a:pt x="16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34" name="Freeform 669">
                  <a:extLst>
                    <a:ext uri="{FF2B5EF4-FFF2-40B4-BE49-F238E27FC236}">
                      <a16:creationId xmlns:a16="http://schemas.microsoft.com/office/drawing/2014/main" id="{9D23F606-E2EF-0540-AD19-8256A4AFA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5" y="3799"/>
                  <a:ext cx="20" cy="36"/>
                </a:xfrm>
                <a:custGeom>
                  <a:avLst/>
                  <a:gdLst>
                    <a:gd name="T0" fmla="*/ 0 w 20"/>
                    <a:gd name="T1" fmla="*/ 0 h 36"/>
                    <a:gd name="T2" fmla="*/ 0 w 20"/>
                    <a:gd name="T3" fmla="*/ 0 h 36"/>
                    <a:gd name="T4" fmla="*/ 0 w 20"/>
                    <a:gd name="T5" fmla="*/ 7 h 36"/>
                    <a:gd name="T6" fmla="*/ 2 w 20"/>
                    <a:gd name="T7" fmla="*/ 15 h 36"/>
                    <a:gd name="T8" fmla="*/ 2 w 20"/>
                    <a:gd name="T9" fmla="*/ 19 h 36"/>
                    <a:gd name="T10" fmla="*/ 6 w 20"/>
                    <a:gd name="T11" fmla="*/ 25 h 36"/>
                    <a:gd name="T12" fmla="*/ 8 w 20"/>
                    <a:gd name="T13" fmla="*/ 29 h 36"/>
                    <a:gd name="T14" fmla="*/ 11 w 20"/>
                    <a:gd name="T15" fmla="*/ 32 h 36"/>
                    <a:gd name="T16" fmla="*/ 15 w 20"/>
                    <a:gd name="T17" fmla="*/ 35 h 36"/>
                    <a:gd name="T18" fmla="*/ 19 w 20"/>
                    <a:gd name="T19" fmla="*/ 35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"/>
                    <a:gd name="T31" fmla="*/ 0 h 36"/>
                    <a:gd name="T32" fmla="*/ 20 w 20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" h="3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2" y="15"/>
                      </a:lnTo>
                      <a:lnTo>
                        <a:pt x="2" y="19"/>
                      </a:lnTo>
                      <a:lnTo>
                        <a:pt x="6" y="25"/>
                      </a:lnTo>
                      <a:lnTo>
                        <a:pt x="8" y="29"/>
                      </a:lnTo>
                      <a:lnTo>
                        <a:pt x="11" y="32"/>
                      </a:lnTo>
                      <a:lnTo>
                        <a:pt x="15" y="35"/>
                      </a:lnTo>
                      <a:lnTo>
                        <a:pt x="19" y="35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910" name="Line 670">
                <a:extLst>
                  <a:ext uri="{FF2B5EF4-FFF2-40B4-BE49-F238E27FC236}">
                    <a16:creationId xmlns:a16="http://schemas.microsoft.com/office/drawing/2014/main" id="{9D9DF67F-F21E-664A-A5EC-F828E2012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2" y="3356"/>
                <a:ext cx="1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11" name="Line 671">
                <a:extLst>
                  <a:ext uri="{FF2B5EF4-FFF2-40B4-BE49-F238E27FC236}">
                    <a16:creationId xmlns:a16="http://schemas.microsoft.com/office/drawing/2014/main" id="{6A48F895-00AA-E24E-BAE7-5FA3896FA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9" y="3184"/>
                <a:ext cx="16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12" name="Freeform 672">
                <a:extLst>
                  <a:ext uri="{FF2B5EF4-FFF2-40B4-BE49-F238E27FC236}">
                    <a16:creationId xmlns:a16="http://schemas.microsoft.com/office/drawing/2014/main" id="{278D1DFB-F7BE-F34B-BECA-2F98F2E01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3610"/>
                <a:ext cx="706" cy="316"/>
              </a:xfrm>
              <a:custGeom>
                <a:avLst/>
                <a:gdLst>
                  <a:gd name="T0" fmla="*/ 39 w 706"/>
                  <a:gd name="T1" fmla="*/ 224 h 316"/>
                  <a:gd name="T2" fmla="*/ 504 w 706"/>
                  <a:gd name="T3" fmla="*/ 224 h 316"/>
                  <a:gd name="T4" fmla="*/ 649 w 706"/>
                  <a:gd name="T5" fmla="*/ 59 h 316"/>
                  <a:gd name="T6" fmla="*/ 649 w 706"/>
                  <a:gd name="T7" fmla="*/ 0 h 316"/>
                  <a:gd name="T8" fmla="*/ 705 w 706"/>
                  <a:gd name="T9" fmla="*/ 0 h 316"/>
                  <a:gd name="T10" fmla="*/ 705 w 706"/>
                  <a:gd name="T11" fmla="*/ 315 h 316"/>
                  <a:gd name="T12" fmla="*/ 0 w 706"/>
                  <a:gd name="T13" fmla="*/ 315 h 316"/>
                  <a:gd name="T14" fmla="*/ 39 w 706"/>
                  <a:gd name="T15" fmla="*/ 224 h 3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06"/>
                  <a:gd name="T25" fmla="*/ 0 h 316"/>
                  <a:gd name="T26" fmla="*/ 706 w 706"/>
                  <a:gd name="T27" fmla="*/ 316 h 3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06" h="316">
                    <a:moveTo>
                      <a:pt x="39" y="224"/>
                    </a:moveTo>
                    <a:lnTo>
                      <a:pt x="504" y="224"/>
                    </a:lnTo>
                    <a:lnTo>
                      <a:pt x="649" y="59"/>
                    </a:lnTo>
                    <a:lnTo>
                      <a:pt x="649" y="0"/>
                    </a:lnTo>
                    <a:lnTo>
                      <a:pt x="705" y="0"/>
                    </a:lnTo>
                    <a:lnTo>
                      <a:pt x="705" y="315"/>
                    </a:lnTo>
                    <a:lnTo>
                      <a:pt x="0" y="315"/>
                    </a:lnTo>
                    <a:lnTo>
                      <a:pt x="39" y="224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913" name="Group 673">
                <a:extLst>
                  <a:ext uri="{FF2B5EF4-FFF2-40B4-BE49-F238E27FC236}">
                    <a16:creationId xmlns:a16="http://schemas.microsoft.com/office/drawing/2014/main" id="{61C45ED5-56C4-BD43-8B1D-F212A0C43A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87" y="3610"/>
                <a:ext cx="716" cy="330"/>
                <a:chOff x="3387" y="3610"/>
                <a:chExt cx="716" cy="330"/>
              </a:xfrm>
            </p:grpSpPr>
            <p:sp>
              <p:nvSpPr>
                <p:cNvPr id="30931" name="Freeform 674">
                  <a:extLst>
                    <a:ext uri="{FF2B5EF4-FFF2-40B4-BE49-F238E27FC236}">
                      <a16:creationId xmlns:a16="http://schemas.microsoft.com/office/drawing/2014/main" id="{9C9EB330-D5C0-2A47-A717-660C69144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7" y="3610"/>
                  <a:ext cx="701" cy="311"/>
                </a:xfrm>
                <a:custGeom>
                  <a:avLst/>
                  <a:gdLst>
                    <a:gd name="T0" fmla="*/ 38 w 701"/>
                    <a:gd name="T1" fmla="*/ 221 h 311"/>
                    <a:gd name="T2" fmla="*/ 499 w 701"/>
                    <a:gd name="T3" fmla="*/ 221 h 311"/>
                    <a:gd name="T4" fmla="*/ 643 w 701"/>
                    <a:gd name="T5" fmla="*/ 58 h 311"/>
                    <a:gd name="T6" fmla="*/ 643 w 701"/>
                    <a:gd name="T7" fmla="*/ 0 h 311"/>
                    <a:gd name="T8" fmla="*/ 700 w 701"/>
                    <a:gd name="T9" fmla="*/ 0 h 311"/>
                    <a:gd name="T10" fmla="*/ 700 w 701"/>
                    <a:gd name="T11" fmla="*/ 310 h 311"/>
                    <a:gd name="T12" fmla="*/ 0 w 701"/>
                    <a:gd name="T13" fmla="*/ 310 h 311"/>
                    <a:gd name="T14" fmla="*/ 38 w 701"/>
                    <a:gd name="T15" fmla="*/ 221 h 3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01"/>
                    <a:gd name="T25" fmla="*/ 0 h 311"/>
                    <a:gd name="T26" fmla="*/ 701 w 701"/>
                    <a:gd name="T27" fmla="*/ 311 h 31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01" h="311">
                      <a:moveTo>
                        <a:pt x="38" y="221"/>
                      </a:moveTo>
                      <a:lnTo>
                        <a:pt x="499" y="221"/>
                      </a:lnTo>
                      <a:lnTo>
                        <a:pt x="643" y="58"/>
                      </a:lnTo>
                      <a:lnTo>
                        <a:pt x="643" y="0"/>
                      </a:lnTo>
                      <a:lnTo>
                        <a:pt x="700" y="0"/>
                      </a:lnTo>
                      <a:lnTo>
                        <a:pt x="700" y="310"/>
                      </a:lnTo>
                      <a:lnTo>
                        <a:pt x="0" y="310"/>
                      </a:lnTo>
                      <a:lnTo>
                        <a:pt x="38" y="22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32" name="Freeform 675">
                  <a:extLst>
                    <a:ext uri="{FF2B5EF4-FFF2-40B4-BE49-F238E27FC236}">
                      <a16:creationId xmlns:a16="http://schemas.microsoft.com/office/drawing/2014/main" id="{D9AA5BF5-C524-5847-A300-3C9F76488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7" y="3610"/>
                  <a:ext cx="716" cy="330"/>
                </a:xfrm>
                <a:custGeom>
                  <a:avLst/>
                  <a:gdLst>
                    <a:gd name="T0" fmla="*/ 39 w 716"/>
                    <a:gd name="T1" fmla="*/ 234 h 330"/>
                    <a:gd name="T2" fmla="*/ 510 w 716"/>
                    <a:gd name="T3" fmla="*/ 234 h 330"/>
                    <a:gd name="T4" fmla="*/ 657 w 716"/>
                    <a:gd name="T5" fmla="*/ 63 h 330"/>
                    <a:gd name="T6" fmla="*/ 657 w 716"/>
                    <a:gd name="T7" fmla="*/ 0 h 330"/>
                    <a:gd name="T8" fmla="*/ 715 w 716"/>
                    <a:gd name="T9" fmla="*/ 0 h 330"/>
                    <a:gd name="T10" fmla="*/ 715 w 716"/>
                    <a:gd name="T11" fmla="*/ 329 h 330"/>
                    <a:gd name="T12" fmla="*/ 0 w 716"/>
                    <a:gd name="T13" fmla="*/ 329 h 3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16"/>
                    <a:gd name="T22" fmla="*/ 0 h 330"/>
                    <a:gd name="T23" fmla="*/ 716 w 716"/>
                    <a:gd name="T24" fmla="*/ 330 h 3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16" h="330">
                      <a:moveTo>
                        <a:pt x="39" y="234"/>
                      </a:moveTo>
                      <a:lnTo>
                        <a:pt x="510" y="234"/>
                      </a:lnTo>
                      <a:lnTo>
                        <a:pt x="657" y="63"/>
                      </a:lnTo>
                      <a:lnTo>
                        <a:pt x="657" y="0"/>
                      </a:lnTo>
                      <a:lnTo>
                        <a:pt x="715" y="0"/>
                      </a:lnTo>
                      <a:lnTo>
                        <a:pt x="715" y="329"/>
                      </a:lnTo>
                      <a:lnTo>
                        <a:pt x="0" y="329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914" name="Line 676">
                <a:extLst>
                  <a:ext uri="{FF2B5EF4-FFF2-40B4-BE49-F238E27FC236}">
                    <a16:creationId xmlns:a16="http://schemas.microsoft.com/office/drawing/2014/main" id="{B284128A-C56F-0044-B3F3-C0F6AB7EA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90" y="3939"/>
                <a:ext cx="116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0915" name="Freeform 677">
                <a:extLst>
                  <a:ext uri="{FF2B5EF4-FFF2-40B4-BE49-F238E27FC236}">
                    <a16:creationId xmlns:a16="http://schemas.microsoft.com/office/drawing/2014/main" id="{38332CF0-D0BC-354D-B908-B068BB8F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612"/>
                <a:ext cx="68" cy="112"/>
              </a:xfrm>
              <a:custGeom>
                <a:avLst/>
                <a:gdLst>
                  <a:gd name="T0" fmla="*/ 0 w 68"/>
                  <a:gd name="T1" fmla="*/ 111 h 112"/>
                  <a:gd name="T2" fmla="*/ 67 w 68"/>
                  <a:gd name="T3" fmla="*/ 111 h 112"/>
                  <a:gd name="T4" fmla="*/ 67 w 68"/>
                  <a:gd name="T5" fmla="*/ 0 h 112"/>
                  <a:gd name="T6" fmla="*/ 0 w 68"/>
                  <a:gd name="T7" fmla="*/ 0 h 112"/>
                  <a:gd name="T8" fmla="*/ 0 w 68"/>
                  <a:gd name="T9" fmla="*/ 111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112"/>
                  <a:gd name="T17" fmla="*/ 68 w 68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112">
                    <a:moveTo>
                      <a:pt x="0" y="111"/>
                    </a:moveTo>
                    <a:lnTo>
                      <a:pt x="67" y="111"/>
                    </a:lnTo>
                    <a:lnTo>
                      <a:pt x="67" y="0"/>
                    </a:lnTo>
                    <a:lnTo>
                      <a:pt x="0" y="0"/>
                    </a:lnTo>
                    <a:lnTo>
                      <a:pt x="0" y="111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916" name="Group 678">
                <a:extLst>
                  <a:ext uri="{FF2B5EF4-FFF2-40B4-BE49-F238E27FC236}">
                    <a16:creationId xmlns:a16="http://schemas.microsoft.com/office/drawing/2014/main" id="{1D841686-497F-4F41-9DA4-1022349B6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35" y="3612"/>
                <a:ext cx="78" cy="123"/>
                <a:chOff x="3535" y="3612"/>
                <a:chExt cx="78" cy="123"/>
              </a:xfrm>
            </p:grpSpPr>
            <p:sp>
              <p:nvSpPr>
                <p:cNvPr id="30929" name="Freeform 679">
                  <a:extLst>
                    <a:ext uri="{FF2B5EF4-FFF2-40B4-BE49-F238E27FC236}">
                      <a16:creationId xmlns:a16="http://schemas.microsoft.com/office/drawing/2014/main" id="{22B8DDA8-ABBB-9247-9737-5A93A2A53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5" y="3612"/>
                  <a:ext cx="63" cy="104"/>
                </a:xfrm>
                <a:custGeom>
                  <a:avLst/>
                  <a:gdLst>
                    <a:gd name="T0" fmla="*/ 0 w 63"/>
                    <a:gd name="T1" fmla="*/ 103 h 104"/>
                    <a:gd name="T2" fmla="*/ 62 w 63"/>
                    <a:gd name="T3" fmla="*/ 103 h 104"/>
                    <a:gd name="T4" fmla="*/ 62 w 63"/>
                    <a:gd name="T5" fmla="*/ 0 h 104"/>
                    <a:gd name="T6" fmla="*/ 0 w 63"/>
                    <a:gd name="T7" fmla="*/ 0 h 104"/>
                    <a:gd name="T8" fmla="*/ 0 w 63"/>
                    <a:gd name="T9" fmla="*/ 103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"/>
                    <a:gd name="T16" fmla="*/ 0 h 104"/>
                    <a:gd name="T17" fmla="*/ 63 w 63"/>
                    <a:gd name="T18" fmla="*/ 104 h 1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" h="104">
                      <a:moveTo>
                        <a:pt x="0" y="103"/>
                      </a:moveTo>
                      <a:lnTo>
                        <a:pt x="62" y="103"/>
                      </a:lnTo>
                      <a:lnTo>
                        <a:pt x="62" y="0"/>
                      </a:lnTo>
                      <a:lnTo>
                        <a:pt x="0" y="0"/>
                      </a:lnTo>
                      <a:lnTo>
                        <a:pt x="0" y="10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30" name="Freeform 680">
                  <a:extLst>
                    <a:ext uri="{FF2B5EF4-FFF2-40B4-BE49-F238E27FC236}">
                      <a16:creationId xmlns:a16="http://schemas.microsoft.com/office/drawing/2014/main" id="{31D1F803-F65A-2B49-9F54-87C6D0B13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5" y="3612"/>
                  <a:ext cx="78" cy="123"/>
                </a:xfrm>
                <a:custGeom>
                  <a:avLst/>
                  <a:gdLst>
                    <a:gd name="T0" fmla="*/ 0 w 78"/>
                    <a:gd name="T1" fmla="*/ 122 h 123"/>
                    <a:gd name="T2" fmla="*/ 77 w 78"/>
                    <a:gd name="T3" fmla="*/ 122 h 123"/>
                    <a:gd name="T4" fmla="*/ 77 w 78"/>
                    <a:gd name="T5" fmla="*/ 0 h 123"/>
                    <a:gd name="T6" fmla="*/ 0 w 78"/>
                    <a:gd name="T7" fmla="*/ 0 h 123"/>
                    <a:gd name="T8" fmla="*/ 0 w 78"/>
                    <a:gd name="T9" fmla="*/ 122 h 1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123"/>
                    <a:gd name="T17" fmla="*/ 78 w 78"/>
                    <a:gd name="T18" fmla="*/ 123 h 1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123">
                      <a:moveTo>
                        <a:pt x="0" y="122"/>
                      </a:moveTo>
                      <a:lnTo>
                        <a:pt x="77" y="122"/>
                      </a:lnTo>
                      <a:lnTo>
                        <a:pt x="77" y="0"/>
                      </a:lnTo>
                      <a:lnTo>
                        <a:pt x="0" y="0"/>
                      </a:lnTo>
                      <a:lnTo>
                        <a:pt x="0" y="122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917" name="Freeform 681">
                <a:extLst>
                  <a:ext uri="{FF2B5EF4-FFF2-40B4-BE49-F238E27FC236}">
                    <a16:creationId xmlns:a16="http://schemas.microsoft.com/office/drawing/2014/main" id="{862787AE-E63D-9B42-BE11-8524E2A11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648"/>
                <a:ext cx="26" cy="38"/>
              </a:xfrm>
              <a:custGeom>
                <a:avLst/>
                <a:gdLst>
                  <a:gd name="T0" fmla="*/ 0 w 26"/>
                  <a:gd name="T1" fmla="*/ 37 h 38"/>
                  <a:gd name="T2" fmla="*/ 25 w 26"/>
                  <a:gd name="T3" fmla="*/ 37 h 38"/>
                  <a:gd name="T4" fmla="*/ 25 w 26"/>
                  <a:gd name="T5" fmla="*/ 0 h 38"/>
                  <a:gd name="T6" fmla="*/ 0 w 26"/>
                  <a:gd name="T7" fmla="*/ 0 h 38"/>
                  <a:gd name="T8" fmla="*/ 0 w 26"/>
                  <a:gd name="T9" fmla="*/ 3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8"/>
                  <a:gd name="T17" fmla="*/ 26 w 2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8">
                    <a:moveTo>
                      <a:pt x="0" y="37"/>
                    </a:moveTo>
                    <a:lnTo>
                      <a:pt x="25" y="37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918" name="Group 682">
                <a:extLst>
                  <a:ext uri="{FF2B5EF4-FFF2-40B4-BE49-F238E27FC236}">
                    <a16:creationId xmlns:a16="http://schemas.microsoft.com/office/drawing/2014/main" id="{31802C70-DBAC-C147-B685-2D76A0B24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" y="3648"/>
                <a:ext cx="36" cy="50"/>
                <a:chOff x="3558" y="3648"/>
                <a:chExt cx="36" cy="50"/>
              </a:xfrm>
            </p:grpSpPr>
            <p:sp>
              <p:nvSpPr>
                <p:cNvPr id="30927" name="Freeform 683">
                  <a:extLst>
                    <a:ext uri="{FF2B5EF4-FFF2-40B4-BE49-F238E27FC236}">
                      <a16:creationId xmlns:a16="http://schemas.microsoft.com/office/drawing/2014/main" id="{D4A9983E-E1F7-DA40-BEAF-9B8E1250E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3648"/>
                  <a:ext cx="20" cy="27"/>
                </a:xfrm>
                <a:custGeom>
                  <a:avLst/>
                  <a:gdLst>
                    <a:gd name="T0" fmla="*/ 0 w 20"/>
                    <a:gd name="T1" fmla="*/ 26 h 27"/>
                    <a:gd name="T2" fmla="*/ 19 w 20"/>
                    <a:gd name="T3" fmla="*/ 26 h 27"/>
                    <a:gd name="T4" fmla="*/ 19 w 20"/>
                    <a:gd name="T5" fmla="*/ 0 h 27"/>
                    <a:gd name="T6" fmla="*/ 0 w 20"/>
                    <a:gd name="T7" fmla="*/ 0 h 27"/>
                    <a:gd name="T8" fmla="*/ 0 w 20"/>
                    <a:gd name="T9" fmla="*/ 26 h 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"/>
                    <a:gd name="T16" fmla="*/ 0 h 27"/>
                    <a:gd name="T17" fmla="*/ 20 w 20"/>
                    <a:gd name="T18" fmla="*/ 27 h 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" h="27">
                      <a:moveTo>
                        <a:pt x="0" y="26"/>
                      </a:moveTo>
                      <a:lnTo>
                        <a:pt x="19" y="26"/>
                      </a:ln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28" name="Freeform 684">
                  <a:extLst>
                    <a:ext uri="{FF2B5EF4-FFF2-40B4-BE49-F238E27FC236}">
                      <a16:creationId xmlns:a16="http://schemas.microsoft.com/office/drawing/2014/main" id="{40DF45DE-F40C-B84B-BAC2-856F8D1EC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3648"/>
                  <a:ext cx="36" cy="50"/>
                </a:xfrm>
                <a:custGeom>
                  <a:avLst/>
                  <a:gdLst>
                    <a:gd name="T0" fmla="*/ 0 w 36"/>
                    <a:gd name="T1" fmla="*/ 49 h 50"/>
                    <a:gd name="T2" fmla="*/ 35 w 36"/>
                    <a:gd name="T3" fmla="*/ 49 h 50"/>
                    <a:gd name="T4" fmla="*/ 35 w 36"/>
                    <a:gd name="T5" fmla="*/ 0 h 50"/>
                    <a:gd name="T6" fmla="*/ 0 w 36"/>
                    <a:gd name="T7" fmla="*/ 0 h 50"/>
                    <a:gd name="T8" fmla="*/ 0 w 36"/>
                    <a:gd name="T9" fmla="*/ 49 h 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50"/>
                    <a:gd name="T17" fmla="*/ 36 w 36"/>
                    <a:gd name="T18" fmla="*/ 50 h 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50">
                      <a:moveTo>
                        <a:pt x="0" y="49"/>
                      </a:moveTo>
                      <a:lnTo>
                        <a:pt x="35" y="49"/>
                      </a:ln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49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919" name="Freeform 685">
                <a:extLst>
                  <a:ext uri="{FF2B5EF4-FFF2-40B4-BE49-F238E27FC236}">
                    <a16:creationId xmlns:a16="http://schemas.microsoft.com/office/drawing/2014/main" id="{E583AA5C-61AE-3248-B1C4-9F79CB59F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66"/>
                <a:ext cx="18" cy="146"/>
              </a:xfrm>
              <a:custGeom>
                <a:avLst/>
                <a:gdLst>
                  <a:gd name="T0" fmla="*/ 0 w 18"/>
                  <a:gd name="T1" fmla="*/ 145 h 146"/>
                  <a:gd name="T2" fmla="*/ 17 w 18"/>
                  <a:gd name="T3" fmla="*/ 145 h 146"/>
                  <a:gd name="T4" fmla="*/ 17 w 18"/>
                  <a:gd name="T5" fmla="*/ 0 h 146"/>
                  <a:gd name="T6" fmla="*/ 0 w 18"/>
                  <a:gd name="T7" fmla="*/ 0 h 146"/>
                  <a:gd name="T8" fmla="*/ 0 w 18"/>
                  <a:gd name="T9" fmla="*/ 145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46"/>
                  <a:gd name="T17" fmla="*/ 18 w 18"/>
                  <a:gd name="T18" fmla="*/ 146 h 1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46">
                    <a:moveTo>
                      <a:pt x="0" y="145"/>
                    </a:moveTo>
                    <a:lnTo>
                      <a:pt x="17" y="145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920" name="Group 686">
                <a:extLst>
                  <a:ext uri="{FF2B5EF4-FFF2-40B4-BE49-F238E27FC236}">
                    <a16:creationId xmlns:a16="http://schemas.microsoft.com/office/drawing/2014/main" id="{154CBF3C-8264-A144-A4D2-1FF2F35C07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7" y="3366"/>
                <a:ext cx="26" cy="161"/>
                <a:chOff x="3347" y="3366"/>
                <a:chExt cx="26" cy="161"/>
              </a:xfrm>
            </p:grpSpPr>
            <p:sp>
              <p:nvSpPr>
                <p:cNvPr id="30925" name="Freeform 687">
                  <a:extLst>
                    <a:ext uri="{FF2B5EF4-FFF2-40B4-BE49-F238E27FC236}">
                      <a16:creationId xmlns:a16="http://schemas.microsoft.com/office/drawing/2014/main" id="{FB9EA071-8972-754F-B05F-FA7ABE50B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7" y="3366"/>
                  <a:ext cx="17" cy="142"/>
                </a:xfrm>
                <a:custGeom>
                  <a:avLst/>
                  <a:gdLst>
                    <a:gd name="T0" fmla="*/ 0 w 17"/>
                    <a:gd name="T1" fmla="*/ 141 h 142"/>
                    <a:gd name="T2" fmla="*/ 16 w 17"/>
                    <a:gd name="T3" fmla="*/ 141 h 142"/>
                    <a:gd name="T4" fmla="*/ 16 w 17"/>
                    <a:gd name="T5" fmla="*/ 0 h 142"/>
                    <a:gd name="T6" fmla="*/ 0 w 17"/>
                    <a:gd name="T7" fmla="*/ 0 h 142"/>
                    <a:gd name="T8" fmla="*/ 0 w 17"/>
                    <a:gd name="T9" fmla="*/ 141 h 1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42"/>
                    <a:gd name="T17" fmla="*/ 17 w 17"/>
                    <a:gd name="T18" fmla="*/ 142 h 1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42">
                      <a:moveTo>
                        <a:pt x="0" y="141"/>
                      </a:moveTo>
                      <a:lnTo>
                        <a:pt x="16" y="141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14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26" name="Freeform 688">
                  <a:extLst>
                    <a:ext uri="{FF2B5EF4-FFF2-40B4-BE49-F238E27FC236}">
                      <a16:creationId xmlns:a16="http://schemas.microsoft.com/office/drawing/2014/main" id="{5ED7D387-9420-C147-82D7-1CE35207C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7" y="3366"/>
                  <a:ext cx="26" cy="161"/>
                </a:xfrm>
                <a:custGeom>
                  <a:avLst/>
                  <a:gdLst>
                    <a:gd name="T0" fmla="*/ 0 w 26"/>
                    <a:gd name="T1" fmla="*/ 160 h 161"/>
                    <a:gd name="T2" fmla="*/ 25 w 26"/>
                    <a:gd name="T3" fmla="*/ 160 h 161"/>
                    <a:gd name="T4" fmla="*/ 25 w 26"/>
                    <a:gd name="T5" fmla="*/ 0 h 161"/>
                    <a:gd name="T6" fmla="*/ 0 w 26"/>
                    <a:gd name="T7" fmla="*/ 0 h 161"/>
                    <a:gd name="T8" fmla="*/ 0 w 26"/>
                    <a:gd name="T9" fmla="*/ 160 h 1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61"/>
                    <a:gd name="T17" fmla="*/ 26 w 26"/>
                    <a:gd name="T18" fmla="*/ 161 h 16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61">
                      <a:moveTo>
                        <a:pt x="0" y="160"/>
                      </a:moveTo>
                      <a:lnTo>
                        <a:pt x="25" y="160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60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30921" name="Freeform 689">
                <a:extLst>
                  <a:ext uri="{FF2B5EF4-FFF2-40B4-BE49-F238E27FC236}">
                    <a16:creationId xmlns:a16="http://schemas.microsoft.com/office/drawing/2014/main" id="{3759F375-C843-3542-946D-34F974FC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415"/>
                <a:ext cx="45" cy="53"/>
              </a:xfrm>
              <a:custGeom>
                <a:avLst/>
                <a:gdLst>
                  <a:gd name="T0" fmla="*/ 0 w 45"/>
                  <a:gd name="T1" fmla="*/ 52 h 53"/>
                  <a:gd name="T2" fmla="*/ 44 w 45"/>
                  <a:gd name="T3" fmla="*/ 52 h 53"/>
                  <a:gd name="T4" fmla="*/ 44 w 45"/>
                  <a:gd name="T5" fmla="*/ 0 h 53"/>
                  <a:gd name="T6" fmla="*/ 0 w 45"/>
                  <a:gd name="T7" fmla="*/ 0 h 53"/>
                  <a:gd name="T8" fmla="*/ 0 w 45"/>
                  <a:gd name="T9" fmla="*/ 5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53"/>
                  <a:gd name="T17" fmla="*/ 45 w 45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53">
                    <a:moveTo>
                      <a:pt x="0" y="52"/>
                    </a:moveTo>
                    <a:lnTo>
                      <a:pt x="44" y="52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52"/>
                    </a:lnTo>
                  </a:path>
                </a:pathLst>
              </a:custGeom>
              <a:solidFill>
                <a:srgbClr val="FFFFFF"/>
              </a:solidFill>
              <a:ln w="1270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30922" name="Group 690">
                <a:extLst>
                  <a:ext uri="{FF2B5EF4-FFF2-40B4-BE49-F238E27FC236}">
                    <a16:creationId xmlns:a16="http://schemas.microsoft.com/office/drawing/2014/main" id="{77DCCE5A-85EE-0840-93E0-58CACD5119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7" y="3415"/>
                <a:ext cx="52" cy="63"/>
                <a:chOff x="3327" y="3415"/>
                <a:chExt cx="52" cy="63"/>
              </a:xfrm>
            </p:grpSpPr>
            <p:sp>
              <p:nvSpPr>
                <p:cNvPr id="30923" name="Freeform 691">
                  <a:extLst>
                    <a:ext uri="{FF2B5EF4-FFF2-40B4-BE49-F238E27FC236}">
                      <a16:creationId xmlns:a16="http://schemas.microsoft.com/office/drawing/2014/main" id="{A81416DB-2105-3F40-955C-629039EA0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7" y="3415"/>
                  <a:ext cx="36" cy="43"/>
                </a:xfrm>
                <a:custGeom>
                  <a:avLst/>
                  <a:gdLst>
                    <a:gd name="T0" fmla="*/ 0 w 36"/>
                    <a:gd name="T1" fmla="*/ 42 h 43"/>
                    <a:gd name="T2" fmla="*/ 35 w 36"/>
                    <a:gd name="T3" fmla="*/ 42 h 43"/>
                    <a:gd name="T4" fmla="*/ 35 w 36"/>
                    <a:gd name="T5" fmla="*/ 0 h 43"/>
                    <a:gd name="T6" fmla="*/ 0 w 36"/>
                    <a:gd name="T7" fmla="*/ 0 h 43"/>
                    <a:gd name="T8" fmla="*/ 0 w 36"/>
                    <a:gd name="T9" fmla="*/ 42 h 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43"/>
                    <a:gd name="T17" fmla="*/ 36 w 36"/>
                    <a:gd name="T18" fmla="*/ 43 h 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43">
                      <a:moveTo>
                        <a:pt x="0" y="42"/>
                      </a:moveTo>
                      <a:lnTo>
                        <a:pt x="35" y="42"/>
                      </a:ln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4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0924" name="Freeform 692">
                  <a:extLst>
                    <a:ext uri="{FF2B5EF4-FFF2-40B4-BE49-F238E27FC236}">
                      <a16:creationId xmlns:a16="http://schemas.microsoft.com/office/drawing/2014/main" id="{77C5A708-6C93-FC4D-B7DE-FE03AB2D3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7" y="3415"/>
                  <a:ext cx="52" cy="63"/>
                </a:xfrm>
                <a:custGeom>
                  <a:avLst/>
                  <a:gdLst>
                    <a:gd name="T0" fmla="*/ 0 w 52"/>
                    <a:gd name="T1" fmla="*/ 62 h 63"/>
                    <a:gd name="T2" fmla="*/ 51 w 52"/>
                    <a:gd name="T3" fmla="*/ 62 h 63"/>
                    <a:gd name="T4" fmla="*/ 51 w 52"/>
                    <a:gd name="T5" fmla="*/ 0 h 63"/>
                    <a:gd name="T6" fmla="*/ 0 w 52"/>
                    <a:gd name="T7" fmla="*/ 0 h 63"/>
                    <a:gd name="T8" fmla="*/ 0 w 52"/>
                    <a:gd name="T9" fmla="*/ 62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2"/>
                    <a:gd name="T16" fmla="*/ 0 h 63"/>
                    <a:gd name="T17" fmla="*/ 52 w 52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2" h="63">
                      <a:moveTo>
                        <a:pt x="0" y="62"/>
                      </a:moveTo>
                      <a:lnTo>
                        <a:pt x="51" y="62"/>
                      </a:lnTo>
                      <a:lnTo>
                        <a:pt x="51" y="0"/>
                      </a:lnTo>
                      <a:lnTo>
                        <a:pt x="0" y="0"/>
                      </a:lnTo>
                      <a:lnTo>
                        <a:pt x="0" y="62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pic>
          <p:nvPicPr>
            <p:cNvPr id="30839" name="Picture 693">
              <a:extLst>
                <a:ext uri="{FF2B5EF4-FFF2-40B4-BE49-F238E27FC236}">
                  <a16:creationId xmlns:a16="http://schemas.microsoft.com/office/drawing/2014/main" id="{71D8DB5F-1967-AF49-AF30-4F7BBE943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4400" y="1225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0" name="Rectangle 694">
              <a:extLst>
                <a:ext uri="{FF2B5EF4-FFF2-40B4-BE49-F238E27FC236}">
                  <a16:creationId xmlns:a16="http://schemas.microsoft.com/office/drawing/2014/main" id="{9FB4FA18-F28F-4843-B7F6-1D13C576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1112"/>
              <a:ext cx="1300" cy="4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pic>
          <p:nvPicPr>
            <p:cNvPr id="30841" name="Picture 695">
              <a:extLst>
                <a:ext uri="{FF2B5EF4-FFF2-40B4-BE49-F238E27FC236}">
                  <a16:creationId xmlns:a16="http://schemas.microsoft.com/office/drawing/2014/main" id="{9F83E87A-4120-3244-9A1D-E632F98D1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2925" y="997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42" name="Picture 696">
              <a:extLst>
                <a:ext uri="{FF2B5EF4-FFF2-40B4-BE49-F238E27FC236}">
                  <a16:creationId xmlns:a16="http://schemas.microsoft.com/office/drawing/2014/main" id="{6D2ECD45-2EBD-0446-9822-AD2CBEF814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996" t="21890" r="38734" b="26578"/>
            <a:stretch>
              <a:fillRect/>
            </a:stretch>
          </p:blipFill>
          <p:spPr bwMode="auto">
            <a:xfrm>
              <a:off x="3967" y="1168"/>
              <a:ext cx="246" cy="3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43" name="Picture 697">
              <a:extLst>
                <a:ext uri="{FF2B5EF4-FFF2-40B4-BE49-F238E27FC236}">
                  <a16:creationId xmlns:a16="http://schemas.microsoft.com/office/drawing/2014/main" id="{A1167E61-F0A2-CA4F-B905-4CF233E01F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996" t="21890" r="38734" b="26578"/>
            <a:stretch>
              <a:fillRect/>
            </a:stretch>
          </p:blipFill>
          <p:spPr bwMode="auto">
            <a:xfrm>
              <a:off x="2955" y="1539"/>
              <a:ext cx="184" cy="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4" name="Freeform 698">
              <a:extLst>
                <a:ext uri="{FF2B5EF4-FFF2-40B4-BE49-F238E27FC236}">
                  <a16:creationId xmlns:a16="http://schemas.microsoft.com/office/drawing/2014/main" id="{4957E492-1A84-3044-B4A8-22350981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845"/>
              <a:ext cx="1408" cy="380"/>
            </a:xfrm>
            <a:custGeom>
              <a:avLst/>
              <a:gdLst>
                <a:gd name="T0" fmla="*/ 0 w 2359"/>
                <a:gd name="T1" fmla="*/ 24 h 605"/>
                <a:gd name="T2" fmla="*/ 31 w 2359"/>
                <a:gd name="T3" fmla="*/ 10 h 605"/>
                <a:gd name="T4" fmla="*/ 96 w 2359"/>
                <a:gd name="T5" fmla="*/ 2 h 605"/>
                <a:gd name="T6" fmla="*/ 155 w 2359"/>
                <a:gd name="T7" fmla="*/ 19 h 605"/>
                <a:gd name="T8" fmla="*/ 178 w 2359"/>
                <a:gd name="T9" fmla="*/ 59 h 6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9"/>
                <a:gd name="T16" fmla="*/ 0 h 605"/>
                <a:gd name="T17" fmla="*/ 2359 w 2359"/>
                <a:gd name="T18" fmla="*/ 605 h 6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9" h="605">
                  <a:moveTo>
                    <a:pt x="0" y="242"/>
                  </a:moveTo>
                  <a:cubicBezTo>
                    <a:pt x="98" y="193"/>
                    <a:pt x="196" y="144"/>
                    <a:pt x="408" y="106"/>
                  </a:cubicBezTo>
                  <a:cubicBezTo>
                    <a:pt x="620" y="68"/>
                    <a:pt x="998" y="0"/>
                    <a:pt x="1270" y="15"/>
                  </a:cubicBezTo>
                  <a:cubicBezTo>
                    <a:pt x="1542" y="30"/>
                    <a:pt x="1860" y="99"/>
                    <a:pt x="2041" y="197"/>
                  </a:cubicBezTo>
                  <a:cubicBezTo>
                    <a:pt x="2222" y="295"/>
                    <a:pt x="2290" y="450"/>
                    <a:pt x="2359" y="605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  <p:sp>
          <p:nvSpPr>
            <p:cNvPr id="30845" name="Freeform 699">
              <a:extLst>
                <a:ext uri="{FF2B5EF4-FFF2-40B4-BE49-F238E27FC236}">
                  <a16:creationId xmlns:a16="http://schemas.microsoft.com/office/drawing/2014/main" id="{9DC9A59B-5FCE-7948-8C7A-FB0C17B9B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511"/>
              <a:ext cx="947" cy="347"/>
            </a:xfrm>
            <a:custGeom>
              <a:avLst/>
              <a:gdLst>
                <a:gd name="T0" fmla="*/ 0 w 1587"/>
                <a:gd name="T1" fmla="*/ 45 h 552"/>
                <a:gd name="T2" fmla="*/ 45 w 1587"/>
                <a:gd name="T3" fmla="*/ 53 h 552"/>
                <a:gd name="T4" fmla="*/ 99 w 1587"/>
                <a:gd name="T5" fmla="*/ 40 h 552"/>
                <a:gd name="T6" fmla="*/ 120 w 1587"/>
                <a:gd name="T7" fmla="*/ 0 h 5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7"/>
                <a:gd name="T13" fmla="*/ 0 h 552"/>
                <a:gd name="T14" fmla="*/ 1587 w 1587"/>
                <a:gd name="T15" fmla="*/ 552 h 5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7" h="552">
                  <a:moveTo>
                    <a:pt x="0" y="453"/>
                  </a:moveTo>
                  <a:cubicBezTo>
                    <a:pt x="185" y="502"/>
                    <a:pt x="370" y="552"/>
                    <a:pt x="589" y="544"/>
                  </a:cubicBezTo>
                  <a:cubicBezTo>
                    <a:pt x="808" y="536"/>
                    <a:pt x="1149" y="499"/>
                    <a:pt x="1315" y="408"/>
                  </a:cubicBezTo>
                  <a:cubicBezTo>
                    <a:pt x="1481" y="317"/>
                    <a:pt x="1534" y="158"/>
                    <a:pt x="1587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</p:grpSp>
      <p:grpSp>
        <p:nvGrpSpPr>
          <p:cNvPr id="30728" name="Group 700">
            <a:extLst>
              <a:ext uri="{FF2B5EF4-FFF2-40B4-BE49-F238E27FC236}">
                <a16:creationId xmlns:a16="http://schemas.microsoft.com/office/drawing/2014/main" id="{42C1A668-52E7-704B-8605-91A556AC0E91}"/>
              </a:ext>
            </a:extLst>
          </p:cNvPr>
          <p:cNvGrpSpPr>
            <a:grpSpLocks/>
          </p:cNvGrpSpPr>
          <p:nvPr/>
        </p:nvGrpSpPr>
        <p:grpSpPr bwMode="auto">
          <a:xfrm>
            <a:off x="5294313" y="4979988"/>
            <a:ext cx="2771775" cy="1192212"/>
            <a:chOff x="3424" y="1706"/>
            <a:chExt cx="1746" cy="751"/>
          </a:xfrm>
        </p:grpSpPr>
        <p:grpSp>
          <p:nvGrpSpPr>
            <p:cNvPr id="30729" name="Group 701">
              <a:extLst>
                <a:ext uri="{FF2B5EF4-FFF2-40B4-BE49-F238E27FC236}">
                  <a16:creationId xmlns:a16="http://schemas.microsoft.com/office/drawing/2014/main" id="{95F8CCCA-5DD3-A449-9A2C-1058D0C40A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3" y="2024"/>
              <a:ext cx="967" cy="389"/>
              <a:chOff x="1610" y="2168"/>
              <a:chExt cx="1225" cy="596"/>
            </a:xfrm>
          </p:grpSpPr>
          <p:grpSp>
            <p:nvGrpSpPr>
              <p:cNvPr id="30734" name="Group 702">
                <a:extLst>
                  <a:ext uri="{FF2B5EF4-FFF2-40B4-BE49-F238E27FC236}">
                    <a16:creationId xmlns:a16="http://schemas.microsoft.com/office/drawing/2014/main" id="{969C036C-7F94-CB40-BDF5-47608C155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20" y="2205"/>
                <a:ext cx="418" cy="149"/>
                <a:chOff x="1920" y="2015"/>
                <a:chExt cx="418" cy="339"/>
              </a:xfrm>
            </p:grpSpPr>
            <p:sp>
              <p:nvSpPr>
                <p:cNvPr id="30836" name="Freeform 703">
                  <a:extLst>
                    <a:ext uri="{FF2B5EF4-FFF2-40B4-BE49-F238E27FC236}">
                      <a16:creationId xmlns:a16="http://schemas.microsoft.com/office/drawing/2014/main" id="{3789426B-6545-E846-839E-1D131061D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2020"/>
                  <a:ext cx="53" cy="334"/>
                </a:xfrm>
                <a:custGeom>
                  <a:avLst/>
                  <a:gdLst>
                    <a:gd name="T0" fmla="*/ 0 w 224"/>
                    <a:gd name="T1" fmla="*/ 0 h 579"/>
                    <a:gd name="T2" fmla="*/ 0 w 224"/>
                    <a:gd name="T3" fmla="*/ 2 h 579"/>
                    <a:gd name="T4" fmla="*/ 0 w 224"/>
                    <a:gd name="T5" fmla="*/ 4 h 579"/>
                    <a:gd name="T6" fmla="*/ 0 w 224"/>
                    <a:gd name="T7" fmla="*/ 3 h 579"/>
                    <a:gd name="T8" fmla="*/ 0 w 224"/>
                    <a:gd name="T9" fmla="*/ 3 h 579"/>
                    <a:gd name="T10" fmla="*/ 0 w 224"/>
                    <a:gd name="T11" fmla="*/ 4 h 579"/>
                    <a:gd name="T12" fmla="*/ 0 w 224"/>
                    <a:gd name="T13" fmla="*/ 5 h 579"/>
                    <a:gd name="T14" fmla="*/ 0 w 224"/>
                    <a:gd name="T15" fmla="*/ 7 h 579"/>
                    <a:gd name="T16" fmla="*/ 0 w 224"/>
                    <a:gd name="T17" fmla="*/ 7 h 579"/>
                    <a:gd name="T18" fmla="*/ 0 w 224"/>
                    <a:gd name="T19" fmla="*/ 6 h 579"/>
                    <a:gd name="T20" fmla="*/ 0 w 224"/>
                    <a:gd name="T21" fmla="*/ 7 h 579"/>
                    <a:gd name="T22" fmla="*/ 0 w 224"/>
                    <a:gd name="T23" fmla="*/ 10 h 579"/>
                    <a:gd name="T24" fmla="*/ 0 w 224"/>
                    <a:gd name="T25" fmla="*/ 9 h 579"/>
                    <a:gd name="T26" fmla="*/ 0 w 224"/>
                    <a:gd name="T27" fmla="*/ 10 h 579"/>
                    <a:gd name="T28" fmla="*/ 0 w 224"/>
                    <a:gd name="T29" fmla="*/ 12 h 579"/>
                    <a:gd name="T30" fmla="*/ 0 w 224"/>
                    <a:gd name="T31" fmla="*/ 13 h 579"/>
                    <a:gd name="T32" fmla="*/ 0 w 224"/>
                    <a:gd name="T33" fmla="*/ 12 h 579"/>
                    <a:gd name="T34" fmla="*/ 0 w 224"/>
                    <a:gd name="T35" fmla="*/ 12 h 579"/>
                    <a:gd name="T36" fmla="*/ 0 w 224"/>
                    <a:gd name="T37" fmla="*/ 16 h 579"/>
                    <a:gd name="T38" fmla="*/ 0 w 224"/>
                    <a:gd name="T39" fmla="*/ 14 h 579"/>
                    <a:gd name="T40" fmla="*/ 0 w 224"/>
                    <a:gd name="T41" fmla="*/ 14 h 579"/>
                    <a:gd name="T42" fmla="*/ 0 w 224"/>
                    <a:gd name="T43" fmla="*/ 16 h 579"/>
                    <a:gd name="T44" fmla="*/ 0 w 224"/>
                    <a:gd name="T45" fmla="*/ 18 h 579"/>
                    <a:gd name="T46" fmla="*/ 0 w 224"/>
                    <a:gd name="T47" fmla="*/ 17 h 579"/>
                    <a:gd name="T48" fmla="*/ 0 w 224"/>
                    <a:gd name="T49" fmla="*/ 18 h 579"/>
                    <a:gd name="T50" fmla="*/ 0 w 224"/>
                    <a:gd name="T51" fmla="*/ 21 h 579"/>
                    <a:gd name="T52" fmla="*/ 0 w 224"/>
                    <a:gd name="T53" fmla="*/ 20 h 579"/>
                    <a:gd name="T54" fmla="*/ 0 w 224"/>
                    <a:gd name="T55" fmla="*/ 23 h 579"/>
                    <a:gd name="T56" fmla="*/ 0 w 224"/>
                    <a:gd name="T57" fmla="*/ 22 h 579"/>
                    <a:gd name="T58" fmla="*/ 0 w 224"/>
                    <a:gd name="T59" fmla="*/ 23 h 579"/>
                    <a:gd name="T60" fmla="*/ 0 w 224"/>
                    <a:gd name="T61" fmla="*/ 24 h 579"/>
                    <a:gd name="T62" fmla="*/ 0 w 224"/>
                    <a:gd name="T63" fmla="*/ 26 h 579"/>
                    <a:gd name="T64" fmla="*/ 0 w 224"/>
                    <a:gd name="T65" fmla="*/ 24 h 579"/>
                    <a:gd name="T66" fmla="*/ 0 w 224"/>
                    <a:gd name="T67" fmla="*/ 24 h 579"/>
                    <a:gd name="T68" fmla="*/ 0 w 224"/>
                    <a:gd name="T69" fmla="*/ 25 h 579"/>
                    <a:gd name="T70" fmla="*/ 0 w 224"/>
                    <a:gd name="T71" fmla="*/ 28 h 579"/>
                    <a:gd name="T72" fmla="*/ 0 w 224"/>
                    <a:gd name="T73" fmla="*/ 27 h 579"/>
                    <a:gd name="T74" fmla="*/ 0 w 224"/>
                    <a:gd name="T75" fmla="*/ 29 h 579"/>
                    <a:gd name="T76" fmla="*/ 0 w 224"/>
                    <a:gd name="T77" fmla="*/ 31 h 579"/>
                    <a:gd name="T78" fmla="*/ 0 w 224"/>
                    <a:gd name="T79" fmla="*/ 29 h 579"/>
                    <a:gd name="T80" fmla="*/ 0 w 224"/>
                    <a:gd name="T81" fmla="*/ 30 h 579"/>
                    <a:gd name="T82" fmla="*/ 0 w 224"/>
                    <a:gd name="T83" fmla="*/ 33 h 579"/>
                    <a:gd name="T84" fmla="*/ 0 w 224"/>
                    <a:gd name="T85" fmla="*/ 32 h 579"/>
                    <a:gd name="T86" fmla="*/ 0 w 224"/>
                    <a:gd name="T87" fmla="*/ 32 h 579"/>
                    <a:gd name="T88" fmla="*/ 0 w 224"/>
                    <a:gd name="T89" fmla="*/ 33 h 579"/>
                    <a:gd name="T90" fmla="*/ 0 w 224"/>
                    <a:gd name="T91" fmla="*/ 36 h 579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24"/>
                    <a:gd name="T139" fmla="*/ 0 h 579"/>
                    <a:gd name="T140" fmla="*/ 224 w 224"/>
                    <a:gd name="T141" fmla="*/ 579 h 579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24" h="579">
                      <a:moveTo>
                        <a:pt x="39" y="0"/>
                      </a:moveTo>
                      <a:cubicBezTo>
                        <a:pt x="31" y="10"/>
                        <a:pt x="22" y="19"/>
                        <a:pt x="15" y="30"/>
                      </a:cubicBezTo>
                      <a:cubicBezTo>
                        <a:pt x="18" y="47"/>
                        <a:pt x="21" y="51"/>
                        <a:pt x="33" y="63"/>
                      </a:cubicBezTo>
                      <a:cubicBezTo>
                        <a:pt x="56" y="58"/>
                        <a:pt x="53" y="54"/>
                        <a:pt x="36" y="42"/>
                      </a:cubicBezTo>
                      <a:cubicBezTo>
                        <a:pt x="29" y="44"/>
                        <a:pt x="19" y="42"/>
                        <a:pt x="15" y="48"/>
                      </a:cubicBezTo>
                      <a:cubicBezTo>
                        <a:pt x="11" y="53"/>
                        <a:pt x="11" y="60"/>
                        <a:pt x="9" y="66"/>
                      </a:cubicBezTo>
                      <a:cubicBezTo>
                        <a:pt x="8" y="69"/>
                        <a:pt x="6" y="75"/>
                        <a:pt x="6" y="75"/>
                      </a:cubicBezTo>
                      <a:cubicBezTo>
                        <a:pt x="12" y="92"/>
                        <a:pt x="17" y="100"/>
                        <a:pt x="27" y="114"/>
                      </a:cubicBezTo>
                      <a:cubicBezTo>
                        <a:pt x="34" y="113"/>
                        <a:pt x="42" y="114"/>
                        <a:pt x="48" y="111"/>
                      </a:cubicBezTo>
                      <a:cubicBezTo>
                        <a:pt x="61" y="105"/>
                        <a:pt x="46" y="89"/>
                        <a:pt x="39" y="87"/>
                      </a:cubicBezTo>
                      <a:cubicBezTo>
                        <a:pt x="23" y="89"/>
                        <a:pt x="6" y="85"/>
                        <a:pt x="0" y="102"/>
                      </a:cubicBezTo>
                      <a:cubicBezTo>
                        <a:pt x="4" y="132"/>
                        <a:pt x="8" y="149"/>
                        <a:pt x="39" y="159"/>
                      </a:cubicBezTo>
                      <a:cubicBezTo>
                        <a:pt x="52" y="155"/>
                        <a:pt x="52" y="150"/>
                        <a:pt x="48" y="138"/>
                      </a:cubicBezTo>
                      <a:cubicBezTo>
                        <a:pt x="34" y="141"/>
                        <a:pt x="26" y="139"/>
                        <a:pt x="21" y="153"/>
                      </a:cubicBezTo>
                      <a:cubicBezTo>
                        <a:pt x="22" y="166"/>
                        <a:pt x="16" y="184"/>
                        <a:pt x="27" y="192"/>
                      </a:cubicBezTo>
                      <a:cubicBezTo>
                        <a:pt x="35" y="198"/>
                        <a:pt x="54" y="201"/>
                        <a:pt x="54" y="201"/>
                      </a:cubicBezTo>
                      <a:cubicBezTo>
                        <a:pt x="58" y="199"/>
                        <a:pt x="78" y="188"/>
                        <a:pt x="60" y="183"/>
                      </a:cubicBezTo>
                      <a:cubicBezTo>
                        <a:pt x="54" y="181"/>
                        <a:pt x="42" y="189"/>
                        <a:pt x="42" y="189"/>
                      </a:cubicBezTo>
                      <a:cubicBezTo>
                        <a:pt x="30" y="207"/>
                        <a:pt x="34" y="220"/>
                        <a:pt x="45" y="237"/>
                      </a:cubicBezTo>
                      <a:cubicBezTo>
                        <a:pt x="51" y="236"/>
                        <a:pt x="90" y="231"/>
                        <a:pt x="63" y="222"/>
                      </a:cubicBezTo>
                      <a:cubicBezTo>
                        <a:pt x="60" y="224"/>
                        <a:pt x="56" y="225"/>
                        <a:pt x="54" y="228"/>
                      </a:cubicBezTo>
                      <a:cubicBezTo>
                        <a:pt x="51" y="233"/>
                        <a:pt x="48" y="246"/>
                        <a:pt x="48" y="246"/>
                      </a:cubicBezTo>
                      <a:cubicBezTo>
                        <a:pt x="51" y="268"/>
                        <a:pt x="49" y="274"/>
                        <a:pt x="66" y="285"/>
                      </a:cubicBezTo>
                      <a:cubicBezTo>
                        <a:pt x="84" y="282"/>
                        <a:pt x="97" y="278"/>
                        <a:pt x="75" y="267"/>
                      </a:cubicBezTo>
                      <a:cubicBezTo>
                        <a:pt x="60" y="271"/>
                        <a:pt x="59" y="274"/>
                        <a:pt x="54" y="288"/>
                      </a:cubicBezTo>
                      <a:cubicBezTo>
                        <a:pt x="57" y="312"/>
                        <a:pt x="58" y="320"/>
                        <a:pt x="78" y="333"/>
                      </a:cubicBezTo>
                      <a:cubicBezTo>
                        <a:pt x="95" y="329"/>
                        <a:pt x="97" y="326"/>
                        <a:pt x="93" y="309"/>
                      </a:cubicBezTo>
                      <a:cubicBezTo>
                        <a:pt x="54" y="317"/>
                        <a:pt x="71" y="354"/>
                        <a:pt x="99" y="363"/>
                      </a:cubicBezTo>
                      <a:cubicBezTo>
                        <a:pt x="114" y="360"/>
                        <a:pt x="125" y="356"/>
                        <a:pt x="108" y="345"/>
                      </a:cubicBezTo>
                      <a:cubicBezTo>
                        <a:pt x="102" y="349"/>
                        <a:pt x="96" y="353"/>
                        <a:pt x="90" y="357"/>
                      </a:cubicBezTo>
                      <a:cubicBezTo>
                        <a:pt x="84" y="361"/>
                        <a:pt x="92" y="371"/>
                        <a:pt x="93" y="378"/>
                      </a:cubicBezTo>
                      <a:cubicBezTo>
                        <a:pt x="96" y="395"/>
                        <a:pt x="111" y="397"/>
                        <a:pt x="123" y="405"/>
                      </a:cubicBezTo>
                      <a:cubicBezTo>
                        <a:pt x="143" y="401"/>
                        <a:pt x="145" y="398"/>
                        <a:pt x="141" y="378"/>
                      </a:cubicBezTo>
                      <a:cubicBezTo>
                        <a:pt x="138" y="379"/>
                        <a:pt x="134" y="378"/>
                        <a:pt x="132" y="381"/>
                      </a:cubicBezTo>
                      <a:cubicBezTo>
                        <a:pt x="128" y="386"/>
                        <a:pt x="126" y="399"/>
                        <a:pt x="126" y="399"/>
                      </a:cubicBezTo>
                      <a:cubicBezTo>
                        <a:pt x="129" y="419"/>
                        <a:pt x="127" y="430"/>
                        <a:pt x="144" y="441"/>
                      </a:cubicBezTo>
                      <a:cubicBezTo>
                        <a:pt x="163" y="435"/>
                        <a:pt x="162" y="430"/>
                        <a:pt x="159" y="411"/>
                      </a:cubicBezTo>
                      <a:cubicBezTo>
                        <a:pt x="145" y="425"/>
                        <a:pt x="145" y="429"/>
                        <a:pt x="150" y="450"/>
                      </a:cubicBezTo>
                      <a:cubicBezTo>
                        <a:pt x="152" y="459"/>
                        <a:pt x="159" y="477"/>
                        <a:pt x="159" y="477"/>
                      </a:cubicBezTo>
                      <a:cubicBezTo>
                        <a:pt x="179" y="474"/>
                        <a:pt x="185" y="473"/>
                        <a:pt x="180" y="453"/>
                      </a:cubicBezTo>
                      <a:cubicBezTo>
                        <a:pt x="168" y="457"/>
                        <a:pt x="166" y="462"/>
                        <a:pt x="162" y="474"/>
                      </a:cubicBezTo>
                      <a:cubicBezTo>
                        <a:pt x="166" y="502"/>
                        <a:pt x="164" y="518"/>
                        <a:pt x="192" y="525"/>
                      </a:cubicBezTo>
                      <a:cubicBezTo>
                        <a:pt x="222" y="522"/>
                        <a:pt x="224" y="525"/>
                        <a:pt x="219" y="498"/>
                      </a:cubicBezTo>
                      <a:cubicBezTo>
                        <a:pt x="212" y="499"/>
                        <a:pt x="204" y="497"/>
                        <a:pt x="198" y="501"/>
                      </a:cubicBezTo>
                      <a:cubicBezTo>
                        <a:pt x="193" y="505"/>
                        <a:pt x="192" y="519"/>
                        <a:pt x="192" y="519"/>
                      </a:cubicBezTo>
                      <a:cubicBezTo>
                        <a:pt x="194" y="527"/>
                        <a:pt x="204" y="579"/>
                        <a:pt x="219" y="564"/>
                      </a:cubicBezTo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0837" name="Freeform 704">
                  <a:extLst>
                    <a:ext uri="{FF2B5EF4-FFF2-40B4-BE49-F238E27FC236}">
                      <a16:creationId xmlns:a16="http://schemas.microsoft.com/office/drawing/2014/main" id="{CA71F952-8446-7042-8725-02B649FB8D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9" y="2015"/>
                  <a:ext cx="39" cy="314"/>
                </a:xfrm>
                <a:custGeom>
                  <a:avLst/>
                  <a:gdLst>
                    <a:gd name="T0" fmla="*/ 0 w 164"/>
                    <a:gd name="T1" fmla="*/ 0 h 541"/>
                    <a:gd name="T2" fmla="*/ 0 w 164"/>
                    <a:gd name="T3" fmla="*/ 3 h 541"/>
                    <a:gd name="T4" fmla="*/ 0 w 164"/>
                    <a:gd name="T5" fmla="*/ 2 h 541"/>
                    <a:gd name="T6" fmla="*/ 0 w 164"/>
                    <a:gd name="T7" fmla="*/ 3 h 541"/>
                    <a:gd name="T8" fmla="*/ 0 w 164"/>
                    <a:gd name="T9" fmla="*/ 6 h 541"/>
                    <a:gd name="T10" fmla="*/ 0 w 164"/>
                    <a:gd name="T11" fmla="*/ 5 h 541"/>
                    <a:gd name="T12" fmla="*/ 0 w 164"/>
                    <a:gd name="T13" fmla="*/ 6 h 541"/>
                    <a:gd name="T14" fmla="*/ 0 w 164"/>
                    <a:gd name="T15" fmla="*/ 7 h 541"/>
                    <a:gd name="T16" fmla="*/ 0 w 164"/>
                    <a:gd name="T17" fmla="*/ 9 h 541"/>
                    <a:gd name="T18" fmla="*/ 0 w 164"/>
                    <a:gd name="T19" fmla="*/ 9 h 541"/>
                    <a:gd name="T20" fmla="*/ 0 w 164"/>
                    <a:gd name="T21" fmla="*/ 9 h 541"/>
                    <a:gd name="T22" fmla="*/ 0 w 164"/>
                    <a:gd name="T23" fmla="*/ 13 h 541"/>
                    <a:gd name="T24" fmla="*/ 0 w 164"/>
                    <a:gd name="T25" fmla="*/ 12 h 541"/>
                    <a:gd name="T26" fmla="*/ 0 w 164"/>
                    <a:gd name="T27" fmla="*/ 14 h 541"/>
                    <a:gd name="T28" fmla="*/ 0 w 164"/>
                    <a:gd name="T29" fmla="*/ 16 h 541"/>
                    <a:gd name="T30" fmla="*/ 0 w 164"/>
                    <a:gd name="T31" fmla="*/ 16 h 541"/>
                    <a:gd name="T32" fmla="*/ 0 w 164"/>
                    <a:gd name="T33" fmla="*/ 20 h 541"/>
                    <a:gd name="T34" fmla="*/ 0 w 164"/>
                    <a:gd name="T35" fmla="*/ 19 h 541"/>
                    <a:gd name="T36" fmla="*/ 0 w 164"/>
                    <a:gd name="T37" fmla="*/ 20 h 541"/>
                    <a:gd name="T38" fmla="*/ 0 w 164"/>
                    <a:gd name="T39" fmla="*/ 21 h 541"/>
                    <a:gd name="T40" fmla="*/ 0 w 164"/>
                    <a:gd name="T41" fmla="*/ 23 h 541"/>
                    <a:gd name="T42" fmla="*/ 0 w 164"/>
                    <a:gd name="T43" fmla="*/ 22 h 541"/>
                    <a:gd name="T44" fmla="*/ 0 w 164"/>
                    <a:gd name="T45" fmla="*/ 23 h 541"/>
                    <a:gd name="T46" fmla="*/ 0 w 164"/>
                    <a:gd name="T47" fmla="*/ 26 h 541"/>
                    <a:gd name="T48" fmla="*/ 0 w 164"/>
                    <a:gd name="T49" fmla="*/ 26 h 541"/>
                    <a:gd name="T50" fmla="*/ 0 w 164"/>
                    <a:gd name="T51" fmla="*/ 27 h 541"/>
                    <a:gd name="T52" fmla="*/ 0 w 164"/>
                    <a:gd name="T53" fmla="*/ 28 h 541"/>
                    <a:gd name="T54" fmla="*/ 0 w 164"/>
                    <a:gd name="T55" fmla="*/ 30 h 541"/>
                    <a:gd name="T56" fmla="*/ 0 w 164"/>
                    <a:gd name="T57" fmla="*/ 28 h 541"/>
                    <a:gd name="T58" fmla="*/ 0 w 164"/>
                    <a:gd name="T59" fmla="*/ 30 h 541"/>
                    <a:gd name="T60" fmla="*/ 0 w 164"/>
                    <a:gd name="T61" fmla="*/ 33 h 541"/>
                    <a:gd name="T62" fmla="*/ 0 w 164"/>
                    <a:gd name="T63" fmla="*/ 32 h 541"/>
                    <a:gd name="T64" fmla="*/ 0 w 164"/>
                    <a:gd name="T65" fmla="*/ 35 h 541"/>
                    <a:gd name="T66" fmla="*/ 0 w 164"/>
                    <a:gd name="T67" fmla="*/ 36 h 54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4"/>
                    <a:gd name="T103" fmla="*/ 0 h 541"/>
                    <a:gd name="T104" fmla="*/ 164 w 164"/>
                    <a:gd name="T105" fmla="*/ 541 h 54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4" h="541">
                      <a:moveTo>
                        <a:pt x="164" y="0"/>
                      </a:moveTo>
                      <a:cubicBezTo>
                        <a:pt x="159" y="53"/>
                        <a:pt x="153" y="47"/>
                        <a:pt x="107" y="51"/>
                      </a:cubicBezTo>
                      <a:cubicBezTo>
                        <a:pt x="88" y="48"/>
                        <a:pt x="79" y="46"/>
                        <a:pt x="95" y="30"/>
                      </a:cubicBezTo>
                      <a:cubicBezTo>
                        <a:pt x="109" y="34"/>
                        <a:pt x="117" y="37"/>
                        <a:pt x="128" y="48"/>
                      </a:cubicBezTo>
                      <a:cubicBezTo>
                        <a:pt x="125" y="75"/>
                        <a:pt x="122" y="90"/>
                        <a:pt x="95" y="99"/>
                      </a:cubicBezTo>
                      <a:cubicBezTo>
                        <a:pt x="90" y="98"/>
                        <a:pt x="51" y="93"/>
                        <a:pt x="77" y="84"/>
                      </a:cubicBezTo>
                      <a:cubicBezTo>
                        <a:pt x="81" y="88"/>
                        <a:pt x="85" y="92"/>
                        <a:pt x="89" y="96"/>
                      </a:cubicBezTo>
                      <a:cubicBezTo>
                        <a:pt x="92" y="98"/>
                        <a:pt x="97" y="98"/>
                        <a:pt x="98" y="102"/>
                      </a:cubicBezTo>
                      <a:cubicBezTo>
                        <a:pt x="105" y="131"/>
                        <a:pt x="75" y="135"/>
                        <a:pt x="56" y="141"/>
                      </a:cubicBezTo>
                      <a:cubicBezTo>
                        <a:pt x="38" y="129"/>
                        <a:pt x="51" y="125"/>
                        <a:pt x="68" y="129"/>
                      </a:cubicBezTo>
                      <a:cubicBezTo>
                        <a:pt x="77" y="131"/>
                        <a:pt x="78" y="133"/>
                        <a:pt x="86" y="138"/>
                      </a:cubicBezTo>
                      <a:cubicBezTo>
                        <a:pt x="109" y="172"/>
                        <a:pt x="62" y="187"/>
                        <a:pt x="38" y="195"/>
                      </a:cubicBezTo>
                      <a:cubicBezTo>
                        <a:pt x="28" y="180"/>
                        <a:pt x="38" y="182"/>
                        <a:pt x="50" y="186"/>
                      </a:cubicBezTo>
                      <a:cubicBezTo>
                        <a:pt x="59" y="195"/>
                        <a:pt x="64" y="201"/>
                        <a:pt x="68" y="213"/>
                      </a:cubicBezTo>
                      <a:cubicBezTo>
                        <a:pt x="63" y="233"/>
                        <a:pt x="53" y="240"/>
                        <a:pt x="35" y="249"/>
                      </a:cubicBezTo>
                      <a:cubicBezTo>
                        <a:pt x="9" y="240"/>
                        <a:pt x="49" y="246"/>
                        <a:pt x="50" y="246"/>
                      </a:cubicBezTo>
                      <a:cubicBezTo>
                        <a:pt x="72" y="268"/>
                        <a:pt x="68" y="287"/>
                        <a:pt x="38" y="297"/>
                      </a:cubicBezTo>
                      <a:cubicBezTo>
                        <a:pt x="0" y="289"/>
                        <a:pt x="47" y="290"/>
                        <a:pt x="53" y="291"/>
                      </a:cubicBezTo>
                      <a:cubicBezTo>
                        <a:pt x="56" y="293"/>
                        <a:pt x="60" y="294"/>
                        <a:pt x="62" y="297"/>
                      </a:cubicBezTo>
                      <a:cubicBezTo>
                        <a:pt x="65" y="302"/>
                        <a:pt x="68" y="315"/>
                        <a:pt x="68" y="315"/>
                      </a:cubicBezTo>
                      <a:cubicBezTo>
                        <a:pt x="64" y="340"/>
                        <a:pt x="61" y="342"/>
                        <a:pt x="38" y="348"/>
                      </a:cubicBezTo>
                      <a:cubicBezTo>
                        <a:pt x="23" y="343"/>
                        <a:pt x="30" y="337"/>
                        <a:pt x="41" y="333"/>
                      </a:cubicBezTo>
                      <a:cubicBezTo>
                        <a:pt x="50" y="339"/>
                        <a:pt x="59" y="342"/>
                        <a:pt x="68" y="348"/>
                      </a:cubicBezTo>
                      <a:cubicBezTo>
                        <a:pt x="76" y="371"/>
                        <a:pt x="65" y="387"/>
                        <a:pt x="47" y="399"/>
                      </a:cubicBezTo>
                      <a:cubicBezTo>
                        <a:pt x="36" y="396"/>
                        <a:pt x="23" y="390"/>
                        <a:pt x="41" y="384"/>
                      </a:cubicBezTo>
                      <a:cubicBezTo>
                        <a:pt x="61" y="387"/>
                        <a:pt x="64" y="389"/>
                        <a:pt x="74" y="405"/>
                      </a:cubicBezTo>
                      <a:cubicBezTo>
                        <a:pt x="73" y="416"/>
                        <a:pt x="74" y="427"/>
                        <a:pt x="71" y="438"/>
                      </a:cubicBezTo>
                      <a:cubicBezTo>
                        <a:pt x="68" y="447"/>
                        <a:pt x="44" y="450"/>
                        <a:pt x="44" y="450"/>
                      </a:cubicBezTo>
                      <a:cubicBezTo>
                        <a:pt x="26" y="444"/>
                        <a:pt x="28" y="430"/>
                        <a:pt x="50" y="435"/>
                      </a:cubicBezTo>
                      <a:cubicBezTo>
                        <a:pt x="62" y="443"/>
                        <a:pt x="74" y="443"/>
                        <a:pt x="83" y="456"/>
                      </a:cubicBezTo>
                      <a:cubicBezTo>
                        <a:pt x="80" y="478"/>
                        <a:pt x="79" y="481"/>
                        <a:pt x="62" y="492"/>
                      </a:cubicBezTo>
                      <a:cubicBezTo>
                        <a:pt x="43" y="489"/>
                        <a:pt x="10" y="477"/>
                        <a:pt x="65" y="483"/>
                      </a:cubicBezTo>
                      <a:cubicBezTo>
                        <a:pt x="81" y="508"/>
                        <a:pt x="79" y="496"/>
                        <a:pt x="74" y="531"/>
                      </a:cubicBezTo>
                      <a:cubicBezTo>
                        <a:pt x="72" y="541"/>
                        <a:pt x="74" y="540"/>
                        <a:pt x="68" y="540"/>
                      </a:cubicBezTo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</p:grpSp>
          <p:grpSp>
            <p:nvGrpSpPr>
              <p:cNvPr id="30735" name="Group 705">
                <a:extLst>
                  <a:ext uri="{FF2B5EF4-FFF2-40B4-BE49-F238E27FC236}">
                    <a16:creationId xmlns:a16="http://schemas.microsoft.com/office/drawing/2014/main" id="{8509C0C2-A38B-124D-833F-883F58A6CC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10" y="2168"/>
                <a:ext cx="1225" cy="596"/>
                <a:chOff x="1610" y="2168"/>
                <a:chExt cx="1225" cy="596"/>
              </a:xfrm>
            </p:grpSpPr>
            <p:grpSp>
              <p:nvGrpSpPr>
                <p:cNvPr id="30736" name="Group 706">
                  <a:extLst>
                    <a:ext uri="{FF2B5EF4-FFF2-40B4-BE49-F238E27FC236}">
                      <a16:creationId xmlns:a16="http://schemas.microsoft.com/office/drawing/2014/main" id="{899E6C38-3B5E-5748-80CC-E77CAA843A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98" y="2403"/>
                  <a:ext cx="67" cy="361"/>
                  <a:chOff x="8880" y="11880"/>
                  <a:chExt cx="336" cy="690"/>
                </a:xfrm>
              </p:grpSpPr>
              <p:grpSp>
                <p:nvGrpSpPr>
                  <p:cNvPr id="30825" name="Group 707">
                    <a:extLst>
                      <a:ext uri="{FF2B5EF4-FFF2-40B4-BE49-F238E27FC236}">
                        <a16:creationId xmlns:a16="http://schemas.microsoft.com/office/drawing/2014/main" id="{E65D0D1C-4DF5-E14A-B3C1-522259E184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1880"/>
                    <a:ext cx="288" cy="144"/>
                    <a:chOff x="8904" y="11880"/>
                    <a:chExt cx="288" cy="144"/>
                  </a:xfrm>
                </p:grpSpPr>
                <p:sp>
                  <p:nvSpPr>
                    <p:cNvPr id="30834" name="Rectangle 708">
                      <a:extLst>
                        <a:ext uri="{FF2B5EF4-FFF2-40B4-BE49-F238E27FC236}">
                          <a16:creationId xmlns:a16="http://schemas.microsoft.com/office/drawing/2014/main" id="{B7CA1915-B76F-F74D-BFA6-470888AAE2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35" name="Rectangle 709">
                      <a:extLst>
                        <a:ext uri="{FF2B5EF4-FFF2-40B4-BE49-F238E27FC236}">
                          <a16:creationId xmlns:a16="http://schemas.microsoft.com/office/drawing/2014/main" id="{47212F45-101E-7841-9B5F-A359BDD246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0826" name="Group 710">
                    <a:extLst>
                      <a:ext uri="{FF2B5EF4-FFF2-40B4-BE49-F238E27FC236}">
                        <a16:creationId xmlns:a16="http://schemas.microsoft.com/office/drawing/2014/main" id="{B6B3D869-F5E8-204C-BD24-370393ABC3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2000"/>
                    <a:ext cx="288" cy="216"/>
                    <a:chOff x="8904" y="11880"/>
                    <a:chExt cx="288" cy="144"/>
                  </a:xfrm>
                </p:grpSpPr>
                <p:sp>
                  <p:nvSpPr>
                    <p:cNvPr id="30832" name="Rectangle 711">
                      <a:extLst>
                        <a:ext uri="{FF2B5EF4-FFF2-40B4-BE49-F238E27FC236}">
                          <a16:creationId xmlns:a16="http://schemas.microsoft.com/office/drawing/2014/main" id="{FB649DC6-3064-CC44-9D96-1F543CCF520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33" name="Rectangle 712">
                      <a:extLst>
                        <a:ext uri="{FF2B5EF4-FFF2-40B4-BE49-F238E27FC236}">
                          <a16:creationId xmlns:a16="http://schemas.microsoft.com/office/drawing/2014/main" id="{72951E97-E6AE-054C-B900-F752F5D9BB6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827" name="Rectangle 713">
                    <a:extLst>
                      <a:ext uri="{FF2B5EF4-FFF2-40B4-BE49-F238E27FC236}">
                        <a16:creationId xmlns:a16="http://schemas.microsoft.com/office/drawing/2014/main" id="{AEE9D29B-81C5-F54A-973D-DA1BDEDF26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80" y="12192"/>
                    <a:ext cx="336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828" name="Line 714">
                    <a:extLst>
                      <a:ext uri="{FF2B5EF4-FFF2-40B4-BE49-F238E27FC236}">
                        <a16:creationId xmlns:a16="http://schemas.microsoft.com/office/drawing/2014/main" id="{5E23E2C4-324B-594C-9640-562F923417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76" y="1243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29" name="Line 715">
                    <a:extLst>
                      <a:ext uri="{FF2B5EF4-FFF2-40B4-BE49-F238E27FC236}">
                        <a16:creationId xmlns:a16="http://schemas.microsoft.com/office/drawing/2014/main" id="{32ABDE43-ECD2-854C-94C8-A4A1AC73D6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958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30" name="Line 716">
                    <a:extLst>
                      <a:ext uri="{FF2B5EF4-FFF2-40B4-BE49-F238E27FC236}">
                        <a16:creationId xmlns:a16="http://schemas.microsoft.com/office/drawing/2014/main" id="{56D421ED-7A87-624D-B92A-447CFB5215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144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31" name="Line 717">
                    <a:extLst>
                      <a:ext uri="{FF2B5EF4-FFF2-40B4-BE49-F238E27FC236}">
                        <a16:creationId xmlns:a16="http://schemas.microsoft.com/office/drawing/2014/main" id="{CFF1BDF3-0FD7-EE4F-BA8B-2083CF8377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64" y="1252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0737" name="Group 718">
                  <a:extLst>
                    <a:ext uri="{FF2B5EF4-FFF2-40B4-BE49-F238E27FC236}">
                      <a16:creationId xmlns:a16="http://schemas.microsoft.com/office/drawing/2014/main" id="{D96AE5EE-A584-6248-80D6-6BEB9A2E93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48" y="2403"/>
                  <a:ext cx="68" cy="361"/>
                  <a:chOff x="8880" y="11880"/>
                  <a:chExt cx="336" cy="690"/>
                </a:xfrm>
              </p:grpSpPr>
              <p:grpSp>
                <p:nvGrpSpPr>
                  <p:cNvPr id="30814" name="Group 719">
                    <a:extLst>
                      <a:ext uri="{FF2B5EF4-FFF2-40B4-BE49-F238E27FC236}">
                        <a16:creationId xmlns:a16="http://schemas.microsoft.com/office/drawing/2014/main" id="{A951D6A2-7B19-634D-9BDA-2205ACEF87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1880"/>
                    <a:ext cx="288" cy="144"/>
                    <a:chOff x="8904" y="11880"/>
                    <a:chExt cx="288" cy="144"/>
                  </a:xfrm>
                </p:grpSpPr>
                <p:sp>
                  <p:nvSpPr>
                    <p:cNvPr id="30823" name="Rectangle 720">
                      <a:extLst>
                        <a:ext uri="{FF2B5EF4-FFF2-40B4-BE49-F238E27FC236}">
                          <a16:creationId xmlns:a16="http://schemas.microsoft.com/office/drawing/2014/main" id="{86771066-B0C8-1545-B900-8BD6E508F9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24" name="Rectangle 721">
                      <a:extLst>
                        <a:ext uri="{FF2B5EF4-FFF2-40B4-BE49-F238E27FC236}">
                          <a16:creationId xmlns:a16="http://schemas.microsoft.com/office/drawing/2014/main" id="{2418C7B8-1F9F-2F4D-A9E2-43CBC8E027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0815" name="Group 722">
                    <a:extLst>
                      <a:ext uri="{FF2B5EF4-FFF2-40B4-BE49-F238E27FC236}">
                        <a16:creationId xmlns:a16="http://schemas.microsoft.com/office/drawing/2014/main" id="{CE7FEDCC-6196-8641-84BF-6880FE94A9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2000"/>
                    <a:ext cx="288" cy="216"/>
                    <a:chOff x="8904" y="11880"/>
                    <a:chExt cx="288" cy="144"/>
                  </a:xfrm>
                </p:grpSpPr>
                <p:sp>
                  <p:nvSpPr>
                    <p:cNvPr id="30821" name="Rectangle 723">
                      <a:extLst>
                        <a:ext uri="{FF2B5EF4-FFF2-40B4-BE49-F238E27FC236}">
                          <a16:creationId xmlns:a16="http://schemas.microsoft.com/office/drawing/2014/main" id="{A0653897-405E-EF46-9F14-D4A7A2AEBA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22" name="Rectangle 724">
                      <a:extLst>
                        <a:ext uri="{FF2B5EF4-FFF2-40B4-BE49-F238E27FC236}">
                          <a16:creationId xmlns:a16="http://schemas.microsoft.com/office/drawing/2014/main" id="{38093609-185E-0B43-B617-9C699E9732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816" name="Rectangle 725">
                    <a:extLst>
                      <a:ext uri="{FF2B5EF4-FFF2-40B4-BE49-F238E27FC236}">
                        <a16:creationId xmlns:a16="http://schemas.microsoft.com/office/drawing/2014/main" id="{2D605933-CD98-E846-8338-D016B25FB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80" y="12192"/>
                    <a:ext cx="336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817" name="Line 726">
                    <a:extLst>
                      <a:ext uri="{FF2B5EF4-FFF2-40B4-BE49-F238E27FC236}">
                        <a16:creationId xmlns:a16="http://schemas.microsoft.com/office/drawing/2014/main" id="{B952A0CF-B891-BB40-A87F-6C33F4A9B5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76" y="1243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18" name="Line 727">
                    <a:extLst>
                      <a:ext uri="{FF2B5EF4-FFF2-40B4-BE49-F238E27FC236}">
                        <a16:creationId xmlns:a16="http://schemas.microsoft.com/office/drawing/2014/main" id="{3C451446-26A9-8847-814A-58B96D5AA5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958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19" name="Line 728">
                    <a:extLst>
                      <a:ext uri="{FF2B5EF4-FFF2-40B4-BE49-F238E27FC236}">
                        <a16:creationId xmlns:a16="http://schemas.microsoft.com/office/drawing/2014/main" id="{38176A24-1F0A-2047-A6CB-263837B0B4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144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20" name="Line 729">
                    <a:extLst>
                      <a:ext uri="{FF2B5EF4-FFF2-40B4-BE49-F238E27FC236}">
                        <a16:creationId xmlns:a16="http://schemas.microsoft.com/office/drawing/2014/main" id="{FC24FDA3-90FB-264A-AB41-3D57C73AFD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64" y="1252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0738" name="Group 730">
                  <a:extLst>
                    <a:ext uri="{FF2B5EF4-FFF2-40B4-BE49-F238E27FC236}">
                      <a16:creationId xmlns:a16="http://schemas.microsoft.com/office/drawing/2014/main" id="{DA1ED260-607B-E641-8D14-805C2CB4C4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84" y="2376"/>
                  <a:ext cx="68" cy="361"/>
                  <a:chOff x="8880" y="11880"/>
                  <a:chExt cx="336" cy="690"/>
                </a:xfrm>
              </p:grpSpPr>
              <p:grpSp>
                <p:nvGrpSpPr>
                  <p:cNvPr id="30803" name="Group 731">
                    <a:extLst>
                      <a:ext uri="{FF2B5EF4-FFF2-40B4-BE49-F238E27FC236}">
                        <a16:creationId xmlns:a16="http://schemas.microsoft.com/office/drawing/2014/main" id="{7B44834B-E51D-C540-A2AE-03780830BD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1880"/>
                    <a:ext cx="288" cy="144"/>
                    <a:chOff x="8904" y="11880"/>
                    <a:chExt cx="288" cy="144"/>
                  </a:xfrm>
                </p:grpSpPr>
                <p:sp>
                  <p:nvSpPr>
                    <p:cNvPr id="30812" name="Rectangle 732">
                      <a:extLst>
                        <a:ext uri="{FF2B5EF4-FFF2-40B4-BE49-F238E27FC236}">
                          <a16:creationId xmlns:a16="http://schemas.microsoft.com/office/drawing/2014/main" id="{FA6326DC-E4FC-0E4D-A27F-97B8007E857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13" name="Rectangle 733">
                      <a:extLst>
                        <a:ext uri="{FF2B5EF4-FFF2-40B4-BE49-F238E27FC236}">
                          <a16:creationId xmlns:a16="http://schemas.microsoft.com/office/drawing/2014/main" id="{C0B0A05D-9232-C743-870D-8394747379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0804" name="Group 734">
                    <a:extLst>
                      <a:ext uri="{FF2B5EF4-FFF2-40B4-BE49-F238E27FC236}">
                        <a16:creationId xmlns:a16="http://schemas.microsoft.com/office/drawing/2014/main" id="{3BA1E035-CE2A-DB4F-B565-92877355E6B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2000"/>
                    <a:ext cx="288" cy="216"/>
                    <a:chOff x="8904" y="11880"/>
                    <a:chExt cx="288" cy="144"/>
                  </a:xfrm>
                </p:grpSpPr>
                <p:sp>
                  <p:nvSpPr>
                    <p:cNvPr id="30810" name="Rectangle 735">
                      <a:extLst>
                        <a:ext uri="{FF2B5EF4-FFF2-40B4-BE49-F238E27FC236}">
                          <a16:creationId xmlns:a16="http://schemas.microsoft.com/office/drawing/2014/main" id="{6B43D0D3-C2CA-D341-8DFD-C3F644B637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11" name="Rectangle 736">
                      <a:extLst>
                        <a:ext uri="{FF2B5EF4-FFF2-40B4-BE49-F238E27FC236}">
                          <a16:creationId xmlns:a16="http://schemas.microsoft.com/office/drawing/2014/main" id="{3F774D48-E457-E24B-B472-2751F5A2544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805" name="Rectangle 737">
                    <a:extLst>
                      <a:ext uri="{FF2B5EF4-FFF2-40B4-BE49-F238E27FC236}">
                        <a16:creationId xmlns:a16="http://schemas.microsoft.com/office/drawing/2014/main" id="{C102FC2D-A0FF-CA4F-929E-C8B800508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80" y="12192"/>
                    <a:ext cx="336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806" name="Line 738">
                    <a:extLst>
                      <a:ext uri="{FF2B5EF4-FFF2-40B4-BE49-F238E27FC236}">
                        <a16:creationId xmlns:a16="http://schemas.microsoft.com/office/drawing/2014/main" id="{BDBCE9C6-3C55-4242-A577-BF5C8FEE46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76" y="1243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07" name="Line 739">
                    <a:extLst>
                      <a:ext uri="{FF2B5EF4-FFF2-40B4-BE49-F238E27FC236}">
                        <a16:creationId xmlns:a16="http://schemas.microsoft.com/office/drawing/2014/main" id="{98AFC298-CD23-6840-BD18-E9D1C78940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958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08" name="Line 740">
                    <a:extLst>
                      <a:ext uri="{FF2B5EF4-FFF2-40B4-BE49-F238E27FC236}">
                        <a16:creationId xmlns:a16="http://schemas.microsoft.com/office/drawing/2014/main" id="{5AE8BE7D-0E34-AE4F-A72B-7DA606026E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144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809" name="Line 741">
                    <a:extLst>
                      <a:ext uri="{FF2B5EF4-FFF2-40B4-BE49-F238E27FC236}">
                        <a16:creationId xmlns:a16="http://schemas.microsoft.com/office/drawing/2014/main" id="{0DF8E6F6-CDAC-854F-8A4F-06AC14F109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64" y="1252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0739" name="Group 742">
                  <a:extLst>
                    <a:ext uri="{FF2B5EF4-FFF2-40B4-BE49-F238E27FC236}">
                      <a16:creationId xmlns:a16="http://schemas.microsoft.com/office/drawing/2014/main" id="{8D6698C0-3C61-1540-B7C1-B7B6E839F6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24" y="2376"/>
                  <a:ext cx="68" cy="361"/>
                  <a:chOff x="8880" y="11880"/>
                  <a:chExt cx="336" cy="690"/>
                </a:xfrm>
              </p:grpSpPr>
              <p:grpSp>
                <p:nvGrpSpPr>
                  <p:cNvPr id="30792" name="Group 743">
                    <a:extLst>
                      <a:ext uri="{FF2B5EF4-FFF2-40B4-BE49-F238E27FC236}">
                        <a16:creationId xmlns:a16="http://schemas.microsoft.com/office/drawing/2014/main" id="{5688C673-A3D3-3F41-B6C1-DFD4599580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1880"/>
                    <a:ext cx="288" cy="144"/>
                    <a:chOff x="8904" y="11880"/>
                    <a:chExt cx="288" cy="144"/>
                  </a:xfrm>
                </p:grpSpPr>
                <p:sp>
                  <p:nvSpPr>
                    <p:cNvPr id="30801" name="Rectangle 744">
                      <a:extLst>
                        <a:ext uri="{FF2B5EF4-FFF2-40B4-BE49-F238E27FC236}">
                          <a16:creationId xmlns:a16="http://schemas.microsoft.com/office/drawing/2014/main" id="{2E98D2F5-50ED-7D41-A8BC-5ADFBA691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02" name="Rectangle 745">
                      <a:extLst>
                        <a:ext uri="{FF2B5EF4-FFF2-40B4-BE49-F238E27FC236}">
                          <a16:creationId xmlns:a16="http://schemas.microsoft.com/office/drawing/2014/main" id="{A274C81A-C0AC-C348-AF1A-2A5365176D4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0793" name="Group 746">
                    <a:extLst>
                      <a:ext uri="{FF2B5EF4-FFF2-40B4-BE49-F238E27FC236}">
                        <a16:creationId xmlns:a16="http://schemas.microsoft.com/office/drawing/2014/main" id="{A83749DD-EF27-9C4A-8A97-D0B0644259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4" y="12000"/>
                    <a:ext cx="288" cy="216"/>
                    <a:chOff x="8904" y="11880"/>
                    <a:chExt cx="288" cy="144"/>
                  </a:xfrm>
                </p:grpSpPr>
                <p:sp>
                  <p:nvSpPr>
                    <p:cNvPr id="30799" name="Rectangle 747">
                      <a:extLst>
                        <a:ext uri="{FF2B5EF4-FFF2-40B4-BE49-F238E27FC236}">
                          <a16:creationId xmlns:a16="http://schemas.microsoft.com/office/drawing/2014/main" id="{3F15489A-1FE8-B44C-9178-6621B9D14D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04" y="11880"/>
                      <a:ext cx="288" cy="14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800" name="Rectangle 748">
                      <a:extLst>
                        <a:ext uri="{FF2B5EF4-FFF2-40B4-BE49-F238E27FC236}">
                          <a16:creationId xmlns:a16="http://schemas.microsoft.com/office/drawing/2014/main" id="{1EBB8856-1869-3646-A920-67D631DB9A0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28" y="11904"/>
                      <a:ext cx="240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794" name="Rectangle 749">
                    <a:extLst>
                      <a:ext uri="{FF2B5EF4-FFF2-40B4-BE49-F238E27FC236}">
                        <a16:creationId xmlns:a16="http://schemas.microsoft.com/office/drawing/2014/main" id="{64A35BED-EDC8-BC44-882F-016788A54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80" y="12192"/>
                    <a:ext cx="336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795" name="Line 750">
                    <a:extLst>
                      <a:ext uri="{FF2B5EF4-FFF2-40B4-BE49-F238E27FC236}">
                        <a16:creationId xmlns:a16="http://schemas.microsoft.com/office/drawing/2014/main" id="{77D9EB44-A725-9A45-9440-ED64682240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76" y="1243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796" name="Line 751">
                    <a:extLst>
                      <a:ext uri="{FF2B5EF4-FFF2-40B4-BE49-F238E27FC236}">
                        <a16:creationId xmlns:a16="http://schemas.microsoft.com/office/drawing/2014/main" id="{2B3064EC-6F9F-4F40-A484-A0FB04A012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958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797" name="Line 752">
                    <a:extLst>
                      <a:ext uri="{FF2B5EF4-FFF2-40B4-BE49-F238E27FC236}">
                        <a16:creationId xmlns:a16="http://schemas.microsoft.com/office/drawing/2014/main" id="{584FA0EA-919E-7B41-9AFD-3D6115FD7E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144" y="12234"/>
                    <a:ext cx="0" cy="336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798" name="Line 753">
                    <a:extLst>
                      <a:ext uri="{FF2B5EF4-FFF2-40B4-BE49-F238E27FC236}">
                        <a16:creationId xmlns:a16="http://schemas.microsoft.com/office/drawing/2014/main" id="{AFE1DE7B-26B8-2046-9C80-8BDD01890F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964" y="1252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0740" name="Group 754">
                  <a:extLst>
                    <a:ext uri="{FF2B5EF4-FFF2-40B4-BE49-F238E27FC236}">
                      <a16:creationId xmlns:a16="http://schemas.microsoft.com/office/drawing/2014/main" id="{E2B4B4B0-0EF4-5045-A418-C99663B0AF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0" y="2168"/>
                  <a:ext cx="1225" cy="596"/>
                  <a:chOff x="1610" y="2168"/>
                  <a:chExt cx="1225" cy="596"/>
                </a:xfrm>
              </p:grpSpPr>
              <p:grpSp>
                <p:nvGrpSpPr>
                  <p:cNvPr id="30782" name="Group 755">
                    <a:extLst>
                      <a:ext uri="{FF2B5EF4-FFF2-40B4-BE49-F238E27FC236}">
                        <a16:creationId xmlns:a16="http://schemas.microsoft.com/office/drawing/2014/main" id="{F9929FEC-97D5-DA48-A995-07F1863B3E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55" y="2570"/>
                    <a:ext cx="1146" cy="194"/>
                    <a:chOff x="8400" y="10320"/>
                    <a:chExt cx="4848" cy="336"/>
                  </a:xfrm>
                </p:grpSpPr>
                <p:sp>
                  <p:nvSpPr>
                    <p:cNvPr id="30784" name="Rectangle 756">
                      <a:extLst>
                        <a:ext uri="{FF2B5EF4-FFF2-40B4-BE49-F238E27FC236}">
                          <a16:creationId xmlns:a16="http://schemas.microsoft.com/office/drawing/2014/main" id="{429E6929-0EA7-0044-A220-10C3F967B90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89" y="10551"/>
                      <a:ext cx="4306" cy="105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85" name="Rectangle 757">
                      <a:extLst>
                        <a:ext uri="{FF2B5EF4-FFF2-40B4-BE49-F238E27FC236}">
                          <a16:creationId xmlns:a16="http://schemas.microsoft.com/office/drawing/2014/main" id="{A73462A7-C4E4-E545-9438-F7926448A9C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774" y="10362"/>
                      <a:ext cx="195" cy="29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86" name="Rectangle 758">
                      <a:extLst>
                        <a:ext uri="{FF2B5EF4-FFF2-40B4-BE49-F238E27FC236}">
                          <a16:creationId xmlns:a16="http://schemas.microsoft.com/office/drawing/2014/main" id="{8E5A164B-D3EB-7C41-BF2B-7A9BDEDA5D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59" y="10362"/>
                      <a:ext cx="196" cy="29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87" name="Rectangle 759">
                      <a:extLst>
                        <a:ext uri="{FF2B5EF4-FFF2-40B4-BE49-F238E27FC236}">
                          <a16:creationId xmlns:a16="http://schemas.microsoft.com/office/drawing/2014/main" id="{91097B3E-4314-CC44-A9CA-FB4EFCF92B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45" y="10362"/>
                      <a:ext cx="196" cy="29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88" name="Rectangle 760">
                      <a:extLst>
                        <a:ext uri="{FF2B5EF4-FFF2-40B4-BE49-F238E27FC236}">
                          <a16:creationId xmlns:a16="http://schemas.microsoft.com/office/drawing/2014/main" id="{D33BBAA3-9197-DC43-A130-CAC168F731F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31" y="10362"/>
                      <a:ext cx="196" cy="29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89" name="Rectangle 761">
                      <a:extLst>
                        <a:ext uri="{FF2B5EF4-FFF2-40B4-BE49-F238E27FC236}">
                          <a16:creationId xmlns:a16="http://schemas.microsoft.com/office/drawing/2014/main" id="{FAC70015-0B82-5742-AD8C-11977C0325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717" y="10362"/>
                      <a:ext cx="195" cy="294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0790" name="Line 762">
                      <a:extLst>
                        <a:ext uri="{FF2B5EF4-FFF2-40B4-BE49-F238E27FC236}">
                          <a16:creationId xmlns:a16="http://schemas.microsoft.com/office/drawing/2014/main" id="{3A07C46E-873E-F247-BF8D-66B2ECB86B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00" y="10362"/>
                      <a:ext cx="484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0791" name="Line 763">
                      <a:extLst>
                        <a:ext uri="{FF2B5EF4-FFF2-40B4-BE49-F238E27FC236}">
                          <a16:creationId xmlns:a16="http://schemas.microsoft.com/office/drawing/2014/main" id="{22AD69F6-021F-3B48-BDCB-528252B305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00" y="10320"/>
                      <a:ext cx="484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sp>
                <p:nvSpPr>
                  <p:cNvPr id="30783" name="Rectangle 764">
                    <a:extLst>
                      <a:ext uri="{FF2B5EF4-FFF2-40B4-BE49-F238E27FC236}">
                        <a16:creationId xmlns:a16="http://schemas.microsoft.com/office/drawing/2014/main" id="{58672022-48D4-FA4F-9785-76F61D9E74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10" y="2168"/>
                    <a:ext cx="1225" cy="83"/>
                  </a:xfrm>
                  <a:prstGeom prst="rect">
                    <a:avLst/>
                  </a:prstGeom>
                  <a:solidFill>
                    <a:srgbClr val="996633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grpSp>
              <p:nvGrpSpPr>
                <p:cNvPr id="30741" name="Group 765">
                  <a:extLst>
                    <a:ext uri="{FF2B5EF4-FFF2-40B4-BE49-F238E27FC236}">
                      <a16:creationId xmlns:a16="http://schemas.microsoft.com/office/drawing/2014/main" id="{0E0CFDCE-A13C-434A-B5C8-11BCA1835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36" y="2321"/>
                  <a:ext cx="115" cy="222"/>
                  <a:chOff x="11664" y="12912"/>
                  <a:chExt cx="480" cy="384"/>
                </a:xfrm>
              </p:grpSpPr>
              <p:grpSp>
                <p:nvGrpSpPr>
                  <p:cNvPr id="30776" name="Group 766">
                    <a:extLst>
                      <a:ext uri="{FF2B5EF4-FFF2-40B4-BE49-F238E27FC236}">
                        <a16:creationId xmlns:a16="http://schemas.microsoft.com/office/drawing/2014/main" id="{652A8590-5B37-9144-BAD3-5435319B5B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712" y="13056"/>
                    <a:ext cx="432" cy="240"/>
                    <a:chOff x="10032" y="13056"/>
                    <a:chExt cx="432" cy="240"/>
                  </a:xfrm>
                </p:grpSpPr>
                <p:grpSp>
                  <p:nvGrpSpPr>
                    <p:cNvPr id="30778" name="Group 767">
                      <a:extLst>
                        <a:ext uri="{FF2B5EF4-FFF2-40B4-BE49-F238E27FC236}">
                          <a16:creationId xmlns:a16="http://schemas.microsoft.com/office/drawing/2014/main" id="{5960A0CE-3204-0D49-B89B-72D0CCA3F6F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032" y="13056"/>
                      <a:ext cx="432" cy="240"/>
                      <a:chOff x="8976" y="13056"/>
                      <a:chExt cx="432" cy="240"/>
                    </a:xfrm>
                  </p:grpSpPr>
                  <p:sp>
                    <p:nvSpPr>
                      <p:cNvPr id="30780" name="Rectangle 768">
                        <a:extLst>
                          <a:ext uri="{FF2B5EF4-FFF2-40B4-BE49-F238E27FC236}">
                            <a16:creationId xmlns:a16="http://schemas.microsoft.com/office/drawing/2014/main" id="{48A3A84D-B0BF-1240-A5A4-A8E4E10B7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76" y="13200"/>
                        <a:ext cx="432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0781" name="Rectangle 769">
                        <a:extLst>
                          <a:ext uri="{FF2B5EF4-FFF2-40B4-BE49-F238E27FC236}">
                            <a16:creationId xmlns:a16="http://schemas.microsoft.com/office/drawing/2014/main" id="{9BD21D86-DB3B-E743-81FA-612B281C3AC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9360" y="13056"/>
                        <a:ext cx="48" cy="144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0779" name="Rectangle 770">
                      <a:extLst>
                        <a:ext uri="{FF2B5EF4-FFF2-40B4-BE49-F238E27FC236}">
                          <a16:creationId xmlns:a16="http://schemas.microsoft.com/office/drawing/2014/main" id="{72A1AE43-9BBF-2146-8279-DB15416BDB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272" y="13104"/>
                      <a:ext cx="144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777" name="Rectangle 771">
                    <a:extLst>
                      <a:ext uri="{FF2B5EF4-FFF2-40B4-BE49-F238E27FC236}">
                        <a16:creationId xmlns:a16="http://schemas.microsoft.com/office/drawing/2014/main" id="{3370A675-A366-4E40-A5E7-BE19312770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664" y="12912"/>
                    <a:ext cx="480" cy="384"/>
                  </a:xfrm>
                  <a:prstGeom prst="rect">
                    <a:avLst/>
                  </a:prstGeom>
                  <a:noFill/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grpSp>
              <p:nvGrpSpPr>
                <p:cNvPr id="30742" name="Group 772">
                  <a:extLst>
                    <a:ext uri="{FF2B5EF4-FFF2-40B4-BE49-F238E27FC236}">
                      <a16:creationId xmlns:a16="http://schemas.microsoft.com/office/drawing/2014/main" id="{278671B1-32B4-D844-BD6C-2527E92F9B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43" y="2321"/>
                  <a:ext cx="136" cy="222"/>
                  <a:chOff x="10464" y="9888"/>
                  <a:chExt cx="576" cy="384"/>
                </a:xfrm>
              </p:grpSpPr>
              <p:grpSp>
                <p:nvGrpSpPr>
                  <p:cNvPr id="30768" name="Group 773">
                    <a:extLst>
                      <a:ext uri="{FF2B5EF4-FFF2-40B4-BE49-F238E27FC236}">
                        <a16:creationId xmlns:a16="http://schemas.microsoft.com/office/drawing/2014/main" id="{DE979DAF-DD86-CD4E-B570-3255AFCB9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464" y="9888"/>
                    <a:ext cx="480" cy="384"/>
                    <a:chOff x="11664" y="12912"/>
                    <a:chExt cx="480" cy="384"/>
                  </a:xfrm>
                </p:grpSpPr>
                <p:grpSp>
                  <p:nvGrpSpPr>
                    <p:cNvPr id="30770" name="Group 774">
                      <a:extLst>
                        <a:ext uri="{FF2B5EF4-FFF2-40B4-BE49-F238E27FC236}">
                          <a16:creationId xmlns:a16="http://schemas.microsoft.com/office/drawing/2014/main" id="{96C0BF63-8499-3A49-A803-4EE5D5D28ED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712" y="13056"/>
                      <a:ext cx="432" cy="240"/>
                      <a:chOff x="10032" y="13056"/>
                      <a:chExt cx="432" cy="240"/>
                    </a:xfrm>
                  </p:grpSpPr>
                  <p:grpSp>
                    <p:nvGrpSpPr>
                      <p:cNvPr id="30772" name="Group 775">
                        <a:extLst>
                          <a:ext uri="{FF2B5EF4-FFF2-40B4-BE49-F238E27FC236}">
                            <a16:creationId xmlns:a16="http://schemas.microsoft.com/office/drawing/2014/main" id="{BF4E801C-89DE-B34F-BA55-B57805183AF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0032" y="13056"/>
                        <a:ext cx="432" cy="240"/>
                        <a:chOff x="8976" y="13056"/>
                        <a:chExt cx="432" cy="240"/>
                      </a:xfrm>
                    </p:grpSpPr>
                    <p:sp>
                      <p:nvSpPr>
                        <p:cNvPr id="30774" name="Rectangle 776">
                          <a:extLst>
                            <a:ext uri="{FF2B5EF4-FFF2-40B4-BE49-F238E27FC236}">
                              <a16:creationId xmlns:a16="http://schemas.microsoft.com/office/drawing/2014/main" id="{FD3F243E-5D81-D748-948A-B2D9A300E85B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8976" y="13200"/>
                          <a:ext cx="432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  <p:sp>
                      <p:nvSpPr>
                        <p:cNvPr id="30775" name="Rectangle 777">
                          <a:extLst>
                            <a:ext uri="{FF2B5EF4-FFF2-40B4-BE49-F238E27FC236}">
                              <a16:creationId xmlns:a16="http://schemas.microsoft.com/office/drawing/2014/main" id="{762D63D1-5134-F841-B4CC-E3EE15D9850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9360" y="13056"/>
                          <a:ext cx="48" cy="144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30773" name="Rectangle 778">
                        <a:extLst>
                          <a:ext uri="{FF2B5EF4-FFF2-40B4-BE49-F238E27FC236}">
                            <a16:creationId xmlns:a16="http://schemas.microsoft.com/office/drawing/2014/main" id="{81B236FC-E600-5F43-B5A5-971599ED1D79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272" y="13104"/>
                        <a:ext cx="144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0771" name="Rectangle 779">
                      <a:extLst>
                        <a:ext uri="{FF2B5EF4-FFF2-40B4-BE49-F238E27FC236}">
                          <a16:creationId xmlns:a16="http://schemas.microsoft.com/office/drawing/2014/main" id="{B69E3CFA-1A31-C744-B949-C75BEFAA7A1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664" y="12912"/>
                      <a:ext cx="480" cy="384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769" name="Rectangle 780">
                    <a:extLst>
                      <a:ext uri="{FF2B5EF4-FFF2-40B4-BE49-F238E27FC236}">
                        <a16:creationId xmlns:a16="http://schemas.microsoft.com/office/drawing/2014/main" id="{E750B14D-8C44-6C4A-BF7C-27D4838F8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944" y="9888"/>
                    <a:ext cx="96" cy="384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grpSp>
              <p:nvGrpSpPr>
                <p:cNvPr id="30743" name="Group 781">
                  <a:extLst>
                    <a:ext uri="{FF2B5EF4-FFF2-40B4-BE49-F238E27FC236}">
                      <a16:creationId xmlns:a16="http://schemas.microsoft.com/office/drawing/2014/main" id="{0D8494B5-991A-A742-B5BA-BA3F7B0B4B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39" y="2256"/>
                  <a:ext cx="224" cy="287"/>
                  <a:chOff x="11294" y="9775"/>
                  <a:chExt cx="946" cy="497"/>
                </a:xfrm>
              </p:grpSpPr>
              <p:grpSp>
                <p:nvGrpSpPr>
                  <p:cNvPr id="30756" name="Group 782">
                    <a:extLst>
                      <a:ext uri="{FF2B5EF4-FFF2-40B4-BE49-F238E27FC236}">
                        <a16:creationId xmlns:a16="http://schemas.microsoft.com/office/drawing/2014/main" id="{927203D1-1F27-3F41-9ADB-68720EBF4D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664" y="9888"/>
                    <a:ext cx="576" cy="384"/>
                    <a:chOff x="10464" y="9888"/>
                    <a:chExt cx="576" cy="384"/>
                  </a:xfrm>
                </p:grpSpPr>
                <p:grpSp>
                  <p:nvGrpSpPr>
                    <p:cNvPr id="30760" name="Group 783">
                      <a:extLst>
                        <a:ext uri="{FF2B5EF4-FFF2-40B4-BE49-F238E27FC236}">
                          <a16:creationId xmlns:a16="http://schemas.microsoft.com/office/drawing/2014/main" id="{74B696BB-2F8D-7D41-A148-151E59450A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464" y="9888"/>
                      <a:ext cx="480" cy="384"/>
                      <a:chOff x="11664" y="12912"/>
                      <a:chExt cx="480" cy="384"/>
                    </a:xfrm>
                  </p:grpSpPr>
                  <p:grpSp>
                    <p:nvGrpSpPr>
                      <p:cNvPr id="30762" name="Group 784">
                        <a:extLst>
                          <a:ext uri="{FF2B5EF4-FFF2-40B4-BE49-F238E27FC236}">
                            <a16:creationId xmlns:a16="http://schemas.microsoft.com/office/drawing/2014/main" id="{F035FA50-EF6B-6240-8009-9DB5076E6F9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1712" y="13056"/>
                        <a:ext cx="432" cy="240"/>
                        <a:chOff x="10032" y="13056"/>
                        <a:chExt cx="432" cy="240"/>
                      </a:xfrm>
                    </p:grpSpPr>
                    <p:grpSp>
                      <p:nvGrpSpPr>
                        <p:cNvPr id="30764" name="Group 785">
                          <a:extLst>
                            <a:ext uri="{FF2B5EF4-FFF2-40B4-BE49-F238E27FC236}">
                              <a16:creationId xmlns:a16="http://schemas.microsoft.com/office/drawing/2014/main" id="{7170A6B7-B9D9-274D-9670-93745890F83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0032" y="13056"/>
                          <a:ext cx="432" cy="240"/>
                          <a:chOff x="8976" y="13056"/>
                          <a:chExt cx="432" cy="240"/>
                        </a:xfrm>
                      </p:grpSpPr>
                      <p:sp>
                        <p:nvSpPr>
                          <p:cNvPr id="30766" name="Rectangle 786">
                            <a:extLst>
                              <a:ext uri="{FF2B5EF4-FFF2-40B4-BE49-F238E27FC236}">
                                <a16:creationId xmlns:a16="http://schemas.microsoft.com/office/drawing/2014/main" id="{5AD14F5A-B177-374E-A599-494444C49D2B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8976" y="13200"/>
                            <a:ext cx="432" cy="96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  <p:sp>
                        <p:nvSpPr>
                          <p:cNvPr id="30767" name="Rectangle 787">
                            <a:extLst>
                              <a:ext uri="{FF2B5EF4-FFF2-40B4-BE49-F238E27FC236}">
                                <a16:creationId xmlns:a16="http://schemas.microsoft.com/office/drawing/2014/main" id="{5E30DF9A-C1BE-0E4A-B785-E9CF6FD6BDB5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9360" y="13056"/>
                            <a:ext cx="48" cy="144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</p:grpSp>
                    <p:sp>
                      <p:nvSpPr>
                        <p:cNvPr id="30765" name="Rectangle 788">
                          <a:extLst>
                            <a:ext uri="{FF2B5EF4-FFF2-40B4-BE49-F238E27FC236}">
                              <a16:creationId xmlns:a16="http://schemas.microsoft.com/office/drawing/2014/main" id="{645CAED7-7D87-A942-AE55-9C7A00D59962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0272" y="13104"/>
                          <a:ext cx="144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30763" name="Rectangle 789">
                        <a:extLst>
                          <a:ext uri="{FF2B5EF4-FFF2-40B4-BE49-F238E27FC236}">
                            <a16:creationId xmlns:a16="http://schemas.microsoft.com/office/drawing/2014/main" id="{52F08E0E-9593-964A-9F8D-44C815E1C69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1664" y="12912"/>
                        <a:ext cx="480" cy="384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0761" name="Rectangle 790">
                      <a:extLst>
                        <a:ext uri="{FF2B5EF4-FFF2-40B4-BE49-F238E27FC236}">
                          <a16:creationId xmlns:a16="http://schemas.microsoft.com/office/drawing/2014/main" id="{97617833-8FEC-A84E-84E7-69AA7550A8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944" y="9888"/>
                      <a:ext cx="96" cy="38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30757" name="Rectangle 791">
                    <a:extLst>
                      <a:ext uri="{FF2B5EF4-FFF2-40B4-BE49-F238E27FC236}">
                        <a16:creationId xmlns:a16="http://schemas.microsoft.com/office/drawing/2014/main" id="{2C323925-5234-0B4A-8569-63C896BAA5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144" y="9888"/>
                    <a:ext cx="96" cy="192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758" name="Rectangle 792">
                    <a:extLst>
                      <a:ext uri="{FF2B5EF4-FFF2-40B4-BE49-F238E27FC236}">
                        <a16:creationId xmlns:a16="http://schemas.microsoft.com/office/drawing/2014/main" id="{2B4BDBA4-2884-7B4A-8009-4169628422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664" y="9888"/>
                    <a:ext cx="240" cy="144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759" name="Text Box 793">
                    <a:extLst>
                      <a:ext uri="{FF2B5EF4-FFF2-40B4-BE49-F238E27FC236}">
                        <a16:creationId xmlns:a16="http://schemas.microsoft.com/office/drawing/2014/main" id="{F8346553-F290-A34A-A856-3F86E1CA3D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294" y="9775"/>
                    <a:ext cx="877" cy="354"/>
                  </a:xfrm>
                  <a:prstGeom prst="rect">
                    <a:avLst/>
                  </a:prstGeom>
                  <a:noFill/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7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rPr>
                      <a:t>X</a:t>
                    </a:r>
                    <a:endParaRPr lang="pt-BR" altLang="pt-BR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30744" name="AutoShape 794">
                  <a:extLst>
                    <a:ext uri="{FF2B5EF4-FFF2-40B4-BE49-F238E27FC236}">
                      <a16:creationId xmlns:a16="http://schemas.microsoft.com/office/drawing/2014/main" id="{218A1234-9476-C443-AF1E-5857547422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2" y="2321"/>
                  <a:ext cx="26" cy="111"/>
                </a:xfrm>
                <a:prstGeom prst="can">
                  <a:avLst>
                    <a:gd name="adj" fmla="val 106731"/>
                  </a:avLst>
                </a:prstGeom>
                <a:solidFill>
                  <a:schemeClr val="tx1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0745" name="AutoShape 795">
                  <a:extLst>
                    <a:ext uri="{FF2B5EF4-FFF2-40B4-BE49-F238E27FC236}">
                      <a16:creationId xmlns:a16="http://schemas.microsoft.com/office/drawing/2014/main" id="{ACF097F4-AC1E-E44B-B189-C3944184C7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4190731" flipH="1">
                  <a:off x="1937" y="2433"/>
                  <a:ext cx="39" cy="37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grpSp>
              <p:nvGrpSpPr>
                <p:cNvPr id="30746" name="Group 796">
                  <a:extLst>
                    <a:ext uri="{FF2B5EF4-FFF2-40B4-BE49-F238E27FC236}">
                      <a16:creationId xmlns:a16="http://schemas.microsoft.com/office/drawing/2014/main" id="{407ECADD-AB8C-F84D-AEA2-633EFF4641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79" y="2321"/>
                  <a:ext cx="50" cy="150"/>
                  <a:chOff x="9696" y="9984"/>
                  <a:chExt cx="211" cy="261"/>
                </a:xfrm>
              </p:grpSpPr>
              <p:sp>
                <p:nvSpPr>
                  <p:cNvPr id="30754" name="AutoShape 797">
                    <a:extLst>
                      <a:ext uri="{FF2B5EF4-FFF2-40B4-BE49-F238E27FC236}">
                        <a16:creationId xmlns:a16="http://schemas.microsoft.com/office/drawing/2014/main" id="{1B8CCF84-83B6-A44F-A834-E95883B410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92" y="9984"/>
                    <a:ext cx="115" cy="192"/>
                  </a:xfrm>
                  <a:prstGeom prst="can">
                    <a:avLst>
                      <a:gd name="adj" fmla="val 41739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755" name="AutoShape 798">
                    <a:extLst>
                      <a:ext uri="{FF2B5EF4-FFF2-40B4-BE49-F238E27FC236}">
                        <a16:creationId xmlns:a16="http://schemas.microsoft.com/office/drawing/2014/main" id="{646A9A81-4A96-E045-B05A-65A06AB241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4190731" flipH="1">
                    <a:off x="9737" y="10135"/>
                    <a:ext cx="69" cy="151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grpSp>
              <p:nvGrpSpPr>
                <p:cNvPr id="30747" name="Group 799">
                  <a:extLst>
                    <a:ext uri="{FF2B5EF4-FFF2-40B4-BE49-F238E27FC236}">
                      <a16:creationId xmlns:a16="http://schemas.microsoft.com/office/drawing/2014/main" id="{59912453-B958-974A-9408-297EE9B9D9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80" y="2488"/>
                  <a:ext cx="56" cy="26"/>
                  <a:chOff x="9216" y="8640"/>
                  <a:chExt cx="240" cy="48"/>
                </a:xfrm>
              </p:grpSpPr>
              <p:sp>
                <p:nvSpPr>
                  <p:cNvPr id="30752" name="Rectangle 800">
                    <a:extLst>
                      <a:ext uri="{FF2B5EF4-FFF2-40B4-BE49-F238E27FC236}">
                        <a16:creationId xmlns:a16="http://schemas.microsoft.com/office/drawing/2014/main" id="{00250DEE-30BA-D64A-9FF3-144D677D6C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216" y="8640"/>
                    <a:ext cx="96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0753" name="Line 801">
                    <a:extLst>
                      <a:ext uri="{FF2B5EF4-FFF2-40B4-BE49-F238E27FC236}">
                        <a16:creationId xmlns:a16="http://schemas.microsoft.com/office/drawing/2014/main" id="{787C3E09-BFE0-284F-9BA3-FAA5C17113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312" y="8664"/>
                    <a:ext cx="144" cy="0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0748" name="Group 802">
                  <a:extLst>
                    <a:ext uri="{FF2B5EF4-FFF2-40B4-BE49-F238E27FC236}">
                      <a16:creationId xmlns:a16="http://schemas.microsoft.com/office/drawing/2014/main" id="{8A8831D3-2A6F-3A4D-BED6-66AADB5EB1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74" y="2376"/>
                  <a:ext cx="22" cy="112"/>
                  <a:chOff x="10416" y="8688"/>
                  <a:chExt cx="96" cy="192"/>
                </a:xfrm>
              </p:grpSpPr>
              <p:sp>
                <p:nvSpPr>
                  <p:cNvPr id="30749" name="Line 803">
                    <a:extLst>
                      <a:ext uri="{FF2B5EF4-FFF2-40B4-BE49-F238E27FC236}">
                        <a16:creationId xmlns:a16="http://schemas.microsoft.com/office/drawing/2014/main" id="{D1DA051D-C0B0-9B4D-8203-9AECEA31EF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0416" y="8688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750" name="Line 804">
                    <a:extLst>
                      <a:ext uri="{FF2B5EF4-FFF2-40B4-BE49-F238E27FC236}">
                        <a16:creationId xmlns:a16="http://schemas.microsoft.com/office/drawing/2014/main" id="{8138C35E-C408-5A4A-9CC3-0FC61494EF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0464" y="8688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0751" name="Rectangle 805">
                    <a:extLst>
                      <a:ext uri="{FF2B5EF4-FFF2-40B4-BE49-F238E27FC236}">
                        <a16:creationId xmlns:a16="http://schemas.microsoft.com/office/drawing/2014/main" id="{4A61B87A-B20B-B242-AFE5-6973A9123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40" y="8742"/>
                    <a:ext cx="47" cy="138"/>
                  </a:xfrm>
                  <a:prstGeom prst="rect">
                    <a:avLst/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</p:grpSp>
        </p:grpSp>
        <p:pic>
          <p:nvPicPr>
            <p:cNvPr id="30730" name="Picture 806">
              <a:extLst>
                <a:ext uri="{FF2B5EF4-FFF2-40B4-BE49-F238E27FC236}">
                  <a16:creationId xmlns:a16="http://schemas.microsoft.com/office/drawing/2014/main" id="{D018B51C-F819-C445-B3C9-5479B6459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4899" y="2086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31" name="Rectangle 807">
              <a:extLst>
                <a:ext uri="{FF2B5EF4-FFF2-40B4-BE49-F238E27FC236}">
                  <a16:creationId xmlns:a16="http://schemas.microsoft.com/office/drawing/2014/main" id="{CB5DAC97-444E-BB41-9086-DD2A1C495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973"/>
              <a:ext cx="1300" cy="4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pic>
          <p:nvPicPr>
            <p:cNvPr id="30732" name="Picture 808">
              <a:extLst>
                <a:ext uri="{FF2B5EF4-FFF2-40B4-BE49-F238E27FC236}">
                  <a16:creationId xmlns:a16="http://schemas.microsoft.com/office/drawing/2014/main" id="{082FC647-FF49-F240-B4E1-92A4D4ED3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6" t="41676" r="35428" b="42709"/>
            <a:stretch>
              <a:fillRect/>
            </a:stretch>
          </p:blipFill>
          <p:spPr bwMode="auto">
            <a:xfrm>
              <a:off x="3424" y="1858"/>
              <a:ext cx="244" cy="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33" name="Freeform 809">
              <a:extLst>
                <a:ext uri="{FF2B5EF4-FFF2-40B4-BE49-F238E27FC236}">
                  <a16:creationId xmlns:a16="http://schemas.microsoft.com/office/drawing/2014/main" id="{7BECF4CE-9AB3-FE46-A903-C2A0B925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706"/>
              <a:ext cx="1408" cy="380"/>
            </a:xfrm>
            <a:custGeom>
              <a:avLst/>
              <a:gdLst>
                <a:gd name="T0" fmla="*/ 0 w 2359"/>
                <a:gd name="T1" fmla="*/ 24 h 605"/>
                <a:gd name="T2" fmla="*/ 31 w 2359"/>
                <a:gd name="T3" fmla="*/ 10 h 605"/>
                <a:gd name="T4" fmla="*/ 96 w 2359"/>
                <a:gd name="T5" fmla="*/ 2 h 605"/>
                <a:gd name="T6" fmla="*/ 155 w 2359"/>
                <a:gd name="T7" fmla="*/ 19 h 605"/>
                <a:gd name="T8" fmla="*/ 178 w 2359"/>
                <a:gd name="T9" fmla="*/ 59 h 6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9"/>
                <a:gd name="T16" fmla="*/ 0 h 605"/>
                <a:gd name="T17" fmla="*/ 2359 w 2359"/>
                <a:gd name="T18" fmla="*/ 605 h 6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9" h="605">
                  <a:moveTo>
                    <a:pt x="0" y="242"/>
                  </a:moveTo>
                  <a:cubicBezTo>
                    <a:pt x="98" y="193"/>
                    <a:pt x="196" y="144"/>
                    <a:pt x="408" y="106"/>
                  </a:cubicBezTo>
                  <a:cubicBezTo>
                    <a:pt x="620" y="68"/>
                    <a:pt x="998" y="0"/>
                    <a:pt x="1270" y="15"/>
                  </a:cubicBezTo>
                  <a:cubicBezTo>
                    <a:pt x="1542" y="30"/>
                    <a:pt x="1860" y="99"/>
                    <a:pt x="2041" y="197"/>
                  </a:cubicBezTo>
                  <a:cubicBezTo>
                    <a:pt x="2222" y="295"/>
                    <a:pt x="2290" y="450"/>
                    <a:pt x="2359" y="605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pt-BR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2">
            <a:extLst>
              <a:ext uri="{FF2B5EF4-FFF2-40B4-BE49-F238E27FC236}">
                <a16:creationId xmlns:a16="http://schemas.microsoft.com/office/drawing/2014/main" id="{B0A85E65-FA00-2F48-9079-AC1D5FEC47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Produzir lote piloto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2B35B87E-5817-6E4D-B08A-87B5FEC34802}"/>
              </a:ext>
            </a:extLst>
          </p:cNvPr>
          <p:cNvGrpSpPr>
            <a:grpSpLocks/>
          </p:cNvGrpSpPr>
          <p:nvPr/>
        </p:nvGrpSpPr>
        <p:grpSpPr bwMode="auto">
          <a:xfrm>
            <a:off x="442913" y="877888"/>
            <a:ext cx="8428037" cy="1503362"/>
            <a:chOff x="311" y="650"/>
            <a:chExt cx="5309" cy="947"/>
          </a:xfrm>
        </p:grpSpPr>
        <p:grpSp>
          <p:nvGrpSpPr>
            <p:cNvPr id="32780" name="Group 4">
              <a:extLst>
                <a:ext uri="{FF2B5EF4-FFF2-40B4-BE49-F238E27FC236}">
                  <a16:creationId xmlns:a16="http://schemas.microsoft.com/office/drawing/2014/main" id="{BF1DC846-ACD2-F54E-9FC6-46D4D5AD0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" y="650"/>
              <a:ext cx="1127" cy="654"/>
              <a:chOff x="385" y="119"/>
              <a:chExt cx="1746" cy="1013"/>
            </a:xfrm>
          </p:grpSpPr>
          <p:pic>
            <p:nvPicPr>
              <p:cNvPr id="33018" name="Picture 5">
                <a:extLst>
                  <a:ext uri="{FF2B5EF4-FFF2-40B4-BE49-F238E27FC236}">
                    <a16:creationId xmlns:a16="http://schemas.microsoft.com/office/drawing/2014/main" id="{76F43BE3-8D5E-ED46-84A3-6A4844EE4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1860" y="499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019" name="Rectangle 6">
                <a:extLst>
                  <a:ext uri="{FF2B5EF4-FFF2-40B4-BE49-F238E27FC236}">
                    <a16:creationId xmlns:a16="http://schemas.microsoft.com/office/drawing/2014/main" id="{717B6078-A497-9A4D-BF6F-AD3485107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" y="386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grpSp>
            <p:nvGrpSpPr>
              <p:cNvPr id="33020" name="Group 7">
                <a:extLst>
                  <a:ext uri="{FF2B5EF4-FFF2-40B4-BE49-F238E27FC236}">
                    <a16:creationId xmlns:a16="http://schemas.microsoft.com/office/drawing/2014/main" id="{329391C0-83B2-EA44-930C-967DE4A683E3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912" y="471"/>
                <a:ext cx="379" cy="301"/>
                <a:chOff x="1728" y="3306"/>
                <a:chExt cx="1205" cy="894"/>
              </a:xfrm>
            </p:grpSpPr>
            <p:sp>
              <p:nvSpPr>
                <p:cNvPr id="33307" name="Freeform 8">
                  <a:extLst>
                    <a:ext uri="{FF2B5EF4-FFF2-40B4-BE49-F238E27FC236}">
                      <a16:creationId xmlns:a16="http://schemas.microsoft.com/office/drawing/2014/main" id="{F11A17EE-43E0-0346-93D7-2446440089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20" y="3322"/>
                  <a:ext cx="413" cy="758"/>
                </a:xfrm>
                <a:custGeom>
                  <a:avLst/>
                  <a:gdLst>
                    <a:gd name="T0" fmla="*/ 0 w 413"/>
                    <a:gd name="T1" fmla="*/ 0 h 758"/>
                    <a:gd name="T2" fmla="*/ 0 w 413"/>
                    <a:gd name="T3" fmla="*/ 757 h 758"/>
                    <a:gd name="T4" fmla="*/ 412 w 413"/>
                    <a:gd name="T5" fmla="*/ 674 h 758"/>
                    <a:gd name="T6" fmla="*/ 412 w 413"/>
                    <a:gd name="T7" fmla="*/ 48 h 758"/>
                    <a:gd name="T8" fmla="*/ 0 w 413"/>
                    <a:gd name="T9" fmla="*/ 0 h 7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758"/>
                    <a:gd name="T17" fmla="*/ 413 w 413"/>
                    <a:gd name="T18" fmla="*/ 758 h 7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758">
                      <a:moveTo>
                        <a:pt x="0" y="0"/>
                      </a:moveTo>
                      <a:lnTo>
                        <a:pt x="0" y="757"/>
                      </a:lnTo>
                      <a:lnTo>
                        <a:pt x="412" y="674"/>
                      </a:lnTo>
                      <a:lnTo>
                        <a:pt x="412" y="4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8" name="Line 9">
                  <a:extLst>
                    <a:ext uri="{FF2B5EF4-FFF2-40B4-BE49-F238E27FC236}">
                      <a16:creationId xmlns:a16="http://schemas.microsoft.com/office/drawing/2014/main" id="{E3015D04-AA92-4340-8D55-B7937471A26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89" y="3348"/>
                  <a:ext cx="0" cy="69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309" name="Freeform 10">
                  <a:extLst>
                    <a:ext uri="{FF2B5EF4-FFF2-40B4-BE49-F238E27FC236}">
                      <a16:creationId xmlns:a16="http://schemas.microsoft.com/office/drawing/2014/main" id="{A64411E5-50F1-9042-AEFC-7C0F374146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8" y="3306"/>
                  <a:ext cx="198" cy="514"/>
                </a:xfrm>
                <a:custGeom>
                  <a:avLst/>
                  <a:gdLst>
                    <a:gd name="T0" fmla="*/ 0 w 198"/>
                    <a:gd name="T1" fmla="*/ 22 h 514"/>
                    <a:gd name="T2" fmla="*/ 0 w 198"/>
                    <a:gd name="T3" fmla="*/ 482 h 514"/>
                    <a:gd name="T4" fmla="*/ 197 w 198"/>
                    <a:gd name="T5" fmla="*/ 513 h 514"/>
                    <a:gd name="T6" fmla="*/ 197 w 198"/>
                    <a:gd name="T7" fmla="*/ 0 h 514"/>
                    <a:gd name="T8" fmla="*/ 0 w 198"/>
                    <a:gd name="T9" fmla="*/ 22 h 5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14"/>
                    <a:gd name="T17" fmla="*/ 198 w 198"/>
                    <a:gd name="T18" fmla="*/ 514 h 5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14">
                      <a:moveTo>
                        <a:pt x="0" y="22"/>
                      </a:moveTo>
                      <a:lnTo>
                        <a:pt x="0" y="482"/>
                      </a:lnTo>
                      <a:lnTo>
                        <a:pt x="197" y="513"/>
                      </a:lnTo>
                      <a:lnTo>
                        <a:pt x="197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0" name="Freeform 11">
                  <a:extLst>
                    <a:ext uri="{FF2B5EF4-FFF2-40B4-BE49-F238E27FC236}">
                      <a16:creationId xmlns:a16="http://schemas.microsoft.com/office/drawing/2014/main" id="{E1483C6B-7C26-F842-A70B-E58A002E4B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9" y="3491"/>
                  <a:ext cx="138" cy="334"/>
                </a:xfrm>
                <a:custGeom>
                  <a:avLst/>
                  <a:gdLst>
                    <a:gd name="T0" fmla="*/ 44 w 138"/>
                    <a:gd name="T1" fmla="*/ 0 h 334"/>
                    <a:gd name="T2" fmla="*/ 42 w 138"/>
                    <a:gd name="T3" fmla="*/ 183 h 334"/>
                    <a:gd name="T4" fmla="*/ 0 w 138"/>
                    <a:gd name="T5" fmla="*/ 333 h 334"/>
                    <a:gd name="T6" fmla="*/ 137 w 138"/>
                    <a:gd name="T7" fmla="*/ 299 h 334"/>
                    <a:gd name="T8" fmla="*/ 137 w 138"/>
                    <a:gd name="T9" fmla="*/ 0 h 334"/>
                    <a:gd name="T10" fmla="*/ 44 w 138"/>
                    <a:gd name="T11" fmla="*/ 0 h 3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8"/>
                    <a:gd name="T19" fmla="*/ 0 h 334"/>
                    <a:gd name="T20" fmla="*/ 138 w 138"/>
                    <a:gd name="T21" fmla="*/ 334 h 3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8" h="334">
                      <a:moveTo>
                        <a:pt x="44" y="0"/>
                      </a:moveTo>
                      <a:lnTo>
                        <a:pt x="42" y="183"/>
                      </a:lnTo>
                      <a:lnTo>
                        <a:pt x="0" y="333"/>
                      </a:lnTo>
                      <a:lnTo>
                        <a:pt x="137" y="299"/>
                      </a:lnTo>
                      <a:lnTo>
                        <a:pt x="137" y="0"/>
                      </a:lnTo>
                      <a:lnTo>
                        <a:pt x="44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1" name="Rectangle 12">
                  <a:extLst>
                    <a:ext uri="{FF2B5EF4-FFF2-40B4-BE49-F238E27FC236}">
                      <a16:creationId xmlns:a16="http://schemas.microsoft.com/office/drawing/2014/main" id="{C2D40894-E47A-AE48-8821-8771B3CDCDC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08" y="3326"/>
                  <a:ext cx="3" cy="740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12" name="Line 13">
                  <a:extLst>
                    <a:ext uri="{FF2B5EF4-FFF2-40B4-BE49-F238E27FC236}">
                      <a16:creationId xmlns:a16="http://schemas.microsoft.com/office/drawing/2014/main" id="{3CCB3783-7A85-C548-B0C2-7FC4BFF51AD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890" y="3368"/>
                  <a:ext cx="0" cy="6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313" name="Line 14">
                  <a:extLst>
                    <a:ext uri="{FF2B5EF4-FFF2-40B4-BE49-F238E27FC236}">
                      <a16:creationId xmlns:a16="http://schemas.microsoft.com/office/drawing/2014/main" id="{875052ED-3E50-494A-80B5-1E5D9BC469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98" y="3360"/>
                  <a:ext cx="0" cy="65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314" name="Freeform 15">
                  <a:extLst>
                    <a:ext uri="{FF2B5EF4-FFF2-40B4-BE49-F238E27FC236}">
                      <a16:creationId xmlns:a16="http://schemas.microsoft.com/office/drawing/2014/main" id="{ABECEBD9-8228-0B49-81D3-B9793BC0BF3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46" y="3522"/>
                  <a:ext cx="33" cy="242"/>
                </a:xfrm>
                <a:custGeom>
                  <a:avLst/>
                  <a:gdLst>
                    <a:gd name="T0" fmla="*/ 0 w 33"/>
                    <a:gd name="T1" fmla="*/ 0 h 242"/>
                    <a:gd name="T2" fmla="*/ 0 w 33"/>
                    <a:gd name="T3" fmla="*/ 241 h 242"/>
                    <a:gd name="T4" fmla="*/ 32 w 33"/>
                    <a:gd name="T5" fmla="*/ 235 h 242"/>
                    <a:gd name="T6" fmla="*/ 32 w 33"/>
                    <a:gd name="T7" fmla="*/ 4 h 242"/>
                    <a:gd name="T8" fmla="*/ 0 w 33"/>
                    <a:gd name="T9" fmla="*/ 0 h 2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242"/>
                    <a:gd name="T17" fmla="*/ 33 w 33"/>
                    <a:gd name="T18" fmla="*/ 242 h 2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242">
                      <a:moveTo>
                        <a:pt x="0" y="0"/>
                      </a:moveTo>
                      <a:lnTo>
                        <a:pt x="0" y="241"/>
                      </a:lnTo>
                      <a:lnTo>
                        <a:pt x="32" y="235"/>
                      </a:lnTo>
                      <a:lnTo>
                        <a:pt x="32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5" name="Freeform 16">
                  <a:extLst>
                    <a:ext uri="{FF2B5EF4-FFF2-40B4-BE49-F238E27FC236}">
                      <a16:creationId xmlns:a16="http://schemas.microsoft.com/office/drawing/2014/main" id="{48AE45AD-E377-3C42-B463-389660D8F4F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66" y="3665"/>
                  <a:ext cx="27" cy="90"/>
                </a:xfrm>
                <a:custGeom>
                  <a:avLst/>
                  <a:gdLst>
                    <a:gd name="T0" fmla="*/ 0 w 27"/>
                    <a:gd name="T1" fmla="*/ 0 h 90"/>
                    <a:gd name="T2" fmla="*/ 0 w 27"/>
                    <a:gd name="T3" fmla="*/ 8 h 90"/>
                    <a:gd name="T4" fmla="*/ 19 w 27"/>
                    <a:gd name="T5" fmla="*/ 10 h 90"/>
                    <a:gd name="T6" fmla="*/ 19 w 27"/>
                    <a:gd name="T7" fmla="*/ 81 h 90"/>
                    <a:gd name="T8" fmla="*/ 2 w 27"/>
                    <a:gd name="T9" fmla="*/ 77 h 90"/>
                    <a:gd name="T10" fmla="*/ 2 w 27"/>
                    <a:gd name="T11" fmla="*/ 83 h 90"/>
                    <a:gd name="T12" fmla="*/ 26 w 27"/>
                    <a:gd name="T13" fmla="*/ 89 h 90"/>
                    <a:gd name="T14" fmla="*/ 26 w 27"/>
                    <a:gd name="T15" fmla="*/ 6 h 90"/>
                    <a:gd name="T16" fmla="*/ 0 w 27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7"/>
                    <a:gd name="T28" fmla="*/ 0 h 90"/>
                    <a:gd name="T29" fmla="*/ 27 w 27"/>
                    <a:gd name="T30" fmla="*/ 90 h 9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7" h="90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19" y="10"/>
                      </a:lnTo>
                      <a:lnTo>
                        <a:pt x="19" y="81"/>
                      </a:lnTo>
                      <a:lnTo>
                        <a:pt x="2" y="77"/>
                      </a:lnTo>
                      <a:lnTo>
                        <a:pt x="2" y="83"/>
                      </a:lnTo>
                      <a:lnTo>
                        <a:pt x="26" y="89"/>
                      </a:lnTo>
                      <a:lnTo>
                        <a:pt x="26" y="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6" name="Freeform 17">
                  <a:extLst>
                    <a:ext uri="{FF2B5EF4-FFF2-40B4-BE49-F238E27FC236}">
                      <a16:creationId xmlns:a16="http://schemas.microsoft.com/office/drawing/2014/main" id="{5DB76559-9129-9E4A-B6AF-87787928AA5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40" y="3806"/>
                  <a:ext cx="270" cy="44"/>
                </a:xfrm>
                <a:custGeom>
                  <a:avLst/>
                  <a:gdLst>
                    <a:gd name="T0" fmla="*/ 80 w 270"/>
                    <a:gd name="T1" fmla="*/ 0 h 44"/>
                    <a:gd name="T2" fmla="*/ 0 w 270"/>
                    <a:gd name="T3" fmla="*/ 19 h 44"/>
                    <a:gd name="T4" fmla="*/ 172 w 270"/>
                    <a:gd name="T5" fmla="*/ 43 h 44"/>
                    <a:gd name="T6" fmla="*/ 269 w 270"/>
                    <a:gd name="T7" fmla="*/ 19 h 44"/>
                    <a:gd name="T8" fmla="*/ 80 w 270"/>
                    <a:gd name="T9" fmla="*/ 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0"/>
                    <a:gd name="T16" fmla="*/ 0 h 44"/>
                    <a:gd name="T17" fmla="*/ 270 w 27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0" h="44">
                      <a:moveTo>
                        <a:pt x="80" y="0"/>
                      </a:moveTo>
                      <a:lnTo>
                        <a:pt x="0" y="19"/>
                      </a:lnTo>
                      <a:lnTo>
                        <a:pt x="172" y="43"/>
                      </a:lnTo>
                      <a:lnTo>
                        <a:pt x="269" y="19"/>
                      </a:lnTo>
                      <a:lnTo>
                        <a:pt x="8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7" name="Freeform 18">
                  <a:extLst>
                    <a:ext uri="{FF2B5EF4-FFF2-40B4-BE49-F238E27FC236}">
                      <a16:creationId xmlns:a16="http://schemas.microsoft.com/office/drawing/2014/main" id="{C4A48075-AF0C-A24A-B2CD-2D4842BD16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52"/>
                  <a:ext cx="26" cy="33"/>
                </a:xfrm>
                <a:custGeom>
                  <a:avLst/>
                  <a:gdLst>
                    <a:gd name="T0" fmla="*/ 2 w 26"/>
                    <a:gd name="T1" fmla="*/ 0 h 33"/>
                    <a:gd name="T2" fmla="*/ 0 w 26"/>
                    <a:gd name="T3" fmla="*/ 32 h 33"/>
                    <a:gd name="T4" fmla="*/ 25 w 26"/>
                    <a:gd name="T5" fmla="*/ 28 h 33"/>
                    <a:gd name="T6" fmla="*/ 25 w 26"/>
                    <a:gd name="T7" fmla="*/ 4 h 33"/>
                    <a:gd name="T8" fmla="*/ 2 w 26"/>
                    <a:gd name="T9" fmla="*/ 0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3"/>
                    <a:gd name="T17" fmla="*/ 26 w 26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3">
                      <a:moveTo>
                        <a:pt x="2" y="0"/>
                      </a:moveTo>
                      <a:lnTo>
                        <a:pt x="0" y="32"/>
                      </a:lnTo>
                      <a:lnTo>
                        <a:pt x="25" y="28"/>
                      </a:lnTo>
                      <a:lnTo>
                        <a:pt x="25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8" name="Freeform 19">
                  <a:extLst>
                    <a:ext uri="{FF2B5EF4-FFF2-40B4-BE49-F238E27FC236}">
                      <a16:creationId xmlns:a16="http://schemas.microsoft.com/office/drawing/2014/main" id="{D9770EFC-6DE1-6841-B47D-48C765D522D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7" y="4056"/>
                  <a:ext cx="28" cy="31"/>
                </a:xfrm>
                <a:custGeom>
                  <a:avLst/>
                  <a:gdLst>
                    <a:gd name="T0" fmla="*/ 0 w 28"/>
                    <a:gd name="T1" fmla="*/ 0 h 31"/>
                    <a:gd name="T2" fmla="*/ 0 w 28"/>
                    <a:gd name="T3" fmla="*/ 24 h 31"/>
                    <a:gd name="T4" fmla="*/ 27 w 28"/>
                    <a:gd name="T5" fmla="*/ 30 h 31"/>
                    <a:gd name="T6" fmla="*/ 27 w 28"/>
                    <a:gd name="T7" fmla="*/ 4 h 31"/>
                    <a:gd name="T8" fmla="*/ 0 w 28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"/>
                    <a:gd name="T16" fmla="*/ 0 h 31"/>
                    <a:gd name="T17" fmla="*/ 28 w 28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" h="31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27" y="30"/>
                      </a:lnTo>
                      <a:lnTo>
                        <a:pt x="27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19" name="Freeform 20">
                  <a:extLst>
                    <a:ext uri="{FF2B5EF4-FFF2-40B4-BE49-F238E27FC236}">
                      <a16:creationId xmlns:a16="http://schemas.microsoft.com/office/drawing/2014/main" id="{5B519242-0513-B649-B2BD-E4AFBFB44F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79"/>
                  <a:ext cx="97" cy="17"/>
                </a:xfrm>
                <a:custGeom>
                  <a:avLst/>
                  <a:gdLst>
                    <a:gd name="T0" fmla="*/ 25 w 97"/>
                    <a:gd name="T1" fmla="*/ 0 h 17"/>
                    <a:gd name="T2" fmla="*/ 0 w 97"/>
                    <a:gd name="T3" fmla="*/ 6 h 17"/>
                    <a:gd name="T4" fmla="*/ 65 w 97"/>
                    <a:gd name="T5" fmla="*/ 16 h 17"/>
                    <a:gd name="T6" fmla="*/ 96 w 97"/>
                    <a:gd name="T7" fmla="*/ 12 h 17"/>
                    <a:gd name="T8" fmla="*/ 51 w 97"/>
                    <a:gd name="T9" fmla="*/ 8 h 17"/>
                    <a:gd name="T10" fmla="*/ 25 w 97"/>
                    <a:gd name="T11" fmla="*/ 0 h 1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"/>
                    <a:gd name="T19" fmla="*/ 0 h 17"/>
                    <a:gd name="T20" fmla="*/ 97 w 97"/>
                    <a:gd name="T21" fmla="*/ 17 h 1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" h="17">
                      <a:moveTo>
                        <a:pt x="25" y="0"/>
                      </a:moveTo>
                      <a:lnTo>
                        <a:pt x="0" y="6"/>
                      </a:lnTo>
                      <a:lnTo>
                        <a:pt x="65" y="16"/>
                      </a:lnTo>
                      <a:lnTo>
                        <a:pt x="96" y="12"/>
                      </a:lnTo>
                      <a:lnTo>
                        <a:pt x="51" y="8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0" name="Freeform 21">
                  <a:extLst>
                    <a:ext uri="{FF2B5EF4-FFF2-40B4-BE49-F238E27FC236}">
                      <a16:creationId xmlns:a16="http://schemas.microsoft.com/office/drawing/2014/main" id="{BD489B31-857B-0C41-8B30-76BFFFDFD5C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727"/>
                  <a:ext cx="189" cy="70"/>
                </a:xfrm>
                <a:custGeom>
                  <a:avLst/>
                  <a:gdLst>
                    <a:gd name="T0" fmla="*/ 16 w 189"/>
                    <a:gd name="T1" fmla="*/ 0 h 70"/>
                    <a:gd name="T2" fmla="*/ 0 w 189"/>
                    <a:gd name="T3" fmla="*/ 53 h 70"/>
                    <a:gd name="T4" fmla="*/ 171 w 189"/>
                    <a:gd name="T5" fmla="*/ 69 h 70"/>
                    <a:gd name="T6" fmla="*/ 188 w 189"/>
                    <a:gd name="T7" fmla="*/ 14 h 70"/>
                    <a:gd name="T8" fmla="*/ 16 w 189"/>
                    <a:gd name="T9" fmla="*/ 0 h 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70"/>
                    <a:gd name="T17" fmla="*/ 189 w 189"/>
                    <a:gd name="T18" fmla="*/ 70 h 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70">
                      <a:moveTo>
                        <a:pt x="16" y="0"/>
                      </a:moveTo>
                      <a:lnTo>
                        <a:pt x="0" y="53"/>
                      </a:lnTo>
                      <a:lnTo>
                        <a:pt x="171" y="69"/>
                      </a:lnTo>
                      <a:lnTo>
                        <a:pt x="188" y="14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1" name="Line 22">
                  <a:extLst>
                    <a:ext uri="{FF2B5EF4-FFF2-40B4-BE49-F238E27FC236}">
                      <a16:creationId xmlns:a16="http://schemas.microsoft.com/office/drawing/2014/main" id="{FB6089DE-4C47-4745-94B8-C4C737854DE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445" y="3724"/>
                  <a:ext cx="177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322" name="Freeform 23">
                  <a:extLst>
                    <a:ext uri="{FF2B5EF4-FFF2-40B4-BE49-F238E27FC236}">
                      <a16:creationId xmlns:a16="http://schemas.microsoft.com/office/drawing/2014/main" id="{2AEED5DD-095B-1D42-B11B-37AABE88E3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0" y="3335"/>
                  <a:ext cx="22" cy="439"/>
                </a:xfrm>
                <a:custGeom>
                  <a:avLst/>
                  <a:gdLst>
                    <a:gd name="T0" fmla="*/ 0 w 22"/>
                    <a:gd name="T1" fmla="*/ 2 h 439"/>
                    <a:gd name="T2" fmla="*/ 7 w 22"/>
                    <a:gd name="T3" fmla="*/ 438 h 439"/>
                    <a:gd name="T4" fmla="*/ 21 w 22"/>
                    <a:gd name="T5" fmla="*/ 394 h 439"/>
                    <a:gd name="T6" fmla="*/ 17 w 22"/>
                    <a:gd name="T7" fmla="*/ 0 h 439"/>
                    <a:gd name="T8" fmla="*/ 0 w 22"/>
                    <a:gd name="T9" fmla="*/ 2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439"/>
                    <a:gd name="T17" fmla="*/ 22 w 22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439">
                      <a:moveTo>
                        <a:pt x="0" y="2"/>
                      </a:moveTo>
                      <a:lnTo>
                        <a:pt x="7" y="438"/>
                      </a:lnTo>
                      <a:lnTo>
                        <a:pt x="21" y="394"/>
                      </a:lnTo>
                      <a:lnTo>
                        <a:pt x="17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3" name="Freeform 24">
                  <a:extLst>
                    <a:ext uri="{FF2B5EF4-FFF2-40B4-BE49-F238E27FC236}">
                      <a16:creationId xmlns:a16="http://schemas.microsoft.com/office/drawing/2014/main" id="{70272145-D648-D843-B886-1218F1A0B71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6" y="3786"/>
                  <a:ext cx="133" cy="116"/>
                </a:xfrm>
                <a:custGeom>
                  <a:avLst/>
                  <a:gdLst>
                    <a:gd name="T0" fmla="*/ 0 w 133"/>
                    <a:gd name="T1" fmla="*/ 0 h 116"/>
                    <a:gd name="T2" fmla="*/ 0 w 133"/>
                    <a:gd name="T3" fmla="*/ 54 h 116"/>
                    <a:gd name="T4" fmla="*/ 50 w 133"/>
                    <a:gd name="T5" fmla="*/ 99 h 116"/>
                    <a:gd name="T6" fmla="*/ 126 w 133"/>
                    <a:gd name="T7" fmla="*/ 115 h 116"/>
                    <a:gd name="T8" fmla="*/ 107 w 133"/>
                    <a:gd name="T9" fmla="*/ 78 h 116"/>
                    <a:gd name="T10" fmla="*/ 27 w 133"/>
                    <a:gd name="T11" fmla="*/ 65 h 116"/>
                    <a:gd name="T12" fmla="*/ 25 w 133"/>
                    <a:gd name="T13" fmla="*/ 28 h 116"/>
                    <a:gd name="T14" fmla="*/ 132 w 133"/>
                    <a:gd name="T15" fmla="*/ 22 h 116"/>
                    <a:gd name="T16" fmla="*/ 0 w 133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3"/>
                    <a:gd name="T28" fmla="*/ 0 h 116"/>
                    <a:gd name="T29" fmla="*/ 133 w 133"/>
                    <a:gd name="T30" fmla="*/ 116 h 1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3" h="116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50" y="99"/>
                      </a:lnTo>
                      <a:lnTo>
                        <a:pt x="126" y="115"/>
                      </a:lnTo>
                      <a:lnTo>
                        <a:pt x="107" y="78"/>
                      </a:lnTo>
                      <a:lnTo>
                        <a:pt x="27" y="65"/>
                      </a:lnTo>
                      <a:lnTo>
                        <a:pt x="25" y="28"/>
                      </a:lnTo>
                      <a:lnTo>
                        <a:pt x="132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4" name="Freeform 25">
                  <a:extLst>
                    <a:ext uri="{FF2B5EF4-FFF2-40B4-BE49-F238E27FC236}">
                      <a16:creationId xmlns:a16="http://schemas.microsoft.com/office/drawing/2014/main" id="{16C0ABED-3012-7E42-9D48-A75D73FD77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36" y="3885"/>
                  <a:ext cx="89" cy="37"/>
                </a:xfrm>
                <a:custGeom>
                  <a:avLst/>
                  <a:gdLst>
                    <a:gd name="T0" fmla="*/ 0 w 89"/>
                    <a:gd name="T1" fmla="*/ 0 h 37"/>
                    <a:gd name="T2" fmla="*/ 0 w 89"/>
                    <a:gd name="T3" fmla="*/ 18 h 37"/>
                    <a:gd name="T4" fmla="*/ 88 w 89"/>
                    <a:gd name="T5" fmla="*/ 36 h 37"/>
                    <a:gd name="T6" fmla="*/ 76 w 89"/>
                    <a:gd name="T7" fmla="*/ 16 h 37"/>
                    <a:gd name="T8" fmla="*/ 0 w 89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7"/>
                    <a:gd name="T17" fmla="*/ 89 w 89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7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88" y="36"/>
                      </a:lnTo>
                      <a:lnTo>
                        <a:pt x="76" y="1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5" name="Freeform 26">
                  <a:extLst>
                    <a:ext uri="{FF2B5EF4-FFF2-40B4-BE49-F238E27FC236}">
                      <a16:creationId xmlns:a16="http://schemas.microsoft.com/office/drawing/2014/main" id="{D33B0366-BAF7-D84D-9083-F7ADA67B310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65"/>
                  <a:ext cx="401" cy="55"/>
                </a:xfrm>
                <a:custGeom>
                  <a:avLst/>
                  <a:gdLst>
                    <a:gd name="T0" fmla="*/ 56 w 401"/>
                    <a:gd name="T1" fmla="*/ 0 h 55"/>
                    <a:gd name="T2" fmla="*/ 0 w 401"/>
                    <a:gd name="T3" fmla="*/ 13 h 55"/>
                    <a:gd name="T4" fmla="*/ 168 w 401"/>
                    <a:gd name="T5" fmla="*/ 38 h 55"/>
                    <a:gd name="T6" fmla="*/ 217 w 401"/>
                    <a:gd name="T7" fmla="*/ 33 h 55"/>
                    <a:gd name="T8" fmla="*/ 381 w 401"/>
                    <a:gd name="T9" fmla="*/ 54 h 55"/>
                    <a:gd name="T10" fmla="*/ 400 w 401"/>
                    <a:gd name="T11" fmla="*/ 51 h 55"/>
                    <a:gd name="T12" fmla="*/ 89 w 401"/>
                    <a:gd name="T13" fmla="*/ 4 h 55"/>
                    <a:gd name="T14" fmla="*/ 56 w 401"/>
                    <a:gd name="T15" fmla="*/ 0 h 5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01"/>
                    <a:gd name="T25" fmla="*/ 0 h 55"/>
                    <a:gd name="T26" fmla="*/ 401 w 401"/>
                    <a:gd name="T27" fmla="*/ 55 h 5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01" h="55">
                      <a:moveTo>
                        <a:pt x="56" y="0"/>
                      </a:moveTo>
                      <a:lnTo>
                        <a:pt x="0" y="13"/>
                      </a:lnTo>
                      <a:lnTo>
                        <a:pt x="168" y="38"/>
                      </a:lnTo>
                      <a:lnTo>
                        <a:pt x="217" y="33"/>
                      </a:lnTo>
                      <a:lnTo>
                        <a:pt x="381" y="54"/>
                      </a:lnTo>
                      <a:lnTo>
                        <a:pt x="400" y="51"/>
                      </a:lnTo>
                      <a:lnTo>
                        <a:pt x="89" y="4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6" name="Freeform 27">
                  <a:extLst>
                    <a:ext uri="{FF2B5EF4-FFF2-40B4-BE49-F238E27FC236}">
                      <a16:creationId xmlns:a16="http://schemas.microsoft.com/office/drawing/2014/main" id="{67C7FD8C-756A-134E-B834-12DAA42CBCE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6" y="3866"/>
                  <a:ext cx="43" cy="44"/>
                </a:xfrm>
                <a:custGeom>
                  <a:avLst/>
                  <a:gdLst>
                    <a:gd name="T0" fmla="*/ 0 w 43"/>
                    <a:gd name="T1" fmla="*/ 6 h 44"/>
                    <a:gd name="T2" fmla="*/ 0 w 43"/>
                    <a:gd name="T3" fmla="*/ 43 h 44"/>
                    <a:gd name="T4" fmla="*/ 42 w 43"/>
                    <a:gd name="T5" fmla="*/ 35 h 44"/>
                    <a:gd name="T6" fmla="*/ 42 w 43"/>
                    <a:gd name="T7" fmla="*/ 0 h 44"/>
                    <a:gd name="T8" fmla="*/ 0 w 43"/>
                    <a:gd name="T9" fmla="*/ 6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44"/>
                    <a:gd name="T17" fmla="*/ 43 w 43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44">
                      <a:moveTo>
                        <a:pt x="0" y="6"/>
                      </a:moveTo>
                      <a:lnTo>
                        <a:pt x="0" y="43"/>
                      </a:lnTo>
                      <a:lnTo>
                        <a:pt x="42" y="35"/>
                      </a:lnTo>
                      <a:lnTo>
                        <a:pt x="42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7" name="Freeform 28">
                  <a:extLst>
                    <a:ext uri="{FF2B5EF4-FFF2-40B4-BE49-F238E27FC236}">
                      <a16:creationId xmlns:a16="http://schemas.microsoft.com/office/drawing/2014/main" id="{E3F14502-5696-DA41-9182-5D353CA14E5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4" y="3840"/>
                  <a:ext cx="255" cy="62"/>
                </a:xfrm>
                <a:custGeom>
                  <a:avLst/>
                  <a:gdLst>
                    <a:gd name="T0" fmla="*/ 2 w 255"/>
                    <a:gd name="T1" fmla="*/ 4 h 62"/>
                    <a:gd name="T2" fmla="*/ 0 w 255"/>
                    <a:gd name="T3" fmla="*/ 47 h 62"/>
                    <a:gd name="T4" fmla="*/ 154 w 255"/>
                    <a:gd name="T5" fmla="*/ 26 h 62"/>
                    <a:gd name="T6" fmla="*/ 154 w 255"/>
                    <a:gd name="T7" fmla="*/ 61 h 62"/>
                    <a:gd name="T8" fmla="*/ 254 w 255"/>
                    <a:gd name="T9" fmla="*/ 45 h 62"/>
                    <a:gd name="T10" fmla="*/ 254 w 255"/>
                    <a:gd name="T11" fmla="*/ 23 h 62"/>
                    <a:gd name="T12" fmla="*/ 79 w 255"/>
                    <a:gd name="T13" fmla="*/ 0 h 62"/>
                    <a:gd name="T14" fmla="*/ 2 w 255"/>
                    <a:gd name="T15" fmla="*/ 4 h 6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55"/>
                    <a:gd name="T25" fmla="*/ 0 h 62"/>
                    <a:gd name="T26" fmla="*/ 255 w 255"/>
                    <a:gd name="T27" fmla="*/ 62 h 6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55" h="62">
                      <a:moveTo>
                        <a:pt x="2" y="4"/>
                      </a:moveTo>
                      <a:lnTo>
                        <a:pt x="0" y="47"/>
                      </a:lnTo>
                      <a:lnTo>
                        <a:pt x="154" y="26"/>
                      </a:lnTo>
                      <a:lnTo>
                        <a:pt x="154" y="61"/>
                      </a:lnTo>
                      <a:lnTo>
                        <a:pt x="254" y="45"/>
                      </a:lnTo>
                      <a:lnTo>
                        <a:pt x="254" y="23"/>
                      </a:lnTo>
                      <a:lnTo>
                        <a:pt x="79" y="0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8" name="Freeform 29">
                  <a:extLst>
                    <a:ext uri="{FF2B5EF4-FFF2-40B4-BE49-F238E27FC236}">
                      <a16:creationId xmlns:a16="http://schemas.microsoft.com/office/drawing/2014/main" id="{8C67819D-839F-584D-A22E-23A28EBEE3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2" y="3763"/>
                  <a:ext cx="244" cy="40"/>
                </a:xfrm>
                <a:custGeom>
                  <a:avLst/>
                  <a:gdLst>
                    <a:gd name="T0" fmla="*/ 2 w 244"/>
                    <a:gd name="T1" fmla="*/ 0 h 40"/>
                    <a:gd name="T2" fmla="*/ 0 w 244"/>
                    <a:gd name="T3" fmla="*/ 3 h 40"/>
                    <a:gd name="T4" fmla="*/ 243 w 244"/>
                    <a:gd name="T5" fmla="*/ 39 h 40"/>
                    <a:gd name="T6" fmla="*/ 243 w 244"/>
                    <a:gd name="T7" fmla="*/ 33 h 40"/>
                    <a:gd name="T8" fmla="*/ 2 w 244"/>
                    <a:gd name="T9" fmla="*/ 0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40"/>
                    <a:gd name="T17" fmla="*/ 244 w 244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40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43" y="39"/>
                      </a:lnTo>
                      <a:lnTo>
                        <a:pt x="243" y="3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29" name="Freeform 30">
                  <a:extLst>
                    <a:ext uri="{FF2B5EF4-FFF2-40B4-BE49-F238E27FC236}">
                      <a16:creationId xmlns:a16="http://schemas.microsoft.com/office/drawing/2014/main" id="{ACFCEA3D-E9D5-F847-9A83-2C4652673B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45"/>
                  <a:ext cx="240" cy="52"/>
                </a:xfrm>
                <a:custGeom>
                  <a:avLst/>
                  <a:gdLst>
                    <a:gd name="T0" fmla="*/ 0 w 240"/>
                    <a:gd name="T1" fmla="*/ 0 h 52"/>
                    <a:gd name="T2" fmla="*/ 0 w 240"/>
                    <a:gd name="T3" fmla="*/ 18 h 52"/>
                    <a:gd name="T4" fmla="*/ 239 w 240"/>
                    <a:gd name="T5" fmla="*/ 51 h 52"/>
                    <a:gd name="T6" fmla="*/ 239 w 240"/>
                    <a:gd name="T7" fmla="*/ 30 h 52"/>
                    <a:gd name="T8" fmla="*/ 0 w 24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52"/>
                    <a:gd name="T17" fmla="*/ 240 w 24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52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239" y="51"/>
                      </a:lnTo>
                      <a:lnTo>
                        <a:pt x="239" y="3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0" name="Freeform 31">
                  <a:extLst>
                    <a:ext uri="{FF2B5EF4-FFF2-40B4-BE49-F238E27FC236}">
                      <a16:creationId xmlns:a16="http://schemas.microsoft.com/office/drawing/2014/main" id="{D4A3E233-C985-2944-BD51-BBBACA04FE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27"/>
                  <a:ext cx="240" cy="48"/>
                </a:xfrm>
                <a:custGeom>
                  <a:avLst/>
                  <a:gdLst>
                    <a:gd name="T0" fmla="*/ 0 w 240"/>
                    <a:gd name="T1" fmla="*/ 0 h 48"/>
                    <a:gd name="T2" fmla="*/ 0 w 240"/>
                    <a:gd name="T3" fmla="*/ 17 h 48"/>
                    <a:gd name="T4" fmla="*/ 239 w 240"/>
                    <a:gd name="T5" fmla="*/ 47 h 48"/>
                    <a:gd name="T6" fmla="*/ 239 w 240"/>
                    <a:gd name="T7" fmla="*/ 24 h 48"/>
                    <a:gd name="T8" fmla="*/ 0 w 240"/>
                    <a:gd name="T9" fmla="*/ 0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8"/>
                    <a:gd name="T17" fmla="*/ 240 w 240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8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39" y="47"/>
                      </a:lnTo>
                      <a:lnTo>
                        <a:pt x="239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1" name="Freeform 32">
                  <a:extLst>
                    <a:ext uri="{FF2B5EF4-FFF2-40B4-BE49-F238E27FC236}">
                      <a16:creationId xmlns:a16="http://schemas.microsoft.com/office/drawing/2014/main" id="{896CCFBE-C556-CD48-AA16-04F13A7DDF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03"/>
                  <a:ext cx="240" cy="49"/>
                </a:xfrm>
                <a:custGeom>
                  <a:avLst/>
                  <a:gdLst>
                    <a:gd name="T0" fmla="*/ 0 w 240"/>
                    <a:gd name="T1" fmla="*/ 0 h 49"/>
                    <a:gd name="T2" fmla="*/ 0 w 240"/>
                    <a:gd name="T3" fmla="*/ 23 h 49"/>
                    <a:gd name="T4" fmla="*/ 239 w 240"/>
                    <a:gd name="T5" fmla="*/ 48 h 49"/>
                    <a:gd name="T6" fmla="*/ 239 w 240"/>
                    <a:gd name="T7" fmla="*/ 21 h 49"/>
                    <a:gd name="T8" fmla="*/ 0 w 240"/>
                    <a:gd name="T9" fmla="*/ 0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9"/>
                    <a:gd name="T17" fmla="*/ 240 w 240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9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48"/>
                      </a:lnTo>
                      <a:lnTo>
                        <a:pt x="239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2" name="Freeform 33">
                  <a:extLst>
                    <a:ext uri="{FF2B5EF4-FFF2-40B4-BE49-F238E27FC236}">
                      <a16:creationId xmlns:a16="http://schemas.microsoft.com/office/drawing/2014/main" id="{97ABA1E4-AF9F-9844-AC64-3CB6C99A081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89"/>
                  <a:ext cx="240" cy="34"/>
                </a:xfrm>
                <a:custGeom>
                  <a:avLst/>
                  <a:gdLst>
                    <a:gd name="T0" fmla="*/ 0 w 240"/>
                    <a:gd name="T1" fmla="*/ 0 h 34"/>
                    <a:gd name="T2" fmla="*/ 0 w 240"/>
                    <a:gd name="T3" fmla="*/ 16 h 34"/>
                    <a:gd name="T4" fmla="*/ 239 w 240"/>
                    <a:gd name="T5" fmla="*/ 33 h 34"/>
                    <a:gd name="T6" fmla="*/ 239 w 240"/>
                    <a:gd name="T7" fmla="*/ 14 h 34"/>
                    <a:gd name="T8" fmla="*/ 0 w 240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4"/>
                    <a:gd name="T17" fmla="*/ 240 w 240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4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239" y="33"/>
                      </a:lnTo>
                      <a:lnTo>
                        <a:pt x="239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3" name="Freeform 34">
                  <a:extLst>
                    <a:ext uri="{FF2B5EF4-FFF2-40B4-BE49-F238E27FC236}">
                      <a16:creationId xmlns:a16="http://schemas.microsoft.com/office/drawing/2014/main" id="{97B5FC06-7837-604D-9854-FD95FE8442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66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19 h 35"/>
                    <a:gd name="T4" fmla="*/ 239 w 240"/>
                    <a:gd name="T5" fmla="*/ 34 h 35"/>
                    <a:gd name="T6" fmla="*/ 239 w 240"/>
                    <a:gd name="T7" fmla="*/ 10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4"/>
                      </a:lnTo>
                      <a:lnTo>
                        <a:pt x="239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4" name="Freeform 35">
                  <a:extLst>
                    <a:ext uri="{FF2B5EF4-FFF2-40B4-BE49-F238E27FC236}">
                      <a16:creationId xmlns:a16="http://schemas.microsoft.com/office/drawing/2014/main" id="{920ECD9D-DC99-AA46-9520-CBA46DBF13E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44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23 h 35"/>
                    <a:gd name="T4" fmla="*/ 239 w 240"/>
                    <a:gd name="T5" fmla="*/ 34 h 35"/>
                    <a:gd name="T6" fmla="*/ 239 w 240"/>
                    <a:gd name="T7" fmla="*/ 13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34"/>
                      </a:lnTo>
                      <a:lnTo>
                        <a:pt x="239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5" name="Freeform 36">
                  <a:extLst>
                    <a:ext uri="{FF2B5EF4-FFF2-40B4-BE49-F238E27FC236}">
                      <a16:creationId xmlns:a16="http://schemas.microsoft.com/office/drawing/2014/main" id="{DF3DDBBA-3506-F94D-9B99-EE6B1FD658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26"/>
                  <a:ext cx="240" cy="31"/>
                </a:xfrm>
                <a:custGeom>
                  <a:avLst/>
                  <a:gdLst>
                    <a:gd name="T0" fmla="*/ 0 w 240"/>
                    <a:gd name="T1" fmla="*/ 0 h 31"/>
                    <a:gd name="T2" fmla="*/ 0 w 240"/>
                    <a:gd name="T3" fmla="*/ 19 h 31"/>
                    <a:gd name="T4" fmla="*/ 239 w 240"/>
                    <a:gd name="T5" fmla="*/ 30 h 31"/>
                    <a:gd name="T6" fmla="*/ 239 w 240"/>
                    <a:gd name="T7" fmla="*/ 9 h 31"/>
                    <a:gd name="T8" fmla="*/ 0 w 240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1"/>
                    <a:gd name="T17" fmla="*/ 240 w 240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1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0"/>
                      </a:lnTo>
                      <a:lnTo>
                        <a:pt x="239" y="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6" name="Freeform 37">
                  <a:extLst>
                    <a:ext uri="{FF2B5EF4-FFF2-40B4-BE49-F238E27FC236}">
                      <a16:creationId xmlns:a16="http://schemas.microsoft.com/office/drawing/2014/main" id="{E7793C52-F273-354F-B34E-809D686A6C8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9" y="3607"/>
                  <a:ext cx="234" cy="30"/>
                </a:xfrm>
                <a:custGeom>
                  <a:avLst/>
                  <a:gdLst>
                    <a:gd name="T0" fmla="*/ 2 w 234"/>
                    <a:gd name="T1" fmla="*/ 0 h 30"/>
                    <a:gd name="T2" fmla="*/ 0 w 234"/>
                    <a:gd name="T3" fmla="*/ 20 h 30"/>
                    <a:gd name="T4" fmla="*/ 233 w 234"/>
                    <a:gd name="T5" fmla="*/ 29 h 30"/>
                    <a:gd name="T6" fmla="*/ 233 w 234"/>
                    <a:gd name="T7" fmla="*/ 8 h 30"/>
                    <a:gd name="T8" fmla="*/ 2 w 234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4"/>
                    <a:gd name="T16" fmla="*/ 0 h 30"/>
                    <a:gd name="T17" fmla="*/ 234 w 234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4" h="30">
                      <a:moveTo>
                        <a:pt x="2" y="0"/>
                      </a:moveTo>
                      <a:lnTo>
                        <a:pt x="0" y="20"/>
                      </a:lnTo>
                      <a:lnTo>
                        <a:pt x="233" y="29"/>
                      </a:lnTo>
                      <a:lnTo>
                        <a:pt x="233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7" name="Freeform 38">
                  <a:extLst>
                    <a:ext uri="{FF2B5EF4-FFF2-40B4-BE49-F238E27FC236}">
                      <a16:creationId xmlns:a16="http://schemas.microsoft.com/office/drawing/2014/main" id="{42C4DD2A-2E93-174F-9DD6-287701A47F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5" y="3773"/>
                  <a:ext cx="124" cy="44"/>
                </a:xfrm>
                <a:custGeom>
                  <a:avLst/>
                  <a:gdLst>
                    <a:gd name="T0" fmla="*/ 0 w 124"/>
                    <a:gd name="T1" fmla="*/ 0 h 44"/>
                    <a:gd name="T2" fmla="*/ 0 w 124"/>
                    <a:gd name="T3" fmla="*/ 28 h 44"/>
                    <a:gd name="T4" fmla="*/ 96 w 124"/>
                    <a:gd name="T5" fmla="*/ 43 h 44"/>
                    <a:gd name="T6" fmla="*/ 117 w 124"/>
                    <a:gd name="T7" fmla="*/ 37 h 44"/>
                    <a:gd name="T8" fmla="*/ 123 w 124"/>
                    <a:gd name="T9" fmla="*/ 17 h 44"/>
                    <a:gd name="T10" fmla="*/ 0 w 124"/>
                    <a:gd name="T11" fmla="*/ 0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44"/>
                    <a:gd name="T20" fmla="*/ 124 w 124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44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96" y="43"/>
                      </a:lnTo>
                      <a:lnTo>
                        <a:pt x="117" y="37"/>
                      </a:lnTo>
                      <a:lnTo>
                        <a:pt x="123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8" name="Freeform 39">
                  <a:extLst>
                    <a:ext uri="{FF2B5EF4-FFF2-40B4-BE49-F238E27FC236}">
                      <a16:creationId xmlns:a16="http://schemas.microsoft.com/office/drawing/2014/main" id="{041FF508-173D-234B-ABF8-05BD97876E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601"/>
                  <a:ext cx="119" cy="186"/>
                </a:xfrm>
                <a:custGeom>
                  <a:avLst/>
                  <a:gdLst>
                    <a:gd name="T0" fmla="*/ 0 w 119"/>
                    <a:gd name="T1" fmla="*/ 0 h 186"/>
                    <a:gd name="T2" fmla="*/ 0 w 119"/>
                    <a:gd name="T3" fmla="*/ 170 h 186"/>
                    <a:gd name="T4" fmla="*/ 118 w 119"/>
                    <a:gd name="T5" fmla="*/ 185 h 186"/>
                    <a:gd name="T6" fmla="*/ 118 w 119"/>
                    <a:gd name="T7" fmla="*/ 2 h 186"/>
                    <a:gd name="T8" fmla="*/ 0 w 119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"/>
                    <a:gd name="T16" fmla="*/ 0 h 186"/>
                    <a:gd name="T17" fmla="*/ 119 w 119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" h="186">
                      <a:moveTo>
                        <a:pt x="0" y="0"/>
                      </a:moveTo>
                      <a:lnTo>
                        <a:pt x="0" y="170"/>
                      </a:lnTo>
                      <a:lnTo>
                        <a:pt x="118" y="185"/>
                      </a:lnTo>
                      <a:lnTo>
                        <a:pt x="118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39" name="Freeform 40">
                  <a:extLst>
                    <a:ext uri="{FF2B5EF4-FFF2-40B4-BE49-F238E27FC236}">
                      <a16:creationId xmlns:a16="http://schemas.microsoft.com/office/drawing/2014/main" id="{27E30839-FE0D-A242-8D00-A31D171F10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508"/>
                  <a:ext cx="127" cy="94"/>
                </a:xfrm>
                <a:custGeom>
                  <a:avLst/>
                  <a:gdLst>
                    <a:gd name="T0" fmla="*/ 0 w 127"/>
                    <a:gd name="T1" fmla="*/ 0 h 94"/>
                    <a:gd name="T2" fmla="*/ 0 w 127"/>
                    <a:gd name="T3" fmla="*/ 89 h 94"/>
                    <a:gd name="T4" fmla="*/ 126 w 127"/>
                    <a:gd name="T5" fmla="*/ 93 h 94"/>
                    <a:gd name="T6" fmla="*/ 126 w 127"/>
                    <a:gd name="T7" fmla="*/ 2 h 94"/>
                    <a:gd name="T8" fmla="*/ 0 w 127"/>
                    <a:gd name="T9" fmla="*/ 0 h 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94"/>
                    <a:gd name="T17" fmla="*/ 127 w 127"/>
                    <a:gd name="T18" fmla="*/ 94 h 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94">
                      <a:moveTo>
                        <a:pt x="0" y="0"/>
                      </a:moveTo>
                      <a:lnTo>
                        <a:pt x="0" y="89"/>
                      </a:lnTo>
                      <a:lnTo>
                        <a:pt x="126" y="93"/>
                      </a:lnTo>
                      <a:lnTo>
                        <a:pt x="126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0" name="Freeform 41">
                  <a:extLst>
                    <a:ext uri="{FF2B5EF4-FFF2-40B4-BE49-F238E27FC236}">
                      <a16:creationId xmlns:a16="http://schemas.microsoft.com/office/drawing/2014/main" id="{5F56FF87-E93B-9D4E-AE16-36A73EFE83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1" y="3839"/>
                  <a:ext cx="33" cy="139"/>
                </a:xfrm>
                <a:custGeom>
                  <a:avLst/>
                  <a:gdLst>
                    <a:gd name="T0" fmla="*/ 0 w 33"/>
                    <a:gd name="T1" fmla="*/ 7 h 139"/>
                    <a:gd name="T2" fmla="*/ 0 w 33"/>
                    <a:gd name="T3" fmla="*/ 124 h 139"/>
                    <a:gd name="T4" fmla="*/ 32 w 33"/>
                    <a:gd name="T5" fmla="*/ 138 h 139"/>
                    <a:gd name="T6" fmla="*/ 32 w 33"/>
                    <a:gd name="T7" fmla="*/ 0 h 139"/>
                    <a:gd name="T8" fmla="*/ 0 w 33"/>
                    <a:gd name="T9" fmla="*/ 7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139"/>
                    <a:gd name="T17" fmla="*/ 33 w 33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139">
                      <a:moveTo>
                        <a:pt x="0" y="7"/>
                      </a:moveTo>
                      <a:lnTo>
                        <a:pt x="0" y="124"/>
                      </a:lnTo>
                      <a:lnTo>
                        <a:pt x="32" y="138"/>
                      </a:lnTo>
                      <a:lnTo>
                        <a:pt x="32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1" name="Freeform 42">
                  <a:extLst>
                    <a:ext uri="{FF2B5EF4-FFF2-40B4-BE49-F238E27FC236}">
                      <a16:creationId xmlns:a16="http://schemas.microsoft.com/office/drawing/2014/main" id="{74C3B664-17CA-CB4E-8186-D9FE3E446A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71"/>
                  <a:ext cx="56" cy="132"/>
                </a:xfrm>
                <a:custGeom>
                  <a:avLst/>
                  <a:gdLst>
                    <a:gd name="T0" fmla="*/ 0 w 56"/>
                    <a:gd name="T1" fmla="*/ 0 h 132"/>
                    <a:gd name="T2" fmla="*/ 0 w 56"/>
                    <a:gd name="T3" fmla="*/ 117 h 132"/>
                    <a:gd name="T4" fmla="*/ 14 w 56"/>
                    <a:gd name="T5" fmla="*/ 131 h 132"/>
                    <a:gd name="T6" fmla="*/ 47 w 56"/>
                    <a:gd name="T7" fmla="*/ 131 h 132"/>
                    <a:gd name="T8" fmla="*/ 55 w 56"/>
                    <a:gd name="T9" fmla="*/ 123 h 132"/>
                    <a:gd name="T10" fmla="*/ 55 w 56"/>
                    <a:gd name="T11" fmla="*/ 0 h 132"/>
                    <a:gd name="T12" fmla="*/ 0 w 56"/>
                    <a:gd name="T13" fmla="*/ 0 h 13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6"/>
                    <a:gd name="T22" fmla="*/ 0 h 132"/>
                    <a:gd name="T23" fmla="*/ 56 w 56"/>
                    <a:gd name="T24" fmla="*/ 132 h 13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6" h="132">
                      <a:moveTo>
                        <a:pt x="0" y="0"/>
                      </a:moveTo>
                      <a:lnTo>
                        <a:pt x="0" y="117"/>
                      </a:lnTo>
                      <a:lnTo>
                        <a:pt x="14" y="131"/>
                      </a:lnTo>
                      <a:lnTo>
                        <a:pt x="47" y="131"/>
                      </a:lnTo>
                      <a:lnTo>
                        <a:pt x="55" y="123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2" name="Rectangle 43">
                  <a:extLst>
                    <a:ext uri="{FF2B5EF4-FFF2-40B4-BE49-F238E27FC236}">
                      <a16:creationId xmlns:a16="http://schemas.microsoft.com/office/drawing/2014/main" id="{D27644A6-394E-0C44-853B-5DEF21EFE12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13" y="3582"/>
                  <a:ext cx="5" cy="2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43" name="Freeform 44">
                  <a:extLst>
                    <a:ext uri="{FF2B5EF4-FFF2-40B4-BE49-F238E27FC236}">
                      <a16:creationId xmlns:a16="http://schemas.microsoft.com/office/drawing/2014/main" id="{0E7D9419-30FE-374F-904F-B4B4E7ED02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03"/>
                  <a:ext cx="35" cy="69"/>
                </a:xfrm>
                <a:custGeom>
                  <a:avLst/>
                  <a:gdLst>
                    <a:gd name="T0" fmla="*/ 0 w 35"/>
                    <a:gd name="T1" fmla="*/ 2 h 69"/>
                    <a:gd name="T2" fmla="*/ 0 w 35"/>
                    <a:gd name="T3" fmla="*/ 68 h 69"/>
                    <a:gd name="T4" fmla="*/ 34 w 35"/>
                    <a:gd name="T5" fmla="*/ 68 h 69"/>
                    <a:gd name="T6" fmla="*/ 34 w 35"/>
                    <a:gd name="T7" fmla="*/ 0 h 69"/>
                    <a:gd name="T8" fmla="*/ 0 w 35"/>
                    <a:gd name="T9" fmla="*/ 2 h 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69"/>
                    <a:gd name="T17" fmla="*/ 35 w 35"/>
                    <a:gd name="T18" fmla="*/ 69 h 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69">
                      <a:moveTo>
                        <a:pt x="0" y="2"/>
                      </a:moveTo>
                      <a:lnTo>
                        <a:pt x="0" y="68"/>
                      </a:lnTo>
                      <a:lnTo>
                        <a:pt x="34" y="68"/>
                      </a:lnTo>
                      <a:lnTo>
                        <a:pt x="3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4" name="Freeform 45">
                  <a:extLst>
                    <a:ext uri="{FF2B5EF4-FFF2-40B4-BE49-F238E27FC236}">
                      <a16:creationId xmlns:a16="http://schemas.microsoft.com/office/drawing/2014/main" id="{6CEF7C6E-6B44-D748-ACE7-867DE006341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19" y="3399"/>
                  <a:ext cx="41" cy="73"/>
                </a:xfrm>
                <a:custGeom>
                  <a:avLst/>
                  <a:gdLst>
                    <a:gd name="T0" fmla="*/ 0 w 41"/>
                    <a:gd name="T1" fmla="*/ 4 h 73"/>
                    <a:gd name="T2" fmla="*/ 0 w 41"/>
                    <a:gd name="T3" fmla="*/ 72 h 73"/>
                    <a:gd name="T4" fmla="*/ 4 w 41"/>
                    <a:gd name="T5" fmla="*/ 72 h 73"/>
                    <a:gd name="T6" fmla="*/ 6 w 41"/>
                    <a:gd name="T7" fmla="*/ 67 h 73"/>
                    <a:gd name="T8" fmla="*/ 40 w 41"/>
                    <a:gd name="T9" fmla="*/ 67 h 73"/>
                    <a:gd name="T10" fmla="*/ 40 w 41"/>
                    <a:gd name="T11" fmla="*/ 0 h 73"/>
                    <a:gd name="T12" fmla="*/ 0 w 41"/>
                    <a:gd name="T13" fmla="*/ 4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1"/>
                    <a:gd name="T22" fmla="*/ 0 h 73"/>
                    <a:gd name="T23" fmla="*/ 41 w 41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1" h="73">
                      <a:moveTo>
                        <a:pt x="0" y="4"/>
                      </a:moveTo>
                      <a:lnTo>
                        <a:pt x="0" y="72"/>
                      </a:lnTo>
                      <a:lnTo>
                        <a:pt x="4" y="72"/>
                      </a:lnTo>
                      <a:lnTo>
                        <a:pt x="6" y="67"/>
                      </a:lnTo>
                      <a:lnTo>
                        <a:pt x="40" y="67"/>
                      </a:lnTo>
                      <a:lnTo>
                        <a:pt x="4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5" name="Rectangle 46">
                  <a:extLst>
                    <a:ext uri="{FF2B5EF4-FFF2-40B4-BE49-F238E27FC236}">
                      <a16:creationId xmlns:a16="http://schemas.microsoft.com/office/drawing/2014/main" id="{0DA96F22-8DB6-B148-A2D3-07C4CB59082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43" y="3469"/>
                  <a:ext cx="5" cy="10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46" name="Freeform 47">
                  <a:extLst>
                    <a:ext uri="{FF2B5EF4-FFF2-40B4-BE49-F238E27FC236}">
                      <a16:creationId xmlns:a16="http://schemas.microsoft.com/office/drawing/2014/main" id="{F96601E9-C7A8-F040-B579-F21850D2EAB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22" y="3465"/>
                  <a:ext cx="32" cy="16"/>
                </a:xfrm>
                <a:custGeom>
                  <a:avLst/>
                  <a:gdLst>
                    <a:gd name="T0" fmla="*/ 0 w 32"/>
                    <a:gd name="T1" fmla="*/ 0 h 16"/>
                    <a:gd name="T2" fmla="*/ 0 w 32"/>
                    <a:gd name="T3" fmla="*/ 5 h 16"/>
                    <a:gd name="T4" fmla="*/ 18 w 32"/>
                    <a:gd name="T5" fmla="*/ 5 h 16"/>
                    <a:gd name="T6" fmla="*/ 18 w 32"/>
                    <a:gd name="T7" fmla="*/ 15 h 16"/>
                    <a:gd name="T8" fmla="*/ 31 w 32"/>
                    <a:gd name="T9" fmla="*/ 15 h 16"/>
                    <a:gd name="T10" fmla="*/ 31 w 32"/>
                    <a:gd name="T11" fmla="*/ 0 h 16"/>
                    <a:gd name="T12" fmla="*/ 0 w 32"/>
                    <a:gd name="T13" fmla="*/ 0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2"/>
                    <a:gd name="T22" fmla="*/ 0 h 16"/>
                    <a:gd name="T23" fmla="*/ 32 w 32"/>
                    <a:gd name="T24" fmla="*/ 16 h 1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2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8" y="5"/>
                      </a:lnTo>
                      <a:lnTo>
                        <a:pt x="18" y="15"/>
                      </a:lnTo>
                      <a:lnTo>
                        <a:pt x="31" y="15"/>
                      </a:lnTo>
                      <a:lnTo>
                        <a:pt x="3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7" name="Freeform 48">
                  <a:extLst>
                    <a:ext uri="{FF2B5EF4-FFF2-40B4-BE49-F238E27FC236}">
                      <a16:creationId xmlns:a16="http://schemas.microsoft.com/office/drawing/2014/main" id="{17AF6CA0-F743-064E-9F8F-387F10A2A8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3495"/>
                  <a:ext cx="24" cy="83"/>
                </a:xfrm>
                <a:custGeom>
                  <a:avLst/>
                  <a:gdLst>
                    <a:gd name="T0" fmla="*/ 8 w 24"/>
                    <a:gd name="T1" fmla="*/ 0 h 83"/>
                    <a:gd name="T2" fmla="*/ 8 w 24"/>
                    <a:gd name="T3" fmla="*/ 2 h 83"/>
                    <a:gd name="T4" fmla="*/ 10 w 24"/>
                    <a:gd name="T5" fmla="*/ 2 h 83"/>
                    <a:gd name="T6" fmla="*/ 10 w 24"/>
                    <a:gd name="T7" fmla="*/ 4 h 83"/>
                    <a:gd name="T8" fmla="*/ 13 w 24"/>
                    <a:gd name="T9" fmla="*/ 4 h 83"/>
                    <a:gd name="T10" fmla="*/ 13 w 24"/>
                    <a:gd name="T11" fmla="*/ 7 h 83"/>
                    <a:gd name="T12" fmla="*/ 15 w 24"/>
                    <a:gd name="T13" fmla="*/ 7 h 83"/>
                    <a:gd name="T14" fmla="*/ 15 w 24"/>
                    <a:gd name="T15" fmla="*/ 11 h 83"/>
                    <a:gd name="T16" fmla="*/ 17 w 24"/>
                    <a:gd name="T17" fmla="*/ 11 h 83"/>
                    <a:gd name="T18" fmla="*/ 17 w 24"/>
                    <a:gd name="T19" fmla="*/ 15 h 83"/>
                    <a:gd name="T20" fmla="*/ 19 w 24"/>
                    <a:gd name="T21" fmla="*/ 17 h 83"/>
                    <a:gd name="T22" fmla="*/ 19 w 24"/>
                    <a:gd name="T23" fmla="*/ 21 h 83"/>
                    <a:gd name="T24" fmla="*/ 21 w 24"/>
                    <a:gd name="T25" fmla="*/ 21 h 83"/>
                    <a:gd name="T26" fmla="*/ 21 w 24"/>
                    <a:gd name="T27" fmla="*/ 30 h 83"/>
                    <a:gd name="T28" fmla="*/ 23 w 24"/>
                    <a:gd name="T29" fmla="*/ 32 h 83"/>
                    <a:gd name="T30" fmla="*/ 23 w 24"/>
                    <a:gd name="T31" fmla="*/ 50 h 83"/>
                    <a:gd name="T32" fmla="*/ 21 w 24"/>
                    <a:gd name="T33" fmla="*/ 50 h 83"/>
                    <a:gd name="T34" fmla="*/ 21 w 24"/>
                    <a:gd name="T35" fmla="*/ 66 h 83"/>
                    <a:gd name="T36" fmla="*/ 19 w 24"/>
                    <a:gd name="T37" fmla="*/ 66 h 83"/>
                    <a:gd name="T38" fmla="*/ 19 w 24"/>
                    <a:gd name="T39" fmla="*/ 70 h 83"/>
                    <a:gd name="T40" fmla="*/ 17 w 24"/>
                    <a:gd name="T41" fmla="*/ 70 h 83"/>
                    <a:gd name="T42" fmla="*/ 17 w 24"/>
                    <a:gd name="T43" fmla="*/ 73 h 83"/>
                    <a:gd name="T44" fmla="*/ 15 w 24"/>
                    <a:gd name="T45" fmla="*/ 73 h 83"/>
                    <a:gd name="T46" fmla="*/ 15 w 24"/>
                    <a:gd name="T47" fmla="*/ 80 h 83"/>
                    <a:gd name="T48" fmla="*/ 13 w 24"/>
                    <a:gd name="T49" fmla="*/ 80 h 83"/>
                    <a:gd name="T50" fmla="*/ 13 w 24"/>
                    <a:gd name="T51" fmla="*/ 82 h 83"/>
                    <a:gd name="T52" fmla="*/ 4 w 24"/>
                    <a:gd name="T53" fmla="*/ 82 h 83"/>
                    <a:gd name="T54" fmla="*/ 4 w 24"/>
                    <a:gd name="T55" fmla="*/ 80 h 83"/>
                    <a:gd name="T56" fmla="*/ 6 w 24"/>
                    <a:gd name="T57" fmla="*/ 80 h 83"/>
                    <a:gd name="T58" fmla="*/ 6 w 24"/>
                    <a:gd name="T59" fmla="*/ 73 h 83"/>
                    <a:gd name="T60" fmla="*/ 8 w 24"/>
                    <a:gd name="T61" fmla="*/ 73 h 83"/>
                    <a:gd name="T62" fmla="*/ 8 w 24"/>
                    <a:gd name="T63" fmla="*/ 70 h 83"/>
                    <a:gd name="T64" fmla="*/ 10 w 24"/>
                    <a:gd name="T65" fmla="*/ 70 h 83"/>
                    <a:gd name="T66" fmla="*/ 10 w 24"/>
                    <a:gd name="T67" fmla="*/ 66 h 83"/>
                    <a:gd name="T68" fmla="*/ 13 w 24"/>
                    <a:gd name="T69" fmla="*/ 66 h 83"/>
                    <a:gd name="T70" fmla="*/ 13 w 24"/>
                    <a:gd name="T71" fmla="*/ 50 h 83"/>
                    <a:gd name="T72" fmla="*/ 15 w 24"/>
                    <a:gd name="T73" fmla="*/ 50 h 83"/>
                    <a:gd name="T74" fmla="*/ 13 w 24"/>
                    <a:gd name="T75" fmla="*/ 48 h 83"/>
                    <a:gd name="T76" fmla="*/ 13 w 24"/>
                    <a:gd name="T77" fmla="*/ 32 h 83"/>
                    <a:gd name="T78" fmla="*/ 10 w 24"/>
                    <a:gd name="T79" fmla="*/ 30 h 83"/>
                    <a:gd name="T80" fmla="*/ 10 w 24"/>
                    <a:gd name="T81" fmla="*/ 17 h 83"/>
                    <a:gd name="T82" fmla="*/ 8 w 24"/>
                    <a:gd name="T83" fmla="*/ 15 h 83"/>
                    <a:gd name="T84" fmla="*/ 8 w 24"/>
                    <a:gd name="T85" fmla="*/ 11 h 83"/>
                    <a:gd name="T86" fmla="*/ 6 w 24"/>
                    <a:gd name="T87" fmla="*/ 11 h 83"/>
                    <a:gd name="T88" fmla="*/ 6 w 24"/>
                    <a:gd name="T89" fmla="*/ 7 h 83"/>
                    <a:gd name="T90" fmla="*/ 4 w 24"/>
                    <a:gd name="T91" fmla="*/ 7 h 83"/>
                    <a:gd name="T92" fmla="*/ 4 w 24"/>
                    <a:gd name="T93" fmla="*/ 4 h 83"/>
                    <a:gd name="T94" fmla="*/ 2 w 24"/>
                    <a:gd name="T95" fmla="*/ 4 h 83"/>
                    <a:gd name="T96" fmla="*/ 2 w 24"/>
                    <a:gd name="T97" fmla="*/ 2 h 83"/>
                    <a:gd name="T98" fmla="*/ 0 w 24"/>
                    <a:gd name="T99" fmla="*/ 2 h 83"/>
                    <a:gd name="T100" fmla="*/ 0 w 24"/>
                    <a:gd name="T101" fmla="*/ 0 h 83"/>
                    <a:gd name="T102" fmla="*/ 8 w 24"/>
                    <a:gd name="T103" fmla="*/ 0 h 8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4"/>
                    <a:gd name="T157" fmla="*/ 0 h 83"/>
                    <a:gd name="T158" fmla="*/ 24 w 24"/>
                    <a:gd name="T159" fmla="*/ 83 h 8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4" h="83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3" y="4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7" y="15"/>
                      </a:lnTo>
                      <a:lnTo>
                        <a:pt x="19" y="17"/>
                      </a:lnTo>
                      <a:lnTo>
                        <a:pt x="19" y="21"/>
                      </a:lnTo>
                      <a:lnTo>
                        <a:pt x="21" y="21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9" y="70"/>
                      </a:lnTo>
                      <a:lnTo>
                        <a:pt x="17" y="70"/>
                      </a:lnTo>
                      <a:lnTo>
                        <a:pt x="17" y="73"/>
                      </a:lnTo>
                      <a:lnTo>
                        <a:pt x="15" y="73"/>
                      </a:lnTo>
                      <a:lnTo>
                        <a:pt x="15" y="80"/>
                      </a:lnTo>
                      <a:lnTo>
                        <a:pt x="13" y="80"/>
                      </a:lnTo>
                      <a:lnTo>
                        <a:pt x="13" y="82"/>
                      </a:lnTo>
                      <a:lnTo>
                        <a:pt x="4" y="82"/>
                      </a:lnTo>
                      <a:lnTo>
                        <a:pt x="4" y="80"/>
                      </a:lnTo>
                      <a:lnTo>
                        <a:pt x="6" y="80"/>
                      </a:lnTo>
                      <a:lnTo>
                        <a:pt x="6" y="73"/>
                      </a:lnTo>
                      <a:lnTo>
                        <a:pt x="8" y="73"/>
                      </a:lnTo>
                      <a:lnTo>
                        <a:pt x="8" y="70"/>
                      </a:lnTo>
                      <a:lnTo>
                        <a:pt x="10" y="70"/>
                      </a:lnTo>
                      <a:lnTo>
                        <a:pt x="10" y="66"/>
                      </a:lnTo>
                      <a:lnTo>
                        <a:pt x="13" y="66"/>
                      </a:lnTo>
                      <a:lnTo>
                        <a:pt x="13" y="50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3" y="32"/>
                      </a:lnTo>
                      <a:lnTo>
                        <a:pt x="10" y="30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8" name="Freeform 49">
                  <a:extLst>
                    <a:ext uri="{FF2B5EF4-FFF2-40B4-BE49-F238E27FC236}">
                      <a16:creationId xmlns:a16="http://schemas.microsoft.com/office/drawing/2014/main" id="{1F3BC07B-FB33-3F45-8802-13F0E64113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9" y="3399"/>
                  <a:ext cx="15" cy="203"/>
                </a:xfrm>
                <a:custGeom>
                  <a:avLst/>
                  <a:gdLst>
                    <a:gd name="T0" fmla="*/ 0 w 15"/>
                    <a:gd name="T1" fmla="*/ 2 h 203"/>
                    <a:gd name="T2" fmla="*/ 0 w 15"/>
                    <a:gd name="T3" fmla="*/ 190 h 203"/>
                    <a:gd name="T4" fmla="*/ 2 w 15"/>
                    <a:gd name="T5" fmla="*/ 193 h 203"/>
                    <a:gd name="T6" fmla="*/ 4 w 15"/>
                    <a:gd name="T7" fmla="*/ 198 h 203"/>
                    <a:gd name="T8" fmla="*/ 8 w 15"/>
                    <a:gd name="T9" fmla="*/ 200 h 203"/>
                    <a:gd name="T10" fmla="*/ 12 w 15"/>
                    <a:gd name="T11" fmla="*/ 202 h 203"/>
                    <a:gd name="T12" fmla="*/ 14 w 15"/>
                    <a:gd name="T13" fmla="*/ 202 h 203"/>
                    <a:gd name="T14" fmla="*/ 14 w 15"/>
                    <a:gd name="T15" fmla="*/ 0 h 203"/>
                    <a:gd name="T16" fmla="*/ 0 w 15"/>
                    <a:gd name="T17" fmla="*/ 2 h 20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03"/>
                    <a:gd name="T29" fmla="*/ 15 w 15"/>
                    <a:gd name="T30" fmla="*/ 203 h 20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03">
                      <a:moveTo>
                        <a:pt x="0" y="2"/>
                      </a:moveTo>
                      <a:lnTo>
                        <a:pt x="0" y="190"/>
                      </a:lnTo>
                      <a:lnTo>
                        <a:pt x="2" y="193"/>
                      </a:lnTo>
                      <a:lnTo>
                        <a:pt x="4" y="198"/>
                      </a:lnTo>
                      <a:lnTo>
                        <a:pt x="8" y="200"/>
                      </a:lnTo>
                      <a:lnTo>
                        <a:pt x="12" y="202"/>
                      </a:lnTo>
                      <a:lnTo>
                        <a:pt x="14" y="202"/>
                      </a:lnTo>
                      <a:lnTo>
                        <a:pt x="1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49" name="Freeform 50">
                  <a:extLst>
                    <a:ext uri="{FF2B5EF4-FFF2-40B4-BE49-F238E27FC236}">
                      <a16:creationId xmlns:a16="http://schemas.microsoft.com/office/drawing/2014/main" id="{581C8323-2A45-C440-A555-E025DB6183D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59"/>
                  <a:ext cx="127" cy="151"/>
                </a:xfrm>
                <a:custGeom>
                  <a:avLst/>
                  <a:gdLst>
                    <a:gd name="T0" fmla="*/ 0 w 127"/>
                    <a:gd name="T1" fmla="*/ 6 h 151"/>
                    <a:gd name="T2" fmla="*/ 0 w 127"/>
                    <a:gd name="T3" fmla="*/ 148 h 151"/>
                    <a:gd name="T4" fmla="*/ 126 w 127"/>
                    <a:gd name="T5" fmla="*/ 150 h 151"/>
                    <a:gd name="T6" fmla="*/ 124 w 127"/>
                    <a:gd name="T7" fmla="*/ 0 h 151"/>
                    <a:gd name="T8" fmla="*/ 0 w 127"/>
                    <a:gd name="T9" fmla="*/ 6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51"/>
                    <a:gd name="T17" fmla="*/ 127 w 127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51">
                      <a:moveTo>
                        <a:pt x="0" y="6"/>
                      </a:moveTo>
                      <a:lnTo>
                        <a:pt x="0" y="148"/>
                      </a:lnTo>
                      <a:lnTo>
                        <a:pt x="126" y="150"/>
                      </a:lnTo>
                      <a:lnTo>
                        <a:pt x="124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0" name="Freeform 51">
                  <a:extLst>
                    <a:ext uri="{FF2B5EF4-FFF2-40B4-BE49-F238E27FC236}">
                      <a16:creationId xmlns:a16="http://schemas.microsoft.com/office/drawing/2014/main" id="{BCD75DA3-8D3F-2849-8665-772E8786EE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359"/>
                  <a:ext cx="14" cy="14"/>
                </a:xfrm>
                <a:custGeom>
                  <a:avLst/>
                  <a:gdLst>
                    <a:gd name="T0" fmla="*/ 0 w 14"/>
                    <a:gd name="T1" fmla="*/ 0 h 14"/>
                    <a:gd name="T2" fmla="*/ 0 w 14"/>
                    <a:gd name="T3" fmla="*/ 9 h 14"/>
                    <a:gd name="T4" fmla="*/ 6 w 14"/>
                    <a:gd name="T5" fmla="*/ 11 h 14"/>
                    <a:gd name="T6" fmla="*/ 8 w 14"/>
                    <a:gd name="T7" fmla="*/ 13 h 14"/>
                    <a:gd name="T8" fmla="*/ 13 w 14"/>
                    <a:gd name="T9" fmla="*/ 13 h 14"/>
                    <a:gd name="T10" fmla="*/ 13 w 14"/>
                    <a:gd name="T11" fmla="*/ 0 h 14"/>
                    <a:gd name="T12" fmla="*/ 0 w 14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6" y="11"/>
                      </a:lnTo>
                      <a:lnTo>
                        <a:pt x="8" y="13"/>
                      </a:lnTo>
                      <a:lnTo>
                        <a:pt x="13" y="13"/>
                      </a:lnTo>
                      <a:lnTo>
                        <a:pt x="1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1" name="Freeform 52">
                  <a:extLst>
                    <a:ext uri="{FF2B5EF4-FFF2-40B4-BE49-F238E27FC236}">
                      <a16:creationId xmlns:a16="http://schemas.microsoft.com/office/drawing/2014/main" id="{D799BEA9-E9FB-504F-A383-8885263F637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59"/>
                  <a:ext cx="122" cy="23"/>
                </a:xfrm>
                <a:custGeom>
                  <a:avLst/>
                  <a:gdLst>
                    <a:gd name="T0" fmla="*/ 0 w 122"/>
                    <a:gd name="T1" fmla="*/ 7 h 23"/>
                    <a:gd name="T2" fmla="*/ 0 w 122"/>
                    <a:gd name="T3" fmla="*/ 18 h 23"/>
                    <a:gd name="T4" fmla="*/ 10 w 122"/>
                    <a:gd name="T5" fmla="*/ 22 h 23"/>
                    <a:gd name="T6" fmla="*/ 104 w 122"/>
                    <a:gd name="T7" fmla="*/ 14 h 23"/>
                    <a:gd name="T8" fmla="*/ 107 w 122"/>
                    <a:gd name="T9" fmla="*/ 9 h 23"/>
                    <a:gd name="T10" fmla="*/ 119 w 122"/>
                    <a:gd name="T11" fmla="*/ 9 h 23"/>
                    <a:gd name="T12" fmla="*/ 121 w 122"/>
                    <a:gd name="T13" fmla="*/ 0 h 23"/>
                    <a:gd name="T14" fmla="*/ 0 w 122"/>
                    <a:gd name="T15" fmla="*/ 7 h 2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22"/>
                    <a:gd name="T25" fmla="*/ 0 h 23"/>
                    <a:gd name="T26" fmla="*/ 122 w 122"/>
                    <a:gd name="T27" fmla="*/ 23 h 2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22" h="23">
                      <a:moveTo>
                        <a:pt x="0" y="7"/>
                      </a:moveTo>
                      <a:lnTo>
                        <a:pt x="0" y="18"/>
                      </a:lnTo>
                      <a:lnTo>
                        <a:pt x="10" y="22"/>
                      </a:lnTo>
                      <a:lnTo>
                        <a:pt x="104" y="14"/>
                      </a:lnTo>
                      <a:lnTo>
                        <a:pt x="107" y="9"/>
                      </a:lnTo>
                      <a:lnTo>
                        <a:pt x="119" y="9"/>
                      </a:lnTo>
                      <a:lnTo>
                        <a:pt x="121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2" name="Oval 53">
                  <a:extLst>
                    <a:ext uri="{FF2B5EF4-FFF2-40B4-BE49-F238E27FC236}">
                      <a16:creationId xmlns:a16="http://schemas.microsoft.com/office/drawing/2014/main" id="{24B9D14C-3552-BC4C-AD23-4D0BD351311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15" y="4070"/>
                  <a:ext cx="7" cy="2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53" name="Oval 54">
                  <a:extLst>
                    <a:ext uri="{FF2B5EF4-FFF2-40B4-BE49-F238E27FC236}">
                      <a16:creationId xmlns:a16="http://schemas.microsoft.com/office/drawing/2014/main" id="{1174A9FB-8965-1A4C-AEB1-DEBD6AA966E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85" y="4099"/>
                  <a:ext cx="8" cy="1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54" name="Freeform 55">
                  <a:extLst>
                    <a:ext uri="{FF2B5EF4-FFF2-40B4-BE49-F238E27FC236}">
                      <a16:creationId xmlns:a16="http://schemas.microsoft.com/office/drawing/2014/main" id="{C0DC0D27-075B-0441-82A9-D7C773EAB19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86"/>
                  <a:ext cx="9" cy="20"/>
                </a:xfrm>
                <a:custGeom>
                  <a:avLst/>
                  <a:gdLst>
                    <a:gd name="T0" fmla="*/ 0 w 9"/>
                    <a:gd name="T1" fmla="*/ 0 h 20"/>
                    <a:gd name="T2" fmla="*/ 0 w 9"/>
                    <a:gd name="T3" fmla="*/ 17 h 20"/>
                    <a:gd name="T4" fmla="*/ 2 w 9"/>
                    <a:gd name="T5" fmla="*/ 19 h 20"/>
                    <a:gd name="T6" fmla="*/ 6 w 9"/>
                    <a:gd name="T7" fmla="*/ 19 h 20"/>
                    <a:gd name="T8" fmla="*/ 8 w 9"/>
                    <a:gd name="T9" fmla="*/ 17 h 20"/>
                    <a:gd name="T10" fmla="*/ 8 w 9"/>
                    <a:gd name="T11" fmla="*/ 0 h 20"/>
                    <a:gd name="T12" fmla="*/ 0 w 9"/>
                    <a:gd name="T13" fmla="*/ 0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"/>
                    <a:gd name="T22" fmla="*/ 0 h 20"/>
                    <a:gd name="T23" fmla="*/ 9 w 9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" h="20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5" name="Freeform 56">
                  <a:extLst>
                    <a:ext uri="{FF2B5EF4-FFF2-40B4-BE49-F238E27FC236}">
                      <a16:creationId xmlns:a16="http://schemas.microsoft.com/office/drawing/2014/main" id="{893649FC-42BB-234D-994D-B2D9ADEFA2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1" y="4056"/>
                  <a:ext cx="6" cy="20"/>
                </a:xfrm>
                <a:custGeom>
                  <a:avLst/>
                  <a:gdLst>
                    <a:gd name="T0" fmla="*/ 0 w 6"/>
                    <a:gd name="T1" fmla="*/ 2 h 20"/>
                    <a:gd name="T2" fmla="*/ 0 w 6"/>
                    <a:gd name="T3" fmla="*/ 17 h 20"/>
                    <a:gd name="T4" fmla="*/ 2 w 6"/>
                    <a:gd name="T5" fmla="*/ 19 h 20"/>
                    <a:gd name="T6" fmla="*/ 3 w 6"/>
                    <a:gd name="T7" fmla="*/ 19 h 20"/>
                    <a:gd name="T8" fmla="*/ 5 w 6"/>
                    <a:gd name="T9" fmla="*/ 17 h 20"/>
                    <a:gd name="T10" fmla="*/ 5 w 6"/>
                    <a:gd name="T11" fmla="*/ 0 h 20"/>
                    <a:gd name="T12" fmla="*/ 0 w 6"/>
                    <a:gd name="T13" fmla="*/ 2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"/>
                    <a:gd name="T22" fmla="*/ 0 h 20"/>
                    <a:gd name="T23" fmla="*/ 6 w 6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" h="20">
                      <a:moveTo>
                        <a:pt x="0" y="2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3" y="19"/>
                      </a:lnTo>
                      <a:lnTo>
                        <a:pt x="5" y="17"/>
                      </a:lnTo>
                      <a:lnTo>
                        <a:pt x="5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6" name="Oval 57">
                  <a:extLst>
                    <a:ext uri="{FF2B5EF4-FFF2-40B4-BE49-F238E27FC236}">
                      <a16:creationId xmlns:a16="http://schemas.microsoft.com/office/drawing/2014/main" id="{C54793AF-4341-1D4E-9283-AE86D4EF8F2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899" y="4025"/>
                  <a:ext cx="6" cy="5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57" name="Freeform 58">
                  <a:extLst>
                    <a:ext uri="{FF2B5EF4-FFF2-40B4-BE49-F238E27FC236}">
                      <a16:creationId xmlns:a16="http://schemas.microsoft.com/office/drawing/2014/main" id="{B92FB721-528F-5149-B0E4-F05741653D5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900" y="4014"/>
                  <a:ext cx="8" cy="18"/>
                </a:xfrm>
                <a:custGeom>
                  <a:avLst/>
                  <a:gdLst>
                    <a:gd name="T0" fmla="*/ 0 w 8"/>
                    <a:gd name="T1" fmla="*/ 0 h 18"/>
                    <a:gd name="T2" fmla="*/ 0 w 8"/>
                    <a:gd name="T3" fmla="*/ 15 h 18"/>
                    <a:gd name="T4" fmla="*/ 2 w 8"/>
                    <a:gd name="T5" fmla="*/ 17 h 18"/>
                    <a:gd name="T6" fmla="*/ 7 w 8"/>
                    <a:gd name="T7" fmla="*/ 17 h 18"/>
                    <a:gd name="T8" fmla="*/ 7 w 8"/>
                    <a:gd name="T9" fmla="*/ 15 h 18"/>
                    <a:gd name="T10" fmla="*/ 7 w 8"/>
                    <a:gd name="T11" fmla="*/ 0 h 18"/>
                    <a:gd name="T12" fmla="*/ 0 w 8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"/>
                    <a:gd name="T22" fmla="*/ 0 h 18"/>
                    <a:gd name="T23" fmla="*/ 8 w 8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" h="18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8" name="Freeform 59">
                  <a:extLst>
                    <a:ext uri="{FF2B5EF4-FFF2-40B4-BE49-F238E27FC236}">
                      <a16:creationId xmlns:a16="http://schemas.microsoft.com/office/drawing/2014/main" id="{115D0554-801F-3246-8F4B-BCD00FA3F9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896" y="3998"/>
                  <a:ext cx="22" cy="18"/>
                </a:xfrm>
                <a:custGeom>
                  <a:avLst/>
                  <a:gdLst>
                    <a:gd name="T0" fmla="*/ 0 w 22"/>
                    <a:gd name="T1" fmla="*/ 2 h 18"/>
                    <a:gd name="T2" fmla="*/ 0 w 22"/>
                    <a:gd name="T3" fmla="*/ 15 h 18"/>
                    <a:gd name="T4" fmla="*/ 7 w 22"/>
                    <a:gd name="T5" fmla="*/ 17 h 18"/>
                    <a:gd name="T6" fmla="*/ 21 w 22"/>
                    <a:gd name="T7" fmla="*/ 15 h 18"/>
                    <a:gd name="T8" fmla="*/ 21 w 22"/>
                    <a:gd name="T9" fmla="*/ 0 h 18"/>
                    <a:gd name="T10" fmla="*/ 0 w 22"/>
                    <a:gd name="T11" fmla="*/ 2 h 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18"/>
                    <a:gd name="T20" fmla="*/ 22 w 22"/>
                    <a:gd name="T21" fmla="*/ 18 h 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18">
                      <a:moveTo>
                        <a:pt x="0" y="2"/>
                      </a:moveTo>
                      <a:lnTo>
                        <a:pt x="0" y="15"/>
                      </a:lnTo>
                      <a:lnTo>
                        <a:pt x="7" y="17"/>
                      </a:lnTo>
                      <a:lnTo>
                        <a:pt x="21" y="15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59" name="Line 60">
                  <a:extLst>
                    <a:ext uri="{FF2B5EF4-FFF2-40B4-BE49-F238E27FC236}">
                      <a16:creationId xmlns:a16="http://schemas.microsoft.com/office/drawing/2014/main" id="{58CEAE45-C246-6F40-8305-23ED2D25CC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903" y="3998"/>
                  <a:ext cx="0" cy="2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360" name="Freeform 61">
                  <a:extLst>
                    <a:ext uri="{FF2B5EF4-FFF2-40B4-BE49-F238E27FC236}">
                      <a16:creationId xmlns:a16="http://schemas.microsoft.com/office/drawing/2014/main" id="{0B7C57C7-9767-794B-9B14-1E4A130FEC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606"/>
                  <a:ext cx="189" cy="13"/>
                </a:xfrm>
                <a:custGeom>
                  <a:avLst/>
                  <a:gdLst>
                    <a:gd name="T0" fmla="*/ 2 w 189"/>
                    <a:gd name="T1" fmla="*/ 0 h 13"/>
                    <a:gd name="T2" fmla="*/ 0 w 189"/>
                    <a:gd name="T3" fmla="*/ 5 h 13"/>
                    <a:gd name="T4" fmla="*/ 188 w 189"/>
                    <a:gd name="T5" fmla="*/ 12 h 13"/>
                    <a:gd name="T6" fmla="*/ 188 w 189"/>
                    <a:gd name="T7" fmla="*/ 8 h 13"/>
                    <a:gd name="T8" fmla="*/ 2 w 189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13"/>
                    <a:gd name="T17" fmla="*/ 189 w 189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13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88" y="12"/>
                      </a:lnTo>
                      <a:lnTo>
                        <a:pt x="188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1" name="Freeform 62">
                  <a:extLst>
                    <a:ext uri="{FF2B5EF4-FFF2-40B4-BE49-F238E27FC236}">
                      <a16:creationId xmlns:a16="http://schemas.microsoft.com/office/drawing/2014/main" id="{D8F048EE-7DDF-A04C-9943-636EDE938A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2" y="3602"/>
                  <a:ext cx="32" cy="12"/>
                </a:xfrm>
                <a:custGeom>
                  <a:avLst/>
                  <a:gdLst>
                    <a:gd name="T0" fmla="*/ 31 w 32"/>
                    <a:gd name="T1" fmla="*/ 7 h 12"/>
                    <a:gd name="T2" fmla="*/ 31 w 32"/>
                    <a:gd name="T3" fmla="*/ 0 h 12"/>
                    <a:gd name="T4" fmla="*/ 0 w 32"/>
                    <a:gd name="T5" fmla="*/ 0 h 12"/>
                    <a:gd name="T6" fmla="*/ 0 w 32"/>
                    <a:gd name="T7" fmla="*/ 6 h 12"/>
                    <a:gd name="T8" fmla="*/ 8 w 32"/>
                    <a:gd name="T9" fmla="*/ 9 h 12"/>
                    <a:gd name="T10" fmla="*/ 18 w 32"/>
                    <a:gd name="T11" fmla="*/ 11 h 12"/>
                    <a:gd name="T12" fmla="*/ 25 w 32"/>
                    <a:gd name="T13" fmla="*/ 9 h 12"/>
                    <a:gd name="T14" fmla="*/ 31 w 32"/>
                    <a:gd name="T15" fmla="*/ 7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2"/>
                    <a:gd name="T25" fmla="*/ 0 h 12"/>
                    <a:gd name="T26" fmla="*/ 32 w 32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2" h="12">
                      <a:moveTo>
                        <a:pt x="31" y="7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9"/>
                      </a:lnTo>
                      <a:lnTo>
                        <a:pt x="18" y="11"/>
                      </a:lnTo>
                      <a:lnTo>
                        <a:pt x="25" y="9"/>
                      </a:lnTo>
                      <a:lnTo>
                        <a:pt x="31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2" name="Freeform 63">
                  <a:extLst>
                    <a:ext uri="{FF2B5EF4-FFF2-40B4-BE49-F238E27FC236}">
                      <a16:creationId xmlns:a16="http://schemas.microsoft.com/office/drawing/2014/main" id="{741A377C-4976-8E43-856F-045276FD4B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24"/>
                  <a:ext cx="223" cy="26"/>
                </a:xfrm>
                <a:custGeom>
                  <a:avLst/>
                  <a:gdLst>
                    <a:gd name="T0" fmla="*/ 0 w 223"/>
                    <a:gd name="T1" fmla="*/ 19 h 26"/>
                    <a:gd name="T2" fmla="*/ 0 w 223"/>
                    <a:gd name="T3" fmla="*/ 25 h 26"/>
                    <a:gd name="T4" fmla="*/ 222 w 223"/>
                    <a:gd name="T5" fmla="*/ 8 h 26"/>
                    <a:gd name="T6" fmla="*/ 222 w 223"/>
                    <a:gd name="T7" fmla="*/ 0 h 26"/>
                    <a:gd name="T8" fmla="*/ 0 w 223"/>
                    <a:gd name="T9" fmla="*/ 19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"/>
                    <a:gd name="T16" fmla="*/ 0 h 26"/>
                    <a:gd name="T17" fmla="*/ 223 w 223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" h="26">
                      <a:moveTo>
                        <a:pt x="0" y="19"/>
                      </a:moveTo>
                      <a:lnTo>
                        <a:pt x="0" y="25"/>
                      </a:lnTo>
                      <a:lnTo>
                        <a:pt x="222" y="8"/>
                      </a:lnTo>
                      <a:lnTo>
                        <a:pt x="222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3" name="Freeform 64">
                  <a:extLst>
                    <a:ext uri="{FF2B5EF4-FFF2-40B4-BE49-F238E27FC236}">
                      <a16:creationId xmlns:a16="http://schemas.microsoft.com/office/drawing/2014/main" id="{2F34C22A-12F7-384F-AD0A-FA7ADBF5E4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2" y="3322"/>
                  <a:ext cx="26" cy="466"/>
                </a:xfrm>
                <a:custGeom>
                  <a:avLst/>
                  <a:gdLst>
                    <a:gd name="T0" fmla="*/ 0 w 26"/>
                    <a:gd name="T1" fmla="*/ 0 h 466"/>
                    <a:gd name="T2" fmla="*/ 4 w 26"/>
                    <a:gd name="T3" fmla="*/ 463 h 466"/>
                    <a:gd name="T4" fmla="*/ 10 w 26"/>
                    <a:gd name="T5" fmla="*/ 465 h 466"/>
                    <a:gd name="T6" fmla="*/ 16 w 26"/>
                    <a:gd name="T7" fmla="*/ 443 h 466"/>
                    <a:gd name="T8" fmla="*/ 10 w 26"/>
                    <a:gd name="T9" fmla="*/ 13 h 466"/>
                    <a:gd name="T10" fmla="*/ 25 w 26"/>
                    <a:gd name="T11" fmla="*/ 13 h 466"/>
                    <a:gd name="T12" fmla="*/ 25 w 26"/>
                    <a:gd name="T13" fmla="*/ 0 h 466"/>
                    <a:gd name="T14" fmla="*/ 0 w 26"/>
                    <a:gd name="T15" fmla="*/ 0 h 46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"/>
                    <a:gd name="T25" fmla="*/ 0 h 466"/>
                    <a:gd name="T26" fmla="*/ 26 w 26"/>
                    <a:gd name="T27" fmla="*/ 466 h 46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" h="466">
                      <a:moveTo>
                        <a:pt x="0" y="0"/>
                      </a:moveTo>
                      <a:lnTo>
                        <a:pt x="4" y="463"/>
                      </a:lnTo>
                      <a:lnTo>
                        <a:pt x="10" y="465"/>
                      </a:lnTo>
                      <a:lnTo>
                        <a:pt x="16" y="443"/>
                      </a:lnTo>
                      <a:lnTo>
                        <a:pt x="10" y="13"/>
                      </a:lnTo>
                      <a:lnTo>
                        <a:pt x="25" y="13"/>
                      </a:lnTo>
                      <a:lnTo>
                        <a:pt x="2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4" name="Freeform 65">
                  <a:extLst>
                    <a:ext uri="{FF2B5EF4-FFF2-40B4-BE49-F238E27FC236}">
                      <a16:creationId xmlns:a16="http://schemas.microsoft.com/office/drawing/2014/main" id="{748BA23F-8773-E543-A86F-E1F598C894F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1" y="3827"/>
                  <a:ext cx="51" cy="162"/>
                </a:xfrm>
                <a:custGeom>
                  <a:avLst/>
                  <a:gdLst>
                    <a:gd name="T0" fmla="*/ 2 w 51"/>
                    <a:gd name="T1" fmla="*/ 146 h 162"/>
                    <a:gd name="T2" fmla="*/ 4 w 51"/>
                    <a:gd name="T3" fmla="*/ 144 h 162"/>
                    <a:gd name="T4" fmla="*/ 8 w 51"/>
                    <a:gd name="T5" fmla="*/ 142 h 162"/>
                    <a:gd name="T6" fmla="*/ 11 w 51"/>
                    <a:gd name="T7" fmla="*/ 139 h 162"/>
                    <a:gd name="T8" fmla="*/ 17 w 51"/>
                    <a:gd name="T9" fmla="*/ 131 h 162"/>
                    <a:gd name="T10" fmla="*/ 21 w 51"/>
                    <a:gd name="T11" fmla="*/ 120 h 162"/>
                    <a:gd name="T12" fmla="*/ 25 w 51"/>
                    <a:gd name="T13" fmla="*/ 111 h 162"/>
                    <a:gd name="T14" fmla="*/ 29 w 51"/>
                    <a:gd name="T15" fmla="*/ 90 h 162"/>
                    <a:gd name="T16" fmla="*/ 31 w 51"/>
                    <a:gd name="T17" fmla="*/ 64 h 162"/>
                    <a:gd name="T18" fmla="*/ 33 w 51"/>
                    <a:gd name="T19" fmla="*/ 54 h 162"/>
                    <a:gd name="T20" fmla="*/ 33 w 51"/>
                    <a:gd name="T21" fmla="*/ 46 h 162"/>
                    <a:gd name="T22" fmla="*/ 34 w 51"/>
                    <a:gd name="T23" fmla="*/ 39 h 162"/>
                    <a:gd name="T24" fmla="*/ 34 w 51"/>
                    <a:gd name="T25" fmla="*/ 28 h 162"/>
                    <a:gd name="T26" fmla="*/ 36 w 51"/>
                    <a:gd name="T27" fmla="*/ 2 h 162"/>
                    <a:gd name="T28" fmla="*/ 48 w 51"/>
                    <a:gd name="T29" fmla="*/ 0 h 162"/>
                    <a:gd name="T30" fmla="*/ 50 w 51"/>
                    <a:gd name="T31" fmla="*/ 26 h 162"/>
                    <a:gd name="T32" fmla="*/ 48 w 51"/>
                    <a:gd name="T33" fmla="*/ 42 h 162"/>
                    <a:gd name="T34" fmla="*/ 48 w 51"/>
                    <a:gd name="T35" fmla="*/ 52 h 162"/>
                    <a:gd name="T36" fmla="*/ 46 w 51"/>
                    <a:gd name="T37" fmla="*/ 63 h 162"/>
                    <a:gd name="T38" fmla="*/ 44 w 51"/>
                    <a:gd name="T39" fmla="*/ 74 h 162"/>
                    <a:gd name="T40" fmla="*/ 42 w 51"/>
                    <a:gd name="T41" fmla="*/ 89 h 162"/>
                    <a:gd name="T42" fmla="*/ 40 w 51"/>
                    <a:gd name="T43" fmla="*/ 111 h 162"/>
                    <a:gd name="T44" fmla="*/ 33 w 51"/>
                    <a:gd name="T45" fmla="*/ 131 h 162"/>
                    <a:gd name="T46" fmla="*/ 27 w 51"/>
                    <a:gd name="T47" fmla="*/ 144 h 162"/>
                    <a:gd name="T48" fmla="*/ 19 w 51"/>
                    <a:gd name="T49" fmla="*/ 159 h 162"/>
                    <a:gd name="T50" fmla="*/ 17 w 51"/>
                    <a:gd name="T51" fmla="*/ 161 h 162"/>
                    <a:gd name="T52" fmla="*/ 11 w 51"/>
                    <a:gd name="T53" fmla="*/ 159 h 162"/>
                    <a:gd name="T54" fmla="*/ 2 w 51"/>
                    <a:gd name="T55" fmla="*/ 155 h 162"/>
                    <a:gd name="T56" fmla="*/ 0 w 51"/>
                    <a:gd name="T57" fmla="*/ 148 h 162"/>
                    <a:gd name="T58" fmla="*/ 2 w 51"/>
                    <a:gd name="T59" fmla="*/ 146 h 162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51"/>
                    <a:gd name="T91" fmla="*/ 0 h 162"/>
                    <a:gd name="T92" fmla="*/ 51 w 51"/>
                    <a:gd name="T93" fmla="*/ 162 h 162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51" h="162">
                      <a:moveTo>
                        <a:pt x="2" y="146"/>
                      </a:moveTo>
                      <a:lnTo>
                        <a:pt x="4" y="144"/>
                      </a:lnTo>
                      <a:lnTo>
                        <a:pt x="8" y="142"/>
                      </a:lnTo>
                      <a:lnTo>
                        <a:pt x="11" y="139"/>
                      </a:lnTo>
                      <a:lnTo>
                        <a:pt x="17" y="131"/>
                      </a:lnTo>
                      <a:lnTo>
                        <a:pt x="21" y="120"/>
                      </a:lnTo>
                      <a:lnTo>
                        <a:pt x="25" y="111"/>
                      </a:lnTo>
                      <a:lnTo>
                        <a:pt x="29" y="90"/>
                      </a:lnTo>
                      <a:lnTo>
                        <a:pt x="31" y="64"/>
                      </a:lnTo>
                      <a:lnTo>
                        <a:pt x="33" y="54"/>
                      </a:lnTo>
                      <a:lnTo>
                        <a:pt x="33" y="46"/>
                      </a:lnTo>
                      <a:lnTo>
                        <a:pt x="34" y="39"/>
                      </a:lnTo>
                      <a:lnTo>
                        <a:pt x="34" y="28"/>
                      </a:lnTo>
                      <a:lnTo>
                        <a:pt x="36" y="2"/>
                      </a:lnTo>
                      <a:lnTo>
                        <a:pt x="48" y="0"/>
                      </a:lnTo>
                      <a:lnTo>
                        <a:pt x="50" y="26"/>
                      </a:lnTo>
                      <a:lnTo>
                        <a:pt x="48" y="42"/>
                      </a:lnTo>
                      <a:lnTo>
                        <a:pt x="48" y="52"/>
                      </a:lnTo>
                      <a:lnTo>
                        <a:pt x="46" y="63"/>
                      </a:lnTo>
                      <a:lnTo>
                        <a:pt x="44" y="74"/>
                      </a:lnTo>
                      <a:lnTo>
                        <a:pt x="42" y="89"/>
                      </a:lnTo>
                      <a:lnTo>
                        <a:pt x="40" y="111"/>
                      </a:lnTo>
                      <a:lnTo>
                        <a:pt x="33" y="131"/>
                      </a:lnTo>
                      <a:lnTo>
                        <a:pt x="27" y="144"/>
                      </a:lnTo>
                      <a:lnTo>
                        <a:pt x="19" y="159"/>
                      </a:lnTo>
                      <a:lnTo>
                        <a:pt x="17" y="161"/>
                      </a:lnTo>
                      <a:lnTo>
                        <a:pt x="11" y="159"/>
                      </a:lnTo>
                      <a:lnTo>
                        <a:pt x="2" y="155"/>
                      </a:lnTo>
                      <a:lnTo>
                        <a:pt x="0" y="148"/>
                      </a:lnTo>
                      <a:lnTo>
                        <a:pt x="2" y="14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5" name="Freeform 66">
                  <a:extLst>
                    <a:ext uri="{FF2B5EF4-FFF2-40B4-BE49-F238E27FC236}">
                      <a16:creationId xmlns:a16="http://schemas.microsoft.com/office/drawing/2014/main" id="{9E41903E-BEF4-FB40-BA4A-B3961A6494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2"/>
                  <a:ext cx="51" cy="5"/>
                </a:xfrm>
                <a:custGeom>
                  <a:avLst/>
                  <a:gdLst>
                    <a:gd name="T0" fmla="*/ 0 w 51"/>
                    <a:gd name="T1" fmla="*/ 2 h 5"/>
                    <a:gd name="T2" fmla="*/ 25 w 51"/>
                    <a:gd name="T3" fmla="*/ 4 h 5"/>
                    <a:gd name="T4" fmla="*/ 50 w 51"/>
                    <a:gd name="T5" fmla="*/ 2 h 5"/>
                    <a:gd name="T6" fmla="*/ 21 w 51"/>
                    <a:gd name="T7" fmla="*/ 0 h 5"/>
                    <a:gd name="T8" fmla="*/ 0 w 51"/>
                    <a:gd name="T9" fmla="*/ 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5"/>
                    <a:gd name="T17" fmla="*/ 51 w 51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5">
                      <a:moveTo>
                        <a:pt x="0" y="2"/>
                      </a:moveTo>
                      <a:lnTo>
                        <a:pt x="25" y="4"/>
                      </a:lnTo>
                      <a:lnTo>
                        <a:pt x="50" y="2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6" name="Rectangle 67">
                  <a:extLst>
                    <a:ext uri="{FF2B5EF4-FFF2-40B4-BE49-F238E27FC236}">
                      <a16:creationId xmlns:a16="http://schemas.microsoft.com/office/drawing/2014/main" id="{0684990E-7704-E242-999D-46965B990725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31"/>
                  <a:ext cx="1" cy="9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67" name="Oval 68">
                  <a:extLst>
                    <a:ext uri="{FF2B5EF4-FFF2-40B4-BE49-F238E27FC236}">
                      <a16:creationId xmlns:a16="http://schemas.microsoft.com/office/drawing/2014/main" id="{EFA1295C-DACD-D042-8377-0AA09B1E1EA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26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68" name="Freeform 69">
                  <a:extLst>
                    <a:ext uri="{FF2B5EF4-FFF2-40B4-BE49-F238E27FC236}">
                      <a16:creationId xmlns:a16="http://schemas.microsoft.com/office/drawing/2014/main" id="{F6E05AFC-AB22-1446-B65D-8859706E8B7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69" y="3676"/>
                  <a:ext cx="15" cy="19"/>
                </a:xfrm>
                <a:custGeom>
                  <a:avLst/>
                  <a:gdLst>
                    <a:gd name="T0" fmla="*/ 4 w 15"/>
                    <a:gd name="T1" fmla="*/ 0 h 19"/>
                    <a:gd name="T2" fmla="*/ 0 w 15"/>
                    <a:gd name="T3" fmla="*/ 18 h 19"/>
                    <a:gd name="T4" fmla="*/ 11 w 15"/>
                    <a:gd name="T5" fmla="*/ 18 h 19"/>
                    <a:gd name="T6" fmla="*/ 14 w 15"/>
                    <a:gd name="T7" fmla="*/ 2 h 19"/>
                    <a:gd name="T8" fmla="*/ 4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9"/>
                    <a:gd name="T17" fmla="*/ 15 w 15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1" y="18"/>
                      </a:lnTo>
                      <a:lnTo>
                        <a:pt x="14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69" name="Freeform 70">
                  <a:extLst>
                    <a:ext uri="{FF2B5EF4-FFF2-40B4-BE49-F238E27FC236}">
                      <a16:creationId xmlns:a16="http://schemas.microsoft.com/office/drawing/2014/main" id="{0846DE8A-2DAC-A94D-9449-B6D99E2E6E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38" y="3789"/>
                  <a:ext cx="19" cy="19"/>
                </a:xfrm>
                <a:custGeom>
                  <a:avLst/>
                  <a:gdLst>
                    <a:gd name="T0" fmla="*/ 4 w 19"/>
                    <a:gd name="T1" fmla="*/ 0 h 19"/>
                    <a:gd name="T2" fmla="*/ 0 w 19"/>
                    <a:gd name="T3" fmla="*/ 18 h 19"/>
                    <a:gd name="T4" fmla="*/ 12 w 19"/>
                    <a:gd name="T5" fmla="*/ 18 h 19"/>
                    <a:gd name="T6" fmla="*/ 18 w 19"/>
                    <a:gd name="T7" fmla="*/ 0 h 19"/>
                    <a:gd name="T8" fmla="*/ 4 w 19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19"/>
                    <a:gd name="T17" fmla="*/ 19 w 19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2" y="18"/>
                      </a:lnTo>
                      <a:lnTo>
                        <a:pt x="18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0" name="Freeform 71">
                  <a:extLst>
                    <a:ext uri="{FF2B5EF4-FFF2-40B4-BE49-F238E27FC236}">
                      <a16:creationId xmlns:a16="http://schemas.microsoft.com/office/drawing/2014/main" id="{A6C8A7FD-ABFD-FF4E-954B-DB6DA23EA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8" y="3613"/>
                  <a:ext cx="39" cy="226"/>
                </a:xfrm>
                <a:custGeom>
                  <a:avLst/>
                  <a:gdLst>
                    <a:gd name="T0" fmla="*/ 16 w 39"/>
                    <a:gd name="T1" fmla="*/ 1 h 226"/>
                    <a:gd name="T2" fmla="*/ 18 w 39"/>
                    <a:gd name="T3" fmla="*/ 18 h 226"/>
                    <a:gd name="T4" fmla="*/ 18 w 39"/>
                    <a:gd name="T5" fmla="*/ 32 h 226"/>
                    <a:gd name="T6" fmla="*/ 20 w 39"/>
                    <a:gd name="T7" fmla="*/ 38 h 226"/>
                    <a:gd name="T8" fmla="*/ 20 w 39"/>
                    <a:gd name="T9" fmla="*/ 46 h 226"/>
                    <a:gd name="T10" fmla="*/ 22 w 39"/>
                    <a:gd name="T11" fmla="*/ 58 h 226"/>
                    <a:gd name="T12" fmla="*/ 26 w 39"/>
                    <a:gd name="T13" fmla="*/ 78 h 226"/>
                    <a:gd name="T14" fmla="*/ 31 w 39"/>
                    <a:gd name="T15" fmla="*/ 99 h 226"/>
                    <a:gd name="T16" fmla="*/ 32 w 39"/>
                    <a:gd name="T17" fmla="*/ 121 h 226"/>
                    <a:gd name="T18" fmla="*/ 34 w 39"/>
                    <a:gd name="T19" fmla="*/ 142 h 226"/>
                    <a:gd name="T20" fmla="*/ 36 w 39"/>
                    <a:gd name="T21" fmla="*/ 155 h 226"/>
                    <a:gd name="T22" fmla="*/ 38 w 39"/>
                    <a:gd name="T23" fmla="*/ 168 h 226"/>
                    <a:gd name="T24" fmla="*/ 38 w 39"/>
                    <a:gd name="T25" fmla="*/ 180 h 226"/>
                    <a:gd name="T26" fmla="*/ 38 w 39"/>
                    <a:gd name="T27" fmla="*/ 199 h 226"/>
                    <a:gd name="T28" fmla="*/ 34 w 39"/>
                    <a:gd name="T29" fmla="*/ 214 h 226"/>
                    <a:gd name="T30" fmla="*/ 26 w 39"/>
                    <a:gd name="T31" fmla="*/ 223 h 226"/>
                    <a:gd name="T32" fmla="*/ 22 w 39"/>
                    <a:gd name="T33" fmla="*/ 225 h 226"/>
                    <a:gd name="T34" fmla="*/ 18 w 39"/>
                    <a:gd name="T35" fmla="*/ 225 h 226"/>
                    <a:gd name="T36" fmla="*/ 10 w 39"/>
                    <a:gd name="T37" fmla="*/ 219 h 226"/>
                    <a:gd name="T38" fmla="*/ 7 w 39"/>
                    <a:gd name="T39" fmla="*/ 214 h 226"/>
                    <a:gd name="T40" fmla="*/ 4 w 39"/>
                    <a:gd name="T41" fmla="*/ 210 h 226"/>
                    <a:gd name="T42" fmla="*/ 0 w 39"/>
                    <a:gd name="T43" fmla="*/ 206 h 226"/>
                    <a:gd name="T44" fmla="*/ 0 w 39"/>
                    <a:gd name="T45" fmla="*/ 203 h 226"/>
                    <a:gd name="T46" fmla="*/ 0 w 39"/>
                    <a:gd name="T47" fmla="*/ 201 h 226"/>
                    <a:gd name="T48" fmla="*/ 2 w 39"/>
                    <a:gd name="T49" fmla="*/ 199 h 226"/>
                    <a:gd name="T50" fmla="*/ 4 w 39"/>
                    <a:gd name="T51" fmla="*/ 199 h 226"/>
                    <a:gd name="T52" fmla="*/ 6 w 39"/>
                    <a:gd name="T53" fmla="*/ 201 h 226"/>
                    <a:gd name="T54" fmla="*/ 7 w 39"/>
                    <a:gd name="T55" fmla="*/ 204 h 226"/>
                    <a:gd name="T56" fmla="*/ 12 w 39"/>
                    <a:gd name="T57" fmla="*/ 212 h 226"/>
                    <a:gd name="T58" fmla="*/ 16 w 39"/>
                    <a:gd name="T59" fmla="*/ 214 h 226"/>
                    <a:gd name="T60" fmla="*/ 22 w 39"/>
                    <a:gd name="T61" fmla="*/ 214 h 226"/>
                    <a:gd name="T62" fmla="*/ 26 w 39"/>
                    <a:gd name="T63" fmla="*/ 212 h 226"/>
                    <a:gd name="T64" fmla="*/ 29 w 39"/>
                    <a:gd name="T65" fmla="*/ 208 h 226"/>
                    <a:gd name="T66" fmla="*/ 32 w 39"/>
                    <a:gd name="T67" fmla="*/ 199 h 226"/>
                    <a:gd name="T68" fmla="*/ 32 w 39"/>
                    <a:gd name="T69" fmla="*/ 186 h 226"/>
                    <a:gd name="T70" fmla="*/ 31 w 39"/>
                    <a:gd name="T71" fmla="*/ 176 h 226"/>
                    <a:gd name="T72" fmla="*/ 31 w 39"/>
                    <a:gd name="T73" fmla="*/ 166 h 226"/>
                    <a:gd name="T74" fmla="*/ 31 w 39"/>
                    <a:gd name="T75" fmla="*/ 148 h 226"/>
                    <a:gd name="T76" fmla="*/ 31 w 39"/>
                    <a:gd name="T77" fmla="*/ 153 h 226"/>
                    <a:gd name="T78" fmla="*/ 31 w 39"/>
                    <a:gd name="T79" fmla="*/ 148 h 226"/>
                    <a:gd name="T80" fmla="*/ 29 w 39"/>
                    <a:gd name="T81" fmla="*/ 137 h 226"/>
                    <a:gd name="T82" fmla="*/ 26 w 39"/>
                    <a:gd name="T83" fmla="*/ 115 h 226"/>
                    <a:gd name="T84" fmla="*/ 24 w 39"/>
                    <a:gd name="T85" fmla="*/ 97 h 226"/>
                    <a:gd name="T86" fmla="*/ 20 w 39"/>
                    <a:gd name="T87" fmla="*/ 77 h 226"/>
                    <a:gd name="T88" fmla="*/ 18 w 39"/>
                    <a:gd name="T89" fmla="*/ 54 h 226"/>
                    <a:gd name="T90" fmla="*/ 14 w 39"/>
                    <a:gd name="T91" fmla="*/ 36 h 226"/>
                    <a:gd name="T92" fmla="*/ 12 w 39"/>
                    <a:gd name="T93" fmla="*/ 26 h 226"/>
                    <a:gd name="T94" fmla="*/ 12 w 39"/>
                    <a:gd name="T95" fmla="*/ 18 h 226"/>
                    <a:gd name="T96" fmla="*/ 12 w 39"/>
                    <a:gd name="T97" fmla="*/ 7 h 226"/>
                    <a:gd name="T98" fmla="*/ 10 w 39"/>
                    <a:gd name="T99" fmla="*/ 1 h 226"/>
                    <a:gd name="T100" fmla="*/ 12 w 39"/>
                    <a:gd name="T101" fmla="*/ 0 h 226"/>
                    <a:gd name="T102" fmla="*/ 14 w 39"/>
                    <a:gd name="T103" fmla="*/ 0 h 226"/>
                    <a:gd name="T104" fmla="*/ 16 w 39"/>
                    <a:gd name="T105" fmla="*/ 0 h 226"/>
                    <a:gd name="T106" fmla="*/ 16 w 39"/>
                    <a:gd name="T107" fmla="*/ 1 h 22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9"/>
                    <a:gd name="T163" fmla="*/ 0 h 226"/>
                    <a:gd name="T164" fmla="*/ 39 w 39"/>
                    <a:gd name="T165" fmla="*/ 226 h 22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9" h="226">
                      <a:moveTo>
                        <a:pt x="16" y="1"/>
                      </a:moveTo>
                      <a:lnTo>
                        <a:pt x="18" y="18"/>
                      </a:lnTo>
                      <a:lnTo>
                        <a:pt x="18" y="32"/>
                      </a:lnTo>
                      <a:lnTo>
                        <a:pt x="20" y="38"/>
                      </a:lnTo>
                      <a:lnTo>
                        <a:pt x="20" y="46"/>
                      </a:lnTo>
                      <a:lnTo>
                        <a:pt x="22" y="58"/>
                      </a:lnTo>
                      <a:lnTo>
                        <a:pt x="26" y="78"/>
                      </a:lnTo>
                      <a:lnTo>
                        <a:pt x="31" y="99"/>
                      </a:lnTo>
                      <a:lnTo>
                        <a:pt x="32" y="121"/>
                      </a:lnTo>
                      <a:lnTo>
                        <a:pt x="34" y="142"/>
                      </a:lnTo>
                      <a:lnTo>
                        <a:pt x="36" y="155"/>
                      </a:lnTo>
                      <a:lnTo>
                        <a:pt x="38" y="168"/>
                      </a:lnTo>
                      <a:lnTo>
                        <a:pt x="38" y="180"/>
                      </a:lnTo>
                      <a:lnTo>
                        <a:pt x="38" y="199"/>
                      </a:lnTo>
                      <a:lnTo>
                        <a:pt x="34" y="214"/>
                      </a:lnTo>
                      <a:lnTo>
                        <a:pt x="26" y="223"/>
                      </a:lnTo>
                      <a:lnTo>
                        <a:pt x="22" y="225"/>
                      </a:lnTo>
                      <a:lnTo>
                        <a:pt x="18" y="225"/>
                      </a:lnTo>
                      <a:lnTo>
                        <a:pt x="10" y="219"/>
                      </a:lnTo>
                      <a:lnTo>
                        <a:pt x="7" y="214"/>
                      </a:lnTo>
                      <a:lnTo>
                        <a:pt x="4" y="210"/>
                      </a:lnTo>
                      <a:lnTo>
                        <a:pt x="0" y="206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99"/>
                      </a:lnTo>
                      <a:lnTo>
                        <a:pt x="4" y="199"/>
                      </a:lnTo>
                      <a:lnTo>
                        <a:pt x="6" y="201"/>
                      </a:lnTo>
                      <a:lnTo>
                        <a:pt x="7" y="204"/>
                      </a:lnTo>
                      <a:lnTo>
                        <a:pt x="12" y="212"/>
                      </a:lnTo>
                      <a:lnTo>
                        <a:pt x="16" y="214"/>
                      </a:lnTo>
                      <a:lnTo>
                        <a:pt x="22" y="214"/>
                      </a:lnTo>
                      <a:lnTo>
                        <a:pt x="26" y="212"/>
                      </a:lnTo>
                      <a:lnTo>
                        <a:pt x="29" y="208"/>
                      </a:lnTo>
                      <a:lnTo>
                        <a:pt x="32" y="199"/>
                      </a:lnTo>
                      <a:lnTo>
                        <a:pt x="32" y="186"/>
                      </a:lnTo>
                      <a:lnTo>
                        <a:pt x="31" y="176"/>
                      </a:lnTo>
                      <a:lnTo>
                        <a:pt x="31" y="166"/>
                      </a:lnTo>
                      <a:lnTo>
                        <a:pt x="31" y="148"/>
                      </a:lnTo>
                      <a:lnTo>
                        <a:pt x="31" y="153"/>
                      </a:lnTo>
                      <a:lnTo>
                        <a:pt x="31" y="148"/>
                      </a:lnTo>
                      <a:lnTo>
                        <a:pt x="29" y="137"/>
                      </a:lnTo>
                      <a:lnTo>
                        <a:pt x="26" y="115"/>
                      </a:lnTo>
                      <a:lnTo>
                        <a:pt x="24" y="97"/>
                      </a:lnTo>
                      <a:lnTo>
                        <a:pt x="20" y="77"/>
                      </a:lnTo>
                      <a:lnTo>
                        <a:pt x="18" y="54"/>
                      </a:lnTo>
                      <a:lnTo>
                        <a:pt x="14" y="36"/>
                      </a:lnTo>
                      <a:lnTo>
                        <a:pt x="12" y="26"/>
                      </a:lnTo>
                      <a:lnTo>
                        <a:pt x="12" y="18"/>
                      </a:lnTo>
                      <a:lnTo>
                        <a:pt x="12" y="7"/>
                      </a:lnTo>
                      <a:lnTo>
                        <a:pt x="10" y="1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1" name="Rectangle 72">
                  <a:extLst>
                    <a:ext uri="{FF2B5EF4-FFF2-40B4-BE49-F238E27FC236}">
                      <a16:creationId xmlns:a16="http://schemas.microsoft.com/office/drawing/2014/main" id="{B64380EC-7AC6-EC4D-B7FC-9B27A560C81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06" y="3602"/>
                  <a:ext cx="2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372" name="Freeform 73">
                  <a:extLst>
                    <a:ext uri="{FF2B5EF4-FFF2-40B4-BE49-F238E27FC236}">
                      <a16:creationId xmlns:a16="http://schemas.microsoft.com/office/drawing/2014/main" id="{FEC7764D-6B05-9246-AA67-CD279DED09B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6"/>
                  <a:ext cx="26" cy="59"/>
                </a:xfrm>
                <a:custGeom>
                  <a:avLst/>
                  <a:gdLst>
                    <a:gd name="T0" fmla="*/ 0 w 26"/>
                    <a:gd name="T1" fmla="*/ 0 h 59"/>
                    <a:gd name="T2" fmla="*/ 0 w 26"/>
                    <a:gd name="T3" fmla="*/ 54 h 59"/>
                    <a:gd name="T4" fmla="*/ 25 w 26"/>
                    <a:gd name="T5" fmla="*/ 58 h 59"/>
                    <a:gd name="T6" fmla="*/ 25 w 26"/>
                    <a:gd name="T7" fmla="*/ 2 h 59"/>
                    <a:gd name="T8" fmla="*/ 0 w 26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59"/>
                    <a:gd name="T17" fmla="*/ 26 w 26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59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25" y="58"/>
                      </a:lnTo>
                      <a:lnTo>
                        <a:pt x="25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3" name="Freeform 74">
                  <a:extLst>
                    <a:ext uri="{FF2B5EF4-FFF2-40B4-BE49-F238E27FC236}">
                      <a16:creationId xmlns:a16="http://schemas.microsoft.com/office/drawing/2014/main" id="{C3C4AA1E-8635-7F43-8161-B81A8A3DC0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15" y="3546"/>
                  <a:ext cx="23" cy="59"/>
                </a:xfrm>
                <a:custGeom>
                  <a:avLst/>
                  <a:gdLst>
                    <a:gd name="T0" fmla="*/ 0 w 23"/>
                    <a:gd name="T1" fmla="*/ 0 h 59"/>
                    <a:gd name="T2" fmla="*/ 0 w 23"/>
                    <a:gd name="T3" fmla="*/ 58 h 59"/>
                    <a:gd name="T4" fmla="*/ 22 w 23"/>
                    <a:gd name="T5" fmla="*/ 56 h 59"/>
                    <a:gd name="T6" fmla="*/ 22 w 23"/>
                    <a:gd name="T7" fmla="*/ 0 h 59"/>
                    <a:gd name="T8" fmla="*/ 0 w 23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59"/>
                    <a:gd name="T17" fmla="*/ 23 w 23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59">
                      <a:moveTo>
                        <a:pt x="0" y="0"/>
                      </a:moveTo>
                      <a:lnTo>
                        <a:pt x="0" y="58"/>
                      </a:lnTo>
                      <a:lnTo>
                        <a:pt x="22" y="56"/>
                      </a:lnTo>
                      <a:lnTo>
                        <a:pt x="2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4" name="Freeform 75">
                  <a:extLst>
                    <a:ext uri="{FF2B5EF4-FFF2-40B4-BE49-F238E27FC236}">
                      <a16:creationId xmlns:a16="http://schemas.microsoft.com/office/drawing/2014/main" id="{5E9F05BE-AA20-6B48-84E4-9AEE584D96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13" y="3797"/>
                  <a:ext cx="209" cy="66"/>
                </a:xfrm>
                <a:custGeom>
                  <a:avLst/>
                  <a:gdLst>
                    <a:gd name="T0" fmla="*/ 0 w 209"/>
                    <a:gd name="T1" fmla="*/ 50 h 66"/>
                    <a:gd name="T2" fmla="*/ 0 w 209"/>
                    <a:gd name="T3" fmla="*/ 65 h 66"/>
                    <a:gd name="T4" fmla="*/ 208 w 209"/>
                    <a:gd name="T5" fmla="*/ 8 h 66"/>
                    <a:gd name="T6" fmla="*/ 208 w 209"/>
                    <a:gd name="T7" fmla="*/ 0 h 66"/>
                    <a:gd name="T8" fmla="*/ 0 w 209"/>
                    <a:gd name="T9" fmla="*/ 50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66"/>
                    <a:gd name="T17" fmla="*/ 209 w 209"/>
                    <a:gd name="T18" fmla="*/ 66 h 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66">
                      <a:moveTo>
                        <a:pt x="0" y="50"/>
                      </a:moveTo>
                      <a:lnTo>
                        <a:pt x="0" y="65"/>
                      </a:lnTo>
                      <a:lnTo>
                        <a:pt x="208" y="8"/>
                      </a:lnTo>
                      <a:lnTo>
                        <a:pt x="208" y="0"/>
                      </a:lnTo>
                      <a:lnTo>
                        <a:pt x="0" y="5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5" name="Freeform 76">
                  <a:extLst>
                    <a:ext uri="{FF2B5EF4-FFF2-40B4-BE49-F238E27FC236}">
                      <a16:creationId xmlns:a16="http://schemas.microsoft.com/office/drawing/2014/main" id="{54A7C9D9-0CF6-AD4C-B8EF-86156EF374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49"/>
                  <a:ext cx="17" cy="13"/>
                </a:xfrm>
                <a:custGeom>
                  <a:avLst/>
                  <a:gdLst>
                    <a:gd name="T0" fmla="*/ 0 w 17"/>
                    <a:gd name="T1" fmla="*/ 2 h 13"/>
                    <a:gd name="T2" fmla="*/ 0 w 17"/>
                    <a:gd name="T3" fmla="*/ 12 h 13"/>
                    <a:gd name="T4" fmla="*/ 16 w 17"/>
                    <a:gd name="T5" fmla="*/ 10 h 13"/>
                    <a:gd name="T6" fmla="*/ 16 w 17"/>
                    <a:gd name="T7" fmla="*/ 0 h 13"/>
                    <a:gd name="T8" fmla="*/ 0 w 17"/>
                    <a:gd name="T9" fmla="*/ 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3"/>
                    <a:gd name="T17" fmla="*/ 17 w 1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3">
                      <a:moveTo>
                        <a:pt x="0" y="2"/>
                      </a:moveTo>
                      <a:lnTo>
                        <a:pt x="0" y="12"/>
                      </a:lnTo>
                      <a:lnTo>
                        <a:pt x="16" y="10"/>
                      </a:lnTo>
                      <a:lnTo>
                        <a:pt x="16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6" name="Freeform 77">
                  <a:extLst>
                    <a:ext uri="{FF2B5EF4-FFF2-40B4-BE49-F238E27FC236}">
                      <a16:creationId xmlns:a16="http://schemas.microsoft.com/office/drawing/2014/main" id="{0E0F30A6-567B-204F-8D74-F5E363B9DF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0" y="3786"/>
                  <a:ext cx="149" cy="84"/>
                </a:xfrm>
                <a:custGeom>
                  <a:avLst/>
                  <a:gdLst>
                    <a:gd name="T0" fmla="*/ 0 w 149"/>
                    <a:gd name="T1" fmla="*/ 0 h 84"/>
                    <a:gd name="T2" fmla="*/ 53 w 149"/>
                    <a:gd name="T3" fmla="*/ 64 h 84"/>
                    <a:gd name="T4" fmla="*/ 148 w 149"/>
                    <a:gd name="T5" fmla="*/ 83 h 84"/>
                    <a:gd name="T6" fmla="*/ 86 w 149"/>
                    <a:gd name="T7" fmla="*/ 13 h 84"/>
                    <a:gd name="T8" fmla="*/ 0 w 149"/>
                    <a:gd name="T9" fmla="*/ 0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9"/>
                    <a:gd name="T16" fmla="*/ 0 h 84"/>
                    <a:gd name="T17" fmla="*/ 149 w 14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9" h="84">
                      <a:moveTo>
                        <a:pt x="0" y="0"/>
                      </a:moveTo>
                      <a:lnTo>
                        <a:pt x="53" y="64"/>
                      </a:lnTo>
                      <a:lnTo>
                        <a:pt x="148" y="83"/>
                      </a:lnTo>
                      <a:lnTo>
                        <a:pt x="86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7" name="Freeform 78">
                  <a:extLst>
                    <a:ext uri="{FF2B5EF4-FFF2-40B4-BE49-F238E27FC236}">
                      <a16:creationId xmlns:a16="http://schemas.microsoft.com/office/drawing/2014/main" id="{37148DFD-84D6-D74C-986E-FF3F0C3541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27" y="3410"/>
                  <a:ext cx="87" cy="372"/>
                </a:xfrm>
                <a:custGeom>
                  <a:avLst/>
                  <a:gdLst>
                    <a:gd name="T0" fmla="*/ 0 w 87"/>
                    <a:gd name="T1" fmla="*/ 0 h 372"/>
                    <a:gd name="T2" fmla="*/ 0 w 87"/>
                    <a:gd name="T3" fmla="*/ 363 h 372"/>
                    <a:gd name="T4" fmla="*/ 51 w 87"/>
                    <a:gd name="T5" fmla="*/ 371 h 372"/>
                    <a:gd name="T6" fmla="*/ 86 w 87"/>
                    <a:gd name="T7" fmla="*/ 323 h 372"/>
                    <a:gd name="T8" fmla="*/ 86 w 87"/>
                    <a:gd name="T9" fmla="*/ 46 h 372"/>
                    <a:gd name="T10" fmla="*/ 37 w 87"/>
                    <a:gd name="T11" fmla="*/ 0 h 372"/>
                    <a:gd name="T12" fmla="*/ 0 w 87"/>
                    <a:gd name="T13" fmla="*/ 0 h 3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7"/>
                    <a:gd name="T22" fmla="*/ 0 h 372"/>
                    <a:gd name="T23" fmla="*/ 87 w 87"/>
                    <a:gd name="T24" fmla="*/ 372 h 3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7" h="372">
                      <a:moveTo>
                        <a:pt x="0" y="0"/>
                      </a:moveTo>
                      <a:lnTo>
                        <a:pt x="0" y="363"/>
                      </a:lnTo>
                      <a:lnTo>
                        <a:pt x="51" y="371"/>
                      </a:lnTo>
                      <a:lnTo>
                        <a:pt x="86" y="323"/>
                      </a:lnTo>
                      <a:lnTo>
                        <a:pt x="86" y="46"/>
                      </a:lnTo>
                      <a:lnTo>
                        <a:pt x="3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8" name="Freeform 79">
                  <a:extLst>
                    <a:ext uri="{FF2B5EF4-FFF2-40B4-BE49-F238E27FC236}">
                      <a16:creationId xmlns:a16="http://schemas.microsoft.com/office/drawing/2014/main" id="{02E7D624-34B6-CF49-983A-C9FB923F08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8" y="3410"/>
                  <a:ext cx="68" cy="360"/>
                </a:xfrm>
                <a:custGeom>
                  <a:avLst/>
                  <a:gdLst>
                    <a:gd name="T0" fmla="*/ 29 w 68"/>
                    <a:gd name="T1" fmla="*/ 0 h 360"/>
                    <a:gd name="T2" fmla="*/ 0 w 68"/>
                    <a:gd name="T3" fmla="*/ 42 h 360"/>
                    <a:gd name="T4" fmla="*/ 2 w 68"/>
                    <a:gd name="T5" fmla="*/ 311 h 360"/>
                    <a:gd name="T6" fmla="*/ 36 w 68"/>
                    <a:gd name="T7" fmla="*/ 350 h 360"/>
                    <a:gd name="T8" fmla="*/ 67 w 68"/>
                    <a:gd name="T9" fmla="*/ 359 h 360"/>
                    <a:gd name="T10" fmla="*/ 67 w 68"/>
                    <a:gd name="T11" fmla="*/ 0 h 360"/>
                    <a:gd name="T12" fmla="*/ 29 w 68"/>
                    <a:gd name="T13" fmla="*/ 0 h 36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8"/>
                    <a:gd name="T22" fmla="*/ 0 h 360"/>
                    <a:gd name="T23" fmla="*/ 68 w 68"/>
                    <a:gd name="T24" fmla="*/ 360 h 36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8" h="360">
                      <a:moveTo>
                        <a:pt x="29" y="0"/>
                      </a:moveTo>
                      <a:lnTo>
                        <a:pt x="0" y="42"/>
                      </a:lnTo>
                      <a:lnTo>
                        <a:pt x="2" y="311"/>
                      </a:lnTo>
                      <a:lnTo>
                        <a:pt x="36" y="350"/>
                      </a:lnTo>
                      <a:lnTo>
                        <a:pt x="67" y="359"/>
                      </a:lnTo>
                      <a:lnTo>
                        <a:pt x="67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79" name="Freeform 80">
                  <a:extLst>
                    <a:ext uri="{FF2B5EF4-FFF2-40B4-BE49-F238E27FC236}">
                      <a16:creationId xmlns:a16="http://schemas.microsoft.com/office/drawing/2014/main" id="{8C614889-A5AF-1049-970E-CC00F2AA5D3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19" y="3797"/>
                  <a:ext cx="188" cy="103"/>
                </a:xfrm>
                <a:custGeom>
                  <a:avLst/>
                  <a:gdLst>
                    <a:gd name="T0" fmla="*/ 0 w 188"/>
                    <a:gd name="T1" fmla="*/ 0 h 103"/>
                    <a:gd name="T2" fmla="*/ 61 w 188"/>
                    <a:gd name="T3" fmla="*/ 73 h 103"/>
                    <a:gd name="T4" fmla="*/ 187 w 188"/>
                    <a:gd name="T5" fmla="*/ 102 h 103"/>
                    <a:gd name="T6" fmla="*/ 108 w 188"/>
                    <a:gd name="T7" fmla="*/ 18 h 103"/>
                    <a:gd name="T8" fmla="*/ 0 w 188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8"/>
                    <a:gd name="T16" fmla="*/ 0 h 103"/>
                    <a:gd name="T17" fmla="*/ 188 w 188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8" h="103">
                      <a:moveTo>
                        <a:pt x="0" y="0"/>
                      </a:moveTo>
                      <a:lnTo>
                        <a:pt x="61" y="73"/>
                      </a:lnTo>
                      <a:lnTo>
                        <a:pt x="187" y="102"/>
                      </a:lnTo>
                      <a:lnTo>
                        <a:pt x="10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0" name="Freeform 81">
                  <a:extLst>
                    <a:ext uri="{FF2B5EF4-FFF2-40B4-BE49-F238E27FC236}">
                      <a16:creationId xmlns:a16="http://schemas.microsoft.com/office/drawing/2014/main" id="{2F68137C-0E6A-F14A-A99C-9AFBC175B35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78"/>
                  <a:ext cx="166" cy="29"/>
                </a:xfrm>
                <a:custGeom>
                  <a:avLst/>
                  <a:gdLst>
                    <a:gd name="T0" fmla="*/ 0 w 166"/>
                    <a:gd name="T1" fmla="*/ 0 h 29"/>
                    <a:gd name="T2" fmla="*/ 0 w 166"/>
                    <a:gd name="T3" fmla="*/ 7 h 29"/>
                    <a:gd name="T4" fmla="*/ 134 w 166"/>
                    <a:gd name="T5" fmla="*/ 28 h 29"/>
                    <a:gd name="T6" fmla="*/ 165 w 166"/>
                    <a:gd name="T7" fmla="*/ 26 h 29"/>
                    <a:gd name="T8" fmla="*/ 0 w 166"/>
                    <a:gd name="T9" fmla="*/ 0 h 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6"/>
                    <a:gd name="T16" fmla="*/ 0 h 29"/>
                    <a:gd name="T17" fmla="*/ 166 w 166"/>
                    <a:gd name="T18" fmla="*/ 29 h 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6" h="29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34" y="28"/>
                      </a:lnTo>
                      <a:lnTo>
                        <a:pt x="165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1" name="Freeform 82">
                  <a:extLst>
                    <a:ext uri="{FF2B5EF4-FFF2-40B4-BE49-F238E27FC236}">
                      <a16:creationId xmlns:a16="http://schemas.microsoft.com/office/drawing/2014/main" id="{5B893F92-550F-4A4E-BEC0-744DE18D7E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01"/>
                  <a:ext cx="350" cy="44"/>
                </a:xfrm>
                <a:custGeom>
                  <a:avLst/>
                  <a:gdLst>
                    <a:gd name="T0" fmla="*/ 187 w 350"/>
                    <a:gd name="T1" fmla="*/ 0 h 44"/>
                    <a:gd name="T2" fmla="*/ 0 w 350"/>
                    <a:gd name="T3" fmla="*/ 12 h 44"/>
                    <a:gd name="T4" fmla="*/ 246 w 350"/>
                    <a:gd name="T5" fmla="*/ 43 h 44"/>
                    <a:gd name="T6" fmla="*/ 322 w 350"/>
                    <a:gd name="T7" fmla="*/ 39 h 44"/>
                    <a:gd name="T8" fmla="*/ 328 w 350"/>
                    <a:gd name="T9" fmla="*/ 24 h 44"/>
                    <a:gd name="T10" fmla="*/ 349 w 350"/>
                    <a:gd name="T11" fmla="*/ 19 h 44"/>
                    <a:gd name="T12" fmla="*/ 187 w 350"/>
                    <a:gd name="T13" fmla="*/ 0 h 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50"/>
                    <a:gd name="T22" fmla="*/ 0 h 44"/>
                    <a:gd name="T23" fmla="*/ 350 w 350"/>
                    <a:gd name="T24" fmla="*/ 44 h 4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50" h="44">
                      <a:moveTo>
                        <a:pt x="187" y="0"/>
                      </a:moveTo>
                      <a:lnTo>
                        <a:pt x="0" y="12"/>
                      </a:lnTo>
                      <a:lnTo>
                        <a:pt x="246" y="43"/>
                      </a:lnTo>
                      <a:lnTo>
                        <a:pt x="322" y="39"/>
                      </a:lnTo>
                      <a:lnTo>
                        <a:pt x="328" y="24"/>
                      </a:lnTo>
                      <a:lnTo>
                        <a:pt x="349" y="19"/>
                      </a:lnTo>
                      <a:lnTo>
                        <a:pt x="18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2" name="Freeform 83">
                  <a:extLst>
                    <a:ext uri="{FF2B5EF4-FFF2-40B4-BE49-F238E27FC236}">
                      <a16:creationId xmlns:a16="http://schemas.microsoft.com/office/drawing/2014/main" id="{2AE2642C-B80E-BF46-A914-C4FC1272F9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12"/>
                  <a:ext cx="244" cy="74"/>
                </a:xfrm>
                <a:custGeom>
                  <a:avLst/>
                  <a:gdLst>
                    <a:gd name="T0" fmla="*/ 0 w 244"/>
                    <a:gd name="T1" fmla="*/ 0 h 74"/>
                    <a:gd name="T2" fmla="*/ 2 w 244"/>
                    <a:gd name="T3" fmla="*/ 37 h 74"/>
                    <a:gd name="T4" fmla="*/ 243 w 244"/>
                    <a:gd name="T5" fmla="*/ 73 h 74"/>
                    <a:gd name="T6" fmla="*/ 243 w 244"/>
                    <a:gd name="T7" fmla="*/ 31 h 74"/>
                    <a:gd name="T8" fmla="*/ 0 w 244"/>
                    <a:gd name="T9" fmla="*/ 0 h 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74"/>
                    <a:gd name="T17" fmla="*/ 244 w 244"/>
                    <a:gd name="T18" fmla="*/ 74 h 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74">
                      <a:moveTo>
                        <a:pt x="0" y="0"/>
                      </a:moveTo>
                      <a:lnTo>
                        <a:pt x="2" y="37"/>
                      </a:lnTo>
                      <a:lnTo>
                        <a:pt x="243" y="73"/>
                      </a:lnTo>
                      <a:lnTo>
                        <a:pt x="243" y="3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3" name="Freeform 84">
                  <a:extLst>
                    <a:ext uri="{FF2B5EF4-FFF2-40B4-BE49-F238E27FC236}">
                      <a16:creationId xmlns:a16="http://schemas.microsoft.com/office/drawing/2014/main" id="{E6FB04D5-66F9-0A4A-931B-2C0E7B816C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862"/>
                  <a:ext cx="156" cy="76"/>
                </a:xfrm>
                <a:custGeom>
                  <a:avLst/>
                  <a:gdLst>
                    <a:gd name="T0" fmla="*/ 0 w 156"/>
                    <a:gd name="T1" fmla="*/ 0 h 76"/>
                    <a:gd name="T2" fmla="*/ 31 w 156"/>
                    <a:gd name="T3" fmla="*/ 58 h 76"/>
                    <a:gd name="T4" fmla="*/ 58 w 156"/>
                    <a:gd name="T5" fmla="*/ 64 h 76"/>
                    <a:gd name="T6" fmla="*/ 40 w 156"/>
                    <a:gd name="T7" fmla="*/ 27 h 76"/>
                    <a:gd name="T8" fmla="*/ 64 w 156"/>
                    <a:gd name="T9" fmla="*/ 32 h 76"/>
                    <a:gd name="T10" fmla="*/ 80 w 156"/>
                    <a:gd name="T11" fmla="*/ 69 h 76"/>
                    <a:gd name="T12" fmla="*/ 105 w 156"/>
                    <a:gd name="T13" fmla="*/ 75 h 76"/>
                    <a:gd name="T14" fmla="*/ 112 w 156"/>
                    <a:gd name="T15" fmla="*/ 73 h 76"/>
                    <a:gd name="T16" fmla="*/ 99 w 156"/>
                    <a:gd name="T17" fmla="*/ 36 h 76"/>
                    <a:gd name="T18" fmla="*/ 122 w 156"/>
                    <a:gd name="T19" fmla="*/ 40 h 76"/>
                    <a:gd name="T20" fmla="*/ 135 w 156"/>
                    <a:gd name="T21" fmla="*/ 69 h 76"/>
                    <a:gd name="T22" fmla="*/ 155 w 156"/>
                    <a:gd name="T23" fmla="*/ 67 h 76"/>
                    <a:gd name="T24" fmla="*/ 149 w 156"/>
                    <a:gd name="T25" fmla="*/ 22 h 76"/>
                    <a:gd name="T26" fmla="*/ 0 w 156"/>
                    <a:gd name="T27" fmla="*/ 0 h 7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56"/>
                    <a:gd name="T43" fmla="*/ 0 h 76"/>
                    <a:gd name="T44" fmla="*/ 156 w 156"/>
                    <a:gd name="T45" fmla="*/ 76 h 7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56" h="76">
                      <a:moveTo>
                        <a:pt x="0" y="0"/>
                      </a:moveTo>
                      <a:lnTo>
                        <a:pt x="31" y="58"/>
                      </a:lnTo>
                      <a:lnTo>
                        <a:pt x="58" y="64"/>
                      </a:lnTo>
                      <a:lnTo>
                        <a:pt x="40" y="27"/>
                      </a:lnTo>
                      <a:lnTo>
                        <a:pt x="64" y="32"/>
                      </a:lnTo>
                      <a:lnTo>
                        <a:pt x="80" y="69"/>
                      </a:lnTo>
                      <a:lnTo>
                        <a:pt x="105" y="75"/>
                      </a:lnTo>
                      <a:lnTo>
                        <a:pt x="112" y="73"/>
                      </a:lnTo>
                      <a:lnTo>
                        <a:pt x="99" y="36"/>
                      </a:lnTo>
                      <a:lnTo>
                        <a:pt x="122" y="40"/>
                      </a:lnTo>
                      <a:lnTo>
                        <a:pt x="135" y="69"/>
                      </a:lnTo>
                      <a:lnTo>
                        <a:pt x="155" y="67"/>
                      </a:lnTo>
                      <a:lnTo>
                        <a:pt x="149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4" name="Freeform 85">
                  <a:extLst>
                    <a:ext uri="{FF2B5EF4-FFF2-40B4-BE49-F238E27FC236}">
                      <a16:creationId xmlns:a16="http://schemas.microsoft.com/office/drawing/2014/main" id="{EF0C6C21-9C38-5C4D-B520-5C9D22B8CA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43" y="3874"/>
                  <a:ext cx="124" cy="58"/>
                </a:xfrm>
                <a:custGeom>
                  <a:avLst/>
                  <a:gdLst>
                    <a:gd name="T0" fmla="*/ 0 w 124"/>
                    <a:gd name="T1" fmla="*/ 13 h 58"/>
                    <a:gd name="T2" fmla="*/ 6 w 124"/>
                    <a:gd name="T3" fmla="*/ 57 h 58"/>
                    <a:gd name="T4" fmla="*/ 123 w 124"/>
                    <a:gd name="T5" fmla="*/ 37 h 58"/>
                    <a:gd name="T6" fmla="*/ 123 w 124"/>
                    <a:gd name="T7" fmla="*/ 0 h 58"/>
                    <a:gd name="T8" fmla="*/ 15 w 124"/>
                    <a:gd name="T9" fmla="*/ 15 h 58"/>
                    <a:gd name="T10" fmla="*/ 0 w 124"/>
                    <a:gd name="T11" fmla="*/ 13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58"/>
                    <a:gd name="T20" fmla="*/ 124 w 124"/>
                    <a:gd name="T21" fmla="*/ 58 h 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58">
                      <a:moveTo>
                        <a:pt x="0" y="13"/>
                      </a:moveTo>
                      <a:lnTo>
                        <a:pt x="6" y="57"/>
                      </a:lnTo>
                      <a:lnTo>
                        <a:pt x="123" y="37"/>
                      </a:lnTo>
                      <a:lnTo>
                        <a:pt x="123" y="0"/>
                      </a:lnTo>
                      <a:lnTo>
                        <a:pt x="15" y="15"/>
                      </a:lnTo>
                      <a:lnTo>
                        <a:pt x="0" y="13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5" name="Freeform 86">
                  <a:extLst>
                    <a:ext uri="{FF2B5EF4-FFF2-40B4-BE49-F238E27FC236}">
                      <a16:creationId xmlns:a16="http://schemas.microsoft.com/office/drawing/2014/main" id="{E4F9B736-F6B8-014F-9786-B51E9C6DC5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93" y="4043"/>
                  <a:ext cx="413" cy="157"/>
                </a:xfrm>
                <a:custGeom>
                  <a:avLst/>
                  <a:gdLst>
                    <a:gd name="T0" fmla="*/ 0 w 413"/>
                    <a:gd name="T1" fmla="*/ 0 h 157"/>
                    <a:gd name="T2" fmla="*/ 0 w 413"/>
                    <a:gd name="T3" fmla="*/ 43 h 157"/>
                    <a:gd name="T4" fmla="*/ 412 w 413"/>
                    <a:gd name="T5" fmla="*/ 156 h 157"/>
                    <a:gd name="T6" fmla="*/ 412 w 413"/>
                    <a:gd name="T7" fmla="*/ 105 h 157"/>
                    <a:gd name="T8" fmla="*/ 409 w 413"/>
                    <a:gd name="T9" fmla="*/ 105 h 157"/>
                    <a:gd name="T10" fmla="*/ 0 w 413"/>
                    <a:gd name="T11" fmla="*/ 0 h 1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3"/>
                    <a:gd name="T19" fmla="*/ 0 h 157"/>
                    <a:gd name="T20" fmla="*/ 413 w 413"/>
                    <a:gd name="T21" fmla="*/ 157 h 1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3" h="157">
                      <a:moveTo>
                        <a:pt x="0" y="0"/>
                      </a:moveTo>
                      <a:lnTo>
                        <a:pt x="0" y="43"/>
                      </a:lnTo>
                      <a:lnTo>
                        <a:pt x="412" y="156"/>
                      </a:lnTo>
                      <a:lnTo>
                        <a:pt x="412" y="105"/>
                      </a:lnTo>
                      <a:lnTo>
                        <a:pt x="409" y="10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6" name="Freeform 87">
                  <a:extLst>
                    <a:ext uri="{FF2B5EF4-FFF2-40B4-BE49-F238E27FC236}">
                      <a16:creationId xmlns:a16="http://schemas.microsoft.com/office/drawing/2014/main" id="{0A565E8A-B2B5-A949-B1BF-123A3F653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4" y="4141"/>
                  <a:ext cx="14" cy="52"/>
                </a:xfrm>
                <a:custGeom>
                  <a:avLst/>
                  <a:gdLst>
                    <a:gd name="T0" fmla="*/ 0 w 14"/>
                    <a:gd name="T1" fmla="*/ 0 h 52"/>
                    <a:gd name="T2" fmla="*/ 0 w 14"/>
                    <a:gd name="T3" fmla="*/ 47 h 52"/>
                    <a:gd name="T4" fmla="*/ 13 w 14"/>
                    <a:gd name="T5" fmla="*/ 51 h 52"/>
                    <a:gd name="T6" fmla="*/ 13 w 14"/>
                    <a:gd name="T7" fmla="*/ 3 h 52"/>
                    <a:gd name="T8" fmla="*/ 0 w 14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52"/>
                    <a:gd name="T17" fmla="*/ 14 w 14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52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13" y="51"/>
                      </a:lnTo>
                      <a:lnTo>
                        <a:pt x="13" y="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7" name="Freeform 88">
                  <a:extLst>
                    <a:ext uri="{FF2B5EF4-FFF2-40B4-BE49-F238E27FC236}">
                      <a16:creationId xmlns:a16="http://schemas.microsoft.com/office/drawing/2014/main" id="{10D41E6F-79A5-084E-9FBE-899C357BA8A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7" y="4090"/>
                  <a:ext cx="53" cy="29"/>
                </a:xfrm>
                <a:custGeom>
                  <a:avLst/>
                  <a:gdLst>
                    <a:gd name="T0" fmla="*/ 0 w 53"/>
                    <a:gd name="T1" fmla="*/ 4 h 29"/>
                    <a:gd name="T2" fmla="*/ 0 w 53"/>
                    <a:gd name="T3" fmla="*/ 28 h 29"/>
                    <a:gd name="T4" fmla="*/ 52 w 53"/>
                    <a:gd name="T5" fmla="*/ 20 h 29"/>
                    <a:gd name="T6" fmla="*/ 52 w 53"/>
                    <a:gd name="T7" fmla="*/ 2 h 29"/>
                    <a:gd name="T8" fmla="*/ 30 w 53"/>
                    <a:gd name="T9" fmla="*/ 0 h 29"/>
                    <a:gd name="T10" fmla="*/ 0 w 53"/>
                    <a:gd name="T11" fmla="*/ 4 h 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29"/>
                    <a:gd name="T20" fmla="*/ 53 w 53"/>
                    <a:gd name="T21" fmla="*/ 29 h 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29">
                      <a:moveTo>
                        <a:pt x="0" y="4"/>
                      </a:moveTo>
                      <a:lnTo>
                        <a:pt x="0" y="28"/>
                      </a:lnTo>
                      <a:lnTo>
                        <a:pt x="52" y="20"/>
                      </a:lnTo>
                      <a:lnTo>
                        <a:pt x="52" y="2"/>
                      </a:lnTo>
                      <a:lnTo>
                        <a:pt x="3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8" name="Freeform 89">
                  <a:extLst>
                    <a:ext uri="{FF2B5EF4-FFF2-40B4-BE49-F238E27FC236}">
                      <a16:creationId xmlns:a16="http://schemas.microsoft.com/office/drawing/2014/main" id="{F7427E6E-733D-D24C-B9C7-1297EF6FE0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68" y="3856"/>
                  <a:ext cx="436" cy="277"/>
                </a:xfrm>
                <a:custGeom>
                  <a:avLst/>
                  <a:gdLst>
                    <a:gd name="T0" fmla="*/ 2 w 436"/>
                    <a:gd name="T1" fmla="*/ 0 h 277"/>
                    <a:gd name="T2" fmla="*/ 0 w 436"/>
                    <a:gd name="T3" fmla="*/ 170 h 277"/>
                    <a:gd name="T4" fmla="*/ 435 w 436"/>
                    <a:gd name="T5" fmla="*/ 276 h 277"/>
                    <a:gd name="T6" fmla="*/ 435 w 436"/>
                    <a:gd name="T7" fmla="*/ 259 h 277"/>
                    <a:gd name="T8" fmla="*/ 431 w 436"/>
                    <a:gd name="T9" fmla="*/ 259 h 277"/>
                    <a:gd name="T10" fmla="*/ 431 w 436"/>
                    <a:gd name="T11" fmla="*/ 240 h 277"/>
                    <a:gd name="T12" fmla="*/ 365 w 436"/>
                    <a:gd name="T13" fmla="*/ 228 h 277"/>
                    <a:gd name="T14" fmla="*/ 367 w 436"/>
                    <a:gd name="T15" fmla="*/ 196 h 277"/>
                    <a:gd name="T16" fmla="*/ 431 w 436"/>
                    <a:gd name="T17" fmla="*/ 206 h 277"/>
                    <a:gd name="T18" fmla="*/ 431 w 436"/>
                    <a:gd name="T19" fmla="*/ 94 h 277"/>
                    <a:gd name="T20" fmla="*/ 2 w 436"/>
                    <a:gd name="T21" fmla="*/ 0 h 27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36"/>
                    <a:gd name="T34" fmla="*/ 0 h 277"/>
                    <a:gd name="T35" fmla="*/ 436 w 436"/>
                    <a:gd name="T36" fmla="*/ 277 h 27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36" h="277">
                      <a:moveTo>
                        <a:pt x="2" y="0"/>
                      </a:moveTo>
                      <a:lnTo>
                        <a:pt x="0" y="170"/>
                      </a:lnTo>
                      <a:lnTo>
                        <a:pt x="435" y="276"/>
                      </a:lnTo>
                      <a:lnTo>
                        <a:pt x="435" y="259"/>
                      </a:lnTo>
                      <a:lnTo>
                        <a:pt x="431" y="259"/>
                      </a:lnTo>
                      <a:lnTo>
                        <a:pt x="431" y="240"/>
                      </a:lnTo>
                      <a:lnTo>
                        <a:pt x="365" y="228"/>
                      </a:lnTo>
                      <a:lnTo>
                        <a:pt x="367" y="196"/>
                      </a:lnTo>
                      <a:lnTo>
                        <a:pt x="431" y="206"/>
                      </a:lnTo>
                      <a:lnTo>
                        <a:pt x="431" y="9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89" name="Freeform 90">
                  <a:extLst>
                    <a:ext uri="{FF2B5EF4-FFF2-40B4-BE49-F238E27FC236}">
                      <a16:creationId xmlns:a16="http://schemas.microsoft.com/office/drawing/2014/main" id="{5E0B4710-77D5-3D40-BB56-19A10C3DB68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4058"/>
                  <a:ext cx="18" cy="59"/>
                </a:xfrm>
                <a:custGeom>
                  <a:avLst/>
                  <a:gdLst>
                    <a:gd name="T0" fmla="*/ 11 w 18"/>
                    <a:gd name="T1" fmla="*/ 0 h 59"/>
                    <a:gd name="T2" fmla="*/ 0 w 18"/>
                    <a:gd name="T3" fmla="*/ 12 h 59"/>
                    <a:gd name="T4" fmla="*/ 3 w 18"/>
                    <a:gd name="T5" fmla="*/ 58 h 59"/>
                    <a:gd name="T6" fmla="*/ 17 w 18"/>
                    <a:gd name="T7" fmla="*/ 49 h 59"/>
                    <a:gd name="T8" fmla="*/ 11 w 18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59"/>
                    <a:gd name="T17" fmla="*/ 18 w 18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59">
                      <a:moveTo>
                        <a:pt x="11" y="0"/>
                      </a:moveTo>
                      <a:lnTo>
                        <a:pt x="0" y="12"/>
                      </a:lnTo>
                      <a:lnTo>
                        <a:pt x="3" y="58"/>
                      </a:lnTo>
                      <a:lnTo>
                        <a:pt x="17" y="49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0" name="Freeform 91">
                  <a:extLst>
                    <a:ext uri="{FF2B5EF4-FFF2-40B4-BE49-F238E27FC236}">
                      <a16:creationId xmlns:a16="http://schemas.microsoft.com/office/drawing/2014/main" id="{B4208BDB-1D79-7448-BAFF-7DEAA330B7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6" y="4107"/>
                  <a:ext cx="147" cy="21"/>
                </a:xfrm>
                <a:custGeom>
                  <a:avLst/>
                  <a:gdLst>
                    <a:gd name="T0" fmla="*/ 14 w 147"/>
                    <a:gd name="T1" fmla="*/ 0 h 21"/>
                    <a:gd name="T2" fmla="*/ 0 w 147"/>
                    <a:gd name="T3" fmla="*/ 9 h 21"/>
                    <a:gd name="T4" fmla="*/ 137 w 147"/>
                    <a:gd name="T5" fmla="*/ 20 h 21"/>
                    <a:gd name="T6" fmla="*/ 146 w 147"/>
                    <a:gd name="T7" fmla="*/ 9 h 21"/>
                    <a:gd name="T8" fmla="*/ 14 w 147"/>
                    <a:gd name="T9" fmla="*/ 0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21"/>
                    <a:gd name="T17" fmla="*/ 147 w 147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21">
                      <a:moveTo>
                        <a:pt x="14" y="0"/>
                      </a:moveTo>
                      <a:lnTo>
                        <a:pt x="0" y="9"/>
                      </a:lnTo>
                      <a:lnTo>
                        <a:pt x="137" y="20"/>
                      </a:lnTo>
                      <a:lnTo>
                        <a:pt x="146" y="9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1" name="Freeform 92">
                  <a:extLst>
                    <a:ext uri="{FF2B5EF4-FFF2-40B4-BE49-F238E27FC236}">
                      <a16:creationId xmlns:a16="http://schemas.microsoft.com/office/drawing/2014/main" id="{941305D1-87EA-F94F-B947-915AC4F6B3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90" y="4079"/>
                  <a:ext cx="172" cy="38"/>
                </a:xfrm>
                <a:custGeom>
                  <a:avLst/>
                  <a:gdLst>
                    <a:gd name="T0" fmla="*/ 0 w 172"/>
                    <a:gd name="T1" fmla="*/ 26 h 38"/>
                    <a:gd name="T2" fmla="*/ 134 w 172"/>
                    <a:gd name="T3" fmla="*/ 37 h 38"/>
                    <a:gd name="T4" fmla="*/ 171 w 172"/>
                    <a:gd name="T5" fmla="*/ 0 h 38"/>
                    <a:gd name="T6" fmla="*/ 0 w 172"/>
                    <a:gd name="T7" fmla="*/ 26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72"/>
                    <a:gd name="T13" fmla="*/ 0 h 38"/>
                    <a:gd name="T14" fmla="*/ 172 w 172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72" h="38">
                      <a:moveTo>
                        <a:pt x="0" y="26"/>
                      </a:moveTo>
                      <a:lnTo>
                        <a:pt x="134" y="37"/>
                      </a:lnTo>
                      <a:lnTo>
                        <a:pt x="17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2" name="Freeform 93">
                  <a:extLst>
                    <a:ext uri="{FF2B5EF4-FFF2-40B4-BE49-F238E27FC236}">
                      <a16:creationId xmlns:a16="http://schemas.microsoft.com/office/drawing/2014/main" id="{5EAA5561-150F-E94F-AF8C-1B92181B45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6"/>
                  <a:ext cx="12" cy="20"/>
                </a:xfrm>
                <a:custGeom>
                  <a:avLst/>
                  <a:gdLst>
                    <a:gd name="T0" fmla="*/ 0 w 12"/>
                    <a:gd name="T1" fmla="*/ 1 h 20"/>
                    <a:gd name="T2" fmla="*/ 0 w 12"/>
                    <a:gd name="T3" fmla="*/ 19 h 20"/>
                    <a:gd name="T4" fmla="*/ 11 w 12"/>
                    <a:gd name="T5" fmla="*/ 15 h 20"/>
                    <a:gd name="T6" fmla="*/ 11 w 12"/>
                    <a:gd name="T7" fmla="*/ 0 h 20"/>
                    <a:gd name="T8" fmla="*/ 0 w 12"/>
                    <a:gd name="T9" fmla="*/ 1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0"/>
                    <a:gd name="T17" fmla="*/ 12 w 12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0">
                      <a:moveTo>
                        <a:pt x="0" y="1"/>
                      </a:moveTo>
                      <a:lnTo>
                        <a:pt x="0" y="19"/>
                      </a:lnTo>
                      <a:lnTo>
                        <a:pt x="11" y="15"/>
                      </a:lnTo>
                      <a:lnTo>
                        <a:pt x="11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3" name="Freeform 94">
                  <a:extLst>
                    <a:ext uri="{FF2B5EF4-FFF2-40B4-BE49-F238E27FC236}">
                      <a16:creationId xmlns:a16="http://schemas.microsoft.com/office/drawing/2014/main" id="{DADF2EFB-7A17-F04B-8BE7-CD85D095AD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3"/>
                  <a:ext cx="151" cy="87"/>
                </a:xfrm>
                <a:custGeom>
                  <a:avLst/>
                  <a:gdLst>
                    <a:gd name="T0" fmla="*/ 13 w 151"/>
                    <a:gd name="T1" fmla="*/ 18 h 87"/>
                    <a:gd name="T2" fmla="*/ 0 w 151"/>
                    <a:gd name="T3" fmla="*/ 20 h 87"/>
                    <a:gd name="T4" fmla="*/ 0 w 151"/>
                    <a:gd name="T5" fmla="*/ 36 h 87"/>
                    <a:gd name="T6" fmla="*/ 3 w 151"/>
                    <a:gd name="T7" fmla="*/ 36 h 87"/>
                    <a:gd name="T8" fmla="*/ 3 w 151"/>
                    <a:gd name="T9" fmla="*/ 86 h 87"/>
                    <a:gd name="T10" fmla="*/ 150 w 151"/>
                    <a:gd name="T11" fmla="*/ 52 h 87"/>
                    <a:gd name="T12" fmla="*/ 54 w 151"/>
                    <a:gd name="T13" fmla="*/ 46 h 87"/>
                    <a:gd name="T14" fmla="*/ 33 w 151"/>
                    <a:gd name="T15" fmla="*/ 0 h 87"/>
                    <a:gd name="T16" fmla="*/ 13 w 151"/>
                    <a:gd name="T17" fmla="*/ 2 h 87"/>
                    <a:gd name="T18" fmla="*/ 13 w 151"/>
                    <a:gd name="T19" fmla="*/ 18 h 8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1"/>
                    <a:gd name="T31" fmla="*/ 0 h 87"/>
                    <a:gd name="T32" fmla="*/ 151 w 151"/>
                    <a:gd name="T33" fmla="*/ 87 h 8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1" h="87">
                      <a:moveTo>
                        <a:pt x="13" y="18"/>
                      </a:moveTo>
                      <a:lnTo>
                        <a:pt x="0" y="20"/>
                      </a:lnTo>
                      <a:lnTo>
                        <a:pt x="0" y="36"/>
                      </a:lnTo>
                      <a:lnTo>
                        <a:pt x="3" y="36"/>
                      </a:lnTo>
                      <a:lnTo>
                        <a:pt x="3" y="86"/>
                      </a:lnTo>
                      <a:lnTo>
                        <a:pt x="150" y="52"/>
                      </a:lnTo>
                      <a:lnTo>
                        <a:pt x="54" y="46"/>
                      </a:lnTo>
                      <a:lnTo>
                        <a:pt x="33" y="0"/>
                      </a:lnTo>
                      <a:lnTo>
                        <a:pt x="13" y="2"/>
                      </a:lnTo>
                      <a:lnTo>
                        <a:pt x="13" y="18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4" name="Freeform 95">
                  <a:extLst>
                    <a:ext uri="{FF2B5EF4-FFF2-40B4-BE49-F238E27FC236}">
                      <a16:creationId xmlns:a16="http://schemas.microsoft.com/office/drawing/2014/main" id="{60A52275-2390-AC4E-9231-2CB5656AE3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4" y="3960"/>
                  <a:ext cx="206" cy="208"/>
                </a:xfrm>
                <a:custGeom>
                  <a:avLst/>
                  <a:gdLst>
                    <a:gd name="T0" fmla="*/ 155 w 206"/>
                    <a:gd name="T1" fmla="*/ 0 h 208"/>
                    <a:gd name="T2" fmla="*/ 0 w 206"/>
                    <a:gd name="T3" fmla="*/ 167 h 208"/>
                    <a:gd name="T4" fmla="*/ 15 w 206"/>
                    <a:gd name="T5" fmla="*/ 207 h 208"/>
                    <a:gd name="T6" fmla="*/ 205 w 206"/>
                    <a:gd name="T7" fmla="*/ 26 h 208"/>
                    <a:gd name="T8" fmla="*/ 155 w 206"/>
                    <a:gd name="T9" fmla="*/ 0 h 2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6"/>
                    <a:gd name="T16" fmla="*/ 0 h 208"/>
                    <a:gd name="T17" fmla="*/ 206 w 206"/>
                    <a:gd name="T18" fmla="*/ 208 h 2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6" h="208">
                      <a:moveTo>
                        <a:pt x="155" y="0"/>
                      </a:moveTo>
                      <a:lnTo>
                        <a:pt x="0" y="167"/>
                      </a:lnTo>
                      <a:lnTo>
                        <a:pt x="15" y="207"/>
                      </a:lnTo>
                      <a:lnTo>
                        <a:pt x="205" y="26"/>
                      </a:lnTo>
                      <a:lnTo>
                        <a:pt x="15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5" name="Freeform 96">
                  <a:extLst>
                    <a:ext uri="{FF2B5EF4-FFF2-40B4-BE49-F238E27FC236}">
                      <a16:creationId xmlns:a16="http://schemas.microsoft.com/office/drawing/2014/main" id="{B44DB90F-6B77-1142-8D8A-D6BFF0882E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0" y="4065"/>
                  <a:ext cx="129" cy="77"/>
                </a:xfrm>
                <a:custGeom>
                  <a:avLst/>
                  <a:gdLst>
                    <a:gd name="T0" fmla="*/ 67 w 129"/>
                    <a:gd name="T1" fmla="*/ 11 h 77"/>
                    <a:gd name="T2" fmla="*/ 0 w 129"/>
                    <a:gd name="T3" fmla="*/ 76 h 77"/>
                    <a:gd name="T4" fmla="*/ 127 w 129"/>
                    <a:gd name="T5" fmla="*/ 48 h 77"/>
                    <a:gd name="T6" fmla="*/ 128 w 129"/>
                    <a:gd name="T7" fmla="*/ 0 h 77"/>
                    <a:gd name="T8" fmla="*/ 67 w 129"/>
                    <a:gd name="T9" fmla="*/ 11 h 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9"/>
                    <a:gd name="T16" fmla="*/ 0 h 77"/>
                    <a:gd name="T17" fmla="*/ 129 w 129"/>
                    <a:gd name="T18" fmla="*/ 77 h 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9" h="77">
                      <a:moveTo>
                        <a:pt x="67" y="11"/>
                      </a:moveTo>
                      <a:lnTo>
                        <a:pt x="0" y="76"/>
                      </a:lnTo>
                      <a:lnTo>
                        <a:pt x="127" y="48"/>
                      </a:lnTo>
                      <a:lnTo>
                        <a:pt x="128" y="0"/>
                      </a:lnTo>
                      <a:lnTo>
                        <a:pt x="67" y="1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6" name="Freeform 97">
                  <a:extLst>
                    <a:ext uri="{FF2B5EF4-FFF2-40B4-BE49-F238E27FC236}">
                      <a16:creationId xmlns:a16="http://schemas.microsoft.com/office/drawing/2014/main" id="{7FDCD57B-0F73-454F-A1F6-2FC645C8077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63"/>
                  <a:ext cx="14" cy="27"/>
                </a:xfrm>
                <a:custGeom>
                  <a:avLst/>
                  <a:gdLst>
                    <a:gd name="T0" fmla="*/ 0 w 14"/>
                    <a:gd name="T1" fmla="*/ 2 h 27"/>
                    <a:gd name="T2" fmla="*/ 0 w 14"/>
                    <a:gd name="T3" fmla="*/ 26 h 27"/>
                    <a:gd name="T4" fmla="*/ 13 w 14"/>
                    <a:gd name="T5" fmla="*/ 22 h 27"/>
                    <a:gd name="T6" fmla="*/ 13 w 14"/>
                    <a:gd name="T7" fmla="*/ 0 h 27"/>
                    <a:gd name="T8" fmla="*/ 9 w 14"/>
                    <a:gd name="T9" fmla="*/ 0 h 27"/>
                    <a:gd name="T10" fmla="*/ 0 w 14"/>
                    <a:gd name="T11" fmla="*/ 2 h 2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27"/>
                    <a:gd name="T20" fmla="*/ 14 w 14"/>
                    <a:gd name="T21" fmla="*/ 27 h 2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27">
                      <a:moveTo>
                        <a:pt x="0" y="2"/>
                      </a:moveTo>
                      <a:lnTo>
                        <a:pt x="0" y="26"/>
                      </a:lnTo>
                      <a:lnTo>
                        <a:pt x="13" y="22"/>
                      </a:lnTo>
                      <a:lnTo>
                        <a:pt x="13" y="0"/>
                      </a:lnTo>
                      <a:lnTo>
                        <a:pt x="9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7" name="Freeform 98">
                  <a:extLst>
                    <a:ext uri="{FF2B5EF4-FFF2-40B4-BE49-F238E27FC236}">
                      <a16:creationId xmlns:a16="http://schemas.microsoft.com/office/drawing/2014/main" id="{D015E66C-BD58-7345-8567-2451290573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6" y="3890"/>
                  <a:ext cx="313" cy="218"/>
                </a:xfrm>
                <a:custGeom>
                  <a:avLst/>
                  <a:gdLst>
                    <a:gd name="T0" fmla="*/ 0 w 313"/>
                    <a:gd name="T1" fmla="*/ 59 h 218"/>
                    <a:gd name="T2" fmla="*/ 0 w 313"/>
                    <a:gd name="T3" fmla="*/ 120 h 218"/>
                    <a:gd name="T4" fmla="*/ 0 w 313"/>
                    <a:gd name="T5" fmla="*/ 171 h 218"/>
                    <a:gd name="T6" fmla="*/ 11 w 313"/>
                    <a:gd name="T7" fmla="*/ 173 h 218"/>
                    <a:gd name="T8" fmla="*/ 73 w 313"/>
                    <a:gd name="T9" fmla="*/ 164 h 218"/>
                    <a:gd name="T10" fmla="*/ 86 w 313"/>
                    <a:gd name="T11" fmla="*/ 166 h 218"/>
                    <a:gd name="T12" fmla="*/ 88 w 313"/>
                    <a:gd name="T13" fmla="*/ 169 h 218"/>
                    <a:gd name="T14" fmla="*/ 94 w 313"/>
                    <a:gd name="T15" fmla="*/ 217 h 218"/>
                    <a:gd name="T16" fmla="*/ 266 w 313"/>
                    <a:gd name="T17" fmla="*/ 189 h 218"/>
                    <a:gd name="T18" fmla="*/ 312 w 313"/>
                    <a:gd name="T19" fmla="*/ 138 h 218"/>
                    <a:gd name="T20" fmla="*/ 312 w 313"/>
                    <a:gd name="T21" fmla="*/ 0 h 218"/>
                    <a:gd name="T22" fmla="*/ 0 w 313"/>
                    <a:gd name="T23" fmla="*/ 59 h 21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13"/>
                    <a:gd name="T37" fmla="*/ 0 h 218"/>
                    <a:gd name="T38" fmla="*/ 313 w 313"/>
                    <a:gd name="T39" fmla="*/ 218 h 218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13" h="218">
                      <a:moveTo>
                        <a:pt x="0" y="59"/>
                      </a:moveTo>
                      <a:lnTo>
                        <a:pt x="0" y="120"/>
                      </a:lnTo>
                      <a:lnTo>
                        <a:pt x="0" y="171"/>
                      </a:lnTo>
                      <a:lnTo>
                        <a:pt x="11" y="173"/>
                      </a:lnTo>
                      <a:lnTo>
                        <a:pt x="73" y="164"/>
                      </a:lnTo>
                      <a:lnTo>
                        <a:pt x="86" y="166"/>
                      </a:lnTo>
                      <a:lnTo>
                        <a:pt x="88" y="169"/>
                      </a:lnTo>
                      <a:lnTo>
                        <a:pt x="94" y="217"/>
                      </a:lnTo>
                      <a:lnTo>
                        <a:pt x="266" y="189"/>
                      </a:lnTo>
                      <a:lnTo>
                        <a:pt x="312" y="138"/>
                      </a:lnTo>
                      <a:lnTo>
                        <a:pt x="312" y="0"/>
                      </a:lnTo>
                      <a:lnTo>
                        <a:pt x="0" y="5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8" name="Freeform 99">
                  <a:extLst>
                    <a:ext uri="{FF2B5EF4-FFF2-40B4-BE49-F238E27FC236}">
                      <a16:creationId xmlns:a16="http://schemas.microsoft.com/office/drawing/2014/main" id="{6079B933-BE0C-CD47-B521-B18FCEE9AEA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629"/>
                  <a:ext cx="36" cy="158"/>
                </a:xfrm>
                <a:custGeom>
                  <a:avLst/>
                  <a:gdLst>
                    <a:gd name="T0" fmla="*/ 29 w 36"/>
                    <a:gd name="T1" fmla="*/ 0 h 158"/>
                    <a:gd name="T2" fmla="*/ 26 w 36"/>
                    <a:gd name="T3" fmla="*/ 2 h 158"/>
                    <a:gd name="T4" fmla="*/ 20 w 36"/>
                    <a:gd name="T5" fmla="*/ 4 h 158"/>
                    <a:gd name="T6" fmla="*/ 11 w 36"/>
                    <a:gd name="T7" fmla="*/ 8 h 158"/>
                    <a:gd name="T8" fmla="*/ 5 w 36"/>
                    <a:gd name="T9" fmla="*/ 14 h 158"/>
                    <a:gd name="T10" fmla="*/ 2 w 36"/>
                    <a:gd name="T11" fmla="*/ 20 h 158"/>
                    <a:gd name="T12" fmla="*/ 0 w 36"/>
                    <a:gd name="T13" fmla="*/ 24 h 158"/>
                    <a:gd name="T14" fmla="*/ 0 w 36"/>
                    <a:gd name="T15" fmla="*/ 38 h 158"/>
                    <a:gd name="T16" fmla="*/ 0 w 36"/>
                    <a:gd name="T17" fmla="*/ 118 h 158"/>
                    <a:gd name="T18" fmla="*/ 0 w 36"/>
                    <a:gd name="T19" fmla="*/ 124 h 158"/>
                    <a:gd name="T20" fmla="*/ 2 w 36"/>
                    <a:gd name="T21" fmla="*/ 130 h 158"/>
                    <a:gd name="T22" fmla="*/ 2 w 36"/>
                    <a:gd name="T23" fmla="*/ 135 h 158"/>
                    <a:gd name="T24" fmla="*/ 3 w 36"/>
                    <a:gd name="T25" fmla="*/ 137 h 158"/>
                    <a:gd name="T26" fmla="*/ 11 w 36"/>
                    <a:gd name="T27" fmla="*/ 144 h 158"/>
                    <a:gd name="T28" fmla="*/ 22 w 36"/>
                    <a:gd name="T29" fmla="*/ 153 h 158"/>
                    <a:gd name="T30" fmla="*/ 28 w 36"/>
                    <a:gd name="T31" fmla="*/ 157 h 158"/>
                    <a:gd name="T32" fmla="*/ 31 w 36"/>
                    <a:gd name="T33" fmla="*/ 153 h 158"/>
                    <a:gd name="T34" fmla="*/ 33 w 36"/>
                    <a:gd name="T35" fmla="*/ 149 h 158"/>
                    <a:gd name="T36" fmla="*/ 29 w 36"/>
                    <a:gd name="T37" fmla="*/ 142 h 158"/>
                    <a:gd name="T38" fmla="*/ 26 w 36"/>
                    <a:gd name="T39" fmla="*/ 140 h 158"/>
                    <a:gd name="T40" fmla="*/ 24 w 36"/>
                    <a:gd name="T41" fmla="*/ 138 h 158"/>
                    <a:gd name="T42" fmla="*/ 20 w 36"/>
                    <a:gd name="T43" fmla="*/ 137 h 158"/>
                    <a:gd name="T44" fmla="*/ 15 w 36"/>
                    <a:gd name="T45" fmla="*/ 133 h 158"/>
                    <a:gd name="T46" fmla="*/ 13 w 36"/>
                    <a:gd name="T47" fmla="*/ 126 h 158"/>
                    <a:gd name="T48" fmla="*/ 11 w 36"/>
                    <a:gd name="T49" fmla="*/ 120 h 158"/>
                    <a:gd name="T50" fmla="*/ 11 w 36"/>
                    <a:gd name="T51" fmla="*/ 102 h 158"/>
                    <a:gd name="T52" fmla="*/ 9 w 36"/>
                    <a:gd name="T53" fmla="*/ 36 h 158"/>
                    <a:gd name="T54" fmla="*/ 11 w 36"/>
                    <a:gd name="T55" fmla="*/ 27 h 158"/>
                    <a:gd name="T56" fmla="*/ 13 w 36"/>
                    <a:gd name="T57" fmla="*/ 22 h 158"/>
                    <a:gd name="T58" fmla="*/ 15 w 36"/>
                    <a:gd name="T59" fmla="*/ 20 h 158"/>
                    <a:gd name="T60" fmla="*/ 22 w 36"/>
                    <a:gd name="T61" fmla="*/ 16 h 158"/>
                    <a:gd name="T62" fmla="*/ 29 w 36"/>
                    <a:gd name="T63" fmla="*/ 14 h 158"/>
                    <a:gd name="T64" fmla="*/ 33 w 36"/>
                    <a:gd name="T65" fmla="*/ 12 h 158"/>
                    <a:gd name="T66" fmla="*/ 35 w 36"/>
                    <a:gd name="T67" fmla="*/ 6 h 158"/>
                    <a:gd name="T68" fmla="*/ 31 w 36"/>
                    <a:gd name="T69" fmla="*/ 0 h 158"/>
                    <a:gd name="T70" fmla="*/ 29 w 36"/>
                    <a:gd name="T71" fmla="*/ 0 h 15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6"/>
                    <a:gd name="T109" fmla="*/ 0 h 158"/>
                    <a:gd name="T110" fmla="*/ 36 w 36"/>
                    <a:gd name="T111" fmla="*/ 158 h 15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6" h="158">
                      <a:moveTo>
                        <a:pt x="29" y="0"/>
                      </a:moveTo>
                      <a:lnTo>
                        <a:pt x="26" y="2"/>
                      </a:lnTo>
                      <a:lnTo>
                        <a:pt x="20" y="4"/>
                      </a:lnTo>
                      <a:lnTo>
                        <a:pt x="11" y="8"/>
                      </a:lnTo>
                      <a:lnTo>
                        <a:pt x="5" y="14"/>
                      </a:lnTo>
                      <a:lnTo>
                        <a:pt x="2" y="20"/>
                      </a:lnTo>
                      <a:lnTo>
                        <a:pt x="0" y="24"/>
                      </a:lnTo>
                      <a:lnTo>
                        <a:pt x="0" y="38"/>
                      </a:lnTo>
                      <a:lnTo>
                        <a:pt x="0" y="118"/>
                      </a:lnTo>
                      <a:lnTo>
                        <a:pt x="0" y="124"/>
                      </a:lnTo>
                      <a:lnTo>
                        <a:pt x="2" y="130"/>
                      </a:lnTo>
                      <a:lnTo>
                        <a:pt x="2" y="135"/>
                      </a:lnTo>
                      <a:lnTo>
                        <a:pt x="3" y="137"/>
                      </a:lnTo>
                      <a:lnTo>
                        <a:pt x="11" y="144"/>
                      </a:lnTo>
                      <a:lnTo>
                        <a:pt x="22" y="153"/>
                      </a:lnTo>
                      <a:lnTo>
                        <a:pt x="28" y="157"/>
                      </a:lnTo>
                      <a:lnTo>
                        <a:pt x="31" y="153"/>
                      </a:lnTo>
                      <a:lnTo>
                        <a:pt x="33" y="149"/>
                      </a:lnTo>
                      <a:lnTo>
                        <a:pt x="29" y="142"/>
                      </a:lnTo>
                      <a:lnTo>
                        <a:pt x="26" y="140"/>
                      </a:lnTo>
                      <a:lnTo>
                        <a:pt x="24" y="138"/>
                      </a:lnTo>
                      <a:lnTo>
                        <a:pt x="20" y="137"/>
                      </a:lnTo>
                      <a:lnTo>
                        <a:pt x="15" y="133"/>
                      </a:lnTo>
                      <a:lnTo>
                        <a:pt x="13" y="126"/>
                      </a:lnTo>
                      <a:lnTo>
                        <a:pt x="11" y="120"/>
                      </a:lnTo>
                      <a:lnTo>
                        <a:pt x="11" y="102"/>
                      </a:lnTo>
                      <a:lnTo>
                        <a:pt x="9" y="36"/>
                      </a:lnTo>
                      <a:lnTo>
                        <a:pt x="11" y="27"/>
                      </a:lnTo>
                      <a:lnTo>
                        <a:pt x="13" y="22"/>
                      </a:lnTo>
                      <a:lnTo>
                        <a:pt x="15" y="20"/>
                      </a:lnTo>
                      <a:lnTo>
                        <a:pt x="22" y="16"/>
                      </a:lnTo>
                      <a:lnTo>
                        <a:pt x="29" y="14"/>
                      </a:lnTo>
                      <a:lnTo>
                        <a:pt x="33" y="12"/>
                      </a:lnTo>
                      <a:lnTo>
                        <a:pt x="35" y="6"/>
                      </a:lnTo>
                      <a:lnTo>
                        <a:pt x="31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99" name="Freeform 100">
                  <a:extLst>
                    <a:ext uri="{FF2B5EF4-FFF2-40B4-BE49-F238E27FC236}">
                      <a16:creationId xmlns:a16="http://schemas.microsoft.com/office/drawing/2014/main" id="{43F72284-9157-194E-9008-15138DD2BC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0" y="3354"/>
                  <a:ext cx="35" cy="253"/>
                </a:xfrm>
                <a:custGeom>
                  <a:avLst/>
                  <a:gdLst>
                    <a:gd name="T0" fmla="*/ 2 w 35"/>
                    <a:gd name="T1" fmla="*/ 8 h 253"/>
                    <a:gd name="T2" fmla="*/ 0 w 35"/>
                    <a:gd name="T3" fmla="*/ 252 h 253"/>
                    <a:gd name="T4" fmla="*/ 34 w 35"/>
                    <a:gd name="T5" fmla="*/ 252 h 253"/>
                    <a:gd name="T6" fmla="*/ 34 w 35"/>
                    <a:gd name="T7" fmla="*/ 0 h 253"/>
                    <a:gd name="T8" fmla="*/ 2 w 35"/>
                    <a:gd name="T9" fmla="*/ 8 h 2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3"/>
                    <a:gd name="T17" fmla="*/ 35 w 35"/>
                    <a:gd name="T18" fmla="*/ 253 h 2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3">
                      <a:moveTo>
                        <a:pt x="2" y="8"/>
                      </a:moveTo>
                      <a:lnTo>
                        <a:pt x="0" y="252"/>
                      </a:lnTo>
                      <a:lnTo>
                        <a:pt x="34" y="252"/>
                      </a:lnTo>
                      <a:lnTo>
                        <a:pt x="34" y="0"/>
                      </a:lnTo>
                      <a:lnTo>
                        <a:pt x="2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0" name="Freeform 101">
                  <a:extLst>
                    <a:ext uri="{FF2B5EF4-FFF2-40B4-BE49-F238E27FC236}">
                      <a16:creationId xmlns:a16="http://schemas.microsoft.com/office/drawing/2014/main" id="{AB26CF0F-37C7-974F-88DE-63C3026408B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25" y="3306"/>
                  <a:ext cx="377" cy="598"/>
                </a:xfrm>
                <a:custGeom>
                  <a:avLst/>
                  <a:gdLst>
                    <a:gd name="T0" fmla="*/ 0 w 377"/>
                    <a:gd name="T1" fmla="*/ 0 h 598"/>
                    <a:gd name="T2" fmla="*/ 2 w 377"/>
                    <a:gd name="T3" fmla="*/ 512 h 598"/>
                    <a:gd name="T4" fmla="*/ 81 w 377"/>
                    <a:gd name="T5" fmla="*/ 591 h 598"/>
                    <a:gd name="T6" fmla="*/ 111 w 377"/>
                    <a:gd name="T7" fmla="*/ 597 h 598"/>
                    <a:gd name="T8" fmla="*/ 111 w 377"/>
                    <a:gd name="T9" fmla="*/ 579 h 598"/>
                    <a:gd name="T10" fmla="*/ 62 w 377"/>
                    <a:gd name="T11" fmla="*/ 533 h 598"/>
                    <a:gd name="T12" fmla="*/ 62 w 377"/>
                    <a:gd name="T13" fmla="*/ 479 h 598"/>
                    <a:gd name="T14" fmla="*/ 56 w 377"/>
                    <a:gd name="T15" fmla="*/ 479 h 598"/>
                    <a:gd name="T16" fmla="*/ 56 w 377"/>
                    <a:gd name="T17" fmla="*/ 472 h 598"/>
                    <a:gd name="T18" fmla="*/ 116 w 377"/>
                    <a:gd name="T19" fmla="*/ 460 h 598"/>
                    <a:gd name="T20" fmla="*/ 116 w 377"/>
                    <a:gd name="T21" fmla="*/ 322 h 598"/>
                    <a:gd name="T22" fmla="*/ 122 w 377"/>
                    <a:gd name="T23" fmla="*/ 322 h 598"/>
                    <a:gd name="T24" fmla="*/ 126 w 377"/>
                    <a:gd name="T25" fmla="*/ 306 h 598"/>
                    <a:gd name="T26" fmla="*/ 166 w 377"/>
                    <a:gd name="T27" fmla="*/ 306 h 598"/>
                    <a:gd name="T28" fmla="*/ 168 w 377"/>
                    <a:gd name="T29" fmla="*/ 54 h 598"/>
                    <a:gd name="T30" fmla="*/ 199 w 377"/>
                    <a:gd name="T31" fmla="*/ 46 h 598"/>
                    <a:gd name="T32" fmla="*/ 253 w 377"/>
                    <a:gd name="T33" fmla="*/ 50 h 598"/>
                    <a:gd name="T34" fmla="*/ 253 w 377"/>
                    <a:gd name="T35" fmla="*/ 38 h 598"/>
                    <a:gd name="T36" fmla="*/ 376 w 377"/>
                    <a:gd name="T37" fmla="*/ 28 h 598"/>
                    <a:gd name="T38" fmla="*/ 0 w 377"/>
                    <a:gd name="T39" fmla="*/ 0 h 59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77"/>
                    <a:gd name="T61" fmla="*/ 0 h 598"/>
                    <a:gd name="T62" fmla="*/ 377 w 377"/>
                    <a:gd name="T63" fmla="*/ 598 h 59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77" h="598">
                      <a:moveTo>
                        <a:pt x="0" y="0"/>
                      </a:moveTo>
                      <a:lnTo>
                        <a:pt x="2" y="512"/>
                      </a:lnTo>
                      <a:lnTo>
                        <a:pt x="81" y="591"/>
                      </a:lnTo>
                      <a:lnTo>
                        <a:pt x="111" y="597"/>
                      </a:lnTo>
                      <a:lnTo>
                        <a:pt x="111" y="579"/>
                      </a:lnTo>
                      <a:lnTo>
                        <a:pt x="62" y="533"/>
                      </a:lnTo>
                      <a:lnTo>
                        <a:pt x="62" y="479"/>
                      </a:lnTo>
                      <a:lnTo>
                        <a:pt x="56" y="479"/>
                      </a:lnTo>
                      <a:lnTo>
                        <a:pt x="56" y="472"/>
                      </a:lnTo>
                      <a:lnTo>
                        <a:pt x="116" y="460"/>
                      </a:lnTo>
                      <a:lnTo>
                        <a:pt x="116" y="322"/>
                      </a:lnTo>
                      <a:lnTo>
                        <a:pt x="122" y="322"/>
                      </a:lnTo>
                      <a:lnTo>
                        <a:pt x="126" y="306"/>
                      </a:lnTo>
                      <a:lnTo>
                        <a:pt x="166" y="306"/>
                      </a:lnTo>
                      <a:lnTo>
                        <a:pt x="168" y="54"/>
                      </a:lnTo>
                      <a:lnTo>
                        <a:pt x="199" y="46"/>
                      </a:lnTo>
                      <a:lnTo>
                        <a:pt x="253" y="50"/>
                      </a:lnTo>
                      <a:lnTo>
                        <a:pt x="253" y="38"/>
                      </a:lnTo>
                      <a:lnTo>
                        <a:pt x="376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1" name="Freeform 102">
                  <a:extLst>
                    <a:ext uri="{FF2B5EF4-FFF2-40B4-BE49-F238E27FC236}">
                      <a16:creationId xmlns:a16="http://schemas.microsoft.com/office/drawing/2014/main" id="{A8C6E043-40CF-0F40-A2F8-71686B5DA4D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75"/>
                  <a:ext cx="44" cy="272"/>
                </a:xfrm>
                <a:custGeom>
                  <a:avLst/>
                  <a:gdLst>
                    <a:gd name="T0" fmla="*/ 33 w 44"/>
                    <a:gd name="T1" fmla="*/ 0 h 272"/>
                    <a:gd name="T2" fmla="*/ 33 w 44"/>
                    <a:gd name="T3" fmla="*/ 216 h 272"/>
                    <a:gd name="T4" fmla="*/ 0 w 44"/>
                    <a:gd name="T5" fmla="*/ 249 h 272"/>
                    <a:gd name="T6" fmla="*/ 0 w 44"/>
                    <a:gd name="T7" fmla="*/ 271 h 272"/>
                    <a:gd name="T8" fmla="*/ 43 w 44"/>
                    <a:gd name="T9" fmla="*/ 225 h 272"/>
                    <a:gd name="T10" fmla="*/ 43 w 44"/>
                    <a:gd name="T11" fmla="*/ 8 h 272"/>
                    <a:gd name="T12" fmla="*/ 33 w 44"/>
                    <a:gd name="T13" fmla="*/ 0 h 2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4"/>
                    <a:gd name="T22" fmla="*/ 0 h 272"/>
                    <a:gd name="T23" fmla="*/ 44 w 44"/>
                    <a:gd name="T24" fmla="*/ 272 h 2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4" h="272">
                      <a:moveTo>
                        <a:pt x="33" y="0"/>
                      </a:moveTo>
                      <a:lnTo>
                        <a:pt x="33" y="216"/>
                      </a:lnTo>
                      <a:lnTo>
                        <a:pt x="0" y="249"/>
                      </a:lnTo>
                      <a:lnTo>
                        <a:pt x="0" y="271"/>
                      </a:lnTo>
                      <a:lnTo>
                        <a:pt x="43" y="225"/>
                      </a:lnTo>
                      <a:lnTo>
                        <a:pt x="43" y="8"/>
                      </a:lnTo>
                      <a:lnTo>
                        <a:pt x="3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2" name="Freeform 103">
                  <a:extLst>
                    <a:ext uri="{FF2B5EF4-FFF2-40B4-BE49-F238E27FC236}">
                      <a16:creationId xmlns:a16="http://schemas.microsoft.com/office/drawing/2014/main" id="{D845FEF0-D04A-8E45-9B9A-3DDF3D7932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7" y="3415"/>
                  <a:ext cx="22" cy="109"/>
                </a:xfrm>
                <a:custGeom>
                  <a:avLst/>
                  <a:gdLst>
                    <a:gd name="T0" fmla="*/ 0 w 22"/>
                    <a:gd name="T1" fmla="*/ 2 h 109"/>
                    <a:gd name="T2" fmla="*/ 0 w 22"/>
                    <a:gd name="T3" fmla="*/ 108 h 109"/>
                    <a:gd name="T4" fmla="*/ 21 w 22"/>
                    <a:gd name="T5" fmla="*/ 108 h 109"/>
                    <a:gd name="T6" fmla="*/ 21 w 22"/>
                    <a:gd name="T7" fmla="*/ 0 h 109"/>
                    <a:gd name="T8" fmla="*/ 0 w 22"/>
                    <a:gd name="T9" fmla="*/ 2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109"/>
                    <a:gd name="T17" fmla="*/ 22 w 22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109">
                      <a:moveTo>
                        <a:pt x="0" y="2"/>
                      </a:moveTo>
                      <a:lnTo>
                        <a:pt x="0" y="108"/>
                      </a:lnTo>
                      <a:lnTo>
                        <a:pt x="21" y="108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3" name="Freeform 104">
                  <a:extLst>
                    <a:ext uri="{FF2B5EF4-FFF2-40B4-BE49-F238E27FC236}">
                      <a16:creationId xmlns:a16="http://schemas.microsoft.com/office/drawing/2014/main" id="{8B71FED3-D687-E141-80D6-0F0A1F63098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8" y="3661"/>
                  <a:ext cx="246" cy="164"/>
                </a:xfrm>
                <a:custGeom>
                  <a:avLst/>
                  <a:gdLst>
                    <a:gd name="T0" fmla="*/ 42 w 246"/>
                    <a:gd name="T1" fmla="*/ 0 h 164"/>
                    <a:gd name="T2" fmla="*/ 0 w 246"/>
                    <a:gd name="T3" fmla="*/ 141 h 164"/>
                    <a:gd name="T4" fmla="*/ 202 w 246"/>
                    <a:gd name="T5" fmla="*/ 163 h 164"/>
                    <a:gd name="T6" fmla="*/ 245 w 246"/>
                    <a:gd name="T7" fmla="*/ 14 h 164"/>
                    <a:gd name="T8" fmla="*/ 42 w 246"/>
                    <a:gd name="T9" fmla="*/ 0 h 1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6"/>
                    <a:gd name="T16" fmla="*/ 0 h 164"/>
                    <a:gd name="T17" fmla="*/ 246 w 246"/>
                    <a:gd name="T18" fmla="*/ 164 h 1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6" h="164">
                      <a:moveTo>
                        <a:pt x="42" y="0"/>
                      </a:moveTo>
                      <a:lnTo>
                        <a:pt x="0" y="141"/>
                      </a:lnTo>
                      <a:lnTo>
                        <a:pt x="202" y="163"/>
                      </a:lnTo>
                      <a:lnTo>
                        <a:pt x="245" y="14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4" name="Freeform 105">
                  <a:extLst>
                    <a:ext uri="{FF2B5EF4-FFF2-40B4-BE49-F238E27FC236}">
                      <a16:creationId xmlns:a16="http://schemas.microsoft.com/office/drawing/2014/main" id="{6AFDFC68-32FB-4141-8125-C4004ED27D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8" y="3665"/>
                  <a:ext cx="225" cy="143"/>
                </a:xfrm>
                <a:custGeom>
                  <a:avLst/>
                  <a:gdLst>
                    <a:gd name="T0" fmla="*/ 35 w 225"/>
                    <a:gd name="T1" fmla="*/ 0 h 143"/>
                    <a:gd name="T2" fmla="*/ 0 w 225"/>
                    <a:gd name="T3" fmla="*/ 124 h 143"/>
                    <a:gd name="T4" fmla="*/ 186 w 225"/>
                    <a:gd name="T5" fmla="*/ 142 h 143"/>
                    <a:gd name="T6" fmla="*/ 224 w 225"/>
                    <a:gd name="T7" fmla="*/ 13 h 143"/>
                    <a:gd name="T8" fmla="*/ 35 w 225"/>
                    <a:gd name="T9" fmla="*/ 0 h 1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5"/>
                    <a:gd name="T16" fmla="*/ 0 h 143"/>
                    <a:gd name="T17" fmla="*/ 225 w 225"/>
                    <a:gd name="T18" fmla="*/ 143 h 1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5" h="143">
                      <a:moveTo>
                        <a:pt x="35" y="0"/>
                      </a:moveTo>
                      <a:lnTo>
                        <a:pt x="0" y="124"/>
                      </a:lnTo>
                      <a:lnTo>
                        <a:pt x="186" y="142"/>
                      </a:lnTo>
                      <a:lnTo>
                        <a:pt x="224" y="13"/>
                      </a:lnTo>
                      <a:lnTo>
                        <a:pt x="3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5" name="Freeform 106">
                  <a:extLst>
                    <a:ext uri="{FF2B5EF4-FFF2-40B4-BE49-F238E27FC236}">
                      <a16:creationId xmlns:a16="http://schemas.microsoft.com/office/drawing/2014/main" id="{CCFDDC7C-9493-2344-9299-D5C179E0C85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3" y="3746"/>
                  <a:ext cx="24" cy="29"/>
                </a:xfrm>
                <a:custGeom>
                  <a:avLst/>
                  <a:gdLst>
                    <a:gd name="T0" fmla="*/ 0 w 24"/>
                    <a:gd name="T1" fmla="*/ 10 h 29"/>
                    <a:gd name="T2" fmla="*/ 0 w 24"/>
                    <a:gd name="T3" fmla="*/ 20 h 29"/>
                    <a:gd name="T4" fmla="*/ 5 w 24"/>
                    <a:gd name="T5" fmla="*/ 28 h 29"/>
                    <a:gd name="T6" fmla="*/ 15 w 24"/>
                    <a:gd name="T7" fmla="*/ 26 h 29"/>
                    <a:gd name="T8" fmla="*/ 23 w 24"/>
                    <a:gd name="T9" fmla="*/ 19 h 29"/>
                    <a:gd name="T10" fmla="*/ 23 w 24"/>
                    <a:gd name="T11" fmla="*/ 8 h 29"/>
                    <a:gd name="T12" fmla="*/ 15 w 24"/>
                    <a:gd name="T13" fmla="*/ 0 h 29"/>
                    <a:gd name="T14" fmla="*/ 5 w 24"/>
                    <a:gd name="T15" fmla="*/ 2 h 29"/>
                    <a:gd name="T16" fmla="*/ 0 w 24"/>
                    <a:gd name="T17" fmla="*/ 10 h 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"/>
                    <a:gd name="T28" fmla="*/ 0 h 29"/>
                    <a:gd name="T29" fmla="*/ 24 w 24"/>
                    <a:gd name="T30" fmla="*/ 29 h 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" h="29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5" y="28"/>
                      </a:lnTo>
                      <a:lnTo>
                        <a:pt x="15" y="26"/>
                      </a:lnTo>
                      <a:lnTo>
                        <a:pt x="23" y="19"/>
                      </a:lnTo>
                      <a:lnTo>
                        <a:pt x="23" y="8"/>
                      </a:lnTo>
                      <a:lnTo>
                        <a:pt x="15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6" name="Freeform 107">
                  <a:extLst>
                    <a:ext uri="{FF2B5EF4-FFF2-40B4-BE49-F238E27FC236}">
                      <a16:creationId xmlns:a16="http://schemas.microsoft.com/office/drawing/2014/main" id="{D258ABA5-44AF-FB40-839B-B1DA832295A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9" y="3745"/>
                  <a:ext cx="19" cy="25"/>
                </a:xfrm>
                <a:custGeom>
                  <a:avLst/>
                  <a:gdLst>
                    <a:gd name="T0" fmla="*/ 0 w 19"/>
                    <a:gd name="T1" fmla="*/ 10 h 25"/>
                    <a:gd name="T2" fmla="*/ 0 w 19"/>
                    <a:gd name="T3" fmla="*/ 19 h 25"/>
                    <a:gd name="T4" fmla="*/ 6 w 19"/>
                    <a:gd name="T5" fmla="*/ 24 h 25"/>
                    <a:gd name="T6" fmla="*/ 12 w 19"/>
                    <a:gd name="T7" fmla="*/ 24 h 25"/>
                    <a:gd name="T8" fmla="*/ 18 w 19"/>
                    <a:gd name="T9" fmla="*/ 17 h 25"/>
                    <a:gd name="T10" fmla="*/ 18 w 19"/>
                    <a:gd name="T11" fmla="*/ 6 h 25"/>
                    <a:gd name="T12" fmla="*/ 12 w 19"/>
                    <a:gd name="T13" fmla="*/ 0 h 25"/>
                    <a:gd name="T14" fmla="*/ 6 w 19"/>
                    <a:gd name="T15" fmla="*/ 2 h 25"/>
                    <a:gd name="T16" fmla="*/ 0 w 19"/>
                    <a:gd name="T17" fmla="*/ 10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5"/>
                    <a:gd name="T29" fmla="*/ 19 w 19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5">
                      <a:moveTo>
                        <a:pt x="0" y="10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2" y="24"/>
                      </a:lnTo>
                      <a:lnTo>
                        <a:pt x="18" y="17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7" name="Freeform 108">
                  <a:extLst>
                    <a:ext uri="{FF2B5EF4-FFF2-40B4-BE49-F238E27FC236}">
                      <a16:creationId xmlns:a16="http://schemas.microsoft.com/office/drawing/2014/main" id="{16C94A47-00BC-7442-9D58-13568A5BD5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7" y="3675"/>
                  <a:ext cx="187" cy="53"/>
                </a:xfrm>
                <a:custGeom>
                  <a:avLst/>
                  <a:gdLst>
                    <a:gd name="T0" fmla="*/ 12 w 187"/>
                    <a:gd name="T1" fmla="*/ 0 h 53"/>
                    <a:gd name="T2" fmla="*/ 0 w 187"/>
                    <a:gd name="T3" fmla="*/ 41 h 53"/>
                    <a:gd name="T4" fmla="*/ 174 w 187"/>
                    <a:gd name="T5" fmla="*/ 52 h 53"/>
                    <a:gd name="T6" fmla="*/ 186 w 187"/>
                    <a:gd name="T7" fmla="*/ 12 h 53"/>
                    <a:gd name="T8" fmla="*/ 12 w 187"/>
                    <a:gd name="T9" fmla="*/ 0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53"/>
                    <a:gd name="T17" fmla="*/ 187 w 18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53">
                      <a:moveTo>
                        <a:pt x="12" y="0"/>
                      </a:moveTo>
                      <a:lnTo>
                        <a:pt x="0" y="41"/>
                      </a:lnTo>
                      <a:lnTo>
                        <a:pt x="174" y="52"/>
                      </a:lnTo>
                      <a:lnTo>
                        <a:pt x="186" y="1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8" name="Freeform 109">
                  <a:extLst>
                    <a:ext uri="{FF2B5EF4-FFF2-40B4-BE49-F238E27FC236}">
                      <a16:creationId xmlns:a16="http://schemas.microsoft.com/office/drawing/2014/main" id="{D1D4AB44-8AD0-0846-AE9C-B54B45D7AF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676"/>
                  <a:ext cx="50" cy="38"/>
                </a:xfrm>
                <a:custGeom>
                  <a:avLst/>
                  <a:gdLst>
                    <a:gd name="T0" fmla="*/ 10 w 50"/>
                    <a:gd name="T1" fmla="*/ 0 h 38"/>
                    <a:gd name="T2" fmla="*/ 0 w 50"/>
                    <a:gd name="T3" fmla="*/ 35 h 38"/>
                    <a:gd name="T4" fmla="*/ 39 w 50"/>
                    <a:gd name="T5" fmla="*/ 37 h 38"/>
                    <a:gd name="T6" fmla="*/ 49 w 50"/>
                    <a:gd name="T7" fmla="*/ 4 h 38"/>
                    <a:gd name="T8" fmla="*/ 10 w 50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38"/>
                    <a:gd name="T17" fmla="*/ 50 w 50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9" y="37"/>
                      </a:lnTo>
                      <a:lnTo>
                        <a:pt x="49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09" name="Freeform 110">
                  <a:extLst>
                    <a:ext uri="{FF2B5EF4-FFF2-40B4-BE49-F238E27FC236}">
                      <a16:creationId xmlns:a16="http://schemas.microsoft.com/office/drawing/2014/main" id="{78AF8E7E-6797-AB42-831D-EA06779D6D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0" y="3689"/>
                  <a:ext cx="37" cy="30"/>
                </a:xfrm>
                <a:custGeom>
                  <a:avLst/>
                  <a:gdLst>
                    <a:gd name="T0" fmla="*/ 12 w 37"/>
                    <a:gd name="T1" fmla="*/ 0 h 30"/>
                    <a:gd name="T2" fmla="*/ 0 w 37"/>
                    <a:gd name="T3" fmla="*/ 27 h 30"/>
                    <a:gd name="T4" fmla="*/ 24 w 37"/>
                    <a:gd name="T5" fmla="*/ 29 h 30"/>
                    <a:gd name="T6" fmla="*/ 36 w 37"/>
                    <a:gd name="T7" fmla="*/ 2 h 30"/>
                    <a:gd name="T8" fmla="*/ 12 w 37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0"/>
                    <a:gd name="T17" fmla="*/ 37 w 37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0">
                      <a:moveTo>
                        <a:pt x="12" y="0"/>
                      </a:moveTo>
                      <a:lnTo>
                        <a:pt x="0" y="27"/>
                      </a:lnTo>
                      <a:lnTo>
                        <a:pt x="24" y="29"/>
                      </a:lnTo>
                      <a:lnTo>
                        <a:pt x="36" y="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0" name="Freeform 111">
                  <a:extLst>
                    <a:ext uri="{FF2B5EF4-FFF2-40B4-BE49-F238E27FC236}">
                      <a16:creationId xmlns:a16="http://schemas.microsoft.com/office/drawing/2014/main" id="{B8D0D856-F5EA-2A45-B1C4-3F4601E6029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03" y="3680"/>
                  <a:ext cx="44" cy="36"/>
                </a:xfrm>
                <a:custGeom>
                  <a:avLst/>
                  <a:gdLst>
                    <a:gd name="T0" fmla="*/ 9 w 44"/>
                    <a:gd name="T1" fmla="*/ 0 h 36"/>
                    <a:gd name="T2" fmla="*/ 0 w 44"/>
                    <a:gd name="T3" fmla="*/ 33 h 36"/>
                    <a:gd name="T4" fmla="*/ 34 w 44"/>
                    <a:gd name="T5" fmla="*/ 35 h 36"/>
                    <a:gd name="T6" fmla="*/ 43 w 44"/>
                    <a:gd name="T7" fmla="*/ 2 h 36"/>
                    <a:gd name="T8" fmla="*/ 9 w 44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"/>
                    <a:gd name="T16" fmla="*/ 0 h 36"/>
                    <a:gd name="T17" fmla="*/ 44 w 44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" h="36">
                      <a:moveTo>
                        <a:pt x="9" y="0"/>
                      </a:moveTo>
                      <a:lnTo>
                        <a:pt x="0" y="33"/>
                      </a:lnTo>
                      <a:lnTo>
                        <a:pt x="34" y="35"/>
                      </a:lnTo>
                      <a:lnTo>
                        <a:pt x="43" y="2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1" name="Freeform 112">
                  <a:extLst>
                    <a:ext uri="{FF2B5EF4-FFF2-40B4-BE49-F238E27FC236}">
                      <a16:creationId xmlns:a16="http://schemas.microsoft.com/office/drawing/2014/main" id="{AA0D4F6D-0B68-424A-A19E-56BF4E96FC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46" y="3681"/>
                  <a:ext cx="43" cy="38"/>
                </a:xfrm>
                <a:custGeom>
                  <a:avLst/>
                  <a:gdLst>
                    <a:gd name="T0" fmla="*/ 10 w 43"/>
                    <a:gd name="T1" fmla="*/ 0 h 38"/>
                    <a:gd name="T2" fmla="*/ 0 w 43"/>
                    <a:gd name="T3" fmla="*/ 35 h 38"/>
                    <a:gd name="T4" fmla="*/ 31 w 43"/>
                    <a:gd name="T5" fmla="*/ 37 h 38"/>
                    <a:gd name="T6" fmla="*/ 42 w 43"/>
                    <a:gd name="T7" fmla="*/ 4 h 38"/>
                    <a:gd name="T8" fmla="*/ 10 w 43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38"/>
                    <a:gd name="T17" fmla="*/ 43 w 43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1" y="37"/>
                      </a:lnTo>
                      <a:lnTo>
                        <a:pt x="42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2" name="Freeform 113">
                  <a:extLst>
                    <a:ext uri="{FF2B5EF4-FFF2-40B4-BE49-F238E27FC236}">
                      <a16:creationId xmlns:a16="http://schemas.microsoft.com/office/drawing/2014/main" id="{0ECA878B-454B-4345-BC97-BF1579CDC2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736"/>
                  <a:ext cx="21" cy="28"/>
                </a:xfrm>
                <a:custGeom>
                  <a:avLst/>
                  <a:gdLst>
                    <a:gd name="T0" fmla="*/ 0 w 21"/>
                    <a:gd name="T1" fmla="*/ 10 h 28"/>
                    <a:gd name="T2" fmla="*/ 0 w 21"/>
                    <a:gd name="T3" fmla="*/ 21 h 28"/>
                    <a:gd name="T4" fmla="*/ 5 w 21"/>
                    <a:gd name="T5" fmla="*/ 27 h 28"/>
                    <a:gd name="T6" fmla="*/ 14 w 21"/>
                    <a:gd name="T7" fmla="*/ 27 h 28"/>
                    <a:gd name="T8" fmla="*/ 20 w 21"/>
                    <a:gd name="T9" fmla="*/ 18 h 28"/>
                    <a:gd name="T10" fmla="*/ 20 w 21"/>
                    <a:gd name="T11" fmla="*/ 5 h 28"/>
                    <a:gd name="T12" fmla="*/ 14 w 21"/>
                    <a:gd name="T13" fmla="*/ 0 h 28"/>
                    <a:gd name="T14" fmla="*/ 5 w 21"/>
                    <a:gd name="T15" fmla="*/ 2 h 28"/>
                    <a:gd name="T16" fmla="*/ 0 w 21"/>
                    <a:gd name="T17" fmla="*/ 10 h 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8"/>
                    <a:gd name="T29" fmla="*/ 21 w 21"/>
                    <a:gd name="T30" fmla="*/ 28 h 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8">
                      <a:moveTo>
                        <a:pt x="0" y="10"/>
                      </a:moveTo>
                      <a:lnTo>
                        <a:pt x="0" y="21"/>
                      </a:lnTo>
                      <a:lnTo>
                        <a:pt x="5" y="27"/>
                      </a:lnTo>
                      <a:lnTo>
                        <a:pt x="14" y="27"/>
                      </a:lnTo>
                      <a:lnTo>
                        <a:pt x="20" y="18"/>
                      </a:lnTo>
                      <a:lnTo>
                        <a:pt x="20" y="5"/>
                      </a:lnTo>
                      <a:lnTo>
                        <a:pt x="14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3" name="Freeform 114">
                  <a:extLst>
                    <a:ext uri="{FF2B5EF4-FFF2-40B4-BE49-F238E27FC236}">
                      <a16:creationId xmlns:a16="http://schemas.microsoft.com/office/drawing/2014/main" id="{89F227D5-F69A-DB47-B9DC-84025C48CCD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9" y="3735"/>
                  <a:ext cx="19" cy="24"/>
                </a:xfrm>
                <a:custGeom>
                  <a:avLst/>
                  <a:gdLst>
                    <a:gd name="T0" fmla="*/ 0 w 19"/>
                    <a:gd name="T1" fmla="*/ 7 h 24"/>
                    <a:gd name="T2" fmla="*/ 0 w 19"/>
                    <a:gd name="T3" fmla="*/ 17 h 24"/>
                    <a:gd name="T4" fmla="*/ 5 w 19"/>
                    <a:gd name="T5" fmla="*/ 23 h 24"/>
                    <a:gd name="T6" fmla="*/ 12 w 19"/>
                    <a:gd name="T7" fmla="*/ 23 h 24"/>
                    <a:gd name="T8" fmla="*/ 18 w 19"/>
                    <a:gd name="T9" fmla="*/ 15 h 24"/>
                    <a:gd name="T10" fmla="*/ 18 w 19"/>
                    <a:gd name="T11" fmla="*/ 6 h 24"/>
                    <a:gd name="T12" fmla="*/ 12 w 19"/>
                    <a:gd name="T13" fmla="*/ 0 h 24"/>
                    <a:gd name="T14" fmla="*/ 5 w 19"/>
                    <a:gd name="T15" fmla="*/ 2 h 24"/>
                    <a:gd name="T16" fmla="*/ 0 w 19"/>
                    <a:gd name="T17" fmla="*/ 7 h 2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4"/>
                    <a:gd name="T29" fmla="*/ 19 w 19"/>
                    <a:gd name="T30" fmla="*/ 24 h 2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4">
                      <a:moveTo>
                        <a:pt x="0" y="7"/>
                      </a:moveTo>
                      <a:lnTo>
                        <a:pt x="0" y="17"/>
                      </a:lnTo>
                      <a:lnTo>
                        <a:pt x="5" y="23"/>
                      </a:lnTo>
                      <a:lnTo>
                        <a:pt x="12" y="23"/>
                      </a:lnTo>
                      <a:lnTo>
                        <a:pt x="18" y="15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4" name="Freeform 115">
                  <a:extLst>
                    <a:ext uri="{FF2B5EF4-FFF2-40B4-BE49-F238E27FC236}">
                      <a16:creationId xmlns:a16="http://schemas.microsoft.com/office/drawing/2014/main" id="{FBE2F3D1-B30E-AC46-B036-5DDD3B8D637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6" y="3765"/>
                  <a:ext cx="18" cy="14"/>
                </a:xfrm>
                <a:custGeom>
                  <a:avLst/>
                  <a:gdLst>
                    <a:gd name="T0" fmla="*/ 2 w 18"/>
                    <a:gd name="T1" fmla="*/ 0 h 14"/>
                    <a:gd name="T2" fmla="*/ 0 w 18"/>
                    <a:gd name="T3" fmla="*/ 10 h 14"/>
                    <a:gd name="T4" fmla="*/ 15 w 18"/>
                    <a:gd name="T5" fmla="*/ 13 h 14"/>
                    <a:gd name="T6" fmla="*/ 17 w 18"/>
                    <a:gd name="T7" fmla="*/ 3 h 14"/>
                    <a:gd name="T8" fmla="*/ 2 w 18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"/>
                    <a:gd name="T17" fmla="*/ 18 w 18"/>
                    <a:gd name="T18" fmla="*/ 14 h 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5" y="13"/>
                      </a:lnTo>
                      <a:lnTo>
                        <a:pt x="17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5" name="Freeform 116">
                  <a:extLst>
                    <a:ext uri="{FF2B5EF4-FFF2-40B4-BE49-F238E27FC236}">
                      <a16:creationId xmlns:a16="http://schemas.microsoft.com/office/drawing/2014/main" id="{4B169E5E-7B77-B04B-868D-4F46CC035E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737"/>
                  <a:ext cx="89" cy="50"/>
                </a:xfrm>
                <a:custGeom>
                  <a:avLst/>
                  <a:gdLst>
                    <a:gd name="T0" fmla="*/ 14 w 89"/>
                    <a:gd name="T1" fmla="*/ 0 h 50"/>
                    <a:gd name="T2" fmla="*/ 0 w 89"/>
                    <a:gd name="T3" fmla="*/ 42 h 50"/>
                    <a:gd name="T4" fmla="*/ 74 w 89"/>
                    <a:gd name="T5" fmla="*/ 49 h 50"/>
                    <a:gd name="T6" fmla="*/ 88 w 89"/>
                    <a:gd name="T7" fmla="*/ 3 h 50"/>
                    <a:gd name="T8" fmla="*/ 14 w 89"/>
                    <a:gd name="T9" fmla="*/ 0 h 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50"/>
                    <a:gd name="T17" fmla="*/ 89 w 89"/>
                    <a:gd name="T18" fmla="*/ 50 h 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50">
                      <a:moveTo>
                        <a:pt x="14" y="0"/>
                      </a:moveTo>
                      <a:lnTo>
                        <a:pt x="0" y="42"/>
                      </a:lnTo>
                      <a:lnTo>
                        <a:pt x="74" y="49"/>
                      </a:lnTo>
                      <a:lnTo>
                        <a:pt x="88" y="3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6" name="Freeform 117">
                  <a:extLst>
                    <a:ext uri="{FF2B5EF4-FFF2-40B4-BE49-F238E27FC236}">
                      <a16:creationId xmlns:a16="http://schemas.microsoft.com/office/drawing/2014/main" id="{49F89E3D-ACDA-2543-AFC3-8427A466706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78"/>
                  <a:ext cx="13" cy="9"/>
                </a:xfrm>
                <a:custGeom>
                  <a:avLst/>
                  <a:gdLst>
                    <a:gd name="T0" fmla="*/ 2 w 13"/>
                    <a:gd name="T1" fmla="*/ 0 h 9"/>
                    <a:gd name="T2" fmla="*/ 0 w 13"/>
                    <a:gd name="T3" fmla="*/ 8 h 9"/>
                    <a:gd name="T4" fmla="*/ 10 w 13"/>
                    <a:gd name="T5" fmla="*/ 8 h 9"/>
                    <a:gd name="T6" fmla="*/ 12 w 13"/>
                    <a:gd name="T7" fmla="*/ 0 h 9"/>
                    <a:gd name="T8" fmla="*/ 2 w 13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"/>
                    <a:gd name="T16" fmla="*/ 0 h 9"/>
                    <a:gd name="T17" fmla="*/ 13 w 13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" h="9">
                      <a:moveTo>
                        <a:pt x="2" y="0"/>
                      </a:moveTo>
                      <a:lnTo>
                        <a:pt x="0" y="8"/>
                      </a:lnTo>
                      <a:lnTo>
                        <a:pt x="10" y="8"/>
                      </a:lnTo>
                      <a:lnTo>
                        <a:pt x="12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7" name="Freeform 118">
                  <a:extLst>
                    <a:ext uri="{FF2B5EF4-FFF2-40B4-BE49-F238E27FC236}">
                      <a16:creationId xmlns:a16="http://schemas.microsoft.com/office/drawing/2014/main" id="{C4440E11-122B-5040-8FE9-B8669B646D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3" y="3778"/>
                  <a:ext cx="16" cy="10"/>
                </a:xfrm>
                <a:custGeom>
                  <a:avLst/>
                  <a:gdLst>
                    <a:gd name="T0" fmla="*/ 2 w 16"/>
                    <a:gd name="T1" fmla="*/ 0 h 10"/>
                    <a:gd name="T2" fmla="*/ 0 w 16"/>
                    <a:gd name="T3" fmla="*/ 7 h 10"/>
                    <a:gd name="T4" fmla="*/ 13 w 16"/>
                    <a:gd name="T5" fmla="*/ 9 h 10"/>
                    <a:gd name="T6" fmla="*/ 15 w 16"/>
                    <a:gd name="T7" fmla="*/ 2 h 10"/>
                    <a:gd name="T8" fmla="*/ 2 w 16"/>
                    <a:gd name="T9" fmla="*/ 0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"/>
                    <a:gd name="T16" fmla="*/ 0 h 10"/>
                    <a:gd name="T17" fmla="*/ 16 w 16"/>
                    <a:gd name="T18" fmla="*/ 10 h 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" h="10">
                      <a:moveTo>
                        <a:pt x="2" y="0"/>
                      </a:moveTo>
                      <a:lnTo>
                        <a:pt x="0" y="7"/>
                      </a:lnTo>
                      <a:lnTo>
                        <a:pt x="13" y="9"/>
                      </a:lnTo>
                      <a:lnTo>
                        <a:pt x="15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8" name="Freeform 119">
                  <a:extLst>
                    <a:ext uri="{FF2B5EF4-FFF2-40B4-BE49-F238E27FC236}">
                      <a16:creationId xmlns:a16="http://schemas.microsoft.com/office/drawing/2014/main" id="{284B1C51-A29D-014D-8282-343E853776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0" y="3491"/>
                  <a:ext cx="205" cy="186"/>
                </a:xfrm>
                <a:custGeom>
                  <a:avLst/>
                  <a:gdLst>
                    <a:gd name="T0" fmla="*/ 0 w 205"/>
                    <a:gd name="T1" fmla="*/ 0 h 186"/>
                    <a:gd name="T2" fmla="*/ 0 w 205"/>
                    <a:gd name="T3" fmla="*/ 171 h 186"/>
                    <a:gd name="T4" fmla="*/ 204 w 205"/>
                    <a:gd name="T5" fmla="*/ 185 h 186"/>
                    <a:gd name="T6" fmla="*/ 202 w 205"/>
                    <a:gd name="T7" fmla="*/ 0 h 186"/>
                    <a:gd name="T8" fmla="*/ 0 w 205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5"/>
                    <a:gd name="T16" fmla="*/ 0 h 186"/>
                    <a:gd name="T17" fmla="*/ 205 w 205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5" h="186">
                      <a:moveTo>
                        <a:pt x="0" y="0"/>
                      </a:moveTo>
                      <a:lnTo>
                        <a:pt x="0" y="171"/>
                      </a:lnTo>
                      <a:lnTo>
                        <a:pt x="204" y="185"/>
                      </a:lnTo>
                      <a:lnTo>
                        <a:pt x="20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19" name="Freeform 120">
                  <a:extLst>
                    <a:ext uri="{FF2B5EF4-FFF2-40B4-BE49-F238E27FC236}">
                      <a16:creationId xmlns:a16="http://schemas.microsoft.com/office/drawing/2014/main" id="{D1BCB195-FAA4-1341-846D-A9572652B5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500"/>
                  <a:ext cx="194" cy="177"/>
                </a:xfrm>
                <a:custGeom>
                  <a:avLst/>
                  <a:gdLst>
                    <a:gd name="T0" fmla="*/ 4 w 194"/>
                    <a:gd name="T1" fmla="*/ 0 h 177"/>
                    <a:gd name="T2" fmla="*/ 0 w 194"/>
                    <a:gd name="T3" fmla="*/ 165 h 177"/>
                    <a:gd name="T4" fmla="*/ 191 w 194"/>
                    <a:gd name="T5" fmla="*/ 176 h 177"/>
                    <a:gd name="T6" fmla="*/ 193 w 194"/>
                    <a:gd name="T7" fmla="*/ 0 h 177"/>
                    <a:gd name="T8" fmla="*/ 4 w 194"/>
                    <a:gd name="T9" fmla="*/ 0 h 1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177"/>
                    <a:gd name="T17" fmla="*/ 194 w 194"/>
                    <a:gd name="T18" fmla="*/ 177 h 1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177">
                      <a:moveTo>
                        <a:pt x="4" y="0"/>
                      </a:moveTo>
                      <a:lnTo>
                        <a:pt x="0" y="165"/>
                      </a:lnTo>
                      <a:lnTo>
                        <a:pt x="191" y="176"/>
                      </a:lnTo>
                      <a:lnTo>
                        <a:pt x="193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0" name="Freeform 121">
                  <a:extLst>
                    <a:ext uri="{FF2B5EF4-FFF2-40B4-BE49-F238E27FC236}">
                      <a16:creationId xmlns:a16="http://schemas.microsoft.com/office/drawing/2014/main" id="{2BDEDB8C-3645-F54E-89EB-FA3716ED77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509"/>
                  <a:ext cx="168" cy="158"/>
                </a:xfrm>
                <a:custGeom>
                  <a:avLst/>
                  <a:gdLst>
                    <a:gd name="T0" fmla="*/ 2 w 168"/>
                    <a:gd name="T1" fmla="*/ 0 h 158"/>
                    <a:gd name="T2" fmla="*/ 0 w 168"/>
                    <a:gd name="T3" fmla="*/ 143 h 158"/>
                    <a:gd name="T4" fmla="*/ 166 w 168"/>
                    <a:gd name="T5" fmla="*/ 157 h 158"/>
                    <a:gd name="T6" fmla="*/ 167 w 168"/>
                    <a:gd name="T7" fmla="*/ 0 h 158"/>
                    <a:gd name="T8" fmla="*/ 2 w 168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58"/>
                    <a:gd name="T17" fmla="*/ 168 w 168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58">
                      <a:moveTo>
                        <a:pt x="2" y="0"/>
                      </a:moveTo>
                      <a:lnTo>
                        <a:pt x="0" y="143"/>
                      </a:lnTo>
                      <a:lnTo>
                        <a:pt x="166" y="157"/>
                      </a:lnTo>
                      <a:lnTo>
                        <a:pt x="16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1" name="Oval 122">
                  <a:extLst>
                    <a:ext uri="{FF2B5EF4-FFF2-40B4-BE49-F238E27FC236}">
                      <a16:creationId xmlns:a16="http://schemas.microsoft.com/office/drawing/2014/main" id="{7652BA00-4E89-D54D-ACEA-D286C4502E4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487" y="3509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422" name="Freeform 123">
                  <a:extLst>
                    <a:ext uri="{FF2B5EF4-FFF2-40B4-BE49-F238E27FC236}">
                      <a16:creationId xmlns:a16="http://schemas.microsoft.com/office/drawing/2014/main" id="{89B5C71F-BE20-3148-A603-44475FD483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529"/>
                  <a:ext cx="127" cy="111"/>
                </a:xfrm>
                <a:custGeom>
                  <a:avLst/>
                  <a:gdLst>
                    <a:gd name="T0" fmla="*/ 2 w 127"/>
                    <a:gd name="T1" fmla="*/ 0 h 111"/>
                    <a:gd name="T2" fmla="*/ 0 w 127"/>
                    <a:gd name="T3" fmla="*/ 102 h 111"/>
                    <a:gd name="T4" fmla="*/ 122 w 127"/>
                    <a:gd name="T5" fmla="*/ 110 h 111"/>
                    <a:gd name="T6" fmla="*/ 126 w 127"/>
                    <a:gd name="T7" fmla="*/ 4 h 111"/>
                    <a:gd name="T8" fmla="*/ 2 w 127"/>
                    <a:gd name="T9" fmla="*/ 0 h 1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11"/>
                    <a:gd name="T17" fmla="*/ 127 w 127"/>
                    <a:gd name="T18" fmla="*/ 111 h 1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11">
                      <a:moveTo>
                        <a:pt x="2" y="0"/>
                      </a:moveTo>
                      <a:lnTo>
                        <a:pt x="0" y="102"/>
                      </a:lnTo>
                      <a:lnTo>
                        <a:pt x="122" y="110"/>
                      </a:lnTo>
                      <a:lnTo>
                        <a:pt x="126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3" name="Freeform 124">
                  <a:extLst>
                    <a:ext uri="{FF2B5EF4-FFF2-40B4-BE49-F238E27FC236}">
                      <a16:creationId xmlns:a16="http://schemas.microsoft.com/office/drawing/2014/main" id="{1AE337A8-AE47-294F-B47B-30DC3717245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0" y="3535"/>
                  <a:ext cx="117" cy="100"/>
                </a:xfrm>
                <a:custGeom>
                  <a:avLst/>
                  <a:gdLst>
                    <a:gd name="T0" fmla="*/ 2 w 117"/>
                    <a:gd name="T1" fmla="*/ 0 h 100"/>
                    <a:gd name="T2" fmla="*/ 0 w 117"/>
                    <a:gd name="T3" fmla="*/ 91 h 100"/>
                    <a:gd name="T4" fmla="*/ 114 w 117"/>
                    <a:gd name="T5" fmla="*/ 99 h 100"/>
                    <a:gd name="T6" fmla="*/ 116 w 117"/>
                    <a:gd name="T7" fmla="*/ 2 h 100"/>
                    <a:gd name="T8" fmla="*/ 2 w 117"/>
                    <a:gd name="T9" fmla="*/ 0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100"/>
                    <a:gd name="T17" fmla="*/ 117 w 117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100">
                      <a:moveTo>
                        <a:pt x="2" y="0"/>
                      </a:moveTo>
                      <a:lnTo>
                        <a:pt x="0" y="91"/>
                      </a:lnTo>
                      <a:lnTo>
                        <a:pt x="114" y="99"/>
                      </a:lnTo>
                      <a:lnTo>
                        <a:pt x="116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4" name="Freeform 125">
                  <a:extLst>
                    <a:ext uri="{FF2B5EF4-FFF2-40B4-BE49-F238E27FC236}">
                      <a16:creationId xmlns:a16="http://schemas.microsoft.com/office/drawing/2014/main" id="{F452E926-9A6F-9A4B-A299-EEE68A1E6E4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6" y="3540"/>
                  <a:ext cx="105" cy="87"/>
                </a:xfrm>
                <a:custGeom>
                  <a:avLst/>
                  <a:gdLst>
                    <a:gd name="T0" fmla="*/ 2 w 105"/>
                    <a:gd name="T1" fmla="*/ 0 h 87"/>
                    <a:gd name="T2" fmla="*/ 0 w 105"/>
                    <a:gd name="T3" fmla="*/ 80 h 87"/>
                    <a:gd name="T4" fmla="*/ 102 w 105"/>
                    <a:gd name="T5" fmla="*/ 86 h 87"/>
                    <a:gd name="T6" fmla="*/ 104 w 105"/>
                    <a:gd name="T7" fmla="*/ 3 h 87"/>
                    <a:gd name="T8" fmla="*/ 2 w 105"/>
                    <a:gd name="T9" fmla="*/ 0 h 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5"/>
                    <a:gd name="T16" fmla="*/ 0 h 87"/>
                    <a:gd name="T17" fmla="*/ 105 w 105"/>
                    <a:gd name="T18" fmla="*/ 87 h 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5" h="87">
                      <a:moveTo>
                        <a:pt x="2" y="0"/>
                      </a:moveTo>
                      <a:lnTo>
                        <a:pt x="0" y="80"/>
                      </a:lnTo>
                      <a:lnTo>
                        <a:pt x="102" y="86"/>
                      </a:lnTo>
                      <a:lnTo>
                        <a:pt x="104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5" name="Freeform 126">
                  <a:extLst>
                    <a:ext uri="{FF2B5EF4-FFF2-40B4-BE49-F238E27FC236}">
                      <a16:creationId xmlns:a16="http://schemas.microsoft.com/office/drawing/2014/main" id="{B89690BD-528A-8847-A5BA-97AB049693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636"/>
                  <a:ext cx="127" cy="16"/>
                </a:xfrm>
                <a:custGeom>
                  <a:avLst/>
                  <a:gdLst>
                    <a:gd name="T0" fmla="*/ 0 w 127"/>
                    <a:gd name="T1" fmla="*/ 0 h 16"/>
                    <a:gd name="T2" fmla="*/ 0 w 127"/>
                    <a:gd name="T3" fmla="*/ 5 h 16"/>
                    <a:gd name="T4" fmla="*/ 124 w 127"/>
                    <a:gd name="T5" fmla="*/ 15 h 16"/>
                    <a:gd name="T6" fmla="*/ 126 w 127"/>
                    <a:gd name="T7" fmla="*/ 7 h 16"/>
                    <a:gd name="T8" fmla="*/ 0 w 127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6"/>
                    <a:gd name="T17" fmla="*/ 127 w 12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24" y="15"/>
                      </a:lnTo>
                      <a:lnTo>
                        <a:pt x="126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6" name="Freeform 127">
                  <a:extLst>
                    <a:ext uri="{FF2B5EF4-FFF2-40B4-BE49-F238E27FC236}">
                      <a16:creationId xmlns:a16="http://schemas.microsoft.com/office/drawing/2014/main" id="{384745A3-A580-D641-B570-950D2032BE5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6" y="3561"/>
                  <a:ext cx="8" cy="64"/>
                </a:xfrm>
                <a:custGeom>
                  <a:avLst/>
                  <a:gdLst>
                    <a:gd name="T0" fmla="*/ 2 w 8"/>
                    <a:gd name="T1" fmla="*/ 0 h 64"/>
                    <a:gd name="T2" fmla="*/ 0 w 8"/>
                    <a:gd name="T3" fmla="*/ 61 h 64"/>
                    <a:gd name="T4" fmla="*/ 5 w 8"/>
                    <a:gd name="T5" fmla="*/ 63 h 64"/>
                    <a:gd name="T6" fmla="*/ 7 w 8"/>
                    <a:gd name="T7" fmla="*/ 0 h 64"/>
                    <a:gd name="T8" fmla="*/ 2 w 8"/>
                    <a:gd name="T9" fmla="*/ 0 h 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"/>
                    <a:gd name="T16" fmla="*/ 0 h 64"/>
                    <a:gd name="T17" fmla="*/ 8 w 8"/>
                    <a:gd name="T18" fmla="*/ 64 h 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" h="64">
                      <a:moveTo>
                        <a:pt x="2" y="0"/>
                      </a:moveTo>
                      <a:lnTo>
                        <a:pt x="0" y="61"/>
                      </a:lnTo>
                      <a:lnTo>
                        <a:pt x="5" y="63"/>
                      </a:lnTo>
                      <a:lnTo>
                        <a:pt x="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7" name="Freeform 128">
                  <a:extLst>
                    <a:ext uri="{FF2B5EF4-FFF2-40B4-BE49-F238E27FC236}">
                      <a16:creationId xmlns:a16="http://schemas.microsoft.com/office/drawing/2014/main" id="{B1E30E73-A23F-C54E-A3B5-E00214B4A8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588"/>
                  <a:ext cx="45" cy="15"/>
                </a:xfrm>
                <a:custGeom>
                  <a:avLst/>
                  <a:gdLst>
                    <a:gd name="T0" fmla="*/ 0 w 45"/>
                    <a:gd name="T1" fmla="*/ 0 h 15"/>
                    <a:gd name="T2" fmla="*/ 13 w 45"/>
                    <a:gd name="T3" fmla="*/ 14 h 15"/>
                    <a:gd name="T4" fmla="*/ 44 w 45"/>
                    <a:gd name="T5" fmla="*/ 14 h 15"/>
                    <a:gd name="T6" fmla="*/ 30 w 45"/>
                    <a:gd name="T7" fmla="*/ 0 h 15"/>
                    <a:gd name="T8" fmla="*/ 0 w 45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15"/>
                    <a:gd name="T17" fmla="*/ 45 w 45"/>
                    <a:gd name="T18" fmla="*/ 15 h 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15">
                      <a:moveTo>
                        <a:pt x="0" y="0"/>
                      </a:moveTo>
                      <a:lnTo>
                        <a:pt x="13" y="14"/>
                      </a:lnTo>
                      <a:lnTo>
                        <a:pt x="44" y="14"/>
                      </a:lnTo>
                      <a:lnTo>
                        <a:pt x="3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28" name="Line 129">
                  <a:extLst>
                    <a:ext uri="{FF2B5EF4-FFF2-40B4-BE49-F238E27FC236}">
                      <a16:creationId xmlns:a16="http://schemas.microsoft.com/office/drawing/2014/main" id="{32894B1C-307A-3F4D-9277-1FA5073CB30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16" y="3323"/>
                  <a:ext cx="0" cy="47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29" name="Freeform 130">
                  <a:extLst>
                    <a:ext uri="{FF2B5EF4-FFF2-40B4-BE49-F238E27FC236}">
                      <a16:creationId xmlns:a16="http://schemas.microsoft.com/office/drawing/2014/main" id="{E8508EF1-E188-A840-980F-E2250FE1F4A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00" y="3620"/>
                  <a:ext cx="38" cy="177"/>
                </a:xfrm>
                <a:custGeom>
                  <a:avLst/>
                  <a:gdLst>
                    <a:gd name="T0" fmla="*/ 8 w 38"/>
                    <a:gd name="T1" fmla="*/ 4 h 177"/>
                    <a:gd name="T2" fmla="*/ 2 w 38"/>
                    <a:gd name="T3" fmla="*/ 10 h 177"/>
                    <a:gd name="T4" fmla="*/ 4 w 38"/>
                    <a:gd name="T5" fmla="*/ 21 h 177"/>
                    <a:gd name="T6" fmla="*/ 8 w 38"/>
                    <a:gd name="T7" fmla="*/ 26 h 177"/>
                    <a:gd name="T8" fmla="*/ 13 w 38"/>
                    <a:gd name="T9" fmla="*/ 34 h 177"/>
                    <a:gd name="T10" fmla="*/ 21 w 38"/>
                    <a:gd name="T11" fmla="*/ 43 h 177"/>
                    <a:gd name="T12" fmla="*/ 22 w 38"/>
                    <a:gd name="T13" fmla="*/ 50 h 177"/>
                    <a:gd name="T14" fmla="*/ 24 w 38"/>
                    <a:gd name="T15" fmla="*/ 72 h 177"/>
                    <a:gd name="T16" fmla="*/ 26 w 38"/>
                    <a:gd name="T17" fmla="*/ 122 h 177"/>
                    <a:gd name="T18" fmla="*/ 24 w 38"/>
                    <a:gd name="T19" fmla="*/ 134 h 177"/>
                    <a:gd name="T20" fmla="*/ 19 w 38"/>
                    <a:gd name="T21" fmla="*/ 143 h 177"/>
                    <a:gd name="T22" fmla="*/ 9 w 38"/>
                    <a:gd name="T23" fmla="*/ 152 h 177"/>
                    <a:gd name="T24" fmla="*/ 0 w 38"/>
                    <a:gd name="T25" fmla="*/ 162 h 177"/>
                    <a:gd name="T26" fmla="*/ 4 w 38"/>
                    <a:gd name="T27" fmla="*/ 170 h 177"/>
                    <a:gd name="T28" fmla="*/ 13 w 38"/>
                    <a:gd name="T29" fmla="*/ 176 h 177"/>
                    <a:gd name="T30" fmla="*/ 26 w 38"/>
                    <a:gd name="T31" fmla="*/ 174 h 177"/>
                    <a:gd name="T32" fmla="*/ 28 w 38"/>
                    <a:gd name="T33" fmla="*/ 167 h 177"/>
                    <a:gd name="T34" fmla="*/ 21 w 38"/>
                    <a:gd name="T35" fmla="*/ 162 h 177"/>
                    <a:gd name="T36" fmla="*/ 21 w 38"/>
                    <a:gd name="T37" fmla="*/ 160 h 177"/>
                    <a:gd name="T38" fmla="*/ 24 w 38"/>
                    <a:gd name="T39" fmla="*/ 154 h 177"/>
                    <a:gd name="T40" fmla="*/ 31 w 38"/>
                    <a:gd name="T41" fmla="*/ 148 h 177"/>
                    <a:gd name="T42" fmla="*/ 35 w 38"/>
                    <a:gd name="T43" fmla="*/ 141 h 177"/>
                    <a:gd name="T44" fmla="*/ 37 w 38"/>
                    <a:gd name="T45" fmla="*/ 134 h 177"/>
                    <a:gd name="T46" fmla="*/ 37 w 38"/>
                    <a:gd name="T47" fmla="*/ 60 h 177"/>
                    <a:gd name="T48" fmla="*/ 35 w 38"/>
                    <a:gd name="T49" fmla="*/ 48 h 177"/>
                    <a:gd name="T50" fmla="*/ 33 w 38"/>
                    <a:gd name="T51" fmla="*/ 41 h 177"/>
                    <a:gd name="T52" fmla="*/ 28 w 38"/>
                    <a:gd name="T53" fmla="*/ 28 h 177"/>
                    <a:gd name="T54" fmla="*/ 19 w 38"/>
                    <a:gd name="T55" fmla="*/ 19 h 177"/>
                    <a:gd name="T56" fmla="*/ 19 w 38"/>
                    <a:gd name="T57" fmla="*/ 15 h 177"/>
                    <a:gd name="T58" fmla="*/ 22 w 38"/>
                    <a:gd name="T59" fmla="*/ 12 h 177"/>
                    <a:gd name="T60" fmla="*/ 24 w 38"/>
                    <a:gd name="T61" fmla="*/ 4 h 177"/>
                    <a:gd name="T62" fmla="*/ 13 w 38"/>
                    <a:gd name="T63" fmla="*/ 2 h 1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"/>
                    <a:gd name="T97" fmla="*/ 0 h 177"/>
                    <a:gd name="T98" fmla="*/ 38 w 38"/>
                    <a:gd name="T99" fmla="*/ 177 h 17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" h="177">
                      <a:moveTo>
                        <a:pt x="11" y="2"/>
                      </a:moveTo>
                      <a:lnTo>
                        <a:pt x="8" y="4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2" y="17"/>
                      </a:lnTo>
                      <a:lnTo>
                        <a:pt x="4" y="21"/>
                      </a:lnTo>
                      <a:lnTo>
                        <a:pt x="4" y="22"/>
                      </a:lnTo>
                      <a:lnTo>
                        <a:pt x="8" y="26"/>
                      </a:lnTo>
                      <a:lnTo>
                        <a:pt x="11" y="30"/>
                      </a:lnTo>
                      <a:lnTo>
                        <a:pt x="13" y="34"/>
                      </a:lnTo>
                      <a:lnTo>
                        <a:pt x="15" y="36"/>
                      </a:lnTo>
                      <a:lnTo>
                        <a:pt x="21" y="43"/>
                      </a:lnTo>
                      <a:lnTo>
                        <a:pt x="22" y="46"/>
                      </a:lnTo>
                      <a:lnTo>
                        <a:pt x="22" y="50"/>
                      </a:lnTo>
                      <a:lnTo>
                        <a:pt x="24" y="58"/>
                      </a:lnTo>
                      <a:lnTo>
                        <a:pt x="24" y="72"/>
                      </a:lnTo>
                      <a:lnTo>
                        <a:pt x="26" y="91"/>
                      </a:lnTo>
                      <a:lnTo>
                        <a:pt x="26" y="122"/>
                      </a:lnTo>
                      <a:lnTo>
                        <a:pt x="26" y="132"/>
                      </a:lnTo>
                      <a:lnTo>
                        <a:pt x="24" y="134"/>
                      </a:lnTo>
                      <a:lnTo>
                        <a:pt x="22" y="139"/>
                      </a:lnTo>
                      <a:lnTo>
                        <a:pt x="19" y="143"/>
                      </a:lnTo>
                      <a:lnTo>
                        <a:pt x="15" y="148"/>
                      </a:lnTo>
                      <a:lnTo>
                        <a:pt x="9" y="152"/>
                      </a:lnTo>
                      <a:lnTo>
                        <a:pt x="4" y="158"/>
                      </a:lnTo>
                      <a:lnTo>
                        <a:pt x="0" y="162"/>
                      </a:lnTo>
                      <a:lnTo>
                        <a:pt x="2" y="169"/>
                      </a:lnTo>
                      <a:lnTo>
                        <a:pt x="4" y="170"/>
                      </a:lnTo>
                      <a:lnTo>
                        <a:pt x="8" y="172"/>
                      </a:lnTo>
                      <a:lnTo>
                        <a:pt x="13" y="176"/>
                      </a:lnTo>
                      <a:lnTo>
                        <a:pt x="22" y="176"/>
                      </a:lnTo>
                      <a:lnTo>
                        <a:pt x="26" y="174"/>
                      </a:lnTo>
                      <a:lnTo>
                        <a:pt x="28" y="170"/>
                      </a:lnTo>
                      <a:lnTo>
                        <a:pt x="28" y="167"/>
                      </a:lnTo>
                      <a:lnTo>
                        <a:pt x="24" y="162"/>
                      </a:lnTo>
                      <a:lnTo>
                        <a:pt x="21" y="162"/>
                      </a:lnTo>
                      <a:lnTo>
                        <a:pt x="17" y="162"/>
                      </a:lnTo>
                      <a:lnTo>
                        <a:pt x="21" y="160"/>
                      </a:lnTo>
                      <a:lnTo>
                        <a:pt x="22" y="158"/>
                      </a:lnTo>
                      <a:lnTo>
                        <a:pt x="24" y="154"/>
                      </a:lnTo>
                      <a:lnTo>
                        <a:pt x="29" y="150"/>
                      </a:lnTo>
                      <a:lnTo>
                        <a:pt x="31" y="148"/>
                      </a:lnTo>
                      <a:lnTo>
                        <a:pt x="33" y="145"/>
                      </a:lnTo>
                      <a:lnTo>
                        <a:pt x="35" y="141"/>
                      </a:lnTo>
                      <a:lnTo>
                        <a:pt x="35" y="136"/>
                      </a:lnTo>
                      <a:lnTo>
                        <a:pt x="37" y="134"/>
                      </a:lnTo>
                      <a:lnTo>
                        <a:pt x="37" y="124"/>
                      </a:lnTo>
                      <a:lnTo>
                        <a:pt x="37" y="60"/>
                      </a:lnTo>
                      <a:lnTo>
                        <a:pt x="35" y="52"/>
                      </a:lnTo>
                      <a:lnTo>
                        <a:pt x="35" y="48"/>
                      </a:lnTo>
                      <a:lnTo>
                        <a:pt x="33" y="45"/>
                      </a:lnTo>
                      <a:lnTo>
                        <a:pt x="33" y="41"/>
                      </a:lnTo>
                      <a:lnTo>
                        <a:pt x="31" y="36"/>
                      </a:lnTo>
                      <a:lnTo>
                        <a:pt x="28" y="28"/>
                      </a:lnTo>
                      <a:lnTo>
                        <a:pt x="21" y="22"/>
                      </a:lnTo>
                      <a:lnTo>
                        <a:pt x="19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2" y="15"/>
                      </a:lnTo>
                      <a:lnTo>
                        <a:pt x="22" y="12"/>
                      </a:lnTo>
                      <a:lnTo>
                        <a:pt x="26" y="8"/>
                      </a:lnTo>
                      <a:lnTo>
                        <a:pt x="24" y="4"/>
                      </a:lnTo>
                      <a:lnTo>
                        <a:pt x="19" y="0"/>
                      </a:lnTo>
                      <a:lnTo>
                        <a:pt x="13" y="2"/>
                      </a:lnTo>
                      <a:lnTo>
                        <a:pt x="11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0" name="Freeform 131">
                  <a:extLst>
                    <a:ext uri="{FF2B5EF4-FFF2-40B4-BE49-F238E27FC236}">
                      <a16:creationId xmlns:a16="http://schemas.microsoft.com/office/drawing/2014/main" id="{C4DA52B6-0A73-9B4A-B3CD-9032F51CF6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9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5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9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5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1" name="Freeform 132">
                  <a:extLst>
                    <a:ext uri="{FF2B5EF4-FFF2-40B4-BE49-F238E27FC236}">
                      <a16:creationId xmlns:a16="http://schemas.microsoft.com/office/drawing/2014/main" id="{44E8459D-4FF7-DA4A-943D-1C084EFFE5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9" y="3377"/>
                  <a:ext cx="14" cy="34"/>
                </a:xfrm>
                <a:custGeom>
                  <a:avLst/>
                  <a:gdLst>
                    <a:gd name="T0" fmla="*/ 0 w 14"/>
                    <a:gd name="T1" fmla="*/ 0 h 34"/>
                    <a:gd name="T2" fmla="*/ 2 w 14"/>
                    <a:gd name="T3" fmla="*/ 33 h 34"/>
                    <a:gd name="T4" fmla="*/ 13 w 14"/>
                    <a:gd name="T5" fmla="*/ 33 h 34"/>
                    <a:gd name="T6" fmla="*/ 11 w 14"/>
                    <a:gd name="T7" fmla="*/ 0 h 34"/>
                    <a:gd name="T8" fmla="*/ 0 w 14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34"/>
                    <a:gd name="T17" fmla="*/ 14 w 14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34">
                      <a:moveTo>
                        <a:pt x="0" y="0"/>
                      </a:moveTo>
                      <a:lnTo>
                        <a:pt x="2" y="33"/>
                      </a:lnTo>
                      <a:lnTo>
                        <a:pt x="13" y="33"/>
                      </a:lnTo>
                      <a:lnTo>
                        <a:pt x="1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2" name="Freeform 133">
                  <a:extLst>
                    <a:ext uri="{FF2B5EF4-FFF2-40B4-BE49-F238E27FC236}">
                      <a16:creationId xmlns:a16="http://schemas.microsoft.com/office/drawing/2014/main" id="{58CFA1AB-AB79-CB46-9E5C-D4FDC3ADC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3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11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6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6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3" name="Freeform 134">
                  <a:extLst>
                    <a:ext uri="{FF2B5EF4-FFF2-40B4-BE49-F238E27FC236}">
                      <a16:creationId xmlns:a16="http://schemas.microsoft.com/office/drawing/2014/main" id="{8DB2CAD8-AD7F-3647-8108-4F8BC9729D7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5" y="3372"/>
                  <a:ext cx="3" cy="34"/>
                </a:xfrm>
                <a:custGeom>
                  <a:avLst/>
                  <a:gdLst>
                    <a:gd name="T0" fmla="*/ 2 w 3"/>
                    <a:gd name="T1" fmla="*/ 5 h 34"/>
                    <a:gd name="T2" fmla="*/ 2 w 3"/>
                    <a:gd name="T3" fmla="*/ 3 h 34"/>
                    <a:gd name="T4" fmla="*/ 1 w 3"/>
                    <a:gd name="T5" fmla="*/ 0 h 34"/>
                    <a:gd name="T6" fmla="*/ 0 w 3"/>
                    <a:gd name="T7" fmla="*/ 0 h 34"/>
                    <a:gd name="T8" fmla="*/ 0 w 3"/>
                    <a:gd name="T9" fmla="*/ 3 h 34"/>
                    <a:gd name="T10" fmla="*/ 0 w 3"/>
                    <a:gd name="T11" fmla="*/ 5 h 34"/>
                    <a:gd name="T12" fmla="*/ 0 w 3"/>
                    <a:gd name="T13" fmla="*/ 29 h 34"/>
                    <a:gd name="T14" fmla="*/ 0 w 3"/>
                    <a:gd name="T15" fmla="*/ 31 h 34"/>
                    <a:gd name="T16" fmla="*/ 1 w 3"/>
                    <a:gd name="T17" fmla="*/ 33 h 34"/>
                    <a:gd name="T18" fmla="*/ 2 w 3"/>
                    <a:gd name="T19" fmla="*/ 31 h 34"/>
                    <a:gd name="T20" fmla="*/ 2 w 3"/>
                    <a:gd name="T21" fmla="*/ 29 h 34"/>
                    <a:gd name="T22" fmla="*/ 2 w 3"/>
                    <a:gd name="T23" fmla="*/ 5 h 3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34"/>
                    <a:gd name="T38" fmla="*/ 3 w 3"/>
                    <a:gd name="T39" fmla="*/ 34 h 3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34">
                      <a:moveTo>
                        <a:pt x="2" y="5"/>
                      </a:moveTo>
                      <a:lnTo>
                        <a:pt x="2" y="3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1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4" name="Freeform 135">
                  <a:extLst>
                    <a:ext uri="{FF2B5EF4-FFF2-40B4-BE49-F238E27FC236}">
                      <a16:creationId xmlns:a16="http://schemas.microsoft.com/office/drawing/2014/main" id="{DA098CDE-CC7D-194B-A1FD-F1AFEDD50A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71" y="3372"/>
                  <a:ext cx="107" cy="34"/>
                </a:xfrm>
                <a:custGeom>
                  <a:avLst/>
                  <a:gdLst>
                    <a:gd name="T0" fmla="*/ 8 w 107"/>
                    <a:gd name="T1" fmla="*/ 6 h 34"/>
                    <a:gd name="T2" fmla="*/ 2 w 107"/>
                    <a:gd name="T3" fmla="*/ 10 h 34"/>
                    <a:gd name="T4" fmla="*/ 0 w 107"/>
                    <a:gd name="T5" fmla="*/ 17 h 34"/>
                    <a:gd name="T6" fmla="*/ 0 w 107"/>
                    <a:gd name="T7" fmla="*/ 23 h 34"/>
                    <a:gd name="T8" fmla="*/ 2 w 107"/>
                    <a:gd name="T9" fmla="*/ 31 h 34"/>
                    <a:gd name="T10" fmla="*/ 8 w 107"/>
                    <a:gd name="T11" fmla="*/ 33 h 34"/>
                    <a:gd name="T12" fmla="*/ 99 w 107"/>
                    <a:gd name="T13" fmla="*/ 27 h 34"/>
                    <a:gd name="T14" fmla="*/ 104 w 107"/>
                    <a:gd name="T15" fmla="*/ 23 h 34"/>
                    <a:gd name="T16" fmla="*/ 106 w 107"/>
                    <a:gd name="T17" fmla="*/ 16 h 34"/>
                    <a:gd name="T18" fmla="*/ 106 w 107"/>
                    <a:gd name="T19" fmla="*/ 10 h 34"/>
                    <a:gd name="T20" fmla="*/ 103 w 107"/>
                    <a:gd name="T21" fmla="*/ 4 h 34"/>
                    <a:gd name="T22" fmla="*/ 97 w 107"/>
                    <a:gd name="T23" fmla="*/ 0 h 34"/>
                    <a:gd name="T24" fmla="*/ 8 w 107"/>
                    <a:gd name="T25" fmla="*/ 6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7"/>
                    <a:gd name="T40" fmla="*/ 0 h 34"/>
                    <a:gd name="T41" fmla="*/ 107 w 107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7" h="34">
                      <a:moveTo>
                        <a:pt x="8" y="6"/>
                      </a:moveTo>
                      <a:lnTo>
                        <a:pt x="2" y="10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2" y="31"/>
                      </a:lnTo>
                      <a:lnTo>
                        <a:pt x="8" y="33"/>
                      </a:lnTo>
                      <a:lnTo>
                        <a:pt x="99" y="27"/>
                      </a:lnTo>
                      <a:lnTo>
                        <a:pt x="104" y="23"/>
                      </a:lnTo>
                      <a:lnTo>
                        <a:pt x="106" y="16"/>
                      </a:lnTo>
                      <a:lnTo>
                        <a:pt x="106" y="10"/>
                      </a:lnTo>
                      <a:lnTo>
                        <a:pt x="103" y="4"/>
                      </a:lnTo>
                      <a:lnTo>
                        <a:pt x="97" y="0"/>
                      </a:lnTo>
                      <a:lnTo>
                        <a:pt x="8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5" name="Freeform 136">
                  <a:extLst>
                    <a:ext uri="{FF2B5EF4-FFF2-40B4-BE49-F238E27FC236}">
                      <a16:creationId xmlns:a16="http://schemas.microsoft.com/office/drawing/2014/main" id="{291E3463-C4A7-2647-8AF5-D1374A7DE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9 w 22"/>
                    <a:gd name="T3" fmla="*/ 29 h 36"/>
                    <a:gd name="T4" fmla="*/ 11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9 w 22"/>
                    <a:gd name="T13" fmla="*/ 0 h 36"/>
                    <a:gd name="T14" fmla="*/ 17 w 22"/>
                    <a:gd name="T15" fmla="*/ 6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9" y="29"/>
                      </a:lnTo>
                      <a:lnTo>
                        <a:pt x="11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7" y="6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6" name="Freeform 137">
                  <a:extLst>
                    <a:ext uri="{FF2B5EF4-FFF2-40B4-BE49-F238E27FC236}">
                      <a16:creationId xmlns:a16="http://schemas.microsoft.com/office/drawing/2014/main" id="{35AA92B5-4404-CD45-A17B-CB7226A751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67"/>
                  <a:ext cx="15" cy="36"/>
                </a:xfrm>
                <a:custGeom>
                  <a:avLst/>
                  <a:gdLst>
                    <a:gd name="T0" fmla="*/ 0 w 15"/>
                    <a:gd name="T1" fmla="*/ 0 h 36"/>
                    <a:gd name="T2" fmla="*/ 2 w 15"/>
                    <a:gd name="T3" fmla="*/ 35 h 36"/>
                    <a:gd name="T4" fmla="*/ 14 w 15"/>
                    <a:gd name="T5" fmla="*/ 35 h 36"/>
                    <a:gd name="T6" fmla="*/ 12 w 15"/>
                    <a:gd name="T7" fmla="*/ 0 h 36"/>
                    <a:gd name="T8" fmla="*/ 0 w 15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36"/>
                    <a:gd name="T17" fmla="*/ 15 w 15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36">
                      <a:moveTo>
                        <a:pt x="0" y="0"/>
                      </a:moveTo>
                      <a:lnTo>
                        <a:pt x="2" y="35"/>
                      </a:lnTo>
                      <a:lnTo>
                        <a:pt x="14" y="35"/>
                      </a:lnTo>
                      <a:lnTo>
                        <a:pt x="1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7" name="Freeform 138">
                  <a:extLst>
                    <a:ext uri="{FF2B5EF4-FFF2-40B4-BE49-F238E27FC236}">
                      <a16:creationId xmlns:a16="http://schemas.microsoft.com/office/drawing/2014/main" id="{D3318C86-2DA4-274C-BCD6-98CE0EEF00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0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8 w 22"/>
                    <a:gd name="T3" fmla="*/ 29 h 36"/>
                    <a:gd name="T4" fmla="*/ 12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10 w 22"/>
                    <a:gd name="T13" fmla="*/ 0 h 36"/>
                    <a:gd name="T14" fmla="*/ 18 w 22"/>
                    <a:gd name="T15" fmla="*/ 4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8" y="29"/>
                      </a:lnTo>
                      <a:lnTo>
                        <a:pt x="12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10" y="0"/>
                      </a:lnTo>
                      <a:lnTo>
                        <a:pt x="18" y="4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8" name="Freeform 139">
                  <a:extLst>
                    <a:ext uri="{FF2B5EF4-FFF2-40B4-BE49-F238E27FC236}">
                      <a16:creationId xmlns:a16="http://schemas.microsoft.com/office/drawing/2014/main" id="{E65810C1-6E0D-334B-9BCC-E8316715BF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3362"/>
                  <a:ext cx="4" cy="37"/>
                </a:xfrm>
                <a:custGeom>
                  <a:avLst/>
                  <a:gdLst>
                    <a:gd name="T0" fmla="*/ 3 w 4"/>
                    <a:gd name="T1" fmla="*/ 4 h 37"/>
                    <a:gd name="T2" fmla="*/ 3 w 4"/>
                    <a:gd name="T3" fmla="*/ 2 h 37"/>
                    <a:gd name="T4" fmla="*/ 2 w 4"/>
                    <a:gd name="T5" fmla="*/ 2 h 37"/>
                    <a:gd name="T6" fmla="*/ 2 w 4"/>
                    <a:gd name="T7" fmla="*/ 0 h 37"/>
                    <a:gd name="T8" fmla="*/ 0 w 4"/>
                    <a:gd name="T9" fmla="*/ 0 h 37"/>
                    <a:gd name="T10" fmla="*/ 0 w 4"/>
                    <a:gd name="T11" fmla="*/ 2 h 37"/>
                    <a:gd name="T12" fmla="*/ 0 w 4"/>
                    <a:gd name="T13" fmla="*/ 4 h 37"/>
                    <a:gd name="T14" fmla="*/ 0 w 4"/>
                    <a:gd name="T15" fmla="*/ 31 h 37"/>
                    <a:gd name="T16" fmla="*/ 0 w 4"/>
                    <a:gd name="T17" fmla="*/ 34 h 37"/>
                    <a:gd name="T18" fmla="*/ 1 w 4"/>
                    <a:gd name="T19" fmla="*/ 34 h 37"/>
                    <a:gd name="T20" fmla="*/ 1 w 4"/>
                    <a:gd name="T21" fmla="*/ 36 h 37"/>
                    <a:gd name="T22" fmla="*/ 3 w 4"/>
                    <a:gd name="T23" fmla="*/ 36 h 37"/>
                    <a:gd name="T24" fmla="*/ 3 w 4"/>
                    <a:gd name="T25" fmla="*/ 34 h 37"/>
                    <a:gd name="T26" fmla="*/ 3 w 4"/>
                    <a:gd name="T27" fmla="*/ 33 h 37"/>
                    <a:gd name="T28" fmla="*/ 3 w 4"/>
                    <a:gd name="T29" fmla="*/ 31 h 37"/>
                    <a:gd name="T30" fmla="*/ 3 w 4"/>
                    <a:gd name="T31" fmla="*/ 4 h 3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37"/>
                    <a:gd name="T50" fmla="*/ 4 w 4"/>
                    <a:gd name="T51" fmla="*/ 37 h 3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37">
                      <a:moveTo>
                        <a:pt x="3" y="4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31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1" y="36"/>
                      </a:lnTo>
                      <a:lnTo>
                        <a:pt x="3" y="36"/>
                      </a:lnTo>
                      <a:lnTo>
                        <a:pt x="3" y="34"/>
                      </a:lnTo>
                      <a:lnTo>
                        <a:pt x="3" y="33"/>
                      </a:lnTo>
                      <a:lnTo>
                        <a:pt x="3" y="31"/>
                      </a:lnTo>
                      <a:lnTo>
                        <a:pt x="3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39" name="Freeform 140">
                  <a:extLst>
                    <a:ext uri="{FF2B5EF4-FFF2-40B4-BE49-F238E27FC236}">
                      <a16:creationId xmlns:a16="http://schemas.microsoft.com/office/drawing/2014/main" id="{6A30A568-1C3F-DD40-B8D9-54048A8CE5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44"/>
                  <a:ext cx="202" cy="21"/>
                </a:xfrm>
                <a:custGeom>
                  <a:avLst/>
                  <a:gdLst>
                    <a:gd name="T0" fmla="*/ 10 w 202"/>
                    <a:gd name="T1" fmla="*/ 11 h 21"/>
                    <a:gd name="T2" fmla="*/ 6 w 202"/>
                    <a:gd name="T3" fmla="*/ 13 h 21"/>
                    <a:gd name="T4" fmla="*/ 4 w 202"/>
                    <a:gd name="T5" fmla="*/ 15 h 21"/>
                    <a:gd name="T6" fmla="*/ 2 w 202"/>
                    <a:gd name="T7" fmla="*/ 17 h 21"/>
                    <a:gd name="T8" fmla="*/ 0 w 202"/>
                    <a:gd name="T9" fmla="*/ 20 h 21"/>
                    <a:gd name="T10" fmla="*/ 201 w 202"/>
                    <a:gd name="T11" fmla="*/ 10 h 21"/>
                    <a:gd name="T12" fmla="*/ 199 w 202"/>
                    <a:gd name="T13" fmla="*/ 0 h 21"/>
                    <a:gd name="T14" fmla="*/ 10 w 202"/>
                    <a:gd name="T15" fmla="*/ 11 h 2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02"/>
                    <a:gd name="T25" fmla="*/ 0 h 21"/>
                    <a:gd name="T26" fmla="*/ 202 w 202"/>
                    <a:gd name="T27" fmla="*/ 21 h 2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02" h="21">
                      <a:moveTo>
                        <a:pt x="10" y="11"/>
                      </a:move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2" y="17"/>
                      </a:lnTo>
                      <a:lnTo>
                        <a:pt x="0" y="20"/>
                      </a:lnTo>
                      <a:lnTo>
                        <a:pt x="201" y="10"/>
                      </a:lnTo>
                      <a:lnTo>
                        <a:pt x="199" y="0"/>
                      </a:lnTo>
                      <a:lnTo>
                        <a:pt x="10" y="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40" name="Freeform 141">
                  <a:extLst>
                    <a:ext uri="{FF2B5EF4-FFF2-40B4-BE49-F238E27FC236}">
                      <a16:creationId xmlns:a16="http://schemas.microsoft.com/office/drawing/2014/main" id="{ABA35344-CA6C-404E-8F5E-F2115480C9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01" y="3354"/>
                  <a:ext cx="78" cy="9"/>
                </a:xfrm>
                <a:custGeom>
                  <a:avLst/>
                  <a:gdLst>
                    <a:gd name="T0" fmla="*/ 0 w 78"/>
                    <a:gd name="T1" fmla="*/ 5 h 9"/>
                    <a:gd name="T2" fmla="*/ 0 w 78"/>
                    <a:gd name="T3" fmla="*/ 8 h 9"/>
                    <a:gd name="T4" fmla="*/ 77 w 78"/>
                    <a:gd name="T5" fmla="*/ 5 h 9"/>
                    <a:gd name="T6" fmla="*/ 68 w 78"/>
                    <a:gd name="T7" fmla="*/ 0 h 9"/>
                    <a:gd name="T8" fmla="*/ 0 w 78"/>
                    <a:gd name="T9" fmla="*/ 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9"/>
                    <a:gd name="T17" fmla="*/ 78 w 78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9">
                      <a:moveTo>
                        <a:pt x="0" y="5"/>
                      </a:moveTo>
                      <a:lnTo>
                        <a:pt x="0" y="8"/>
                      </a:lnTo>
                      <a:lnTo>
                        <a:pt x="77" y="5"/>
                      </a:lnTo>
                      <a:lnTo>
                        <a:pt x="68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41" name="Freeform 142">
                  <a:extLst>
                    <a:ext uri="{FF2B5EF4-FFF2-40B4-BE49-F238E27FC236}">
                      <a16:creationId xmlns:a16="http://schemas.microsoft.com/office/drawing/2014/main" id="{10C7EEB1-2F1E-CC43-A957-80D923EA758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32"/>
                  <a:ext cx="223" cy="28"/>
                </a:xfrm>
                <a:custGeom>
                  <a:avLst/>
                  <a:gdLst>
                    <a:gd name="T0" fmla="*/ 0 w 223"/>
                    <a:gd name="T1" fmla="*/ 18 h 28"/>
                    <a:gd name="T2" fmla="*/ 0 w 223"/>
                    <a:gd name="T3" fmla="*/ 25 h 28"/>
                    <a:gd name="T4" fmla="*/ 188 w 223"/>
                    <a:gd name="T5" fmla="*/ 10 h 28"/>
                    <a:gd name="T6" fmla="*/ 197 w 223"/>
                    <a:gd name="T7" fmla="*/ 12 h 28"/>
                    <a:gd name="T8" fmla="*/ 197 w 223"/>
                    <a:gd name="T9" fmla="*/ 27 h 28"/>
                    <a:gd name="T10" fmla="*/ 222 w 223"/>
                    <a:gd name="T11" fmla="*/ 27 h 28"/>
                    <a:gd name="T12" fmla="*/ 222 w 223"/>
                    <a:gd name="T13" fmla="*/ 0 h 28"/>
                    <a:gd name="T14" fmla="*/ 0 w 223"/>
                    <a:gd name="T15" fmla="*/ 18 h 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23"/>
                    <a:gd name="T25" fmla="*/ 0 h 28"/>
                    <a:gd name="T26" fmla="*/ 223 w 223"/>
                    <a:gd name="T27" fmla="*/ 28 h 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23" h="28">
                      <a:moveTo>
                        <a:pt x="0" y="18"/>
                      </a:moveTo>
                      <a:lnTo>
                        <a:pt x="0" y="25"/>
                      </a:lnTo>
                      <a:lnTo>
                        <a:pt x="188" y="10"/>
                      </a:lnTo>
                      <a:lnTo>
                        <a:pt x="197" y="12"/>
                      </a:lnTo>
                      <a:lnTo>
                        <a:pt x="197" y="27"/>
                      </a:lnTo>
                      <a:lnTo>
                        <a:pt x="222" y="27"/>
                      </a:lnTo>
                      <a:lnTo>
                        <a:pt x="222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42" name="Freeform 143">
                  <a:extLst>
                    <a:ext uri="{FF2B5EF4-FFF2-40B4-BE49-F238E27FC236}">
                      <a16:creationId xmlns:a16="http://schemas.microsoft.com/office/drawing/2014/main" id="{0BD7A8B7-E0B1-974F-B07B-7A9B00742A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8" y="3344"/>
                  <a:ext cx="11" cy="16"/>
                </a:xfrm>
                <a:custGeom>
                  <a:avLst/>
                  <a:gdLst>
                    <a:gd name="T0" fmla="*/ 0 w 11"/>
                    <a:gd name="T1" fmla="*/ 0 h 16"/>
                    <a:gd name="T2" fmla="*/ 0 w 11"/>
                    <a:gd name="T3" fmla="*/ 9 h 16"/>
                    <a:gd name="T4" fmla="*/ 10 w 11"/>
                    <a:gd name="T5" fmla="*/ 15 h 16"/>
                    <a:gd name="T6" fmla="*/ 10 w 11"/>
                    <a:gd name="T7" fmla="*/ 2 h 16"/>
                    <a:gd name="T8" fmla="*/ 0 w 11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6"/>
                    <a:gd name="T17" fmla="*/ 11 w 11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6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5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43" name="Freeform 144">
                  <a:extLst>
                    <a:ext uri="{FF2B5EF4-FFF2-40B4-BE49-F238E27FC236}">
                      <a16:creationId xmlns:a16="http://schemas.microsoft.com/office/drawing/2014/main" id="{85B39E64-F85D-BE45-8091-89FAB9C515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4110"/>
                  <a:ext cx="25" cy="50"/>
                </a:xfrm>
                <a:custGeom>
                  <a:avLst/>
                  <a:gdLst>
                    <a:gd name="T0" fmla="*/ 2 w 25"/>
                    <a:gd name="T1" fmla="*/ 2 h 50"/>
                    <a:gd name="T2" fmla="*/ 0 w 25"/>
                    <a:gd name="T3" fmla="*/ 23 h 50"/>
                    <a:gd name="T4" fmla="*/ 6 w 25"/>
                    <a:gd name="T5" fmla="*/ 36 h 50"/>
                    <a:gd name="T6" fmla="*/ 13 w 25"/>
                    <a:gd name="T7" fmla="*/ 45 h 50"/>
                    <a:gd name="T8" fmla="*/ 17 w 25"/>
                    <a:gd name="T9" fmla="*/ 47 h 50"/>
                    <a:gd name="T10" fmla="*/ 22 w 25"/>
                    <a:gd name="T11" fmla="*/ 49 h 50"/>
                    <a:gd name="T12" fmla="*/ 24 w 25"/>
                    <a:gd name="T13" fmla="*/ 49 h 50"/>
                    <a:gd name="T14" fmla="*/ 24 w 25"/>
                    <a:gd name="T15" fmla="*/ 32 h 50"/>
                    <a:gd name="T16" fmla="*/ 19 w 25"/>
                    <a:gd name="T17" fmla="*/ 32 h 50"/>
                    <a:gd name="T18" fmla="*/ 17 w 25"/>
                    <a:gd name="T19" fmla="*/ 0 h 50"/>
                    <a:gd name="T20" fmla="*/ 2 w 25"/>
                    <a:gd name="T21" fmla="*/ 2 h 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50"/>
                    <a:gd name="T35" fmla="*/ 25 w 25"/>
                    <a:gd name="T36" fmla="*/ 50 h 5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50">
                      <a:moveTo>
                        <a:pt x="2" y="2"/>
                      </a:moveTo>
                      <a:lnTo>
                        <a:pt x="0" y="23"/>
                      </a:lnTo>
                      <a:lnTo>
                        <a:pt x="6" y="36"/>
                      </a:lnTo>
                      <a:lnTo>
                        <a:pt x="13" y="45"/>
                      </a:lnTo>
                      <a:lnTo>
                        <a:pt x="17" y="47"/>
                      </a:lnTo>
                      <a:lnTo>
                        <a:pt x="22" y="49"/>
                      </a:lnTo>
                      <a:lnTo>
                        <a:pt x="24" y="49"/>
                      </a:lnTo>
                      <a:lnTo>
                        <a:pt x="24" y="32"/>
                      </a:lnTo>
                      <a:lnTo>
                        <a:pt x="19" y="32"/>
                      </a:lnTo>
                      <a:lnTo>
                        <a:pt x="17" y="0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444" name="Oval 145">
                  <a:extLst>
                    <a:ext uri="{FF2B5EF4-FFF2-40B4-BE49-F238E27FC236}">
                      <a16:creationId xmlns:a16="http://schemas.microsoft.com/office/drawing/2014/main" id="{15668605-7B1F-EA4B-91A9-71B3DDC28514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78" y="3496"/>
                  <a:ext cx="16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445" name="Oval 146">
                  <a:extLst>
                    <a:ext uri="{FF2B5EF4-FFF2-40B4-BE49-F238E27FC236}">
                      <a16:creationId xmlns:a16="http://schemas.microsoft.com/office/drawing/2014/main" id="{F59F31C7-2A4A-BD45-A910-359B0C7C732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83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446" name="Oval 147">
                  <a:extLst>
                    <a:ext uri="{FF2B5EF4-FFF2-40B4-BE49-F238E27FC236}">
                      <a16:creationId xmlns:a16="http://schemas.microsoft.com/office/drawing/2014/main" id="{C1C273E9-D2A7-4445-9264-5F2825D6BB5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49" y="3496"/>
                  <a:ext cx="13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447" name="Oval 148">
                  <a:extLst>
                    <a:ext uri="{FF2B5EF4-FFF2-40B4-BE49-F238E27FC236}">
                      <a16:creationId xmlns:a16="http://schemas.microsoft.com/office/drawing/2014/main" id="{27FD7393-3DAB-8D41-8250-10480AD30DC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11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448" name="Line 149">
                  <a:extLst>
                    <a:ext uri="{FF2B5EF4-FFF2-40B4-BE49-F238E27FC236}">
                      <a16:creationId xmlns:a16="http://schemas.microsoft.com/office/drawing/2014/main" id="{A423FB21-3C14-C949-83F6-BD1E2DE5F31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16"/>
                  <a:ext cx="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49" name="Line 150">
                  <a:extLst>
                    <a:ext uri="{FF2B5EF4-FFF2-40B4-BE49-F238E27FC236}">
                      <a16:creationId xmlns:a16="http://schemas.microsoft.com/office/drawing/2014/main" id="{C994DC0A-BB86-6045-A5E3-11077C07822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24"/>
                  <a:ext cx="1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0" name="Line 151">
                  <a:extLst>
                    <a:ext uri="{FF2B5EF4-FFF2-40B4-BE49-F238E27FC236}">
                      <a16:creationId xmlns:a16="http://schemas.microsoft.com/office/drawing/2014/main" id="{70EB073B-EDB8-7742-B580-A06FDFE16A1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5" y="4124"/>
                  <a:ext cx="10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1" name="Line 152">
                  <a:extLst>
                    <a:ext uri="{FF2B5EF4-FFF2-40B4-BE49-F238E27FC236}">
                      <a16:creationId xmlns:a16="http://schemas.microsoft.com/office/drawing/2014/main" id="{A1A36FAE-C595-1E43-98F8-684D2A7A19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9" y="4132"/>
                  <a:ext cx="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2" name="Line 153">
                  <a:extLst>
                    <a:ext uri="{FF2B5EF4-FFF2-40B4-BE49-F238E27FC236}">
                      <a16:creationId xmlns:a16="http://schemas.microsoft.com/office/drawing/2014/main" id="{F839DB1C-ABC7-A541-9494-9405D46363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48" y="4138"/>
                  <a:ext cx="0" cy="1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3" name="Line 154">
                  <a:extLst>
                    <a:ext uri="{FF2B5EF4-FFF2-40B4-BE49-F238E27FC236}">
                      <a16:creationId xmlns:a16="http://schemas.microsoft.com/office/drawing/2014/main" id="{6ED27A08-026A-964E-9B01-D9FCA6E436B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53" y="4141"/>
                  <a:ext cx="0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4" name="Line 155">
                  <a:extLst>
                    <a:ext uri="{FF2B5EF4-FFF2-40B4-BE49-F238E27FC236}">
                      <a16:creationId xmlns:a16="http://schemas.microsoft.com/office/drawing/2014/main" id="{3F9A1CAE-58A2-2D40-9770-5161B0EB650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3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5" name="Line 156">
                  <a:extLst>
                    <a:ext uri="{FF2B5EF4-FFF2-40B4-BE49-F238E27FC236}">
                      <a16:creationId xmlns:a16="http://schemas.microsoft.com/office/drawing/2014/main" id="{9B77FF7D-D787-6B4D-8015-7A556979B59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8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6" name="Line 157">
                  <a:extLst>
                    <a:ext uri="{FF2B5EF4-FFF2-40B4-BE49-F238E27FC236}">
                      <a16:creationId xmlns:a16="http://schemas.microsoft.com/office/drawing/2014/main" id="{E3AF1553-BA8E-A548-9882-4A64B7EA8A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4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7" name="Line 158">
                  <a:extLst>
                    <a:ext uri="{FF2B5EF4-FFF2-40B4-BE49-F238E27FC236}">
                      <a16:creationId xmlns:a16="http://schemas.microsoft.com/office/drawing/2014/main" id="{C1F6D38F-5150-114B-9EC5-6638D3ADB04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8" name="Line 159">
                  <a:extLst>
                    <a:ext uri="{FF2B5EF4-FFF2-40B4-BE49-F238E27FC236}">
                      <a16:creationId xmlns:a16="http://schemas.microsoft.com/office/drawing/2014/main" id="{0E6CA3BB-37D2-4349-BB29-3B8E45759B6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6" y="387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59" name="Line 160">
                  <a:extLst>
                    <a:ext uri="{FF2B5EF4-FFF2-40B4-BE49-F238E27FC236}">
                      <a16:creationId xmlns:a16="http://schemas.microsoft.com/office/drawing/2014/main" id="{B0B95224-7AF2-C443-8650-B10DD35B5D9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2" y="387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0" name="Line 161">
                  <a:extLst>
                    <a:ext uri="{FF2B5EF4-FFF2-40B4-BE49-F238E27FC236}">
                      <a16:creationId xmlns:a16="http://schemas.microsoft.com/office/drawing/2014/main" id="{144E522E-49B2-9841-BAB1-C4DD7581361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5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1" name="Line 162">
                  <a:extLst>
                    <a:ext uri="{FF2B5EF4-FFF2-40B4-BE49-F238E27FC236}">
                      <a16:creationId xmlns:a16="http://schemas.microsoft.com/office/drawing/2014/main" id="{AF644DC2-8D68-B544-8D4F-A7A25E9EDB0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9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2" name="Line 163">
                  <a:extLst>
                    <a:ext uri="{FF2B5EF4-FFF2-40B4-BE49-F238E27FC236}">
                      <a16:creationId xmlns:a16="http://schemas.microsoft.com/office/drawing/2014/main" id="{CEE166CB-BEBE-9845-8176-D9075E1ADDF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98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3" name="Line 164">
                  <a:extLst>
                    <a:ext uri="{FF2B5EF4-FFF2-40B4-BE49-F238E27FC236}">
                      <a16:creationId xmlns:a16="http://schemas.microsoft.com/office/drawing/2014/main" id="{BEE3179C-8DB5-A74B-B0BD-3622DCE3277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2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4" name="Line 165">
                  <a:extLst>
                    <a:ext uri="{FF2B5EF4-FFF2-40B4-BE49-F238E27FC236}">
                      <a16:creationId xmlns:a16="http://schemas.microsoft.com/office/drawing/2014/main" id="{DDA1BB29-8ACA-4449-BAFF-00699AAE657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5" name="Line 166">
                  <a:extLst>
                    <a:ext uri="{FF2B5EF4-FFF2-40B4-BE49-F238E27FC236}">
                      <a16:creationId xmlns:a16="http://schemas.microsoft.com/office/drawing/2014/main" id="{52F20499-7E0A-F441-AF35-26A3E3453F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6" name="Line 167">
                  <a:extLst>
                    <a:ext uri="{FF2B5EF4-FFF2-40B4-BE49-F238E27FC236}">
                      <a16:creationId xmlns:a16="http://schemas.microsoft.com/office/drawing/2014/main" id="{725D24A8-0E0A-5947-BA94-E76BF4D630F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6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7" name="Line 168">
                  <a:extLst>
                    <a:ext uri="{FF2B5EF4-FFF2-40B4-BE49-F238E27FC236}">
                      <a16:creationId xmlns:a16="http://schemas.microsoft.com/office/drawing/2014/main" id="{0BB724AC-D83F-2B44-AC9B-E3EC1C40929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2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8" name="Line 169">
                  <a:extLst>
                    <a:ext uri="{FF2B5EF4-FFF2-40B4-BE49-F238E27FC236}">
                      <a16:creationId xmlns:a16="http://schemas.microsoft.com/office/drawing/2014/main" id="{719769A6-ADF7-B141-A34D-D58536BD5F4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24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69" name="Line 170">
                  <a:extLst>
                    <a:ext uri="{FF2B5EF4-FFF2-40B4-BE49-F238E27FC236}">
                      <a16:creationId xmlns:a16="http://schemas.microsoft.com/office/drawing/2014/main" id="{C9FB7CE5-85D4-E244-9C90-42A2F459E9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31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0" name="Line 171">
                  <a:extLst>
                    <a:ext uri="{FF2B5EF4-FFF2-40B4-BE49-F238E27FC236}">
                      <a16:creationId xmlns:a16="http://schemas.microsoft.com/office/drawing/2014/main" id="{69922D8A-D692-2E46-BDC5-E520B8AB5B7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38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1" name="Line 172">
                  <a:extLst>
                    <a:ext uri="{FF2B5EF4-FFF2-40B4-BE49-F238E27FC236}">
                      <a16:creationId xmlns:a16="http://schemas.microsoft.com/office/drawing/2014/main" id="{D33D81D8-52F8-6B41-A9B7-A5E6E40AB24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43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2" name="Line 173">
                  <a:extLst>
                    <a:ext uri="{FF2B5EF4-FFF2-40B4-BE49-F238E27FC236}">
                      <a16:creationId xmlns:a16="http://schemas.microsoft.com/office/drawing/2014/main" id="{9BDC0283-6AE9-4843-B39A-40026AFA934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7" y="3949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3" name="Line 174">
                  <a:extLst>
                    <a:ext uri="{FF2B5EF4-FFF2-40B4-BE49-F238E27FC236}">
                      <a16:creationId xmlns:a16="http://schemas.microsoft.com/office/drawing/2014/main" id="{E5893ADD-73D2-824B-B006-3779F5DC368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5" y="3956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4" name="Line 175">
                  <a:extLst>
                    <a:ext uri="{FF2B5EF4-FFF2-40B4-BE49-F238E27FC236}">
                      <a16:creationId xmlns:a16="http://schemas.microsoft.com/office/drawing/2014/main" id="{637CB968-6FC7-B443-8AF1-9E5658C6980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3" y="3962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5" name="Line 176">
                  <a:extLst>
                    <a:ext uri="{FF2B5EF4-FFF2-40B4-BE49-F238E27FC236}">
                      <a16:creationId xmlns:a16="http://schemas.microsoft.com/office/drawing/2014/main" id="{4C871D01-5531-144A-9354-A1991BADC3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1" y="3966"/>
                  <a:ext cx="3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6" name="Line 177">
                  <a:extLst>
                    <a:ext uri="{FF2B5EF4-FFF2-40B4-BE49-F238E27FC236}">
                      <a16:creationId xmlns:a16="http://schemas.microsoft.com/office/drawing/2014/main" id="{8F8278A7-E1A9-1443-BDFF-76900C03733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15" y="3973"/>
                  <a:ext cx="2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7" name="Line 178">
                  <a:extLst>
                    <a:ext uri="{FF2B5EF4-FFF2-40B4-BE49-F238E27FC236}">
                      <a16:creationId xmlns:a16="http://schemas.microsoft.com/office/drawing/2014/main" id="{8D46B6F7-278C-A741-A0A3-244A26F6669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08" y="3977"/>
                  <a:ext cx="1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8" name="Line 179">
                  <a:extLst>
                    <a:ext uri="{FF2B5EF4-FFF2-40B4-BE49-F238E27FC236}">
                      <a16:creationId xmlns:a16="http://schemas.microsoft.com/office/drawing/2014/main" id="{6A83C54A-0F36-E94D-BA8E-065DE06C7AB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0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79" name="Line 180">
                  <a:extLst>
                    <a:ext uri="{FF2B5EF4-FFF2-40B4-BE49-F238E27FC236}">
                      <a16:creationId xmlns:a16="http://schemas.microsoft.com/office/drawing/2014/main" id="{9B04AAE9-32C2-5E4C-B221-86D108D3280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0" name="Line 181">
                  <a:extLst>
                    <a:ext uri="{FF2B5EF4-FFF2-40B4-BE49-F238E27FC236}">
                      <a16:creationId xmlns:a16="http://schemas.microsoft.com/office/drawing/2014/main" id="{C9FFC2EB-EE68-F946-8851-A0B7406EBE8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2" y="3621"/>
                  <a:ext cx="2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1" name="Line 182">
                  <a:extLst>
                    <a:ext uri="{FF2B5EF4-FFF2-40B4-BE49-F238E27FC236}">
                      <a16:creationId xmlns:a16="http://schemas.microsoft.com/office/drawing/2014/main" id="{3E4CDAE2-CDD4-A949-8E4E-035C8196D6A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29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2" name="Line 183">
                  <a:extLst>
                    <a:ext uri="{FF2B5EF4-FFF2-40B4-BE49-F238E27FC236}">
                      <a16:creationId xmlns:a16="http://schemas.microsoft.com/office/drawing/2014/main" id="{21709519-159A-AD46-955E-4290804F64F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3" name="Line 184">
                  <a:extLst>
                    <a:ext uri="{FF2B5EF4-FFF2-40B4-BE49-F238E27FC236}">
                      <a16:creationId xmlns:a16="http://schemas.microsoft.com/office/drawing/2014/main" id="{5D6E7E8C-324D-7248-9DBB-3346BB884A1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6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4" name="Line 185">
                  <a:extLst>
                    <a:ext uri="{FF2B5EF4-FFF2-40B4-BE49-F238E27FC236}">
                      <a16:creationId xmlns:a16="http://schemas.microsoft.com/office/drawing/2014/main" id="{57F1B3E0-1650-4A43-AAEA-093D6462836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5" name="Line 186">
                  <a:extLst>
                    <a:ext uri="{FF2B5EF4-FFF2-40B4-BE49-F238E27FC236}">
                      <a16:creationId xmlns:a16="http://schemas.microsoft.com/office/drawing/2014/main" id="{6FEE1849-B774-7740-A4D4-56503322287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3" y="3640"/>
                  <a:ext cx="2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6" name="Line 187">
                  <a:extLst>
                    <a:ext uri="{FF2B5EF4-FFF2-40B4-BE49-F238E27FC236}">
                      <a16:creationId xmlns:a16="http://schemas.microsoft.com/office/drawing/2014/main" id="{B815D614-C565-B44A-98F2-9CFE25C9C35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4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7" name="Line 188">
                  <a:extLst>
                    <a:ext uri="{FF2B5EF4-FFF2-40B4-BE49-F238E27FC236}">
                      <a16:creationId xmlns:a16="http://schemas.microsoft.com/office/drawing/2014/main" id="{9CCB5D1C-152E-074C-BB90-2D6304043D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1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8" name="Line 189">
                  <a:extLst>
                    <a:ext uri="{FF2B5EF4-FFF2-40B4-BE49-F238E27FC236}">
                      <a16:creationId xmlns:a16="http://schemas.microsoft.com/office/drawing/2014/main" id="{C3AAD570-74CE-EA4F-AA6F-E31F8DA6E8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6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89" name="Line 190">
                  <a:extLst>
                    <a:ext uri="{FF2B5EF4-FFF2-40B4-BE49-F238E27FC236}">
                      <a16:creationId xmlns:a16="http://schemas.microsoft.com/office/drawing/2014/main" id="{E23BB681-F84E-414B-BD10-3F278DAD873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0" name="Line 191">
                  <a:extLst>
                    <a:ext uri="{FF2B5EF4-FFF2-40B4-BE49-F238E27FC236}">
                      <a16:creationId xmlns:a16="http://schemas.microsoft.com/office/drawing/2014/main" id="{8932C83A-F913-D14A-A138-47C27057E4A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1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1" name="Line 192">
                  <a:extLst>
                    <a:ext uri="{FF2B5EF4-FFF2-40B4-BE49-F238E27FC236}">
                      <a16:creationId xmlns:a16="http://schemas.microsoft.com/office/drawing/2014/main" id="{D05BA50B-F12C-8147-94AD-2EEE74F8B4F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2" name="Line 193">
                  <a:extLst>
                    <a:ext uri="{FF2B5EF4-FFF2-40B4-BE49-F238E27FC236}">
                      <a16:creationId xmlns:a16="http://schemas.microsoft.com/office/drawing/2014/main" id="{646B0E24-1571-6A4B-9A9D-3FC9DB58BFD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3" name="Line 194">
                  <a:extLst>
                    <a:ext uri="{FF2B5EF4-FFF2-40B4-BE49-F238E27FC236}">
                      <a16:creationId xmlns:a16="http://schemas.microsoft.com/office/drawing/2014/main" id="{F0422337-4BC6-9344-BE61-46011C6FE2A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6" y="3667"/>
                  <a:ext cx="4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4" name="Line 195">
                  <a:extLst>
                    <a:ext uri="{FF2B5EF4-FFF2-40B4-BE49-F238E27FC236}">
                      <a16:creationId xmlns:a16="http://schemas.microsoft.com/office/drawing/2014/main" id="{DAD4D1C6-07A3-1E4D-91F5-C226F2EFB34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5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5" name="Line 196">
                  <a:extLst>
                    <a:ext uri="{FF2B5EF4-FFF2-40B4-BE49-F238E27FC236}">
                      <a16:creationId xmlns:a16="http://schemas.microsoft.com/office/drawing/2014/main" id="{182E1C21-FF28-714E-9FF8-F446F7BAD7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6" name="Line 197">
                  <a:extLst>
                    <a:ext uri="{FF2B5EF4-FFF2-40B4-BE49-F238E27FC236}">
                      <a16:creationId xmlns:a16="http://schemas.microsoft.com/office/drawing/2014/main" id="{83E09BB7-B60A-294C-882C-BFCFFC7E92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1" y="3675"/>
                  <a:ext cx="0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7" name="Line 198">
                  <a:extLst>
                    <a:ext uri="{FF2B5EF4-FFF2-40B4-BE49-F238E27FC236}">
                      <a16:creationId xmlns:a16="http://schemas.microsoft.com/office/drawing/2014/main" id="{3B12D92D-90FD-2D44-91EE-35753148A04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1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8" name="Line 199">
                  <a:extLst>
                    <a:ext uri="{FF2B5EF4-FFF2-40B4-BE49-F238E27FC236}">
                      <a16:creationId xmlns:a16="http://schemas.microsoft.com/office/drawing/2014/main" id="{00B49CCB-A9EB-8440-B58A-5C4E31229B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499" name="Line 200">
                  <a:extLst>
                    <a:ext uri="{FF2B5EF4-FFF2-40B4-BE49-F238E27FC236}">
                      <a16:creationId xmlns:a16="http://schemas.microsoft.com/office/drawing/2014/main" id="{FA5C24DE-25E7-BE45-9677-B8921A38947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0" name="Line 201">
                  <a:extLst>
                    <a:ext uri="{FF2B5EF4-FFF2-40B4-BE49-F238E27FC236}">
                      <a16:creationId xmlns:a16="http://schemas.microsoft.com/office/drawing/2014/main" id="{E7DD08A3-1BAA-2C47-B2EF-827D023534D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93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1" name="Line 202">
                  <a:extLst>
                    <a:ext uri="{FF2B5EF4-FFF2-40B4-BE49-F238E27FC236}">
                      <a16:creationId xmlns:a16="http://schemas.microsoft.com/office/drawing/2014/main" id="{226AD122-73FB-1A4A-8694-D2A1FDB760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2" name="Line 203">
                  <a:extLst>
                    <a:ext uri="{FF2B5EF4-FFF2-40B4-BE49-F238E27FC236}">
                      <a16:creationId xmlns:a16="http://schemas.microsoft.com/office/drawing/2014/main" id="{0CA1839E-1714-9E4C-BB54-0E240BFE550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3" name="Line 204">
                  <a:extLst>
                    <a:ext uri="{FF2B5EF4-FFF2-40B4-BE49-F238E27FC236}">
                      <a16:creationId xmlns:a16="http://schemas.microsoft.com/office/drawing/2014/main" id="{E6292115-4943-5546-869A-11EA2BAE6E4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70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4" name="Line 205">
                  <a:extLst>
                    <a:ext uri="{FF2B5EF4-FFF2-40B4-BE49-F238E27FC236}">
                      <a16:creationId xmlns:a16="http://schemas.microsoft.com/office/drawing/2014/main" id="{5E940F16-7296-3E47-9F24-D8F17EB5A5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0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5" name="Line 206">
                  <a:extLst>
                    <a:ext uri="{FF2B5EF4-FFF2-40B4-BE49-F238E27FC236}">
                      <a16:creationId xmlns:a16="http://schemas.microsoft.com/office/drawing/2014/main" id="{46E27758-B563-3F46-9304-64D1A1E4C3A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08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6" name="Line 207">
                  <a:extLst>
                    <a:ext uri="{FF2B5EF4-FFF2-40B4-BE49-F238E27FC236}">
                      <a16:creationId xmlns:a16="http://schemas.microsoft.com/office/drawing/2014/main" id="{C6CE76F7-9110-2548-8A01-0261F64258A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13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7" name="Line 208">
                  <a:extLst>
                    <a:ext uri="{FF2B5EF4-FFF2-40B4-BE49-F238E27FC236}">
                      <a16:creationId xmlns:a16="http://schemas.microsoft.com/office/drawing/2014/main" id="{382D9882-AF5B-7E42-A113-3D55FF6D8D5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8" name="Line 209">
                  <a:extLst>
                    <a:ext uri="{FF2B5EF4-FFF2-40B4-BE49-F238E27FC236}">
                      <a16:creationId xmlns:a16="http://schemas.microsoft.com/office/drawing/2014/main" id="{CA02084F-BBE7-004D-A308-B2771C3A04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8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09" name="Line 210">
                  <a:extLst>
                    <a:ext uri="{FF2B5EF4-FFF2-40B4-BE49-F238E27FC236}">
                      <a16:creationId xmlns:a16="http://schemas.microsoft.com/office/drawing/2014/main" id="{D49181C6-3511-AD46-8E09-3B10ADE1740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0" name="Line 211">
                  <a:extLst>
                    <a:ext uri="{FF2B5EF4-FFF2-40B4-BE49-F238E27FC236}">
                      <a16:creationId xmlns:a16="http://schemas.microsoft.com/office/drawing/2014/main" id="{9DE1A3E1-0216-9D4A-90AD-A600BDB598F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7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1" name="Line 212">
                  <a:extLst>
                    <a:ext uri="{FF2B5EF4-FFF2-40B4-BE49-F238E27FC236}">
                      <a16:creationId xmlns:a16="http://schemas.microsoft.com/office/drawing/2014/main" id="{80F4B71F-E0CF-5D43-9431-0629976EA94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3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2" name="Line 213">
                  <a:extLst>
                    <a:ext uri="{FF2B5EF4-FFF2-40B4-BE49-F238E27FC236}">
                      <a16:creationId xmlns:a16="http://schemas.microsoft.com/office/drawing/2014/main" id="{B73E8EE0-F2EB-4247-B1F5-2B59BFBC644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3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3" name="Line 214">
                  <a:extLst>
                    <a:ext uri="{FF2B5EF4-FFF2-40B4-BE49-F238E27FC236}">
                      <a16:creationId xmlns:a16="http://schemas.microsoft.com/office/drawing/2014/main" id="{98063DDA-D0A8-8440-824D-DDEBAE06893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4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4" name="Line 215">
                  <a:extLst>
                    <a:ext uri="{FF2B5EF4-FFF2-40B4-BE49-F238E27FC236}">
                      <a16:creationId xmlns:a16="http://schemas.microsoft.com/office/drawing/2014/main" id="{8F3BF52E-1F0A-664F-BAD8-8CCF0D20383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4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5" name="Line 216">
                  <a:extLst>
                    <a:ext uri="{FF2B5EF4-FFF2-40B4-BE49-F238E27FC236}">
                      <a16:creationId xmlns:a16="http://schemas.microsoft.com/office/drawing/2014/main" id="{549199CB-7F17-B649-A226-81C592A29D9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6" name="Line 217">
                  <a:extLst>
                    <a:ext uri="{FF2B5EF4-FFF2-40B4-BE49-F238E27FC236}">
                      <a16:creationId xmlns:a16="http://schemas.microsoft.com/office/drawing/2014/main" id="{55B08F9B-2FF5-854A-B5CC-45DE53FE674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7" name="Line 218">
                  <a:extLst>
                    <a:ext uri="{FF2B5EF4-FFF2-40B4-BE49-F238E27FC236}">
                      <a16:creationId xmlns:a16="http://schemas.microsoft.com/office/drawing/2014/main" id="{1956195B-6EE2-4645-B67B-A9B2395E0FE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8" name="Line 219">
                  <a:extLst>
                    <a:ext uri="{FF2B5EF4-FFF2-40B4-BE49-F238E27FC236}">
                      <a16:creationId xmlns:a16="http://schemas.microsoft.com/office/drawing/2014/main" id="{568F7421-27F5-4D4F-8E73-031E615C12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30" y="3762"/>
                  <a:ext cx="3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19" name="Line 220">
                  <a:extLst>
                    <a:ext uri="{FF2B5EF4-FFF2-40B4-BE49-F238E27FC236}">
                      <a16:creationId xmlns:a16="http://schemas.microsoft.com/office/drawing/2014/main" id="{7556669E-6238-6944-A9A1-A3470EAA5A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3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0" name="Line 221">
                  <a:extLst>
                    <a:ext uri="{FF2B5EF4-FFF2-40B4-BE49-F238E27FC236}">
                      <a16:creationId xmlns:a16="http://schemas.microsoft.com/office/drawing/2014/main" id="{B28B351A-07F7-6E4F-8E03-DF04576751B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8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1" name="Line 222">
                  <a:extLst>
                    <a:ext uri="{FF2B5EF4-FFF2-40B4-BE49-F238E27FC236}">
                      <a16:creationId xmlns:a16="http://schemas.microsoft.com/office/drawing/2014/main" id="{FCA30C01-EE86-B049-8118-6848B27A94B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2" name="Line 223">
                  <a:extLst>
                    <a:ext uri="{FF2B5EF4-FFF2-40B4-BE49-F238E27FC236}">
                      <a16:creationId xmlns:a16="http://schemas.microsoft.com/office/drawing/2014/main" id="{289F7CAA-0AEA-C442-95D2-CF3FB469F60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6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3" name="Line 224">
                  <a:extLst>
                    <a:ext uri="{FF2B5EF4-FFF2-40B4-BE49-F238E27FC236}">
                      <a16:creationId xmlns:a16="http://schemas.microsoft.com/office/drawing/2014/main" id="{95FA1A02-B382-2C4D-AA4A-516762053E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4" name="Line 225">
                  <a:extLst>
                    <a:ext uri="{FF2B5EF4-FFF2-40B4-BE49-F238E27FC236}">
                      <a16:creationId xmlns:a16="http://schemas.microsoft.com/office/drawing/2014/main" id="{8F9E5F99-154F-3241-A522-F36880B36E4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5" name="Line 226">
                  <a:extLst>
                    <a:ext uri="{FF2B5EF4-FFF2-40B4-BE49-F238E27FC236}">
                      <a16:creationId xmlns:a16="http://schemas.microsoft.com/office/drawing/2014/main" id="{E93A4372-1C63-D445-989E-D2406AE17CB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6" name="Line 227">
                  <a:extLst>
                    <a:ext uri="{FF2B5EF4-FFF2-40B4-BE49-F238E27FC236}">
                      <a16:creationId xmlns:a16="http://schemas.microsoft.com/office/drawing/2014/main" id="{247F8CFD-9818-CC46-B464-FF5D8890F25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7" name="Line 228">
                  <a:extLst>
                    <a:ext uri="{FF2B5EF4-FFF2-40B4-BE49-F238E27FC236}">
                      <a16:creationId xmlns:a16="http://schemas.microsoft.com/office/drawing/2014/main" id="{0FF045AA-10E1-8E4D-902B-4E246ABBF7D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1" y="3829"/>
                  <a:ext cx="0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8" name="Line 229">
                  <a:extLst>
                    <a:ext uri="{FF2B5EF4-FFF2-40B4-BE49-F238E27FC236}">
                      <a16:creationId xmlns:a16="http://schemas.microsoft.com/office/drawing/2014/main" id="{D7CA7265-2B46-3B4A-BB11-3780FF69F59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13" y="3829"/>
                  <a:ext cx="11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29" name="Line 230">
                  <a:extLst>
                    <a:ext uri="{FF2B5EF4-FFF2-40B4-BE49-F238E27FC236}">
                      <a16:creationId xmlns:a16="http://schemas.microsoft.com/office/drawing/2014/main" id="{1AD4F438-A6FC-6A43-8AED-2F47301DEB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6" y="3826"/>
                  <a:ext cx="10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0" name="Line 231">
                  <a:extLst>
                    <a:ext uri="{FF2B5EF4-FFF2-40B4-BE49-F238E27FC236}">
                      <a16:creationId xmlns:a16="http://schemas.microsoft.com/office/drawing/2014/main" id="{32818CDF-D8DD-0D48-8F20-BF3D17B0C3F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2" y="3823"/>
                  <a:ext cx="10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1" name="Line 232">
                  <a:extLst>
                    <a:ext uri="{FF2B5EF4-FFF2-40B4-BE49-F238E27FC236}">
                      <a16:creationId xmlns:a16="http://schemas.microsoft.com/office/drawing/2014/main" id="{BE74EA7F-8CC5-A04A-995A-1D86C0C02FB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1" y="3818"/>
                  <a:ext cx="9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2" name="Line 233">
                  <a:extLst>
                    <a:ext uri="{FF2B5EF4-FFF2-40B4-BE49-F238E27FC236}">
                      <a16:creationId xmlns:a16="http://schemas.microsoft.com/office/drawing/2014/main" id="{8EF218BE-7E75-D640-A07D-4978B58A159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696" y="3814"/>
                  <a:ext cx="12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3" name="Line 234">
                  <a:extLst>
                    <a:ext uri="{FF2B5EF4-FFF2-40B4-BE49-F238E27FC236}">
                      <a16:creationId xmlns:a16="http://schemas.microsoft.com/office/drawing/2014/main" id="{F16BE0F4-4604-C84E-BA9B-B1E18356B2D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829"/>
                  <a:ext cx="1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4" name="Line 235">
                  <a:extLst>
                    <a:ext uri="{FF2B5EF4-FFF2-40B4-BE49-F238E27FC236}">
                      <a16:creationId xmlns:a16="http://schemas.microsoft.com/office/drawing/2014/main" id="{52684061-9DFC-164C-876D-60329E307FF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823"/>
                  <a:ext cx="3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5" name="Line 236">
                  <a:extLst>
                    <a:ext uri="{FF2B5EF4-FFF2-40B4-BE49-F238E27FC236}">
                      <a16:creationId xmlns:a16="http://schemas.microsoft.com/office/drawing/2014/main" id="{2584B11E-27CB-8C47-90B6-66C2226A688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6" name="Line 237">
                  <a:extLst>
                    <a:ext uri="{FF2B5EF4-FFF2-40B4-BE49-F238E27FC236}">
                      <a16:creationId xmlns:a16="http://schemas.microsoft.com/office/drawing/2014/main" id="{0E072163-30FE-BF47-BC05-563849D1E87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7" name="Line 238">
                  <a:extLst>
                    <a:ext uri="{FF2B5EF4-FFF2-40B4-BE49-F238E27FC236}">
                      <a16:creationId xmlns:a16="http://schemas.microsoft.com/office/drawing/2014/main" id="{75E91460-5C4E-DE4F-89F6-C2DB795C536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38" name="Freeform 239">
                  <a:extLst>
                    <a:ext uri="{FF2B5EF4-FFF2-40B4-BE49-F238E27FC236}">
                      <a16:creationId xmlns:a16="http://schemas.microsoft.com/office/drawing/2014/main" id="{17E8CDFF-1A98-D249-BE92-FBA74152A4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39" y="3316"/>
                  <a:ext cx="284" cy="585"/>
                </a:xfrm>
                <a:custGeom>
                  <a:avLst/>
                  <a:gdLst>
                    <a:gd name="T0" fmla="*/ 283 w 284"/>
                    <a:gd name="T1" fmla="*/ 26 h 585"/>
                    <a:gd name="T2" fmla="*/ 0 w 284"/>
                    <a:gd name="T3" fmla="*/ 0 h 585"/>
                    <a:gd name="T4" fmla="*/ 0 w 284"/>
                    <a:gd name="T5" fmla="*/ 501 h 585"/>
                    <a:gd name="T6" fmla="*/ 79 w 284"/>
                    <a:gd name="T7" fmla="*/ 584 h 58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4"/>
                    <a:gd name="T13" fmla="*/ 0 h 585"/>
                    <a:gd name="T14" fmla="*/ 284 w 284"/>
                    <a:gd name="T15" fmla="*/ 585 h 58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4" h="585">
                      <a:moveTo>
                        <a:pt x="283" y="26"/>
                      </a:moveTo>
                      <a:lnTo>
                        <a:pt x="0" y="0"/>
                      </a:lnTo>
                      <a:lnTo>
                        <a:pt x="0" y="501"/>
                      </a:lnTo>
                      <a:lnTo>
                        <a:pt x="79" y="584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39" name="Freeform 240">
                  <a:extLst>
                    <a:ext uri="{FF2B5EF4-FFF2-40B4-BE49-F238E27FC236}">
                      <a16:creationId xmlns:a16="http://schemas.microsoft.com/office/drawing/2014/main" id="{4910A105-75E2-5445-9608-881C8E9A0C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48" y="3324"/>
                  <a:ext cx="233" cy="578"/>
                </a:xfrm>
                <a:custGeom>
                  <a:avLst/>
                  <a:gdLst>
                    <a:gd name="T0" fmla="*/ 232 w 233"/>
                    <a:gd name="T1" fmla="*/ 20 h 578"/>
                    <a:gd name="T2" fmla="*/ 0 w 233"/>
                    <a:gd name="T3" fmla="*/ 0 h 578"/>
                    <a:gd name="T4" fmla="*/ 0 w 233"/>
                    <a:gd name="T5" fmla="*/ 492 h 578"/>
                    <a:gd name="T6" fmla="*/ 89 w 233"/>
                    <a:gd name="T7" fmla="*/ 577 h 57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33"/>
                    <a:gd name="T13" fmla="*/ 0 h 578"/>
                    <a:gd name="T14" fmla="*/ 233 w 233"/>
                    <a:gd name="T15" fmla="*/ 578 h 57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33" h="578">
                      <a:moveTo>
                        <a:pt x="232" y="20"/>
                      </a:moveTo>
                      <a:lnTo>
                        <a:pt x="0" y="0"/>
                      </a:lnTo>
                      <a:lnTo>
                        <a:pt x="0" y="492"/>
                      </a:lnTo>
                      <a:lnTo>
                        <a:pt x="89" y="57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0" name="Line 241">
                  <a:extLst>
                    <a:ext uri="{FF2B5EF4-FFF2-40B4-BE49-F238E27FC236}">
                      <a16:creationId xmlns:a16="http://schemas.microsoft.com/office/drawing/2014/main" id="{AFD4BDB5-6980-5C4E-80B9-2CCA2A9297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02" y="3341"/>
                  <a:ext cx="0" cy="43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41" name="Line 242">
                  <a:extLst>
                    <a:ext uri="{FF2B5EF4-FFF2-40B4-BE49-F238E27FC236}">
                      <a16:creationId xmlns:a16="http://schemas.microsoft.com/office/drawing/2014/main" id="{61045837-1F50-D54D-B14F-04ECD985B12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43" y="3343"/>
                  <a:ext cx="0" cy="42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42" name="Line 243">
                  <a:extLst>
                    <a:ext uri="{FF2B5EF4-FFF2-40B4-BE49-F238E27FC236}">
                      <a16:creationId xmlns:a16="http://schemas.microsoft.com/office/drawing/2014/main" id="{B054D03D-6063-174E-AE2D-39D4121837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2039" y="3353"/>
                  <a:ext cx="58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43" name="Freeform 244">
                  <a:extLst>
                    <a:ext uri="{FF2B5EF4-FFF2-40B4-BE49-F238E27FC236}">
                      <a16:creationId xmlns:a16="http://schemas.microsoft.com/office/drawing/2014/main" id="{EC4F2253-DCC1-6349-9174-739E5F2E1B8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0" y="3582"/>
                  <a:ext cx="141" cy="26"/>
                </a:xfrm>
                <a:custGeom>
                  <a:avLst/>
                  <a:gdLst>
                    <a:gd name="T0" fmla="*/ 16 w 141"/>
                    <a:gd name="T1" fmla="*/ 0 h 26"/>
                    <a:gd name="T2" fmla="*/ 12 w 141"/>
                    <a:gd name="T3" fmla="*/ 0 h 26"/>
                    <a:gd name="T4" fmla="*/ 8 w 141"/>
                    <a:gd name="T5" fmla="*/ 1 h 26"/>
                    <a:gd name="T6" fmla="*/ 5 w 141"/>
                    <a:gd name="T7" fmla="*/ 4 h 26"/>
                    <a:gd name="T8" fmla="*/ 2 w 141"/>
                    <a:gd name="T9" fmla="*/ 6 h 26"/>
                    <a:gd name="T10" fmla="*/ 0 w 141"/>
                    <a:gd name="T11" fmla="*/ 9 h 26"/>
                    <a:gd name="T12" fmla="*/ 0 w 141"/>
                    <a:gd name="T13" fmla="*/ 15 h 26"/>
                    <a:gd name="T14" fmla="*/ 2 w 141"/>
                    <a:gd name="T15" fmla="*/ 17 h 26"/>
                    <a:gd name="T16" fmla="*/ 5 w 141"/>
                    <a:gd name="T17" fmla="*/ 20 h 26"/>
                    <a:gd name="T18" fmla="*/ 6 w 141"/>
                    <a:gd name="T19" fmla="*/ 22 h 26"/>
                    <a:gd name="T20" fmla="*/ 12 w 141"/>
                    <a:gd name="T21" fmla="*/ 24 h 26"/>
                    <a:gd name="T22" fmla="*/ 16 w 141"/>
                    <a:gd name="T23" fmla="*/ 24 h 26"/>
                    <a:gd name="T24" fmla="*/ 124 w 141"/>
                    <a:gd name="T25" fmla="*/ 25 h 26"/>
                    <a:gd name="T26" fmla="*/ 128 w 141"/>
                    <a:gd name="T27" fmla="*/ 25 h 26"/>
                    <a:gd name="T28" fmla="*/ 132 w 141"/>
                    <a:gd name="T29" fmla="*/ 24 h 26"/>
                    <a:gd name="T30" fmla="*/ 135 w 141"/>
                    <a:gd name="T31" fmla="*/ 22 h 26"/>
                    <a:gd name="T32" fmla="*/ 138 w 141"/>
                    <a:gd name="T33" fmla="*/ 20 h 26"/>
                    <a:gd name="T34" fmla="*/ 140 w 141"/>
                    <a:gd name="T35" fmla="*/ 16 h 26"/>
                    <a:gd name="T36" fmla="*/ 140 w 141"/>
                    <a:gd name="T37" fmla="*/ 10 h 26"/>
                    <a:gd name="T38" fmla="*/ 138 w 141"/>
                    <a:gd name="T39" fmla="*/ 8 h 26"/>
                    <a:gd name="T40" fmla="*/ 135 w 141"/>
                    <a:gd name="T41" fmla="*/ 6 h 26"/>
                    <a:gd name="T42" fmla="*/ 134 w 141"/>
                    <a:gd name="T43" fmla="*/ 3 h 26"/>
                    <a:gd name="T44" fmla="*/ 128 w 141"/>
                    <a:gd name="T45" fmla="*/ 1 h 26"/>
                    <a:gd name="T46" fmla="*/ 124 w 141"/>
                    <a:gd name="T47" fmla="*/ 1 h 26"/>
                    <a:gd name="T48" fmla="*/ 16 w 141"/>
                    <a:gd name="T49" fmla="*/ 0 h 2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1"/>
                    <a:gd name="T76" fmla="*/ 0 h 26"/>
                    <a:gd name="T77" fmla="*/ 141 w 141"/>
                    <a:gd name="T78" fmla="*/ 26 h 2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1" h="26">
                      <a:moveTo>
                        <a:pt x="16" y="0"/>
                      </a:moveTo>
                      <a:lnTo>
                        <a:pt x="12" y="0"/>
                      </a:lnTo>
                      <a:lnTo>
                        <a:pt x="8" y="1"/>
                      </a:lnTo>
                      <a:lnTo>
                        <a:pt x="5" y="4"/>
                      </a:lnTo>
                      <a:lnTo>
                        <a:pt x="2" y="6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6" y="22"/>
                      </a:lnTo>
                      <a:lnTo>
                        <a:pt x="12" y="24"/>
                      </a:lnTo>
                      <a:lnTo>
                        <a:pt x="16" y="24"/>
                      </a:lnTo>
                      <a:lnTo>
                        <a:pt x="124" y="25"/>
                      </a:lnTo>
                      <a:lnTo>
                        <a:pt x="128" y="25"/>
                      </a:lnTo>
                      <a:lnTo>
                        <a:pt x="132" y="24"/>
                      </a:lnTo>
                      <a:lnTo>
                        <a:pt x="135" y="22"/>
                      </a:lnTo>
                      <a:lnTo>
                        <a:pt x="138" y="20"/>
                      </a:lnTo>
                      <a:lnTo>
                        <a:pt x="140" y="16"/>
                      </a:lnTo>
                      <a:lnTo>
                        <a:pt x="140" y="10"/>
                      </a:lnTo>
                      <a:lnTo>
                        <a:pt x="138" y="8"/>
                      </a:lnTo>
                      <a:lnTo>
                        <a:pt x="135" y="6"/>
                      </a:lnTo>
                      <a:lnTo>
                        <a:pt x="134" y="3"/>
                      </a:lnTo>
                      <a:lnTo>
                        <a:pt x="128" y="1"/>
                      </a:lnTo>
                      <a:lnTo>
                        <a:pt x="124" y="1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4" name="Freeform 245">
                  <a:extLst>
                    <a:ext uri="{FF2B5EF4-FFF2-40B4-BE49-F238E27FC236}">
                      <a16:creationId xmlns:a16="http://schemas.microsoft.com/office/drawing/2014/main" id="{81EA6995-979D-E24C-A673-D384434C5B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753"/>
                  <a:ext cx="143" cy="40"/>
                </a:xfrm>
                <a:custGeom>
                  <a:avLst/>
                  <a:gdLst>
                    <a:gd name="T0" fmla="*/ 17 w 143"/>
                    <a:gd name="T1" fmla="*/ 0 h 40"/>
                    <a:gd name="T2" fmla="*/ 14 w 143"/>
                    <a:gd name="T3" fmla="*/ 0 h 40"/>
                    <a:gd name="T4" fmla="*/ 10 w 143"/>
                    <a:gd name="T5" fmla="*/ 2 h 40"/>
                    <a:gd name="T6" fmla="*/ 5 w 143"/>
                    <a:gd name="T7" fmla="*/ 3 h 40"/>
                    <a:gd name="T8" fmla="*/ 4 w 143"/>
                    <a:gd name="T9" fmla="*/ 6 h 40"/>
                    <a:gd name="T10" fmla="*/ 2 w 143"/>
                    <a:gd name="T11" fmla="*/ 9 h 40"/>
                    <a:gd name="T12" fmla="*/ 0 w 143"/>
                    <a:gd name="T13" fmla="*/ 12 h 40"/>
                    <a:gd name="T14" fmla="*/ 0 w 143"/>
                    <a:gd name="T15" fmla="*/ 15 h 40"/>
                    <a:gd name="T16" fmla="*/ 2 w 143"/>
                    <a:gd name="T17" fmla="*/ 18 h 40"/>
                    <a:gd name="T18" fmla="*/ 4 w 143"/>
                    <a:gd name="T19" fmla="*/ 23 h 40"/>
                    <a:gd name="T20" fmla="*/ 6 w 143"/>
                    <a:gd name="T21" fmla="*/ 24 h 40"/>
                    <a:gd name="T22" fmla="*/ 10 w 143"/>
                    <a:gd name="T23" fmla="*/ 26 h 40"/>
                    <a:gd name="T24" fmla="*/ 14 w 143"/>
                    <a:gd name="T25" fmla="*/ 27 h 40"/>
                    <a:gd name="T26" fmla="*/ 125 w 143"/>
                    <a:gd name="T27" fmla="*/ 39 h 40"/>
                    <a:gd name="T28" fmla="*/ 128 w 143"/>
                    <a:gd name="T29" fmla="*/ 39 h 40"/>
                    <a:gd name="T30" fmla="*/ 132 w 143"/>
                    <a:gd name="T31" fmla="*/ 37 h 40"/>
                    <a:gd name="T32" fmla="*/ 137 w 143"/>
                    <a:gd name="T33" fmla="*/ 36 h 40"/>
                    <a:gd name="T34" fmla="*/ 138 w 143"/>
                    <a:gd name="T35" fmla="*/ 33 h 40"/>
                    <a:gd name="T36" fmla="*/ 140 w 143"/>
                    <a:gd name="T37" fmla="*/ 30 h 40"/>
                    <a:gd name="T38" fmla="*/ 142 w 143"/>
                    <a:gd name="T39" fmla="*/ 27 h 40"/>
                    <a:gd name="T40" fmla="*/ 142 w 143"/>
                    <a:gd name="T41" fmla="*/ 24 h 40"/>
                    <a:gd name="T42" fmla="*/ 140 w 143"/>
                    <a:gd name="T43" fmla="*/ 21 h 40"/>
                    <a:gd name="T44" fmla="*/ 138 w 143"/>
                    <a:gd name="T45" fmla="*/ 16 h 40"/>
                    <a:gd name="T46" fmla="*/ 136 w 143"/>
                    <a:gd name="T47" fmla="*/ 15 h 40"/>
                    <a:gd name="T48" fmla="*/ 132 w 143"/>
                    <a:gd name="T49" fmla="*/ 13 h 40"/>
                    <a:gd name="T50" fmla="*/ 128 w 143"/>
                    <a:gd name="T51" fmla="*/ 12 h 40"/>
                    <a:gd name="T52" fmla="*/ 17 w 143"/>
                    <a:gd name="T53" fmla="*/ 0 h 4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3"/>
                    <a:gd name="T82" fmla="*/ 0 h 40"/>
                    <a:gd name="T83" fmla="*/ 143 w 143"/>
                    <a:gd name="T84" fmla="*/ 40 h 4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3" h="40">
                      <a:moveTo>
                        <a:pt x="17" y="0"/>
                      </a:moveTo>
                      <a:lnTo>
                        <a:pt x="14" y="0"/>
                      </a:lnTo>
                      <a:lnTo>
                        <a:pt x="10" y="2"/>
                      </a:ln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4" y="23"/>
                      </a:lnTo>
                      <a:lnTo>
                        <a:pt x="6" y="24"/>
                      </a:lnTo>
                      <a:lnTo>
                        <a:pt x="10" y="26"/>
                      </a:lnTo>
                      <a:lnTo>
                        <a:pt x="14" y="27"/>
                      </a:lnTo>
                      <a:lnTo>
                        <a:pt x="125" y="39"/>
                      </a:lnTo>
                      <a:lnTo>
                        <a:pt x="128" y="39"/>
                      </a:lnTo>
                      <a:lnTo>
                        <a:pt x="132" y="37"/>
                      </a:lnTo>
                      <a:lnTo>
                        <a:pt x="137" y="36"/>
                      </a:lnTo>
                      <a:lnTo>
                        <a:pt x="138" y="33"/>
                      </a:lnTo>
                      <a:lnTo>
                        <a:pt x="140" y="30"/>
                      </a:lnTo>
                      <a:lnTo>
                        <a:pt x="142" y="27"/>
                      </a:lnTo>
                      <a:lnTo>
                        <a:pt x="142" y="24"/>
                      </a:lnTo>
                      <a:lnTo>
                        <a:pt x="140" y="21"/>
                      </a:lnTo>
                      <a:lnTo>
                        <a:pt x="138" y="16"/>
                      </a:lnTo>
                      <a:lnTo>
                        <a:pt x="136" y="15"/>
                      </a:lnTo>
                      <a:lnTo>
                        <a:pt x="132" y="13"/>
                      </a:lnTo>
                      <a:lnTo>
                        <a:pt x="128" y="12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5" name="Freeform 246">
                  <a:extLst>
                    <a:ext uri="{FF2B5EF4-FFF2-40B4-BE49-F238E27FC236}">
                      <a16:creationId xmlns:a16="http://schemas.microsoft.com/office/drawing/2014/main" id="{4CC69715-D6C9-EC46-A2E4-F92DDB9682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337"/>
                  <a:ext cx="82" cy="391"/>
                </a:xfrm>
                <a:custGeom>
                  <a:avLst/>
                  <a:gdLst>
                    <a:gd name="T0" fmla="*/ 0 w 82"/>
                    <a:gd name="T1" fmla="*/ 0 h 391"/>
                    <a:gd name="T2" fmla="*/ 4 w 82"/>
                    <a:gd name="T3" fmla="*/ 390 h 391"/>
                    <a:gd name="T4" fmla="*/ 16 w 82"/>
                    <a:gd name="T5" fmla="*/ 348 h 391"/>
                    <a:gd name="T6" fmla="*/ 16 w 82"/>
                    <a:gd name="T7" fmla="*/ 128 h 391"/>
                    <a:gd name="T8" fmla="*/ 71 w 82"/>
                    <a:gd name="T9" fmla="*/ 78 h 391"/>
                    <a:gd name="T10" fmla="*/ 81 w 82"/>
                    <a:gd name="T11" fmla="*/ 78 h 391"/>
                    <a:gd name="T12" fmla="*/ 81 w 82"/>
                    <a:gd name="T13" fmla="*/ 0 h 391"/>
                    <a:gd name="T14" fmla="*/ 0 w 82"/>
                    <a:gd name="T15" fmla="*/ 0 h 39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2"/>
                    <a:gd name="T25" fmla="*/ 0 h 391"/>
                    <a:gd name="T26" fmla="*/ 82 w 82"/>
                    <a:gd name="T27" fmla="*/ 391 h 39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2" h="391">
                      <a:moveTo>
                        <a:pt x="0" y="0"/>
                      </a:moveTo>
                      <a:lnTo>
                        <a:pt x="4" y="390"/>
                      </a:lnTo>
                      <a:lnTo>
                        <a:pt x="16" y="348"/>
                      </a:lnTo>
                      <a:lnTo>
                        <a:pt x="16" y="128"/>
                      </a:lnTo>
                      <a:lnTo>
                        <a:pt x="71" y="78"/>
                      </a:lnTo>
                      <a:lnTo>
                        <a:pt x="81" y="78"/>
                      </a:lnTo>
                      <a:lnTo>
                        <a:pt x="8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6" name="Freeform 247">
                  <a:extLst>
                    <a:ext uri="{FF2B5EF4-FFF2-40B4-BE49-F238E27FC236}">
                      <a16:creationId xmlns:a16="http://schemas.microsoft.com/office/drawing/2014/main" id="{5B6DA273-5790-ED4A-9754-8A96182ACD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8"/>
                  <a:ext cx="15" cy="22"/>
                </a:xfrm>
                <a:custGeom>
                  <a:avLst/>
                  <a:gdLst>
                    <a:gd name="T0" fmla="*/ 14 w 15"/>
                    <a:gd name="T1" fmla="*/ 10 h 22"/>
                    <a:gd name="T2" fmla="*/ 10 w 15"/>
                    <a:gd name="T3" fmla="*/ 18 h 22"/>
                    <a:gd name="T4" fmla="*/ 7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7 w 15"/>
                    <a:gd name="T13" fmla="*/ 0 h 22"/>
                    <a:gd name="T14" fmla="*/ 12 w 15"/>
                    <a:gd name="T15" fmla="*/ 2 h 22"/>
                    <a:gd name="T16" fmla="*/ 14 w 15"/>
                    <a:gd name="T17" fmla="*/ 10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0"/>
                      </a:moveTo>
                      <a:lnTo>
                        <a:pt x="10" y="18"/>
                      </a:lnTo>
                      <a:lnTo>
                        <a:pt x="7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12" y="2"/>
                      </a:lnTo>
                      <a:lnTo>
                        <a:pt x="14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7" name="Freeform 248">
                  <a:extLst>
                    <a:ext uri="{FF2B5EF4-FFF2-40B4-BE49-F238E27FC236}">
                      <a16:creationId xmlns:a16="http://schemas.microsoft.com/office/drawing/2014/main" id="{43FBA882-66F6-2748-9293-1AA28B6B9B8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3" y="3568"/>
                  <a:ext cx="12" cy="22"/>
                </a:xfrm>
                <a:custGeom>
                  <a:avLst/>
                  <a:gdLst>
                    <a:gd name="T0" fmla="*/ 2 w 12"/>
                    <a:gd name="T1" fmla="*/ 0 h 22"/>
                    <a:gd name="T2" fmla="*/ 0 w 12"/>
                    <a:gd name="T3" fmla="*/ 21 h 22"/>
                    <a:gd name="T4" fmla="*/ 9 w 12"/>
                    <a:gd name="T5" fmla="*/ 21 h 22"/>
                    <a:gd name="T6" fmla="*/ 11 w 12"/>
                    <a:gd name="T7" fmla="*/ 0 h 22"/>
                    <a:gd name="T8" fmla="*/ 2 w 12"/>
                    <a:gd name="T9" fmla="*/ 0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2"/>
                    <a:gd name="T17" fmla="*/ 12 w 12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2">
                      <a:moveTo>
                        <a:pt x="2" y="0"/>
                      </a:moveTo>
                      <a:lnTo>
                        <a:pt x="0" y="21"/>
                      </a:lnTo>
                      <a:lnTo>
                        <a:pt x="9" y="21"/>
                      </a:lnTo>
                      <a:lnTo>
                        <a:pt x="11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8" name="Freeform 249">
                  <a:extLst>
                    <a:ext uri="{FF2B5EF4-FFF2-40B4-BE49-F238E27FC236}">
                      <a16:creationId xmlns:a16="http://schemas.microsoft.com/office/drawing/2014/main" id="{109A8DCB-9CE7-954C-934B-4205B30D33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6" y="3568"/>
                  <a:ext cx="15" cy="22"/>
                </a:xfrm>
                <a:custGeom>
                  <a:avLst/>
                  <a:gdLst>
                    <a:gd name="T0" fmla="*/ 14 w 15"/>
                    <a:gd name="T1" fmla="*/ 12 h 22"/>
                    <a:gd name="T2" fmla="*/ 12 w 15"/>
                    <a:gd name="T3" fmla="*/ 20 h 22"/>
                    <a:gd name="T4" fmla="*/ 8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8 w 15"/>
                    <a:gd name="T13" fmla="*/ 0 h 22"/>
                    <a:gd name="T14" fmla="*/ 14 w 15"/>
                    <a:gd name="T15" fmla="*/ 4 h 22"/>
                    <a:gd name="T16" fmla="*/ 14 w 15"/>
                    <a:gd name="T17" fmla="*/ 12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2"/>
                      </a:moveTo>
                      <a:lnTo>
                        <a:pt x="12" y="20"/>
                      </a:lnTo>
                      <a:lnTo>
                        <a:pt x="8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8" y="0"/>
                      </a:lnTo>
                      <a:lnTo>
                        <a:pt x="14" y="4"/>
                      </a:lnTo>
                      <a:lnTo>
                        <a:pt x="14" y="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49" name="Freeform 250">
                  <a:extLst>
                    <a:ext uri="{FF2B5EF4-FFF2-40B4-BE49-F238E27FC236}">
                      <a16:creationId xmlns:a16="http://schemas.microsoft.com/office/drawing/2014/main" id="{0A94F956-67E3-FB4D-8DCF-809D45F46D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4"/>
                  <a:ext cx="2" cy="24"/>
                </a:xfrm>
                <a:custGeom>
                  <a:avLst/>
                  <a:gdLst>
                    <a:gd name="T0" fmla="*/ 1 w 2"/>
                    <a:gd name="T1" fmla="*/ 4 h 24"/>
                    <a:gd name="T2" fmla="*/ 1 w 2"/>
                    <a:gd name="T3" fmla="*/ 2 h 24"/>
                    <a:gd name="T4" fmla="*/ 1 w 2"/>
                    <a:gd name="T5" fmla="*/ 0 h 24"/>
                    <a:gd name="T6" fmla="*/ 0 w 2"/>
                    <a:gd name="T7" fmla="*/ 0 h 24"/>
                    <a:gd name="T8" fmla="*/ 0 w 2"/>
                    <a:gd name="T9" fmla="*/ 2 h 24"/>
                    <a:gd name="T10" fmla="*/ 0 w 2"/>
                    <a:gd name="T11" fmla="*/ 4 h 24"/>
                    <a:gd name="T12" fmla="*/ 0 w 2"/>
                    <a:gd name="T13" fmla="*/ 19 h 24"/>
                    <a:gd name="T14" fmla="*/ 0 w 2"/>
                    <a:gd name="T15" fmla="*/ 20 h 24"/>
                    <a:gd name="T16" fmla="*/ 0 w 2"/>
                    <a:gd name="T17" fmla="*/ 23 h 24"/>
                    <a:gd name="T18" fmla="*/ 1 w 2"/>
                    <a:gd name="T19" fmla="*/ 23 h 24"/>
                    <a:gd name="T20" fmla="*/ 1 w 2"/>
                    <a:gd name="T21" fmla="*/ 20 h 24"/>
                    <a:gd name="T22" fmla="*/ 1 w 2"/>
                    <a:gd name="T23" fmla="*/ 19 h 24"/>
                    <a:gd name="T24" fmla="*/ 1 w 2"/>
                    <a:gd name="T25" fmla="*/ 4 h 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4"/>
                    <a:gd name="T41" fmla="*/ 2 w 2"/>
                    <a:gd name="T42" fmla="*/ 24 h 2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4">
                      <a:moveTo>
                        <a:pt x="1" y="4"/>
                      </a:move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0" name="Freeform 251">
                  <a:extLst>
                    <a:ext uri="{FF2B5EF4-FFF2-40B4-BE49-F238E27FC236}">
                      <a16:creationId xmlns:a16="http://schemas.microsoft.com/office/drawing/2014/main" id="{85F63D06-E93F-4240-81AB-F00F7B6253A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6" y="4051"/>
                  <a:ext cx="63" cy="29"/>
                </a:xfrm>
                <a:custGeom>
                  <a:avLst/>
                  <a:gdLst>
                    <a:gd name="T0" fmla="*/ 0 w 63"/>
                    <a:gd name="T1" fmla="*/ 12 h 29"/>
                    <a:gd name="T2" fmla="*/ 62 w 63"/>
                    <a:gd name="T3" fmla="*/ 28 h 29"/>
                    <a:gd name="T4" fmla="*/ 62 w 63"/>
                    <a:gd name="T5" fmla="*/ 0 h 29"/>
                    <a:gd name="T6" fmla="*/ 0 w 63"/>
                    <a:gd name="T7" fmla="*/ 12 h 2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3"/>
                    <a:gd name="T13" fmla="*/ 0 h 29"/>
                    <a:gd name="T14" fmla="*/ 63 w 63"/>
                    <a:gd name="T15" fmla="*/ 29 h 2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3" h="29">
                      <a:moveTo>
                        <a:pt x="0" y="12"/>
                      </a:moveTo>
                      <a:lnTo>
                        <a:pt x="62" y="28"/>
                      </a:lnTo>
                      <a:lnTo>
                        <a:pt x="62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1" name="Freeform 252">
                  <a:extLst>
                    <a:ext uri="{FF2B5EF4-FFF2-40B4-BE49-F238E27FC236}">
                      <a16:creationId xmlns:a16="http://schemas.microsoft.com/office/drawing/2014/main" id="{ADB27779-637A-6C4B-AABA-17E5B1C752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58" y="4032"/>
                  <a:ext cx="83" cy="48"/>
                </a:xfrm>
                <a:custGeom>
                  <a:avLst/>
                  <a:gdLst>
                    <a:gd name="T0" fmla="*/ 0 w 83"/>
                    <a:gd name="T1" fmla="*/ 17 h 48"/>
                    <a:gd name="T2" fmla="*/ 0 w 83"/>
                    <a:gd name="T3" fmla="*/ 47 h 48"/>
                    <a:gd name="T4" fmla="*/ 82 w 83"/>
                    <a:gd name="T5" fmla="*/ 30 h 48"/>
                    <a:gd name="T6" fmla="*/ 82 w 83"/>
                    <a:gd name="T7" fmla="*/ 0 h 48"/>
                    <a:gd name="T8" fmla="*/ 0 w 83"/>
                    <a:gd name="T9" fmla="*/ 17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3"/>
                    <a:gd name="T16" fmla="*/ 0 h 48"/>
                    <a:gd name="T17" fmla="*/ 83 w 83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3" h="48">
                      <a:moveTo>
                        <a:pt x="0" y="17"/>
                      </a:moveTo>
                      <a:lnTo>
                        <a:pt x="0" y="47"/>
                      </a:lnTo>
                      <a:lnTo>
                        <a:pt x="82" y="30"/>
                      </a:lnTo>
                      <a:lnTo>
                        <a:pt x="82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2" name="Freeform 253">
                  <a:extLst>
                    <a:ext uri="{FF2B5EF4-FFF2-40B4-BE49-F238E27FC236}">
                      <a16:creationId xmlns:a16="http://schemas.microsoft.com/office/drawing/2014/main" id="{A7ED707E-460D-5942-BA43-A3D35761BF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415"/>
                  <a:ext cx="65" cy="275"/>
                </a:xfrm>
                <a:custGeom>
                  <a:avLst/>
                  <a:gdLst>
                    <a:gd name="T0" fmla="*/ 54 w 65"/>
                    <a:gd name="T1" fmla="*/ 0 h 275"/>
                    <a:gd name="T2" fmla="*/ 0 w 65"/>
                    <a:gd name="T3" fmla="*/ 51 h 275"/>
                    <a:gd name="T4" fmla="*/ 0 w 65"/>
                    <a:gd name="T5" fmla="*/ 274 h 275"/>
                    <a:gd name="T6" fmla="*/ 7 w 65"/>
                    <a:gd name="T7" fmla="*/ 248 h 275"/>
                    <a:gd name="T8" fmla="*/ 7 w 65"/>
                    <a:gd name="T9" fmla="*/ 76 h 275"/>
                    <a:gd name="T10" fmla="*/ 64 w 65"/>
                    <a:gd name="T11" fmla="*/ 78 h 275"/>
                    <a:gd name="T12" fmla="*/ 64 w 65"/>
                    <a:gd name="T13" fmla="*/ 0 h 275"/>
                    <a:gd name="T14" fmla="*/ 54 w 65"/>
                    <a:gd name="T15" fmla="*/ 0 h 27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5"/>
                    <a:gd name="T25" fmla="*/ 0 h 275"/>
                    <a:gd name="T26" fmla="*/ 65 w 65"/>
                    <a:gd name="T27" fmla="*/ 275 h 27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5" h="275">
                      <a:moveTo>
                        <a:pt x="54" y="0"/>
                      </a:moveTo>
                      <a:lnTo>
                        <a:pt x="0" y="51"/>
                      </a:lnTo>
                      <a:lnTo>
                        <a:pt x="0" y="274"/>
                      </a:lnTo>
                      <a:lnTo>
                        <a:pt x="7" y="248"/>
                      </a:lnTo>
                      <a:lnTo>
                        <a:pt x="7" y="76"/>
                      </a:lnTo>
                      <a:lnTo>
                        <a:pt x="64" y="78"/>
                      </a:lnTo>
                      <a:lnTo>
                        <a:pt x="64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3" name="Freeform 254">
                  <a:extLst>
                    <a:ext uri="{FF2B5EF4-FFF2-40B4-BE49-F238E27FC236}">
                      <a16:creationId xmlns:a16="http://schemas.microsoft.com/office/drawing/2014/main" id="{233AEC91-32E1-7342-9827-0D679F31DB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53"/>
                  <a:ext cx="34" cy="270"/>
                </a:xfrm>
                <a:custGeom>
                  <a:avLst/>
                  <a:gdLst>
                    <a:gd name="T0" fmla="*/ 0 w 34"/>
                    <a:gd name="T1" fmla="*/ 0 h 270"/>
                    <a:gd name="T2" fmla="*/ 0 w 34"/>
                    <a:gd name="T3" fmla="*/ 269 h 270"/>
                    <a:gd name="T4" fmla="*/ 33 w 34"/>
                    <a:gd name="T5" fmla="*/ 236 h 270"/>
                    <a:gd name="T6" fmla="*/ 33 w 34"/>
                    <a:gd name="T7" fmla="*/ 24 h 270"/>
                    <a:gd name="T8" fmla="*/ 0 w 34"/>
                    <a:gd name="T9" fmla="*/ 0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4"/>
                    <a:gd name="T16" fmla="*/ 0 h 270"/>
                    <a:gd name="T17" fmla="*/ 34 w 34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4" h="270">
                      <a:moveTo>
                        <a:pt x="0" y="0"/>
                      </a:moveTo>
                      <a:lnTo>
                        <a:pt x="0" y="269"/>
                      </a:lnTo>
                      <a:lnTo>
                        <a:pt x="33" y="236"/>
                      </a:lnTo>
                      <a:lnTo>
                        <a:pt x="33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4" name="Freeform 255">
                  <a:extLst>
                    <a:ext uri="{FF2B5EF4-FFF2-40B4-BE49-F238E27FC236}">
                      <a16:creationId xmlns:a16="http://schemas.microsoft.com/office/drawing/2014/main" id="{94A5AC83-A07B-5C42-929D-C994128414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471"/>
                  <a:ext cx="40" cy="118"/>
                </a:xfrm>
                <a:custGeom>
                  <a:avLst/>
                  <a:gdLst>
                    <a:gd name="T0" fmla="*/ 0 w 40"/>
                    <a:gd name="T1" fmla="*/ 0 h 118"/>
                    <a:gd name="T2" fmla="*/ 0 w 40"/>
                    <a:gd name="T3" fmla="*/ 111 h 118"/>
                    <a:gd name="T4" fmla="*/ 10 w 40"/>
                    <a:gd name="T5" fmla="*/ 117 h 118"/>
                    <a:gd name="T6" fmla="*/ 39 w 40"/>
                    <a:gd name="T7" fmla="*/ 117 h 118"/>
                    <a:gd name="T8" fmla="*/ 39 w 40"/>
                    <a:gd name="T9" fmla="*/ 0 h 118"/>
                    <a:gd name="T10" fmla="*/ 0 w 40"/>
                    <a:gd name="T11" fmla="*/ 0 h 1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"/>
                    <a:gd name="T19" fmla="*/ 0 h 118"/>
                    <a:gd name="T20" fmla="*/ 40 w 40"/>
                    <a:gd name="T21" fmla="*/ 118 h 1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" h="118">
                      <a:moveTo>
                        <a:pt x="0" y="0"/>
                      </a:moveTo>
                      <a:lnTo>
                        <a:pt x="0" y="111"/>
                      </a:lnTo>
                      <a:lnTo>
                        <a:pt x="10" y="117"/>
                      </a:lnTo>
                      <a:lnTo>
                        <a:pt x="39" y="117"/>
                      </a:lnTo>
                      <a:lnTo>
                        <a:pt x="3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5" name="Freeform 256">
                  <a:extLst>
                    <a:ext uri="{FF2B5EF4-FFF2-40B4-BE49-F238E27FC236}">
                      <a16:creationId xmlns:a16="http://schemas.microsoft.com/office/drawing/2014/main" id="{10B8D76F-A8CB-5B4D-A0BF-9AC38832FD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0" y="3546"/>
                  <a:ext cx="26" cy="34"/>
                </a:xfrm>
                <a:custGeom>
                  <a:avLst/>
                  <a:gdLst>
                    <a:gd name="T0" fmla="*/ 4 w 26"/>
                    <a:gd name="T1" fmla="*/ 0 h 34"/>
                    <a:gd name="T2" fmla="*/ 12 w 26"/>
                    <a:gd name="T3" fmla="*/ 0 h 34"/>
                    <a:gd name="T4" fmla="*/ 17 w 26"/>
                    <a:gd name="T5" fmla="*/ 2 h 34"/>
                    <a:gd name="T6" fmla="*/ 21 w 26"/>
                    <a:gd name="T7" fmla="*/ 4 h 34"/>
                    <a:gd name="T8" fmla="*/ 25 w 26"/>
                    <a:gd name="T9" fmla="*/ 14 h 34"/>
                    <a:gd name="T10" fmla="*/ 25 w 26"/>
                    <a:gd name="T11" fmla="*/ 25 h 34"/>
                    <a:gd name="T12" fmla="*/ 23 w 26"/>
                    <a:gd name="T13" fmla="*/ 29 h 34"/>
                    <a:gd name="T14" fmla="*/ 21 w 26"/>
                    <a:gd name="T15" fmla="*/ 33 h 34"/>
                    <a:gd name="T16" fmla="*/ 16 w 26"/>
                    <a:gd name="T17" fmla="*/ 33 h 34"/>
                    <a:gd name="T18" fmla="*/ 14 w 26"/>
                    <a:gd name="T19" fmla="*/ 31 h 34"/>
                    <a:gd name="T20" fmla="*/ 12 w 26"/>
                    <a:gd name="T21" fmla="*/ 27 h 34"/>
                    <a:gd name="T22" fmla="*/ 14 w 26"/>
                    <a:gd name="T23" fmla="*/ 21 h 34"/>
                    <a:gd name="T24" fmla="*/ 12 w 26"/>
                    <a:gd name="T25" fmla="*/ 16 h 34"/>
                    <a:gd name="T26" fmla="*/ 10 w 26"/>
                    <a:gd name="T27" fmla="*/ 12 h 34"/>
                    <a:gd name="T28" fmla="*/ 6 w 26"/>
                    <a:gd name="T29" fmla="*/ 10 h 34"/>
                    <a:gd name="T30" fmla="*/ 2 w 26"/>
                    <a:gd name="T31" fmla="*/ 10 h 34"/>
                    <a:gd name="T32" fmla="*/ 0 w 26"/>
                    <a:gd name="T33" fmla="*/ 6 h 34"/>
                    <a:gd name="T34" fmla="*/ 2 w 26"/>
                    <a:gd name="T35" fmla="*/ 2 h 34"/>
                    <a:gd name="T36" fmla="*/ 4 w 26"/>
                    <a:gd name="T37" fmla="*/ 0 h 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6"/>
                    <a:gd name="T58" fmla="*/ 0 h 34"/>
                    <a:gd name="T59" fmla="*/ 26 w 26"/>
                    <a:gd name="T60" fmla="*/ 34 h 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6" h="34">
                      <a:moveTo>
                        <a:pt x="4" y="0"/>
                      </a:moveTo>
                      <a:lnTo>
                        <a:pt x="12" y="0"/>
                      </a:lnTo>
                      <a:lnTo>
                        <a:pt x="17" y="2"/>
                      </a:lnTo>
                      <a:lnTo>
                        <a:pt x="21" y="4"/>
                      </a:lnTo>
                      <a:lnTo>
                        <a:pt x="25" y="14"/>
                      </a:lnTo>
                      <a:lnTo>
                        <a:pt x="25" y="25"/>
                      </a:lnTo>
                      <a:lnTo>
                        <a:pt x="23" y="29"/>
                      </a:lnTo>
                      <a:lnTo>
                        <a:pt x="21" y="33"/>
                      </a:lnTo>
                      <a:lnTo>
                        <a:pt x="16" y="33"/>
                      </a:lnTo>
                      <a:lnTo>
                        <a:pt x="14" y="31"/>
                      </a:lnTo>
                      <a:lnTo>
                        <a:pt x="12" y="27"/>
                      </a:lnTo>
                      <a:lnTo>
                        <a:pt x="14" y="21"/>
                      </a:lnTo>
                      <a:lnTo>
                        <a:pt x="12" y="16"/>
                      </a:lnTo>
                      <a:lnTo>
                        <a:pt x="10" y="12"/>
                      </a:lnTo>
                      <a:lnTo>
                        <a:pt x="6" y="10"/>
                      </a:lnTo>
                      <a:lnTo>
                        <a:pt x="2" y="10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6" name="Freeform 257">
                  <a:extLst>
                    <a:ext uri="{FF2B5EF4-FFF2-40B4-BE49-F238E27FC236}">
                      <a16:creationId xmlns:a16="http://schemas.microsoft.com/office/drawing/2014/main" id="{3D305AC3-B2F6-904D-9BC6-81CDEF2947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4" y="3525"/>
                  <a:ext cx="20" cy="34"/>
                </a:xfrm>
                <a:custGeom>
                  <a:avLst/>
                  <a:gdLst>
                    <a:gd name="T0" fmla="*/ 0 w 20"/>
                    <a:gd name="T1" fmla="*/ 33 h 34"/>
                    <a:gd name="T2" fmla="*/ 4 w 20"/>
                    <a:gd name="T3" fmla="*/ 29 h 34"/>
                    <a:gd name="T4" fmla="*/ 11 w 20"/>
                    <a:gd name="T5" fmla="*/ 16 h 34"/>
                    <a:gd name="T6" fmla="*/ 17 w 20"/>
                    <a:gd name="T7" fmla="*/ 6 h 34"/>
                    <a:gd name="T8" fmla="*/ 19 w 20"/>
                    <a:gd name="T9" fmla="*/ 0 h 34"/>
                    <a:gd name="T10" fmla="*/ 15 w 20"/>
                    <a:gd name="T11" fmla="*/ 4 h 34"/>
                    <a:gd name="T12" fmla="*/ 9 w 20"/>
                    <a:gd name="T13" fmla="*/ 16 h 34"/>
                    <a:gd name="T14" fmla="*/ 2 w 20"/>
                    <a:gd name="T15" fmla="*/ 27 h 34"/>
                    <a:gd name="T16" fmla="*/ 0 w 20"/>
                    <a:gd name="T17" fmla="*/ 33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0" y="33"/>
                      </a:moveTo>
                      <a:lnTo>
                        <a:pt x="4" y="29"/>
                      </a:lnTo>
                      <a:lnTo>
                        <a:pt x="11" y="16"/>
                      </a:lnTo>
                      <a:lnTo>
                        <a:pt x="17" y="6"/>
                      </a:lnTo>
                      <a:lnTo>
                        <a:pt x="19" y="0"/>
                      </a:lnTo>
                      <a:lnTo>
                        <a:pt x="15" y="4"/>
                      </a:lnTo>
                      <a:lnTo>
                        <a:pt x="9" y="16"/>
                      </a:lnTo>
                      <a:lnTo>
                        <a:pt x="2" y="27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7" name="Line 258">
                  <a:extLst>
                    <a:ext uri="{FF2B5EF4-FFF2-40B4-BE49-F238E27FC236}">
                      <a16:creationId xmlns:a16="http://schemas.microsoft.com/office/drawing/2014/main" id="{401C0643-5061-AD41-A327-C3F741D0AAD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51" y="3577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58" name="Freeform 259">
                  <a:extLst>
                    <a:ext uri="{FF2B5EF4-FFF2-40B4-BE49-F238E27FC236}">
                      <a16:creationId xmlns:a16="http://schemas.microsoft.com/office/drawing/2014/main" id="{EEC4CAAA-3A47-3941-BC72-9E9DE82E2CB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30"/>
                  <a:ext cx="19" cy="34"/>
                </a:xfrm>
                <a:custGeom>
                  <a:avLst/>
                  <a:gdLst>
                    <a:gd name="T0" fmla="*/ 0 w 19"/>
                    <a:gd name="T1" fmla="*/ 0 h 34"/>
                    <a:gd name="T2" fmla="*/ 2 w 19"/>
                    <a:gd name="T3" fmla="*/ 7 h 34"/>
                    <a:gd name="T4" fmla="*/ 8 w 19"/>
                    <a:gd name="T5" fmla="*/ 17 h 34"/>
                    <a:gd name="T6" fmla="*/ 14 w 19"/>
                    <a:gd name="T7" fmla="*/ 28 h 34"/>
                    <a:gd name="T8" fmla="*/ 16 w 19"/>
                    <a:gd name="T9" fmla="*/ 33 h 34"/>
                    <a:gd name="T10" fmla="*/ 18 w 19"/>
                    <a:gd name="T11" fmla="*/ 33 h 34"/>
                    <a:gd name="T12" fmla="*/ 18 w 19"/>
                    <a:gd name="T13" fmla="*/ 28 h 34"/>
                    <a:gd name="T14" fmla="*/ 13 w 19"/>
                    <a:gd name="T15" fmla="*/ 15 h 34"/>
                    <a:gd name="T16" fmla="*/ 4 w 19"/>
                    <a:gd name="T17" fmla="*/ 5 h 34"/>
                    <a:gd name="T18" fmla="*/ 0 w 19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34"/>
                    <a:gd name="T32" fmla="*/ 19 w 19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34">
                      <a:moveTo>
                        <a:pt x="0" y="0"/>
                      </a:moveTo>
                      <a:lnTo>
                        <a:pt x="2" y="7"/>
                      </a:lnTo>
                      <a:lnTo>
                        <a:pt x="8" y="17"/>
                      </a:lnTo>
                      <a:lnTo>
                        <a:pt x="14" y="28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18" y="28"/>
                      </a:lnTo>
                      <a:lnTo>
                        <a:pt x="13" y="15"/>
                      </a:lnTo>
                      <a:lnTo>
                        <a:pt x="4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59" name="Freeform 260">
                  <a:extLst>
                    <a:ext uri="{FF2B5EF4-FFF2-40B4-BE49-F238E27FC236}">
                      <a16:creationId xmlns:a16="http://schemas.microsoft.com/office/drawing/2014/main" id="{6929FC10-C179-B54E-8048-AC5C3827328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72"/>
                  <a:ext cx="17" cy="33"/>
                </a:xfrm>
                <a:custGeom>
                  <a:avLst/>
                  <a:gdLst>
                    <a:gd name="T0" fmla="*/ 0 w 17"/>
                    <a:gd name="T1" fmla="*/ 32 h 33"/>
                    <a:gd name="T2" fmla="*/ 2 w 17"/>
                    <a:gd name="T3" fmla="*/ 28 h 33"/>
                    <a:gd name="T4" fmla="*/ 6 w 17"/>
                    <a:gd name="T5" fmla="*/ 23 h 33"/>
                    <a:gd name="T6" fmla="*/ 11 w 17"/>
                    <a:gd name="T7" fmla="*/ 18 h 33"/>
                    <a:gd name="T8" fmla="*/ 16 w 17"/>
                    <a:gd name="T9" fmla="*/ 7 h 33"/>
                    <a:gd name="T10" fmla="*/ 16 w 17"/>
                    <a:gd name="T11" fmla="*/ 0 h 33"/>
                    <a:gd name="T12" fmla="*/ 14 w 17"/>
                    <a:gd name="T13" fmla="*/ 4 h 33"/>
                    <a:gd name="T14" fmla="*/ 6 w 17"/>
                    <a:gd name="T15" fmla="*/ 15 h 33"/>
                    <a:gd name="T16" fmla="*/ 0 w 17"/>
                    <a:gd name="T17" fmla="*/ 28 h 33"/>
                    <a:gd name="T18" fmla="*/ 0 w 17"/>
                    <a:gd name="T19" fmla="*/ 32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7"/>
                    <a:gd name="T31" fmla="*/ 0 h 33"/>
                    <a:gd name="T32" fmla="*/ 17 w 1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7" h="33">
                      <a:moveTo>
                        <a:pt x="0" y="32"/>
                      </a:moveTo>
                      <a:lnTo>
                        <a:pt x="2" y="28"/>
                      </a:lnTo>
                      <a:lnTo>
                        <a:pt x="6" y="23"/>
                      </a:lnTo>
                      <a:lnTo>
                        <a:pt x="11" y="18"/>
                      </a:lnTo>
                      <a:lnTo>
                        <a:pt x="16" y="7"/>
                      </a:lnTo>
                      <a:lnTo>
                        <a:pt x="16" y="0"/>
                      </a:lnTo>
                      <a:lnTo>
                        <a:pt x="14" y="4"/>
                      </a:lnTo>
                      <a:lnTo>
                        <a:pt x="6" y="15"/>
                      </a:lnTo>
                      <a:lnTo>
                        <a:pt x="0" y="28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60" name="Freeform 261">
                  <a:extLst>
                    <a:ext uri="{FF2B5EF4-FFF2-40B4-BE49-F238E27FC236}">
                      <a16:creationId xmlns:a16="http://schemas.microsoft.com/office/drawing/2014/main" id="{7EB55CB6-0D74-8C43-B038-C36E8170484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5" y="3556"/>
                  <a:ext cx="15" cy="22"/>
                </a:xfrm>
                <a:custGeom>
                  <a:avLst/>
                  <a:gdLst>
                    <a:gd name="T0" fmla="*/ 0 w 15"/>
                    <a:gd name="T1" fmla="*/ 9 h 22"/>
                    <a:gd name="T2" fmla="*/ 2 w 15"/>
                    <a:gd name="T3" fmla="*/ 17 h 22"/>
                    <a:gd name="T4" fmla="*/ 6 w 15"/>
                    <a:gd name="T5" fmla="*/ 21 h 22"/>
                    <a:gd name="T6" fmla="*/ 12 w 15"/>
                    <a:gd name="T7" fmla="*/ 17 h 22"/>
                    <a:gd name="T8" fmla="*/ 14 w 15"/>
                    <a:gd name="T9" fmla="*/ 9 h 22"/>
                    <a:gd name="T10" fmla="*/ 12 w 15"/>
                    <a:gd name="T11" fmla="*/ 2 h 22"/>
                    <a:gd name="T12" fmla="*/ 6 w 15"/>
                    <a:gd name="T13" fmla="*/ 0 h 22"/>
                    <a:gd name="T14" fmla="*/ 2 w 15"/>
                    <a:gd name="T15" fmla="*/ 2 h 22"/>
                    <a:gd name="T16" fmla="*/ 0 w 15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6" y="21"/>
                      </a:lnTo>
                      <a:lnTo>
                        <a:pt x="12" y="17"/>
                      </a:lnTo>
                      <a:lnTo>
                        <a:pt x="14" y="9"/>
                      </a:lnTo>
                      <a:lnTo>
                        <a:pt x="12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61" name="Rectangle 262">
                  <a:extLst>
                    <a:ext uri="{FF2B5EF4-FFF2-40B4-BE49-F238E27FC236}">
                      <a16:creationId xmlns:a16="http://schemas.microsoft.com/office/drawing/2014/main" id="{EB2B02A9-88AD-9B46-8CFA-C5D0E95333A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32" y="3560"/>
                  <a:ext cx="1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62" name="Freeform 263">
                  <a:extLst>
                    <a:ext uri="{FF2B5EF4-FFF2-40B4-BE49-F238E27FC236}">
                      <a16:creationId xmlns:a16="http://schemas.microsoft.com/office/drawing/2014/main" id="{16020AA9-6079-964F-910A-2993B20EE06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27" y="3556"/>
                  <a:ext cx="14" cy="22"/>
                </a:xfrm>
                <a:custGeom>
                  <a:avLst/>
                  <a:gdLst>
                    <a:gd name="T0" fmla="*/ 0 w 14"/>
                    <a:gd name="T1" fmla="*/ 9 h 22"/>
                    <a:gd name="T2" fmla="*/ 2 w 14"/>
                    <a:gd name="T3" fmla="*/ 17 h 22"/>
                    <a:gd name="T4" fmla="*/ 5 w 14"/>
                    <a:gd name="T5" fmla="*/ 21 h 22"/>
                    <a:gd name="T6" fmla="*/ 11 w 14"/>
                    <a:gd name="T7" fmla="*/ 17 h 22"/>
                    <a:gd name="T8" fmla="*/ 13 w 14"/>
                    <a:gd name="T9" fmla="*/ 9 h 22"/>
                    <a:gd name="T10" fmla="*/ 11 w 14"/>
                    <a:gd name="T11" fmla="*/ 2 h 22"/>
                    <a:gd name="T12" fmla="*/ 5 w 14"/>
                    <a:gd name="T13" fmla="*/ 0 h 22"/>
                    <a:gd name="T14" fmla="*/ 2 w 14"/>
                    <a:gd name="T15" fmla="*/ 2 h 22"/>
                    <a:gd name="T16" fmla="*/ 0 w 14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22"/>
                    <a:gd name="T29" fmla="*/ 14 w 14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5" y="21"/>
                      </a:lnTo>
                      <a:lnTo>
                        <a:pt x="11" y="17"/>
                      </a:lnTo>
                      <a:lnTo>
                        <a:pt x="13" y="9"/>
                      </a:lnTo>
                      <a:lnTo>
                        <a:pt x="11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63" name="Line 264">
                  <a:extLst>
                    <a:ext uri="{FF2B5EF4-FFF2-40B4-BE49-F238E27FC236}">
                      <a16:creationId xmlns:a16="http://schemas.microsoft.com/office/drawing/2014/main" id="{9B1325B3-5B6A-3E47-BE07-A03310A87F2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40" y="3562"/>
                  <a:ext cx="0" cy="11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64" name="Oval 265">
                  <a:extLst>
                    <a:ext uri="{FF2B5EF4-FFF2-40B4-BE49-F238E27FC236}">
                      <a16:creationId xmlns:a16="http://schemas.microsoft.com/office/drawing/2014/main" id="{D63BA348-CFE9-084D-BCC5-00D2E69B863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57" y="3518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65" name="Oval 266">
                  <a:extLst>
                    <a:ext uri="{FF2B5EF4-FFF2-40B4-BE49-F238E27FC236}">
                      <a16:creationId xmlns:a16="http://schemas.microsoft.com/office/drawing/2014/main" id="{25480C92-BBFB-254B-84D3-A79EFB20012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14" y="3525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66" name="Oval 267">
                  <a:extLst>
                    <a:ext uri="{FF2B5EF4-FFF2-40B4-BE49-F238E27FC236}">
                      <a16:creationId xmlns:a16="http://schemas.microsoft.com/office/drawing/2014/main" id="{9DD5E70B-82F6-2D42-A68D-9A440F0B16E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14" y="3597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67" name="Freeform 268">
                  <a:extLst>
                    <a:ext uri="{FF2B5EF4-FFF2-40B4-BE49-F238E27FC236}">
                      <a16:creationId xmlns:a16="http://schemas.microsoft.com/office/drawing/2014/main" id="{85B10CFE-F3F9-6A4D-83E4-6449FC14C4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569"/>
                  <a:ext cx="20" cy="37"/>
                </a:xfrm>
                <a:custGeom>
                  <a:avLst/>
                  <a:gdLst>
                    <a:gd name="T0" fmla="*/ 0 w 20"/>
                    <a:gd name="T1" fmla="*/ 0 h 37"/>
                    <a:gd name="T2" fmla="*/ 0 w 20"/>
                    <a:gd name="T3" fmla="*/ 7 h 37"/>
                    <a:gd name="T4" fmla="*/ 7 w 20"/>
                    <a:gd name="T5" fmla="*/ 20 h 37"/>
                    <a:gd name="T6" fmla="*/ 15 w 20"/>
                    <a:gd name="T7" fmla="*/ 32 h 37"/>
                    <a:gd name="T8" fmla="*/ 19 w 20"/>
                    <a:gd name="T9" fmla="*/ 36 h 37"/>
                    <a:gd name="T10" fmla="*/ 19 w 20"/>
                    <a:gd name="T11" fmla="*/ 29 h 37"/>
                    <a:gd name="T12" fmla="*/ 12 w 20"/>
                    <a:gd name="T13" fmla="*/ 17 h 37"/>
                    <a:gd name="T14" fmla="*/ 4 w 20"/>
                    <a:gd name="T15" fmla="*/ 4 h 37"/>
                    <a:gd name="T16" fmla="*/ 0 w 20"/>
                    <a:gd name="T17" fmla="*/ 0 h 3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7"/>
                    <a:gd name="T29" fmla="*/ 20 w 20"/>
                    <a:gd name="T30" fmla="*/ 37 h 3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7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7" y="20"/>
                      </a:lnTo>
                      <a:lnTo>
                        <a:pt x="15" y="32"/>
                      </a:lnTo>
                      <a:lnTo>
                        <a:pt x="19" y="36"/>
                      </a:lnTo>
                      <a:lnTo>
                        <a:pt x="19" y="29"/>
                      </a:lnTo>
                      <a:lnTo>
                        <a:pt x="12" y="17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68" name="Oval 269">
                  <a:extLst>
                    <a:ext uri="{FF2B5EF4-FFF2-40B4-BE49-F238E27FC236}">
                      <a16:creationId xmlns:a16="http://schemas.microsoft.com/office/drawing/2014/main" id="{09891E89-9884-1048-A0ED-770F752E57A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59" y="3602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69" name="Freeform 270">
                  <a:extLst>
                    <a:ext uri="{FF2B5EF4-FFF2-40B4-BE49-F238E27FC236}">
                      <a16:creationId xmlns:a16="http://schemas.microsoft.com/office/drawing/2014/main" id="{F757913B-52FF-204C-84B8-B9B6089BB4D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536"/>
                  <a:ext cx="20" cy="31"/>
                </a:xfrm>
                <a:custGeom>
                  <a:avLst/>
                  <a:gdLst>
                    <a:gd name="T0" fmla="*/ 19 w 20"/>
                    <a:gd name="T1" fmla="*/ 15 h 31"/>
                    <a:gd name="T2" fmla="*/ 17 w 20"/>
                    <a:gd name="T3" fmla="*/ 27 h 31"/>
                    <a:gd name="T4" fmla="*/ 11 w 20"/>
                    <a:gd name="T5" fmla="*/ 30 h 31"/>
                    <a:gd name="T6" fmla="*/ 2 w 20"/>
                    <a:gd name="T7" fmla="*/ 27 h 31"/>
                    <a:gd name="T8" fmla="*/ 0 w 20"/>
                    <a:gd name="T9" fmla="*/ 15 h 31"/>
                    <a:gd name="T10" fmla="*/ 2 w 20"/>
                    <a:gd name="T11" fmla="*/ 3 h 31"/>
                    <a:gd name="T12" fmla="*/ 11 w 20"/>
                    <a:gd name="T13" fmla="*/ 0 h 31"/>
                    <a:gd name="T14" fmla="*/ 17 w 20"/>
                    <a:gd name="T15" fmla="*/ 3 h 31"/>
                    <a:gd name="T16" fmla="*/ 19 w 20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1"/>
                    <a:gd name="T29" fmla="*/ 20 w 20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1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11" y="0"/>
                      </a:lnTo>
                      <a:lnTo>
                        <a:pt x="17" y="3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0" name="Rectangle 271">
                  <a:extLst>
                    <a:ext uri="{FF2B5EF4-FFF2-40B4-BE49-F238E27FC236}">
                      <a16:creationId xmlns:a16="http://schemas.microsoft.com/office/drawing/2014/main" id="{FDEB4417-C6D8-AA48-8ED6-28FA22A12525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94" y="3540"/>
                  <a:ext cx="1" cy="1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71" name="Freeform 272">
                  <a:extLst>
                    <a:ext uri="{FF2B5EF4-FFF2-40B4-BE49-F238E27FC236}">
                      <a16:creationId xmlns:a16="http://schemas.microsoft.com/office/drawing/2014/main" id="{AF02D74A-C0A4-5A4D-8A6B-30DD978EE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4" y="3536"/>
                  <a:ext cx="17" cy="31"/>
                </a:xfrm>
                <a:custGeom>
                  <a:avLst/>
                  <a:gdLst>
                    <a:gd name="T0" fmla="*/ 16 w 17"/>
                    <a:gd name="T1" fmla="*/ 15 h 31"/>
                    <a:gd name="T2" fmla="*/ 14 w 17"/>
                    <a:gd name="T3" fmla="*/ 27 h 31"/>
                    <a:gd name="T4" fmla="*/ 8 w 17"/>
                    <a:gd name="T5" fmla="*/ 30 h 31"/>
                    <a:gd name="T6" fmla="*/ 2 w 17"/>
                    <a:gd name="T7" fmla="*/ 27 h 31"/>
                    <a:gd name="T8" fmla="*/ 0 w 17"/>
                    <a:gd name="T9" fmla="*/ 15 h 31"/>
                    <a:gd name="T10" fmla="*/ 2 w 17"/>
                    <a:gd name="T11" fmla="*/ 3 h 31"/>
                    <a:gd name="T12" fmla="*/ 8 w 17"/>
                    <a:gd name="T13" fmla="*/ 0 h 31"/>
                    <a:gd name="T14" fmla="*/ 14 w 17"/>
                    <a:gd name="T15" fmla="*/ 3 h 31"/>
                    <a:gd name="T16" fmla="*/ 16 w 17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31"/>
                    <a:gd name="T29" fmla="*/ 17 w 17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31">
                      <a:moveTo>
                        <a:pt x="16" y="15"/>
                      </a:moveTo>
                      <a:lnTo>
                        <a:pt x="14" y="27"/>
                      </a:lnTo>
                      <a:lnTo>
                        <a:pt x="8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8" y="0"/>
                      </a:lnTo>
                      <a:lnTo>
                        <a:pt x="14" y="3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2" name="Line 273">
                  <a:extLst>
                    <a:ext uri="{FF2B5EF4-FFF2-40B4-BE49-F238E27FC236}">
                      <a16:creationId xmlns:a16="http://schemas.microsoft.com/office/drawing/2014/main" id="{48F14248-C951-A647-B55F-34C44D31FC1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94" y="3546"/>
                  <a:ext cx="0" cy="16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573" name="Rectangle 274">
                  <a:extLst>
                    <a:ext uri="{FF2B5EF4-FFF2-40B4-BE49-F238E27FC236}">
                      <a16:creationId xmlns:a16="http://schemas.microsoft.com/office/drawing/2014/main" id="{4EE71F29-3992-6749-90F7-883CE73B655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203" y="3529"/>
                  <a:ext cx="6" cy="15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574" name="Freeform 275">
                  <a:extLst>
                    <a:ext uri="{FF2B5EF4-FFF2-40B4-BE49-F238E27FC236}">
                      <a16:creationId xmlns:a16="http://schemas.microsoft.com/office/drawing/2014/main" id="{AE2B78AF-85A7-E544-BC66-205698E2C2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45"/>
                  <a:ext cx="21" cy="26"/>
                </a:xfrm>
                <a:custGeom>
                  <a:avLst/>
                  <a:gdLst>
                    <a:gd name="T0" fmla="*/ 0 w 21"/>
                    <a:gd name="T1" fmla="*/ 10 h 26"/>
                    <a:gd name="T2" fmla="*/ 0 w 21"/>
                    <a:gd name="T3" fmla="*/ 20 h 26"/>
                    <a:gd name="T4" fmla="*/ 6 w 21"/>
                    <a:gd name="T5" fmla="*/ 25 h 26"/>
                    <a:gd name="T6" fmla="*/ 14 w 21"/>
                    <a:gd name="T7" fmla="*/ 25 h 26"/>
                    <a:gd name="T8" fmla="*/ 20 w 21"/>
                    <a:gd name="T9" fmla="*/ 18 h 26"/>
                    <a:gd name="T10" fmla="*/ 20 w 21"/>
                    <a:gd name="T11" fmla="*/ 6 h 26"/>
                    <a:gd name="T12" fmla="*/ 14 w 21"/>
                    <a:gd name="T13" fmla="*/ 0 h 26"/>
                    <a:gd name="T14" fmla="*/ 6 w 21"/>
                    <a:gd name="T15" fmla="*/ 2 h 26"/>
                    <a:gd name="T16" fmla="*/ 0 w 21"/>
                    <a:gd name="T17" fmla="*/ 1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6"/>
                    <a:gd name="T29" fmla="*/ 21 w 21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6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6" y="25"/>
                      </a:lnTo>
                      <a:lnTo>
                        <a:pt x="14" y="25"/>
                      </a:lnTo>
                      <a:lnTo>
                        <a:pt x="20" y="18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5" name="Freeform 276">
                  <a:extLst>
                    <a:ext uri="{FF2B5EF4-FFF2-40B4-BE49-F238E27FC236}">
                      <a16:creationId xmlns:a16="http://schemas.microsoft.com/office/drawing/2014/main" id="{D5AE9B32-42C5-8348-BCBE-826465E2EA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0" y="3741"/>
                  <a:ext cx="21" cy="25"/>
                </a:xfrm>
                <a:custGeom>
                  <a:avLst/>
                  <a:gdLst>
                    <a:gd name="T0" fmla="*/ 0 w 21"/>
                    <a:gd name="T1" fmla="*/ 8 h 25"/>
                    <a:gd name="T2" fmla="*/ 0 w 21"/>
                    <a:gd name="T3" fmla="*/ 19 h 25"/>
                    <a:gd name="T4" fmla="*/ 6 w 21"/>
                    <a:gd name="T5" fmla="*/ 24 h 25"/>
                    <a:gd name="T6" fmla="*/ 14 w 21"/>
                    <a:gd name="T7" fmla="*/ 24 h 25"/>
                    <a:gd name="T8" fmla="*/ 20 w 21"/>
                    <a:gd name="T9" fmla="*/ 17 h 25"/>
                    <a:gd name="T10" fmla="*/ 20 w 21"/>
                    <a:gd name="T11" fmla="*/ 6 h 25"/>
                    <a:gd name="T12" fmla="*/ 14 w 21"/>
                    <a:gd name="T13" fmla="*/ 0 h 25"/>
                    <a:gd name="T14" fmla="*/ 6 w 21"/>
                    <a:gd name="T15" fmla="*/ 2 h 25"/>
                    <a:gd name="T16" fmla="*/ 0 w 21"/>
                    <a:gd name="T17" fmla="*/ 8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5"/>
                    <a:gd name="T29" fmla="*/ 21 w 21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5">
                      <a:moveTo>
                        <a:pt x="0" y="8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4" y="24"/>
                      </a:lnTo>
                      <a:lnTo>
                        <a:pt x="20" y="17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6" name="Freeform 277">
                  <a:extLst>
                    <a:ext uri="{FF2B5EF4-FFF2-40B4-BE49-F238E27FC236}">
                      <a16:creationId xmlns:a16="http://schemas.microsoft.com/office/drawing/2014/main" id="{B0CF0850-1134-0F4B-A4DD-B0245CC555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342"/>
                  <a:ext cx="166" cy="548"/>
                </a:xfrm>
                <a:custGeom>
                  <a:avLst/>
                  <a:gdLst>
                    <a:gd name="T0" fmla="*/ 165 w 166"/>
                    <a:gd name="T1" fmla="*/ 13 h 548"/>
                    <a:gd name="T2" fmla="*/ 0 w 166"/>
                    <a:gd name="T3" fmla="*/ 0 h 548"/>
                    <a:gd name="T4" fmla="*/ 0 w 166"/>
                    <a:gd name="T5" fmla="*/ 473 h 548"/>
                    <a:gd name="T6" fmla="*/ 78 w 166"/>
                    <a:gd name="T7" fmla="*/ 547 h 54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6"/>
                    <a:gd name="T13" fmla="*/ 0 h 548"/>
                    <a:gd name="T14" fmla="*/ 166 w 166"/>
                    <a:gd name="T15" fmla="*/ 548 h 54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6" h="548">
                      <a:moveTo>
                        <a:pt x="165" y="13"/>
                      </a:moveTo>
                      <a:lnTo>
                        <a:pt x="0" y="0"/>
                      </a:lnTo>
                      <a:lnTo>
                        <a:pt x="0" y="473"/>
                      </a:lnTo>
                      <a:lnTo>
                        <a:pt x="78" y="54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7" name="Freeform 278">
                  <a:extLst>
                    <a:ext uri="{FF2B5EF4-FFF2-40B4-BE49-F238E27FC236}">
                      <a16:creationId xmlns:a16="http://schemas.microsoft.com/office/drawing/2014/main" id="{B4267ED2-6A93-4343-89B3-A40C389E01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18" y="3624"/>
                  <a:ext cx="50" cy="189"/>
                </a:xfrm>
                <a:custGeom>
                  <a:avLst/>
                  <a:gdLst>
                    <a:gd name="T0" fmla="*/ 40 w 50"/>
                    <a:gd name="T1" fmla="*/ 186 h 189"/>
                    <a:gd name="T2" fmla="*/ 46 w 50"/>
                    <a:gd name="T3" fmla="*/ 175 h 189"/>
                    <a:gd name="T4" fmla="*/ 42 w 50"/>
                    <a:gd name="T5" fmla="*/ 167 h 189"/>
                    <a:gd name="T6" fmla="*/ 28 w 50"/>
                    <a:gd name="T7" fmla="*/ 158 h 189"/>
                    <a:gd name="T8" fmla="*/ 18 w 50"/>
                    <a:gd name="T9" fmla="*/ 151 h 189"/>
                    <a:gd name="T10" fmla="*/ 12 w 50"/>
                    <a:gd name="T11" fmla="*/ 143 h 189"/>
                    <a:gd name="T12" fmla="*/ 10 w 50"/>
                    <a:gd name="T13" fmla="*/ 70 h 189"/>
                    <a:gd name="T14" fmla="*/ 12 w 50"/>
                    <a:gd name="T15" fmla="*/ 55 h 189"/>
                    <a:gd name="T16" fmla="*/ 14 w 50"/>
                    <a:gd name="T17" fmla="*/ 42 h 189"/>
                    <a:gd name="T18" fmla="*/ 28 w 50"/>
                    <a:gd name="T19" fmla="*/ 24 h 189"/>
                    <a:gd name="T20" fmla="*/ 38 w 50"/>
                    <a:gd name="T21" fmla="*/ 18 h 189"/>
                    <a:gd name="T22" fmla="*/ 47 w 50"/>
                    <a:gd name="T23" fmla="*/ 11 h 189"/>
                    <a:gd name="T24" fmla="*/ 49 w 50"/>
                    <a:gd name="T25" fmla="*/ 6 h 189"/>
                    <a:gd name="T26" fmla="*/ 42 w 50"/>
                    <a:gd name="T27" fmla="*/ 0 h 189"/>
                    <a:gd name="T28" fmla="*/ 28 w 50"/>
                    <a:gd name="T29" fmla="*/ 0 h 189"/>
                    <a:gd name="T30" fmla="*/ 22 w 50"/>
                    <a:gd name="T31" fmla="*/ 4 h 189"/>
                    <a:gd name="T32" fmla="*/ 22 w 50"/>
                    <a:gd name="T33" fmla="*/ 11 h 189"/>
                    <a:gd name="T34" fmla="*/ 26 w 50"/>
                    <a:gd name="T35" fmla="*/ 13 h 189"/>
                    <a:gd name="T36" fmla="*/ 32 w 50"/>
                    <a:gd name="T37" fmla="*/ 11 h 189"/>
                    <a:gd name="T38" fmla="*/ 26 w 50"/>
                    <a:gd name="T39" fmla="*/ 16 h 189"/>
                    <a:gd name="T40" fmla="*/ 18 w 50"/>
                    <a:gd name="T41" fmla="*/ 20 h 189"/>
                    <a:gd name="T42" fmla="*/ 6 w 50"/>
                    <a:gd name="T43" fmla="*/ 28 h 189"/>
                    <a:gd name="T44" fmla="*/ 2 w 50"/>
                    <a:gd name="T45" fmla="*/ 35 h 189"/>
                    <a:gd name="T46" fmla="*/ 0 w 50"/>
                    <a:gd name="T47" fmla="*/ 40 h 189"/>
                    <a:gd name="T48" fmla="*/ 2 w 50"/>
                    <a:gd name="T49" fmla="*/ 48 h 189"/>
                    <a:gd name="T50" fmla="*/ 2 w 50"/>
                    <a:gd name="T51" fmla="*/ 145 h 189"/>
                    <a:gd name="T52" fmla="*/ 6 w 50"/>
                    <a:gd name="T53" fmla="*/ 155 h 189"/>
                    <a:gd name="T54" fmla="*/ 12 w 50"/>
                    <a:gd name="T55" fmla="*/ 162 h 189"/>
                    <a:gd name="T56" fmla="*/ 26 w 50"/>
                    <a:gd name="T57" fmla="*/ 171 h 189"/>
                    <a:gd name="T58" fmla="*/ 32 w 50"/>
                    <a:gd name="T59" fmla="*/ 175 h 189"/>
                    <a:gd name="T60" fmla="*/ 26 w 50"/>
                    <a:gd name="T61" fmla="*/ 175 h 189"/>
                    <a:gd name="T62" fmla="*/ 23 w 50"/>
                    <a:gd name="T63" fmla="*/ 182 h 189"/>
                    <a:gd name="T64" fmla="*/ 32 w 50"/>
                    <a:gd name="T65" fmla="*/ 188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0"/>
                    <a:gd name="T100" fmla="*/ 0 h 189"/>
                    <a:gd name="T101" fmla="*/ 50 w 50"/>
                    <a:gd name="T102" fmla="*/ 189 h 18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0" h="189">
                      <a:moveTo>
                        <a:pt x="34" y="188"/>
                      </a:moveTo>
                      <a:lnTo>
                        <a:pt x="40" y="186"/>
                      </a:lnTo>
                      <a:lnTo>
                        <a:pt x="44" y="182"/>
                      </a:lnTo>
                      <a:lnTo>
                        <a:pt x="46" y="175"/>
                      </a:lnTo>
                      <a:lnTo>
                        <a:pt x="44" y="169"/>
                      </a:lnTo>
                      <a:lnTo>
                        <a:pt x="42" y="167"/>
                      </a:lnTo>
                      <a:lnTo>
                        <a:pt x="38" y="165"/>
                      </a:lnTo>
                      <a:lnTo>
                        <a:pt x="28" y="158"/>
                      </a:lnTo>
                      <a:lnTo>
                        <a:pt x="23" y="155"/>
                      </a:lnTo>
                      <a:lnTo>
                        <a:pt x="18" y="151"/>
                      </a:lnTo>
                      <a:lnTo>
                        <a:pt x="14" y="147"/>
                      </a:lnTo>
                      <a:lnTo>
                        <a:pt x="12" y="143"/>
                      </a:lnTo>
                      <a:lnTo>
                        <a:pt x="12" y="131"/>
                      </a:lnTo>
                      <a:lnTo>
                        <a:pt x="10" y="70"/>
                      </a:lnTo>
                      <a:lnTo>
                        <a:pt x="10" y="59"/>
                      </a:lnTo>
                      <a:lnTo>
                        <a:pt x="12" y="55"/>
                      </a:lnTo>
                      <a:lnTo>
                        <a:pt x="12" y="46"/>
                      </a:lnTo>
                      <a:lnTo>
                        <a:pt x="14" y="42"/>
                      </a:lnTo>
                      <a:lnTo>
                        <a:pt x="20" y="33"/>
                      </a:lnTo>
                      <a:lnTo>
                        <a:pt x="28" y="24"/>
                      </a:lnTo>
                      <a:lnTo>
                        <a:pt x="34" y="22"/>
                      </a:lnTo>
                      <a:lnTo>
                        <a:pt x="38" y="18"/>
                      </a:lnTo>
                      <a:lnTo>
                        <a:pt x="46" y="15"/>
                      </a:lnTo>
                      <a:lnTo>
                        <a:pt x="47" y="11"/>
                      </a:lnTo>
                      <a:lnTo>
                        <a:pt x="49" y="8"/>
                      </a:lnTo>
                      <a:lnTo>
                        <a:pt x="49" y="6"/>
                      </a:lnTo>
                      <a:lnTo>
                        <a:pt x="47" y="2"/>
                      </a:lnTo>
                      <a:lnTo>
                        <a:pt x="42" y="0"/>
                      </a:ln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3" y="0"/>
                      </a:lnTo>
                      <a:lnTo>
                        <a:pt x="22" y="4"/>
                      </a:lnTo>
                      <a:lnTo>
                        <a:pt x="20" y="8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6" y="13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0" y="13"/>
                      </a:lnTo>
                      <a:lnTo>
                        <a:pt x="26" y="16"/>
                      </a:lnTo>
                      <a:lnTo>
                        <a:pt x="22" y="18"/>
                      </a:lnTo>
                      <a:lnTo>
                        <a:pt x="18" y="20"/>
                      </a:lnTo>
                      <a:lnTo>
                        <a:pt x="14" y="22"/>
                      </a:lnTo>
                      <a:lnTo>
                        <a:pt x="6" y="28"/>
                      </a:lnTo>
                      <a:lnTo>
                        <a:pt x="4" y="33"/>
                      </a:lnTo>
                      <a:lnTo>
                        <a:pt x="2" y="35"/>
                      </a:lnTo>
                      <a:lnTo>
                        <a:pt x="2" y="39"/>
                      </a:lnTo>
                      <a:lnTo>
                        <a:pt x="0" y="40"/>
                      </a:lnTo>
                      <a:lnTo>
                        <a:pt x="2" y="42"/>
                      </a:lnTo>
                      <a:lnTo>
                        <a:pt x="2" y="48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4" y="151"/>
                      </a:lnTo>
                      <a:lnTo>
                        <a:pt x="6" y="155"/>
                      </a:lnTo>
                      <a:lnTo>
                        <a:pt x="8" y="160"/>
                      </a:lnTo>
                      <a:lnTo>
                        <a:pt x="12" y="162"/>
                      </a:lnTo>
                      <a:lnTo>
                        <a:pt x="18" y="167"/>
                      </a:lnTo>
                      <a:lnTo>
                        <a:pt x="26" y="171"/>
                      </a:lnTo>
                      <a:lnTo>
                        <a:pt x="30" y="173"/>
                      </a:lnTo>
                      <a:lnTo>
                        <a:pt x="32" y="175"/>
                      </a:lnTo>
                      <a:lnTo>
                        <a:pt x="30" y="175"/>
                      </a:lnTo>
                      <a:lnTo>
                        <a:pt x="26" y="175"/>
                      </a:lnTo>
                      <a:lnTo>
                        <a:pt x="23" y="177"/>
                      </a:lnTo>
                      <a:lnTo>
                        <a:pt x="23" y="182"/>
                      </a:lnTo>
                      <a:lnTo>
                        <a:pt x="28" y="186"/>
                      </a:lnTo>
                      <a:lnTo>
                        <a:pt x="32" y="188"/>
                      </a:lnTo>
                      <a:lnTo>
                        <a:pt x="34" y="18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8" name="Freeform 279">
                  <a:extLst>
                    <a:ext uri="{FF2B5EF4-FFF2-40B4-BE49-F238E27FC236}">
                      <a16:creationId xmlns:a16="http://schemas.microsoft.com/office/drawing/2014/main" id="{912E5609-2F4C-1540-9C48-FF7C843E544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70" y="3665"/>
                  <a:ext cx="334" cy="221"/>
                </a:xfrm>
                <a:custGeom>
                  <a:avLst/>
                  <a:gdLst>
                    <a:gd name="T0" fmla="*/ 1 w 334"/>
                    <a:gd name="T1" fmla="*/ 185 h 221"/>
                    <a:gd name="T2" fmla="*/ 19 w 334"/>
                    <a:gd name="T3" fmla="*/ 194 h 221"/>
                    <a:gd name="T4" fmla="*/ 48 w 334"/>
                    <a:gd name="T5" fmla="*/ 200 h 221"/>
                    <a:gd name="T6" fmla="*/ 82 w 334"/>
                    <a:gd name="T7" fmla="*/ 203 h 221"/>
                    <a:gd name="T8" fmla="*/ 149 w 334"/>
                    <a:gd name="T9" fmla="*/ 210 h 221"/>
                    <a:gd name="T10" fmla="*/ 185 w 334"/>
                    <a:gd name="T11" fmla="*/ 214 h 221"/>
                    <a:gd name="T12" fmla="*/ 225 w 334"/>
                    <a:gd name="T13" fmla="*/ 220 h 221"/>
                    <a:gd name="T14" fmla="*/ 258 w 334"/>
                    <a:gd name="T15" fmla="*/ 220 h 221"/>
                    <a:gd name="T16" fmla="*/ 267 w 334"/>
                    <a:gd name="T17" fmla="*/ 216 h 221"/>
                    <a:gd name="T18" fmla="*/ 275 w 334"/>
                    <a:gd name="T19" fmla="*/ 210 h 221"/>
                    <a:gd name="T20" fmla="*/ 283 w 334"/>
                    <a:gd name="T21" fmla="*/ 194 h 221"/>
                    <a:gd name="T22" fmla="*/ 292 w 334"/>
                    <a:gd name="T23" fmla="*/ 157 h 221"/>
                    <a:gd name="T24" fmla="*/ 302 w 334"/>
                    <a:gd name="T25" fmla="*/ 119 h 221"/>
                    <a:gd name="T26" fmla="*/ 306 w 334"/>
                    <a:gd name="T27" fmla="*/ 107 h 221"/>
                    <a:gd name="T28" fmla="*/ 317 w 334"/>
                    <a:gd name="T29" fmla="*/ 63 h 221"/>
                    <a:gd name="T30" fmla="*/ 327 w 334"/>
                    <a:gd name="T31" fmla="*/ 25 h 221"/>
                    <a:gd name="T32" fmla="*/ 331 w 334"/>
                    <a:gd name="T33" fmla="*/ 10 h 221"/>
                    <a:gd name="T34" fmla="*/ 333 w 334"/>
                    <a:gd name="T35" fmla="*/ 4 h 221"/>
                    <a:gd name="T36" fmla="*/ 325 w 334"/>
                    <a:gd name="T37" fmla="*/ 0 h 221"/>
                    <a:gd name="T38" fmla="*/ 317 w 334"/>
                    <a:gd name="T39" fmla="*/ 4 h 221"/>
                    <a:gd name="T40" fmla="*/ 313 w 334"/>
                    <a:gd name="T41" fmla="*/ 21 h 221"/>
                    <a:gd name="T42" fmla="*/ 308 w 334"/>
                    <a:gd name="T43" fmla="*/ 39 h 221"/>
                    <a:gd name="T44" fmla="*/ 302 w 334"/>
                    <a:gd name="T45" fmla="*/ 61 h 221"/>
                    <a:gd name="T46" fmla="*/ 294 w 334"/>
                    <a:gd name="T47" fmla="*/ 95 h 221"/>
                    <a:gd name="T48" fmla="*/ 285 w 334"/>
                    <a:gd name="T49" fmla="*/ 131 h 221"/>
                    <a:gd name="T50" fmla="*/ 275 w 334"/>
                    <a:gd name="T51" fmla="*/ 166 h 221"/>
                    <a:gd name="T52" fmla="*/ 269 w 334"/>
                    <a:gd name="T53" fmla="*/ 179 h 221"/>
                    <a:gd name="T54" fmla="*/ 267 w 334"/>
                    <a:gd name="T55" fmla="*/ 190 h 221"/>
                    <a:gd name="T56" fmla="*/ 264 w 334"/>
                    <a:gd name="T57" fmla="*/ 198 h 221"/>
                    <a:gd name="T58" fmla="*/ 260 w 334"/>
                    <a:gd name="T59" fmla="*/ 200 h 221"/>
                    <a:gd name="T60" fmla="*/ 250 w 334"/>
                    <a:gd name="T61" fmla="*/ 201 h 221"/>
                    <a:gd name="T62" fmla="*/ 242 w 334"/>
                    <a:gd name="T63" fmla="*/ 203 h 221"/>
                    <a:gd name="T64" fmla="*/ 206 w 334"/>
                    <a:gd name="T65" fmla="*/ 201 h 221"/>
                    <a:gd name="T66" fmla="*/ 159 w 334"/>
                    <a:gd name="T67" fmla="*/ 198 h 221"/>
                    <a:gd name="T68" fmla="*/ 121 w 334"/>
                    <a:gd name="T69" fmla="*/ 196 h 221"/>
                    <a:gd name="T70" fmla="*/ 73 w 334"/>
                    <a:gd name="T71" fmla="*/ 190 h 221"/>
                    <a:gd name="T72" fmla="*/ 0 w 334"/>
                    <a:gd name="T73" fmla="*/ 179 h 22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34"/>
                    <a:gd name="T112" fmla="*/ 0 h 221"/>
                    <a:gd name="T113" fmla="*/ 334 w 334"/>
                    <a:gd name="T114" fmla="*/ 221 h 22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34" h="221">
                      <a:moveTo>
                        <a:pt x="0" y="179"/>
                      </a:moveTo>
                      <a:lnTo>
                        <a:pt x="1" y="185"/>
                      </a:lnTo>
                      <a:lnTo>
                        <a:pt x="7" y="190"/>
                      </a:lnTo>
                      <a:lnTo>
                        <a:pt x="19" y="194"/>
                      </a:lnTo>
                      <a:lnTo>
                        <a:pt x="34" y="196"/>
                      </a:lnTo>
                      <a:lnTo>
                        <a:pt x="48" y="200"/>
                      </a:lnTo>
                      <a:lnTo>
                        <a:pt x="63" y="201"/>
                      </a:lnTo>
                      <a:lnTo>
                        <a:pt x="82" y="203"/>
                      </a:lnTo>
                      <a:lnTo>
                        <a:pt x="105" y="205"/>
                      </a:lnTo>
                      <a:lnTo>
                        <a:pt x="149" y="210"/>
                      </a:lnTo>
                      <a:lnTo>
                        <a:pt x="168" y="212"/>
                      </a:lnTo>
                      <a:lnTo>
                        <a:pt x="185" y="214"/>
                      </a:lnTo>
                      <a:lnTo>
                        <a:pt x="206" y="218"/>
                      </a:lnTo>
                      <a:lnTo>
                        <a:pt x="225" y="220"/>
                      </a:lnTo>
                      <a:lnTo>
                        <a:pt x="248" y="220"/>
                      </a:lnTo>
                      <a:lnTo>
                        <a:pt x="258" y="220"/>
                      </a:lnTo>
                      <a:lnTo>
                        <a:pt x="264" y="218"/>
                      </a:lnTo>
                      <a:lnTo>
                        <a:pt x="267" y="216"/>
                      </a:lnTo>
                      <a:lnTo>
                        <a:pt x="271" y="214"/>
                      </a:lnTo>
                      <a:lnTo>
                        <a:pt x="275" y="210"/>
                      </a:lnTo>
                      <a:lnTo>
                        <a:pt x="279" y="203"/>
                      </a:lnTo>
                      <a:lnTo>
                        <a:pt x="283" y="194"/>
                      </a:lnTo>
                      <a:lnTo>
                        <a:pt x="287" y="177"/>
                      </a:lnTo>
                      <a:lnTo>
                        <a:pt x="292" y="157"/>
                      </a:lnTo>
                      <a:lnTo>
                        <a:pt x="298" y="137"/>
                      </a:lnTo>
                      <a:lnTo>
                        <a:pt x="302" y="119"/>
                      </a:lnTo>
                      <a:lnTo>
                        <a:pt x="304" y="113"/>
                      </a:lnTo>
                      <a:lnTo>
                        <a:pt x="306" y="107"/>
                      </a:lnTo>
                      <a:lnTo>
                        <a:pt x="312" y="87"/>
                      </a:lnTo>
                      <a:lnTo>
                        <a:pt x="317" y="63"/>
                      </a:lnTo>
                      <a:lnTo>
                        <a:pt x="323" y="37"/>
                      </a:lnTo>
                      <a:lnTo>
                        <a:pt x="327" y="25"/>
                      </a:lnTo>
                      <a:lnTo>
                        <a:pt x="329" y="17"/>
                      </a:lnTo>
                      <a:lnTo>
                        <a:pt x="331" y="10"/>
                      </a:lnTo>
                      <a:lnTo>
                        <a:pt x="333" y="8"/>
                      </a:lnTo>
                      <a:lnTo>
                        <a:pt x="333" y="4"/>
                      </a:lnTo>
                      <a:lnTo>
                        <a:pt x="329" y="0"/>
                      </a:lnTo>
                      <a:lnTo>
                        <a:pt x="325" y="0"/>
                      </a:lnTo>
                      <a:lnTo>
                        <a:pt x="321" y="0"/>
                      </a:lnTo>
                      <a:lnTo>
                        <a:pt x="317" y="4"/>
                      </a:lnTo>
                      <a:lnTo>
                        <a:pt x="317" y="8"/>
                      </a:lnTo>
                      <a:lnTo>
                        <a:pt x="313" y="21"/>
                      </a:lnTo>
                      <a:lnTo>
                        <a:pt x="310" y="32"/>
                      </a:lnTo>
                      <a:lnTo>
                        <a:pt x="308" y="39"/>
                      </a:lnTo>
                      <a:lnTo>
                        <a:pt x="306" y="45"/>
                      </a:lnTo>
                      <a:lnTo>
                        <a:pt x="302" y="61"/>
                      </a:lnTo>
                      <a:lnTo>
                        <a:pt x="296" y="81"/>
                      </a:lnTo>
                      <a:lnTo>
                        <a:pt x="294" y="95"/>
                      </a:lnTo>
                      <a:lnTo>
                        <a:pt x="290" y="109"/>
                      </a:lnTo>
                      <a:lnTo>
                        <a:pt x="285" y="131"/>
                      </a:lnTo>
                      <a:lnTo>
                        <a:pt x="277" y="153"/>
                      </a:lnTo>
                      <a:lnTo>
                        <a:pt x="275" y="166"/>
                      </a:lnTo>
                      <a:lnTo>
                        <a:pt x="271" y="174"/>
                      </a:lnTo>
                      <a:lnTo>
                        <a:pt x="269" y="179"/>
                      </a:lnTo>
                      <a:lnTo>
                        <a:pt x="267" y="185"/>
                      </a:lnTo>
                      <a:lnTo>
                        <a:pt x="267" y="190"/>
                      </a:lnTo>
                      <a:lnTo>
                        <a:pt x="265" y="194"/>
                      </a:lnTo>
                      <a:lnTo>
                        <a:pt x="264" y="198"/>
                      </a:lnTo>
                      <a:lnTo>
                        <a:pt x="262" y="200"/>
                      </a:lnTo>
                      <a:lnTo>
                        <a:pt x="260" y="200"/>
                      </a:lnTo>
                      <a:lnTo>
                        <a:pt x="256" y="201"/>
                      </a:lnTo>
                      <a:lnTo>
                        <a:pt x="250" y="201"/>
                      </a:lnTo>
                      <a:lnTo>
                        <a:pt x="248" y="203"/>
                      </a:lnTo>
                      <a:lnTo>
                        <a:pt x="242" y="203"/>
                      </a:lnTo>
                      <a:lnTo>
                        <a:pt x="221" y="203"/>
                      </a:lnTo>
                      <a:lnTo>
                        <a:pt x="206" y="201"/>
                      </a:lnTo>
                      <a:lnTo>
                        <a:pt x="179" y="200"/>
                      </a:lnTo>
                      <a:lnTo>
                        <a:pt x="159" y="198"/>
                      </a:lnTo>
                      <a:lnTo>
                        <a:pt x="140" y="198"/>
                      </a:lnTo>
                      <a:lnTo>
                        <a:pt x="121" y="196"/>
                      </a:lnTo>
                      <a:lnTo>
                        <a:pt x="97" y="192"/>
                      </a:lnTo>
                      <a:lnTo>
                        <a:pt x="73" y="190"/>
                      </a:lnTo>
                      <a:lnTo>
                        <a:pt x="46" y="185"/>
                      </a:lnTo>
                      <a:lnTo>
                        <a:pt x="0" y="17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79" name="Freeform 280">
                  <a:extLst>
                    <a:ext uri="{FF2B5EF4-FFF2-40B4-BE49-F238E27FC236}">
                      <a16:creationId xmlns:a16="http://schemas.microsoft.com/office/drawing/2014/main" id="{BF2A44AD-EEBB-EB4D-912F-A9A12CE0D7F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32" y="3824"/>
                  <a:ext cx="182" cy="39"/>
                </a:xfrm>
                <a:custGeom>
                  <a:avLst/>
                  <a:gdLst>
                    <a:gd name="T0" fmla="*/ 8 w 182"/>
                    <a:gd name="T1" fmla="*/ 0 h 39"/>
                    <a:gd name="T2" fmla="*/ 0 w 182"/>
                    <a:gd name="T3" fmla="*/ 15 h 39"/>
                    <a:gd name="T4" fmla="*/ 179 w 182"/>
                    <a:gd name="T5" fmla="*/ 38 h 39"/>
                    <a:gd name="T6" fmla="*/ 181 w 182"/>
                    <a:gd name="T7" fmla="*/ 24 h 39"/>
                    <a:gd name="T8" fmla="*/ 8 w 182"/>
                    <a:gd name="T9" fmla="*/ 0 h 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9"/>
                    <a:gd name="T17" fmla="*/ 182 w 182"/>
                    <a:gd name="T18" fmla="*/ 39 h 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9">
                      <a:moveTo>
                        <a:pt x="8" y="0"/>
                      </a:moveTo>
                      <a:lnTo>
                        <a:pt x="0" y="15"/>
                      </a:lnTo>
                      <a:lnTo>
                        <a:pt x="179" y="38"/>
                      </a:lnTo>
                      <a:lnTo>
                        <a:pt x="181" y="24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0" name="Freeform 281">
                  <a:extLst>
                    <a:ext uri="{FF2B5EF4-FFF2-40B4-BE49-F238E27FC236}">
                      <a16:creationId xmlns:a16="http://schemas.microsoft.com/office/drawing/2014/main" id="{3B31B35E-36FD-3240-96AD-79359B0A3F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849"/>
                  <a:ext cx="739" cy="100"/>
                </a:xfrm>
                <a:custGeom>
                  <a:avLst/>
                  <a:gdLst>
                    <a:gd name="T0" fmla="*/ 13 w 739"/>
                    <a:gd name="T1" fmla="*/ 0 h 100"/>
                    <a:gd name="T2" fmla="*/ 0 w 739"/>
                    <a:gd name="T3" fmla="*/ 4 h 100"/>
                    <a:gd name="T4" fmla="*/ 426 w 739"/>
                    <a:gd name="T5" fmla="*/ 99 h 100"/>
                    <a:gd name="T6" fmla="*/ 738 w 739"/>
                    <a:gd name="T7" fmla="*/ 40 h 100"/>
                    <a:gd name="T8" fmla="*/ 738 w 739"/>
                    <a:gd name="T9" fmla="*/ 33 h 100"/>
                    <a:gd name="T10" fmla="*/ 428 w 739"/>
                    <a:gd name="T11" fmla="*/ 87 h 100"/>
                    <a:gd name="T12" fmla="*/ 13 w 739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39"/>
                    <a:gd name="T22" fmla="*/ 0 h 100"/>
                    <a:gd name="T23" fmla="*/ 739 w 739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39" h="100">
                      <a:moveTo>
                        <a:pt x="13" y="0"/>
                      </a:moveTo>
                      <a:lnTo>
                        <a:pt x="0" y="4"/>
                      </a:lnTo>
                      <a:lnTo>
                        <a:pt x="426" y="99"/>
                      </a:lnTo>
                      <a:lnTo>
                        <a:pt x="738" y="40"/>
                      </a:lnTo>
                      <a:lnTo>
                        <a:pt x="738" y="33"/>
                      </a:lnTo>
                      <a:lnTo>
                        <a:pt x="428" y="87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1" name="Freeform 282">
                  <a:extLst>
                    <a:ext uri="{FF2B5EF4-FFF2-40B4-BE49-F238E27FC236}">
                      <a16:creationId xmlns:a16="http://schemas.microsoft.com/office/drawing/2014/main" id="{5FEE5EBC-46E5-D54A-99F5-4B3849B7D47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3890"/>
                  <a:ext cx="41" cy="43"/>
                </a:xfrm>
                <a:custGeom>
                  <a:avLst/>
                  <a:gdLst>
                    <a:gd name="T0" fmla="*/ 0 w 41"/>
                    <a:gd name="T1" fmla="*/ 0 h 43"/>
                    <a:gd name="T2" fmla="*/ 18 w 41"/>
                    <a:gd name="T3" fmla="*/ 38 h 43"/>
                    <a:gd name="T4" fmla="*/ 40 w 41"/>
                    <a:gd name="T5" fmla="*/ 42 h 43"/>
                    <a:gd name="T6" fmla="*/ 23 w 41"/>
                    <a:gd name="T7" fmla="*/ 2 h 43"/>
                    <a:gd name="T8" fmla="*/ 0 w 41"/>
                    <a:gd name="T9" fmla="*/ 0 h 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43"/>
                    <a:gd name="T17" fmla="*/ 41 w 41"/>
                    <a:gd name="T18" fmla="*/ 43 h 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43">
                      <a:moveTo>
                        <a:pt x="0" y="0"/>
                      </a:moveTo>
                      <a:lnTo>
                        <a:pt x="18" y="38"/>
                      </a:lnTo>
                      <a:lnTo>
                        <a:pt x="40" y="4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2" name="Freeform 283">
                  <a:extLst>
                    <a:ext uri="{FF2B5EF4-FFF2-40B4-BE49-F238E27FC236}">
                      <a16:creationId xmlns:a16="http://schemas.microsoft.com/office/drawing/2014/main" id="{691BFEA7-1345-564F-8C66-03D5C72E85F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2" y="3901"/>
                  <a:ext cx="37" cy="37"/>
                </a:xfrm>
                <a:custGeom>
                  <a:avLst/>
                  <a:gdLst>
                    <a:gd name="T0" fmla="*/ 0 w 37"/>
                    <a:gd name="T1" fmla="*/ 0 h 37"/>
                    <a:gd name="T2" fmla="*/ 13 w 37"/>
                    <a:gd name="T3" fmla="*/ 36 h 37"/>
                    <a:gd name="T4" fmla="*/ 36 w 37"/>
                    <a:gd name="T5" fmla="*/ 32 h 37"/>
                    <a:gd name="T6" fmla="*/ 23 w 37"/>
                    <a:gd name="T7" fmla="*/ 2 h 37"/>
                    <a:gd name="T8" fmla="*/ 0 w 37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7"/>
                    <a:gd name="T17" fmla="*/ 37 w 37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7">
                      <a:moveTo>
                        <a:pt x="0" y="0"/>
                      </a:moveTo>
                      <a:lnTo>
                        <a:pt x="13" y="36"/>
                      </a:lnTo>
                      <a:lnTo>
                        <a:pt x="36" y="3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3" name="Freeform 284">
                  <a:extLst>
                    <a:ext uri="{FF2B5EF4-FFF2-40B4-BE49-F238E27FC236}">
                      <a16:creationId xmlns:a16="http://schemas.microsoft.com/office/drawing/2014/main" id="{14182368-FBDC-F44A-B927-9442CC07468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4061"/>
                  <a:ext cx="246" cy="107"/>
                </a:xfrm>
                <a:custGeom>
                  <a:avLst/>
                  <a:gdLst>
                    <a:gd name="T0" fmla="*/ 0 w 246"/>
                    <a:gd name="T1" fmla="*/ 0 h 107"/>
                    <a:gd name="T2" fmla="*/ 0 w 246"/>
                    <a:gd name="T3" fmla="*/ 26 h 107"/>
                    <a:gd name="T4" fmla="*/ 64 w 246"/>
                    <a:gd name="T5" fmla="*/ 33 h 107"/>
                    <a:gd name="T6" fmla="*/ 68 w 246"/>
                    <a:gd name="T7" fmla="*/ 79 h 107"/>
                    <a:gd name="T8" fmla="*/ 73 w 246"/>
                    <a:gd name="T9" fmla="*/ 79 h 107"/>
                    <a:gd name="T10" fmla="*/ 73 w 246"/>
                    <a:gd name="T11" fmla="*/ 97 h 107"/>
                    <a:gd name="T12" fmla="*/ 245 w 246"/>
                    <a:gd name="T13" fmla="*/ 106 h 107"/>
                    <a:gd name="T14" fmla="*/ 230 w 246"/>
                    <a:gd name="T15" fmla="*/ 67 h 107"/>
                    <a:gd name="T16" fmla="*/ 92 w 246"/>
                    <a:gd name="T17" fmla="*/ 54 h 107"/>
                    <a:gd name="T18" fmla="*/ 89 w 246"/>
                    <a:gd name="T19" fmla="*/ 9 h 107"/>
                    <a:gd name="T20" fmla="*/ 14 w 246"/>
                    <a:gd name="T21" fmla="*/ 2 h 107"/>
                    <a:gd name="T22" fmla="*/ 0 w 246"/>
                    <a:gd name="T23" fmla="*/ 0 h 10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46"/>
                    <a:gd name="T37" fmla="*/ 0 h 107"/>
                    <a:gd name="T38" fmla="*/ 246 w 246"/>
                    <a:gd name="T39" fmla="*/ 107 h 10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46" h="107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64" y="33"/>
                      </a:lnTo>
                      <a:lnTo>
                        <a:pt x="68" y="79"/>
                      </a:lnTo>
                      <a:lnTo>
                        <a:pt x="73" y="79"/>
                      </a:lnTo>
                      <a:lnTo>
                        <a:pt x="73" y="97"/>
                      </a:lnTo>
                      <a:lnTo>
                        <a:pt x="245" y="106"/>
                      </a:lnTo>
                      <a:lnTo>
                        <a:pt x="230" y="67"/>
                      </a:lnTo>
                      <a:lnTo>
                        <a:pt x="92" y="54"/>
                      </a:lnTo>
                      <a:lnTo>
                        <a:pt x="89" y="9"/>
                      </a:lnTo>
                      <a:lnTo>
                        <a:pt x="14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4" name="Freeform 285">
                  <a:extLst>
                    <a:ext uri="{FF2B5EF4-FFF2-40B4-BE49-F238E27FC236}">
                      <a16:creationId xmlns:a16="http://schemas.microsoft.com/office/drawing/2014/main" id="{441EA8D9-4510-C24E-8CA7-F798E30D34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4" y="4074"/>
                  <a:ext cx="11" cy="12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9 h 12"/>
                    <a:gd name="T4" fmla="*/ 10 w 11"/>
                    <a:gd name="T5" fmla="*/ 11 h 12"/>
                    <a:gd name="T6" fmla="*/ 10 w 11"/>
                    <a:gd name="T7" fmla="*/ 2 h 12"/>
                    <a:gd name="T8" fmla="*/ 0 w 1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1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585" name="Freeform 286">
                  <a:extLst>
                    <a:ext uri="{FF2B5EF4-FFF2-40B4-BE49-F238E27FC236}">
                      <a16:creationId xmlns:a16="http://schemas.microsoft.com/office/drawing/2014/main" id="{CF8C1D2F-A9FB-FA49-A866-2080DEF3A67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88" y="4030"/>
                  <a:ext cx="416" cy="117"/>
                </a:xfrm>
                <a:custGeom>
                  <a:avLst/>
                  <a:gdLst>
                    <a:gd name="T0" fmla="*/ 0 w 416"/>
                    <a:gd name="T1" fmla="*/ 0 h 117"/>
                    <a:gd name="T2" fmla="*/ 0 w 416"/>
                    <a:gd name="T3" fmla="*/ 11 h 117"/>
                    <a:gd name="T4" fmla="*/ 415 w 416"/>
                    <a:gd name="T5" fmla="*/ 116 h 117"/>
                    <a:gd name="T6" fmla="*/ 415 w 416"/>
                    <a:gd name="T7" fmla="*/ 103 h 117"/>
                    <a:gd name="T8" fmla="*/ 0 w 416"/>
                    <a:gd name="T9" fmla="*/ 0 h 1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6"/>
                    <a:gd name="T16" fmla="*/ 0 h 117"/>
                    <a:gd name="T17" fmla="*/ 416 w 416"/>
                    <a:gd name="T18" fmla="*/ 117 h 1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6" h="117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415" y="116"/>
                      </a:lnTo>
                      <a:lnTo>
                        <a:pt x="415" y="10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33021" name="Picture 287">
                <a:extLst>
                  <a:ext uri="{FF2B5EF4-FFF2-40B4-BE49-F238E27FC236}">
                    <a16:creationId xmlns:a16="http://schemas.microsoft.com/office/drawing/2014/main" id="{3141AFFF-51F9-A141-BCBD-31A3F4678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385" y="271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022" name="Picture 288">
                <a:extLst>
                  <a:ext uri="{FF2B5EF4-FFF2-40B4-BE49-F238E27FC236}">
                    <a16:creationId xmlns:a16="http://schemas.microsoft.com/office/drawing/2014/main" id="{52946656-A70C-B240-84D5-79FCBBC44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1427" y="442"/>
                <a:ext cx="246" cy="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3023" name="Group 289">
                <a:extLst>
                  <a:ext uri="{FF2B5EF4-FFF2-40B4-BE49-F238E27FC236}">
                    <a16:creationId xmlns:a16="http://schemas.microsoft.com/office/drawing/2014/main" id="{4ED6CE58-422F-354C-823E-A96BD3B7A74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5" y="557"/>
                <a:ext cx="243" cy="193"/>
                <a:chOff x="1728" y="3306"/>
                <a:chExt cx="1205" cy="894"/>
              </a:xfrm>
            </p:grpSpPr>
            <p:sp>
              <p:nvSpPr>
                <p:cNvPr id="33028" name="Freeform 290">
                  <a:extLst>
                    <a:ext uri="{FF2B5EF4-FFF2-40B4-BE49-F238E27FC236}">
                      <a16:creationId xmlns:a16="http://schemas.microsoft.com/office/drawing/2014/main" id="{84786F58-FCD7-DA45-A223-5A38E2E115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20" y="3322"/>
                  <a:ext cx="413" cy="758"/>
                </a:xfrm>
                <a:custGeom>
                  <a:avLst/>
                  <a:gdLst>
                    <a:gd name="T0" fmla="*/ 0 w 413"/>
                    <a:gd name="T1" fmla="*/ 0 h 758"/>
                    <a:gd name="T2" fmla="*/ 0 w 413"/>
                    <a:gd name="T3" fmla="*/ 757 h 758"/>
                    <a:gd name="T4" fmla="*/ 412 w 413"/>
                    <a:gd name="T5" fmla="*/ 674 h 758"/>
                    <a:gd name="T6" fmla="*/ 412 w 413"/>
                    <a:gd name="T7" fmla="*/ 48 h 758"/>
                    <a:gd name="T8" fmla="*/ 0 w 413"/>
                    <a:gd name="T9" fmla="*/ 0 h 7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758"/>
                    <a:gd name="T17" fmla="*/ 413 w 413"/>
                    <a:gd name="T18" fmla="*/ 758 h 7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758">
                      <a:moveTo>
                        <a:pt x="0" y="0"/>
                      </a:moveTo>
                      <a:lnTo>
                        <a:pt x="0" y="757"/>
                      </a:lnTo>
                      <a:lnTo>
                        <a:pt x="412" y="674"/>
                      </a:lnTo>
                      <a:lnTo>
                        <a:pt x="412" y="4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29" name="Line 291">
                  <a:extLst>
                    <a:ext uri="{FF2B5EF4-FFF2-40B4-BE49-F238E27FC236}">
                      <a16:creationId xmlns:a16="http://schemas.microsoft.com/office/drawing/2014/main" id="{FDE93B33-048B-4C47-B648-D4135BD9099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89" y="3348"/>
                  <a:ext cx="0" cy="69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030" name="Freeform 292">
                  <a:extLst>
                    <a:ext uri="{FF2B5EF4-FFF2-40B4-BE49-F238E27FC236}">
                      <a16:creationId xmlns:a16="http://schemas.microsoft.com/office/drawing/2014/main" id="{8DBAECCA-A393-6E42-AAC1-79E27BC48B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8" y="3306"/>
                  <a:ext cx="198" cy="514"/>
                </a:xfrm>
                <a:custGeom>
                  <a:avLst/>
                  <a:gdLst>
                    <a:gd name="T0" fmla="*/ 0 w 198"/>
                    <a:gd name="T1" fmla="*/ 22 h 514"/>
                    <a:gd name="T2" fmla="*/ 0 w 198"/>
                    <a:gd name="T3" fmla="*/ 482 h 514"/>
                    <a:gd name="T4" fmla="*/ 197 w 198"/>
                    <a:gd name="T5" fmla="*/ 513 h 514"/>
                    <a:gd name="T6" fmla="*/ 197 w 198"/>
                    <a:gd name="T7" fmla="*/ 0 h 514"/>
                    <a:gd name="T8" fmla="*/ 0 w 198"/>
                    <a:gd name="T9" fmla="*/ 22 h 5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14"/>
                    <a:gd name="T17" fmla="*/ 198 w 198"/>
                    <a:gd name="T18" fmla="*/ 514 h 5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14">
                      <a:moveTo>
                        <a:pt x="0" y="22"/>
                      </a:moveTo>
                      <a:lnTo>
                        <a:pt x="0" y="482"/>
                      </a:lnTo>
                      <a:lnTo>
                        <a:pt x="197" y="513"/>
                      </a:lnTo>
                      <a:lnTo>
                        <a:pt x="197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1" name="Freeform 293">
                  <a:extLst>
                    <a:ext uri="{FF2B5EF4-FFF2-40B4-BE49-F238E27FC236}">
                      <a16:creationId xmlns:a16="http://schemas.microsoft.com/office/drawing/2014/main" id="{17513366-486E-6848-B21B-A47E094228B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9" y="3491"/>
                  <a:ext cx="138" cy="334"/>
                </a:xfrm>
                <a:custGeom>
                  <a:avLst/>
                  <a:gdLst>
                    <a:gd name="T0" fmla="*/ 44 w 138"/>
                    <a:gd name="T1" fmla="*/ 0 h 334"/>
                    <a:gd name="T2" fmla="*/ 42 w 138"/>
                    <a:gd name="T3" fmla="*/ 183 h 334"/>
                    <a:gd name="T4" fmla="*/ 0 w 138"/>
                    <a:gd name="T5" fmla="*/ 333 h 334"/>
                    <a:gd name="T6" fmla="*/ 137 w 138"/>
                    <a:gd name="T7" fmla="*/ 299 h 334"/>
                    <a:gd name="T8" fmla="*/ 137 w 138"/>
                    <a:gd name="T9" fmla="*/ 0 h 334"/>
                    <a:gd name="T10" fmla="*/ 44 w 138"/>
                    <a:gd name="T11" fmla="*/ 0 h 3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8"/>
                    <a:gd name="T19" fmla="*/ 0 h 334"/>
                    <a:gd name="T20" fmla="*/ 138 w 138"/>
                    <a:gd name="T21" fmla="*/ 334 h 3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8" h="334">
                      <a:moveTo>
                        <a:pt x="44" y="0"/>
                      </a:moveTo>
                      <a:lnTo>
                        <a:pt x="42" y="183"/>
                      </a:lnTo>
                      <a:lnTo>
                        <a:pt x="0" y="333"/>
                      </a:lnTo>
                      <a:lnTo>
                        <a:pt x="137" y="299"/>
                      </a:lnTo>
                      <a:lnTo>
                        <a:pt x="137" y="0"/>
                      </a:lnTo>
                      <a:lnTo>
                        <a:pt x="44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2" name="Rectangle 294">
                  <a:extLst>
                    <a:ext uri="{FF2B5EF4-FFF2-40B4-BE49-F238E27FC236}">
                      <a16:creationId xmlns:a16="http://schemas.microsoft.com/office/drawing/2014/main" id="{41E7230C-76FF-8048-9ED9-AE14BBF7D25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08" y="3326"/>
                  <a:ext cx="3" cy="740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33" name="Line 295">
                  <a:extLst>
                    <a:ext uri="{FF2B5EF4-FFF2-40B4-BE49-F238E27FC236}">
                      <a16:creationId xmlns:a16="http://schemas.microsoft.com/office/drawing/2014/main" id="{530A97D2-4142-B64B-ADD9-2F6397D88F0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890" y="3368"/>
                  <a:ext cx="0" cy="6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034" name="Line 296">
                  <a:extLst>
                    <a:ext uri="{FF2B5EF4-FFF2-40B4-BE49-F238E27FC236}">
                      <a16:creationId xmlns:a16="http://schemas.microsoft.com/office/drawing/2014/main" id="{A7FB9613-1AF0-4743-826C-70A3D20BBDC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98" y="3360"/>
                  <a:ext cx="0" cy="65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035" name="Freeform 297">
                  <a:extLst>
                    <a:ext uri="{FF2B5EF4-FFF2-40B4-BE49-F238E27FC236}">
                      <a16:creationId xmlns:a16="http://schemas.microsoft.com/office/drawing/2014/main" id="{B963013F-0CE4-E14C-8CD4-181DCB0652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46" y="3522"/>
                  <a:ext cx="33" cy="242"/>
                </a:xfrm>
                <a:custGeom>
                  <a:avLst/>
                  <a:gdLst>
                    <a:gd name="T0" fmla="*/ 0 w 33"/>
                    <a:gd name="T1" fmla="*/ 0 h 242"/>
                    <a:gd name="T2" fmla="*/ 0 w 33"/>
                    <a:gd name="T3" fmla="*/ 241 h 242"/>
                    <a:gd name="T4" fmla="*/ 32 w 33"/>
                    <a:gd name="T5" fmla="*/ 235 h 242"/>
                    <a:gd name="T6" fmla="*/ 32 w 33"/>
                    <a:gd name="T7" fmla="*/ 4 h 242"/>
                    <a:gd name="T8" fmla="*/ 0 w 33"/>
                    <a:gd name="T9" fmla="*/ 0 h 2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242"/>
                    <a:gd name="T17" fmla="*/ 33 w 33"/>
                    <a:gd name="T18" fmla="*/ 242 h 2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242">
                      <a:moveTo>
                        <a:pt x="0" y="0"/>
                      </a:moveTo>
                      <a:lnTo>
                        <a:pt x="0" y="241"/>
                      </a:lnTo>
                      <a:lnTo>
                        <a:pt x="32" y="235"/>
                      </a:lnTo>
                      <a:lnTo>
                        <a:pt x="32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6" name="Freeform 298">
                  <a:extLst>
                    <a:ext uri="{FF2B5EF4-FFF2-40B4-BE49-F238E27FC236}">
                      <a16:creationId xmlns:a16="http://schemas.microsoft.com/office/drawing/2014/main" id="{E1738E76-8E4D-4D41-A63E-0546E818E7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66" y="3665"/>
                  <a:ext cx="27" cy="90"/>
                </a:xfrm>
                <a:custGeom>
                  <a:avLst/>
                  <a:gdLst>
                    <a:gd name="T0" fmla="*/ 0 w 27"/>
                    <a:gd name="T1" fmla="*/ 0 h 90"/>
                    <a:gd name="T2" fmla="*/ 0 w 27"/>
                    <a:gd name="T3" fmla="*/ 8 h 90"/>
                    <a:gd name="T4" fmla="*/ 19 w 27"/>
                    <a:gd name="T5" fmla="*/ 10 h 90"/>
                    <a:gd name="T6" fmla="*/ 19 w 27"/>
                    <a:gd name="T7" fmla="*/ 81 h 90"/>
                    <a:gd name="T8" fmla="*/ 2 w 27"/>
                    <a:gd name="T9" fmla="*/ 77 h 90"/>
                    <a:gd name="T10" fmla="*/ 2 w 27"/>
                    <a:gd name="T11" fmla="*/ 83 h 90"/>
                    <a:gd name="T12" fmla="*/ 26 w 27"/>
                    <a:gd name="T13" fmla="*/ 89 h 90"/>
                    <a:gd name="T14" fmla="*/ 26 w 27"/>
                    <a:gd name="T15" fmla="*/ 6 h 90"/>
                    <a:gd name="T16" fmla="*/ 0 w 27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7"/>
                    <a:gd name="T28" fmla="*/ 0 h 90"/>
                    <a:gd name="T29" fmla="*/ 27 w 27"/>
                    <a:gd name="T30" fmla="*/ 90 h 9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7" h="90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19" y="10"/>
                      </a:lnTo>
                      <a:lnTo>
                        <a:pt x="19" y="81"/>
                      </a:lnTo>
                      <a:lnTo>
                        <a:pt x="2" y="77"/>
                      </a:lnTo>
                      <a:lnTo>
                        <a:pt x="2" y="83"/>
                      </a:lnTo>
                      <a:lnTo>
                        <a:pt x="26" y="89"/>
                      </a:lnTo>
                      <a:lnTo>
                        <a:pt x="26" y="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7" name="Freeform 299">
                  <a:extLst>
                    <a:ext uri="{FF2B5EF4-FFF2-40B4-BE49-F238E27FC236}">
                      <a16:creationId xmlns:a16="http://schemas.microsoft.com/office/drawing/2014/main" id="{2EE0BEF0-B66A-9C4F-8BF4-629BF3ED0BB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40" y="3806"/>
                  <a:ext cx="270" cy="44"/>
                </a:xfrm>
                <a:custGeom>
                  <a:avLst/>
                  <a:gdLst>
                    <a:gd name="T0" fmla="*/ 80 w 270"/>
                    <a:gd name="T1" fmla="*/ 0 h 44"/>
                    <a:gd name="T2" fmla="*/ 0 w 270"/>
                    <a:gd name="T3" fmla="*/ 19 h 44"/>
                    <a:gd name="T4" fmla="*/ 172 w 270"/>
                    <a:gd name="T5" fmla="*/ 43 h 44"/>
                    <a:gd name="T6" fmla="*/ 269 w 270"/>
                    <a:gd name="T7" fmla="*/ 19 h 44"/>
                    <a:gd name="T8" fmla="*/ 80 w 270"/>
                    <a:gd name="T9" fmla="*/ 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0"/>
                    <a:gd name="T16" fmla="*/ 0 h 44"/>
                    <a:gd name="T17" fmla="*/ 270 w 27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0" h="44">
                      <a:moveTo>
                        <a:pt x="80" y="0"/>
                      </a:moveTo>
                      <a:lnTo>
                        <a:pt x="0" y="19"/>
                      </a:lnTo>
                      <a:lnTo>
                        <a:pt x="172" y="43"/>
                      </a:lnTo>
                      <a:lnTo>
                        <a:pt x="269" y="19"/>
                      </a:lnTo>
                      <a:lnTo>
                        <a:pt x="8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8" name="Freeform 300">
                  <a:extLst>
                    <a:ext uri="{FF2B5EF4-FFF2-40B4-BE49-F238E27FC236}">
                      <a16:creationId xmlns:a16="http://schemas.microsoft.com/office/drawing/2014/main" id="{A2D82DBC-20A6-D740-9593-6EA241628E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52"/>
                  <a:ext cx="26" cy="33"/>
                </a:xfrm>
                <a:custGeom>
                  <a:avLst/>
                  <a:gdLst>
                    <a:gd name="T0" fmla="*/ 2 w 26"/>
                    <a:gd name="T1" fmla="*/ 0 h 33"/>
                    <a:gd name="T2" fmla="*/ 0 w 26"/>
                    <a:gd name="T3" fmla="*/ 32 h 33"/>
                    <a:gd name="T4" fmla="*/ 25 w 26"/>
                    <a:gd name="T5" fmla="*/ 28 h 33"/>
                    <a:gd name="T6" fmla="*/ 25 w 26"/>
                    <a:gd name="T7" fmla="*/ 4 h 33"/>
                    <a:gd name="T8" fmla="*/ 2 w 26"/>
                    <a:gd name="T9" fmla="*/ 0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3"/>
                    <a:gd name="T17" fmla="*/ 26 w 26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3">
                      <a:moveTo>
                        <a:pt x="2" y="0"/>
                      </a:moveTo>
                      <a:lnTo>
                        <a:pt x="0" y="32"/>
                      </a:lnTo>
                      <a:lnTo>
                        <a:pt x="25" y="28"/>
                      </a:lnTo>
                      <a:lnTo>
                        <a:pt x="25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39" name="Freeform 301">
                  <a:extLst>
                    <a:ext uri="{FF2B5EF4-FFF2-40B4-BE49-F238E27FC236}">
                      <a16:creationId xmlns:a16="http://schemas.microsoft.com/office/drawing/2014/main" id="{CC003D04-00E5-8141-9612-A52803AF04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7" y="4056"/>
                  <a:ext cx="28" cy="31"/>
                </a:xfrm>
                <a:custGeom>
                  <a:avLst/>
                  <a:gdLst>
                    <a:gd name="T0" fmla="*/ 0 w 28"/>
                    <a:gd name="T1" fmla="*/ 0 h 31"/>
                    <a:gd name="T2" fmla="*/ 0 w 28"/>
                    <a:gd name="T3" fmla="*/ 24 h 31"/>
                    <a:gd name="T4" fmla="*/ 27 w 28"/>
                    <a:gd name="T5" fmla="*/ 30 h 31"/>
                    <a:gd name="T6" fmla="*/ 27 w 28"/>
                    <a:gd name="T7" fmla="*/ 4 h 31"/>
                    <a:gd name="T8" fmla="*/ 0 w 28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"/>
                    <a:gd name="T16" fmla="*/ 0 h 31"/>
                    <a:gd name="T17" fmla="*/ 28 w 28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" h="31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27" y="30"/>
                      </a:lnTo>
                      <a:lnTo>
                        <a:pt x="27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0" name="Freeform 302">
                  <a:extLst>
                    <a:ext uri="{FF2B5EF4-FFF2-40B4-BE49-F238E27FC236}">
                      <a16:creationId xmlns:a16="http://schemas.microsoft.com/office/drawing/2014/main" id="{BB56CCBD-E2CA-6C49-954F-82E947A1B2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79"/>
                  <a:ext cx="97" cy="17"/>
                </a:xfrm>
                <a:custGeom>
                  <a:avLst/>
                  <a:gdLst>
                    <a:gd name="T0" fmla="*/ 25 w 97"/>
                    <a:gd name="T1" fmla="*/ 0 h 17"/>
                    <a:gd name="T2" fmla="*/ 0 w 97"/>
                    <a:gd name="T3" fmla="*/ 6 h 17"/>
                    <a:gd name="T4" fmla="*/ 65 w 97"/>
                    <a:gd name="T5" fmla="*/ 16 h 17"/>
                    <a:gd name="T6" fmla="*/ 96 w 97"/>
                    <a:gd name="T7" fmla="*/ 12 h 17"/>
                    <a:gd name="T8" fmla="*/ 51 w 97"/>
                    <a:gd name="T9" fmla="*/ 8 h 17"/>
                    <a:gd name="T10" fmla="*/ 25 w 97"/>
                    <a:gd name="T11" fmla="*/ 0 h 1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"/>
                    <a:gd name="T19" fmla="*/ 0 h 17"/>
                    <a:gd name="T20" fmla="*/ 97 w 97"/>
                    <a:gd name="T21" fmla="*/ 17 h 1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" h="17">
                      <a:moveTo>
                        <a:pt x="25" y="0"/>
                      </a:moveTo>
                      <a:lnTo>
                        <a:pt x="0" y="6"/>
                      </a:lnTo>
                      <a:lnTo>
                        <a:pt x="65" y="16"/>
                      </a:lnTo>
                      <a:lnTo>
                        <a:pt x="96" y="12"/>
                      </a:lnTo>
                      <a:lnTo>
                        <a:pt x="51" y="8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1" name="Freeform 303">
                  <a:extLst>
                    <a:ext uri="{FF2B5EF4-FFF2-40B4-BE49-F238E27FC236}">
                      <a16:creationId xmlns:a16="http://schemas.microsoft.com/office/drawing/2014/main" id="{1FC12B3D-7E6A-2E45-B0A5-817E4DBD2F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727"/>
                  <a:ext cx="189" cy="70"/>
                </a:xfrm>
                <a:custGeom>
                  <a:avLst/>
                  <a:gdLst>
                    <a:gd name="T0" fmla="*/ 16 w 189"/>
                    <a:gd name="T1" fmla="*/ 0 h 70"/>
                    <a:gd name="T2" fmla="*/ 0 w 189"/>
                    <a:gd name="T3" fmla="*/ 53 h 70"/>
                    <a:gd name="T4" fmla="*/ 171 w 189"/>
                    <a:gd name="T5" fmla="*/ 69 h 70"/>
                    <a:gd name="T6" fmla="*/ 188 w 189"/>
                    <a:gd name="T7" fmla="*/ 14 h 70"/>
                    <a:gd name="T8" fmla="*/ 16 w 189"/>
                    <a:gd name="T9" fmla="*/ 0 h 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70"/>
                    <a:gd name="T17" fmla="*/ 189 w 189"/>
                    <a:gd name="T18" fmla="*/ 70 h 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70">
                      <a:moveTo>
                        <a:pt x="16" y="0"/>
                      </a:moveTo>
                      <a:lnTo>
                        <a:pt x="0" y="53"/>
                      </a:lnTo>
                      <a:lnTo>
                        <a:pt x="171" y="69"/>
                      </a:lnTo>
                      <a:lnTo>
                        <a:pt x="188" y="14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2" name="Line 304">
                  <a:extLst>
                    <a:ext uri="{FF2B5EF4-FFF2-40B4-BE49-F238E27FC236}">
                      <a16:creationId xmlns:a16="http://schemas.microsoft.com/office/drawing/2014/main" id="{9D7293BC-EA45-5F40-BBB5-FFE0F58B0B9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445" y="3724"/>
                  <a:ext cx="177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043" name="Freeform 305">
                  <a:extLst>
                    <a:ext uri="{FF2B5EF4-FFF2-40B4-BE49-F238E27FC236}">
                      <a16:creationId xmlns:a16="http://schemas.microsoft.com/office/drawing/2014/main" id="{D867483D-E1FD-104B-A256-5188562BFC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0" y="3335"/>
                  <a:ext cx="22" cy="439"/>
                </a:xfrm>
                <a:custGeom>
                  <a:avLst/>
                  <a:gdLst>
                    <a:gd name="T0" fmla="*/ 0 w 22"/>
                    <a:gd name="T1" fmla="*/ 2 h 439"/>
                    <a:gd name="T2" fmla="*/ 7 w 22"/>
                    <a:gd name="T3" fmla="*/ 438 h 439"/>
                    <a:gd name="T4" fmla="*/ 21 w 22"/>
                    <a:gd name="T5" fmla="*/ 394 h 439"/>
                    <a:gd name="T6" fmla="*/ 17 w 22"/>
                    <a:gd name="T7" fmla="*/ 0 h 439"/>
                    <a:gd name="T8" fmla="*/ 0 w 22"/>
                    <a:gd name="T9" fmla="*/ 2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439"/>
                    <a:gd name="T17" fmla="*/ 22 w 22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439">
                      <a:moveTo>
                        <a:pt x="0" y="2"/>
                      </a:moveTo>
                      <a:lnTo>
                        <a:pt x="7" y="438"/>
                      </a:lnTo>
                      <a:lnTo>
                        <a:pt x="21" y="394"/>
                      </a:lnTo>
                      <a:lnTo>
                        <a:pt x="17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4" name="Freeform 306">
                  <a:extLst>
                    <a:ext uri="{FF2B5EF4-FFF2-40B4-BE49-F238E27FC236}">
                      <a16:creationId xmlns:a16="http://schemas.microsoft.com/office/drawing/2014/main" id="{2B967686-4653-F64E-AD5F-F0C891F27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6" y="3786"/>
                  <a:ext cx="133" cy="116"/>
                </a:xfrm>
                <a:custGeom>
                  <a:avLst/>
                  <a:gdLst>
                    <a:gd name="T0" fmla="*/ 0 w 133"/>
                    <a:gd name="T1" fmla="*/ 0 h 116"/>
                    <a:gd name="T2" fmla="*/ 0 w 133"/>
                    <a:gd name="T3" fmla="*/ 54 h 116"/>
                    <a:gd name="T4" fmla="*/ 50 w 133"/>
                    <a:gd name="T5" fmla="*/ 99 h 116"/>
                    <a:gd name="T6" fmla="*/ 126 w 133"/>
                    <a:gd name="T7" fmla="*/ 115 h 116"/>
                    <a:gd name="T8" fmla="*/ 107 w 133"/>
                    <a:gd name="T9" fmla="*/ 78 h 116"/>
                    <a:gd name="T10" fmla="*/ 27 w 133"/>
                    <a:gd name="T11" fmla="*/ 65 h 116"/>
                    <a:gd name="T12" fmla="*/ 25 w 133"/>
                    <a:gd name="T13" fmla="*/ 28 h 116"/>
                    <a:gd name="T14" fmla="*/ 132 w 133"/>
                    <a:gd name="T15" fmla="*/ 22 h 116"/>
                    <a:gd name="T16" fmla="*/ 0 w 133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3"/>
                    <a:gd name="T28" fmla="*/ 0 h 116"/>
                    <a:gd name="T29" fmla="*/ 133 w 133"/>
                    <a:gd name="T30" fmla="*/ 116 h 1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3" h="116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50" y="99"/>
                      </a:lnTo>
                      <a:lnTo>
                        <a:pt x="126" y="115"/>
                      </a:lnTo>
                      <a:lnTo>
                        <a:pt x="107" y="78"/>
                      </a:lnTo>
                      <a:lnTo>
                        <a:pt x="27" y="65"/>
                      </a:lnTo>
                      <a:lnTo>
                        <a:pt x="25" y="28"/>
                      </a:lnTo>
                      <a:lnTo>
                        <a:pt x="132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5" name="Freeform 307">
                  <a:extLst>
                    <a:ext uri="{FF2B5EF4-FFF2-40B4-BE49-F238E27FC236}">
                      <a16:creationId xmlns:a16="http://schemas.microsoft.com/office/drawing/2014/main" id="{C24DC284-676A-6845-9A01-2076758518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36" y="3885"/>
                  <a:ext cx="89" cy="37"/>
                </a:xfrm>
                <a:custGeom>
                  <a:avLst/>
                  <a:gdLst>
                    <a:gd name="T0" fmla="*/ 0 w 89"/>
                    <a:gd name="T1" fmla="*/ 0 h 37"/>
                    <a:gd name="T2" fmla="*/ 0 w 89"/>
                    <a:gd name="T3" fmla="*/ 18 h 37"/>
                    <a:gd name="T4" fmla="*/ 88 w 89"/>
                    <a:gd name="T5" fmla="*/ 36 h 37"/>
                    <a:gd name="T6" fmla="*/ 76 w 89"/>
                    <a:gd name="T7" fmla="*/ 16 h 37"/>
                    <a:gd name="T8" fmla="*/ 0 w 89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7"/>
                    <a:gd name="T17" fmla="*/ 89 w 89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7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88" y="36"/>
                      </a:lnTo>
                      <a:lnTo>
                        <a:pt x="76" y="1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6" name="Freeform 308">
                  <a:extLst>
                    <a:ext uri="{FF2B5EF4-FFF2-40B4-BE49-F238E27FC236}">
                      <a16:creationId xmlns:a16="http://schemas.microsoft.com/office/drawing/2014/main" id="{1E65B0C9-5F42-D64F-98E8-45B2A2501D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65"/>
                  <a:ext cx="401" cy="55"/>
                </a:xfrm>
                <a:custGeom>
                  <a:avLst/>
                  <a:gdLst>
                    <a:gd name="T0" fmla="*/ 56 w 401"/>
                    <a:gd name="T1" fmla="*/ 0 h 55"/>
                    <a:gd name="T2" fmla="*/ 0 w 401"/>
                    <a:gd name="T3" fmla="*/ 13 h 55"/>
                    <a:gd name="T4" fmla="*/ 168 w 401"/>
                    <a:gd name="T5" fmla="*/ 38 h 55"/>
                    <a:gd name="T6" fmla="*/ 217 w 401"/>
                    <a:gd name="T7" fmla="*/ 33 h 55"/>
                    <a:gd name="T8" fmla="*/ 381 w 401"/>
                    <a:gd name="T9" fmla="*/ 54 h 55"/>
                    <a:gd name="T10" fmla="*/ 400 w 401"/>
                    <a:gd name="T11" fmla="*/ 51 h 55"/>
                    <a:gd name="T12" fmla="*/ 89 w 401"/>
                    <a:gd name="T13" fmla="*/ 4 h 55"/>
                    <a:gd name="T14" fmla="*/ 56 w 401"/>
                    <a:gd name="T15" fmla="*/ 0 h 5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01"/>
                    <a:gd name="T25" fmla="*/ 0 h 55"/>
                    <a:gd name="T26" fmla="*/ 401 w 401"/>
                    <a:gd name="T27" fmla="*/ 55 h 5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01" h="55">
                      <a:moveTo>
                        <a:pt x="56" y="0"/>
                      </a:moveTo>
                      <a:lnTo>
                        <a:pt x="0" y="13"/>
                      </a:lnTo>
                      <a:lnTo>
                        <a:pt x="168" y="38"/>
                      </a:lnTo>
                      <a:lnTo>
                        <a:pt x="217" y="33"/>
                      </a:lnTo>
                      <a:lnTo>
                        <a:pt x="381" y="54"/>
                      </a:lnTo>
                      <a:lnTo>
                        <a:pt x="400" y="51"/>
                      </a:lnTo>
                      <a:lnTo>
                        <a:pt x="89" y="4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7" name="Freeform 309">
                  <a:extLst>
                    <a:ext uri="{FF2B5EF4-FFF2-40B4-BE49-F238E27FC236}">
                      <a16:creationId xmlns:a16="http://schemas.microsoft.com/office/drawing/2014/main" id="{A0F4466A-DFAA-8947-B7AE-307F042746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6" y="3866"/>
                  <a:ext cx="43" cy="44"/>
                </a:xfrm>
                <a:custGeom>
                  <a:avLst/>
                  <a:gdLst>
                    <a:gd name="T0" fmla="*/ 0 w 43"/>
                    <a:gd name="T1" fmla="*/ 6 h 44"/>
                    <a:gd name="T2" fmla="*/ 0 w 43"/>
                    <a:gd name="T3" fmla="*/ 43 h 44"/>
                    <a:gd name="T4" fmla="*/ 42 w 43"/>
                    <a:gd name="T5" fmla="*/ 35 h 44"/>
                    <a:gd name="T6" fmla="*/ 42 w 43"/>
                    <a:gd name="T7" fmla="*/ 0 h 44"/>
                    <a:gd name="T8" fmla="*/ 0 w 43"/>
                    <a:gd name="T9" fmla="*/ 6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44"/>
                    <a:gd name="T17" fmla="*/ 43 w 43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44">
                      <a:moveTo>
                        <a:pt x="0" y="6"/>
                      </a:moveTo>
                      <a:lnTo>
                        <a:pt x="0" y="43"/>
                      </a:lnTo>
                      <a:lnTo>
                        <a:pt x="42" y="35"/>
                      </a:lnTo>
                      <a:lnTo>
                        <a:pt x="42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8" name="Freeform 310">
                  <a:extLst>
                    <a:ext uri="{FF2B5EF4-FFF2-40B4-BE49-F238E27FC236}">
                      <a16:creationId xmlns:a16="http://schemas.microsoft.com/office/drawing/2014/main" id="{398842E0-B5F0-D542-9CE6-FBF17DF6DD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4" y="3840"/>
                  <a:ext cx="255" cy="62"/>
                </a:xfrm>
                <a:custGeom>
                  <a:avLst/>
                  <a:gdLst>
                    <a:gd name="T0" fmla="*/ 2 w 255"/>
                    <a:gd name="T1" fmla="*/ 4 h 62"/>
                    <a:gd name="T2" fmla="*/ 0 w 255"/>
                    <a:gd name="T3" fmla="*/ 47 h 62"/>
                    <a:gd name="T4" fmla="*/ 154 w 255"/>
                    <a:gd name="T5" fmla="*/ 26 h 62"/>
                    <a:gd name="T6" fmla="*/ 154 w 255"/>
                    <a:gd name="T7" fmla="*/ 61 h 62"/>
                    <a:gd name="T8" fmla="*/ 254 w 255"/>
                    <a:gd name="T9" fmla="*/ 45 h 62"/>
                    <a:gd name="T10" fmla="*/ 254 w 255"/>
                    <a:gd name="T11" fmla="*/ 23 h 62"/>
                    <a:gd name="T12" fmla="*/ 79 w 255"/>
                    <a:gd name="T13" fmla="*/ 0 h 62"/>
                    <a:gd name="T14" fmla="*/ 2 w 255"/>
                    <a:gd name="T15" fmla="*/ 4 h 6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55"/>
                    <a:gd name="T25" fmla="*/ 0 h 62"/>
                    <a:gd name="T26" fmla="*/ 255 w 255"/>
                    <a:gd name="T27" fmla="*/ 62 h 6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55" h="62">
                      <a:moveTo>
                        <a:pt x="2" y="4"/>
                      </a:moveTo>
                      <a:lnTo>
                        <a:pt x="0" y="47"/>
                      </a:lnTo>
                      <a:lnTo>
                        <a:pt x="154" y="26"/>
                      </a:lnTo>
                      <a:lnTo>
                        <a:pt x="154" y="61"/>
                      </a:lnTo>
                      <a:lnTo>
                        <a:pt x="254" y="45"/>
                      </a:lnTo>
                      <a:lnTo>
                        <a:pt x="254" y="23"/>
                      </a:lnTo>
                      <a:lnTo>
                        <a:pt x="79" y="0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49" name="Freeform 311">
                  <a:extLst>
                    <a:ext uri="{FF2B5EF4-FFF2-40B4-BE49-F238E27FC236}">
                      <a16:creationId xmlns:a16="http://schemas.microsoft.com/office/drawing/2014/main" id="{C0966CEE-5743-9C45-940B-E9AD2DF0FC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2" y="3763"/>
                  <a:ext cx="244" cy="40"/>
                </a:xfrm>
                <a:custGeom>
                  <a:avLst/>
                  <a:gdLst>
                    <a:gd name="T0" fmla="*/ 2 w 244"/>
                    <a:gd name="T1" fmla="*/ 0 h 40"/>
                    <a:gd name="T2" fmla="*/ 0 w 244"/>
                    <a:gd name="T3" fmla="*/ 3 h 40"/>
                    <a:gd name="T4" fmla="*/ 243 w 244"/>
                    <a:gd name="T5" fmla="*/ 39 h 40"/>
                    <a:gd name="T6" fmla="*/ 243 w 244"/>
                    <a:gd name="T7" fmla="*/ 33 h 40"/>
                    <a:gd name="T8" fmla="*/ 2 w 244"/>
                    <a:gd name="T9" fmla="*/ 0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40"/>
                    <a:gd name="T17" fmla="*/ 244 w 244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40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43" y="39"/>
                      </a:lnTo>
                      <a:lnTo>
                        <a:pt x="243" y="3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0" name="Freeform 312">
                  <a:extLst>
                    <a:ext uri="{FF2B5EF4-FFF2-40B4-BE49-F238E27FC236}">
                      <a16:creationId xmlns:a16="http://schemas.microsoft.com/office/drawing/2014/main" id="{A65AE062-7E96-BB4B-99C0-4AFA24E40DE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45"/>
                  <a:ext cx="240" cy="52"/>
                </a:xfrm>
                <a:custGeom>
                  <a:avLst/>
                  <a:gdLst>
                    <a:gd name="T0" fmla="*/ 0 w 240"/>
                    <a:gd name="T1" fmla="*/ 0 h 52"/>
                    <a:gd name="T2" fmla="*/ 0 w 240"/>
                    <a:gd name="T3" fmla="*/ 18 h 52"/>
                    <a:gd name="T4" fmla="*/ 239 w 240"/>
                    <a:gd name="T5" fmla="*/ 51 h 52"/>
                    <a:gd name="T6" fmla="*/ 239 w 240"/>
                    <a:gd name="T7" fmla="*/ 30 h 52"/>
                    <a:gd name="T8" fmla="*/ 0 w 24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52"/>
                    <a:gd name="T17" fmla="*/ 240 w 24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52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239" y="51"/>
                      </a:lnTo>
                      <a:lnTo>
                        <a:pt x="239" y="3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1" name="Freeform 313">
                  <a:extLst>
                    <a:ext uri="{FF2B5EF4-FFF2-40B4-BE49-F238E27FC236}">
                      <a16:creationId xmlns:a16="http://schemas.microsoft.com/office/drawing/2014/main" id="{5B821666-D8EC-A148-BE46-1298BB81AF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27"/>
                  <a:ext cx="240" cy="48"/>
                </a:xfrm>
                <a:custGeom>
                  <a:avLst/>
                  <a:gdLst>
                    <a:gd name="T0" fmla="*/ 0 w 240"/>
                    <a:gd name="T1" fmla="*/ 0 h 48"/>
                    <a:gd name="T2" fmla="*/ 0 w 240"/>
                    <a:gd name="T3" fmla="*/ 17 h 48"/>
                    <a:gd name="T4" fmla="*/ 239 w 240"/>
                    <a:gd name="T5" fmla="*/ 47 h 48"/>
                    <a:gd name="T6" fmla="*/ 239 w 240"/>
                    <a:gd name="T7" fmla="*/ 24 h 48"/>
                    <a:gd name="T8" fmla="*/ 0 w 240"/>
                    <a:gd name="T9" fmla="*/ 0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8"/>
                    <a:gd name="T17" fmla="*/ 240 w 240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8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39" y="47"/>
                      </a:lnTo>
                      <a:lnTo>
                        <a:pt x="239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2" name="Freeform 314">
                  <a:extLst>
                    <a:ext uri="{FF2B5EF4-FFF2-40B4-BE49-F238E27FC236}">
                      <a16:creationId xmlns:a16="http://schemas.microsoft.com/office/drawing/2014/main" id="{5991F9B0-495A-1747-AF6B-1CC581EEA8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03"/>
                  <a:ext cx="240" cy="49"/>
                </a:xfrm>
                <a:custGeom>
                  <a:avLst/>
                  <a:gdLst>
                    <a:gd name="T0" fmla="*/ 0 w 240"/>
                    <a:gd name="T1" fmla="*/ 0 h 49"/>
                    <a:gd name="T2" fmla="*/ 0 w 240"/>
                    <a:gd name="T3" fmla="*/ 23 h 49"/>
                    <a:gd name="T4" fmla="*/ 239 w 240"/>
                    <a:gd name="T5" fmla="*/ 48 h 49"/>
                    <a:gd name="T6" fmla="*/ 239 w 240"/>
                    <a:gd name="T7" fmla="*/ 21 h 49"/>
                    <a:gd name="T8" fmla="*/ 0 w 240"/>
                    <a:gd name="T9" fmla="*/ 0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9"/>
                    <a:gd name="T17" fmla="*/ 240 w 240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9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48"/>
                      </a:lnTo>
                      <a:lnTo>
                        <a:pt x="239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3" name="Freeform 315">
                  <a:extLst>
                    <a:ext uri="{FF2B5EF4-FFF2-40B4-BE49-F238E27FC236}">
                      <a16:creationId xmlns:a16="http://schemas.microsoft.com/office/drawing/2014/main" id="{237E6239-8698-1F44-8D4E-F09C8F73FBC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89"/>
                  <a:ext cx="240" cy="34"/>
                </a:xfrm>
                <a:custGeom>
                  <a:avLst/>
                  <a:gdLst>
                    <a:gd name="T0" fmla="*/ 0 w 240"/>
                    <a:gd name="T1" fmla="*/ 0 h 34"/>
                    <a:gd name="T2" fmla="*/ 0 w 240"/>
                    <a:gd name="T3" fmla="*/ 16 h 34"/>
                    <a:gd name="T4" fmla="*/ 239 w 240"/>
                    <a:gd name="T5" fmla="*/ 33 h 34"/>
                    <a:gd name="T6" fmla="*/ 239 w 240"/>
                    <a:gd name="T7" fmla="*/ 14 h 34"/>
                    <a:gd name="T8" fmla="*/ 0 w 240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4"/>
                    <a:gd name="T17" fmla="*/ 240 w 240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4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239" y="33"/>
                      </a:lnTo>
                      <a:lnTo>
                        <a:pt x="239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4" name="Freeform 316">
                  <a:extLst>
                    <a:ext uri="{FF2B5EF4-FFF2-40B4-BE49-F238E27FC236}">
                      <a16:creationId xmlns:a16="http://schemas.microsoft.com/office/drawing/2014/main" id="{7014DE46-CE08-484D-8A28-4244828422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66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19 h 35"/>
                    <a:gd name="T4" fmla="*/ 239 w 240"/>
                    <a:gd name="T5" fmla="*/ 34 h 35"/>
                    <a:gd name="T6" fmla="*/ 239 w 240"/>
                    <a:gd name="T7" fmla="*/ 10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4"/>
                      </a:lnTo>
                      <a:lnTo>
                        <a:pt x="239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5" name="Freeform 317">
                  <a:extLst>
                    <a:ext uri="{FF2B5EF4-FFF2-40B4-BE49-F238E27FC236}">
                      <a16:creationId xmlns:a16="http://schemas.microsoft.com/office/drawing/2014/main" id="{CDAEDC6E-1B7D-6A4A-966B-9E8B8D756E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44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23 h 35"/>
                    <a:gd name="T4" fmla="*/ 239 w 240"/>
                    <a:gd name="T5" fmla="*/ 34 h 35"/>
                    <a:gd name="T6" fmla="*/ 239 w 240"/>
                    <a:gd name="T7" fmla="*/ 13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34"/>
                      </a:lnTo>
                      <a:lnTo>
                        <a:pt x="239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6" name="Freeform 318">
                  <a:extLst>
                    <a:ext uri="{FF2B5EF4-FFF2-40B4-BE49-F238E27FC236}">
                      <a16:creationId xmlns:a16="http://schemas.microsoft.com/office/drawing/2014/main" id="{53A08F8E-137F-1C48-8141-89AA2F14A18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26"/>
                  <a:ext cx="240" cy="31"/>
                </a:xfrm>
                <a:custGeom>
                  <a:avLst/>
                  <a:gdLst>
                    <a:gd name="T0" fmla="*/ 0 w 240"/>
                    <a:gd name="T1" fmla="*/ 0 h 31"/>
                    <a:gd name="T2" fmla="*/ 0 w 240"/>
                    <a:gd name="T3" fmla="*/ 19 h 31"/>
                    <a:gd name="T4" fmla="*/ 239 w 240"/>
                    <a:gd name="T5" fmla="*/ 30 h 31"/>
                    <a:gd name="T6" fmla="*/ 239 w 240"/>
                    <a:gd name="T7" fmla="*/ 9 h 31"/>
                    <a:gd name="T8" fmla="*/ 0 w 240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1"/>
                    <a:gd name="T17" fmla="*/ 240 w 240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1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0"/>
                      </a:lnTo>
                      <a:lnTo>
                        <a:pt x="239" y="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7" name="Freeform 319">
                  <a:extLst>
                    <a:ext uri="{FF2B5EF4-FFF2-40B4-BE49-F238E27FC236}">
                      <a16:creationId xmlns:a16="http://schemas.microsoft.com/office/drawing/2014/main" id="{8C78BE2B-8B73-4946-A7C3-7CE399464C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9" y="3607"/>
                  <a:ext cx="234" cy="30"/>
                </a:xfrm>
                <a:custGeom>
                  <a:avLst/>
                  <a:gdLst>
                    <a:gd name="T0" fmla="*/ 2 w 234"/>
                    <a:gd name="T1" fmla="*/ 0 h 30"/>
                    <a:gd name="T2" fmla="*/ 0 w 234"/>
                    <a:gd name="T3" fmla="*/ 20 h 30"/>
                    <a:gd name="T4" fmla="*/ 233 w 234"/>
                    <a:gd name="T5" fmla="*/ 29 h 30"/>
                    <a:gd name="T6" fmla="*/ 233 w 234"/>
                    <a:gd name="T7" fmla="*/ 8 h 30"/>
                    <a:gd name="T8" fmla="*/ 2 w 234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4"/>
                    <a:gd name="T16" fmla="*/ 0 h 30"/>
                    <a:gd name="T17" fmla="*/ 234 w 234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4" h="30">
                      <a:moveTo>
                        <a:pt x="2" y="0"/>
                      </a:moveTo>
                      <a:lnTo>
                        <a:pt x="0" y="20"/>
                      </a:lnTo>
                      <a:lnTo>
                        <a:pt x="233" y="29"/>
                      </a:lnTo>
                      <a:lnTo>
                        <a:pt x="233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8" name="Freeform 320">
                  <a:extLst>
                    <a:ext uri="{FF2B5EF4-FFF2-40B4-BE49-F238E27FC236}">
                      <a16:creationId xmlns:a16="http://schemas.microsoft.com/office/drawing/2014/main" id="{B1EA5B12-49FE-6F49-8E07-2A63A74805D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5" y="3773"/>
                  <a:ext cx="124" cy="44"/>
                </a:xfrm>
                <a:custGeom>
                  <a:avLst/>
                  <a:gdLst>
                    <a:gd name="T0" fmla="*/ 0 w 124"/>
                    <a:gd name="T1" fmla="*/ 0 h 44"/>
                    <a:gd name="T2" fmla="*/ 0 w 124"/>
                    <a:gd name="T3" fmla="*/ 28 h 44"/>
                    <a:gd name="T4" fmla="*/ 96 w 124"/>
                    <a:gd name="T5" fmla="*/ 43 h 44"/>
                    <a:gd name="T6" fmla="*/ 117 w 124"/>
                    <a:gd name="T7" fmla="*/ 37 h 44"/>
                    <a:gd name="T8" fmla="*/ 123 w 124"/>
                    <a:gd name="T9" fmla="*/ 17 h 44"/>
                    <a:gd name="T10" fmla="*/ 0 w 124"/>
                    <a:gd name="T11" fmla="*/ 0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44"/>
                    <a:gd name="T20" fmla="*/ 124 w 124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44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96" y="43"/>
                      </a:lnTo>
                      <a:lnTo>
                        <a:pt x="117" y="37"/>
                      </a:lnTo>
                      <a:lnTo>
                        <a:pt x="123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59" name="Freeform 321">
                  <a:extLst>
                    <a:ext uri="{FF2B5EF4-FFF2-40B4-BE49-F238E27FC236}">
                      <a16:creationId xmlns:a16="http://schemas.microsoft.com/office/drawing/2014/main" id="{E8269886-76CB-2347-8E17-E0A34891A8B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601"/>
                  <a:ext cx="119" cy="186"/>
                </a:xfrm>
                <a:custGeom>
                  <a:avLst/>
                  <a:gdLst>
                    <a:gd name="T0" fmla="*/ 0 w 119"/>
                    <a:gd name="T1" fmla="*/ 0 h 186"/>
                    <a:gd name="T2" fmla="*/ 0 w 119"/>
                    <a:gd name="T3" fmla="*/ 170 h 186"/>
                    <a:gd name="T4" fmla="*/ 118 w 119"/>
                    <a:gd name="T5" fmla="*/ 185 h 186"/>
                    <a:gd name="T6" fmla="*/ 118 w 119"/>
                    <a:gd name="T7" fmla="*/ 2 h 186"/>
                    <a:gd name="T8" fmla="*/ 0 w 119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"/>
                    <a:gd name="T16" fmla="*/ 0 h 186"/>
                    <a:gd name="T17" fmla="*/ 119 w 119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" h="186">
                      <a:moveTo>
                        <a:pt x="0" y="0"/>
                      </a:moveTo>
                      <a:lnTo>
                        <a:pt x="0" y="170"/>
                      </a:lnTo>
                      <a:lnTo>
                        <a:pt x="118" y="185"/>
                      </a:lnTo>
                      <a:lnTo>
                        <a:pt x="118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0" name="Freeform 322">
                  <a:extLst>
                    <a:ext uri="{FF2B5EF4-FFF2-40B4-BE49-F238E27FC236}">
                      <a16:creationId xmlns:a16="http://schemas.microsoft.com/office/drawing/2014/main" id="{186FAA7F-9D95-6642-BDB9-2AF4ED369E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508"/>
                  <a:ext cx="127" cy="94"/>
                </a:xfrm>
                <a:custGeom>
                  <a:avLst/>
                  <a:gdLst>
                    <a:gd name="T0" fmla="*/ 0 w 127"/>
                    <a:gd name="T1" fmla="*/ 0 h 94"/>
                    <a:gd name="T2" fmla="*/ 0 w 127"/>
                    <a:gd name="T3" fmla="*/ 89 h 94"/>
                    <a:gd name="T4" fmla="*/ 126 w 127"/>
                    <a:gd name="T5" fmla="*/ 93 h 94"/>
                    <a:gd name="T6" fmla="*/ 126 w 127"/>
                    <a:gd name="T7" fmla="*/ 2 h 94"/>
                    <a:gd name="T8" fmla="*/ 0 w 127"/>
                    <a:gd name="T9" fmla="*/ 0 h 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94"/>
                    <a:gd name="T17" fmla="*/ 127 w 127"/>
                    <a:gd name="T18" fmla="*/ 94 h 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94">
                      <a:moveTo>
                        <a:pt x="0" y="0"/>
                      </a:moveTo>
                      <a:lnTo>
                        <a:pt x="0" y="89"/>
                      </a:lnTo>
                      <a:lnTo>
                        <a:pt x="126" y="93"/>
                      </a:lnTo>
                      <a:lnTo>
                        <a:pt x="126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1" name="Freeform 323">
                  <a:extLst>
                    <a:ext uri="{FF2B5EF4-FFF2-40B4-BE49-F238E27FC236}">
                      <a16:creationId xmlns:a16="http://schemas.microsoft.com/office/drawing/2014/main" id="{E9E11102-AE6C-6D44-BB39-4C025A6EB0D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1" y="3839"/>
                  <a:ext cx="33" cy="139"/>
                </a:xfrm>
                <a:custGeom>
                  <a:avLst/>
                  <a:gdLst>
                    <a:gd name="T0" fmla="*/ 0 w 33"/>
                    <a:gd name="T1" fmla="*/ 7 h 139"/>
                    <a:gd name="T2" fmla="*/ 0 w 33"/>
                    <a:gd name="T3" fmla="*/ 124 h 139"/>
                    <a:gd name="T4" fmla="*/ 32 w 33"/>
                    <a:gd name="T5" fmla="*/ 138 h 139"/>
                    <a:gd name="T6" fmla="*/ 32 w 33"/>
                    <a:gd name="T7" fmla="*/ 0 h 139"/>
                    <a:gd name="T8" fmla="*/ 0 w 33"/>
                    <a:gd name="T9" fmla="*/ 7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139"/>
                    <a:gd name="T17" fmla="*/ 33 w 33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139">
                      <a:moveTo>
                        <a:pt x="0" y="7"/>
                      </a:moveTo>
                      <a:lnTo>
                        <a:pt x="0" y="124"/>
                      </a:lnTo>
                      <a:lnTo>
                        <a:pt x="32" y="138"/>
                      </a:lnTo>
                      <a:lnTo>
                        <a:pt x="32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2" name="Freeform 324">
                  <a:extLst>
                    <a:ext uri="{FF2B5EF4-FFF2-40B4-BE49-F238E27FC236}">
                      <a16:creationId xmlns:a16="http://schemas.microsoft.com/office/drawing/2014/main" id="{CD9CAC1B-92B8-0249-AEF8-C89E199AB0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71"/>
                  <a:ext cx="56" cy="132"/>
                </a:xfrm>
                <a:custGeom>
                  <a:avLst/>
                  <a:gdLst>
                    <a:gd name="T0" fmla="*/ 0 w 56"/>
                    <a:gd name="T1" fmla="*/ 0 h 132"/>
                    <a:gd name="T2" fmla="*/ 0 w 56"/>
                    <a:gd name="T3" fmla="*/ 117 h 132"/>
                    <a:gd name="T4" fmla="*/ 14 w 56"/>
                    <a:gd name="T5" fmla="*/ 131 h 132"/>
                    <a:gd name="T6" fmla="*/ 47 w 56"/>
                    <a:gd name="T7" fmla="*/ 131 h 132"/>
                    <a:gd name="T8" fmla="*/ 55 w 56"/>
                    <a:gd name="T9" fmla="*/ 123 h 132"/>
                    <a:gd name="T10" fmla="*/ 55 w 56"/>
                    <a:gd name="T11" fmla="*/ 0 h 132"/>
                    <a:gd name="T12" fmla="*/ 0 w 56"/>
                    <a:gd name="T13" fmla="*/ 0 h 13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6"/>
                    <a:gd name="T22" fmla="*/ 0 h 132"/>
                    <a:gd name="T23" fmla="*/ 56 w 56"/>
                    <a:gd name="T24" fmla="*/ 132 h 13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6" h="132">
                      <a:moveTo>
                        <a:pt x="0" y="0"/>
                      </a:moveTo>
                      <a:lnTo>
                        <a:pt x="0" y="117"/>
                      </a:lnTo>
                      <a:lnTo>
                        <a:pt x="14" y="131"/>
                      </a:lnTo>
                      <a:lnTo>
                        <a:pt x="47" y="131"/>
                      </a:lnTo>
                      <a:lnTo>
                        <a:pt x="55" y="123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3" name="Rectangle 325">
                  <a:extLst>
                    <a:ext uri="{FF2B5EF4-FFF2-40B4-BE49-F238E27FC236}">
                      <a16:creationId xmlns:a16="http://schemas.microsoft.com/office/drawing/2014/main" id="{4264EE55-51CD-E747-985F-59E6C56D0BE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13" y="3582"/>
                  <a:ext cx="5" cy="2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64" name="Freeform 326">
                  <a:extLst>
                    <a:ext uri="{FF2B5EF4-FFF2-40B4-BE49-F238E27FC236}">
                      <a16:creationId xmlns:a16="http://schemas.microsoft.com/office/drawing/2014/main" id="{3C993C8F-CF12-264E-BB24-44D040AFF64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03"/>
                  <a:ext cx="35" cy="69"/>
                </a:xfrm>
                <a:custGeom>
                  <a:avLst/>
                  <a:gdLst>
                    <a:gd name="T0" fmla="*/ 0 w 35"/>
                    <a:gd name="T1" fmla="*/ 2 h 69"/>
                    <a:gd name="T2" fmla="*/ 0 w 35"/>
                    <a:gd name="T3" fmla="*/ 68 h 69"/>
                    <a:gd name="T4" fmla="*/ 34 w 35"/>
                    <a:gd name="T5" fmla="*/ 68 h 69"/>
                    <a:gd name="T6" fmla="*/ 34 w 35"/>
                    <a:gd name="T7" fmla="*/ 0 h 69"/>
                    <a:gd name="T8" fmla="*/ 0 w 35"/>
                    <a:gd name="T9" fmla="*/ 2 h 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69"/>
                    <a:gd name="T17" fmla="*/ 35 w 35"/>
                    <a:gd name="T18" fmla="*/ 69 h 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69">
                      <a:moveTo>
                        <a:pt x="0" y="2"/>
                      </a:moveTo>
                      <a:lnTo>
                        <a:pt x="0" y="68"/>
                      </a:lnTo>
                      <a:lnTo>
                        <a:pt x="34" y="68"/>
                      </a:lnTo>
                      <a:lnTo>
                        <a:pt x="3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5" name="Freeform 327">
                  <a:extLst>
                    <a:ext uri="{FF2B5EF4-FFF2-40B4-BE49-F238E27FC236}">
                      <a16:creationId xmlns:a16="http://schemas.microsoft.com/office/drawing/2014/main" id="{4CD88F60-7EF9-AF46-A6DD-A17FE6ABFB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19" y="3399"/>
                  <a:ext cx="41" cy="73"/>
                </a:xfrm>
                <a:custGeom>
                  <a:avLst/>
                  <a:gdLst>
                    <a:gd name="T0" fmla="*/ 0 w 41"/>
                    <a:gd name="T1" fmla="*/ 4 h 73"/>
                    <a:gd name="T2" fmla="*/ 0 w 41"/>
                    <a:gd name="T3" fmla="*/ 72 h 73"/>
                    <a:gd name="T4" fmla="*/ 4 w 41"/>
                    <a:gd name="T5" fmla="*/ 72 h 73"/>
                    <a:gd name="T6" fmla="*/ 6 w 41"/>
                    <a:gd name="T7" fmla="*/ 67 h 73"/>
                    <a:gd name="T8" fmla="*/ 40 w 41"/>
                    <a:gd name="T9" fmla="*/ 67 h 73"/>
                    <a:gd name="T10" fmla="*/ 40 w 41"/>
                    <a:gd name="T11" fmla="*/ 0 h 73"/>
                    <a:gd name="T12" fmla="*/ 0 w 41"/>
                    <a:gd name="T13" fmla="*/ 4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1"/>
                    <a:gd name="T22" fmla="*/ 0 h 73"/>
                    <a:gd name="T23" fmla="*/ 41 w 41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1" h="73">
                      <a:moveTo>
                        <a:pt x="0" y="4"/>
                      </a:moveTo>
                      <a:lnTo>
                        <a:pt x="0" y="72"/>
                      </a:lnTo>
                      <a:lnTo>
                        <a:pt x="4" y="72"/>
                      </a:lnTo>
                      <a:lnTo>
                        <a:pt x="6" y="67"/>
                      </a:lnTo>
                      <a:lnTo>
                        <a:pt x="40" y="67"/>
                      </a:lnTo>
                      <a:lnTo>
                        <a:pt x="4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6" name="Rectangle 328">
                  <a:extLst>
                    <a:ext uri="{FF2B5EF4-FFF2-40B4-BE49-F238E27FC236}">
                      <a16:creationId xmlns:a16="http://schemas.microsoft.com/office/drawing/2014/main" id="{A640212B-9AD8-3A4A-81F9-36705CFE2E3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43" y="3469"/>
                  <a:ext cx="5" cy="10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67" name="Freeform 329">
                  <a:extLst>
                    <a:ext uri="{FF2B5EF4-FFF2-40B4-BE49-F238E27FC236}">
                      <a16:creationId xmlns:a16="http://schemas.microsoft.com/office/drawing/2014/main" id="{3E7EFAD7-7C32-184E-BBA1-83B9CAF564B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22" y="3465"/>
                  <a:ext cx="32" cy="16"/>
                </a:xfrm>
                <a:custGeom>
                  <a:avLst/>
                  <a:gdLst>
                    <a:gd name="T0" fmla="*/ 0 w 32"/>
                    <a:gd name="T1" fmla="*/ 0 h 16"/>
                    <a:gd name="T2" fmla="*/ 0 w 32"/>
                    <a:gd name="T3" fmla="*/ 5 h 16"/>
                    <a:gd name="T4" fmla="*/ 18 w 32"/>
                    <a:gd name="T5" fmla="*/ 5 h 16"/>
                    <a:gd name="T6" fmla="*/ 18 w 32"/>
                    <a:gd name="T7" fmla="*/ 15 h 16"/>
                    <a:gd name="T8" fmla="*/ 31 w 32"/>
                    <a:gd name="T9" fmla="*/ 15 h 16"/>
                    <a:gd name="T10" fmla="*/ 31 w 32"/>
                    <a:gd name="T11" fmla="*/ 0 h 16"/>
                    <a:gd name="T12" fmla="*/ 0 w 32"/>
                    <a:gd name="T13" fmla="*/ 0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2"/>
                    <a:gd name="T22" fmla="*/ 0 h 16"/>
                    <a:gd name="T23" fmla="*/ 32 w 32"/>
                    <a:gd name="T24" fmla="*/ 16 h 1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2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8" y="5"/>
                      </a:lnTo>
                      <a:lnTo>
                        <a:pt x="18" y="15"/>
                      </a:lnTo>
                      <a:lnTo>
                        <a:pt x="31" y="15"/>
                      </a:lnTo>
                      <a:lnTo>
                        <a:pt x="3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8" name="Freeform 330">
                  <a:extLst>
                    <a:ext uri="{FF2B5EF4-FFF2-40B4-BE49-F238E27FC236}">
                      <a16:creationId xmlns:a16="http://schemas.microsoft.com/office/drawing/2014/main" id="{522DADE0-B313-F440-8929-2BB12EB7B1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3495"/>
                  <a:ext cx="24" cy="83"/>
                </a:xfrm>
                <a:custGeom>
                  <a:avLst/>
                  <a:gdLst>
                    <a:gd name="T0" fmla="*/ 8 w 24"/>
                    <a:gd name="T1" fmla="*/ 0 h 83"/>
                    <a:gd name="T2" fmla="*/ 8 w 24"/>
                    <a:gd name="T3" fmla="*/ 2 h 83"/>
                    <a:gd name="T4" fmla="*/ 10 w 24"/>
                    <a:gd name="T5" fmla="*/ 2 h 83"/>
                    <a:gd name="T6" fmla="*/ 10 w 24"/>
                    <a:gd name="T7" fmla="*/ 4 h 83"/>
                    <a:gd name="T8" fmla="*/ 13 w 24"/>
                    <a:gd name="T9" fmla="*/ 4 h 83"/>
                    <a:gd name="T10" fmla="*/ 13 w 24"/>
                    <a:gd name="T11" fmla="*/ 7 h 83"/>
                    <a:gd name="T12" fmla="*/ 15 w 24"/>
                    <a:gd name="T13" fmla="*/ 7 h 83"/>
                    <a:gd name="T14" fmla="*/ 15 w 24"/>
                    <a:gd name="T15" fmla="*/ 11 h 83"/>
                    <a:gd name="T16" fmla="*/ 17 w 24"/>
                    <a:gd name="T17" fmla="*/ 11 h 83"/>
                    <a:gd name="T18" fmla="*/ 17 w 24"/>
                    <a:gd name="T19" fmla="*/ 15 h 83"/>
                    <a:gd name="T20" fmla="*/ 19 w 24"/>
                    <a:gd name="T21" fmla="*/ 17 h 83"/>
                    <a:gd name="T22" fmla="*/ 19 w 24"/>
                    <a:gd name="T23" fmla="*/ 21 h 83"/>
                    <a:gd name="T24" fmla="*/ 21 w 24"/>
                    <a:gd name="T25" fmla="*/ 21 h 83"/>
                    <a:gd name="T26" fmla="*/ 21 w 24"/>
                    <a:gd name="T27" fmla="*/ 30 h 83"/>
                    <a:gd name="T28" fmla="*/ 23 w 24"/>
                    <a:gd name="T29" fmla="*/ 32 h 83"/>
                    <a:gd name="T30" fmla="*/ 23 w 24"/>
                    <a:gd name="T31" fmla="*/ 50 h 83"/>
                    <a:gd name="T32" fmla="*/ 21 w 24"/>
                    <a:gd name="T33" fmla="*/ 50 h 83"/>
                    <a:gd name="T34" fmla="*/ 21 w 24"/>
                    <a:gd name="T35" fmla="*/ 66 h 83"/>
                    <a:gd name="T36" fmla="*/ 19 w 24"/>
                    <a:gd name="T37" fmla="*/ 66 h 83"/>
                    <a:gd name="T38" fmla="*/ 19 w 24"/>
                    <a:gd name="T39" fmla="*/ 70 h 83"/>
                    <a:gd name="T40" fmla="*/ 17 w 24"/>
                    <a:gd name="T41" fmla="*/ 70 h 83"/>
                    <a:gd name="T42" fmla="*/ 17 w 24"/>
                    <a:gd name="T43" fmla="*/ 73 h 83"/>
                    <a:gd name="T44" fmla="*/ 15 w 24"/>
                    <a:gd name="T45" fmla="*/ 73 h 83"/>
                    <a:gd name="T46" fmla="*/ 15 w 24"/>
                    <a:gd name="T47" fmla="*/ 80 h 83"/>
                    <a:gd name="T48" fmla="*/ 13 w 24"/>
                    <a:gd name="T49" fmla="*/ 80 h 83"/>
                    <a:gd name="T50" fmla="*/ 13 w 24"/>
                    <a:gd name="T51" fmla="*/ 82 h 83"/>
                    <a:gd name="T52" fmla="*/ 4 w 24"/>
                    <a:gd name="T53" fmla="*/ 82 h 83"/>
                    <a:gd name="T54" fmla="*/ 4 w 24"/>
                    <a:gd name="T55" fmla="*/ 80 h 83"/>
                    <a:gd name="T56" fmla="*/ 6 w 24"/>
                    <a:gd name="T57" fmla="*/ 80 h 83"/>
                    <a:gd name="T58" fmla="*/ 6 w 24"/>
                    <a:gd name="T59" fmla="*/ 73 h 83"/>
                    <a:gd name="T60" fmla="*/ 8 w 24"/>
                    <a:gd name="T61" fmla="*/ 73 h 83"/>
                    <a:gd name="T62" fmla="*/ 8 w 24"/>
                    <a:gd name="T63" fmla="*/ 70 h 83"/>
                    <a:gd name="T64" fmla="*/ 10 w 24"/>
                    <a:gd name="T65" fmla="*/ 70 h 83"/>
                    <a:gd name="T66" fmla="*/ 10 w 24"/>
                    <a:gd name="T67" fmla="*/ 66 h 83"/>
                    <a:gd name="T68" fmla="*/ 13 w 24"/>
                    <a:gd name="T69" fmla="*/ 66 h 83"/>
                    <a:gd name="T70" fmla="*/ 13 w 24"/>
                    <a:gd name="T71" fmla="*/ 50 h 83"/>
                    <a:gd name="T72" fmla="*/ 15 w 24"/>
                    <a:gd name="T73" fmla="*/ 50 h 83"/>
                    <a:gd name="T74" fmla="*/ 13 w 24"/>
                    <a:gd name="T75" fmla="*/ 48 h 83"/>
                    <a:gd name="T76" fmla="*/ 13 w 24"/>
                    <a:gd name="T77" fmla="*/ 32 h 83"/>
                    <a:gd name="T78" fmla="*/ 10 w 24"/>
                    <a:gd name="T79" fmla="*/ 30 h 83"/>
                    <a:gd name="T80" fmla="*/ 10 w 24"/>
                    <a:gd name="T81" fmla="*/ 17 h 83"/>
                    <a:gd name="T82" fmla="*/ 8 w 24"/>
                    <a:gd name="T83" fmla="*/ 15 h 83"/>
                    <a:gd name="T84" fmla="*/ 8 w 24"/>
                    <a:gd name="T85" fmla="*/ 11 h 83"/>
                    <a:gd name="T86" fmla="*/ 6 w 24"/>
                    <a:gd name="T87" fmla="*/ 11 h 83"/>
                    <a:gd name="T88" fmla="*/ 6 w 24"/>
                    <a:gd name="T89" fmla="*/ 7 h 83"/>
                    <a:gd name="T90" fmla="*/ 4 w 24"/>
                    <a:gd name="T91" fmla="*/ 7 h 83"/>
                    <a:gd name="T92" fmla="*/ 4 w 24"/>
                    <a:gd name="T93" fmla="*/ 4 h 83"/>
                    <a:gd name="T94" fmla="*/ 2 w 24"/>
                    <a:gd name="T95" fmla="*/ 4 h 83"/>
                    <a:gd name="T96" fmla="*/ 2 w 24"/>
                    <a:gd name="T97" fmla="*/ 2 h 83"/>
                    <a:gd name="T98" fmla="*/ 0 w 24"/>
                    <a:gd name="T99" fmla="*/ 2 h 83"/>
                    <a:gd name="T100" fmla="*/ 0 w 24"/>
                    <a:gd name="T101" fmla="*/ 0 h 83"/>
                    <a:gd name="T102" fmla="*/ 8 w 24"/>
                    <a:gd name="T103" fmla="*/ 0 h 8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4"/>
                    <a:gd name="T157" fmla="*/ 0 h 83"/>
                    <a:gd name="T158" fmla="*/ 24 w 24"/>
                    <a:gd name="T159" fmla="*/ 83 h 8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4" h="83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3" y="4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7" y="15"/>
                      </a:lnTo>
                      <a:lnTo>
                        <a:pt x="19" y="17"/>
                      </a:lnTo>
                      <a:lnTo>
                        <a:pt x="19" y="21"/>
                      </a:lnTo>
                      <a:lnTo>
                        <a:pt x="21" y="21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9" y="70"/>
                      </a:lnTo>
                      <a:lnTo>
                        <a:pt x="17" y="70"/>
                      </a:lnTo>
                      <a:lnTo>
                        <a:pt x="17" y="73"/>
                      </a:lnTo>
                      <a:lnTo>
                        <a:pt x="15" y="73"/>
                      </a:lnTo>
                      <a:lnTo>
                        <a:pt x="15" y="80"/>
                      </a:lnTo>
                      <a:lnTo>
                        <a:pt x="13" y="80"/>
                      </a:lnTo>
                      <a:lnTo>
                        <a:pt x="13" y="82"/>
                      </a:lnTo>
                      <a:lnTo>
                        <a:pt x="4" y="82"/>
                      </a:lnTo>
                      <a:lnTo>
                        <a:pt x="4" y="80"/>
                      </a:lnTo>
                      <a:lnTo>
                        <a:pt x="6" y="80"/>
                      </a:lnTo>
                      <a:lnTo>
                        <a:pt x="6" y="73"/>
                      </a:lnTo>
                      <a:lnTo>
                        <a:pt x="8" y="73"/>
                      </a:lnTo>
                      <a:lnTo>
                        <a:pt x="8" y="70"/>
                      </a:lnTo>
                      <a:lnTo>
                        <a:pt x="10" y="70"/>
                      </a:lnTo>
                      <a:lnTo>
                        <a:pt x="10" y="66"/>
                      </a:lnTo>
                      <a:lnTo>
                        <a:pt x="13" y="66"/>
                      </a:lnTo>
                      <a:lnTo>
                        <a:pt x="13" y="50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3" y="32"/>
                      </a:lnTo>
                      <a:lnTo>
                        <a:pt x="10" y="30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69" name="Freeform 331">
                  <a:extLst>
                    <a:ext uri="{FF2B5EF4-FFF2-40B4-BE49-F238E27FC236}">
                      <a16:creationId xmlns:a16="http://schemas.microsoft.com/office/drawing/2014/main" id="{EB3A4A8F-CC00-894A-B1D0-C21BCEC2D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9" y="3399"/>
                  <a:ext cx="15" cy="203"/>
                </a:xfrm>
                <a:custGeom>
                  <a:avLst/>
                  <a:gdLst>
                    <a:gd name="T0" fmla="*/ 0 w 15"/>
                    <a:gd name="T1" fmla="*/ 2 h 203"/>
                    <a:gd name="T2" fmla="*/ 0 w 15"/>
                    <a:gd name="T3" fmla="*/ 190 h 203"/>
                    <a:gd name="T4" fmla="*/ 2 w 15"/>
                    <a:gd name="T5" fmla="*/ 193 h 203"/>
                    <a:gd name="T6" fmla="*/ 4 w 15"/>
                    <a:gd name="T7" fmla="*/ 198 h 203"/>
                    <a:gd name="T8" fmla="*/ 8 w 15"/>
                    <a:gd name="T9" fmla="*/ 200 h 203"/>
                    <a:gd name="T10" fmla="*/ 12 w 15"/>
                    <a:gd name="T11" fmla="*/ 202 h 203"/>
                    <a:gd name="T12" fmla="*/ 14 w 15"/>
                    <a:gd name="T13" fmla="*/ 202 h 203"/>
                    <a:gd name="T14" fmla="*/ 14 w 15"/>
                    <a:gd name="T15" fmla="*/ 0 h 203"/>
                    <a:gd name="T16" fmla="*/ 0 w 15"/>
                    <a:gd name="T17" fmla="*/ 2 h 20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03"/>
                    <a:gd name="T29" fmla="*/ 15 w 15"/>
                    <a:gd name="T30" fmla="*/ 203 h 20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03">
                      <a:moveTo>
                        <a:pt x="0" y="2"/>
                      </a:moveTo>
                      <a:lnTo>
                        <a:pt x="0" y="190"/>
                      </a:lnTo>
                      <a:lnTo>
                        <a:pt x="2" y="193"/>
                      </a:lnTo>
                      <a:lnTo>
                        <a:pt x="4" y="198"/>
                      </a:lnTo>
                      <a:lnTo>
                        <a:pt x="8" y="200"/>
                      </a:lnTo>
                      <a:lnTo>
                        <a:pt x="12" y="202"/>
                      </a:lnTo>
                      <a:lnTo>
                        <a:pt x="14" y="202"/>
                      </a:lnTo>
                      <a:lnTo>
                        <a:pt x="1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0" name="Freeform 332">
                  <a:extLst>
                    <a:ext uri="{FF2B5EF4-FFF2-40B4-BE49-F238E27FC236}">
                      <a16:creationId xmlns:a16="http://schemas.microsoft.com/office/drawing/2014/main" id="{5B7F8978-108F-704C-814F-088D7EFF860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59"/>
                  <a:ext cx="127" cy="151"/>
                </a:xfrm>
                <a:custGeom>
                  <a:avLst/>
                  <a:gdLst>
                    <a:gd name="T0" fmla="*/ 0 w 127"/>
                    <a:gd name="T1" fmla="*/ 6 h 151"/>
                    <a:gd name="T2" fmla="*/ 0 w 127"/>
                    <a:gd name="T3" fmla="*/ 148 h 151"/>
                    <a:gd name="T4" fmla="*/ 126 w 127"/>
                    <a:gd name="T5" fmla="*/ 150 h 151"/>
                    <a:gd name="T6" fmla="*/ 124 w 127"/>
                    <a:gd name="T7" fmla="*/ 0 h 151"/>
                    <a:gd name="T8" fmla="*/ 0 w 127"/>
                    <a:gd name="T9" fmla="*/ 6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51"/>
                    <a:gd name="T17" fmla="*/ 127 w 127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51">
                      <a:moveTo>
                        <a:pt x="0" y="6"/>
                      </a:moveTo>
                      <a:lnTo>
                        <a:pt x="0" y="148"/>
                      </a:lnTo>
                      <a:lnTo>
                        <a:pt x="126" y="150"/>
                      </a:lnTo>
                      <a:lnTo>
                        <a:pt x="124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1" name="Freeform 333">
                  <a:extLst>
                    <a:ext uri="{FF2B5EF4-FFF2-40B4-BE49-F238E27FC236}">
                      <a16:creationId xmlns:a16="http://schemas.microsoft.com/office/drawing/2014/main" id="{9517551D-AC9A-B043-ABC5-BA01BF69ED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359"/>
                  <a:ext cx="14" cy="14"/>
                </a:xfrm>
                <a:custGeom>
                  <a:avLst/>
                  <a:gdLst>
                    <a:gd name="T0" fmla="*/ 0 w 14"/>
                    <a:gd name="T1" fmla="*/ 0 h 14"/>
                    <a:gd name="T2" fmla="*/ 0 w 14"/>
                    <a:gd name="T3" fmla="*/ 9 h 14"/>
                    <a:gd name="T4" fmla="*/ 6 w 14"/>
                    <a:gd name="T5" fmla="*/ 11 h 14"/>
                    <a:gd name="T6" fmla="*/ 8 w 14"/>
                    <a:gd name="T7" fmla="*/ 13 h 14"/>
                    <a:gd name="T8" fmla="*/ 13 w 14"/>
                    <a:gd name="T9" fmla="*/ 13 h 14"/>
                    <a:gd name="T10" fmla="*/ 13 w 14"/>
                    <a:gd name="T11" fmla="*/ 0 h 14"/>
                    <a:gd name="T12" fmla="*/ 0 w 14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6" y="11"/>
                      </a:lnTo>
                      <a:lnTo>
                        <a:pt x="8" y="13"/>
                      </a:lnTo>
                      <a:lnTo>
                        <a:pt x="13" y="13"/>
                      </a:lnTo>
                      <a:lnTo>
                        <a:pt x="1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2" name="Freeform 334">
                  <a:extLst>
                    <a:ext uri="{FF2B5EF4-FFF2-40B4-BE49-F238E27FC236}">
                      <a16:creationId xmlns:a16="http://schemas.microsoft.com/office/drawing/2014/main" id="{94925E29-E1EB-864B-A1EE-C263C891DA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59"/>
                  <a:ext cx="122" cy="23"/>
                </a:xfrm>
                <a:custGeom>
                  <a:avLst/>
                  <a:gdLst>
                    <a:gd name="T0" fmla="*/ 0 w 122"/>
                    <a:gd name="T1" fmla="*/ 7 h 23"/>
                    <a:gd name="T2" fmla="*/ 0 w 122"/>
                    <a:gd name="T3" fmla="*/ 18 h 23"/>
                    <a:gd name="T4" fmla="*/ 10 w 122"/>
                    <a:gd name="T5" fmla="*/ 22 h 23"/>
                    <a:gd name="T6" fmla="*/ 104 w 122"/>
                    <a:gd name="T7" fmla="*/ 14 h 23"/>
                    <a:gd name="T8" fmla="*/ 107 w 122"/>
                    <a:gd name="T9" fmla="*/ 9 h 23"/>
                    <a:gd name="T10" fmla="*/ 119 w 122"/>
                    <a:gd name="T11" fmla="*/ 9 h 23"/>
                    <a:gd name="T12" fmla="*/ 121 w 122"/>
                    <a:gd name="T13" fmla="*/ 0 h 23"/>
                    <a:gd name="T14" fmla="*/ 0 w 122"/>
                    <a:gd name="T15" fmla="*/ 7 h 2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22"/>
                    <a:gd name="T25" fmla="*/ 0 h 23"/>
                    <a:gd name="T26" fmla="*/ 122 w 122"/>
                    <a:gd name="T27" fmla="*/ 23 h 2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22" h="23">
                      <a:moveTo>
                        <a:pt x="0" y="7"/>
                      </a:moveTo>
                      <a:lnTo>
                        <a:pt x="0" y="18"/>
                      </a:lnTo>
                      <a:lnTo>
                        <a:pt x="10" y="22"/>
                      </a:lnTo>
                      <a:lnTo>
                        <a:pt x="104" y="14"/>
                      </a:lnTo>
                      <a:lnTo>
                        <a:pt x="107" y="9"/>
                      </a:lnTo>
                      <a:lnTo>
                        <a:pt x="119" y="9"/>
                      </a:lnTo>
                      <a:lnTo>
                        <a:pt x="121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3" name="Oval 335">
                  <a:extLst>
                    <a:ext uri="{FF2B5EF4-FFF2-40B4-BE49-F238E27FC236}">
                      <a16:creationId xmlns:a16="http://schemas.microsoft.com/office/drawing/2014/main" id="{AFD1ED7E-AF4A-F245-A998-6E8DF9F0A1F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15" y="4070"/>
                  <a:ext cx="7" cy="2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74" name="Oval 336">
                  <a:extLst>
                    <a:ext uri="{FF2B5EF4-FFF2-40B4-BE49-F238E27FC236}">
                      <a16:creationId xmlns:a16="http://schemas.microsoft.com/office/drawing/2014/main" id="{7CBA038E-15D6-EC4B-B2D4-3A18F4DD18E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85" y="4099"/>
                  <a:ext cx="8" cy="1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75" name="Freeform 337">
                  <a:extLst>
                    <a:ext uri="{FF2B5EF4-FFF2-40B4-BE49-F238E27FC236}">
                      <a16:creationId xmlns:a16="http://schemas.microsoft.com/office/drawing/2014/main" id="{37864759-00EE-E14B-9B06-21C4708FFF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86"/>
                  <a:ext cx="9" cy="20"/>
                </a:xfrm>
                <a:custGeom>
                  <a:avLst/>
                  <a:gdLst>
                    <a:gd name="T0" fmla="*/ 0 w 9"/>
                    <a:gd name="T1" fmla="*/ 0 h 20"/>
                    <a:gd name="T2" fmla="*/ 0 w 9"/>
                    <a:gd name="T3" fmla="*/ 17 h 20"/>
                    <a:gd name="T4" fmla="*/ 2 w 9"/>
                    <a:gd name="T5" fmla="*/ 19 h 20"/>
                    <a:gd name="T6" fmla="*/ 6 w 9"/>
                    <a:gd name="T7" fmla="*/ 19 h 20"/>
                    <a:gd name="T8" fmla="*/ 8 w 9"/>
                    <a:gd name="T9" fmla="*/ 17 h 20"/>
                    <a:gd name="T10" fmla="*/ 8 w 9"/>
                    <a:gd name="T11" fmla="*/ 0 h 20"/>
                    <a:gd name="T12" fmla="*/ 0 w 9"/>
                    <a:gd name="T13" fmla="*/ 0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"/>
                    <a:gd name="T22" fmla="*/ 0 h 20"/>
                    <a:gd name="T23" fmla="*/ 9 w 9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" h="20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6" name="Freeform 338">
                  <a:extLst>
                    <a:ext uri="{FF2B5EF4-FFF2-40B4-BE49-F238E27FC236}">
                      <a16:creationId xmlns:a16="http://schemas.microsoft.com/office/drawing/2014/main" id="{6CC1E509-9EB9-2E4E-897C-16B9A22E95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1" y="4056"/>
                  <a:ext cx="6" cy="20"/>
                </a:xfrm>
                <a:custGeom>
                  <a:avLst/>
                  <a:gdLst>
                    <a:gd name="T0" fmla="*/ 0 w 6"/>
                    <a:gd name="T1" fmla="*/ 2 h 20"/>
                    <a:gd name="T2" fmla="*/ 0 w 6"/>
                    <a:gd name="T3" fmla="*/ 17 h 20"/>
                    <a:gd name="T4" fmla="*/ 2 w 6"/>
                    <a:gd name="T5" fmla="*/ 19 h 20"/>
                    <a:gd name="T6" fmla="*/ 3 w 6"/>
                    <a:gd name="T7" fmla="*/ 19 h 20"/>
                    <a:gd name="T8" fmla="*/ 5 w 6"/>
                    <a:gd name="T9" fmla="*/ 17 h 20"/>
                    <a:gd name="T10" fmla="*/ 5 w 6"/>
                    <a:gd name="T11" fmla="*/ 0 h 20"/>
                    <a:gd name="T12" fmla="*/ 0 w 6"/>
                    <a:gd name="T13" fmla="*/ 2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"/>
                    <a:gd name="T22" fmla="*/ 0 h 20"/>
                    <a:gd name="T23" fmla="*/ 6 w 6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" h="20">
                      <a:moveTo>
                        <a:pt x="0" y="2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3" y="19"/>
                      </a:lnTo>
                      <a:lnTo>
                        <a:pt x="5" y="17"/>
                      </a:lnTo>
                      <a:lnTo>
                        <a:pt x="5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7" name="Oval 339">
                  <a:extLst>
                    <a:ext uri="{FF2B5EF4-FFF2-40B4-BE49-F238E27FC236}">
                      <a16:creationId xmlns:a16="http://schemas.microsoft.com/office/drawing/2014/main" id="{85DD2EA2-3EA4-5244-9A17-EDEA98B67E2E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899" y="4025"/>
                  <a:ext cx="6" cy="5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78" name="Freeform 340">
                  <a:extLst>
                    <a:ext uri="{FF2B5EF4-FFF2-40B4-BE49-F238E27FC236}">
                      <a16:creationId xmlns:a16="http://schemas.microsoft.com/office/drawing/2014/main" id="{204D5BC9-B3E3-C341-B98F-9108B59A36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900" y="4014"/>
                  <a:ext cx="8" cy="18"/>
                </a:xfrm>
                <a:custGeom>
                  <a:avLst/>
                  <a:gdLst>
                    <a:gd name="T0" fmla="*/ 0 w 8"/>
                    <a:gd name="T1" fmla="*/ 0 h 18"/>
                    <a:gd name="T2" fmla="*/ 0 w 8"/>
                    <a:gd name="T3" fmla="*/ 15 h 18"/>
                    <a:gd name="T4" fmla="*/ 2 w 8"/>
                    <a:gd name="T5" fmla="*/ 17 h 18"/>
                    <a:gd name="T6" fmla="*/ 7 w 8"/>
                    <a:gd name="T7" fmla="*/ 17 h 18"/>
                    <a:gd name="T8" fmla="*/ 7 w 8"/>
                    <a:gd name="T9" fmla="*/ 15 h 18"/>
                    <a:gd name="T10" fmla="*/ 7 w 8"/>
                    <a:gd name="T11" fmla="*/ 0 h 18"/>
                    <a:gd name="T12" fmla="*/ 0 w 8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"/>
                    <a:gd name="T22" fmla="*/ 0 h 18"/>
                    <a:gd name="T23" fmla="*/ 8 w 8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" h="18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79" name="Freeform 341">
                  <a:extLst>
                    <a:ext uri="{FF2B5EF4-FFF2-40B4-BE49-F238E27FC236}">
                      <a16:creationId xmlns:a16="http://schemas.microsoft.com/office/drawing/2014/main" id="{A87FA74F-4C74-164C-97AF-DC7D69147C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896" y="3998"/>
                  <a:ext cx="22" cy="18"/>
                </a:xfrm>
                <a:custGeom>
                  <a:avLst/>
                  <a:gdLst>
                    <a:gd name="T0" fmla="*/ 0 w 22"/>
                    <a:gd name="T1" fmla="*/ 2 h 18"/>
                    <a:gd name="T2" fmla="*/ 0 w 22"/>
                    <a:gd name="T3" fmla="*/ 15 h 18"/>
                    <a:gd name="T4" fmla="*/ 7 w 22"/>
                    <a:gd name="T5" fmla="*/ 17 h 18"/>
                    <a:gd name="T6" fmla="*/ 21 w 22"/>
                    <a:gd name="T7" fmla="*/ 15 h 18"/>
                    <a:gd name="T8" fmla="*/ 21 w 22"/>
                    <a:gd name="T9" fmla="*/ 0 h 18"/>
                    <a:gd name="T10" fmla="*/ 0 w 22"/>
                    <a:gd name="T11" fmla="*/ 2 h 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18"/>
                    <a:gd name="T20" fmla="*/ 22 w 22"/>
                    <a:gd name="T21" fmla="*/ 18 h 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18">
                      <a:moveTo>
                        <a:pt x="0" y="2"/>
                      </a:moveTo>
                      <a:lnTo>
                        <a:pt x="0" y="15"/>
                      </a:lnTo>
                      <a:lnTo>
                        <a:pt x="7" y="17"/>
                      </a:lnTo>
                      <a:lnTo>
                        <a:pt x="21" y="15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0" name="Line 342">
                  <a:extLst>
                    <a:ext uri="{FF2B5EF4-FFF2-40B4-BE49-F238E27FC236}">
                      <a16:creationId xmlns:a16="http://schemas.microsoft.com/office/drawing/2014/main" id="{F4BFE85A-5159-384A-A7EC-6725F92D92E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903" y="3998"/>
                  <a:ext cx="0" cy="2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081" name="Freeform 343">
                  <a:extLst>
                    <a:ext uri="{FF2B5EF4-FFF2-40B4-BE49-F238E27FC236}">
                      <a16:creationId xmlns:a16="http://schemas.microsoft.com/office/drawing/2014/main" id="{7B42D363-591C-0544-A338-123FC18E911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606"/>
                  <a:ext cx="189" cy="13"/>
                </a:xfrm>
                <a:custGeom>
                  <a:avLst/>
                  <a:gdLst>
                    <a:gd name="T0" fmla="*/ 2 w 189"/>
                    <a:gd name="T1" fmla="*/ 0 h 13"/>
                    <a:gd name="T2" fmla="*/ 0 w 189"/>
                    <a:gd name="T3" fmla="*/ 5 h 13"/>
                    <a:gd name="T4" fmla="*/ 188 w 189"/>
                    <a:gd name="T5" fmla="*/ 12 h 13"/>
                    <a:gd name="T6" fmla="*/ 188 w 189"/>
                    <a:gd name="T7" fmla="*/ 8 h 13"/>
                    <a:gd name="T8" fmla="*/ 2 w 189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13"/>
                    <a:gd name="T17" fmla="*/ 189 w 189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13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88" y="12"/>
                      </a:lnTo>
                      <a:lnTo>
                        <a:pt x="188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2" name="Freeform 344">
                  <a:extLst>
                    <a:ext uri="{FF2B5EF4-FFF2-40B4-BE49-F238E27FC236}">
                      <a16:creationId xmlns:a16="http://schemas.microsoft.com/office/drawing/2014/main" id="{B0A91737-E9CA-A14E-9876-D737650D36D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2" y="3602"/>
                  <a:ext cx="32" cy="12"/>
                </a:xfrm>
                <a:custGeom>
                  <a:avLst/>
                  <a:gdLst>
                    <a:gd name="T0" fmla="*/ 31 w 32"/>
                    <a:gd name="T1" fmla="*/ 7 h 12"/>
                    <a:gd name="T2" fmla="*/ 31 w 32"/>
                    <a:gd name="T3" fmla="*/ 0 h 12"/>
                    <a:gd name="T4" fmla="*/ 0 w 32"/>
                    <a:gd name="T5" fmla="*/ 0 h 12"/>
                    <a:gd name="T6" fmla="*/ 0 w 32"/>
                    <a:gd name="T7" fmla="*/ 6 h 12"/>
                    <a:gd name="T8" fmla="*/ 8 w 32"/>
                    <a:gd name="T9" fmla="*/ 9 h 12"/>
                    <a:gd name="T10" fmla="*/ 18 w 32"/>
                    <a:gd name="T11" fmla="*/ 11 h 12"/>
                    <a:gd name="T12" fmla="*/ 25 w 32"/>
                    <a:gd name="T13" fmla="*/ 9 h 12"/>
                    <a:gd name="T14" fmla="*/ 31 w 32"/>
                    <a:gd name="T15" fmla="*/ 7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2"/>
                    <a:gd name="T25" fmla="*/ 0 h 12"/>
                    <a:gd name="T26" fmla="*/ 32 w 32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2" h="12">
                      <a:moveTo>
                        <a:pt x="31" y="7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9"/>
                      </a:lnTo>
                      <a:lnTo>
                        <a:pt x="18" y="11"/>
                      </a:lnTo>
                      <a:lnTo>
                        <a:pt x="25" y="9"/>
                      </a:lnTo>
                      <a:lnTo>
                        <a:pt x="31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3" name="Freeform 345">
                  <a:extLst>
                    <a:ext uri="{FF2B5EF4-FFF2-40B4-BE49-F238E27FC236}">
                      <a16:creationId xmlns:a16="http://schemas.microsoft.com/office/drawing/2014/main" id="{2FB5614F-31DE-2C48-AB43-016AD3516D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24"/>
                  <a:ext cx="223" cy="26"/>
                </a:xfrm>
                <a:custGeom>
                  <a:avLst/>
                  <a:gdLst>
                    <a:gd name="T0" fmla="*/ 0 w 223"/>
                    <a:gd name="T1" fmla="*/ 19 h 26"/>
                    <a:gd name="T2" fmla="*/ 0 w 223"/>
                    <a:gd name="T3" fmla="*/ 25 h 26"/>
                    <a:gd name="T4" fmla="*/ 222 w 223"/>
                    <a:gd name="T5" fmla="*/ 8 h 26"/>
                    <a:gd name="T6" fmla="*/ 222 w 223"/>
                    <a:gd name="T7" fmla="*/ 0 h 26"/>
                    <a:gd name="T8" fmla="*/ 0 w 223"/>
                    <a:gd name="T9" fmla="*/ 19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"/>
                    <a:gd name="T16" fmla="*/ 0 h 26"/>
                    <a:gd name="T17" fmla="*/ 223 w 223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" h="26">
                      <a:moveTo>
                        <a:pt x="0" y="19"/>
                      </a:moveTo>
                      <a:lnTo>
                        <a:pt x="0" y="25"/>
                      </a:lnTo>
                      <a:lnTo>
                        <a:pt x="222" y="8"/>
                      </a:lnTo>
                      <a:lnTo>
                        <a:pt x="222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4" name="Freeform 346">
                  <a:extLst>
                    <a:ext uri="{FF2B5EF4-FFF2-40B4-BE49-F238E27FC236}">
                      <a16:creationId xmlns:a16="http://schemas.microsoft.com/office/drawing/2014/main" id="{147D5459-EBD5-0346-814E-BB97B398823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2" y="3322"/>
                  <a:ext cx="26" cy="466"/>
                </a:xfrm>
                <a:custGeom>
                  <a:avLst/>
                  <a:gdLst>
                    <a:gd name="T0" fmla="*/ 0 w 26"/>
                    <a:gd name="T1" fmla="*/ 0 h 466"/>
                    <a:gd name="T2" fmla="*/ 4 w 26"/>
                    <a:gd name="T3" fmla="*/ 463 h 466"/>
                    <a:gd name="T4" fmla="*/ 10 w 26"/>
                    <a:gd name="T5" fmla="*/ 465 h 466"/>
                    <a:gd name="T6" fmla="*/ 16 w 26"/>
                    <a:gd name="T7" fmla="*/ 443 h 466"/>
                    <a:gd name="T8" fmla="*/ 10 w 26"/>
                    <a:gd name="T9" fmla="*/ 13 h 466"/>
                    <a:gd name="T10" fmla="*/ 25 w 26"/>
                    <a:gd name="T11" fmla="*/ 13 h 466"/>
                    <a:gd name="T12" fmla="*/ 25 w 26"/>
                    <a:gd name="T13" fmla="*/ 0 h 466"/>
                    <a:gd name="T14" fmla="*/ 0 w 26"/>
                    <a:gd name="T15" fmla="*/ 0 h 46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"/>
                    <a:gd name="T25" fmla="*/ 0 h 466"/>
                    <a:gd name="T26" fmla="*/ 26 w 26"/>
                    <a:gd name="T27" fmla="*/ 466 h 46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" h="466">
                      <a:moveTo>
                        <a:pt x="0" y="0"/>
                      </a:moveTo>
                      <a:lnTo>
                        <a:pt x="4" y="463"/>
                      </a:lnTo>
                      <a:lnTo>
                        <a:pt x="10" y="465"/>
                      </a:lnTo>
                      <a:lnTo>
                        <a:pt x="16" y="443"/>
                      </a:lnTo>
                      <a:lnTo>
                        <a:pt x="10" y="13"/>
                      </a:lnTo>
                      <a:lnTo>
                        <a:pt x="25" y="13"/>
                      </a:lnTo>
                      <a:lnTo>
                        <a:pt x="2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5" name="Freeform 347">
                  <a:extLst>
                    <a:ext uri="{FF2B5EF4-FFF2-40B4-BE49-F238E27FC236}">
                      <a16:creationId xmlns:a16="http://schemas.microsoft.com/office/drawing/2014/main" id="{04EC6203-0620-BF48-ADA1-F76C70D2962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1" y="3827"/>
                  <a:ext cx="51" cy="162"/>
                </a:xfrm>
                <a:custGeom>
                  <a:avLst/>
                  <a:gdLst>
                    <a:gd name="T0" fmla="*/ 2 w 51"/>
                    <a:gd name="T1" fmla="*/ 146 h 162"/>
                    <a:gd name="T2" fmla="*/ 4 w 51"/>
                    <a:gd name="T3" fmla="*/ 144 h 162"/>
                    <a:gd name="T4" fmla="*/ 8 w 51"/>
                    <a:gd name="T5" fmla="*/ 142 h 162"/>
                    <a:gd name="T6" fmla="*/ 11 w 51"/>
                    <a:gd name="T7" fmla="*/ 139 h 162"/>
                    <a:gd name="T8" fmla="*/ 17 w 51"/>
                    <a:gd name="T9" fmla="*/ 131 h 162"/>
                    <a:gd name="T10" fmla="*/ 21 w 51"/>
                    <a:gd name="T11" fmla="*/ 120 h 162"/>
                    <a:gd name="T12" fmla="*/ 25 w 51"/>
                    <a:gd name="T13" fmla="*/ 111 h 162"/>
                    <a:gd name="T14" fmla="*/ 29 w 51"/>
                    <a:gd name="T15" fmla="*/ 90 h 162"/>
                    <a:gd name="T16" fmla="*/ 31 w 51"/>
                    <a:gd name="T17" fmla="*/ 64 h 162"/>
                    <a:gd name="T18" fmla="*/ 33 w 51"/>
                    <a:gd name="T19" fmla="*/ 54 h 162"/>
                    <a:gd name="T20" fmla="*/ 33 w 51"/>
                    <a:gd name="T21" fmla="*/ 46 h 162"/>
                    <a:gd name="T22" fmla="*/ 34 w 51"/>
                    <a:gd name="T23" fmla="*/ 39 h 162"/>
                    <a:gd name="T24" fmla="*/ 34 w 51"/>
                    <a:gd name="T25" fmla="*/ 28 h 162"/>
                    <a:gd name="T26" fmla="*/ 36 w 51"/>
                    <a:gd name="T27" fmla="*/ 2 h 162"/>
                    <a:gd name="T28" fmla="*/ 48 w 51"/>
                    <a:gd name="T29" fmla="*/ 0 h 162"/>
                    <a:gd name="T30" fmla="*/ 50 w 51"/>
                    <a:gd name="T31" fmla="*/ 26 h 162"/>
                    <a:gd name="T32" fmla="*/ 48 w 51"/>
                    <a:gd name="T33" fmla="*/ 42 h 162"/>
                    <a:gd name="T34" fmla="*/ 48 w 51"/>
                    <a:gd name="T35" fmla="*/ 52 h 162"/>
                    <a:gd name="T36" fmla="*/ 46 w 51"/>
                    <a:gd name="T37" fmla="*/ 63 h 162"/>
                    <a:gd name="T38" fmla="*/ 44 w 51"/>
                    <a:gd name="T39" fmla="*/ 74 h 162"/>
                    <a:gd name="T40" fmla="*/ 42 w 51"/>
                    <a:gd name="T41" fmla="*/ 89 h 162"/>
                    <a:gd name="T42" fmla="*/ 40 w 51"/>
                    <a:gd name="T43" fmla="*/ 111 h 162"/>
                    <a:gd name="T44" fmla="*/ 33 w 51"/>
                    <a:gd name="T45" fmla="*/ 131 h 162"/>
                    <a:gd name="T46" fmla="*/ 27 w 51"/>
                    <a:gd name="T47" fmla="*/ 144 h 162"/>
                    <a:gd name="T48" fmla="*/ 19 w 51"/>
                    <a:gd name="T49" fmla="*/ 159 h 162"/>
                    <a:gd name="T50" fmla="*/ 17 w 51"/>
                    <a:gd name="T51" fmla="*/ 161 h 162"/>
                    <a:gd name="T52" fmla="*/ 11 w 51"/>
                    <a:gd name="T53" fmla="*/ 159 h 162"/>
                    <a:gd name="T54" fmla="*/ 2 w 51"/>
                    <a:gd name="T55" fmla="*/ 155 h 162"/>
                    <a:gd name="T56" fmla="*/ 0 w 51"/>
                    <a:gd name="T57" fmla="*/ 148 h 162"/>
                    <a:gd name="T58" fmla="*/ 2 w 51"/>
                    <a:gd name="T59" fmla="*/ 146 h 162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51"/>
                    <a:gd name="T91" fmla="*/ 0 h 162"/>
                    <a:gd name="T92" fmla="*/ 51 w 51"/>
                    <a:gd name="T93" fmla="*/ 162 h 162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51" h="162">
                      <a:moveTo>
                        <a:pt x="2" y="146"/>
                      </a:moveTo>
                      <a:lnTo>
                        <a:pt x="4" y="144"/>
                      </a:lnTo>
                      <a:lnTo>
                        <a:pt x="8" y="142"/>
                      </a:lnTo>
                      <a:lnTo>
                        <a:pt x="11" y="139"/>
                      </a:lnTo>
                      <a:lnTo>
                        <a:pt x="17" y="131"/>
                      </a:lnTo>
                      <a:lnTo>
                        <a:pt x="21" y="120"/>
                      </a:lnTo>
                      <a:lnTo>
                        <a:pt x="25" y="111"/>
                      </a:lnTo>
                      <a:lnTo>
                        <a:pt x="29" y="90"/>
                      </a:lnTo>
                      <a:lnTo>
                        <a:pt x="31" y="64"/>
                      </a:lnTo>
                      <a:lnTo>
                        <a:pt x="33" y="54"/>
                      </a:lnTo>
                      <a:lnTo>
                        <a:pt x="33" y="46"/>
                      </a:lnTo>
                      <a:lnTo>
                        <a:pt x="34" y="39"/>
                      </a:lnTo>
                      <a:lnTo>
                        <a:pt x="34" y="28"/>
                      </a:lnTo>
                      <a:lnTo>
                        <a:pt x="36" y="2"/>
                      </a:lnTo>
                      <a:lnTo>
                        <a:pt x="48" y="0"/>
                      </a:lnTo>
                      <a:lnTo>
                        <a:pt x="50" y="26"/>
                      </a:lnTo>
                      <a:lnTo>
                        <a:pt x="48" y="42"/>
                      </a:lnTo>
                      <a:lnTo>
                        <a:pt x="48" y="52"/>
                      </a:lnTo>
                      <a:lnTo>
                        <a:pt x="46" y="63"/>
                      </a:lnTo>
                      <a:lnTo>
                        <a:pt x="44" y="74"/>
                      </a:lnTo>
                      <a:lnTo>
                        <a:pt x="42" y="89"/>
                      </a:lnTo>
                      <a:lnTo>
                        <a:pt x="40" y="111"/>
                      </a:lnTo>
                      <a:lnTo>
                        <a:pt x="33" y="131"/>
                      </a:lnTo>
                      <a:lnTo>
                        <a:pt x="27" y="144"/>
                      </a:lnTo>
                      <a:lnTo>
                        <a:pt x="19" y="159"/>
                      </a:lnTo>
                      <a:lnTo>
                        <a:pt x="17" y="161"/>
                      </a:lnTo>
                      <a:lnTo>
                        <a:pt x="11" y="159"/>
                      </a:lnTo>
                      <a:lnTo>
                        <a:pt x="2" y="155"/>
                      </a:lnTo>
                      <a:lnTo>
                        <a:pt x="0" y="148"/>
                      </a:lnTo>
                      <a:lnTo>
                        <a:pt x="2" y="14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6" name="Freeform 348">
                  <a:extLst>
                    <a:ext uri="{FF2B5EF4-FFF2-40B4-BE49-F238E27FC236}">
                      <a16:creationId xmlns:a16="http://schemas.microsoft.com/office/drawing/2014/main" id="{4BA8EC6A-DD01-7147-A74E-F4E505C831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2"/>
                  <a:ext cx="51" cy="5"/>
                </a:xfrm>
                <a:custGeom>
                  <a:avLst/>
                  <a:gdLst>
                    <a:gd name="T0" fmla="*/ 0 w 51"/>
                    <a:gd name="T1" fmla="*/ 2 h 5"/>
                    <a:gd name="T2" fmla="*/ 25 w 51"/>
                    <a:gd name="T3" fmla="*/ 4 h 5"/>
                    <a:gd name="T4" fmla="*/ 50 w 51"/>
                    <a:gd name="T5" fmla="*/ 2 h 5"/>
                    <a:gd name="T6" fmla="*/ 21 w 51"/>
                    <a:gd name="T7" fmla="*/ 0 h 5"/>
                    <a:gd name="T8" fmla="*/ 0 w 51"/>
                    <a:gd name="T9" fmla="*/ 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5"/>
                    <a:gd name="T17" fmla="*/ 51 w 51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5">
                      <a:moveTo>
                        <a:pt x="0" y="2"/>
                      </a:moveTo>
                      <a:lnTo>
                        <a:pt x="25" y="4"/>
                      </a:lnTo>
                      <a:lnTo>
                        <a:pt x="50" y="2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87" name="Rectangle 349">
                  <a:extLst>
                    <a:ext uri="{FF2B5EF4-FFF2-40B4-BE49-F238E27FC236}">
                      <a16:creationId xmlns:a16="http://schemas.microsoft.com/office/drawing/2014/main" id="{E7C4D7C0-8145-C543-9104-EAF0D0E9A25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31"/>
                  <a:ext cx="1" cy="9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88" name="Oval 350">
                  <a:extLst>
                    <a:ext uri="{FF2B5EF4-FFF2-40B4-BE49-F238E27FC236}">
                      <a16:creationId xmlns:a16="http://schemas.microsoft.com/office/drawing/2014/main" id="{304621CB-3880-824A-97A7-6F71B584A8D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26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89" name="Freeform 351">
                  <a:extLst>
                    <a:ext uri="{FF2B5EF4-FFF2-40B4-BE49-F238E27FC236}">
                      <a16:creationId xmlns:a16="http://schemas.microsoft.com/office/drawing/2014/main" id="{E9745463-4530-944F-936A-90E445273E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69" y="3676"/>
                  <a:ext cx="15" cy="19"/>
                </a:xfrm>
                <a:custGeom>
                  <a:avLst/>
                  <a:gdLst>
                    <a:gd name="T0" fmla="*/ 4 w 15"/>
                    <a:gd name="T1" fmla="*/ 0 h 19"/>
                    <a:gd name="T2" fmla="*/ 0 w 15"/>
                    <a:gd name="T3" fmla="*/ 18 h 19"/>
                    <a:gd name="T4" fmla="*/ 11 w 15"/>
                    <a:gd name="T5" fmla="*/ 18 h 19"/>
                    <a:gd name="T6" fmla="*/ 14 w 15"/>
                    <a:gd name="T7" fmla="*/ 2 h 19"/>
                    <a:gd name="T8" fmla="*/ 4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9"/>
                    <a:gd name="T17" fmla="*/ 15 w 15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1" y="18"/>
                      </a:lnTo>
                      <a:lnTo>
                        <a:pt x="14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0" name="Freeform 352">
                  <a:extLst>
                    <a:ext uri="{FF2B5EF4-FFF2-40B4-BE49-F238E27FC236}">
                      <a16:creationId xmlns:a16="http://schemas.microsoft.com/office/drawing/2014/main" id="{899D8DAF-C127-BF4F-B0B4-53AACCB31E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38" y="3789"/>
                  <a:ext cx="19" cy="19"/>
                </a:xfrm>
                <a:custGeom>
                  <a:avLst/>
                  <a:gdLst>
                    <a:gd name="T0" fmla="*/ 4 w 19"/>
                    <a:gd name="T1" fmla="*/ 0 h 19"/>
                    <a:gd name="T2" fmla="*/ 0 w 19"/>
                    <a:gd name="T3" fmla="*/ 18 h 19"/>
                    <a:gd name="T4" fmla="*/ 12 w 19"/>
                    <a:gd name="T5" fmla="*/ 18 h 19"/>
                    <a:gd name="T6" fmla="*/ 18 w 19"/>
                    <a:gd name="T7" fmla="*/ 0 h 19"/>
                    <a:gd name="T8" fmla="*/ 4 w 19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19"/>
                    <a:gd name="T17" fmla="*/ 19 w 19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2" y="18"/>
                      </a:lnTo>
                      <a:lnTo>
                        <a:pt x="18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1" name="Freeform 353">
                  <a:extLst>
                    <a:ext uri="{FF2B5EF4-FFF2-40B4-BE49-F238E27FC236}">
                      <a16:creationId xmlns:a16="http://schemas.microsoft.com/office/drawing/2014/main" id="{06E93172-F04D-564A-978F-AD20B9CC58F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8" y="3613"/>
                  <a:ext cx="39" cy="226"/>
                </a:xfrm>
                <a:custGeom>
                  <a:avLst/>
                  <a:gdLst>
                    <a:gd name="T0" fmla="*/ 16 w 39"/>
                    <a:gd name="T1" fmla="*/ 1 h 226"/>
                    <a:gd name="T2" fmla="*/ 18 w 39"/>
                    <a:gd name="T3" fmla="*/ 18 h 226"/>
                    <a:gd name="T4" fmla="*/ 18 w 39"/>
                    <a:gd name="T5" fmla="*/ 32 h 226"/>
                    <a:gd name="T6" fmla="*/ 20 w 39"/>
                    <a:gd name="T7" fmla="*/ 38 h 226"/>
                    <a:gd name="T8" fmla="*/ 20 w 39"/>
                    <a:gd name="T9" fmla="*/ 46 h 226"/>
                    <a:gd name="T10" fmla="*/ 22 w 39"/>
                    <a:gd name="T11" fmla="*/ 58 h 226"/>
                    <a:gd name="T12" fmla="*/ 26 w 39"/>
                    <a:gd name="T13" fmla="*/ 78 h 226"/>
                    <a:gd name="T14" fmla="*/ 31 w 39"/>
                    <a:gd name="T15" fmla="*/ 99 h 226"/>
                    <a:gd name="T16" fmla="*/ 32 w 39"/>
                    <a:gd name="T17" fmla="*/ 121 h 226"/>
                    <a:gd name="T18" fmla="*/ 34 w 39"/>
                    <a:gd name="T19" fmla="*/ 142 h 226"/>
                    <a:gd name="T20" fmla="*/ 36 w 39"/>
                    <a:gd name="T21" fmla="*/ 155 h 226"/>
                    <a:gd name="T22" fmla="*/ 38 w 39"/>
                    <a:gd name="T23" fmla="*/ 168 h 226"/>
                    <a:gd name="T24" fmla="*/ 38 w 39"/>
                    <a:gd name="T25" fmla="*/ 180 h 226"/>
                    <a:gd name="T26" fmla="*/ 38 w 39"/>
                    <a:gd name="T27" fmla="*/ 199 h 226"/>
                    <a:gd name="T28" fmla="*/ 34 w 39"/>
                    <a:gd name="T29" fmla="*/ 214 h 226"/>
                    <a:gd name="T30" fmla="*/ 26 w 39"/>
                    <a:gd name="T31" fmla="*/ 223 h 226"/>
                    <a:gd name="T32" fmla="*/ 22 w 39"/>
                    <a:gd name="T33" fmla="*/ 225 h 226"/>
                    <a:gd name="T34" fmla="*/ 18 w 39"/>
                    <a:gd name="T35" fmla="*/ 225 h 226"/>
                    <a:gd name="T36" fmla="*/ 10 w 39"/>
                    <a:gd name="T37" fmla="*/ 219 h 226"/>
                    <a:gd name="T38" fmla="*/ 7 w 39"/>
                    <a:gd name="T39" fmla="*/ 214 h 226"/>
                    <a:gd name="T40" fmla="*/ 4 w 39"/>
                    <a:gd name="T41" fmla="*/ 210 h 226"/>
                    <a:gd name="T42" fmla="*/ 0 w 39"/>
                    <a:gd name="T43" fmla="*/ 206 h 226"/>
                    <a:gd name="T44" fmla="*/ 0 w 39"/>
                    <a:gd name="T45" fmla="*/ 203 h 226"/>
                    <a:gd name="T46" fmla="*/ 0 w 39"/>
                    <a:gd name="T47" fmla="*/ 201 h 226"/>
                    <a:gd name="T48" fmla="*/ 2 w 39"/>
                    <a:gd name="T49" fmla="*/ 199 h 226"/>
                    <a:gd name="T50" fmla="*/ 4 w 39"/>
                    <a:gd name="T51" fmla="*/ 199 h 226"/>
                    <a:gd name="T52" fmla="*/ 6 w 39"/>
                    <a:gd name="T53" fmla="*/ 201 h 226"/>
                    <a:gd name="T54" fmla="*/ 7 w 39"/>
                    <a:gd name="T55" fmla="*/ 204 h 226"/>
                    <a:gd name="T56" fmla="*/ 12 w 39"/>
                    <a:gd name="T57" fmla="*/ 212 h 226"/>
                    <a:gd name="T58" fmla="*/ 16 w 39"/>
                    <a:gd name="T59" fmla="*/ 214 h 226"/>
                    <a:gd name="T60" fmla="*/ 22 w 39"/>
                    <a:gd name="T61" fmla="*/ 214 h 226"/>
                    <a:gd name="T62" fmla="*/ 26 w 39"/>
                    <a:gd name="T63" fmla="*/ 212 h 226"/>
                    <a:gd name="T64" fmla="*/ 29 w 39"/>
                    <a:gd name="T65" fmla="*/ 208 h 226"/>
                    <a:gd name="T66" fmla="*/ 32 w 39"/>
                    <a:gd name="T67" fmla="*/ 199 h 226"/>
                    <a:gd name="T68" fmla="*/ 32 w 39"/>
                    <a:gd name="T69" fmla="*/ 186 h 226"/>
                    <a:gd name="T70" fmla="*/ 31 w 39"/>
                    <a:gd name="T71" fmla="*/ 176 h 226"/>
                    <a:gd name="T72" fmla="*/ 31 w 39"/>
                    <a:gd name="T73" fmla="*/ 166 h 226"/>
                    <a:gd name="T74" fmla="*/ 31 w 39"/>
                    <a:gd name="T75" fmla="*/ 148 h 226"/>
                    <a:gd name="T76" fmla="*/ 31 w 39"/>
                    <a:gd name="T77" fmla="*/ 153 h 226"/>
                    <a:gd name="T78" fmla="*/ 31 w 39"/>
                    <a:gd name="T79" fmla="*/ 148 h 226"/>
                    <a:gd name="T80" fmla="*/ 29 w 39"/>
                    <a:gd name="T81" fmla="*/ 137 h 226"/>
                    <a:gd name="T82" fmla="*/ 26 w 39"/>
                    <a:gd name="T83" fmla="*/ 115 h 226"/>
                    <a:gd name="T84" fmla="*/ 24 w 39"/>
                    <a:gd name="T85" fmla="*/ 97 h 226"/>
                    <a:gd name="T86" fmla="*/ 20 w 39"/>
                    <a:gd name="T87" fmla="*/ 77 h 226"/>
                    <a:gd name="T88" fmla="*/ 18 w 39"/>
                    <a:gd name="T89" fmla="*/ 54 h 226"/>
                    <a:gd name="T90" fmla="*/ 14 w 39"/>
                    <a:gd name="T91" fmla="*/ 36 h 226"/>
                    <a:gd name="T92" fmla="*/ 12 w 39"/>
                    <a:gd name="T93" fmla="*/ 26 h 226"/>
                    <a:gd name="T94" fmla="*/ 12 w 39"/>
                    <a:gd name="T95" fmla="*/ 18 h 226"/>
                    <a:gd name="T96" fmla="*/ 12 w 39"/>
                    <a:gd name="T97" fmla="*/ 7 h 226"/>
                    <a:gd name="T98" fmla="*/ 10 w 39"/>
                    <a:gd name="T99" fmla="*/ 1 h 226"/>
                    <a:gd name="T100" fmla="*/ 12 w 39"/>
                    <a:gd name="T101" fmla="*/ 0 h 226"/>
                    <a:gd name="T102" fmla="*/ 14 w 39"/>
                    <a:gd name="T103" fmla="*/ 0 h 226"/>
                    <a:gd name="T104" fmla="*/ 16 w 39"/>
                    <a:gd name="T105" fmla="*/ 0 h 226"/>
                    <a:gd name="T106" fmla="*/ 16 w 39"/>
                    <a:gd name="T107" fmla="*/ 1 h 22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9"/>
                    <a:gd name="T163" fmla="*/ 0 h 226"/>
                    <a:gd name="T164" fmla="*/ 39 w 39"/>
                    <a:gd name="T165" fmla="*/ 226 h 22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9" h="226">
                      <a:moveTo>
                        <a:pt x="16" y="1"/>
                      </a:moveTo>
                      <a:lnTo>
                        <a:pt x="18" y="18"/>
                      </a:lnTo>
                      <a:lnTo>
                        <a:pt x="18" y="32"/>
                      </a:lnTo>
                      <a:lnTo>
                        <a:pt x="20" y="38"/>
                      </a:lnTo>
                      <a:lnTo>
                        <a:pt x="20" y="46"/>
                      </a:lnTo>
                      <a:lnTo>
                        <a:pt x="22" y="58"/>
                      </a:lnTo>
                      <a:lnTo>
                        <a:pt x="26" y="78"/>
                      </a:lnTo>
                      <a:lnTo>
                        <a:pt x="31" y="99"/>
                      </a:lnTo>
                      <a:lnTo>
                        <a:pt x="32" y="121"/>
                      </a:lnTo>
                      <a:lnTo>
                        <a:pt x="34" y="142"/>
                      </a:lnTo>
                      <a:lnTo>
                        <a:pt x="36" y="155"/>
                      </a:lnTo>
                      <a:lnTo>
                        <a:pt x="38" y="168"/>
                      </a:lnTo>
                      <a:lnTo>
                        <a:pt x="38" y="180"/>
                      </a:lnTo>
                      <a:lnTo>
                        <a:pt x="38" y="199"/>
                      </a:lnTo>
                      <a:lnTo>
                        <a:pt x="34" y="214"/>
                      </a:lnTo>
                      <a:lnTo>
                        <a:pt x="26" y="223"/>
                      </a:lnTo>
                      <a:lnTo>
                        <a:pt x="22" y="225"/>
                      </a:lnTo>
                      <a:lnTo>
                        <a:pt x="18" y="225"/>
                      </a:lnTo>
                      <a:lnTo>
                        <a:pt x="10" y="219"/>
                      </a:lnTo>
                      <a:lnTo>
                        <a:pt x="7" y="214"/>
                      </a:lnTo>
                      <a:lnTo>
                        <a:pt x="4" y="210"/>
                      </a:lnTo>
                      <a:lnTo>
                        <a:pt x="0" y="206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99"/>
                      </a:lnTo>
                      <a:lnTo>
                        <a:pt x="4" y="199"/>
                      </a:lnTo>
                      <a:lnTo>
                        <a:pt x="6" y="201"/>
                      </a:lnTo>
                      <a:lnTo>
                        <a:pt x="7" y="204"/>
                      </a:lnTo>
                      <a:lnTo>
                        <a:pt x="12" y="212"/>
                      </a:lnTo>
                      <a:lnTo>
                        <a:pt x="16" y="214"/>
                      </a:lnTo>
                      <a:lnTo>
                        <a:pt x="22" y="214"/>
                      </a:lnTo>
                      <a:lnTo>
                        <a:pt x="26" y="212"/>
                      </a:lnTo>
                      <a:lnTo>
                        <a:pt x="29" y="208"/>
                      </a:lnTo>
                      <a:lnTo>
                        <a:pt x="32" y="199"/>
                      </a:lnTo>
                      <a:lnTo>
                        <a:pt x="32" y="186"/>
                      </a:lnTo>
                      <a:lnTo>
                        <a:pt x="31" y="176"/>
                      </a:lnTo>
                      <a:lnTo>
                        <a:pt x="31" y="166"/>
                      </a:lnTo>
                      <a:lnTo>
                        <a:pt x="31" y="148"/>
                      </a:lnTo>
                      <a:lnTo>
                        <a:pt x="31" y="153"/>
                      </a:lnTo>
                      <a:lnTo>
                        <a:pt x="31" y="148"/>
                      </a:lnTo>
                      <a:lnTo>
                        <a:pt x="29" y="137"/>
                      </a:lnTo>
                      <a:lnTo>
                        <a:pt x="26" y="115"/>
                      </a:lnTo>
                      <a:lnTo>
                        <a:pt x="24" y="97"/>
                      </a:lnTo>
                      <a:lnTo>
                        <a:pt x="20" y="77"/>
                      </a:lnTo>
                      <a:lnTo>
                        <a:pt x="18" y="54"/>
                      </a:lnTo>
                      <a:lnTo>
                        <a:pt x="14" y="36"/>
                      </a:lnTo>
                      <a:lnTo>
                        <a:pt x="12" y="26"/>
                      </a:lnTo>
                      <a:lnTo>
                        <a:pt x="12" y="18"/>
                      </a:lnTo>
                      <a:lnTo>
                        <a:pt x="12" y="7"/>
                      </a:lnTo>
                      <a:lnTo>
                        <a:pt x="10" y="1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2" name="Rectangle 354">
                  <a:extLst>
                    <a:ext uri="{FF2B5EF4-FFF2-40B4-BE49-F238E27FC236}">
                      <a16:creationId xmlns:a16="http://schemas.microsoft.com/office/drawing/2014/main" id="{3CA7C974-6374-AA4A-8F9D-D67BBD13CDE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06" y="3602"/>
                  <a:ext cx="2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093" name="Freeform 355">
                  <a:extLst>
                    <a:ext uri="{FF2B5EF4-FFF2-40B4-BE49-F238E27FC236}">
                      <a16:creationId xmlns:a16="http://schemas.microsoft.com/office/drawing/2014/main" id="{25240893-B449-5047-BE1C-8CA1E2ED48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6"/>
                  <a:ext cx="26" cy="59"/>
                </a:xfrm>
                <a:custGeom>
                  <a:avLst/>
                  <a:gdLst>
                    <a:gd name="T0" fmla="*/ 0 w 26"/>
                    <a:gd name="T1" fmla="*/ 0 h 59"/>
                    <a:gd name="T2" fmla="*/ 0 w 26"/>
                    <a:gd name="T3" fmla="*/ 54 h 59"/>
                    <a:gd name="T4" fmla="*/ 25 w 26"/>
                    <a:gd name="T5" fmla="*/ 58 h 59"/>
                    <a:gd name="T6" fmla="*/ 25 w 26"/>
                    <a:gd name="T7" fmla="*/ 2 h 59"/>
                    <a:gd name="T8" fmla="*/ 0 w 26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59"/>
                    <a:gd name="T17" fmla="*/ 26 w 26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59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25" y="58"/>
                      </a:lnTo>
                      <a:lnTo>
                        <a:pt x="25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4" name="Freeform 356">
                  <a:extLst>
                    <a:ext uri="{FF2B5EF4-FFF2-40B4-BE49-F238E27FC236}">
                      <a16:creationId xmlns:a16="http://schemas.microsoft.com/office/drawing/2014/main" id="{06FE5DFF-8954-0D4E-B5ED-D7EAE0A23F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15" y="3546"/>
                  <a:ext cx="23" cy="59"/>
                </a:xfrm>
                <a:custGeom>
                  <a:avLst/>
                  <a:gdLst>
                    <a:gd name="T0" fmla="*/ 0 w 23"/>
                    <a:gd name="T1" fmla="*/ 0 h 59"/>
                    <a:gd name="T2" fmla="*/ 0 w 23"/>
                    <a:gd name="T3" fmla="*/ 58 h 59"/>
                    <a:gd name="T4" fmla="*/ 22 w 23"/>
                    <a:gd name="T5" fmla="*/ 56 h 59"/>
                    <a:gd name="T6" fmla="*/ 22 w 23"/>
                    <a:gd name="T7" fmla="*/ 0 h 59"/>
                    <a:gd name="T8" fmla="*/ 0 w 23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59"/>
                    <a:gd name="T17" fmla="*/ 23 w 23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59">
                      <a:moveTo>
                        <a:pt x="0" y="0"/>
                      </a:moveTo>
                      <a:lnTo>
                        <a:pt x="0" y="58"/>
                      </a:lnTo>
                      <a:lnTo>
                        <a:pt x="22" y="56"/>
                      </a:lnTo>
                      <a:lnTo>
                        <a:pt x="2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5" name="Freeform 357">
                  <a:extLst>
                    <a:ext uri="{FF2B5EF4-FFF2-40B4-BE49-F238E27FC236}">
                      <a16:creationId xmlns:a16="http://schemas.microsoft.com/office/drawing/2014/main" id="{B39DB85E-D762-2D46-A960-46FF4FD93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13" y="3797"/>
                  <a:ext cx="209" cy="66"/>
                </a:xfrm>
                <a:custGeom>
                  <a:avLst/>
                  <a:gdLst>
                    <a:gd name="T0" fmla="*/ 0 w 209"/>
                    <a:gd name="T1" fmla="*/ 50 h 66"/>
                    <a:gd name="T2" fmla="*/ 0 w 209"/>
                    <a:gd name="T3" fmla="*/ 65 h 66"/>
                    <a:gd name="T4" fmla="*/ 208 w 209"/>
                    <a:gd name="T5" fmla="*/ 8 h 66"/>
                    <a:gd name="T6" fmla="*/ 208 w 209"/>
                    <a:gd name="T7" fmla="*/ 0 h 66"/>
                    <a:gd name="T8" fmla="*/ 0 w 209"/>
                    <a:gd name="T9" fmla="*/ 50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66"/>
                    <a:gd name="T17" fmla="*/ 209 w 209"/>
                    <a:gd name="T18" fmla="*/ 66 h 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66">
                      <a:moveTo>
                        <a:pt x="0" y="50"/>
                      </a:moveTo>
                      <a:lnTo>
                        <a:pt x="0" y="65"/>
                      </a:lnTo>
                      <a:lnTo>
                        <a:pt x="208" y="8"/>
                      </a:lnTo>
                      <a:lnTo>
                        <a:pt x="208" y="0"/>
                      </a:lnTo>
                      <a:lnTo>
                        <a:pt x="0" y="5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6" name="Freeform 358">
                  <a:extLst>
                    <a:ext uri="{FF2B5EF4-FFF2-40B4-BE49-F238E27FC236}">
                      <a16:creationId xmlns:a16="http://schemas.microsoft.com/office/drawing/2014/main" id="{5F9FC236-032C-E046-BE51-C4EEA657B71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49"/>
                  <a:ext cx="17" cy="13"/>
                </a:xfrm>
                <a:custGeom>
                  <a:avLst/>
                  <a:gdLst>
                    <a:gd name="T0" fmla="*/ 0 w 17"/>
                    <a:gd name="T1" fmla="*/ 2 h 13"/>
                    <a:gd name="T2" fmla="*/ 0 w 17"/>
                    <a:gd name="T3" fmla="*/ 12 h 13"/>
                    <a:gd name="T4" fmla="*/ 16 w 17"/>
                    <a:gd name="T5" fmla="*/ 10 h 13"/>
                    <a:gd name="T6" fmla="*/ 16 w 17"/>
                    <a:gd name="T7" fmla="*/ 0 h 13"/>
                    <a:gd name="T8" fmla="*/ 0 w 17"/>
                    <a:gd name="T9" fmla="*/ 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3"/>
                    <a:gd name="T17" fmla="*/ 17 w 1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3">
                      <a:moveTo>
                        <a:pt x="0" y="2"/>
                      </a:moveTo>
                      <a:lnTo>
                        <a:pt x="0" y="12"/>
                      </a:lnTo>
                      <a:lnTo>
                        <a:pt x="16" y="10"/>
                      </a:lnTo>
                      <a:lnTo>
                        <a:pt x="16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7" name="Freeform 359">
                  <a:extLst>
                    <a:ext uri="{FF2B5EF4-FFF2-40B4-BE49-F238E27FC236}">
                      <a16:creationId xmlns:a16="http://schemas.microsoft.com/office/drawing/2014/main" id="{BF2F9C6D-6777-C340-832D-BF2E7F1AD9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0" y="3786"/>
                  <a:ext cx="149" cy="84"/>
                </a:xfrm>
                <a:custGeom>
                  <a:avLst/>
                  <a:gdLst>
                    <a:gd name="T0" fmla="*/ 0 w 149"/>
                    <a:gd name="T1" fmla="*/ 0 h 84"/>
                    <a:gd name="T2" fmla="*/ 53 w 149"/>
                    <a:gd name="T3" fmla="*/ 64 h 84"/>
                    <a:gd name="T4" fmla="*/ 148 w 149"/>
                    <a:gd name="T5" fmla="*/ 83 h 84"/>
                    <a:gd name="T6" fmla="*/ 86 w 149"/>
                    <a:gd name="T7" fmla="*/ 13 h 84"/>
                    <a:gd name="T8" fmla="*/ 0 w 149"/>
                    <a:gd name="T9" fmla="*/ 0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9"/>
                    <a:gd name="T16" fmla="*/ 0 h 84"/>
                    <a:gd name="T17" fmla="*/ 149 w 14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9" h="84">
                      <a:moveTo>
                        <a:pt x="0" y="0"/>
                      </a:moveTo>
                      <a:lnTo>
                        <a:pt x="53" y="64"/>
                      </a:lnTo>
                      <a:lnTo>
                        <a:pt x="148" y="83"/>
                      </a:lnTo>
                      <a:lnTo>
                        <a:pt x="86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8" name="Freeform 360">
                  <a:extLst>
                    <a:ext uri="{FF2B5EF4-FFF2-40B4-BE49-F238E27FC236}">
                      <a16:creationId xmlns:a16="http://schemas.microsoft.com/office/drawing/2014/main" id="{A9329C30-528D-C345-8BC7-E4B72162553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27" y="3410"/>
                  <a:ext cx="87" cy="372"/>
                </a:xfrm>
                <a:custGeom>
                  <a:avLst/>
                  <a:gdLst>
                    <a:gd name="T0" fmla="*/ 0 w 87"/>
                    <a:gd name="T1" fmla="*/ 0 h 372"/>
                    <a:gd name="T2" fmla="*/ 0 w 87"/>
                    <a:gd name="T3" fmla="*/ 363 h 372"/>
                    <a:gd name="T4" fmla="*/ 51 w 87"/>
                    <a:gd name="T5" fmla="*/ 371 h 372"/>
                    <a:gd name="T6" fmla="*/ 86 w 87"/>
                    <a:gd name="T7" fmla="*/ 323 h 372"/>
                    <a:gd name="T8" fmla="*/ 86 w 87"/>
                    <a:gd name="T9" fmla="*/ 46 h 372"/>
                    <a:gd name="T10" fmla="*/ 37 w 87"/>
                    <a:gd name="T11" fmla="*/ 0 h 372"/>
                    <a:gd name="T12" fmla="*/ 0 w 87"/>
                    <a:gd name="T13" fmla="*/ 0 h 3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7"/>
                    <a:gd name="T22" fmla="*/ 0 h 372"/>
                    <a:gd name="T23" fmla="*/ 87 w 87"/>
                    <a:gd name="T24" fmla="*/ 372 h 3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7" h="372">
                      <a:moveTo>
                        <a:pt x="0" y="0"/>
                      </a:moveTo>
                      <a:lnTo>
                        <a:pt x="0" y="363"/>
                      </a:lnTo>
                      <a:lnTo>
                        <a:pt x="51" y="371"/>
                      </a:lnTo>
                      <a:lnTo>
                        <a:pt x="86" y="323"/>
                      </a:lnTo>
                      <a:lnTo>
                        <a:pt x="86" y="46"/>
                      </a:lnTo>
                      <a:lnTo>
                        <a:pt x="3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099" name="Freeform 361">
                  <a:extLst>
                    <a:ext uri="{FF2B5EF4-FFF2-40B4-BE49-F238E27FC236}">
                      <a16:creationId xmlns:a16="http://schemas.microsoft.com/office/drawing/2014/main" id="{6FB165EE-146C-3547-8E4B-73131D90421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8" y="3410"/>
                  <a:ext cx="68" cy="360"/>
                </a:xfrm>
                <a:custGeom>
                  <a:avLst/>
                  <a:gdLst>
                    <a:gd name="T0" fmla="*/ 29 w 68"/>
                    <a:gd name="T1" fmla="*/ 0 h 360"/>
                    <a:gd name="T2" fmla="*/ 0 w 68"/>
                    <a:gd name="T3" fmla="*/ 42 h 360"/>
                    <a:gd name="T4" fmla="*/ 2 w 68"/>
                    <a:gd name="T5" fmla="*/ 311 h 360"/>
                    <a:gd name="T6" fmla="*/ 36 w 68"/>
                    <a:gd name="T7" fmla="*/ 350 h 360"/>
                    <a:gd name="T8" fmla="*/ 67 w 68"/>
                    <a:gd name="T9" fmla="*/ 359 h 360"/>
                    <a:gd name="T10" fmla="*/ 67 w 68"/>
                    <a:gd name="T11" fmla="*/ 0 h 360"/>
                    <a:gd name="T12" fmla="*/ 29 w 68"/>
                    <a:gd name="T13" fmla="*/ 0 h 36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8"/>
                    <a:gd name="T22" fmla="*/ 0 h 360"/>
                    <a:gd name="T23" fmla="*/ 68 w 68"/>
                    <a:gd name="T24" fmla="*/ 360 h 36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8" h="360">
                      <a:moveTo>
                        <a:pt x="29" y="0"/>
                      </a:moveTo>
                      <a:lnTo>
                        <a:pt x="0" y="42"/>
                      </a:lnTo>
                      <a:lnTo>
                        <a:pt x="2" y="311"/>
                      </a:lnTo>
                      <a:lnTo>
                        <a:pt x="36" y="350"/>
                      </a:lnTo>
                      <a:lnTo>
                        <a:pt x="67" y="359"/>
                      </a:lnTo>
                      <a:lnTo>
                        <a:pt x="67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0" name="Freeform 362">
                  <a:extLst>
                    <a:ext uri="{FF2B5EF4-FFF2-40B4-BE49-F238E27FC236}">
                      <a16:creationId xmlns:a16="http://schemas.microsoft.com/office/drawing/2014/main" id="{069D41D5-E3AC-1946-A797-BB5022C5A5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19" y="3797"/>
                  <a:ext cx="188" cy="103"/>
                </a:xfrm>
                <a:custGeom>
                  <a:avLst/>
                  <a:gdLst>
                    <a:gd name="T0" fmla="*/ 0 w 188"/>
                    <a:gd name="T1" fmla="*/ 0 h 103"/>
                    <a:gd name="T2" fmla="*/ 61 w 188"/>
                    <a:gd name="T3" fmla="*/ 73 h 103"/>
                    <a:gd name="T4" fmla="*/ 187 w 188"/>
                    <a:gd name="T5" fmla="*/ 102 h 103"/>
                    <a:gd name="T6" fmla="*/ 108 w 188"/>
                    <a:gd name="T7" fmla="*/ 18 h 103"/>
                    <a:gd name="T8" fmla="*/ 0 w 188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8"/>
                    <a:gd name="T16" fmla="*/ 0 h 103"/>
                    <a:gd name="T17" fmla="*/ 188 w 188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8" h="103">
                      <a:moveTo>
                        <a:pt x="0" y="0"/>
                      </a:moveTo>
                      <a:lnTo>
                        <a:pt x="61" y="73"/>
                      </a:lnTo>
                      <a:lnTo>
                        <a:pt x="187" y="102"/>
                      </a:lnTo>
                      <a:lnTo>
                        <a:pt x="10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1" name="Freeform 363">
                  <a:extLst>
                    <a:ext uri="{FF2B5EF4-FFF2-40B4-BE49-F238E27FC236}">
                      <a16:creationId xmlns:a16="http://schemas.microsoft.com/office/drawing/2014/main" id="{AE306179-5238-C24E-9C45-1D831FB41E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78"/>
                  <a:ext cx="166" cy="29"/>
                </a:xfrm>
                <a:custGeom>
                  <a:avLst/>
                  <a:gdLst>
                    <a:gd name="T0" fmla="*/ 0 w 166"/>
                    <a:gd name="T1" fmla="*/ 0 h 29"/>
                    <a:gd name="T2" fmla="*/ 0 w 166"/>
                    <a:gd name="T3" fmla="*/ 7 h 29"/>
                    <a:gd name="T4" fmla="*/ 134 w 166"/>
                    <a:gd name="T5" fmla="*/ 28 h 29"/>
                    <a:gd name="T6" fmla="*/ 165 w 166"/>
                    <a:gd name="T7" fmla="*/ 26 h 29"/>
                    <a:gd name="T8" fmla="*/ 0 w 166"/>
                    <a:gd name="T9" fmla="*/ 0 h 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6"/>
                    <a:gd name="T16" fmla="*/ 0 h 29"/>
                    <a:gd name="T17" fmla="*/ 166 w 166"/>
                    <a:gd name="T18" fmla="*/ 29 h 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6" h="29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34" y="28"/>
                      </a:lnTo>
                      <a:lnTo>
                        <a:pt x="165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2" name="Freeform 364">
                  <a:extLst>
                    <a:ext uri="{FF2B5EF4-FFF2-40B4-BE49-F238E27FC236}">
                      <a16:creationId xmlns:a16="http://schemas.microsoft.com/office/drawing/2014/main" id="{A2B92321-B662-6848-9C7C-C788643FBD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01"/>
                  <a:ext cx="350" cy="44"/>
                </a:xfrm>
                <a:custGeom>
                  <a:avLst/>
                  <a:gdLst>
                    <a:gd name="T0" fmla="*/ 187 w 350"/>
                    <a:gd name="T1" fmla="*/ 0 h 44"/>
                    <a:gd name="T2" fmla="*/ 0 w 350"/>
                    <a:gd name="T3" fmla="*/ 12 h 44"/>
                    <a:gd name="T4" fmla="*/ 246 w 350"/>
                    <a:gd name="T5" fmla="*/ 43 h 44"/>
                    <a:gd name="T6" fmla="*/ 322 w 350"/>
                    <a:gd name="T7" fmla="*/ 39 h 44"/>
                    <a:gd name="T8" fmla="*/ 328 w 350"/>
                    <a:gd name="T9" fmla="*/ 24 h 44"/>
                    <a:gd name="T10" fmla="*/ 349 w 350"/>
                    <a:gd name="T11" fmla="*/ 19 h 44"/>
                    <a:gd name="T12" fmla="*/ 187 w 350"/>
                    <a:gd name="T13" fmla="*/ 0 h 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50"/>
                    <a:gd name="T22" fmla="*/ 0 h 44"/>
                    <a:gd name="T23" fmla="*/ 350 w 350"/>
                    <a:gd name="T24" fmla="*/ 44 h 4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50" h="44">
                      <a:moveTo>
                        <a:pt x="187" y="0"/>
                      </a:moveTo>
                      <a:lnTo>
                        <a:pt x="0" y="12"/>
                      </a:lnTo>
                      <a:lnTo>
                        <a:pt x="246" y="43"/>
                      </a:lnTo>
                      <a:lnTo>
                        <a:pt x="322" y="39"/>
                      </a:lnTo>
                      <a:lnTo>
                        <a:pt x="328" y="24"/>
                      </a:lnTo>
                      <a:lnTo>
                        <a:pt x="349" y="19"/>
                      </a:lnTo>
                      <a:lnTo>
                        <a:pt x="18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3" name="Freeform 365">
                  <a:extLst>
                    <a:ext uri="{FF2B5EF4-FFF2-40B4-BE49-F238E27FC236}">
                      <a16:creationId xmlns:a16="http://schemas.microsoft.com/office/drawing/2014/main" id="{30F38C8A-53F4-C141-BE22-36B89B999A2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12"/>
                  <a:ext cx="244" cy="74"/>
                </a:xfrm>
                <a:custGeom>
                  <a:avLst/>
                  <a:gdLst>
                    <a:gd name="T0" fmla="*/ 0 w 244"/>
                    <a:gd name="T1" fmla="*/ 0 h 74"/>
                    <a:gd name="T2" fmla="*/ 2 w 244"/>
                    <a:gd name="T3" fmla="*/ 37 h 74"/>
                    <a:gd name="T4" fmla="*/ 243 w 244"/>
                    <a:gd name="T5" fmla="*/ 73 h 74"/>
                    <a:gd name="T6" fmla="*/ 243 w 244"/>
                    <a:gd name="T7" fmla="*/ 31 h 74"/>
                    <a:gd name="T8" fmla="*/ 0 w 244"/>
                    <a:gd name="T9" fmla="*/ 0 h 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74"/>
                    <a:gd name="T17" fmla="*/ 244 w 244"/>
                    <a:gd name="T18" fmla="*/ 74 h 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74">
                      <a:moveTo>
                        <a:pt x="0" y="0"/>
                      </a:moveTo>
                      <a:lnTo>
                        <a:pt x="2" y="37"/>
                      </a:lnTo>
                      <a:lnTo>
                        <a:pt x="243" y="73"/>
                      </a:lnTo>
                      <a:lnTo>
                        <a:pt x="243" y="3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4" name="Freeform 366">
                  <a:extLst>
                    <a:ext uri="{FF2B5EF4-FFF2-40B4-BE49-F238E27FC236}">
                      <a16:creationId xmlns:a16="http://schemas.microsoft.com/office/drawing/2014/main" id="{9E268ED8-C91E-724C-94EE-D51D3AD5E2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862"/>
                  <a:ext cx="156" cy="76"/>
                </a:xfrm>
                <a:custGeom>
                  <a:avLst/>
                  <a:gdLst>
                    <a:gd name="T0" fmla="*/ 0 w 156"/>
                    <a:gd name="T1" fmla="*/ 0 h 76"/>
                    <a:gd name="T2" fmla="*/ 31 w 156"/>
                    <a:gd name="T3" fmla="*/ 58 h 76"/>
                    <a:gd name="T4" fmla="*/ 58 w 156"/>
                    <a:gd name="T5" fmla="*/ 64 h 76"/>
                    <a:gd name="T6" fmla="*/ 40 w 156"/>
                    <a:gd name="T7" fmla="*/ 27 h 76"/>
                    <a:gd name="T8" fmla="*/ 64 w 156"/>
                    <a:gd name="T9" fmla="*/ 32 h 76"/>
                    <a:gd name="T10" fmla="*/ 80 w 156"/>
                    <a:gd name="T11" fmla="*/ 69 h 76"/>
                    <a:gd name="T12" fmla="*/ 105 w 156"/>
                    <a:gd name="T13" fmla="*/ 75 h 76"/>
                    <a:gd name="T14" fmla="*/ 112 w 156"/>
                    <a:gd name="T15" fmla="*/ 73 h 76"/>
                    <a:gd name="T16" fmla="*/ 99 w 156"/>
                    <a:gd name="T17" fmla="*/ 36 h 76"/>
                    <a:gd name="T18" fmla="*/ 122 w 156"/>
                    <a:gd name="T19" fmla="*/ 40 h 76"/>
                    <a:gd name="T20" fmla="*/ 135 w 156"/>
                    <a:gd name="T21" fmla="*/ 69 h 76"/>
                    <a:gd name="T22" fmla="*/ 155 w 156"/>
                    <a:gd name="T23" fmla="*/ 67 h 76"/>
                    <a:gd name="T24" fmla="*/ 149 w 156"/>
                    <a:gd name="T25" fmla="*/ 22 h 76"/>
                    <a:gd name="T26" fmla="*/ 0 w 156"/>
                    <a:gd name="T27" fmla="*/ 0 h 7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56"/>
                    <a:gd name="T43" fmla="*/ 0 h 76"/>
                    <a:gd name="T44" fmla="*/ 156 w 156"/>
                    <a:gd name="T45" fmla="*/ 76 h 7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56" h="76">
                      <a:moveTo>
                        <a:pt x="0" y="0"/>
                      </a:moveTo>
                      <a:lnTo>
                        <a:pt x="31" y="58"/>
                      </a:lnTo>
                      <a:lnTo>
                        <a:pt x="58" y="64"/>
                      </a:lnTo>
                      <a:lnTo>
                        <a:pt x="40" y="27"/>
                      </a:lnTo>
                      <a:lnTo>
                        <a:pt x="64" y="32"/>
                      </a:lnTo>
                      <a:lnTo>
                        <a:pt x="80" y="69"/>
                      </a:lnTo>
                      <a:lnTo>
                        <a:pt x="105" y="75"/>
                      </a:lnTo>
                      <a:lnTo>
                        <a:pt x="112" y="73"/>
                      </a:lnTo>
                      <a:lnTo>
                        <a:pt x="99" y="36"/>
                      </a:lnTo>
                      <a:lnTo>
                        <a:pt x="122" y="40"/>
                      </a:lnTo>
                      <a:lnTo>
                        <a:pt x="135" y="69"/>
                      </a:lnTo>
                      <a:lnTo>
                        <a:pt x="155" y="67"/>
                      </a:lnTo>
                      <a:lnTo>
                        <a:pt x="149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5" name="Freeform 367">
                  <a:extLst>
                    <a:ext uri="{FF2B5EF4-FFF2-40B4-BE49-F238E27FC236}">
                      <a16:creationId xmlns:a16="http://schemas.microsoft.com/office/drawing/2014/main" id="{C007F71F-3C46-E448-B465-3D9A86E6B28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43" y="3874"/>
                  <a:ext cx="124" cy="58"/>
                </a:xfrm>
                <a:custGeom>
                  <a:avLst/>
                  <a:gdLst>
                    <a:gd name="T0" fmla="*/ 0 w 124"/>
                    <a:gd name="T1" fmla="*/ 13 h 58"/>
                    <a:gd name="T2" fmla="*/ 6 w 124"/>
                    <a:gd name="T3" fmla="*/ 57 h 58"/>
                    <a:gd name="T4" fmla="*/ 123 w 124"/>
                    <a:gd name="T5" fmla="*/ 37 h 58"/>
                    <a:gd name="T6" fmla="*/ 123 w 124"/>
                    <a:gd name="T7" fmla="*/ 0 h 58"/>
                    <a:gd name="T8" fmla="*/ 15 w 124"/>
                    <a:gd name="T9" fmla="*/ 15 h 58"/>
                    <a:gd name="T10" fmla="*/ 0 w 124"/>
                    <a:gd name="T11" fmla="*/ 13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58"/>
                    <a:gd name="T20" fmla="*/ 124 w 124"/>
                    <a:gd name="T21" fmla="*/ 58 h 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58">
                      <a:moveTo>
                        <a:pt x="0" y="13"/>
                      </a:moveTo>
                      <a:lnTo>
                        <a:pt x="6" y="57"/>
                      </a:lnTo>
                      <a:lnTo>
                        <a:pt x="123" y="37"/>
                      </a:lnTo>
                      <a:lnTo>
                        <a:pt x="123" y="0"/>
                      </a:lnTo>
                      <a:lnTo>
                        <a:pt x="15" y="15"/>
                      </a:lnTo>
                      <a:lnTo>
                        <a:pt x="0" y="13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6" name="Freeform 368">
                  <a:extLst>
                    <a:ext uri="{FF2B5EF4-FFF2-40B4-BE49-F238E27FC236}">
                      <a16:creationId xmlns:a16="http://schemas.microsoft.com/office/drawing/2014/main" id="{F4B07E4C-CA66-844E-84BD-E2D42CC72E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93" y="4043"/>
                  <a:ext cx="413" cy="157"/>
                </a:xfrm>
                <a:custGeom>
                  <a:avLst/>
                  <a:gdLst>
                    <a:gd name="T0" fmla="*/ 0 w 413"/>
                    <a:gd name="T1" fmla="*/ 0 h 157"/>
                    <a:gd name="T2" fmla="*/ 0 w 413"/>
                    <a:gd name="T3" fmla="*/ 43 h 157"/>
                    <a:gd name="T4" fmla="*/ 412 w 413"/>
                    <a:gd name="T5" fmla="*/ 156 h 157"/>
                    <a:gd name="T6" fmla="*/ 412 w 413"/>
                    <a:gd name="T7" fmla="*/ 105 h 157"/>
                    <a:gd name="T8" fmla="*/ 409 w 413"/>
                    <a:gd name="T9" fmla="*/ 105 h 157"/>
                    <a:gd name="T10" fmla="*/ 0 w 413"/>
                    <a:gd name="T11" fmla="*/ 0 h 1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3"/>
                    <a:gd name="T19" fmla="*/ 0 h 157"/>
                    <a:gd name="T20" fmla="*/ 413 w 413"/>
                    <a:gd name="T21" fmla="*/ 157 h 1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3" h="157">
                      <a:moveTo>
                        <a:pt x="0" y="0"/>
                      </a:moveTo>
                      <a:lnTo>
                        <a:pt x="0" y="43"/>
                      </a:lnTo>
                      <a:lnTo>
                        <a:pt x="412" y="156"/>
                      </a:lnTo>
                      <a:lnTo>
                        <a:pt x="412" y="105"/>
                      </a:lnTo>
                      <a:lnTo>
                        <a:pt x="409" y="10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7" name="Freeform 369">
                  <a:extLst>
                    <a:ext uri="{FF2B5EF4-FFF2-40B4-BE49-F238E27FC236}">
                      <a16:creationId xmlns:a16="http://schemas.microsoft.com/office/drawing/2014/main" id="{87E51C06-B548-DB48-800F-DC94D00155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4" y="4141"/>
                  <a:ext cx="14" cy="52"/>
                </a:xfrm>
                <a:custGeom>
                  <a:avLst/>
                  <a:gdLst>
                    <a:gd name="T0" fmla="*/ 0 w 14"/>
                    <a:gd name="T1" fmla="*/ 0 h 52"/>
                    <a:gd name="T2" fmla="*/ 0 w 14"/>
                    <a:gd name="T3" fmla="*/ 47 h 52"/>
                    <a:gd name="T4" fmla="*/ 13 w 14"/>
                    <a:gd name="T5" fmla="*/ 51 h 52"/>
                    <a:gd name="T6" fmla="*/ 13 w 14"/>
                    <a:gd name="T7" fmla="*/ 3 h 52"/>
                    <a:gd name="T8" fmla="*/ 0 w 14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52"/>
                    <a:gd name="T17" fmla="*/ 14 w 14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52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13" y="51"/>
                      </a:lnTo>
                      <a:lnTo>
                        <a:pt x="13" y="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8" name="Freeform 370">
                  <a:extLst>
                    <a:ext uri="{FF2B5EF4-FFF2-40B4-BE49-F238E27FC236}">
                      <a16:creationId xmlns:a16="http://schemas.microsoft.com/office/drawing/2014/main" id="{36A0B95A-7E7C-CD45-B1F3-9247E6AC8C8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7" y="4090"/>
                  <a:ext cx="53" cy="29"/>
                </a:xfrm>
                <a:custGeom>
                  <a:avLst/>
                  <a:gdLst>
                    <a:gd name="T0" fmla="*/ 0 w 53"/>
                    <a:gd name="T1" fmla="*/ 4 h 29"/>
                    <a:gd name="T2" fmla="*/ 0 w 53"/>
                    <a:gd name="T3" fmla="*/ 28 h 29"/>
                    <a:gd name="T4" fmla="*/ 52 w 53"/>
                    <a:gd name="T5" fmla="*/ 20 h 29"/>
                    <a:gd name="T6" fmla="*/ 52 w 53"/>
                    <a:gd name="T7" fmla="*/ 2 h 29"/>
                    <a:gd name="T8" fmla="*/ 30 w 53"/>
                    <a:gd name="T9" fmla="*/ 0 h 29"/>
                    <a:gd name="T10" fmla="*/ 0 w 53"/>
                    <a:gd name="T11" fmla="*/ 4 h 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29"/>
                    <a:gd name="T20" fmla="*/ 53 w 53"/>
                    <a:gd name="T21" fmla="*/ 29 h 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29">
                      <a:moveTo>
                        <a:pt x="0" y="4"/>
                      </a:moveTo>
                      <a:lnTo>
                        <a:pt x="0" y="28"/>
                      </a:lnTo>
                      <a:lnTo>
                        <a:pt x="52" y="20"/>
                      </a:lnTo>
                      <a:lnTo>
                        <a:pt x="52" y="2"/>
                      </a:lnTo>
                      <a:lnTo>
                        <a:pt x="3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09" name="Freeform 371">
                  <a:extLst>
                    <a:ext uri="{FF2B5EF4-FFF2-40B4-BE49-F238E27FC236}">
                      <a16:creationId xmlns:a16="http://schemas.microsoft.com/office/drawing/2014/main" id="{600F239E-B3B5-0740-BBA0-77CB769886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68" y="3856"/>
                  <a:ext cx="436" cy="277"/>
                </a:xfrm>
                <a:custGeom>
                  <a:avLst/>
                  <a:gdLst>
                    <a:gd name="T0" fmla="*/ 2 w 436"/>
                    <a:gd name="T1" fmla="*/ 0 h 277"/>
                    <a:gd name="T2" fmla="*/ 0 w 436"/>
                    <a:gd name="T3" fmla="*/ 170 h 277"/>
                    <a:gd name="T4" fmla="*/ 435 w 436"/>
                    <a:gd name="T5" fmla="*/ 276 h 277"/>
                    <a:gd name="T6" fmla="*/ 435 w 436"/>
                    <a:gd name="T7" fmla="*/ 259 h 277"/>
                    <a:gd name="T8" fmla="*/ 431 w 436"/>
                    <a:gd name="T9" fmla="*/ 259 h 277"/>
                    <a:gd name="T10" fmla="*/ 431 w 436"/>
                    <a:gd name="T11" fmla="*/ 240 h 277"/>
                    <a:gd name="T12" fmla="*/ 365 w 436"/>
                    <a:gd name="T13" fmla="*/ 228 h 277"/>
                    <a:gd name="T14" fmla="*/ 367 w 436"/>
                    <a:gd name="T15" fmla="*/ 196 h 277"/>
                    <a:gd name="T16" fmla="*/ 431 w 436"/>
                    <a:gd name="T17" fmla="*/ 206 h 277"/>
                    <a:gd name="T18" fmla="*/ 431 w 436"/>
                    <a:gd name="T19" fmla="*/ 94 h 277"/>
                    <a:gd name="T20" fmla="*/ 2 w 436"/>
                    <a:gd name="T21" fmla="*/ 0 h 27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36"/>
                    <a:gd name="T34" fmla="*/ 0 h 277"/>
                    <a:gd name="T35" fmla="*/ 436 w 436"/>
                    <a:gd name="T36" fmla="*/ 277 h 27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36" h="277">
                      <a:moveTo>
                        <a:pt x="2" y="0"/>
                      </a:moveTo>
                      <a:lnTo>
                        <a:pt x="0" y="170"/>
                      </a:lnTo>
                      <a:lnTo>
                        <a:pt x="435" y="276"/>
                      </a:lnTo>
                      <a:lnTo>
                        <a:pt x="435" y="259"/>
                      </a:lnTo>
                      <a:lnTo>
                        <a:pt x="431" y="259"/>
                      </a:lnTo>
                      <a:lnTo>
                        <a:pt x="431" y="240"/>
                      </a:lnTo>
                      <a:lnTo>
                        <a:pt x="365" y="228"/>
                      </a:lnTo>
                      <a:lnTo>
                        <a:pt x="367" y="196"/>
                      </a:lnTo>
                      <a:lnTo>
                        <a:pt x="431" y="206"/>
                      </a:lnTo>
                      <a:lnTo>
                        <a:pt x="431" y="9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0" name="Freeform 372">
                  <a:extLst>
                    <a:ext uri="{FF2B5EF4-FFF2-40B4-BE49-F238E27FC236}">
                      <a16:creationId xmlns:a16="http://schemas.microsoft.com/office/drawing/2014/main" id="{8FA5579B-4B02-9444-9746-7BE03E8C43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4058"/>
                  <a:ext cx="18" cy="59"/>
                </a:xfrm>
                <a:custGeom>
                  <a:avLst/>
                  <a:gdLst>
                    <a:gd name="T0" fmla="*/ 11 w 18"/>
                    <a:gd name="T1" fmla="*/ 0 h 59"/>
                    <a:gd name="T2" fmla="*/ 0 w 18"/>
                    <a:gd name="T3" fmla="*/ 12 h 59"/>
                    <a:gd name="T4" fmla="*/ 3 w 18"/>
                    <a:gd name="T5" fmla="*/ 58 h 59"/>
                    <a:gd name="T6" fmla="*/ 17 w 18"/>
                    <a:gd name="T7" fmla="*/ 49 h 59"/>
                    <a:gd name="T8" fmla="*/ 11 w 18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59"/>
                    <a:gd name="T17" fmla="*/ 18 w 18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59">
                      <a:moveTo>
                        <a:pt x="11" y="0"/>
                      </a:moveTo>
                      <a:lnTo>
                        <a:pt x="0" y="12"/>
                      </a:lnTo>
                      <a:lnTo>
                        <a:pt x="3" y="58"/>
                      </a:lnTo>
                      <a:lnTo>
                        <a:pt x="17" y="49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1" name="Freeform 373">
                  <a:extLst>
                    <a:ext uri="{FF2B5EF4-FFF2-40B4-BE49-F238E27FC236}">
                      <a16:creationId xmlns:a16="http://schemas.microsoft.com/office/drawing/2014/main" id="{B3070372-1927-E84B-B3D5-B6A1337D30D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6" y="4107"/>
                  <a:ext cx="147" cy="21"/>
                </a:xfrm>
                <a:custGeom>
                  <a:avLst/>
                  <a:gdLst>
                    <a:gd name="T0" fmla="*/ 14 w 147"/>
                    <a:gd name="T1" fmla="*/ 0 h 21"/>
                    <a:gd name="T2" fmla="*/ 0 w 147"/>
                    <a:gd name="T3" fmla="*/ 9 h 21"/>
                    <a:gd name="T4" fmla="*/ 137 w 147"/>
                    <a:gd name="T5" fmla="*/ 20 h 21"/>
                    <a:gd name="T6" fmla="*/ 146 w 147"/>
                    <a:gd name="T7" fmla="*/ 9 h 21"/>
                    <a:gd name="T8" fmla="*/ 14 w 147"/>
                    <a:gd name="T9" fmla="*/ 0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21"/>
                    <a:gd name="T17" fmla="*/ 147 w 147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21">
                      <a:moveTo>
                        <a:pt x="14" y="0"/>
                      </a:moveTo>
                      <a:lnTo>
                        <a:pt x="0" y="9"/>
                      </a:lnTo>
                      <a:lnTo>
                        <a:pt x="137" y="20"/>
                      </a:lnTo>
                      <a:lnTo>
                        <a:pt x="146" y="9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2" name="Freeform 374">
                  <a:extLst>
                    <a:ext uri="{FF2B5EF4-FFF2-40B4-BE49-F238E27FC236}">
                      <a16:creationId xmlns:a16="http://schemas.microsoft.com/office/drawing/2014/main" id="{90ED940B-7DB8-AD47-B00E-5C0F26395F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90" y="4079"/>
                  <a:ext cx="172" cy="38"/>
                </a:xfrm>
                <a:custGeom>
                  <a:avLst/>
                  <a:gdLst>
                    <a:gd name="T0" fmla="*/ 0 w 172"/>
                    <a:gd name="T1" fmla="*/ 26 h 38"/>
                    <a:gd name="T2" fmla="*/ 134 w 172"/>
                    <a:gd name="T3" fmla="*/ 37 h 38"/>
                    <a:gd name="T4" fmla="*/ 171 w 172"/>
                    <a:gd name="T5" fmla="*/ 0 h 38"/>
                    <a:gd name="T6" fmla="*/ 0 w 172"/>
                    <a:gd name="T7" fmla="*/ 26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72"/>
                    <a:gd name="T13" fmla="*/ 0 h 38"/>
                    <a:gd name="T14" fmla="*/ 172 w 172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72" h="38">
                      <a:moveTo>
                        <a:pt x="0" y="26"/>
                      </a:moveTo>
                      <a:lnTo>
                        <a:pt x="134" y="37"/>
                      </a:lnTo>
                      <a:lnTo>
                        <a:pt x="17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3" name="Freeform 375">
                  <a:extLst>
                    <a:ext uri="{FF2B5EF4-FFF2-40B4-BE49-F238E27FC236}">
                      <a16:creationId xmlns:a16="http://schemas.microsoft.com/office/drawing/2014/main" id="{DA956C66-7E8E-1242-9ECB-F6F9E2ADF9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6"/>
                  <a:ext cx="12" cy="20"/>
                </a:xfrm>
                <a:custGeom>
                  <a:avLst/>
                  <a:gdLst>
                    <a:gd name="T0" fmla="*/ 0 w 12"/>
                    <a:gd name="T1" fmla="*/ 1 h 20"/>
                    <a:gd name="T2" fmla="*/ 0 w 12"/>
                    <a:gd name="T3" fmla="*/ 19 h 20"/>
                    <a:gd name="T4" fmla="*/ 11 w 12"/>
                    <a:gd name="T5" fmla="*/ 15 h 20"/>
                    <a:gd name="T6" fmla="*/ 11 w 12"/>
                    <a:gd name="T7" fmla="*/ 0 h 20"/>
                    <a:gd name="T8" fmla="*/ 0 w 12"/>
                    <a:gd name="T9" fmla="*/ 1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0"/>
                    <a:gd name="T17" fmla="*/ 12 w 12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0">
                      <a:moveTo>
                        <a:pt x="0" y="1"/>
                      </a:moveTo>
                      <a:lnTo>
                        <a:pt x="0" y="19"/>
                      </a:lnTo>
                      <a:lnTo>
                        <a:pt x="11" y="15"/>
                      </a:lnTo>
                      <a:lnTo>
                        <a:pt x="11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4" name="Freeform 376">
                  <a:extLst>
                    <a:ext uri="{FF2B5EF4-FFF2-40B4-BE49-F238E27FC236}">
                      <a16:creationId xmlns:a16="http://schemas.microsoft.com/office/drawing/2014/main" id="{6A480022-D0AA-6146-9F74-06638AC929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3"/>
                  <a:ext cx="151" cy="87"/>
                </a:xfrm>
                <a:custGeom>
                  <a:avLst/>
                  <a:gdLst>
                    <a:gd name="T0" fmla="*/ 13 w 151"/>
                    <a:gd name="T1" fmla="*/ 18 h 87"/>
                    <a:gd name="T2" fmla="*/ 0 w 151"/>
                    <a:gd name="T3" fmla="*/ 20 h 87"/>
                    <a:gd name="T4" fmla="*/ 0 w 151"/>
                    <a:gd name="T5" fmla="*/ 36 h 87"/>
                    <a:gd name="T6" fmla="*/ 3 w 151"/>
                    <a:gd name="T7" fmla="*/ 36 h 87"/>
                    <a:gd name="T8" fmla="*/ 3 w 151"/>
                    <a:gd name="T9" fmla="*/ 86 h 87"/>
                    <a:gd name="T10" fmla="*/ 150 w 151"/>
                    <a:gd name="T11" fmla="*/ 52 h 87"/>
                    <a:gd name="T12" fmla="*/ 54 w 151"/>
                    <a:gd name="T13" fmla="*/ 46 h 87"/>
                    <a:gd name="T14" fmla="*/ 33 w 151"/>
                    <a:gd name="T15" fmla="*/ 0 h 87"/>
                    <a:gd name="T16" fmla="*/ 13 w 151"/>
                    <a:gd name="T17" fmla="*/ 2 h 87"/>
                    <a:gd name="T18" fmla="*/ 13 w 151"/>
                    <a:gd name="T19" fmla="*/ 18 h 8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1"/>
                    <a:gd name="T31" fmla="*/ 0 h 87"/>
                    <a:gd name="T32" fmla="*/ 151 w 151"/>
                    <a:gd name="T33" fmla="*/ 87 h 8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1" h="87">
                      <a:moveTo>
                        <a:pt x="13" y="18"/>
                      </a:moveTo>
                      <a:lnTo>
                        <a:pt x="0" y="20"/>
                      </a:lnTo>
                      <a:lnTo>
                        <a:pt x="0" y="36"/>
                      </a:lnTo>
                      <a:lnTo>
                        <a:pt x="3" y="36"/>
                      </a:lnTo>
                      <a:lnTo>
                        <a:pt x="3" y="86"/>
                      </a:lnTo>
                      <a:lnTo>
                        <a:pt x="150" y="52"/>
                      </a:lnTo>
                      <a:lnTo>
                        <a:pt x="54" y="46"/>
                      </a:lnTo>
                      <a:lnTo>
                        <a:pt x="33" y="0"/>
                      </a:lnTo>
                      <a:lnTo>
                        <a:pt x="13" y="2"/>
                      </a:lnTo>
                      <a:lnTo>
                        <a:pt x="13" y="18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5" name="Freeform 377">
                  <a:extLst>
                    <a:ext uri="{FF2B5EF4-FFF2-40B4-BE49-F238E27FC236}">
                      <a16:creationId xmlns:a16="http://schemas.microsoft.com/office/drawing/2014/main" id="{7E33D942-11C7-1C4B-B082-3AA3B96D3D1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4" y="3960"/>
                  <a:ext cx="206" cy="208"/>
                </a:xfrm>
                <a:custGeom>
                  <a:avLst/>
                  <a:gdLst>
                    <a:gd name="T0" fmla="*/ 155 w 206"/>
                    <a:gd name="T1" fmla="*/ 0 h 208"/>
                    <a:gd name="T2" fmla="*/ 0 w 206"/>
                    <a:gd name="T3" fmla="*/ 167 h 208"/>
                    <a:gd name="T4" fmla="*/ 15 w 206"/>
                    <a:gd name="T5" fmla="*/ 207 h 208"/>
                    <a:gd name="T6" fmla="*/ 205 w 206"/>
                    <a:gd name="T7" fmla="*/ 26 h 208"/>
                    <a:gd name="T8" fmla="*/ 155 w 206"/>
                    <a:gd name="T9" fmla="*/ 0 h 2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6"/>
                    <a:gd name="T16" fmla="*/ 0 h 208"/>
                    <a:gd name="T17" fmla="*/ 206 w 206"/>
                    <a:gd name="T18" fmla="*/ 208 h 2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6" h="208">
                      <a:moveTo>
                        <a:pt x="155" y="0"/>
                      </a:moveTo>
                      <a:lnTo>
                        <a:pt x="0" y="167"/>
                      </a:lnTo>
                      <a:lnTo>
                        <a:pt x="15" y="207"/>
                      </a:lnTo>
                      <a:lnTo>
                        <a:pt x="205" y="26"/>
                      </a:lnTo>
                      <a:lnTo>
                        <a:pt x="15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6" name="Freeform 378">
                  <a:extLst>
                    <a:ext uri="{FF2B5EF4-FFF2-40B4-BE49-F238E27FC236}">
                      <a16:creationId xmlns:a16="http://schemas.microsoft.com/office/drawing/2014/main" id="{8BCB0938-7B52-9042-BF08-22ACF44B17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0" y="4065"/>
                  <a:ext cx="129" cy="77"/>
                </a:xfrm>
                <a:custGeom>
                  <a:avLst/>
                  <a:gdLst>
                    <a:gd name="T0" fmla="*/ 67 w 129"/>
                    <a:gd name="T1" fmla="*/ 11 h 77"/>
                    <a:gd name="T2" fmla="*/ 0 w 129"/>
                    <a:gd name="T3" fmla="*/ 76 h 77"/>
                    <a:gd name="T4" fmla="*/ 127 w 129"/>
                    <a:gd name="T5" fmla="*/ 48 h 77"/>
                    <a:gd name="T6" fmla="*/ 128 w 129"/>
                    <a:gd name="T7" fmla="*/ 0 h 77"/>
                    <a:gd name="T8" fmla="*/ 67 w 129"/>
                    <a:gd name="T9" fmla="*/ 11 h 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9"/>
                    <a:gd name="T16" fmla="*/ 0 h 77"/>
                    <a:gd name="T17" fmla="*/ 129 w 129"/>
                    <a:gd name="T18" fmla="*/ 77 h 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9" h="77">
                      <a:moveTo>
                        <a:pt x="67" y="11"/>
                      </a:moveTo>
                      <a:lnTo>
                        <a:pt x="0" y="76"/>
                      </a:lnTo>
                      <a:lnTo>
                        <a:pt x="127" y="48"/>
                      </a:lnTo>
                      <a:lnTo>
                        <a:pt x="128" y="0"/>
                      </a:lnTo>
                      <a:lnTo>
                        <a:pt x="67" y="1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7" name="Freeform 379">
                  <a:extLst>
                    <a:ext uri="{FF2B5EF4-FFF2-40B4-BE49-F238E27FC236}">
                      <a16:creationId xmlns:a16="http://schemas.microsoft.com/office/drawing/2014/main" id="{33B8F96D-42FA-CA45-9E08-B5C3003C818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63"/>
                  <a:ext cx="14" cy="27"/>
                </a:xfrm>
                <a:custGeom>
                  <a:avLst/>
                  <a:gdLst>
                    <a:gd name="T0" fmla="*/ 0 w 14"/>
                    <a:gd name="T1" fmla="*/ 2 h 27"/>
                    <a:gd name="T2" fmla="*/ 0 w 14"/>
                    <a:gd name="T3" fmla="*/ 26 h 27"/>
                    <a:gd name="T4" fmla="*/ 13 w 14"/>
                    <a:gd name="T5" fmla="*/ 22 h 27"/>
                    <a:gd name="T6" fmla="*/ 13 w 14"/>
                    <a:gd name="T7" fmla="*/ 0 h 27"/>
                    <a:gd name="T8" fmla="*/ 9 w 14"/>
                    <a:gd name="T9" fmla="*/ 0 h 27"/>
                    <a:gd name="T10" fmla="*/ 0 w 14"/>
                    <a:gd name="T11" fmla="*/ 2 h 2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27"/>
                    <a:gd name="T20" fmla="*/ 14 w 14"/>
                    <a:gd name="T21" fmla="*/ 27 h 2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27">
                      <a:moveTo>
                        <a:pt x="0" y="2"/>
                      </a:moveTo>
                      <a:lnTo>
                        <a:pt x="0" y="26"/>
                      </a:lnTo>
                      <a:lnTo>
                        <a:pt x="13" y="22"/>
                      </a:lnTo>
                      <a:lnTo>
                        <a:pt x="13" y="0"/>
                      </a:lnTo>
                      <a:lnTo>
                        <a:pt x="9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8" name="Freeform 380">
                  <a:extLst>
                    <a:ext uri="{FF2B5EF4-FFF2-40B4-BE49-F238E27FC236}">
                      <a16:creationId xmlns:a16="http://schemas.microsoft.com/office/drawing/2014/main" id="{E9A51C49-F1AC-EA40-91C6-112353365D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6" y="3890"/>
                  <a:ext cx="313" cy="218"/>
                </a:xfrm>
                <a:custGeom>
                  <a:avLst/>
                  <a:gdLst>
                    <a:gd name="T0" fmla="*/ 0 w 313"/>
                    <a:gd name="T1" fmla="*/ 59 h 218"/>
                    <a:gd name="T2" fmla="*/ 0 w 313"/>
                    <a:gd name="T3" fmla="*/ 120 h 218"/>
                    <a:gd name="T4" fmla="*/ 0 w 313"/>
                    <a:gd name="T5" fmla="*/ 171 h 218"/>
                    <a:gd name="T6" fmla="*/ 11 w 313"/>
                    <a:gd name="T7" fmla="*/ 173 h 218"/>
                    <a:gd name="T8" fmla="*/ 73 w 313"/>
                    <a:gd name="T9" fmla="*/ 164 h 218"/>
                    <a:gd name="T10" fmla="*/ 86 w 313"/>
                    <a:gd name="T11" fmla="*/ 166 h 218"/>
                    <a:gd name="T12" fmla="*/ 88 w 313"/>
                    <a:gd name="T13" fmla="*/ 169 h 218"/>
                    <a:gd name="T14" fmla="*/ 94 w 313"/>
                    <a:gd name="T15" fmla="*/ 217 h 218"/>
                    <a:gd name="T16" fmla="*/ 266 w 313"/>
                    <a:gd name="T17" fmla="*/ 189 h 218"/>
                    <a:gd name="T18" fmla="*/ 312 w 313"/>
                    <a:gd name="T19" fmla="*/ 138 h 218"/>
                    <a:gd name="T20" fmla="*/ 312 w 313"/>
                    <a:gd name="T21" fmla="*/ 0 h 218"/>
                    <a:gd name="T22" fmla="*/ 0 w 313"/>
                    <a:gd name="T23" fmla="*/ 59 h 21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13"/>
                    <a:gd name="T37" fmla="*/ 0 h 218"/>
                    <a:gd name="T38" fmla="*/ 313 w 313"/>
                    <a:gd name="T39" fmla="*/ 218 h 218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13" h="218">
                      <a:moveTo>
                        <a:pt x="0" y="59"/>
                      </a:moveTo>
                      <a:lnTo>
                        <a:pt x="0" y="120"/>
                      </a:lnTo>
                      <a:lnTo>
                        <a:pt x="0" y="171"/>
                      </a:lnTo>
                      <a:lnTo>
                        <a:pt x="11" y="173"/>
                      </a:lnTo>
                      <a:lnTo>
                        <a:pt x="73" y="164"/>
                      </a:lnTo>
                      <a:lnTo>
                        <a:pt x="86" y="166"/>
                      </a:lnTo>
                      <a:lnTo>
                        <a:pt x="88" y="169"/>
                      </a:lnTo>
                      <a:lnTo>
                        <a:pt x="94" y="217"/>
                      </a:lnTo>
                      <a:lnTo>
                        <a:pt x="266" y="189"/>
                      </a:lnTo>
                      <a:lnTo>
                        <a:pt x="312" y="138"/>
                      </a:lnTo>
                      <a:lnTo>
                        <a:pt x="312" y="0"/>
                      </a:lnTo>
                      <a:lnTo>
                        <a:pt x="0" y="5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19" name="Freeform 381">
                  <a:extLst>
                    <a:ext uri="{FF2B5EF4-FFF2-40B4-BE49-F238E27FC236}">
                      <a16:creationId xmlns:a16="http://schemas.microsoft.com/office/drawing/2014/main" id="{4CE2A742-C7D4-0B4F-BA85-9CCBBEF41D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629"/>
                  <a:ext cx="36" cy="158"/>
                </a:xfrm>
                <a:custGeom>
                  <a:avLst/>
                  <a:gdLst>
                    <a:gd name="T0" fmla="*/ 29 w 36"/>
                    <a:gd name="T1" fmla="*/ 0 h 158"/>
                    <a:gd name="T2" fmla="*/ 26 w 36"/>
                    <a:gd name="T3" fmla="*/ 2 h 158"/>
                    <a:gd name="T4" fmla="*/ 20 w 36"/>
                    <a:gd name="T5" fmla="*/ 4 h 158"/>
                    <a:gd name="T6" fmla="*/ 11 w 36"/>
                    <a:gd name="T7" fmla="*/ 8 h 158"/>
                    <a:gd name="T8" fmla="*/ 5 w 36"/>
                    <a:gd name="T9" fmla="*/ 14 h 158"/>
                    <a:gd name="T10" fmla="*/ 2 w 36"/>
                    <a:gd name="T11" fmla="*/ 20 h 158"/>
                    <a:gd name="T12" fmla="*/ 0 w 36"/>
                    <a:gd name="T13" fmla="*/ 24 h 158"/>
                    <a:gd name="T14" fmla="*/ 0 w 36"/>
                    <a:gd name="T15" fmla="*/ 38 h 158"/>
                    <a:gd name="T16" fmla="*/ 0 w 36"/>
                    <a:gd name="T17" fmla="*/ 118 h 158"/>
                    <a:gd name="T18" fmla="*/ 0 w 36"/>
                    <a:gd name="T19" fmla="*/ 124 h 158"/>
                    <a:gd name="T20" fmla="*/ 2 w 36"/>
                    <a:gd name="T21" fmla="*/ 130 h 158"/>
                    <a:gd name="T22" fmla="*/ 2 w 36"/>
                    <a:gd name="T23" fmla="*/ 135 h 158"/>
                    <a:gd name="T24" fmla="*/ 3 w 36"/>
                    <a:gd name="T25" fmla="*/ 137 h 158"/>
                    <a:gd name="T26" fmla="*/ 11 w 36"/>
                    <a:gd name="T27" fmla="*/ 144 h 158"/>
                    <a:gd name="T28" fmla="*/ 22 w 36"/>
                    <a:gd name="T29" fmla="*/ 153 h 158"/>
                    <a:gd name="T30" fmla="*/ 28 w 36"/>
                    <a:gd name="T31" fmla="*/ 157 h 158"/>
                    <a:gd name="T32" fmla="*/ 31 w 36"/>
                    <a:gd name="T33" fmla="*/ 153 h 158"/>
                    <a:gd name="T34" fmla="*/ 33 w 36"/>
                    <a:gd name="T35" fmla="*/ 149 h 158"/>
                    <a:gd name="T36" fmla="*/ 29 w 36"/>
                    <a:gd name="T37" fmla="*/ 142 h 158"/>
                    <a:gd name="T38" fmla="*/ 26 w 36"/>
                    <a:gd name="T39" fmla="*/ 140 h 158"/>
                    <a:gd name="T40" fmla="*/ 24 w 36"/>
                    <a:gd name="T41" fmla="*/ 138 h 158"/>
                    <a:gd name="T42" fmla="*/ 20 w 36"/>
                    <a:gd name="T43" fmla="*/ 137 h 158"/>
                    <a:gd name="T44" fmla="*/ 15 w 36"/>
                    <a:gd name="T45" fmla="*/ 133 h 158"/>
                    <a:gd name="T46" fmla="*/ 13 w 36"/>
                    <a:gd name="T47" fmla="*/ 126 h 158"/>
                    <a:gd name="T48" fmla="*/ 11 w 36"/>
                    <a:gd name="T49" fmla="*/ 120 h 158"/>
                    <a:gd name="T50" fmla="*/ 11 w 36"/>
                    <a:gd name="T51" fmla="*/ 102 h 158"/>
                    <a:gd name="T52" fmla="*/ 9 w 36"/>
                    <a:gd name="T53" fmla="*/ 36 h 158"/>
                    <a:gd name="T54" fmla="*/ 11 w 36"/>
                    <a:gd name="T55" fmla="*/ 27 h 158"/>
                    <a:gd name="T56" fmla="*/ 13 w 36"/>
                    <a:gd name="T57" fmla="*/ 22 h 158"/>
                    <a:gd name="T58" fmla="*/ 15 w 36"/>
                    <a:gd name="T59" fmla="*/ 20 h 158"/>
                    <a:gd name="T60" fmla="*/ 22 w 36"/>
                    <a:gd name="T61" fmla="*/ 16 h 158"/>
                    <a:gd name="T62" fmla="*/ 29 w 36"/>
                    <a:gd name="T63" fmla="*/ 14 h 158"/>
                    <a:gd name="T64" fmla="*/ 33 w 36"/>
                    <a:gd name="T65" fmla="*/ 12 h 158"/>
                    <a:gd name="T66" fmla="*/ 35 w 36"/>
                    <a:gd name="T67" fmla="*/ 6 h 158"/>
                    <a:gd name="T68" fmla="*/ 31 w 36"/>
                    <a:gd name="T69" fmla="*/ 0 h 158"/>
                    <a:gd name="T70" fmla="*/ 29 w 36"/>
                    <a:gd name="T71" fmla="*/ 0 h 15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6"/>
                    <a:gd name="T109" fmla="*/ 0 h 158"/>
                    <a:gd name="T110" fmla="*/ 36 w 36"/>
                    <a:gd name="T111" fmla="*/ 158 h 15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6" h="158">
                      <a:moveTo>
                        <a:pt x="29" y="0"/>
                      </a:moveTo>
                      <a:lnTo>
                        <a:pt x="26" y="2"/>
                      </a:lnTo>
                      <a:lnTo>
                        <a:pt x="20" y="4"/>
                      </a:lnTo>
                      <a:lnTo>
                        <a:pt x="11" y="8"/>
                      </a:lnTo>
                      <a:lnTo>
                        <a:pt x="5" y="14"/>
                      </a:lnTo>
                      <a:lnTo>
                        <a:pt x="2" y="20"/>
                      </a:lnTo>
                      <a:lnTo>
                        <a:pt x="0" y="24"/>
                      </a:lnTo>
                      <a:lnTo>
                        <a:pt x="0" y="38"/>
                      </a:lnTo>
                      <a:lnTo>
                        <a:pt x="0" y="118"/>
                      </a:lnTo>
                      <a:lnTo>
                        <a:pt x="0" y="124"/>
                      </a:lnTo>
                      <a:lnTo>
                        <a:pt x="2" y="130"/>
                      </a:lnTo>
                      <a:lnTo>
                        <a:pt x="2" y="135"/>
                      </a:lnTo>
                      <a:lnTo>
                        <a:pt x="3" y="137"/>
                      </a:lnTo>
                      <a:lnTo>
                        <a:pt x="11" y="144"/>
                      </a:lnTo>
                      <a:lnTo>
                        <a:pt x="22" y="153"/>
                      </a:lnTo>
                      <a:lnTo>
                        <a:pt x="28" y="157"/>
                      </a:lnTo>
                      <a:lnTo>
                        <a:pt x="31" y="153"/>
                      </a:lnTo>
                      <a:lnTo>
                        <a:pt x="33" y="149"/>
                      </a:lnTo>
                      <a:lnTo>
                        <a:pt x="29" y="142"/>
                      </a:lnTo>
                      <a:lnTo>
                        <a:pt x="26" y="140"/>
                      </a:lnTo>
                      <a:lnTo>
                        <a:pt x="24" y="138"/>
                      </a:lnTo>
                      <a:lnTo>
                        <a:pt x="20" y="137"/>
                      </a:lnTo>
                      <a:lnTo>
                        <a:pt x="15" y="133"/>
                      </a:lnTo>
                      <a:lnTo>
                        <a:pt x="13" y="126"/>
                      </a:lnTo>
                      <a:lnTo>
                        <a:pt x="11" y="120"/>
                      </a:lnTo>
                      <a:lnTo>
                        <a:pt x="11" y="102"/>
                      </a:lnTo>
                      <a:lnTo>
                        <a:pt x="9" y="36"/>
                      </a:lnTo>
                      <a:lnTo>
                        <a:pt x="11" y="27"/>
                      </a:lnTo>
                      <a:lnTo>
                        <a:pt x="13" y="22"/>
                      </a:lnTo>
                      <a:lnTo>
                        <a:pt x="15" y="20"/>
                      </a:lnTo>
                      <a:lnTo>
                        <a:pt x="22" y="16"/>
                      </a:lnTo>
                      <a:lnTo>
                        <a:pt x="29" y="14"/>
                      </a:lnTo>
                      <a:lnTo>
                        <a:pt x="33" y="12"/>
                      </a:lnTo>
                      <a:lnTo>
                        <a:pt x="35" y="6"/>
                      </a:lnTo>
                      <a:lnTo>
                        <a:pt x="31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0" name="Freeform 382">
                  <a:extLst>
                    <a:ext uri="{FF2B5EF4-FFF2-40B4-BE49-F238E27FC236}">
                      <a16:creationId xmlns:a16="http://schemas.microsoft.com/office/drawing/2014/main" id="{C8B0C1F8-B871-C748-8E6C-A4958CAA21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0" y="3354"/>
                  <a:ext cx="35" cy="253"/>
                </a:xfrm>
                <a:custGeom>
                  <a:avLst/>
                  <a:gdLst>
                    <a:gd name="T0" fmla="*/ 2 w 35"/>
                    <a:gd name="T1" fmla="*/ 8 h 253"/>
                    <a:gd name="T2" fmla="*/ 0 w 35"/>
                    <a:gd name="T3" fmla="*/ 252 h 253"/>
                    <a:gd name="T4" fmla="*/ 34 w 35"/>
                    <a:gd name="T5" fmla="*/ 252 h 253"/>
                    <a:gd name="T6" fmla="*/ 34 w 35"/>
                    <a:gd name="T7" fmla="*/ 0 h 253"/>
                    <a:gd name="T8" fmla="*/ 2 w 35"/>
                    <a:gd name="T9" fmla="*/ 8 h 2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3"/>
                    <a:gd name="T17" fmla="*/ 35 w 35"/>
                    <a:gd name="T18" fmla="*/ 253 h 2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3">
                      <a:moveTo>
                        <a:pt x="2" y="8"/>
                      </a:moveTo>
                      <a:lnTo>
                        <a:pt x="0" y="252"/>
                      </a:lnTo>
                      <a:lnTo>
                        <a:pt x="34" y="252"/>
                      </a:lnTo>
                      <a:lnTo>
                        <a:pt x="34" y="0"/>
                      </a:lnTo>
                      <a:lnTo>
                        <a:pt x="2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1" name="Freeform 383">
                  <a:extLst>
                    <a:ext uri="{FF2B5EF4-FFF2-40B4-BE49-F238E27FC236}">
                      <a16:creationId xmlns:a16="http://schemas.microsoft.com/office/drawing/2014/main" id="{E70CD9E1-D330-3C4E-A5D4-BD56034DD2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25" y="3306"/>
                  <a:ext cx="377" cy="598"/>
                </a:xfrm>
                <a:custGeom>
                  <a:avLst/>
                  <a:gdLst>
                    <a:gd name="T0" fmla="*/ 0 w 377"/>
                    <a:gd name="T1" fmla="*/ 0 h 598"/>
                    <a:gd name="T2" fmla="*/ 2 w 377"/>
                    <a:gd name="T3" fmla="*/ 512 h 598"/>
                    <a:gd name="T4" fmla="*/ 81 w 377"/>
                    <a:gd name="T5" fmla="*/ 591 h 598"/>
                    <a:gd name="T6" fmla="*/ 111 w 377"/>
                    <a:gd name="T7" fmla="*/ 597 h 598"/>
                    <a:gd name="T8" fmla="*/ 111 w 377"/>
                    <a:gd name="T9" fmla="*/ 579 h 598"/>
                    <a:gd name="T10" fmla="*/ 62 w 377"/>
                    <a:gd name="T11" fmla="*/ 533 h 598"/>
                    <a:gd name="T12" fmla="*/ 62 w 377"/>
                    <a:gd name="T13" fmla="*/ 479 h 598"/>
                    <a:gd name="T14" fmla="*/ 56 w 377"/>
                    <a:gd name="T15" fmla="*/ 479 h 598"/>
                    <a:gd name="T16" fmla="*/ 56 w 377"/>
                    <a:gd name="T17" fmla="*/ 472 h 598"/>
                    <a:gd name="T18" fmla="*/ 116 w 377"/>
                    <a:gd name="T19" fmla="*/ 460 h 598"/>
                    <a:gd name="T20" fmla="*/ 116 w 377"/>
                    <a:gd name="T21" fmla="*/ 322 h 598"/>
                    <a:gd name="T22" fmla="*/ 122 w 377"/>
                    <a:gd name="T23" fmla="*/ 322 h 598"/>
                    <a:gd name="T24" fmla="*/ 126 w 377"/>
                    <a:gd name="T25" fmla="*/ 306 h 598"/>
                    <a:gd name="T26" fmla="*/ 166 w 377"/>
                    <a:gd name="T27" fmla="*/ 306 h 598"/>
                    <a:gd name="T28" fmla="*/ 168 w 377"/>
                    <a:gd name="T29" fmla="*/ 54 h 598"/>
                    <a:gd name="T30" fmla="*/ 199 w 377"/>
                    <a:gd name="T31" fmla="*/ 46 h 598"/>
                    <a:gd name="T32" fmla="*/ 253 w 377"/>
                    <a:gd name="T33" fmla="*/ 50 h 598"/>
                    <a:gd name="T34" fmla="*/ 253 w 377"/>
                    <a:gd name="T35" fmla="*/ 38 h 598"/>
                    <a:gd name="T36" fmla="*/ 376 w 377"/>
                    <a:gd name="T37" fmla="*/ 28 h 598"/>
                    <a:gd name="T38" fmla="*/ 0 w 377"/>
                    <a:gd name="T39" fmla="*/ 0 h 59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77"/>
                    <a:gd name="T61" fmla="*/ 0 h 598"/>
                    <a:gd name="T62" fmla="*/ 377 w 377"/>
                    <a:gd name="T63" fmla="*/ 598 h 59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77" h="598">
                      <a:moveTo>
                        <a:pt x="0" y="0"/>
                      </a:moveTo>
                      <a:lnTo>
                        <a:pt x="2" y="512"/>
                      </a:lnTo>
                      <a:lnTo>
                        <a:pt x="81" y="591"/>
                      </a:lnTo>
                      <a:lnTo>
                        <a:pt x="111" y="597"/>
                      </a:lnTo>
                      <a:lnTo>
                        <a:pt x="111" y="579"/>
                      </a:lnTo>
                      <a:lnTo>
                        <a:pt x="62" y="533"/>
                      </a:lnTo>
                      <a:lnTo>
                        <a:pt x="62" y="479"/>
                      </a:lnTo>
                      <a:lnTo>
                        <a:pt x="56" y="479"/>
                      </a:lnTo>
                      <a:lnTo>
                        <a:pt x="56" y="472"/>
                      </a:lnTo>
                      <a:lnTo>
                        <a:pt x="116" y="460"/>
                      </a:lnTo>
                      <a:lnTo>
                        <a:pt x="116" y="322"/>
                      </a:lnTo>
                      <a:lnTo>
                        <a:pt x="122" y="322"/>
                      </a:lnTo>
                      <a:lnTo>
                        <a:pt x="126" y="306"/>
                      </a:lnTo>
                      <a:lnTo>
                        <a:pt x="166" y="306"/>
                      </a:lnTo>
                      <a:lnTo>
                        <a:pt x="168" y="54"/>
                      </a:lnTo>
                      <a:lnTo>
                        <a:pt x="199" y="46"/>
                      </a:lnTo>
                      <a:lnTo>
                        <a:pt x="253" y="50"/>
                      </a:lnTo>
                      <a:lnTo>
                        <a:pt x="253" y="38"/>
                      </a:lnTo>
                      <a:lnTo>
                        <a:pt x="376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2" name="Freeform 384">
                  <a:extLst>
                    <a:ext uri="{FF2B5EF4-FFF2-40B4-BE49-F238E27FC236}">
                      <a16:creationId xmlns:a16="http://schemas.microsoft.com/office/drawing/2014/main" id="{97E0DBB3-D748-5246-9350-112F99DDFE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75"/>
                  <a:ext cx="44" cy="272"/>
                </a:xfrm>
                <a:custGeom>
                  <a:avLst/>
                  <a:gdLst>
                    <a:gd name="T0" fmla="*/ 33 w 44"/>
                    <a:gd name="T1" fmla="*/ 0 h 272"/>
                    <a:gd name="T2" fmla="*/ 33 w 44"/>
                    <a:gd name="T3" fmla="*/ 216 h 272"/>
                    <a:gd name="T4" fmla="*/ 0 w 44"/>
                    <a:gd name="T5" fmla="*/ 249 h 272"/>
                    <a:gd name="T6" fmla="*/ 0 w 44"/>
                    <a:gd name="T7" fmla="*/ 271 h 272"/>
                    <a:gd name="T8" fmla="*/ 43 w 44"/>
                    <a:gd name="T9" fmla="*/ 225 h 272"/>
                    <a:gd name="T10" fmla="*/ 43 w 44"/>
                    <a:gd name="T11" fmla="*/ 8 h 272"/>
                    <a:gd name="T12" fmla="*/ 33 w 44"/>
                    <a:gd name="T13" fmla="*/ 0 h 2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4"/>
                    <a:gd name="T22" fmla="*/ 0 h 272"/>
                    <a:gd name="T23" fmla="*/ 44 w 44"/>
                    <a:gd name="T24" fmla="*/ 272 h 2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4" h="272">
                      <a:moveTo>
                        <a:pt x="33" y="0"/>
                      </a:moveTo>
                      <a:lnTo>
                        <a:pt x="33" y="216"/>
                      </a:lnTo>
                      <a:lnTo>
                        <a:pt x="0" y="249"/>
                      </a:lnTo>
                      <a:lnTo>
                        <a:pt x="0" y="271"/>
                      </a:lnTo>
                      <a:lnTo>
                        <a:pt x="43" y="225"/>
                      </a:lnTo>
                      <a:lnTo>
                        <a:pt x="43" y="8"/>
                      </a:lnTo>
                      <a:lnTo>
                        <a:pt x="3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3" name="Freeform 385">
                  <a:extLst>
                    <a:ext uri="{FF2B5EF4-FFF2-40B4-BE49-F238E27FC236}">
                      <a16:creationId xmlns:a16="http://schemas.microsoft.com/office/drawing/2014/main" id="{27551D1B-728E-984B-8852-E3C6ACC82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7" y="3415"/>
                  <a:ext cx="22" cy="109"/>
                </a:xfrm>
                <a:custGeom>
                  <a:avLst/>
                  <a:gdLst>
                    <a:gd name="T0" fmla="*/ 0 w 22"/>
                    <a:gd name="T1" fmla="*/ 2 h 109"/>
                    <a:gd name="T2" fmla="*/ 0 w 22"/>
                    <a:gd name="T3" fmla="*/ 108 h 109"/>
                    <a:gd name="T4" fmla="*/ 21 w 22"/>
                    <a:gd name="T5" fmla="*/ 108 h 109"/>
                    <a:gd name="T6" fmla="*/ 21 w 22"/>
                    <a:gd name="T7" fmla="*/ 0 h 109"/>
                    <a:gd name="T8" fmla="*/ 0 w 22"/>
                    <a:gd name="T9" fmla="*/ 2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109"/>
                    <a:gd name="T17" fmla="*/ 22 w 22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109">
                      <a:moveTo>
                        <a:pt x="0" y="2"/>
                      </a:moveTo>
                      <a:lnTo>
                        <a:pt x="0" y="108"/>
                      </a:lnTo>
                      <a:lnTo>
                        <a:pt x="21" y="108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4" name="Freeform 386">
                  <a:extLst>
                    <a:ext uri="{FF2B5EF4-FFF2-40B4-BE49-F238E27FC236}">
                      <a16:creationId xmlns:a16="http://schemas.microsoft.com/office/drawing/2014/main" id="{F6EBE4B6-3FE4-7C49-9F43-38706CC288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8" y="3661"/>
                  <a:ext cx="246" cy="164"/>
                </a:xfrm>
                <a:custGeom>
                  <a:avLst/>
                  <a:gdLst>
                    <a:gd name="T0" fmla="*/ 42 w 246"/>
                    <a:gd name="T1" fmla="*/ 0 h 164"/>
                    <a:gd name="T2" fmla="*/ 0 w 246"/>
                    <a:gd name="T3" fmla="*/ 141 h 164"/>
                    <a:gd name="T4" fmla="*/ 202 w 246"/>
                    <a:gd name="T5" fmla="*/ 163 h 164"/>
                    <a:gd name="T6" fmla="*/ 245 w 246"/>
                    <a:gd name="T7" fmla="*/ 14 h 164"/>
                    <a:gd name="T8" fmla="*/ 42 w 246"/>
                    <a:gd name="T9" fmla="*/ 0 h 1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6"/>
                    <a:gd name="T16" fmla="*/ 0 h 164"/>
                    <a:gd name="T17" fmla="*/ 246 w 246"/>
                    <a:gd name="T18" fmla="*/ 164 h 1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6" h="164">
                      <a:moveTo>
                        <a:pt x="42" y="0"/>
                      </a:moveTo>
                      <a:lnTo>
                        <a:pt x="0" y="141"/>
                      </a:lnTo>
                      <a:lnTo>
                        <a:pt x="202" y="163"/>
                      </a:lnTo>
                      <a:lnTo>
                        <a:pt x="245" y="14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5" name="Freeform 387">
                  <a:extLst>
                    <a:ext uri="{FF2B5EF4-FFF2-40B4-BE49-F238E27FC236}">
                      <a16:creationId xmlns:a16="http://schemas.microsoft.com/office/drawing/2014/main" id="{C6A365E0-5DF9-1E47-A6D9-BBE57A2C30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8" y="3665"/>
                  <a:ext cx="225" cy="143"/>
                </a:xfrm>
                <a:custGeom>
                  <a:avLst/>
                  <a:gdLst>
                    <a:gd name="T0" fmla="*/ 35 w 225"/>
                    <a:gd name="T1" fmla="*/ 0 h 143"/>
                    <a:gd name="T2" fmla="*/ 0 w 225"/>
                    <a:gd name="T3" fmla="*/ 124 h 143"/>
                    <a:gd name="T4" fmla="*/ 186 w 225"/>
                    <a:gd name="T5" fmla="*/ 142 h 143"/>
                    <a:gd name="T6" fmla="*/ 224 w 225"/>
                    <a:gd name="T7" fmla="*/ 13 h 143"/>
                    <a:gd name="T8" fmla="*/ 35 w 225"/>
                    <a:gd name="T9" fmla="*/ 0 h 1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5"/>
                    <a:gd name="T16" fmla="*/ 0 h 143"/>
                    <a:gd name="T17" fmla="*/ 225 w 225"/>
                    <a:gd name="T18" fmla="*/ 143 h 1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5" h="143">
                      <a:moveTo>
                        <a:pt x="35" y="0"/>
                      </a:moveTo>
                      <a:lnTo>
                        <a:pt x="0" y="124"/>
                      </a:lnTo>
                      <a:lnTo>
                        <a:pt x="186" y="142"/>
                      </a:lnTo>
                      <a:lnTo>
                        <a:pt x="224" y="13"/>
                      </a:lnTo>
                      <a:lnTo>
                        <a:pt x="3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6" name="Freeform 388">
                  <a:extLst>
                    <a:ext uri="{FF2B5EF4-FFF2-40B4-BE49-F238E27FC236}">
                      <a16:creationId xmlns:a16="http://schemas.microsoft.com/office/drawing/2014/main" id="{B0F5FD38-B179-BE44-9E51-CE49E29643A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3" y="3746"/>
                  <a:ext cx="24" cy="29"/>
                </a:xfrm>
                <a:custGeom>
                  <a:avLst/>
                  <a:gdLst>
                    <a:gd name="T0" fmla="*/ 0 w 24"/>
                    <a:gd name="T1" fmla="*/ 10 h 29"/>
                    <a:gd name="T2" fmla="*/ 0 w 24"/>
                    <a:gd name="T3" fmla="*/ 20 h 29"/>
                    <a:gd name="T4" fmla="*/ 5 w 24"/>
                    <a:gd name="T5" fmla="*/ 28 h 29"/>
                    <a:gd name="T6" fmla="*/ 15 w 24"/>
                    <a:gd name="T7" fmla="*/ 26 h 29"/>
                    <a:gd name="T8" fmla="*/ 23 w 24"/>
                    <a:gd name="T9" fmla="*/ 19 h 29"/>
                    <a:gd name="T10" fmla="*/ 23 w 24"/>
                    <a:gd name="T11" fmla="*/ 8 h 29"/>
                    <a:gd name="T12" fmla="*/ 15 w 24"/>
                    <a:gd name="T13" fmla="*/ 0 h 29"/>
                    <a:gd name="T14" fmla="*/ 5 w 24"/>
                    <a:gd name="T15" fmla="*/ 2 h 29"/>
                    <a:gd name="T16" fmla="*/ 0 w 24"/>
                    <a:gd name="T17" fmla="*/ 10 h 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"/>
                    <a:gd name="T28" fmla="*/ 0 h 29"/>
                    <a:gd name="T29" fmla="*/ 24 w 24"/>
                    <a:gd name="T30" fmla="*/ 29 h 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" h="29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5" y="28"/>
                      </a:lnTo>
                      <a:lnTo>
                        <a:pt x="15" y="26"/>
                      </a:lnTo>
                      <a:lnTo>
                        <a:pt x="23" y="19"/>
                      </a:lnTo>
                      <a:lnTo>
                        <a:pt x="23" y="8"/>
                      </a:lnTo>
                      <a:lnTo>
                        <a:pt x="15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7" name="Freeform 389">
                  <a:extLst>
                    <a:ext uri="{FF2B5EF4-FFF2-40B4-BE49-F238E27FC236}">
                      <a16:creationId xmlns:a16="http://schemas.microsoft.com/office/drawing/2014/main" id="{8F31C674-0143-1849-8D05-3CC20BA990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9" y="3745"/>
                  <a:ext cx="19" cy="25"/>
                </a:xfrm>
                <a:custGeom>
                  <a:avLst/>
                  <a:gdLst>
                    <a:gd name="T0" fmla="*/ 0 w 19"/>
                    <a:gd name="T1" fmla="*/ 10 h 25"/>
                    <a:gd name="T2" fmla="*/ 0 w 19"/>
                    <a:gd name="T3" fmla="*/ 19 h 25"/>
                    <a:gd name="T4" fmla="*/ 6 w 19"/>
                    <a:gd name="T5" fmla="*/ 24 h 25"/>
                    <a:gd name="T6" fmla="*/ 12 w 19"/>
                    <a:gd name="T7" fmla="*/ 24 h 25"/>
                    <a:gd name="T8" fmla="*/ 18 w 19"/>
                    <a:gd name="T9" fmla="*/ 17 h 25"/>
                    <a:gd name="T10" fmla="*/ 18 w 19"/>
                    <a:gd name="T11" fmla="*/ 6 h 25"/>
                    <a:gd name="T12" fmla="*/ 12 w 19"/>
                    <a:gd name="T13" fmla="*/ 0 h 25"/>
                    <a:gd name="T14" fmla="*/ 6 w 19"/>
                    <a:gd name="T15" fmla="*/ 2 h 25"/>
                    <a:gd name="T16" fmla="*/ 0 w 19"/>
                    <a:gd name="T17" fmla="*/ 10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5"/>
                    <a:gd name="T29" fmla="*/ 19 w 19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5">
                      <a:moveTo>
                        <a:pt x="0" y="10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2" y="24"/>
                      </a:lnTo>
                      <a:lnTo>
                        <a:pt x="18" y="17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8" name="Freeform 390">
                  <a:extLst>
                    <a:ext uri="{FF2B5EF4-FFF2-40B4-BE49-F238E27FC236}">
                      <a16:creationId xmlns:a16="http://schemas.microsoft.com/office/drawing/2014/main" id="{FDAED294-590D-4A45-BED5-63D2A75141C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7" y="3675"/>
                  <a:ext cx="187" cy="53"/>
                </a:xfrm>
                <a:custGeom>
                  <a:avLst/>
                  <a:gdLst>
                    <a:gd name="T0" fmla="*/ 12 w 187"/>
                    <a:gd name="T1" fmla="*/ 0 h 53"/>
                    <a:gd name="T2" fmla="*/ 0 w 187"/>
                    <a:gd name="T3" fmla="*/ 41 h 53"/>
                    <a:gd name="T4" fmla="*/ 174 w 187"/>
                    <a:gd name="T5" fmla="*/ 52 h 53"/>
                    <a:gd name="T6" fmla="*/ 186 w 187"/>
                    <a:gd name="T7" fmla="*/ 12 h 53"/>
                    <a:gd name="T8" fmla="*/ 12 w 187"/>
                    <a:gd name="T9" fmla="*/ 0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53"/>
                    <a:gd name="T17" fmla="*/ 187 w 18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53">
                      <a:moveTo>
                        <a:pt x="12" y="0"/>
                      </a:moveTo>
                      <a:lnTo>
                        <a:pt x="0" y="41"/>
                      </a:lnTo>
                      <a:lnTo>
                        <a:pt x="174" y="52"/>
                      </a:lnTo>
                      <a:lnTo>
                        <a:pt x="186" y="1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29" name="Freeform 391">
                  <a:extLst>
                    <a:ext uri="{FF2B5EF4-FFF2-40B4-BE49-F238E27FC236}">
                      <a16:creationId xmlns:a16="http://schemas.microsoft.com/office/drawing/2014/main" id="{0C8B6462-412E-4F4B-8FED-318422FE6D5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676"/>
                  <a:ext cx="50" cy="38"/>
                </a:xfrm>
                <a:custGeom>
                  <a:avLst/>
                  <a:gdLst>
                    <a:gd name="T0" fmla="*/ 10 w 50"/>
                    <a:gd name="T1" fmla="*/ 0 h 38"/>
                    <a:gd name="T2" fmla="*/ 0 w 50"/>
                    <a:gd name="T3" fmla="*/ 35 h 38"/>
                    <a:gd name="T4" fmla="*/ 39 w 50"/>
                    <a:gd name="T5" fmla="*/ 37 h 38"/>
                    <a:gd name="T6" fmla="*/ 49 w 50"/>
                    <a:gd name="T7" fmla="*/ 4 h 38"/>
                    <a:gd name="T8" fmla="*/ 10 w 50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38"/>
                    <a:gd name="T17" fmla="*/ 50 w 50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9" y="37"/>
                      </a:lnTo>
                      <a:lnTo>
                        <a:pt x="49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0" name="Freeform 392">
                  <a:extLst>
                    <a:ext uri="{FF2B5EF4-FFF2-40B4-BE49-F238E27FC236}">
                      <a16:creationId xmlns:a16="http://schemas.microsoft.com/office/drawing/2014/main" id="{7E1CAF2E-EDBD-AE4A-9F22-F0D8361A1A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0" y="3689"/>
                  <a:ext cx="37" cy="30"/>
                </a:xfrm>
                <a:custGeom>
                  <a:avLst/>
                  <a:gdLst>
                    <a:gd name="T0" fmla="*/ 12 w 37"/>
                    <a:gd name="T1" fmla="*/ 0 h 30"/>
                    <a:gd name="T2" fmla="*/ 0 w 37"/>
                    <a:gd name="T3" fmla="*/ 27 h 30"/>
                    <a:gd name="T4" fmla="*/ 24 w 37"/>
                    <a:gd name="T5" fmla="*/ 29 h 30"/>
                    <a:gd name="T6" fmla="*/ 36 w 37"/>
                    <a:gd name="T7" fmla="*/ 2 h 30"/>
                    <a:gd name="T8" fmla="*/ 12 w 37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0"/>
                    <a:gd name="T17" fmla="*/ 37 w 37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0">
                      <a:moveTo>
                        <a:pt x="12" y="0"/>
                      </a:moveTo>
                      <a:lnTo>
                        <a:pt x="0" y="27"/>
                      </a:lnTo>
                      <a:lnTo>
                        <a:pt x="24" y="29"/>
                      </a:lnTo>
                      <a:lnTo>
                        <a:pt x="36" y="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1" name="Freeform 393">
                  <a:extLst>
                    <a:ext uri="{FF2B5EF4-FFF2-40B4-BE49-F238E27FC236}">
                      <a16:creationId xmlns:a16="http://schemas.microsoft.com/office/drawing/2014/main" id="{F8152027-1EBD-D649-BDDC-20A8F0E58D7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03" y="3680"/>
                  <a:ext cx="44" cy="36"/>
                </a:xfrm>
                <a:custGeom>
                  <a:avLst/>
                  <a:gdLst>
                    <a:gd name="T0" fmla="*/ 9 w 44"/>
                    <a:gd name="T1" fmla="*/ 0 h 36"/>
                    <a:gd name="T2" fmla="*/ 0 w 44"/>
                    <a:gd name="T3" fmla="*/ 33 h 36"/>
                    <a:gd name="T4" fmla="*/ 34 w 44"/>
                    <a:gd name="T5" fmla="*/ 35 h 36"/>
                    <a:gd name="T6" fmla="*/ 43 w 44"/>
                    <a:gd name="T7" fmla="*/ 2 h 36"/>
                    <a:gd name="T8" fmla="*/ 9 w 44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"/>
                    <a:gd name="T16" fmla="*/ 0 h 36"/>
                    <a:gd name="T17" fmla="*/ 44 w 44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" h="36">
                      <a:moveTo>
                        <a:pt x="9" y="0"/>
                      </a:moveTo>
                      <a:lnTo>
                        <a:pt x="0" y="33"/>
                      </a:lnTo>
                      <a:lnTo>
                        <a:pt x="34" y="35"/>
                      </a:lnTo>
                      <a:lnTo>
                        <a:pt x="43" y="2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2" name="Freeform 394">
                  <a:extLst>
                    <a:ext uri="{FF2B5EF4-FFF2-40B4-BE49-F238E27FC236}">
                      <a16:creationId xmlns:a16="http://schemas.microsoft.com/office/drawing/2014/main" id="{D0E973F2-49E3-254C-9EE9-C5AC5613134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46" y="3681"/>
                  <a:ext cx="43" cy="38"/>
                </a:xfrm>
                <a:custGeom>
                  <a:avLst/>
                  <a:gdLst>
                    <a:gd name="T0" fmla="*/ 10 w 43"/>
                    <a:gd name="T1" fmla="*/ 0 h 38"/>
                    <a:gd name="T2" fmla="*/ 0 w 43"/>
                    <a:gd name="T3" fmla="*/ 35 h 38"/>
                    <a:gd name="T4" fmla="*/ 31 w 43"/>
                    <a:gd name="T5" fmla="*/ 37 h 38"/>
                    <a:gd name="T6" fmla="*/ 42 w 43"/>
                    <a:gd name="T7" fmla="*/ 4 h 38"/>
                    <a:gd name="T8" fmla="*/ 10 w 43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38"/>
                    <a:gd name="T17" fmla="*/ 43 w 43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1" y="37"/>
                      </a:lnTo>
                      <a:lnTo>
                        <a:pt x="42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3" name="Freeform 395">
                  <a:extLst>
                    <a:ext uri="{FF2B5EF4-FFF2-40B4-BE49-F238E27FC236}">
                      <a16:creationId xmlns:a16="http://schemas.microsoft.com/office/drawing/2014/main" id="{34A82117-1FC0-7D41-9017-627456F000D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736"/>
                  <a:ext cx="21" cy="28"/>
                </a:xfrm>
                <a:custGeom>
                  <a:avLst/>
                  <a:gdLst>
                    <a:gd name="T0" fmla="*/ 0 w 21"/>
                    <a:gd name="T1" fmla="*/ 10 h 28"/>
                    <a:gd name="T2" fmla="*/ 0 w 21"/>
                    <a:gd name="T3" fmla="*/ 21 h 28"/>
                    <a:gd name="T4" fmla="*/ 5 w 21"/>
                    <a:gd name="T5" fmla="*/ 27 h 28"/>
                    <a:gd name="T6" fmla="*/ 14 w 21"/>
                    <a:gd name="T7" fmla="*/ 27 h 28"/>
                    <a:gd name="T8" fmla="*/ 20 w 21"/>
                    <a:gd name="T9" fmla="*/ 18 h 28"/>
                    <a:gd name="T10" fmla="*/ 20 w 21"/>
                    <a:gd name="T11" fmla="*/ 5 h 28"/>
                    <a:gd name="T12" fmla="*/ 14 w 21"/>
                    <a:gd name="T13" fmla="*/ 0 h 28"/>
                    <a:gd name="T14" fmla="*/ 5 w 21"/>
                    <a:gd name="T15" fmla="*/ 2 h 28"/>
                    <a:gd name="T16" fmla="*/ 0 w 21"/>
                    <a:gd name="T17" fmla="*/ 10 h 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8"/>
                    <a:gd name="T29" fmla="*/ 21 w 21"/>
                    <a:gd name="T30" fmla="*/ 28 h 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8">
                      <a:moveTo>
                        <a:pt x="0" y="10"/>
                      </a:moveTo>
                      <a:lnTo>
                        <a:pt x="0" y="21"/>
                      </a:lnTo>
                      <a:lnTo>
                        <a:pt x="5" y="27"/>
                      </a:lnTo>
                      <a:lnTo>
                        <a:pt x="14" y="27"/>
                      </a:lnTo>
                      <a:lnTo>
                        <a:pt x="20" y="18"/>
                      </a:lnTo>
                      <a:lnTo>
                        <a:pt x="20" y="5"/>
                      </a:lnTo>
                      <a:lnTo>
                        <a:pt x="14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4" name="Freeform 396">
                  <a:extLst>
                    <a:ext uri="{FF2B5EF4-FFF2-40B4-BE49-F238E27FC236}">
                      <a16:creationId xmlns:a16="http://schemas.microsoft.com/office/drawing/2014/main" id="{BA127BE7-047D-E740-A39F-DC41127ACD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9" y="3735"/>
                  <a:ext cx="19" cy="24"/>
                </a:xfrm>
                <a:custGeom>
                  <a:avLst/>
                  <a:gdLst>
                    <a:gd name="T0" fmla="*/ 0 w 19"/>
                    <a:gd name="T1" fmla="*/ 7 h 24"/>
                    <a:gd name="T2" fmla="*/ 0 w 19"/>
                    <a:gd name="T3" fmla="*/ 17 h 24"/>
                    <a:gd name="T4" fmla="*/ 5 w 19"/>
                    <a:gd name="T5" fmla="*/ 23 h 24"/>
                    <a:gd name="T6" fmla="*/ 12 w 19"/>
                    <a:gd name="T7" fmla="*/ 23 h 24"/>
                    <a:gd name="T8" fmla="*/ 18 w 19"/>
                    <a:gd name="T9" fmla="*/ 15 h 24"/>
                    <a:gd name="T10" fmla="*/ 18 w 19"/>
                    <a:gd name="T11" fmla="*/ 6 h 24"/>
                    <a:gd name="T12" fmla="*/ 12 w 19"/>
                    <a:gd name="T13" fmla="*/ 0 h 24"/>
                    <a:gd name="T14" fmla="*/ 5 w 19"/>
                    <a:gd name="T15" fmla="*/ 2 h 24"/>
                    <a:gd name="T16" fmla="*/ 0 w 19"/>
                    <a:gd name="T17" fmla="*/ 7 h 2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4"/>
                    <a:gd name="T29" fmla="*/ 19 w 19"/>
                    <a:gd name="T30" fmla="*/ 24 h 2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4">
                      <a:moveTo>
                        <a:pt x="0" y="7"/>
                      </a:moveTo>
                      <a:lnTo>
                        <a:pt x="0" y="17"/>
                      </a:lnTo>
                      <a:lnTo>
                        <a:pt x="5" y="23"/>
                      </a:lnTo>
                      <a:lnTo>
                        <a:pt x="12" y="23"/>
                      </a:lnTo>
                      <a:lnTo>
                        <a:pt x="18" y="15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5" name="Freeform 397">
                  <a:extLst>
                    <a:ext uri="{FF2B5EF4-FFF2-40B4-BE49-F238E27FC236}">
                      <a16:creationId xmlns:a16="http://schemas.microsoft.com/office/drawing/2014/main" id="{2727261D-23D6-1648-86EB-C9D6FD00C7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6" y="3765"/>
                  <a:ext cx="18" cy="14"/>
                </a:xfrm>
                <a:custGeom>
                  <a:avLst/>
                  <a:gdLst>
                    <a:gd name="T0" fmla="*/ 2 w 18"/>
                    <a:gd name="T1" fmla="*/ 0 h 14"/>
                    <a:gd name="T2" fmla="*/ 0 w 18"/>
                    <a:gd name="T3" fmla="*/ 10 h 14"/>
                    <a:gd name="T4" fmla="*/ 15 w 18"/>
                    <a:gd name="T5" fmla="*/ 13 h 14"/>
                    <a:gd name="T6" fmla="*/ 17 w 18"/>
                    <a:gd name="T7" fmla="*/ 3 h 14"/>
                    <a:gd name="T8" fmla="*/ 2 w 18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"/>
                    <a:gd name="T17" fmla="*/ 18 w 18"/>
                    <a:gd name="T18" fmla="*/ 14 h 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5" y="13"/>
                      </a:lnTo>
                      <a:lnTo>
                        <a:pt x="17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6" name="Freeform 398">
                  <a:extLst>
                    <a:ext uri="{FF2B5EF4-FFF2-40B4-BE49-F238E27FC236}">
                      <a16:creationId xmlns:a16="http://schemas.microsoft.com/office/drawing/2014/main" id="{F3029428-EFED-6F47-AB2C-0960AF7C4F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737"/>
                  <a:ext cx="89" cy="50"/>
                </a:xfrm>
                <a:custGeom>
                  <a:avLst/>
                  <a:gdLst>
                    <a:gd name="T0" fmla="*/ 14 w 89"/>
                    <a:gd name="T1" fmla="*/ 0 h 50"/>
                    <a:gd name="T2" fmla="*/ 0 w 89"/>
                    <a:gd name="T3" fmla="*/ 42 h 50"/>
                    <a:gd name="T4" fmla="*/ 74 w 89"/>
                    <a:gd name="T5" fmla="*/ 49 h 50"/>
                    <a:gd name="T6" fmla="*/ 88 w 89"/>
                    <a:gd name="T7" fmla="*/ 3 h 50"/>
                    <a:gd name="T8" fmla="*/ 14 w 89"/>
                    <a:gd name="T9" fmla="*/ 0 h 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50"/>
                    <a:gd name="T17" fmla="*/ 89 w 89"/>
                    <a:gd name="T18" fmla="*/ 50 h 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50">
                      <a:moveTo>
                        <a:pt x="14" y="0"/>
                      </a:moveTo>
                      <a:lnTo>
                        <a:pt x="0" y="42"/>
                      </a:lnTo>
                      <a:lnTo>
                        <a:pt x="74" y="49"/>
                      </a:lnTo>
                      <a:lnTo>
                        <a:pt x="88" y="3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7" name="Freeform 399">
                  <a:extLst>
                    <a:ext uri="{FF2B5EF4-FFF2-40B4-BE49-F238E27FC236}">
                      <a16:creationId xmlns:a16="http://schemas.microsoft.com/office/drawing/2014/main" id="{63C462A2-3CD9-454A-8E94-2BBB8611385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78"/>
                  <a:ext cx="13" cy="9"/>
                </a:xfrm>
                <a:custGeom>
                  <a:avLst/>
                  <a:gdLst>
                    <a:gd name="T0" fmla="*/ 2 w 13"/>
                    <a:gd name="T1" fmla="*/ 0 h 9"/>
                    <a:gd name="T2" fmla="*/ 0 w 13"/>
                    <a:gd name="T3" fmla="*/ 8 h 9"/>
                    <a:gd name="T4" fmla="*/ 10 w 13"/>
                    <a:gd name="T5" fmla="*/ 8 h 9"/>
                    <a:gd name="T6" fmla="*/ 12 w 13"/>
                    <a:gd name="T7" fmla="*/ 0 h 9"/>
                    <a:gd name="T8" fmla="*/ 2 w 13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"/>
                    <a:gd name="T16" fmla="*/ 0 h 9"/>
                    <a:gd name="T17" fmla="*/ 13 w 13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" h="9">
                      <a:moveTo>
                        <a:pt x="2" y="0"/>
                      </a:moveTo>
                      <a:lnTo>
                        <a:pt x="0" y="8"/>
                      </a:lnTo>
                      <a:lnTo>
                        <a:pt x="10" y="8"/>
                      </a:lnTo>
                      <a:lnTo>
                        <a:pt x="12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8" name="Freeform 400">
                  <a:extLst>
                    <a:ext uri="{FF2B5EF4-FFF2-40B4-BE49-F238E27FC236}">
                      <a16:creationId xmlns:a16="http://schemas.microsoft.com/office/drawing/2014/main" id="{A3693EC6-B2A6-5648-8DD2-1643161435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3" y="3778"/>
                  <a:ext cx="16" cy="10"/>
                </a:xfrm>
                <a:custGeom>
                  <a:avLst/>
                  <a:gdLst>
                    <a:gd name="T0" fmla="*/ 2 w 16"/>
                    <a:gd name="T1" fmla="*/ 0 h 10"/>
                    <a:gd name="T2" fmla="*/ 0 w 16"/>
                    <a:gd name="T3" fmla="*/ 7 h 10"/>
                    <a:gd name="T4" fmla="*/ 13 w 16"/>
                    <a:gd name="T5" fmla="*/ 9 h 10"/>
                    <a:gd name="T6" fmla="*/ 15 w 16"/>
                    <a:gd name="T7" fmla="*/ 2 h 10"/>
                    <a:gd name="T8" fmla="*/ 2 w 16"/>
                    <a:gd name="T9" fmla="*/ 0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"/>
                    <a:gd name="T16" fmla="*/ 0 h 10"/>
                    <a:gd name="T17" fmla="*/ 16 w 16"/>
                    <a:gd name="T18" fmla="*/ 10 h 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" h="10">
                      <a:moveTo>
                        <a:pt x="2" y="0"/>
                      </a:moveTo>
                      <a:lnTo>
                        <a:pt x="0" y="7"/>
                      </a:lnTo>
                      <a:lnTo>
                        <a:pt x="13" y="9"/>
                      </a:lnTo>
                      <a:lnTo>
                        <a:pt x="15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39" name="Freeform 401">
                  <a:extLst>
                    <a:ext uri="{FF2B5EF4-FFF2-40B4-BE49-F238E27FC236}">
                      <a16:creationId xmlns:a16="http://schemas.microsoft.com/office/drawing/2014/main" id="{36ED5888-AE84-4E44-BABF-682A9AE741A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0" y="3491"/>
                  <a:ext cx="205" cy="186"/>
                </a:xfrm>
                <a:custGeom>
                  <a:avLst/>
                  <a:gdLst>
                    <a:gd name="T0" fmla="*/ 0 w 205"/>
                    <a:gd name="T1" fmla="*/ 0 h 186"/>
                    <a:gd name="T2" fmla="*/ 0 w 205"/>
                    <a:gd name="T3" fmla="*/ 171 h 186"/>
                    <a:gd name="T4" fmla="*/ 204 w 205"/>
                    <a:gd name="T5" fmla="*/ 185 h 186"/>
                    <a:gd name="T6" fmla="*/ 202 w 205"/>
                    <a:gd name="T7" fmla="*/ 0 h 186"/>
                    <a:gd name="T8" fmla="*/ 0 w 205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5"/>
                    <a:gd name="T16" fmla="*/ 0 h 186"/>
                    <a:gd name="T17" fmla="*/ 205 w 205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5" h="186">
                      <a:moveTo>
                        <a:pt x="0" y="0"/>
                      </a:moveTo>
                      <a:lnTo>
                        <a:pt x="0" y="171"/>
                      </a:lnTo>
                      <a:lnTo>
                        <a:pt x="204" y="185"/>
                      </a:lnTo>
                      <a:lnTo>
                        <a:pt x="20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0" name="Freeform 402">
                  <a:extLst>
                    <a:ext uri="{FF2B5EF4-FFF2-40B4-BE49-F238E27FC236}">
                      <a16:creationId xmlns:a16="http://schemas.microsoft.com/office/drawing/2014/main" id="{F3DDB1FA-9440-ED44-AFE1-42A5FE5DC53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500"/>
                  <a:ext cx="194" cy="177"/>
                </a:xfrm>
                <a:custGeom>
                  <a:avLst/>
                  <a:gdLst>
                    <a:gd name="T0" fmla="*/ 4 w 194"/>
                    <a:gd name="T1" fmla="*/ 0 h 177"/>
                    <a:gd name="T2" fmla="*/ 0 w 194"/>
                    <a:gd name="T3" fmla="*/ 165 h 177"/>
                    <a:gd name="T4" fmla="*/ 191 w 194"/>
                    <a:gd name="T5" fmla="*/ 176 h 177"/>
                    <a:gd name="T6" fmla="*/ 193 w 194"/>
                    <a:gd name="T7" fmla="*/ 0 h 177"/>
                    <a:gd name="T8" fmla="*/ 4 w 194"/>
                    <a:gd name="T9" fmla="*/ 0 h 1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177"/>
                    <a:gd name="T17" fmla="*/ 194 w 194"/>
                    <a:gd name="T18" fmla="*/ 177 h 1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177">
                      <a:moveTo>
                        <a:pt x="4" y="0"/>
                      </a:moveTo>
                      <a:lnTo>
                        <a:pt x="0" y="165"/>
                      </a:lnTo>
                      <a:lnTo>
                        <a:pt x="191" y="176"/>
                      </a:lnTo>
                      <a:lnTo>
                        <a:pt x="193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1" name="Freeform 403">
                  <a:extLst>
                    <a:ext uri="{FF2B5EF4-FFF2-40B4-BE49-F238E27FC236}">
                      <a16:creationId xmlns:a16="http://schemas.microsoft.com/office/drawing/2014/main" id="{D68EBEC4-ED70-E446-AC00-64301626E6D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509"/>
                  <a:ext cx="168" cy="158"/>
                </a:xfrm>
                <a:custGeom>
                  <a:avLst/>
                  <a:gdLst>
                    <a:gd name="T0" fmla="*/ 2 w 168"/>
                    <a:gd name="T1" fmla="*/ 0 h 158"/>
                    <a:gd name="T2" fmla="*/ 0 w 168"/>
                    <a:gd name="T3" fmla="*/ 143 h 158"/>
                    <a:gd name="T4" fmla="*/ 166 w 168"/>
                    <a:gd name="T5" fmla="*/ 157 h 158"/>
                    <a:gd name="T6" fmla="*/ 167 w 168"/>
                    <a:gd name="T7" fmla="*/ 0 h 158"/>
                    <a:gd name="T8" fmla="*/ 2 w 168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58"/>
                    <a:gd name="T17" fmla="*/ 168 w 168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58">
                      <a:moveTo>
                        <a:pt x="2" y="0"/>
                      </a:moveTo>
                      <a:lnTo>
                        <a:pt x="0" y="143"/>
                      </a:lnTo>
                      <a:lnTo>
                        <a:pt x="166" y="157"/>
                      </a:lnTo>
                      <a:lnTo>
                        <a:pt x="16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2" name="Oval 404">
                  <a:extLst>
                    <a:ext uri="{FF2B5EF4-FFF2-40B4-BE49-F238E27FC236}">
                      <a16:creationId xmlns:a16="http://schemas.microsoft.com/office/drawing/2014/main" id="{3CC30CF9-5F55-D24E-BC03-FED211D3E3E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487" y="3509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143" name="Freeform 405">
                  <a:extLst>
                    <a:ext uri="{FF2B5EF4-FFF2-40B4-BE49-F238E27FC236}">
                      <a16:creationId xmlns:a16="http://schemas.microsoft.com/office/drawing/2014/main" id="{14619709-9557-D443-8CEC-459A2658FF1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529"/>
                  <a:ext cx="127" cy="111"/>
                </a:xfrm>
                <a:custGeom>
                  <a:avLst/>
                  <a:gdLst>
                    <a:gd name="T0" fmla="*/ 2 w 127"/>
                    <a:gd name="T1" fmla="*/ 0 h 111"/>
                    <a:gd name="T2" fmla="*/ 0 w 127"/>
                    <a:gd name="T3" fmla="*/ 102 h 111"/>
                    <a:gd name="T4" fmla="*/ 122 w 127"/>
                    <a:gd name="T5" fmla="*/ 110 h 111"/>
                    <a:gd name="T6" fmla="*/ 126 w 127"/>
                    <a:gd name="T7" fmla="*/ 4 h 111"/>
                    <a:gd name="T8" fmla="*/ 2 w 127"/>
                    <a:gd name="T9" fmla="*/ 0 h 1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11"/>
                    <a:gd name="T17" fmla="*/ 127 w 127"/>
                    <a:gd name="T18" fmla="*/ 111 h 1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11">
                      <a:moveTo>
                        <a:pt x="2" y="0"/>
                      </a:moveTo>
                      <a:lnTo>
                        <a:pt x="0" y="102"/>
                      </a:lnTo>
                      <a:lnTo>
                        <a:pt x="122" y="110"/>
                      </a:lnTo>
                      <a:lnTo>
                        <a:pt x="126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4" name="Freeform 406">
                  <a:extLst>
                    <a:ext uri="{FF2B5EF4-FFF2-40B4-BE49-F238E27FC236}">
                      <a16:creationId xmlns:a16="http://schemas.microsoft.com/office/drawing/2014/main" id="{E2C2EB2F-4AAB-3C4A-AA30-443019EBF4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0" y="3535"/>
                  <a:ext cx="117" cy="100"/>
                </a:xfrm>
                <a:custGeom>
                  <a:avLst/>
                  <a:gdLst>
                    <a:gd name="T0" fmla="*/ 2 w 117"/>
                    <a:gd name="T1" fmla="*/ 0 h 100"/>
                    <a:gd name="T2" fmla="*/ 0 w 117"/>
                    <a:gd name="T3" fmla="*/ 91 h 100"/>
                    <a:gd name="T4" fmla="*/ 114 w 117"/>
                    <a:gd name="T5" fmla="*/ 99 h 100"/>
                    <a:gd name="T6" fmla="*/ 116 w 117"/>
                    <a:gd name="T7" fmla="*/ 2 h 100"/>
                    <a:gd name="T8" fmla="*/ 2 w 117"/>
                    <a:gd name="T9" fmla="*/ 0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100"/>
                    <a:gd name="T17" fmla="*/ 117 w 117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100">
                      <a:moveTo>
                        <a:pt x="2" y="0"/>
                      </a:moveTo>
                      <a:lnTo>
                        <a:pt x="0" y="91"/>
                      </a:lnTo>
                      <a:lnTo>
                        <a:pt x="114" y="99"/>
                      </a:lnTo>
                      <a:lnTo>
                        <a:pt x="116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5" name="Freeform 407">
                  <a:extLst>
                    <a:ext uri="{FF2B5EF4-FFF2-40B4-BE49-F238E27FC236}">
                      <a16:creationId xmlns:a16="http://schemas.microsoft.com/office/drawing/2014/main" id="{2A01016E-5E36-A94F-AA25-9740F8ECCC1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6" y="3540"/>
                  <a:ext cx="105" cy="87"/>
                </a:xfrm>
                <a:custGeom>
                  <a:avLst/>
                  <a:gdLst>
                    <a:gd name="T0" fmla="*/ 2 w 105"/>
                    <a:gd name="T1" fmla="*/ 0 h 87"/>
                    <a:gd name="T2" fmla="*/ 0 w 105"/>
                    <a:gd name="T3" fmla="*/ 80 h 87"/>
                    <a:gd name="T4" fmla="*/ 102 w 105"/>
                    <a:gd name="T5" fmla="*/ 86 h 87"/>
                    <a:gd name="T6" fmla="*/ 104 w 105"/>
                    <a:gd name="T7" fmla="*/ 3 h 87"/>
                    <a:gd name="T8" fmla="*/ 2 w 105"/>
                    <a:gd name="T9" fmla="*/ 0 h 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5"/>
                    <a:gd name="T16" fmla="*/ 0 h 87"/>
                    <a:gd name="T17" fmla="*/ 105 w 105"/>
                    <a:gd name="T18" fmla="*/ 87 h 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5" h="87">
                      <a:moveTo>
                        <a:pt x="2" y="0"/>
                      </a:moveTo>
                      <a:lnTo>
                        <a:pt x="0" y="80"/>
                      </a:lnTo>
                      <a:lnTo>
                        <a:pt x="102" y="86"/>
                      </a:lnTo>
                      <a:lnTo>
                        <a:pt x="104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6" name="Freeform 408">
                  <a:extLst>
                    <a:ext uri="{FF2B5EF4-FFF2-40B4-BE49-F238E27FC236}">
                      <a16:creationId xmlns:a16="http://schemas.microsoft.com/office/drawing/2014/main" id="{268D8AB5-6753-614B-B122-A61306A9D0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636"/>
                  <a:ext cx="127" cy="16"/>
                </a:xfrm>
                <a:custGeom>
                  <a:avLst/>
                  <a:gdLst>
                    <a:gd name="T0" fmla="*/ 0 w 127"/>
                    <a:gd name="T1" fmla="*/ 0 h 16"/>
                    <a:gd name="T2" fmla="*/ 0 w 127"/>
                    <a:gd name="T3" fmla="*/ 5 h 16"/>
                    <a:gd name="T4" fmla="*/ 124 w 127"/>
                    <a:gd name="T5" fmla="*/ 15 h 16"/>
                    <a:gd name="T6" fmla="*/ 126 w 127"/>
                    <a:gd name="T7" fmla="*/ 7 h 16"/>
                    <a:gd name="T8" fmla="*/ 0 w 127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6"/>
                    <a:gd name="T17" fmla="*/ 127 w 12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24" y="15"/>
                      </a:lnTo>
                      <a:lnTo>
                        <a:pt x="126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7" name="Freeform 409">
                  <a:extLst>
                    <a:ext uri="{FF2B5EF4-FFF2-40B4-BE49-F238E27FC236}">
                      <a16:creationId xmlns:a16="http://schemas.microsoft.com/office/drawing/2014/main" id="{FDB7D296-8158-684E-B247-4B727422B07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6" y="3561"/>
                  <a:ext cx="8" cy="64"/>
                </a:xfrm>
                <a:custGeom>
                  <a:avLst/>
                  <a:gdLst>
                    <a:gd name="T0" fmla="*/ 2 w 8"/>
                    <a:gd name="T1" fmla="*/ 0 h 64"/>
                    <a:gd name="T2" fmla="*/ 0 w 8"/>
                    <a:gd name="T3" fmla="*/ 61 h 64"/>
                    <a:gd name="T4" fmla="*/ 5 w 8"/>
                    <a:gd name="T5" fmla="*/ 63 h 64"/>
                    <a:gd name="T6" fmla="*/ 7 w 8"/>
                    <a:gd name="T7" fmla="*/ 0 h 64"/>
                    <a:gd name="T8" fmla="*/ 2 w 8"/>
                    <a:gd name="T9" fmla="*/ 0 h 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"/>
                    <a:gd name="T16" fmla="*/ 0 h 64"/>
                    <a:gd name="T17" fmla="*/ 8 w 8"/>
                    <a:gd name="T18" fmla="*/ 64 h 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" h="64">
                      <a:moveTo>
                        <a:pt x="2" y="0"/>
                      </a:moveTo>
                      <a:lnTo>
                        <a:pt x="0" y="61"/>
                      </a:lnTo>
                      <a:lnTo>
                        <a:pt x="5" y="63"/>
                      </a:lnTo>
                      <a:lnTo>
                        <a:pt x="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8" name="Freeform 410">
                  <a:extLst>
                    <a:ext uri="{FF2B5EF4-FFF2-40B4-BE49-F238E27FC236}">
                      <a16:creationId xmlns:a16="http://schemas.microsoft.com/office/drawing/2014/main" id="{69FFD9DE-6E49-D148-9E13-D21825E0FFF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588"/>
                  <a:ext cx="45" cy="15"/>
                </a:xfrm>
                <a:custGeom>
                  <a:avLst/>
                  <a:gdLst>
                    <a:gd name="T0" fmla="*/ 0 w 45"/>
                    <a:gd name="T1" fmla="*/ 0 h 15"/>
                    <a:gd name="T2" fmla="*/ 13 w 45"/>
                    <a:gd name="T3" fmla="*/ 14 h 15"/>
                    <a:gd name="T4" fmla="*/ 44 w 45"/>
                    <a:gd name="T5" fmla="*/ 14 h 15"/>
                    <a:gd name="T6" fmla="*/ 30 w 45"/>
                    <a:gd name="T7" fmla="*/ 0 h 15"/>
                    <a:gd name="T8" fmla="*/ 0 w 45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15"/>
                    <a:gd name="T17" fmla="*/ 45 w 45"/>
                    <a:gd name="T18" fmla="*/ 15 h 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15">
                      <a:moveTo>
                        <a:pt x="0" y="0"/>
                      </a:moveTo>
                      <a:lnTo>
                        <a:pt x="13" y="14"/>
                      </a:lnTo>
                      <a:lnTo>
                        <a:pt x="44" y="14"/>
                      </a:lnTo>
                      <a:lnTo>
                        <a:pt x="3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49" name="Line 411">
                  <a:extLst>
                    <a:ext uri="{FF2B5EF4-FFF2-40B4-BE49-F238E27FC236}">
                      <a16:creationId xmlns:a16="http://schemas.microsoft.com/office/drawing/2014/main" id="{8B1429E7-50DA-C54E-84CB-ADFC0BCD17B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16" y="3323"/>
                  <a:ext cx="0" cy="47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50" name="Freeform 412">
                  <a:extLst>
                    <a:ext uri="{FF2B5EF4-FFF2-40B4-BE49-F238E27FC236}">
                      <a16:creationId xmlns:a16="http://schemas.microsoft.com/office/drawing/2014/main" id="{4918CFA3-8B0F-8942-8EE9-C790908C79C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00" y="3620"/>
                  <a:ext cx="38" cy="177"/>
                </a:xfrm>
                <a:custGeom>
                  <a:avLst/>
                  <a:gdLst>
                    <a:gd name="T0" fmla="*/ 8 w 38"/>
                    <a:gd name="T1" fmla="*/ 4 h 177"/>
                    <a:gd name="T2" fmla="*/ 2 w 38"/>
                    <a:gd name="T3" fmla="*/ 10 h 177"/>
                    <a:gd name="T4" fmla="*/ 4 w 38"/>
                    <a:gd name="T5" fmla="*/ 21 h 177"/>
                    <a:gd name="T6" fmla="*/ 8 w 38"/>
                    <a:gd name="T7" fmla="*/ 26 h 177"/>
                    <a:gd name="T8" fmla="*/ 13 w 38"/>
                    <a:gd name="T9" fmla="*/ 34 h 177"/>
                    <a:gd name="T10" fmla="*/ 21 w 38"/>
                    <a:gd name="T11" fmla="*/ 43 h 177"/>
                    <a:gd name="T12" fmla="*/ 22 w 38"/>
                    <a:gd name="T13" fmla="*/ 50 h 177"/>
                    <a:gd name="T14" fmla="*/ 24 w 38"/>
                    <a:gd name="T15" fmla="*/ 72 h 177"/>
                    <a:gd name="T16" fmla="*/ 26 w 38"/>
                    <a:gd name="T17" fmla="*/ 122 h 177"/>
                    <a:gd name="T18" fmla="*/ 24 w 38"/>
                    <a:gd name="T19" fmla="*/ 134 h 177"/>
                    <a:gd name="T20" fmla="*/ 19 w 38"/>
                    <a:gd name="T21" fmla="*/ 143 h 177"/>
                    <a:gd name="T22" fmla="*/ 9 w 38"/>
                    <a:gd name="T23" fmla="*/ 152 h 177"/>
                    <a:gd name="T24" fmla="*/ 0 w 38"/>
                    <a:gd name="T25" fmla="*/ 162 h 177"/>
                    <a:gd name="T26" fmla="*/ 4 w 38"/>
                    <a:gd name="T27" fmla="*/ 170 h 177"/>
                    <a:gd name="T28" fmla="*/ 13 w 38"/>
                    <a:gd name="T29" fmla="*/ 176 h 177"/>
                    <a:gd name="T30" fmla="*/ 26 w 38"/>
                    <a:gd name="T31" fmla="*/ 174 h 177"/>
                    <a:gd name="T32" fmla="*/ 28 w 38"/>
                    <a:gd name="T33" fmla="*/ 167 h 177"/>
                    <a:gd name="T34" fmla="*/ 21 w 38"/>
                    <a:gd name="T35" fmla="*/ 162 h 177"/>
                    <a:gd name="T36" fmla="*/ 21 w 38"/>
                    <a:gd name="T37" fmla="*/ 160 h 177"/>
                    <a:gd name="T38" fmla="*/ 24 w 38"/>
                    <a:gd name="T39" fmla="*/ 154 h 177"/>
                    <a:gd name="T40" fmla="*/ 31 w 38"/>
                    <a:gd name="T41" fmla="*/ 148 h 177"/>
                    <a:gd name="T42" fmla="*/ 35 w 38"/>
                    <a:gd name="T43" fmla="*/ 141 h 177"/>
                    <a:gd name="T44" fmla="*/ 37 w 38"/>
                    <a:gd name="T45" fmla="*/ 134 h 177"/>
                    <a:gd name="T46" fmla="*/ 37 w 38"/>
                    <a:gd name="T47" fmla="*/ 60 h 177"/>
                    <a:gd name="T48" fmla="*/ 35 w 38"/>
                    <a:gd name="T49" fmla="*/ 48 h 177"/>
                    <a:gd name="T50" fmla="*/ 33 w 38"/>
                    <a:gd name="T51" fmla="*/ 41 h 177"/>
                    <a:gd name="T52" fmla="*/ 28 w 38"/>
                    <a:gd name="T53" fmla="*/ 28 h 177"/>
                    <a:gd name="T54" fmla="*/ 19 w 38"/>
                    <a:gd name="T55" fmla="*/ 19 h 177"/>
                    <a:gd name="T56" fmla="*/ 19 w 38"/>
                    <a:gd name="T57" fmla="*/ 15 h 177"/>
                    <a:gd name="T58" fmla="*/ 22 w 38"/>
                    <a:gd name="T59" fmla="*/ 12 h 177"/>
                    <a:gd name="T60" fmla="*/ 24 w 38"/>
                    <a:gd name="T61" fmla="*/ 4 h 177"/>
                    <a:gd name="T62" fmla="*/ 13 w 38"/>
                    <a:gd name="T63" fmla="*/ 2 h 1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"/>
                    <a:gd name="T97" fmla="*/ 0 h 177"/>
                    <a:gd name="T98" fmla="*/ 38 w 38"/>
                    <a:gd name="T99" fmla="*/ 177 h 17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" h="177">
                      <a:moveTo>
                        <a:pt x="11" y="2"/>
                      </a:moveTo>
                      <a:lnTo>
                        <a:pt x="8" y="4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2" y="17"/>
                      </a:lnTo>
                      <a:lnTo>
                        <a:pt x="4" y="21"/>
                      </a:lnTo>
                      <a:lnTo>
                        <a:pt x="4" y="22"/>
                      </a:lnTo>
                      <a:lnTo>
                        <a:pt x="8" y="26"/>
                      </a:lnTo>
                      <a:lnTo>
                        <a:pt x="11" y="30"/>
                      </a:lnTo>
                      <a:lnTo>
                        <a:pt x="13" y="34"/>
                      </a:lnTo>
                      <a:lnTo>
                        <a:pt x="15" y="36"/>
                      </a:lnTo>
                      <a:lnTo>
                        <a:pt x="21" y="43"/>
                      </a:lnTo>
                      <a:lnTo>
                        <a:pt x="22" y="46"/>
                      </a:lnTo>
                      <a:lnTo>
                        <a:pt x="22" y="50"/>
                      </a:lnTo>
                      <a:lnTo>
                        <a:pt x="24" y="58"/>
                      </a:lnTo>
                      <a:lnTo>
                        <a:pt x="24" y="72"/>
                      </a:lnTo>
                      <a:lnTo>
                        <a:pt x="26" y="91"/>
                      </a:lnTo>
                      <a:lnTo>
                        <a:pt x="26" y="122"/>
                      </a:lnTo>
                      <a:lnTo>
                        <a:pt x="26" y="132"/>
                      </a:lnTo>
                      <a:lnTo>
                        <a:pt x="24" y="134"/>
                      </a:lnTo>
                      <a:lnTo>
                        <a:pt x="22" y="139"/>
                      </a:lnTo>
                      <a:lnTo>
                        <a:pt x="19" y="143"/>
                      </a:lnTo>
                      <a:lnTo>
                        <a:pt x="15" y="148"/>
                      </a:lnTo>
                      <a:lnTo>
                        <a:pt x="9" y="152"/>
                      </a:lnTo>
                      <a:lnTo>
                        <a:pt x="4" y="158"/>
                      </a:lnTo>
                      <a:lnTo>
                        <a:pt x="0" y="162"/>
                      </a:lnTo>
                      <a:lnTo>
                        <a:pt x="2" y="169"/>
                      </a:lnTo>
                      <a:lnTo>
                        <a:pt x="4" y="170"/>
                      </a:lnTo>
                      <a:lnTo>
                        <a:pt x="8" y="172"/>
                      </a:lnTo>
                      <a:lnTo>
                        <a:pt x="13" y="176"/>
                      </a:lnTo>
                      <a:lnTo>
                        <a:pt x="22" y="176"/>
                      </a:lnTo>
                      <a:lnTo>
                        <a:pt x="26" y="174"/>
                      </a:lnTo>
                      <a:lnTo>
                        <a:pt x="28" y="170"/>
                      </a:lnTo>
                      <a:lnTo>
                        <a:pt x="28" y="167"/>
                      </a:lnTo>
                      <a:lnTo>
                        <a:pt x="24" y="162"/>
                      </a:lnTo>
                      <a:lnTo>
                        <a:pt x="21" y="162"/>
                      </a:lnTo>
                      <a:lnTo>
                        <a:pt x="17" y="162"/>
                      </a:lnTo>
                      <a:lnTo>
                        <a:pt x="21" y="160"/>
                      </a:lnTo>
                      <a:lnTo>
                        <a:pt x="22" y="158"/>
                      </a:lnTo>
                      <a:lnTo>
                        <a:pt x="24" y="154"/>
                      </a:lnTo>
                      <a:lnTo>
                        <a:pt x="29" y="150"/>
                      </a:lnTo>
                      <a:lnTo>
                        <a:pt x="31" y="148"/>
                      </a:lnTo>
                      <a:lnTo>
                        <a:pt x="33" y="145"/>
                      </a:lnTo>
                      <a:lnTo>
                        <a:pt x="35" y="141"/>
                      </a:lnTo>
                      <a:lnTo>
                        <a:pt x="35" y="136"/>
                      </a:lnTo>
                      <a:lnTo>
                        <a:pt x="37" y="134"/>
                      </a:lnTo>
                      <a:lnTo>
                        <a:pt x="37" y="124"/>
                      </a:lnTo>
                      <a:lnTo>
                        <a:pt x="37" y="60"/>
                      </a:lnTo>
                      <a:lnTo>
                        <a:pt x="35" y="52"/>
                      </a:lnTo>
                      <a:lnTo>
                        <a:pt x="35" y="48"/>
                      </a:lnTo>
                      <a:lnTo>
                        <a:pt x="33" y="45"/>
                      </a:lnTo>
                      <a:lnTo>
                        <a:pt x="33" y="41"/>
                      </a:lnTo>
                      <a:lnTo>
                        <a:pt x="31" y="36"/>
                      </a:lnTo>
                      <a:lnTo>
                        <a:pt x="28" y="28"/>
                      </a:lnTo>
                      <a:lnTo>
                        <a:pt x="21" y="22"/>
                      </a:lnTo>
                      <a:lnTo>
                        <a:pt x="19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2" y="15"/>
                      </a:lnTo>
                      <a:lnTo>
                        <a:pt x="22" y="12"/>
                      </a:lnTo>
                      <a:lnTo>
                        <a:pt x="26" y="8"/>
                      </a:lnTo>
                      <a:lnTo>
                        <a:pt x="24" y="4"/>
                      </a:lnTo>
                      <a:lnTo>
                        <a:pt x="19" y="0"/>
                      </a:lnTo>
                      <a:lnTo>
                        <a:pt x="13" y="2"/>
                      </a:lnTo>
                      <a:lnTo>
                        <a:pt x="11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1" name="Freeform 413">
                  <a:extLst>
                    <a:ext uri="{FF2B5EF4-FFF2-40B4-BE49-F238E27FC236}">
                      <a16:creationId xmlns:a16="http://schemas.microsoft.com/office/drawing/2014/main" id="{E72E66E8-F693-0142-A23B-B7A9CEB6F3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9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5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9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5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2" name="Freeform 414">
                  <a:extLst>
                    <a:ext uri="{FF2B5EF4-FFF2-40B4-BE49-F238E27FC236}">
                      <a16:creationId xmlns:a16="http://schemas.microsoft.com/office/drawing/2014/main" id="{A3FA666E-6FB1-3A43-AA9D-0A05F05A3E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9" y="3377"/>
                  <a:ext cx="14" cy="34"/>
                </a:xfrm>
                <a:custGeom>
                  <a:avLst/>
                  <a:gdLst>
                    <a:gd name="T0" fmla="*/ 0 w 14"/>
                    <a:gd name="T1" fmla="*/ 0 h 34"/>
                    <a:gd name="T2" fmla="*/ 2 w 14"/>
                    <a:gd name="T3" fmla="*/ 33 h 34"/>
                    <a:gd name="T4" fmla="*/ 13 w 14"/>
                    <a:gd name="T5" fmla="*/ 33 h 34"/>
                    <a:gd name="T6" fmla="*/ 11 w 14"/>
                    <a:gd name="T7" fmla="*/ 0 h 34"/>
                    <a:gd name="T8" fmla="*/ 0 w 14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34"/>
                    <a:gd name="T17" fmla="*/ 14 w 14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34">
                      <a:moveTo>
                        <a:pt x="0" y="0"/>
                      </a:moveTo>
                      <a:lnTo>
                        <a:pt x="2" y="33"/>
                      </a:lnTo>
                      <a:lnTo>
                        <a:pt x="13" y="33"/>
                      </a:lnTo>
                      <a:lnTo>
                        <a:pt x="1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3" name="Freeform 415">
                  <a:extLst>
                    <a:ext uri="{FF2B5EF4-FFF2-40B4-BE49-F238E27FC236}">
                      <a16:creationId xmlns:a16="http://schemas.microsoft.com/office/drawing/2014/main" id="{C9E14D89-1203-0C4C-9BE6-7D94B07C785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3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11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6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6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4" name="Freeform 416">
                  <a:extLst>
                    <a:ext uri="{FF2B5EF4-FFF2-40B4-BE49-F238E27FC236}">
                      <a16:creationId xmlns:a16="http://schemas.microsoft.com/office/drawing/2014/main" id="{5DF1ECFA-AF1B-E44F-8222-F670C20AD62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5" y="3372"/>
                  <a:ext cx="3" cy="34"/>
                </a:xfrm>
                <a:custGeom>
                  <a:avLst/>
                  <a:gdLst>
                    <a:gd name="T0" fmla="*/ 2 w 3"/>
                    <a:gd name="T1" fmla="*/ 5 h 34"/>
                    <a:gd name="T2" fmla="*/ 2 w 3"/>
                    <a:gd name="T3" fmla="*/ 3 h 34"/>
                    <a:gd name="T4" fmla="*/ 1 w 3"/>
                    <a:gd name="T5" fmla="*/ 0 h 34"/>
                    <a:gd name="T6" fmla="*/ 0 w 3"/>
                    <a:gd name="T7" fmla="*/ 0 h 34"/>
                    <a:gd name="T8" fmla="*/ 0 w 3"/>
                    <a:gd name="T9" fmla="*/ 3 h 34"/>
                    <a:gd name="T10" fmla="*/ 0 w 3"/>
                    <a:gd name="T11" fmla="*/ 5 h 34"/>
                    <a:gd name="T12" fmla="*/ 0 w 3"/>
                    <a:gd name="T13" fmla="*/ 29 h 34"/>
                    <a:gd name="T14" fmla="*/ 0 w 3"/>
                    <a:gd name="T15" fmla="*/ 31 h 34"/>
                    <a:gd name="T16" fmla="*/ 1 w 3"/>
                    <a:gd name="T17" fmla="*/ 33 h 34"/>
                    <a:gd name="T18" fmla="*/ 2 w 3"/>
                    <a:gd name="T19" fmla="*/ 31 h 34"/>
                    <a:gd name="T20" fmla="*/ 2 w 3"/>
                    <a:gd name="T21" fmla="*/ 29 h 34"/>
                    <a:gd name="T22" fmla="*/ 2 w 3"/>
                    <a:gd name="T23" fmla="*/ 5 h 3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34"/>
                    <a:gd name="T38" fmla="*/ 3 w 3"/>
                    <a:gd name="T39" fmla="*/ 34 h 3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34">
                      <a:moveTo>
                        <a:pt x="2" y="5"/>
                      </a:moveTo>
                      <a:lnTo>
                        <a:pt x="2" y="3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1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5" name="Freeform 417">
                  <a:extLst>
                    <a:ext uri="{FF2B5EF4-FFF2-40B4-BE49-F238E27FC236}">
                      <a16:creationId xmlns:a16="http://schemas.microsoft.com/office/drawing/2014/main" id="{55673139-D345-F24D-B3AF-0BB28D12005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71" y="3372"/>
                  <a:ext cx="107" cy="34"/>
                </a:xfrm>
                <a:custGeom>
                  <a:avLst/>
                  <a:gdLst>
                    <a:gd name="T0" fmla="*/ 8 w 107"/>
                    <a:gd name="T1" fmla="*/ 6 h 34"/>
                    <a:gd name="T2" fmla="*/ 2 w 107"/>
                    <a:gd name="T3" fmla="*/ 10 h 34"/>
                    <a:gd name="T4" fmla="*/ 0 w 107"/>
                    <a:gd name="T5" fmla="*/ 17 h 34"/>
                    <a:gd name="T6" fmla="*/ 0 w 107"/>
                    <a:gd name="T7" fmla="*/ 23 h 34"/>
                    <a:gd name="T8" fmla="*/ 2 w 107"/>
                    <a:gd name="T9" fmla="*/ 31 h 34"/>
                    <a:gd name="T10" fmla="*/ 8 w 107"/>
                    <a:gd name="T11" fmla="*/ 33 h 34"/>
                    <a:gd name="T12" fmla="*/ 99 w 107"/>
                    <a:gd name="T13" fmla="*/ 27 h 34"/>
                    <a:gd name="T14" fmla="*/ 104 w 107"/>
                    <a:gd name="T15" fmla="*/ 23 h 34"/>
                    <a:gd name="T16" fmla="*/ 106 w 107"/>
                    <a:gd name="T17" fmla="*/ 16 h 34"/>
                    <a:gd name="T18" fmla="*/ 106 w 107"/>
                    <a:gd name="T19" fmla="*/ 10 h 34"/>
                    <a:gd name="T20" fmla="*/ 103 w 107"/>
                    <a:gd name="T21" fmla="*/ 4 h 34"/>
                    <a:gd name="T22" fmla="*/ 97 w 107"/>
                    <a:gd name="T23" fmla="*/ 0 h 34"/>
                    <a:gd name="T24" fmla="*/ 8 w 107"/>
                    <a:gd name="T25" fmla="*/ 6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7"/>
                    <a:gd name="T40" fmla="*/ 0 h 34"/>
                    <a:gd name="T41" fmla="*/ 107 w 107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7" h="34">
                      <a:moveTo>
                        <a:pt x="8" y="6"/>
                      </a:moveTo>
                      <a:lnTo>
                        <a:pt x="2" y="10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2" y="31"/>
                      </a:lnTo>
                      <a:lnTo>
                        <a:pt x="8" y="33"/>
                      </a:lnTo>
                      <a:lnTo>
                        <a:pt x="99" y="27"/>
                      </a:lnTo>
                      <a:lnTo>
                        <a:pt x="104" y="23"/>
                      </a:lnTo>
                      <a:lnTo>
                        <a:pt x="106" y="16"/>
                      </a:lnTo>
                      <a:lnTo>
                        <a:pt x="106" y="10"/>
                      </a:lnTo>
                      <a:lnTo>
                        <a:pt x="103" y="4"/>
                      </a:lnTo>
                      <a:lnTo>
                        <a:pt x="97" y="0"/>
                      </a:lnTo>
                      <a:lnTo>
                        <a:pt x="8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6" name="Freeform 418">
                  <a:extLst>
                    <a:ext uri="{FF2B5EF4-FFF2-40B4-BE49-F238E27FC236}">
                      <a16:creationId xmlns:a16="http://schemas.microsoft.com/office/drawing/2014/main" id="{4B7E2569-7950-DA42-8072-ECE51693EB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9 w 22"/>
                    <a:gd name="T3" fmla="*/ 29 h 36"/>
                    <a:gd name="T4" fmla="*/ 11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9 w 22"/>
                    <a:gd name="T13" fmla="*/ 0 h 36"/>
                    <a:gd name="T14" fmla="*/ 17 w 22"/>
                    <a:gd name="T15" fmla="*/ 6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9" y="29"/>
                      </a:lnTo>
                      <a:lnTo>
                        <a:pt x="11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7" y="6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7" name="Freeform 419">
                  <a:extLst>
                    <a:ext uri="{FF2B5EF4-FFF2-40B4-BE49-F238E27FC236}">
                      <a16:creationId xmlns:a16="http://schemas.microsoft.com/office/drawing/2014/main" id="{12F24DAA-1933-AF4D-91DD-8648D2AC6D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67"/>
                  <a:ext cx="15" cy="36"/>
                </a:xfrm>
                <a:custGeom>
                  <a:avLst/>
                  <a:gdLst>
                    <a:gd name="T0" fmla="*/ 0 w 15"/>
                    <a:gd name="T1" fmla="*/ 0 h 36"/>
                    <a:gd name="T2" fmla="*/ 2 w 15"/>
                    <a:gd name="T3" fmla="*/ 35 h 36"/>
                    <a:gd name="T4" fmla="*/ 14 w 15"/>
                    <a:gd name="T5" fmla="*/ 35 h 36"/>
                    <a:gd name="T6" fmla="*/ 12 w 15"/>
                    <a:gd name="T7" fmla="*/ 0 h 36"/>
                    <a:gd name="T8" fmla="*/ 0 w 15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36"/>
                    <a:gd name="T17" fmla="*/ 15 w 15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36">
                      <a:moveTo>
                        <a:pt x="0" y="0"/>
                      </a:moveTo>
                      <a:lnTo>
                        <a:pt x="2" y="35"/>
                      </a:lnTo>
                      <a:lnTo>
                        <a:pt x="14" y="35"/>
                      </a:lnTo>
                      <a:lnTo>
                        <a:pt x="1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8" name="Freeform 420">
                  <a:extLst>
                    <a:ext uri="{FF2B5EF4-FFF2-40B4-BE49-F238E27FC236}">
                      <a16:creationId xmlns:a16="http://schemas.microsoft.com/office/drawing/2014/main" id="{F28DFFBC-29D3-244B-8827-D8A560FA3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0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8 w 22"/>
                    <a:gd name="T3" fmla="*/ 29 h 36"/>
                    <a:gd name="T4" fmla="*/ 12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10 w 22"/>
                    <a:gd name="T13" fmla="*/ 0 h 36"/>
                    <a:gd name="T14" fmla="*/ 18 w 22"/>
                    <a:gd name="T15" fmla="*/ 4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8" y="29"/>
                      </a:lnTo>
                      <a:lnTo>
                        <a:pt x="12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10" y="0"/>
                      </a:lnTo>
                      <a:lnTo>
                        <a:pt x="18" y="4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59" name="Freeform 421">
                  <a:extLst>
                    <a:ext uri="{FF2B5EF4-FFF2-40B4-BE49-F238E27FC236}">
                      <a16:creationId xmlns:a16="http://schemas.microsoft.com/office/drawing/2014/main" id="{CAB01431-5280-BE49-99CB-AED69CE3A0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3362"/>
                  <a:ext cx="4" cy="37"/>
                </a:xfrm>
                <a:custGeom>
                  <a:avLst/>
                  <a:gdLst>
                    <a:gd name="T0" fmla="*/ 3 w 4"/>
                    <a:gd name="T1" fmla="*/ 4 h 37"/>
                    <a:gd name="T2" fmla="*/ 3 w 4"/>
                    <a:gd name="T3" fmla="*/ 2 h 37"/>
                    <a:gd name="T4" fmla="*/ 2 w 4"/>
                    <a:gd name="T5" fmla="*/ 2 h 37"/>
                    <a:gd name="T6" fmla="*/ 2 w 4"/>
                    <a:gd name="T7" fmla="*/ 0 h 37"/>
                    <a:gd name="T8" fmla="*/ 0 w 4"/>
                    <a:gd name="T9" fmla="*/ 0 h 37"/>
                    <a:gd name="T10" fmla="*/ 0 w 4"/>
                    <a:gd name="T11" fmla="*/ 2 h 37"/>
                    <a:gd name="T12" fmla="*/ 0 w 4"/>
                    <a:gd name="T13" fmla="*/ 4 h 37"/>
                    <a:gd name="T14" fmla="*/ 0 w 4"/>
                    <a:gd name="T15" fmla="*/ 31 h 37"/>
                    <a:gd name="T16" fmla="*/ 0 w 4"/>
                    <a:gd name="T17" fmla="*/ 34 h 37"/>
                    <a:gd name="T18" fmla="*/ 1 w 4"/>
                    <a:gd name="T19" fmla="*/ 34 h 37"/>
                    <a:gd name="T20" fmla="*/ 1 w 4"/>
                    <a:gd name="T21" fmla="*/ 36 h 37"/>
                    <a:gd name="T22" fmla="*/ 3 w 4"/>
                    <a:gd name="T23" fmla="*/ 36 h 37"/>
                    <a:gd name="T24" fmla="*/ 3 w 4"/>
                    <a:gd name="T25" fmla="*/ 34 h 37"/>
                    <a:gd name="T26" fmla="*/ 3 w 4"/>
                    <a:gd name="T27" fmla="*/ 33 h 37"/>
                    <a:gd name="T28" fmla="*/ 3 w 4"/>
                    <a:gd name="T29" fmla="*/ 31 h 37"/>
                    <a:gd name="T30" fmla="*/ 3 w 4"/>
                    <a:gd name="T31" fmla="*/ 4 h 3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37"/>
                    <a:gd name="T50" fmla="*/ 4 w 4"/>
                    <a:gd name="T51" fmla="*/ 37 h 3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37">
                      <a:moveTo>
                        <a:pt x="3" y="4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31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1" y="36"/>
                      </a:lnTo>
                      <a:lnTo>
                        <a:pt x="3" y="36"/>
                      </a:lnTo>
                      <a:lnTo>
                        <a:pt x="3" y="34"/>
                      </a:lnTo>
                      <a:lnTo>
                        <a:pt x="3" y="33"/>
                      </a:lnTo>
                      <a:lnTo>
                        <a:pt x="3" y="31"/>
                      </a:lnTo>
                      <a:lnTo>
                        <a:pt x="3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0" name="Freeform 422">
                  <a:extLst>
                    <a:ext uri="{FF2B5EF4-FFF2-40B4-BE49-F238E27FC236}">
                      <a16:creationId xmlns:a16="http://schemas.microsoft.com/office/drawing/2014/main" id="{08221919-4D1F-B044-B654-BB4F8E7EC8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44"/>
                  <a:ext cx="202" cy="21"/>
                </a:xfrm>
                <a:custGeom>
                  <a:avLst/>
                  <a:gdLst>
                    <a:gd name="T0" fmla="*/ 10 w 202"/>
                    <a:gd name="T1" fmla="*/ 11 h 21"/>
                    <a:gd name="T2" fmla="*/ 6 w 202"/>
                    <a:gd name="T3" fmla="*/ 13 h 21"/>
                    <a:gd name="T4" fmla="*/ 4 w 202"/>
                    <a:gd name="T5" fmla="*/ 15 h 21"/>
                    <a:gd name="T6" fmla="*/ 2 w 202"/>
                    <a:gd name="T7" fmla="*/ 17 h 21"/>
                    <a:gd name="T8" fmla="*/ 0 w 202"/>
                    <a:gd name="T9" fmla="*/ 20 h 21"/>
                    <a:gd name="T10" fmla="*/ 201 w 202"/>
                    <a:gd name="T11" fmla="*/ 10 h 21"/>
                    <a:gd name="T12" fmla="*/ 199 w 202"/>
                    <a:gd name="T13" fmla="*/ 0 h 21"/>
                    <a:gd name="T14" fmla="*/ 10 w 202"/>
                    <a:gd name="T15" fmla="*/ 11 h 2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02"/>
                    <a:gd name="T25" fmla="*/ 0 h 21"/>
                    <a:gd name="T26" fmla="*/ 202 w 202"/>
                    <a:gd name="T27" fmla="*/ 21 h 2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02" h="21">
                      <a:moveTo>
                        <a:pt x="10" y="11"/>
                      </a:move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2" y="17"/>
                      </a:lnTo>
                      <a:lnTo>
                        <a:pt x="0" y="20"/>
                      </a:lnTo>
                      <a:lnTo>
                        <a:pt x="201" y="10"/>
                      </a:lnTo>
                      <a:lnTo>
                        <a:pt x="199" y="0"/>
                      </a:lnTo>
                      <a:lnTo>
                        <a:pt x="10" y="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1" name="Freeform 423">
                  <a:extLst>
                    <a:ext uri="{FF2B5EF4-FFF2-40B4-BE49-F238E27FC236}">
                      <a16:creationId xmlns:a16="http://schemas.microsoft.com/office/drawing/2014/main" id="{19CA49DA-11CC-8442-90FA-AC96F8E01C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01" y="3354"/>
                  <a:ext cx="78" cy="9"/>
                </a:xfrm>
                <a:custGeom>
                  <a:avLst/>
                  <a:gdLst>
                    <a:gd name="T0" fmla="*/ 0 w 78"/>
                    <a:gd name="T1" fmla="*/ 5 h 9"/>
                    <a:gd name="T2" fmla="*/ 0 w 78"/>
                    <a:gd name="T3" fmla="*/ 8 h 9"/>
                    <a:gd name="T4" fmla="*/ 77 w 78"/>
                    <a:gd name="T5" fmla="*/ 5 h 9"/>
                    <a:gd name="T6" fmla="*/ 68 w 78"/>
                    <a:gd name="T7" fmla="*/ 0 h 9"/>
                    <a:gd name="T8" fmla="*/ 0 w 78"/>
                    <a:gd name="T9" fmla="*/ 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9"/>
                    <a:gd name="T17" fmla="*/ 78 w 78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9">
                      <a:moveTo>
                        <a:pt x="0" y="5"/>
                      </a:moveTo>
                      <a:lnTo>
                        <a:pt x="0" y="8"/>
                      </a:lnTo>
                      <a:lnTo>
                        <a:pt x="77" y="5"/>
                      </a:lnTo>
                      <a:lnTo>
                        <a:pt x="68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2" name="Freeform 424">
                  <a:extLst>
                    <a:ext uri="{FF2B5EF4-FFF2-40B4-BE49-F238E27FC236}">
                      <a16:creationId xmlns:a16="http://schemas.microsoft.com/office/drawing/2014/main" id="{B201915C-420C-DC4D-905A-E00A8028AC5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32"/>
                  <a:ext cx="223" cy="28"/>
                </a:xfrm>
                <a:custGeom>
                  <a:avLst/>
                  <a:gdLst>
                    <a:gd name="T0" fmla="*/ 0 w 223"/>
                    <a:gd name="T1" fmla="*/ 18 h 28"/>
                    <a:gd name="T2" fmla="*/ 0 w 223"/>
                    <a:gd name="T3" fmla="*/ 25 h 28"/>
                    <a:gd name="T4" fmla="*/ 188 w 223"/>
                    <a:gd name="T5" fmla="*/ 10 h 28"/>
                    <a:gd name="T6" fmla="*/ 197 w 223"/>
                    <a:gd name="T7" fmla="*/ 12 h 28"/>
                    <a:gd name="T8" fmla="*/ 197 w 223"/>
                    <a:gd name="T9" fmla="*/ 27 h 28"/>
                    <a:gd name="T10" fmla="*/ 222 w 223"/>
                    <a:gd name="T11" fmla="*/ 27 h 28"/>
                    <a:gd name="T12" fmla="*/ 222 w 223"/>
                    <a:gd name="T13" fmla="*/ 0 h 28"/>
                    <a:gd name="T14" fmla="*/ 0 w 223"/>
                    <a:gd name="T15" fmla="*/ 18 h 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23"/>
                    <a:gd name="T25" fmla="*/ 0 h 28"/>
                    <a:gd name="T26" fmla="*/ 223 w 223"/>
                    <a:gd name="T27" fmla="*/ 28 h 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23" h="28">
                      <a:moveTo>
                        <a:pt x="0" y="18"/>
                      </a:moveTo>
                      <a:lnTo>
                        <a:pt x="0" y="25"/>
                      </a:lnTo>
                      <a:lnTo>
                        <a:pt x="188" y="10"/>
                      </a:lnTo>
                      <a:lnTo>
                        <a:pt x="197" y="12"/>
                      </a:lnTo>
                      <a:lnTo>
                        <a:pt x="197" y="27"/>
                      </a:lnTo>
                      <a:lnTo>
                        <a:pt x="222" y="27"/>
                      </a:lnTo>
                      <a:lnTo>
                        <a:pt x="222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3" name="Freeform 425">
                  <a:extLst>
                    <a:ext uri="{FF2B5EF4-FFF2-40B4-BE49-F238E27FC236}">
                      <a16:creationId xmlns:a16="http://schemas.microsoft.com/office/drawing/2014/main" id="{A525D27D-F099-974E-B0F6-4994E840B1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8" y="3344"/>
                  <a:ext cx="11" cy="16"/>
                </a:xfrm>
                <a:custGeom>
                  <a:avLst/>
                  <a:gdLst>
                    <a:gd name="T0" fmla="*/ 0 w 11"/>
                    <a:gd name="T1" fmla="*/ 0 h 16"/>
                    <a:gd name="T2" fmla="*/ 0 w 11"/>
                    <a:gd name="T3" fmla="*/ 9 h 16"/>
                    <a:gd name="T4" fmla="*/ 10 w 11"/>
                    <a:gd name="T5" fmla="*/ 15 h 16"/>
                    <a:gd name="T6" fmla="*/ 10 w 11"/>
                    <a:gd name="T7" fmla="*/ 2 h 16"/>
                    <a:gd name="T8" fmla="*/ 0 w 11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6"/>
                    <a:gd name="T17" fmla="*/ 11 w 11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6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5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4" name="Freeform 426">
                  <a:extLst>
                    <a:ext uri="{FF2B5EF4-FFF2-40B4-BE49-F238E27FC236}">
                      <a16:creationId xmlns:a16="http://schemas.microsoft.com/office/drawing/2014/main" id="{DCEC6B46-0D3C-4647-AFE9-4084573D97C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4110"/>
                  <a:ext cx="25" cy="50"/>
                </a:xfrm>
                <a:custGeom>
                  <a:avLst/>
                  <a:gdLst>
                    <a:gd name="T0" fmla="*/ 2 w 25"/>
                    <a:gd name="T1" fmla="*/ 2 h 50"/>
                    <a:gd name="T2" fmla="*/ 0 w 25"/>
                    <a:gd name="T3" fmla="*/ 23 h 50"/>
                    <a:gd name="T4" fmla="*/ 6 w 25"/>
                    <a:gd name="T5" fmla="*/ 36 h 50"/>
                    <a:gd name="T6" fmla="*/ 13 w 25"/>
                    <a:gd name="T7" fmla="*/ 45 h 50"/>
                    <a:gd name="T8" fmla="*/ 17 w 25"/>
                    <a:gd name="T9" fmla="*/ 47 h 50"/>
                    <a:gd name="T10" fmla="*/ 22 w 25"/>
                    <a:gd name="T11" fmla="*/ 49 h 50"/>
                    <a:gd name="T12" fmla="*/ 24 w 25"/>
                    <a:gd name="T13" fmla="*/ 49 h 50"/>
                    <a:gd name="T14" fmla="*/ 24 w 25"/>
                    <a:gd name="T15" fmla="*/ 32 h 50"/>
                    <a:gd name="T16" fmla="*/ 19 w 25"/>
                    <a:gd name="T17" fmla="*/ 32 h 50"/>
                    <a:gd name="T18" fmla="*/ 17 w 25"/>
                    <a:gd name="T19" fmla="*/ 0 h 50"/>
                    <a:gd name="T20" fmla="*/ 2 w 25"/>
                    <a:gd name="T21" fmla="*/ 2 h 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50"/>
                    <a:gd name="T35" fmla="*/ 25 w 25"/>
                    <a:gd name="T36" fmla="*/ 50 h 5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50">
                      <a:moveTo>
                        <a:pt x="2" y="2"/>
                      </a:moveTo>
                      <a:lnTo>
                        <a:pt x="0" y="23"/>
                      </a:lnTo>
                      <a:lnTo>
                        <a:pt x="6" y="36"/>
                      </a:lnTo>
                      <a:lnTo>
                        <a:pt x="13" y="45"/>
                      </a:lnTo>
                      <a:lnTo>
                        <a:pt x="17" y="47"/>
                      </a:lnTo>
                      <a:lnTo>
                        <a:pt x="22" y="49"/>
                      </a:lnTo>
                      <a:lnTo>
                        <a:pt x="24" y="49"/>
                      </a:lnTo>
                      <a:lnTo>
                        <a:pt x="24" y="32"/>
                      </a:lnTo>
                      <a:lnTo>
                        <a:pt x="19" y="32"/>
                      </a:lnTo>
                      <a:lnTo>
                        <a:pt x="17" y="0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165" name="Oval 427">
                  <a:extLst>
                    <a:ext uri="{FF2B5EF4-FFF2-40B4-BE49-F238E27FC236}">
                      <a16:creationId xmlns:a16="http://schemas.microsoft.com/office/drawing/2014/main" id="{BCDB097A-DEDF-DE42-8602-9CAC1E19892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78" y="3496"/>
                  <a:ext cx="16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166" name="Oval 428">
                  <a:extLst>
                    <a:ext uri="{FF2B5EF4-FFF2-40B4-BE49-F238E27FC236}">
                      <a16:creationId xmlns:a16="http://schemas.microsoft.com/office/drawing/2014/main" id="{E16ADB95-BE44-E842-A8F8-868CE001446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83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167" name="Oval 429">
                  <a:extLst>
                    <a:ext uri="{FF2B5EF4-FFF2-40B4-BE49-F238E27FC236}">
                      <a16:creationId xmlns:a16="http://schemas.microsoft.com/office/drawing/2014/main" id="{936C0DC4-F752-0243-9CEC-40DBDA2561D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49" y="3496"/>
                  <a:ext cx="13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168" name="Oval 430">
                  <a:extLst>
                    <a:ext uri="{FF2B5EF4-FFF2-40B4-BE49-F238E27FC236}">
                      <a16:creationId xmlns:a16="http://schemas.microsoft.com/office/drawing/2014/main" id="{C8343A08-51E2-614A-98E6-519546F9E02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11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169" name="Line 431">
                  <a:extLst>
                    <a:ext uri="{FF2B5EF4-FFF2-40B4-BE49-F238E27FC236}">
                      <a16:creationId xmlns:a16="http://schemas.microsoft.com/office/drawing/2014/main" id="{BC4D38F4-034C-1844-AF52-D86C6403A0A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16"/>
                  <a:ext cx="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0" name="Line 432">
                  <a:extLst>
                    <a:ext uri="{FF2B5EF4-FFF2-40B4-BE49-F238E27FC236}">
                      <a16:creationId xmlns:a16="http://schemas.microsoft.com/office/drawing/2014/main" id="{4A2EB316-A9B4-DB4A-9E51-AA83A24B33C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24"/>
                  <a:ext cx="1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1" name="Line 433">
                  <a:extLst>
                    <a:ext uri="{FF2B5EF4-FFF2-40B4-BE49-F238E27FC236}">
                      <a16:creationId xmlns:a16="http://schemas.microsoft.com/office/drawing/2014/main" id="{124E61A6-F62C-4446-8CDF-297F6E0A9E3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5" y="4124"/>
                  <a:ext cx="10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2" name="Line 434">
                  <a:extLst>
                    <a:ext uri="{FF2B5EF4-FFF2-40B4-BE49-F238E27FC236}">
                      <a16:creationId xmlns:a16="http://schemas.microsoft.com/office/drawing/2014/main" id="{9FEF491E-3566-0C4A-BB59-31CBB03D914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9" y="4132"/>
                  <a:ext cx="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3" name="Line 435">
                  <a:extLst>
                    <a:ext uri="{FF2B5EF4-FFF2-40B4-BE49-F238E27FC236}">
                      <a16:creationId xmlns:a16="http://schemas.microsoft.com/office/drawing/2014/main" id="{2C9F6590-5021-D049-9371-3F4ADA975C2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48" y="4138"/>
                  <a:ext cx="0" cy="1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4" name="Line 436">
                  <a:extLst>
                    <a:ext uri="{FF2B5EF4-FFF2-40B4-BE49-F238E27FC236}">
                      <a16:creationId xmlns:a16="http://schemas.microsoft.com/office/drawing/2014/main" id="{3988750A-BB47-9245-936B-6C2BA906B96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53" y="4141"/>
                  <a:ext cx="0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5" name="Line 437">
                  <a:extLst>
                    <a:ext uri="{FF2B5EF4-FFF2-40B4-BE49-F238E27FC236}">
                      <a16:creationId xmlns:a16="http://schemas.microsoft.com/office/drawing/2014/main" id="{138BD7C1-1950-D846-8A17-4540798E1F7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3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6" name="Line 438">
                  <a:extLst>
                    <a:ext uri="{FF2B5EF4-FFF2-40B4-BE49-F238E27FC236}">
                      <a16:creationId xmlns:a16="http://schemas.microsoft.com/office/drawing/2014/main" id="{DB4EED29-80E5-DC48-833A-24197DFBB67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8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7" name="Line 439">
                  <a:extLst>
                    <a:ext uri="{FF2B5EF4-FFF2-40B4-BE49-F238E27FC236}">
                      <a16:creationId xmlns:a16="http://schemas.microsoft.com/office/drawing/2014/main" id="{0A568D58-26C1-EF4C-A02B-1DCAAA0E9AA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4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8" name="Line 440">
                  <a:extLst>
                    <a:ext uri="{FF2B5EF4-FFF2-40B4-BE49-F238E27FC236}">
                      <a16:creationId xmlns:a16="http://schemas.microsoft.com/office/drawing/2014/main" id="{D15A4D15-B92A-A34A-994A-29FF3CA0312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79" name="Line 441">
                  <a:extLst>
                    <a:ext uri="{FF2B5EF4-FFF2-40B4-BE49-F238E27FC236}">
                      <a16:creationId xmlns:a16="http://schemas.microsoft.com/office/drawing/2014/main" id="{D3C9248C-9A5C-6641-A7DD-5C087D7C77A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6" y="387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0" name="Line 442">
                  <a:extLst>
                    <a:ext uri="{FF2B5EF4-FFF2-40B4-BE49-F238E27FC236}">
                      <a16:creationId xmlns:a16="http://schemas.microsoft.com/office/drawing/2014/main" id="{B52C33C4-4E8A-FD43-BC11-8A6CE10CDD5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2" y="387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1" name="Line 443">
                  <a:extLst>
                    <a:ext uri="{FF2B5EF4-FFF2-40B4-BE49-F238E27FC236}">
                      <a16:creationId xmlns:a16="http://schemas.microsoft.com/office/drawing/2014/main" id="{8B82CE4E-B416-FF40-893E-6ADEB31BDA1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5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2" name="Line 444">
                  <a:extLst>
                    <a:ext uri="{FF2B5EF4-FFF2-40B4-BE49-F238E27FC236}">
                      <a16:creationId xmlns:a16="http://schemas.microsoft.com/office/drawing/2014/main" id="{92D44C53-FF9B-7F4A-9FA8-A9FBE197B63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9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3" name="Line 445">
                  <a:extLst>
                    <a:ext uri="{FF2B5EF4-FFF2-40B4-BE49-F238E27FC236}">
                      <a16:creationId xmlns:a16="http://schemas.microsoft.com/office/drawing/2014/main" id="{E39AFC5C-A4C8-0040-B9CB-08E4EADEE7A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98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4" name="Line 446">
                  <a:extLst>
                    <a:ext uri="{FF2B5EF4-FFF2-40B4-BE49-F238E27FC236}">
                      <a16:creationId xmlns:a16="http://schemas.microsoft.com/office/drawing/2014/main" id="{F84A03F4-03B5-4542-B380-24F661C24E2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2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5" name="Line 447">
                  <a:extLst>
                    <a:ext uri="{FF2B5EF4-FFF2-40B4-BE49-F238E27FC236}">
                      <a16:creationId xmlns:a16="http://schemas.microsoft.com/office/drawing/2014/main" id="{C5057B72-5E03-1C4A-90E7-CBDCFA915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6" name="Line 448">
                  <a:extLst>
                    <a:ext uri="{FF2B5EF4-FFF2-40B4-BE49-F238E27FC236}">
                      <a16:creationId xmlns:a16="http://schemas.microsoft.com/office/drawing/2014/main" id="{9B837798-0424-804E-9567-003BA23995E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7" name="Line 449">
                  <a:extLst>
                    <a:ext uri="{FF2B5EF4-FFF2-40B4-BE49-F238E27FC236}">
                      <a16:creationId xmlns:a16="http://schemas.microsoft.com/office/drawing/2014/main" id="{403E9EAC-F13F-E243-AA89-BFB1FB5506D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6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8" name="Line 450">
                  <a:extLst>
                    <a:ext uri="{FF2B5EF4-FFF2-40B4-BE49-F238E27FC236}">
                      <a16:creationId xmlns:a16="http://schemas.microsoft.com/office/drawing/2014/main" id="{73C64328-1AAF-4744-A426-BEA8FA8C208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2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89" name="Line 451">
                  <a:extLst>
                    <a:ext uri="{FF2B5EF4-FFF2-40B4-BE49-F238E27FC236}">
                      <a16:creationId xmlns:a16="http://schemas.microsoft.com/office/drawing/2014/main" id="{CD1A4743-CC6D-0F4B-97F0-7409C3F0496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24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0" name="Line 452">
                  <a:extLst>
                    <a:ext uri="{FF2B5EF4-FFF2-40B4-BE49-F238E27FC236}">
                      <a16:creationId xmlns:a16="http://schemas.microsoft.com/office/drawing/2014/main" id="{5BFF5985-5EF9-5B41-B539-82E3B113220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31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1" name="Line 453">
                  <a:extLst>
                    <a:ext uri="{FF2B5EF4-FFF2-40B4-BE49-F238E27FC236}">
                      <a16:creationId xmlns:a16="http://schemas.microsoft.com/office/drawing/2014/main" id="{44A4F64D-682E-064C-B057-8697E363A2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38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2" name="Line 454">
                  <a:extLst>
                    <a:ext uri="{FF2B5EF4-FFF2-40B4-BE49-F238E27FC236}">
                      <a16:creationId xmlns:a16="http://schemas.microsoft.com/office/drawing/2014/main" id="{F9D92B11-DB94-BA4C-9817-B055E77CDCE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43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3" name="Line 455">
                  <a:extLst>
                    <a:ext uri="{FF2B5EF4-FFF2-40B4-BE49-F238E27FC236}">
                      <a16:creationId xmlns:a16="http://schemas.microsoft.com/office/drawing/2014/main" id="{CF468D59-EB01-2846-9E36-A5BBE92B6C9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7" y="3949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4" name="Line 456">
                  <a:extLst>
                    <a:ext uri="{FF2B5EF4-FFF2-40B4-BE49-F238E27FC236}">
                      <a16:creationId xmlns:a16="http://schemas.microsoft.com/office/drawing/2014/main" id="{E6E93343-A1CB-CE4E-91BB-74867D0FA7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5" y="3956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5" name="Line 457">
                  <a:extLst>
                    <a:ext uri="{FF2B5EF4-FFF2-40B4-BE49-F238E27FC236}">
                      <a16:creationId xmlns:a16="http://schemas.microsoft.com/office/drawing/2014/main" id="{4CB64FB8-A747-DE4B-9B6A-6C165DF1B7F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3" y="3962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6" name="Line 458">
                  <a:extLst>
                    <a:ext uri="{FF2B5EF4-FFF2-40B4-BE49-F238E27FC236}">
                      <a16:creationId xmlns:a16="http://schemas.microsoft.com/office/drawing/2014/main" id="{66E1815C-7C70-434B-8A6A-9BBF322AB8D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1" y="3966"/>
                  <a:ext cx="3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7" name="Line 459">
                  <a:extLst>
                    <a:ext uri="{FF2B5EF4-FFF2-40B4-BE49-F238E27FC236}">
                      <a16:creationId xmlns:a16="http://schemas.microsoft.com/office/drawing/2014/main" id="{A6B70971-3FD2-3C43-B5FF-8A7E684A5B2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15" y="3973"/>
                  <a:ext cx="2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8" name="Line 460">
                  <a:extLst>
                    <a:ext uri="{FF2B5EF4-FFF2-40B4-BE49-F238E27FC236}">
                      <a16:creationId xmlns:a16="http://schemas.microsoft.com/office/drawing/2014/main" id="{38D8C999-F739-0941-B12E-B951B82848D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08" y="3977"/>
                  <a:ext cx="1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199" name="Line 461">
                  <a:extLst>
                    <a:ext uri="{FF2B5EF4-FFF2-40B4-BE49-F238E27FC236}">
                      <a16:creationId xmlns:a16="http://schemas.microsoft.com/office/drawing/2014/main" id="{60BF0584-B5D1-1440-902A-A10A30ED34F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0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0" name="Line 462">
                  <a:extLst>
                    <a:ext uri="{FF2B5EF4-FFF2-40B4-BE49-F238E27FC236}">
                      <a16:creationId xmlns:a16="http://schemas.microsoft.com/office/drawing/2014/main" id="{E1E76785-D2A2-7940-92A0-FBF52F75E77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1" name="Line 463">
                  <a:extLst>
                    <a:ext uri="{FF2B5EF4-FFF2-40B4-BE49-F238E27FC236}">
                      <a16:creationId xmlns:a16="http://schemas.microsoft.com/office/drawing/2014/main" id="{9527B53B-2532-154B-8DDE-186BA7A7DCC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2" y="3621"/>
                  <a:ext cx="2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2" name="Line 464">
                  <a:extLst>
                    <a:ext uri="{FF2B5EF4-FFF2-40B4-BE49-F238E27FC236}">
                      <a16:creationId xmlns:a16="http://schemas.microsoft.com/office/drawing/2014/main" id="{ED08E55F-1AF0-0F41-B68E-DAD62C59A49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29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3" name="Line 465">
                  <a:extLst>
                    <a:ext uri="{FF2B5EF4-FFF2-40B4-BE49-F238E27FC236}">
                      <a16:creationId xmlns:a16="http://schemas.microsoft.com/office/drawing/2014/main" id="{F8DD21BB-CB14-704B-9B52-18A35A3F971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4" name="Line 466">
                  <a:extLst>
                    <a:ext uri="{FF2B5EF4-FFF2-40B4-BE49-F238E27FC236}">
                      <a16:creationId xmlns:a16="http://schemas.microsoft.com/office/drawing/2014/main" id="{387F7302-A8F2-DA42-A589-DB3431E7B2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6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5" name="Line 467">
                  <a:extLst>
                    <a:ext uri="{FF2B5EF4-FFF2-40B4-BE49-F238E27FC236}">
                      <a16:creationId xmlns:a16="http://schemas.microsoft.com/office/drawing/2014/main" id="{6776775B-2B27-714D-9214-E650B432E2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6" name="Line 468">
                  <a:extLst>
                    <a:ext uri="{FF2B5EF4-FFF2-40B4-BE49-F238E27FC236}">
                      <a16:creationId xmlns:a16="http://schemas.microsoft.com/office/drawing/2014/main" id="{D3EA7467-D86D-FA49-BC69-4DAD31DAC8E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3" y="3640"/>
                  <a:ext cx="2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7" name="Line 469">
                  <a:extLst>
                    <a:ext uri="{FF2B5EF4-FFF2-40B4-BE49-F238E27FC236}">
                      <a16:creationId xmlns:a16="http://schemas.microsoft.com/office/drawing/2014/main" id="{147CB3E6-110C-EA4C-A5F6-25C00776D16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4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8" name="Line 470">
                  <a:extLst>
                    <a:ext uri="{FF2B5EF4-FFF2-40B4-BE49-F238E27FC236}">
                      <a16:creationId xmlns:a16="http://schemas.microsoft.com/office/drawing/2014/main" id="{565A08EB-9E80-CB45-B804-C9E28729D9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1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09" name="Line 471">
                  <a:extLst>
                    <a:ext uri="{FF2B5EF4-FFF2-40B4-BE49-F238E27FC236}">
                      <a16:creationId xmlns:a16="http://schemas.microsoft.com/office/drawing/2014/main" id="{99F3B4FF-F21A-2246-92EF-BBE2FF98BC4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6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0" name="Line 472">
                  <a:extLst>
                    <a:ext uri="{FF2B5EF4-FFF2-40B4-BE49-F238E27FC236}">
                      <a16:creationId xmlns:a16="http://schemas.microsoft.com/office/drawing/2014/main" id="{BD991A2F-6B51-A246-85A0-4513FCDA0A6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1" name="Line 473">
                  <a:extLst>
                    <a:ext uri="{FF2B5EF4-FFF2-40B4-BE49-F238E27FC236}">
                      <a16:creationId xmlns:a16="http://schemas.microsoft.com/office/drawing/2014/main" id="{E22FA58E-399A-4F4B-979D-2A28C417176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1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2" name="Line 474">
                  <a:extLst>
                    <a:ext uri="{FF2B5EF4-FFF2-40B4-BE49-F238E27FC236}">
                      <a16:creationId xmlns:a16="http://schemas.microsoft.com/office/drawing/2014/main" id="{AB97582E-332B-A545-83D3-9C65EBE9BE7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3" name="Line 475">
                  <a:extLst>
                    <a:ext uri="{FF2B5EF4-FFF2-40B4-BE49-F238E27FC236}">
                      <a16:creationId xmlns:a16="http://schemas.microsoft.com/office/drawing/2014/main" id="{42F1BD56-70A8-0D48-ACF3-F3DD7CE53A1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4" name="Line 476">
                  <a:extLst>
                    <a:ext uri="{FF2B5EF4-FFF2-40B4-BE49-F238E27FC236}">
                      <a16:creationId xmlns:a16="http://schemas.microsoft.com/office/drawing/2014/main" id="{607A3EAF-2B45-D647-8E19-20E9E0A8B9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6" y="3667"/>
                  <a:ext cx="4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5" name="Line 477">
                  <a:extLst>
                    <a:ext uri="{FF2B5EF4-FFF2-40B4-BE49-F238E27FC236}">
                      <a16:creationId xmlns:a16="http://schemas.microsoft.com/office/drawing/2014/main" id="{5D40A6A5-8027-304A-8F03-164724603B8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5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6" name="Line 478">
                  <a:extLst>
                    <a:ext uri="{FF2B5EF4-FFF2-40B4-BE49-F238E27FC236}">
                      <a16:creationId xmlns:a16="http://schemas.microsoft.com/office/drawing/2014/main" id="{3E10960A-CE1E-2B48-842A-A9268C76048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7" name="Line 479">
                  <a:extLst>
                    <a:ext uri="{FF2B5EF4-FFF2-40B4-BE49-F238E27FC236}">
                      <a16:creationId xmlns:a16="http://schemas.microsoft.com/office/drawing/2014/main" id="{0D0D1970-95E9-E348-A829-79908E28B76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1" y="3675"/>
                  <a:ext cx="0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8" name="Line 480">
                  <a:extLst>
                    <a:ext uri="{FF2B5EF4-FFF2-40B4-BE49-F238E27FC236}">
                      <a16:creationId xmlns:a16="http://schemas.microsoft.com/office/drawing/2014/main" id="{09BC3AAE-8353-6844-8326-528752B5278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1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19" name="Line 481">
                  <a:extLst>
                    <a:ext uri="{FF2B5EF4-FFF2-40B4-BE49-F238E27FC236}">
                      <a16:creationId xmlns:a16="http://schemas.microsoft.com/office/drawing/2014/main" id="{D29634E0-CB14-E94F-8D71-5AE463A711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0" name="Line 482">
                  <a:extLst>
                    <a:ext uri="{FF2B5EF4-FFF2-40B4-BE49-F238E27FC236}">
                      <a16:creationId xmlns:a16="http://schemas.microsoft.com/office/drawing/2014/main" id="{F50F67DA-ABD0-8445-AE1C-0EBF6D105F4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1" name="Line 483">
                  <a:extLst>
                    <a:ext uri="{FF2B5EF4-FFF2-40B4-BE49-F238E27FC236}">
                      <a16:creationId xmlns:a16="http://schemas.microsoft.com/office/drawing/2014/main" id="{827D18A6-92FD-B041-B09B-EEEBA7B4F8D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93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2" name="Line 484">
                  <a:extLst>
                    <a:ext uri="{FF2B5EF4-FFF2-40B4-BE49-F238E27FC236}">
                      <a16:creationId xmlns:a16="http://schemas.microsoft.com/office/drawing/2014/main" id="{62A1210B-640B-7042-8678-2FC1F500EA0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3" name="Line 485">
                  <a:extLst>
                    <a:ext uri="{FF2B5EF4-FFF2-40B4-BE49-F238E27FC236}">
                      <a16:creationId xmlns:a16="http://schemas.microsoft.com/office/drawing/2014/main" id="{26B59BBA-07E7-8540-87C1-1EAAD332E49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4" name="Line 486">
                  <a:extLst>
                    <a:ext uri="{FF2B5EF4-FFF2-40B4-BE49-F238E27FC236}">
                      <a16:creationId xmlns:a16="http://schemas.microsoft.com/office/drawing/2014/main" id="{D423B6CE-A600-5C48-8851-2246FF34E4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70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5" name="Line 487">
                  <a:extLst>
                    <a:ext uri="{FF2B5EF4-FFF2-40B4-BE49-F238E27FC236}">
                      <a16:creationId xmlns:a16="http://schemas.microsoft.com/office/drawing/2014/main" id="{0C62AC76-F44A-9447-9876-9AB772324D3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0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6" name="Line 488">
                  <a:extLst>
                    <a:ext uri="{FF2B5EF4-FFF2-40B4-BE49-F238E27FC236}">
                      <a16:creationId xmlns:a16="http://schemas.microsoft.com/office/drawing/2014/main" id="{37E70ED5-394C-204E-9041-16B832BAF03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08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7" name="Line 489">
                  <a:extLst>
                    <a:ext uri="{FF2B5EF4-FFF2-40B4-BE49-F238E27FC236}">
                      <a16:creationId xmlns:a16="http://schemas.microsoft.com/office/drawing/2014/main" id="{D25ECD78-A113-B444-996E-731BB22DC41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13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8" name="Line 490">
                  <a:extLst>
                    <a:ext uri="{FF2B5EF4-FFF2-40B4-BE49-F238E27FC236}">
                      <a16:creationId xmlns:a16="http://schemas.microsoft.com/office/drawing/2014/main" id="{E5C88CFD-6FEA-0D41-9291-76DFF5A0980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29" name="Line 491">
                  <a:extLst>
                    <a:ext uri="{FF2B5EF4-FFF2-40B4-BE49-F238E27FC236}">
                      <a16:creationId xmlns:a16="http://schemas.microsoft.com/office/drawing/2014/main" id="{B1E278DB-3B2A-BE49-9D8E-531CC953E8E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8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0" name="Line 492">
                  <a:extLst>
                    <a:ext uri="{FF2B5EF4-FFF2-40B4-BE49-F238E27FC236}">
                      <a16:creationId xmlns:a16="http://schemas.microsoft.com/office/drawing/2014/main" id="{420A8518-B9C9-2A48-9034-CAAD56317A3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1" name="Line 493">
                  <a:extLst>
                    <a:ext uri="{FF2B5EF4-FFF2-40B4-BE49-F238E27FC236}">
                      <a16:creationId xmlns:a16="http://schemas.microsoft.com/office/drawing/2014/main" id="{70BA43CC-DFA8-6542-9536-AA2B3931852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7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2" name="Line 494">
                  <a:extLst>
                    <a:ext uri="{FF2B5EF4-FFF2-40B4-BE49-F238E27FC236}">
                      <a16:creationId xmlns:a16="http://schemas.microsoft.com/office/drawing/2014/main" id="{15C151F8-2E03-C74F-A747-B18A543D174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3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3" name="Line 495">
                  <a:extLst>
                    <a:ext uri="{FF2B5EF4-FFF2-40B4-BE49-F238E27FC236}">
                      <a16:creationId xmlns:a16="http://schemas.microsoft.com/office/drawing/2014/main" id="{026FD46A-BB42-604C-8770-11DDFBECE3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3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4" name="Line 496">
                  <a:extLst>
                    <a:ext uri="{FF2B5EF4-FFF2-40B4-BE49-F238E27FC236}">
                      <a16:creationId xmlns:a16="http://schemas.microsoft.com/office/drawing/2014/main" id="{DB9B8A91-81B6-8145-8FFF-57B26636F88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4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5" name="Line 497">
                  <a:extLst>
                    <a:ext uri="{FF2B5EF4-FFF2-40B4-BE49-F238E27FC236}">
                      <a16:creationId xmlns:a16="http://schemas.microsoft.com/office/drawing/2014/main" id="{E244E59D-57FC-E648-B60D-7B6DDDEFBF3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4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6" name="Line 498">
                  <a:extLst>
                    <a:ext uri="{FF2B5EF4-FFF2-40B4-BE49-F238E27FC236}">
                      <a16:creationId xmlns:a16="http://schemas.microsoft.com/office/drawing/2014/main" id="{5E3A1D0E-C931-8544-8979-D5761C5B542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7" name="Line 499">
                  <a:extLst>
                    <a:ext uri="{FF2B5EF4-FFF2-40B4-BE49-F238E27FC236}">
                      <a16:creationId xmlns:a16="http://schemas.microsoft.com/office/drawing/2014/main" id="{3857C6E6-ED11-304D-8CAE-89A811CCF61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8" name="Line 500">
                  <a:extLst>
                    <a:ext uri="{FF2B5EF4-FFF2-40B4-BE49-F238E27FC236}">
                      <a16:creationId xmlns:a16="http://schemas.microsoft.com/office/drawing/2014/main" id="{5AB8F173-8C7B-7F46-9668-23D7C31246C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39" name="Line 501">
                  <a:extLst>
                    <a:ext uri="{FF2B5EF4-FFF2-40B4-BE49-F238E27FC236}">
                      <a16:creationId xmlns:a16="http://schemas.microsoft.com/office/drawing/2014/main" id="{740BE036-E5CF-AB4E-886F-8CF2FA63E0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30" y="3762"/>
                  <a:ext cx="3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0" name="Line 502">
                  <a:extLst>
                    <a:ext uri="{FF2B5EF4-FFF2-40B4-BE49-F238E27FC236}">
                      <a16:creationId xmlns:a16="http://schemas.microsoft.com/office/drawing/2014/main" id="{2C0344B2-F305-AC43-A37E-34443A8905B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3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1" name="Line 503">
                  <a:extLst>
                    <a:ext uri="{FF2B5EF4-FFF2-40B4-BE49-F238E27FC236}">
                      <a16:creationId xmlns:a16="http://schemas.microsoft.com/office/drawing/2014/main" id="{2253FC0B-8297-CF4D-8EF0-12FC5CC8B12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8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2" name="Line 504">
                  <a:extLst>
                    <a:ext uri="{FF2B5EF4-FFF2-40B4-BE49-F238E27FC236}">
                      <a16:creationId xmlns:a16="http://schemas.microsoft.com/office/drawing/2014/main" id="{C568FCF0-CF2F-A547-8ED1-40C96F8CDF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3" name="Line 505">
                  <a:extLst>
                    <a:ext uri="{FF2B5EF4-FFF2-40B4-BE49-F238E27FC236}">
                      <a16:creationId xmlns:a16="http://schemas.microsoft.com/office/drawing/2014/main" id="{6C8B8CC7-9DC6-4E45-B0D4-12CE4495AB4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6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4" name="Line 506">
                  <a:extLst>
                    <a:ext uri="{FF2B5EF4-FFF2-40B4-BE49-F238E27FC236}">
                      <a16:creationId xmlns:a16="http://schemas.microsoft.com/office/drawing/2014/main" id="{F2FE1A56-2BD7-354B-8319-28B7409DDC7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5" name="Line 507">
                  <a:extLst>
                    <a:ext uri="{FF2B5EF4-FFF2-40B4-BE49-F238E27FC236}">
                      <a16:creationId xmlns:a16="http://schemas.microsoft.com/office/drawing/2014/main" id="{F9373383-1AD7-604A-B40A-BAC69C1D77A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6" name="Line 508">
                  <a:extLst>
                    <a:ext uri="{FF2B5EF4-FFF2-40B4-BE49-F238E27FC236}">
                      <a16:creationId xmlns:a16="http://schemas.microsoft.com/office/drawing/2014/main" id="{D05FBBCC-EEC1-B746-A52E-73B88395783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7" name="Line 509">
                  <a:extLst>
                    <a:ext uri="{FF2B5EF4-FFF2-40B4-BE49-F238E27FC236}">
                      <a16:creationId xmlns:a16="http://schemas.microsoft.com/office/drawing/2014/main" id="{F0070A58-495E-BB44-8D6C-1FD37E7710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8" name="Line 510">
                  <a:extLst>
                    <a:ext uri="{FF2B5EF4-FFF2-40B4-BE49-F238E27FC236}">
                      <a16:creationId xmlns:a16="http://schemas.microsoft.com/office/drawing/2014/main" id="{0688156B-F22D-A342-98D4-86C507B7101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1" y="3829"/>
                  <a:ext cx="0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49" name="Line 511">
                  <a:extLst>
                    <a:ext uri="{FF2B5EF4-FFF2-40B4-BE49-F238E27FC236}">
                      <a16:creationId xmlns:a16="http://schemas.microsoft.com/office/drawing/2014/main" id="{E0E2AE20-3E00-2848-8C3F-9BB34B37A21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13" y="3829"/>
                  <a:ext cx="11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0" name="Line 512">
                  <a:extLst>
                    <a:ext uri="{FF2B5EF4-FFF2-40B4-BE49-F238E27FC236}">
                      <a16:creationId xmlns:a16="http://schemas.microsoft.com/office/drawing/2014/main" id="{1FADA247-D837-714C-BB99-5AACAF4887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6" y="3826"/>
                  <a:ext cx="10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1" name="Line 513">
                  <a:extLst>
                    <a:ext uri="{FF2B5EF4-FFF2-40B4-BE49-F238E27FC236}">
                      <a16:creationId xmlns:a16="http://schemas.microsoft.com/office/drawing/2014/main" id="{C189A8E5-8640-3540-B831-60B5A347D9C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2" y="3823"/>
                  <a:ext cx="10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2" name="Line 514">
                  <a:extLst>
                    <a:ext uri="{FF2B5EF4-FFF2-40B4-BE49-F238E27FC236}">
                      <a16:creationId xmlns:a16="http://schemas.microsoft.com/office/drawing/2014/main" id="{F9F7CE99-A7D7-E24F-922A-B4F2FAC63E0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1" y="3818"/>
                  <a:ext cx="9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3" name="Line 515">
                  <a:extLst>
                    <a:ext uri="{FF2B5EF4-FFF2-40B4-BE49-F238E27FC236}">
                      <a16:creationId xmlns:a16="http://schemas.microsoft.com/office/drawing/2014/main" id="{3C43B4EF-7789-0347-982E-EA81DF2B251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696" y="3814"/>
                  <a:ext cx="12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4" name="Line 516">
                  <a:extLst>
                    <a:ext uri="{FF2B5EF4-FFF2-40B4-BE49-F238E27FC236}">
                      <a16:creationId xmlns:a16="http://schemas.microsoft.com/office/drawing/2014/main" id="{79EBB1DA-DFF7-A540-BE61-F08C5CCBCC2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829"/>
                  <a:ext cx="1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5" name="Line 517">
                  <a:extLst>
                    <a:ext uri="{FF2B5EF4-FFF2-40B4-BE49-F238E27FC236}">
                      <a16:creationId xmlns:a16="http://schemas.microsoft.com/office/drawing/2014/main" id="{0645D083-E0EF-BB44-851C-B115CD1F98D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823"/>
                  <a:ext cx="3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6" name="Line 518">
                  <a:extLst>
                    <a:ext uri="{FF2B5EF4-FFF2-40B4-BE49-F238E27FC236}">
                      <a16:creationId xmlns:a16="http://schemas.microsoft.com/office/drawing/2014/main" id="{AB0BE681-42BB-B149-8382-7A832A4E0D2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7" name="Line 519">
                  <a:extLst>
                    <a:ext uri="{FF2B5EF4-FFF2-40B4-BE49-F238E27FC236}">
                      <a16:creationId xmlns:a16="http://schemas.microsoft.com/office/drawing/2014/main" id="{61A94A87-A1D8-6242-B9CE-E15860F707F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8" name="Line 520">
                  <a:extLst>
                    <a:ext uri="{FF2B5EF4-FFF2-40B4-BE49-F238E27FC236}">
                      <a16:creationId xmlns:a16="http://schemas.microsoft.com/office/drawing/2014/main" id="{BE973FD8-4B9E-864E-B2C3-89200F543B0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59" name="Freeform 521">
                  <a:extLst>
                    <a:ext uri="{FF2B5EF4-FFF2-40B4-BE49-F238E27FC236}">
                      <a16:creationId xmlns:a16="http://schemas.microsoft.com/office/drawing/2014/main" id="{4FF94592-5A9D-664F-9AC7-F4E29525AC4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39" y="3316"/>
                  <a:ext cx="284" cy="585"/>
                </a:xfrm>
                <a:custGeom>
                  <a:avLst/>
                  <a:gdLst>
                    <a:gd name="T0" fmla="*/ 283 w 284"/>
                    <a:gd name="T1" fmla="*/ 26 h 585"/>
                    <a:gd name="T2" fmla="*/ 0 w 284"/>
                    <a:gd name="T3" fmla="*/ 0 h 585"/>
                    <a:gd name="T4" fmla="*/ 0 w 284"/>
                    <a:gd name="T5" fmla="*/ 501 h 585"/>
                    <a:gd name="T6" fmla="*/ 79 w 284"/>
                    <a:gd name="T7" fmla="*/ 584 h 58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4"/>
                    <a:gd name="T13" fmla="*/ 0 h 585"/>
                    <a:gd name="T14" fmla="*/ 284 w 284"/>
                    <a:gd name="T15" fmla="*/ 585 h 58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4" h="585">
                      <a:moveTo>
                        <a:pt x="283" y="26"/>
                      </a:moveTo>
                      <a:lnTo>
                        <a:pt x="0" y="0"/>
                      </a:lnTo>
                      <a:lnTo>
                        <a:pt x="0" y="501"/>
                      </a:lnTo>
                      <a:lnTo>
                        <a:pt x="79" y="584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0" name="Freeform 522">
                  <a:extLst>
                    <a:ext uri="{FF2B5EF4-FFF2-40B4-BE49-F238E27FC236}">
                      <a16:creationId xmlns:a16="http://schemas.microsoft.com/office/drawing/2014/main" id="{C82E22B6-9F73-934D-B2C3-2A23319D8F6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48" y="3324"/>
                  <a:ext cx="233" cy="578"/>
                </a:xfrm>
                <a:custGeom>
                  <a:avLst/>
                  <a:gdLst>
                    <a:gd name="T0" fmla="*/ 232 w 233"/>
                    <a:gd name="T1" fmla="*/ 20 h 578"/>
                    <a:gd name="T2" fmla="*/ 0 w 233"/>
                    <a:gd name="T3" fmla="*/ 0 h 578"/>
                    <a:gd name="T4" fmla="*/ 0 w 233"/>
                    <a:gd name="T5" fmla="*/ 492 h 578"/>
                    <a:gd name="T6" fmla="*/ 89 w 233"/>
                    <a:gd name="T7" fmla="*/ 577 h 57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33"/>
                    <a:gd name="T13" fmla="*/ 0 h 578"/>
                    <a:gd name="T14" fmla="*/ 233 w 233"/>
                    <a:gd name="T15" fmla="*/ 578 h 57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33" h="578">
                      <a:moveTo>
                        <a:pt x="232" y="20"/>
                      </a:moveTo>
                      <a:lnTo>
                        <a:pt x="0" y="0"/>
                      </a:lnTo>
                      <a:lnTo>
                        <a:pt x="0" y="492"/>
                      </a:lnTo>
                      <a:lnTo>
                        <a:pt x="89" y="57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1" name="Line 523">
                  <a:extLst>
                    <a:ext uri="{FF2B5EF4-FFF2-40B4-BE49-F238E27FC236}">
                      <a16:creationId xmlns:a16="http://schemas.microsoft.com/office/drawing/2014/main" id="{3E15B89E-140E-8049-838A-1F4257E7E29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02" y="3341"/>
                  <a:ext cx="0" cy="43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62" name="Line 524">
                  <a:extLst>
                    <a:ext uri="{FF2B5EF4-FFF2-40B4-BE49-F238E27FC236}">
                      <a16:creationId xmlns:a16="http://schemas.microsoft.com/office/drawing/2014/main" id="{5F60D3F4-9543-0C45-B730-96AF896D233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43" y="3343"/>
                  <a:ext cx="0" cy="42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63" name="Line 525">
                  <a:extLst>
                    <a:ext uri="{FF2B5EF4-FFF2-40B4-BE49-F238E27FC236}">
                      <a16:creationId xmlns:a16="http://schemas.microsoft.com/office/drawing/2014/main" id="{26283BBF-7496-9C42-8F68-AD1AD8AB520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2039" y="3353"/>
                  <a:ext cx="58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64" name="Freeform 526">
                  <a:extLst>
                    <a:ext uri="{FF2B5EF4-FFF2-40B4-BE49-F238E27FC236}">
                      <a16:creationId xmlns:a16="http://schemas.microsoft.com/office/drawing/2014/main" id="{75C56700-5A33-4B4F-AE3F-EC13310CFD5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0" y="3582"/>
                  <a:ext cx="141" cy="26"/>
                </a:xfrm>
                <a:custGeom>
                  <a:avLst/>
                  <a:gdLst>
                    <a:gd name="T0" fmla="*/ 16 w 141"/>
                    <a:gd name="T1" fmla="*/ 0 h 26"/>
                    <a:gd name="T2" fmla="*/ 12 w 141"/>
                    <a:gd name="T3" fmla="*/ 0 h 26"/>
                    <a:gd name="T4" fmla="*/ 8 w 141"/>
                    <a:gd name="T5" fmla="*/ 1 h 26"/>
                    <a:gd name="T6" fmla="*/ 5 w 141"/>
                    <a:gd name="T7" fmla="*/ 4 h 26"/>
                    <a:gd name="T8" fmla="*/ 2 w 141"/>
                    <a:gd name="T9" fmla="*/ 6 h 26"/>
                    <a:gd name="T10" fmla="*/ 0 w 141"/>
                    <a:gd name="T11" fmla="*/ 9 h 26"/>
                    <a:gd name="T12" fmla="*/ 0 w 141"/>
                    <a:gd name="T13" fmla="*/ 15 h 26"/>
                    <a:gd name="T14" fmla="*/ 2 w 141"/>
                    <a:gd name="T15" fmla="*/ 17 h 26"/>
                    <a:gd name="T16" fmla="*/ 5 w 141"/>
                    <a:gd name="T17" fmla="*/ 20 h 26"/>
                    <a:gd name="T18" fmla="*/ 6 w 141"/>
                    <a:gd name="T19" fmla="*/ 22 h 26"/>
                    <a:gd name="T20" fmla="*/ 12 w 141"/>
                    <a:gd name="T21" fmla="*/ 24 h 26"/>
                    <a:gd name="T22" fmla="*/ 16 w 141"/>
                    <a:gd name="T23" fmla="*/ 24 h 26"/>
                    <a:gd name="T24" fmla="*/ 124 w 141"/>
                    <a:gd name="T25" fmla="*/ 25 h 26"/>
                    <a:gd name="T26" fmla="*/ 128 w 141"/>
                    <a:gd name="T27" fmla="*/ 25 h 26"/>
                    <a:gd name="T28" fmla="*/ 132 w 141"/>
                    <a:gd name="T29" fmla="*/ 24 h 26"/>
                    <a:gd name="T30" fmla="*/ 135 w 141"/>
                    <a:gd name="T31" fmla="*/ 22 h 26"/>
                    <a:gd name="T32" fmla="*/ 138 w 141"/>
                    <a:gd name="T33" fmla="*/ 20 h 26"/>
                    <a:gd name="T34" fmla="*/ 140 w 141"/>
                    <a:gd name="T35" fmla="*/ 16 h 26"/>
                    <a:gd name="T36" fmla="*/ 140 w 141"/>
                    <a:gd name="T37" fmla="*/ 10 h 26"/>
                    <a:gd name="T38" fmla="*/ 138 w 141"/>
                    <a:gd name="T39" fmla="*/ 8 h 26"/>
                    <a:gd name="T40" fmla="*/ 135 w 141"/>
                    <a:gd name="T41" fmla="*/ 6 h 26"/>
                    <a:gd name="T42" fmla="*/ 134 w 141"/>
                    <a:gd name="T43" fmla="*/ 3 h 26"/>
                    <a:gd name="T44" fmla="*/ 128 w 141"/>
                    <a:gd name="T45" fmla="*/ 1 h 26"/>
                    <a:gd name="T46" fmla="*/ 124 w 141"/>
                    <a:gd name="T47" fmla="*/ 1 h 26"/>
                    <a:gd name="T48" fmla="*/ 16 w 141"/>
                    <a:gd name="T49" fmla="*/ 0 h 2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1"/>
                    <a:gd name="T76" fmla="*/ 0 h 26"/>
                    <a:gd name="T77" fmla="*/ 141 w 141"/>
                    <a:gd name="T78" fmla="*/ 26 h 2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1" h="26">
                      <a:moveTo>
                        <a:pt x="16" y="0"/>
                      </a:moveTo>
                      <a:lnTo>
                        <a:pt x="12" y="0"/>
                      </a:lnTo>
                      <a:lnTo>
                        <a:pt x="8" y="1"/>
                      </a:lnTo>
                      <a:lnTo>
                        <a:pt x="5" y="4"/>
                      </a:lnTo>
                      <a:lnTo>
                        <a:pt x="2" y="6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6" y="22"/>
                      </a:lnTo>
                      <a:lnTo>
                        <a:pt x="12" y="24"/>
                      </a:lnTo>
                      <a:lnTo>
                        <a:pt x="16" y="24"/>
                      </a:lnTo>
                      <a:lnTo>
                        <a:pt x="124" y="25"/>
                      </a:lnTo>
                      <a:lnTo>
                        <a:pt x="128" y="25"/>
                      </a:lnTo>
                      <a:lnTo>
                        <a:pt x="132" y="24"/>
                      </a:lnTo>
                      <a:lnTo>
                        <a:pt x="135" y="22"/>
                      </a:lnTo>
                      <a:lnTo>
                        <a:pt x="138" y="20"/>
                      </a:lnTo>
                      <a:lnTo>
                        <a:pt x="140" y="16"/>
                      </a:lnTo>
                      <a:lnTo>
                        <a:pt x="140" y="10"/>
                      </a:lnTo>
                      <a:lnTo>
                        <a:pt x="138" y="8"/>
                      </a:lnTo>
                      <a:lnTo>
                        <a:pt x="135" y="6"/>
                      </a:lnTo>
                      <a:lnTo>
                        <a:pt x="134" y="3"/>
                      </a:lnTo>
                      <a:lnTo>
                        <a:pt x="128" y="1"/>
                      </a:lnTo>
                      <a:lnTo>
                        <a:pt x="124" y="1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5" name="Freeform 527">
                  <a:extLst>
                    <a:ext uri="{FF2B5EF4-FFF2-40B4-BE49-F238E27FC236}">
                      <a16:creationId xmlns:a16="http://schemas.microsoft.com/office/drawing/2014/main" id="{B99B3D44-9629-3249-8B43-77CB1C71E1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753"/>
                  <a:ext cx="143" cy="40"/>
                </a:xfrm>
                <a:custGeom>
                  <a:avLst/>
                  <a:gdLst>
                    <a:gd name="T0" fmla="*/ 17 w 143"/>
                    <a:gd name="T1" fmla="*/ 0 h 40"/>
                    <a:gd name="T2" fmla="*/ 14 w 143"/>
                    <a:gd name="T3" fmla="*/ 0 h 40"/>
                    <a:gd name="T4" fmla="*/ 10 w 143"/>
                    <a:gd name="T5" fmla="*/ 2 h 40"/>
                    <a:gd name="T6" fmla="*/ 5 w 143"/>
                    <a:gd name="T7" fmla="*/ 3 h 40"/>
                    <a:gd name="T8" fmla="*/ 4 w 143"/>
                    <a:gd name="T9" fmla="*/ 6 h 40"/>
                    <a:gd name="T10" fmla="*/ 2 w 143"/>
                    <a:gd name="T11" fmla="*/ 9 h 40"/>
                    <a:gd name="T12" fmla="*/ 0 w 143"/>
                    <a:gd name="T13" fmla="*/ 12 h 40"/>
                    <a:gd name="T14" fmla="*/ 0 w 143"/>
                    <a:gd name="T15" fmla="*/ 15 h 40"/>
                    <a:gd name="T16" fmla="*/ 2 w 143"/>
                    <a:gd name="T17" fmla="*/ 18 h 40"/>
                    <a:gd name="T18" fmla="*/ 4 w 143"/>
                    <a:gd name="T19" fmla="*/ 23 h 40"/>
                    <a:gd name="T20" fmla="*/ 6 w 143"/>
                    <a:gd name="T21" fmla="*/ 24 h 40"/>
                    <a:gd name="T22" fmla="*/ 10 w 143"/>
                    <a:gd name="T23" fmla="*/ 26 h 40"/>
                    <a:gd name="T24" fmla="*/ 14 w 143"/>
                    <a:gd name="T25" fmla="*/ 27 h 40"/>
                    <a:gd name="T26" fmla="*/ 125 w 143"/>
                    <a:gd name="T27" fmla="*/ 39 h 40"/>
                    <a:gd name="T28" fmla="*/ 128 w 143"/>
                    <a:gd name="T29" fmla="*/ 39 h 40"/>
                    <a:gd name="T30" fmla="*/ 132 w 143"/>
                    <a:gd name="T31" fmla="*/ 37 h 40"/>
                    <a:gd name="T32" fmla="*/ 137 w 143"/>
                    <a:gd name="T33" fmla="*/ 36 h 40"/>
                    <a:gd name="T34" fmla="*/ 138 w 143"/>
                    <a:gd name="T35" fmla="*/ 33 h 40"/>
                    <a:gd name="T36" fmla="*/ 140 w 143"/>
                    <a:gd name="T37" fmla="*/ 30 h 40"/>
                    <a:gd name="T38" fmla="*/ 142 w 143"/>
                    <a:gd name="T39" fmla="*/ 27 h 40"/>
                    <a:gd name="T40" fmla="*/ 142 w 143"/>
                    <a:gd name="T41" fmla="*/ 24 h 40"/>
                    <a:gd name="T42" fmla="*/ 140 w 143"/>
                    <a:gd name="T43" fmla="*/ 21 h 40"/>
                    <a:gd name="T44" fmla="*/ 138 w 143"/>
                    <a:gd name="T45" fmla="*/ 16 h 40"/>
                    <a:gd name="T46" fmla="*/ 136 w 143"/>
                    <a:gd name="T47" fmla="*/ 15 h 40"/>
                    <a:gd name="T48" fmla="*/ 132 w 143"/>
                    <a:gd name="T49" fmla="*/ 13 h 40"/>
                    <a:gd name="T50" fmla="*/ 128 w 143"/>
                    <a:gd name="T51" fmla="*/ 12 h 40"/>
                    <a:gd name="T52" fmla="*/ 17 w 143"/>
                    <a:gd name="T53" fmla="*/ 0 h 4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3"/>
                    <a:gd name="T82" fmla="*/ 0 h 40"/>
                    <a:gd name="T83" fmla="*/ 143 w 143"/>
                    <a:gd name="T84" fmla="*/ 40 h 4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3" h="40">
                      <a:moveTo>
                        <a:pt x="17" y="0"/>
                      </a:moveTo>
                      <a:lnTo>
                        <a:pt x="14" y="0"/>
                      </a:lnTo>
                      <a:lnTo>
                        <a:pt x="10" y="2"/>
                      </a:ln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4" y="23"/>
                      </a:lnTo>
                      <a:lnTo>
                        <a:pt x="6" y="24"/>
                      </a:lnTo>
                      <a:lnTo>
                        <a:pt x="10" y="26"/>
                      </a:lnTo>
                      <a:lnTo>
                        <a:pt x="14" y="27"/>
                      </a:lnTo>
                      <a:lnTo>
                        <a:pt x="125" y="39"/>
                      </a:lnTo>
                      <a:lnTo>
                        <a:pt x="128" y="39"/>
                      </a:lnTo>
                      <a:lnTo>
                        <a:pt x="132" y="37"/>
                      </a:lnTo>
                      <a:lnTo>
                        <a:pt x="137" y="36"/>
                      </a:lnTo>
                      <a:lnTo>
                        <a:pt x="138" y="33"/>
                      </a:lnTo>
                      <a:lnTo>
                        <a:pt x="140" y="30"/>
                      </a:lnTo>
                      <a:lnTo>
                        <a:pt x="142" y="27"/>
                      </a:lnTo>
                      <a:lnTo>
                        <a:pt x="142" y="24"/>
                      </a:lnTo>
                      <a:lnTo>
                        <a:pt x="140" y="21"/>
                      </a:lnTo>
                      <a:lnTo>
                        <a:pt x="138" y="16"/>
                      </a:lnTo>
                      <a:lnTo>
                        <a:pt x="136" y="15"/>
                      </a:lnTo>
                      <a:lnTo>
                        <a:pt x="132" y="13"/>
                      </a:lnTo>
                      <a:lnTo>
                        <a:pt x="128" y="12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6" name="Freeform 528">
                  <a:extLst>
                    <a:ext uri="{FF2B5EF4-FFF2-40B4-BE49-F238E27FC236}">
                      <a16:creationId xmlns:a16="http://schemas.microsoft.com/office/drawing/2014/main" id="{A1C6B2EA-6BE5-924A-A8AC-355FF68DA3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337"/>
                  <a:ext cx="82" cy="391"/>
                </a:xfrm>
                <a:custGeom>
                  <a:avLst/>
                  <a:gdLst>
                    <a:gd name="T0" fmla="*/ 0 w 82"/>
                    <a:gd name="T1" fmla="*/ 0 h 391"/>
                    <a:gd name="T2" fmla="*/ 4 w 82"/>
                    <a:gd name="T3" fmla="*/ 390 h 391"/>
                    <a:gd name="T4" fmla="*/ 16 w 82"/>
                    <a:gd name="T5" fmla="*/ 348 h 391"/>
                    <a:gd name="T6" fmla="*/ 16 w 82"/>
                    <a:gd name="T7" fmla="*/ 128 h 391"/>
                    <a:gd name="T8" fmla="*/ 71 w 82"/>
                    <a:gd name="T9" fmla="*/ 78 h 391"/>
                    <a:gd name="T10" fmla="*/ 81 w 82"/>
                    <a:gd name="T11" fmla="*/ 78 h 391"/>
                    <a:gd name="T12" fmla="*/ 81 w 82"/>
                    <a:gd name="T13" fmla="*/ 0 h 391"/>
                    <a:gd name="T14" fmla="*/ 0 w 82"/>
                    <a:gd name="T15" fmla="*/ 0 h 39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2"/>
                    <a:gd name="T25" fmla="*/ 0 h 391"/>
                    <a:gd name="T26" fmla="*/ 82 w 82"/>
                    <a:gd name="T27" fmla="*/ 391 h 39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2" h="391">
                      <a:moveTo>
                        <a:pt x="0" y="0"/>
                      </a:moveTo>
                      <a:lnTo>
                        <a:pt x="4" y="390"/>
                      </a:lnTo>
                      <a:lnTo>
                        <a:pt x="16" y="348"/>
                      </a:lnTo>
                      <a:lnTo>
                        <a:pt x="16" y="128"/>
                      </a:lnTo>
                      <a:lnTo>
                        <a:pt x="71" y="78"/>
                      </a:lnTo>
                      <a:lnTo>
                        <a:pt x="81" y="78"/>
                      </a:lnTo>
                      <a:lnTo>
                        <a:pt x="8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7" name="Freeform 529">
                  <a:extLst>
                    <a:ext uri="{FF2B5EF4-FFF2-40B4-BE49-F238E27FC236}">
                      <a16:creationId xmlns:a16="http://schemas.microsoft.com/office/drawing/2014/main" id="{2EF7AD74-858A-5C4A-88EA-1DD92D1684D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8"/>
                  <a:ext cx="15" cy="22"/>
                </a:xfrm>
                <a:custGeom>
                  <a:avLst/>
                  <a:gdLst>
                    <a:gd name="T0" fmla="*/ 14 w 15"/>
                    <a:gd name="T1" fmla="*/ 10 h 22"/>
                    <a:gd name="T2" fmla="*/ 10 w 15"/>
                    <a:gd name="T3" fmla="*/ 18 h 22"/>
                    <a:gd name="T4" fmla="*/ 7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7 w 15"/>
                    <a:gd name="T13" fmla="*/ 0 h 22"/>
                    <a:gd name="T14" fmla="*/ 12 w 15"/>
                    <a:gd name="T15" fmla="*/ 2 h 22"/>
                    <a:gd name="T16" fmla="*/ 14 w 15"/>
                    <a:gd name="T17" fmla="*/ 10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0"/>
                      </a:moveTo>
                      <a:lnTo>
                        <a:pt x="10" y="18"/>
                      </a:lnTo>
                      <a:lnTo>
                        <a:pt x="7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12" y="2"/>
                      </a:lnTo>
                      <a:lnTo>
                        <a:pt x="14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8" name="Freeform 530">
                  <a:extLst>
                    <a:ext uri="{FF2B5EF4-FFF2-40B4-BE49-F238E27FC236}">
                      <a16:creationId xmlns:a16="http://schemas.microsoft.com/office/drawing/2014/main" id="{3528027D-E292-F74B-B4F2-4E3A1FC4D5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3" y="3568"/>
                  <a:ext cx="12" cy="22"/>
                </a:xfrm>
                <a:custGeom>
                  <a:avLst/>
                  <a:gdLst>
                    <a:gd name="T0" fmla="*/ 2 w 12"/>
                    <a:gd name="T1" fmla="*/ 0 h 22"/>
                    <a:gd name="T2" fmla="*/ 0 w 12"/>
                    <a:gd name="T3" fmla="*/ 21 h 22"/>
                    <a:gd name="T4" fmla="*/ 9 w 12"/>
                    <a:gd name="T5" fmla="*/ 21 h 22"/>
                    <a:gd name="T6" fmla="*/ 11 w 12"/>
                    <a:gd name="T7" fmla="*/ 0 h 22"/>
                    <a:gd name="T8" fmla="*/ 2 w 12"/>
                    <a:gd name="T9" fmla="*/ 0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2"/>
                    <a:gd name="T17" fmla="*/ 12 w 12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2">
                      <a:moveTo>
                        <a:pt x="2" y="0"/>
                      </a:moveTo>
                      <a:lnTo>
                        <a:pt x="0" y="21"/>
                      </a:lnTo>
                      <a:lnTo>
                        <a:pt x="9" y="21"/>
                      </a:lnTo>
                      <a:lnTo>
                        <a:pt x="11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69" name="Freeform 531">
                  <a:extLst>
                    <a:ext uri="{FF2B5EF4-FFF2-40B4-BE49-F238E27FC236}">
                      <a16:creationId xmlns:a16="http://schemas.microsoft.com/office/drawing/2014/main" id="{946B3D80-38B5-1042-9389-C2D3CBDD81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6" y="3568"/>
                  <a:ext cx="15" cy="22"/>
                </a:xfrm>
                <a:custGeom>
                  <a:avLst/>
                  <a:gdLst>
                    <a:gd name="T0" fmla="*/ 14 w 15"/>
                    <a:gd name="T1" fmla="*/ 12 h 22"/>
                    <a:gd name="T2" fmla="*/ 12 w 15"/>
                    <a:gd name="T3" fmla="*/ 20 h 22"/>
                    <a:gd name="T4" fmla="*/ 8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8 w 15"/>
                    <a:gd name="T13" fmla="*/ 0 h 22"/>
                    <a:gd name="T14" fmla="*/ 14 w 15"/>
                    <a:gd name="T15" fmla="*/ 4 h 22"/>
                    <a:gd name="T16" fmla="*/ 14 w 15"/>
                    <a:gd name="T17" fmla="*/ 12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2"/>
                      </a:moveTo>
                      <a:lnTo>
                        <a:pt x="12" y="20"/>
                      </a:lnTo>
                      <a:lnTo>
                        <a:pt x="8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8" y="0"/>
                      </a:lnTo>
                      <a:lnTo>
                        <a:pt x="14" y="4"/>
                      </a:lnTo>
                      <a:lnTo>
                        <a:pt x="14" y="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0" name="Freeform 532">
                  <a:extLst>
                    <a:ext uri="{FF2B5EF4-FFF2-40B4-BE49-F238E27FC236}">
                      <a16:creationId xmlns:a16="http://schemas.microsoft.com/office/drawing/2014/main" id="{0EC4EDB8-B7CC-7E41-9E91-1A0004D91F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4"/>
                  <a:ext cx="2" cy="24"/>
                </a:xfrm>
                <a:custGeom>
                  <a:avLst/>
                  <a:gdLst>
                    <a:gd name="T0" fmla="*/ 1 w 2"/>
                    <a:gd name="T1" fmla="*/ 4 h 24"/>
                    <a:gd name="T2" fmla="*/ 1 w 2"/>
                    <a:gd name="T3" fmla="*/ 2 h 24"/>
                    <a:gd name="T4" fmla="*/ 1 w 2"/>
                    <a:gd name="T5" fmla="*/ 0 h 24"/>
                    <a:gd name="T6" fmla="*/ 0 w 2"/>
                    <a:gd name="T7" fmla="*/ 0 h 24"/>
                    <a:gd name="T8" fmla="*/ 0 w 2"/>
                    <a:gd name="T9" fmla="*/ 2 h 24"/>
                    <a:gd name="T10" fmla="*/ 0 w 2"/>
                    <a:gd name="T11" fmla="*/ 4 h 24"/>
                    <a:gd name="T12" fmla="*/ 0 w 2"/>
                    <a:gd name="T13" fmla="*/ 19 h 24"/>
                    <a:gd name="T14" fmla="*/ 0 w 2"/>
                    <a:gd name="T15" fmla="*/ 20 h 24"/>
                    <a:gd name="T16" fmla="*/ 0 w 2"/>
                    <a:gd name="T17" fmla="*/ 23 h 24"/>
                    <a:gd name="T18" fmla="*/ 1 w 2"/>
                    <a:gd name="T19" fmla="*/ 23 h 24"/>
                    <a:gd name="T20" fmla="*/ 1 w 2"/>
                    <a:gd name="T21" fmla="*/ 20 h 24"/>
                    <a:gd name="T22" fmla="*/ 1 w 2"/>
                    <a:gd name="T23" fmla="*/ 19 h 24"/>
                    <a:gd name="T24" fmla="*/ 1 w 2"/>
                    <a:gd name="T25" fmla="*/ 4 h 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4"/>
                    <a:gd name="T41" fmla="*/ 2 w 2"/>
                    <a:gd name="T42" fmla="*/ 24 h 2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4">
                      <a:moveTo>
                        <a:pt x="1" y="4"/>
                      </a:move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1" name="Freeform 533">
                  <a:extLst>
                    <a:ext uri="{FF2B5EF4-FFF2-40B4-BE49-F238E27FC236}">
                      <a16:creationId xmlns:a16="http://schemas.microsoft.com/office/drawing/2014/main" id="{6EC88879-C42B-6B42-92F6-DEE1E727E55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6" y="4051"/>
                  <a:ext cx="63" cy="29"/>
                </a:xfrm>
                <a:custGeom>
                  <a:avLst/>
                  <a:gdLst>
                    <a:gd name="T0" fmla="*/ 0 w 63"/>
                    <a:gd name="T1" fmla="*/ 12 h 29"/>
                    <a:gd name="T2" fmla="*/ 62 w 63"/>
                    <a:gd name="T3" fmla="*/ 28 h 29"/>
                    <a:gd name="T4" fmla="*/ 62 w 63"/>
                    <a:gd name="T5" fmla="*/ 0 h 29"/>
                    <a:gd name="T6" fmla="*/ 0 w 63"/>
                    <a:gd name="T7" fmla="*/ 12 h 2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3"/>
                    <a:gd name="T13" fmla="*/ 0 h 29"/>
                    <a:gd name="T14" fmla="*/ 63 w 63"/>
                    <a:gd name="T15" fmla="*/ 29 h 2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3" h="29">
                      <a:moveTo>
                        <a:pt x="0" y="12"/>
                      </a:moveTo>
                      <a:lnTo>
                        <a:pt x="62" y="28"/>
                      </a:lnTo>
                      <a:lnTo>
                        <a:pt x="62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2" name="Freeform 534">
                  <a:extLst>
                    <a:ext uri="{FF2B5EF4-FFF2-40B4-BE49-F238E27FC236}">
                      <a16:creationId xmlns:a16="http://schemas.microsoft.com/office/drawing/2014/main" id="{A0B5CF21-6BBC-534A-ABF6-CB3D8F547D8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58" y="4032"/>
                  <a:ext cx="83" cy="48"/>
                </a:xfrm>
                <a:custGeom>
                  <a:avLst/>
                  <a:gdLst>
                    <a:gd name="T0" fmla="*/ 0 w 83"/>
                    <a:gd name="T1" fmla="*/ 17 h 48"/>
                    <a:gd name="T2" fmla="*/ 0 w 83"/>
                    <a:gd name="T3" fmla="*/ 47 h 48"/>
                    <a:gd name="T4" fmla="*/ 82 w 83"/>
                    <a:gd name="T5" fmla="*/ 30 h 48"/>
                    <a:gd name="T6" fmla="*/ 82 w 83"/>
                    <a:gd name="T7" fmla="*/ 0 h 48"/>
                    <a:gd name="T8" fmla="*/ 0 w 83"/>
                    <a:gd name="T9" fmla="*/ 17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3"/>
                    <a:gd name="T16" fmla="*/ 0 h 48"/>
                    <a:gd name="T17" fmla="*/ 83 w 83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3" h="48">
                      <a:moveTo>
                        <a:pt x="0" y="17"/>
                      </a:moveTo>
                      <a:lnTo>
                        <a:pt x="0" y="47"/>
                      </a:lnTo>
                      <a:lnTo>
                        <a:pt x="82" y="30"/>
                      </a:lnTo>
                      <a:lnTo>
                        <a:pt x="82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3" name="Freeform 535">
                  <a:extLst>
                    <a:ext uri="{FF2B5EF4-FFF2-40B4-BE49-F238E27FC236}">
                      <a16:creationId xmlns:a16="http://schemas.microsoft.com/office/drawing/2014/main" id="{91594BD0-DDCC-E543-B325-6ED57916ED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415"/>
                  <a:ext cx="65" cy="275"/>
                </a:xfrm>
                <a:custGeom>
                  <a:avLst/>
                  <a:gdLst>
                    <a:gd name="T0" fmla="*/ 54 w 65"/>
                    <a:gd name="T1" fmla="*/ 0 h 275"/>
                    <a:gd name="T2" fmla="*/ 0 w 65"/>
                    <a:gd name="T3" fmla="*/ 51 h 275"/>
                    <a:gd name="T4" fmla="*/ 0 w 65"/>
                    <a:gd name="T5" fmla="*/ 274 h 275"/>
                    <a:gd name="T6" fmla="*/ 7 w 65"/>
                    <a:gd name="T7" fmla="*/ 248 h 275"/>
                    <a:gd name="T8" fmla="*/ 7 w 65"/>
                    <a:gd name="T9" fmla="*/ 76 h 275"/>
                    <a:gd name="T10" fmla="*/ 64 w 65"/>
                    <a:gd name="T11" fmla="*/ 78 h 275"/>
                    <a:gd name="T12" fmla="*/ 64 w 65"/>
                    <a:gd name="T13" fmla="*/ 0 h 275"/>
                    <a:gd name="T14" fmla="*/ 54 w 65"/>
                    <a:gd name="T15" fmla="*/ 0 h 27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5"/>
                    <a:gd name="T25" fmla="*/ 0 h 275"/>
                    <a:gd name="T26" fmla="*/ 65 w 65"/>
                    <a:gd name="T27" fmla="*/ 275 h 27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5" h="275">
                      <a:moveTo>
                        <a:pt x="54" y="0"/>
                      </a:moveTo>
                      <a:lnTo>
                        <a:pt x="0" y="51"/>
                      </a:lnTo>
                      <a:lnTo>
                        <a:pt x="0" y="274"/>
                      </a:lnTo>
                      <a:lnTo>
                        <a:pt x="7" y="248"/>
                      </a:lnTo>
                      <a:lnTo>
                        <a:pt x="7" y="76"/>
                      </a:lnTo>
                      <a:lnTo>
                        <a:pt x="64" y="78"/>
                      </a:lnTo>
                      <a:lnTo>
                        <a:pt x="64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4" name="Freeform 536">
                  <a:extLst>
                    <a:ext uri="{FF2B5EF4-FFF2-40B4-BE49-F238E27FC236}">
                      <a16:creationId xmlns:a16="http://schemas.microsoft.com/office/drawing/2014/main" id="{81A8D92E-3B85-E04A-8958-AE1BD721F3D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53"/>
                  <a:ext cx="34" cy="270"/>
                </a:xfrm>
                <a:custGeom>
                  <a:avLst/>
                  <a:gdLst>
                    <a:gd name="T0" fmla="*/ 0 w 34"/>
                    <a:gd name="T1" fmla="*/ 0 h 270"/>
                    <a:gd name="T2" fmla="*/ 0 w 34"/>
                    <a:gd name="T3" fmla="*/ 269 h 270"/>
                    <a:gd name="T4" fmla="*/ 33 w 34"/>
                    <a:gd name="T5" fmla="*/ 236 h 270"/>
                    <a:gd name="T6" fmla="*/ 33 w 34"/>
                    <a:gd name="T7" fmla="*/ 24 h 270"/>
                    <a:gd name="T8" fmla="*/ 0 w 34"/>
                    <a:gd name="T9" fmla="*/ 0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4"/>
                    <a:gd name="T16" fmla="*/ 0 h 270"/>
                    <a:gd name="T17" fmla="*/ 34 w 34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4" h="270">
                      <a:moveTo>
                        <a:pt x="0" y="0"/>
                      </a:moveTo>
                      <a:lnTo>
                        <a:pt x="0" y="269"/>
                      </a:lnTo>
                      <a:lnTo>
                        <a:pt x="33" y="236"/>
                      </a:lnTo>
                      <a:lnTo>
                        <a:pt x="33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5" name="Freeform 537">
                  <a:extLst>
                    <a:ext uri="{FF2B5EF4-FFF2-40B4-BE49-F238E27FC236}">
                      <a16:creationId xmlns:a16="http://schemas.microsoft.com/office/drawing/2014/main" id="{1A5C7D09-5E3B-7342-830B-DF1E1008B3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471"/>
                  <a:ext cx="40" cy="118"/>
                </a:xfrm>
                <a:custGeom>
                  <a:avLst/>
                  <a:gdLst>
                    <a:gd name="T0" fmla="*/ 0 w 40"/>
                    <a:gd name="T1" fmla="*/ 0 h 118"/>
                    <a:gd name="T2" fmla="*/ 0 w 40"/>
                    <a:gd name="T3" fmla="*/ 111 h 118"/>
                    <a:gd name="T4" fmla="*/ 10 w 40"/>
                    <a:gd name="T5" fmla="*/ 117 h 118"/>
                    <a:gd name="T6" fmla="*/ 39 w 40"/>
                    <a:gd name="T7" fmla="*/ 117 h 118"/>
                    <a:gd name="T8" fmla="*/ 39 w 40"/>
                    <a:gd name="T9" fmla="*/ 0 h 118"/>
                    <a:gd name="T10" fmla="*/ 0 w 40"/>
                    <a:gd name="T11" fmla="*/ 0 h 1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"/>
                    <a:gd name="T19" fmla="*/ 0 h 118"/>
                    <a:gd name="T20" fmla="*/ 40 w 40"/>
                    <a:gd name="T21" fmla="*/ 118 h 1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" h="118">
                      <a:moveTo>
                        <a:pt x="0" y="0"/>
                      </a:moveTo>
                      <a:lnTo>
                        <a:pt x="0" y="111"/>
                      </a:lnTo>
                      <a:lnTo>
                        <a:pt x="10" y="117"/>
                      </a:lnTo>
                      <a:lnTo>
                        <a:pt x="39" y="117"/>
                      </a:lnTo>
                      <a:lnTo>
                        <a:pt x="3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6" name="Freeform 538">
                  <a:extLst>
                    <a:ext uri="{FF2B5EF4-FFF2-40B4-BE49-F238E27FC236}">
                      <a16:creationId xmlns:a16="http://schemas.microsoft.com/office/drawing/2014/main" id="{73E3A36C-66F8-7B4B-9903-55AC5911E1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0" y="3546"/>
                  <a:ext cx="26" cy="34"/>
                </a:xfrm>
                <a:custGeom>
                  <a:avLst/>
                  <a:gdLst>
                    <a:gd name="T0" fmla="*/ 4 w 26"/>
                    <a:gd name="T1" fmla="*/ 0 h 34"/>
                    <a:gd name="T2" fmla="*/ 12 w 26"/>
                    <a:gd name="T3" fmla="*/ 0 h 34"/>
                    <a:gd name="T4" fmla="*/ 17 w 26"/>
                    <a:gd name="T5" fmla="*/ 2 h 34"/>
                    <a:gd name="T6" fmla="*/ 21 w 26"/>
                    <a:gd name="T7" fmla="*/ 4 h 34"/>
                    <a:gd name="T8" fmla="*/ 25 w 26"/>
                    <a:gd name="T9" fmla="*/ 14 h 34"/>
                    <a:gd name="T10" fmla="*/ 25 w 26"/>
                    <a:gd name="T11" fmla="*/ 25 h 34"/>
                    <a:gd name="T12" fmla="*/ 23 w 26"/>
                    <a:gd name="T13" fmla="*/ 29 h 34"/>
                    <a:gd name="T14" fmla="*/ 21 w 26"/>
                    <a:gd name="T15" fmla="*/ 33 h 34"/>
                    <a:gd name="T16" fmla="*/ 16 w 26"/>
                    <a:gd name="T17" fmla="*/ 33 h 34"/>
                    <a:gd name="T18" fmla="*/ 14 w 26"/>
                    <a:gd name="T19" fmla="*/ 31 h 34"/>
                    <a:gd name="T20" fmla="*/ 12 w 26"/>
                    <a:gd name="T21" fmla="*/ 27 h 34"/>
                    <a:gd name="T22" fmla="*/ 14 w 26"/>
                    <a:gd name="T23" fmla="*/ 21 h 34"/>
                    <a:gd name="T24" fmla="*/ 12 w 26"/>
                    <a:gd name="T25" fmla="*/ 16 h 34"/>
                    <a:gd name="T26" fmla="*/ 10 w 26"/>
                    <a:gd name="T27" fmla="*/ 12 h 34"/>
                    <a:gd name="T28" fmla="*/ 6 w 26"/>
                    <a:gd name="T29" fmla="*/ 10 h 34"/>
                    <a:gd name="T30" fmla="*/ 2 w 26"/>
                    <a:gd name="T31" fmla="*/ 10 h 34"/>
                    <a:gd name="T32" fmla="*/ 0 w 26"/>
                    <a:gd name="T33" fmla="*/ 6 h 34"/>
                    <a:gd name="T34" fmla="*/ 2 w 26"/>
                    <a:gd name="T35" fmla="*/ 2 h 34"/>
                    <a:gd name="T36" fmla="*/ 4 w 26"/>
                    <a:gd name="T37" fmla="*/ 0 h 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6"/>
                    <a:gd name="T58" fmla="*/ 0 h 34"/>
                    <a:gd name="T59" fmla="*/ 26 w 26"/>
                    <a:gd name="T60" fmla="*/ 34 h 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6" h="34">
                      <a:moveTo>
                        <a:pt x="4" y="0"/>
                      </a:moveTo>
                      <a:lnTo>
                        <a:pt x="12" y="0"/>
                      </a:lnTo>
                      <a:lnTo>
                        <a:pt x="17" y="2"/>
                      </a:lnTo>
                      <a:lnTo>
                        <a:pt x="21" y="4"/>
                      </a:lnTo>
                      <a:lnTo>
                        <a:pt x="25" y="14"/>
                      </a:lnTo>
                      <a:lnTo>
                        <a:pt x="25" y="25"/>
                      </a:lnTo>
                      <a:lnTo>
                        <a:pt x="23" y="29"/>
                      </a:lnTo>
                      <a:lnTo>
                        <a:pt x="21" y="33"/>
                      </a:lnTo>
                      <a:lnTo>
                        <a:pt x="16" y="33"/>
                      </a:lnTo>
                      <a:lnTo>
                        <a:pt x="14" y="31"/>
                      </a:lnTo>
                      <a:lnTo>
                        <a:pt x="12" y="27"/>
                      </a:lnTo>
                      <a:lnTo>
                        <a:pt x="14" y="21"/>
                      </a:lnTo>
                      <a:lnTo>
                        <a:pt x="12" y="16"/>
                      </a:lnTo>
                      <a:lnTo>
                        <a:pt x="10" y="12"/>
                      </a:lnTo>
                      <a:lnTo>
                        <a:pt x="6" y="10"/>
                      </a:lnTo>
                      <a:lnTo>
                        <a:pt x="2" y="10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7" name="Freeform 539">
                  <a:extLst>
                    <a:ext uri="{FF2B5EF4-FFF2-40B4-BE49-F238E27FC236}">
                      <a16:creationId xmlns:a16="http://schemas.microsoft.com/office/drawing/2014/main" id="{982B4BFD-7A3A-594D-8472-BCB2BC4EAD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4" y="3525"/>
                  <a:ext cx="20" cy="34"/>
                </a:xfrm>
                <a:custGeom>
                  <a:avLst/>
                  <a:gdLst>
                    <a:gd name="T0" fmla="*/ 0 w 20"/>
                    <a:gd name="T1" fmla="*/ 33 h 34"/>
                    <a:gd name="T2" fmla="*/ 4 w 20"/>
                    <a:gd name="T3" fmla="*/ 29 h 34"/>
                    <a:gd name="T4" fmla="*/ 11 w 20"/>
                    <a:gd name="T5" fmla="*/ 16 h 34"/>
                    <a:gd name="T6" fmla="*/ 17 w 20"/>
                    <a:gd name="T7" fmla="*/ 6 h 34"/>
                    <a:gd name="T8" fmla="*/ 19 w 20"/>
                    <a:gd name="T9" fmla="*/ 0 h 34"/>
                    <a:gd name="T10" fmla="*/ 15 w 20"/>
                    <a:gd name="T11" fmla="*/ 4 h 34"/>
                    <a:gd name="T12" fmla="*/ 9 w 20"/>
                    <a:gd name="T13" fmla="*/ 16 h 34"/>
                    <a:gd name="T14" fmla="*/ 2 w 20"/>
                    <a:gd name="T15" fmla="*/ 27 h 34"/>
                    <a:gd name="T16" fmla="*/ 0 w 20"/>
                    <a:gd name="T17" fmla="*/ 33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0" y="33"/>
                      </a:moveTo>
                      <a:lnTo>
                        <a:pt x="4" y="29"/>
                      </a:lnTo>
                      <a:lnTo>
                        <a:pt x="11" y="16"/>
                      </a:lnTo>
                      <a:lnTo>
                        <a:pt x="17" y="6"/>
                      </a:lnTo>
                      <a:lnTo>
                        <a:pt x="19" y="0"/>
                      </a:lnTo>
                      <a:lnTo>
                        <a:pt x="15" y="4"/>
                      </a:lnTo>
                      <a:lnTo>
                        <a:pt x="9" y="16"/>
                      </a:lnTo>
                      <a:lnTo>
                        <a:pt x="2" y="27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78" name="Line 540">
                  <a:extLst>
                    <a:ext uri="{FF2B5EF4-FFF2-40B4-BE49-F238E27FC236}">
                      <a16:creationId xmlns:a16="http://schemas.microsoft.com/office/drawing/2014/main" id="{235D74D9-A389-4546-A859-B21E50234AA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51" y="3577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79" name="Freeform 541">
                  <a:extLst>
                    <a:ext uri="{FF2B5EF4-FFF2-40B4-BE49-F238E27FC236}">
                      <a16:creationId xmlns:a16="http://schemas.microsoft.com/office/drawing/2014/main" id="{55B31A00-057F-F648-B31E-DF1A0CD446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30"/>
                  <a:ext cx="19" cy="34"/>
                </a:xfrm>
                <a:custGeom>
                  <a:avLst/>
                  <a:gdLst>
                    <a:gd name="T0" fmla="*/ 0 w 19"/>
                    <a:gd name="T1" fmla="*/ 0 h 34"/>
                    <a:gd name="T2" fmla="*/ 2 w 19"/>
                    <a:gd name="T3" fmla="*/ 7 h 34"/>
                    <a:gd name="T4" fmla="*/ 8 w 19"/>
                    <a:gd name="T5" fmla="*/ 17 h 34"/>
                    <a:gd name="T6" fmla="*/ 14 w 19"/>
                    <a:gd name="T7" fmla="*/ 28 h 34"/>
                    <a:gd name="T8" fmla="*/ 16 w 19"/>
                    <a:gd name="T9" fmla="*/ 33 h 34"/>
                    <a:gd name="T10" fmla="*/ 18 w 19"/>
                    <a:gd name="T11" fmla="*/ 33 h 34"/>
                    <a:gd name="T12" fmla="*/ 18 w 19"/>
                    <a:gd name="T13" fmla="*/ 28 h 34"/>
                    <a:gd name="T14" fmla="*/ 13 w 19"/>
                    <a:gd name="T15" fmla="*/ 15 h 34"/>
                    <a:gd name="T16" fmla="*/ 4 w 19"/>
                    <a:gd name="T17" fmla="*/ 5 h 34"/>
                    <a:gd name="T18" fmla="*/ 0 w 19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34"/>
                    <a:gd name="T32" fmla="*/ 19 w 19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34">
                      <a:moveTo>
                        <a:pt x="0" y="0"/>
                      </a:moveTo>
                      <a:lnTo>
                        <a:pt x="2" y="7"/>
                      </a:lnTo>
                      <a:lnTo>
                        <a:pt x="8" y="17"/>
                      </a:lnTo>
                      <a:lnTo>
                        <a:pt x="14" y="28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18" y="28"/>
                      </a:lnTo>
                      <a:lnTo>
                        <a:pt x="13" y="15"/>
                      </a:lnTo>
                      <a:lnTo>
                        <a:pt x="4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80" name="Freeform 542">
                  <a:extLst>
                    <a:ext uri="{FF2B5EF4-FFF2-40B4-BE49-F238E27FC236}">
                      <a16:creationId xmlns:a16="http://schemas.microsoft.com/office/drawing/2014/main" id="{85BCF91D-60AD-4142-96E6-EBAB60CDA7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72"/>
                  <a:ext cx="17" cy="33"/>
                </a:xfrm>
                <a:custGeom>
                  <a:avLst/>
                  <a:gdLst>
                    <a:gd name="T0" fmla="*/ 0 w 17"/>
                    <a:gd name="T1" fmla="*/ 32 h 33"/>
                    <a:gd name="T2" fmla="*/ 2 w 17"/>
                    <a:gd name="T3" fmla="*/ 28 h 33"/>
                    <a:gd name="T4" fmla="*/ 6 w 17"/>
                    <a:gd name="T5" fmla="*/ 23 h 33"/>
                    <a:gd name="T6" fmla="*/ 11 w 17"/>
                    <a:gd name="T7" fmla="*/ 18 h 33"/>
                    <a:gd name="T8" fmla="*/ 16 w 17"/>
                    <a:gd name="T9" fmla="*/ 7 h 33"/>
                    <a:gd name="T10" fmla="*/ 16 w 17"/>
                    <a:gd name="T11" fmla="*/ 0 h 33"/>
                    <a:gd name="T12" fmla="*/ 14 w 17"/>
                    <a:gd name="T13" fmla="*/ 4 h 33"/>
                    <a:gd name="T14" fmla="*/ 6 w 17"/>
                    <a:gd name="T15" fmla="*/ 15 h 33"/>
                    <a:gd name="T16" fmla="*/ 0 w 17"/>
                    <a:gd name="T17" fmla="*/ 28 h 33"/>
                    <a:gd name="T18" fmla="*/ 0 w 17"/>
                    <a:gd name="T19" fmla="*/ 32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7"/>
                    <a:gd name="T31" fmla="*/ 0 h 33"/>
                    <a:gd name="T32" fmla="*/ 17 w 1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7" h="33">
                      <a:moveTo>
                        <a:pt x="0" y="32"/>
                      </a:moveTo>
                      <a:lnTo>
                        <a:pt x="2" y="28"/>
                      </a:lnTo>
                      <a:lnTo>
                        <a:pt x="6" y="23"/>
                      </a:lnTo>
                      <a:lnTo>
                        <a:pt x="11" y="18"/>
                      </a:lnTo>
                      <a:lnTo>
                        <a:pt x="16" y="7"/>
                      </a:lnTo>
                      <a:lnTo>
                        <a:pt x="16" y="0"/>
                      </a:lnTo>
                      <a:lnTo>
                        <a:pt x="14" y="4"/>
                      </a:lnTo>
                      <a:lnTo>
                        <a:pt x="6" y="15"/>
                      </a:lnTo>
                      <a:lnTo>
                        <a:pt x="0" y="28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81" name="Freeform 543">
                  <a:extLst>
                    <a:ext uri="{FF2B5EF4-FFF2-40B4-BE49-F238E27FC236}">
                      <a16:creationId xmlns:a16="http://schemas.microsoft.com/office/drawing/2014/main" id="{337CA38A-1A42-A44E-B28F-7413DBD39EE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5" y="3556"/>
                  <a:ext cx="15" cy="22"/>
                </a:xfrm>
                <a:custGeom>
                  <a:avLst/>
                  <a:gdLst>
                    <a:gd name="T0" fmla="*/ 0 w 15"/>
                    <a:gd name="T1" fmla="*/ 9 h 22"/>
                    <a:gd name="T2" fmla="*/ 2 w 15"/>
                    <a:gd name="T3" fmla="*/ 17 h 22"/>
                    <a:gd name="T4" fmla="*/ 6 w 15"/>
                    <a:gd name="T5" fmla="*/ 21 h 22"/>
                    <a:gd name="T6" fmla="*/ 12 w 15"/>
                    <a:gd name="T7" fmla="*/ 17 h 22"/>
                    <a:gd name="T8" fmla="*/ 14 w 15"/>
                    <a:gd name="T9" fmla="*/ 9 h 22"/>
                    <a:gd name="T10" fmla="*/ 12 w 15"/>
                    <a:gd name="T11" fmla="*/ 2 h 22"/>
                    <a:gd name="T12" fmla="*/ 6 w 15"/>
                    <a:gd name="T13" fmla="*/ 0 h 22"/>
                    <a:gd name="T14" fmla="*/ 2 w 15"/>
                    <a:gd name="T15" fmla="*/ 2 h 22"/>
                    <a:gd name="T16" fmla="*/ 0 w 15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6" y="21"/>
                      </a:lnTo>
                      <a:lnTo>
                        <a:pt x="12" y="17"/>
                      </a:lnTo>
                      <a:lnTo>
                        <a:pt x="14" y="9"/>
                      </a:lnTo>
                      <a:lnTo>
                        <a:pt x="12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82" name="Rectangle 544">
                  <a:extLst>
                    <a:ext uri="{FF2B5EF4-FFF2-40B4-BE49-F238E27FC236}">
                      <a16:creationId xmlns:a16="http://schemas.microsoft.com/office/drawing/2014/main" id="{0F89799F-2AFE-CA48-ADBB-87794D26E49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32" y="3560"/>
                  <a:ext cx="1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83" name="Freeform 545">
                  <a:extLst>
                    <a:ext uri="{FF2B5EF4-FFF2-40B4-BE49-F238E27FC236}">
                      <a16:creationId xmlns:a16="http://schemas.microsoft.com/office/drawing/2014/main" id="{39B01FD8-B737-8A48-B06A-C145159F6B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27" y="3556"/>
                  <a:ext cx="14" cy="22"/>
                </a:xfrm>
                <a:custGeom>
                  <a:avLst/>
                  <a:gdLst>
                    <a:gd name="T0" fmla="*/ 0 w 14"/>
                    <a:gd name="T1" fmla="*/ 9 h 22"/>
                    <a:gd name="T2" fmla="*/ 2 w 14"/>
                    <a:gd name="T3" fmla="*/ 17 h 22"/>
                    <a:gd name="T4" fmla="*/ 5 w 14"/>
                    <a:gd name="T5" fmla="*/ 21 h 22"/>
                    <a:gd name="T6" fmla="*/ 11 w 14"/>
                    <a:gd name="T7" fmla="*/ 17 h 22"/>
                    <a:gd name="T8" fmla="*/ 13 w 14"/>
                    <a:gd name="T9" fmla="*/ 9 h 22"/>
                    <a:gd name="T10" fmla="*/ 11 w 14"/>
                    <a:gd name="T11" fmla="*/ 2 h 22"/>
                    <a:gd name="T12" fmla="*/ 5 w 14"/>
                    <a:gd name="T13" fmla="*/ 0 h 22"/>
                    <a:gd name="T14" fmla="*/ 2 w 14"/>
                    <a:gd name="T15" fmla="*/ 2 h 22"/>
                    <a:gd name="T16" fmla="*/ 0 w 14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22"/>
                    <a:gd name="T29" fmla="*/ 14 w 14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5" y="21"/>
                      </a:lnTo>
                      <a:lnTo>
                        <a:pt x="11" y="17"/>
                      </a:lnTo>
                      <a:lnTo>
                        <a:pt x="13" y="9"/>
                      </a:lnTo>
                      <a:lnTo>
                        <a:pt x="11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84" name="Line 546">
                  <a:extLst>
                    <a:ext uri="{FF2B5EF4-FFF2-40B4-BE49-F238E27FC236}">
                      <a16:creationId xmlns:a16="http://schemas.microsoft.com/office/drawing/2014/main" id="{15D26865-9735-9943-B55F-9ADC1B92F0B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40" y="3562"/>
                  <a:ext cx="0" cy="11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85" name="Oval 547">
                  <a:extLst>
                    <a:ext uri="{FF2B5EF4-FFF2-40B4-BE49-F238E27FC236}">
                      <a16:creationId xmlns:a16="http://schemas.microsoft.com/office/drawing/2014/main" id="{DE38A6AE-8E88-0543-AC47-B13091177E9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57" y="3518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86" name="Oval 548">
                  <a:extLst>
                    <a:ext uri="{FF2B5EF4-FFF2-40B4-BE49-F238E27FC236}">
                      <a16:creationId xmlns:a16="http://schemas.microsoft.com/office/drawing/2014/main" id="{00E74F5B-8E5E-D644-8BDB-3E89E196A2D4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14" y="3525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87" name="Oval 549">
                  <a:extLst>
                    <a:ext uri="{FF2B5EF4-FFF2-40B4-BE49-F238E27FC236}">
                      <a16:creationId xmlns:a16="http://schemas.microsoft.com/office/drawing/2014/main" id="{A084A7C7-C2C4-8E47-85F3-4FED00C5AC6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14" y="3597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88" name="Freeform 550">
                  <a:extLst>
                    <a:ext uri="{FF2B5EF4-FFF2-40B4-BE49-F238E27FC236}">
                      <a16:creationId xmlns:a16="http://schemas.microsoft.com/office/drawing/2014/main" id="{BC715566-3D86-2345-97A7-A8094E409B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569"/>
                  <a:ext cx="20" cy="37"/>
                </a:xfrm>
                <a:custGeom>
                  <a:avLst/>
                  <a:gdLst>
                    <a:gd name="T0" fmla="*/ 0 w 20"/>
                    <a:gd name="T1" fmla="*/ 0 h 37"/>
                    <a:gd name="T2" fmla="*/ 0 w 20"/>
                    <a:gd name="T3" fmla="*/ 7 h 37"/>
                    <a:gd name="T4" fmla="*/ 7 w 20"/>
                    <a:gd name="T5" fmla="*/ 20 h 37"/>
                    <a:gd name="T6" fmla="*/ 15 w 20"/>
                    <a:gd name="T7" fmla="*/ 32 h 37"/>
                    <a:gd name="T8" fmla="*/ 19 w 20"/>
                    <a:gd name="T9" fmla="*/ 36 h 37"/>
                    <a:gd name="T10" fmla="*/ 19 w 20"/>
                    <a:gd name="T11" fmla="*/ 29 h 37"/>
                    <a:gd name="T12" fmla="*/ 12 w 20"/>
                    <a:gd name="T13" fmla="*/ 17 h 37"/>
                    <a:gd name="T14" fmla="*/ 4 w 20"/>
                    <a:gd name="T15" fmla="*/ 4 h 37"/>
                    <a:gd name="T16" fmla="*/ 0 w 20"/>
                    <a:gd name="T17" fmla="*/ 0 h 3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7"/>
                    <a:gd name="T29" fmla="*/ 20 w 20"/>
                    <a:gd name="T30" fmla="*/ 37 h 3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7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7" y="20"/>
                      </a:lnTo>
                      <a:lnTo>
                        <a:pt x="15" y="32"/>
                      </a:lnTo>
                      <a:lnTo>
                        <a:pt x="19" y="36"/>
                      </a:lnTo>
                      <a:lnTo>
                        <a:pt x="19" y="29"/>
                      </a:lnTo>
                      <a:lnTo>
                        <a:pt x="12" y="17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89" name="Oval 551">
                  <a:extLst>
                    <a:ext uri="{FF2B5EF4-FFF2-40B4-BE49-F238E27FC236}">
                      <a16:creationId xmlns:a16="http://schemas.microsoft.com/office/drawing/2014/main" id="{747112D3-FC92-D346-8EAA-D6D4E8B83FE4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59" y="3602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90" name="Freeform 552">
                  <a:extLst>
                    <a:ext uri="{FF2B5EF4-FFF2-40B4-BE49-F238E27FC236}">
                      <a16:creationId xmlns:a16="http://schemas.microsoft.com/office/drawing/2014/main" id="{C193EAD3-B961-BD4C-8BCA-49B614C6FC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536"/>
                  <a:ext cx="20" cy="31"/>
                </a:xfrm>
                <a:custGeom>
                  <a:avLst/>
                  <a:gdLst>
                    <a:gd name="T0" fmla="*/ 19 w 20"/>
                    <a:gd name="T1" fmla="*/ 15 h 31"/>
                    <a:gd name="T2" fmla="*/ 17 w 20"/>
                    <a:gd name="T3" fmla="*/ 27 h 31"/>
                    <a:gd name="T4" fmla="*/ 11 w 20"/>
                    <a:gd name="T5" fmla="*/ 30 h 31"/>
                    <a:gd name="T6" fmla="*/ 2 w 20"/>
                    <a:gd name="T7" fmla="*/ 27 h 31"/>
                    <a:gd name="T8" fmla="*/ 0 w 20"/>
                    <a:gd name="T9" fmla="*/ 15 h 31"/>
                    <a:gd name="T10" fmla="*/ 2 w 20"/>
                    <a:gd name="T11" fmla="*/ 3 h 31"/>
                    <a:gd name="T12" fmla="*/ 11 w 20"/>
                    <a:gd name="T13" fmla="*/ 0 h 31"/>
                    <a:gd name="T14" fmla="*/ 17 w 20"/>
                    <a:gd name="T15" fmla="*/ 3 h 31"/>
                    <a:gd name="T16" fmla="*/ 19 w 20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1"/>
                    <a:gd name="T29" fmla="*/ 20 w 20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1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11" y="0"/>
                      </a:lnTo>
                      <a:lnTo>
                        <a:pt x="17" y="3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1" name="Rectangle 553">
                  <a:extLst>
                    <a:ext uri="{FF2B5EF4-FFF2-40B4-BE49-F238E27FC236}">
                      <a16:creationId xmlns:a16="http://schemas.microsoft.com/office/drawing/2014/main" id="{5A61FD66-D2CC-2E42-8252-D7863958787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94" y="3540"/>
                  <a:ext cx="1" cy="1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92" name="Freeform 554">
                  <a:extLst>
                    <a:ext uri="{FF2B5EF4-FFF2-40B4-BE49-F238E27FC236}">
                      <a16:creationId xmlns:a16="http://schemas.microsoft.com/office/drawing/2014/main" id="{CEB1C846-D0A8-5E49-BDE8-A2E7529DFB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4" y="3536"/>
                  <a:ext cx="17" cy="31"/>
                </a:xfrm>
                <a:custGeom>
                  <a:avLst/>
                  <a:gdLst>
                    <a:gd name="T0" fmla="*/ 16 w 17"/>
                    <a:gd name="T1" fmla="*/ 15 h 31"/>
                    <a:gd name="T2" fmla="*/ 14 w 17"/>
                    <a:gd name="T3" fmla="*/ 27 h 31"/>
                    <a:gd name="T4" fmla="*/ 8 w 17"/>
                    <a:gd name="T5" fmla="*/ 30 h 31"/>
                    <a:gd name="T6" fmla="*/ 2 w 17"/>
                    <a:gd name="T7" fmla="*/ 27 h 31"/>
                    <a:gd name="T8" fmla="*/ 0 w 17"/>
                    <a:gd name="T9" fmla="*/ 15 h 31"/>
                    <a:gd name="T10" fmla="*/ 2 w 17"/>
                    <a:gd name="T11" fmla="*/ 3 h 31"/>
                    <a:gd name="T12" fmla="*/ 8 w 17"/>
                    <a:gd name="T13" fmla="*/ 0 h 31"/>
                    <a:gd name="T14" fmla="*/ 14 w 17"/>
                    <a:gd name="T15" fmla="*/ 3 h 31"/>
                    <a:gd name="T16" fmla="*/ 16 w 17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31"/>
                    <a:gd name="T29" fmla="*/ 17 w 17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31">
                      <a:moveTo>
                        <a:pt x="16" y="15"/>
                      </a:moveTo>
                      <a:lnTo>
                        <a:pt x="14" y="27"/>
                      </a:lnTo>
                      <a:lnTo>
                        <a:pt x="8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8" y="0"/>
                      </a:lnTo>
                      <a:lnTo>
                        <a:pt x="14" y="3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3" name="Line 555">
                  <a:extLst>
                    <a:ext uri="{FF2B5EF4-FFF2-40B4-BE49-F238E27FC236}">
                      <a16:creationId xmlns:a16="http://schemas.microsoft.com/office/drawing/2014/main" id="{1F4B76F6-8A07-0F4D-9AA8-B9B19D04C10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94" y="3546"/>
                  <a:ext cx="0" cy="16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3294" name="Rectangle 556">
                  <a:extLst>
                    <a:ext uri="{FF2B5EF4-FFF2-40B4-BE49-F238E27FC236}">
                      <a16:creationId xmlns:a16="http://schemas.microsoft.com/office/drawing/2014/main" id="{BED8C6B5-8479-6347-BD31-55B63CB5426F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203" y="3529"/>
                  <a:ext cx="6" cy="15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33295" name="Freeform 557">
                  <a:extLst>
                    <a:ext uri="{FF2B5EF4-FFF2-40B4-BE49-F238E27FC236}">
                      <a16:creationId xmlns:a16="http://schemas.microsoft.com/office/drawing/2014/main" id="{27932E6D-6E0F-0649-A178-D4B279BD3A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45"/>
                  <a:ext cx="21" cy="26"/>
                </a:xfrm>
                <a:custGeom>
                  <a:avLst/>
                  <a:gdLst>
                    <a:gd name="T0" fmla="*/ 0 w 21"/>
                    <a:gd name="T1" fmla="*/ 10 h 26"/>
                    <a:gd name="T2" fmla="*/ 0 w 21"/>
                    <a:gd name="T3" fmla="*/ 20 h 26"/>
                    <a:gd name="T4" fmla="*/ 6 w 21"/>
                    <a:gd name="T5" fmla="*/ 25 h 26"/>
                    <a:gd name="T6" fmla="*/ 14 w 21"/>
                    <a:gd name="T7" fmla="*/ 25 h 26"/>
                    <a:gd name="T8" fmla="*/ 20 w 21"/>
                    <a:gd name="T9" fmla="*/ 18 h 26"/>
                    <a:gd name="T10" fmla="*/ 20 w 21"/>
                    <a:gd name="T11" fmla="*/ 6 h 26"/>
                    <a:gd name="T12" fmla="*/ 14 w 21"/>
                    <a:gd name="T13" fmla="*/ 0 h 26"/>
                    <a:gd name="T14" fmla="*/ 6 w 21"/>
                    <a:gd name="T15" fmla="*/ 2 h 26"/>
                    <a:gd name="T16" fmla="*/ 0 w 21"/>
                    <a:gd name="T17" fmla="*/ 1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6"/>
                    <a:gd name="T29" fmla="*/ 21 w 21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6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6" y="25"/>
                      </a:lnTo>
                      <a:lnTo>
                        <a:pt x="14" y="25"/>
                      </a:lnTo>
                      <a:lnTo>
                        <a:pt x="20" y="18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6" name="Freeform 558">
                  <a:extLst>
                    <a:ext uri="{FF2B5EF4-FFF2-40B4-BE49-F238E27FC236}">
                      <a16:creationId xmlns:a16="http://schemas.microsoft.com/office/drawing/2014/main" id="{4FF50B43-EB96-5742-B8DE-89294AB254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0" y="3741"/>
                  <a:ext cx="21" cy="25"/>
                </a:xfrm>
                <a:custGeom>
                  <a:avLst/>
                  <a:gdLst>
                    <a:gd name="T0" fmla="*/ 0 w 21"/>
                    <a:gd name="T1" fmla="*/ 8 h 25"/>
                    <a:gd name="T2" fmla="*/ 0 w 21"/>
                    <a:gd name="T3" fmla="*/ 19 h 25"/>
                    <a:gd name="T4" fmla="*/ 6 w 21"/>
                    <a:gd name="T5" fmla="*/ 24 h 25"/>
                    <a:gd name="T6" fmla="*/ 14 w 21"/>
                    <a:gd name="T7" fmla="*/ 24 h 25"/>
                    <a:gd name="T8" fmla="*/ 20 w 21"/>
                    <a:gd name="T9" fmla="*/ 17 h 25"/>
                    <a:gd name="T10" fmla="*/ 20 w 21"/>
                    <a:gd name="T11" fmla="*/ 6 h 25"/>
                    <a:gd name="T12" fmla="*/ 14 w 21"/>
                    <a:gd name="T13" fmla="*/ 0 h 25"/>
                    <a:gd name="T14" fmla="*/ 6 w 21"/>
                    <a:gd name="T15" fmla="*/ 2 h 25"/>
                    <a:gd name="T16" fmla="*/ 0 w 21"/>
                    <a:gd name="T17" fmla="*/ 8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5"/>
                    <a:gd name="T29" fmla="*/ 21 w 21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5">
                      <a:moveTo>
                        <a:pt x="0" y="8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4" y="24"/>
                      </a:lnTo>
                      <a:lnTo>
                        <a:pt x="20" y="17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7" name="Freeform 559">
                  <a:extLst>
                    <a:ext uri="{FF2B5EF4-FFF2-40B4-BE49-F238E27FC236}">
                      <a16:creationId xmlns:a16="http://schemas.microsoft.com/office/drawing/2014/main" id="{96F4BBAE-68FB-CC4C-9AE5-086FA4BAB91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342"/>
                  <a:ext cx="166" cy="548"/>
                </a:xfrm>
                <a:custGeom>
                  <a:avLst/>
                  <a:gdLst>
                    <a:gd name="T0" fmla="*/ 165 w 166"/>
                    <a:gd name="T1" fmla="*/ 13 h 548"/>
                    <a:gd name="T2" fmla="*/ 0 w 166"/>
                    <a:gd name="T3" fmla="*/ 0 h 548"/>
                    <a:gd name="T4" fmla="*/ 0 w 166"/>
                    <a:gd name="T5" fmla="*/ 473 h 548"/>
                    <a:gd name="T6" fmla="*/ 78 w 166"/>
                    <a:gd name="T7" fmla="*/ 547 h 54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6"/>
                    <a:gd name="T13" fmla="*/ 0 h 548"/>
                    <a:gd name="T14" fmla="*/ 166 w 166"/>
                    <a:gd name="T15" fmla="*/ 548 h 54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6" h="548">
                      <a:moveTo>
                        <a:pt x="165" y="13"/>
                      </a:moveTo>
                      <a:lnTo>
                        <a:pt x="0" y="0"/>
                      </a:lnTo>
                      <a:lnTo>
                        <a:pt x="0" y="473"/>
                      </a:lnTo>
                      <a:lnTo>
                        <a:pt x="78" y="54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8" name="Freeform 560">
                  <a:extLst>
                    <a:ext uri="{FF2B5EF4-FFF2-40B4-BE49-F238E27FC236}">
                      <a16:creationId xmlns:a16="http://schemas.microsoft.com/office/drawing/2014/main" id="{0992C6A7-1D42-6449-84C3-AE4844021B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18" y="3624"/>
                  <a:ext cx="50" cy="189"/>
                </a:xfrm>
                <a:custGeom>
                  <a:avLst/>
                  <a:gdLst>
                    <a:gd name="T0" fmla="*/ 40 w 50"/>
                    <a:gd name="T1" fmla="*/ 186 h 189"/>
                    <a:gd name="T2" fmla="*/ 46 w 50"/>
                    <a:gd name="T3" fmla="*/ 175 h 189"/>
                    <a:gd name="T4" fmla="*/ 42 w 50"/>
                    <a:gd name="T5" fmla="*/ 167 h 189"/>
                    <a:gd name="T6" fmla="*/ 28 w 50"/>
                    <a:gd name="T7" fmla="*/ 158 h 189"/>
                    <a:gd name="T8" fmla="*/ 18 w 50"/>
                    <a:gd name="T9" fmla="*/ 151 h 189"/>
                    <a:gd name="T10" fmla="*/ 12 w 50"/>
                    <a:gd name="T11" fmla="*/ 143 h 189"/>
                    <a:gd name="T12" fmla="*/ 10 w 50"/>
                    <a:gd name="T13" fmla="*/ 70 h 189"/>
                    <a:gd name="T14" fmla="*/ 12 w 50"/>
                    <a:gd name="T15" fmla="*/ 55 h 189"/>
                    <a:gd name="T16" fmla="*/ 14 w 50"/>
                    <a:gd name="T17" fmla="*/ 42 h 189"/>
                    <a:gd name="T18" fmla="*/ 28 w 50"/>
                    <a:gd name="T19" fmla="*/ 24 h 189"/>
                    <a:gd name="T20" fmla="*/ 38 w 50"/>
                    <a:gd name="T21" fmla="*/ 18 h 189"/>
                    <a:gd name="T22" fmla="*/ 47 w 50"/>
                    <a:gd name="T23" fmla="*/ 11 h 189"/>
                    <a:gd name="T24" fmla="*/ 49 w 50"/>
                    <a:gd name="T25" fmla="*/ 6 h 189"/>
                    <a:gd name="T26" fmla="*/ 42 w 50"/>
                    <a:gd name="T27" fmla="*/ 0 h 189"/>
                    <a:gd name="T28" fmla="*/ 28 w 50"/>
                    <a:gd name="T29" fmla="*/ 0 h 189"/>
                    <a:gd name="T30" fmla="*/ 22 w 50"/>
                    <a:gd name="T31" fmla="*/ 4 h 189"/>
                    <a:gd name="T32" fmla="*/ 22 w 50"/>
                    <a:gd name="T33" fmla="*/ 11 h 189"/>
                    <a:gd name="T34" fmla="*/ 26 w 50"/>
                    <a:gd name="T35" fmla="*/ 13 h 189"/>
                    <a:gd name="T36" fmla="*/ 32 w 50"/>
                    <a:gd name="T37" fmla="*/ 11 h 189"/>
                    <a:gd name="T38" fmla="*/ 26 w 50"/>
                    <a:gd name="T39" fmla="*/ 16 h 189"/>
                    <a:gd name="T40" fmla="*/ 18 w 50"/>
                    <a:gd name="T41" fmla="*/ 20 h 189"/>
                    <a:gd name="T42" fmla="*/ 6 w 50"/>
                    <a:gd name="T43" fmla="*/ 28 h 189"/>
                    <a:gd name="T44" fmla="*/ 2 w 50"/>
                    <a:gd name="T45" fmla="*/ 35 h 189"/>
                    <a:gd name="T46" fmla="*/ 0 w 50"/>
                    <a:gd name="T47" fmla="*/ 40 h 189"/>
                    <a:gd name="T48" fmla="*/ 2 w 50"/>
                    <a:gd name="T49" fmla="*/ 48 h 189"/>
                    <a:gd name="T50" fmla="*/ 2 w 50"/>
                    <a:gd name="T51" fmla="*/ 145 h 189"/>
                    <a:gd name="T52" fmla="*/ 6 w 50"/>
                    <a:gd name="T53" fmla="*/ 155 h 189"/>
                    <a:gd name="T54" fmla="*/ 12 w 50"/>
                    <a:gd name="T55" fmla="*/ 162 h 189"/>
                    <a:gd name="T56" fmla="*/ 26 w 50"/>
                    <a:gd name="T57" fmla="*/ 171 h 189"/>
                    <a:gd name="T58" fmla="*/ 32 w 50"/>
                    <a:gd name="T59" fmla="*/ 175 h 189"/>
                    <a:gd name="T60" fmla="*/ 26 w 50"/>
                    <a:gd name="T61" fmla="*/ 175 h 189"/>
                    <a:gd name="T62" fmla="*/ 23 w 50"/>
                    <a:gd name="T63" fmla="*/ 182 h 189"/>
                    <a:gd name="T64" fmla="*/ 32 w 50"/>
                    <a:gd name="T65" fmla="*/ 188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0"/>
                    <a:gd name="T100" fmla="*/ 0 h 189"/>
                    <a:gd name="T101" fmla="*/ 50 w 50"/>
                    <a:gd name="T102" fmla="*/ 189 h 18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0" h="189">
                      <a:moveTo>
                        <a:pt x="34" y="188"/>
                      </a:moveTo>
                      <a:lnTo>
                        <a:pt x="40" y="186"/>
                      </a:lnTo>
                      <a:lnTo>
                        <a:pt x="44" y="182"/>
                      </a:lnTo>
                      <a:lnTo>
                        <a:pt x="46" y="175"/>
                      </a:lnTo>
                      <a:lnTo>
                        <a:pt x="44" y="169"/>
                      </a:lnTo>
                      <a:lnTo>
                        <a:pt x="42" y="167"/>
                      </a:lnTo>
                      <a:lnTo>
                        <a:pt x="38" y="165"/>
                      </a:lnTo>
                      <a:lnTo>
                        <a:pt x="28" y="158"/>
                      </a:lnTo>
                      <a:lnTo>
                        <a:pt x="23" y="155"/>
                      </a:lnTo>
                      <a:lnTo>
                        <a:pt x="18" y="151"/>
                      </a:lnTo>
                      <a:lnTo>
                        <a:pt x="14" y="147"/>
                      </a:lnTo>
                      <a:lnTo>
                        <a:pt x="12" y="143"/>
                      </a:lnTo>
                      <a:lnTo>
                        <a:pt x="12" y="131"/>
                      </a:lnTo>
                      <a:lnTo>
                        <a:pt x="10" y="70"/>
                      </a:lnTo>
                      <a:lnTo>
                        <a:pt x="10" y="59"/>
                      </a:lnTo>
                      <a:lnTo>
                        <a:pt x="12" y="55"/>
                      </a:lnTo>
                      <a:lnTo>
                        <a:pt x="12" y="46"/>
                      </a:lnTo>
                      <a:lnTo>
                        <a:pt x="14" y="42"/>
                      </a:lnTo>
                      <a:lnTo>
                        <a:pt x="20" y="33"/>
                      </a:lnTo>
                      <a:lnTo>
                        <a:pt x="28" y="24"/>
                      </a:lnTo>
                      <a:lnTo>
                        <a:pt x="34" y="22"/>
                      </a:lnTo>
                      <a:lnTo>
                        <a:pt x="38" y="18"/>
                      </a:lnTo>
                      <a:lnTo>
                        <a:pt x="46" y="15"/>
                      </a:lnTo>
                      <a:lnTo>
                        <a:pt x="47" y="11"/>
                      </a:lnTo>
                      <a:lnTo>
                        <a:pt x="49" y="8"/>
                      </a:lnTo>
                      <a:lnTo>
                        <a:pt x="49" y="6"/>
                      </a:lnTo>
                      <a:lnTo>
                        <a:pt x="47" y="2"/>
                      </a:lnTo>
                      <a:lnTo>
                        <a:pt x="42" y="0"/>
                      </a:ln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3" y="0"/>
                      </a:lnTo>
                      <a:lnTo>
                        <a:pt x="22" y="4"/>
                      </a:lnTo>
                      <a:lnTo>
                        <a:pt x="20" y="8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6" y="13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0" y="13"/>
                      </a:lnTo>
                      <a:lnTo>
                        <a:pt x="26" y="16"/>
                      </a:lnTo>
                      <a:lnTo>
                        <a:pt x="22" y="18"/>
                      </a:lnTo>
                      <a:lnTo>
                        <a:pt x="18" y="20"/>
                      </a:lnTo>
                      <a:lnTo>
                        <a:pt x="14" y="22"/>
                      </a:lnTo>
                      <a:lnTo>
                        <a:pt x="6" y="28"/>
                      </a:lnTo>
                      <a:lnTo>
                        <a:pt x="4" y="33"/>
                      </a:lnTo>
                      <a:lnTo>
                        <a:pt x="2" y="35"/>
                      </a:lnTo>
                      <a:lnTo>
                        <a:pt x="2" y="39"/>
                      </a:lnTo>
                      <a:lnTo>
                        <a:pt x="0" y="40"/>
                      </a:lnTo>
                      <a:lnTo>
                        <a:pt x="2" y="42"/>
                      </a:lnTo>
                      <a:lnTo>
                        <a:pt x="2" y="48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4" y="151"/>
                      </a:lnTo>
                      <a:lnTo>
                        <a:pt x="6" y="155"/>
                      </a:lnTo>
                      <a:lnTo>
                        <a:pt x="8" y="160"/>
                      </a:lnTo>
                      <a:lnTo>
                        <a:pt x="12" y="162"/>
                      </a:lnTo>
                      <a:lnTo>
                        <a:pt x="18" y="167"/>
                      </a:lnTo>
                      <a:lnTo>
                        <a:pt x="26" y="171"/>
                      </a:lnTo>
                      <a:lnTo>
                        <a:pt x="30" y="173"/>
                      </a:lnTo>
                      <a:lnTo>
                        <a:pt x="32" y="175"/>
                      </a:lnTo>
                      <a:lnTo>
                        <a:pt x="30" y="175"/>
                      </a:lnTo>
                      <a:lnTo>
                        <a:pt x="26" y="175"/>
                      </a:lnTo>
                      <a:lnTo>
                        <a:pt x="23" y="177"/>
                      </a:lnTo>
                      <a:lnTo>
                        <a:pt x="23" y="182"/>
                      </a:lnTo>
                      <a:lnTo>
                        <a:pt x="28" y="186"/>
                      </a:lnTo>
                      <a:lnTo>
                        <a:pt x="32" y="188"/>
                      </a:lnTo>
                      <a:lnTo>
                        <a:pt x="34" y="18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299" name="Freeform 561">
                  <a:extLst>
                    <a:ext uri="{FF2B5EF4-FFF2-40B4-BE49-F238E27FC236}">
                      <a16:creationId xmlns:a16="http://schemas.microsoft.com/office/drawing/2014/main" id="{17BF7C25-C5B7-6746-851C-FD52611EC4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70" y="3665"/>
                  <a:ext cx="334" cy="221"/>
                </a:xfrm>
                <a:custGeom>
                  <a:avLst/>
                  <a:gdLst>
                    <a:gd name="T0" fmla="*/ 1 w 334"/>
                    <a:gd name="T1" fmla="*/ 185 h 221"/>
                    <a:gd name="T2" fmla="*/ 19 w 334"/>
                    <a:gd name="T3" fmla="*/ 194 h 221"/>
                    <a:gd name="T4" fmla="*/ 48 w 334"/>
                    <a:gd name="T5" fmla="*/ 200 h 221"/>
                    <a:gd name="T6" fmla="*/ 82 w 334"/>
                    <a:gd name="T7" fmla="*/ 203 h 221"/>
                    <a:gd name="T8" fmla="*/ 149 w 334"/>
                    <a:gd name="T9" fmla="*/ 210 h 221"/>
                    <a:gd name="T10" fmla="*/ 185 w 334"/>
                    <a:gd name="T11" fmla="*/ 214 h 221"/>
                    <a:gd name="T12" fmla="*/ 225 w 334"/>
                    <a:gd name="T13" fmla="*/ 220 h 221"/>
                    <a:gd name="T14" fmla="*/ 258 w 334"/>
                    <a:gd name="T15" fmla="*/ 220 h 221"/>
                    <a:gd name="T16" fmla="*/ 267 w 334"/>
                    <a:gd name="T17" fmla="*/ 216 h 221"/>
                    <a:gd name="T18" fmla="*/ 275 w 334"/>
                    <a:gd name="T19" fmla="*/ 210 h 221"/>
                    <a:gd name="T20" fmla="*/ 283 w 334"/>
                    <a:gd name="T21" fmla="*/ 194 h 221"/>
                    <a:gd name="T22" fmla="*/ 292 w 334"/>
                    <a:gd name="T23" fmla="*/ 157 h 221"/>
                    <a:gd name="T24" fmla="*/ 302 w 334"/>
                    <a:gd name="T25" fmla="*/ 119 h 221"/>
                    <a:gd name="T26" fmla="*/ 306 w 334"/>
                    <a:gd name="T27" fmla="*/ 107 h 221"/>
                    <a:gd name="T28" fmla="*/ 317 w 334"/>
                    <a:gd name="T29" fmla="*/ 63 h 221"/>
                    <a:gd name="T30" fmla="*/ 327 w 334"/>
                    <a:gd name="T31" fmla="*/ 25 h 221"/>
                    <a:gd name="T32" fmla="*/ 331 w 334"/>
                    <a:gd name="T33" fmla="*/ 10 h 221"/>
                    <a:gd name="T34" fmla="*/ 333 w 334"/>
                    <a:gd name="T35" fmla="*/ 4 h 221"/>
                    <a:gd name="T36" fmla="*/ 325 w 334"/>
                    <a:gd name="T37" fmla="*/ 0 h 221"/>
                    <a:gd name="T38" fmla="*/ 317 w 334"/>
                    <a:gd name="T39" fmla="*/ 4 h 221"/>
                    <a:gd name="T40" fmla="*/ 313 w 334"/>
                    <a:gd name="T41" fmla="*/ 21 h 221"/>
                    <a:gd name="T42" fmla="*/ 308 w 334"/>
                    <a:gd name="T43" fmla="*/ 39 h 221"/>
                    <a:gd name="T44" fmla="*/ 302 w 334"/>
                    <a:gd name="T45" fmla="*/ 61 h 221"/>
                    <a:gd name="T46" fmla="*/ 294 w 334"/>
                    <a:gd name="T47" fmla="*/ 95 h 221"/>
                    <a:gd name="T48" fmla="*/ 285 w 334"/>
                    <a:gd name="T49" fmla="*/ 131 h 221"/>
                    <a:gd name="T50" fmla="*/ 275 w 334"/>
                    <a:gd name="T51" fmla="*/ 166 h 221"/>
                    <a:gd name="T52" fmla="*/ 269 w 334"/>
                    <a:gd name="T53" fmla="*/ 179 h 221"/>
                    <a:gd name="T54" fmla="*/ 267 w 334"/>
                    <a:gd name="T55" fmla="*/ 190 h 221"/>
                    <a:gd name="T56" fmla="*/ 264 w 334"/>
                    <a:gd name="T57" fmla="*/ 198 h 221"/>
                    <a:gd name="T58" fmla="*/ 260 w 334"/>
                    <a:gd name="T59" fmla="*/ 200 h 221"/>
                    <a:gd name="T60" fmla="*/ 250 w 334"/>
                    <a:gd name="T61" fmla="*/ 201 h 221"/>
                    <a:gd name="T62" fmla="*/ 242 w 334"/>
                    <a:gd name="T63" fmla="*/ 203 h 221"/>
                    <a:gd name="T64" fmla="*/ 206 w 334"/>
                    <a:gd name="T65" fmla="*/ 201 h 221"/>
                    <a:gd name="T66" fmla="*/ 159 w 334"/>
                    <a:gd name="T67" fmla="*/ 198 h 221"/>
                    <a:gd name="T68" fmla="*/ 121 w 334"/>
                    <a:gd name="T69" fmla="*/ 196 h 221"/>
                    <a:gd name="T70" fmla="*/ 73 w 334"/>
                    <a:gd name="T71" fmla="*/ 190 h 221"/>
                    <a:gd name="T72" fmla="*/ 0 w 334"/>
                    <a:gd name="T73" fmla="*/ 179 h 22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34"/>
                    <a:gd name="T112" fmla="*/ 0 h 221"/>
                    <a:gd name="T113" fmla="*/ 334 w 334"/>
                    <a:gd name="T114" fmla="*/ 221 h 22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34" h="221">
                      <a:moveTo>
                        <a:pt x="0" y="179"/>
                      </a:moveTo>
                      <a:lnTo>
                        <a:pt x="1" y="185"/>
                      </a:lnTo>
                      <a:lnTo>
                        <a:pt x="7" y="190"/>
                      </a:lnTo>
                      <a:lnTo>
                        <a:pt x="19" y="194"/>
                      </a:lnTo>
                      <a:lnTo>
                        <a:pt x="34" y="196"/>
                      </a:lnTo>
                      <a:lnTo>
                        <a:pt x="48" y="200"/>
                      </a:lnTo>
                      <a:lnTo>
                        <a:pt x="63" y="201"/>
                      </a:lnTo>
                      <a:lnTo>
                        <a:pt x="82" y="203"/>
                      </a:lnTo>
                      <a:lnTo>
                        <a:pt x="105" y="205"/>
                      </a:lnTo>
                      <a:lnTo>
                        <a:pt x="149" y="210"/>
                      </a:lnTo>
                      <a:lnTo>
                        <a:pt x="168" y="212"/>
                      </a:lnTo>
                      <a:lnTo>
                        <a:pt x="185" y="214"/>
                      </a:lnTo>
                      <a:lnTo>
                        <a:pt x="206" y="218"/>
                      </a:lnTo>
                      <a:lnTo>
                        <a:pt x="225" y="220"/>
                      </a:lnTo>
                      <a:lnTo>
                        <a:pt x="248" y="220"/>
                      </a:lnTo>
                      <a:lnTo>
                        <a:pt x="258" y="220"/>
                      </a:lnTo>
                      <a:lnTo>
                        <a:pt x="264" y="218"/>
                      </a:lnTo>
                      <a:lnTo>
                        <a:pt x="267" y="216"/>
                      </a:lnTo>
                      <a:lnTo>
                        <a:pt x="271" y="214"/>
                      </a:lnTo>
                      <a:lnTo>
                        <a:pt x="275" y="210"/>
                      </a:lnTo>
                      <a:lnTo>
                        <a:pt x="279" y="203"/>
                      </a:lnTo>
                      <a:lnTo>
                        <a:pt x="283" y="194"/>
                      </a:lnTo>
                      <a:lnTo>
                        <a:pt x="287" y="177"/>
                      </a:lnTo>
                      <a:lnTo>
                        <a:pt x="292" y="157"/>
                      </a:lnTo>
                      <a:lnTo>
                        <a:pt x="298" y="137"/>
                      </a:lnTo>
                      <a:lnTo>
                        <a:pt x="302" y="119"/>
                      </a:lnTo>
                      <a:lnTo>
                        <a:pt x="304" y="113"/>
                      </a:lnTo>
                      <a:lnTo>
                        <a:pt x="306" y="107"/>
                      </a:lnTo>
                      <a:lnTo>
                        <a:pt x="312" y="87"/>
                      </a:lnTo>
                      <a:lnTo>
                        <a:pt x="317" y="63"/>
                      </a:lnTo>
                      <a:lnTo>
                        <a:pt x="323" y="37"/>
                      </a:lnTo>
                      <a:lnTo>
                        <a:pt x="327" y="25"/>
                      </a:lnTo>
                      <a:lnTo>
                        <a:pt x="329" y="17"/>
                      </a:lnTo>
                      <a:lnTo>
                        <a:pt x="331" y="10"/>
                      </a:lnTo>
                      <a:lnTo>
                        <a:pt x="333" y="8"/>
                      </a:lnTo>
                      <a:lnTo>
                        <a:pt x="333" y="4"/>
                      </a:lnTo>
                      <a:lnTo>
                        <a:pt x="329" y="0"/>
                      </a:lnTo>
                      <a:lnTo>
                        <a:pt x="325" y="0"/>
                      </a:lnTo>
                      <a:lnTo>
                        <a:pt x="321" y="0"/>
                      </a:lnTo>
                      <a:lnTo>
                        <a:pt x="317" y="4"/>
                      </a:lnTo>
                      <a:lnTo>
                        <a:pt x="317" y="8"/>
                      </a:lnTo>
                      <a:lnTo>
                        <a:pt x="313" y="21"/>
                      </a:lnTo>
                      <a:lnTo>
                        <a:pt x="310" y="32"/>
                      </a:lnTo>
                      <a:lnTo>
                        <a:pt x="308" y="39"/>
                      </a:lnTo>
                      <a:lnTo>
                        <a:pt x="306" y="45"/>
                      </a:lnTo>
                      <a:lnTo>
                        <a:pt x="302" y="61"/>
                      </a:lnTo>
                      <a:lnTo>
                        <a:pt x="296" y="81"/>
                      </a:lnTo>
                      <a:lnTo>
                        <a:pt x="294" y="95"/>
                      </a:lnTo>
                      <a:lnTo>
                        <a:pt x="290" y="109"/>
                      </a:lnTo>
                      <a:lnTo>
                        <a:pt x="285" y="131"/>
                      </a:lnTo>
                      <a:lnTo>
                        <a:pt x="277" y="153"/>
                      </a:lnTo>
                      <a:lnTo>
                        <a:pt x="275" y="166"/>
                      </a:lnTo>
                      <a:lnTo>
                        <a:pt x="271" y="174"/>
                      </a:lnTo>
                      <a:lnTo>
                        <a:pt x="269" y="179"/>
                      </a:lnTo>
                      <a:lnTo>
                        <a:pt x="267" y="185"/>
                      </a:lnTo>
                      <a:lnTo>
                        <a:pt x="267" y="190"/>
                      </a:lnTo>
                      <a:lnTo>
                        <a:pt x="265" y="194"/>
                      </a:lnTo>
                      <a:lnTo>
                        <a:pt x="264" y="198"/>
                      </a:lnTo>
                      <a:lnTo>
                        <a:pt x="262" y="200"/>
                      </a:lnTo>
                      <a:lnTo>
                        <a:pt x="260" y="200"/>
                      </a:lnTo>
                      <a:lnTo>
                        <a:pt x="256" y="201"/>
                      </a:lnTo>
                      <a:lnTo>
                        <a:pt x="250" y="201"/>
                      </a:lnTo>
                      <a:lnTo>
                        <a:pt x="248" y="203"/>
                      </a:lnTo>
                      <a:lnTo>
                        <a:pt x="242" y="203"/>
                      </a:lnTo>
                      <a:lnTo>
                        <a:pt x="221" y="203"/>
                      </a:lnTo>
                      <a:lnTo>
                        <a:pt x="206" y="201"/>
                      </a:lnTo>
                      <a:lnTo>
                        <a:pt x="179" y="200"/>
                      </a:lnTo>
                      <a:lnTo>
                        <a:pt x="159" y="198"/>
                      </a:lnTo>
                      <a:lnTo>
                        <a:pt x="140" y="198"/>
                      </a:lnTo>
                      <a:lnTo>
                        <a:pt x="121" y="196"/>
                      </a:lnTo>
                      <a:lnTo>
                        <a:pt x="97" y="192"/>
                      </a:lnTo>
                      <a:lnTo>
                        <a:pt x="73" y="190"/>
                      </a:lnTo>
                      <a:lnTo>
                        <a:pt x="46" y="185"/>
                      </a:lnTo>
                      <a:lnTo>
                        <a:pt x="0" y="17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0" name="Freeform 562">
                  <a:extLst>
                    <a:ext uri="{FF2B5EF4-FFF2-40B4-BE49-F238E27FC236}">
                      <a16:creationId xmlns:a16="http://schemas.microsoft.com/office/drawing/2014/main" id="{E759BDD8-CAA9-7B4C-8FC3-1A38CDE0FF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32" y="3824"/>
                  <a:ext cx="182" cy="39"/>
                </a:xfrm>
                <a:custGeom>
                  <a:avLst/>
                  <a:gdLst>
                    <a:gd name="T0" fmla="*/ 8 w 182"/>
                    <a:gd name="T1" fmla="*/ 0 h 39"/>
                    <a:gd name="T2" fmla="*/ 0 w 182"/>
                    <a:gd name="T3" fmla="*/ 15 h 39"/>
                    <a:gd name="T4" fmla="*/ 179 w 182"/>
                    <a:gd name="T5" fmla="*/ 38 h 39"/>
                    <a:gd name="T6" fmla="*/ 181 w 182"/>
                    <a:gd name="T7" fmla="*/ 24 h 39"/>
                    <a:gd name="T8" fmla="*/ 8 w 182"/>
                    <a:gd name="T9" fmla="*/ 0 h 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9"/>
                    <a:gd name="T17" fmla="*/ 182 w 182"/>
                    <a:gd name="T18" fmla="*/ 39 h 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9">
                      <a:moveTo>
                        <a:pt x="8" y="0"/>
                      </a:moveTo>
                      <a:lnTo>
                        <a:pt x="0" y="15"/>
                      </a:lnTo>
                      <a:lnTo>
                        <a:pt x="179" y="38"/>
                      </a:lnTo>
                      <a:lnTo>
                        <a:pt x="181" y="24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1" name="Freeform 563">
                  <a:extLst>
                    <a:ext uri="{FF2B5EF4-FFF2-40B4-BE49-F238E27FC236}">
                      <a16:creationId xmlns:a16="http://schemas.microsoft.com/office/drawing/2014/main" id="{1D8856C3-0791-6C4E-B8A3-3203122DCE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849"/>
                  <a:ext cx="739" cy="100"/>
                </a:xfrm>
                <a:custGeom>
                  <a:avLst/>
                  <a:gdLst>
                    <a:gd name="T0" fmla="*/ 13 w 739"/>
                    <a:gd name="T1" fmla="*/ 0 h 100"/>
                    <a:gd name="T2" fmla="*/ 0 w 739"/>
                    <a:gd name="T3" fmla="*/ 4 h 100"/>
                    <a:gd name="T4" fmla="*/ 426 w 739"/>
                    <a:gd name="T5" fmla="*/ 99 h 100"/>
                    <a:gd name="T6" fmla="*/ 738 w 739"/>
                    <a:gd name="T7" fmla="*/ 40 h 100"/>
                    <a:gd name="T8" fmla="*/ 738 w 739"/>
                    <a:gd name="T9" fmla="*/ 33 h 100"/>
                    <a:gd name="T10" fmla="*/ 428 w 739"/>
                    <a:gd name="T11" fmla="*/ 87 h 100"/>
                    <a:gd name="T12" fmla="*/ 13 w 739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39"/>
                    <a:gd name="T22" fmla="*/ 0 h 100"/>
                    <a:gd name="T23" fmla="*/ 739 w 739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39" h="100">
                      <a:moveTo>
                        <a:pt x="13" y="0"/>
                      </a:moveTo>
                      <a:lnTo>
                        <a:pt x="0" y="4"/>
                      </a:lnTo>
                      <a:lnTo>
                        <a:pt x="426" y="99"/>
                      </a:lnTo>
                      <a:lnTo>
                        <a:pt x="738" y="40"/>
                      </a:lnTo>
                      <a:lnTo>
                        <a:pt x="738" y="33"/>
                      </a:lnTo>
                      <a:lnTo>
                        <a:pt x="428" y="87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2" name="Freeform 564">
                  <a:extLst>
                    <a:ext uri="{FF2B5EF4-FFF2-40B4-BE49-F238E27FC236}">
                      <a16:creationId xmlns:a16="http://schemas.microsoft.com/office/drawing/2014/main" id="{C6DE9C6D-D15E-694F-93BE-085E80708AA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3890"/>
                  <a:ext cx="41" cy="43"/>
                </a:xfrm>
                <a:custGeom>
                  <a:avLst/>
                  <a:gdLst>
                    <a:gd name="T0" fmla="*/ 0 w 41"/>
                    <a:gd name="T1" fmla="*/ 0 h 43"/>
                    <a:gd name="T2" fmla="*/ 18 w 41"/>
                    <a:gd name="T3" fmla="*/ 38 h 43"/>
                    <a:gd name="T4" fmla="*/ 40 w 41"/>
                    <a:gd name="T5" fmla="*/ 42 h 43"/>
                    <a:gd name="T6" fmla="*/ 23 w 41"/>
                    <a:gd name="T7" fmla="*/ 2 h 43"/>
                    <a:gd name="T8" fmla="*/ 0 w 41"/>
                    <a:gd name="T9" fmla="*/ 0 h 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43"/>
                    <a:gd name="T17" fmla="*/ 41 w 41"/>
                    <a:gd name="T18" fmla="*/ 43 h 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43">
                      <a:moveTo>
                        <a:pt x="0" y="0"/>
                      </a:moveTo>
                      <a:lnTo>
                        <a:pt x="18" y="38"/>
                      </a:lnTo>
                      <a:lnTo>
                        <a:pt x="40" y="4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3" name="Freeform 565">
                  <a:extLst>
                    <a:ext uri="{FF2B5EF4-FFF2-40B4-BE49-F238E27FC236}">
                      <a16:creationId xmlns:a16="http://schemas.microsoft.com/office/drawing/2014/main" id="{CD743914-6097-F547-A596-CD6E740EB85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2" y="3901"/>
                  <a:ext cx="37" cy="37"/>
                </a:xfrm>
                <a:custGeom>
                  <a:avLst/>
                  <a:gdLst>
                    <a:gd name="T0" fmla="*/ 0 w 37"/>
                    <a:gd name="T1" fmla="*/ 0 h 37"/>
                    <a:gd name="T2" fmla="*/ 13 w 37"/>
                    <a:gd name="T3" fmla="*/ 36 h 37"/>
                    <a:gd name="T4" fmla="*/ 36 w 37"/>
                    <a:gd name="T5" fmla="*/ 32 h 37"/>
                    <a:gd name="T6" fmla="*/ 23 w 37"/>
                    <a:gd name="T7" fmla="*/ 2 h 37"/>
                    <a:gd name="T8" fmla="*/ 0 w 37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7"/>
                    <a:gd name="T17" fmla="*/ 37 w 37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7">
                      <a:moveTo>
                        <a:pt x="0" y="0"/>
                      </a:moveTo>
                      <a:lnTo>
                        <a:pt x="13" y="36"/>
                      </a:lnTo>
                      <a:lnTo>
                        <a:pt x="36" y="3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4" name="Freeform 566">
                  <a:extLst>
                    <a:ext uri="{FF2B5EF4-FFF2-40B4-BE49-F238E27FC236}">
                      <a16:creationId xmlns:a16="http://schemas.microsoft.com/office/drawing/2014/main" id="{31847E1E-39E7-104D-93D7-F19BC8A56B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4061"/>
                  <a:ext cx="246" cy="107"/>
                </a:xfrm>
                <a:custGeom>
                  <a:avLst/>
                  <a:gdLst>
                    <a:gd name="T0" fmla="*/ 0 w 246"/>
                    <a:gd name="T1" fmla="*/ 0 h 107"/>
                    <a:gd name="T2" fmla="*/ 0 w 246"/>
                    <a:gd name="T3" fmla="*/ 26 h 107"/>
                    <a:gd name="T4" fmla="*/ 64 w 246"/>
                    <a:gd name="T5" fmla="*/ 33 h 107"/>
                    <a:gd name="T6" fmla="*/ 68 w 246"/>
                    <a:gd name="T7" fmla="*/ 79 h 107"/>
                    <a:gd name="T8" fmla="*/ 73 w 246"/>
                    <a:gd name="T9" fmla="*/ 79 h 107"/>
                    <a:gd name="T10" fmla="*/ 73 w 246"/>
                    <a:gd name="T11" fmla="*/ 97 h 107"/>
                    <a:gd name="T12" fmla="*/ 245 w 246"/>
                    <a:gd name="T13" fmla="*/ 106 h 107"/>
                    <a:gd name="T14" fmla="*/ 230 w 246"/>
                    <a:gd name="T15" fmla="*/ 67 h 107"/>
                    <a:gd name="T16" fmla="*/ 92 w 246"/>
                    <a:gd name="T17" fmla="*/ 54 h 107"/>
                    <a:gd name="T18" fmla="*/ 89 w 246"/>
                    <a:gd name="T19" fmla="*/ 9 h 107"/>
                    <a:gd name="T20" fmla="*/ 14 w 246"/>
                    <a:gd name="T21" fmla="*/ 2 h 107"/>
                    <a:gd name="T22" fmla="*/ 0 w 246"/>
                    <a:gd name="T23" fmla="*/ 0 h 10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46"/>
                    <a:gd name="T37" fmla="*/ 0 h 107"/>
                    <a:gd name="T38" fmla="*/ 246 w 246"/>
                    <a:gd name="T39" fmla="*/ 107 h 10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46" h="107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64" y="33"/>
                      </a:lnTo>
                      <a:lnTo>
                        <a:pt x="68" y="79"/>
                      </a:lnTo>
                      <a:lnTo>
                        <a:pt x="73" y="79"/>
                      </a:lnTo>
                      <a:lnTo>
                        <a:pt x="73" y="97"/>
                      </a:lnTo>
                      <a:lnTo>
                        <a:pt x="245" y="106"/>
                      </a:lnTo>
                      <a:lnTo>
                        <a:pt x="230" y="67"/>
                      </a:lnTo>
                      <a:lnTo>
                        <a:pt x="92" y="54"/>
                      </a:lnTo>
                      <a:lnTo>
                        <a:pt x="89" y="9"/>
                      </a:lnTo>
                      <a:lnTo>
                        <a:pt x="14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5" name="Freeform 567">
                  <a:extLst>
                    <a:ext uri="{FF2B5EF4-FFF2-40B4-BE49-F238E27FC236}">
                      <a16:creationId xmlns:a16="http://schemas.microsoft.com/office/drawing/2014/main" id="{CA2A8F74-9D61-A441-A84D-C39984B3BE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4" y="4074"/>
                  <a:ext cx="11" cy="12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9 h 12"/>
                    <a:gd name="T4" fmla="*/ 10 w 11"/>
                    <a:gd name="T5" fmla="*/ 11 h 12"/>
                    <a:gd name="T6" fmla="*/ 10 w 11"/>
                    <a:gd name="T7" fmla="*/ 2 h 12"/>
                    <a:gd name="T8" fmla="*/ 0 w 1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1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3306" name="Freeform 568">
                  <a:extLst>
                    <a:ext uri="{FF2B5EF4-FFF2-40B4-BE49-F238E27FC236}">
                      <a16:creationId xmlns:a16="http://schemas.microsoft.com/office/drawing/2014/main" id="{93BE21C7-9812-164C-B2C3-265662FDF1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88" y="4030"/>
                  <a:ext cx="416" cy="117"/>
                </a:xfrm>
                <a:custGeom>
                  <a:avLst/>
                  <a:gdLst>
                    <a:gd name="T0" fmla="*/ 0 w 416"/>
                    <a:gd name="T1" fmla="*/ 0 h 117"/>
                    <a:gd name="T2" fmla="*/ 0 w 416"/>
                    <a:gd name="T3" fmla="*/ 11 h 117"/>
                    <a:gd name="T4" fmla="*/ 415 w 416"/>
                    <a:gd name="T5" fmla="*/ 116 h 117"/>
                    <a:gd name="T6" fmla="*/ 415 w 416"/>
                    <a:gd name="T7" fmla="*/ 103 h 117"/>
                    <a:gd name="T8" fmla="*/ 0 w 416"/>
                    <a:gd name="T9" fmla="*/ 0 h 1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6"/>
                    <a:gd name="T16" fmla="*/ 0 h 117"/>
                    <a:gd name="T17" fmla="*/ 416 w 416"/>
                    <a:gd name="T18" fmla="*/ 117 h 1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6" h="117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415" y="116"/>
                      </a:lnTo>
                      <a:lnTo>
                        <a:pt x="415" y="10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33024" name="Picture 569">
                <a:extLst>
                  <a:ext uri="{FF2B5EF4-FFF2-40B4-BE49-F238E27FC236}">
                    <a16:creationId xmlns:a16="http://schemas.microsoft.com/office/drawing/2014/main" id="{1C99AD3D-A7BA-424E-9AAE-BC809663F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415" y="813"/>
                <a:ext cx="184" cy="2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025" name="Freeform 570">
                <a:extLst>
                  <a:ext uri="{FF2B5EF4-FFF2-40B4-BE49-F238E27FC236}">
                    <a16:creationId xmlns:a16="http://schemas.microsoft.com/office/drawing/2014/main" id="{CDE0100B-5B25-E74B-933C-2105689E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19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33026" name="Freeform 571">
                <a:extLst>
                  <a:ext uri="{FF2B5EF4-FFF2-40B4-BE49-F238E27FC236}">
                    <a16:creationId xmlns:a16="http://schemas.microsoft.com/office/drawing/2014/main" id="{3AE512AA-3D6B-F848-A91A-5EAFD8057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785"/>
                <a:ext cx="947" cy="347"/>
              </a:xfrm>
              <a:custGeom>
                <a:avLst/>
                <a:gdLst>
                  <a:gd name="T0" fmla="*/ 0 w 1587"/>
                  <a:gd name="T1" fmla="*/ 45 h 552"/>
                  <a:gd name="T2" fmla="*/ 45 w 1587"/>
                  <a:gd name="T3" fmla="*/ 53 h 552"/>
                  <a:gd name="T4" fmla="*/ 99 w 1587"/>
                  <a:gd name="T5" fmla="*/ 40 h 552"/>
                  <a:gd name="T6" fmla="*/ 120 w 1587"/>
                  <a:gd name="T7" fmla="*/ 0 h 5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7"/>
                  <a:gd name="T13" fmla="*/ 0 h 552"/>
                  <a:gd name="T14" fmla="*/ 1587 w 1587"/>
                  <a:gd name="T15" fmla="*/ 552 h 5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7" h="552">
                    <a:moveTo>
                      <a:pt x="0" y="453"/>
                    </a:moveTo>
                    <a:cubicBezTo>
                      <a:pt x="185" y="502"/>
                      <a:pt x="370" y="552"/>
                      <a:pt x="589" y="544"/>
                    </a:cubicBezTo>
                    <a:cubicBezTo>
                      <a:pt x="808" y="536"/>
                      <a:pt x="1149" y="499"/>
                      <a:pt x="1315" y="408"/>
                    </a:cubicBezTo>
                    <a:cubicBezTo>
                      <a:pt x="1481" y="317"/>
                      <a:pt x="1534" y="158"/>
                      <a:pt x="1587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33027" name="Freeform 572">
                <a:extLst>
                  <a:ext uri="{FF2B5EF4-FFF2-40B4-BE49-F238E27FC236}">
                    <a16:creationId xmlns:a16="http://schemas.microsoft.com/office/drawing/2014/main" id="{E8A920FD-FC6F-114E-9DA6-D1FD25A33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728"/>
                <a:ext cx="324" cy="90"/>
              </a:xfrm>
              <a:custGeom>
                <a:avLst/>
                <a:gdLst>
                  <a:gd name="T0" fmla="*/ 0 w 544"/>
                  <a:gd name="T1" fmla="*/ 0 h 144"/>
                  <a:gd name="T2" fmla="*/ 10 w 544"/>
                  <a:gd name="T3" fmla="*/ 9 h 144"/>
                  <a:gd name="T4" fmla="*/ 34 w 544"/>
                  <a:gd name="T5" fmla="*/ 13 h 144"/>
                  <a:gd name="T6" fmla="*/ 41 w 544"/>
                  <a:gd name="T7" fmla="*/ 4 h 1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44"/>
                  <a:gd name="T13" fmla="*/ 0 h 144"/>
                  <a:gd name="T14" fmla="*/ 544 w 544"/>
                  <a:gd name="T15" fmla="*/ 144 h 1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44" h="144">
                    <a:moveTo>
                      <a:pt x="0" y="0"/>
                    </a:moveTo>
                    <a:cubicBezTo>
                      <a:pt x="30" y="34"/>
                      <a:pt x="60" y="68"/>
                      <a:pt x="136" y="91"/>
                    </a:cubicBezTo>
                    <a:cubicBezTo>
                      <a:pt x="212" y="114"/>
                      <a:pt x="386" y="144"/>
                      <a:pt x="454" y="136"/>
                    </a:cubicBezTo>
                    <a:cubicBezTo>
                      <a:pt x="522" y="128"/>
                      <a:pt x="533" y="86"/>
                      <a:pt x="544" y="4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grpSp>
          <p:nvGrpSpPr>
            <p:cNvPr id="32781" name="Group 573">
              <a:extLst>
                <a:ext uri="{FF2B5EF4-FFF2-40B4-BE49-F238E27FC236}">
                  <a16:creationId xmlns:a16="http://schemas.microsoft.com/office/drawing/2014/main" id="{52EAB4FF-7762-C149-A755-55AE45C36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9" y="685"/>
              <a:ext cx="1103" cy="584"/>
              <a:chOff x="2925" y="845"/>
              <a:chExt cx="1746" cy="1013"/>
            </a:xfrm>
          </p:grpSpPr>
          <p:grpSp>
            <p:nvGrpSpPr>
              <p:cNvPr id="32895" name="Group 574">
                <a:extLst>
                  <a:ext uri="{FF2B5EF4-FFF2-40B4-BE49-F238E27FC236}">
                    <a16:creationId xmlns:a16="http://schemas.microsoft.com/office/drawing/2014/main" id="{71696171-7EAB-A745-B52C-3823EA61CB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24" y="1162"/>
                <a:ext cx="499" cy="299"/>
                <a:chOff x="2990" y="3071"/>
                <a:chExt cx="1187" cy="869"/>
              </a:xfrm>
            </p:grpSpPr>
            <p:sp>
              <p:nvSpPr>
                <p:cNvPr id="32903" name="Freeform 575">
                  <a:extLst>
                    <a:ext uri="{FF2B5EF4-FFF2-40B4-BE49-F238E27FC236}">
                      <a16:creationId xmlns:a16="http://schemas.microsoft.com/office/drawing/2014/main" id="{AA771970-1EC0-364F-A637-2CA9D361C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9" y="3799"/>
                  <a:ext cx="209" cy="125"/>
                </a:xfrm>
                <a:custGeom>
                  <a:avLst/>
                  <a:gdLst>
                    <a:gd name="T0" fmla="*/ 0 w 209"/>
                    <a:gd name="T1" fmla="*/ 124 h 125"/>
                    <a:gd name="T2" fmla="*/ 208 w 209"/>
                    <a:gd name="T3" fmla="*/ 124 h 125"/>
                    <a:gd name="T4" fmla="*/ 208 w 209"/>
                    <a:gd name="T5" fmla="*/ 0 h 125"/>
                    <a:gd name="T6" fmla="*/ 0 w 209"/>
                    <a:gd name="T7" fmla="*/ 0 h 125"/>
                    <a:gd name="T8" fmla="*/ 0 w 209"/>
                    <a:gd name="T9" fmla="*/ 124 h 1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125"/>
                    <a:gd name="T17" fmla="*/ 209 w 209"/>
                    <a:gd name="T18" fmla="*/ 125 h 1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125">
                      <a:moveTo>
                        <a:pt x="0" y="124"/>
                      </a:moveTo>
                      <a:lnTo>
                        <a:pt x="208" y="124"/>
                      </a:lnTo>
                      <a:lnTo>
                        <a:pt x="208" y="0"/>
                      </a:lnTo>
                      <a:lnTo>
                        <a:pt x="0" y="0"/>
                      </a:lnTo>
                      <a:lnTo>
                        <a:pt x="0" y="12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04" name="Group 576">
                  <a:extLst>
                    <a:ext uri="{FF2B5EF4-FFF2-40B4-BE49-F238E27FC236}">
                      <a16:creationId xmlns:a16="http://schemas.microsoft.com/office/drawing/2014/main" id="{119056F9-11F8-4041-AD70-B944CC1338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19" y="3799"/>
                  <a:ext cx="218" cy="139"/>
                  <a:chOff x="3219" y="3799"/>
                  <a:chExt cx="218" cy="139"/>
                </a:xfrm>
              </p:grpSpPr>
              <p:sp>
                <p:nvSpPr>
                  <p:cNvPr id="33016" name="Freeform 577">
                    <a:extLst>
                      <a:ext uri="{FF2B5EF4-FFF2-40B4-BE49-F238E27FC236}">
                        <a16:creationId xmlns:a16="http://schemas.microsoft.com/office/drawing/2014/main" id="{0D7DED80-1851-B440-BC5A-D7C6F8D1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9" y="3799"/>
                    <a:ext cx="202" cy="117"/>
                  </a:xfrm>
                  <a:custGeom>
                    <a:avLst/>
                    <a:gdLst>
                      <a:gd name="T0" fmla="*/ 0 w 202"/>
                      <a:gd name="T1" fmla="*/ 116 h 117"/>
                      <a:gd name="T2" fmla="*/ 201 w 202"/>
                      <a:gd name="T3" fmla="*/ 116 h 117"/>
                      <a:gd name="T4" fmla="*/ 201 w 202"/>
                      <a:gd name="T5" fmla="*/ 0 h 117"/>
                      <a:gd name="T6" fmla="*/ 0 w 202"/>
                      <a:gd name="T7" fmla="*/ 0 h 117"/>
                      <a:gd name="T8" fmla="*/ 0 w 202"/>
                      <a:gd name="T9" fmla="*/ 116 h 11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02"/>
                      <a:gd name="T16" fmla="*/ 0 h 117"/>
                      <a:gd name="T17" fmla="*/ 202 w 202"/>
                      <a:gd name="T18" fmla="*/ 117 h 11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02" h="117">
                        <a:moveTo>
                          <a:pt x="0" y="116"/>
                        </a:moveTo>
                        <a:lnTo>
                          <a:pt x="201" y="116"/>
                        </a:lnTo>
                        <a:lnTo>
                          <a:pt x="201" y="0"/>
                        </a:lnTo>
                        <a:lnTo>
                          <a:pt x="0" y="0"/>
                        </a:lnTo>
                        <a:lnTo>
                          <a:pt x="0" y="11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17" name="Freeform 578">
                    <a:extLst>
                      <a:ext uri="{FF2B5EF4-FFF2-40B4-BE49-F238E27FC236}">
                        <a16:creationId xmlns:a16="http://schemas.microsoft.com/office/drawing/2014/main" id="{6D9524AA-4140-134A-BAE6-15D212E1A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9" y="3799"/>
                    <a:ext cx="218" cy="139"/>
                  </a:xfrm>
                  <a:custGeom>
                    <a:avLst/>
                    <a:gdLst>
                      <a:gd name="T0" fmla="*/ 0 w 218"/>
                      <a:gd name="T1" fmla="*/ 138 h 139"/>
                      <a:gd name="T2" fmla="*/ 217 w 218"/>
                      <a:gd name="T3" fmla="*/ 138 h 139"/>
                      <a:gd name="T4" fmla="*/ 217 w 218"/>
                      <a:gd name="T5" fmla="*/ 0 h 139"/>
                      <a:gd name="T6" fmla="*/ 0 w 218"/>
                      <a:gd name="T7" fmla="*/ 0 h 139"/>
                      <a:gd name="T8" fmla="*/ 0 w 218"/>
                      <a:gd name="T9" fmla="*/ 138 h 13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18"/>
                      <a:gd name="T16" fmla="*/ 0 h 139"/>
                      <a:gd name="T17" fmla="*/ 218 w 218"/>
                      <a:gd name="T18" fmla="*/ 139 h 13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18" h="139">
                        <a:moveTo>
                          <a:pt x="0" y="138"/>
                        </a:moveTo>
                        <a:lnTo>
                          <a:pt x="217" y="138"/>
                        </a:lnTo>
                        <a:lnTo>
                          <a:pt x="217" y="0"/>
                        </a:lnTo>
                        <a:lnTo>
                          <a:pt x="0" y="0"/>
                        </a:lnTo>
                        <a:lnTo>
                          <a:pt x="0" y="138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05" name="Freeform 579">
                  <a:extLst>
                    <a:ext uri="{FF2B5EF4-FFF2-40B4-BE49-F238E27FC236}">
                      <a16:creationId xmlns:a16="http://schemas.microsoft.com/office/drawing/2014/main" id="{4669BA11-FA3C-EF42-9D62-F6227686D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1" y="3759"/>
                  <a:ext cx="204" cy="157"/>
                </a:xfrm>
                <a:custGeom>
                  <a:avLst/>
                  <a:gdLst>
                    <a:gd name="T0" fmla="*/ 203 w 204"/>
                    <a:gd name="T1" fmla="*/ 78 h 157"/>
                    <a:gd name="T2" fmla="*/ 201 w 204"/>
                    <a:gd name="T3" fmla="*/ 61 h 157"/>
                    <a:gd name="T4" fmla="*/ 195 w 204"/>
                    <a:gd name="T5" fmla="*/ 49 h 157"/>
                    <a:gd name="T6" fmla="*/ 186 w 204"/>
                    <a:gd name="T7" fmla="*/ 36 h 157"/>
                    <a:gd name="T8" fmla="*/ 174 w 204"/>
                    <a:gd name="T9" fmla="*/ 23 h 157"/>
                    <a:gd name="T10" fmla="*/ 159 w 204"/>
                    <a:gd name="T11" fmla="*/ 13 h 157"/>
                    <a:gd name="T12" fmla="*/ 143 w 204"/>
                    <a:gd name="T13" fmla="*/ 7 h 157"/>
                    <a:gd name="T14" fmla="*/ 122 w 204"/>
                    <a:gd name="T15" fmla="*/ 2 h 157"/>
                    <a:gd name="T16" fmla="*/ 102 w 204"/>
                    <a:gd name="T17" fmla="*/ 0 h 157"/>
                    <a:gd name="T18" fmla="*/ 81 w 204"/>
                    <a:gd name="T19" fmla="*/ 2 h 157"/>
                    <a:gd name="T20" fmla="*/ 62 w 204"/>
                    <a:gd name="T21" fmla="*/ 7 h 157"/>
                    <a:gd name="T22" fmla="*/ 44 w 204"/>
                    <a:gd name="T23" fmla="*/ 13 h 157"/>
                    <a:gd name="T24" fmla="*/ 31 w 204"/>
                    <a:gd name="T25" fmla="*/ 23 h 157"/>
                    <a:gd name="T26" fmla="*/ 17 w 204"/>
                    <a:gd name="T27" fmla="*/ 36 h 157"/>
                    <a:gd name="T28" fmla="*/ 8 w 204"/>
                    <a:gd name="T29" fmla="*/ 49 h 157"/>
                    <a:gd name="T30" fmla="*/ 2 w 204"/>
                    <a:gd name="T31" fmla="*/ 61 h 157"/>
                    <a:gd name="T32" fmla="*/ 0 w 204"/>
                    <a:gd name="T33" fmla="*/ 78 h 157"/>
                    <a:gd name="T34" fmla="*/ 2 w 204"/>
                    <a:gd name="T35" fmla="*/ 94 h 157"/>
                    <a:gd name="T36" fmla="*/ 8 w 204"/>
                    <a:gd name="T37" fmla="*/ 109 h 157"/>
                    <a:gd name="T38" fmla="*/ 17 w 204"/>
                    <a:gd name="T39" fmla="*/ 121 h 157"/>
                    <a:gd name="T40" fmla="*/ 31 w 204"/>
                    <a:gd name="T41" fmla="*/ 132 h 157"/>
                    <a:gd name="T42" fmla="*/ 44 w 204"/>
                    <a:gd name="T43" fmla="*/ 142 h 157"/>
                    <a:gd name="T44" fmla="*/ 62 w 204"/>
                    <a:gd name="T45" fmla="*/ 150 h 157"/>
                    <a:gd name="T46" fmla="*/ 81 w 204"/>
                    <a:gd name="T47" fmla="*/ 156 h 157"/>
                    <a:gd name="T48" fmla="*/ 102 w 204"/>
                    <a:gd name="T49" fmla="*/ 156 h 157"/>
                    <a:gd name="T50" fmla="*/ 122 w 204"/>
                    <a:gd name="T51" fmla="*/ 156 h 157"/>
                    <a:gd name="T52" fmla="*/ 143 w 204"/>
                    <a:gd name="T53" fmla="*/ 150 h 157"/>
                    <a:gd name="T54" fmla="*/ 159 w 204"/>
                    <a:gd name="T55" fmla="*/ 142 h 157"/>
                    <a:gd name="T56" fmla="*/ 174 w 204"/>
                    <a:gd name="T57" fmla="*/ 132 h 157"/>
                    <a:gd name="T58" fmla="*/ 186 w 204"/>
                    <a:gd name="T59" fmla="*/ 121 h 157"/>
                    <a:gd name="T60" fmla="*/ 195 w 204"/>
                    <a:gd name="T61" fmla="*/ 109 h 157"/>
                    <a:gd name="T62" fmla="*/ 201 w 204"/>
                    <a:gd name="T63" fmla="*/ 94 h 157"/>
                    <a:gd name="T64" fmla="*/ 203 w 204"/>
                    <a:gd name="T65" fmla="*/ 78 h 15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04"/>
                    <a:gd name="T100" fmla="*/ 0 h 157"/>
                    <a:gd name="T101" fmla="*/ 204 w 204"/>
                    <a:gd name="T102" fmla="*/ 157 h 15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04" h="157">
                      <a:moveTo>
                        <a:pt x="203" y="78"/>
                      </a:moveTo>
                      <a:lnTo>
                        <a:pt x="201" y="61"/>
                      </a:lnTo>
                      <a:lnTo>
                        <a:pt x="195" y="49"/>
                      </a:lnTo>
                      <a:lnTo>
                        <a:pt x="186" y="36"/>
                      </a:lnTo>
                      <a:lnTo>
                        <a:pt x="174" y="23"/>
                      </a:lnTo>
                      <a:lnTo>
                        <a:pt x="159" y="13"/>
                      </a:lnTo>
                      <a:lnTo>
                        <a:pt x="143" y="7"/>
                      </a:lnTo>
                      <a:lnTo>
                        <a:pt x="122" y="2"/>
                      </a:lnTo>
                      <a:lnTo>
                        <a:pt x="102" y="0"/>
                      </a:lnTo>
                      <a:lnTo>
                        <a:pt x="81" y="2"/>
                      </a:lnTo>
                      <a:lnTo>
                        <a:pt x="62" y="7"/>
                      </a:lnTo>
                      <a:lnTo>
                        <a:pt x="44" y="13"/>
                      </a:lnTo>
                      <a:lnTo>
                        <a:pt x="31" y="23"/>
                      </a:lnTo>
                      <a:lnTo>
                        <a:pt x="17" y="36"/>
                      </a:lnTo>
                      <a:lnTo>
                        <a:pt x="8" y="49"/>
                      </a:lnTo>
                      <a:lnTo>
                        <a:pt x="2" y="61"/>
                      </a:lnTo>
                      <a:lnTo>
                        <a:pt x="0" y="78"/>
                      </a:lnTo>
                      <a:lnTo>
                        <a:pt x="2" y="94"/>
                      </a:lnTo>
                      <a:lnTo>
                        <a:pt x="8" y="109"/>
                      </a:lnTo>
                      <a:lnTo>
                        <a:pt x="17" y="121"/>
                      </a:lnTo>
                      <a:lnTo>
                        <a:pt x="31" y="132"/>
                      </a:lnTo>
                      <a:lnTo>
                        <a:pt x="44" y="142"/>
                      </a:lnTo>
                      <a:lnTo>
                        <a:pt x="62" y="150"/>
                      </a:lnTo>
                      <a:lnTo>
                        <a:pt x="81" y="156"/>
                      </a:lnTo>
                      <a:lnTo>
                        <a:pt x="102" y="156"/>
                      </a:lnTo>
                      <a:lnTo>
                        <a:pt x="122" y="156"/>
                      </a:lnTo>
                      <a:lnTo>
                        <a:pt x="143" y="150"/>
                      </a:lnTo>
                      <a:lnTo>
                        <a:pt x="159" y="142"/>
                      </a:lnTo>
                      <a:lnTo>
                        <a:pt x="174" y="132"/>
                      </a:lnTo>
                      <a:lnTo>
                        <a:pt x="186" y="121"/>
                      </a:lnTo>
                      <a:lnTo>
                        <a:pt x="195" y="109"/>
                      </a:lnTo>
                      <a:lnTo>
                        <a:pt x="201" y="94"/>
                      </a:lnTo>
                      <a:lnTo>
                        <a:pt x="203" y="7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06" name="Group 580">
                  <a:extLst>
                    <a:ext uri="{FF2B5EF4-FFF2-40B4-BE49-F238E27FC236}">
                      <a16:creationId xmlns:a16="http://schemas.microsoft.com/office/drawing/2014/main" id="{C60CFDCE-E996-0047-B846-CBA48B4E4B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91" y="3759"/>
                  <a:ext cx="214" cy="171"/>
                  <a:chOff x="3291" y="3759"/>
                  <a:chExt cx="214" cy="171"/>
                </a:xfrm>
              </p:grpSpPr>
              <p:sp>
                <p:nvSpPr>
                  <p:cNvPr id="33014" name="Freeform 581">
                    <a:extLst>
                      <a:ext uri="{FF2B5EF4-FFF2-40B4-BE49-F238E27FC236}">
                        <a16:creationId xmlns:a16="http://schemas.microsoft.com/office/drawing/2014/main" id="{8BEB9DCC-8063-2E4C-9F4B-719F04C384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91" y="3759"/>
                    <a:ext cx="198" cy="148"/>
                  </a:xfrm>
                  <a:custGeom>
                    <a:avLst/>
                    <a:gdLst>
                      <a:gd name="T0" fmla="*/ 197 w 198"/>
                      <a:gd name="T1" fmla="*/ 75 h 148"/>
                      <a:gd name="T2" fmla="*/ 197 w 198"/>
                      <a:gd name="T3" fmla="*/ 75 h 148"/>
                      <a:gd name="T4" fmla="*/ 195 w 198"/>
                      <a:gd name="T5" fmla="*/ 58 h 148"/>
                      <a:gd name="T6" fmla="*/ 190 w 198"/>
                      <a:gd name="T7" fmla="*/ 45 h 148"/>
                      <a:gd name="T8" fmla="*/ 181 w 198"/>
                      <a:gd name="T9" fmla="*/ 34 h 148"/>
                      <a:gd name="T10" fmla="*/ 168 w 198"/>
                      <a:gd name="T11" fmla="*/ 19 h 148"/>
                      <a:gd name="T12" fmla="*/ 154 w 198"/>
                      <a:gd name="T13" fmla="*/ 11 h 148"/>
                      <a:gd name="T14" fmla="*/ 138 w 198"/>
                      <a:gd name="T15" fmla="*/ 6 h 148"/>
                      <a:gd name="T16" fmla="*/ 118 w 198"/>
                      <a:gd name="T17" fmla="*/ 2 h 148"/>
                      <a:gd name="T18" fmla="*/ 99 w 198"/>
                      <a:gd name="T19" fmla="*/ 0 h 148"/>
                      <a:gd name="T20" fmla="*/ 79 w 198"/>
                      <a:gd name="T21" fmla="*/ 2 h 148"/>
                      <a:gd name="T22" fmla="*/ 61 w 198"/>
                      <a:gd name="T23" fmla="*/ 6 h 148"/>
                      <a:gd name="T24" fmla="*/ 43 w 198"/>
                      <a:gd name="T25" fmla="*/ 11 h 148"/>
                      <a:gd name="T26" fmla="*/ 30 w 198"/>
                      <a:gd name="T27" fmla="*/ 19 h 148"/>
                      <a:gd name="T28" fmla="*/ 16 w 198"/>
                      <a:gd name="T29" fmla="*/ 34 h 148"/>
                      <a:gd name="T30" fmla="*/ 9 w 198"/>
                      <a:gd name="T31" fmla="*/ 45 h 148"/>
                      <a:gd name="T32" fmla="*/ 4 w 198"/>
                      <a:gd name="T33" fmla="*/ 58 h 148"/>
                      <a:gd name="T34" fmla="*/ 0 w 198"/>
                      <a:gd name="T35" fmla="*/ 75 h 148"/>
                      <a:gd name="T36" fmla="*/ 4 w 198"/>
                      <a:gd name="T37" fmla="*/ 88 h 148"/>
                      <a:gd name="T38" fmla="*/ 9 w 198"/>
                      <a:gd name="T39" fmla="*/ 101 h 148"/>
                      <a:gd name="T40" fmla="*/ 16 w 198"/>
                      <a:gd name="T41" fmla="*/ 114 h 148"/>
                      <a:gd name="T42" fmla="*/ 30 w 198"/>
                      <a:gd name="T43" fmla="*/ 127 h 148"/>
                      <a:gd name="T44" fmla="*/ 43 w 198"/>
                      <a:gd name="T45" fmla="*/ 135 h 148"/>
                      <a:gd name="T46" fmla="*/ 61 w 198"/>
                      <a:gd name="T47" fmla="*/ 142 h 148"/>
                      <a:gd name="T48" fmla="*/ 79 w 198"/>
                      <a:gd name="T49" fmla="*/ 147 h 148"/>
                      <a:gd name="T50" fmla="*/ 99 w 198"/>
                      <a:gd name="T51" fmla="*/ 147 h 148"/>
                      <a:gd name="T52" fmla="*/ 118 w 198"/>
                      <a:gd name="T53" fmla="*/ 147 h 148"/>
                      <a:gd name="T54" fmla="*/ 138 w 198"/>
                      <a:gd name="T55" fmla="*/ 142 h 148"/>
                      <a:gd name="T56" fmla="*/ 154 w 198"/>
                      <a:gd name="T57" fmla="*/ 135 h 148"/>
                      <a:gd name="T58" fmla="*/ 168 w 198"/>
                      <a:gd name="T59" fmla="*/ 127 h 148"/>
                      <a:gd name="T60" fmla="*/ 181 w 198"/>
                      <a:gd name="T61" fmla="*/ 114 h 148"/>
                      <a:gd name="T62" fmla="*/ 190 w 198"/>
                      <a:gd name="T63" fmla="*/ 101 h 148"/>
                      <a:gd name="T64" fmla="*/ 195 w 198"/>
                      <a:gd name="T65" fmla="*/ 88 h 148"/>
                      <a:gd name="T66" fmla="*/ 197 w 198"/>
                      <a:gd name="T67" fmla="*/ 75 h 14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98"/>
                      <a:gd name="T103" fmla="*/ 0 h 148"/>
                      <a:gd name="T104" fmla="*/ 198 w 198"/>
                      <a:gd name="T105" fmla="*/ 148 h 14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98" h="148">
                        <a:moveTo>
                          <a:pt x="197" y="75"/>
                        </a:moveTo>
                        <a:lnTo>
                          <a:pt x="197" y="75"/>
                        </a:lnTo>
                        <a:lnTo>
                          <a:pt x="195" y="58"/>
                        </a:lnTo>
                        <a:lnTo>
                          <a:pt x="190" y="45"/>
                        </a:lnTo>
                        <a:lnTo>
                          <a:pt x="181" y="34"/>
                        </a:lnTo>
                        <a:lnTo>
                          <a:pt x="168" y="19"/>
                        </a:lnTo>
                        <a:lnTo>
                          <a:pt x="154" y="11"/>
                        </a:lnTo>
                        <a:lnTo>
                          <a:pt x="138" y="6"/>
                        </a:lnTo>
                        <a:lnTo>
                          <a:pt x="118" y="2"/>
                        </a:lnTo>
                        <a:lnTo>
                          <a:pt x="99" y="0"/>
                        </a:lnTo>
                        <a:lnTo>
                          <a:pt x="79" y="2"/>
                        </a:lnTo>
                        <a:lnTo>
                          <a:pt x="61" y="6"/>
                        </a:lnTo>
                        <a:lnTo>
                          <a:pt x="43" y="11"/>
                        </a:lnTo>
                        <a:lnTo>
                          <a:pt x="30" y="19"/>
                        </a:lnTo>
                        <a:lnTo>
                          <a:pt x="16" y="34"/>
                        </a:lnTo>
                        <a:lnTo>
                          <a:pt x="9" y="45"/>
                        </a:lnTo>
                        <a:lnTo>
                          <a:pt x="4" y="58"/>
                        </a:lnTo>
                        <a:lnTo>
                          <a:pt x="0" y="75"/>
                        </a:lnTo>
                        <a:lnTo>
                          <a:pt x="4" y="88"/>
                        </a:lnTo>
                        <a:lnTo>
                          <a:pt x="9" y="101"/>
                        </a:lnTo>
                        <a:lnTo>
                          <a:pt x="16" y="114"/>
                        </a:lnTo>
                        <a:lnTo>
                          <a:pt x="30" y="127"/>
                        </a:lnTo>
                        <a:lnTo>
                          <a:pt x="43" y="135"/>
                        </a:lnTo>
                        <a:lnTo>
                          <a:pt x="61" y="142"/>
                        </a:lnTo>
                        <a:lnTo>
                          <a:pt x="79" y="147"/>
                        </a:lnTo>
                        <a:lnTo>
                          <a:pt x="99" y="147"/>
                        </a:lnTo>
                        <a:lnTo>
                          <a:pt x="118" y="147"/>
                        </a:lnTo>
                        <a:lnTo>
                          <a:pt x="138" y="142"/>
                        </a:lnTo>
                        <a:lnTo>
                          <a:pt x="154" y="135"/>
                        </a:lnTo>
                        <a:lnTo>
                          <a:pt x="168" y="127"/>
                        </a:lnTo>
                        <a:lnTo>
                          <a:pt x="181" y="114"/>
                        </a:lnTo>
                        <a:lnTo>
                          <a:pt x="190" y="101"/>
                        </a:lnTo>
                        <a:lnTo>
                          <a:pt x="195" y="88"/>
                        </a:lnTo>
                        <a:lnTo>
                          <a:pt x="197" y="75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15" name="Freeform 582">
                    <a:extLst>
                      <a:ext uri="{FF2B5EF4-FFF2-40B4-BE49-F238E27FC236}">
                        <a16:creationId xmlns:a16="http://schemas.microsoft.com/office/drawing/2014/main" id="{DCDE58D1-DEF0-2E47-B615-1C2B6580B0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91" y="3759"/>
                    <a:ext cx="214" cy="171"/>
                  </a:xfrm>
                  <a:custGeom>
                    <a:avLst/>
                    <a:gdLst>
                      <a:gd name="T0" fmla="*/ 213 w 214"/>
                      <a:gd name="T1" fmla="*/ 86 h 171"/>
                      <a:gd name="T2" fmla="*/ 213 w 214"/>
                      <a:gd name="T3" fmla="*/ 86 h 171"/>
                      <a:gd name="T4" fmla="*/ 211 w 214"/>
                      <a:gd name="T5" fmla="*/ 67 h 171"/>
                      <a:gd name="T6" fmla="*/ 205 w 214"/>
                      <a:gd name="T7" fmla="*/ 52 h 171"/>
                      <a:gd name="T8" fmla="*/ 196 w 214"/>
                      <a:gd name="T9" fmla="*/ 38 h 171"/>
                      <a:gd name="T10" fmla="*/ 182 w 214"/>
                      <a:gd name="T11" fmla="*/ 23 h 171"/>
                      <a:gd name="T12" fmla="*/ 167 w 214"/>
                      <a:gd name="T13" fmla="*/ 13 h 171"/>
                      <a:gd name="T14" fmla="*/ 149 w 214"/>
                      <a:gd name="T15" fmla="*/ 7 h 171"/>
                      <a:gd name="T16" fmla="*/ 128 w 214"/>
                      <a:gd name="T17" fmla="*/ 2 h 171"/>
                      <a:gd name="T18" fmla="*/ 107 w 214"/>
                      <a:gd name="T19" fmla="*/ 0 h 171"/>
                      <a:gd name="T20" fmla="*/ 85 w 214"/>
                      <a:gd name="T21" fmla="*/ 2 h 171"/>
                      <a:gd name="T22" fmla="*/ 66 w 214"/>
                      <a:gd name="T23" fmla="*/ 7 h 171"/>
                      <a:gd name="T24" fmla="*/ 46 w 214"/>
                      <a:gd name="T25" fmla="*/ 13 h 171"/>
                      <a:gd name="T26" fmla="*/ 33 w 214"/>
                      <a:gd name="T27" fmla="*/ 23 h 171"/>
                      <a:gd name="T28" fmla="*/ 17 w 214"/>
                      <a:gd name="T29" fmla="*/ 38 h 171"/>
                      <a:gd name="T30" fmla="*/ 10 w 214"/>
                      <a:gd name="T31" fmla="*/ 52 h 171"/>
                      <a:gd name="T32" fmla="*/ 4 w 214"/>
                      <a:gd name="T33" fmla="*/ 67 h 171"/>
                      <a:gd name="T34" fmla="*/ 0 w 214"/>
                      <a:gd name="T35" fmla="*/ 86 h 171"/>
                      <a:gd name="T36" fmla="*/ 4 w 214"/>
                      <a:gd name="T37" fmla="*/ 102 h 171"/>
                      <a:gd name="T38" fmla="*/ 10 w 214"/>
                      <a:gd name="T39" fmla="*/ 117 h 171"/>
                      <a:gd name="T40" fmla="*/ 17 w 214"/>
                      <a:gd name="T41" fmla="*/ 133 h 171"/>
                      <a:gd name="T42" fmla="*/ 33 w 214"/>
                      <a:gd name="T43" fmla="*/ 146 h 171"/>
                      <a:gd name="T44" fmla="*/ 46 w 214"/>
                      <a:gd name="T45" fmla="*/ 156 h 171"/>
                      <a:gd name="T46" fmla="*/ 66 w 214"/>
                      <a:gd name="T47" fmla="*/ 164 h 171"/>
                      <a:gd name="T48" fmla="*/ 85 w 214"/>
                      <a:gd name="T49" fmla="*/ 170 h 171"/>
                      <a:gd name="T50" fmla="*/ 107 w 214"/>
                      <a:gd name="T51" fmla="*/ 170 h 171"/>
                      <a:gd name="T52" fmla="*/ 128 w 214"/>
                      <a:gd name="T53" fmla="*/ 170 h 171"/>
                      <a:gd name="T54" fmla="*/ 149 w 214"/>
                      <a:gd name="T55" fmla="*/ 164 h 171"/>
                      <a:gd name="T56" fmla="*/ 167 w 214"/>
                      <a:gd name="T57" fmla="*/ 156 h 171"/>
                      <a:gd name="T58" fmla="*/ 182 w 214"/>
                      <a:gd name="T59" fmla="*/ 146 h 171"/>
                      <a:gd name="T60" fmla="*/ 196 w 214"/>
                      <a:gd name="T61" fmla="*/ 133 h 171"/>
                      <a:gd name="T62" fmla="*/ 205 w 214"/>
                      <a:gd name="T63" fmla="*/ 117 h 171"/>
                      <a:gd name="T64" fmla="*/ 211 w 214"/>
                      <a:gd name="T65" fmla="*/ 102 h 171"/>
                      <a:gd name="T66" fmla="*/ 213 w 214"/>
                      <a:gd name="T67" fmla="*/ 86 h 17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14"/>
                      <a:gd name="T103" fmla="*/ 0 h 171"/>
                      <a:gd name="T104" fmla="*/ 214 w 214"/>
                      <a:gd name="T105" fmla="*/ 171 h 17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14" h="171">
                        <a:moveTo>
                          <a:pt x="213" y="86"/>
                        </a:moveTo>
                        <a:lnTo>
                          <a:pt x="213" y="86"/>
                        </a:lnTo>
                        <a:lnTo>
                          <a:pt x="211" y="67"/>
                        </a:lnTo>
                        <a:lnTo>
                          <a:pt x="205" y="52"/>
                        </a:lnTo>
                        <a:lnTo>
                          <a:pt x="196" y="38"/>
                        </a:lnTo>
                        <a:lnTo>
                          <a:pt x="182" y="23"/>
                        </a:lnTo>
                        <a:lnTo>
                          <a:pt x="167" y="13"/>
                        </a:lnTo>
                        <a:lnTo>
                          <a:pt x="149" y="7"/>
                        </a:lnTo>
                        <a:lnTo>
                          <a:pt x="128" y="2"/>
                        </a:lnTo>
                        <a:lnTo>
                          <a:pt x="107" y="0"/>
                        </a:lnTo>
                        <a:lnTo>
                          <a:pt x="85" y="2"/>
                        </a:lnTo>
                        <a:lnTo>
                          <a:pt x="66" y="7"/>
                        </a:lnTo>
                        <a:lnTo>
                          <a:pt x="46" y="13"/>
                        </a:lnTo>
                        <a:lnTo>
                          <a:pt x="33" y="23"/>
                        </a:lnTo>
                        <a:lnTo>
                          <a:pt x="17" y="38"/>
                        </a:lnTo>
                        <a:lnTo>
                          <a:pt x="10" y="52"/>
                        </a:lnTo>
                        <a:lnTo>
                          <a:pt x="4" y="67"/>
                        </a:lnTo>
                        <a:lnTo>
                          <a:pt x="0" y="86"/>
                        </a:lnTo>
                        <a:lnTo>
                          <a:pt x="4" y="102"/>
                        </a:lnTo>
                        <a:lnTo>
                          <a:pt x="10" y="117"/>
                        </a:lnTo>
                        <a:lnTo>
                          <a:pt x="17" y="133"/>
                        </a:lnTo>
                        <a:lnTo>
                          <a:pt x="33" y="146"/>
                        </a:lnTo>
                        <a:lnTo>
                          <a:pt x="46" y="156"/>
                        </a:lnTo>
                        <a:lnTo>
                          <a:pt x="66" y="164"/>
                        </a:lnTo>
                        <a:lnTo>
                          <a:pt x="85" y="170"/>
                        </a:lnTo>
                        <a:lnTo>
                          <a:pt x="107" y="170"/>
                        </a:lnTo>
                        <a:lnTo>
                          <a:pt x="128" y="170"/>
                        </a:lnTo>
                        <a:lnTo>
                          <a:pt x="149" y="164"/>
                        </a:lnTo>
                        <a:lnTo>
                          <a:pt x="167" y="156"/>
                        </a:lnTo>
                        <a:lnTo>
                          <a:pt x="182" y="146"/>
                        </a:lnTo>
                        <a:lnTo>
                          <a:pt x="196" y="133"/>
                        </a:lnTo>
                        <a:lnTo>
                          <a:pt x="205" y="117"/>
                        </a:lnTo>
                        <a:lnTo>
                          <a:pt x="211" y="102"/>
                        </a:lnTo>
                        <a:lnTo>
                          <a:pt x="213" y="86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07" name="Freeform 583">
                  <a:extLst>
                    <a:ext uri="{FF2B5EF4-FFF2-40B4-BE49-F238E27FC236}">
                      <a16:creationId xmlns:a16="http://schemas.microsoft.com/office/drawing/2014/main" id="{72B1C514-2AC1-2D49-AD91-33244FFEBE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1" y="3765"/>
                  <a:ext cx="79" cy="113"/>
                </a:xfrm>
                <a:custGeom>
                  <a:avLst/>
                  <a:gdLst>
                    <a:gd name="T0" fmla="*/ 0 w 79"/>
                    <a:gd name="T1" fmla="*/ 112 h 113"/>
                    <a:gd name="T2" fmla="*/ 78 w 79"/>
                    <a:gd name="T3" fmla="*/ 112 h 113"/>
                    <a:gd name="T4" fmla="*/ 78 w 79"/>
                    <a:gd name="T5" fmla="*/ 0 h 113"/>
                    <a:gd name="T6" fmla="*/ 0 w 79"/>
                    <a:gd name="T7" fmla="*/ 0 h 113"/>
                    <a:gd name="T8" fmla="*/ 0 w 79"/>
                    <a:gd name="T9" fmla="*/ 112 h 1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113"/>
                    <a:gd name="T17" fmla="*/ 79 w 79"/>
                    <a:gd name="T18" fmla="*/ 113 h 1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113">
                      <a:moveTo>
                        <a:pt x="0" y="112"/>
                      </a:moveTo>
                      <a:lnTo>
                        <a:pt x="78" y="112"/>
                      </a:lnTo>
                      <a:lnTo>
                        <a:pt x="78" y="0"/>
                      </a:lnTo>
                      <a:lnTo>
                        <a:pt x="0" y="0"/>
                      </a:lnTo>
                      <a:lnTo>
                        <a:pt x="0" y="1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32908" name="Freeform 584">
                  <a:extLst>
                    <a:ext uri="{FF2B5EF4-FFF2-40B4-BE49-F238E27FC236}">
                      <a16:creationId xmlns:a16="http://schemas.microsoft.com/office/drawing/2014/main" id="{75D57F3F-FE56-7345-AABB-85EFF62C4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0" y="3166"/>
                  <a:ext cx="707" cy="617"/>
                </a:xfrm>
                <a:custGeom>
                  <a:avLst/>
                  <a:gdLst>
                    <a:gd name="T0" fmla="*/ 0 w 707"/>
                    <a:gd name="T1" fmla="*/ 616 h 617"/>
                    <a:gd name="T2" fmla="*/ 706 w 707"/>
                    <a:gd name="T3" fmla="*/ 616 h 617"/>
                    <a:gd name="T4" fmla="*/ 706 w 707"/>
                    <a:gd name="T5" fmla="*/ 0 h 617"/>
                    <a:gd name="T6" fmla="*/ 0 w 707"/>
                    <a:gd name="T7" fmla="*/ 0 h 617"/>
                    <a:gd name="T8" fmla="*/ 0 w 707"/>
                    <a:gd name="T9" fmla="*/ 616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7"/>
                    <a:gd name="T16" fmla="*/ 0 h 617"/>
                    <a:gd name="T17" fmla="*/ 707 w 707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7" h="617">
                      <a:moveTo>
                        <a:pt x="0" y="616"/>
                      </a:moveTo>
                      <a:lnTo>
                        <a:pt x="706" y="616"/>
                      </a:lnTo>
                      <a:lnTo>
                        <a:pt x="706" y="0"/>
                      </a:lnTo>
                      <a:lnTo>
                        <a:pt x="0" y="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09" name="Group 585">
                  <a:extLst>
                    <a:ext uri="{FF2B5EF4-FFF2-40B4-BE49-F238E27FC236}">
                      <a16:creationId xmlns:a16="http://schemas.microsoft.com/office/drawing/2014/main" id="{58C121A3-B97A-0448-BE41-97BCC24C80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30" y="3166"/>
                  <a:ext cx="716" cy="634"/>
                  <a:chOff x="3330" y="3166"/>
                  <a:chExt cx="716" cy="634"/>
                </a:xfrm>
              </p:grpSpPr>
              <p:sp>
                <p:nvSpPr>
                  <p:cNvPr id="33012" name="Freeform 586">
                    <a:extLst>
                      <a:ext uri="{FF2B5EF4-FFF2-40B4-BE49-F238E27FC236}">
                        <a16:creationId xmlns:a16="http://schemas.microsoft.com/office/drawing/2014/main" id="{A9B55085-CA2A-EC48-A11F-898FB41074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0" y="3166"/>
                    <a:ext cx="699" cy="612"/>
                  </a:xfrm>
                  <a:custGeom>
                    <a:avLst/>
                    <a:gdLst>
                      <a:gd name="T0" fmla="*/ 0 w 699"/>
                      <a:gd name="T1" fmla="*/ 611 h 612"/>
                      <a:gd name="T2" fmla="*/ 698 w 699"/>
                      <a:gd name="T3" fmla="*/ 611 h 612"/>
                      <a:gd name="T4" fmla="*/ 698 w 699"/>
                      <a:gd name="T5" fmla="*/ 0 h 612"/>
                      <a:gd name="T6" fmla="*/ 0 w 699"/>
                      <a:gd name="T7" fmla="*/ 0 h 612"/>
                      <a:gd name="T8" fmla="*/ 0 w 699"/>
                      <a:gd name="T9" fmla="*/ 611 h 61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99"/>
                      <a:gd name="T16" fmla="*/ 0 h 612"/>
                      <a:gd name="T17" fmla="*/ 699 w 699"/>
                      <a:gd name="T18" fmla="*/ 612 h 61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99" h="612">
                        <a:moveTo>
                          <a:pt x="0" y="611"/>
                        </a:moveTo>
                        <a:lnTo>
                          <a:pt x="698" y="611"/>
                        </a:lnTo>
                        <a:lnTo>
                          <a:pt x="698" y="0"/>
                        </a:lnTo>
                        <a:lnTo>
                          <a:pt x="0" y="0"/>
                        </a:lnTo>
                        <a:lnTo>
                          <a:pt x="0" y="61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13" name="Freeform 587">
                    <a:extLst>
                      <a:ext uri="{FF2B5EF4-FFF2-40B4-BE49-F238E27FC236}">
                        <a16:creationId xmlns:a16="http://schemas.microsoft.com/office/drawing/2014/main" id="{11BCD910-B739-9348-B850-C6BE3AE289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0" y="3166"/>
                    <a:ext cx="716" cy="634"/>
                  </a:xfrm>
                  <a:custGeom>
                    <a:avLst/>
                    <a:gdLst>
                      <a:gd name="T0" fmla="*/ 0 w 716"/>
                      <a:gd name="T1" fmla="*/ 633 h 634"/>
                      <a:gd name="T2" fmla="*/ 715 w 716"/>
                      <a:gd name="T3" fmla="*/ 633 h 634"/>
                      <a:gd name="T4" fmla="*/ 715 w 716"/>
                      <a:gd name="T5" fmla="*/ 0 h 634"/>
                      <a:gd name="T6" fmla="*/ 0 w 716"/>
                      <a:gd name="T7" fmla="*/ 0 h 634"/>
                      <a:gd name="T8" fmla="*/ 0 w 716"/>
                      <a:gd name="T9" fmla="*/ 633 h 63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6"/>
                      <a:gd name="T16" fmla="*/ 0 h 634"/>
                      <a:gd name="T17" fmla="*/ 716 w 716"/>
                      <a:gd name="T18" fmla="*/ 634 h 63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6" h="634">
                        <a:moveTo>
                          <a:pt x="0" y="633"/>
                        </a:moveTo>
                        <a:lnTo>
                          <a:pt x="715" y="633"/>
                        </a:lnTo>
                        <a:lnTo>
                          <a:pt x="715" y="0"/>
                        </a:lnTo>
                        <a:lnTo>
                          <a:pt x="0" y="0"/>
                        </a:lnTo>
                        <a:lnTo>
                          <a:pt x="0" y="633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10" name="Freeform 588">
                  <a:extLst>
                    <a:ext uri="{FF2B5EF4-FFF2-40B4-BE49-F238E27FC236}">
                      <a16:creationId xmlns:a16="http://schemas.microsoft.com/office/drawing/2014/main" id="{B4C24854-0156-6141-ADC9-CE85D3801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3" y="3356"/>
                  <a:ext cx="85" cy="270"/>
                </a:xfrm>
                <a:custGeom>
                  <a:avLst/>
                  <a:gdLst>
                    <a:gd name="T0" fmla="*/ 0 w 85"/>
                    <a:gd name="T1" fmla="*/ 269 h 270"/>
                    <a:gd name="T2" fmla="*/ 84 w 85"/>
                    <a:gd name="T3" fmla="*/ 269 h 270"/>
                    <a:gd name="T4" fmla="*/ 84 w 85"/>
                    <a:gd name="T5" fmla="*/ 0 h 270"/>
                    <a:gd name="T6" fmla="*/ 0 w 85"/>
                    <a:gd name="T7" fmla="*/ 0 h 270"/>
                    <a:gd name="T8" fmla="*/ 0 w 85"/>
                    <a:gd name="T9" fmla="*/ 269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5"/>
                    <a:gd name="T16" fmla="*/ 0 h 270"/>
                    <a:gd name="T17" fmla="*/ 85 w 85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5" h="270">
                      <a:moveTo>
                        <a:pt x="0" y="269"/>
                      </a:moveTo>
                      <a:lnTo>
                        <a:pt x="84" y="269"/>
                      </a:lnTo>
                      <a:lnTo>
                        <a:pt x="84" y="0"/>
                      </a:lnTo>
                      <a:lnTo>
                        <a:pt x="0" y="0"/>
                      </a:lnTo>
                      <a:lnTo>
                        <a:pt x="0" y="26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11" name="Group 589">
                  <a:extLst>
                    <a:ext uri="{FF2B5EF4-FFF2-40B4-BE49-F238E27FC236}">
                      <a16:creationId xmlns:a16="http://schemas.microsoft.com/office/drawing/2014/main" id="{276957E2-2378-F544-B88C-91B144FD36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93" y="3356"/>
                  <a:ext cx="95" cy="283"/>
                  <a:chOff x="3793" y="3356"/>
                  <a:chExt cx="95" cy="283"/>
                </a:xfrm>
              </p:grpSpPr>
              <p:sp>
                <p:nvSpPr>
                  <p:cNvPr id="33010" name="Freeform 590">
                    <a:extLst>
                      <a:ext uri="{FF2B5EF4-FFF2-40B4-BE49-F238E27FC236}">
                        <a16:creationId xmlns:a16="http://schemas.microsoft.com/office/drawing/2014/main" id="{38418674-2E0A-8A43-833D-8C53A2B1AD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3" y="3356"/>
                    <a:ext cx="80" cy="263"/>
                  </a:xfrm>
                  <a:custGeom>
                    <a:avLst/>
                    <a:gdLst>
                      <a:gd name="T0" fmla="*/ 0 w 80"/>
                      <a:gd name="T1" fmla="*/ 262 h 263"/>
                      <a:gd name="T2" fmla="*/ 79 w 80"/>
                      <a:gd name="T3" fmla="*/ 262 h 263"/>
                      <a:gd name="T4" fmla="*/ 79 w 80"/>
                      <a:gd name="T5" fmla="*/ 0 h 263"/>
                      <a:gd name="T6" fmla="*/ 0 w 80"/>
                      <a:gd name="T7" fmla="*/ 0 h 263"/>
                      <a:gd name="T8" fmla="*/ 0 w 80"/>
                      <a:gd name="T9" fmla="*/ 262 h 2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0"/>
                      <a:gd name="T16" fmla="*/ 0 h 263"/>
                      <a:gd name="T17" fmla="*/ 80 w 80"/>
                      <a:gd name="T18" fmla="*/ 263 h 2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0" h="263">
                        <a:moveTo>
                          <a:pt x="0" y="262"/>
                        </a:moveTo>
                        <a:lnTo>
                          <a:pt x="79" y="262"/>
                        </a:ln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26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11" name="Freeform 591">
                    <a:extLst>
                      <a:ext uri="{FF2B5EF4-FFF2-40B4-BE49-F238E27FC236}">
                        <a16:creationId xmlns:a16="http://schemas.microsoft.com/office/drawing/2014/main" id="{6544DA04-1E53-DA4D-AA55-6D6AD089FF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3" y="3356"/>
                    <a:ext cx="95" cy="283"/>
                  </a:xfrm>
                  <a:custGeom>
                    <a:avLst/>
                    <a:gdLst>
                      <a:gd name="T0" fmla="*/ 0 w 95"/>
                      <a:gd name="T1" fmla="*/ 282 h 283"/>
                      <a:gd name="T2" fmla="*/ 94 w 95"/>
                      <a:gd name="T3" fmla="*/ 282 h 283"/>
                      <a:gd name="T4" fmla="*/ 94 w 95"/>
                      <a:gd name="T5" fmla="*/ 0 h 283"/>
                      <a:gd name="T6" fmla="*/ 0 w 95"/>
                      <a:gd name="T7" fmla="*/ 0 h 283"/>
                      <a:gd name="T8" fmla="*/ 0 w 95"/>
                      <a:gd name="T9" fmla="*/ 282 h 28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5"/>
                      <a:gd name="T16" fmla="*/ 0 h 283"/>
                      <a:gd name="T17" fmla="*/ 95 w 95"/>
                      <a:gd name="T18" fmla="*/ 283 h 28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5" h="283">
                        <a:moveTo>
                          <a:pt x="0" y="282"/>
                        </a:moveTo>
                        <a:lnTo>
                          <a:pt x="94" y="282"/>
                        </a:lnTo>
                        <a:lnTo>
                          <a:pt x="94" y="0"/>
                        </a:lnTo>
                        <a:lnTo>
                          <a:pt x="0" y="0"/>
                        </a:lnTo>
                        <a:lnTo>
                          <a:pt x="0" y="28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12" name="Freeform 592">
                  <a:extLst>
                    <a:ext uri="{FF2B5EF4-FFF2-40B4-BE49-F238E27FC236}">
                      <a16:creationId xmlns:a16="http://schemas.microsoft.com/office/drawing/2014/main" id="{C73B40F8-F04B-5446-A002-71061AD16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4" y="3416"/>
                  <a:ext cx="127" cy="52"/>
                </a:xfrm>
                <a:custGeom>
                  <a:avLst/>
                  <a:gdLst>
                    <a:gd name="T0" fmla="*/ 0 w 127"/>
                    <a:gd name="T1" fmla="*/ 51 h 52"/>
                    <a:gd name="T2" fmla="*/ 126 w 127"/>
                    <a:gd name="T3" fmla="*/ 51 h 52"/>
                    <a:gd name="T4" fmla="*/ 126 w 127"/>
                    <a:gd name="T5" fmla="*/ 0 h 52"/>
                    <a:gd name="T6" fmla="*/ 0 w 127"/>
                    <a:gd name="T7" fmla="*/ 0 h 52"/>
                    <a:gd name="T8" fmla="*/ 0 w 127"/>
                    <a:gd name="T9" fmla="*/ 51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52"/>
                    <a:gd name="T17" fmla="*/ 127 w 127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52">
                      <a:moveTo>
                        <a:pt x="0" y="51"/>
                      </a:moveTo>
                      <a:lnTo>
                        <a:pt x="126" y="51"/>
                      </a:lnTo>
                      <a:lnTo>
                        <a:pt x="126" y="0"/>
                      </a:lnTo>
                      <a:lnTo>
                        <a:pt x="0" y="0"/>
                      </a:lnTo>
                      <a:lnTo>
                        <a:pt x="0" y="5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13" name="Group 593">
                  <a:extLst>
                    <a:ext uri="{FF2B5EF4-FFF2-40B4-BE49-F238E27FC236}">
                      <a16:creationId xmlns:a16="http://schemas.microsoft.com/office/drawing/2014/main" id="{E7CE3E8B-EFA6-784B-95FF-7F25DDBCE0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54" y="3416"/>
                  <a:ext cx="134" cy="63"/>
                  <a:chOff x="3754" y="3416"/>
                  <a:chExt cx="134" cy="63"/>
                </a:xfrm>
              </p:grpSpPr>
              <p:sp>
                <p:nvSpPr>
                  <p:cNvPr id="33008" name="Freeform 594">
                    <a:extLst>
                      <a:ext uri="{FF2B5EF4-FFF2-40B4-BE49-F238E27FC236}">
                        <a16:creationId xmlns:a16="http://schemas.microsoft.com/office/drawing/2014/main" id="{517CC1C9-3031-7549-A454-2FA9FABDF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4" y="3416"/>
                    <a:ext cx="119" cy="44"/>
                  </a:xfrm>
                  <a:custGeom>
                    <a:avLst/>
                    <a:gdLst>
                      <a:gd name="T0" fmla="*/ 0 w 119"/>
                      <a:gd name="T1" fmla="*/ 43 h 44"/>
                      <a:gd name="T2" fmla="*/ 118 w 119"/>
                      <a:gd name="T3" fmla="*/ 43 h 44"/>
                      <a:gd name="T4" fmla="*/ 118 w 119"/>
                      <a:gd name="T5" fmla="*/ 0 h 44"/>
                      <a:gd name="T6" fmla="*/ 0 w 119"/>
                      <a:gd name="T7" fmla="*/ 0 h 44"/>
                      <a:gd name="T8" fmla="*/ 0 w 119"/>
                      <a:gd name="T9" fmla="*/ 43 h 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9"/>
                      <a:gd name="T16" fmla="*/ 0 h 44"/>
                      <a:gd name="T17" fmla="*/ 119 w 119"/>
                      <a:gd name="T18" fmla="*/ 44 h 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9" h="44">
                        <a:moveTo>
                          <a:pt x="0" y="43"/>
                        </a:moveTo>
                        <a:lnTo>
                          <a:pt x="118" y="43"/>
                        </a:lnTo>
                        <a:lnTo>
                          <a:pt x="118" y="0"/>
                        </a:lnTo>
                        <a:lnTo>
                          <a:pt x="0" y="0"/>
                        </a:lnTo>
                        <a:lnTo>
                          <a:pt x="0" y="43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09" name="Freeform 595">
                    <a:extLst>
                      <a:ext uri="{FF2B5EF4-FFF2-40B4-BE49-F238E27FC236}">
                        <a16:creationId xmlns:a16="http://schemas.microsoft.com/office/drawing/2014/main" id="{6FFC4422-94DF-3F4C-A685-DDC1478958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4" y="3416"/>
                    <a:ext cx="134" cy="63"/>
                  </a:xfrm>
                  <a:custGeom>
                    <a:avLst/>
                    <a:gdLst>
                      <a:gd name="T0" fmla="*/ 0 w 134"/>
                      <a:gd name="T1" fmla="*/ 62 h 63"/>
                      <a:gd name="T2" fmla="*/ 133 w 134"/>
                      <a:gd name="T3" fmla="*/ 62 h 63"/>
                      <a:gd name="T4" fmla="*/ 133 w 134"/>
                      <a:gd name="T5" fmla="*/ 0 h 63"/>
                      <a:gd name="T6" fmla="*/ 0 w 134"/>
                      <a:gd name="T7" fmla="*/ 0 h 63"/>
                      <a:gd name="T8" fmla="*/ 0 w 134"/>
                      <a:gd name="T9" fmla="*/ 62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34"/>
                      <a:gd name="T16" fmla="*/ 0 h 63"/>
                      <a:gd name="T17" fmla="*/ 134 w 13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34" h="63">
                        <a:moveTo>
                          <a:pt x="0" y="62"/>
                        </a:moveTo>
                        <a:lnTo>
                          <a:pt x="133" y="62"/>
                        </a:lnTo>
                        <a:lnTo>
                          <a:pt x="133" y="0"/>
                        </a:lnTo>
                        <a:lnTo>
                          <a:pt x="0" y="0"/>
                        </a:lnTo>
                        <a:lnTo>
                          <a:pt x="0" y="6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14" name="Freeform 596">
                  <a:extLst>
                    <a:ext uri="{FF2B5EF4-FFF2-40B4-BE49-F238E27FC236}">
                      <a16:creationId xmlns:a16="http://schemas.microsoft.com/office/drawing/2014/main" id="{E87D0AFB-B346-B145-8679-DA83BBF55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7" y="3071"/>
                  <a:ext cx="106" cy="669"/>
                </a:xfrm>
                <a:custGeom>
                  <a:avLst/>
                  <a:gdLst>
                    <a:gd name="T0" fmla="*/ 0 w 106"/>
                    <a:gd name="T1" fmla="*/ 668 h 669"/>
                    <a:gd name="T2" fmla="*/ 105 w 106"/>
                    <a:gd name="T3" fmla="*/ 668 h 669"/>
                    <a:gd name="T4" fmla="*/ 105 w 106"/>
                    <a:gd name="T5" fmla="*/ 0 h 669"/>
                    <a:gd name="T6" fmla="*/ 0 w 106"/>
                    <a:gd name="T7" fmla="*/ 0 h 669"/>
                    <a:gd name="T8" fmla="*/ 0 w 106"/>
                    <a:gd name="T9" fmla="*/ 668 h 6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6"/>
                    <a:gd name="T16" fmla="*/ 0 h 669"/>
                    <a:gd name="T17" fmla="*/ 106 w 106"/>
                    <a:gd name="T18" fmla="*/ 669 h 6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6" h="669">
                      <a:moveTo>
                        <a:pt x="0" y="668"/>
                      </a:moveTo>
                      <a:lnTo>
                        <a:pt x="105" y="668"/>
                      </a:lnTo>
                      <a:lnTo>
                        <a:pt x="105" y="0"/>
                      </a:lnTo>
                      <a:lnTo>
                        <a:pt x="0" y="0"/>
                      </a:lnTo>
                      <a:lnTo>
                        <a:pt x="0" y="66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15" name="Group 597">
                  <a:extLst>
                    <a:ext uri="{FF2B5EF4-FFF2-40B4-BE49-F238E27FC236}">
                      <a16:creationId xmlns:a16="http://schemas.microsoft.com/office/drawing/2014/main" id="{784F1245-08A2-0C44-98DA-7ABDEEA4A0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27" y="3071"/>
                  <a:ext cx="113" cy="681"/>
                  <a:chOff x="3527" y="3071"/>
                  <a:chExt cx="113" cy="681"/>
                </a:xfrm>
              </p:grpSpPr>
              <p:sp>
                <p:nvSpPr>
                  <p:cNvPr id="33006" name="Freeform 598">
                    <a:extLst>
                      <a:ext uri="{FF2B5EF4-FFF2-40B4-BE49-F238E27FC236}">
                        <a16:creationId xmlns:a16="http://schemas.microsoft.com/office/drawing/2014/main" id="{00AEA9C9-5BE2-6A46-823A-A9146EF49D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7" y="3071"/>
                    <a:ext cx="98" cy="660"/>
                  </a:xfrm>
                  <a:custGeom>
                    <a:avLst/>
                    <a:gdLst>
                      <a:gd name="T0" fmla="*/ 0 w 98"/>
                      <a:gd name="T1" fmla="*/ 659 h 660"/>
                      <a:gd name="T2" fmla="*/ 97 w 98"/>
                      <a:gd name="T3" fmla="*/ 659 h 660"/>
                      <a:gd name="T4" fmla="*/ 97 w 98"/>
                      <a:gd name="T5" fmla="*/ 0 h 660"/>
                      <a:gd name="T6" fmla="*/ 0 w 98"/>
                      <a:gd name="T7" fmla="*/ 0 h 660"/>
                      <a:gd name="T8" fmla="*/ 0 w 98"/>
                      <a:gd name="T9" fmla="*/ 659 h 66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8"/>
                      <a:gd name="T16" fmla="*/ 0 h 660"/>
                      <a:gd name="T17" fmla="*/ 98 w 98"/>
                      <a:gd name="T18" fmla="*/ 660 h 66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8" h="660">
                        <a:moveTo>
                          <a:pt x="0" y="659"/>
                        </a:moveTo>
                        <a:lnTo>
                          <a:pt x="97" y="65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59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07" name="Freeform 599">
                    <a:extLst>
                      <a:ext uri="{FF2B5EF4-FFF2-40B4-BE49-F238E27FC236}">
                        <a16:creationId xmlns:a16="http://schemas.microsoft.com/office/drawing/2014/main" id="{A7E7F242-10FE-DC42-A9E0-D157379E09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7" y="3071"/>
                    <a:ext cx="113" cy="681"/>
                  </a:xfrm>
                  <a:custGeom>
                    <a:avLst/>
                    <a:gdLst>
                      <a:gd name="T0" fmla="*/ 0 w 113"/>
                      <a:gd name="T1" fmla="*/ 680 h 681"/>
                      <a:gd name="T2" fmla="*/ 112 w 113"/>
                      <a:gd name="T3" fmla="*/ 680 h 681"/>
                      <a:gd name="T4" fmla="*/ 112 w 113"/>
                      <a:gd name="T5" fmla="*/ 0 h 681"/>
                      <a:gd name="T6" fmla="*/ 0 w 113"/>
                      <a:gd name="T7" fmla="*/ 0 h 681"/>
                      <a:gd name="T8" fmla="*/ 0 w 113"/>
                      <a:gd name="T9" fmla="*/ 680 h 68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3"/>
                      <a:gd name="T16" fmla="*/ 0 h 681"/>
                      <a:gd name="T17" fmla="*/ 113 w 113"/>
                      <a:gd name="T18" fmla="*/ 681 h 68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3" h="681">
                        <a:moveTo>
                          <a:pt x="0" y="680"/>
                        </a:moveTo>
                        <a:lnTo>
                          <a:pt x="112" y="680"/>
                        </a:lnTo>
                        <a:lnTo>
                          <a:pt x="112" y="0"/>
                        </a:lnTo>
                        <a:lnTo>
                          <a:pt x="0" y="0"/>
                        </a:lnTo>
                        <a:lnTo>
                          <a:pt x="0" y="68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16" name="Freeform 600">
                  <a:extLst>
                    <a:ext uri="{FF2B5EF4-FFF2-40B4-BE49-F238E27FC236}">
                      <a16:creationId xmlns:a16="http://schemas.microsoft.com/office/drawing/2014/main" id="{BEBB21DE-23F4-3242-8AEE-455C2B793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26"/>
                  <a:ext cx="79" cy="84"/>
                </a:xfrm>
                <a:custGeom>
                  <a:avLst/>
                  <a:gdLst>
                    <a:gd name="T0" fmla="*/ 0 w 79"/>
                    <a:gd name="T1" fmla="*/ 83 h 84"/>
                    <a:gd name="T2" fmla="*/ 78 w 79"/>
                    <a:gd name="T3" fmla="*/ 83 h 84"/>
                    <a:gd name="T4" fmla="*/ 78 w 79"/>
                    <a:gd name="T5" fmla="*/ 0 h 84"/>
                    <a:gd name="T6" fmla="*/ 0 w 79"/>
                    <a:gd name="T7" fmla="*/ 0 h 84"/>
                    <a:gd name="T8" fmla="*/ 0 w 79"/>
                    <a:gd name="T9" fmla="*/ 83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84"/>
                    <a:gd name="T17" fmla="*/ 79 w 7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84">
                      <a:moveTo>
                        <a:pt x="0" y="83"/>
                      </a:moveTo>
                      <a:lnTo>
                        <a:pt x="78" y="83"/>
                      </a:lnTo>
                      <a:lnTo>
                        <a:pt x="78" y="0"/>
                      </a:lnTo>
                      <a:lnTo>
                        <a:pt x="0" y="0"/>
                      </a:lnTo>
                      <a:lnTo>
                        <a:pt x="0" y="8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17" name="Group 601">
                  <a:extLst>
                    <a:ext uri="{FF2B5EF4-FFF2-40B4-BE49-F238E27FC236}">
                      <a16:creationId xmlns:a16="http://schemas.microsoft.com/office/drawing/2014/main" id="{722FA56C-5BE8-874C-9CC1-164BBA522E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08" y="3226"/>
                  <a:ext cx="88" cy="96"/>
                  <a:chOff x="3508" y="3226"/>
                  <a:chExt cx="88" cy="96"/>
                </a:xfrm>
              </p:grpSpPr>
              <p:sp>
                <p:nvSpPr>
                  <p:cNvPr id="33004" name="Freeform 602">
                    <a:extLst>
                      <a:ext uri="{FF2B5EF4-FFF2-40B4-BE49-F238E27FC236}">
                        <a16:creationId xmlns:a16="http://schemas.microsoft.com/office/drawing/2014/main" id="{9044CA9C-914C-4248-BCE2-3450C9B0B4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8" y="3226"/>
                    <a:ext cx="72" cy="77"/>
                  </a:xfrm>
                  <a:custGeom>
                    <a:avLst/>
                    <a:gdLst>
                      <a:gd name="T0" fmla="*/ 0 w 72"/>
                      <a:gd name="T1" fmla="*/ 76 h 77"/>
                      <a:gd name="T2" fmla="*/ 71 w 72"/>
                      <a:gd name="T3" fmla="*/ 76 h 77"/>
                      <a:gd name="T4" fmla="*/ 71 w 72"/>
                      <a:gd name="T5" fmla="*/ 0 h 77"/>
                      <a:gd name="T6" fmla="*/ 0 w 72"/>
                      <a:gd name="T7" fmla="*/ 0 h 77"/>
                      <a:gd name="T8" fmla="*/ 0 w 72"/>
                      <a:gd name="T9" fmla="*/ 76 h 7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"/>
                      <a:gd name="T16" fmla="*/ 0 h 77"/>
                      <a:gd name="T17" fmla="*/ 72 w 72"/>
                      <a:gd name="T18" fmla="*/ 77 h 7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" h="77">
                        <a:moveTo>
                          <a:pt x="0" y="76"/>
                        </a:moveTo>
                        <a:lnTo>
                          <a:pt x="71" y="76"/>
                        </a:lnTo>
                        <a:lnTo>
                          <a:pt x="71" y="0"/>
                        </a:lnTo>
                        <a:lnTo>
                          <a:pt x="0" y="0"/>
                        </a:lnTo>
                        <a:lnTo>
                          <a:pt x="0" y="7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05" name="Freeform 603">
                    <a:extLst>
                      <a:ext uri="{FF2B5EF4-FFF2-40B4-BE49-F238E27FC236}">
                        <a16:creationId xmlns:a16="http://schemas.microsoft.com/office/drawing/2014/main" id="{5C09FC74-2820-0D49-BFFB-7C51CB0D10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8" y="3226"/>
                    <a:ext cx="88" cy="96"/>
                  </a:xfrm>
                  <a:custGeom>
                    <a:avLst/>
                    <a:gdLst>
                      <a:gd name="T0" fmla="*/ 0 w 88"/>
                      <a:gd name="T1" fmla="*/ 95 h 96"/>
                      <a:gd name="T2" fmla="*/ 87 w 88"/>
                      <a:gd name="T3" fmla="*/ 95 h 96"/>
                      <a:gd name="T4" fmla="*/ 87 w 88"/>
                      <a:gd name="T5" fmla="*/ 0 h 96"/>
                      <a:gd name="T6" fmla="*/ 0 w 88"/>
                      <a:gd name="T7" fmla="*/ 0 h 96"/>
                      <a:gd name="T8" fmla="*/ 0 w 88"/>
                      <a:gd name="T9" fmla="*/ 95 h 9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8"/>
                      <a:gd name="T16" fmla="*/ 0 h 96"/>
                      <a:gd name="T17" fmla="*/ 88 w 88"/>
                      <a:gd name="T18" fmla="*/ 96 h 9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8" h="96">
                        <a:moveTo>
                          <a:pt x="0" y="95"/>
                        </a:moveTo>
                        <a:lnTo>
                          <a:pt x="87" y="95"/>
                        </a:lnTo>
                        <a:lnTo>
                          <a:pt x="87" y="0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18" name="Freeform 604">
                  <a:extLst>
                    <a:ext uri="{FF2B5EF4-FFF2-40B4-BE49-F238E27FC236}">
                      <a16:creationId xmlns:a16="http://schemas.microsoft.com/office/drawing/2014/main" id="{FF2CF245-35DD-D84E-960E-6DDD98344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6" y="3433"/>
                  <a:ext cx="1" cy="19"/>
                </a:xfrm>
                <a:custGeom>
                  <a:avLst/>
                  <a:gdLst>
                    <a:gd name="T0" fmla="*/ 0 w 1"/>
                    <a:gd name="T1" fmla="*/ 18 h 19"/>
                    <a:gd name="T2" fmla="*/ 0 w 1"/>
                    <a:gd name="T3" fmla="*/ 18 h 19"/>
                    <a:gd name="T4" fmla="*/ 0 w 1"/>
                    <a:gd name="T5" fmla="*/ 0 h 19"/>
                    <a:gd name="T6" fmla="*/ 0 w 1"/>
                    <a:gd name="T7" fmla="*/ 18 h 1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"/>
                    <a:gd name="T13" fmla="*/ 0 h 19"/>
                    <a:gd name="T14" fmla="*/ 1 w 1"/>
                    <a:gd name="T15" fmla="*/ 19 h 1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19" name="Group 605">
                  <a:extLst>
                    <a:ext uri="{FF2B5EF4-FFF2-40B4-BE49-F238E27FC236}">
                      <a16:creationId xmlns:a16="http://schemas.microsoft.com/office/drawing/2014/main" id="{18F0D79B-9A36-8F45-ABA0-2E20B5E17A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38" y="3433"/>
                  <a:ext cx="25" cy="32"/>
                  <a:chOff x="3738" y="3433"/>
                  <a:chExt cx="25" cy="32"/>
                </a:xfrm>
              </p:grpSpPr>
              <p:sp>
                <p:nvSpPr>
                  <p:cNvPr id="33002" name="Freeform 606">
                    <a:extLst>
                      <a:ext uri="{FF2B5EF4-FFF2-40B4-BE49-F238E27FC236}">
                        <a16:creationId xmlns:a16="http://schemas.microsoft.com/office/drawing/2014/main" id="{BAA5E536-A5EF-464F-9898-1A84DD886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8" y="3433"/>
                    <a:ext cx="17" cy="19"/>
                  </a:xfrm>
                  <a:custGeom>
                    <a:avLst/>
                    <a:gdLst>
                      <a:gd name="T0" fmla="*/ 16 w 17"/>
                      <a:gd name="T1" fmla="*/ 18 h 19"/>
                      <a:gd name="T2" fmla="*/ 0 w 17"/>
                      <a:gd name="T3" fmla="*/ 18 h 19"/>
                      <a:gd name="T4" fmla="*/ 0 w 17"/>
                      <a:gd name="T5" fmla="*/ 0 h 19"/>
                      <a:gd name="T6" fmla="*/ 16 w 17"/>
                      <a:gd name="T7" fmla="*/ 0 h 19"/>
                      <a:gd name="T8" fmla="*/ 16 w 17"/>
                      <a:gd name="T9" fmla="*/ 18 h 1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19"/>
                      <a:gd name="T17" fmla="*/ 17 w 17"/>
                      <a:gd name="T18" fmla="*/ 19 h 1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19">
                        <a:moveTo>
                          <a:pt x="16" y="1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18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03" name="Freeform 607">
                    <a:extLst>
                      <a:ext uri="{FF2B5EF4-FFF2-40B4-BE49-F238E27FC236}">
                        <a16:creationId xmlns:a16="http://schemas.microsoft.com/office/drawing/2014/main" id="{5C888BD1-0DD0-914A-8C27-EB31F657EC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6" y="3433"/>
                    <a:ext cx="17" cy="32"/>
                  </a:xfrm>
                  <a:custGeom>
                    <a:avLst/>
                    <a:gdLst>
                      <a:gd name="T0" fmla="*/ 0 w 17"/>
                      <a:gd name="T1" fmla="*/ 31 h 32"/>
                      <a:gd name="T2" fmla="*/ 16 w 17"/>
                      <a:gd name="T3" fmla="*/ 31 h 32"/>
                      <a:gd name="T4" fmla="*/ 16 w 17"/>
                      <a:gd name="T5" fmla="*/ 0 h 32"/>
                      <a:gd name="T6" fmla="*/ 0 w 17"/>
                      <a:gd name="T7" fmla="*/ 0 h 32"/>
                      <a:gd name="T8" fmla="*/ 0 w 17"/>
                      <a:gd name="T9" fmla="*/ 31 h 3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32"/>
                      <a:gd name="T17" fmla="*/ 17 w 17"/>
                      <a:gd name="T18" fmla="*/ 32 h 3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32">
                        <a:moveTo>
                          <a:pt x="0" y="31"/>
                        </a:moveTo>
                        <a:lnTo>
                          <a:pt x="16" y="31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31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2920" name="Group 608">
                  <a:extLst>
                    <a:ext uri="{FF2B5EF4-FFF2-40B4-BE49-F238E27FC236}">
                      <a16:creationId xmlns:a16="http://schemas.microsoft.com/office/drawing/2014/main" id="{23A15C4B-832F-BC4C-876C-CDF242DEE6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31" y="3433"/>
                  <a:ext cx="22" cy="32"/>
                  <a:chOff x="3731" y="3433"/>
                  <a:chExt cx="22" cy="32"/>
                </a:xfrm>
              </p:grpSpPr>
              <p:sp>
                <p:nvSpPr>
                  <p:cNvPr id="33000" name="Freeform 609">
                    <a:extLst>
                      <a:ext uri="{FF2B5EF4-FFF2-40B4-BE49-F238E27FC236}">
                        <a16:creationId xmlns:a16="http://schemas.microsoft.com/office/drawing/2014/main" id="{D5925E4E-C4C9-6940-951A-3A588A3638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1" y="3433"/>
                    <a:ext cx="17" cy="19"/>
                  </a:xfrm>
                  <a:custGeom>
                    <a:avLst/>
                    <a:gdLst>
                      <a:gd name="T0" fmla="*/ 0 w 17"/>
                      <a:gd name="T1" fmla="*/ 0 h 19"/>
                      <a:gd name="T2" fmla="*/ 16 w 17"/>
                      <a:gd name="T3" fmla="*/ 10 h 19"/>
                      <a:gd name="T4" fmla="*/ 0 w 17"/>
                      <a:gd name="T5" fmla="*/ 18 h 19"/>
                      <a:gd name="T6" fmla="*/ 0 w 17"/>
                      <a:gd name="T7" fmla="*/ 0 h 1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7"/>
                      <a:gd name="T13" fmla="*/ 0 h 19"/>
                      <a:gd name="T14" fmla="*/ 17 w 17"/>
                      <a:gd name="T15" fmla="*/ 19 h 1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7" h="19">
                        <a:moveTo>
                          <a:pt x="0" y="0"/>
                        </a:moveTo>
                        <a:lnTo>
                          <a:pt x="16" y="10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3001" name="Freeform 610">
                    <a:extLst>
                      <a:ext uri="{FF2B5EF4-FFF2-40B4-BE49-F238E27FC236}">
                        <a16:creationId xmlns:a16="http://schemas.microsoft.com/office/drawing/2014/main" id="{E8ABEA95-FC07-B44E-9DA9-CA70F8F04F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3433"/>
                    <a:ext cx="17" cy="32"/>
                  </a:xfrm>
                  <a:custGeom>
                    <a:avLst/>
                    <a:gdLst>
                      <a:gd name="T0" fmla="*/ 16 w 17"/>
                      <a:gd name="T1" fmla="*/ 0 h 32"/>
                      <a:gd name="T2" fmla="*/ 0 w 17"/>
                      <a:gd name="T3" fmla="*/ 16 h 32"/>
                      <a:gd name="T4" fmla="*/ 16 w 17"/>
                      <a:gd name="T5" fmla="*/ 31 h 32"/>
                      <a:gd name="T6" fmla="*/ 0 60000 65536"/>
                      <a:gd name="T7" fmla="*/ 0 60000 65536"/>
                      <a:gd name="T8" fmla="*/ 0 60000 65536"/>
                      <a:gd name="T9" fmla="*/ 0 w 17"/>
                      <a:gd name="T10" fmla="*/ 0 h 32"/>
                      <a:gd name="T11" fmla="*/ 17 w 17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7" h="32">
                        <a:moveTo>
                          <a:pt x="16" y="0"/>
                        </a:moveTo>
                        <a:lnTo>
                          <a:pt x="0" y="16"/>
                        </a:lnTo>
                        <a:lnTo>
                          <a:pt x="16" y="31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21" name="Freeform 611">
                  <a:extLst>
                    <a:ext uri="{FF2B5EF4-FFF2-40B4-BE49-F238E27FC236}">
                      <a16:creationId xmlns:a16="http://schemas.microsoft.com/office/drawing/2014/main" id="{D440E9F5-914A-1744-B17E-536A5E084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2" y="3184"/>
                  <a:ext cx="18" cy="173"/>
                </a:xfrm>
                <a:custGeom>
                  <a:avLst/>
                  <a:gdLst>
                    <a:gd name="T0" fmla="*/ 17 w 18"/>
                    <a:gd name="T1" fmla="*/ 0 h 173"/>
                    <a:gd name="T2" fmla="*/ 6 w 18"/>
                    <a:gd name="T3" fmla="*/ 172 h 173"/>
                    <a:gd name="T4" fmla="*/ 0 w 18"/>
                    <a:gd name="T5" fmla="*/ 162 h 173"/>
                    <a:gd name="T6" fmla="*/ 0 w 18"/>
                    <a:gd name="T7" fmla="*/ 86 h 173"/>
                    <a:gd name="T8" fmla="*/ 11 w 18"/>
                    <a:gd name="T9" fmla="*/ 0 h 173"/>
                    <a:gd name="T10" fmla="*/ 17 w 18"/>
                    <a:gd name="T11" fmla="*/ 0 h 1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8"/>
                    <a:gd name="T19" fmla="*/ 0 h 173"/>
                    <a:gd name="T20" fmla="*/ 18 w 18"/>
                    <a:gd name="T21" fmla="*/ 173 h 1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8" h="173">
                      <a:moveTo>
                        <a:pt x="17" y="0"/>
                      </a:moveTo>
                      <a:lnTo>
                        <a:pt x="6" y="172"/>
                      </a:lnTo>
                      <a:lnTo>
                        <a:pt x="0" y="162"/>
                      </a:lnTo>
                      <a:lnTo>
                        <a:pt x="0" y="86"/>
                      </a:lnTo>
                      <a:lnTo>
                        <a:pt x="11" y="0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22" name="Group 612">
                  <a:extLst>
                    <a:ext uri="{FF2B5EF4-FFF2-40B4-BE49-F238E27FC236}">
                      <a16:creationId xmlns:a16="http://schemas.microsoft.com/office/drawing/2014/main" id="{50310F0D-304D-3F41-B4C9-4B0E244939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02" y="3184"/>
                  <a:ext cx="26" cy="183"/>
                  <a:chOff x="3502" y="3184"/>
                  <a:chExt cx="26" cy="183"/>
                </a:xfrm>
              </p:grpSpPr>
              <p:sp>
                <p:nvSpPr>
                  <p:cNvPr id="32998" name="Freeform 613">
                    <a:extLst>
                      <a:ext uri="{FF2B5EF4-FFF2-40B4-BE49-F238E27FC236}">
                        <a16:creationId xmlns:a16="http://schemas.microsoft.com/office/drawing/2014/main" id="{CEAF7D11-DD7B-5E47-8531-626E0A013C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2" y="3184"/>
                    <a:ext cx="17" cy="163"/>
                  </a:xfrm>
                  <a:custGeom>
                    <a:avLst/>
                    <a:gdLst>
                      <a:gd name="T0" fmla="*/ 16 w 17"/>
                      <a:gd name="T1" fmla="*/ 0 h 163"/>
                      <a:gd name="T2" fmla="*/ 4 w 17"/>
                      <a:gd name="T3" fmla="*/ 162 h 163"/>
                      <a:gd name="T4" fmla="*/ 0 w 17"/>
                      <a:gd name="T5" fmla="*/ 150 h 163"/>
                      <a:gd name="T6" fmla="*/ 0 w 17"/>
                      <a:gd name="T7" fmla="*/ 81 h 163"/>
                      <a:gd name="T8" fmla="*/ 11 w 17"/>
                      <a:gd name="T9" fmla="*/ 0 h 163"/>
                      <a:gd name="T10" fmla="*/ 16 w 17"/>
                      <a:gd name="T11" fmla="*/ 0 h 16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163"/>
                      <a:gd name="T20" fmla="*/ 17 w 17"/>
                      <a:gd name="T21" fmla="*/ 163 h 16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163">
                        <a:moveTo>
                          <a:pt x="16" y="0"/>
                        </a:moveTo>
                        <a:lnTo>
                          <a:pt x="4" y="162"/>
                        </a:lnTo>
                        <a:lnTo>
                          <a:pt x="0" y="150"/>
                        </a:lnTo>
                        <a:lnTo>
                          <a:pt x="0" y="81"/>
                        </a:lnTo>
                        <a:lnTo>
                          <a:pt x="11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99" name="Freeform 614">
                    <a:extLst>
                      <a:ext uri="{FF2B5EF4-FFF2-40B4-BE49-F238E27FC236}">
                        <a16:creationId xmlns:a16="http://schemas.microsoft.com/office/drawing/2014/main" id="{0BA1CBFC-0B3E-C94E-9C0D-E7D54B4C6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2" y="3184"/>
                    <a:ext cx="26" cy="183"/>
                  </a:xfrm>
                  <a:custGeom>
                    <a:avLst/>
                    <a:gdLst>
                      <a:gd name="T0" fmla="*/ 25 w 26"/>
                      <a:gd name="T1" fmla="*/ 0 h 183"/>
                      <a:gd name="T2" fmla="*/ 8 w 26"/>
                      <a:gd name="T3" fmla="*/ 182 h 183"/>
                      <a:gd name="T4" fmla="*/ 0 w 26"/>
                      <a:gd name="T5" fmla="*/ 168 h 183"/>
                      <a:gd name="T6" fmla="*/ 0 w 26"/>
                      <a:gd name="T7" fmla="*/ 91 h 183"/>
                      <a:gd name="T8" fmla="*/ 17 w 26"/>
                      <a:gd name="T9" fmla="*/ 0 h 183"/>
                      <a:gd name="T10" fmla="*/ 25 w 26"/>
                      <a:gd name="T11" fmla="*/ 0 h 18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6"/>
                      <a:gd name="T19" fmla="*/ 0 h 183"/>
                      <a:gd name="T20" fmla="*/ 26 w 26"/>
                      <a:gd name="T21" fmla="*/ 183 h 18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6" h="183">
                        <a:moveTo>
                          <a:pt x="25" y="0"/>
                        </a:moveTo>
                        <a:lnTo>
                          <a:pt x="8" y="182"/>
                        </a:lnTo>
                        <a:lnTo>
                          <a:pt x="0" y="168"/>
                        </a:lnTo>
                        <a:lnTo>
                          <a:pt x="0" y="91"/>
                        </a:lnTo>
                        <a:lnTo>
                          <a:pt x="17" y="0"/>
                        </a:lnTo>
                        <a:lnTo>
                          <a:pt x="25" y="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23" name="Freeform 615">
                  <a:extLst>
                    <a:ext uri="{FF2B5EF4-FFF2-40B4-BE49-F238E27FC236}">
                      <a16:creationId xmlns:a16="http://schemas.microsoft.com/office/drawing/2014/main" id="{340AA7A1-DEF2-3B4F-8C8D-8F1CFB691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164"/>
                  <a:ext cx="291" cy="146"/>
                </a:xfrm>
                <a:custGeom>
                  <a:avLst/>
                  <a:gdLst>
                    <a:gd name="T0" fmla="*/ 0 w 291"/>
                    <a:gd name="T1" fmla="*/ 145 h 146"/>
                    <a:gd name="T2" fmla="*/ 290 w 291"/>
                    <a:gd name="T3" fmla="*/ 145 h 146"/>
                    <a:gd name="T4" fmla="*/ 290 w 291"/>
                    <a:gd name="T5" fmla="*/ 0 h 146"/>
                    <a:gd name="T6" fmla="*/ 0 w 291"/>
                    <a:gd name="T7" fmla="*/ 0 h 146"/>
                    <a:gd name="T8" fmla="*/ 0 w 291"/>
                    <a:gd name="T9" fmla="*/ 145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1"/>
                    <a:gd name="T16" fmla="*/ 0 h 146"/>
                    <a:gd name="T17" fmla="*/ 291 w 291"/>
                    <a:gd name="T18" fmla="*/ 146 h 1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1" h="146">
                      <a:moveTo>
                        <a:pt x="0" y="145"/>
                      </a:moveTo>
                      <a:lnTo>
                        <a:pt x="290" y="145"/>
                      </a:lnTo>
                      <a:lnTo>
                        <a:pt x="290" y="0"/>
                      </a:lnTo>
                      <a:lnTo>
                        <a:pt x="0" y="0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24" name="Group 616">
                  <a:extLst>
                    <a:ext uri="{FF2B5EF4-FFF2-40B4-BE49-F238E27FC236}">
                      <a16:creationId xmlns:a16="http://schemas.microsoft.com/office/drawing/2014/main" id="{15EE8684-CA3D-C14E-8E6B-D183F6687B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31" y="3164"/>
                  <a:ext cx="300" cy="158"/>
                  <a:chOff x="3031" y="3164"/>
                  <a:chExt cx="300" cy="158"/>
                </a:xfrm>
              </p:grpSpPr>
              <p:sp>
                <p:nvSpPr>
                  <p:cNvPr id="32996" name="Freeform 617">
                    <a:extLst>
                      <a:ext uri="{FF2B5EF4-FFF2-40B4-BE49-F238E27FC236}">
                        <a16:creationId xmlns:a16="http://schemas.microsoft.com/office/drawing/2014/main" id="{B9EFCF28-FA83-354A-8FDF-2D192AAD6F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164"/>
                    <a:ext cx="285" cy="139"/>
                  </a:xfrm>
                  <a:custGeom>
                    <a:avLst/>
                    <a:gdLst>
                      <a:gd name="T0" fmla="*/ 0 w 285"/>
                      <a:gd name="T1" fmla="*/ 138 h 139"/>
                      <a:gd name="T2" fmla="*/ 284 w 285"/>
                      <a:gd name="T3" fmla="*/ 138 h 139"/>
                      <a:gd name="T4" fmla="*/ 284 w 285"/>
                      <a:gd name="T5" fmla="*/ 0 h 139"/>
                      <a:gd name="T6" fmla="*/ 0 w 285"/>
                      <a:gd name="T7" fmla="*/ 0 h 139"/>
                      <a:gd name="T8" fmla="*/ 0 w 285"/>
                      <a:gd name="T9" fmla="*/ 138 h 13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5"/>
                      <a:gd name="T16" fmla="*/ 0 h 139"/>
                      <a:gd name="T17" fmla="*/ 285 w 285"/>
                      <a:gd name="T18" fmla="*/ 139 h 13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5" h="139">
                        <a:moveTo>
                          <a:pt x="0" y="138"/>
                        </a:moveTo>
                        <a:lnTo>
                          <a:pt x="284" y="138"/>
                        </a:lnTo>
                        <a:lnTo>
                          <a:pt x="284" y="0"/>
                        </a:lnTo>
                        <a:lnTo>
                          <a:pt x="0" y="0"/>
                        </a:lnTo>
                        <a:lnTo>
                          <a:pt x="0" y="138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97" name="Freeform 618">
                    <a:extLst>
                      <a:ext uri="{FF2B5EF4-FFF2-40B4-BE49-F238E27FC236}">
                        <a16:creationId xmlns:a16="http://schemas.microsoft.com/office/drawing/2014/main" id="{5153C326-AFC2-684A-8A71-73EA546A1F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164"/>
                    <a:ext cx="300" cy="158"/>
                  </a:xfrm>
                  <a:custGeom>
                    <a:avLst/>
                    <a:gdLst>
                      <a:gd name="T0" fmla="*/ 0 w 300"/>
                      <a:gd name="T1" fmla="*/ 157 h 158"/>
                      <a:gd name="T2" fmla="*/ 299 w 300"/>
                      <a:gd name="T3" fmla="*/ 157 h 158"/>
                      <a:gd name="T4" fmla="*/ 299 w 300"/>
                      <a:gd name="T5" fmla="*/ 0 h 158"/>
                      <a:gd name="T6" fmla="*/ 0 w 300"/>
                      <a:gd name="T7" fmla="*/ 0 h 158"/>
                      <a:gd name="T8" fmla="*/ 0 w 300"/>
                      <a:gd name="T9" fmla="*/ 157 h 1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0"/>
                      <a:gd name="T16" fmla="*/ 0 h 158"/>
                      <a:gd name="T17" fmla="*/ 300 w 300"/>
                      <a:gd name="T18" fmla="*/ 158 h 15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0" h="158">
                        <a:moveTo>
                          <a:pt x="0" y="157"/>
                        </a:moveTo>
                        <a:lnTo>
                          <a:pt x="299" y="157"/>
                        </a:lnTo>
                        <a:lnTo>
                          <a:pt x="299" y="0"/>
                        </a:lnTo>
                        <a:lnTo>
                          <a:pt x="0" y="0"/>
                        </a:lnTo>
                        <a:lnTo>
                          <a:pt x="0" y="157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25" name="Freeform 619">
                  <a:extLst>
                    <a:ext uri="{FF2B5EF4-FFF2-40B4-BE49-F238E27FC236}">
                      <a16:creationId xmlns:a16="http://schemas.microsoft.com/office/drawing/2014/main" id="{998E440D-D9AA-D44E-876C-32B21E372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321"/>
                  <a:ext cx="291" cy="462"/>
                </a:xfrm>
                <a:custGeom>
                  <a:avLst/>
                  <a:gdLst>
                    <a:gd name="T0" fmla="*/ 0 w 291"/>
                    <a:gd name="T1" fmla="*/ 461 h 462"/>
                    <a:gd name="T2" fmla="*/ 290 w 291"/>
                    <a:gd name="T3" fmla="*/ 461 h 462"/>
                    <a:gd name="T4" fmla="*/ 290 w 291"/>
                    <a:gd name="T5" fmla="*/ 0 h 462"/>
                    <a:gd name="T6" fmla="*/ 0 w 291"/>
                    <a:gd name="T7" fmla="*/ 0 h 462"/>
                    <a:gd name="T8" fmla="*/ 0 w 291"/>
                    <a:gd name="T9" fmla="*/ 461 h 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1"/>
                    <a:gd name="T16" fmla="*/ 0 h 462"/>
                    <a:gd name="T17" fmla="*/ 291 w 291"/>
                    <a:gd name="T18" fmla="*/ 462 h 4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1" h="462">
                      <a:moveTo>
                        <a:pt x="0" y="461"/>
                      </a:moveTo>
                      <a:lnTo>
                        <a:pt x="290" y="461"/>
                      </a:lnTo>
                      <a:lnTo>
                        <a:pt x="290" y="0"/>
                      </a:lnTo>
                      <a:lnTo>
                        <a:pt x="0" y="0"/>
                      </a:lnTo>
                      <a:lnTo>
                        <a:pt x="0" y="46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26" name="Group 620">
                  <a:extLst>
                    <a:ext uri="{FF2B5EF4-FFF2-40B4-BE49-F238E27FC236}">
                      <a16:creationId xmlns:a16="http://schemas.microsoft.com/office/drawing/2014/main" id="{65FE9BC2-320C-814D-B935-215DAC55A5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31" y="3321"/>
                  <a:ext cx="300" cy="479"/>
                  <a:chOff x="3031" y="3321"/>
                  <a:chExt cx="300" cy="479"/>
                </a:xfrm>
              </p:grpSpPr>
              <p:sp>
                <p:nvSpPr>
                  <p:cNvPr id="32994" name="Freeform 621">
                    <a:extLst>
                      <a:ext uri="{FF2B5EF4-FFF2-40B4-BE49-F238E27FC236}">
                        <a16:creationId xmlns:a16="http://schemas.microsoft.com/office/drawing/2014/main" id="{976A1310-0461-3144-A305-8C5E23FAA3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321"/>
                    <a:ext cx="285" cy="457"/>
                  </a:xfrm>
                  <a:custGeom>
                    <a:avLst/>
                    <a:gdLst>
                      <a:gd name="T0" fmla="*/ 0 w 285"/>
                      <a:gd name="T1" fmla="*/ 456 h 457"/>
                      <a:gd name="T2" fmla="*/ 284 w 285"/>
                      <a:gd name="T3" fmla="*/ 456 h 457"/>
                      <a:gd name="T4" fmla="*/ 284 w 285"/>
                      <a:gd name="T5" fmla="*/ 0 h 457"/>
                      <a:gd name="T6" fmla="*/ 0 w 285"/>
                      <a:gd name="T7" fmla="*/ 0 h 457"/>
                      <a:gd name="T8" fmla="*/ 0 w 285"/>
                      <a:gd name="T9" fmla="*/ 456 h 45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5"/>
                      <a:gd name="T16" fmla="*/ 0 h 457"/>
                      <a:gd name="T17" fmla="*/ 285 w 285"/>
                      <a:gd name="T18" fmla="*/ 457 h 45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5" h="457">
                        <a:moveTo>
                          <a:pt x="0" y="456"/>
                        </a:moveTo>
                        <a:lnTo>
                          <a:pt x="284" y="456"/>
                        </a:lnTo>
                        <a:lnTo>
                          <a:pt x="284" y="0"/>
                        </a:lnTo>
                        <a:lnTo>
                          <a:pt x="0" y="0"/>
                        </a:lnTo>
                        <a:lnTo>
                          <a:pt x="0" y="45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95" name="Freeform 622">
                    <a:extLst>
                      <a:ext uri="{FF2B5EF4-FFF2-40B4-BE49-F238E27FC236}">
                        <a16:creationId xmlns:a16="http://schemas.microsoft.com/office/drawing/2014/main" id="{B0D1DFE1-F342-EC40-8D8E-5E5F5B655D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321"/>
                    <a:ext cx="300" cy="479"/>
                  </a:xfrm>
                  <a:custGeom>
                    <a:avLst/>
                    <a:gdLst>
                      <a:gd name="T0" fmla="*/ 0 w 300"/>
                      <a:gd name="T1" fmla="*/ 478 h 479"/>
                      <a:gd name="T2" fmla="*/ 299 w 300"/>
                      <a:gd name="T3" fmla="*/ 478 h 479"/>
                      <a:gd name="T4" fmla="*/ 299 w 300"/>
                      <a:gd name="T5" fmla="*/ 0 h 479"/>
                      <a:gd name="T6" fmla="*/ 0 w 300"/>
                      <a:gd name="T7" fmla="*/ 0 h 479"/>
                      <a:gd name="T8" fmla="*/ 0 w 300"/>
                      <a:gd name="T9" fmla="*/ 478 h 47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0"/>
                      <a:gd name="T16" fmla="*/ 0 h 479"/>
                      <a:gd name="T17" fmla="*/ 300 w 300"/>
                      <a:gd name="T18" fmla="*/ 479 h 47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0" h="479">
                        <a:moveTo>
                          <a:pt x="0" y="478"/>
                        </a:moveTo>
                        <a:lnTo>
                          <a:pt x="299" y="478"/>
                        </a:lnTo>
                        <a:lnTo>
                          <a:pt x="299" y="0"/>
                        </a:lnTo>
                        <a:lnTo>
                          <a:pt x="0" y="0"/>
                        </a:lnTo>
                        <a:lnTo>
                          <a:pt x="0" y="478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27" name="Freeform 623">
                  <a:extLst>
                    <a:ext uri="{FF2B5EF4-FFF2-40B4-BE49-F238E27FC236}">
                      <a16:creationId xmlns:a16="http://schemas.microsoft.com/office/drawing/2014/main" id="{0473E644-445F-E242-B7B6-55D9DA0F3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9" y="3509"/>
                  <a:ext cx="170" cy="86"/>
                </a:xfrm>
                <a:custGeom>
                  <a:avLst/>
                  <a:gdLst>
                    <a:gd name="T0" fmla="*/ 0 w 170"/>
                    <a:gd name="T1" fmla="*/ 85 h 86"/>
                    <a:gd name="T2" fmla="*/ 169 w 170"/>
                    <a:gd name="T3" fmla="*/ 85 h 86"/>
                    <a:gd name="T4" fmla="*/ 169 w 170"/>
                    <a:gd name="T5" fmla="*/ 0 h 86"/>
                    <a:gd name="T6" fmla="*/ 0 w 170"/>
                    <a:gd name="T7" fmla="*/ 0 h 86"/>
                    <a:gd name="T8" fmla="*/ 0 w 170"/>
                    <a:gd name="T9" fmla="*/ 85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86"/>
                    <a:gd name="T17" fmla="*/ 170 w 170"/>
                    <a:gd name="T18" fmla="*/ 86 h 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86">
                      <a:moveTo>
                        <a:pt x="0" y="85"/>
                      </a:moveTo>
                      <a:lnTo>
                        <a:pt x="169" y="85"/>
                      </a:lnTo>
                      <a:lnTo>
                        <a:pt x="169" y="0"/>
                      </a:lnTo>
                      <a:lnTo>
                        <a:pt x="0" y="0"/>
                      </a:lnTo>
                      <a:lnTo>
                        <a:pt x="0" y="8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28" name="Group 624">
                  <a:extLst>
                    <a:ext uri="{FF2B5EF4-FFF2-40B4-BE49-F238E27FC236}">
                      <a16:creationId xmlns:a16="http://schemas.microsoft.com/office/drawing/2014/main" id="{7FC76CAC-FAF5-3F49-A975-88DFAD203A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99" y="3509"/>
                  <a:ext cx="178" cy="98"/>
                  <a:chOff x="3999" y="3509"/>
                  <a:chExt cx="178" cy="98"/>
                </a:xfrm>
              </p:grpSpPr>
              <p:sp>
                <p:nvSpPr>
                  <p:cNvPr id="32992" name="Freeform 625">
                    <a:extLst>
                      <a:ext uri="{FF2B5EF4-FFF2-40B4-BE49-F238E27FC236}">
                        <a16:creationId xmlns:a16="http://schemas.microsoft.com/office/drawing/2014/main" id="{A1AE006E-5D3E-944E-A708-4AFDF61CDE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9" y="3509"/>
                    <a:ext cx="163" cy="78"/>
                  </a:xfrm>
                  <a:custGeom>
                    <a:avLst/>
                    <a:gdLst>
                      <a:gd name="T0" fmla="*/ 0 w 163"/>
                      <a:gd name="T1" fmla="*/ 77 h 78"/>
                      <a:gd name="T2" fmla="*/ 162 w 163"/>
                      <a:gd name="T3" fmla="*/ 77 h 78"/>
                      <a:gd name="T4" fmla="*/ 162 w 163"/>
                      <a:gd name="T5" fmla="*/ 0 h 78"/>
                      <a:gd name="T6" fmla="*/ 0 w 163"/>
                      <a:gd name="T7" fmla="*/ 0 h 78"/>
                      <a:gd name="T8" fmla="*/ 0 w 163"/>
                      <a:gd name="T9" fmla="*/ 77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63"/>
                      <a:gd name="T16" fmla="*/ 0 h 78"/>
                      <a:gd name="T17" fmla="*/ 163 w 163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63" h="78">
                        <a:moveTo>
                          <a:pt x="0" y="77"/>
                        </a:moveTo>
                        <a:lnTo>
                          <a:pt x="162" y="77"/>
                        </a:lnTo>
                        <a:lnTo>
                          <a:pt x="162" y="0"/>
                        </a:lnTo>
                        <a:lnTo>
                          <a:pt x="0" y="0"/>
                        </a:lnTo>
                        <a:lnTo>
                          <a:pt x="0" y="77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93" name="Freeform 626">
                    <a:extLst>
                      <a:ext uri="{FF2B5EF4-FFF2-40B4-BE49-F238E27FC236}">
                        <a16:creationId xmlns:a16="http://schemas.microsoft.com/office/drawing/2014/main" id="{A5F2BEC5-7285-5644-B280-A68A2B5AF7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9" y="3509"/>
                    <a:ext cx="178" cy="98"/>
                  </a:xfrm>
                  <a:custGeom>
                    <a:avLst/>
                    <a:gdLst>
                      <a:gd name="T0" fmla="*/ 0 w 178"/>
                      <a:gd name="T1" fmla="*/ 97 h 98"/>
                      <a:gd name="T2" fmla="*/ 177 w 178"/>
                      <a:gd name="T3" fmla="*/ 97 h 98"/>
                      <a:gd name="T4" fmla="*/ 177 w 178"/>
                      <a:gd name="T5" fmla="*/ 0 h 98"/>
                      <a:gd name="T6" fmla="*/ 0 w 178"/>
                      <a:gd name="T7" fmla="*/ 0 h 98"/>
                      <a:gd name="T8" fmla="*/ 0 w 178"/>
                      <a:gd name="T9" fmla="*/ 97 h 9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8"/>
                      <a:gd name="T16" fmla="*/ 0 h 98"/>
                      <a:gd name="T17" fmla="*/ 178 w 178"/>
                      <a:gd name="T18" fmla="*/ 98 h 9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8" h="98">
                        <a:moveTo>
                          <a:pt x="0" y="97"/>
                        </a:moveTo>
                        <a:lnTo>
                          <a:pt x="177" y="97"/>
                        </a:lnTo>
                        <a:lnTo>
                          <a:pt x="17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29" name="Line 627">
                  <a:extLst>
                    <a:ext uri="{FF2B5EF4-FFF2-40B4-BE49-F238E27FC236}">
                      <a16:creationId xmlns:a16="http://schemas.microsoft.com/office/drawing/2014/main" id="{3FB99FCD-1020-6046-BF20-18BDC84FA5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08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0" name="Line 628">
                  <a:extLst>
                    <a:ext uri="{FF2B5EF4-FFF2-40B4-BE49-F238E27FC236}">
                      <a16:creationId xmlns:a16="http://schemas.microsoft.com/office/drawing/2014/main" id="{CE55B5D0-4102-094F-A9D3-D2A009C215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92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1" name="Line 629">
                  <a:extLst>
                    <a:ext uri="{FF2B5EF4-FFF2-40B4-BE49-F238E27FC236}">
                      <a16:creationId xmlns:a16="http://schemas.microsoft.com/office/drawing/2014/main" id="{1835CEB4-3D0A-AE43-A528-1568BB42F3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66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2" name="Line 630">
                  <a:extLst>
                    <a:ext uri="{FF2B5EF4-FFF2-40B4-BE49-F238E27FC236}">
                      <a16:creationId xmlns:a16="http://schemas.microsoft.com/office/drawing/2014/main" id="{A3098E4B-033C-DD42-8FCB-CBA88FEEA1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51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3" name="Line 631">
                  <a:extLst>
                    <a:ext uri="{FF2B5EF4-FFF2-40B4-BE49-F238E27FC236}">
                      <a16:creationId xmlns:a16="http://schemas.microsoft.com/office/drawing/2014/main" id="{41AB3841-2121-0044-892B-CE82AF898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27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4" name="Line 632">
                  <a:extLst>
                    <a:ext uri="{FF2B5EF4-FFF2-40B4-BE49-F238E27FC236}">
                      <a16:creationId xmlns:a16="http://schemas.microsoft.com/office/drawing/2014/main" id="{3F613D98-D23D-2C48-94BB-2674BBDE72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10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5" name="Line 633">
                  <a:extLst>
                    <a:ext uri="{FF2B5EF4-FFF2-40B4-BE49-F238E27FC236}">
                      <a16:creationId xmlns:a16="http://schemas.microsoft.com/office/drawing/2014/main" id="{DBCCAEA8-F4DD-1A4F-BD93-0DF88C1D28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86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6" name="Line 634">
                  <a:extLst>
                    <a:ext uri="{FF2B5EF4-FFF2-40B4-BE49-F238E27FC236}">
                      <a16:creationId xmlns:a16="http://schemas.microsoft.com/office/drawing/2014/main" id="{860E2990-45FB-3440-9C7A-0117F8F0FF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71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7" name="Line 635">
                  <a:extLst>
                    <a:ext uri="{FF2B5EF4-FFF2-40B4-BE49-F238E27FC236}">
                      <a16:creationId xmlns:a16="http://schemas.microsoft.com/office/drawing/2014/main" id="{AFC4C933-54E4-6345-B81B-9774B2B752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43" y="3441"/>
                  <a:ext cx="3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8" name="Line 636">
                  <a:extLst>
                    <a:ext uri="{FF2B5EF4-FFF2-40B4-BE49-F238E27FC236}">
                      <a16:creationId xmlns:a16="http://schemas.microsoft.com/office/drawing/2014/main" id="{C16211EB-8627-B848-808D-6963E56160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27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39" name="Line 637">
                  <a:extLst>
                    <a:ext uri="{FF2B5EF4-FFF2-40B4-BE49-F238E27FC236}">
                      <a16:creationId xmlns:a16="http://schemas.microsoft.com/office/drawing/2014/main" id="{8C4778AD-A219-5246-8C1C-9CA95EAB0E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03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0" name="Line 638">
                  <a:extLst>
                    <a:ext uri="{FF2B5EF4-FFF2-40B4-BE49-F238E27FC236}">
                      <a16:creationId xmlns:a16="http://schemas.microsoft.com/office/drawing/2014/main" id="{57C200E8-7EC9-9A46-9B60-0BF974BAD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88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1" name="Line 639">
                  <a:extLst>
                    <a:ext uri="{FF2B5EF4-FFF2-40B4-BE49-F238E27FC236}">
                      <a16:creationId xmlns:a16="http://schemas.microsoft.com/office/drawing/2014/main" id="{D7F10A6F-3F1A-8146-B019-CC5B893B46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61" y="3441"/>
                  <a:ext cx="3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2" name="Line 640">
                  <a:extLst>
                    <a:ext uri="{FF2B5EF4-FFF2-40B4-BE49-F238E27FC236}">
                      <a16:creationId xmlns:a16="http://schemas.microsoft.com/office/drawing/2014/main" id="{6EE869BA-4CEF-E942-AE0C-461C6839E0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47" y="3441"/>
                  <a:ext cx="1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3" name="Line 641">
                  <a:extLst>
                    <a:ext uri="{FF2B5EF4-FFF2-40B4-BE49-F238E27FC236}">
                      <a16:creationId xmlns:a16="http://schemas.microsoft.com/office/drawing/2014/main" id="{894FAD78-2EA0-804E-82DD-57D9914EA7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23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4" name="Line 642">
                  <a:extLst>
                    <a:ext uri="{FF2B5EF4-FFF2-40B4-BE49-F238E27FC236}">
                      <a16:creationId xmlns:a16="http://schemas.microsoft.com/office/drawing/2014/main" id="{BCF713AF-0BFF-9844-BDF8-B0C8C59284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05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5" name="Line 643">
                  <a:extLst>
                    <a:ext uri="{FF2B5EF4-FFF2-40B4-BE49-F238E27FC236}">
                      <a16:creationId xmlns:a16="http://schemas.microsoft.com/office/drawing/2014/main" id="{7B9AC261-DA8B-0749-ADF9-0425BCFE02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82" y="3441"/>
                  <a:ext cx="3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6" name="Line 644">
                  <a:extLst>
                    <a:ext uri="{FF2B5EF4-FFF2-40B4-BE49-F238E27FC236}">
                      <a16:creationId xmlns:a16="http://schemas.microsoft.com/office/drawing/2014/main" id="{944207DA-CF92-9645-8886-4AB4D7B9FD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62" y="3441"/>
                  <a:ext cx="2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7" name="Line 645">
                  <a:extLst>
                    <a:ext uri="{FF2B5EF4-FFF2-40B4-BE49-F238E27FC236}">
                      <a16:creationId xmlns:a16="http://schemas.microsoft.com/office/drawing/2014/main" id="{66B3CA8D-F233-8340-B2EC-3D49FF866D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9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8" name="Line 646">
                  <a:extLst>
                    <a:ext uri="{FF2B5EF4-FFF2-40B4-BE49-F238E27FC236}">
                      <a16:creationId xmlns:a16="http://schemas.microsoft.com/office/drawing/2014/main" id="{0E20E3E6-6F8D-7B4A-AF8D-0025B75E95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25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49" name="Line 647">
                  <a:extLst>
                    <a:ext uri="{FF2B5EF4-FFF2-40B4-BE49-F238E27FC236}">
                      <a16:creationId xmlns:a16="http://schemas.microsoft.com/office/drawing/2014/main" id="{5DE69B73-5813-B24E-B05F-7D2C18BB61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98" y="3441"/>
                  <a:ext cx="3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0" name="Line 648">
                  <a:extLst>
                    <a:ext uri="{FF2B5EF4-FFF2-40B4-BE49-F238E27FC236}">
                      <a16:creationId xmlns:a16="http://schemas.microsoft.com/office/drawing/2014/main" id="{B4265463-A826-2944-8459-3E67BD6F65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86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1" name="Line 649">
                  <a:extLst>
                    <a:ext uri="{FF2B5EF4-FFF2-40B4-BE49-F238E27FC236}">
                      <a16:creationId xmlns:a16="http://schemas.microsoft.com/office/drawing/2014/main" id="{EA2293BA-9481-5E48-A181-7ADFE665E3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58" y="3441"/>
                  <a:ext cx="3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2" name="Line 650">
                  <a:extLst>
                    <a:ext uri="{FF2B5EF4-FFF2-40B4-BE49-F238E27FC236}">
                      <a16:creationId xmlns:a16="http://schemas.microsoft.com/office/drawing/2014/main" id="{843905DA-A83B-8543-B32F-2902289AFF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42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3" name="Line 651">
                  <a:extLst>
                    <a:ext uri="{FF2B5EF4-FFF2-40B4-BE49-F238E27FC236}">
                      <a16:creationId xmlns:a16="http://schemas.microsoft.com/office/drawing/2014/main" id="{129D02C4-4211-D54A-BAF1-9B15323327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17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4" name="Line 652">
                  <a:extLst>
                    <a:ext uri="{FF2B5EF4-FFF2-40B4-BE49-F238E27FC236}">
                      <a16:creationId xmlns:a16="http://schemas.microsoft.com/office/drawing/2014/main" id="{5EE25CE2-DE9B-7F46-9B33-6F0BEB5E9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04" y="3441"/>
                  <a:ext cx="1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5" name="Line 653">
                  <a:extLst>
                    <a:ext uri="{FF2B5EF4-FFF2-40B4-BE49-F238E27FC236}">
                      <a16:creationId xmlns:a16="http://schemas.microsoft.com/office/drawing/2014/main" id="{4018FA79-5F65-8244-A8F4-0C7FAA8A73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75" y="3441"/>
                  <a:ext cx="3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6" name="Line 654">
                  <a:extLst>
                    <a:ext uri="{FF2B5EF4-FFF2-40B4-BE49-F238E27FC236}">
                      <a16:creationId xmlns:a16="http://schemas.microsoft.com/office/drawing/2014/main" id="{A23AFC13-938A-7B48-8723-85F0253543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61" y="3441"/>
                  <a:ext cx="1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7" name="Line 655">
                  <a:extLst>
                    <a:ext uri="{FF2B5EF4-FFF2-40B4-BE49-F238E27FC236}">
                      <a16:creationId xmlns:a16="http://schemas.microsoft.com/office/drawing/2014/main" id="{171A0B72-DB9D-9347-8F9F-2F88935A63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38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8" name="Line 656">
                  <a:extLst>
                    <a:ext uri="{FF2B5EF4-FFF2-40B4-BE49-F238E27FC236}">
                      <a16:creationId xmlns:a16="http://schemas.microsoft.com/office/drawing/2014/main" id="{37EA1ED5-1907-A747-B884-3804D12943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20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59" name="Line 657">
                  <a:extLst>
                    <a:ext uri="{FF2B5EF4-FFF2-40B4-BE49-F238E27FC236}">
                      <a16:creationId xmlns:a16="http://schemas.microsoft.com/office/drawing/2014/main" id="{C44D9744-45C1-EC4D-BF61-CA16D1CB2F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95" y="3441"/>
                  <a:ext cx="3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0" name="Line 658">
                  <a:extLst>
                    <a:ext uri="{FF2B5EF4-FFF2-40B4-BE49-F238E27FC236}">
                      <a16:creationId xmlns:a16="http://schemas.microsoft.com/office/drawing/2014/main" id="{7351CFF0-F94A-1E4D-8C00-2DE0F9A430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80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1" name="Line 659">
                  <a:extLst>
                    <a:ext uri="{FF2B5EF4-FFF2-40B4-BE49-F238E27FC236}">
                      <a16:creationId xmlns:a16="http://schemas.microsoft.com/office/drawing/2014/main" id="{8235EA7E-959B-6E4A-99A8-26CAFC4E5C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53" y="3441"/>
                  <a:ext cx="3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2" name="Line 660">
                  <a:extLst>
                    <a:ext uri="{FF2B5EF4-FFF2-40B4-BE49-F238E27FC236}">
                      <a16:creationId xmlns:a16="http://schemas.microsoft.com/office/drawing/2014/main" id="{C2395F15-5552-4949-A5AA-D40290715C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9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3" name="Line 661">
                  <a:extLst>
                    <a:ext uri="{FF2B5EF4-FFF2-40B4-BE49-F238E27FC236}">
                      <a16:creationId xmlns:a16="http://schemas.microsoft.com/office/drawing/2014/main" id="{E187A04D-3E16-6F40-A3C2-9C3409242D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15" y="3441"/>
                  <a:ext cx="3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4" name="Line 662">
                  <a:extLst>
                    <a:ext uri="{FF2B5EF4-FFF2-40B4-BE49-F238E27FC236}">
                      <a16:creationId xmlns:a16="http://schemas.microsoft.com/office/drawing/2014/main" id="{5C4D0B86-84EB-6A48-93A1-30FF96EEA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298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5" name="Line 663">
                  <a:extLst>
                    <a:ext uri="{FF2B5EF4-FFF2-40B4-BE49-F238E27FC236}">
                      <a16:creationId xmlns:a16="http://schemas.microsoft.com/office/drawing/2014/main" id="{D1DE058F-59E5-1B46-9DAD-E0F3E78F37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280" y="3441"/>
                  <a:ext cx="2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grpSp>
              <p:nvGrpSpPr>
                <p:cNvPr id="32966" name="Group 664">
                  <a:extLst>
                    <a:ext uri="{FF2B5EF4-FFF2-40B4-BE49-F238E27FC236}">
                      <a16:creationId xmlns:a16="http://schemas.microsoft.com/office/drawing/2014/main" id="{B4AA7D22-8B3C-1949-B1D9-DF6CB99CDD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05" y="3799"/>
                  <a:ext cx="20" cy="36"/>
                  <a:chOff x="3405" y="3799"/>
                  <a:chExt cx="20" cy="36"/>
                </a:xfrm>
              </p:grpSpPr>
              <p:sp>
                <p:nvSpPr>
                  <p:cNvPr id="32990" name="Freeform 665">
                    <a:extLst>
                      <a:ext uri="{FF2B5EF4-FFF2-40B4-BE49-F238E27FC236}">
                        <a16:creationId xmlns:a16="http://schemas.microsoft.com/office/drawing/2014/main" id="{6AA76B9E-591C-184B-BDAD-48C3B0371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5" y="3799"/>
                    <a:ext cx="17" cy="19"/>
                  </a:xfrm>
                  <a:custGeom>
                    <a:avLst/>
                    <a:gdLst>
                      <a:gd name="T0" fmla="*/ 0 w 17"/>
                      <a:gd name="T1" fmla="*/ 0 h 19"/>
                      <a:gd name="T2" fmla="*/ 0 w 17"/>
                      <a:gd name="T3" fmla="*/ 0 h 19"/>
                      <a:gd name="T4" fmla="*/ 0 w 17"/>
                      <a:gd name="T5" fmla="*/ 4 h 19"/>
                      <a:gd name="T6" fmla="*/ 0 w 17"/>
                      <a:gd name="T7" fmla="*/ 8 h 19"/>
                      <a:gd name="T8" fmla="*/ 0 w 17"/>
                      <a:gd name="T9" fmla="*/ 9 h 19"/>
                      <a:gd name="T10" fmla="*/ 4 w 17"/>
                      <a:gd name="T11" fmla="*/ 12 h 19"/>
                      <a:gd name="T12" fmla="*/ 8 w 17"/>
                      <a:gd name="T13" fmla="*/ 15 h 19"/>
                      <a:gd name="T14" fmla="*/ 8 w 17"/>
                      <a:gd name="T15" fmla="*/ 16 h 19"/>
                      <a:gd name="T16" fmla="*/ 12 w 17"/>
                      <a:gd name="T17" fmla="*/ 18 h 19"/>
                      <a:gd name="T18" fmla="*/ 16 w 17"/>
                      <a:gd name="T19" fmla="*/ 18 h 19"/>
                      <a:gd name="T20" fmla="*/ 0 w 17"/>
                      <a:gd name="T21" fmla="*/ 0 h 19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7"/>
                      <a:gd name="T34" fmla="*/ 0 h 19"/>
                      <a:gd name="T35" fmla="*/ 17 w 17"/>
                      <a:gd name="T36" fmla="*/ 19 h 19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7" h="19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0" y="9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6" y="18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91" name="Freeform 666">
                    <a:extLst>
                      <a:ext uri="{FF2B5EF4-FFF2-40B4-BE49-F238E27FC236}">
                        <a16:creationId xmlns:a16="http://schemas.microsoft.com/office/drawing/2014/main" id="{62C4E9DD-8FAF-EC41-A04C-E197E7A2ED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5" y="3799"/>
                    <a:ext cx="20" cy="36"/>
                  </a:xfrm>
                  <a:custGeom>
                    <a:avLst/>
                    <a:gdLst>
                      <a:gd name="T0" fmla="*/ 0 w 20"/>
                      <a:gd name="T1" fmla="*/ 0 h 36"/>
                      <a:gd name="T2" fmla="*/ 0 w 20"/>
                      <a:gd name="T3" fmla="*/ 0 h 36"/>
                      <a:gd name="T4" fmla="*/ 0 w 20"/>
                      <a:gd name="T5" fmla="*/ 7 h 36"/>
                      <a:gd name="T6" fmla="*/ 2 w 20"/>
                      <a:gd name="T7" fmla="*/ 15 h 36"/>
                      <a:gd name="T8" fmla="*/ 2 w 20"/>
                      <a:gd name="T9" fmla="*/ 19 h 36"/>
                      <a:gd name="T10" fmla="*/ 6 w 20"/>
                      <a:gd name="T11" fmla="*/ 25 h 36"/>
                      <a:gd name="T12" fmla="*/ 8 w 20"/>
                      <a:gd name="T13" fmla="*/ 29 h 36"/>
                      <a:gd name="T14" fmla="*/ 11 w 20"/>
                      <a:gd name="T15" fmla="*/ 32 h 36"/>
                      <a:gd name="T16" fmla="*/ 15 w 20"/>
                      <a:gd name="T17" fmla="*/ 35 h 36"/>
                      <a:gd name="T18" fmla="*/ 19 w 20"/>
                      <a:gd name="T19" fmla="*/ 35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0"/>
                      <a:gd name="T31" fmla="*/ 0 h 36"/>
                      <a:gd name="T32" fmla="*/ 20 w 20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0" h="3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2" y="15"/>
                        </a:lnTo>
                        <a:lnTo>
                          <a:pt x="2" y="19"/>
                        </a:lnTo>
                        <a:lnTo>
                          <a:pt x="6" y="25"/>
                        </a:lnTo>
                        <a:lnTo>
                          <a:pt x="8" y="29"/>
                        </a:lnTo>
                        <a:lnTo>
                          <a:pt x="11" y="32"/>
                        </a:lnTo>
                        <a:lnTo>
                          <a:pt x="15" y="35"/>
                        </a:lnTo>
                        <a:lnTo>
                          <a:pt x="19" y="35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67" name="Line 667">
                  <a:extLst>
                    <a:ext uri="{FF2B5EF4-FFF2-40B4-BE49-F238E27FC236}">
                      <a16:creationId xmlns:a16="http://schemas.microsoft.com/office/drawing/2014/main" id="{B95AB4E0-38BF-7D41-89DB-61A1C1B86A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2" y="3356"/>
                  <a:ext cx="1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8" name="Line 668">
                  <a:extLst>
                    <a:ext uri="{FF2B5EF4-FFF2-40B4-BE49-F238E27FC236}">
                      <a16:creationId xmlns:a16="http://schemas.microsoft.com/office/drawing/2014/main" id="{CA6F4DEE-7D73-7847-AA57-9C04C4435B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19" y="3184"/>
                  <a:ext cx="16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69" name="Freeform 669">
                  <a:extLst>
                    <a:ext uri="{FF2B5EF4-FFF2-40B4-BE49-F238E27FC236}">
                      <a16:creationId xmlns:a16="http://schemas.microsoft.com/office/drawing/2014/main" id="{ACCF50AE-D426-1546-B51B-F49B50B0B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7" y="3610"/>
                  <a:ext cx="706" cy="316"/>
                </a:xfrm>
                <a:custGeom>
                  <a:avLst/>
                  <a:gdLst>
                    <a:gd name="T0" fmla="*/ 39 w 706"/>
                    <a:gd name="T1" fmla="*/ 224 h 316"/>
                    <a:gd name="T2" fmla="*/ 504 w 706"/>
                    <a:gd name="T3" fmla="*/ 224 h 316"/>
                    <a:gd name="T4" fmla="*/ 649 w 706"/>
                    <a:gd name="T5" fmla="*/ 59 h 316"/>
                    <a:gd name="T6" fmla="*/ 649 w 706"/>
                    <a:gd name="T7" fmla="*/ 0 h 316"/>
                    <a:gd name="T8" fmla="*/ 705 w 706"/>
                    <a:gd name="T9" fmla="*/ 0 h 316"/>
                    <a:gd name="T10" fmla="*/ 705 w 706"/>
                    <a:gd name="T11" fmla="*/ 315 h 316"/>
                    <a:gd name="T12" fmla="*/ 0 w 706"/>
                    <a:gd name="T13" fmla="*/ 315 h 316"/>
                    <a:gd name="T14" fmla="*/ 39 w 706"/>
                    <a:gd name="T15" fmla="*/ 224 h 31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06"/>
                    <a:gd name="T25" fmla="*/ 0 h 316"/>
                    <a:gd name="T26" fmla="*/ 706 w 706"/>
                    <a:gd name="T27" fmla="*/ 316 h 31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06" h="316">
                      <a:moveTo>
                        <a:pt x="39" y="224"/>
                      </a:moveTo>
                      <a:lnTo>
                        <a:pt x="504" y="224"/>
                      </a:lnTo>
                      <a:lnTo>
                        <a:pt x="649" y="59"/>
                      </a:lnTo>
                      <a:lnTo>
                        <a:pt x="649" y="0"/>
                      </a:lnTo>
                      <a:lnTo>
                        <a:pt x="705" y="0"/>
                      </a:lnTo>
                      <a:lnTo>
                        <a:pt x="705" y="315"/>
                      </a:lnTo>
                      <a:lnTo>
                        <a:pt x="0" y="315"/>
                      </a:lnTo>
                      <a:lnTo>
                        <a:pt x="39" y="22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70" name="Group 670">
                  <a:extLst>
                    <a:ext uri="{FF2B5EF4-FFF2-40B4-BE49-F238E27FC236}">
                      <a16:creationId xmlns:a16="http://schemas.microsoft.com/office/drawing/2014/main" id="{A1F2BC10-9C12-0749-9ABC-EE9BF6E718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87" y="3610"/>
                  <a:ext cx="716" cy="330"/>
                  <a:chOff x="3387" y="3610"/>
                  <a:chExt cx="716" cy="330"/>
                </a:xfrm>
              </p:grpSpPr>
              <p:sp>
                <p:nvSpPr>
                  <p:cNvPr id="32988" name="Freeform 671">
                    <a:extLst>
                      <a:ext uri="{FF2B5EF4-FFF2-40B4-BE49-F238E27FC236}">
                        <a16:creationId xmlns:a16="http://schemas.microsoft.com/office/drawing/2014/main" id="{3189547C-9A38-AE40-BF3F-2E3C954F7B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87" y="3610"/>
                    <a:ext cx="701" cy="311"/>
                  </a:xfrm>
                  <a:custGeom>
                    <a:avLst/>
                    <a:gdLst>
                      <a:gd name="T0" fmla="*/ 38 w 701"/>
                      <a:gd name="T1" fmla="*/ 221 h 311"/>
                      <a:gd name="T2" fmla="*/ 499 w 701"/>
                      <a:gd name="T3" fmla="*/ 221 h 311"/>
                      <a:gd name="T4" fmla="*/ 643 w 701"/>
                      <a:gd name="T5" fmla="*/ 58 h 311"/>
                      <a:gd name="T6" fmla="*/ 643 w 701"/>
                      <a:gd name="T7" fmla="*/ 0 h 311"/>
                      <a:gd name="T8" fmla="*/ 700 w 701"/>
                      <a:gd name="T9" fmla="*/ 0 h 311"/>
                      <a:gd name="T10" fmla="*/ 700 w 701"/>
                      <a:gd name="T11" fmla="*/ 310 h 311"/>
                      <a:gd name="T12" fmla="*/ 0 w 701"/>
                      <a:gd name="T13" fmla="*/ 310 h 311"/>
                      <a:gd name="T14" fmla="*/ 38 w 701"/>
                      <a:gd name="T15" fmla="*/ 221 h 31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01"/>
                      <a:gd name="T25" fmla="*/ 0 h 311"/>
                      <a:gd name="T26" fmla="*/ 701 w 701"/>
                      <a:gd name="T27" fmla="*/ 311 h 31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01" h="311">
                        <a:moveTo>
                          <a:pt x="38" y="221"/>
                        </a:moveTo>
                        <a:lnTo>
                          <a:pt x="499" y="221"/>
                        </a:lnTo>
                        <a:lnTo>
                          <a:pt x="643" y="58"/>
                        </a:lnTo>
                        <a:lnTo>
                          <a:pt x="643" y="0"/>
                        </a:lnTo>
                        <a:lnTo>
                          <a:pt x="700" y="0"/>
                        </a:lnTo>
                        <a:lnTo>
                          <a:pt x="700" y="310"/>
                        </a:lnTo>
                        <a:lnTo>
                          <a:pt x="0" y="310"/>
                        </a:lnTo>
                        <a:lnTo>
                          <a:pt x="38" y="22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89" name="Freeform 672">
                    <a:extLst>
                      <a:ext uri="{FF2B5EF4-FFF2-40B4-BE49-F238E27FC236}">
                        <a16:creationId xmlns:a16="http://schemas.microsoft.com/office/drawing/2014/main" id="{921725FD-C7E4-AD46-8404-7671AA96BC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87" y="3610"/>
                    <a:ext cx="716" cy="330"/>
                  </a:xfrm>
                  <a:custGeom>
                    <a:avLst/>
                    <a:gdLst>
                      <a:gd name="T0" fmla="*/ 39 w 716"/>
                      <a:gd name="T1" fmla="*/ 234 h 330"/>
                      <a:gd name="T2" fmla="*/ 510 w 716"/>
                      <a:gd name="T3" fmla="*/ 234 h 330"/>
                      <a:gd name="T4" fmla="*/ 657 w 716"/>
                      <a:gd name="T5" fmla="*/ 63 h 330"/>
                      <a:gd name="T6" fmla="*/ 657 w 716"/>
                      <a:gd name="T7" fmla="*/ 0 h 330"/>
                      <a:gd name="T8" fmla="*/ 715 w 716"/>
                      <a:gd name="T9" fmla="*/ 0 h 330"/>
                      <a:gd name="T10" fmla="*/ 715 w 716"/>
                      <a:gd name="T11" fmla="*/ 329 h 330"/>
                      <a:gd name="T12" fmla="*/ 0 w 716"/>
                      <a:gd name="T13" fmla="*/ 329 h 33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16"/>
                      <a:gd name="T22" fmla="*/ 0 h 330"/>
                      <a:gd name="T23" fmla="*/ 716 w 716"/>
                      <a:gd name="T24" fmla="*/ 330 h 33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16" h="330">
                        <a:moveTo>
                          <a:pt x="39" y="234"/>
                        </a:moveTo>
                        <a:lnTo>
                          <a:pt x="510" y="234"/>
                        </a:lnTo>
                        <a:lnTo>
                          <a:pt x="657" y="63"/>
                        </a:lnTo>
                        <a:lnTo>
                          <a:pt x="657" y="0"/>
                        </a:lnTo>
                        <a:lnTo>
                          <a:pt x="715" y="0"/>
                        </a:lnTo>
                        <a:lnTo>
                          <a:pt x="715" y="329"/>
                        </a:lnTo>
                        <a:lnTo>
                          <a:pt x="0" y="329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71" name="Line 673">
                  <a:extLst>
                    <a:ext uri="{FF2B5EF4-FFF2-40B4-BE49-F238E27FC236}">
                      <a16:creationId xmlns:a16="http://schemas.microsoft.com/office/drawing/2014/main" id="{9B7EFC92-BABB-D242-8AAC-A95FF9265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3939"/>
                  <a:ext cx="116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32972" name="Freeform 674">
                  <a:extLst>
                    <a:ext uri="{FF2B5EF4-FFF2-40B4-BE49-F238E27FC236}">
                      <a16:creationId xmlns:a16="http://schemas.microsoft.com/office/drawing/2014/main" id="{DCAAD361-CAE0-1C45-B9A9-1383BAEBA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5" y="3612"/>
                  <a:ext cx="68" cy="112"/>
                </a:xfrm>
                <a:custGeom>
                  <a:avLst/>
                  <a:gdLst>
                    <a:gd name="T0" fmla="*/ 0 w 68"/>
                    <a:gd name="T1" fmla="*/ 111 h 112"/>
                    <a:gd name="T2" fmla="*/ 67 w 68"/>
                    <a:gd name="T3" fmla="*/ 111 h 112"/>
                    <a:gd name="T4" fmla="*/ 67 w 68"/>
                    <a:gd name="T5" fmla="*/ 0 h 112"/>
                    <a:gd name="T6" fmla="*/ 0 w 68"/>
                    <a:gd name="T7" fmla="*/ 0 h 112"/>
                    <a:gd name="T8" fmla="*/ 0 w 68"/>
                    <a:gd name="T9" fmla="*/ 111 h 1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"/>
                    <a:gd name="T16" fmla="*/ 0 h 112"/>
                    <a:gd name="T17" fmla="*/ 68 w 68"/>
                    <a:gd name="T18" fmla="*/ 112 h 1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" h="112">
                      <a:moveTo>
                        <a:pt x="0" y="111"/>
                      </a:moveTo>
                      <a:lnTo>
                        <a:pt x="67" y="111"/>
                      </a:lnTo>
                      <a:lnTo>
                        <a:pt x="67" y="0"/>
                      </a:lnTo>
                      <a:lnTo>
                        <a:pt x="0" y="0"/>
                      </a:lnTo>
                      <a:lnTo>
                        <a:pt x="0" y="1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73" name="Group 675">
                  <a:extLst>
                    <a:ext uri="{FF2B5EF4-FFF2-40B4-BE49-F238E27FC236}">
                      <a16:creationId xmlns:a16="http://schemas.microsoft.com/office/drawing/2014/main" id="{6B1F6F03-E7A1-4449-AE12-C2EC154859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35" y="3612"/>
                  <a:ext cx="78" cy="123"/>
                  <a:chOff x="3535" y="3612"/>
                  <a:chExt cx="78" cy="123"/>
                </a:xfrm>
              </p:grpSpPr>
              <p:sp>
                <p:nvSpPr>
                  <p:cNvPr id="32986" name="Freeform 676">
                    <a:extLst>
                      <a:ext uri="{FF2B5EF4-FFF2-40B4-BE49-F238E27FC236}">
                        <a16:creationId xmlns:a16="http://schemas.microsoft.com/office/drawing/2014/main" id="{08422A98-72D6-FC43-A457-148F2CF409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35" y="3612"/>
                    <a:ext cx="63" cy="104"/>
                  </a:xfrm>
                  <a:custGeom>
                    <a:avLst/>
                    <a:gdLst>
                      <a:gd name="T0" fmla="*/ 0 w 63"/>
                      <a:gd name="T1" fmla="*/ 103 h 104"/>
                      <a:gd name="T2" fmla="*/ 62 w 63"/>
                      <a:gd name="T3" fmla="*/ 103 h 104"/>
                      <a:gd name="T4" fmla="*/ 62 w 63"/>
                      <a:gd name="T5" fmla="*/ 0 h 104"/>
                      <a:gd name="T6" fmla="*/ 0 w 63"/>
                      <a:gd name="T7" fmla="*/ 0 h 104"/>
                      <a:gd name="T8" fmla="*/ 0 w 63"/>
                      <a:gd name="T9" fmla="*/ 103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"/>
                      <a:gd name="T16" fmla="*/ 0 h 104"/>
                      <a:gd name="T17" fmla="*/ 63 w 63"/>
                      <a:gd name="T18" fmla="*/ 104 h 10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" h="104">
                        <a:moveTo>
                          <a:pt x="0" y="103"/>
                        </a:moveTo>
                        <a:lnTo>
                          <a:pt x="62" y="103"/>
                        </a:lnTo>
                        <a:lnTo>
                          <a:pt x="62" y="0"/>
                        </a:lnTo>
                        <a:lnTo>
                          <a:pt x="0" y="0"/>
                        </a:lnTo>
                        <a:lnTo>
                          <a:pt x="0" y="103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87" name="Freeform 677">
                    <a:extLst>
                      <a:ext uri="{FF2B5EF4-FFF2-40B4-BE49-F238E27FC236}">
                        <a16:creationId xmlns:a16="http://schemas.microsoft.com/office/drawing/2014/main" id="{502EF34E-1DE8-5C42-8E15-0B2E6C947F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35" y="3612"/>
                    <a:ext cx="78" cy="123"/>
                  </a:xfrm>
                  <a:custGeom>
                    <a:avLst/>
                    <a:gdLst>
                      <a:gd name="T0" fmla="*/ 0 w 78"/>
                      <a:gd name="T1" fmla="*/ 122 h 123"/>
                      <a:gd name="T2" fmla="*/ 77 w 78"/>
                      <a:gd name="T3" fmla="*/ 122 h 123"/>
                      <a:gd name="T4" fmla="*/ 77 w 78"/>
                      <a:gd name="T5" fmla="*/ 0 h 123"/>
                      <a:gd name="T6" fmla="*/ 0 w 78"/>
                      <a:gd name="T7" fmla="*/ 0 h 123"/>
                      <a:gd name="T8" fmla="*/ 0 w 78"/>
                      <a:gd name="T9" fmla="*/ 122 h 12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8"/>
                      <a:gd name="T16" fmla="*/ 0 h 123"/>
                      <a:gd name="T17" fmla="*/ 78 w 78"/>
                      <a:gd name="T18" fmla="*/ 123 h 12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8" h="123">
                        <a:moveTo>
                          <a:pt x="0" y="122"/>
                        </a:moveTo>
                        <a:lnTo>
                          <a:pt x="77" y="122"/>
                        </a:lnTo>
                        <a:lnTo>
                          <a:pt x="77" y="0"/>
                        </a:lnTo>
                        <a:lnTo>
                          <a:pt x="0" y="0"/>
                        </a:lnTo>
                        <a:lnTo>
                          <a:pt x="0" y="12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74" name="Freeform 678">
                  <a:extLst>
                    <a:ext uri="{FF2B5EF4-FFF2-40B4-BE49-F238E27FC236}">
                      <a16:creationId xmlns:a16="http://schemas.microsoft.com/office/drawing/2014/main" id="{FF578606-12C7-B74B-AF53-7D76D78CD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3648"/>
                  <a:ext cx="26" cy="38"/>
                </a:xfrm>
                <a:custGeom>
                  <a:avLst/>
                  <a:gdLst>
                    <a:gd name="T0" fmla="*/ 0 w 26"/>
                    <a:gd name="T1" fmla="*/ 37 h 38"/>
                    <a:gd name="T2" fmla="*/ 25 w 26"/>
                    <a:gd name="T3" fmla="*/ 37 h 38"/>
                    <a:gd name="T4" fmla="*/ 25 w 26"/>
                    <a:gd name="T5" fmla="*/ 0 h 38"/>
                    <a:gd name="T6" fmla="*/ 0 w 26"/>
                    <a:gd name="T7" fmla="*/ 0 h 38"/>
                    <a:gd name="T8" fmla="*/ 0 w 26"/>
                    <a:gd name="T9" fmla="*/ 37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8"/>
                    <a:gd name="T17" fmla="*/ 26 w 26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8">
                      <a:moveTo>
                        <a:pt x="0" y="37"/>
                      </a:moveTo>
                      <a:lnTo>
                        <a:pt x="25" y="37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3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75" name="Group 679">
                  <a:extLst>
                    <a:ext uri="{FF2B5EF4-FFF2-40B4-BE49-F238E27FC236}">
                      <a16:creationId xmlns:a16="http://schemas.microsoft.com/office/drawing/2014/main" id="{5CF7ADBC-1589-A344-B4D5-07602193E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8" y="3648"/>
                  <a:ext cx="36" cy="50"/>
                  <a:chOff x="3558" y="3648"/>
                  <a:chExt cx="36" cy="50"/>
                </a:xfrm>
              </p:grpSpPr>
              <p:sp>
                <p:nvSpPr>
                  <p:cNvPr id="32984" name="Freeform 680">
                    <a:extLst>
                      <a:ext uri="{FF2B5EF4-FFF2-40B4-BE49-F238E27FC236}">
                        <a16:creationId xmlns:a16="http://schemas.microsoft.com/office/drawing/2014/main" id="{10878304-C358-354C-B0E9-85A350A0A3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8" y="3648"/>
                    <a:ext cx="20" cy="27"/>
                  </a:xfrm>
                  <a:custGeom>
                    <a:avLst/>
                    <a:gdLst>
                      <a:gd name="T0" fmla="*/ 0 w 20"/>
                      <a:gd name="T1" fmla="*/ 26 h 27"/>
                      <a:gd name="T2" fmla="*/ 19 w 20"/>
                      <a:gd name="T3" fmla="*/ 26 h 27"/>
                      <a:gd name="T4" fmla="*/ 19 w 20"/>
                      <a:gd name="T5" fmla="*/ 0 h 27"/>
                      <a:gd name="T6" fmla="*/ 0 w 20"/>
                      <a:gd name="T7" fmla="*/ 0 h 27"/>
                      <a:gd name="T8" fmla="*/ 0 w 20"/>
                      <a:gd name="T9" fmla="*/ 26 h 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0"/>
                      <a:gd name="T16" fmla="*/ 0 h 27"/>
                      <a:gd name="T17" fmla="*/ 20 w 20"/>
                      <a:gd name="T18" fmla="*/ 27 h 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0" h="27">
                        <a:moveTo>
                          <a:pt x="0" y="26"/>
                        </a:moveTo>
                        <a:lnTo>
                          <a:pt x="19" y="26"/>
                        </a:lnTo>
                        <a:lnTo>
                          <a:pt x="19" y="0"/>
                        </a:lnTo>
                        <a:lnTo>
                          <a:pt x="0" y="0"/>
                        </a:lnTo>
                        <a:lnTo>
                          <a:pt x="0" y="2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85" name="Freeform 681">
                    <a:extLst>
                      <a:ext uri="{FF2B5EF4-FFF2-40B4-BE49-F238E27FC236}">
                        <a16:creationId xmlns:a16="http://schemas.microsoft.com/office/drawing/2014/main" id="{949D5CD0-34A6-4646-90A4-C537C610DA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8" y="3648"/>
                    <a:ext cx="36" cy="50"/>
                  </a:xfrm>
                  <a:custGeom>
                    <a:avLst/>
                    <a:gdLst>
                      <a:gd name="T0" fmla="*/ 0 w 36"/>
                      <a:gd name="T1" fmla="*/ 49 h 50"/>
                      <a:gd name="T2" fmla="*/ 35 w 36"/>
                      <a:gd name="T3" fmla="*/ 49 h 50"/>
                      <a:gd name="T4" fmla="*/ 35 w 36"/>
                      <a:gd name="T5" fmla="*/ 0 h 50"/>
                      <a:gd name="T6" fmla="*/ 0 w 36"/>
                      <a:gd name="T7" fmla="*/ 0 h 50"/>
                      <a:gd name="T8" fmla="*/ 0 w 36"/>
                      <a:gd name="T9" fmla="*/ 49 h 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6"/>
                      <a:gd name="T16" fmla="*/ 0 h 50"/>
                      <a:gd name="T17" fmla="*/ 36 w 36"/>
                      <a:gd name="T18" fmla="*/ 50 h 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6" h="50">
                        <a:moveTo>
                          <a:pt x="0" y="49"/>
                        </a:moveTo>
                        <a:lnTo>
                          <a:pt x="35" y="49"/>
                        </a:lnTo>
                        <a:lnTo>
                          <a:pt x="35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76" name="Freeform 682">
                  <a:extLst>
                    <a:ext uri="{FF2B5EF4-FFF2-40B4-BE49-F238E27FC236}">
                      <a16:creationId xmlns:a16="http://schemas.microsoft.com/office/drawing/2014/main" id="{C323D7FA-09E8-9F49-82F8-B16209E08B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7" y="3366"/>
                  <a:ext cx="18" cy="146"/>
                </a:xfrm>
                <a:custGeom>
                  <a:avLst/>
                  <a:gdLst>
                    <a:gd name="T0" fmla="*/ 0 w 18"/>
                    <a:gd name="T1" fmla="*/ 145 h 146"/>
                    <a:gd name="T2" fmla="*/ 17 w 18"/>
                    <a:gd name="T3" fmla="*/ 145 h 146"/>
                    <a:gd name="T4" fmla="*/ 17 w 18"/>
                    <a:gd name="T5" fmla="*/ 0 h 146"/>
                    <a:gd name="T6" fmla="*/ 0 w 18"/>
                    <a:gd name="T7" fmla="*/ 0 h 146"/>
                    <a:gd name="T8" fmla="*/ 0 w 18"/>
                    <a:gd name="T9" fmla="*/ 145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6"/>
                    <a:gd name="T17" fmla="*/ 18 w 18"/>
                    <a:gd name="T18" fmla="*/ 146 h 1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6">
                      <a:moveTo>
                        <a:pt x="0" y="145"/>
                      </a:moveTo>
                      <a:lnTo>
                        <a:pt x="17" y="145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77" name="Group 683">
                  <a:extLst>
                    <a:ext uri="{FF2B5EF4-FFF2-40B4-BE49-F238E27FC236}">
                      <a16:creationId xmlns:a16="http://schemas.microsoft.com/office/drawing/2014/main" id="{27227893-1CD5-CB49-8A3D-0435D314B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47" y="3366"/>
                  <a:ext cx="26" cy="161"/>
                  <a:chOff x="3347" y="3366"/>
                  <a:chExt cx="26" cy="161"/>
                </a:xfrm>
              </p:grpSpPr>
              <p:sp>
                <p:nvSpPr>
                  <p:cNvPr id="32982" name="Freeform 684">
                    <a:extLst>
                      <a:ext uri="{FF2B5EF4-FFF2-40B4-BE49-F238E27FC236}">
                        <a16:creationId xmlns:a16="http://schemas.microsoft.com/office/drawing/2014/main" id="{0980659F-DE7D-C848-BB95-1F4E629C14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7" y="3366"/>
                    <a:ext cx="17" cy="142"/>
                  </a:xfrm>
                  <a:custGeom>
                    <a:avLst/>
                    <a:gdLst>
                      <a:gd name="T0" fmla="*/ 0 w 17"/>
                      <a:gd name="T1" fmla="*/ 141 h 142"/>
                      <a:gd name="T2" fmla="*/ 16 w 17"/>
                      <a:gd name="T3" fmla="*/ 141 h 142"/>
                      <a:gd name="T4" fmla="*/ 16 w 17"/>
                      <a:gd name="T5" fmla="*/ 0 h 142"/>
                      <a:gd name="T6" fmla="*/ 0 w 17"/>
                      <a:gd name="T7" fmla="*/ 0 h 142"/>
                      <a:gd name="T8" fmla="*/ 0 w 17"/>
                      <a:gd name="T9" fmla="*/ 141 h 1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142"/>
                      <a:gd name="T17" fmla="*/ 17 w 17"/>
                      <a:gd name="T18" fmla="*/ 142 h 1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142">
                        <a:moveTo>
                          <a:pt x="0" y="141"/>
                        </a:moveTo>
                        <a:lnTo>
                          <a:pt x="16" y="141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14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83" name="Freeform 685">
                    <a:extLst>
                      <a:ext uri="{FF2B5EF4-FFF2-40B4-BE49-F238E27FC236}">
                        <a16:creationId xmlns:a16="http://schemas.microsoft.com/office/drawing/2014/main" id="{D4CDEAA3-F017-384C-B5DB-D4D15AB8E4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7" y="3366"/>
                    <a:ext cx="26" cy="161"/>
                  </a:xfrm>
                  <a:custGeom>
                    <a:avLst/>
                    <a:gdLst>
                      <a:gd name="T0" fmla="*/ 0 w 26"/>
                      <a:gd name="T1" fmla="*/ 160 h 161"/>
                      <a:gd name="T2" fmla="*/ 25 w 26"/>
                      <a:gd name="T3" fmla="*/ 160 h 161"/>
                      <a:gd name="T4" fmla="*/ 25 w 26"/>
                      <a:gd name="T5" fmla="*/ 0 h 161"/>
                      <a:gd name="T6" fmla="*/ 0 w 26"/>
                      <a:gd name="T7" fmla="*/ 0 h 161"/>
                      <a:gd name="T8" fmla="*/ 0 w 26"/>
                      <a:gd name="T9" fmla="*/ 160 h 16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61"/>
                      <a:gd name="T17" fmla="*/ 26 w 26"/>
                      <a:gd name="T18" fmla="*/ 161 h 16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61">
                        <a:moveTo>
                          <a:pt x="0" y="160"/>
                        </a:moveTo>
                        <a:lnTo>
                          <a:pt x="25" y="160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lnTo>
                          <a:pt x="0" y="16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32978" name="Freeform 686">
                  <a:extLst>
                    <a:ext uri="{FF2B5EF4-FFF2-40B4-BE49-F238E27FC236}">
                      <a16:creationId xmlns:a16="http://schemas.microsoft.com/office/drawing/2014/main" id="{E8277DC0-572C-8640-A4D2-E2BA1C987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7" y="3415"/>
                  <a:ext cx="45" cy="53"/>
                </a:xfrm>
                <a:custGeom>
                  <a:avLst/>
                  <a:gdLst>
                    <a:gd name="T0" fmla="*/ 0 w 45"/>
                    <a:gd name="T1" fmla="*/ 52 h 53"/>
                    <a:gd name="T2" fmla="*/ 44 w 45"/>
                    <a:gd name="T3" fmla="*/ 52 h 53"/>
                    <a:gd name="T4" fmla="*/ 44 w 45"/>
                    <a:gd name="T5" fmla="*/ 0 h 53"/>
                    <a:gd name="T6" fmla="*/ 0 w 45"/>
                    <a:gd name="T7" fmla="*/ 0 h 53"/>
                    <a:gd name="T8" fmla="*/ 0 w 45"/>
                    <a:gd name="T9" fmla="*/ 52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53"/>
                    <a:gd name="T17" fmla="*/ 45 w 45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53">
                      <a:moveTo>
                        <a:pt x="0" y="52"/>
                      </a:moveTo>
                      <a:lnTo>
                        <a:pt x="44" y="52"/>
                      </a:lnTo>
                      <a:lnTo>
                        <a:pt x="44" y="0"/>
                      </a:lnTo>
                      <a:lnTo>
                        <a:pt x="0" y="0"/>
                      </a:lnTo>
                      <a:lnTo>
                        <a:pt x="0" y="5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32979" name="Group 687">
                  <a:extLst>
                    <a:ext uri="{FF2B5EF4-FFF2-40B4-BE49-F238E27FC236}">
                      <a16:creationId xmlns:a16="http://schemas.microsoft.com/office/drawing/2014/main" id="{C652D7C5-A4A3-094F-BF59-F7423D0C43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27" y="3415"/>
                  <a:ext cx="52" cy="63"/>
                  <a:chOff x="3327" y="3415"/>
                  <a:chExt cx="52" cy="63"/>
                </a:xfrm>
              </p:grpSpPr>
              <p:sp>
                <p:nvSpPr>
                  <p:cNvPr id="32980" name="Freeform 688">
                    <a:extLst>
                      <a:ext uri="{FF2B5EF4-FFF2-40B4-BE49-F238E27FC236}">
                        <a16:creationId xmlns:a16="http://schemas.microsoft.com/office/drawing/2014/main" id="{D3490203-DE3D-AA4E-AE73-5EB26D23EE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27" y="3415"/>
                    <a:ext cx="36" cy="43"/>
                  </a:xfrm>
                  <a:custGeom>
                    <a:avLst/>
                    <a:gdLst>
                      <a:gd name="T0" fmla="*/ 0 w 36"/>
                      <a:gd name="T1" fmla="*/ 42 h 43"/>
                      <a:gd name="T2" fmla="*/ 35 w 36"/>
                      <a:gd name="T3" fmla="*/ 42 h 43"/>
                      <a:gd name="T4" fmla="*/ 35 w 36"/>
                      <a:gd name="T5" fmla="*/ 0 h 43"/>
                      <a:gd name="T6" fmla="*/ 0 w 36"/>
                      <a:gd name="T7" fmla="*/ 0 h 43"/>
                      <a:gd name="T8" fmla="*/ 0 w 36"/>
                      <a:gd name="T9" fmla="*/ 42 h 4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6"/>
                      <a:gd name="T16" fmla="*/ 0 h 43"/>
                      <a:gd name="T17" fmla="*/ 36 w 36"/>
                      <a:gd name="T18" fmla="*/ 43 h 4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6" h="43">
                        <a:moveTo>
                          <a:pt x="0" y="42"/>
                        </a:moveTo>
                        <a:lnTo>
                          <a:pt x="35" y="42"/>
                        </a:lnTo>
                        <a:lnTo>
                          <a:pt x="35" y="0"/>
                        </a:lnTo>
                        <a:lnTo>
                          <a:pt x="0" y="0"/>
                        </a:lnTo>
                        <a:lnTo>
                          <a:pt x="0" y="4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32981" name="Freeform 689">
                    <a:extLst>
                      <a:ext uri="{FF2B5EF4-FFF2-40B4-BE49-F238E27FC236}">
                        <a16:creationId xmlns:a16="http://schemas.microsoft.com/office/drawing/2014/main" id="{925913C2-B1FA-5241-811D-935CF6BA21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27" y="3415"/>
                    <a:ext cx="52" cy="63"/>
                  </a:xfrm>
                  <a:custGeom>
                    <a:avLst/>
                    <a:gdLst>
                      <a:gd name="T0" fmla="*/ 0 w 52"/>
                      <a:gd name="T1" fmla="*/ 62 h 63"/>
                      <a:gd name="T2" fmla="*/ 51 w 52"/>
                      <a:gd name="T3" fmla="*/ 62 h 63"/>
                      <a:gd name="T4" fmla="*/ 51 w 52"/>
                      <a:gd name="T5" fmla="*/ 0 h 63"/>
                      <a:gd name="T6" fmla="*/ 0 w 52"/>
                      <a:gd name="T7" fmla="*/ 0 h 63"/>
                      <a:gd name="T8" fmla="*/ 0 w 52"/>
                      <a:gd name="T9" fmla="*/ 62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2"/>
                      <a:gd name="T16" fmla="*/ 0 h 63"/>
                      <a:gd name="T17" fmla="*/ 52 w 52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2" h="63">
                        <a:moveTo>
                          <a:pt x="0" y="62"/>
                        </a:moveTo>
                        <a:lnTo>
                          <a:pt x="51" y="62"/>
                        </a:lnTo>
                        <a:lnTo>
                          <a:pt x="51" y="0"/>
                        </a:lnTo>
                        <a:lnTo>
                          <a:pt x="0" y="0"/>
                        </a:lnTo>
                        <a:lnTo>
                          <a:pt x="0" y="6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  <p:pic>
            <p:nvPicPr>
              <p:cNvPr id="32896" name="Picture 690">
                <a:extLst>
                  <a:ext uri="{FF2B5EF4-FFF2-40B4-BE49-F238E27FC236}">
                    <a16:creationId xmlns:a16="http://schemas.microsoft.com/office/drawing/2014/main" id="{3791692A-C4B0-BC4E-BDAF-152359F6D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4400" y="1225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897" name="Rectangle 691">
                <a:extLst>
                  <a:ext uri="{FF2B5EF4-FFF2-40B4-BE49-F238E27FC236}">
                    <a16:creationId xmlns:a16="http://schemas.microsoft.com/office/drawing/2014/main" id="{E7DAE196-366A-F141-987D-932729B1F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1112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pic>
            <p:nvPicPr>
              <p:cNvPr id="32898" name="Picture 692">
                <a:extLst>
                  <a:ext uri="{FF2B5EF4-FFF2-40B4-BE49-F238E27FC236}">
                    <a16:creationId xmlns:a16="http://schemas.microsoft.com/office/drawing/2014/main" id="{FAACC47D-BCA1-E642-94BF-3533DB0E2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2925" y="997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899" name="Picture 693">
                <a:extLst>
                  <a:ext uri="{FF2B5EF4-FFF2-40B4-BE49-F238E27FC236}">
                    <a16:creationId xmlns:a16="http://schemas.microsoft.com/office/drawing/2014/main" id="{3A699839-0954-9B44-A368-B54F06084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3967" y="1168"/>
                <a:ext cx="246" cy="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900" name="Picture 694">
                <a:extLst>
                  <a:ext uri="{FF2B5EF4-FFF2-40B4-BE49-F238E27FC236}">
                    <a16:creationId xmlns:a16="http://schemas.microsoft.com/office/drawing/2014/main" id="{74CA6ED3-70F4-0B41-932B-878E03B08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2955" y="1539"/>
                <a:ext cx="184" cy="2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901" name="Freeform 695">
                <a:extLst>
                  <a:ext uri="{FF2B5EF4-FFF2-40B4-BE49-F238E27FC236}">
                    <a16:creationId xmlns:a16="http://schemas.microsoft.com/office/drawing/2014/main" id="{0FC9D0E1-70D6-FF4C-BE42-6DEA1F94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845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32902" name="Freeform 696">
                <a:extLst>
                  <a:ext uri="{FF2B5EF4-FFF2-40B4-BE49-F238E27FC236}">
                    <a16:creationId xmlns:a16="http://schemas.microsoft.com/office/drawing/2014/main" id="{6C125934-726F-BB4F-9C95-6F81C971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11"/>
                <a:ext cx="947" cy="347"/>
              </a:xfrm>
              <a:custGeom>
                <a:avLst/>
                <a:gdLst>
                  <a:gd name="T0" fmla="*/ 0 w 1587"/>
                  <a:gd name="T1" fmla="*/ 45 h 552"/>
                  <a:gd name="T2" fmla="*/ 45 w 1587"/>
                  <a:gd name="T3" fmla="*/ 53 h 552"/>
                  <a:gd name="T4" fmla="*/ 99 w 1587"/>
                  <a:gd name="T5" fmla="*/ 40 h 552"/>
                  <a:gd name="T6" fmla="*/ 120 w 1587"/>
                  <a:gd name="T7" fmla="*/ 0 h 5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7"/>
                  <a:gd name="T13" fmla="*/ 0 h 552"/>
                  <a:gd name="T14" fmla="*/ 1587 w 1587"/>
                  <a:gd name="T15" fmla="*/ 552 h 5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7" h="552">
                    <a:moveTo>
                      <a:pt x="0" y="453"/>
                    </a:moveTo>
                    <a:cubicBezTo>
                      <a:pt x="185" y="502"/>
                      <a:pt x="370" y="552"/>
                      <a:pt x="589" y="544"/>
                    </a:cubicBezTo>
                    <a:cubicBezTo>
                      <a:pt x="808" y="536"/>
                      <a:pt x="1149" y="499"/>
                      <a:pt x="1315" y="408"/>
                    </a:cubicBezTo>
                    <a:cubicBezTo>
                      <a:pt x="1481" y="317"/>
                      <a:pt x="1534" y="158"/>
                      <a:pt x="1587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grpSp>
          <p:nvGrpSpPr>
            <p:cNvPr id="32782" name="Group 697">
              <a:extLst>
                <a:ext uri="{FF2B5EF4-FFF2-40B4-BE49-F238E27FC236}">
                  <a16:creationId xmlns:a16="http://schemas.microsoft.com/office/drawing/2014/main" id="{E7CC9533-09F0-9347-AB46-C12B0B381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" y="683"/>
              <a:ext cx="1249" cy="587"/>
              <a:chOff x="3424" y="1706"/>
              <a:chExt cx="1746" cy="751"/>
            </a:xfrm>
          </p:grpSpPr>
          <p:grpSp>
            <p:nvGrpSpPr>
              <p:cNvPr id="32786" name="Group 698">
                <a:extLst>
                  <a:ext uri="{FF2B5EF4-FFF2-40B4-BE49-F238E27FC236}">
                    <a16:creationId xmlns:a16="http://schemas.microsoft.com/office/drawing/2014/main" id="{2620E4FB-0715-9D47-9FEE-F089C39642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3" y="2024"/>
                <a:ext cx="967" cy="389"/>
                <a:chOff x="1610" y="2168"/>
                <a:chExt cx="1225" cy="596"/>
              </a:xfrm>
            </p:grpSpPr>
            <p:grpSp>
              <p:nvGrpSpPr>
                <p:cNvPr id="32791" name="Group 699">
                  <a:extLst>
                    <a:ext uri="{FF2B5EF4-FFF2-40B4-BE49-F238E27FC236}">
                      <a16:creationId xmlns:a16="http://schemas.microsoft.com/office/drawing/2014/main" id="{159B53D2-292F-684D-B829-89F324FFB2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20" y="2205"/>
                  <a:ext cx="418" cy="149"/>
                  <a:chOff x="1920" y="2015"/>
                  <a:chExt cx="418" cy="339"/>
                </a:xfrm>
              </p:grpSpPr>
              <p:sp>
                <p:nvSpPr>
                  <p:cNvPr id="32893" name="Freeform 700">
                    <a:extLst>
                      <a:ext uri="{FF2B5EF4-FFF2-40B4-BE49-F238E27FC236}">
                        <a16:creationId xmlns:a16="http://schemas.microsoft.com/office/drawing/2014/main" id="{91BD729D-9A9A-D348-BF29-27E86FD9D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0" y="2020"/>
                    <a:ext cx="53" cy="334"/>
                  </a:xfrm>
                  <a:custGeom>
                    <a:avLst/>
                    <a:gdLst>
                      <a:gd name="T0" fmla="*/ 0 w 224"/>
                      <a:gd name="T1" fmla="*/ 0 h 579"/>
                      <a:gd name="T2" fmla="*/ 0 w 224"/>
                      <a:gd name="T3" fmla="*/ 2 h 579"/>
                      <a:gd name="T4" fmla="*/ 0 w 224"/>
                      <a:gd name="T5" fmla="*/ 4 h 579"/>
                      <a:gd name="T6" fmla="*/ 0 w 224"/>
                      <a:gd name="T7" fmla="*/ 3 h 579"/>
                      <a:gd name="T8" fmla="*/ 0 w 224"/>
                      <a:gd name="T9" fmla="*/ 3 h 579"/>
                      <a:gd name="T10" fmla="*/ 0 w 224"/>
                      <a:gd name="T11" fmla="*/ 4 h 579"/>
                      <a:gd name="T12" fmla="*/ 0 w 224"/>
                      <a:gd name="T13" fmla="*/ 5 h 579"/>
                      <a:gd name="T14" fmla="*/ 0 w 224"/>
                      <a:gd name="T15" fmla="*/ 7 h 579"/>
                      <a:gd name="T16" fmla="*/ 0 w 224"/>
                      <a:gd name="T17" fmla="*/ 7 h 579"/>
                      <a:gd name="T18" fmla="*/ 0 w 224"/>
                      <a:gd name="T19" fmla="*/ 6 h 579"/>
                      <a:gd name="T20" fmla="*/ 0 w 224"/>
                      <a:gd name="T21" fmla="*/ 7 h 579"/>
                      <a:gd name="T22" fmla="*/ 0 w 224"/>
                      <a:gd name="T23" fmla="*/ 10 h 579"/>
                      <a:gd name="T24" fmla="*/ 0 w 224"/>
                      <a:gd name="T25" fmla="*/ 9 h 579"/>
                      <a:gd name="T26" fmla="*/ 0 w 224"/>
                      <a:gd name="T27" fmla="*/ 10 h 579"/>
                      <a:gd name="T28" fmla="*/ 0 w 224"/>
                      <a:gd name="T29" fmla="*/ 12 h 579"/>
                      <a:gd name="T30" fmla="*/ 0 w 224"/>
                      <a:gd name="T31" fmla="*/ 13 h 579"/>
                      <a:gd name="T32" fmla="*/ 0 w 224"/>
                      <a:gd name="T33" fmla="*/ 12 h 579"/>
                      <a:gd name="T34" fmla="*/ 0 w 224"/>
                      <a:gd name="T35" fmla="*/ 12 h 579"/>
                      <a:gd name="T36" fmla="*/ 0 w 224"/>
                      <a:gd name="T37" fmla="*/ 16 h 579"/>
                      <a:gd name="T38" fmla="*/ 0 w 224"/>
                      <a:gd name="T39" fmla="*/ 14 h 579"/>
                      <a:gd name="T40" fmla="*/ 0 w 224"/>
                      <a:gd name="T41" fmla="*/ 14 h 579"/>
                      <a:gd name="T42" fmla="*/ 0 w 224"/>
                      <a:gd name="T43" fmla="*/ 16 h 579"/>
                      <a:gd name="T44" fmla="*/ 0 w 224"/>
                      <a:gd name="T45" fmla="*/ 18 h 579"/>
                      <a:gd name="T46" fmla="*/ 0 w 224"/>
                      <a:gd name="T47" fmla="*/ 17 h 579"/>
                      <a:gd name="T48" fmla="*/ 0 w 224"/>
                      <a:gd name="T49" fmla="*/ 18 h 579"/>
                      <a:gd name="T50" fmla="*/ 0 w 224"/>
                      <a:gd name="T51" fmla="*/ 21 h 579"/>
                      <a:gd name="T52" fmla="*/ 0 w 224"/>
                      <a:gd name="T53" fmla="*/ 20 h 579"/>
                      <a:gd name="T54" fmla="*/ 0 w 224"/>
                      <a:gd name="T55" fmla="*/ 23 h 579"/>
                      <a:gd name="T56" fmla="*/ 0 w 224"/>
                      <a:gd name="T57" fmla="*/ 22 h 579"/>
                      <a:gd name="T58" fmla="*/ 0 w 224"/>
                      <a:gd name="T59" fmla="*/ 23 h 579"/>
                      <a:gd name="T60" fmla="*/ 0 w 224"/>
                      <a:gd name="T61" fmla="*/ 24 h 579"/>
                      <a:gd name="T62" fmla="*/ 0 w 224"/>
                      <a:gd name="T63" fmla="*/ 26 h 579"/>
                      <a:gd name="T64" fmla="*/ 0 w 224"/>
                      <a:gd name="T65" fmla="*/ 24 h 579"/>
                      <a:gd name="T66" fmla="*/ 0 w 224"/>
                      <a:gd name="T67" fmla="*/ 24 h 579"/>
                      <a:gd name="T68" fmla="*/ 0 w 224"/>
                      <a:gd name="T69" fmla="*/ 25 h 579"/>
                      <a:gd name="T70" fmla="*/ 0 w 224"/>
                      <a:gd name="T71" fmla="*/ 28 h 579"/>
                      <a:gd name="T72" fmla="*/ 0 w 224"/>
                      <a:gd name="T73" fmla="*/ 27 h 579"/>
                      <a:gd name="T74" fmla="*/ 0 w 224"/>
                      <a:gd name="T75" fmla="*/ 29 h 579"/>
                      <a:gd name="T76" fmla="*/ 0 w 224"/>
                      <a:gd name="T77" fmla="*/ 31 h 579"/>
                      <a:gd name="T78" fmla="*/ 0 w 224"/>
                      <a:gd name="T79" fmla="*/ 29 h 579"/>
                      <a:gd name="T80" fmla="*/ 0 w 224"/>
                      <a:gd name="T81" fmla="*/ 30 h 579"/>
                      <a:gd name="T82" fmla="*/ 0 w 224"/>
                      <a:gd name="T83" fmla="*/ 33 h 579"/>
                      <a:gd name="T84" fmla="*/ 0 w 224"/>
                      <a:gd name="T85" fmla="*/ 32 h 579"/>
                      <a:gd name="T86" fmla="*/ 0 w 224"/>
                      <a:gd name="T87" fmla="*/ 32 h 579"/>
                      <a:gd name="T88" fmla="*/ 0 w 224"/>
                      <a:gd name="T89" fmla="*/ 33 h 579"/>
                      <a:gd name="T90" fmla="*/ 0 w 224"/>
                      <a:gd name="T91" fmla="*/ 36 h 579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24"/>
                      <a:gd name="T139" fmla="*/ 0 h 579"/>
                      <a:gd name="T140" fmla="*/ 224 w 224"/>
                      <a:gd name="T141" fmla="*/ 579 h 579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24" h="579">
                        <a:moveTo>
                          <a:pt x="39" y="0"/>
                        </a:moveTo>
                        <a:cubicBezTo>
                          <a:pt x="31" y="10"/>
                          <a:pt x="22" y="19"/>
                          <a:pt x="15" y="30"/>
                        </a:cubicBezTo>
                        <a:cubicBezTo>
                          <a:pt x="18" y="47"/>
                          <a:pt x="21" y="51"/>
                          <a:pt x="33" y="63"/>
                        </a:cubicBezTo>
                        <a:cubicBezTo>
                          <a:pt x="56" y="58"/>
                          <a:pt x="53" y="54"/>
                          <a:pt x="36" y="42"/>
                        </a:cubicBezTo>
                        <a:cubicBezTo>
                          <a:pt x="29" y="44"/>
                          <a:pt x="19" y="42"/>
                          <a:pt x="15" y="48"/>
                        </a:cubicBezTo>
                        <a:cubicBezTo>
                          <a:pt x="11" y="53"/>
                          <a:pt x="11" y="60"/>
                          <a:pt x="9" y="66"/>
                        </a:cubicBezTo>
                        <a:cubicBezTo>
                          <a:pt x="8" y="69"/>
                          <a:pt x="6" y="75"/>
                          <a:pt x="6" y="75"/>
                        </a:cubicBezTo>
                        <a:cubicBezTo>
                          <a:pt x="12" y="92"/>
                          <a:pt x="17" y="100"/>
                          <a:pt x="27" y="114"/>
                        </a:cubicBezTo>
                        <a:cubicBezTo>
                          <a:pt x="34" y="113"/>
                          <a:pt x="42" y="114"/>
                          <a:pt x="48" y="111"/>
                        </a:cubicBezTo>
                        <a:cubicBezTo>
                          <a:pt x="61" y="105"/>
                          <a:pt x="46" y="89"/>
                          <a:pt x="39" y="87"/>
                        </a:cubicBezTo>
                        <a:cubicBezTo>
                          <a:pt x="23" y="89"/>
                          <a:pt x="6" y="85"/>
                          <a:pt x="0" y="102"/>
                        </a:cubicBezTo>
                        <a:cubicBezTo>
                          <a:pt x="4" y="132"/>
                          <a:pt x="8" y="149"/>
                          <a:pt x="39" y="159"/>
                        </a:cubicBezTo>
                        <a:cubicBezTo>
                          <a:pt x="52" y="155"/>
                          <a:pt x="52" y="150"/>
                          <a:pt x="48" y="138"/>
                        </a:cubicBezTo>
                        <a:cubicBezTo>
                          <a:pt x="34" y="141"/>
                          <a:pt x="26" y="139"/>
                          <a:pt x="21" y="153"/>
                        </a:cubicBezTo>
                        <a:cubicBezTo>
                          <a:pt x="22" y="166"/>
                          <a:pt x="16" y="184"/>
                          <a:pt x="27" y="192"/>
                        </a:cubicBezTo>
                        <a:cubicBezTo>
                          <a:pt x="35" y="198"/>
                          <a:pt x="54" y="201"/>
                          <a:pt x="54" y="201"/>
                        </a:cubicBezTo>
                        <a:cubicBezTo>
                          <a:pt x="58" y="199"/>
                          <a:pt x="78" y="188"/>
                          <a:pt x="60" y="183"/>
                        </a:cubicBezTo>
                        <a:cubicBezTo>
                          <a:pt x="54" y="181"/>
                          <a:pt x="42" y="189"/>
                          <a:pt x="42" y="189"/>
                        </a:cubicBezTo>
                        <a:cubicBezTo>
                          <a:pt x="30" y="207"/>
                          <a:pt x="34" y="220"/>
                          <a:pt x="45" y="237"/>
                        </a:cubicBezTo>
                        <a:cubicBezTo>
                          <a:pt x="51" y="236"/>
                          <a:pt x="90" y="231"/>
                          <a:pt x="63" y="222"/>
                        </a:cubicBezTo>
                        <a:cubicBezTo>
                          <a:pt x="60" y="224"/>
                          <a:pt x="56" y="225"/>
                          <a:pt x="54" y="228"/>
                        </a:cubicBezTo>
                        <a:cubicBezTo>
                          <a:pt x="51" y="233"/>
                          <a:pt x="48" y="246"/>
                          <a:pt x="48" y="246"/>
                        </a:cubicBezTo>
                        <a:cubicBezTo>
                          <a:pt x="51" y="268"/>
                          <a:pt x="49" y="274"/>
                          <a:pt x="66" y="285"/>
                        </a:cubicBezTo>
                        <a:cubicBezTo>
                          <a:pt x="84" y="282"/>
                          <a:pt x="97" y="278"/>
                          <a:pt x="75" y="267"/>
                        </a:cubicBezTo>
                        <a:cubicBezTo>
                          <a:pt x="60" y="271"/>
                          <a:pt x="59" y="274"/>
                          <a:pt x="54" y="288"/>
                        </a:cubicBezTo>
                        <a:cubicBezTo>
                          <a:pt x="57" y="312"/>
                          <a:pt x="58" y="320"/>
                          <a:pt x="78" y="333"/>
                        </a:cubicBezTo>
                        <a:cubicBezTo>
                          <a:pt x="95" y="329"/>
                          <a:pt x="97" y="326"/>
                          <a:pt x="93" y="309"/>
                        </a:cubicBezTo>
                        <a:cubicBezTo>
                          <a:pt x="54" y="317"/>
                          <a:pt x="71" y="354"/>
                          <a:pt x="99" y="363"/>
                        </a:cubicBezTo>
                        <a:cubicBezTo>
                          <a:pt x="114" y="360"/>
                          <a:pt x="125" y="356"/>
                          <a:pt x="108" y="345"/>
                        </a:cubicBezTo>
                        <a:cubicBezTo>
                          <a:pt x="102" y="349"/>
                          <a:pt x="96" y="353"/>
                          <a:pt x="90" y="357"/>
                        </a:cubicBezTo>
                        <a:cubicBezTo>
                          <a:pt x="84" y="361"/>
                          <a:pt x="92" y="371"/>
                          <a:pt x="93" y="378"/>
                        </a:cubicBezTo>
                        <a:cubicBezTo>
                          <a:pt x="96" y="395"/>
                          <a:pt x="111" y="397"/>
                          <a:pt x="123" y="405"/>
                        </a:cubicBezTo>
                        <a:cubicBezTo>
                          <a:pt x="143" y="401"/>
                          <a:pt x="145" y="398"/>
                          <a:pt x="141" y="378"/>
                        </a:cubicBezTo>
                        <a:cubicBezTo>
                          <a:pt x="138" y="379"/>
                          <a:pt x="134" y="378"/>
                          <a:pt x="132" y="381"/>
                        </a:cubicBezTo>
                        <a:cubicBezTo>
                          <a:pt x="128" y="386"/>
                          <a:pt x="126" y="399"/>
                          <a:pt x="126" y="399"/>
                        </a:cubicBezTo>
                        <a:cubicBezTo>
                          <a:pt x="129" y="419"/>
                          <a:pt x="127" y="430"/>
                          <a:pt x="144" y="441"/>
                        </a:cubicBezTo>
                        <a:cubicBezTo>
                          <a:pt x="163" y="435"/>
                          <a:pt x="162" y="430"/>
                          <a:pt x="159" y="411"/>
                        </a:cubicBezTo>
                        <a:cubicBezTo>
                          <a:pt x="145" y="425"/>
                          <a:pt x="145" y="429"/>
                          <a:pt x="150" y="450"/>
                        </a:cubicBezTo>
                        <a:cubicBezTo>
                          <a:pt x="152" y="459"/>
                          <a:pt x="159" y="477"/>
                          <a:pt x="159" y="477"/>
                        </a:cubicBezTo>
                        <a:cubicBezTo>
                          <a:pt x="179" y="474"/>
                          <a:pt x="185" y="473"/>
                          <a:pt x="180" y="453"/>
                        </a:cubicBezTo>
                        <a:cubicBezTo>
                          <a:pt x="168" y="457"/>
                          <a:pt x="166" y="462"/>
                          <a:pt x="162" y="474"/>
                        </a:cubicBezTo>
                        <a:cubicBezTo>
                          <a:pt x="166" y="502"/>
                          <a:pt x="164" y="518"/>
                          <a:pt x="192" y="525"/>
                        </a:cubicBezTo>
                        <a:cubicBezTo>
                          <a:pt x="222" y="522"/>
                          <a:pt x="224" y="525"/>
                          <a:pt x="219" y="498"/>
                        </a:cubicBezTo>
                        <a:cubicBezTo>
                          <a:pt x="212" y="499"/>
                          <a:pt x="204" y="497"/>
                          <a:pt x="198" y="501"/>
                        </a:cubicBezTo>
                        <a:cubicBezTo>
                          <a:pt x="193" y="505"/>
                          <a:pt x="192" y="519"/>
                          <a:pt x="192" y="519"/>
                        </a:cubicBezTo>
                        <a:cubicBezTo>
                          <a:pt x="194" y="527"/>
                          <a:pt x="204" y="579"/>
                          <a:pt x="219" y="564"/>
                        </a:cubicBezTo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32894" name="Freeform 701">
                    <a:extLst>
                      <a:ext uri="{FF2B5EF4-FFF2-40B4-BE49-F238E27FC236}">
                        <a16:creationId xmlns:a16="http://schemas.microsoft.com/office/drawing/2014/main" id="{2E65719C-91E8-A147-9FF0-6DA2D4506B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9" y="2015"/>
                    <a:ext cx="39" cy="314"/>
                  </a:xfrm>
                  <a:custGeom>
                    <a:avLst/>
                    <a:gdLst>
                      <a:gd name="T0" fmla="*/ 0 w 164"/>
                      <a:gd name="T1" fmla="*/ 0 h 541"/>
                      <a:gd name="T2" fmla="*/ 0 w 164"/>
                      <a:gd name="T3" fmla="*/ 3 h 541"/>
                      <a:gd name="T4" fmla="*/ 0 w 164"/>
                      <a:gd name="T5" fmla="*/ 2 h 541"/>
                      <a:gd name="T6" fmla="*/ 0 w 164"/>
                      <a:gd name="T7" fmla="*/ 3 h 541"/>
                      <a:gd name="T8" fmla="*/ 0 w 164"/>
                      <a:gd name="T9" fmla="*/ 6 h 541"/>
                      <a:gd name="T10" fmla="*/ 0 w 164"/>
                      <a:gd name="T11" fmla="*/ 5 h 541"/>
                      <a:gd name="T12" fmla="*/ 0 w 164"/>
                      <a:gd name="T13" fmla="*/ 6 h 541"/>
                      <a:gd name="T14" fmla="*/ 0 w 164"/>
                      <a:gd name="T15" fmla="*/ 7 h 541"/>
                      <a:gd name="T16" fmla="*/ 0 w 164"/>
                      <a:gd name="T17" fmla="*/ 9 h 541"/>
                      <a:gd name="T18" fmla="*/ 0 w 164"/>
                      <a:gd name="T19" fmla="*/ 9 h 541"/>
                      <a:gd name="T20" fmla="*/ 0 w 164"/>
                      <a:gd name="T21" fmla="*/ 9 h 541"/>
                      <a:gd name="T22" fmla="*/ 0 w 164"/>
                      <a:gd name="T23" fmla="*/ 13 h 541"/>
                      <a:gd name="T24" fmla="*/ 0 w 164"/>
                      <a:gd name="T25" fmla="*/ 12 h 541"/>
                      <a:gd name="T26" fmla="*/ 0 w 164"/>
                      <a:gd name="T27" fmla="*/ 14 h 541"/>
                      <a:gd name="T28" fmla="*/ 0 w 164"/>
                      <a:gd name="T29" fmla="*/ 16 h 541"/>
                      <a:gd name="T30" fmla="*/ 0 w 164"/>
                      <a:gd name="T31" fmla="*/ 16 h 541"/>
                      <a:gd name="T32" fmla="*/ 0 w 164"/>
                      <a:gd name="T33" fmla="*/ 20 h 541"/>
                      <a:gd name="T34" fmla="*/ 0 w 164"/>
                      <a:gd name="T35" fmla="*/ 19 h 541"/>
                      <a:gd name="T36" fmla="*/ 0 w 164"/>
                      <a:gd name="T37" fmla="*/ 20 h 541"/>
                      <a:gd name="T38" fmla="*/ 0 w 164"/>
                      <a:gd name="T39" fmla="*/ 21 h 541"/>
                      <a:gd name="T40" fmla="*/ 0 w 164"/>
                      <a:gd name="T41" fmla="*/ 23 h 541"/>
                      <a:gd name="T42" fmla="*/ 0 w 164"/>
                      <a:gd name="T43" fmla="*/ 22 h 541"/>
                      <a:gd name="T44" fmla="*/ 0 w 164"/>
                      <a:gd name="T45" fmla="*/ 23 h 541"/>
                      <a:gd name="T46" fmla="*/ 0 w 164"/>
                      <a:gd name="T47" fmla="*/ 26 h 541"/>
                      <a:gd name="T48" fmla="*/ 0 w 164"/>
                      <a:gd name="T49" fmla="*/ 26 h 541"/>
                      <a:gd name="T50" fmla="*/ 0 w 164"/>
                      <a:gd name="T51" fmla="*/ 27 h 541"/>
                      <a:gd name="T52" fmla="*/ 0 w 164"/>
                      <a:gd name="T53" fmla="*/ 28 h 541"/>
                      <a:gd name="T54" fmla="*/ 0 w 164"/>
                      <a:gd name="T55" fmla="*/ 30 h 541"/>
                      <a:gd name="T56" fmla="*/ 0 w 164"/>
                      <a:gd name="T57" fmla="*/ 28 h 541"/>
                      <a:gd name="T58" fmla="*/ 0 w 164"/>
                      <a:gd name="T59" fmla="*/ 30 h 541"/>
                      <a:gd name="T60" fmla="*/ 0 w 164"/>
                      <a:gd name="T61" fmla="*/ 33 h 541"/>
                      <a:gd name="T62" fmla="*/ 0 w 164"/>
                      <a:gd name="T63" fmla="*/ 32 h 541"/>
                      <a:gd name="T64" fmla="*/ 0 w 164"/>
                      <a:gd name="T65" fmla="*/ 35 h 541"/>
                      <a:gd name="T66" fmla="*/ 0 w 164"/>
                      <a:gd name="T67" fmla="*/ 36 h 54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4"/>
                      <a:gd name="T103" fmla="*/ 0 h 541"/>
                      <a:gd name="T104" fmla="*/ 164 w 164"/>
                      <a:gd name="T105" fmla="*/ 541 h 54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4" h="541">
                        <a:moveTo>
                          <a:pt x="164" y="0"/>
                        </a:moveTo>
                        <a:cubicBezTo>
                          <a:pt x="159" y="53"/>
                          <a:pt x="153" y="47"/>
                          <a:pt x="107" y="51"/>
                        </a:cubicBezTo>
                        <a:cubicBezTo>
                          <a:pt x="88" y="48"/>
                          <a:pt x="79" y="46"/>
                          <a:pt x="95" y="30"/>
                        </a:cubicBezTo>
                        <a:cubicBezTo>
                          <a:pt x="109" y="34"/>
                          <a:pt x="117" y="37"/>
                          <a:pt x="128" y="48"/>
                        </a:cubicBezTo>
                        <a:cubicBezTo>
                          <a:pt x="125" y="75"/>
                          <a:pt x="122" y="90"/>
                          <a:pt x="95" y="99"/>
                        </a:cubicBezTo>
                        <a:cubicBezTo>
                          <a:pt x="90" y="98"/>
                          <a:pt x="51" y="93"/>
                          <a:pt x="77" y="84"/>
                        </a:cubicBezTo>
                        <a:cubicBezTo>
                          <a:pt x="81" y="88"/>
                          <a:pt x="85" y="92"/>
                          <a:pt x="89" y="96"/>
                        </a:cubicBezTo>
                        <a:cubicBezTo>
                          <a:pt x="92" y="98"/>
                          <a:pt x="97" y="98"/>
                          <a:pt x="98" y="102"/>
                        </a:cubicBezTo>
                        <a:cubicBezTo>
                          <a:pt x="105" y="131"/>
                          <a:pt x="75" y="135"/>
                          <a:pt x="56" y="141"/>
                        </a:cubicBezTo>
                        <a:cubicBezTo>
                          <a:pt x="38" y="129"/>
                          <a:pt x="51" y="125"/>
                          <a:pt x="68" y="129"/>
                        </a:cubicBezTo>
                        <a:cubicBezTo>
                          <a:pt x="77" y="131"/>
                          <a:pt x="78" y="133"/>
                          <a:pt x="86" y="138"/>
                        </a:cubicBezTo>
                        <a:cubicBezTo>
                          <a:pt x="109" y="172"/>
                          <a:pt x="62" y="187"/>
                          <a:pt x="38" y="195"/>
                        </a:cubicBezTo>
                        <a:cubicBezTo>
                          <a:pt x="28" y="180"/>
                          <a:pt x="38" y="182"/>
                          <a:pt x="50" y="186"/>
                        </a:cubicBezTo>
                        <a:cubicBezTo>
                          <a:pt x="59" y="195"/>
                          <a:pt x="64" y="201"/>
                          <a:pt x="68" y="213"/>
                        </a:cubicBezTo>
                        <a:cubicBezTo>
                          <a:pt x="63" y="233"/>
                          <a:pt x="53" y="240"/>
                          <a:pt x="35" y="249"/>
                        </a:cubicBezTo>
                        <a:cubicBezTo>
                          <a:pt x="9" y="240"/>
                          <a:pt x="49" y="246"/>
                          <a:pt x="50" y="246"/>
                        </a:cubicBezTo>
                        <a:cubicBezTo>
                          <a:pt x="72" y="268"/>
                          <a:pt x="68" y="287"/>
                          <a:pt x="38" y="297"/>
                        </a:cubicBezTo>
                        <a:cubicBezTo>
                          <a:pt x="0" y="289"/>
                          <a:pt x="47" y="290"/>
                          <a:pt x="53" y="291"/>
                        </a:cubicBezTo>
                        <a:cubicBezTo>
                          <a:pt x="56" y="293"/>
                          <a:pt x="60" y="294"/>
                          <a:pt x="62" y="297"/>
                        </a:cubicBezTo>
                        <a:cubicBezTo>
                          <a:pt x="65" y="302"/>
                          <a:pt x="68" y="315"/>
                          <a:pt x="68" y="315"/>
                        </a:cubicBezTo>
                        <a:cubicBezTo>
                          <a:pt x="64" y="340"/>
                          <a:pt x="61" y="342"/>
                          <a:pt x="38" y="348"/>
                        </a:cubicBezTo>
                        <a:cubicBezTo>
                          <a:pt x="23" y="343"/>
                          <a:pt x="30" y="337"/>
                          <a:pt x="41" y="333"/>
                        </a:cubicBezTo>
                        <a:cubicBezTo>
                          <a:pt x="50" y="339"/>
                          <a:pt x="59" y="342"/>
                          <a:pt x="68" y="348"/>
                        </a:cubicBezTo>
                        <a:cubicBezTo>
                          <a:pt x="76" y="371"/>
                          <a:pt x="65" y="387"/>
                          <a:pt x="47" y="399"/>
                        </a:cubicBezTo>
                        <a:cubicBezTo>
                          <a:pt x="36" y="396"/>
                          <a:pt x="23" y="390"/>
                          <a:pt x="41" y="384"/>
                        </a:cubicBezTo>
                        <a:cubicBezTo>
                          <a:pt x="61" y="387"/>
                          <a:pt x="64" y="389"/>
                          <a:pt x="74" y="405"/>
                        </a:cubicBezTo>
                        <a:cubicBezTo>
                          <a:pt x="73" y="416"/>
                          <a:pt x="74" y="427"/>
                          <a:pt x="71" y="438"/>
                        </a:cubicBezTo>
                        <a:cubicBezTo>
                          <a:pt x="68" y="447"/>
                          <a:pt x="44" y="450"/>
                          <a:pt x="44" y="450"/>
                        </a:cubicBezTo>
                        <a:cubicBezTo>
                          <a:pt x="26" y="444"/>
                          <a:pt x="28" y="430"/>
                          <a:pt x="50" y="435"/>
                        </a:cubicBezTo>
                        <a:cubicBezTo>
                          <a:pt x="62" y="443"/>
                          <a:pt x="74" y="443"/>
                          <a:pt x="83" y="456"/>
                        </a:cubicBezTo>
                        <a:cubicBezTo>
                          <a:pt x="80" y="478"/>
                          <a:pt x="79" y="481"/>
                          <a:pt x="62" y="492"/>
                        </a:cubicBezTo>
                        <a:cubicBezTo>
                          <a:pt x="43" y="489"/>
                          <a:pt x="10" y="477"/>
                          <a:pt x="65" y="483"/>
                        </a:cubicBezTo>
                        <a:cubicBezTo>
                          <a:pt x="81" y="508"/>
                          <a:pt x="79" y="496"/>
                          <a:pt x="74" y="531"/>
                        </a:cubicBezTo>
                        <a:cubicBezTo>
                          <a:pt x="72" y="541"/>
                          <a:pt x="74" y="540"/>
                          <a:pt x="68" y="540"/>
                        </a:cubicBezTo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32792" name="Group 702">
                  <a:extLst>
                    <a:ext uri="{FF2B5EF4-FFF2-40B4-BE49-F238E27FC236}">
                      <a16:creationId xmlns:a16="http://schemas.microsoft.com/office/drawing/2014/main" id="{2FD270D8-EB7A-1442-8F5C-98E2BFB538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0" y="2168"/>
                  <a:ext cx="1225" cy="596"/>
                  <a:chOff x="1610" y="2168"/>
                  <a:chExt cx="1225" cy="596"/>
                </a:xfrm>
              </p:grpSpPr>
              <p:grpSp>
                <p:nvGrpSpPr>
                  <p:cNvPr id="32793" name="Group 703">
                    <a:extLst>
                      <a:ext uri="{FF2B5EF4-FFF2-40B4-BE49-F238E27FC236}">
                        <a16:creationId xmlns:a16="http://schemas.microsoft.com/office/drawing/2014/main" id="{70947E32-317B-D447-A1E9-94F7817493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98" y="2403"/>
                    <a:ext cx="67" cy="361"/>
                    <a:chOff x="8880" y="11880"/>
                    <a:chExt cx="336" cy="690"/>
                  </a:xfrm>
                </p:grpSpPr>
                <p:grpSp>
                  <p:nvGrpSpPr>
                    <p:cNvPr id="32882" name="Group 704">
                      <a:extLst>
                        <a:ext uri="{FF2B5EF4-FFF2-40B4-BE49-F238E27FC236}">
                          <a16:creationId xmlns:a16="http://schemas.microsoft.com/office/drawing/2014/main" id="{CDB7DADB-D949-E54D-8A5E-238378701A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32891" name="Rectangle 705">
                        <a:extLst>
                          <a:ext uri="{FF2B5EF4-FFF2-40B4-BE49-F238E27FC236}">
                            <a16:creationId xmlns:a16="http://schemas.microsoft.com/office/drawing/2014/main" id="{D105F7AA-62F5-3544-A3DA-2FFAC77D870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92" name="Rectangle 706">
                        <a:extLst>
                          <a:ext uri="{FF2B5EF4-FFF2-40B4-BE49-F238E27FC236}">
                            <a16:creationId xmlns:a16="http://schemas.microsoft.com/office/drawing/2014/main" id="{8C4AF6CB-AC89-264A-A162-48EF4427987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32883" name="Group 707">
                      <a:extLst>
                        <a:ext uri="{FF2B5EF4-FFF2-40B4-BE49-F238E27FC236}">
                          <a16:creationId xmlns:a16="http://schemas.microsoft.com/office/drawing/2014/main" id="{F452C8C0-19BE-6A4D-9ABE-E0A3580DAB0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32889" name="Rectangle 708">
                        <a:extLst>
                          <a:ext uri="{FF2B5EF4-FFF2-40B4-BE49-F238E27FC236}">
                            <a16:creationId xmlns:a16="http://schemas.microsoft.com/office/drawing/2014/main" id="{A3AC019A-B454-7248-8BA7-00E0E14A46B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90" name="Rectangle 709">
                        <a:extLst>
                          <a:ext uri="{FF2B5EF4-FFF2-40B4-BE49-F238E27FC236}">
                            <a16:creationId xmlns:a16="http://schemas.microsoft.com/office/drawing/2014/main" id="{C34BAA0C-C186-5A40-9D82-F305CC0AC4B6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84" name="Rectangle 710">
                      <a:extLst>
                        <a:ext uri="{FF2B5EF4-FFF2-40B4-BE49-F238E27FC236}">
                          <a16:creationId xmlns:a16="http://schemas.microsoft.com/office/drawing/2014/main" id="{549B59CF-FCCE-3543-B958-6F178C98841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85" name="Line 711">
                      <a:extLst>
                        <a:ext uri="{FF2B5EF4-FFF2-40B4-BE49-F238E27FC236}">
                          <a16:creationId xmlns:a16="http://schemas.microsoft.com/office/drawing/2014/main" id="{C6DA4B93-864D-EC4A-BB38-0F859D36931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86" name="Line 712">
                      <a:extLst>
                        <a:ext uri="{FF2B5EF4-FFF2-40B4-BE49-F238E27FC236}">
                          <a16:creationId xmlns:a16="http://schemas.microsoft.com/office/drawing/2014/main" id="{966157B9-A921-3847-B18A-99051C44CFB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87" name="Line 713">
                      <a:extLst>
                        <a:ext uri="{FF2B5EF4-FFF2-40B4-BE49-F238E27FC236}">
                          <a16:creationId xmlns:a16="http://schemas.microsoft.com/office/drawing/2014/main" id="{32478D65-7A56-7A42-8907-FF01B700C5D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88" name="Line 714">
                      <a:extLst>
                        <a:ext uri="{FF2B5EF4-FFF2-40B4-BE49-F238E27FC236}">
                          <a16:creationId xmlns:a16="http://schemas.microsoft.com/office/drawing/2014/main" id="{E7FFD659-6B3D-E444-8D86-4EB4C06C27B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32794" name="Group 715">
                    <a:extLst>
                      <a:ext uri="{FF2B5EF4-FFF2-40B4-BE49-F238E27FC236}">
                        <a16:creationId xmlns:a16="http://schemas.microsoft.com/office/drawing/2014/main" id="{F1B85F45-D271-1146-8E5A-62335DAE96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48" y="2403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32871" name="Group 716">
                      <a:extLst>
                        <a:ext uri="{FF2B5EF4-FFF2-40B4-BE49-F238E27FC236}">
                          <a16:creationId xmlns:a16="http://schemas.microsoft.com/office/drawing/2014/main" id="{260FD7B4-2036-C94A-AECA-70C5C9D87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32880" name="Rectangle 717">
                        <a:extLst>
                          <a:ext uri="{FF2B5EF4-FFF2-40B4-BE49-F238E27FC236}">
                            <a16:creationId xmlns:a16="http://schemas.microsoft.com/office/drawing/2014/main" id="{4AF65D5C-5391-034D-B218-59EB2CDC61A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81" name="Rectangle 718">
                        <a:extLst>
                          <a:ext uri="{FF2B5EF4-FFF2-40B4-BE49-F238E27FC236}">
                            <a16:creationId xmlns:a16="http://schemas.microsoft.com/office/drawing/2014/main" id="{91EE6A54-7208-374A-A2B0-F7EC1CB0C5D9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32872" name="Group 719">
                      <a:extLst>
                        <a:ext uri="{FF2B5EF4-FFF2-40B4-BE49-F238E27FC236}">
                          <a16:creationId xmlns:a16="http://schemas.microsoft.com/office/drawing/2014/main" id="{1D6966D7-A229-E04E-93C9-FE9F5AEE19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32878" name="Rectangle 720">
                        <a:extLst>
                          <a:ext uri="{FF2B5EF4-FFF2-40B4-BE49-F238E27FC236}">
                            <a16:creationId xmlns:a16="http://schemas.microsoft.com/office/drawing/2014/main" id="{56824E02-FDAA-DA4D-985D-A0A657DED6A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79" name="Rectangle 721">
                        <a:extLst>
                          <a:ext uri="{FF2B5EF4-FFF2-40B4-BE49-F238E27FC236}">
                            <a16:creationId xmlns:a16="http://schemas.microsoft.com/office/drawing/2014/main" id="{D3AE2F1B-B9C3-7649-9072-4E5C459440C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73" name="Rectangle 722">
                      <a:extLst>
                        <a:ext uri="{FF2B5EF4-FFF2-40B4-BE49-F238E27FC236}">
                          <a16:creationId xmlns:a16="http://schemas.microsoft.com/office/drawing/2014/main" id="{69F6AC4F-AE4A-BC49-8795-438BFCFCF5F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74" name="Line 723">
                      <a:extLst>
                        <a:ext uri="{FF2B5EF4-FFF2-40B4-BE49-F238E27FC236}">
                          <a16:creationId xmlns:a16="http://schemas.microsoft.com/office/drawing/2014/main" id="{32690C1A-CEEC-C041-BDA9-45DA0F0F708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75" name="Line 724">
                      <a:extLst>
                        <a:ext uri="{FF2B5EF4-FFF2-40B4-BE49-F238E27FC236}">
                          <a16:creationId xmlns:a16="http://schemas.microsoft.com/office/drawing/2014/main" id="{624976F7-ECA6-3A46-86DB-81828D4365C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76" name="Line 725">
                      <a:extLst>
                        <a:ext uri="{FF2B5EF4-FFF2-40B4-BE49-F238E27FC236}">
                          <a16:creationId xmlns:a16="http://schemas.microsoft.com/office/drawing/2014/main" id="{ED14EFE5-2A08-1041-826B-F6E2803CDFA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77" name="Line 726">
                      <a:extLst>
                        <a:ext uri="{FF2B5EF4-FFF2-40B4-BE49-F238E27FC236}">
                          <a16:creationId xmlns:a16="http://schemas.microsoft.com/office/drawing/2014/main" id="{3DDF4ABF-3CEC-5E42-8959-54DA2FB7CA9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32795" name="Group 727">
                    <a:extLst>
                      <a:ext uri="{FF2B5EF4-FFF2-40B4-BE49-F238E27FC236}">
                        <a16:creationId xmlns:a16="http://schemas.microsoft.com/office/drawing/2014/main" id="{6B769C81-1765-454D-909D-A93ADBFAAD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84" y="2376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32860" name="Group 728">
                      <a:extLst>
                        <a:ext uri="{FF2B5EF4-FFF2-40B4-BE49-F238E27FC236}">
                          <a16:creationId xmlns:a16="http://schemas.microsoft.com/office/drawing/2014/main" id="{E6742EFC-DFDB-6B47-97B7-8D7C7003AC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32869" name="Rectangle 729">
                        <a:extLst>
                          <a:ext uri="{FF2B5EF4-FFF2-40B4-BE49-F238E27FC236}">
                            <a16:creationId xmlns:a16="http://schemas.microsoft.com/office/drawing/2014/main" id="{8C591076-5C77-EB4F-8BBF-D877302F09D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70" name="Rectangle 730">
                        <a:extLst>
                          <a:ext uri="{FF2B5EF4-FFF2-40B4-BE49-F238E27FC236}">
                            <a16:creationId xmlns:a16="http://schemas.microsoft.com/office/drawing/2014/main" id="{18EB38ED-0EEC-8042-AAD8-34CEE96EF6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32861" name="Group 731">
                      <a:extLst>
                        <a:ext uri="{FF2B5EF4-FFF2-40B4-BE49-F238E27FC236}">
                          <a16:creationId xmlns:a16="http://schemas.microsoft.com/office/drawing/2014/main" id="{B93071BF-B9F7-C14F-97FA-87A6A39FE7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32867" name="Rectangle 732">
                        <a:extLst>
                          <a:ext uri="{FF2B5EF4-FFF2-40B4-BE49-F238E27FC236}">
                            <a16:creationId xmlns:a16="http://schemas.microsoft.com/office/drawing/2014/main" id="{13BFAFA3-44D6-EB4E-8429-FDF47222F70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68" name="Rectangle 733">
                        <a:extLst>
                          <a:ext uri="{FF2B5EF4-FFF2-40B4-BE49-F238E27FC236}">
                            <a16:creationId xmlns:a16="http://schemas.microsoft.com/office/drawing/2014/main" id="{69A99DF7-B975-0B4A-BABF-8CE4DD5D16A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62" name="Rectangle 734">
                      <a:extLst>
                        <a:ext uri="{FF2B5EF4-FFF2-40B4-BE49-F238E27FC236}">
                          <a16:creationId xmlns:a16="http://schemas.microsoft.com/office/drawing/2014/main" id="{79180AF1-02DE-7942-A321-BB549A40A60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63" name="Line 735">
                      <a:extLst>
                        <a:ext uri="{FF2B5EF4-FFF2-40B4-BE49-F238E27FC236}">
                          <a16:creationId xmlns:a16="http://schemas.microsoft.com/office/drawing/2014/main" id="{F56F866E-09A2-1149-A681-3257F8ECD59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64" name="Line 736">
                      <a:extLst>
                        <a:ext uri="{FF2B5EF4-FFF2-40B4-BE49-F238E27FC236}">
                          <a16:creationId xmlns:a16="http://schemas.microsoft.com/office/drawing/2014/main" id="{111886E6-1997-BA41-A0C6-DCB3663C2ED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65" name="Line 737">
                      <a:extLst>
                        <a:ext uri="{FF2B5EF4-FFF2-40B4-BE49-F238E27FC236}">
                          <a16:creationId xmlns:a16="http://schemas.microsoft.com/office/drawing/2014/main" id="{1CA3A194-90B2-A24A-B6AB-7ACF8152131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66" name="Line 738">
                      <a:extLst>
                        <a:ext uri="{FF2B5EF4-FFF2-40B4-BE49-F238E27FC236}">
                          <a16:creationId xmlns:a16="http://schemas.microsoft.com/office/drawing/2014/main" id="{603EFCB5-EC26-3248-93D3-6DE188FC33C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32796" name="Group 739">
                    <a:extLst>
                      <a:ext uri="{FF2B5EF4-FFF2-40B4-BE49-F238E27FC236}">
                        <a16:creationId xmlns:a16="http://schemas.microsoft.com/office/drawing/2014/main" id="{12544475-34B8-CC42-A8AB-353C1D2CF9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24" y="2376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32849" name="Group 740">
                      <a:extLst>
                        <a:ext uri="{FF2B5EF4-FFF2-40B4-BE49-F238E27FC236}">
                          <a16:creationId xmlns:a16="http://schemas.microsoft.com/office/drawing/2014/main" id="{1982B982-C0FE-6543-8329-A7B00CE6C99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32858" name="Rectangle 741">
                        <a:extLst>
                          <a:ext uri="{FF2B5EF4-FFF2-40B4-BE49-F238E27FC236}">
                            <a16:creationId xmlns:a16="http://schemas.microsoft.com/office/drawing/2014/main" id="{9A5F07F6-381A-DC4C-92BB-1BADA8F59FC6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59" name="Rectangle 742">
                        <a:extLst>
                          <a:ext uri="{FF2B5EF4-FFF2-40B4-BE49-F238E27FC236}">
                            <a16:creationId xmlns:a16="http://schemas.microsoft.com/office/drawing/2014/main" id="{1B6078ED-A02B-714F-AB6C-CAD7EBDE90A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32850" name="Group 743">
                      <a:extLst>
                        <a:ext uri="{FF2B5EF4-FFF2-40B4-BE49-F238E27FC236}">
                          <a16:creationId xmlns:a16="http://schemas.microsoft.com/office/drawing/2014/main" id="{59A5F571-7B5E-3142-9717-50D49C8CC3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32856" name="Rectangle 744">
                        <a:extLst>
                          <a:ext uri="{FF2B5EF4-FFF2-40B4-BE49-F238E27FC236}">
                            <a16:creationId xmlns:a16="http://schemas.microsoft.com/office/drawing/2014/main" id="{9E5826B5-EDD9-1647-AF4D-D3356B0A669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57" name="Rectangle 745">
                        <a:extLst>
                          <a:ext uri="{FF2B5EF4-FFF2-40B4-BE49-F238E27FC236}">
                            <a16:creationId xmlns:a16="http://schemas.microsoft.com/office/drawing/2014/main" id="{240130EF-3BB8-7D48-A944-CA064D55457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51" name="Rectangle 746">
                      <a:extLst>
                        <a:ext uri="{FF2B5EF4-FFF2-40B4-BE49-F238E27FC236}">
                          <a16:creationId xmlns:a16="http://schemas.microsoft.com/office/drawing/2014/main" id="{34ECECD7-EAFD-2C4F-A828-40F4250008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52" name="Line 747">
                      <a:extLst>
                        <a:ext uri="{FF2B5EF4-FFF2-40B4-BE49-F238E27FC236}">
                          <a16:creationId xmlns:a16="http://schemas.microsoft.com/office/drawing/2014/main" id="{21F4ED20-8AF8-5345-97CC-1E7EDEBE004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53" name="Line 748">
                      <a:extLst>
                        <a:ext uri="{FF2B5EF4-FFF2-40B4-BE49-F238E27FC236}">
                          <a16:creationId xmlns:a16="http://schemas.microsoft.com/office/drawing/2014/main" id="{D694E66D-628E-4749-88E3-7314886DDBE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54" name="Line 749">
                      <a:extLst>
                        <a:ext uri="{FF2B5EF4-FFF2-40B4-BE49-F238E27FC236}">
                          <a16:creationId xmlns:a16="http://schemas.microsoft.com/office/drawing/2014/main" id="{C9242378-ABBC-8047-BBF1-47987F49515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55" name="Line 750">
                      <a:extLst>
                        <a:ext uri="{FF2B5EF4-FFF2-40B4-BE49-F238E27FC236}">
                          <a16:creationId xmlns:a16="http://schemas.microsoft.com/office/drawing/2014/main" id="{FDF14B56-F6C2-9B42-9AE9-ADA668326B1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32797" name="Group 751">
                    <a:extLst>
                      <a:ext uri="{FF2B5EF4-FFF2-40B4-BE49-F238E27FC236}">
                        <a16:creationId xmlns:a16="http://schemas.microsoft.com/office/drawing/2014/main" id="{85CAFC85-75A8-484C-956B-F116A60123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10" y="2168"/>
                    <a:ext cx="1225" cy="596"/>
                    <a:chOff x="1610" y="2168"/>
                    <a:chExt cx="1225" cy="596"/>
                  </a:xfrm>
                </p:grpSpPr>
                <p:grpSp>
                  <p:nvGrpSpPr>
                    <p:cNvPr id="32839" name="Group 752">
                      <a:extLst>
                        <a:ext uri="{FF2B5EF4-FFF2-40B4-BE49-F238E27FC236}">
                          <a16:creationId xmlns:a16="http://schemas.microsoft.com/office/drawing/2014/main" id="{EDF45FCB-E6C4-984C-A8EC-CAE3A3C23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655" y="2570"/>
                      <a:ext cx="1146" cy="194"/>
                      <a:chOff x="8400" y="10320"/>
                      <a:chExt cx="4848" cy="336"/>
                    </a:xfrm>
                  </p:grpSpPr>
                  <p:sp>
                    <p:nvSpPr>
                      <p:cNvPr id="32841" name="Rectangle 753">
                        <a:extLst>
                          <a:ext uri="{FF2B5EF4-FFF2-40B4-BE49-F238E27FC236}">
                            <a16:creationId xmlns:a16="http://schemas.microsoft.com/office/drawing/2014/main" id="{4B404D2B-4BAA-0847-867B-B875A2679F66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689" y="10551"/>
                        <a:ext cx="4306" cy="105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2" name="Rectangle 754">
                        <a:extLst>
                          <a:ext uri="{FF2B5EF4-FFF2-40B4-BE49-F238E27FC236}">
                            <a16:creationId xmlns:a16="http://schemas.microsoft.com/office/drawing/2014/main" id="{9D00F8DE-0790-C845-8E5B-85FAAB2A17B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774" y="10362"/>
                        <a:ext cx="195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3" name="Rectangle 755">
                        <a:extLst>
                          <a:ext uri="{FF2B5EF4-FFF2-40B4-BE49-F238E27FC236}">
                            <a16:creationId xmlns:a16="http://schemas.microsoft.com/office/drawing/2014/main" id="{34D551EA-D41F-4E46-82DD-530CBC34C4E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9759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4" name="Rectangle 756">
                        <a:extLst>
                          <a:ext uri="{FF2B5EF4-FFF2-40B4-BE49-F238E27FC236}">
                            <a16:creationId xmlns:a16="http://schemas.microsoft.com/office/drawing/2014/main" id="{40585707-A213-CA4E-82EE-F869FD5ABE4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745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5" name="Rectangle 757">
                        <a:extLst>
                          <a:ext uri="{FF2B5EF4-FFF2-40B4-BE49-F238E27FC236}">
                            <a16:creationId xmlns:a16="http://schemas.microsoft.com/office/drawing/2014/main" id="{4434B686-1077-034C-AC4B-4CD72095A6F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1731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6" name="Rectangle 758">
                        <a:extLst>
                          <a:ext uri="{FF2B5EF4-FFF2-40B4-BE49-F238E27FC236}">
                            <a16:creationId xmlns:a16="http://schemas.microsoft.com/office/drawing/2014/main" id="{98A5B880-6529-874E-928A-573F36AD7A16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2717" y="10362"/>
                        <a:ext cx="195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32847" name="Line 759">
                        <a:extLst>
                          <a:ext uri="{FF2B5EF4-FFF2-40B4-BE49-F238E27FC236}">
                            <a16:creationId xmlns:a16="http://schemas.microsoft.com/office/drawing/2014/main" id="{A48A8DEB-A361-6346-9405-675D84689E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00" y="10362"/>
                        <a:ext cx="484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/>
                      </a:p>
                    </p:txBody>
                  </p:sp>
                  <p:sp>
                    <p:nvSpPr>
                      <p:cNvPr id="32848" name="Line 760">
                        <a:extLst>
                          <a:ext uri="{FF2B5EF4-FFF2-40B4-BE49-F238E27FC236}">
                            <a16:creationId xmlns:a16="http://schemas.microsoft.com/office/drawing/2014/main" id="{8786BC14-61FE-B840-A5AE-5A49EEF24A8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00" y="10320"/>
                        <a:ext cx="484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/>
                      </a:p>
                    </p:txBody>
                  </p:sp>
                </p:grpSp>
                <p:sp>
                  <p:nvSpPr>
                    <p:cNvPr id="32840" name="Rectangle 761">
                      <a:extLst>
                        <a:ext uri="{FF2B5EF4-FFF2-40B4-BE49-F238E27FC236}">
                          <a16:creationId xmlns:a16="http://schemas.microsoft.com/office/drawing/2014/main" id="{ED5E6884-8CB1-AE4A-8F33-F775C4223E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10" y="2168"/>
                      <a:ext cx="1225" cy="83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2798" name="Group 762">
                    <a:extLst>
                      <a:ext uri="{FF2B5EF4-FFF2-40B4-BE49-F238E27FC236}">
                        <a16:creationId xmlns:a16="http://schemas.microsoft.com/office/drawing/2014/main" id="{D26BF02D-C191-6549-BCCA-3F29AD54A6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836" y="2321"/>
                    <a:ext cx="115" cy="222"/>
                    <a:chOff x="11664" y="12912"/>
                    <a:chExt cx="480" cy="384"/>
                  </a:xfrm>
                </p:grpSpPr>
                <p:grpSp>
                  <p:nvGrpSpPr>
                    <p:cNvPr id="32833" name="Group 763">
                      <a:extLst>
                        <a:ext uri="{FF2B5EF4-FFF2-40B4-BE49-F238E27FC236}">
                          <a16:creationId xmlns:a16="http://schemas.microsoft.com/office/drawing/2014/main" id="{2FCED1B3-0485-B442-8A7F-BACAEDC7DD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712" y="13056"/>
                      <a:ext cx="432" cy="240"/>
                      <a:chOff x="10032" y="13056"/>
                      <a:chExt cx="432" cy="240"/>
                    </a:xfrm>
                  </p:grpSpPr>
                  <p:grpSp>
                    <p:nvGrpSpPr>
                      <p:cNvPr id="32835" name="Group 764">
                        <a:extLst>
                          <a:ext uri="{FF2B5EF4-FFF2-40B4-BE49-F238E27FC236}">
                            <a16:creationId xmlns:a16="http://schemas.microsoft.com/office/drawing/2014/main" id="{FAA1FCB7-51FA-E342-8605-05C9A4E868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0032" y="13056"/>
                        <a:ext cx="432" cy="240"/>
                        <a:chOff x="8976" y="13056"/>
                        <a:chExt cx="432" cy="240"/>
                      </a:xfrm>
                    </p:grpSpPr>
                    <p:sp>
                      <p:nvSpPr>
                        <p:cNvPr id="32837" name="Rectangle 765">
                          <a:extLst>
                            <a:ext uri="{FF2B5EF4-FFF2-40B4-BE49-F238E27FC236}">
                              <a16:creationId xmlns:a16="http://schemas.microsoft.com/office/drawing/2014/main" id="{8E57711A-D7FE-854C-BD88-7AD3475FE395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8976" y="13200"/>
                          <a:ext cx="432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  <p:sp>
                      <p:nvSpPr>
                        <p:cNvPr id="32838" name="Rectangle 766">
                          <a:extLst>
                            <a:ext uri="{FF2B5EF4-FFF2-40B4-BE49-F238E27FC236}">
                              <a16:creationId xmlns:a16="http://schemas.microsoft.com/office/drawing/2014/main" id="{990A3421-8326-554B-8B3B-42B5282D301B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9360" y="13056"/>
                          <a:ext cx="48" cy="144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32836" name="Rectangle 767">
                        <a:extLst>
                          <a:ext uri="{FF2B5EF4-FFF2-40B4-BE49-F238E27FC236}">
                            <a16:creationId xmlns:a16="http://schemas.microsoft.com/office/drawing/2014/main" id="{A5E2DA13-4F1A-7448-A63C-DBC1D42CEFF6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272" y="13104"/>
                        <a:ext cx="144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34" name="Rectangle 768">
                      <a:extLst>
                        <a:ext uri="{FF2B5EF4-FFF2-40B4-BE49-F238E27FC236}">
                          <a16:creationId xmlns:a16="http://schemas.microsoft.com/office/drawing/2014/main" id="{E7ACF448-8C08-0B40-9AF8-B7C4A66C2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664" y="12912"/>
                      <a:ext cx="480" cy="384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2799" name="Group 769">
                    <a:extLst>
                      <a:ext uri="{FF2B5EF4-FFF2-40B4-BE49-F238E27FC236}">
                        <a16:creationId xmlns:a16="http://schemas.microsoft.com/office/drawing/2014/main" id="{D7B6E1FB-42AE-0B4A-A27D-129D33A31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43" y="2321"/>
                    <a:ext cx="136" cy="222"/>
                    <a:chOff x="10464" y="9888"/>
                    <a:chExt cx="576" cy="384"/>
                  </a:xfrm>
                </p:grpSpPr>
                <p:grpSp>
                  <p:nvGrpSpPr>
                    <p:cNvPr id="32825" name="Group 770">
                      <a:extLst>
                        <a:ext uri="{FF2B5EF4-FFF2-40B4-BE49-F238E27FC236}">
                          <a16:creationId xmlns:a16="http://schemas.microsoft.com/office/drawing/2014/main" id="{8741BA80-39CD-4D49-AE93-75290BC117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464" y="9888"/>
                      <a:ext cx="480" cy="384"/>
                      <a:chOff x="11664" y="12912"/>
                      <a:chExt cx="480" cy="384"/>
                    </a:xfrm>
                  </p:grpSpPr>
                  <p:grpSp>
                    <p:nvGrpSpPr>
                      <p:cNvPr id="32827" name="Group 771">
                        <a:extLst>
                          <a:ext uri="{FF2B5EF4-FFF2-40B4-BE49-F238E27FC236}">
                            <a16:creationId xmlns:a16="http://schemas.microsoft.com/office/drawing/2014/main" id="{152874FF-04EB-5942-9568-CCB9CD12493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1712" y="13056"/>
                        <a:ext cx="432" cy="240"/>
                        <a:chOff x="10032" y="13056"/>
                        <a:chExt cx="432" cy="240"/>
                      </a:xfrm>
                    </p:grpSpPr>
                    <p:grpSp>
                      <p:nvGrpSpPr>
                        <p:cNvPr id="32829" name="Group 772">
                          <a:extLst>
                            <a:ext uri="{FF2B5EF4-FFF2-40B4-BE49-F238E27FC236}">
                              <a16:creationId xmlns:a16="http://schemas.microsoft.com/office/drawing/2014/main" id="{B1400EE3-755D-C84D-8992-8650CBE1FD9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0032" y="13056"/>
                          <a:ext cx="432" cy="240"/>
                          <a:chOff x="8976" y="13056"/>
                          <a:chExt cx="432" cy="240"/>
                        </a:xfrm>
                      </p:grpSpPr>
                      <p:sp>
                        <p:nvSpPr>
                          <p:cNvPr id="32831" name="Rectangle 773">
                            <a:extLst>
                              <a:ext uri="{FF2B5EF4-FFF2-40B4-BE49-F238E27FC236}">
                                <a16:creationId xmlns:a16="http://schemas.microsoft.com/office/drawing/2014/main" id="{786E0F7E-5914-9B41-AA8A-67F1C5A5615F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8976" y="13200"/>
                            <a:ext cx="432" cy="96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  <p:sp>
                        <p:nvSpPr>
                          <p:cNvPr id="32832" name="Rectangle 774">
                            <a:extLst>
                              <a:ext uri="{FF2B5EF4-FFF2-40B4-BE49-F238E27FC236}">
                                <a16:creationId xmlns:a16="http://schemas.microsoft.com/office/drawing/2014/main" id="{51A495C9-AA9F-8B4F-B35A-A337EC6113F8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9360" y="13056"/>
                            <a:ext cx="48" cy="144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</p:grpSp>
                    <p:sp>
                      <p:nvSpPr>
                        <p:cNvPr id="32830" name="Rectangle 775">
                          <a:extLst>
                            <a:ext uri="{FF2B5EF4-FFF2-40B4-BE49-F238E27FC236}">
                              <a16:creationId xmlns:a16="http://schemas.microsoft.com/office/drawing/2014/main" id="{FD580C58-E06A-E542-A545-9E110D71ACB5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0272" y="13104"/>
                          <a:ext cx="144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32828" name="Rectangle 776">
                        <a:extLst>
                          <a:ext uri="{FF2B5EF4-FFF2-40B4-BE49-F238E27FC236}">
                            <a16:creationId xmlns:a16="http://schemas.microsoft.com/office/drawing/2014/main" id="{C1A22C57-021E-094C-AA9A-DB6487509669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1664" y="12912"/>
                        <a:ext cx="480" cy="384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26" name="Rectangle 777">
                      <a:extLst>
                        <a:ext uri="{FF2B5EF4-FFF2-40B4-BE49-F238E27FC236}">
                          <a16:creationId xmlns:a16="http://schemas.microsoft.com/office/drawing/2014/main" id="{3890C0AA-1194-EB4B-8E47-775F5C7C0B6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944" y="9888"/>
                      <a:ext cx="96" cy="38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2800" name="Group 778">
                    <a:extLst>
                      <a:ext uri="{FF2B5EF4-FFF2-40B4-BE49-F238E27FC236}">
                        <a16:creationId xmlns:a16="http://schemas.microsoft.com/office/drawing/2014/main" id="{7262807B-08BA-8947-9879-75571C2B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96" y="2228"/>
                    <a:ext cx="292" cy="315"/>
                    <a:chOff x="11114" y="9727"/>
                    <a:chExt cx="1231" cy="545"/>
                  </a:xfrm>
                </p:grpSpPr>
                <p:grpSp>
                  <p:nvGrpSpPr>
                    <p:cNvPr id="32813" name="Group 779">
                      <a:extLst>
                        <a:ext uri="{FF2B5EF4-FFF2-40B4-BE49-F238E27FC236}">
                          <a16:creationId xmlns:a16="http://schemas.microsoft.com/office/drawing/2014/main" id="{D9CF51FD-57DF-9640-BF1D-A67A343BA4B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664" y="9888"/>
                      <a:ext cx="576" cy="384"/>
                      <a:chOff x="10464" y="9888"/>
                      <a:chExt cx="576" cy="384"/>
                    </a:xfrm>
                  </p:grpSpPr>
                  <p:grpSp>
                    <p:nvGrpSpPr>
                      <p:cNvPr id="32817" name="Group 780">
                        <a:extLst>
                          <a:ext uri="{FF2B5EF4-FFF2-40B4-BE49-F238E27FC236}">
                            <a16:creationId xmlns:a16="http://schemas.microsoft.com/office/drawing/2014/main" id="{F123F8FC-54CC-AE48-A07A-32C7EF07DF2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0464" y="9888"/>
                        <a:ext cx="480" cy="384"/>
                        <a:chOff x="11664" y="12912"/>
                        <a:chExt cx="480" cy="384"/>
                      </a:xfrm>
                    </p:grpSpPr>
                    <p:grpSp>
                      <p:nvGrpSpPr>
                        <p:cNvPr id="32819" name="Group 781">
                          <a:extLst>
                            <a:ext uri="{FF2B5EF4-FFF2-40B4-BE49-F238E27FC236}">
                              <a16:creationId xmlns:a16="http://schemas.microsoft.com/office/drawing/2014/main" id="{E9D662E6-C167-5F49-B48F-CB9DE9893E6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1712" y="13056"/>
                          <a:ext cx="432" cy="240"/>
                          <a:chOff x="10032" y="13056"/>
                          <a:chExt cx="432" cy="240"/>
                        </a:xfrm>
                      </p:grpSpPr>
                      <p:grpSp>
                        <p:nvGrpSpPr>
                          <p:cNvPr id="32821" name="Group 782">
                            <a:extLst>
                              <a:ext uri="{FF2B5EF4-FFF2-40B4-BE49-F238E27FC236}">
                                <a16:creationId xmlns:a16="http://schemas.microsoft.com/office/drawing/2014/main" id="{EF35E372-C1CF-3E40-9DE3-F64EE45D0898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10032" y="13056"/>
                            <a:ext cx="432" cy="240"/>
                            <a:chOff x="8976" y="13056"/>
                            <a:chExt cx="432" cy="240"/>
                          </a:xfrm>
                        </p:grpSpPr>
                        <p:sp>
                          <p:nvSpPr>
                            <p:cNvPr id="32823" name="Rectangle 783">
                              <a:extLst>
                                <a:ext uri="{FF2B5EF4-FFF2-40B4-BE49-F238E27FC236}">
                                  <a16:creationId xmlns:a16="http://schemas.microsoft.com/office/drawing/2014/main" id="{9E57E923-AA5E-024B-B66E-3BD9A73CF2BE}"/>
                                </a:ext>
                              </a:extLst>
                            </p:cNvPr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8976" y="13200"/>
                              <a:ext cx="432" cy="96"/>
                            </a:xfrm>
                            <a:prstGeom prst="rect">
                              <a:avLst/>
                            </a:prstGeom>
                            <a:solidFill>
                              <a:srgbClr val="FFFFFF"/>
                            </a:solidFill>
                            <a:ln w="12700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:ln>
                          </p:spPr>
                          <p:txBody>
                            <a:bodyPr wrap="none" anchor="ctr"/>
                            <a:lstStyle>
                              <a:lvl1pPr>
                                <a:spcBef>
                                  <a:spcPct val="20000"/>
                                </a:spcBef>
                                <a:buChar char="•"/>
                                <a:defRPr sz="28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1pPr>
                              <a:lvl2pPr marL="742950" indent="-285750">
                                <a:spcBef>
                                  <a:spcPct val="20000"/>
                                </a:spcBef>
                                <a:buChar char="–"/>
                                <a:defRPr sz="24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2pPr>
                              <a:lvl3pPr marL="1143000" indent="-228600">
                                <a:spcBef>
                                  <a:spcPct val="20000"/>
                                </a:spcBef>
                                <a:buChar char="•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3pPr>
                              <a:lvl4pPr marL="1600200" indent="-228600">
                                <a:spcBef>
                                  <a:spcPct val="20000"/>
                                </a:spcBef>
                                <a:buChar char="–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4pPr>
                              <a:lvl5pPr marL="2057400" indent="-228600">
                                <a:spcBef>
                                  <a:spcPct val="20000"/>
                                </a:spcBef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9pPr>
                            </a:lstStyle>
                            <a:p>
                              <a:pPr algn="ctr" eaLnBrk="1" hangingPunct="1">
                                <a:spcBef>
                                  <a:spcPct val="50000"/>
                                </a:spcBef>
                                <a:buFontTx/>
                                <a:buNone/>
                              </a:pPr>
                              <a:endParaRPr lang="pt-BR" altLang="pt-BR" sz="2000"/>
                            </a:p>
                          </p:txBody>
                        </p:sp>
                        <p:sp>
                          <p:nvSpPr>
                            <p:cNvPr id="32824" name="Rectangle 784">
                              <a:extLst>
                                <a:ext uri="{FF2B5EF4-FFF2-40B4-BE49-F238E27FC236}">
                                  <a16:creationId xmlns:a16="http://schemas.microsoft.com/office/drawing/2014/main" id="{E0D3D435-D998-F448-A4BA-8CB30106404D}"/>
                                </a:ext>
                              </a:extLst>
                            </p:cNvPr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9360" y="13056"/>
                              <a:ext cx="48" cy="144"/>
                            </a:xfrm>
                            <a:prstGeom prst="rect">
                              <a:avLst/>
                            </a:prstGeom>
                            <a:solidFill>
                              <a:srgbClr val="FFFFFF"/>
                            </a:solidFill>
                            <a:ln w="12700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:ln>
                          </p:spPr>
                          <p:txBody>
                            <a:bodyPr wrap="none" anchor="ctr"/>
                            <a:lstStyle>
                              <a:lvl1pPr>
                                <a:spcBef>
                                  <a:spcPct val="20000"/>
                                </a:spcBef>
                                <a:buChar char="•"/>
                                <a:defRPr sz="28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1pPr>
                              <a:lvl2pPr marL="742950" indent="-285750">
                                <a:spcBef>
                                  <a:spcPct val="20000"/>
                                </a:spcBef>
                                <a:buChar char="–"/>
                                <a:defRPr sz="24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2pPr>
                              <a:lvl3pPr marL="1143000" indent="-228600">
                                <a:spcBef>
                                  <a:spcPct val="20000"/>
                                </a:spcBef>
                                <a:buChar char="•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3pPr>
                              <a:lvl4pPr marL="1600200" indent="-228600">
                                <a:spcBef>
                                  <a:spcPct val="20000"/>
                                </a:spcBef>
                                <a:buChar char="–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4pPr>
                              <a:lvl5pPr marL="2057400" indent="-228600">
                                <a:spcBef>
                                  <a:spcPct val="20000"/>
                                </a:spcBef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9pPr>
                            </a:lstStyle>
                            <a:p>
                              <a:pPr algn="ctr" eaLnBrk="1" hangingPunct="1">
                                <a:spcBef>
                                  <a:spcPct val="50000"/>
                                </a:spcBef>
                                <a:buFontTx/>
                                <a:buNone/>
                              </a:pPr>
                              <a:endParaRPr lang="pt-BR" altLang="pt-BR" sz="2000"/>
                            </a:p>
                          </p:txBody>
                        </p:sp>
                      </p:grpSp>
                      <p:sp>
                        <p:nvSpPr>
                          <p:cNvPr id="32822" name="Rectangle 785">
                            <a:extLst>
                              <a:ext uri="{FF2B5EF4-FFF2-40B4-BE49-F238E27FC236}">
                                <a16:creationId xmlns:a16="http://schemas.microsoft.com/office/drawing/2014/main" id="{F3758F9F-9DDC-3845-9C0F-C198FF560EB5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10272" y="13104"/>
                            <a:ext cx="144" cy="96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</p:grpSp>
                    <p:sp>
                      <p:nvSpPr>
                        <p:cNvPr id="32820" name="Rectangle 786">
                          <a:extLst>
                            <a:ext uri="{FF2B5EF4-FFF2-40B4-BE49-F238E27FC236}">
                              <a16:creationId xmlns:a16="http://schemas.microsoft.com/office/drawing/2014/main" id="{389A6D48-0090-B84B-9045-EA6F60CD6C18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1664" y="12912"/>
                          <a:ext cx="480" cy="384"/>
                        </a:xfrm>
                        <a:prstGeom prst="rect">
                          <a:avLst/>
                        </a:prstGeom>
                        <a:noFill/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32818" name="Rectangle 787">
                        <a:extLst>
                          <a:ext uri="{FF2B5EF4-FFF2-40B4-BE49-F238E27FC236}">
                            <a16:creationId xmlns:a16="http://schemas.microsoft.com/office/drawing/2014/main" id="{FDB5461B-5646-4349-A5EF-160E608C523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944" y="9888"/>
                        <a:ext cx="96" cy="384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32814" name="Rectangle 788">
                      <a:extLst>
                        <a:ext uri="{FF2B5EF4-FFF2-40B4-BE49-F238E27FC236}">
                          <a16:creationId xmlns:a16="http://schemas.microsoft.com/office/drawing/2014/main" id="{45B92D52-3466-D44D-8A02-557423D889C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144" y="9888"/>
                      <a:ext cx="96" cy="192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15" name="Rectangle 789">
                      <a:extLst>
                        <a:ext uri="{FF2B5EF4-FFF2-40B4-BE49-F238E27FC236}">
                          <a16:creationId xmlns:a16="http://schemas.microsoft.com/office/drawing/2014/main" id="{221C9E82-7665-6644-A732-317801E1C1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664" y="9888"/>
                      <a:ext cx="240" cy="14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16" name="Text Box 790">
                      <a:extLst>
                        <a:ext uri="{FF2B5EF4-FFF2-40B4-BE49-F238E27FC236}">
                          <a16:creationId xmlns:a16="http://schemas.microsoft.com/office/drawing/2014/main" id="{5C4E5977-4200-8447-AAE2-F978625D217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114" y="9727"/>
                      <a:ext cx="1231" cy="453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700" b="1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</a:rPr>
                        <a:t>X</a:t>
                      </a:r>
                      <a:endParaRPr lang="pt-BR" altLang="pt-BR" sz="20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32801" name="AutoShape 791">
                    <a:extLst>
                      <a:ext uri="{FF2B5EF4-FFF2-40B4-BE49-F238E27FC236}">
                        <a16:creationId xmlns:a16="http://schemas.microsoft.com/office/drawing/2014/main" id="{B9979F19-96E9-FF4F-997C-7FE6503452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62" y="2321"/>
                    <a:ext cx="26" cy="111"/>
                  </a:xfrm>
                  <a:prstGeom prst="can">
                    <a:avLst>
                      <a:gd name="adj" fmla="val 106731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32802" name="AutoShape 792">
                    <a:extLst>
                      <a:ext uri="{FF2B5EF4-FFF2-40B4-BE49-F238E27FC236}">
                        <a16:creationId xmlns:a16="http://schemas.microsoft.com/office/drawing/2014/main" id="{9C031A05-8F4D-BA42-8F5E-E54ABEDF9A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4190731" flipH="1">
                    <a:off x="1937" y="2433"/>
                    <a:ext cx="39" cy="37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grpSp>
                <p:nvGrpSpPr>
                  <p:cNvPr id="32803" name="Group 793">
                    <a:extLst>
                      <a:ext uri="{FF2B5EF4-FFF2-40B4-BE49-F238E27FC236}">
                        <a16:creationId xmlns:a16="http://schemas.microsoft.com/office/drawing/2014/main" id="{0411C0D0-B473-DC42-9A28-B6D1F7D42B6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79" y="2321"/>
                    <a:ext cx="50" cy="150"/>
                    <a:chOff x="9696" y="9984"/>
                    <a:chExt cx="211" cy="261"/>
                  </a:xfrm>
                </p:grpSpPr>
                <p:sp>
                  <p:nvSpPr>
                    <p:cNvPr id="32811" name="AutoShape 794">
                      <a:extLst>
                        <a:ext uri="{FF2B5EF4-FFF2-40B4-BE49-F238E27FC236}">
                          <a16:creationId xmlns:a16="http://schemas.microsoft.com/office/drawing/2014/main" id="{917D2E74-B828-3041-877E-8AE70E1592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92" y="9984"/>
                      <a:ext cx="115" cy="192"/>
                    </a:xfrm>
                    <a:prstGeom prst="can">
                      <a:avLst>
                        <a:gd name="adj" fmla="val 41739"/>
                      </a:avLst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12" name="AutoShape 795">
                      <a:extLst>
                        <a:ext uri="{FF2B5EF4-FFF2-40B4-BE49-F238E27FC236}">
                          <a16:creationId xmlns:a16="http://schemas.microsoft.com/office/drawing/2014/main" id="{D4F22EF1-D916-3446-9C23-DD484B9883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4190731" flipH="1">
                      <a:off x="9737" y="10135"/>
                      <a:ext cx="69" cy="151"/>
                    </a:xfrm>
                    <a:prstGeom prst="triangle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32804" name="Group 796">
                    <a:extLst>
                      <a:ext uri="{FF2B5EF4-FFF2-40B4-BE49-F238E27FC236}">
                        <a16:creationId xmlns:a16="http://schemas.microsoft.com/office/drawing/2014/main" id="{E55578D2-78D0-1B4E-84D9-21523E6786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80" y="2488"/>
                    <a:ext cx="56" cy="26"/>
                    <a:chOff x="9216" y="8640"/>
                    <a:chExt cx="240" cy="48"/>
                  </a:xfrm>
                </p:grpSpPr>
                <p:sp>
                  <p:nvSpPr>
                    <p:cNvPr id="32809" name="Rectangle 797">
                      <a:extLst>
                        <a:ext uri="{FF2B5EF4-FFF2-40B4-BE49-F238E27FC236}">
                          <a16:creationId xmlns:a16="http://schemas.microsoft.com/office/drawing/2014/main" id="{44B0FC9C-47E0-A046-957E-5C80EA845CA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216" y="8640"/>
                      <a:ext cx="9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32810" name="Line 798">
                      <a:extLst>
                        <a:ext uri="{FF2B5EF4-FFF2-40B4-BE49-F238E27FC236}">
                          <a16:creationId xmlns:a16="http://schemas.microsoft.com/office/drawing/2014/main" id="{4A5836E5-F993-B743-9279-F6FF08C9161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9312" y="8664"/>
                      <a:ext cx="144" cy="0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32805" name="Group 799">
                    <a:extLst>
                      <a:ext uri="{FF2B5EF4-FFF2-40B4-BE49-F238E27FC236}">
                        <a16:creationId xmlns:a16="http://schemas.microsoft.com/office/drawing/2014/main" id="{5F4DD086-0021-5E4C-BA2B-E2CE18672B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74" y="2376"/>
                    <a:ext cx="22" cy="112"/>
                    <a:chOff x="10416" y="8688"/>
                    <a:chExt cx="96" cy="192"/>
                  </a:xfrm>
                </p:grpSpPr>
                <p:sp>
                  <p:nvSpPr>
                    <p:cNvPr id="32806" name="Line 800">
                      <a:extLst>
                        <a:ext uri="{FF2B5EF4-FFF2-40B4-BE49-F238E27FC236}">
                          <a16:creationId xmlns:a16="http://schemas.microsoft.com/office/drawing/2014/main" id="{30BC2381-2D5B-2545-92D7-00EA67DA3FB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0416" y="8688"/>
                      <a:ext cx="48" cy="4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07" name="Line 801">
                      <a:extLst>
                        <a:ext uri="{FF2B5EF4-FFF2-40B4-BE49-F238E27FC236}">
                          <a16:creationId xmlns:a16="http://schemas.microsoft.com/office/drawing/2014/main" id="{FFCAB53D-3C86-B549-BF0E-B6AFCB67F30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0464" y="8688"/>
                      <a:ext cx="48" cy="4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32808" name="Rectangle 802">
                      <a:extLst>
                        <a:ext uri="{FF2B5EF4-FFF2-40B4-BE49-F238E27FC236}">
                          <a16:creationId xmlns:a16="http://schemas.microsoft.com/office/drawing/2014/main" id="{0C1BDFE5-3A01-7A45-92FB-7EC68CA8F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40" y="8742"/>
                      <a:ext cx="47" cy="13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</p:grpSp>
          </p:grpSp>
          <p:pic>
            <p:nvPicPr>
              <p:cNvPr id="32787" name="Picture 803">
                <a:extLst>
                  <a:ext uri="{FF2B5EF4-FFF2-40B4-BE49-F238E27FC236}">
                    <a16:creationId xmlns:a16="http://schemas.microsoft.com/office/drawing/2014/main" id="{DE50C767-CCF9-7040-8961-8BBF78256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4899" y="2086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788" name="Rectangle 804">
                <a:extLst>
                  <a:ext uri="{FF2B5EF4-FFF2-40B4-BE49-F238E27FC236}">
                    <a16:creationId xmlns:a16="http://schemas.microsoft.com/office/drawing/2014/main" id="{1A2A52AC-7064-884B-A08A-BC391E5B5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1973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pic>
            <p:nvPicPr>
              <p:cNvPr id="32789" name="Picture 805">
                <a:extLst>
                  <a:ext uri="{FF2B5EF4-FFF2-40B4-BE49-F238E27FC236}">
                    <a16:creationId xmlns:a16="http://schemas.microsoft.com/office/drawing/2014/main" id="{EF0533A8-3129-2C48-AD04-A86E8A49E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3424" y="1858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790" name="Freeform 806">
                <a:extLst>
                  <a:ext uri="{FF2B5EF4-FFF2-40B4-BE49-F238E27FC236}">
                    <a16:creationId xmlns:a16="http://schemas.microsoft.com/office/drawing/2014/main" id="{A2BF362A-7661-584D-9717-597B6B41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706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sp>
          <p:nvSpPr>
            <p:cNvPr id="260903" name="Text Box 807">
              <a:extLst>
                <a:ext uri="{FF2B5EF4-FFF2-40B4-BE49-F238E27FC236}">
                  <a16:creationId xmlns:a16="http://schemas.microsoft.com/office/drawing/2014/main" id="{58315FFB-1301-4E46-AB6A-1B3A536F7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" y="1360"/>
              <a:ext cx="1146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Nova instalação</a:t>
              </a:r>
            </a:p>
          </p:txBody>
        </p:sp>
        <p:sp>
          <p:nvSpPr>
            <p:cNvPr id="260904" name="Text Box 808">
              <a:extLst>
                <a:ext uri="{FF2B5EF4-FFF2-40B4-BE49-F238E27FC236}">
                  <a16:creationId xmlns:a16="http://schemas.microsoft.com/office/drawing/2014/main" id="{77CDFDF5-3FD2-2941-BC08-3D1AA78FC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4" y="1360"/>
              <a:ext cx="1218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Mudar instalação</a:t>
              </a:r>
            </a:p>
          </p:txBody>
        </p:sp>
        <p:sp>
          <p:nvSpPr>
            <p:cNvPr id="260905" name="Text Box 809">
              <a:extLst>
                <a:ext uri="{FF2B5EF4-FFF2-40B4-BE49-F238E27FC236}">
                  <a16:creationId xmlns:a16="http://schemas.microsoft.com/office/drawing/2014/main" id="{EA0FDC58-B477-4648-8A97-A102A1941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6" y="1360"/>
              <a:ext cx="1394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Instalação existente</a:t>
              </a:r>
            </a:p>
          </p:txBody>
        </p:sp>
      </p:grpSp>
      <p:sp>
        <p:nvSpPr>
          <p:cNvPr id="32771" name="Text Box 810">
            <a:extLst>
              <a:ext uri="{FF2B5EF4-FFF2-40B4-BE49-F238E27FC236}">
                <a16:creationId xmlns:a16="http://schemas.microsoft.com/office/drawing/2014/main" id="{5B965F66-2159-BD43-8C89-C7A473A8C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" y="2619375"/>
            <a:ext cx="3333750" cy="3968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Realizar o que foi planejado</a:t>
            </a:r>
          </a:p>
        </p:txBody>
      </p:sp>
      <p:sp>
        <p:nvSpPr>
          <p:cNvPr id="32772" name="Text Box 817">
            <a:extLst>
              <a:ext uri="{FF2B5EF4-FFF2-40B4-BE49-F238E27FC236}">
                <a16:creationId xmlns:a16="http://schemas.microsoft.com/office/drawing/2014/main" id="{A7493F2D-C9F2-1D42-A591-8A0A69867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1013" y="2505075"/>
            <a:ext cx="39147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dirty="0"/>
              <a:t>Nesses dois casos, inserir </a:t>
            </a:r>
            <a:r>
              <a:rPr lang="pt-BR" altLang="pt-BR" sz="2000" b="1" dirty="0">
                <a:solidFill>
                  <a:srgbClr val="0070C0"/>
                </a:solidFill>
              </a:rPr>
              <a:t>o lote piloto na programação atual</a:t>
            </a:r>
          </a:p>
        </p:txBody>
      </p:sp>
      <p:sp>
        <p:nvSpPr>
          <p:cNvPr id="32773" name="Line 818">
            <a:extLst>
              <a:ext uri="{FF2B5EF4-FFF2-40B4-BE49-F238E27FC236}">
                <a16:creationId xmlns:a16="http://schemas.microsoft.com/office/drawing/2014/main" id="{1AA67305-7EE3-F04D-ACA0-D9E33965131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98888" y="2500313"/>
            <a:ext cx="576262" cy="325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pt-BR"/>
          </a:p>
        </p:txBody>
      </p:sp>
      <p:sp>
        <p:nvSpPr>
          <p:cNvPr id="32774" name="Line 819">
            <a:extLst>
              <a:ext uri="{FF2B5EF4-FFF2-40B4-BE49-F238E27FC236}">
                <a16:creationId xmlns:a16="http://schemas.microsoft.com/office/drawing/2014/main" id="{04E27214-6E65-5445-8A51-6E197264C6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58150" y="2481263"/>
            <a:ext cx="458788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pt-BR"/>
          </a:p>
        </p:txBody>
      </p:sp>
      <p:sp>
        <p:nvSpPr>
          <p:cNvPr id="32775" name="Text Box 820">
            <a:extLst>
              <a:ext uri="{FF2B5EF4-FFF2-40B4-BE49-F238E27FC236}">
                <a16:creationId xmlns:a16="http://schemas.microsoft.com/office/drawing/2014/main" id="{F8E88275-EDDD-234C-BA9D-72A1353F1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463" y="3286125"/>
            <a:ext cx="4086225" cy="16256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dirty="0"/>
              <a:t>Mesmo que a produção se inicie em outros equipamentos, aqueles utilizados para a </a:t>
            </a:r>
            <a:r>
              <a:rPr lang="pt-BR" altLang="pt-BR" sz="2000" b="1" dirty="0">
                <a:solidFill>
                  <a:srgbClr val="0070C0"/>
                </a:solidFill>
              </a:rPr>
              <a:t>produção final precisam ser homologados para o novo produto</a:t>
            </a:r>
          </a:p>
        </p:txBody>
      </p:sp>
      <p:sp>
        <p:nvSpPr>
          <p:cNvPr id="32776" name="Text Box 821">
            <a:extLst>
              <a:ext uri="{FF2B5EF4-FFF2-40B4-BE49-F238E27FC236}">
                <a16:creationId xmlns:a16="http://schemas.microsoft.com/office/drawing/2014/main" id="{7F21E50B-43AA-5B4A-AD9E-3913F57B07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075" y="5060156"/>
            <a:ext cx="3433763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dirty="0">
                <a:solidFill>
                  <a:srgbClr val="C00000"/>
                </a:solidFill>
              </a:rPr>
              <a:t>O </a:t>
            </a:r>
            <a:r>
              <a:rPr lang="pt-BR" altLang="pt-BR" sz="2000" u="sng" dirty="0">
                <a:solidFill>
                  <a:srgbClr val="C00000"/>
                </a:solidFill>
              </a:rPr>
              <a:t>processo de planejamento de produção</a:t>
            </a:r>
            <a:r>
              <a:rPr lang="pt-BR" altLang="pt-BR" sz="2000" dirty="0">
                <a:solidFill>
                  <a:srgbClr val="C00000"/>
                </a:solidFill>
              </a:rPr>
              <a:t> não precisa estar definido ainda, mas no final desta fase sim</a:t>
            </a:r>
          </a:p>
        </p:txBody>
      </p:sp>
      <p:pic>
        <p:nvPicPr>
          <p:cNvPr id="32777" name="Picture 822">
            <a:extLst>
              <a:ext uri="{FF2B5EF4-FFF2-40B4-BE49-F238E27FC236}">
                <a16:creationId xmlns:a16="http://schemas.microsoft.com/office/drawing/2014/main" id="{B8AD469B-13B0-334C-B574-B05B009D5C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3075" y="3614738"/>
            <a:ext cx="4679950" cy="300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8" name="Oval 823">
            <a:extLst>
              <a:ext uri="{FF2B5EF4-FFF2-40B4-BE49-F238E27FC236}">
                <a16:creationId xmlns:a16="http://schemas.microsoft.com/office/drawing/2014/main" id="{A31AC0A7-DEB0-6540-ABF1-2EE254B04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3533775"/>
            <a:ext cx="1298575" cy="665163"/>
          </a:xfrm>
          <a:prstGeom prst="ellips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32779" name="Oval 824">
            <a:extLst>
              <a:ext uri="{FF2B5EF4-FFF2-40B4-BE49-F238E27FC236}">
                <a16:creationId xmlns:a16="http://schemas.microsoft.com/office/drawing/2014/main" id="{B5EE350C-FB46-9745-AFC3-86B756750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1300" y="6038850"/>
            <a:ext cx="1298575" cy="665163"/>
          </a:xfrm>
          <a:prstGeom prst="ellips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4">
            <a:extLst>
              <a:ext uri="{FF2B5EF4-FFF2-40B4-BE49-F238E27FC236}">
                <a16:creationId xmlns:a16="http://schemas.microsoft.com/office/drawing/2014/main" id="{432D9523-E078-9F42-A6AC-4B7F534BCE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Homologar o processo</a:t>
            </a:r>
          </a:p>
        </p:txBody>
      </p:sp>
      <p:sp>
        <p:nvSpPr>
          <p:cNvPr id="34818" name="Rectangle 3">
            <a:extLst>
              <a:ext uri="{FF2B5EF4-FFF2-40B4-BE49-F238E27FC236}">
                <a16:creationId xmlns:a16="http://schemas.microsoft.com/office/drawing/2014/main" id="{010ECEE3-BF98-BE48-AC0F-2EBE23F94A1C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1455738" y="2581275"/>
            <a:ext cx="5807075" cy="1963738"/>
          </a:xfrm>
          <a:noFill/>
          <a:ln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pt-BR" altLang="pt-BR"/>
              <a:t>Tarefas:</a:t>
            </a:r>
          </a:p>
          <a:p>
            <a:pPr lvl="1" eaLnBrk="1" hangingPunct="1"/>
            <a:r>
              <a:rPr lang="pt-BR" altLang="pt-BR"/>
              <a:t>Avaliar lote piloto</a:t>
            </a:r>
          </a:p>
          <a:p>
            <a:pPr lvl="1" eaLnBrk="1" hangingPunct="1"/>
            <a:r>
              <a:rPr lang="pt-BR" altLang="pt-BR"/>
              <a:t>Avaliar meios de medição</a:t>
            </a:r>
          </a:p>
          <a:p>
            <a:pPr lvl="1" eaLnBrk="1" hangingPunct="1"/>
            <a:r>
              <a:rPr lang="pt-BR" altLang="pt-BR"/>
              <a:t>Avaliar capabilidade de processo</a:t>
            </a:r>
          </a:p>
        </p:txBody>
      </p:sp>
      <p:sp>
        <p:nvSpPr>
          <p:cNvPr id="34819" name="Text Box 5">
            <a:extLst>
              <a:ext uri="{FF2B5EF4-FFF2-40B4-BE49-F238E27FC236}">
                <a16:creationId xmlns:a16="http://schemas.microsoft.com/office/drawing/2014/main" id="{7196F66B-A714-DE46-BE54-53079C9BD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038" y="1217613"/>
            <a:ext cx="78867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dirty="0"/>
              <a:t>Consigo produzir em série com </a:t>
            </a:r>
            <a:r>
              <a:rPr lang="pt-BR" altLang="pt-BR" sz="2000" u="sng" dirty="0"/>
              <a:t>a mesma qualidade que o protótipo</a:t>
            </a:r>
            <a:r>
              <a:rPr lang="pt-BR" altLang="pt-BR" sz="2000" dirty="0"/>
              <a:t>?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dirty="0"/>
              <a:t>Qual a diferença entre homologar o processo e o produto?</a:t>
            </a:r>
          </a:p>
        </p:txBody>
      </p:sp>
      <p:sp>
        <p:nvSpPr>
          <p:cNvPr id="34820" name="Text Box 6">
            <a:extLst>
              <a:ext uri="{FF2B5EF4-FFF2-40B4-BE49-F238E27FC236}">
                <a16:creationId xmlns:a16="http://schemas.microsoft.com/office/drawing/2014/main" id="{74EA1FC5-1A3E-3947-86DF-384A0D1C54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5632450"/>
            <a:ext cx="44148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/>
              <a:t>Análise dos Sistemas de Medição (MSA — Measurement System Analysis)</a:t>
            </a:r>
            <a:endParaRPr lang="pt-BR" altLang="pt-BR" sz="2000"/>
          </a:p>
        </p:txBody>
      </p:sp>
      <p:sp>
        <p:nvSpPr>
          <p:cNvPr id="34821" name="Text Box 7">
            <a:extLst>
              <a:ext uri="{FF2B5EF4-FFF2-40B4-BE49-F238E27FC236}">
                <a16:creationId xmlns:a16="http://schemas.microsoft.com/office/drawing/2014/main" id="{F3904876-5244-3E43-8FFF-17C80FAB6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6913" y="4786313"/>
            <a:ext cx="44751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/>
              <a:t>Indicadores de Capabilidade de Processo e Controle Estatístico do Processo (CEP)</a:t>
            </a:r>
            <a:endParaRPr lang="pt-BR" altLang="pt-BR" sz="2000"/>
          </a:p>
        </p:txBody>
      </p:sp>
      <p:sp>
        <p:nvSpPr>
          <p:cNvPr id="34822" name="Freeform 8">
            <a:extLst>
              <a:ext uri="{FF2B5EF4-FFF2-40B4-BE49-F238E27FC236}">
                <a16:creationId xmlns:a16="http://schemas.microsoft.com/office/drawing/2014/main" id="{A49CEA77-1787-DE4D-9430-B4B734BFDD4D}"/>
              </a:ext>
            </a:extLst>
          </p:cNvPr>
          <p:cNvSpPr>
            <a:spLocks/>
          </p:cNvSpPr>
          <p:nvPr/>
        </p:nvSpPr>
        <p:spPr bwMode="auto">
          <a:xfrm>
            <a:off x="842963" y="3781425"/>
            <a:ext cx="1042987" cy="1897063"/>
          </a:xfrm>
          <a:custGeom>
            <a:avLst/>
            <a:gdLst>
              <a:gd name="T0" fmla="*/ 2147483646 w 657"/>
              <a:gd name="T1" fmla="*/ 0 h 1195"/>
              <a:gd name="T2" fmla="*/ 2147483646 w 657"/>
              <a:gd name="T3" fmla="*/ 2147483646 h 1195"/>
              <a:gd name="T4" fmla="*/ 2147483646 w 657"/>
              <a:gd name="T5" fmla="*/ 2147483646 h 1195"/>
              <a:gd name="T6" fmla="*/ 2147483646 w 657"/>
              <a:gd name="T7" fmla="*/ 2147483646 h 1195"/>
              <a:gd name="T8" fmla="*/ 0 60000 65536"/>
              <a:gd name="T9" fmla="*/ 0 60000 65536"/>
              <a:gd name="T10" fmla="*/ 0 60000 65536"/>
              <a:gd name="T11" fmla="*/ 0 60000 65536"/>
              <a:gd name="T12" fmla="*/ 0 w 657"/>
              <a:gd name="T13" fmla="*/ 0 h 1195"/>
              <a:gd name="T14" fmla="*/ 657 w 657"/>
              <a:gd name="T15" fmla="*/ 1195 h 11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7" h="1195">
                <a:moveTo>
                  <a:pt x="657" y="0"/>
                </a:moveTo>
                <a:cubicBezTo>
                  <a:pt x="483" y="1"/>
                  <a:pt x="310" y="2"/>
                  <a:pt x="201" y="100"/>
                </a:cubicBezTo>
                <a:cubicBezTo>
                  <a:pt x="92" y="198"/>
                  <a:pt x="4" y="408"/>
                  <a:pt x="2" y="590"/>
                </a:cubicBezTo>
                <a:cubicBezTo>
                  <a:pt x="0" y="772"/>
                  <a:pt x="93" y="983"/>
                  <a:pt x="187" y="1195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  <p:sp>
        <p:nvSpPr>
          <p:cNvPr id="34823" name="Freeform 9">
            <a:extLst>
              <a:ext uri="{FF2B5EF4-FFF2-40B4-BE49-F238E27FC236}">
                <a16:creationId xmlns:a16="http://schemas.microsoft.com/office/drawing/2014/main" id="{0B16ADDA-AB08-864C-ACEF-DCC34BF75F8A}"/>
              </a:ext>
            </a:extLst>
          </p:cNvPr>
          <p:cNvSpPr>
            <a:spLocks/>
          </p:cNvSpPr>
          <p:nvPr/>
        </p:nvSpPr>
        <p:spPr bwMode="auto">
          <a:xfrm>
            <a:off x="6840538" y="4110038"/>
            <a:ext cx="1036637" cy="687387"/>
          </a:xfrm>
          <a:custGeom>
            <a:avLst/>
            <a:gdLst>
              <a:gd name="T0" fmla="*/ 0 w 653"/>
              <a:gd name="T1" fmla="*/ 2147483646 h 433"/>
              <a:gd name="T2" fmla="*/ 2147483646 w 653"/>
              <a:gd name="T3" fmla="*/ 2147483646 h 433"/>
              <a:gd name="T4" fmla="*/ 2147483646 w 653"/>
              <a:gd name="T5" fmla="*/ 2147483646 h 433"/>
              <a:gd name="T6" fmla="*/ 2147483646 w 653"/>
              <a:gd name="T7" fmla="*/ 2147483646 h 433"/>
              <a:gd name="T8" fmla="*/ 0 60000 65536"/>
              <a:gd name="T9" fmla="*/ 0 60000 65536"/>
              <a:gd name="T10" fmla="*/ 0 60000 65536"/>
              <a:gd name="T11" fmla="*/ 0 60000 65536"/>
              <a:gd name="T12" fmla="*/ 0 w 653"/>
              <a:gd name="T13" fmla="*/ 0 h 433"/>
              <a:gd name="T14" fmla="*/ 653 w 653"/>
              <a:gd name="T15" fmla="*/ 433 h 43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3" h="433">
                <a:moveTo>
                  <a:pt x="0" y="78"/>
                </a:moveTo>
                <a:cubicBezTo>
                  <a:pt x="147" y="39"/>
                  <a:pt x="295" y="0"/>
                  <a:pt x="399" y="14"/>
                </a:cubicBezTo>
                <a:cubicBezTo>
                  <a:pt x="503" y="28"/>
                  <a:pt x="599" y="93"/>
                  <a:pt x="626" y="163"/>
                </a:cubicBezTo>
                <a:cubicBezTo>
                  <a:pt x="653" y="233"/>
                  <a:pt x="607" y="333"/>
                  <a:pt x="562" y="433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  <p:sp>
        <p:nvSpPr>
          <p:cNvPr id="34824" name="Freeform 10">
            <a:extLst>
              <a:ext uri="{FF2B5EF4-FFF2-40B4-BE49-F238E27FC236}">
                <a16:creationId xmlns:a16="http://schemas.microsoft.com/office/drawing/2014/main" id="{A1418409-A4C4-F44C-9F57-7A065B953C32}"/>
              </a:ext>
            </a:extLst>
          </p:cNvPr>
          <p:cNvSpPr>
            <a:spLocks/>
          </p:cNvSpPr>
          <p:nvPr/>
        </p:nvSpPr>
        <p:spPr bwMode="auto">
          <a:xfrm>
            <a:off x="4706938" y="2054225"/>
            <a:ext cx="811212" cy="1287463"/>
          </a:xfrm>
          <a:custGeom>
            <a:avLst/>
            <a:gdLst>
              <a:gd name="T0" fmla="*/ 0 w 511"/>
              <a:gd name="T1" fmla="*/ 2147483646 h 811"/>
              <a:gd name="T2" fmla="*/ 2147483646 w 511"/>
              <a:gd name="T3" fmla="*/ 2147483646 h 811"/>
              <a:gd name="T4" fmla="*/ 2147483646 w 511"/>
              <a:gd name="T5" fmla="*/ 2147483646 h 811"/>
              <a:gd name="T6" fmla="*/ 2147483646 w 511"/>
              <a:gd name="T7" fmla="*/ 0 h 811"/>
              <a:gd name="T8" fmla="*/ 0 60000 65536"/>
              <a:gd name="T9" fmla="*/ 0 60000 65536"/>
              <a:gd name="T10" fmla="*/ 0 60000 65536"/>
              <a:gd name="T11" fmla="*/ 0 60000 65536"/>
              <a:gd name="T12" fmla="*/ 0 w 511"/>
              <a:gd name="T13" fmla="*/ 0 h 811"/>
              <a:gd name="T14" fmla="*/ 511 w 511"/>
              <a:gd name="T15" fmla="*/ 811 h 8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11" h="811">
                <a:moveTo>
                  <a:pt x="0" y="811"/>
                </a:moveTo>
                <a:cubicBezTo>
                  <a:pt x="162" y="760"/>
                  <a:pt x="324" y="709"/>
                  <a:pt x="406" y="640"/>
                </a:cubicBezTo>
                <a:cubicBezTo>
                  <a:pt x="488" y="571"/>
                  <a:pt x="511" y="505"/>
                  <a:pt x="491" y="398"/>
                </a:cubicBezTo>
                <a:cubicBezTo>
                  <a:pt x="471" y="291"/>
                  <a:pt x="378" y="145"/>
                  <a:pt x="285" y="0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2">
            <a:extLst>
              <a:ext uri="{FF2B5EF4-FFF2-40B4-BE49-F238E27FC236}">
                <a16:creationId xmlns:a16="http://schemas.microsoft.com/office/drawing/2014/main" id="{9C24BFAB-B5EC-BF46-AC36-3D28AAB01C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Homologar o processo: Avaliar lote piloto</a:t>
            </a:r>
          </a:p>
        </p:txBody>
      </p:sp>
      <p:sp>
        <p:nvSpPr>
          <p:cNvPr id="36866" name="Text Box 4">
            <a:extLst>
              <a:ext uri="{FF2B5EF4-FFF2-40B4-BE49-F238E27FC236}">
                <a16:creationId xmlns:a16="http://schemas.microsoft.com/office/drawing/2014/main" id="{0D2E64C0-385F-F248-8DF1-3AB384FCD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038" y="1217613"/>
            <a:ext cx="78867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Consigo produzir em série com a mesma qualidade que o protótipo?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Qual a diferença entre homologar o processo e o produto?</a:t>
            </a:r>
          </a:p>
        </p:txBody>
      </p:sp>
      <p:sp>
        <p:nvSpPr>
          <p:cNvPr id="267274" name="Text Box 10">
            <a:extLst>
              <a:ext uri="{FF2B5EF4-FFF2-40B4-BE49-F238E27FC236}">
                <a16:creationId xmlns:a16="http://schemas.microsoft.com/office/drawing/2014/main" id="{111C4064-E922-5D43-80E6-B3D285F112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600" y="2730500"/>
            <a:ext cx="2357438" cy="396875"/>
          </a:xfrm>
          <a:prstGeom prst="rect">
            <a:avLst/>
          </a:prstGeom>
          <a:solidFill>
            <a:srgbClr val="FFFF66"/>
          </a:solidFill>
          <a:ln>
            <a:noFill/>
          </a:ln>
          <a:effectLst>
            <a:outerShdw blurRad="63500"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>
                <a:latin typeface="Arial" charset="0"/>
              </a:rPr>
              <a:t>Homologar produto</a:t>
            </a:r>
          </a:p>
        </p:txBody>
      </p:sp>
      <p:sp>
        <p:nvSpPr>
          <p:cNvPr id="267275" name="Text Box 11">
            <a:extLst>
              <a:ext uri="{FF2B5EF4-FFF2-40B4-BE49-F238E27FC236}">
                <a16:creationId xmlns:a16="http://schemas.microsoft.com/office/drawing/2014/main" id="{05AE1AC8-6336-1F4E-8ADF-7EEA24E23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7725" y="2706688"/>
            <a:ext cx="2527300" cy="396875"/>
          </a:xfrm>
          <a:prstGeom prst="rect">
            <a:avLst/>
          </a:prstGeom>
          <a:solidFill>
            <a:srgbClr val="FFFF66"/>
          </a:solidFill>
          <a:ln>
            <a:noFill/>
          </a:ln>
          <a:effectLst>
            <a:outerShdw blurRad="63500"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>
                <a:latin typeface="Arial" charset="0"/>
              </a:rPr>
              <a:t>Homologar processo</a:t>
            </a:r>
          </a:p>
        </p:txBody>
      </p:sp>
      <p:sp>
        <p:nvSpPr>
          <p:cNvPr id="36869" name="Text Box 12">
            <a:extLst>
              <a:ext uri="{FF2B5EF4-FFF2-40B4-BE49-F238E27FC236}">
                <a16:creationId xmlns:a16="http://schemas.microsoft.com/office/drawing/2014/main" id="{C0FED93D-2764-874B-BC7D-48FAA286C2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702050"/>
            <a:ext cx="3586163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na fase de projeto detalhado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com base no protótipo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aprovar a funcionalidade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avaliar os parâmetros críticos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atender aos requisitos</a:t>
            </a:r>
          </a:p>
        </p:txBody>
      </p:sp>
      <p:sp>
        <p:nvSpPr>
          <p:cNvPr id="36870" name="Text Box 13">
            <a:extLst>
              <a:ext uri="{FF2B5EF4-FFF2-40B4-BE49-F238E27FC236}">
                <a16:creationId xmlns:a16="http://schemas.microsoft.com/office/drawing/2014/main" id="{3CC3D2AF-3D2A-4542-9E97-10501ED5A3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624263"/>
            <a:ext cx="4349750" cy="2530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meios produtivos definitivos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mesmos critérios de aprovação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testes não exaustivos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sem ensaios (na maioria das vezes)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avaliação do produto aprova os recursos</a:t>
            </a:r>
          </a:p>
        </p:txBody>
      </p:sp>
      <p:sp>
        <p:nvSpPr>
          <p:cNvPr id="36871" name="Line 14">
            <a:extLst>
              <a:ext uri="{FF2B5EF4-FFF2-40B4-BE49-F238E27FC236}">
                <a16:creationId xmlns:a16="http://schemas.microsoft.com/office/drawing/2014/main" id="{9F3DA862-5028-7E43-91B2-ACCB19983E6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5463" y="2732088"/>
            <a:ext cx="0" cy="38496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2">
            <a:extLst>
              <a:ext uri="{FF2B5EF4-FFF2-40B4-BE49-F238E27FC236}">
                <a16:creationId xmlns:a16="http://schemas.microsoft.com/office/drawing/2014/main" id="{04A1A6C7-7A3C-7240-9339-190E21D310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 dirty="0"/>
              <a:t>Homologar o processo: Análise dos Sistemas de Medição (MSA — </a:t>
            </a:r>
            <a:r>
              <a:rPr lang="pt-BR" altLang="pt-BR" dirty="0" err="1"/>
              <a:t>Measurement</a:t>
            </a:r>
            <a:r>
              <a:rPr lang="pt-BR" altLang="pt-BR" dirty="0"/>
              <a:t> System </a:t>
            </a:r>
            <a:r>
              <a:rPr lang="pt-BR" altLang="pt-BR" dirty="0" err="1"/>
              <a:t>Analysis</a:t>
            </a:r>
            <a:r>
              <a:rPr lang="pt-BR" altLang="pt-BR" dirty="0"/>
              <a:t>)</a:t>
            </a:r>
          </a:p>
        </p:txBody>
      </p:sp>
      <p:sp>
        <p:nvSpPr>
          <p:cNvPr id="38914" name="Rectangle 3">
            <a:extLst>
              <a:ext uri="{FF2B5EF4-FFF2-40B4-BE49-F238E27FC236}">
                <a16:creationId xmlns:a16="http://schemas.microsoft.com/office/drawing/2014/main" id="{84CE3B7F-3BF4-E741-8C81-EA4C8A9D39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12713" y="887413"/>
            <a:ext cx="8632825" cy="2746375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pt-BR" altLang="pt-BR" dirty="0"/>
              <a:t>Objetivo do MAS:</a:t>
            </a:r>
          </a:p>
          <a:p>
            <a:pPr eaLnBrk="1" hangingPunct="1"/>
            <a:r>
              <a:rPr lang="pt-BR" altLang="pt-BR" dirty="0"/>
              <a:t>aferir um sistema de aquisição de dados</a:t>
            </a:r>
          </a:p>
          <a:p>
            <a:pPr lvl="1" eaLnBrk="1" hangingPunct="1"/>
            <a:r>
              <a:rPr lang="pt-BR" altLang="pt-BR" dirty="0"/>
              <a:t>essencial para se aprovar as especificações dos componentes produzidos, ou seja,</a:t>
            </a:r>
          </a:p>
          <a:p>
            <a:pPr lvl="1" eaLnBrk="1" hangingPunct="1"/>
            <a:r>
              <a:rPr lang="pt-BR" altLang="pt-BR" dirty="0"/>
              <a:t>verificar se as grandezas medidas são as mesmas das contidas nos seus desenhos </a:t>
            </a:r>
          </a:p>
        </p:txBody>
      </p:sp>
      <p:sp>
        <p:nvSpPr>
          <p:cNvPr id="277508" name="Text Box 4">
            <a:extLst>
              <a:ext uri="{FF2B5EF4-FFF2-40B4-BE49-F238E27FC236}">
                <a16:creationId xmlns:a16="http://schemas.microsoft.com/office/drawing/2014/main" id="{97F1C135-10DE-A64D-A11F-F2B7D2D73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561" y="3882274"/>
            <a:ext cx="8319977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Dispositivo</a:t>
            </a:r>
            <a:r>
              <a:rPr lang="en-US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 de </a:t>
            </a:r>
            <a:r>
              <a:rPr lang="en-US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Medição</a:t>
            </a:r>
            <a:r>
              <a:rPr lang="en-US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:</a:t>
            </a:r>
            <a:r>
              <a:rPr lang="en-US" dirty="0">
                <a:latin typeface="Arial" charset="0"/>
              </a:rPr>
              <a:t> </a:t>
            </a:r>
            <a:r>
              <a:rPr lang="en-US" dirty="0" err="1">
                <a:latin typeface="Arial" charset="0"/>
              </a:rPr>
              <a:t>qualquer</a:t>
            </a:r>
            <a:r>
              <a:rPr lang="en-US" dirty="0">
                <a:latin typeface="Arial" charset="0"/>
              </a:rPr>
              <a:t> </a:t>
            </a:r>
            <a:r>
              <a:rPr lang="en-US" dirty="0" err="1">
                <a:latin typeface="Arial" charset="0"/>
              </a:rPr>
              <a:t>dispositivo</a:t>
            </a:r>
            <a:r>
              <a:rPr lang="en-US" dirty="0">
                <a:latin typeface="Arial" charset="0"/>
              </a:rPr>
              <a:t> </a:t>
            </a:r>
            <a:r>
              <a:rPr lang="en-US" dirty="0" err="1">
                <a:latin typeface="Arial" charset="0"/>
              </a:rPr>
              <a:t>usado</a:t>
            </a:r>
            <a:r>
              <a:rPr lang="en-US" dirty="0">
                <a:latin typeface="Arial" charset="0"/>
              </a:rPr>
              <a:t> para </a:t>
            </a:r>
            <a:r>
              <a:rPr lang="en-US" dirty="0" err="1">
                <a:latin typeface="Arial" charset="0"/>
              </a:rPr>
              <a:t>obter</a:t>
            </a:r>
            <a:r>
              <a:rPr lang="en-US" dirty="0">
                <a:latin typeface="Arial" charset="0"/>
              </a:rPr>
              <a:t> </a:t>
            </a:r>
            <a:r>
              <a:rPr lang="en-US" dirty="0" err="1">
                <a:latin typeface="Arial" charset="0"/>
              </a:rPr>
              <a:t>medidas</a:t>
            </a:r>
            <a:r>
              <a:rPr lang="en-US" dirty="0">
                <a:latin typeface="Arial" charset="0"/>
              </a:rPr>
              <a:t> </a:t>
            </a:r>
            <a:endParaRPr lang="pt-BR" dirty="0">
              <a:latin typeface="Arial" charset="0"/>
            </a:endParaRPr>
          </a:p>
        </p:txBody>
      </p:sp>
      <p:sp>
        <p:nvSpPr>
          <p:cNvPr id="277509" name="Text Box 5">
            <a:extLst>
              <a:ext uri="{FF2B5EF4-FFF2-40B4-BE49-F238E27FC236}">
                <a16:creationId xmlns:a16="http://schemas.microsoft.com/office/drawing/2014/main" id="{04D2F982-C3C1-9845-8C87-8F787BBACD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9639" y="4675417"/>
            <a:ext cx="8465899" cy="1569660"/>
          </a:xfrm>
          <a:prstGeom prst="rect">
            <a:avLst/>
          </a:prstGeom>
          <a:solidFill>
            <a:schemeClr val="accent5">
              <a:lumMod val="90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742950" lvl="1" indent="-285750" algn="just" eaLnBrk="1" hangingPunct="1">
              <a:spcBef>
                <a:spcPct val="20000"/>
              </a:spcBef>
              <a:buChar char="–"/>
              <a:defRPr/>
            </a:pPr>
            <a:r>
              <a:rPr lang="en-US" sz="2400" b="1" dirty="0">
                <a:latin typeface="+mn-lt"/>
              </a:rPr>
              <a:t>Sistema de </a:t>
            </a:r>
            <a:r>
              <a:rPr lang="en-US" sz="2400" b="1" dirty="0" err="1">
                <a:latin typeface="+mn-lt"/>
              </a:rPr>
              <a:t>Medição</a:t>
            </a:r>
            <a:r>
              <a:rPr lang="en-US" sz="2400" dirty="0">
                <a:latin typeface="+mn-lt"/>
              </a:rPr>
              <a:t>: conjunto de </a:t>
            </a:r>
            <a:r>
              <a:rPr lang="en-US" sz="2400" dirty="0" err="1">
                <a:latin typeface="+mn-lt"/>
              </a:rPr>
              <a:t>operações</a:t>
            </a:r>
            <a:r>
              <a:rPr lang="en-US" sz="2400" dirty="0">
                <a:latin typeface="+mn-lt"/>
              </a:rPr>
              <a:t>, </a:t>
            </a:r>
            <a:r>
              <a:rPr lang="en-US" sz="2400" dirty="0" err="1">
                <a:latin typeface="+mn-lt"/>
              </a:rPr>
              <a:t>procedimentos</a:t>
            </a:r>
            <a:r>
              <a:rPr lang="en-US" sz="2400" dirty="0">
                <a:latin typeface="+mn-lt"/>
              </a:rPr>
              <a:t>, </a:t>
            </a:r>
            <a:r>
              <a:rPr lang="en-US" sz="2400" dirty="0" err="1">
                <a:latin typeface="+mn-lt"/>
              </a:rPr>
              <a:t>dispositivos</a:t>
            </a:r>
            <a:r>
              <a:rPr lang="en-US" sz="2400" dirty="0">
                <a:latin typeface="+mn-lt"/>
              </a:rPr>
              <a:t> de </a:t>
            </a:r>
            <a:r>
              <a:rPr lang="en-US" sz="2400" dirty="0" err="1">
                <a:latin typeface="+mn-lt"/>
              </a:rPr>
              <a:t>medição</a:t>
            </a:r>
            <a:r>
              <a:rPr lang="en-US" sz="2400" dirty="0">
                <a:latin typeface="+mn-lt"/>
              </a:rPr>
              <a:t> e outros </a:t>
            </a:r>
            <a:r>
              <a:rPr lang="en-US" sz="2400" dirty="0" err="1">
                <a:latin typeface="+mn-lt"/>
              </a:rPr>
              <a:t>equipamentos</a:t>
            </a:r>
            <a:r>
              <a:rPr lang="en-US" sz="2400" dirty="0">
                <a:latin typeface="+mn-lt"/>
              </a:rPr>
              <a:t>, software e </a:t>
            </a:r>
            <a:r>
              <a:rPr lang="en-US" sz="2400" dirty="0" err="1">
                <a:latin typeface="+mn-lt"/>
              </a:rPr>
              <a:t>pessoal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 err="1">
                <a:latin typeface="+mn-lt"/>
              </a:rPr>
              <a:t>usado</a:t>
            </a:r>
            <a:r>
              <a:rPr lang="en-US" sz="2400" dirty="0">
                <a:latin typeface="+mn-lt"/>
              </a:rPr>
              <a:t> para </a:t>
            </a:r>
            <a:r>
              <a:rPr lang="en-US" sz="2400" dirty="0" err="1">
                <a:latin typeface="+mn-lt"/>
              </a:rPr>
              <a:t>atribuir</a:t>
            </a:r>
            <a:r>
              <a:rPr lang="en-US" sz="2400" dirty="0">
                <a:latin typeface="+mn-lt"/>
              </a:rPr>
              <a:t> um valor </a:t>
            </a:r>
            <a:r>
              <a:rPr lang="en-US" sz="2400" dirty="0" err="1">
                <a:latin typeface="+mn-lt"/>
              </a:rPr>
              <a:t>à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 err="1">
                <a:latin typeface="+mn-lt"/>
              </a:rPr>
              <a:t>característica</a:t>
            </a:r>
            <a:r>
              <a:rPr lang="en-US" sz="2400" dirty="0">
                <a:latin typeface="+mn-lt"/>
              </a:rPr>
              <a:t> que </a:t>
            </a:r>
            <a:r>
              <a:rPr lang="en-US" sz="2400" dirty="0" err="1">
                <a:latin typeface="+mn-lt"/>
              </a:rPr>
              <a:t>está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 err="1">
                <a:latin typeface="+mn-lt"/>
              </a:rPr>
              <a:t>sendo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 err="1">
                <a:latin typeface="+mn-lt"/>
              </a:rPr>
              <a:t>medida</a:t>
            </a:r>
            <a:endParaRPr lang="pt-BR" sz="2400" dirty="0">
              <a:latin typeface="+mn-lt"/>
            </a:endParaRPr>
          </a:p>
        </p:txBody>
      </p:sp>
      <p:sp>
        <p:nvSpPr>
          <p:cNvPr id="38917" name="Text Box 6">
            <a:extLst>
              <a:ext uri="{FF2B5EF4-FFF2-40B4-BE49-F238E27FC236}">
                <a16:creationId xmlns:a16="http://schemas.microsoft.com/office/drawing/2014/main" id="{9C50F27B-26D4-5440-B898-677128E23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4288" y="6388100"/>
            <a:ext cx="12811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600"/>
              <a:t>(Quadro 91)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33037C3-16C5-3C41-76D8-FB0A396849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6833" y="1090862"/>
            <a:ext cx="7388225" cy="706438"/>
          </a:xfrm>
          <a:solidFill>
            <a:schemeClr val="accent5">
              <a:lumMod val="90000"/>
            </a:schemeClr>
          </a:solidFill>
        </p:spPr>
        <p:txBody>
          <a:bodyPr/>
          <a:lstStyle/>
          <a:p>
            <a:r>
              <a:rPr lang="pt-BR" dirty="0" err="1"/>
              <a:t>Video</a:t>
            </a:r>
            <a:r>
              <a:rPr lang="pt-BR" dirty="0"/>
              <a:t> básico do Sistema de Medição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615512F-2798-3608-4607-B6485AD5608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4954" y="2084012"/>
            <a:ext cx="8574087" cy="1021598"/>
          </a:xfrm>
        </p:spPr>
        <p:txBody>
          <a:bodyPr/>
          <a:lstStyle/>
          <a:p>
            <a:r>
              <a:rPr lang="pt-BR" dirty="0"/>
              <a:t>https://</a:t>
            </a:r>
            <a:r>
              <a:rPr lang="pt-BR" dirty="0" err="1"/>
              <a:t>www.youtube.com</a:t>
            </a:r>
            <a:r>
              <a:rPr lang="pt-BR" dirty="0"/>
              <a:t>/</a:t>
            </a:r>
            <a:r>
              <a:rPr lang="pt-BR" dirty="0" err="1"/>
              <a:t>watch?v</a:t>
            </a:r>
            <a:r>
              <a:rPr lang="pt-BR" dirty="0"/>
              <a:t>=s8TSbDSiE08</a:t>
            </a:r>
          </a:p>
        </p:txBody>
      </p:sp>
      <p:sp>
        <p:nvSpPr>
          <p:cNvPr id="4" name="Título 1">
            <a:extLst>
              <a:ext uri="{FF2B5EF4-FFF2-40B4-BE49-F238E27FC236}">
                <a16:creationId xmlns:a16="http://schemas.microsoft.com/office/drawing/2014/main" id="{89976172-D4F4-6B6D-17DE-F6CB0CEF4DD5}"/>
              </a:ext>
            </a:extLst>
          </p:cNvPr>
          <p:cNvSpPr txBox="1">
            <a:spLocks/>
          </p:cNvSpPr>
          <p:nvPr/>
        </p:nvSpPr>
        <p:spPr bwMode="auto">
          <a:xfrm>
            <a:off x="476834" y="3429000"/>
            <a:ext cx="7488904" cy="706438"/>
          </a:xfrm>
          <a:prstGeom prst="rect">
            <a:avLst/>
          </a:prstGeom>
          <a:solidFill>
            <a:schemeClr val="accent5">
              <a:lumMod val="9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rgbClr val="000096"/>
                </a:solidFill>
                <a:latin typeface="Arial" charset="0"/>
              </a:defRPr>
            </a:lvl9pPr>
          </a:lstStyle>
          <a:p>
            <a:r>
              <a:rPr lang="pt-BR" kern="0" dirty="0"/>
              <a:t>Variabilidade de Processo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5F642E3D-AB0E-2B29-0277-F88D101AF8A7}"/>
              </a:ext>
            </a:extLst>
          </p:cNvPr>
          <p:cNvSpPr txBox="1"/>
          <p:nvPr/>
        </p:nvSpPr>
        <p:spPr>
          <a:xfrm>
            <a:off x="555561" y="4715361"/>
            <a:ext cx="803287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/>
              <a:t>https://</a:t>
            </a:r>
            <a:r>
              <a:rPr lang="pt-BR" dirty="0" err="1"/>
              <a:t>www.youtube.com</a:t>
            </a:r>
            <a:r>
              <a:rPr lang="pt-BR" dirty="0"/>
              <a:t>/</a:t>
            </a:r>
            <a:r>
              <a:rPr lang="pt-BR" dirty="0" err="1"/>
              <a:t>watch?v</a:t>
            </a:r>
            <a:r>
              <a:rPr lang="pt-BR" dirty="0"/>
              <a:t>=vxhjtkznTo4</a:t>
            </a:r>
          </a:p>
        </p:txBody>
      </p:sp>
    </p:spTree>
    <p:extLst>
      <p:ext uri="{BB962C8B-B14F-4D97-AF65-F5344CB8AC3E}">
        <p14:creationId xmlns:p14="http://schemas.microsoft.com/office/powerpoint/2010/main" val="77378809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AutoShape 2">
            <a:extLst>
              <a:ext uri="{FF2B5EF4-FFF2-40B4-BE49-F238E27FC236}">
                <a16:creationId xmlns:a16="http://schemas.microsoft.com/office/drawing/2014/main" id="{DF3012F4-F8DD-2A48-BBCB-C578AD9651AC}"/>
              </a:ext>
            </a:extLst>
          </p:cNvPr>
          <p:cNvSpPr>
            <a:spLocks noChangeArrowheads="1"/>
          </p:cNvSpPr>
          <p:nvPr/>
        </p:nvSpPr>
        <p:spPr bwMode="auto">
          <a:xfrm rot="5355393">
            <a:off x="2175669" y="280194"/>
            <a:ext cx="898525" cy="4040187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0066FF"/>
              </a:gs>
              <a:gs pos="100000">
                <a:srgbClr val="CC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9555" name="Rectangle 3">
            <a:extLst>
              <a:ext uri="{FF2B5EF4-FFF2-40B4-BE49-F238E27FC236}">
                <a16:creationId xmlns:a16="http://schemas.microsoft.com/office/drawing/2014/main" id="{5E359C3C-6167-C448-8615-EA862552F91E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82613" y="2022475"/>
            <a:ext cx="2143125" cy="706438"/>
          </a:xfrm>
        </p:spPr>
        <p:txBody>
          <a:bodyPr/>
          <a:lstStyle/>
          <a:p>
            <a:pPr>
              <a:spcBef>
                <a:spcPct val="0"/>
              </a:spcBef>
              <a:buFontTx/>
              <a:buNone/>
              <a:defRPr/>
            </a:pPr>
            <a:r>
              <a:rPr lang="en-US" sz="2400" i="1">
                <a:solidFill>
                  <a:srgbClr val="FFFF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Narrow" pitchFamily="34" charset="0"/>
              </a:rPr>
              <a:t>Tendência</a:t>
            </a:r>
            <a:endParaRPr lang="en-US" sz="2400" i="1">
              <a:solidFill>
                <a:srgbClr val="FFFF00"/>
              </a:solidFill>
              <a:latin typeface="Arial Narrow" pitchFamily="34" charset="0"/>
            </a:endParaRPr>
          </a:p>
        </p:txBody>
      </p:sp>
      <p:sp>
        <p:nvSpPr>
          <p:cNvPr id="40963" name="Rectangle 4">
            <a:extLst>
              <a:ext uri="{FF2B5EF4-FFF2-40B4-BE49-F238E27FC236}">
                <a16:creationId xmlns:a16="http://schemas.microsoft.com/office/drawing/2014/main" id="{17437C91-1332-C443-8457-6F4598C50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1828800"/>
            <a:ext cx="2895600" cy="914400"/>
          </a:xfrm>
          <a:prstGeom prst="rect">
            <a:avLst/>
          </a:prstGeom>
          <a:gradFill rotWithShape="0">
            <a:gsLst>
              <a:gs pos="0">
                <a:srgbClr val="CCECFF"/>
              </a:gs>
              <a:gs pos="100000">
                <a:srgbClr val="FFFFCC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279557" name="Rectangle 5">
            <a:extLst>
              <a:ext uri="{FF2B5EF4-FFF2-40B4-BE49-F238E27FC236}">
                <a16:creationId xmlns:a16="http://schemas.microsoft.com/office/drawing/2014/main" id="{2EABF1B8-3CD1-554A-9344-77253BDFF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1828800"/>
            <a:ext cx="1447800" cy="4648200"/>
          </a:xfrm>
          <a:prstGeom prst="rect">
            <a:avLst/>
          </a:prstGeom>
          <a:gradFill rotWithShape="0">
            <a:gsLst>
              <a:gs pos="0">
                <a:srgbClr val="FFFFCC"/>
              </a:gs>
              <a:gs pos="100000">
                <a:srgbClr val="FFFF66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pt-BR" sz="2400">
              <a:effectLst>
                <a:outerShdw blurRad="38100" dist="38100" dir="2700000" algn="tl">
                  <a:srgbClr val="FFFFFF"/>
                </a:outerShdw>
              </a:effectLst>
              <a:latin typeface="Times New Roman" pitchFamily="18" charset="0"/>
            </a:endParaRPr>
          </a:p>
        </p:txBody>
      </p:sp>
      <p:sp>
        <p:nvSpPr>
          <p:cNvPr id="40965" name="Line 6">
            <a:extLst>
              <a:ext uri="{FF2B5EF4-FFF2-40B4-BE49-F238E27FC236}">
                <a16:creationId xmlns:a16="http://schemas.microsoft.com/office/drawing/2014/main" id="{A2F66208-D8EC-0243-85AA-753C340630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4013" y="2701925"/>
            <a:ext cx="124936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40966" name="Group 7">
            <a:extLst>
              <a:ext uri="{FF2B5EF4-FFF2-40B4-BE49-F238E27FC236}">
                <a16:creationId xmlns:a16="http://schemas.microsoft.com/office/drawing/2014/main" id="{F2D0FD9D-A597-9549-8151-E68587578CB1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981200"/>
            <a:ext cx="771525" cy="722313"/>
            <a:chOff x="4410" y="1225"/>
            <a:chExt cx="588" cy="477"/>
          </a:xfrm>
        </p:grpSpPr>
        <p:sp>
          <p:nvSpPr>
            <p:cNvPr id="41021" name="Line 8">
              <a:extLst>
                <a:ext uri="{FF2B5EF4-FFF2-40B4-BE49-F238E27FC236}">
                  <a16:creationId xmlns:a16="http://schemas.microsoft.com/office/drawing/2014/main" id="{00ABBD66-79E1-0845-A4E8-BA3E4F685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1225"/>
              <a:ext cx="1" cy="4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2" name="Line 9">
              <a:extLst>
                <a:ext uri="{FF2B5EF4-FFF2-40B4-BE49-F238E27FC236}">
                  <a16:creationId xmlns:a16="http://schemas.microsoft.com/office/drawing/2014/main" id="{C8A37A2E-76C4-BF40-911C-D1023DE8E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225"/>
              <a:ext cx="1" cy="477"/>
            </a:xfrm>
            <a:prstGeom prst="line">
              <a:avLst/>
            </a:prstGeom>
            <a:noFill/>
            <a:ln w="952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3" name="Freeform 10">
              <a:extLst>
                <a:ext uri="{FF2B5EF4-FFF2-40B4-BE49-F238E27FC236}">
                  <a16:creationId xmlns:a16="http://schemas.microsoft.com/office/drawing/2014/main" id="{F534CBE7-35CA-E14D-AED5-CC787CDC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92"/>
              <a:ext cx="438" cy="238"/>
            </a:xfrm>
            <a:custGeom>
              <a:avLst/>
              <a:gdLst>
                <a:gd name="T0" fmla="*/ 0 w 560"/>
                <a:gd name="T1" fmla="*/ 60 h 336"/>
                <a:gd name="T2" fmla="*/ 38 w 560"/>
                <a:gd name="T3" fmla="*/ 57 h 336"/>
                <a:gd name="T4" fmla="*/ 83 w 560"/>
                <a:gd name="T5" fmla="*/ 0 h 336"/>
                <a:gd name="T6" fmla="*/ 140 w 560"/>
                <a:gd name="T7" fmla="*/ 57 h 336"/>
                <a:gd name="T8" fmla="*/ 164 w 560"/>
                <a:gd name="T9" fmla="*/ 57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0"/>
                <a:gd name="T16" fmla="*/ 0 h 336"/>
                <a:gd name="T17" fmla="*/ 560 w 560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0" h="336">
                  <a:moveTo>
                    <a:pt x="0" y="333"/>
                  </a:moveTo>
                  <a:cubicBezTo>
                    <a:pt x="37" y="330"/>
                    <a:pt x="92" y="336"/>
                    <a:pt x="130" y="316"/>
                  </a:cubicBezTo>
                  <a:cubicBezTo>
                    <a:pt x="245" y="256"/>
                    <a:pt x="192" y="61"/>
                    <a:pt x="284" y="0"/>
                  </a:cubicBezTo>
                  <a:cubicBezTo>
                    <a:pt x="429" y="36"/>
                    <a:pt x="346" y="248"/>
                    <a:pt x="479" y="316"/>
                  </a:cubicBezTo>
                  <a:cubicBezTo>
                    <a:pt x="510" y="332"/>
                    <a:pt x="519" y="325"/>
                    <a:pt x="560" y="3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4" name="Line 11">
              <a:extLst>
                <a:ext uri="{FF2B5EF4-FFF2-40B4-BE49-F238E27FC236}">
                  <a16:creationId xmlns:a16="http://schemas.microsoft.com/office/drawing/2014/main" id="{FE5079FF-1812-1A42-9C22-705A69561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1327"/>
              <a:ext cx="375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79564" name="Text Box 12">
            <a:extLst>
              <a:ext uri="{FF2B5EF4-FFF2-40B4-BE49-F238E27FC236}">
                <a16:creationId xmlns:a16="http://schemas.microsoft.com/office/drawing/2014/main" id="{F291A7DC-4AEF-0643-8770-4D27C42B1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2133600"/>
            <a:ext cx="35052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1400">
                <a:latin typeface="Arial" charset="0"/>
              </a:rPr>
              <a:t>Média Observada - Valor da Referência</a:t>
            </a:r>
            <a:endParaRPr lang="en-US" sz="240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grpSp>
        <p:nvGrpSpPr>
          <p:cNvPr id="3" name="Group 13">
            <a:extLst>
              <a:ext uri="{FF2B5EF4-FFF2-40B4-BE49-F238E27FC236}">
                <a16:creationId xmlns:a16="http://schemas.microsoft.com/office/drawing/2014/main" id="{BF5A6AC9-78C2-4741-B70A-11937BC2C32F}"/>
              </a:ext>
            </a:extLst>
          </p:cNvPr>
          <p:cNvGrpSpPr>
            <a:grpSpLocks/>
          </p:cNvGrpSpPr>
          <p:nvPr/>
        </p:nvGrpSpPr>
        <p:grpSpPr bwMode="auto">
          <a:xfrm>
            <a:off x="608013" y="2741613"/>
            <a:ext cx="7316787" cy="839787"/>
            <a:chOff x="383" y="1727"/>
            <a:chExt cx="4609" cy="529"/>
          </a:xfrm>
        </p:grpSpPr>
        <p:sp>
          <p:nvSpPr>
            <p:cNvPr id="41013" name="Rectangle 14">
              <a:extLst>
                <a:ext uri="{FF2B5EF4-FFF2-40B4-BE49-F238E27FC236}">
                  <a16:creationId xmlns:a16="http://schemas.microsoft.com/office/drawing/2014/main" id="{48068C7D-86B0-D040-BC7C-434547F1C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728"/>
              <a:ext cx="1632" cy="528"/>
            </a:xfrm>
            <a:prstGeom prst="rect">
              <a:avLst/>
            </a:prstGeom>
            <a:gradFill rotWithShape="0">
              <a:gsLst>
                <a:gs pos="0">
                  <a:srgbClr val="99FFCC"/>
                </a:gs>
                <a:gs pos="100000">
                  <a:srgbClr val="FFFFCC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41014" name="Group 15">
              <a:extLst>
                <a:ext uri="{FF2B5EF4-FFF2-40B4-BE49-F238E27FC236}">
                  <a16:creationId xmlns:a16="http://schemas.microsoft.com/office/drawing/2014/main" id="{F1E01361-BA34-9846-A9B3-F7934A177C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6" y="1776"/>
              <a:ext cx="576" cy="336"/>
              <a:chOff x="3312" y="1731"/>
              <a:chExt cx="768" cy="477"/>
            </a:xfrm>
          </p:grpSpPr>
          <p:sp>
            <p:nvSpPr>
              <p:cNvPr id="41018" name="Line 16">
                <a:extLst>
                  <a:ext uri="{FF2B5EF4-FFF2-40B4-BE49-F238E27FC236}">
                    <a16:creationId xmlns:a16="http://schemas.microsoft.com/office/drawing/2014/main" id="{1D62030C-F859-1148-B1CF-B005FBE5D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2" y="2208"/>
                <a:ext cx="76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19" name="Line 17">
                <a:extLst>
                  <a:ext uri="{FF2B5EF4-FFF2-40B4-BE49-F238E27FC236}">
                    <a16:creationId xmlns:a16="http://schemas.microsoft.com/office/drawing/2014/main" id="{A850C916-A6CA-F84A-86BF-CAD28C9E8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01" y="1731"/>
                <a:ext cx="1" cy="477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20" name="Freeform 18">
                <a:extLst>
                  <a:ext uri="{FF2B5EF4-FFF2-40B4-BE49-F238E27FC236}">
                    <a16:creationId xmlns:a16="http://schemas.microsoft.com/office/drawing/2014/main" id="{C6DCC07C-5568-D141-8271-1CCD2408C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824"/>
                <a:ext cx="623" cy="262"/>
              </a:xfrm>
              <a:custGeom>
                <a:avLst/>
                <a:gdLst>
                  <a:gd name="T0" fmla="*/ 0 w 560"/>
                  <a:gd name="T1" fmla="*/ 96 h 336"/>
                  <a:gd name="T2" fmla="*/ 221 w 560"/>
                  <a:gd name="T3" fmla="*/ 91 h 336"/>
                  <a:gd name="T4" fmla="*/ 485 w 560"/>
                  <a:gd name="T5" fmla="*/ 0 h 336"/>
                  <a:gd name="T6" fmla="*/ 817 w 560"/>
                  <a:gd name="T7" fmla="*/ 91 h 336"/>
                  <a:gd name="T8" fmla="*/ 955 w 560"/>
                  <a:gd name="T9" fmla="*/ 94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41015" name="AutoShape 19">
              <a:extLst>
                <a:ext uri="{FF2B5EF4-FFF2-40B4-BE49-F238E27FC236}">
                  <a16:creationId xmlns:a16="http://schemas.microsoft.com/office/drawing/2014/main" id="{5A21C8DA-9281-3D4E-A632-5FD3DF78E8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55393">
              <a:off x="1367" y="743"/>
              <a:ext cx="528" cy="24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33CC33"/>
                </a:gs>
                <a:gs pos="100000">
                  <a:srgbClr val="99FFCC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9572" name="Rectangle 20">
              <a:extLst>
                <a:ext uri="{FF2B5EF4-FFF2-40B4-BE49-F238E27FC236}">
                  <a16:creationId xmlns:a16="http://schemas.microsoft.com/office/drawing/2014/main" id="{A5F5E62C-9E71-5045-B335-17000C404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824"/>
              <a:ext cx="1584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r>
                <a:rPr lang="en-US" sz="2400" i="1">
                  <a:solidFill>
                    <a:srgbClr val="FFFF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Narrow" pitchFamily="34" charset="0"/>
                </a:rPr>
                <a:t>Repetitividade</a:t>
              </a:r>
              <a:endParaRPr lang="en-US" sz="2400" i="1">
                <a:solidFill>
                  <a:srgbClr val="FFFF00"/>
                </a:solidFill>
                <a:latin typeface="Arial Narrow" pitchFamily="34" charset="0"/>
              </a:endParaRPr>
            </a:p>
          </p:txBody>
        </p:sp>
        <p:sp>
          <p:nvSpPr>
            <p:cNvPr id="279573" name="Text Box 21">
              <a:extLst>
                <a:ext uri="{FF2B5EF4-FFF2-40B4-BE49-F238E27FC236}">
                  <a16:creationId xmlns:a16="http://schemas.microsoft.com/office/drawing/2014/main" id="{001583EC-F1C8-0342-A816-25A844A0B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872"/>
              <a:ext cx="1776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latin typeface="Arial" charset="0"/>
                </a:rPr>
                <a:t>Variação do sistema de medida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</p:grpSp>
      <p:grpSp>
        <p:nvGrpSpPr>
          <p:cNvPr id="5" name="Group 22">
            <a:extLst>
              <a:ext uri="{FF2B5EF4-FFF2-40B4-BE49-F238E27FC236}">
                <a16:creationId xmlns:a16="http://schemas.microsoft.com/office/drawing/2014/main" id="{3BFB9E5B-3F9D-7D47-B2FC-EF291878B42A}"/>
              </a:ext>
            </a:extLst>
          </p:cNvPr>
          <p:cNvGrpSpPr>
            <a:grpSpLocks/>
          </p:cNvGrpSpPr>
          <p:nvPr/>
        </p:nvGrpSpPr>
        <p:grpSpPr bwMode="auto">
          <a:xfrm>
            <a:off x="608013" y="3536950"/>
            <a:ext cx="7240587" cy="1035050"/>
            <a:chOff x="383" y="2228"/>
            <a:chExt cx="4561" cy="652"/>
          </a:xfrm>
        </p:grpSpPr>
        <p:sp>
          <p:nvSpPr>
            <p:cNvPr id="41001" name="Rectangle 23">
              <a:extLst>
                <a:ext uri="{FF2B5EF4-FFF2-40B4-BE49-F238E27FC236}">
                  <a16:creationId xmlns:a16="http://schemas.microsoft.com/office/drawing/2014/main" id="{9F36080D-D03E-C34C-A387-EE02B191B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228"/>
              <a:ext cx="1664" cy="652"/>
            </a:xfrm>
            <a:prstGeom prst="rect">
              <a:avLst/>
            </a:prstGeom>
            <a:gradFill rotWithShape="0">
              <a:gsLst>
                <a:gs pos="0">
                  <a:srgbClr val="FFCC99"/>
                </a:gs>
                <a:gs pos="100000">
                  <a:srgbClr val="FFFFCC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41002" name="Group 24">
              <a:extLst>
                <a:ext uri="{FF2B5EF4-FFF2-40B4-BE49-F238E27FC236}">
                  <a16:creationId xmlns:a16="http://schemas.microsoft.com/office/drawing/2014/main" id="{4AC214A3-D126-FF44-A0C7-339655770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6" y="2256"/>
              <a:ext cx="528" cy="528"/>
              <a:chOff x="4285" y="2322"/>
              <a:chExt cx="937" cy="817"/>
            </a:xfrm>
          </p:grpSpPr>
          <p:sp>
            <p:nvSpPr>
              <p:cNvPr id="41006" name="Line 25">
                <a:extLst>
                  <a:ext uri="{FF2B5EF4-FFF2-40B4-BE49-F238E27FC236}">
                    <a16:creationId xmlns:a16="http://schemas.microsoft.com/office/drawing/2014/main" id="{9392CBE7-570C-CC4D-9D8F-99CC306E7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85" y="3138"/>
                <a:ext cx="787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07" name="Line 26">
                <a:extLst>
                  <a:ext uri="{FF2B5EF4-FFF2-40B4-BE49-F238E27FC236}">
                    <a16:creationId xmlns:a16="http://schemas.microsoft.com/office/drawing/2014/main" id="{99915A0F-9BED-7442-9491-72D218320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7" y="2661"/>
                <a:ext cx="1" cy="477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08" name="Freeform 27">
                <a:extLst>
                  <a:ext uri="{FF2B5EF4-FFF2-40B4-BE49-F238E27FC236}">
                    <a16:creationId xmlns:a16="http://schemas.microsoft.com/office/drawing/2014/main" id="{45C03B21-54C3-7042-BFE9-68A5F9D2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828"/>
                <a:ext cx="438" cy="238"/>
              </a:xfrm>
              <a:custGeom>
                <a:avLst/>
                <a:gdLst>
                  <a:gd name="T0" fmla="*/ 0 w 560"/>
                  <a:gd name="T1" fmla="*/ 60 h 336"/>
                  <a:gd name="T2" fmla="*/ 38 w 560"/>
                  <a:gd name="T3" fmla="*/ 57 h 336"/>
                  <a:gd name="T4" fmla="*/ 83 w 560"/>
                  <a:gd name="T5" fmla="*/ 0 h 336"/>
                  <a:gd name="T6" fmla="*/ 140 w 560"/>
                  <a:gd name="T7" fmla="*/ 57 h 336"/>
                  <a:gd name="T8" fmla="*/ 164 w 560"/>
                  <a:gd name="T9" fmla="*/ 57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09" name="Line 28">
                <a:extLst>
                  <a:ext uri="{FF2B5EF4-FFF2-40B4-BE49-F238E27FC236}">
                    <a16:creationId xmlns:a16="http://schemas.microsoft.com/office/drawing/2014/main" id="{183BFCE7-D209-B141-B94A-9B4218B57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7" y="2418"/>
                <a:ext cx="1" cy="477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10" name="Freeform 29">
                <a:extLst>
                  <a:ext uri="{FF2B5EF4-FFF2-40B4-BE49-F238E27FC236}">
                    <a16:creationId xmlns:a16="http://schemas.microsoft.com/office/drawing/2014/main" id="{84CFEE9B-EFA3-B042-A32D-EA5E9030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85"/>
                <a:ext cx="438" cy="238"/>
              </a:xfrm>
              <a:custGeom>
                <a:avLst/>
                <a:gdLst>
                  <a:gd name="T0" fmla="*/ 0 w 560"/>
                  <a:gd name="T1" fmla="*/ 60 h 336"/>
                  <a:gd name="T2" fmla="*/ 38 w 560"/>
                  <a:gd name="T3" fmla="*/ 57 h 336"/>
                  <a:gd name="T4" fmla="*/ 83 w 560"/>
                  <a:gd name="T5" fmla="*/ 0 h 336"/>
                  <a:gd name="T6" fmla="*/ 140 w 560"/>
                  <a:gd name="T7" fmla="*/ 57 h 336"/>
                  <a:gd name="T8" fmla="*/ 164 w 560"/>
                  <a:gd name="T9" fmla="*/ 57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11" name="Line 30">
                <a:extLst>
                  <a:ext uri="{FF2B5EF4-FFF2-40B4-BE49-F238E27FC236}">
                    <a16:creationId xmlns:a16="http://schemas.microsoft.com/office/drawing/2014/main" id="{104C1D1B-C1BF-0D4F-8805-A0FD3C198A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4" y="2322"/>
                <a:ext cx="1" cy="477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012" name="Freeform 31">
                <a:extLst>
                  <a:ext uri="{FF2B5EF4-FFF2-40B4-BE49-F238E27FC236}">
                    <a16:creationId xmlns:a16="http://schemas.microsoft.com/office/drawing/2014/main" id="{7FA4AFAB-86DD-7444-A2A1-771157D8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514"/>
                <a:ext cx="438" cy="238"/>
              </a:xfrm>
              <a:custGeom>
                <a:avLst/>
                <a:gdLst>
                  <a:gd name="T0" fmla="*/ 0 w 560"/>
                  <a:gd name="T1" fmla="*/ 60 h 336"/>
                  <a:gd name="T2" fmla="*/ 38 w 560"/>
                  <a:gd name="T3" fmla="*/ 57 h 336"/>
                  <a:gd name="T4" fmla="*/ 83 w 560"/>
                  <a:gd name="T5" fmla="*/ 0 h 336"/>
                  <a:gd name="T6" fmla="*/ 140 w 560"/>
                  <a:gd name="T7" fmla="*/ 57 h 336"/>
                  <a:gd name="T8" fmla="*/ 164 w 560"/>
                  <a:gd name="T9" fmla="*/ 57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41003" name="AutoShape 32">
              <a:extLst>
                <a:ext uri="{FF2B5EF4-FFF2-40B4-BE49-F238E27FC236}">
                  <a16:creationId xmlns:a16="http://schemas.microsoft.com/office/drawing/2014/main" id="{D8D1B8FF-BB6B-3342-9BD8-0CB407386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55393">
              <a:off x="1343" y="1294"/>
              <a:ext cx="576" cy="24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FF9933"/>
                </a:gs>
                <a:gs pos="100000">
                  <a:srgbClr val="FFCC99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9585" name="Rectangle 33">
              <a:extLst>
                <a:ext uri="{FF2B5EF4-FFF2-40B4-BE49-F238E27FC236}">
                  <a16:creationId xmlns:a16="http://schemas.microsoft.com/office/drawing/2014/main" id="{D448EB43-2F2B-3543-8883-9D70E661C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2400"/>
              <a:ext cx="1776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r>
                <a:rPr lang="en-US" sz="2400" i="1">
                  <a:solidFill>
                    <a:srgbClr val="FFFF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Narrow" pitchFamily="34" charset="0"/>
                </a:rPr>
                <a:t>Reprodutividade</a:t>
              </a:r>
              <a:endParaRPr lang="en-US" sz="2400" i="1">
                <a:solidFill>
                  <a:srgbClr val="FFFF00"/>
                </a:solidFill>
                <a:latin typeface="Arial Narrow" pitchFamily="34" charset="0"/>
              </a:endParaRPr>
            </a:p>
          </p:txBody>
        </p:sp>
        <p:sp>
          <p:nvSpPr>
            <p:cNvPr id="279586" name="Text Box 34">
              <a:extLst>
                <a:ext uri="{FF2B5EF4-FFF2-40B4-BE49-F238E27FC236}">
                  <a16:creationId xmlns:a16="http://schemas.microsoft.com/office/drawing/2014/main" id="{046059A0-A74A-4B4D-A608-5DA24D711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400"/>
              <a:ext cx="1872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latin typeface="Arial" charset="0"/>
                </a:rPr>
                <a:t>Variação na média por diferentes operadores (mesmo dispositivo)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</p:grpSp>
      <p:grpSp>
        <p:nvGrpSpPr>
          <p:cNvPr id="7" name="Group 35">
            <a:extLst>
              <a:ext uri="{FF2B5EF4-FFF2-40B4-BE49-F238E27FC236}">
                <a16:creationId xmlns:a16="http://schemas.microsoft.com/office/drawing/2014/main" id="{E9D4ACC4-BE21-3E4F-A121-5D4523A9FD6D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4492625"/>
            <a:ext cx="7431088" cy="993775"/>
            <a:chOff x="384" y="2830"/>
            <a:chExt cx="4681" cy="626"/>
          </a:xfrm>
        </p:grpSpPr>
        <p:sp>
          <p:nvSpPr>
            <p:cNvPr id="40988" name="AutoShape 36">
              <a:extLst>
                <a:ext uri="{FF2B5EF4-FFF2-40B4-BE49-F238E27FC236}">
                  <a16:creationId xmlns:a16="http://schemas.microsoft.com/office/drawing/2014/main" id="{A1504F20-2555-8246-BC46-963046AF5A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55393">
              <a:off x="1342" y="1872"/>
              <a:ext cx="625" cy="254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93 w 21600"/>
                <a:gd name="T13" fmla="*/ 4504 h 21600"/>
                <a:gd name="T14" fmla="*/ 17107 w 21600"/>
                <a:gd name="T15" fmla="*/ 1709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CC0066"/>
                </a:gs>
                <a:gs pos="100000">
                  <a:srgbClr val="FF9999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89" name="Rectangle 37">
              <a:extLst>
                <a:ext uri="{FF2B5EF4-FFF2-40B4-BE49-F238E27FC236}">
                  <a16:creationId xmlns:a16="http://schemas.microsoft.com/office/drawing/2014/main" id="{A2F9E981-9540-9A4B-A9F6-88A4DB93E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832"/>
              <a:ext cx="1632" cy="624"/>
            </a:xfrm>
            <a:prstGeom prst="rect">
              <a:avLst/>
            </a:prstGeom>
            <a:gradFill rotWithShape="0">
              <a:gsLst>
                <a:gs pos="0">
                  <a:srgbClr val="FF9999"/>
                </a:gs>
                <a:gs pos="100000">
                  <a:srgbClr val="FFFFCC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79590" name="Rectangle 38">
              <a:extLst>
                <a:ext uri="{FF2B5EF4-FFF2-40B4-BE49-F238E27FC236}">
                  <a16:creationId xmlns:a16="http://schemas.microsoft.com/office/drawing/2014/main" id="{EB00505B-3CD1-6444-8648-C50DE6150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2976"/>
              <a:ext cx="1776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r>
                <a:rPr lang="en-US" sz="2400" i="1">
                  <a:solidFill>
                    <a:srgbClr val="FFFF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Narrow" pitchFamily="34" charset="0"/>
                </a:rPr>
                <a:t>Estabilidade</a:t>
              </a:r>
              <a:endParaRPr lang="en-US" sz="2400" i="1">
                <a:solidFill>
                  <a:srgbClr val="FFFF00"/>
                </a:solidFill>
                <a:latin typeface="Arial Narrow" pitchFamily="34" charset="0"/>
              </a:endParaRPr>
            </a:p>
          </p:txBody>
        </p:sp>
        <p:grpSp>
          <p:nvGrpSpPr>
            <p:cNvPr id="40991" name="Group 39">
              <a:extLst>
                <a:ext uri="{FF2B5EF4-FFF2-40B4-BE49-F238E27FC236}">
                  <a16:creationId xmlns:a16="http://schemas.microsoft.com/office/drawing/2014/main" id="{0B0F918D-56D3-D24D-B096-5A881DDA6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6" y="2873"/>
              <a:ext cx="739" cy="553"/>
              <a:chOff x="4326" y="2873"/>
              <a:chExt cx="739" cy="553"/>
            </a:xfrm>
          </p:grpSpPr>
          <p:sp>
            <p:nvSpPr>
              <p:cNvPr id="40993" name="Line 40">
                <a:extLst>
                  <a:ext uri="{FF2B5EF4-FFF2-40B4-BE49-F238E27FC236}">
                    <a16:creationId xmlns:a16="http://schemas.microsoft.com/office/drawing/2014/main" id="{3B996AD0-35F6-344D-AEB7-F0A10CE2E1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6" y="3364"/>
                <a:ext cx="51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0994" name="Line 41">
                <a:extLst>
                  <a:ext uri="{FF2B5EF4-FFF2-40B4-BE49-F238E27FC236}">
                    <a16:creationId xmlns:a16="http://schemas.microsoft.com/office/drawing/2014/main" id="{EE45EE8A-4ACD-4C4F-B55C-7135CA976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105"/>
                <a:ext cx="1" cy="257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0995" name="Freeform 42">
                <a:extLst>
                  <a:ext uri="{FF2B5EF4-FFF2-40B4-BE49-F238E27FC236}">
                    <a16:creationId xmlns:a16="http://schemas.microsoft.com/office/drawing/2014/main" id="{BF81F34D-2354-6C4F-9B84-C410B311C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183"/>
                <a:ext cx="286" cy="128"/>
              </a:xfrm>
              <a:custGeom>
                <a:avLst/>
                <a:gdLst>
                  <a:gd name="T0" fmla="*/ 0 w 560"/>
                  <a:gd name="T1" fmla="*/ 3 h 336"/>
                  <a:gd name="T2" fmla="*/ 5 w 560"/>
                  <a:gd name="T3" fmla="*/ 3 h 336"/>
                  <a:gd name="T4" fmla="*/ 10 w 560"/>
                  <a:gd name="T5" fmla="*/ 0 h 336"/>
                  <a:gd name="T6" fmla="*/ 17 w 560"/>
                  <a:gd name="T7" fmla="*/ 3 h 336"/>
                  <a:gd name="T8" fmla="*/ 19 w 560"/>
                  <a:gd name="T9" fmla="*/ 3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0996" name="Line 43">
                <a:extLst>
                  <a:ext uri="{FF2B5EF4-FFF2-40B4-BE49-F238E27FC236}">
                    <a16:creationId xmlns:a16="http://schemas.microsoft.com/office/drawing/2014/main" id="{34F44CE2-9EB6-4D4E-9D0F-E2F8BCE3C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4" y="2976"/>
                <a:ext cx="0" cy="3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0997" name="Line 44">
                <a:extLst>
                  <a:ext uri="{FF2B5EF4-FFF2-40B4-BE49-F238E27FC236}">
                    <a16:creationId xmlns:a16="http://schemas.microsoft.com/office/drawing/2014/main" id="{E9EAEA4A-5D04-A847-BB28-C00027672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8" y="2925"/>
                <a:ext cx="1" cy="256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0998" name="Freeform 45">
                <a:extLst>
                  <a:ext uri="{FF2B5EF4-FFF2-40B4-BE49-F238E27FC236}">
                    <a16:creationId xmlns:a16="http://schemas.microsoft.com/office/drawing/2014/main" id="{E8FC15C9-A48C-D74C-944D-0F5ECAA7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028"/>
                <a:ext cx="286" cy="128"/>
              </a:xfrm>
              <a:custGeom>
                <a:avLst/>
                <a:gdLst>
                  <a:gd name="T0" fmla="*/ 0 w 560"/>
                  <a:gd name="T1" fmla="*/ 3 h 336"/>
                  <a:gd name="T2" fmla="*/ 5 w 560"/>
                  <a:gd name="T3" fmla="*/ 3 h 336"/>
                  <a:gd name="T4" fmla="*/ 10 w 560"/>
                  <a:gd name="T5" fmla="*/ 0 h 336"/>
                  <a:gd name="T6" fmla="*/ 17 w 560"/>
                  <a:gd name="T7" fmla="*/ 3 h 336"/>
                  <a:gd name="T8" fmla="*/ 19 w 560"/>
                  <a:gd name="T9" fmla="*/ 3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336"/>
                  <a:gd name="T17" fmla="*/ 560 w 560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336">
                    <a:moveTo>
                      <a:pt x="0" y="333"/>
                    </a:moveTo>
                    <a:cubicBezTo>
                      <a:pt x="37" y="330"/>
                      <a:pt x="92" y="336"/>
                      <a:pt x="130" y="316"/>
                    </a:cubicBezTo>
                    <a:cubicBezTo>
                      <a:pt x="245" y="256"/>
                      <a:pt x="192" y="61"/>
                      <a:pt x="284" y="0"/>
                    </a:cubicBezTo>
                    <a:cubicBezTo>
                      <a:pt x="429" y="36"/>
                      <a:pt x="346" y="248"/>
                      <a:pt x="479" y="316"/>
                    </a:cubicBezTo>
                    <a:cubicBezTo>
                      <a:pt x="510" y="332"/>
                      <a:pt x="519" y="325"/>
                      <a:pt x="560" y="3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79598" name="Text Box 46">
                <a:extLst>
                  <a:ext uri="{FF2B5EF4-FFF2-40B4-BE49-F238E27FC236}">
                    <a16:creationId xmlns:a16="http://schemas.microsoft.com/office/drawing/2014/main" id="{4DA3780F-12BE-B543-925B-89FA9611E8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39" y="2873"/>
                <a:ext cx="226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sz="140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Times New Roman" pitchFamily="18" charset="0"/>
                  </a:rPr>
                  <a:t>t1</a:t>
                </a:r>
                <a:endParaRPr lang="en-US" sz="240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  <p:sp>
            <p:nvSpPr>
              <p:cNvPr id="279599" name="Text Box 47">
                <a:extLst>
                  <a:ext uri="{FF2B5EF4-FFF2-40B4-BE49-F238E27FC236}">
                    <a16:creationId xmlns:a16="http://schemas.microsoft.com/office/drawing/2014/main" id="{3593FE3A-9652-0A42-9D8A-3989E30268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77" y="3234"/>
                <a:ext cx="225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sz="140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Times New Roman" pitchFamily="18" charset="0"/>
                  </a:rPr>
                  <a:t>t2</a:t>
                </a:r>
                <a:endParaRPr lang="en-US" sz="240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</p:grpSp>
        <p:sp>
          <p:nvSpPr>
            <p:cNvPr id="279600" name="Text Box 48">
              <a:extLst>
                <a:ext uri="{FF2B5EF4-FFF2-40B4-BE49-F238E27FC236}">
                  <a16:creationId xmlns:a16="http://schemas.microsoft.com/office/drawing/2014/main" id="{4D0DCAD5-8D38-8E44-BC05-DE5C604ED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3024"/>
              <a:ext cx="1872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latin typeface="Arial" charset="0"/>
                </a:rPr>
                <a:t>Variação devido ao tempo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</p:grpSp>
      <p:grpSp>
        <p:nvGrpSpPr>
          <p:cNvPr id="9" name="Group 49">
            <a:extLst>
              <a:ext uri="{FF2B5EF4-FFF2-40B4-BE49-F238E27FC236}">
                <a16:creationId xmlns:a16="http://schemas.microsoft.com/office/drawing/2014/main" id="{FCDA3D85-6E14-854D-A809-BFB87EC9E553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5372100"/>
            <a:ext cx="7894638" cy="1125538"/>
            <a:chOff x="384" y="3384"/>
            <a:chExt cx="4973" cy="709"/>
          </a:xfrm>
        </p:grpSpPr>
        <p:sp>
          <p:nvSpPr>
            <p:cNvPr id="40977" name="AutoShape 50">
              <a:extLst>
                <a:ext uri="{FF2B5EF4-FFF2-40B4-BE49-F238E27FC236}">
                  <a16:creationId xmlns:a16="http://schemas.microsoft.com/office/drawing/2014/main" id="{569B4EF1-A900-4D46-B84A-143F6EAD03D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55393">
              <a:off x="1383" y="2404"/>
              <a:ext cx="690" cy="2687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8 w 21600"/>
                <a:gd name="T13" fmla="*/ 4502 h 21600"/>
                <a:gd name="T14" fmla="*/ 17092 w 21600"/>
                <a:gd name="T15" fmla="*/ 17098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9900FF"/>
                </a:gs>
                <a:gs pos="100000">
                  <a:srgbClr val="CC99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78" name="Rectangle 51">
              <a:extLst>
                <a:ext uri="{FF2B5EF4-FFF2-40B4-BE49-F238E27FC236}">
                  <a16:creationId xmlns:a16="http://schemas.microsoft.com/office/drawing/2014/main" id="{F302EBB5-7B21-E245-B4A6-1D83D5E87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3384"/>
              <a:ext cx="1636" cy="696"/>
            </a:xfrm>
            <a:prstGeom prst="rect">
              <a:avLst/>
            </a:prstGeom>
            <a:gradFill rotWithShape="0">
              <a:gsLst>
                <a:gs pos="0">
                  <a:srgbClr val="CC99FF"/>
                </a:gs>
                <a:gs pos="100000">
                  <a:srgbClr val="FFFFCC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279604" name="Rectangle 52">
              <a:extLst>
                <a:ext uri="{FF2B5EF4-FFF2-40B4-BE49-F238E27FC236}">
                  <a16:creationId xmlns:a16="http://schemas.microsoft.com/office/drawing/2014/main" id="{99F20806-C8AF-3C4A-A6F0-E0627EFA1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3504"/>
              <a:ext cx="1776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r>
                <a:rPr lang="en-US" sz="2400" i="1">
                  <a:solidFill>
                    <a:srgbClr val="FFFF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Narrow" pitchFamily="34" charset="0"/>
                </a:rPr>
                <a:t>Linearidade</a:t>
              </a:r>
              <a:endParaRPr lang="en-US" sz="2400" i="1">
                <a:solidFill>
                  <a:srgbClr val="FFFF00"/>
                </a:solidFill>
                <a:latin typeface="Arial Narrow" pitchFamily="34" charset="0"/>
              </a:endParaRPr>
            </a:p>
          </p:txBody>
        </p:sp>
        <p:sp>
          <p:nvSpPr>
            <p:cNvPr id="40980" name="Line 53">
              <a:extLst>
                <a:ext uri="{FF2B5EF4-FFF2-40B4-BE49-F238E27FC236}">
                  <a16:creationId xmlns:a16="http://schemas.microsoft.com/office/drawing/2014/main" id="{641FD159-83D5-8A43-ABD6-BB9749942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68" y="3486"/>
              <a:ext cx="0" cy="3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9606" name="Text Box 54">
              <a:extLst>
                <a:ext uri="{FF2B5EF4-FFF2-40B4-BE49-F238E27FC236}">
                  <a16:creationId xmlns:a16="http://schemas.microsoft.com/office/drawing/2014/main" id="{996A7E46-9E67-E54A-949D-3FA6F07280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6" y="3744"/>
              <a:ext cx="461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rPr>
                <a:t>V Ref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  <p:sp>
          <p:nvSpPr>
            <p:cNvPr id="279607" name="Text Box 55">
              <a:extLst>
                <a:ext uri="{FF2B5EF4-FFF2-40B4-BE49-F238E27FC236}">
                  <a16:creationId xmlns:a16="http://schemas.microsoft.com/office/drawing/2014/main" id="{F6240568-7E36-4E41-8FEC-3364352815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" y="3456"/>
              <a:ext cx="605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rPr>
                <a:t>V Médio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  <p:sp>
          <p:nvSpPr>
            <p:cNvPr id="40983" name="Line 56">
              <a:extLst>
                <a:ext uri="{FF2B5EF4-FFF2-40B4-BE49-F238E27FC236}">
                  <a16:creationId xmlns:a16="http://schemas.microsoft.com/office/drawing/2014/main" id="{0AEF281F-7293-BD41-8F28-16C1F3F71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8" y="3600"/>
              <a:ext cx="288" cy="288"/>
            </a:xfrm>
            <a:prstGeom prst="line">
              <a:avLst/>
            </a:prstGeom>
            <a:noFill/>
            <a:ln w="952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84" name="Line 57">
              <a:extLst>
                <a:ext uri="{FF2B5EF4-FFF2-40B4-BE49-F238E27FC236}">
                  <a16:creationId xmlns:a16="http://schemas.microsoft.com/office/drawing/2014/main" id="{41DF4317-5B13-B246-A949-93A57BAE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16" y="3552"/>
              <a:ext cx="9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9610" name="Text Box 58">
              <a:extLst>
                <a:ext uri="{FF2B5EF4-FFF2-40B4-BE49-F238E27FC236}">
                  <a16:creationId xmlns:a16="http://schemas.microsoft.com/office/drawing/2014/main" id="{8E8E258B-8C11-E640-9E47-D6E416648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3648"/>
              <a:ext cx="1872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1400">
                  <a:latin typeface="Arial" charset="0"/>
                </a:rPr>
                <a:t>Diferença ao longo da faixa de operação</a:t>
              </a:r>
              <a:endParaRPr lang="en-US" sz="240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  <p:sp>
          <p:nvSpPr>
            <p:cNvPr id="40986" name="Line 59">
              <a:extLst>
                <a:ext uri="{FF2B5EF4-FFF2-40B4-BE49-F238E27FC236}">
                  <a16:creationId xmlns:a16="http://schemas.microsoft.com/office/drawing/2014/main" id="{13032C57-6155-7747-B9F0-389578F13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8" y="3504"/>
              <a:ext cx="0" cy="3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87" name="Line 60">
              <a:extLst>
                <a:ext uri="{FF2B5EF4-FFF2-40B4-BE49-F238E27FC236}">
                  <a16:creationId xmlns:a16="http://schemas.microsoft.com/office/drawing/2014/main" id="{572A51CC-6CCE-034D-890C-DCAA42D9C5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888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40972" name="Rectangle 61">
            <a:extLst>
              <a:ext uri="{FF2B5EF4-FFF2-40B4-BE49-F238E27FC236}">
                <a16:creationId xmlns:a16="http://schemas.microsoft.com/office/drawing/2014/main" id="{0DE8FDDF-FEB8-7F4A-84D3-97CA6F69EB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Homologar o processo: Análise dos Sistemas de Medição: Tipos de variação</a:t>
            </a:r>
          </a:p>
        </p:txBody>
      </p:sp>
      <p:grpSp>
        <p:nvGrpSpPr>
          <p:cNvPr id="10" name="Group 65">
            <a:extLst>
              <a:ext uri="{FF2B5EF4-FFF2-40B4-BE49-F238E27FC236}">
                <a16:creationId xmlns:a16="http://schemas.microsoft.com/office/drawing/2014/main" id="{5CC8055A-7FF0-A74F-AAA9-DFE65CA3C726}"/>
              </a:ext>
            </a:extLst>
          </p:cNvPr>
          <p:cNvGrpSpPr>
            <a:grpSpLocks/>
          </p:cNvGrpSpPr>
          <p:nvPr/>
        </p:nvGrpSpPr>
        <p:grpSpPr bwMode="auto">
          <a:xfrm>
            <a:off x="214313" y="1028700"/>
            <a:ext cx="7107237" cy="3600450"/>
            <a:chOff x="135" y="648"/>
            <a:chExt cx="4477" cy="2268"/>
          </a:xfrm>
        </p:grpSpPr>
        <p:sp>
          <p:nvSpPr>
            <p:cNvPr id="40974" name="Text Box 62">
              <a:extLst>
                <a:ext uri="{FF2B5EF4-FFF2-40B4-BE49-F238E27FC236}">
                  <a16:creationId xmlns:a16="http://schemas.microsoft.com/office/drawing/2014/main" id="{5C9A6FA7-E2F6-C446-AE81-C835C6143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1" y="648"/>
              <a:ext cx="335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2000"/>
                <a:t>R&amp;R do instrumento / dispositivo de medição </a:t>
              </a:r>
            </a:p>
          </p:txBody>
        </p:sp>
        <p:sp>
          <p:nvSpPr>
            <p:cNvPr id="40975" name="Oval 63">
              <a:extLst>
                <a:ext uri="{FF2B5EF4-FFF2-40B4-BE49-F238E27FC236}">
                  <a16:creationId xmlns:a16="http://schemas.microsoft.com/office/drawing/2014/main" id="{9E3F1FE2-C644-C946-B469-9D2720F9C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" y="1664"/>
              <a:ext cx="1764" cy="1252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cxnSp>
          <p:nvCxnSpPr>
            <p:cNvPr id="40976" name="AutoShape 64">
              <a:extLst>
                <a:ext uri="{FF2B5EF4-FFF2-40B4-BE49-F238E27FC236}">
                  <a16:creationId xmlns:a16="http://schemas.microsoft.com/office/drawing/2014/main" id="{D80B0286-DF8D-774C-B183-4F82E9BC1FE8}"/>
                </a:ext>
              </a:extLst>
            </p:cNvPr>
            <p:cNvCxnSpPr>
              <a:cxnSpLocks noChangeShapeType="1"/>
              <a:stCxn id="40975" idx="0"/>
              <a:endCxn id="40974" idx="2"/>
            </p:cNvCxnSpPr>
            <p:nvPr/>
          </p:nvCxnSpPr>
          <p:spPr bwMode="auto">
            <a:xfrm flipV="1">
              <a:off x="1017" y="898"/>
              <a:ext cx="1920" cy="7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Rectangle 4">
            <a:extLst>
              <a:ext uri="{FF2B5EF4-FFF2-40B4-BE49-F238E27FC236}">
                <a16:creationId xmlns:a16="http://schemas.microsoft.com/office/drawing/2014/main" id="{CD2B9A77-DD9C-E842-A042-5068CED0F6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Fórmulas básicas de C</a:t>
            </a:r>
            <a:r>
              <a:rPr lang="pt-BR" altLang="pt-BR" baseline="-25000"/>
              <a:t>p</a:t>
            </a:r>
            <a:r>
              <a:rPr lang="pt-BR" altLang="pt-BR"/>
              <a:t> e C</a:t>
            </a:r>
            <a:r>
              <a:rPr lang="pt-BR" altLang="pt-BR" baseline="-25000"/>
              <a:t>pk</a:t>
            </a:r>
          </a:p>
        </p:txBody>
      </p:sp>
      <p:graphicFrame>
        <p:nvGraphicFramePr>
          <p:cNvPr id="45058" name="Object 29">
            <a:extLst>
              <a:ext uri="{FF2B5EF4-FFF2-40B4-BE49-F238E27FC236}">
                <a16:creationId xmlns:a16="http://schemas.microsoft.com/office/drawing/2014/main" id="{3CDDA3D7-4200-0C4D-92AD-27EDED987CBE}"/>
              </a:ext>
            </a:extLst>
          </p:cNvPr>
          <p:cNvGraphicFramePr>
            <a:graphicFrameLocks noGrp="1" noChangeAspect="1"/>
          </p:cNvGraphicFramePr>
          <p:nvPr>
            <p:ph sz="half" idx="1"/>
          </p:nvPr>
        </p:nvGraphicFramePr>
        <p:xfrm>
          <a:off x="331788" y="2794000"/>
          <a:ext cx="2406650" cy="9096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3990300" imgH="9067800" progId="Equation.3">
                  <p:embed/>
                </p:oleObj>
              </mc:Choice>
              <mc:Fallback>
                <p:oleObj name="Equation" r:id="rId3" imgW="23990300" imgH="9067800" progId="Equation.3">
                  <p:embed/>
                  <p:pic>
                    <p:nvPicPr>
                      <p:cNvPr id="45058" name="Object 29">
                        <a:extLst>
                          <a:ext uri="{FF2B5EF4-FFF2-40B4-BE49-F238E27FC236}">
                            <a16:creationId xmlns:a16="http://schemas.microsoft.com/office/drawing/2014/main" id="{3CDDA3D7-4200-0C4D-92AD-27EDED987CB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1788" y="2794000"/>
                        <a:ext cx="2406650" cy="909638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>
                        <a:noFill/>
                      </a:ln>
                      <a:effectLst>
                        <a:outerShdw dist="17961" dir="2700000" algn="ctr" rotWithShape="0">
                          <a:srgbClr val="99995C">
                            <a:alpha val="74997"/>
                          </a:srgbClr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059" name="Object 31">
            <a:extLst>
              <a:ext uri="{FF2B5EF4-FFF2-40B4-BE49-F238E27FC236}">
                <a16:creationId xmlns:a16="http://schemas.microsoft.com/office/drawing/2014/main" id="{C9780C34-997D-0A42-8B3D-2341DCC9DE10}"/>
              </a:ext>
            </a:extLst>
          </p:cNvPr>
          <p:cNvGraphicFramePr>
            <a:graphicFrameLocks noGrp="1" noChangeAspect="1"/>
          </p:cNvGraphicFramePr>
          <p:nvPr>
            <p:ph sz="quarter" idx="2"/>
          </p:nvPr>
        </p:nvGraphicFramePr>
        <p:xfrm>
          <a:off x="3051175" y="4905375"/>
          <a:ext cx="2025650" cy="889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3990300" imgH="10528300" progId="Equation.3">
                  <p:embed/>
                </p:oleObj>
              </mc:Choice>
              <mc:Fallback>
                <p:oleObj name="Equation" r:id="rId5" imgW="23990300" imgH="10528300" progId="Equation.3">
                  <p:embed/>
                  <p:pic>
                    <p:nvPicPr>
                      <p:cNvPr id="45059" name="Object 31">
                        <a:extLst>
                          <a:ext uri="{FF2B5EF4-FFF2-40B4-BE49-F238E27FC236}">
                            <a16:creationId xmlns:a16="http://schemas.microsoft.com/office/drawing/2014/main" id="{C9780C34-997D-0A42-8B3D-2341DCC9DE1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51175" y="4905375"/>
                        <a:ext cx="2025650" cy="88900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>
                        <a:noFill/>
                      </a:ln>
                      <a:effectLst>
                        <a:outerShdw dist="17961" dir="2700000" algn="ctr" rotWithShape="0">
                          <a:srgbClr val="99995C">
                            <a:alpha val="74997"/>
                          </a:srgbClr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5060" name="Group 28">
            <a:extLst>
              <a:ext uri="{FF2B5EF4-FFF2-40B4-BE49-F238E27FC236}">
                <a16:creationId xmlns:a16="http://schemas.microsoft.com/office/drawing/2014/main" id="{EE131F67-F3FB-6640-AE04-BE54726773D6}"/>
              </a:ext>
            </a:extLst>
          </p:cNvPr>
          <p:cNvGrpSpPr>
            <a:grpSpLocks/>
          </p:cNvGrpSpPr>
          <p:nvPr/>
        </p:nvGrpSpPr>
        <p:grpSpPr bwMode="auto">
          <a:xfrm>
            <a:off x="3238500" y="1039813"/>
            <a:ext cx="5581650" cy="3221037"/>
            <a:chOff x="1024" y="1060"/>
            <a:chExt cx="3900" cy="2208"/>
          </a:xfrm>
        </p:grpSpPr>
        <p:grpSp>
          <p:nvGrpSpPr>
            <p:cNvPr id="45064" name="Group 7">
              <a:extLst>
                <a:ext uri="{FF2B5EF4-FFF2-40B4-BE49-F238E27FC236}">
                  <a16:creationId xmlns:a16="http://schemas.microsoft.com/office/drawing/2014/main" id="{8259076D-42BD-7346-BAD3-4E46D8DD1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" y="1492"/>
              <a:ext cx="2499" cy="1076"/>
              <a:chOff x="1827" y="2208"/>
              <a:chExt cx="2499" cy="1220"/>
            </a:xfrm>
          </p:grpSpPr>
          <p:sp>
            <p:nvSpPr>
              <p:cNvPr id="45081" name="Freeform 8">
                <a:extLst>
                  <a:ext uri="{FF2B5EF4-FFF2-40B4-BE49-F238E27FC236}">
                    <a16:creationId xmlns:a16="http://schemas.microsoft.com/office/drawing/2014/main" id="{F44B95B2-D6B9-DD4B-88BA-CAFAD2A0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209"/>
                <a:ext cx="1254" cy="1219"/>
              </a:xfrm>
              <a:custGeom>
                <a:avLst/>
                <a:gdLst>
                  <a:gd name="T0" fmla="*/ 0 w 1254"/>
                  <a:gd name="T1" fmla="*/ 1219 h 1219"/>
                  <a:gd name="T2" fmla="*/ 191 w 1254"/>
                  <a:gd name="T3" fmla="*/ 1173 h 1219"/>
                  <a:gd name="T4" fmla="*/ 246 w 1254"/>
                  <a:gd name="T5" fmla="*/ 1155 h 1219"/>
                  <a:gd name="T6" fmla="*/ 273 w 1254"/>
                  <a:gd name="T7" fmla="*/ 1137 h 1219"/>
                  <a:gd name="T8" fmla="*/ 291 w 1254"/>
                  <a:gd name="T9" fmla="*/ 1109 h 1219"/>
                  <a:gd name="T10" fmla="*/ 345 w 1254"/>
                  <a:gd name="T11" fmla="*/ 1073 h 1219"/>
                  <a:gd name="T12" fmla="*/ 427 w 1254"/>
                  <a:gd name="T13" fmla="*/ 991 h 1219"/>
                  <a:gd name="T14" fmla="*/ 434 w 1254"/>
                  <a:gd name="T15" fmla="*/ 991 h 1219"/>
                  <a:gd name="T16" fmla="*/ 582 w 1254"/>
                  <a:gd name="T17" fmla="*/ 846 h 1219"/>
                  <a:gd name="T18" fmla="*/ 655 w 1254"/>
                  <a:gd name="T19" fmla="*/ 709 h 1219"/>
                  <a:gd name="T20" fmla="*/ 700 w 1254"/>
                  <a:gd name="T21" fmla="*/ 637 h 1219"/>
                  <a:gd name="T22" fmla="*/ 745 w 1254"/>
                  <a:gd name="T23" fmla="*/ 582 h 1219"/>
                  <a:gd name="T24" fmla="*/ 800 w 1254"/>
                  <a:gd name="T25" fmla="*/ 482 h 1219"/>
                  <a:gd name="T26" fmla="*/ 836 w 1254"/>
                  <a:gd name="T27" fmla="*/ 437 h 1219"/>
                  <a:gd name="T28" fmla="*/ 845 w 1254"/>
                  <a:gd name="T29" fmla="*/ 409 h 1219"/>
                  <a:gd name="T30" fmla="*/ 864 w 1254"/>
                  <a:gd name="T31" fmla="*/ 391 h 1219"/>
                  <a:gd name="T32" fmla="*/ 873 w 1254"/>
                  <a:gd name="T33" fmla="*/ 364 h 1219"/>
                  <a:gd name="T34" fmla="*/ 891 w 1254"/>
                  <a:gd name="T35" fmla="*/ 337 h 1219"/>
                  <a:gd name="T36" fmla="*/ 918 w 1254"/>
                  <a:gd name="T37" fmla="*/ 246 h 1219"/>
                  <a:gd name="T38" fmla="*/ 955 w 1254"/>
                  <a:gd name="T39" fmla="*/ 191 h 1219"/>
                  <a:gd name="T40" fmla="*/ 1018 w 1254"/>
                  <a:gd name="T41" fmla="*/ 128 h 1219"/>
                  <a:gd name="T42" fmla="*/ 1055 w 1254"/>
                  <a:gd name="T43" fmla="*/ 82 h 1219"/>
                  <a:gd name="T44" fmla="*/ 1064 w 1254"/>
                  <a:gd name="T45" fmla="*/ 55 h 1219"/>
                  <a:gd name="T46" fmla="*/ 1091 w 1254"/>
                  <a:gd name="T47" fmla="*/ 46 h 1219"/>
                  <a:gd name="T48" fmla="*/ 1254 w 1254"/>
                  <a:gd name="T49" fmla="*/ 0 h 12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54"/>
                  <a:gd name="T76" fmla="*/ 0 h 1219"/>
                  <a:gd name="T77" fmla="*/ 1254 w 1254"/>
                  <a:gd name="T78" fmla="*/ 1219 h 12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54" h="1219">
                    <a:moveTo>
                      <a:pt x="0" y="1219"/>
                    </a:moveTo>
                    <a:cubicBezTo>
                      <a:pt x="68" y="1210"/>
                      <a:pt x="126" y="1194"/>
                      <a:pt x="191" y="1173"/>
                    </a:cubicBezTo>
                    <a:lnTo>
                      <a:pt x="246" y="1155"/>
                    </a:lnTo>
                    <a:cubicBezTo>
                      <a:pt x="255" y="1149"/>
                      <a:pt x="265" y="1145"/>
                      <a:pt x="273" y="1137"/>
                    </a:cubicBezTo>
                    <a:cubicBezTo>
                      <a:pt x="281" y="1129"/>
                      <a:pt x="283" y="1116"/>
                      <a:pt x="291" y="1109"/>
                    </a:cubicBezTo>
                    <a:cubicBezTo>
                      <a:pt x="307" y="1095"/>
                      <a:pt x="327" y="1085"/>
                      <a:pt x="345" y="1073"/>
                    </a:cubicBezTo>
                    <a:cubicBezTo>
                      <a:pt x="377" y="1052"/>
                      <a:pt x="390" y="1015"/>
                      <a:pt x="427" y="991"/>
                    </a:cubicBezTo>
                    <a:cubicBezTo>
                      <a:pt x="442" y="977"/>
                      <a:pt x="408" y="1015"/>
                      <a:pt x="434" y="991"/>
                    </a:cubicBezTo>
                    <a:cubicBezTo>
                      <a:pt x="460" y="967"/>
                      <a:pt x="545" y="893"/>
                      <a:pt x="582" y="846"/>
                    </a:cubicBezTo>
                    <a:cubicBezTo>
                      <a:pt x="619" y="798"/>
                      <a:pt x="636" y="764"/>
                      <a:pt x="655" y="709"/>
                    </a:cubicBezTo>
                    <a:cubicBezTo>
                      <a:pt x="664" y="682"/>
                      <a:pt x="687" y="662"/>
                      <a:pt x="700" y="637"/>
                    </a:cubicBezTo>
                    <a:cubicBezTo>
                      <a:pt x="720" y="616"/>
                      <a:pt x="732" y="607"/>
                      <a:pt x="745" y="582"/>
                    </a:cubicBezTo>
                    <a:cubicBezTo>
                      <a:pt x="770" y="535"/>
                      <a:pt x="754" y="513"/>
                      <a:pt x="800" y="482"/>
                    </a:cubicBezTo>
                    <a:cubicBezTo>
                      <a:pt x="823" y="412"/>
                      <a:pt x="789" y="497"/>
                      <a:pt x="836" y="437"/>
                    </a:cubicBezTo>
                    <a:cubicBezTo>
                      <a:pt x="842" y="429"/>
                      <a:pt x="840" y="417"/>
                      <a:pt x="845" y="409"/>
                    </a:cubicBezTo>
                    <a:cubicBezTo>
                      <a:pt x="850" y="402"/>
                      <a:pt x="858" y="397"/>
                      <a:pt x="864" y="391"/>
                    </a:cubicBezTo>
                    <a:cubicBezTo>
                      <a:pt x="867" y="382"/>
                      <a:pt x="869" y="372"/>
                      <a:pt x="873" y="364"/>
                    </a:cubicBezTo>
                    <a:cubicBezTo>
                      <a:pt x="878" y="354"/>
                      <a:pt x="887" y="347"/>
                      <a:pt x="891" y="337"/>
                    </a:cubicBezTo>
                    <a:cubicBezTo>
                      <a:pt x="906" y="302"/>
                      <a:pt x="894" y="282"/>
                      <a:pt x="918" y="246"/>
                    </a:cubicBezTo>
                    <a:cubicBezTo>
                      <a:pt x="930" y="228"/>
                      <a:pt x="943" y="209"/>
                      <a:pt x="955" y="191"/>
                    </a:cubicBezTo>
                    <a:cubicBezTo>
                      <a:pt x="977" y="158"/>
                      <a:pt x="981" y="140"/>
                      <a:pt x="1018" y="128"/>
                    </a:cubicBezTo>
                    <a:cubicBezTo>
                      <a:pt x="1040" y="59"/>
                      <a:pt x="1008" y="139"/>
                      <a:pt x="1055" y="82"/>
                    </a:cubicBezTo>
                    <a:cubicBezTo>
                      <a:pt x="1061" y="75"/>
                      <a:pt x="1057" y="62"/>
                      <a:pt x="1064" y="55"/>
                    </a:cubicBezTo>
                    <a:cubicBezTo>
                      <a:pt x="1071" y="48"/>
                      <a:pt x="1083" y="50"/>
                      <a:pt x="1091" y="46"/>
                    </a:cubicBezTo>
                    <a:cubicBezTo>
                      <a:pt x="1148" y="17"/>
                      <a:pt x="1189" y="0"/>
                      <a:pt x="1254" y="0"/>
                    </a:cubicBezTo>
                  </a:path>
                </a:pathLst>
              </a:custGeom>
              <a:noFill/>
              <a:ln w="38100">
                <a:solidFill>
                  <a:srgbClr val="0000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5082" name="Freeform 9">
                <a:extLst>
                  <a:ext uri="{FF2B5EF4-FFF2-40B4-BE49-F238E27FC236}">
                    <a16:creationId xmlns:a16="http://schemas.microsoft.com/office/drawing/2014/main" id="{66342619-F431-DC40-B324-847CCCD2060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72" y="2208"/>
                <a:ext cx="1254" cy="1219"/>
              </a:xfrm>
              <a:custGeom>
                <a:avLst/>
                <a:gdLst>
                  <a:gd name="T0" fmla="*/ 0 w 1254"/>
                  <a:gd name="T1" fmla="*/ 1219 h 1219"/>
                  <a:gd name="T2" fmla="*/ 191 w 1254"/>
                  <a:gd name="T3" fmla="*/ 1173 h 1219"/>
                  <a:gd name="T4" fmla="*/ 246 w 1254"/>
                  <a:gd name="T5" fmla="*/ 1155 h 1219"/>
                  <a:gd name="T6" fmla="*/ 273 w 1254"/>
                  <a:gd name="T7" fmla="*/ 1137 h 1219"/>
                  <a:gd name="T8" fmla="*/ 291 w 1254"/>
                  <a:gd name="T9" fmla="*/ 1109 h 1219"/>
                  <a:gd name="T10" fmla="*/ 345 w 1254"/>
                  <a:gd name="T11" fmla="*/ 1073 h 1219"/>
                  <a:gd name="T12" fmla="*/ 427 w 1254"/>
                  <a:gd name="T13" fmla="*/ 991 h 1219"/>
                  <a:gd name="T14" fmla="*/ 582 w 1254"/>
                  <a:gd name="T15" fmla="*/ 846 h 1219"/>
                  <a:gd name="T16" fmla="*/ 655 w 1254"/>
                  <a:gd name="T17" fmla="*/ 709 h 1219"/>
                  <a:gd name="T18" fmla="*/ 700 w 1254"/>
                  <a:gd name="T19" fmla="*/ 637 h 1219"/>
                  <a:gd name="T20" fmla="*/ 745 w 1254"/>
                  <a:gd name="T21" fmla="*/ 582 h 1219"/>
                  <a:gd name="T22" fmla="*/ 800 w 1254"/>
                  <a:gd name="T23" fmla="*/ 482 h 1219"/>
                  <a:gd name="T24" fmla="*/ 836 w 1254"/>
                  <a:gd name="T25" fmla="*/ 437 h 1219"/>
                  <a:gd name="T26" fmla="*/ 845 w 1254"/>
                  <a:gd name="T27" fmla="*/ 409 h 1219"/>
                  <a:gd name="T28" fmla="*/ 864 w 1254"/>
                  <a:gd name="T29" fmla="*/ 391 h 1219"/>
                  <a:gd name="T30" fmla="*/ 873 w 1254"/>
                  <a:gd name="T31" fmla="*/ 364 h 1219"/>
                  <a:gd name="T32" fmla="*/ 891 w 1254"/>
                  <a:gd name="T33" fmla="*/ 337 h 1219"/>
                  <a:gd name="T34" fmla="*/ 918 w 1254"/>
                  <a:gd name="T35" fmla="*/ 246 h 1219"/>
                  <a:gd name="T36" fmla="*/ 955 w 1254"/>
                  <a:gd name="T37" fmla="*/ 191 h 1219"/>
                  <a:gd name="T38" fmla="*/ 1018 w 1254"/>
                  <a:gd name="T39" fmla="*/ 128 h 1219"/>
                  <a:gd name="T40" fmla="*/ 1055 w 1254"/>
                  <a:gd name="T41" fmla="*/ 82 h 1219"/>
                  <a:gd name="T42" fmla="*/ 1064 w 1254"/>
                  <a:gd name="T43" fmla="*/ 55 h 1219"/>
                  <a:gd name="T44" fmla="*/ 1091 w 1254"/>
                  <a:gd name="T45" fmla="*/ 46 h 1219"/>
                  <a:gd name="T46" fmla="*/ 1254 w 1254"/>
                  <a:gd name="T47" fmla="*/ 0 h 12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254"/>
                  <a:gd name="T73" fmla="*/ 0 h 1219"/>
                  <a:gd name="T74" fmla="*/ 1254 w 1254"/>
                  <a:gd name="T75" fmla="*/ 1219 h 121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254" h="1219">
                    <a:moveTo>
                      <a:pt x="0" y="1219"/>
                    </a:moveTo>
                    <a:cubicBezTo>
                      <a:pt x="68" y="1210"/>
                      <a:pt x="126" y="1194"/>
                      <a:pt x="191" y="1173"/>
                    </a:cubicBezTo>
                    <a:cubicBezTo>
                      <a:pt x="209" y="1167"/>
                      <a:pt x="246" y="1155"/>
                      <a:pt x="246" y="1155"/>
                    </a:cubicBezTo>
                    <a:cubicBezTo>
                      <a:pt x="255" y="1149"/>
                      <a:pt x="265" y="1145"/>
                      <a:pt x="273" y="1137"/>
                    </a:cubicBezTo>
                    <a:cubicBezTo>
                      <a:pt x="281" y="1129"/>
                      <a:pt x="283" y="1116"/>
                      <a:pt x="291" y="1109"/>
                    </a:cubicBezTo>
                    <a:cubicBezTo>
                      <a:pt x="307" y="1095"/>
                      <a:pt x="327" y="1085"/>
                      <a:pt x="345" y="1073"/>
                    </a:cubicBezTo>
                    <a:cubicBezTo>
                      <a:pt x="377" y="1052"/>
                      <a:pt x="390" y="1015"/>
                      <a:pt x="427" y="991"/>
                    </a:cubicBezTo>
                    <a:cubicBezTo>
                      <a:pt x="451" y="920"/>
                      <a:pt x="538" y="903"/>
                      <a:pt x="582" y="846"/>
                    </a:cubicBezTo>
                    <a:cubicBezTo>
                      <a:pt x="619" y="798"/>
                      <a:pt x="636" y="764"/>
                      <a:pt x="655" y="709"/>
                    </a:cubicBezTo>
                    <a:cubicBezTo>
                      <a:pt x="664" y="682"/>
                      <a:pt x="687" y="662"/>
                      <a:pt x="700" y="637"/>
                    </a:cubicBezTo>
                    <a:cubicBezTo>
                      <a:pt x="720" y="616"/>
                      <a:pt x="732" y="607"/>
                      <a:pt x="745" y="582"/>
                    </a:cubicBezTo>
                    <a:cubicBezTo>
                      <a:pt x="770" y="535"/>
                      <a:pt x="754" y="513"/>
                      <a:pt x="800" y="482"/>
                    </a:cubicBezTo>
                    <a:cubicBezTo>
                      <a:pt x="823" y="412"/>
                      <a:pt x="789" y="497"/>
                      <a:pt x="836" y="437"/>
                    </a:cubicBezTo>
                    <a:cubicBezTo>
                      <a:pt x="842" y="429"/>
                      <a:pt x="840" y="417"/>
                      <a:pt x="845" y="409"/>
                    </a:cubicBezTo>
                    <a:cubicBezTo>
                      <a:pt x="850" y="402"/>
                      <a:pt x="858" y="397"/>
                      <a:pt x="864" y="391"/>
                    </a:cubicBezTo>
                    <a:cubicBezTo>
                      <a:pt x="867" y="382"/>
                      <a:pt x="869" y="372"/>
                      <a:pt x="873" y="364"/>
                    </a:cubicBezTo>
                    <a:cubicBezTo>
                      <a:pt x="878" y="354"/>
                      <a:pt x="887" y="347"/>
                      <a:pt x="891" y="337"/>
                    </a:cubicBezTo>
                    <a:cubicBezTo>
                      <a:pt x="906" y="302"/>
                      <a:pt x="894" y="282"/>
                      <a:pt x="918" y="246"/>
                    </a:cubicBezTo>
                    <a:cubicBezTo>
                      <a:pt x="930" y="228"/>
                      <a:pt x="943" y="209"/>
                      <a:pt x="955" y="191"/>
                    </a:cubicBezTo>
                    <a:cubicBezTo>
                      <a:pt x="977" y="158"/>
                      <a:pt x="981" y="140"/>
                      <a:pt x="1018" y="128"/>
                    </a:cubicBezTo>
                    <a:cubicBezTo>
                      <a:pt x="1040" y="59"/>
                      <a:pt x="1008" y="139"/>
                      <a:pt x="1055" y="82"/>
                    </a:cubicBezTo>
                    <a:cubicBezTo>
                      <a:pt x="1061" y="75"/>
                      <a:pt x="1057" y="62"/>
                      <a:pt x="1064" y="55"/>
                    </a:cubicBezTo>
                    <a:cubicBezTo>
                      <a:pt x="1071" y="48"/>
                      <a:pt x="1083" y="50"/>
                      <a:pt x="1091" y="46"/>
                    </a:cubicBezTo>
                    <a:cubicBezTo>
                      <a:pt x="1148" y="17"/>
                      <a:pt x="1189" y="0"/>
                      <a:pt x="1254" y="0"/>
                    </a:cubicBezTo>
                  </a:path>
                </a:pathLst>
              </a:custGeom>
              <a:noFill/>
              <a:ln w="38100">
                <a:solidFill>
                  <a:srgbClr val="0000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45065" name="Group 10">
              <a:extLst>
                <a:ext uri="{FF2B5EF4-FFF2-40B4-BE49-F238E27FC236}">
                  <a16:creationId xmlns:a16="http://schemas.microsoft.com/office/drawing/2014/main" id="{14D9CCFC-849E-AF44-BFF6-4ED79FD2E9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" y="1060"/>
              <a:ext cx="3744" cy="1728"/>
              <a:chOff x="1248" y="1776"/>
              <a:chExt cx="3744" cy="1872"/>
            </a:xfrm>
          </p:grpSpPr>
          <p:sp>
            <p:nvSpPr>
              <p:cNvPr id="45079" name="Line 11">
                <a:extLst>
                  <a:ext uri="{FF2B5EF4-FFF2-40B4-BE49-F238E27FC236}">
                    <a16:creationId xmlns:a16="http://schemas.microsoft.com/office/drawing/2014/main" id="{4D6C527F-19F6-5F4D-AA96-33ADA5993A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48" y="3648"/>
                <a:ext cx="37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5080" name="Line 12">
                <a:extLst>
                  <a:ext uri="{FF2B5EF4-FFF2-40B4-BE49-F238E27FC236}">
                    <a16:creationId xmlns:a16="http://schemas.microsoft.com/office/drawing/2014/main" id="{7A846A38-5918-3F4F-9E08-4A00AA4BA9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1776"/>
                <a:ext cx="0" cy="18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45066" name="Group 13">
              <a:extLst>
                <a:ext uri="{FF2B5EF4-FFF2-40B4-BE49-F238E27FC236}">
                  <a16:creationId xmlns:a16="http://schemas.microsoft.com/office/drawing/2014/main" id="{14CA0E2F-FFEF-3E43-B59E-6D6AFBA32D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" y="2168"/>
              <a:ext cx="3900" cy="812"/>
              <a:chOff x="1248" y="3028"/>
              <a:chExt cx="3900" cy="812"/>
            </a:xfrm>
          </p:grpSpPr>
          <p:grpSp>
            <p:nvGrpSpPr>
              <p:cNvPr id="45073" name="Group 14">
                <a:extLst>
                  <a:ext uri="{FF2B5EF4-FFF2-40B4-BE49-F238E27FC236}">
                    <a16:creationId xmlns:a16="http://schemas.microsoft.com/office/drawing/2014/main" id="{B205B538-F6EB-D944-B60C-8B9F7DB649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48" y="3028"/>
                <a:ext cx="608" cy="812"/>
                <a:chOff x="1344" y="2980"/>
                <a:chExt cx="608" cy="812"/>
              </a:xfrm>
            </p:grpSpPr>
            <p:sp>
              <p:nvSpPr>
                <p:cNvPr id="45077" name="Line 15">
                  <a:extLst>
                    <a:ext uri="{FF2B5EF4-FFF2-40B4-BE49-F238E27FC236}">
                      <a16:creationId xmlns:a16="http://schemas.microsoft.com/office/drawing/2014/main" id="{41E91E80-C385-8741-A236-D81BFB0E93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84" y="3504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45078" name="Text Box 16">
                  <a:extLst>
                    <a:ext uri="{FF2B5EF4-FFF2-40B4-BE49-F238E27FC236}">
                      <a16:creationId xmlns:a16="http://schemas.microsoft.com/office/drawing/2014/main" id="{6C157001-FF99-9148-A610-6C1C41490A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4" y="2980"/>
                  <a:ext cx="608" cy="44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3600">
                      <a:solidFill>
                        <a:srgbClr val="FF3300"/>
                      </a:solidFill>
                      <a:latin typeface="Arial Unicode MS" panose="020B0604020202020204" pitchFamily="34" charset="-128"/>
                    </a:rPr>
                    <a:t>LIE</a:t>
                  </a:r>
                </a:p>
              </p:txBody>
            </p:sp>
          </p:grpSp>
          <p:grpSp>
            <p:nvGrpSpPr>
              <p:cNvPr id="45074" name="Group 17">
                <a:extLst>
                  <a:ext uri="{FF2B5EF4-FFF2-40B4-BE49-F238E27FC236}">
                    <a16:creationId xmlns:a16="http://schemas.microsoft.com/office/drawing/2014/main" id="{5F650442-9461-0245-9BBE-946829DD61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16" y="3124"/>
                <a:ext cx="732" cy="716"/>
                <a:chOff x="4320" y="2260"/>
                <a:chExt cx="732" cy="716"/>
              </a:xfrm>
            </p:grpSpPr>
            <p:sp>
              <p:nvSpPr>
                <p:cNvPr id="45075" name="Line 18">
                  <a:extLst>
                    <a:ext uri="{FF2B5EF4-FFF2-40B4-BE49-F238E27FC236}">
                      <a16:creationId xmlns:a16="http://schemas.microsoft.com/office/drawing/2014/main" id="{F6A369C4-2ADA-894D-9DEE-5549481D0B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60" y="2688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45076" name="Text Box 19">
                  <a:extLst>
                    <a:ext uri="{FF2B5EF4-FFF2-40B4-BE49-F238E27FC236}">
                      <a16:creationId xmlns:a16="http://schemas.microsoft.com/office/drawing/2014/main" id="{4D7DC3DF-CB31-C540-BC91-E911A425B3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20" y="2260"/>
                  <a:ext cx="732" cy="44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3600">
                      <a:solidFill>
                        <a:srgbClr val="FF3300"/>
                      </a:solidFill>
                      <a:latin typeface="Arial Unicode MS" panose="020B0604020202020204" pitchFamily="34" charset="-128"/>
                    </a:rPr>
                    <a:t>LSE</a:t>
                  </a:r>
                </a:p>
              </p:txBody>
            </p:sp>
          </p:grpSp>
        </p:grpSp>
        <p:grpSp>
          <p:nvGrpSpPr>
            <p:cNvPr id="45067" name="Group 20">
              <a:extLst>
                <a:ext uri="{FF2B5EF4-FFF2-40B4-BE49-F238E27FC236}">
                  <a16:creationId xmlns:a16="http://schemas.microsoft.com/office/drawing/2014/main" id="{6433725F-A528-1840-A9D5-D0A916009D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" y="1636"/>
              <a:ext cx="720" cy="1248"/>
              <a:chOff x="3072" y="2496"/>
              <a:chExt cx="720" cy="1248"/>
            </a:xfrm>
          </p:grpSpPr>
          <p:sp>
            <p:nvSpPr>
              <p:cNvPr id="45071" name="Line 21">
                <a:extLst>
                  <a:ext uri="{FF2B5EF4-FFF2-40B4-BE49-F238E27FC236}">
                    <a16:creationId xmlns:a16="http://schemas.microsoft.com/office/drawing/2014/main" id="{C3BE6091-4037-694E-AC91-78614C3D9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496"/>
                <a:ext cx="0" cy="12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5072" name="Line 22">
                <a:extLst>
                  <a:ext uri="{FF2B5EF4-FFF2-40B4-BE49-F238E27FC236}">
                    <a16:creationId xmlns:a16="http://schemas.microsoft.com/office/drawing/2014/main" id="{5B83D9E1-05E9-5E47-8492-C20476B06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3168"/>
                <a:ext cx="7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aphicFrame>
          <p:nvGraphicFramePr>
            <p:cNvPr id="45068" name="Object 23">
              <a:extLst>
                <a:ext uri="{FF2B5EF4-FFF2-40B4-BE49-F238E27FC236}">
                  <a16:creationId xmlns:a16="http://schemas.microsoft.com/office/drawing/2014/main" id="{F7743A3D-E9DA-654A-BFF3-461E444A0D2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52" y="2884"/>
            <a:ext cx="296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ção" r:id="rId7" imgW="4102100" imgH="5270500" progId="Equation.3">
                    <p:embed/>
                  </p:oleObj>
                </mc:Choice>
                <mc:Fallback>
                  <p:oleObj name="Equação" r:id="rId7" imgW="4102100" imgH="5270500" progId="Equation.3">
                    <p:embed/>
                    <p:pic>
                      <p:nvPicPr>
                        <p:cNvPr id="45068" name="Object 23">
                          <a:extLst>
                            <a:ext uri="{FF2B5EF4-FFF2-40B4-BE49-F238E27FC236}">
                              <a16:creationId xmlns:a16="http://schemas.microsoft.com/office/drawing/2014/main" id="{F7743A3D-E9DA-654A-BFF3-461E444A0D2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52" y="2884"/>
                          <a:ext cx="296" cy="384"/>
                        </a:xfrm>
                        <a:prstGeom prst="rect">
                          <a:avLst/>
                        </a:prstGeom>
                        <a:gradFill rotWithShape="0">
                          <a:gsLst>
                            <a:gs pos="0">
                              <a:srgbClr val="FFFFFF"/>
                            </a:gs>
                            <a:gs pos="100000">
                              <a:srgbClr val="FFFF00"/>
                            </a:gs>
                          </a:gsLst>
                          <a:path path="shape">
                            <a:fillToRect l="50000" t="50000" r="50000" b="50000"/>
                          </a:path>
                        </a:gra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38100">
                              <a:solidFill>
                                <a:schemeClr val="accent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5069" name="Object 25">
              <a:extLst>
                <a:ext uri="{FF2B5EF4-FFF2-40B4-BE49-F238E27FC236}">
                  <a16:creationId xmlns:a16="http://schemas.microsoft.com/office/drawing/2014/main" id="{9BC4DB8F-4CD9-384F-A467-E9E2DED6911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040" y="1924"/>
            <a:ext cx="288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9" imgW="3505200" imgH="3213100" progId="Equation.3">
                    <p:embed/>
                  </p:oleObj>
                </mc:Choice>
                <mc:Fallback>
                  <p:oleObj name="Equation" r:id="rId9" imgW="3505200" imgH="3213100" progId="Equation.3">
                    <p:embed/>
                    <p:pic>
                      <p:nvPicPr>
                        <p:cNvPr id="45069" name="Object 25">
                          <a:extLst>
                            <a:ext uri="{FF2B5EF4-FFF2-40B4-BE49-F238E27FC236}">
                              <a16:creationId xmlns:a16="http://schemas.microsoft.com/office/drawing/2014/main" id="{9BC4DB8F-4CD9-384F-A467-E9E2DED6911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40" y="1924"/>
                          <a:ext cx="288" cy="288"/>
                        </a:xfrm>
                        <a:prstGeom prst="rect">
                          <a:avLst/>
                        </a:prstGeom>
                        <a:gradFill rotWithShape="0">
                          <a:gsLst>
                            <a:gs pos="0">
                              <a:srgbClr val="FFFFFF"/>
                            </a:gs>
                            <a:gs pos="100000">
                              <a:srgbClr val="FFFF00"/>
                            </a:gs>
                          </a:gsLst>
                          <a:path path="shape">
                            <a:fillToRect l="50000" t="50000" r="50000" b="50000"/>
                          </a:path>
                        </a:gra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38100">
                              <a:solidFill>
                                <a:srgbClr val="FFFF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5070" name="Freeform 26">
              <a:extLst>
                <a:ext uri="{FF2B5EF4-FFF2-40B4-BE49-F238E27FC236}">
                  <a16:creationId xmlns:a16="http://schemas.microsoft.com/office/drawing/2014/main" id="{AF5ED568-1CF3-AB49-BC51-4E5C1684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24"/>
              <a:ext cx="144" cy="31"/>
            </a:xfrm>
            <a:custGeom>
              <a:avLst/>
              <a:gdLst>
                <a:gd name="T0" fmla="*/ 0 w 240"/>
                <a:gd name="T1" fmla="*/ 5 h 48"/>
                <a:gd name="T2" fmla="*/ 8 w 240"/>
                <a:gd name="T3" fmla="*/ 0 h 48"/>
                <a:gd name="T4" fmla="*/ 19 w 240"/>
                <a:gd name="T5" fmla="*/ 5 h 48"/>
                <a:gd name="T6" fmla="*/ 0 60000 65536"/>
                <a:gd name="T7" fmla="*/ 0 60000 65536"/>
                <a:gd name="T8" fmla="*/ 0 60000 65536"/>
                <a:gd name="T9" fmla="*/ 0 w 240"/>
                <a:gd name="T10" fmla="*/ 0 h 48"/>
                <a:gd name="T11" fmla="*/ 240 w 240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" h="48">
                  <a:moveTo>
                    <a:pt x="0" y="48"/>
                  </a:moveTo>
                  <a:lnTo>
                    <a:pt x="96" y="0"/>
                  </a:lnTo>
                  <a:lnTo>
                    <a:pt x="24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45061" name="Text Box 27">
            <a:extLst>
              <a:ext uri="{FF2B5EF4-FFF2-40B4-BE49-F238E27FC236}">
                <a16:creationId xmlns:a16="http://schemas.microsoft.com/office/drawing/2014/main" id="{D314EAD7-6695-9F4A-9D0F-9BFC5EC11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" y="1063625"/>
            <a:ext cx="3868738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LIE: limite inferior especificado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LSE: limite superior especificado</a:t>
            </a:r>
          </a:p>
        </p:txBody>
      </p:sp>
      <p:graphicFrame>
        <p:nvGraphicFramePr>
          <p:cNvPr id="45062" name="Object 41">
            <a:extLst>
              <a:ext uri="{FF2B5EF4-FFF2-40B4-BE49-F238E27FC236}">
                <a16:creationId xmlns:a16="http://schemas.microsoft.com/office/drawing/2014/main" id="{2DEB2F4D-76D5-5946-8EF6-8B77EA84DD0B}"/>
              </a:ext>
            </a:extLst>
          </p:cNvPr>
          <p:cNvGraphicFramePr>
            <a:graphicFrameLocks noGrp="1" noChangeAspect="1"/>
          </p:cNvGraphicFramePr>
          <p:nvPr>
            <p:ph sz="quarter" idx="3"/>
          </p:nvPr>
        </p:nvGraphicFramePr>
        <p:xfrm>
          <a:off x="6383338" y="4908550"/>
          <a:ext cx="1854200" cy="855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821900" imgH="10528300" progId="Equation.3">
                  <p:embed/>
                </p:oleObj>
              </mc:Choice>
              <mc:Fallback>
                <p:oleObj name="Equation" r:id="rId11" imgW="22821900" imgH="10528300" progId="Equation.3">
                  <p:embed/>
                  <p:pic>
                    <p:nvPicPr>
                      <p:cNvPr id="45062" name="Object 41">
                        <a:extLst>
                          <a:ext uri="{FF2B5EF4-FFF2-40B4-BE49-F238E27FC236}">
                            <a16:creationId xmlns:a16="http://schemas.microsoft.com/office/drawing/2014/main" id="{2DEB2F4D-76D5-5946-8EF6-8B77EA84DD0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83338" y="4908550"/>
                        <a:ext cx="1854200" cy="855663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>
                        <a:noFill/>
                      </a:ln>
                      <a:effectLst>
                        <a:outerShdw dist="17961" dir="2700000" algn="ctr" rotWithShape="0">
                          <a:srgbClr val="99995C">
                            <a:alpha val="74997"/>
                          </a:srgbClr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063" name="Text Box 43">
            <a:extLst>
              <a:ext uri="{FF2B5EF4-FFF2-40B4-BE49-F238E27FC236}">
                <a16:creationId xmlns:a16="http://schemas.microsoft.com/office/drawing/2014/main" id="{3ECF6AF7-C446-3E47-8620-B47D4A0CBE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6725" y="5916613"/>
            <a:ext cx="5213350" cy="641350"/>
          </a:xfrm>
          <a:prstGeom prst="rect">
            <a:avLst/>
          </a:prstGeom>
          <a:solidFill>
            <a:srgbClr val="FFFF66"/>
          </a:solidFill>
          <a:ln>
            <a:noFill/>
          </a:ln>
          <a:effectLst>
            <a:prstShdw prst="shdw17" dist="17961" dir="2700000">
              <a:srgbClr val="99993D">
                <a:alpha val="74997"/>
              </a:srgbClr>
            </a:prstShdw>
          </a:effectLst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3600"/>
              <a:t>C</a:t>
            </a:r>
            <a:r>
              <a:rPr lang="pt-BR" altLang="pt-BR" sz="3600" baseline="-25000"/>
              <a:t>pk</a:t>
            </a:r>
            <a:r>
              <a:rPr lang="pt-BR" altLang="pt-BR" sz="3600"/>
              <a:t>= Min (CPS, CPI)</a:t>
            </a:r>
            <a:endParaRPr lang="pt-BR" altLang="pt-BR" sz="20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2">
            <a:extLst>
              <a:ext uri="{FF2B5EF4-FFF2-40B4-BE49-F238E27FC236}">
                <a16:creationId xmlns:a16="http://schemas.microsoft.com/office/drawing/2014/main" id="{C74944CF-D4CE-3047-90F1-7D0371FDDB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Homologar o processo: tarefas realizadas</a:t>
            </a:r>
          </a:p>
        </p:txBody>
      </p:sp>
      <p:sp>
        <p:nvSpPr>
          <p:cNvPr id="47106" name="Rectangle 3">
            <a:extLst>
              <a:ext uri="{FF2B5EF4-FFF2-40B4-BE49-F238E27FC236}">
                <a16:creationId xmlns:a16="http://schemas.microsoft.com/office/drawing/2014/main" id="{8F5FCFC4-9F00-3847-979B-F2CEDC4953D4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1455738" y="2581275"/>
            <a:ext cx="5807075" cy="1963738"/>
          </a:xfrm>
          <a:noFill/>
          <a:ln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pt-BR" altLang="pt-BR"/>
              <a:t>Tarefas:</a:t>
            </a:r>
          </a:p>
          <a:p>
            <a:pPr lvl="1" eaLnBrk="1" hangingPunct="1"/>
            <a:r>
              <a:rPr lang="pt-BR" altLang="pt-BR"/>
              <a:t>Avaliar lote piloto</a:t>
            </a:r>
          </a:p>
          <a:p>
            <a:pPr lvl="1" eaLnBrk="1" hangingPunct="1"/>
            <a:r>
              <a:rPr lang="pt-BR" altLang="pt-BR"/>
              <a:t>Avaliar meios de medição</a:t>
            </a:r>
          </a:p>
          <a:p>
            <a:pPr lvl="1" eaLnBrk="1" hangingPunct="1"/>
            <a:r>
              <a:rPr lang="pt-BR" altLang="pt-BR"/>
              <a:t>Avaliar capabilidade de processo</a:t>
            </a:r>
          </a:p>
        </p:txBody>
      </p:sp>
      <p:sp>
        <p:nvSpPr>
          <p:cNvPr id="47107" name="Text Box 4">
            <a:extLst>
              <a:ext uri="{FF2B5EF4-FFF2-40B4-BE49-F238E27FC236}">
                <a16:creationId xmlns:a16="http://schemas.microsoft.com/office/drawing/2014/main" id="{658D00A6-F09E-8244-9AD9-3062C5AD82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038" y="1217613"/>
            <a:ext cx="78867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Consigo produzir em série com a mesma qualidade que o protótipo?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Qual a diferença entre homologar o processo e o produto?</a:t>
            </a:r>
          </a:p>
        </p:txBody>
      </p:sp>
      <p:sp>
        <p:nvSpPr>
          <p:cNvPr id="47108" name="Text Box 5">
            <a:extLst>
              <a:ext uri="{FF2B5EF4-FFF2-40B4-BE49-F238E27FC236}">
                <a16:creationId xmlns:a16="http://schemas.microsoft.com/office/drawing/2014/main" id="{1B5C7657-A675-5D41-A4C8-1C9AAC6372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5632450"/>
            <a:ext cx="44148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/>
              <a:t>Análise dos Sistemas de Medição (MSA — Measurement System Analysis)</a:t>
            </a:r>
            <a:endParaRPr lang="pt-BR" altLang="pt-BR" sz="2000"/>
          </a:p>
        </p:txBody>
      </p:sp>
      <p:sp>
        <p:nvSpPr>
          <p:cNvPr id="47109" name="Text Box 6">
            <a:extLst>
              <a:ext uri="{FF2B5EF4-FFF2-40B4-BE49-F238E27FC236}">
                <a16:creationId xmlns:a16="http://schemas.microsoft.com/office/drawing/2014/main" id="{2554D095-4C11-5344-802C-3958BDFF6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6913" y="4786313"/>
            <a:ext cx="44751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/>
              <a:t>Indicadores de Capabilidade de Processo e Controle Estatístico do Processo (CEP)</a:t>
            </a:r>
            <a:endParaRPr lang="pt-BR" altLang="pt-BR" sz="2000"/>
          </a:p>
        </p:txBody>
      </p:sp>
      <p:sp>
        <p:nvSpPr>
          <p:cNvPr id="47110" name="Freeform 7">
            <a:extLst>
              <a:ext uri="{FF2B5EF4-FFF2-40B4-BE49-F238E27FC236}">
                <a16:creationId xmlns:a16="http://schemas.microsoft.com/office/drawing/2014/main" id="{F23E55F8-5F7E-1A4F-A958-1C26F3A113A1}"/>
              </a:ext>
            </a:extLst>
          </p:cNvPr>
          <p:cNvSpPr>
            <a:spLocks/>
          </p:cNvSpPr>
          <p:nvPr/>
        </p:nvSpPr>
        <p:spPr bwMode="auto">
          <a:xfrm>
            <a:off x="842963" y="3781425"/>
            <a:ext cx="1042987" cy="1897063"/>
          </a:xfrm>
          <a:custGeom>
            <a:avLst/>
            <a:gdLst>
              <a:gd name="T0" fmla="*/ 2147483646 w 657"/>
              <a:gd name="T1" fmla="*/ 0 h 1195"/>
              <a:gd name="T2" fmla="*/ 2147483646 w 657"/>
              <a:gd name="T3" fmla="*/ 2147483646 h 1195"/>
              <a:gd name="T4" fmla="*/ 2147483646 w 657"/>
              <a:gd name="T5" fmla="*/ 2147483646 h 1195"/>
              <a:gd name="T6" fmla="*/ 2147483646 w 657"/>
              <a:gd name="T7" fmla="*/ 2147483646 h 1195"/>
              <a:gd name="T8" fmla="*/ 0 60000 65536"/>
              <a:gd name="T9" fmla="*/ 0 60000 65536"/>
              <a:gd name="T10" fmla="*/ 0 60000 65536"/>
              <a:gd name="T11" fmla="*/ 0 60000 65536"/>
              <a:gd name="T12" fmla="*/ 0 w 657"/>
              <a:gd name="T13" fmla="*/ 0 h 1195"/>
              <a:gd name="T14" fmla="*/ 657 w 657"/>
              <a:gd name="T15" fmla="*/ 1195 h 11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7" h="1195">
                <a:moveTo>
                  <a:pt x="657" y="0"/>
                </a:moveTo>
                <a:cubicBezTo>
                  <a:pt x="483" y="1"/>
                  <a:pt x="310" y="2"/>
                  <a:pt x="201" y="100"/>
                </a:cubicBezTo>
                <a:cubicBezTo>
                  <a:pt x="92" y="198"/>
                  <a:pt x="4" y="408"/>
                  <a:pt x="2" y="590"/>
                </a:cubicBezTo>
                <a:cubicBezTo>
                  <a:pt x="0" y="772"/>
                  <a:pt x="93" y="983"/>
                  <a:pt x="187" y="1195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  <p:sp>
        <p:nvSpPr>
          <p:cNvPr id="47111" name="Freeform 8">
            <a:extLst>
              <a:ext uri="{FF2B5EF4-FFF2-40B4-BE49-F238E27FC236}">
                <a16:creationId xmlns:a16="http://schemas.microsoft.com/office/drawing/2014/main" id="{264D74AA-9A78-BF4A-839C-45B1A2F9F64C}"/>
              </a:ext>
            </a:extLst>
          </p:cNvPr>
          <p:cNvSpPr>
            <a:spLocks/>
          </p:cNvSpPr>
          <p:nvPr/>
        </p:nvSpPr>
        <p:spPr bwMode="auto">
          <a:xfrm>
            <a:off x="6840538" y="4110038"/>
            <a:ext cx="1036637" cy="687387"/>
          </a:xfrm>
          <a:custGeom>
            <a:avLst/>
            <a:gdLst>
              <a:gd name="T0" fmla="*/ 0 w 653"/>
              <a:gd name="T1" fmla="*/ 2147483646 h 433"/>
              <a:gd name="T2" fmla="*/ 2147483646 w 653"/>
              <a:gd name="T3" fmla="*/ 2147483646 h 433"/>
              <a:gd name="T4" fmla="*/ 2147483646 w 653"/>
              <a:gd name="T5" fmla="*/ 2147483646 h 433"/>
              <a:gd name="T6" fmla="*/ 2147483646 w 653"/>
              <a:gd name="T7" fmla="*/ 2147483646 h 433"/>
              <a:gd name="T8" fmla="*/ 0 60000 65536"/>
              <a:gd name="T9" fmla="*/ 0 60000 65536"/>
              <a:gd name="T10" fmla="*/ 0 60000 65536"/>
              <a:gd name="T11" fmla="*/ 0 60000 65536"/>
              <a:gd name="T12" fmla="*/ 0 w 653"/>
              <a:gd name="T13" fmla="*/ 0 h 433"/>
              <a:gd name="T14" fmla="*/ 653 w 653"/>
              <a:gd name="T15" fmla="*/ 433 h 43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3" h="433">
                <a:moveTo>
                  <a:pt x="0" y="78"/>
                </a:moveTo>
                <a:cubicBezTo>
                  <a:pt x="147" y="39"/>
                  <a:pt x="295" y="0"/>
                  <a:pt x="399" y="14"/>
                </a:cubicBezTo>
                <a:cubicBezTo>
                  <a:pt x="503" y="28"/>
                  <a:pt x="599" y="93"/>
                  <a:pt x="626" y="163"/>
                </a:cubicBezTo>
                <a:cubicBezTo>
                  <a:pt x="653" y="233"/>
                  <a:pt x="607" y="333"/>
                  <a:pt x="562" y="433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  <p:sp>
        <p:nvSpPr>
          <p:cNvPr id="47112" name="Freeform 9">
            <a:extLst>
              <a:ext uri="{FF2B5EF4-FFF2-40B4-BE49-F238E27FC236}">
                <a16:creationId xmlns:a16="http://schemas.microsoft.com/office/drawing/2014/main" id="{9DA1A494-3274-554F-A225-8AB0A50C8E2E}"/>
              </a:ext>
            </a:extLst>
          </p:cNvPr>
          <p:cNvSpPr>
            <a:spLocks/>
          </p:cNvSpPr>
          <p:nvPr/>
        </p:nvSpPr>
        <p:spPr bwMode="auto">
          <a:xfrm>
            <a:off x="4706938" y="2054225"/>
            <a:ext cx="811212" cy="1287463"/>
          </a:xfrm>
          <a:custGeom>
            <a:avLst/>
            <a:gdLst>
              <a:gd name="T0" fmla="*/ 0 w 511"/>
              <a:gd name="T1" fmla="*/ 2147483646 h 811"/>
              <a:gd name="T2" fmla="*/ 2147483646 w 511"/>
              <a:gd name="T3" fmla="*/ 2147483646 h 811"/>
              <a:gd name="T4" fmla="*/ 2147483646 w 511"/>
              <a:gd name="T5" fmla="*/ 2147483646 h 811"/>
              <a:gd name="T6" fmla="*/ 2147483646 w 511"/>
              <a:gd name="T7" fmla="*/ 0 h 811"/>
              <a:gd name="T8" fmla="*/ 0 60000 65536"/>
              <a:gd name="T9" fmla="*/ 0 60000 65536"/>
              <a:gd name="T10" fmla="*/ 0 60000 65536"/>
              <a:gd name="T11" fmla="*/ 0 60000 65536"/>
              <a:gd name="T12" fmla="*/ 0 w 511"/>
              <a:gd name="T13" fmla="*/ 0 h 811"/>
              <a:gd name="T14" fmla="*/ 511 w 511"/>
              <a:gd name="T15" fmla="*/ 811 h 8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11" h="811">
                <a:moveTo>
                  <a:pt x="0" y="811"/>
                </a:moveTo>
                <a:cubicBezTo>
                  <a:pt x="162" y="760"/>
                  <a:pt x="324" y="709"/>
                  <a:pt x="406" y="640"/>
                </a:cubicBezTo>
                <a:cubicBezTo>
                  <a:pt x="488" y="571"/>
                  <a:pt x="511" y="505"/>
                  <a:pt x="491" y="398"/>
                </a:cubicBezTo>
                <a:cubicBezTo>
                  <a:pt x="471" y="291"/>
                  <a:pt x="378" y="145"/>
                  <a:pt x="285" y="0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Rectangle 2">
            <a:extLst>
              <a:ext uri="{FF2B5EF4-FFF2-40B4-BE49-F238E27FC236}">
                <a16:creationId xmlns:a16="http://schemas.microsoft.com/office/drawing/2014/main" id="{698C3527-83E7-4D4E-B08C-D414E646E3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Sumário do capítulo – atividades da fase</a:t>
            </a:r>
          </a:p>
        </p:txBody>
      </p:sp>
      <p:sp>
        <p:nvSpPr>
          <p:cNvPr id="49154" name="Rectangle 3">
            <a:extLst>
              <a:ext uri="{FF2B5EF4-FFF2-40B4-BE49-F238E27FC236}">
                <a16:creationId xmlns:a16="http://schemas.microsoft.com/office/drawing/2014/main" id="{A7B8CD32-11C7-6442-9A80-973FA718FEE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12713" y="887413"/>
            <a:ext cx="8574087" cy="5695950"/>
          </a:xfrm>
        </p:spPr>
        <p:txBody>
          <a:bodyPr/>
          <a:lstStyle/>
          <a:p>
            <a:pPr eaLnBrk="1" hangingPunct="1">
              <a:lnSpc>
                <a:spcPct val="110000"/>
              </a:lnSpc>
            </a:pPr>
            <a:r>
              <a:rPr lang="pt-BR" altLang="pt-BR" sz="2400"/>
              <a:t>Obter recursos de fabricação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Planejar produção piloto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Receber e instalar recursos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Produzir lote piloto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Homologar o processo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Otimizar a produção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>
                <a:solidFill>
                  <a:srgbClr val="FF3300"/>
                </a:solidFill>
              </a:rPr>
              <a:t>Certificar Produto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Desenvolver processo de produção e manutenção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Ensinar Pessoal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Monitorar viabilidade econômico-financeira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Avaliar e  aprovar Fase: Liberação da Produção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Documentar as decisões tomadas e lições aprendidas</a:t>
            </a:r>
          </a:p>
        </p:txBody>
      </p:sp>
    </p:spTree>
  </p:cSld>
  <p:clrMapOvr>
    <a:masterClrMapping/>
  </p:clrMapOvr>
  <p:transition>
    <p:cover dir="d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Freeform 7">
            <a:extLst>
              <a:ext uri="{FF2B5EF4-FFF2-40B4-BE49-F238E27FC236}">
                <a16:creationId xmlns:a16="http://schemas.microsoft.com/office/drawing/2014/main" id="{6BBD718D-F07C-4240-BD0A-5B7EA2720F47}"/>
              </a:ext>
            </a:extLst>
          </p:cNvPr>
          <p:cNvSpPr>
            <a:spLocks/>
          </p:cNvSpPr>
          <p:nvPr/>
        </p:nvSpPr>
        <p:spPr bwMode="auto">
          <a:xfrm>
            <a:off x="1676400" y="908050"/>
            <a:ext cx="514350" cy="1638300"/>
          </a:xfrm>
          <a:custGeom>
            <a:avLst/>
            <a:gdLst>
              <a:gd name="T0" fmla="*/ 0 w 324"/>
              <a:gd name="T1" fmla="*/ 2147483646 h 1032"/>
              <a:gd name="T2" fmla="*/ 2147483646 w 324"/>
              <a:gd name="T3" fmla="*/ 0 h 1032"/>
              <a:gd name="T4" fmla="*/ 2147483646 w 324"/>
              <a:gd name="T5" fmla="*/ 2147483646 h 1032"/>
              <a:gd name="T6" fmla="*/ 2147483646 w 324"/>
              <a:gd name="T7" fmla="*/ 2147483646 h 1032"/>
              <a:gd name="T8" fmla="*/ 0 60000 65536"/>
              <a:gd name="T9" fmla="*/ 0 60000 65536"/>
              <a:gd name="T10" fmla="*/ 0 60000 65536"/>
              <a:gd name="T11" fmla="*/ 0 60000 65536"/>
              <a:gd name="T12" fmla="*/ 0 w 324"/>
              <a:gd name="T13" fmla="*/ 0 h 1032"/>
              <a:gd name="T14" fmla="*/ 324 w 324"/>
              <a:gd name="T15" fmla="*/ 1032 h 10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4" h="1032">
                <a:moveTo>
                  <a:pt x="0" y="276"/>
                </a:moveTo>
                <a:lnTo>
                  <a:pt x="320" y="0"/>
                </a:lnTo>
                <a:lnTo>
                  <a:pt x="324" y="1032"/>
                </a:lnTo>
                <a:lnTo>
                  <a:pt x="4" y="556"/>
                </a:lnTo>
              </a:path>
            </a:pathLst>
          </a:cu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endParaRPr lang="pt-BR"/>
          </a:p>
        </p:txBody>
      </p:sp>
      <p:sp>
        <p:nvSpPr>
          <p:cNvPr id="51202" name="Rectangle 6">
            <a:extLst>
              <a:ext uri="{FF2B5EF4-FFF2-40B4-BE49-F238E27FC236}">
                <a16:creationId xmlns:a16="http://schemas.microsoft.com/office/drawing/2014/main" id="{6EA9BB61-057D-FD4B-9D3E-5D65CE525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638" y="887413"/>
            <a:ext cx="6653212" cy="166370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1203" name="Rectangle 2">
            <a:extLst>
              <a:ext uri="{FF2B5EF4-FFF2-40B4-BE49-F238E27FC236}">
                <a16:creationId xmlns:a16="http://schemas.microsoft.com/office/drawing/2014/main" id="{DA71E2CD-0C2E-A747-80D7-8F1C942321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Certificar Produto</a:t>
            </a:r>
          </a:p>
        </p:txBody>
      </p:sp>
      <p:sp>
        <p:nvSpPr>
          <p:cNvPr id="51204" name="Rectangle 3">
            <a:extLst>
              <a:ext uri="{FF2B5EF4-FFF2-40B4-BE49-F238E27FC236}">
                <a16:creationId xmlns:a16="http://schemas.microsoft.com/office/drawing/2014/main" id="{48727787-FB81-0545-A2EC-F7C6E7DC0F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174875" y="860425"/>
            <a:ext cx="6794500" cy="1833563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pt-BR" altLang="pt-BR" sz="2400"/>
              <a:t>avaliar as exigências de regulamentação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 sz="2400"/>
              <a:t>submeter ao cliente o processo de aprovação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 sz="2400"/>
              <a:t>avaliar os serviços associados ao produto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 sz="2400"/>
              <a:t>obter a documentação para a certificação</a:t>
            </a:r>
          </a:p>
        </p:txBody>
      </p:sp>
      <p:sp>
        <p:nvSpPr>
          <p:cNvPr id="51205" name="Text Box 4">
            <a:extLst>
              <a:ext uri="{FF2B5EF4-FFF2-40B4-BE49-F238E27FC236}">
                <a16:creationId xmlns:a16="http://schemas.microsoft.com/office/drawing/2014/main" id="{DB1E868C-F056-994F-9FCD-EE10FDD55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325" y="3305175"/>
            <a:ext cx="8782050" cy="3490186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pt-BR" altLang="pt-BR" sz="2400" dirty="0"/>
              <a:t> a certificação pode </a:t>
            </a:r>
            <a:r>
              <a:rPr lang="pt-BR" altLang="pt-BR" sz="2400" dirty="0">
                <a:solidFill>
                  <a:srgbClr val="FF0000"/>
                </a:solidFill>
              </a:rPr>
              <a:t>ocorrer desde a fase de projeto informacional</a:t>
            </a:r>
          </a:p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pt-BR" altLang="pt-BR" sz="2400" dirty="0"/>
              <a:t> na homologação do produto (projeto detalhado), pode ter ocorrido a primeira certificação, se ela foi exigida pelo órgão regulamentador</a:t>
            </a:r>
          </a:p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pt-BR" altLang="pt-BR" sz="2400" dirty="0"/>
              <a:t> </a:t>
            </a:r>
            <a:r>
              <a:rPr lang="pt-BR" altLang="pt-BR" sz="2400" dirty="0">
                <a:solidFill>
                  <a:srgbClr val="0070C0"/>
                </a:solidFill>
              </a:rPr>
              <a:t>serviços associados ao produto também são certificados</a:t>
            </a:r>
          </a:p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pt-BR" altLang="pt-BR" sz="2400" dirty="0"/>
              <a:t> por que não incorporar, nos nossos procedimentos de homologação, as exigências de certificação?</a:t>
            </a:r>
          </a:p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pt-BR" altLang="pt-BR" sz="2400" dirty="0"/>
              <a:t>não devemos esquecer da documentação para certificação</a:t>
            </a:r>
          </a:p>
        </p:txBody>
      </p:sp>
      <p:sp>
        <p:nvSpPr>
          <p:cNvPr id="51206" name="Text Box 5">
            <a:extLst>
              <a:ext uri="{FF2B5EF4-FFF2-40B4-BE49-F238E27FC236}">
                <a16:creationId xmlns:a16="http://schemas.microsoft.com/office/drawing/2014/main" id="{9D795FE4-F642-744F-890C-752F612DD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" y="1343025"/>
            <a:ext cx="1217613" cy="45720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i="1" u="sng"/>
              <a:t>Tarefas</a:t>
            </a:r>
          </a:p>
        </p:txBody>
      </p:sp>
      <p:sp>
        <p:nvSpPr>
          <p:cNvPr id="51207" name="Text Box 8">
            <a:extLst>
              <a:ext uri="{FF2B5EF4-FFF2-40B4-BE49-F238E27FC236}">
                <a16:creationId xmlns:a16="http://schemas.microsoft.com/office/drawing/2014/main" id="{9688B1D0-BB9E-E54B-822C-FE3D0FC49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325" y="2841625"/>
            <a:ext cx="2592388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i="1" u="sng"/>
              <a:t>Melhores práticas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Rectangle 2">
            <a:extLst>
              <a:ext uri="{FF2B5EF4-FFF2-40B4-BE49-F238E27FC236}">
                <a16:creationId xmlns:a16="http://schemas.microsoft.com/office/drawing/2014/main" id="{301CDE9C-52DE-0D44-924E-50BC499C58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Responsáveis pelo desenho do processo</a:t>
            </a:r>
          </a:p>
        </p:txBody>
      </p:sp>
      <p:sp>
        <p:nvSpPr>
          <p:cNvPr id="53250" name="Rectangle 3">
            <a:extLst>
              <a:ext uri="{FF2B5EF4-FFF2-40B4-BE49-F238E27FC236}">
                <a16:creationId xmlns:a16="http://schemas.microsoft.com/office/drawing/2014/main" id="{E79B08DD-3673-CA4E-B1CB-014DD1CA7B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27013" y="1012825"/>
            <a:ext cx="8574087" cy="2947988"/>
          </a:xfrm>
        </p:spPr>
        <p:txBody>
          <a:bodyPr/>
          <a:lstStyle/>
          <a:p>
            <a:pPr eaLnBrk="1" hangingPunct="1"/>
            <a:r>
              <a:rPr lang="pt-BR" altLang="pt-BR" sz="2400"/>
              <a:t>Quem especifica os processos de produção  e  manutenção não é necessariamente o time de desenvolvimento de produto, </a:t>
            </a:r>
          </a:p>
          <a:p>
            <a:pPr eaLnBrk="1" hangingPunct="1"/>
            <a:r>
              <a:rPr lang="pt-BR" altLang="pt-BR" sz="2400"/>
              <a:t> mas deve existir uma boa comunicação entre eles e os responsáveis pelo desenho do processo de negócio</a:t>
            </a:r>
          </a:p>
          <a:p>
            <a:pPr eaLnBrk="1" hangingPunct="1"/>
            <a:r>
              <a:rPr lang="pt-BR" altLang="pt-BR" sz="2400"/>
              <a:t>Ou seja, faz parte do processo de desenvolvimento de produtos </a:t>
            </a:r>
          </a:p>
        </p:txBody>
      </p:sp>
      <p:grpSp>
        <p:nvGrpSpPr>
          <p:cNvPr id="53251" name="Group 254">
            <a:extLst>
              <a:ext uri="{FF2B5EF4-FFF2-40B4-BE49-F238E27FC236}">
                <a16:creationId xmlns:a16="http://schemas.microsoft.com/office/drawing/2014/main" id="{555301FE-4093-7846-89D3-5FE905C8ED6E}"/>
              </a:ext>
            </a:extLst>
          </p:cNvPr>
          <p:cNvGrpSpPr>
            <a:grpSpLocks/>
          </p:cNvGrpSpPr>
          <p:nvPr/>
        </p:nvGrpSpPr>
        <p:grpSpPr bwMode="auto">
          <a:xfrm>
            <a:off x="87313" y="4573588"/>
            <a:ext cx="2928937" cy="1504950"/>
            <a:chOff x="2946" y="2622"/>
            <a:chExt cx="2074" cy="1017"/>
          </a:xfrm>
        </p:grpSpPr>
        <p:grpSp>
          <p:nvGrpSpPr>
            <p:cNvPr id="53419" name="Group 207">
              <a:extLst>
                <a:ext uri="{FF2B5EF4-FFF2-40B4-BE49-F238E27FC236}">
                  <a16:creationId xmlns:a16="http://schemas.microsoft.com/office/drawing/2014/main" id="{68244D1E-E86B-B145-A40A-61190F58A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6" y="2622"/>
              <a:ext cx="2074" cy="1017"/>
              <a:chOff x="1845" y="1419"/>
              <a:chExt cx="2074" cy="1017"/>
            </a:xfrm>
          </p:grpSpPr>
          <p:sp>
            <p:nvSpPr>
              <p:cNvPr id="53466" name="Freeform 7">
                <a:extLst>
                  <a:ext uri="{FF2B5EF4-FFF2-40B4-BE49-F238E27FC236}">
                    <a16:creationId xmlns:a16="http://schemas.microsoft.com/office/drawing/2014/main" id="{7FDF615F-7187-FE42-90C2-457BA821A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37"/>
                <a:ext cx="675" cy="280"/>
              </a:xfrm>
              <a:custGeom>
                <a:avLst/>
                <a:gdLst>
                  <a:gd name="T0" fmla="*/ 0 w 5404"/>
                  <a:gd name="T1" fmla="*/ 0 h 2245"/>
                  <a:gd name="T2" fmla="*/ 0 w 5404"/>
                  <a:gd name="T3" fmla="*/ 0 h 2245"/>
                  <a:gd name="T4" fmla="*/ 0 w 5404"/>
                  <a:gd name="T5" fmla="*/ 0 h 2245"/>
                  <a:gd name="T6" fmla="*/ 0 w 5404"/>
                  <a:gd name="T7" fmla="*/ 0 h 2245"/>
                  <a:gd name="T8" fmla="*/ 0 w 5404"/>
                  <a:gd name="T9" fmla="*/ 0 h 2245"/>
                  <a:gd name="T10" fmla="*/ 0 w 5404"/>
                  <a:gd name="T11" fmla="*/ 0 h 2245"/>
                  <a:gd name="T12" fmla="*/ 0 w 5404"/>
                  <a:gd name="T13" fmla="*/ 0 h 22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04"/>
                  <a:gd name="T22" fmla="*/ 0 h 2245"/>
                  <a:gd name="T23" fmla="*/ 5404 w 5404"/>
                  <a:gd name="T24" fmla="*/ 2245 h 22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04" h="2245">
                    <a:moveTo>
                      <a:pt x="0" y="1317"/>
                    </a:moveTo>
                    <a:lnTo>
                      <a:pt x="0" y="701"/>
                    </a:lnTo>
                    <a:lnTo>
                      <a:pt x="2052" y="0"/>
                    </a:lnTo>
                    <a:lnTo>
                      <a:pt x="5404" y="631"/>
                    </a:lnTo>
                    <a:lnTo>
                      <a:pt x="5404" y="1350"/>
                    </a:lnTo>
                    <a:lnTo>
                      <a:pt x="3763" y="2245"/>
                    </a:lnTo>
                    <a:lnTo>
                      <a:pt x="0" y="131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67" name="Freeform 8">
                <a:extLst>
                  <a:ext uri="{FF2B5EF4-FFF2-40B4-BE49-F238E27FC236}">
                    <a16:creationId xmlns:a16="http://schemas.microsoft.com/office/drawing/2014/main" id="{D274EECA-CA6E-D449-B91B-265E722C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243"/>
                <a:ext cx="11" cy="13"/>
              </a:xfrm>
              <a:custGeom>
                <a:avLst/>
                <a:gdLst>
                  <a:gd name="T0" fmla="*/ 0 w 92"/>
                  <a:gd name="T1" fmla="*/ 0 h 103"/>
                  <a:gd name="T2" fmla="*/ 0 w 92"/>
                  <a:gd name="T3" fmla="*/ 0 h 103"/>
                  <a:gd name="T4" fmla="*/ 0 w 92"/>
                  <a:gd name="T5" fmla="*/ 0 h 103"/>
                  <a:gd name="T6" fmla="*/ 0 w 92"/>
                  <a:gd name="T7" fmla="*/ 0 h 103"/>
                  <a:gd name="T8" fmla="*/ 0 w 92"/>
                  <a:gd name="T9" fmla="*/ 0 h 103"/>
                  <a:gd name="T10" fmla="*/ 0 w 92"/>
                  <a:gd name="T11" fmla="*/ 0 h 103"/>
                  <a:gd name="T12" fmla="*/ 0 w 92"/>
                  <a:gd name="T13" fmla="*/ 0 h 103"/>
                  <a:gd name="T14" fmla="*/ 0 w 92"/>
                  <a:gd name="T15" fmla="*/ 0 h 103"/>
                  <a:gd name="T16" fmla="*/ 0 w 92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2"/>
                  <a:gd name="T28" fmla="*/ 0 h 103"/>
                  <a:gd name="T29" fmla="*/ 92 w 92"/>
                  <a:gd name="T30" fmla="*/ 103 h 10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2" h="103">
                    <a:moveTo>
                      <a:pt x="58" y="0"/>
                    </a:moveTo>
                    <a:lnTo>
                      <a:pt x="11" y="22"/>
                    </a:lnTo>
                    <a:lnTo>
                      <a:pt x="0" y="57"/>
                    </a:lnTo>
                    <a:lnTo>
                      <a:pt x="11" y="87"/>
                    </a:lnTo>
                    <a:lnTo>
                      <a:pt x="46" y="103"/>
                    </a:lnTo>
                    <a:lnTo>
                      <a:pt x="92" y="79"/>
                    </a:lnTo>
                    <a:lnTo>
                      <a:pt x="92" y="57"/>
                    </a:lnTo>
                    <a:lnTo>
                      <a:pt x="92" y="1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68" name="Freeform 9">
                <a:extLst>
                  <a:ext uri="{FF2B5EF4-FFF2-40B4-BE49-F238E27FC236}">
                    <a16:creationId xmlns:a16="http://schemas.microsoft.com/office/drawing/2014/main" id="{6886878C-6FDB-AA4B-87E7-71FADD1E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282"/>
                <a:ext cx="10" cy="11"/>
              </a:xfrm>
              <a:custGeom>
                <a:avLst/>
                <a:gdLst>
                  <a:gd name="T0" fmla="*/ 0 w 81"/>
                  <a:gd name="T1" fmla="*/ 0 h 90"/>
                  <a:gd name="T2" fmla="*/ 0 w 81"/>
                  <a:gd name="T3" fmla="*/ 0 h 90"/>
                  <a:gd name="T4" fmla="*/ 0 w 81"/>
                  <a:gd name="T5" fmla="*/ 0 h 90"/>
                  <a:gd name="T6" fmla="*/ 0 w 81"/>
                  <a:gd name="T7" fmla="*/ 0 h 90"/>
                  <a:gd name="T8" fmla="*/ 0 w 81"/>
                  <a:gd name="T9" fmla="*/ 0 h 90"/>
                  <a:gd name="T10" fmla="*/ 0 w 81"/>
                  <a:gd name="T11" fmla="*/ 0 h 90"/>
                  <a:gd name="T12" fmla="*/ 0 w 81"/>
                  <a:gd name="T13" fmla="*/ 0 h 90"/>
                  <a:gd name="T14" fmla="*/ 0 w 81"/>
                  <a:gd name="T15" fmla="*/ 0 h 90"/>
                  <a:gd name="T16" fmla="*/ 0 w 81"/>
                  <a:gd name="T17" fmla="*/ 0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1"/>
                  <a:gd name="T28" fmla="*/ 0 h 90"/>
                  <a:gd name="T29" fmla="*/ 81 w 81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1" h="90">
                    <a:moveTo>
                      <a:pt x="35" y="0"/>
                    </a:moveTo>
                    <a:lnTo>
                      <a:pt x="0" y="8"/>
                    </a:lnTo>
                    <a:lnTo>
                      <a:pt x="0" y="54"/>
                    </a:lnTo>
                    <a:lnTo>
                      <a:pt x="12" y="90"/>
                    </a:lnTo>
                    <a:lnTo>
                      <a:pt x="47" y="90"/>
                    </a:lnTo>
                    <a:lnTo>
                      <a:pt x="71" y="65"/>
                    </a:lnTo>
                    <a:lnTo>
                      <a:pt x="81" y="19"/>
                    </a:lnTo>
                    <a:lnTo>
                      <a:pt x="71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69" name="Freeform 10">
                <a:extLst>
                  <a:ext uri="{FF2B5EF4-FFF2-40B4-BE49-F238E27FC236}">
                    <a16:creationId xmlns:a16="http://schemas.microsoft.com/office/drawing/2014/main" id="{5BDE6D11-3091-2E45-80EA-C88BDB88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37"/>
                <a:ext cx="14" cy="14"/>
              </a:xfrm>
              <a:custGeom>
                <a:avLst/>
                <a:gdLst>
                  <a:gd name="T0" fmla="*/ 0 w 116"/>
                  <a:gd name="T1" fmla="*/ 0 h 115"/>
                  <a:gd name="T2" fmla="*/ 0 w 116"/>
                  <a:gd name="T3" fmla="*/ 0 h 115"/>
                  <a:gd name="T4" fmla="*/ 0 w 116"/>
                  <a:gd name="T5" fmla="*/ 0 h 115"/>
                  <a:gd name="T6" fmla="*/ 0 w 116"/>
                  <a:gd name="T7" fmla="*/ 0 h 115"/>
                  <a:gd name="T8" fmla="*/ 0 w 116"/>
                  <a:gd name="T9" fmla="*/ 0 h 115"/>
                  <a:gd name="T10" fmla="*/ 0 w 116"/>
                  <a:gd name="T11" fmla="*/ 0 h 115"/>
                  <a:gd name="T12" fmla="*/ 0 w 116"/>
                  <a:gd name="T13" fmla="*/ 0 h 115"/>
                  <a:gd name="T14" fmla="*/ 0 w 116"/>
                  <a:gd name="T15" fmla="*/ 0 h 115"/>
                  <a:gd name="T16" fmla="*/ 0 w 116"/>
                  <a:gd name="T17" fmla="*/ 0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6"/>
                  <a:gd name="T28" fmla="*/ 0 h 115"/>
                  <a:gd name="T29" fmla="*/ 116 w 116"/>
                  <a:gd name="T30" fmla="*/ 115 h 1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6" h="115">
                    <a:moveTo>
                      <a:pt x="43" y="0"/>
                    </a:moveTo>
                    <a:lnTo>
                      <a:pt x="11" y="0"/>
                    </a:lnTo>
                    <a:lnTo>
                      <a:pt x="0" y="46"/>
                    </a:lnTo>
                    <a:lnTo>
                      <a:pt x="21" y="93"/>
                    </a:lnTo>
                    <a:lnTo>
                      <a:pt x="68" y="115"/>
                    </a:lnTo>
                    <a:lnTo>
                      <a:pt x="103" y="81"/>
                    </a:lnTo>
                    <a:lnTo>
                      <a:pt x="116" y="35"/>
                    </a:lnTo>
                    <a:lnTo>
                      <a:pt x="103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0" name="Freeform 11">
                <a:extLst>
                  <a:ext uri="{FF2B5EF4-FFF2-40B4-BE49-F238E27FC236}">
                    <a16:creationId xmlns:a16="http://schemas.microsoft.com/office/drawing/2014/main" id="{8A9D0FC3-C7DF-754C-B9DF-B7B3DB44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378"/>
                <a:ext cx="14" cy="15"/>
              </a:xfrm>
              <a:custGeom>
                <a:avLst/>
                <a:gdLst>
                  <a:gd name="T0" fmla="*/ 0 w 114"/>
                  <a:gd name="T1" fmla="*/ 0 h 117"/>
                  <a:gd name="T2" fmla="*/ 0 w 114"/>
                  <a:gd name="T3" fmla="*/ 0 h 117"/>
                  <a:gd name="T4" fmla="*/ 0 w 114"/>
                  <a:gd name="T5" fmla="*/ 0 h 117"/>
                  <a:gd name="T6" fmla="*/ 0 w 114"/>
                  <a:gd name="T7" fmla="*/ 0 h 117"/>
                  <a:gd name="T8" fmla="*/ 0 w 114"/>
                  <a:gd name="T9" fmla="*/ 0 h 117"/>
                  <a:gd name="T10" fmla="*/ 0 w 114"/>
                  <a:gd name="T11" fmla="*/ 0 h 117"/>
                  <a:gd name="T12" fmla="*/ 0 w 114"/>
                  <a:gd name="T13" fmla="*/ 0 h 117"/>
                  <a:gd name="T14" fmla="*/ 0 w 114"/>
                  <a:gd name="T15" fmla="*/ 0 h 117"/>
                  <a:gd name="T16" fmla="*/ 0 w 114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4"/>
                  <a:gd name="T28" fmla="*/ 0 h 117"/>
                  <a:gd name="T29" fmla="*/ 114 w 114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4" h="117">
                    <a:moveTo>
                      <a:pt x="44" y="0"/>
                    </a:moveTo>
                    <a:lnTo>
                      <a:pt x="0" y="33"/>
                    </a:lnTo>
                    <a:lnTo>
                      <a:pt x="0" y="71"/>
                    </a:lnTo>
                    <a:lnTo>
                      <a:pt x="10" y="104"/>
                    </a:lnTo>
                    <a:lnTo>
                      <a:pt x="44" y="117"/>
                    </a:lnTo>
                    <a:lnTo>
                      <a:pt x="92" y="104"/>
                    </a:lnTo>
                    <a:lnTo>
                      <a:pt x="114" y="71"/>
                    </a:lnTo>
                    <a:lnTo>
                      <a:pt x="105" y="2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1" name="Freeform 12">
                <a:extLst>
                  <a:ext uri="{FF2B5EF4-FFF2-40B4-BE49-F238E27FC236}">
                    <a16:creationId xmlns:a16="http://schemas.microsoft.com/office/drawing/2014/main" id="{DCC45520-31DF-104A-B1B0-AF68CCEE5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012"/>
                <a:ext cx="335" cy="109"/>
              </a:xfrm>
              <a:custGeom>
                <a:avLst/>
                <a:gdLst>
                  <a:gd name="T0" fmla="*/ 0 w 2675"/>
                  <a:gd name="T1" fmla="*/ 0 h 871"/>
                  <a:gd name="T2" fmla="*/ 0 w 2675"/>
                  <a:gd name="T3" fmla="*/ 0 h 871"/>
                  <a:gd name="T4" fmla="*/ 0 w 2675"/>
                  <a:gd name="T5" fmla="*/ 0 h 871"/>
                  <a:gd name="T6" fmla="*/ 0 w 2675"/>
                  <a:gd name="T7" fmla="*/ 0 h 871"/>
                  <a:gd name="T8" fmla="*/ 0 w 2675"/>
                  <a:gd name="T9" fmla="*/ 0 h 8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5"/>
                  <a:gd name="T16" fmla="*/ 0 h 871"/>
                  <a:gd name="T17" fmla="*/ 2675 w 2675"/>
                  <a:gd name="T18" fmla="*/ 871 h 8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5" h="871">
                    <a:moveTo>
                      <a:pt x="0" y="0"/>
                    </a:moveTo>
                    <a:lnTo>
                      <a:pt x="293" y="871"/>
                    </a:lnTo>
                    <a:lnTo>
                      <a:pt x="2675" y="871"/>
                    </a:lnTo>
                    <a:lnTo>
                      <a:pt x="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2" name="Freeform 13">
                <a:extLst>
                  <a:ext uri="{FF2B5EF4-FFF2-40B4-BE49-F238E27FC236}">
                    <a16:creationId xmlns:a16="http://schemas.microsoft.com/office/drawing/2014/main" id="{62F7BFE0-C6A5-6F42-B38F-2E5C1FDD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01"/>
                <a:ext cx="258" cy="74"/>
              </a:xfrm>
              <a:custGeom>
                <a:avLst/>
                <a:gdLst>
                  <a:gd name="T0" fmla="*/ 0 w 2062"/>
                  <a:gd name="T1" fmla="*/ 0 h 587"/>
                  <a:gd name="T2" fmla="*/ 0 w 2062"/>
                  <a:gd name="T3" fmla="*/ 0 h 587"/>
                  <a:gd name="T4" fmla="*/ 0 w 2062"/>
                  <a:gd name="T5" fmla="*/ 0 h 587"/>
                  <a:gd name="T6" fmla="*/ 0 w 2062"/>
                  <a:gd name="T7" fmla="*/ 0 h 587"/>
                  <a:gd name="T8" fmla="*/ 0 w 2062"/>
                  <a:gd name="T9" fmla="*/ 0 h 5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62"/>
                  <a:gd name="T16" fmla="*/ 0 h 587"/>
                  <a:gd name="T17" fmla="*/ 2062 w 2062"/>
                  <a:gd name="T18" fmla="*/ 587 h 5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62" h="587">
                    <a:moveTo>
                      <a:pt x="2062" y="0"/>
                    </a:moveTo>
                    <a:lnTo>
                      <a:pt x="1724" y="587"/>
                    </a:lnTo>
                    <a:lnTo>
                      <a:pt x="0" y="587"/>
                    </a:lnTo>
                    <a:lnTo>
                      <a:pt x="449" y="0"/>
                    </a:lnTo>
                    <a:lnTo>
                      <a:pt x="20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3" name="Freeform 14">
                <a:extLst>
                  <a:ext uri="{FF2B5EF4-FFF2-40B4-BE49-F238E27FC236}">
                    <a16:creationId xmlns:a16="http://schemas.microsoft.com/office/drawing/2014/main" id="{E93E7BD3-4C8D-984B-8123-C9E56C2EF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030"/>
                <a:ext cx="454" cy="252"/>
              </a:xfrm>
              <a:custGeom>
                <a:avLst/>
                <a:gdLst>
                  <a:gd name="T0" fmla="*/ 0 w 3632"/>
                  <a:gd name="T1" fmla="*/ 0 h 2022"/>
                  <a:gd name="T2" fmla="*/ 0 w 3632"/>
                  <a:gd name="T3" fmla="*/ 0 h 2022"/>
                  <a:gd name="T4" fmla="*/ 0 w 3632"/>
                  <a:gd name="T5" fmla="*/ 0 h 2022"/>
                  <a:gd name="T6" fmla="*/ 0 w 3632"/>
                  <a:gd name="T7" fmla="*/ 0 h 2022"/>
                  <a:gd name="T8" fmla="*/ 0 w 3632"/>
                  <a:gd name="T9" fmla="*/ 0 h 2022"/>
                  <a:gd name="T10" fmla="*/ 0 w 3632"/>
                  <a:gd name="T11" fmla="*/ 0 h 2022"/>
                  <a:gd name="T12" fmla="*/ 0 w 3632"/>
                  <a:gd name="T13" fmla="*/ 0 h 2022"/>
                  <a:gd name="T14" fmla="*/ 0 w 3632"/>
                  <a:gd name="T15" fmla="*/ 0 h 20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32"/>
                  <a:gd name="T25" fmla="*/ 0 h 2022"/>
                  <a:gd name="T26" fmla="*/ 3632 w 3632"/>
                  <a:gd name="T27" fmla="*/ 2022 h 20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32" h="2022">
                    <a:moveTo>
                      <a:pt x="2417" y="0"/>
                    </a:moveTo>
                    <a:lnTo>
                      <a:pt x="939" y="381"/>
                    </a:lnTo>
                    <a:lnTo>
                      <a:pt x="222" y="1421"/>
                    </a:lnTo>
                    <a:lnTo>
                      <a:pt x="0" y="1683"/>
                    </a:lnTo>
                    <a:lnTo>
                      <a:pt x="2246" y="2022"/>
                    </a:lnTo>
                    <a:lnTo>
                      <a:pt x="2729" y="1072"/>
                    </a:lnTo>
                    <a:lnTo>
                      <a:pt x="3632" y="762"/>
                    </a:lnTo>
                    <a:lnTo>
                      <a:pt x="24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4" name="Freeform 15">
                <a:extLst>
                  <a:ext uri="{FF2B5EF4-FFF2-40B4-BE49-F238E27FC236}">
                    <a16:creationId xmlns:a16="http://schemas.microsoft.com/office/drawing/2014/main" id="{A98E7DC0-2BA5-A843-901A-ECBBE51B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165"/>
                <a:ext cx="332" cy="104"/>
              </a:xfrm>
              <a:custGeom>
                <a:avLst/>
                <a:gdLst>
                  <a:gd name="T0" fmla="*/ 0 w 2660"/>
                  <a:gd name="T1" fmla="*/ 0 h 831"/>
                  <a:gd name="T2" fmla="*/ 0 w 2660"/>
                  <a:gd name="T3" fmla="*/ 0 h 831"/>
                  <a:gd name="T4" fmla="*/ 0 w 2660"/>
                  <a:gd name="T5" fmla="*/ 0 h 831"/>
                  <a:gd name="T6" fmla="*/ 0 w 2660"/>
                  <a:gd name="T7" fmla="*/ 0 h 831"/>
                  <a:gd name="T8" fmla="*/ 0 w 2660"/>
                  <a:gd name="T9" fmla="*/ 0 h 831"/>
                  <a:gd name="T10" fmla="*/ 0 w 2660"/>
                  <a:gd name="T11" fmla="*/ 0 h 831"/>
                  <a:gd name="T12" fmla="*/ 0 w 2660"/>
                  <a:gd name="T13" fmla="*/ 0 h 8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60"/>
                  <a:gd name="T22" fmla="*/ 0 h 831"/>
                  <a:gd name="T23" fmla="*/ 2660 w 2660"/>
                  <a:gd name="T24" fmla="*/ 831 h 8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60" h="831">
                    <a:moveTo>
                      <a:pt x="1342" y="488"/>
                    </a:moveTo>
                    <a:lnTo>
                      <a:pt x="888" y="0"/>
                    </a:lnTo>
                    <a:lnTo>
                      <a:pt x="214" y="267"/>
                    </a:lnTo>
                    <a:lnTo>
                      <a:pt x="0" y="488"/>
                    </a:lnTo>
                    <a:lnTo>
                      <a:pt x="2262" y="831"/>
                    </a:lnTo>
                    <a:lnTo>
                      <a:pt x="2660" y="43"/>
                    </a:lnTo>
                    <a:lnTo>
                      <a:pt x="1342" y="488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5" name="Freeform 16">
                <a:extLst>
                  <a:ext uri="{FF2B5EF4-FFF2-40B4-BE49-F238E27FC236}">
                    <a16:creationId xmlns:a16="http://schemas.microsoft.com/office/drawing/2014/main" id="{BB469697-78BB-B343-BA4A-8B8D02D4A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75"/>
                <a:ext cx="473" cy="483"/>
              </a:xfrm>
              <a:custGeom>
                <a:avLst/>
                <a:gdLst>
                  <a:gd name="T0" fmla="*/ 0 w 3782"/>
                  <a:gd name="T1" fmla="*/ 0 h 3861"/>
                  <a:gd name="T2" fmla="*/ 0 w 3782"/>
                  <a:gd name="T3" fmla="*/ 0 h 3861"/>
                  <a:gd name="T4" fmla="*/ 0 w 3782"/>
                  <a:gd name="T5" fmla="*/ 0 h 3861"/>
                  <a:gd name="T6" fmla="*/ 0 w 3782"/>
                  <a:gd name="T7" fmla="*/ 0 h 3861"/>
                  <a:gd name="T8" fmla="*/ 0 w 3782"/>
                  <a:gd name="T9" fmla="*/ 0 h 3861"/>
                  <a:gd name="T10" fmla="*/ 0 w 3782"/>
                  <a:gd name="T11" fmla="*/ 0 h 3861"/>
                  <a:gd name="T12" fmla="*/ 0 w 3782"/>
                  <a:gd name="T13" fmla="*/ 0 h 3861"/>
                  <a:gd name="T14" fmla="*/ 0 w 3782"/>
                  <a:gd name="T15" fmla="*/ 0 h 3861"/>
                  <a:gd name="T16" fmla="*/ 0 w 3782"/>
                  <a:gd name="T17" fmla="*/ 0 h 3861"/>
                  <a:gd name="T18" fmla="*/ 0 w 3782"/>
                  <a:gd name="T19" fmla="*/ 0 h 3861"/>
                  <a:gd name="T20" fmla="*/ 0 w 3782"/>
                  <a:gd name="T21" fmla="*/ 0 h 3861"/>
                  <a:gd name="T22" fmla="*/ 0 w 3782"/>
                  <a:gd name="T23" fmla="*/ 0 h 3861"/>
                  <a:gd name="T24" fmla="*/ 0 w 3782"/>
                  <a:gd name="T25" fmla="*/ 0 h 3861"/>
                  <a:gd name="T26" fmla="*/ 0 w 3782"/>
                  <a:gd name="T27" fmla="*/ 0 h 3861"/>
                  <a:gd name="T28" fmla="*/ 0 w 3782"/>
                  <a:gd name="T29" fmla="*/ 0 h 3861"/>
                  <a:gd name="T30" fmla="*/ 0 w 3782"/>
                  <a:gd name="T31" fmla="*/ 0 h 3861"/>
                  <a:gd name="T32" fmla="*/ 0 w 3782"/>
                  <a:gd name="T33" fmla="*/ 0 h 38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82"/>
                  <a:gd name="T52" fmla="*/ 0 h 3861"/>
                  <a:gd name="T53" fmla="*/ 3782 w 3782"/>
                  <a:gd name="T54" fmla="*/ 3861 h 38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82" h="3861">
                    <a:moveTo>
                      <a:pt x="1318" y="3630"/>
                    </a:moveTo>
                    <a:lnTo>
                      <a:pt x="1413" y="3702"/>
                    </a:lnTo>
                    <a:lnTo>
                      <a:pt x="1920" y="3861"/>
                    </a:lnTo>
                    <a:lnTo>
                      <a:pt x="3782" y="2557"/>
                    </a:lnTo>
                    <a:lnTo>
                      <a:pt x="3686" y="1907"/>
                    </a:lnTo>
                    <a:lnTo>
                      <a:pt x="3654" y="1782"/>
                    </a:lnTo>
                    <a:lnTo>
                      <a:pt x="3464" y="1480"/>
                    </a:lnTo>
                    <a:lnTo>
                      <a:pt x="3428" y="1347"/>
                    </a:lnTo>
                    <a:lnTo>
                      <a:pt x="2778" y="519"/>
                    </a:lnTo>
                    <a:lnTo>
                      <a:pt x="2452" y="228"/>
                    </a:lnTo>
                    <a:lnTo>
                      <a:pt x="1802" y="0"/>
                    </a:lnTo>
                    <a:lnTo>
                      <a:pt x="1293" y="362"/>
                    </a:lnTo>
                    <a:lnTo>
                      <a:pt x="615" y="2248"/>
                    </a:lnTo>
                    <a:lnTo>
                      <a:pt x="412" y="2310"/>
                    </a:lnTo>
                    <a:lnTo>
                      <a:pt x="0" y="2465"/>
                    </a:lnTo>
                    <a:lnTo>
                      <a:pt x="365" y="3149"/>
                    </a:lnTo>
                    <a:lnTo>
                      <a:pt x="1318" y="3630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6" name="Freeform 17">
                <a:extLst>
                  <a:ext uri="{FF2B5EF4-FFF2-40B4-BE49-F238E27FC236}">
                    <a16:creationId xmlns:a16="http://schemas.microsoft.com/office/drawing/2014/main" id="{A20760B1-D196-1D4B-8B9A-A95B14480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953"/>
                <a:ext cx="130" cy="86"/>
              </a:xfrm>
              <a:custGeom>
                <a:avLst/>
                <a:gdLst>
                  <a:gd name="T0" fmla="*/ 0 w 1037"/>
                  <a:gd name="T1" fmla="*/ 0 h 688"/>
                  <a:gd name="T2" fmla="*/ 0 w 1037"/>
                  <a:gd name="T3" fmla="*/ 0 h 688"/>
                  <a:gd name="T4" fmla="*/ 0 w 1037"/>
                  <a:gd name="T5" fmla="*/ 0 h 688"/>
                  <a:gd name="T6" fmla="*/ 0 w 1037"/>
                  <a:gd name="T7" fmla="*/ 0 h 688"/>
                  <a:gd name="T8" fmla="*/ 0 w 1037"/>
                  <a:gd name="T9" fmla="*/ 0 h 688"/>
                  <a:gd name="T10" fmla="*/ 0 w 1037"/>
                  <a:gd name="T11" fmla="*/ 0 h 688"/>
                  <a:gd name="T12" fmla="*/ 0 w 1037"/>
                  <a:gd name="T13" fmla="*/ 0 h 688"/>
                  <a:gd name="T14" fmla="*/ 0 w 1037"/>
                  <a:gd name="T15" fmla="*/ 0 h 688"/>
                  <a:gd name="T16" fmla="*/ 0 w 1037"/>
                  <a:gd name="T17" fmla="*/ 0 h 688"/>
                  <a:gd name="T18" fmla="*/ 0 w 1037"/>
                  <a:gd name="T19" fmla="*/ 0 h 688"/>
                  <a:gd name="T20" fmla="*/ 0 w 1037"/>
                  <a:gd name="T21" fmla="*/ 0 h 688"/>
                  <a:gd name="T22" fmla="*/ 0 w 1037"/>
                  <a:gd name="T23" fmla="*/ 0 h 6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7"/>
                  <a:gd name="T37" fmla="*/ 0 h 688"/>
                  <a:gd name="T38" fmla="*/ 1037 w 1037"/>
                  <a:gd name="T39" fmla="*/ 688 h 68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7" h="688">
                    <a:moveTo>
                      <a:pt x="120" y="554"/>
                    </a:moveTo>
                    <a:lnTo>
                      <a:pt x="158" y="661"/>
                    </a:lnTo>
                    <a:lnTo>
                      <a:pt x="468" y="566"/>
                    </a:lnTo>
                    <a:lnTo>
                      <a:pt x="758" y="688"/>
                    </a:lnTo>
                    <a:lnTo>
                      <a:pt x="989" y="614"/>
                    </a:lnTo>
                    <a:lnTo>
                      <a:pt x="1037" y="470"/>
                    </a:lnTo>
                    <a:lnTo>
                      <a:pt x="964" y="312"/>
                    </a:lnTo>
                    <a:lnTo>
                      <a:pt x="844" y="277"/>
                    </a:lnTo>
                    <a:lnTo>
                      <a:pt x="395" y="0"/>
                    </a:lnTo>
                    <a:lnTo>
                      <a:pt x="83" y="143"/>
                    </a:lnTo>
                    <a:lnTo>
                      <a:pt x="0" y="397"/>
                    </a:lnTo>
                    <a:lnTo>
                      <a:pt x="120" y="554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7" name="Freeform 18">
                <a:extLst>
                  <a:ext uri="{FF2B5EF4-FFF2-40B4-BE49-F238E27FC236}">
                    <a16:creationId xmlns:a16="http://schemas.microsoft.com/office/drawing/2014/main" id="{15EE1AE9-09DA-F445-B346-BDA42991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785"/>
                <a:ext cx="44" cy="165"/>
              </a:xfrm>
              <a:custGeom>
                <a:avLst/>
                <a:gdLst>
                  <a:gd name="T0" fmla="*/ 0 w 358"/>
                  <a:gd name="T1" fmla="*/ 0 h 1320"/>
                  <a:gd name="T2" fmla="*/ 0 w 358"/>
                  <a:gd name="T3" fmla="*/ 0 h 1320"/>
                  <a:gd name="T4" fmla="*/ 0 w 358"/>
                  <a:gd name="T5" fmla="*/ 0 h 1320"/>
                  <a:gd name="T6" fmla="*/ 0 w 358"/>
                  <a:gd name="T7" fmla="*/ 0 h 1320"/>
                  <a:gd name="T8" fmla="*/ 0 w 358"/>
                  <a:gd name="T9" fmla="*/ 0 h 1320"/>
                  <a:gd name="T10" fmla="*/ 0 w 358"/>
                  <a:gd name="T11" fmla="*/ 0 h 1320"/>
                  <a:gd name="T12" fmla="*/ 0 w 358"/>
                  <a:gd name="T13" fmla="*/ 0 h 1320"/>
                  <a:gd name="T14" fmla="*/ 0 w 358"/>
                  <a:gd name="T15" fmla="*/ 0 h 1320"/>
                  <a:gd name="T16" fmla="*/ 0 w 358"/>
                  <a:gd name="T17" fmla="*/ 0 h 1320"/>
                  <a:gd name="T18" fmla="*/ 0 w 358"/>
                  <a:gd name="T19" fmla="*/ 0 h 1320"/>
                  <a:gd name="T20" fmla="*/ 0 w 358"/>
                  <a:gd name="T21" fmla="*/ 0 h 1320"/>
                  <a:gd name="T22" fmla="*/ 0 w 358"/>
                  <a:gd name="T23" fmla="*/ 0 h 13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58"/>
                  <a:gd name="T37" fmla="*/ 0 h 1320"/>
                  <a:gd name="T38" fmla="*/ 358 w 358"/>
                  <a:gd name="T39" fmla="*/ 1320 h 132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58" h="1320">
                    <a:moveTo>
                      <a:pt x="0" y="0"/>
                    </a:moveTo>
                    <a:lnTo>
                      <a:pt x="263" y="167"/>
                    </a:lnTo>
                    <a:lnTo>
                      <a:pt x="252" y="396"/>
                    </a:lnTo>
                    <a:lnTo>
                      <a:pt x="312" y="505"/>
                    </a:lnTo>
                    <a:lnTo>
                      <a:pt x="298" y="744"/>
                    </a:lnTo>
                    <a:lnTo>
                      <a:pt x="349" y="901"/>
                    </a:lnTo>
                    <a:lnTo>
                      <a:pt x="358" y="986"/>
                    </a:lnTo>
                    <a:lnTo>
                      <a:pt x="252" y="1320"/>
                    </a:lnTo>
                    <a:lnTo>
                      <a:pt x="60" y="347"/>
                    </a:lnTo>
                    <a:lnTo>
                      <a:pt x="60" y="228"/>
                    </a:lnTo>
                    <a:lnTo>
                      <a:pt x="0" y="1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8" name="Freeform 19">
                <a:extLst>
                  <a:ext uri="{FF2B5EF4-FFF2-40B4-BE49-F238E27FC236}">
                    <a16:creationId xmlns:a16="http://schemas.microsoft.com/office/drawing/2014/main" id="{DD68E51C-959E-BA4B-84E6-7C58C020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33"/>
                <a:ext cx="365" cy="340"/>
              </a:xfrm>
              <a:custGeom>
                <a:avLst/>
                <a:gdLst>
                  <a:gd name="T0" fmla="*/ 0 w 2919"/>
                  <a:gd name="T1" fmla="*/ 0 h 2716"/>
                  <a:gd name="T2" fmla="*/ 0 w 2919"/>
                  <a:gd name="T3" fmla="*/ 0 h 2716"/>
                  <a:gd name="T4" fmla="*/ 0 w 2919"/>
                  <a:gd name="T5" fmla="*/ 0 h 2716"/>
                  <a:gd name="T6" fmla="*/ 0 w 2919"/>
                  <a:gd name="T7" fmla="*/ 0 h 2716"/>
                  <a:gd name="T8" fmla="*/ 0 w 2919"/>
                  <a:gd name="T9" fmla="*/ 0 h 2716"/>
                  <a:gd name="T10" fmla="*/ 0 w 2919"/>
                  <a:gd name="T11" fmla="*/ 0 h 2716"/>
                  <a:gd name="T12" fmla="*/ 0 w 2919"/>
                  <a:gd name="T13" fmla="*/ 0 h 2716"/>
                  <a:gd name="T14" fmla="*/ 0 w 2919"/>
                  <a:gd name="T15" fmla="*/ 0 h 2716"/>
                  <a:gd name="T16" fmla="*/ 0 w 2919"/>
                  <a:gd name="T17" fmla="*/ 0 h 2716"/>
                  <a:gd name="T18" fmla="*/ 0 w 2919"/>
                  <a:gd name="T19" fmla="*/ 0 h 2716"/>
                  <a:gd name="T20" fmla="*/ 0 w 2919"/>
                  <a:gd name="T21" fmla="*/ 0 h 2716"/>
                  <a:gd name="T22" fmla="*/ 0 w 2919"/>
                  <a:gd name="T23" fmla="*/ 0 h 2716"/>
                  <a:gd name="T24" fmla="*/ 0 w 2919"/>
                  <a:gd name="T25" fmla="*/ 0 h 2716"/>
                  <a:gd name="T26" fmla="*/ 0 w 2919"/>
                  <a:gd name="T27" fmla="*/ 0 h 2716"/>
                  <a:gd name="T28" fmla="*/ 0 w 2919"/>
                  <a:gd name="T29" fmla="*/ 0 h 2716"/>
                  <a:gd name="T30" fmla="*/ 0 w 2919"/>
                  <a:gd name="T31" fmla="*/ 0 h 2716"/>
                  <a:gd name="T32" fmla="*/ 0 w 2919"/>
                  <a:gd name="T33" fmla="*/ 0 h 2716"/>
                  <a:gd name="T34" fmla="*/ 0 w 2919"/>
                  <a:gd name="T35" fmla="*/ 0 h 2716"/>
                  <a:gd name="T36" fmla="*/ 0 w 2919"/>
                  <a:gd name="T37" fmla="*/ 0 h 2716"/>
                  <a:gd name="T38" fmla="*/ 0 w 2919"/>
                  <a:gd name="T39" fmla="*/ 0 h 2716"/>
                  <a:gd name="T40" fmla="*/ 0 w 2919"/>
                  <a:gd name="T41" fmla="*/ 0 h 2716"/>
                  <a:gd name="T42" fmla="*/ 0 w 2919"/>
                  <a:gd name="T43" fmla="*/ 0 h 2716"/>
                  <a:gd name="T44" fmla="*/ 0 w 2919"/>
                  <a:gd name="T45" fmla="*/ 0 h 2716"/>
                  <a:gd name="T46" fmla="*/ 0 w 2919"/>
                  <a:gd name="T47" fmla="*/ 0 h 2716"/>
                  <a:gd name="T48" fmla="*/ 0 w 2919"/>
                  <a:gd name="T49" fmla="*/ 0 h 2716"/>
                  <a:gd name="T50" fmla="*/ 0 w 2919"/>
                  <a:gd name="T51" fmla="*/ 0 h 2716"/>
                  <a:gd name="T52" fmla="*/ 0 w 2919"/>
                  <a:gd name="T53" fmla="*/ 0 h 2716"/>
                  <a:gd name="T54" fmla="*/ 0 w 2919"/>
                  <a:gd name="T55" fmla="*/ 0 h 2716"/>
                  <a:gd name="T56" fmla="*/ 0 w 2919"/>
                  <a:gd name="T57" fmla="*/ 0 h 2716"/>
                  <a:gd name="T58" fmla="*/ 0 w 2919"/>
                  <a:gd name="T59" fmla="*/ 0 h 27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919"/>
                  <a:gd name="T91" fmla="*/ 0 h 2716"/>
                  <a:gd name="T92" fmla="*/ 2919 w 2919"/>
                  <a:gd name="T93" fmla="*/ 2716 h 271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919" h="2716">
                    <a:moveTo>
                      <a:pt x="964" y="132"/>
                    </a:moveTo>
                    <a:lnTo>
                      <a:pt x="832" y="337"/>
                    </a:lnTo>
                    <a:lnTo>
                      <a:pt x="698" y="530"/>
                    </a:lnTo>
                    <a:lnTo>
                      <a:pt x="627" y="1022"/>
                    </a:lnTo>
                    <a:lnTo>
                      <a:pt x="711" y="1407"/>
                    </a:lnTo>
                    <a:lnTo>
                      <a:pt x="698" y="1745"/>
                    </a:lnTo>
                    <a:lnTo>
                      <a:pt x="0" y="1996"/>
                    </a:lnTo>
                    <a:lnTo>
                      <a:pt x="99" y="2347"/>
                    </a:lnTo>
                    <a:lnTo>
                      <a:pt x="325" y="2610"/>
                    </a:lnTo>
                    <a:lnTo>
                      <a:pt x="687" y="2647"/>
                    </a:lnTo>
                    <a:lnTo>
                      <a:pt x="878" y="2561"/>
                    </a:lnTo>
                    <a:lnTo>
                      <a:pt x="1122" y="2716"/>
                    </a:lnTo>
                    <a:lnTo>
                      <a:pt x="1568" y="2670"/>
                    </a:lnTo>
                    <a:lnTo>
                      <a:pt x="1835" y="2552"/>
                    </a:lnTo>
                    <a:lnTo>
                      <a:pt x="2160" y="2428"/>
                    </a:lnTo>
                    <a:lnTo>
                      <a:pt x="2232" y="2391"/>
                    </a:lnTo>
                    <a:lnTo>
                      <a:pt x="2329" y="2117"/>
                    </a:lnTo>
                    <a:lnTo>
                      <a:pt x="2487" y="2071"/>
                    </a:lnTo>
                    <a:lnTo>
                      <a:pt x="2366" y="1501"/>
                    </a:lnTo>
                    <a:lnTo>
                      <a:pt x="2351" y="1420"/>
                    </a:lnTo>
                    <a:lnTo>
                      <a:pt x="2329" y="1216"/>
                    </a:lnTo>
                    <a:lnTo>
                      <a:pt x="2412" y="1249"/>
                    </a:lnTo>
                    <a:lnTo>
                      <a:pt x="2573" y="1372"/>
                    </a:lnTo>
                    <a:lnTo>
                      <a:pt x="2605" y="1420"/>
                    </a:lnTo>
                    <a:lnTo>
                      <a:pt x="2640" y="917"/>
                    </a:lnTo>
                    <a:lnTo>
                      <a:pt x="2716" y="686"/>
                    </a:lnTo>
                    <a:lnTo>
                      <a:pt x="2810" y="496"/>
                    </a:lnTo>
                    <a:lnTo>
                      <a:pt x="2919" y="409"/>
                    </a:lnTo>
                    <a:lnTo>
                      <a:pt x="1362" y="0"/>
                    </a:lnTo>
                    <a:lnTo>
                      <a:pt x="964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79" name="Freeform 20">
                <a:extLst>
                  <a:ext uri="{FF2B5EF4-FFF2-40B4-BE49-F238E27FC236}">
                    <a16:creationId xmlns:a16="http://schemas.microsoft.com/office/drawing/2014/main" id="{D934A3E3-6C6C-BE46-A7CA-950D74C28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725"/>
                <a:ext cx="199" cy="257"/>
              </a:xfrm>
              <a:custGeom>
                <a:avLst/>
                <a:gdLst>
                  <a:gd name="T0" fmla="*/ 0 w 1585"/>
                  <a:gd name="T1" fmla="*/ 0 h 2056"/>
                  <a:gd name="T2" fmla="*/ 0 w 1585"/>
                  <a:gd name="T3" fmla="*/ 0 h 2056"/>
                  <a:gd name="T4" fmla="*/ 0 w 1585"/>
                  <a:gd name="T5" fmla="*/ 0 h 2056"/>
                  <a:gd name="T6" fmla="*/ 0 w 1585"/>
                  <a:gd name="T7" fmla="*/ 0 h 2056"/>
                  <a:gd name="T8" fmla="*/ 0 w 1585"/>
                  <a:gd name="T9" fmla="*/ 0 h 2056"/>
                  <a:gd name="T10" fmla="*/ 0 w 1585"/>
                  <a:gd name="T11" fmla="*/ 0 h 2056"/>
                  <a:gd name="T12" fmla="*/ 0 w 1585"/>
                  <a:gd name="T13" fmla="*/ 0 h 2056"/>
                  <a:gd name="T14" fmla="*/ 0 w 1585"/>
                  <a:gd name="T15" fmla="*/ 0 h 2056"/>
                  <a:gd name="T16" fmla="*/ 0 w 1585"/>
                  <a:gd name="T17" fmla="*/ 0 h 2056"/>
                  <a:gd name="T18" fmla="*/ 0 w 1585"/>
                  <a:gd name="T19" fmla="*/ 0 h 2056"/>
                  <a:gd name="T20" fmla="*/ 0 w 1585"/>
                  <a:gd name="T21" fmla="*/ 0 h 2056"/>
                  <a:gd name="T22" fmla="*/ 0 w 1585"/>
                  <a:gd name="T23" fmla="*/ 0 h 2056"/>
                  <a:gd name="T24" fmla="*/ 0 w 1585"/>
                  <a:gd name="T25" fmla="*/ 0 h 2056"/>
                  <a:gd name="T26" fmla="*/ 0 w 1585"/>
                  <a:gd name="T27" fmla="*/ 0 h 2056"/>
                  <a:gd name="T28" fmla="*/ 0 w 1585"/>
                  <a:gd name="T29" fmla="*/ 0 h 2056"/>
                  <a:gd name="T30" fmla="*/ 0 w 1585"/>
                  <a:gd name="T31" fmla="*/ 0 h 2056"/>
                  <a:gd name="T32" fmla="*/ 0 w 1585"/>
                  <a:gd name="T33" fmla="*/ 0 h 2056"/>
                  <a:gd name="T34" fmla="*/ 0 w 1585"/>
                  <a:gd name="T35" fmla="*/ 0 h 2056"/>
                  <a:gd name="T36" fmla="*/ 0 w 1585"/>
                  <a:gd name="T37" fmla="*/ 0 h 2056"/>
                  <a:gd name="T38" fmla="*/ 0 w 1585"/>
                  <a:gd name="T39" fmla="*/ 0 h 2056"/>
                  <a:gd name="T40" fmla="*/ 0 w 1585"/>
                  <a:gd name="T41" fmla="*/ 0 h 2056"/>
                  <a:gd name="T42" fmla="*/ 0 w 1585"/>
                  <a:gd name="T43" fmla="*/ 0 h 2056"/>
                  <a:gd name="T44" fmla="*/ 0 w 1585"/>
                  <a:gd name="T45" fmla="*/ 0 h 2056"/>
                  <a:gd name="T46" fmla="*/ 0 w 1585"/>
                  <a:gd name="T47" fmla="*/ 0 h 2056"/>
                  <a:gd name="T48" fmla="*/ 0 w 1585"/>
                  <a:gd name="T49" fmla="*/ 0 h 2056"/>
                  <a:gd name="T50" fmla="*/ 0 w 1585"/>
                  <a:gd name="T51" fmla="*/ 0 h 2056"/>
                  <a:gd name="T52" fmla="*/ 0 w 1585"/>
                  <a:gd name="T53" fmla="*/ 0 h 2056"/>
                  <a:gd name="T54" fmla="*/ 0 w 1585"/>
                  <a:gd name="T55" fmla="*/ 0 h 2056"/>
                  <a:gd name="T56" fmla="*/ 0 w 1585"/>
                  <a:gd name="T57" fmla="*/ 0 h 2056"/>
                  <a:gd name="T58" fmla="*/ 0 w 1585"/>
                  <a:gd name="T59" fmla="*/ 0 h 2056"/>
                  <a:gd name="T60" fmla="*/ 0 w 1585"/>
                  <a:gd name="T61" fmla="*/ 0 h 2056"/>
                  <a:gd name="T62" fmla="*/ 0 w 1585"/>
                  <a:gd name="T63" fmla="*/ 0 h 2056"/>
                  <a:gd name="T64" fmla="*/ 0 w 1585"/>
                  <a:gd name="T65" fmla="*/ 0 h 2056"/>
                  <a:gd name="T66" fmla="*/ 0 w 1585"/>
                  <a:gd name="T67" fmla="*/ 0 h 2056"/>
                  <a:gd name="T68" fmla="*/ 0 w 1585"/>
                  <a:gd name="T69" fmla="*/ 0 h 2056"/>
                  <a:gd name="T70" fmla="*/ 0 w 1585"/>
                  <a:gd name="T71" fmla="*/ 0 h 205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585"/>
                  <a:gd name="T109" fmla="*/ 0 h 2056"/>
                  <a:gd name="T110" fmla="*/ 1585 w 1585"/>
                  <a:gd name="T111" fmla="*/ 2056 h 205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585" h="2056">
                    <a:moveTo>
                      <a:pt x="834" y="36"/>
                    </a:moveTo>
                    <a:lnTo>
                      <a:pt x="790" y="216"/>
                    </a:lnTo>
                    <a:lnTo>
                      <a:pt x="873" y="482"/>
                    </a:lnTo>
                    <a:lnTo>
                      <a:pt x="993" y="456"/>
                    </a:lnTo>
                    <a:lnTo>
                      <a:pt x="1053" y="482"/>
                    </a:lnTo>
                    <a:lnTo>
                      <a:pt x="1222" y="412"/>
                    </a:lnTo>
                    <a:lnTo>
                      <a:pt x="1040" y="552"/>
                    </a:lnTo>
                    <a:lnTo>
                      <a:pt x="993" y="840"/>
                    </a:lnTo>
                    <a:lnTo>
                      <a:pt x="933" y="998"/>
                    </a:lnTo>
                    <a:lnTo>
                      <a:pt x="1090" y="950"/>
                    </a:lnTo>
                    <a:lnTo>
                      <a:pt x="967" y="1132"/>
                    </a:lnTo>
                    <a:lnTo>
                      <a:pt x="993" y="1299"/>
                    </a:lnTo>
                    <a:lnTo>
                      <a:pt x="1316" y="1313"/>
                    </a:lnTo>
                    <a:lnTo>
                      <a:pt x="1415" y="1117"/>
                    </a:lnTo>
                    <a:lnTo>
                      <a:pt x="1367" y="840"/>
                    </a:lnTo>
                    <a:lnTo>
                      <a:pt x="1475" y="792"/>
                    </a:lnTo>
                    <a:lnTo>
                      <a:pt x="1585" y="1337"/>
                    </a:lnTo>
                    <a:lnTo>
                      <a:pt x="1415" y="1407"/>
                    </a:lnTo>
                    <a:lnTo>
                      <a:pt x="1330" y="1636"/>
                    </a:lnTo>
                    <a:lnTo>
                      <a:pt x="1090" y="1733"/>
                    </a:lnTo>
                    <a:lnTo>
                      <a:pt x="908" y="1840"/>
                    </a:lnTo>
                    <a:lnTo>
                      <a:pt x="739" y="1886"/>
                    </a:lnTo>
                    <a:lnTo>
                      <a:pt x="618" y="2007"/>
                    </a:lnTo>
                    <a:lnTo>
                      <a:pt x="341" y="2056"/>
                    </a:lnTo>
                    <a:lnTo>
                      <a:pt x="0" y="1840"/>
                    </a:lnTo>
                    <a:lnTo>
                      <a:pt x="569" y="1851"/>
                    </a:lnTo>
                    <a:lnTo>
                      <a:pt x="677" y="1694"/>
                    </a:lnTo>
                    <a:lnTo>
                      <a:pt x="790" y="1768"/>
                    </a:lnTo>
                    <a:lnTo>
                      <a:pt x="857" y="1717"/>
                    </a:lnTo>
                    <a:lnTo>
                      <a:pt x="800" y="1613"/>
                    </a:lnTo>
                    <a:lnTo>
                      <a:pt x="811" y="1503"/>
                    </a:lnTo>
                    <a:lnTo>
                      <a:pt x="666" y="1337"/>
                    </a:lnTo>
                    <a:lnTo>
                      <a:pt x="714" y="937"/>
                    </a:lnTo>
                    <a:lnTo>
                      <a:pt x="642" y="267"/>
                    </a:lnTo>
                    <a:lnTo>
                      <a:pt x="790" y="0"/>
                    </a:lnTo>
                    <a:lnTo>
                      <a:pt x="834" y="3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0" name="Freeform 21">
                <a:extLst>
                  <a:ext uri="{FF2B5EF4-FFF2-40B4-BE49-F238E27FC236}">
                    <a16:creationId xmlns:a16="http://schemas.microsoft.com/office/drawing/2014/main" id="{D764E2F6-F5E0-3E46-8D88-07F59D51B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902"/>
                <a:ext cx="166" cy="18"/>
              </a:xfrm>
              <a:custGeom>
                <a:avLst/>
                <a:gdLst>
                  <a:gd name="T0" fmla="*/ 0 w 1328"/>
                  <a:gd name="T1" fmla="*/ 0 h 145"/>
                  <a:gd name="T2" fmla="*/ 0 w 1328"/>
                  <a:gd name="T3" fmla="*/ 0 h 145"/>
                  <a:gd name="T4" fmla="*/ 0 w 1328"/>
                  <a:gd name="T5" fmla="*/ 0 h 145"/>
                  <a:gd name="T6" fmla="*/ 0 w 1328"/>
                  <a:gd name="T7" fmla="*/ 0 h 145"/>
                  <a:gd name="T8" fmla="*/ 0 w 1328"/>
                  <a:gd name="T9" fmla="*/ 0 h 145"/>
                  <a:gd name="T10" fmla="*/ 0 w 1328"/>
                  <a:gd name="T11" fmla="*/ 0 h 145"/>
                  <a:gd name="T12" fmla="*/ 0 w 1328"/>
                  <a:gd name="T13" fmla="*/ 0 h 145"/>
                  <a:gd name="T14" fmla="*/ 0 w 1328"/>
                  <a:gd name="T15" fmla="*/ 0 h 145"/>
                  <a:gd name="T16" fmla="*/ 0 w 1328"/>
                  <a:gd name="T17" fmla="*/ 0 h 145"/>
                  <a:gd name="T18" fmla="*/ 0 w 1328"/>
                  <a:gd name="T19" fmla="*/ 0 h 1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28"/>
                  <a:gd name="T31" fmla="*/ 0 h 145"/>
                  <a:gd name="T32" fmla="*/ 1328 w 1328"/>
                  <a:gd name="T33" fmla="*/ 145 h 1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28" h="145">
                    <a:moveTo>
                      <a:pt x="1328" y="134"/>
                    </a:moveTo>
                    <a:lnTo>
                      <a:pt x="1095" y="145"/>
                    </a:lnTo>
                    <a:lnTo>
                      <a:pt x="600" y="134"/>
                    </a:lnTo>
                    <a:lnTo>
                      <a:pt x="0" y="59"/>
                    </a:lnTo>
                    <a:lnTo>
                      <a:pt x="0" y="0"/>
                    </a:lnTo>
                    <a:lnTo>
                      <a:pt x="632" y="85"/>
                    </a:lnTo>
                    <a:lnTo>
                      <a:pt x="863" y="85"/>
                    </a:lnTo>
                    <a:lnTo>
                      <a:pt x="1167" y="24"/>
                    </a:lnTo>
                    <a:lnTo>
                      <a:pt x="1289" y="85"/>
                    </a:lnTo>
                    <a:lnTo>
                      <a:pt x="1328" y="13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1" name="Freeform 22">
                <a:extLst>
                  <a:ext uri="{FF2B5EF4-FFF2-40B4-BE49-F238E27FC236}">
                    <a16:creationId xmlns:a16="http://schemas.microsoft.com/office/drawing/2014/main" id="{20DD9A38-3E79-F54C-B71C-FA9FEA59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947"/>
                <a:ext cx="69" cy="14"/>
              </a:xfrm>
              <a:custGeom>
                <a:avLst/>
                <a:gdLst>
                  <a:gd name="T0" fmla="*/ 0 w 546"/>
                  <a:gd name="T1" fmla="*/ 0 h 107"/>
                  <a:gd name="T2" fmla="*/ 0 w 546"/>
                  <a:gd name="T3" fmla="*/ 0 h 107"/>
                  <a:gd name="T4" fmla="*/ 0 w 546"/>
                  <a:gd name="T5" fmla="*/ 0 h 107"/>
                  <a:gd name="T6" fmla="*/ 0 w 546"/>
                  <a:gd name="T7" fmla="*/ 0 h 107"/>
                  <a:gd name="T8" fmla="*/ 0 w 546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107"/>
                  <a:gd name="T17" fmla="*/ 546 w 546"/>
                  <a:gd name="T18" fmla="*/ 107 h 10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107">
                    <a:moveTo>
                      <a:pt x="0" y="0"/>
                    </a:moveTo>
                    <a:lnTo>
                      <a:pt x="546" y="48"/>
                    </a:lnTo>
                    <a:lnTo>
                      <a:pt x="399" y="107"/>
                    </a:lnTo>
                    <a:lnTo>
                      <a:pt x="0" y="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2" name="Freeform 23">
                <a:extLst>
                  <a:ext uri="{FF2B5EF4-FFF2-40B4-BE49-F238E27FC236}">
                    <a16:creationId xmlns:a16="http://schemas.microsoft.com/office/drawing/2014/main" id="{3E6D77CB-9197-D640-AB38-E6FFDCDAE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867"/>
                <a:ext cx="80" cy="46"/>
              </a:xfrm>
              <a:custGeom>
                <a:avLst/>
                <a:gdLst>
                  <a:gd name="T0" fmla="*/ 0 w 638"/>
                  <a:gd name="T1" fmla="*/ 0 h 362"/>
                  <a:gd name="T2" fmla="*/ 0 w 638"/>
                  <a:gd name="T3" fmla="*/ 0 h 362"/>
                  <a:gd name="T4" fmla="*/ 0 w 638"/>
                  <a:gd name="T5" fmla="*/ 0 h 362"/>
                  <a:gd name="T6" fmla="*/ 0 w 638"/>
                  <a:gd name="T7" fmla="*/ 0 h 362"/>
                  <a:gd name="T8" fmla="*/ 0 w 638"/>
                  <a:gd name="T9" fmla="*/ 0 h 362"/>
                  <a:gd name="T10" fmla="*/ 0 w 638"/>
                  <a:gd name="T11" fmla="*/ 0 h 362"/>
                  <a:gd name="T12" fmla="*/ 0 w 638"/>
                  <a:gd name="T13" fmla="*/ 0 h 362"/>
                  <a:gd name="T14" fmla="*/ 0 w 638"/>
                  <a:gd name="T15" fmla="*/ 0 h 362"/>
                  <a:gd name="T16" fmla="*/ 0 w 638"/>
                  <a:gd name="T17" fmla="*/ 0 h 3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38"/>
                  <a:gd name="T28" fmla="*/ 0 h 362"/>
                  <a:gd name="T29" fmla="*/ 638 w 638"/>
                  <a:gd name="T30" fmla="*/ 362 h 3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38" h="362">
                    <a:moveTo>
                      <a:pt x="0" y="228"/>
                    </a:moveTo>
                    <a:lnTo>
                      <a:pt x="361" y="85"/>
                    </a:lnTo>
                    <a:lnTo>
                      <a:pt x="435" y="121"/>
                    </a:lnTo>
                    <a:lnTo>
                      <a:pt x="435" y="50"/>
                    </a:lnTo>
                    <a:lnTo>
                      <a:pt x="602" y="0"/>
                    </a:lnTo>
                    <a:lnTo>
                      <a:pt x="638" y="172"/>
                    </a:lnTo>
                    <a:lnTo>
                      <a:pt x="541" y="242"/>
                    </a:lnTo>
                    <a:lnTo>
                      <a:pt x="108" y="362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3" name="Freeform 24">
                <a:extLst>
                  <a:ext uri="{FF2B5EF4-FFF2-40B4-BE49-F238E27FC236}">
                    <a16:creationId xmlns:a16="http://schemas.microsoft.com/office/drawing/2014/main" id="{D85B33E3-EB94-D045-ABAD-64C36C24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799"/>
                <a:ext cx="73" cy="114"/>
              </a:xfrm>
              <a:custGeom>
                <a:avLst/>
                <a:gdLst>
                  <a:gd name="T0" fmla="*/ 0 w 583"/>
                  <a:gd name="T1" fmla="*/ 0 h 911"/>
                  <a:gd name="T2" fmla="*/ 0 w 583"/>
                  <a:gd name="T3" fmla="*/ 0 h 911"/>
                  <a:gd name="T4" fmla="*/ 0 w 583"/>
                  <a:gd name="T5" fmla="*/ 0 h 911"/>
                  <a:gd name="T6" fmla="*/ 0 w 583"/>
                  <a:gd name="T7" fmla="*/ 0 h 911"/>
                  <a:gd name="T8" fmla="*/ 0 w 583"/>
                  <a:gd name="T9" fmla="*/ 0 h 911"/>
                  <a:gd name="T10" fmla="*/ 0 w 583"/>
                  <a:gd name="T11" fmla="*/ 0 h 911"/>
                  <a:gd name="T12" fmla="*/ 0 w 583"/>
                  <a:gd name="T13" fmla="*/ 0 h 911"/>
                  <a:gd name="T14" fmla="*/ 0 w 583"/>
                  <a:gd name="T15" fmla="*/ 0 h 911"/>
                  <a:gd name="T16" fmla="*/ 0 w 583"/>
                  <a:gd name="T17" fmla="*/ 0 h 911"/>
                  <a:gd name="T18" fmla="*/ 0 w 583"/>
                  <a:gd name="T19" fmla="*/ 0 h 911"/>
                  <a:gd name="T20" fmla="*/ 0 w 583"/>
                  <a:gd name="T21" fmla="*/ 0 h 911"/>
                  <a:gd name="T22" fmla="*/ 0 w 583"/>
                  <a:gd name="T23" fmla="*/ 0 h 911"/>
                  <a:gd name="T24" fmla="*/ 0 w 583"/>
                  <a:gd name="T25" fmla="*/ 0 h 911"/>
                  <a:gd name="T26" fmla="*/ 0 w 583"/>
                  <a:gd name="T27" fmla="*/ 0 h 911"/>
                  <a:gd name="T28" fmla="*/ 0 w 583"/>
                  <a:gd name="T29" fmla="*/ 0 h 911"/>
                  <a:gd name="T30" fmla="*/ 0 w 583"/>
                  <a:gd name="T31" fmla="*/ 0 h 9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83"/>
                  <a:gd name="T49" fmla="*/ 0 h 911"/>
                  <a:gd name="T50" fmla="*/ 583 w 583"/>
                  <a:gd name="T51" fmla="*/ 911 h 9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83" h="911">
                    <a:moveTo>
                      <a:pt x="113" y="345"/>
                    </a:moveTo>
                    <a:lnTo>
                      <a:pt x="102" y="659"/>
                    </a:lnTo>
                    <a:lnTo>
                      <a:pt x="126" y="767"/>
                    </a:lnTo>
                    <a:lnTo>
                      <a:pt x="293" y="624"/>
                    </a:lnTo>
                    <a:lnTo>
                      <a:pt x="390" y="443"/>
                    </a:lnTo>
                    <a:lnTo>
                      <a:pt x="282" y="516"/>
                    </a:lnTo>
                    <a:lnTo>
                      <a:pt x="247" y="261"/>
                    </a:lnTo>
                    <a:lnTo>
                      <a:pt x="138" y="261"/>
                    </a:lnTo>
                    <a:lnTo>
                      <a:pt x="210" y="118"/>
                    </a:lnTo>
                    <a:lnTo>
                      <a:pt x="366" y="0"/>
                    </a:lnTo>
                    <a:lnTo>
                      <a:pt x="513" y="67"/>
                    </a:lnTo>
                    <a:lnTo>
                      <a:pt x="583" y="286"/>
                    </a:lnTo>
                    <a:lnTo>
                      <a:pt x="438" y="777"/>
                    </a:lnTo>
                    <a:lnTo>
                      <a:pt x="87" y="911"/>
                    </a:lnTo>
                    <a:lnTo>
                      <a:pt x="0" y="731"/>
                    </a:lnTo>
                    <a:lnTo>
                      <a:pt x="113" y="34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4" name="Freeform 25">
                <a:extLst>
                  <a:ext uri="{FF2B5EF4-FFF2-40B4-BE49-F238E27FC236}">
                    <a16:creationId xmlns:a16="http://schemas.microsoft.com/office/drawing/2014/main" id="{AB3C639B-C358-6E4C-9FBF-BA61998E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645"/>
                <a:ext cx="104" cy="257"/>
              </a:xfrm>
              <a:custGeom>
                <a:avLst/>
                <a:gdLst>
                  <a:gd name="T0" fmla="*/ 0 w 830"/>
                  <a:gd name="T1" fmla="*/ 0 h 2055"/>
                  <a:gd name="T2" fmla="*/ 0 w 830"/>
                  <a:gd name="T3" fmla="*/ 0 h 2055"/>
                  <a:gd name="T4" fmla="*/ 0 w 830"/>
                  <a:gd name="T5" fmla="*/ 0 h 2055"/>
                  <a:gd name="T6" fmla="*/ 0 w 830"/>
                  <a:gd name="T7" fmla="*/ 0 h 2055"/>
                  <a:gd name="T8" fmla="*/ 0 w 830"/>
                  <a:gd name="T9" fmla="*/ 0 h 2055"/>
                  <a:gd name="T10" fmla="*/ 0 w 830"/>
                  <a:gd name="T11" fmla="*/ 0 h 2055"/>
                  <a:gd name="T12" fmla="*/ 0 w 830"/>
                  <a:gd name="T13" fmla="*/ 0 h 2055"/>
                  <a:gd name="T14" fmla="*/ 0 w 830"/>
                  <a:gd name="T15" fmla="*/ 0 h 2055"/>
                  <a:gd name="T16" fmla="*/ 0 w 830"/>
                  <a:gd name="T17" fmla="*/ 0 h 2055"/>
                  <a:gd name="T18" fmla="*/ 0 w 830"/>
                  <a:gd name="T19" fmla="*/ 0 h 2055"/>
                  <a:gd name="T20" fmla="*/ 0 w 830"/>
                  <a:gd name="T21" fmla="*/ 0 h 2055"/>
                  <a:gd name="T22" fmla="*/ 0 w 830"/>
                  <a:gd name="T23" fmla="*/ 0 h 2055"/>
                  <a:gd name="T24" fmla="*/ 0 w 830"/>
                  <a:gd name="T25" fmla="*/ 0 h 2055"/>
                  <a:gd name="T26" fmla="*/ 0 w 830"/>
                  <a:gd name="T27" fmla="*/ 0 h 2055"/>
                  <a:gd name="T28" fmla="*/ 0 w 830"/>
                  <a:gd name="T29" fmla="*/ 0 h 2055"/>
                  <a:gd name="T30" fmla="*/ 0 w 830"/>
                  <a:gd name="T31" fmla="*/ 0 h 2055"/>
                  <a:gd name="T32" fmla="*/ 0 w 830"/>
                  <a:gd name="T33" fmla="*/ 0 h 2055"/>
                  <a:gd name="T34" fmla="*/ 0 w 830"/>
                  <a:gd name="T35" fmla="*/ 0 h 2055"/>
                  <a:gd name="T36" fmla="*/ 0 w 830"/>
                  <a:gd name="T37" fmla="*/ 0 h 2055"/>
                  <a:gd name="T38" fmla="*/ 0 w 830"/>
                  <a:gd name="T39" fmla="*/ 0 h 20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30"/>
                  <a:gd name="T61" fmla="*/ 0 h 2055"/>
                  <a:gd name="T62" fmla="*/ 830 w 830"/>
                  <a:gd name="T63" fmla="*/ 2055 h 205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30" h="2055">
                    <a:moveTo>
                      <a:pt x="830" y="648"/>
                    </a:moveTo>
                    <a:lnTo>
                      <a:pt x="830" y="747"/>
                    </a:lnTo>
                    <a:lnTo>
                      <a:pt x="648" y="662"/>
                    </a:lnTo>
                    <a:lnTo>
                      <a:pt x="673" y="877"/>
                    </a:lnTo>
                    <a:lnTo>
                      <a:pt x="420" y="1296"/>
                    </a:lnTo>
                    <a:lnTo>
                      <a:pt x="191" y="2055"/>
                    </a:lnTo>
                    <a:lnTo>
                      <a:pt x="166" y="1238"/>
                    </a:lnTo>
                    <a:lnTo>
                      <a:pt x="24" y="1081"/>
                    </a:lnTo>
                    <a:lnTo>
                      <a:pt x="0" y="877"/>
                    </a:lnTo>
                    <a:lnTo>
                      <a:pt x="46" y="482"/>
                    </a:lnTo>
                    <a:lnTo>
                      <a:pt x="46" y="842"/>
                    </a:lnTo>
                    <a:lnTo>
                      <a:pt x="129" y="820"/>
                    </a:lnTo>
                    <a:lnTo>
                      <a:pt x="237" y="987"/>
                    </a:lnTo>
                    <a:lnTo>
                      <a:pt x="237" y="747"/>
                    </a:lnTo>
                    <a:lnTo>
                      <a:pt x="299" y="494"/>
                    </a:lnTo>
                    <a:lnTo>
                      <a:pt x="166" y="302"/>
                    </a:lnTo>
                    <a:lnTo>
                      <a:pt x="274" y="81"/>
                    </a:lnTo>
                    <a:lnTo>
                      <a:pt x="385" y="0"/>
                    </a:lnTo>
                    <a:lnTo>
                      <a:pt x="830" y="288"/>
                    </a:lnTo>
                    <a:lnTo>
                      <a:pt x="830" y="64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5" name="Freeform 26">
                <a:extLst>
                  <a:ext uri="{FF2B5EF4-FFF2-40B4-BE49-F238E27FC236}">
                    <a16:creationId xmlns:a16="http://schemas.microsoft.com/office/drawing/2014/main" id="{A0A8B007-9217-4048-B9FD-9F498A0C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90"/>
                <a:ext cx="131" cy="62"/>
              </a:xfrm>
              <a:custGeom>
                <a:avLst/>
                <a:gdLst>
                  <a:gd name="T0" fmla="*/ 0 w 1052"/>
                  <a:gd name="T1" fmla="*/ 0 h 491"/>
                  <a:gd name="T2" fmla="*/ 0 w 1052"/>
                  <a:gd name="T3" fmla="*/ 0 h 491"/>
                  <a:gd name="T4" fmla="*/ 0 w 1052"/>
                  <a:gd name="T5" fmla="*/ 0 h 491"/>
                  <a:gd name="T6" fmla="*/ 0 w 1052"/>
                  <a:gd name="T7" fmla="*/ 0 h 491"/>
                  <a:gd name="T8" fmla="*/ 0 w 1052"/>
                  <a:gd name="T9" fmla="*/ 0 h 491"/>
                  <a:gd name="T10" fmla="*/ 0 w 1052"/>
                  <a:gd name="T11" fmla="*/ 0 h 491"/>
                  <a:gd name="T12" fmla="*/ 0 w 1052"/>
                  <a:gd name="T13" fmla="*/ 0 h 491"/>
                  <a:gd name="T14" fmla="*/ 0 w 1052"/>
                  <a:gd name="T15" fmla="*/ 0 h 491"/>
                  <a:gd name="T16" fmla="*/ 0 w 1052"/>
                  <a:gd name="T17" fmla="*/ 0 h 491"/>
                  <a:gd name="T18" fmla="*/ 0 w 1052"/>
                  <a:gd name="T19" fmla="*/ 0 h 491"/>
                  <a:gd name="T20" fmla="*/ 0 w 1052"/>
                  <a:gd name="T21" fmla="*/ 0 h 491"/>
                  <a:gd name="T22" fmla="*/ 0 w 1052"/>
                  <a:gd name="T23" fmla="*/ 0 h 491"/>
                  <a:gd name="T24" fmla="*/ 0 w 1052"/>
                  <a:gd name="T25" fmla="*/ 0 h 491"/>
                  <a:gd name="T26" fmla="*/ 0 w 1052"/>
                  <a:gd name="T27" fmla="*/ 0 h 491"/>
                  <a:gd name="T28" fmla="*/ 0 w 1052"/>
                  <a:gd name="T29" fmla="*/ 0 h 491"/>
                  <a:gd name="T30" fmla="*/ 0 w 1052"/>
                  <a:gd name="T31" fmla="*/ 0 h 491"/>
                  <a:gd name="T32" fmla="*/ 0 w 1052"/>
                  <a:gd name="T33" fmla="*/ 0 h 491"/>
                  <a:gd name="T34" fmla="*/ 0 w 1052"/>
                  <a:gd name="T35" fmla="*/ 0 h 491"/>
                  <a:gd name="T36" fmla="*/ 0 w 1052"/>
                  <a:gd name="T37" fmla="*/ 0 h 491"/>
                  <a:gd name="T38" fmla="*/ 0 w 1052"/>
                  <a:gd name="T39" fmla="*/ 0 h 491"/>
                  <a:gd name="T40" fmla="*/ 0 w 1052"/>
                  <a:gd name="T41" fmla="*/ 0 h 491"/>
                  <a:gd name="T42" fmla="*/ 0 w 1052"/>
                  <a:gd name="T43" fmla="*/ 0 h 491"/>
                  <a:gd name="T44" fmla="*/ 0 w 1052"/>
                  <a:gd name="T45" fmla="*/ 0 h 491"/>
                  <a:gd name="T46" fmla="*/ 0 w 1052"/>
                  <a:gd name="T47" fmla="*/ 0 h 491"/>
                  <a:gd name="T48" fmla="*/ 0 w 1052"/>
                  <a:gd name="T49" fmla="*/ 0 h 4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52"/>
                  <a:gd name="T76" fmla="*/ 0 h 491"/>
                  <a:gd name="T77" fmla="*/ 1052 w 1052"/>
                  <a:gd name="T78" fmla="*/ 491 h 4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52" h="491">
                    <a:moveTo>
                      <a:pt x="1052" y="159"/>
                    </a:moveTo>
                    <a:lnTo>
                      <a:pt x="579" y="0"/>
                    </a:lnTo>
                    <a:lnTo>
                      <a:pt x="549" y="14"/>
                    </a:lnTo>
                    <a:lnTo>
                      <a:pt x="426" y="18"/>
                    </a:lnTo>
                    <a:lnTo>
                      <a:pt x="267" y="2"/>
                    </a:lnTo>
                    <a:lnTo>
                      <a:pt x="243" y="16"/>
                    </a:lnTo>
                    <a:lnTo>
                      <a:pt x="182" y="18"/>
                    </a:lnTo>
                    <a:lnTo>
                      <a:pt x="118" y="46"/>
                    </a:lnTo>
                    <a:lnTo>
                      <a:pt x="65" y="64"/>
                    </a:lnTo>
                    <a:lnTo>
                      <a:pt x="0" y="185"/>
                    </a:lnTo>
                    <a:lnTo>
                      <a:pt x="48" y="325"/>
                    </a:lnTo>
                    <a:lnTo>
                      <a:pt x="74" y="334"/>
                    </a:lnTo>
                    <a:lnTo>
                      <a:pt x="96" y="378"/>
                    </a:lnTo>
                    <a:lnTo>
                      <a:pt x="206" y="413"/>
                    </a:lnTo>
                    <a:lnTo>
                      <a:pt x="195" y="486"/>
                    </a:lnTo>
                    <a:lnTo>
                      <a:pt x="224" y="491"/>
                    </a:lnTo>
                    <a:lnTo>
                      <a:pt x="256" y="456"/>
                    </a:lnTo>
                    <a:lnTo>
                      <a:pt x="296" y="433"/>
                    </a:lnTo>
                    <a:lnTo>
                      <a:pt x="447" y="378"/>
                    </a:lnTo>
                    <a:lnTo>
                      <a:pt x="632" y="392"/>
                    </a:lnTo>
                    <a:lnTo>
                      <a:pt x="826" y="447"/>
                    </a:lnTo>
                    <a:lnTo>
                      <a:pt x="913" y="456"/>
                    </a:lnTo>
                    <a:lnTo>
                      <a:pt x="993" y="456"/>
                    </a:lnTo>
                    <a:lnTo>
                      <a:pt x="1024" y="460"/>
                    </a:lnTo>
                    <a:lnTo>
                      <a:pt x="1052" y="15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6" name="Freeform 27">
                <a:extLst>
                  <a:ext uri="{FF2B5EF4-FFF2-40B4-BE49-F238E27FC236}">
                    <a16:creationId xmlns:a16="http://schemas.microsoft.com/office/drawing/2014/main" id="{034185DA-4291-1F45-A461-06E8F8C7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901"/>
                <a:ext cx="20" cy="64"/>
              </a:xfrm>
              <a:custGeom>
                <a:avLst/>
                <a:gdLst>
                  <a:gd name="T0" fmla="*/ 0 w 159"/>
                  <a:gd name="T1" fmla="*/ 0 h 517"/>
                  <a:gd name="T2" fmla="*/ 0 w 159"/>
                  <a:gd name="T3" fmla="*/ 0 h 517"/>
                  <a:gd name="T4" fmla="*/ 0 w 159"/>
                  <a:gd name="T5" fmla="*/ 0 h 517"/>
                  <a:gd name="T6" fmla="*/ 0 w 159"/>
                  <a:gd name="T7" fmla="*/ 0 h 517"/>
                  <a:gd name="T8" fmla="*/ 0 w 159"/>
                  <a:gd name="T9" fmla="*/ 0 h 517"/>
                  <a:gd name="T10" fmla="*/ 0 w 159"/>
                  <a:gd name="T11" fmla="*/ 0 h 517"/>
                  <a:gd name="T12" fmla="*/ 0 w 159"/>
                  <a:gd name="T13" fmla="*/ 0 h 517"/>
                  <a:gd name="T14" fmla="*/ 0 w 159"/>
                  <a:gd name="T15" fmla="*/ 0 h 5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9"/>
                  <a:gd name="T25" fmla="*/ 0 h 517"/>
                  <a:gd name="T26" fmla="*/ 159 w 159"/>
                  <a:gd name="T27" fmla="*/ 517 h 5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9" h="517">
                    <a:moveTo>
                      <a:pt x="58" y="0"/>
                    </a:moveTo>
                    <a:lnTo>
                      <a:pt x="0" y="499"/>
                    </a:lnTo>
                    <a:lnTo>
                      <a:pt x="129" y="517"/>
                    </a:lnTo>
                    <a:lnTo>
                      <a:pt x="148" y="354"/>
                    </a:lnTo>
                    <a:lnTo>
                      <a:pt x="159" y="231"/>
                    </a:lnTo>
                    <a:lnTo>
                      <a:pt x="157" y="151"/>
                    </a:lnTo>
                    <a:lnTo>
                      <a:pt x="159" y="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7" name="Freeform 28">
                <a:extLst>
                  <a:ext uri="{FF2B5EF4-FFF2-40B4-BE49-F238E27FC236}">
                    <a16:creationId xmlns:a16="http://schemas.microsoft.com/office/drawing/2014/main" id="{6880BB8B-5E87-E54B-9880-2D2CF632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24"/>
                <a:ext cx="76" cy="167"/>
              </a:xfrm>
              <a:custGeom>
                <a:avLst/>
                <a:gdLst>
                  <a:gd name="T0" fmla="*/ 0 w 606"/>
                  <a:gd name="T1" fmla="*/ 0 h 1338"/>
                  <a:gd name="T2" fmla="*/ 0 w 606"/>
                  <a:gd name="T3" fmla="*/ 0 h 1338"/>
                  <a:gd name="T4" fmla="*/ 0 w 606"/>
                  <a:gd name="T5" fmla="*/ 0 h 1338"/>
                  <a:gd name="T6" fmla="*/ 0 w 606"/>
                  <a:gd name="T7" fmla="*/ 0 h 1338"/>
                  <a:gd name="T8" fmla="*/ 0 w 606"/>
                  <a:gd name="T9" fmla="*/ 0 h 1338"/>
                  <a:gd name="T10" fmla="*/ 0 w 606"/>
                  <a:gd name="T11" fmla="*/ 0 h 1338"/>
                  <a:gd name="T12" fmla="*/ 0 w 606"/>
                  <a:gd name="T13" fmla="*/ 0 h 1338"/>
                  <a:gd name="T14" fmla="*/ 0 w 606"/>
                  <a:gd name="T15" fmla="*/ 0 h 1338"/>
                  <a:gd name="T16" fmla="*/ 0 w 606"/>
                  <a:gd name="T17" fmla="*/ 0 h 1338"/>
                  <a:gd name="T18" fmla="*/ 0 w 606"/>
                  <a:gd name="T19" fmla="*/ 0 h 1338"/>
                  <a:gd name="T20" fmla="*/ 0 w 606"/>
                  <a:gd name="T21" fmla="*/ 0 h 1338"/>
                  <a:gd name="T22" fmla="*/ 0 w 606"/>
                  <a:gd name="T23" fmla="*/ 0 h 13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06"/>
                  <a:gd name="T37" fmla="*/ 0 h 1338"/>
                  <a:gd name="T38" fmla="*/ 606 w 606"/>
                  <a:gd name="T39" fmla="*/ 1338 h 13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06" h="1338">
                    <a:moveTo>
                      <a:pt x="387" y="0"/>
                    </a:moveTo>
                    <a:lnTo>
                      <a:pt x="30" y="995"/>
                    </a:lnTo>
                    <a:lnTo>
                      <a:pt x="0" y="1211"/>
                    </a:lnTo>
                    <a:lnTo>
                      <a:pt x="30" y="1338"/>
                    </a:lnTo>
                    <a:lnTo>
                      <a:pt x="263" y="973"/>
                    </a:lnTo>
                    <a:lnTo>
                      <a:pt x="239" y="723"/>
                    </a:lnTo>
                    <a:lnTo>
                      <a:pt x="485" y="822"/>
                    </a:lnTo>
                    <a:lnTo>
                      <a:pt x="540" y="573"/>
                    </a:lnTo>
                    <a:lnTo>
                      <a:pt x="606" y="349"/>
                    </a:lnTo>
                    <a:lnTo>
                      <a:pt x="602" y="191"/>
                    </a:lnTo>
                    <a:lnTo>
                      <a:pt x="509" y="17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8" name="Freeform 29">
                <a:extLst>
                  <a:ext uri="{FF2B5EF4-FFF2-40B4-BE49-F238E27FC236}">
                    <a16:creationId xmlns:a16="http://schemas.microsoft.com/office/drawing/2014/main" id="{C69CD9CE-001B-EC49-BB91-9A3210E9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50"/>
                <a:ext cx="325" cy="363"/>
              </a:xfrm>
              <a:custGeom>
                <a:avLst/>
                <a:gdLst>
                  <a:gd name="T0" fmla="*/ 0 w 2599"/>
                  <a:gd name="T1" fmla="*/ 0 h 2903"/>
                  <a:gd name="T2" fmla="*/ 0 w 2599"/>
                  <a:gd name="T3" fmla="*/ 0 h 2903"/>
                  <a:gd name="T4" fmla="*/ 0 w 2599"/>
                  <a:gd name="T5" fmla="*/ 0 h 2903"/>
                  <a:gd name="T6" fmla="*/ 0 w 2599"/>
                  <a:gd name="T7" fmla="*/ 0 h 2903"/>
                  <a:gd name="T8" fmla="*/ 0 w 2599"/>
                  <a:gd name="T9" fmla="*/ 0 h 2903"/>
                  <a:gd name="T10" fmla="*/ 0 w 2599"/>
                  <a:gd name="T11" fmla="*/ 0 h 2903"/>
                  <a:gd name="T12" fmla="*/ 0 w 2599"/>
                  <a:gd name="T13" fmla="*/ 0 h 2903"/>
                  <a:gd name="T14" fmla="*/ 0 w 2599"/>
                  <a:gd name="T15" fmla="*/ 0 h 2903"/>
                  <a:gd name="T16" fmla="*/ 0 w 2599"/>
                  <a:gd name="T17" fmla="*/ 0 h 2903"/>
                  <a:gd name="T18" fmla="*/ 0 w 2599"/>
                  <a:gd name="T19" fmla="*/ 0 h 2903"/>
                  <a:gd name="T20" fmla="*/ 0 w 2599"/>
                  <a:gd name="T21" fmla="*/ 0 h 2903"/>
                  <a:gd name="T22" fmla="*/ 0 w 2599"/>
                  <a:gd name="T23" fmla="*/ 0 h 2903"/>
                  <a:gd name="T24" fmla="*/ 0 w 2599"/>
                  <a:gd name="T25" fmla="*/ 0 h 2903"/>
                  <a:gd name="T26" fmla="*/ 0 w 2599"/>
                  <a:gd name="T27" fmla="*/ 0 h 2903"/>
                  <a:gd name="T28" fmla="*/ 0 w 2599"/>
                  <a:gd name="T29" fmla="*/ 0 h 2903"/>
                  <a:gd name="T30" fmla="*/ 0 w 2599"/>
                  <a:gd name="T31" fmla="*/ 0 h 2903"/>
                  <a:gd name="T32" fmla="*/ 0 w 2599"/>
                  <a:gd name="T33" fmla="*/ 0 h 2903"/>
                  <a:gd name="T34" fmla="*/ 0 w 2599"/>
                  <a:gd name="T35" fmla="*/ 0 h 2903"/>
                  <a:gd name="T36" fmla="*/ 0 w 2599"/>
                  <a:gd name="T37" fmla="*/ 0 h 2903"/>
                  <a:gd name="T38" fmla="*/ 0 w 2599"/>
                  <a:gd name="T39" fmla="*/ 0 h 2903"/>
                  <a:gd name="T40" fmla="*/ 0 w 2599"/>
                  <a:gd name="T41" fmla="*/ 0 h 2903"/>
                  <a:gd name="T42" fmla="*/ 0 w 2599"/>
                  <a:gd name="T43" fmla="*/ 0 h 2903"/>
                  <a:gd name="T44" fmla="*/ 0 w 2599"/>
                  <a:gd name="T45" fmla="*/ 0 h 2903"/>
                  <a:gd name="T46" fmla="*/ 0 w 2599"/>
                  <a:gd name="T47" fmla="*/ 0 h 2903"/>
                  <a:gd name="T48" fmla="*/ 0 w 2599"/>
                  <a:gd name="T49" fmla="*/ 0 h 2903"/>
                  <a:gd name="T50" fmla="*/ 0 w 2599"/>
                  <a:gd name="T51" fmla="*/ 0 h 2903"/>
                  <a:gd name="T52" fmla="*/ 0 w 2599"/>
                  <a:gd name="T53" fmla="*/ 0 h 2903"/>
                  <a:gd name="T54" fmla="*/ 0 w 2599"/>
                  <a:gd name="T55" fmla="*/ 0 h 2903"/>
                  <a:gd name="T56" fmla="*/ 0 w 2599"/>
                  <a:gd name="T57" fmla="*/ 0 h 2903"/>
                  <a:gd name="T58" fmla="*/ 0 w 2599"/>
                  <a:gd name="T59" fmla="*/ 0 h 2903"/>
                  <a:gd name="T60" fmla="*/ 0 w 2599"/>
                  <a:gd name="T61" fmla="*/ 0 h 2903"/>
                  <a:gd name="T62" fmla="*/ 0 w 2599"/>
                  <a:gd name="T63" fmla="*/ 0 h 29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99"/>
                  <a:gd name="T97" fmla="*/ 0 h 2903"/>
                  <a:gd name="T98" fmla="*/ 2599 w 2599"/>
                  <a:gd name="T99" fmla="*/ 2903 h 290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99" h="2903">
                    <a:moveTo>
                      <a:pt x="1006" y="16"/>
                    </a:moveTo>
                    <a:lnTo>
                      <a:pt x="716" y="187"/>
                    </a:lnTo>
                    <a:lnTo>
                      <a:pt x="521" y="354"/>
                    </a:lnTo>
                    <a:lnTo>
                      <a:pt x="365" y="486"/>
                    </a:lnTo>
                    <a:lnTo>
                      <a:pt x="206" y="589"/>
                    </a:lnTo>
                    <a:lnTo>
                      <a:pt x="105" y="883"/>
                    </a:lnTo>
                    <a:lnTo>
                      <a:pt x="65" y="1215"/>
                    </a:lnTo>
                    <a:lnTo>
                      <a:pt x="42" y="1556"/>
                    </a:lnTo>
                    <a:lnTo>
                      <a:pt x="19" y="1699"/>
                    </a:lnTo>
                    <a:lnTo>
                      <a:pt x="0" y="1815"/>
                    </a:lnTo>
                    <a:lnTo>
                      <a:pt x="510" y="2635"/>
                    </a:lnTo>
                    <a:lnTo>
                      <a:pt x="1250" y="2886"/>
                    </a:lnTo>
                    <a:lnTo>
                      <a:pt x="1838" y="2903"/>
                    </a:lnTo>
                    <a:lnTo>
                      <a:pt x="1979" y="2432"/>
                    </a:lnTo>
                    <a:lnTo>
                      <a:pt x="1329" y="2298"/>
                    </a:lnTo>
                    <a:lnTo>
                      <a:pt x="1540" y="2136"/>
                    </a:lnTo>
                    <a:lnTo>
                      <a:pt x="2004" y="2183"/>
                    </a:lnTo>
                    <a:lnTo>
                      <a:pt x="2366" y="1867"/>
                    </a:lnTo>
                    <a:lnTo>
                      <a:pt x="2544" y="1736"/>
                    </a:lnTo>
                    <a:lnTo>
                      <a:pt x="2599" y="1705"/>
                    </a:lnTo>
                    <a:lnTo>
                      <a:pt x="2324" y="963"/>
                    </a:lnTo>
                    <a:lnTo>
                      <a:pt x="2214" y="1127"/>
                    </a:lnTo>
                    <a:lnTo>
                      <a:pt x="2073" y="1235"/>
                    </a:lnTo>
                    <a:lnTo>
                      <a:pt x="2199" y="963"/>
                    </a:lnTo>
                    <a:lnTo>
                      <a:pt x="2269" y="712"/>
                    </a:lnTo>
                    <a:lnTo>
                      <a:pt x="2294" y="530"/>
                    </a:lnTo>
                    <a:lnTo>
                      <a:pt x="2287" y="376"/>
                    </a:lnTo>
                    <a:lnTo>
                      <a:pt x="2230" y="260"/>
                    </a:lnTo>
                    <a:lnTo>
                      <a:pt x="2144" y="134"/>
                    </a:lnTo>
                    <a:lnTo>
                      <a:pt x="2050" y="57"/>
                    </a:lnTo>
                    <a:lnTo>
                      <a:pt x="1925" y="0"/>
                    </a:lnTo>
                    <a:lnTo>
                      <a:pt x="1006" y="16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89" name="Freeform 30">
                <a:extLst>
                  <a:ext uri="{FF2B5EF4-FFF2-40B4-BE49-F238E27FC236}">
                    <a16:creationId xmlns:a16="http://schemas.microsoft.com/office/drawing/2014/main" id="{C7AAA6D7-53F3-0C41-82A7-246D3739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722"/>
                <a:ext cx="170" cy="272"/>
              </a:xfrm>
              <a:custGeom>
                <a:avLst/>
                <a:gdLst>
                  <a:gd name="T0" fmla="*/ 0 w 1366"/>
                  <a:gd name="T1" fmla="*/ 0 h 2173"/>
                  <a:gd name="T2" fmla="*/ 0 w 1366"/>
                  <a:gd name="T3" fmla="*/ 0 h 2173"/>
                  <a:gd name="T4" fmla="*/ 0 w 1366"/>
                  <a:gd name="T5" fmla="*/ 0 h 2173"/>
                  <a:gd name="T6" fmla="*/ 0 w 1366"/>
                  <a:gd name="T7" fmla="*/ 0 h 2173"/>
                  <a:gd name="T8" fmla="*/ 0 w 1366"/>
                  <a:gd name="T9" fmla="*/ 0 h 2173"/>
                  <a:gd name="T10" fmla="*/ 0 w 1366"/>
                  <a:gd name="T11" fmla="*/ 0 h 2173"/>
                  <a:gd name="T12" fmla="*/ 0 w 1366"/>
                  <a:gd name="T13" fmla="*/ 0 h 2173"/>
                  <a:gd name="T14" fmla="*/ 0 w 1366"/>
                  <a:gd name="T15" fmla="*/ 0 h 2173"/>
                  <a:gd name="T16" fmla="*/ 0 w 1366"/>
                  <a:gd name="T17" fmla="*/ 0 h 2173"/>
                  <a:gd name="T18" fmla="*/ 0 w 1366"/>
                  <a:gd name="T19" fmla="*/ 0 h 2173"/>
                  <a:gd name="T20" fmla="*/ 0 w 1366"/>
                  <a:gd name="T21" fmla="*/ 0 h 2173"/>
                  <a:gd name="T22" fmla="*/ 0 w 1366"/>
                  <a:gd name="T23" fmla="*/ 0 h 2173"/>
                  <a:gd name="T24" fmla="*/ 0 w 1366"/>
                  <a:gd name="T25" fmla="*/ 0 h 2173"/>
                  <a:gd name="T26" fmla="*/ 0 w 1366"/>
                  <a:gd name="T27" fmla="*/ 0 h 2173"/>
                  <a:gd name="T28" fmla="*/ 0 w 1366"/>
                  <a:gd name="T29" fmla="*/ 0 h 2173"/>
                  <a:gd name="T30" fmla="*/ 0 w 1366"/>
                  <a:gd name="T31" fmla="*/ 0 h 2173"/>
                  <a:gd name="T32" fmla="*/ 0 w 1366"/>
                  <a:gd name="T33" fmla="*/ 0 h 2173"/>
                  <a:gd name="T34" fmla="*/ 0 w 1366"/>
                  <a:gd name="T35" fmla="*/ 0 h 2173"/>
                  <a:gd name="T36" fmla="*/ 0 w 1366"/>
                  <a:gd name="T37" fmla="*/ 0 h 2173"/>
                  <a:gd name="T38" fmla="*/ 0 w 1366"/>
                  <a:gd name="T39" fmla="*/ 0 h 2173"/>
                  <a:gd name="T40" fmla="*/ 0 w 1366"/>
                  <a:gd name="T41" fmla="*/ 0 h 2173"/>
                  <a:gd name="T42" fmla="*/ 0 w 1366"/>
                  <a:gd name="T43" fmla="*/ 0 h 2173"/>
                  <a:gd name="T44" fmla="*/ 0 w 1366"/>
                  <a:gd name="T45" fmla="*/ 0 h 2173"/>
                  <a:gd name="T46" fmla="*/ 0 w 1366"/>
                  <a:gd name="T47" fmla="*/ 0 h 2173"/>
                  <a:gd name="T48" fmla="*/ 0 w 1366"/>
                  <a:gd name="T49" fmla="*/ 0 h 2173"/>
                  <a:gd name="T50" fmla="*/ 0 w 1366"/>
                  <a:gd name="T51" fmla="*/ 0 h 2173"/>
                  <a:gd name="T52" fmla="*/ 0 w 1366"/>
                  <a:gd name="T53" fmla="*/ 0 h 2173"/>
                  <a:gd name="T54" fmla="*/ 0 w 1366"/>
                  <a:gd name="T55" fmla="*/ 0 h 2173"/>
                  <a:gd name="T56" fmla="*/ 0 w 1366"/>
                  <a:gd name="T57" fmla="*/ 0 h 2173"/>
                  <a:gd name="T58" fmla="*/ 0 w 1366"/>
                  <a:gd name="T59" fmla="*/ 0 h 2173"/>
                  <a:gd name="T60" fmla="*/ 0 w 1366"/>
                  <a:gd name="T61" fmla="*/ 0 h 2173"/>
                  <a:gd name="T62" fmla="*/ 0 w 1366"/>
                  <a:gd name="T63" fmla="*/ 0 h 2173"/>
                  <a:gd name="T64" fmla="*/ 0 w 1366"/>
                  <a:gd name="T65" fmla="*/ 0 h 21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66"/>
                  <a:gd name="T100" fmla="*/ 0 h 2173"/>
                  <a:gd name="T101" fmla="*/ 1366 w 1366"/>
                  <a:gd name="T102" fmla="*/ 2173 h 217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66" h="2173">
                    <a:moveTo>
                      <a:pt x="450" y="0"/>
                    </a:moveTo>
                    <a:lnTo>
                      <a:pt x="680" y="99"/>
                    </a:lnTo>
                    <a:lnTo>
                      <a:pt x="793" y="248"/>
                    </a:lnTo>
                    <a:lnTo>
                      <a:pt x="869" y="459"/>
                    </a:lnTo>
                    <a:lnTo>
                      <a:pt x="881" y="599"/>
                    </a:lnTo>
                    <a:lnTo>
                      <a:pt x="676" y="514"/>
                    </a:lnTo>
                    <a:lnTo>
                      <a:pt x="243" y="491"/>
                    </a:lnTo>
                    <a:lnTo>
                      <a:pt x="526" y="645"/>
                    </a:lnTo>
                    <a:lnTo>
                      <a:pt x="738" y="945"/>
                    </a:lnTo>
                    <a:lnTo>
                      <a:pt x="759" y="1083"/>
                    </a:lnTo>
                    <a:lnTo>
                      <a:pt x="729" y="1107"/>
                    </a:lnTo>
                    <a:lnTo>
                      <a:pt x="619" y="945"/>
                    </a:lnTo>
                    <a:lnTo>
                      <a:pt x="329" y="685"/>
                    </a:lnTo>
                    <a:lnTo>
                      <a:pt x="63" y="668"/>
                    </a:lnTo>
                    <a:lnTo>
                      <a:pt x="0" y="779"/>
                    </a:lnTo>
                    <a:lnTo>
                      <a:pt x="56" y="1012"/>
                    </a:lnTo>
                    <a:lnTo>
                      <a:pt x="320" y="1320"/>
                    </a:lnTo>
                    <a:lnTo>
                      <a:pt x="471" y="1428"/>
                    </a:lnTo>
                    <a:lnTo>
                      <a:pt x="390" y="1279"/>
                    </a:lnTo>
                    <a:lnTo>
                      <a:pt x="454" y="1263"/>
                    </a:lnTo>
                    <a:lnTo>
                      <a:pt x="516" y="1351"/>
                    </a:lnTo>
                    <a:lnTo>
                      <a:pt x="526" y="1434"/>
                    </a:lnTo>
                    <a:lnTo>
                      <a:pt x="461" y="1569"/>
                    </a:lnTo>
                    <a:lnTo>
                      <a:pt x="450" y="1648"/>
                    </a:lnTo>
                    <a:lnTo>
                      <a:pt x="439" y="1798"/>
                    </a:lnTo>
                    <a:lnTo>
                      <a:pt x="535" y="1960"/>
                    </a:lnTo>
                    <a:lnTo>
                      <a:pt x="676" y="1945"/>
                    </a:lnTo>
                    <a:lnTo>
                      <a:pt x="698" y="2132"/>
                    </a:lnTo>
                    <a:lnTo>
                      <a:pt x="856" y="2173"/>
                    </a:lnTo>
                    <a:lnTo>
                      <a:pt x="994" y="2173"/>
                    </a:lnTo>
                    <a:lnTo>
                      <a:pt x="1146" y="1911"/>
                    </a:lnTo>
                    <a:lnTo>
                      <a:pt x="1123" y="1844"/>
                    </a:lnTo>
                    <a:lnTo>
                      <a:pt x="1070" y="1844"/>
                    </a:lnTo>
                    <a:lnTo>
                      <a:pt x="948" y="2061"/>
                    </a:lnTo>
                    <a:lnTo>
                      <a:pt x="881" y="2052"/>
                    </a:lnTo>
                    <a:lnTo>
                      <a:pt x="881" y="1850"/>
                    </a:lnTo>
                    <a:lnTo>
                      <a:pt x="782" y="1911"/>
                    </a:lnTo>
                    <a:lnTo>
                      <a:pt x="747" y="1724"/>
                    </a:lnTo>
                    <a:lnTo>
                      <a:pt x="817" y="1593"/>
                    </a:lnTo>
                    <a:lnTo>
                      <a:pt x="782" y="1538"/>
                    </a:lnTo>
                    <a:lnTo>
                      <a:pt x="713" y="1553"/>
                    </a:lnTo>
                    <a:lnTo>
                      <a:pt x="643" y="1657"/>
                    </a:lnTo>
                    <a:lnTo>
                      <a:pt x="565" y="1569"/>
                    </a:lnTo>
                    <a:lnTo>
                      <a:pt x="637" y="1395"/>
                    </a:lnTo>
                    <a:lnTo>
                      <a:pt x="847" y="1422"/>
                    </a:lnTo>
                    <a:lnTo>
                      <a:pt x="936" y="1593"/>
                    </a:lnTo>
                    <a:lnTo>
                      <a:pt x="1045" y="1600"/>
                    </a:lnTo>
                    <a:lnTo>
                      <a:pt x="1169" y="1428"/>
                    </a:lnTo>
                    <a:lnTo>
                      <a:pt x="1326" y="1058"/>
                    </a:lnTo>
                    <a:lnTo>
                      <a:pt x="1366" y="765"/>
                    </a:lnTo>
                    <a:lnTo>
                      <a:pt x="1342" y="599"/>
                    </a:lnTo>
                    <a:lnTo>
                      <a:pt x="1326" y="825"/>
                    </a:lnTo>
                    <a:lnTo>
                      <a:pt x="1232" y="1092"/>
                    </a:lnTo>
                    <a:lnTo>
                      <a:pt x="1128" y="1305"/>
                    </a:lnTo>
                    <a:lnTo>
                      <a:pt x="1003" y="1459"/>
                    </a:lnTo>
                    <a:lnTo>
                      <a:pt x="1109" y="1212"/>
                    </a:lnTo>
                    <a:lnTo>
                      <a:pt x="1175" y="991"/>
                    </a:lnTo>
                    <a:lnTo>
                      <a:pt x="1210" y="765"/>
                    </a:lnTo>
                    <a:lnTo>
                      <a:pt x="1201" y="599"/>
                    </a:lnTo>
                    <a:lnTo>
                      <a:pt x="1175" y="428"/>
                    </a:lnTo>
                    <a:lnTo>
                      <a:pt x="1098" y="553"/>
                    </a:lnTo>
                    <a:lnTo>
                      <a:pt x="1003" y="355"/>
                    </a:lnTo>
                    <a:lnTo>
                      <a:pt x="941" y="248"/>
                    </a:lnTo>
                    <a:lnTo>
                      <a:pt x="793" y="85"/>
                    </a:lnTo>
                    <a:lnTo>
                      <a:pt x="602" y="15"/>
                    </a:lnTo>
                    <a:lnTo>
                      <a:pt x="516" y="0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0" name="Freeform 31">
                <a:extLst>
                  <a:ext uri="{FF2B5EF4-FFF2-40B4-BE49-F238E27FC236}">
                    <a16:creationId xmlns:a16="http://schemas.microsoft.com/office/drawing/2014/main" id="{8EE32DF8-A025-D048-BEE9-94638042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728"/>
                <a:ext cx="85" cy="158"/>
              </a:xfrm>
              <a:custGeom>
                <a:avLst/>
                <a:gdLst>
                  <a:gd name="T0" fmla="*/ 0 w 675"/>
                  <a:gd name="T1" fmla="*/ 0 h 1267"/>
                  <a:gd name="T2" fmla="*/ 0 w 675"/>
                  <a:gd name="T3" fmla="*/ 0 h 1267"/>
                  <a:gd name="T4" fmla="*/ 0 w 675"/>
                  <a:gd name="T5" fmla="*/ 0 h 1267"/>
                  <a:gd name="T6" fmla="*/ 0 w 675"/>
                  <a:gd name="T7" fmla="*/ 0 h 1267"/>
                  <a:gd name="T8" fmla="*/ 0 w 675"/>
                  <a:gd name="T9" fmla="*/ 0 h 1267"/>
                  <a:gd name="T10" fmla="*/ 0 w 675"/>
                  <a:gd name="T11" fmla="*/ 0 h 1267"/>
                  <a:gd name="T12" fmla="*/ 0 w 675"/>
                  <a:gd name="T13" fmla="*/ 0 h 1267"/>
                  <a:gd name="T14" fmla="*/ 0 w 675"/>
                  <a:gd name="T15" fmla="*/ 0 h 1267"/>
                  <a:gd name="T16" fmla="*/ 0 w 675"/>
                  <a:gd name="T17" fmla="*/ 0 h 1267"/>
                  <a:gd name="T18" fmla="*/ 0 w 675"/>
                  <a:gd name="T19" fmla="*/ 0 h 1267"/>
                  <a:gd name="T20" fmla="*/ 0 w 675"/>
                  <a:gd name="T21" fmla="*/ 0 h 1267"/>
                  <a:gd name="T22" fmla="*/ 0 w 675"/>
                  <a:gd name="T23" fmla="*/ 0 h 1267"/>
                  <a:gd name="T24" fmla="*/ 0 w 675"/>
                  <a:gd name="T25" fmla="*/ 0 h 1267"/>
                  <a:gd name="T26" fmla="*/ 0 w 675"/>
                  <a:gd name="T27" fmla="*/ 0 h 1267"/>
                  <a:gd name="T28" fmla="*/ 0 w 675"/>
                  <a:gd name="T29" fmla="*/ 0 h 1267"/>
                  <a:gd name="T30" fmla="*/ 0 w 675"/>
                  <a:gd name="T31" fmla="*/ 0 h 1267"/>
                  <a:gd name="T32" fmla="*/ 0 w 675"/>
                  <a:gd name="T33" fmla="*/ 0 h 1267"/>
                  <a:gd name="T34" fmla="*/ 0 w 675"/>
                  <a:gd name="T35" fmla="*/ 0 h 12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75"/>
                  <a:gd name="T55" fmla="*/ 0 h 1267"/>
                  <a:gd name="T56" fmla="*/ 675 w 675"/>
                  <a:gd name="T57" fmla="*/ 1267 h 126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75" h="1267">
                    <a:moveTo>
                      <a:pt x="580" y="55"/>
                    </a:moveTo>
                    <a:lnTo>
                      <a:pt x="675" y="140"/>
                    </a:lnTo>
                    <a:lnTo>
                      <a:pt x="463" y="265"/>
                    </a:lnTo>
                    <a:lnTo>
                      <a:pt x="313" y="384"/>
                    </a:lnTo>
                    <a:lnTo>
                      <a:pt x="221" y="486"/>
                    </a:lnTo>
                    <a:lnTo>
                      <a:pt x="180" y="551"/>
                    </a:lnTo>
                    <a:lnTo>
                      <a:pt x="164" y="610"/>
                    </a:lnTo>
                    <a:lnTo>
                      <a:pt x="149" y="721"/>
                    </a:lnTo>
                    <a:lnTo>
                      <a:pt x="142" y="837"/>
                    </a:lnTo>
                    <a:lnTo>
                      <a:pt x="133" y="929"/>
                    </a:lnTo>
                    <a:lnTo>
                      <a:pt x="103" y="1048"/>
                    </a:lnTo>
                    <a:lnTo>
                      <a:pt x="0" y="1267"/>
                    </a:lnTo>
                    <a:lnTo>
                      <a:pt x="0" y="993"/>
                    </a:lnTo>
                    <a:lnTo>
                      <a:pt x="55" y="735"/>
                    </a:lnTo>
                    <a:lnTo>
                      <a:pt x="85" y="470"/>
                    </a:lnTo>
                    <a:lnTo>
                      <a:pt x="283" y="87"/>
                    </a:lnTo>
                    <a:lnTo>
                      <a:pt x="430" y="0"/>
                    </a:lnTo>
                    <a:lnTo>
                      <a:pt x="580" y="5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1" name="Freeform 32">
                <a:extLst>
                  <a:ext uri="{FF2B5EF4-FFF2-40B4-BE49-F238E27FC236}">
                    <a16:creationId xmlns:a16="http://schemas.microsoft.com/office/drawing/2014/main" id="{E95625D3-15A1-7143-9560-3474527D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769"/>
                <a:ext cx="158" cy="169"/>
              </a:xfrm>
              <a:custGeom>
                <a:avLst/>
                <a:gdLst>
                  <a:gd name="T0" fmla="*/ 0 w 1263"/>
                  <a:gd name="T1" fmla="*/ 0 h 1346"/>
                  <a:gd name="T2" fmla="*/ 0 w 1263"/>
                  <a:gd name="T3" fmla="*/ 0 h 1346"/>
                  <a:gd name="T4" fmla="*/ 0 w 1263"/>
                  <a:gd name="T5" fmla="*/ 0 h 1346"/>
                  <a:gd name="T6" fmla="*/ 0 w 1263"/>
                  <a:gd name="T7" fmla="*/ 0 h 1346"/>
                  <a:gd name="T8" fmla="*/ 0 w 1263"/>
                  <a:gd name="T9" fmla="*/ 0 h 1346"/>
                  <a:gd name="T10" fmla="*/ 0 w 1263"/>
                  <a:gd name="T11" fmla="*/ 0 h 1346"/>
                  <a:gd name="T12" fmla="*/ 0 w 1263"/>
                  <a:gd name="T13" fmla="*/ 0 h 1346"/>
                  <a:gd name="T14" fmla="*/ 0 w 1263"/>
                  <a:gd name="T15" fmla="*/ 0 h 1346"/>
                  <a:gd name="T16" fmla="*/ 0 w 1263"/>
                  <a:gd name="T17" fmla="*/ 0 h 1346"/>
                  <a:gd name="T18" fmla="*/ 0 w 1263"/>
                  <a:gd name="T19" fmla="*/ 0 h 1346"/>
                  <a:gd name="T20" fmla="*/ 0 w 1263"/>
                  <a:gd name="T21" fmla="*/ 0 h 1346"/>
                  <a:gd name="T22" fmla="*/ 0 w 1263"/>
                  <a:gd name="T23" fmla="*/ 0 h 1346"/>
                  <a:gd name="T24" fmla="*/ 0 w 1263"/>
                  <a:gd name="T25" fmla="*/ 0 h 1346"/>
                  <a:gd name="T26" fmla="*/ 0 w 1263"/>
                  <a:gd name="T27" fmla="*/ 0 h 1346"/>
                  <a:gd name="T28" fmla="*/ 0 w 1263"/>
                  <a:gd name="T29" fmla="*/ 0 h 1346"/>
                  <a:gd name="T30" fmla="*/ 0 w 1263"/>
                  <a:gd name="T31" fmla="*/ 0 h 1346"/>
                  <a:gd name="T32" fmla="*/ 0 w 1263"/>
                  <a:gd name="T33" fmla="*/ 0 h 1346"/>
                  <a:gd name="T34" fmla="*/ 0 w 1263"/>
                  <a:gd name="T35" fmla="*/ 0 h 1346"/>
                  <a:gd name="T36" fmla="*/ 0 w 1263"/>
                  <a:gd name="T37" fmla="*/ 0 h 1346"/>
                  <a:gd name="T38" fmla="*/ 0 w 1263"/>
                  <a:gd name="T39" fmla="*/ 0 h 1346"/>
                  <a:gd name="T40" fmla="*/ 0 w 1263"/>
                  <a:gd name="T41" fmla="*/ 0 h 1346"/>
                  <a:gd name="T42" fmla="*/ 0 w 1263"/>
                  <a:gd name="T43" fmla="*/ 0 h 1346"/>
                  <a:gd name="T44" fmla="*/ 0 w 1263"/>
                  <a:gd name="T45" fmla="*/ 0 h 1346"/>
                  <a:gd name="T46" fmla="*/ 0 w 1263"/>
                  <a:gd name="T47" fmla="*/ 0 h 1346"/>
                  <a:gd name="T48" fmla="*/ 0 w 1263"/>
                  <a:gd name="T49" fmla="*/ 0 h 1346"/>
                  <a:gd name="T50" fmla="*/ 0 w 1263"/>
                  <a:gd name="T51" fmla="*/ 0 h 1346"/>
                  <a:gd name="T52" fmla="*/ 0 w 1263"/>
                  <a:gd name="T53" fmla="*/ 0 h 1346"/>
                  <a:gd name="T54" fmla="*/ 0 w 1263"/>
                  <a:gd name="T55" fmla="*/ 0 h 1346"/>
                  <a:gd name="T56" fmla="*/ 0 w 1263"/>
                  <a:gd name="T57" fmla="*/ 0 h 1346"/>
                  <a:gd name="T58" fmla="*/ 0 w 1263"/>
                  <a:gd name="T59" fmla="*/ 0 h 1346"/>
                  <a:gd name="T60" fmla="*/ 0 w 1263"/>
                  <a:gd name="T61" fmla="*/ 0 h 1346"/>
                  <a:gd name="T62" fmla="*/ 0 w 1263"/>
                  <a:gd name="T63" fmla="*/ 0 h 1346"/>
                  <a:gd name="T64" fmla="*/ 0 w 1263"/>
                  <a:gd name="T65" fmla="*/ 0 h 1346"/>
                  <a:gd name="T66" fmla="*/ 0 w 1263"/>
                  <a:gd name="T67" fmla="*/ 0 h 13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63"/>
                  <a:gd name="T103" fmla="*/ 0 h 1346"/>
                  <a:gd name="T104" fmla="*/ 1263 w 1263"/>
                  <a:gd name="T105" fmla="*/ 1346 h 13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63" h="1346">
                    <a:moveTo>
                      <a:pt x="813" y="41"/>
                    </a:moveTo>
                    <a:lnTo>
                      <a:pt x="719" y="267"/>
                    </a:lnTo>
                    <a:lnTo>
                      <a:pt x="562" y="544"/>
                    </a:lnTo>
                    <a:lnTo>
                      <a:pt x="428" y="721"/>
                    </a:lnTo>
                    <a:lnTo>
                      <a:pt x="305" y="869"/>
                    </a:lnTo>
                    <a:lnTo>
                      <a:pt x="193" y="964"/>
                    </a:lnTo>
                    <a:lnTo>
                      <a:pt x="177" y="848"/>
                    </a:lnTo>
                    <a:lnTo>
                      <a:pt x="147" y="714"/>
                    </a:lnTo>
                    <a:lnTo>
                      <a:pt x="0" y="1298"/>
                    </a:lnTo>
                    <a:lnTo>
                      <a:pt x="208" y="1169"/>
                    </a:lnTo>
                    <a:lnTo>
                      <a:pt x="486" y="1346"/>
                    </a:lnTo>
                    <a:lnTo>
                      <a:pt x="703" y="1279"/>
                    </a:lnTo>
                    <a:lnTo>
                      <a:pt x="760" y="1215"/>
                    </a:lnTo>
                    <a:lnTo>
                      <a:pt x="918" y="1044"/>
                    </a:lnTo>
                    <a:lnTo>
                      <a:pt x="1033" y="915"/>
                    </a:lnTo>
                    <a:lnTo>
                      <a:pt x="1197" y="784"/>
                    </a:lnTo>
                    <a:lnTo>
                      <a:pt x="1263" y="747"/>
                    </a:lnTo>
                    <a:lnTo>
                      <a:pt x="1136" y="800"/>
                    </a:lnTo>
                    <a:lnTo>
                      <a:pt x="1002" y="901"/>
                    </a:lnTo>
                    <a:lnTo>
                      <a:pt x="876" y="982"/>
                    </a:lnTo>
                    <a:lnTo>
                      <a:pt x="775" y="1008"/>
                    </a:lnTo>
                    <a:lnTo>
                      <a:pt x="672" y="1035"/>
                    </a:lnTo>
                    <a:lnTo>
                      <a:pt x="672" y="933"/>
                    </a:lnTo>
                    <a:lnTo>
                      <a:pt x="666" y="768"/>
                    </a:lnTo>
                    <a:lnTo>
                      <a:pt x="672" y="613"/>
                    </a:lnTo>
                    <a:lnTo>
                      <a:pt x="719" y="496"/>
                    </a:lnTo>
                    <a:lnTo>
                      <a:pt x="797" y="338"/>
                    </a:lnTo>
                    <a:lnTo>
                      <a:pt x="890" y="239"/>
                    </a:lnTo>
                    <a:lnTo>
                      <a:pt x="977" y="129"/>
                    </a:lnTo>
                    <a:lnTo>
                      <a:pt x="964" y="0"/>
                    </a:lnTo>
                    <a:lnTo>
                      <a:pt x="890" y="129"/>
                    </a:lnTo>
                    <a:lnTo>
                      <a:pt x="839" y="198"/>
                    </a:lnTo>
                    <a:lnTo>
                      <a:pt x="751" y="267"/>
                    </a:lnTo>
                    <a:lnTo>
                      <a:pt x="813" y="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2" name="Freeform 33">
                <a:extLst>
                  <a:ext uri="{FF2B5EF4-FFF2-40B4-BE49-F238E27FC236}">
                    <a16:creationId xmlns:a16="http://schemas.microsoft.com/office/drawing/2014/main" id="{4D822C52-684A-274B-90FD-8A35A7CD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956"/>
                <a:ext cx="97" cy="50"/>
              </a:xfrm>
              <a:custGeom>
                <a:avLst/>
                <a:gdLst>
                  <a:gd name="T0" fmla="*/ 0 w 779"/>
                  <a:gd name="T1" fmla="*/ 0 h 401"/>
                  <a:gd name="T2" fmla="*/ 0 w 779"/>
                  <a:gd name="T3" fmla="*/ 0 h 401"/>
                  <a:gd name="T4" fmla="*/ 0 w 779"/>
                  <a:gd name="T5" fmla="*/ 0 h 401"/>
                  <a:gd name="T6" fmla="*/ 0 w 779"/>
                  <a:gd name="T7" fmla="*/ 0 h 401"/>
                  <a:gd name="T8" fmla="*/ 0 w 779"/>
                  <a:gd name="T9" fmla="*/ 0 h 401"/>
                  <a:gd name="T10" fmla="*/ 0 w 779"/>
                  <a:gd name="T11" fmla="*/ 0 h 401"/>
                  <a:gd name="T12" fmla="*/ 0 w 779"/>
                  <a:gd name="T13" fmla="*/ 0 h 401"/>
                  <a:gd name="T14" fmla="*/ 0 w 779"/>
                  <a:gd name="T15" fmla="*/ 0 h 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79"/>
                  <a:gd name="T25" fmla="*/ 0 h 401"/>
                  <a:gd name="T26" fmla="*/ 779 w 779"/>
                  <a:gd name="T27" fmla="*/ 401 h 40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79" h="401">
                    <a:moveTo>
                      <a:pt x="0" y="327"/>
                    </a:moveTo>
                    <a:lnTo>
                      <a:pt x="277" y="0"/>
                    </a:lnTo>
                    <a:lnTo>
                      <a:pt x="284" y="140"/>
                    </a:lnTo>
                    <a:lnTo>
                      <a:pt x="675" y="180"/>
                    </a:lnTo>
                    <a:lnTo>
                      <a:pt x="779" y="39"/>
                    </a:lnTo>
                    <a:lnTo>
                      <a:pt x="735" y="338"/>
                    </a:lnTo>
                    <a:lnTo>
                      <a:pt x="0" y="401"/>
                    </a:lnTo>
                    <a:lnTo>
                      <a:pt x="0" y="32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3" name="Freeform 34">
                <a:extLst>
                  <a:ext uri="{FF2B5EF4-FFF2-40B4-BE49-F238E27FC236}">
                    <a16:creationId xmlns:a16="http://schemas.microsoft.com/office/drawing/2014/main" id="{D399E71D-529B-2046-910C-2766EDFA9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27"/>
                <a:ext cx="86" cy="60"/>
              </a:xfrm>
              <a:custGeom>
                <a:avLst/>
                <a:gdLst>
                  <a:gd name="T0" fmla="*/ 0 w 693"/>
                  <a:gd name="T1" fmla="*/ 0 h 479"/>
                  <a:gd name="T2" fmla="*/ 0 w 693"/>
                  <a:gd name="T3" fmla="*/ 0 h 479"/>
                  <a:gd name="T4" fmla="*/ 0 w 693"/>
                  <a:gd name="T5" fmla="*/ 0 h 479"/>
                  <a:gd name="T6" fmla="*/ 0 w 693"/>
                  <a:gd name="T7" fmla="*/ 0 h 479"/>
                  <a:gd name="T8" fmla="*/ 0 w 693"/>
                  <a:gd name="T9" fmla="*/ 0 h 479"/>
                  <a:gd name="T10" fmla="*/ 0 w 693"/>
                  <a:gd name="T11" fmla="*/ 0 h 4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3"/>
                  <a:gd name="T19" fmla="*/ 0 h 479"/>
                  <a:gd name="T20" fmla="*/ 693 w 693"/>
                  <a:gd name="T21" fmla="*/ 479 h 47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3" h="479">
                    <a:moveTo>
                      <a:pt x="693" y="479"/>
                    </a:moveTo>
                    <a:lnTo>
                      <a:pt x="613" y="446"/>
                    </a:lnTo>
                    <a:lnTo>
                      <a:pt x="0" y="26"/>
                    </a:lnTo>
                    <a:lnTo>
                      <a:pt x="20" y="0"/>
                    </a:lnTo>
                    <a:lnTo>
                      <a:pt x="637" y="417"/>
                    </a:lnTo>
                    <a:lnTo>
                      <a:pt x="693" y="479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4" name="Freeform 35">
                <a:extLst>
                  <a:ext uri="{FF2B5EF4-FFF2-40B4-BE49-F238E27FC236}">
                    <a16:creationId xmlns:a16="http://schemas.microsoft.com/office/drawing/2014/main" id="{304DF94F-2450-954D-B70D-B1691039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45"/>
                <a:ext cx="174" cy="67"/>
              </a:xfrm>
              <a:custGeom>
                <a:avLst/>
                <a:gdLst>
                  <a:gd name="T0" fmla="*/ 0 w 1395"/>
                  <a:gd name="T1" fmla="*/ 0 h 538"/>
                  <a:gd name="T2" fmla="*/ 0 w 1395"/>
                  <a:gd name="T3" fmla="*/ 0 h 538"/>
                  <a:gd name="T4" fmla="*/ 0 w 1395"/>
                  <a:gd name="T5" fmla="*/ 0 h 538"/>
                  <a:gd name="T6" fmla="*/ 0 w 1395"/>
                  <a:gd name="T7" fmla="*/ 0 h 538"/>
                  <a:gd name="T8" fmla="*/ 0 w 1395"/>
                  <a:gd name="T9" fmla="*/ 0 h 538"/>
                  <a:gd name="T10" fmla="*/ 0 w 1395"/>
                  <a:gd name="T11" fmla="*/ 0 h 538"/>
                  <a:gd name="T12" fmla="*/ 0 w 1395"/>
                  <a:gd name="T13" fmla="*/ 0 h 538"/>
                  <a:gd name="T14" fmla="*/ 0 w 1395"/>
                  <a:gd name="T15" fmla="*/ 0 h 538"/>
                  <a:gd name="T16" fmla="*/ 0 w 1395"/>
                  <a:gd name="T17" fmla="*/ 0 h 538"/>
                  <a:gd name="T18" fmla="*/ 0 w 1395"/>
                  <a:gd name="T19" fmla="*/ 0 h 538"/>
                  <a:gd name="T20" fmla="*/ 0 w 1395"/>
                  <a:gd name="T21" fmla="*/ 0 h 538"/>
                  <a:gd name="T22" fmla="*/ 0 w 1395"/>
                  <a:gd name="T23" fmla="*/ 0 h 538"/>
                  <a:gd name="T24" fmla="*/ 0 w 1395"/>
                  <a:gd name="T25" fmla="*/ 0 h 538"/>
                  <a:gd name="T26" fmla="*/ 0 w 1395"/>
                  <a:gd name="T27" fmla="*/ 0 h 538"/>
                  <a:gd name="T28" fmla="*/ 0 w 1395"/>
                  <a:gd name="T29" fmla="*/ 0 h 538"/>
                  <a:gd name="T30" fmla="*/ 0 w 1395"/>
                  <a:gd name="T31" fmla="*/ 0 h 538"/>
                  <a:gd name="T32" fmla="*/ 0 w 1395"/>
                  <a:gd name="T33" fmla="*/ 0 h 538"/>
                  <a:gd name="T34" fmla="*/ 0 w 1395"/>
                  <a:gd name="T35" fmla="*/ 0 h 538"/>
                  <a:gd name="T36" fmla="*/ 0 w 1395"/>
                  <a:gd name="T37" fmla="*/ 0 h 538"/>
                  <a:gd name="T38" fmla="*/ 0 w 1395"/>
                  <a:gd name="T39" fmla="*/ 0 h 538"/>
                  <a:gd name="T40" fmla="*/ 0 w 1395"/>
                  <a:gd name="T41" fmla="*/ 0 h 538"/>
                  <a:gd name="T42" fmla="*/ 0 w 1395"/>
                  <a:gd name="T43" fmla="*/ 0 h 538"/>
                  <a:gd name="T44" fmla="*/ 0 w 1395"/>
                  <a:gd name="T45" fmla="*/ 0 h 5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395"/>
                  <a:gd name="T70" fmla="*/ 0 h 538"/>
                  <a:gd name="T71" fmla="*/ 1395 w 1395"/>
                  <a:gd name="T72" fmla="*/ 538 h 5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395" h="538">
                    <a:moveTo>
                      <a:pt x="97" y="87"/>
                    </a:moveTo>
                    <a:lnTo>
                      <a:pt x="217" y="103"/>
                    </a:lnTo>
                    <a:lnTo>
                      <a:pt x="411" y="127"/>
                    </a:lnTo>
                    <a:lnTo>
                      <a:pt x="512" y="131"/>
                    </a:lnTo>
                    <a:lnTo>
                      <a:pt x="632" y="103"/>
                    </a:lnTo>
                    <a:lnTo>
                      <a:pt x="789" y="28"/>
                    </a:lnTo>
                    <a:lnTo>
                      <a:pt x="868" y="0"/>
                    </a:lnTo>
                    <a:lnTo>
                      <a:pt x="945" y="0"/>
                    </a:lnTo>
                    <a:lnTo>
                      <a:pt x="1015" y="15"/>
                    </a:lnTo>
                    <a:lnTo>
                      <a:pt x="1197" y="78"/>
                    </a:lnTo>
                    <a:lnTo>
                      <a:pt x="1395" y="217"/>
                    </a:lnTo>
                    <a:lnTo>
                      <a:pt x="1395" y="235"/>
                    </a:lnTo>
                    <a:lnTo>
                      <a:pt x="1160" y="250"/>
                    </a:lnTo>
                    <a:lnTo>
                      <a:pt x="1091" y="477"/>
                    </a:lnTo>
                    <a:lnTo>
                      <a:pt x="1068" y="490"/>
                    </a:lnTo>
                    <a:lnTo>
                      <a:pt x="846" y="538"/>
                    </a:lnTo>
                    <a:lnTo>
                      <a:pt x="716" y="538"/>
                    </a:lnTo>
                    <a:lnTo>
                      <a:pt x="254" y="496"/>
                    </a:lnTo>
                    <a:lnTo>
                      <a:pt x="9" y="509"/>
                    </a:lnTo>
                    <a:lnTo>
                      <a:pt x="0" y="338"/>
                    </a:lnTo>
                    <a:lnTo>
                      <a:pt x="39" y="166"/>
                    </a:lnTo>
                    <a:lnTo>
                      <a:pt x="70" y="114"/>
                    </a:lnTo>
                    <a:lnTo>
                      <a:pt x="97" y="8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5" name="Freeform 36">
                <a:extLst>
                  <a:ext uri="{FF2B5EF4-FFF2-40B4-BE49-F238E27FC236}">
                    <a16:creationId xmlns:a16="http://schemas.microsoft.com/office/drawing/2014/main" id="{53900CB7-1BB6-4C4E-AC9F-B9D50CCB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58"/>
                <a:ext cx="141" cy="164"/>
              </a:xfrm>
              <a:custGeom>
                <a:avLst/>
                <a:gdLst>
                  <a:gd name="T0" fmla="*/ 0 w 1132"/>
                  <a:gd name="T1" fmla="*/ 0 h 1314"/>
                  <a:gd name="T2" fmla="*/ 0 w 1132"/>
                  <a:gd name="T3" fmla="*/ 0 h 1314"/>
                  <a:gd name="T4" fmla="*/ 0 w 1132"/>
                  <a:gd name="T5" fmla="*/ 0 h 1314"/>
                  <a:gd name="T6" fmla="*/ 0 w 1132"/>
                  <a:gd name="T7" fmla="*/ 0 h 1314"/>
                  <a:gd name="T8" fmla="*/ 0 w 1132"/>
                  <a:gd name="T9" fmla="*/ 0 h 1314"/>
                  <a:gd name="T10" fmla="*/ 0 w 1132"/>
                  <a:gd name="T11" fmla="*/ 0 h 1314"/>
                  <a:gd name="T12" fmla="*/ 0 w 1132"/>
                  <a:gd name="T13" fmla="*/ 0 h 1314"/>
                  <a:gd name="T14" fmla="*/ 0 w 1132"/>
                  <a:gd name="T15" fmla="*/ 0 h 1314"/>
                  <a:gd name="T16" fmla="*/ 0 w 1132"/>
                  <a:gd name="T17" fmla="*/ 0 h 1314"/>
                  <a:gd name="T18" fmla="*/ 0 w 1132"/>
                  <a:gd name="T19" fmla="*/ 0 h 1314"/>
                  <a:gd name="T20" fmla="*/ 0 w 1132"/>
                  <a:gd name="T21" fmla="*/ 0 h 1314"/>
                  <a:gd name="T22" fmla="*/ 0 w 1132"/>
                  <a:gd name="T23" fmla="*/ 0 h 1314"/>
                  <a:gd name="T24" fmla="*/ 0 w 1132"/>
                  <a:gd name="T25" fmla="*/ 0 h 1314"/>
                  <a:gd name="T26" fmla="*/ 0 w 1132"/>
                  <a:gd name="T27" fmla="*/ 0 h 1314"/>
                  <a:gd name="T28" fmla="*/ 0 w 1132"/>
                  <a:gd name="T29" fmla="*/ 0 h 1314"/>
                  <a:gd name="T30" fmla="*/ 0 w 1132"/>
                  <a:gd name="T31" fmla="*/ 0 h 1314"/>
                  <a:gd name="T32" fmla="*/ 0 w 1132"/>
                  <a:gd name="T33" fmla="*/ 0 h 1314"/>
                  <a:gd name="T34" fmla="*/ 0 w 1132"/>
                  <a:gd name="T35" fmla="*/ 0 h 1314"/>
                  <a:gd name="T36" fmla="*/ 0 w 1132"/>
                  <a:gd name="T37" fmla="*/ 0 h 1314"/>
                  <a:gd name="T38" fmla="*/ 0 w 1132"/>
                  <a:gd name="T39" fmla="*/ 0 h 1314"/>
                  <a:gd name="T40" fmla="*/ 0 w 1132"/>
                  <a:gd name="T41" fmla="*/ 0 h 13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2"/>
                  <a:gd name="T64" fmla="*/ 0 h 1314"/>
                  <a:gd name="T65" fmla="*/ 1132 w 1132"/>
                  <a:gd name="T66" fmla="*/ 1314 h 13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2" h="1314">
                    <a:moveTo>
                      <a:pt x="791" y="249"/>
                    </a:moveTo>
                    <a:lnTo>
                      <a:pt x="901" y="328"/>
                    </a:lnTo>
                    <a:lnTo>
                      <a:pt x="996" y="406"/>
                    </a:lnTo>
                    <a:lnTo>
                      <a:pt x="1066" y="492"/>
                    </a:lnTo>
                    <a:lnTo>
                      <a:pt x="1132" y="532"/>
                    </a:lnTo>
                    <a:lnTo>
                      <a:pt x="1002" y="602"/>
                    </a:lnTo>
                    <a:lnTo>
                      <a:pt x="844" y="710"/>
                    </a:lnTo>
                    <a:lnTo>
                      <a:pt x="745" y="796"/>
                    </a:lnTo>
                    <a:lnTo>
                      <a:pt x="650" y="895"/>
                    </a:lnTo>
                    <a:lnTo>
                      <a:pt x="532" y="1047"/>
                    </a:lnTo>
                    <a:lnTo>
                      <a:pt x="541" y="1185"/>
                    </a:lnTo>
                    <a:lnTo>
                      <a:pt x="510" y="1314"/>
                    </a:lnTo>
                    <a:lnTo>
                      <a:pt x="486" y="1171"/>
                    </a:lnTo>
                    <a:lnTo>
                      <a:pt x="447" y="998"/>
                    </a:lnTo>
                    <a:lnTo>
                      <a:pt x="382" y="780"/>
                    </a:lnTo>
                    <a:lnTo>
                      <a:pt x="313" y="633"/>
                    </a:lnTo>
                    <a:lnTo>
                      <a:pt x="202" y="453"/>
                    </a:lnTo>
                    <a:lnTo>
                      <a:pt x="0" y="123"/>
                    </a:lnTo>
                    <a:lnTo>
                      <a:pt x="156" y="0"/>
                    </a:lnTo>
                    <a:lnTo>
                      <a:pt x="659" y="185"/>
                    </a:lnTo>
                    <a:lnTo>
                      <a:pt x="791" y="2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6" name="Freeform 37">
                <a:extLst>
                  <a:ext uri="{FF2B5EF4-FFF2-40B4-BE49-F238E27FC236}">
                    <a16:creationId xmlns:a16="http://schemas.microsoft.com/office/drawing/2014/main" id="{E59F8824-56C8-5846-A4BF-8E5F3CBB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91"/>
                <a:ext cx="21" cy="70"/>
              </a:xfrm>
              <a:custGeom>
                <a:avLst/>
                <a:gdLst>
                  <a:gd name="T0" fmla="*/ 0 w 171"/>
                  <a:gd name="T1" fmla="*/ 0 h 556"/>
                  <a:gd name="T2" fmla="*/ 0 w 171"/>
                  <a:gd name="T3" fmla="*/ 0 h 556"/>
                  <a:gd name="T4" fmla="*/ 0 w 171"/>
                  <a:gd name="T5" fmla="*/ 0 h 556"/>
                  <a:gd name="T6" fmla="*/ 0 w 171"/>
                  <a:gd name="T7" fmla="*/ 0 h 556"/>
                  <a:gd name="T8" fmla="*/ 0 w 171"/>
                  <a:gd name="T9" fmla="*/ 0 h 556"/>
                  <a:gd name="T10" fmla="*/ 0 w 171"/>
                  <a:gd name="T11" fmla="*/ 0 h 556"/>
                  <a:gd name="T12" fmla="*/ 0 w 171"/>
                  <a:gd name="T13" fmla="*/ 0 h 556"/>
                  <a:gd name="T14" fmla="*/ 0 w 171"/>
                  <a:gd name="T15" fmla="*/ 0 h 5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1"/>
                  <a:gd name="T25" fmla="*/ 0 h 556"/>
                  <a:gd name="T26" fmla="*/ 171 w 171"/>
                  <a:gd name="T27" fmla="*/ 556 h 55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1" h="556">
                    <a:moveTo>
                      <a:pt x="124" y="0"/>
                    </a:moveTo>
                    <a:lnTo>
                      <a:pt x="124" y="127"/>
                    </a:lnTo>
                    <a:lnTo>
                      <a:pt x="92" y="297"/>
                    </a:lnTo>
                    <a:lnTo>
                      <a:pt x="171" y="464"/>
                    </a:lnTo>
                    <a:lnTo>
                      <a:pt x="92" y="556"/>
                    </a:lnTo>
                    <a:lnTo>
                      <a:pt x="0" y="314"/>
                    </a:lnTo>
                    <a:lnTo>
                      <a:pt x="103" y="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7" name="Freeform 38">
                <a:extLst>
                  <a:ext uri="{FF2B5EF4-FFF2-40B4-BE49-F238E27FC236}">
                    <a16:creationId xmlns:a16="http://schemas.microsoft.com/office/drawing/2014/main" id="{82501434-537F-4740-AB5E-9A2C86EB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726"/>
                <a:ext cx="17" cy="97"/>
              </a:xfrm>
              <a:custGeom>
                <a:avLst/>
                <a:gdLst>
                  <a:gd name="T0" fmla="*/ 0 w 143"/>
                  <a:gd name="T1" fmla="*/ 0 h 776"/>
                  <a:gd name="T2" fmla="*/ 0 w 143"/>
                  <a:gd name="T3" fmla="*/ 0 h 776"/>
                  <a:gd name="T4" fmla="*/ 0 w 143"/>
                  <a:gd name="T5" fmla="*/ 0 h 776"/>
                  <a:gd name="T6" fmla="*/ 0 w 143"/>
                  <a:gd name="T7" fmla="*/ 0 h 776"/>
                  <a:gd name="T8" fmla="*/ 0 w 143"/>
                  <a:gd name="T9" fmla="*/ 0 h 776"/>
                  <a:gd name="T10" fmla="*/ 0 w 143"/>
                  <a:gd name="T11" fmla="*/ 0 h 776"/>
                  <a:gd name="T12" fmla="*/ 0 w 143"/>
                  <a:gd name="T13" fmla="*/ 0 h 776"/>
                  <a:gd name="T14" fmla="*/ 0 w 143"/>
                  <a:gd name="T15" fmla="*/ 0 h 776"/>
                  <a:gd name="T16" fmla="*/ 0 w 143"/>
                  <a:gd name="T17" fmla="*/ 0 h 776"/>
                  <a:gd name="T18" fmla="*/ 0 w 143"/>
                  <a:gd name="T19" fmla="*/ 0 h 7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3"/>
                  <a:gd name="T31" fmla="*/ 0 h 776"/>
                  <a:gd name="T32" fmla="*/ 143 w 143"/>
                  <a:gd name="T33" fmla="*/ 776 h 7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3" h="776">
                    <a:moveTo>
                      <a:pt x="0" y="0"/>
                    </a:moveTo>
                    <a:lnTo>
                      <a:pt x="48" y="323"/>
                    </a:lnTo>
                    <a:lnTo>
                      <a:pt x="48" y="493"/>
                    </a:lnTo>
                    <a:lnTo>
                      <a:pt x="78" y="626"/>
                    </a:lnTo>
                    <a:lnTo>
                      <a:pt x="84" y="776"/>
                    </a:lnTo>
                    <a:lnTo>
                      <a:pt x="126" y="666"/>
                    </a:lnTo>
                    <a:lnTo>
                      <a:pt x="143" y="578"/>
                    </a:lnTo>
                    <a:lnTo>
                      <a:pt x="108" y="431"/>
                    </a:lnTo>
                    <a:lnTo>
                      <a:pt x="71" y="2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8" name="Freeform 39">
                <a:extLst>
                  <a:ext uri="{FF2B5EF4-FFF2-40B4-BE49-F238E27FC236}">
                    <a16:creationId xmlns:a16="http://schemas.microsoft.com/office/drawing/2014/main" id="{1F9AB2C4-B59A-5141-AE80-2B437CE93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650"/>
                <a:ext cx="53" cy="64"/>
              </a:xfrm>
              <a:custGeom>
                <a:avLst/>
                <a:gdLst>
                  <a:gd name="T0" fmla="*/ 0 w 422"/>
                  <a:gd name="T1" fmla="*/ 0 h 510"/>
                  <a:gd name="T2" fmla="*/ 0 w 422"/>
                  <a:gd name="T3" fmla="*/ 0 h 510"/>
                  <a:gd name="T4" fmla="*/ 0 w 422"/>
                  <a:gd name="T5" fmla="*/ 0 h 510"/>
                  <a:gd name="T6" fmla="*/ 0 w 422"/>
                  <a:gd name="T7" fmla="*/ 0 h 510"/>
                  <a:gd name="T8" fmla="*/ 0 w 422"/>
                  <a:gd name="T9" fmla="*/ 0 h 510"/>
                  <a:gd name="T10" fmla="*/ 0 w 422"/>
                  <a:gd name="T11" fmla="*/ 0 h 510"/>
                  <a:gd name="T12" fmla="*/ 0 w 422"/>
                  <a:gd name="T13" fmla="*/ 0 h 510"/>
                  <a:gd name="T14" fmla="*/ 0 w 422"/>
                  <a:gd name="T15" fmla="*/ 0 h 510"/>
                  <a:gd name="T16" fmla="*/ 0 w 422"/>
                  <a:gd name="T17" fmla="*/ 0 h 510"/>
                  <a:gd name="T18" fmla="*/ 0 w 422"/>
                  <a:gd name="T19" fmla="*/ 0 h 510"/>
                  <a:gd name="T20" fmla="*/ 0 w 422"/>
                  <a:gd name="T21" fmla="*/ 0 h 5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22"/>
                  <a:gd name="T34" fmla="*/ 0 h 510"/>
                  <a:gd name="T35" fmla="*/ 422 w 422"/>
                  <a:gd name="T36" fmla="*/ 510 h 5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22" h="510">
                    <a:moveTo>
                      <a:pt x="312" y="477"/>
                    </a:moveTo>
                    <a:lnTo>
                      <a:pt x="171" y="440"/>
                    </a:lnTo>
                    <a:lnTo>
                      <a:pt x="86" y="290"/>
                    </a:lnTo>
                    <a:lnTo>
                      <a:pt x="0" y="57"/>
                    </a:lnTo>
                    <a:lnTo>
                      <a:pt x="95" y="0"/>
                    </a:lnTo>
                    <a:lnTo>
                      <a:pt x="282" y="253"/>
                    </a:lnTo>
                    <a:lnTo>
                      <a:pt x="328" y="354"/>
                    </a:lnTo>
                    <a:lnTo>
                      <a:pt x="194" y="306"/>
                    </a:lnTo>
                    <a:lnTo>
                      <a:pt x="275" y="406"/>
                    </a:lnTo>
                    <a:lnTo>
                      <a:pt x="422" y="510"/>
                    </a:lnTo>
                    <a:lnTo>
                      <a:pt x="312" y="477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499" name="Freeform 40">
                <a:extLst>
                  <a:ext uri="{FF2B5EF4-FFF2-40B4-BE49-F238E27FC236}">
                    <a16:creationId xmlns:a16="http://schemas.microsoft.com/office/drawing/2014/main" id="{08A57976-BE2A-FD4D-B1C5-01A9E0EF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654"/>
                <a:ext cx="53" cy="87"/>
              </a:xfrm>
              <a:custGeom>
                <a:avLst/>
                <a:gdLst>
                  <a:gd name="T0" fmla="*/ 0 w 427"/>
                  <a:gd name="T1" fmla="*/ 0 h 694"/>
                  <a:gd name="T2" fmla="*/ 0 w 427"/>
                  <a:gd name="T3" fmla="*/ 0 h 694"/>
                  <a:gd name="T4" fmla="*/ 0 w 427"/>
                  <a:gd name="T5" fmla="*/ 0 h 694"/>
                  <a:gd name="T6" fmla="*/ 0 w 427"/>
                  <a:gd name="T7" fmla="*/ 0 h 694"/>
                  <a:gd name="T8" fmla="*/ 0 w 427"/>
                  <a:gd name="T9" fmla="*/ 0 h 694"/>
                  <a:gd name="T10" fmla="*/ 0 w 427"/>
                  <a:gd name="T11" fmla="*/ 0 h 694"/>
                  <a:gd name="T12" fmla="*/ 0 w 427"/>
                  <a:gd name="T13" fmla="*/ 0 h 694"/>
                  <a:gd name="T14" fmla="*/ 0 w 427"/>
                  <a:gd name="T15" fmla="*/ 0 h 694"/>
                  <a:gd name="T16" fmla="*/ 0 w 427"/>
                  <a:gd name="T17" fmla="*/ 0 h 694"/>
                  <a:gd name="T18" fmla="*/ 0 w 427"/>
                  <a:gd name="T19" fmla="*/ 0 h 694"/>
                  <a:gd name="T20" fmla="*/ 0 w 427"/>
                  <a:gd name="T21" fmla="*/ 0 h 694"/>
                  <a:gd name="T22" fmla="*/ 0 w 427"/>
                  <a:gd name="T23" fmla="*/ 0 h 694"/>
                  <a:gd name="T24" fmla="*/ 0 w 427"/>
                  <a:gd name="T25" fmla="*/ 0 h 6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7"/>
                  <a:gd name="T40" fmla="*/ 0 h 694"/>
                  <a:gd name="T41" fmla="*/ 427 w 427"/>
                  <a:gd name="T42" fmla="*/ 694 h 6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7" h="694">
                    <a:moveTo>
                      <a:pt x="51" y="0"/>
                    </a:moveTo>
                    <a:lnTo>
                      <a:pt x="51" y="72"/>
                    </a:lnTo>
                    <a:lnTo>
                      <a:pt x="99" y="141"/>
                    </a:lnTo>
                    <a:lnTo>
                      <a:pt x="0" y="367"/>
                    </a:lnTo>
                    <a:lnTo>
                      <a:pt x="0" y="457"/>
                    </a:lnTo>
                    <a:lnTo>
                      <a:pt x="165" y="694"/>
                    </a:lnTo>
                    <a:lnTo>
                      <a:pt x="247" y="648"/>
                    </a:lnTo>
                    <a:lnTo>
                      <a:pt x="381" y="529"/>
                    </a:lnTo>
                    <a:lnTo>
                      <a:pt x="413" y="461"/>
                    </a:lnTo>
                    <a:lnTo>
                      <a:pt x="427" y="367"/>
                    </a:lnTo>
                    <a:lnTo>
                      <a:pt x="422" y="337"/>
                    </a:lnTo>
                    <a:lnTo>
                      <a:pt x="321" y="129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0" name="Freeform 41">
                <a:extLst>
                  <a:ext uri="{FF2B5EF4-FFF2-40B4-BE49-F238E27FC236}">
                    <a16:creationId xmlns:a16="http://schemas.microsoft.com/office/drawing/2014/main" id="{FA9CEB2A-055E-4048-AF48-71F27314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731"/>
                <a:ext cx="422" cy="456"/>
              </a:xfrm>
              <a:custGeom>
                <a:avLst/>
                <a:gdLst>
                  <a:gd name="T0" fmla="*/ 0 w 3373"/>
                  <a:gd name="T1" fmla="*/ 0 h 3651"/>
                  <a:gd name="T2" fmla="*/ 0 w 3373"/>
                  <a:gd name="T3" fmla="*/ 0 h 3651"/>
                  <a:gd name="T4" fmla="*/ 0 w 3373"/>
                  <a:gd name="T5" fmla="*/ 0 h 3651"/>
                  <a:gd name="T6" fmla="*/ 0 w 3373"/>
                  <a:gd name="T7" fmla="*/ 0 h 3651"/>
                  <a:gd name="T8" fmla="*/ 0 w 3373"/>
                  <a:gd name="T9" fmla="*/ 0 h 3651"/>
                  <a:gd name="T10" fmla="*/ 0 w 3373"/>
                  <a:gd name="T11" fmla="*/ 0 h 3651"/>
                  <a:gd name="T12" fmla="*/ 0 w 3373"/>
                  <a:gd name="T13" fmla="*/ 0 h 3651"/>
                  <a:gd name="T14" fmla="*/ 0 w 3373"/>
                  <a:gd name="T15" fmla="*/ 0 h 3651"/>
                  <a:gd name="T16" fmla="*/ 0 w 3373"/>
                  <a:gd name="T17" fmla="*/ 0 h 3651"/>
                  <a:gd name="T18" fmla="*/ 0 w 3373"/>
                  <a:gd name="T19" fmla="*/ 0 h 3651"/>
                  <a:gd name="T20" fmla="*/ 0 w 3373"/>
                  <a:gd name="T21" fmla="*/ 0 h 3651"/>
                  <a:gd name="T22" fmla="*/ 0 w 3373"/>
                  <a:gd name="T23" fmla="*/ 0 h 3651"/>
                  <a:gd name="T24" fmla="*/ 0 w 3373"/>
                  <a:gd name="T25" fmla="*/ 0 h 3651"/>
                  <a:gd name="T26" fmla="*/ 0 w 3373"/>
                  <a:gd name="T27" fmla="*/ 0 h 3651"/>
                  <a:gd name="T28" fmla="*/ 0 w 3373"/>
                  <a:gd name="T29" fmla="*/ 0 h 3651"/>
                  <a:gd name="T30" fmla="*/ 0 w 3373"/>
                  <a:gd name="T31" fmla="*/ 0 h 3651"/>
                  <a:gd name="T32" fmla="*/ 0 w 3373"/>
                  <a:gd name="T33" fmla="*/ 0 h 3651"/>
                  <a:gd name="T34" fmla="*/ 0 w 3373"/>
                  <a:gd name="T35" fmla="*/ 0 h 36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373"/>
                  <a:gd name="T55" fmla="*/ 0 h 3651"/>
                  <a:gd name="T56" fmla="*/ 3373 w 3373"/>
                  <a:gd name="T57" fmla="*/ 3651 h 365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373" h="3651">
                    <a:moveTo>
                      <a:pt x="0" y="1548"/>
                    </a:moveTo>
                    <a:lnTo>
                      <a:pt x="99" y="1139"/>
                    </a:lnTo>
                    <a:lnTo>
                      <a:pt x="290" y="891"/>
                    </a:lnTo>
                    <a:lnTo>
                      <a:pt x="465" y="572"/>
                    </a:lnTo>
                    <a:lnTo>
                      <a:pt x="615" y="271"/>
                    </a:lnTo>
                    <a:lnTo>
                      <a:pt x="841" y="108"/>
                    </a:lnTo>
                    <a:lnTo>
                      <a:pt x="1240" y="0"/>
                    </a:lnTo>
                    <a:lnTo>
                      <a:pt x="2252" y="719"/>
                    </a:lnTo>
                    <a:lnTo>
                      <a:pt x="2498" y="2116"/>
                    </a:lnTo>
                    <a:lnTo>
                      <a:pt x="2498" y="2706"/>
                    </a:lnTo>
                    <a:lnTo>
                      <a:pt x="2846" y="2697"/>
                    </a:lnTo>
                    <a:lnTo>
                      <a:pt x="3224" y="2640"/>
                    </a:lnTo>
                    <a:lnTo>
                      <a:pt x="3354" y="2847"/>
                    </a:lnTo>
                    <a:lnTo>
                      <a:pt x="3373" y="3211"/>
                    </a:lnTo>
                    <a:lnTo>
                      <a:pt x="1477" y="3651"/>
                    </a:lnTo>
                    <a:lnTo>
                      <a:pt x="626" y="3137"/>
                    </a:lnTo>
                    <a:lnTo>
                      <a:pt x="85" y="2051"/>
                    </a:lnTo>
                    <a:lnTo>
                      <a:pt x="0" y="1548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1" name="Freeform 42">
                <a:extLst>
                  <a:ext uri="{FF2B5EF4-FFF2-40B4-BE49-F238E27FC236}">
                    <a16:creationId xmlns:a16="http://schemas.microsoft.com/office/drawing/2014/main" id="{18FE9EA6-17FA-8843-9B4F-18C38199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998"/>
                <a:ext cx="208" cy="106"/>
              </a:xfrm>
              <a:custGeom>
                <a:avLst/>
                <a:gdLst>
                  <a:gd name="T0" fmla="*/ 0 w 1668"/>
                  <a:gd name="T1" fmla="*/ 0 h 846"/>
                  <a:gd name="T2" fmla="*/ 0 w 1668"/>
                  <a:gd name="T3" fmla="*/ 0 h 846"/>
                  <a:gd name="T4" fmla="*/ 0 w 1668"/>
                  <a:gd name="T5" fmla="*/ 0 h 846"/>
                  <a:gd name="T6" fmla="*/ 0 w 1668"/>
                  <a:gd name="T7" fmla="*/ 0 h 846"/>
                  <a:gd name="T8" fmla="*/ 0 w 1668"/>
                  <a:gd name="T9" fmla="*/ 0 h 846"/>
                  <a:gd name="T10" fmla="*/ 0 w 1668"/>
                  <a:gd name="T11" fmla="*/ 0 h 846"/>
                  <a:gd name="T12" fmla="*/ 0 w 1668"/>
                  <a:gd name="T13" fmla="*/ 0 h 846"/>
                  <a:gd name="T14" fmla="*/ 0 w 1668"/>
                  <a:gd name="T15" fmla="*/ 0 h 846"/>
                  <a:gd name="T16" fmla="*/ 0 w 1668"/>
                  <a:gd name="T17" fmla="*/ 0 h 846"/>
                  <a:gd name="T18" fmla="*/ 0 w 1668"/>
                  <a:gd name="T19" fmla="*/ 0 h 846"/>
                  <a:gd name="T20" fmla="*/ 0 w 1668"/>
                  <a:gd name="T21" fmla="*/ 0 h 846"/>
                  <a:gd name="T22" fmla="*/ 0 w 1668"/>
                  <a:gd name="T23" fmla="*/ 0 h 846"/>
                  <a:gd name="T24" fmla="*/ 0 w 1668"/>
                  <a:gd name="T25" fmla="*/ 0 h 846"/>
                  <a:gd name="T26" fmla="*/ 0 w 1668"/>
                  <a:gd name="T27" fmla="*/ 0 h 846"/>
                  <a:gd name="T28" fmla="*/ 0 w 1668"/>
                  <a:gd name="T29" fmla="*/ 0 h 846"/>
                  <a:gd name="T30" fmla="*/ 0 w 1668"/>
                  <a:gd name="T31" fmla="*/ 0 h 846"/>
                  <a:gd name="T32" fmla="*/ 0 w 1668"/>
                  <a:gd name="T33" fmla="*/ 0 h 846"/>
                  <a:gd name="T34" fmla="*/ 0 w 1668"/>
                  <a:gd name="T35" fmla="*/ 0 h 846"/>
                  <a:gd name="T36" fmla="*/ 0 w 1668"/>
                  <a:gd name="T37" fmla="*/ 0 h 846"/>
                  <a:gd name="T38" fmla="*/ 0 w 1668"/>
                  <a:gd name="T39" fmla="*/ 0 h 846"/>
                  <a:gd name="T40" fmla="*/ 0 w 1668"/>
                  <a:gd name="T41" fmla="*/ 0 h 846"/>
                  <a:gd name="T42" fmla="*/ 0 w 1668"/>
                  <a:gd name="T43" fmla="*/ 0 h 846"/>
                  <a:gd name="T44" fmla="*/ 0 w 1668"/>
                  <a:gd name="T45" fmla="*/ 0 h 846"/>
                  <a:gd name="T46" fmla="*/ 0 w 1668"/>
                  <a:gd name="T47" fmla="*/ 0 h 846"/>
                  <a:gd name="T48" fmla="*/ 0 w 1668"/>
                  <a:gd name="T49" fmla="*/ 0 h 846"/>
                  <a:gd name="T50" fmla="*/ 0 w 1668"/>
                  <a:gd name="T51" fmla="*/ 0 h 846"/>
                  <a:gd name="T52" fmla="*/ 0 w 1668"/>
                  <a:gd name="T53" fmla="*/ 0 h 846"/>
                  <a:gd name="T54" fmla="*/ 0 w 1668"/>
                  <a:gd name="T55" fmla="*/ 0 h 846"/>
                  <a:gd name="T56" fmla="*/ 0 w 1668"/>
                  <a:gd name="T57" fmla="*/ 0 h 8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68"/>
                  <a:gd name="T88" fmla="*/ 0 h 846"/>
                  <a:gd name="T89" fmla="*/ 1668 w 1668"/>
                  <a:gd name="T90" fmla="*/ 846 h 84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68" h="846">
                    <a:moveTo>
                      <a:pt x="33" y="246"/>
                    </a:moveTo>
                    <a:lnTo>
                      <a:pt x="0" y="362"/>
                    </a:lnTo>
                    <a:lnTo>
                      <a:pt x="44" y="415"/>
                    </a:lnTo>
                    <a:lnTo>
                      <a:pt x="266" y="537"/>
                    </a:lnTo>
                    <a:lnTo>
                      <a:pt x="1400" y="846"/>
                    </a:lnTo>
                    <a:lnTo>
                      <a:pt x="1519" y="802"/>
                    </a:lnTo>
                    <a:lnTo>
                      <a:pt x="1593" y="740"/>
                    </a:lnTo>
                    <a:lnTo>
                      <a:pt x="1616" y="694"/>
                    </a:lnTo>
                    <a:lnTo>
                      <a:pt x="1637" y="652"/>
                    </a:lnTo>
                    <a:lnTo>
                      <a:pt x="1668" y="600"/>
                    </a:lnTo>
                    <a:lnTo>
                      <a:pt x="1658" y="525"/>
                    </a:lnTo>
                    <a:lnTo>
                      <a:pt x="1646" y="470"/>
                    </a:lnTo>
                    <a:lnTo>
                      <a:pt x="1646" y="415"/>
                    </a:lnTo>
                    <a:lnTo>
                      <a:pt x="1626" y="382"/>
                    </a:lnTo>
                    <a:lnTo>
                      <a:pt x="1593" y="353"/>
                    </a:lnTo>
                    <a:lnTo>
                      <a:pt x="1572" y="318"/>
                    </a:lnTo>
                    <a:lnTo>
                      <a:pt x="1227" y="161"/>
                    </a:lnTo>
                    <a:lnTo>
                      <a:pt x="1183" y="180"/>
                    </a:lnTo>
                    <a:lnTo>
                      <a:pt x="1056" y="299"/>
                    </a:lnTo>
                    <a:lnTo>
                      <a:pt x="774" y="415"/>
                    </a:lnTo>
                    <a:lnTo>
                      <a:pt x="699" y="429"/>
                    </a:lnTo>
                    <a:lnTo>
                      <a:pt x="774" y="307"/>
                    </a:lnTo>
                    <a:lnTo>
                      <a:pt x="785" y="224"/>
                    </a:lnTo>
                    <a:lnTo>
                      <a:pt x="732" y="161"/>
                    </a:lnTo>
                    <a:lnTo>
                      <a:pt x="669" y="83"/>
                    </a:lnTo>
                    <a:lnTo>
                      <a:pt x="450" y="0"/>
                    </a:lnTo>
                    <a:lnTo>
                      <a:pt x="387" y="9"/>
                    </a:lnTo>
                    <a:lnTo>
                      <a:pt x="213" y="94"/>
                    </a:lnTo>
                    <a:lnTo>
                      <a:pt x="33" y="24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2" name="Freeform 43">
                <a:extLst>
                  <a:ext uri="{FF2B5EF4-FFF2-40B4-BE49-F238E27FC236}">
                    <a16:creationId xmlns:a16="http://schemas.microsoft.com/office/drawing/2014/main" id="{08A1C629-8017-EE43-8F72-27B2869E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57"/>
                <a:ext cx="49" cy="78"/>
              </a:xfrm>
              <a:custGeom>
                <a:avLst/>
                <a:gdLst>
                  <a:gd name="T0" fmla="*/ 0 w 398"/>
                  <a:gd name="T1" fmla="*/ 0 h 625"/>
                  <a:gd name="T2" fmla="*/ 0 w 398"/>
                  <a:gd name="T3" fmla="*/ 0 h 625"/>
                  <a:gd name="T4" fmla="*/ 0 w 398"/>
                  <a:gd name="T5" fmla="*/ 0 h 625"/>
                  <a:gd name="T6" fmla="*/ 0 w 398"/>
                  <a:gd name="T7" fmla="*/ 0 h 625"/>
                  <a:gd name="T8" fmla="*/ 0 w 398"/>
                  <a:gd name="T9" fmla="*/ 0 h 625"/>
                  <a:gd name="T10" fmla="*/ 0 w 398"/>
                  <a:gd name="T11" fmla="*/ 0 h 625"/>
                  <a:gd name="T12" fmla="*/ 0 w 398"/>
                  <a:gd name="T13" fmla="*/ 0 h 625"/>
                  <a:gd name="T14" fmla="*/ 0 w 398"/>
                  <a:gd name="T15" fmla="*/ 0 h 625"/>
                  <a:gd name="T16" fmla="*/ 0 w 398"/>
                  <a:gd name="T17" fmla="*/ 0 h 625"/>
                  <a:gd name="T18" fmla="*/ 0 w 398"/>
                  <a:gd name="T19" fmla="*/ 0 h 625"/>
                  <a:gd name="T20" fmla="*/ 0 w 398"/>
                  <a:gd name="T21" fmla="*/ 0 h 625"/>
                  <a:gd name="T22" fmla="*/ 0 w 398"/>
                  <a:gd name="T23" fmla="*/ 0 h 6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98"/>
                  <a:gd name="T37" fmla="*/ 0 h 625"/>
                  <a:gd name="T38" fmla="*/ 398 w 398"/>
                  <a:gd name="T39" fmla="*/ 625 h 6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98" h="625">
                    <a:moveTo>
                      <a:pt x="0" y="44"/>
                    </a:moveTo>
                    <a:lnTo>
                      <a:pt x="83" y="152"/>
                    </a:lnTo>
                    <a:lnTo>
                      <a:pt x="171" y="332"/>
                    </a:lnTo>
                    <a:lnTo>
                      <a:pt x="204" y="505"/>
                    </a:lnTo>
                    <a:lnTo>
                      <a:pt x="204" y="625"/>
                    </a:lnTo>
                    <a:lnTo>
                      <a:pt x="320" y="613"/>
                    </a:lnTo>
                    <a:lnTo>
                      <a:pt x="356" y="492"/>
                    </a:lnTo>
                    <a:lnTo>
                      <a:pt x="398" y="353"/>
                    </a:lnTo>
                    <a:lnTo>
                      <a:pt x="356" y="176"/>
                    </a:lnTo>
                    <a:lnTo>
                      <a:pt x="290" y="44"/>
                    </a:lnTo>
                    <a:lnTo>
                      <a:pt x="204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3" name="Freeform 44">
                <a:extLst>
                  <a:ext uri="{FF2B5EF4-FFF2-40B4-BE49-F238E27FC236}">
                    <a16:creationId xmlns:a16="http://schemas.microsoft.com/office/drawing/2014/main" id="{8CA9125C-6ED1-7547-B75E-411C2530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90"/>
                <a:ext cx="50" cy="39"/>
              </a:xfrm>
              <a:custGeom>
                <a:avLst/>
                <a:gdLst>
                  <a:gd name="T0" fmla="*/ 0 w 400"/>
                  <a:gd name="T1" fmla="*/ 0 h 312"/>
                  <a:gd name="T2" fmla="*/ 0 w 400"/>
                  <a:gd name="T3" fmla="*/ 0 h 312"/>
                  <a:gd name="T4" fmla="*/ 0 w 400"/>
                  <a:gd name="T5" fmla="*/ 0 h 312"/>
                  <a:gd name="T6" fmla="*/ 0 w 400"/>
                  <a:gd name="T7" fmla="*/ 0 h 312"/>
                  <a:gd name="T8" fmla="*/ 0 w 400"/>
                  <a:gd name="T9" fmla="*/ 0 h 312"/>
                  <a:gd name="T10" fmla="*/ 0 w 400"/>
                  <a:gd name="T11" fmla="*/ 0 h 312"/>
                  <a:gd name="T12" fmla="*/ 0 w 400"/>
                  <a:gd name="T13" fmla="*/ 0 h 312"/>
                  <a:gd name="T14" fmla="*/ 0 w 400"/>
                  <a:gd name="T15" fmla="*/ 0 h 3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0"/>
                  <a:gd name="T25" fmla="*/ 0 h 312"/>
                  <a:gd name="T26" fmla="*/ 400 w 400"/>
                  <a:gd name="T27" fmla="*/ 312 h 3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0" h="312">
                    <a:moveTo>
                      <a:pt x="57" y="312"/>
                    </a:moveTo>
                    <a:lnTo>
                      <a:pt x="400" y="66"/>
                    </a:lnTo>
                    <a:lnTo>
                      <a:pt x="324" y="11"/>
                    </a:lnTo>
                    <a:lnTo>
                      <a:pt x="218" y="0"/>
                    </a:lnTo>
                    <a:lnTo>
                      <a:pt x="86" y="43"/>
                    </a:lnTo>
                    <a:lnTo>
                      <a:pt x="11" y="140"/>
                    </a:lnTo>
                    <a:lnTo>
                      <a:pt x="0" y="266"/>
                    </a:lnTo>
                    <a:lnTo>
                      <a:pt x="57" y="3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4" name="Freeform 45">
                <a:extLst>
                  <a:ext uri="{FF2B5EF4-FFF2-40B4-BE49-F238E27FC236}">
                    <a16:creationId xmlns:a16="http://schemas.microsoft.com/office/drawing/2014/main" id="{81A1A54B-D6B5-6C4D-B8E4-69B40C57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16"/>
                <a:ext cx="132" cy="354"/>
              </a:xfrm>
              <a:custGeom>
                <a:avLst/>
                <a:gdLst>
                  <a:gd name="T0" fmla="*/ 0 w 1056"/>
                  <a:gd name="T1" fmla="*/ 0 h 2833"/>
                  <a:gd name="T2" fmla="*/ 0 w 1056"/>
                  <a:gd name="T3" fmla="*/ 0 h 2833"/>
                  <a:gd name="T4" fmla="*/ 0 w 1056"/>
                  <a:gd name="T5" fmla="*/ 0 h 2833"/>
                  <a:gd name="T6" fmla="*/ 0 w 1056"/>
                  <a:gd name="T7" fmla="*/ 0 h 2833"/>
                  <a:gd name="T8" fmla="*/ 0 w 1056"/>
                  <a:gd name="T9" fmla="*/ 0 h 2833"/>
                  <a:gd name="T10" fmla="*/ 0 w 1056"/>
                  <a:gd name="T11" fmla="*/ 0 h 2833"/>
                  <a:gd name="T12" fmla="*/ 0 w 1056"/>
                  <a:gd name="T13" fmla="*/ 0 h 2833"/>
                  <a:gd name="T14" fmla="*/ 0 w 1056"/>
                  <a:gd name="T15" fmla="*/ 0 h 2833"/>
                  <a:gd name="T16" fmla="*/ 0 w 1056"/>
                  <a:gd name="T17" fmla="*/ 0 h 2833"/>
                  <a:gd name="T18" fmla="*/ 0 w 1056"/>
                  <a:gd name="T19" fmla="*/ 0 h 2833"/>
                  <a:gd name="T20" fmla="*/ 0 w 1056"/>
                  <a:gd name="T21" fmla="*/ 0 h 2833"/>
                  <a:gd name="T22" fmla="*/ 0 w 1056"/>
                  <a:gd name="T23" fmla="*/ 0 h 2833"/>
                  <a:gd name="T24" fmla="*/ 0 w 1056"/>
                  <a:gd name="T25" fmla="*/ 0 h 2833"/>
                  <a:gd name="T26" fmla="*/ 0 w 1056"/>
                  <a:gd name="T27" fmla="*/ 0 h 2833"/>
                  <a:gd name="T28" fmla="*/ 0 w 1056"/>
                  <a:gd name="T29" fmla="*/ 0 h 2833"/>
                  <a:gd name="T30" fmla="*/ 0 w 1056"/>
                  <a:gd name="T31" fmla="*/ 0 h 28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56"/>
                  <a:gd name="T49" fmla="*/ 0 h 2833"/>
                  <a:gd name="T50" fmla="*/ 1056 w 1056"/>
                  <a:gd name="T51" fmla="*/ 2833 h 283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56" h="2833">
                    <a:moveTo>
                      <a:pt x="0" y="288"/>
                    </a:moveTo>
                    <a:lnTo>
                      <a:pt x="140" y="484"/>
                    </a:lnTo>
                    <a:lnTo>
                      <a:pt x="281" y="763"/>
                    </a:lnTo>
                    <a:lnTo>
                      <a:pt x="452" y="1231"/>
                    </a:lnTo>
                    <a:lnTo>
                      <a:pt x="604" y="1674"/>
                    </a:lnTo>
                    <a:lnTo>
                      <a:pt x="703" y="2211"/>
                    </a:lnTo>
                    <a:lnTo>
                      <a:pt x="764" y="2833"/>
                    </a:lnTo>
                    <a:lnTo>
                      <a:pt x="1012" y="2813"/>
                    </a:lnTo>
                    <a:lnTo>
                      <a:pt x="1056" y="2329"/>
                    </a:lnTo>
                    <a:lnTo>
                      <a:pt x="1023" y="1543"/>
                    </a:lnTo>
                    <a:lnTo>
                      <a:pt x="938" y="1093"/>
                    </a:lnTo>
                    <a:lnTo>
                      <a:pt x="786" y="675"/>
                    </a:lnTo>
                    <a:lnTo>
                      <a:pt x="636" y="427"/>
                    </a:lnTo>
                    <a:lnTo>
                      <a:pt x="388" y="161"/>
                    </a:lnTo>
                    <a:lnTo>
                      <a:pt x="206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5" name="Freeform 46">
                <a:extLst>
                  <a:ext uri="{FF2B5EF4-FFF2-40B4-BE49-F238E27FC236}">
                    <a16:creationId xmlns:a16="http://schemas.microsoft.com/office/drawing/2014/main" id="{96DA2061-7BE6-B24F-BB4C-529D6CC51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28"/>
                <a:ext cx="39" cy="45"/>
              </a:xfrm>
              <a:custGeom>
                <a:avLst/>
                <a:gdLst>
                  <a:gd name="T0" fmla="*/ 0 w 311"/>
                  <a:gd name="T1" fmla="*/ 0 h 363"/>
                  <a:gd name="T2" fmla="*/ 0 w 311"/>
                  <a:gd name="T3" fmla="*/ 0 h 363"/>
                  <a:gd name="T4" fmla="*/ 0 w 311"/>
                  <a:gd name="T5" fmla="*/ 0 h 363"/>
                  <a:gd name="T6" fmla="*/ 0 w 311"/>
                  <a:gd name="T7" fmla="*/ 0 h 363"/>
                  <a:gd name="T8" fmla="*/ 0 w 311"/>
                  <a:gd name="T9" fmla="*/ 0 h 363"/>
                  <a:gd name="T10" fmla="*/ 0 w 311"/>
                  <a:gd name="T11" fmla="*/ 0 h 363"/>
                  <a:gd name="T12" fmla="*/ 0 w 311"/>
                  <a:gd name="T13" fmla="*/ 0 h 363"/>
                  <a:gd name="T14" fmla="*/ 0 w 311"/>
                  <a:gd name="T15" fmla="*/ 0 h 363"/>
                  <a:gd name="T16" fmla="*/ 0 w 311"/>
                  <a:gd name="T17" fmla="*/ 0 h 3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1"/>
                  <a:gd name="T28" fmla="*/ 0 h 363"/>
                  <a:gd name="T29" fmla="*/ 311 w 311"/>
                  <a:gd name="T30" fmla="*/ 363 h 3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1" h="363">
                    <a:moveTo>
                      <a:pt x="0" y="339"/>
                    </a:moveTo>
                    <a:lnTo>
                      <a:pt x="96" y="245"/>
                    </a:lnTo>
                    <a:lnTo>
                      <a:pt x="184" y="139"/>
                    </a:lnTo>
                    <a:lnTo>
                      <a:pt x="246" y="0"/>
                    </a:lnTo>
                    <a:lnTo>
                      <a:pt x="311" y="115"/>
                    </a:lnTo>
                    <a:lnTo>
                      <a:pt x="215" y="233"/>
                    </a:lnTo>
                    <a:lnTo>
                      <a:pt x="118" y="300"/>
                    </a:lnTo>
                    <a:lnTo>
                      <a:pt x="0" y="363"/>
                    </a:lnTo>
                    <a:lnTo>
                      <a:pt x="0" y="33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6" name="Freeform 47">
                <a:extLst>
                  <a:ext uri="{FF2B5EF4-FFF2-40B4-BE49-F238E27FC236}">
                    <a16:creationId xmlns:a16="http://schemas.microsoft.com/office/drawing/2014/main" id="{226DF9D4-5A5C-3045-8603-018DB957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21"/>
                <a:ext cx="33" cy="249"/>
              </a:xfrm>
              <a:custGeom>
                <a:avLst/>
                <a:gdLst>
                  <a:gd name="T0" fmla="*/ 0 w 270"/>
                  <a:gd name="T1" fmla="*/ 0 h 1998"/>
                  <a:gd name="T2" fmla="*/ 0 w 270"/>
                  <a:gd name="T3" fmla="*/ 0 h 1998"/>
                  <a:gd name="T4" fmla="*/ 0 w 270"/>
                  <a:gd name="T5" fmla="*/ 0 h 1998"/>
                  <a:gd name="T6" fmla="*/ 0 w 270"/>
                  <a:gd name="T7" fmla="*/ 0 h 1998"/>
                  <a:gd name="T8" fmla="*/ 0 w 270"/>
                  <a:gd name="T9" fmla="*/ 0 h 1998"/>
                  <a:gd name="T10" fmla="*/ 0 w 270"/>
                  <a:gd name="T11" fmla="*/ 0 h 1998"/>
                  <a:gd name="T12" fmla="*/ 0 w 270"/>
                  <a:gd name="T13" fmla="*/ 0 h 1998"/>
                  <a:gd name="T14" fmla="*/ 0 w 270"/>
                  <a:gd name="T15" fmla="*/ 0 h 1998"/>
                  <a:gd name="T16" fmla="*/ 0 w 270"/>
                  <a:gd name="T17" fmla="*/ 0 h 1998"/>
                  <a:gd name="T18" fmla="*/ 0 w 270"/>
                  <a:gd name="T19" fmla="*/ 0 h 1998"/>
                  <a:gd name="T20" fmla="*/ 0 w 270"/>
                  <a:gd name="T21" fmla="*/ 0 h 1998"/>
                  <a:gd name="T22" fmla="*/ 0 w 270"/>
                  <a:gd name="T23" fmla="*/ 0 h 1998"/>
                  <a:gd name="T24" fmla="*/ 0 w 270"/>
                  <a:gd name="T25" fmla="*/ 0 h 19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0"/>
                  <a:gd name="T40" fmla="*/ 0 h 1998"/>
                  <a:gd name="T41" fmla="*/ 270 w 270"/>
                  <a:gd name="T42" fmla="*/ 1998 h 199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0" h="1998">
                    <a:moveTo>
                      <a:pt x="0" y="196"/>
                    </a:moveTo>
                    <a:lnTo>
                      <a:pt x="33" y="376"/>
                    </a:lnTo>
                    <a:lnTo>
                      <a:pt x="33" y="657"/>
                    </a:lnTo>
                    <a:lnTo>
                      <a:pt x="55" y="913"/>
                    </a:lnTo>
                    <a:lnTo>
                      <a:pt x="55" y="1055"/>
                    </a:lnTo>
                    <a:lnTo>
                      <a:pt x="55" y="1224"/>
                    </a:lnTo>
                    <a:lnTo>
                      <a:pt x="21" y="1570"/>
                    </a:lnTo>
                    <a:lnTo>
                      <a:pt x="120" y="1998"/>
                    </a:lnTo>
                    <a:lnTo>
                      <a:pt x="204" y="1802"/>
                    </a:lnTo>
                    <a:lnTo>
                      <a:pt x="270" y="1055"/>
                    </a:lnTo>
                    <a:lnTo>
                      <a:pt x="152" y="258"/>
                    </a:lnTo>
                    <a:lnTo>
                      <a:pt x="33" y="0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7" name="Freeform 48">
                <a:extLst>
                  <a:ext uri="{FF2B5EF4-FFF2-40B4-BE49-F238E27FC236}">
                    <a16:creationId xmlns:a16="http://schemas.microsoft.com/office/drawing/2014/main" id="{4ABE9AD7-6FA9-2647-B84F-D5FC37DC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802"/>
                <a:ext cx="65" cy="264"/>
              </a:xfrm>
              <a:custGeom>
                <a:avLst/>
                <a:gdLst>
                  <a:gd name="T0" fmla="*/ 0 w 518"/>
                  <a:gd name="T1" fmla="*/ 0 h 2114"/>
                  <a:gd name="T2" fmla="*/ 0 w 518"/>
                  <a:gd name="T3" fmla="*/ 0 h 2114"/>
                  <a:gd name="T4" fmla="*/ 0 w 518"/>
                  <a:gd name="T5" fmla="*/ 0 h 2114"/>
                  <a:gd name="T6" fmla="*/ 0 w 518"/>
                  <a:gd name="T7" fmla="*/ 0 h 2114"/>
                  <a:gd name="T8" fmla="*/ 0 w 518"/>
                  <a:gd name="T9" fmla="*/ 0 h 2114"/>
                  <a:gd name="T10" fmla="*/ 0 w 518"/>
                  <a:gd name="T11" fmla="*/ 0 h 2114"/>
                  <a:gd name="T12" fmla="*/ 0 w 518"/>
                  <a:gd name="T13" fmla="*/ 0 h 2114"/>
                  <a:gd name="T14" fmla="*/ 0 w 518"/>
                  <a:gd name="T15" fmla="*/ 0 h 2114"/>
                  <a:gd name="T16" fmla="*/ 0 w 518"/>
                  <a:gd name="T17" fmla="*/ 0 h 2114"/>
                  <a:gd name="T18" fmla="*/ 0 w 518"/>
                  <a:gd name="T19" fmla="*/ 0 h 2114"/>
                  <a:gd name="T20" fmla="*/ 0 w 518"/>
                  <a:gd name="T21" fmla="*/ 0 h 2114"/>
                  <a:gd name="T22" fmla="*/ 0 w 518"/>
                  <a:gd name="T23" fmla="*/ 0 h 2114"/>
                  <a:gd name="T24" fmla="*/ 0 w 518"/>
                  <a:gd name="T25" fmla="*/ 0 h 2114"/>
                  <a:gd name="T26" fmla="*/ 0 w 518"/>
                  <a:gd name="T27" fmla="*/ 0 h 2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18"/>
                  <a:gd name="T43" fmla="*/ 0 h 2114"/>
                  <a:gd name="T44" fmla="*/ 518 w 518"/>
                  <a:gd name="T45" fmla="*/ 2114 h 2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18" h="2114">
                    <a:moveTo>
                      <a:pt x="0" y="9"/>
                    </a:moveTo>
                    <a:lnTo>
                      <a:pt x="0" y="222"/>
                    </a:lnTo>
                    <a:lnTo>
                      <a:pt x="131" y="393"/>
                    </a:lnTo>
                    <a:lnTo>
                      <a:pt x="207" y="912"/>
                    </a:lnTo>
                    <a:lnTo>
                      <a:pt x="239" y="1468"/>
                    </a:lnTo>
                    <a:lnTo>
                      <a:pt x="239" y="1943"/>
                    </a:lnTo>
                    <a:lnTo>
                      <a:pt x="444" y="2114"/>
                    </a:lnTo>
                    <a:lnTo>
                      <a:pt x="499" y="1631"/>
                    </a:lnTo>
                    <a:lnTo>
                      <a:pt x="518" y="1182"/>
                    </a:lnTo>
                    <a:lnTo>
                      <a:pt x="474" y="813"/>
                    </a:lnTo>
                    <a:lnTo>
                      <a:pt x="345" y="492"/>
                    </a:lnTo>
                    <a:lnTo>
                      <a:pt x="220" y="147"/>
                    </a:lnTo>
                    <a:lnTo>
                      <a:pt x="87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8" name="Freeform 49">
                <a:extLst>
                  <a:ext uri="{FF2B5EF4-FFF2-40B4-BE49-F238E27FC236}">
                    <a16:creationId xmlns:a16="http://schemas.microsoft.com/office/drawing/2014/main" id="{1D3D663A-998E-C345-87C2-18A1BADF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598"/>
                <a:ext cx="209" cy="204"/>
              </a:xfrm>
              <a:custGeom>
                <a:avLst/>
                <a:gdLst>
                  <a:gd name="T0" fmla="*/ 0 w 1672"/>
                  <a:gd name="T1" fmla="*/ 0 h 1628"/>
                  <a:gd name="T2" fmla="*/ 0 w 1672"/>
                  <a:gd name="T3" fmla="*/ 0 h 1628"/>
                  <a:gd name="T4" fmla="*/ 0 w 1672"/>
                  <a:gd name="T5" fmla="*/ 0 h 1628"/>
                  <a:gd name="T6" fmla="*/ 0 w 1672"/>
                  <a:gd name="T7" fmla="*/ 0 h 1628"/>
                  <a:gd name="T8" fmla="*/ 0 w 1672"/>
                  <a:gd name="T9" fmla="*/ 0 h 1628"/>
                  <a:gd name="T10" fmla="*/ 0 w 1672"/>
                  <a:gd name="T11" fmla="*/ 0 h 1628"/>
                  <a:gd name="T12" fmla="*/ 0 w 1672"/>
                  <a:gd name="T13" fmla="*/ 0 h 1628"/>
                  <a:gd name="T14" fmla="*/ 0 w 1672"/>
                  <a:gd name="T15" fmla="*/ 0 h 1628"/>
                  <a:gd name="T16" fmla="*/ 0 w 1672"/>
                  <a:gd name="T17" fmla="*/ 0 h 1628"/>
                  <a:gd name="T18" fmla="*/ 0 w 1672"/>
                  <a:gd name="T19" fmla="*/ 0 h 1628"/>
                  <a:gd name="T20" fmla="*/ 0 w 1672"/>
                  <a:gd name="T21" fmla="*/ 0 h 1628"/>
                  <a:gd name="T22" fmla="*/ 0 w 1672"/>
                  <a:gd name="T23" fmla="*/ 0 h 1628"/>
                  <a:gd name="T24" fmla="*/ 0 w 1672"/>
                  <a:gd name="T25" fmla="*/ 0 h 1628"/>
                  <a:gd name="T26" fmla="*/ 0 w 1672"/>
                  <a:gd name="T27" fmla="*/ 0 h 1628"/>
                  <a:gd name="T28" fmla="*/ 0 w 1672"/>
                  <a:gd name="T29" fmla="*/ 0 h 1628"/>
                  <a:gd name="T30" fmla="*/ 0 w 1672"/>
                  <a:gd name="T31" fmla="*/ 0 h 1628"/>
                  <a:gd name="T32" fmla="*/ 0 w 1672"/>
                  <a:gd name="T33" fmla="*/ 0 h 1628"/>
                  <a:gd name="T34" fmla="*/ 0 w 1672"/>
                  <a:gd name="T35" fmla="*/ 0 h 1628"/>
                  <a:gd name="T36" fmla="*/ 0 w 1672"/>
                  <a:gd name="T37" fmla="*/ 0 h 1628"/>
                  <a:gd name="T38" fmla="*/ 0 w 1672"/>
                  <a:gd name="T39" fmla="*/ 0 h 1628"/>
                  <a:gd name="T40" fmla="*/ 0 w 1672"/>
                  <a:gd name="T41" fmla="*/ 0 h 1628"/>
                  <a:gd name="T42" fmla="*/ 0 w 1672"/>
                  <a:gd name="T43" fmla="*/ 0 h 1628"/>
                  <a:gd name="T44" fmla="*/ 0 w 1672"/>
                  <a:gd name="T45" fmla="*/ 0 h 1628"/>
                  <a:gd name="T46" fmla="*/ 0 w 1672"/>
                  <a:gd name="T47" fmla="*/ 0 h 1628"/>
                  <a:gd name="T48" fmla="*/ 0 w 1672"/>
                  <a:gd name="T49" fmla="*/ 0 h 1628"/>
                  <a:gd name="T50" fmla="*/ 0 w 1672"/>
                  <a:gd name="T51" fmla="*/ 0 h 1628"/>
                  <a:gd name="T52" fmla="*/ 0 w 1672"/>
                  <a:gd name="T53" fmla="*/ 0 h 1628"/>
                  <a:gd name="T54" fmla="*/ 0 w 1672"/>
                  <a:gd name="T55" fmla="*/ 0 h 1628"/>
                  <a:gd name="T56" fmla="*/ 0 w 1672"/>
                  <a:gd name="T57" fmla="*/ 0 h 1628"/>
                  <a:gd name="T58" fmla="*/ 0 w 1672"/>
                  <a:gd name="T59" fmla="*/ 0 h 162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72"/>
                  <a:gd name="T91" fmla="*/ 0 h 1628"/>
                  <a:gd name="T92" fmla="*/ 1672 w 1672"/>
                  <a:gd name="T93" fmla="*/ 1628 h 162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72" h="1628">
                    <a:moveTo>
                      <a:pt x="1420" y="81"/>
                    </a:moveTo>
                    <a:lnTo>
                      <a:pt x="1487" y="212"/>
                    </a:lnTo>
                    <a:lnTo>
                      <a:pt x="1520" y="308"/>
                    </a:lnTo>
                    <a:lnTo>
                      <a:pt x="1549" y="554"/>
                    </a:lnTo>
                    <a:lnTo>
                      <a:pt x="1538" y="653"/>
                    </a:lnTo>
                    <a:lnTo>
                      <a:pt x="1571" y="722"/>
                    </a:lnTo>
                    <a:lnTo>
                      <a:pt x="1642" y="856"/>
                    </a:lnTo>
                    <a:lnTo>
                      <a:pt x="1672" y="919"/>
                    </a:lnTo>
                    <a:lnTo>
                      <a:pt x="1646" y="946"/>
                    </a:lnTo>
                    <a:lnTo>
                      <a:pt x="1483" y="980"/>
                    </a:lnTo>
                    <a:lnTo>
                      <a:pt x="1459" y="1007"/>
                    </a:lnTo>
                    <a:lnTo>
                      <a:pt x="1462" y="1100"/>
                    </a:lnTo>
                    <a:lnTo>
                      <a:pt x="1453" y="1117"/>
                    </a:lnTo>
                    <a:lnTo>
                      <a:pt x="1425" y="1139"/>
                    </a:lnTo>
                    <a:lnTo>
                      <a:pt x="1453" y="1178"/>
                    </a:lnTo>
                    <a:lnTo>
                      <a:pt x="1453" y="1227"/>
                    </a:lnTo>
                    <a:lnTo>
                      <a:pt x="1413" y="1259"/>
                    </a:lnTo>
                    <a:lnTo>
                      <a:pt x="1420" y="1297"/>
                    </a:lnTo>
                    <a:lnTo>
                      <a:pt x="1459" y="1423"/>
                    </a:lnTo>
                    <a:lnTo>
                      <a:pt x="1432" y="1469"/>
                    </a:lnTo>
                    <a:lnTo>
                      <a:pt x="1342" y="1504"/>
                    </a:lnTo>
                    <a:lnTo>
                      <a:pt x="1098" y="1499"/>
                    </a:lnTo>
                    <a:lnTo>
                      <a:pt x="839" y="1628"/>
                    </a:lnTo>
                    <a:lnTo>
                      <a:pt x="554" y="1519"/>
                    </a:lnTo>
                    <a:lnTo>
                      <a:pt x="369" y="1405"/>
                    </a:lnTo>
                    <a:lnTo>
                      <a:pt x="295" y="1343"/>
                    </a:lnTo>
                    <a:lnTo>
                      <a:pt x="185" y="1234"/>
                    </a:lnTo>
                    <a:lnTo>
                      <a:pt x="0" y="994"/>
                    </a:lnTo>
                    <a:lnTo>
                      <a:pt x="1193" y="0"/>
                    </a:lnTo>
                    <a:lnTo>
                      <a:pt x="1420" y="8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09" name="Freeform 50">
                <a:extLst>
                  <a:ext uri="{FF2B5EF4-FFF2-40B4-BE49-F238E27FC236}">
                    <a16:creationId xmlns:a16="http://schemas.microsoft.com/office/drawing/2014/main" id="{1E9C0D47-3574-2D4F-8D6C-868D7CE5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45"/>
                <a:ext cx="226" cy="132"/>
              </a:xfrm>
              <a:custGeom>
                <a:avLst/>
                <a:gdLst>
                  <a:gd name="T0" fmla="*/ 0 w 1802"/>
                  <a:gd name="T1" fmla="*/ 0 h 1058"/>
                  <a:gd name="T2" fmla="*/ 0 w 1802"/>
                  <a:gd name="T3" fmla="*/ 0 h 1058"/>
                  <a:gd name="T4" fmla="*/ 0 w 1802"/>
                  <a:gd name="T5" fmla="*/ 0 h 1058"/>
                  <a:gd name="T6" fmla="*/ 0 w 1802"/>
                  <a:gd name="T7" fmla="*/ 0 h 1058"/>
                  <a:gd name="T8" fmla="*/ 0 w 1802"/>
                  <a:gd name="T9" fmla="*/ 0 h 1058"/>
                  <a:gd name="T10" fmla="*/ 0 w 1802"/>
                  <a:gd name="T11" fmla="*/ 0 h 1058"/>
                  <a:gd name="T12" fmla="*/ 0 w 1802"/>
                  <a:gd name="T13" fmla="*/ 0 h 1058"/>
                  <a:gd name="T14" fmla="*/ 0 w 1802"/>
                  <a:gd name="T15" fmla="*/ 0 h 1058"/>
                  <a:gd name="T16" fmla="*/ 0 w 1802"/>
                  <a:gd name="T17" fmla="*/ 0 h 1058"/>
                  <a:gd name="T18" fmla="*/ 0 w 1802"/>
                  <a:gd name="T19" fmla="*/ 0 h 1058"/>
                  <a:gd name="T20" fmla="*/ 0 w 1802"/>
                  <a:gd name="T21" fmla="*/ 0 h 1058"/>
                  <a:gd name="T22" fmla="*/ 0 w 1802"/>
                  <a:gd name="T23" fmla="*/ 0 h 1058"/>
                  <a:gd name="T24" fmla="*/ 0 w 1802"/>
                  <a:gd name="T25" fmla="*/ 0 h 1058"/>
                  <a:gd name="T26" fmla="*/ 0 w 1802"/>
                  <a:gd name="T27" fmla="*/ 0 h 1058"/>
                  <a:gd name="T28" fmla="*/ 0 w 1802"/>
                  <a:gd name="T29" fmla="*/ 0 h 1058"/>
                  <a:gd name="T30" fmla="*/ 0 w 1802"/>
                  <a:gd name="T31" fmla="*/ 0 h 1058"/>
                  <a:gd name="T32" fmla="*/ 0 w 1802"/>
                  <a:gd name="T33" fmla="*/ 0 h 1058"/>
                  <a:gd name="T34" fmla="*/ 0 w 1802"/>
                  <a:gd name="T35" fmla="*/ 0 h 1058"/>
                  <a:gd name="T36" fmla="*/ 0 w 1802"/>
                  <a:gd name="T37" fmla="*/ 0 h 1058"/>
                  <a:gd name="T38" fmla="*/ 0 w 1802"/>
                  <a:gd name="T39" fmla="*/ 0 h 10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02"/>
                  <a:gd name="T61" fmla="*/ 0 h 1058"/>
                  <a:gd name="T62" fmla="*/ 1802 w 1802"/>
                  <a:gd name="T63" fmla="*/ 1058 h 105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02" h="1058">
                    <a:moveTo>
                      <a:pt x="1780" y="496"/>
                    </a:moveTo>
                    <a:lnTo>
                      <a:pt x="1802" y="399"/>
                    </a:lnTo>
                    <a:lnTo>
                      <a:pt x="1652" y="302"/>
                    </a:lnTo>
                    <a:lnTo>
                      <a:pt x="1509" y="268"/>
                    </a:lnTo>
                    <a:lnTo>
                      <a:pt x="1424" y="194"/>
                    </a:lnTo>
                    <a:lnTo>
                      <a:pt x="1074" y="53"/>
                    </a:lnTo>
                    <a:lnTo>
                      <a:pt x="885" y="75"/>
                    </a:lnTo>
                    <a:lnTo>
                      <a:pt x="679" y="0"/>
                    </a:lnTo>
                    <a:lnTo>
                      <a:pt x="444" y="97"/>
                    </a:lnTo>
                    <a:lnTo>
                      <a:pt x="318" y="261"/>
                    </a:lnTo>
                    <a:lnTo>
                      <a:pt x="263" y="316"/>
                    </a:lnTo>
                    <a:lnTo>
                      <a:pt x="156" y="378"/>
                    </a:lnTo>
                    <a:lnTo>
                      <a:pt x="48" y="543"/>
                    </a:lnTo>
                    <a:lnTo>
                      <a:pt x="0" y="685"/>
                    </a:lnTo>
                    <a:lnTo>
                      <a:pt x="0" y="875"/>
                    </a:lnTo>
                    <a:lnTo>
                      <a:pt x="83" y="1058"/>
                    </a:lnTo>
                    <a:lnTo>
                      <a:pt x="1309" y="447"/>
                    </a:lnTo>
                    <a:lnTo>
                      <a:pt x="1484" y="468"/>
                    </a:lnTo>
                    <a:lnTo>
                      <a:pt x="1591" y="505"/>
                    </a:lnTo>
                    <a:lnTo>
                      <a:pt x="1780" y="496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0" name="Freeform 51">
                <a:extLst>
                  <a:ext uri="{FF2B5EF4-FFF2-40B4-BE49-F238E27FC236}">
                    <a16:creationId xmlns:a16="http://schemas.microsoft.com/office/drawing/2014/main" id="{881E6913-53A3-1D4C-BCB2-D8BB32CFF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556"/>
                <a:ext cx="507" cy="343"/>
              </a:xfrm>
              <a:custGeom>
                <a:avLst/>
                <a:gdLst>
                  <a:gd name="T0" fmla="*/ 0 w 4053"/>
                  <a:gd name="T1" fmla="*/ 0 h 2743"/>
                  <a:gd name="T2" fmla="*/ 0 w 4053"/>
                  <a:gd name="T3" fmla="*/ 0 h 2743"/>
                  <a:gd name="T4" fmla="*/ 0 w 4053"/>
                  <a:gd name="T5" fmla="*/ 0 h 2743"/>
                  <a:gd name="T6" fmla="*/ 0 w 4053"/>
                  <a:gd name="T7" fmla="*/ 0 h 2743"/>
                  <a:gd name="T8" fmla="*/ 0 w 4053"/>
                  <a:gd name="T9" fmla="*/ 0 h 2743"/>
                  <a:gd name="T10" fmla="*/ 0 w 4053"/>
                  <a:gd name="T11" fmla="*/ 0 h 2743"/>
                  <a:gd name="T12" fmla="*/ 0 w 4053"/>
                  <a:gd name="T13" fmla="*/ 0 h 2743"/>
                  <a:gd name="T14" fmla="*/ 0 w 4053"/>
                  <a:gd name="T15" fmla="*/ 0 h 2743"/>
                  <a:gd name="T16" fmla="*/ 0 w 4053"/>
                  <a:gd name="T17" fmla="*/ 0 h 2743"/>
                  <a:gd name="T18" fmla="*/ 0 w 4053"/>
                  <a:gd name="T19" fmla="*/ 0 h 2743"/>
                  <a:gd name="T20" fmla="*/ 0 w 4053"/>
                  <a:gd name="T21" fmla="*/ 0 h 2743"/>
                  <a:gd name="T22" fmla="*/ 0 w 4053"/>
                  <a:gd name="T23" fmla="*/ 0 h 2743"/>
                  <a:gd name="T24" fmla="*/ 0 w 4053"/>
                  <a:gd name="T25" fmla="*/ 0 h 2743"/>
                  <a:gd name="T26" fmla="*/ 0 w 4053"/>
                  <a:gd name="T27" fmla="*/ 0 h 2743"/>
                  <a:gd name="T28" fmla="*/ 0 w 4053"/>
                  <a:gd name="T29" fmla="*/ 0 h 2743"/>
                  <a:gd name="T30" fmla="*/ 0 w 4053"/>
                  <a:gd name="T31" fmla="*/ 0 h 2743"/>
                  <a:gd name="T32" fmla="*/ 0 w 4053"/>
                  <a:gd name="T33" fmla="*/ 0 h 2743"/>
                  <a:gd name="T34" fmla="*/ 0 w 4053"/>
                  <a:gd name="T35" fmla="*/ 0 h 2743"/>
                  <a:gd name="T36" fmla="*/ 0 w 4053"/>
                  <a:gd name="T37" fmla="*/ 0 h 2743"/>
                  <a:gd name="T38" fmla="*/ 0 w 4053"/>
                  <a:gd name="T39" fmla="*/ 0 h 2743"/>
                  <a:gd name="T40" fmla="*/ 0 w 4053"/>
                  <a:gd name="T41" fmla="*/ 0 h 2743"/>
                  <a:gd name="T42" fmla="*/ 0 w 4053"/>
                  <a:gd name="T43" fmla="*/ 0 h 2743"/>
                  <a:gd name="T44" fmla="*/ 0 w 4053"/>
                  <a:gd name="T45" fmla="*/ 0 h 2743"/>
                  <a:gd name="T46" fmla="*/ 0 w 4053"/>
                  <a:gd name="T47" fmla="*/ 0 h 2743"/>
                  <a:gd name="T48" fmla="*/ 0 w 4053"/>
                  <a:gd name="T49" fmla="*/ 0 h 2743"/>
                  <a:gd name="T50" fmla="*/ 0 w 4053"/>
                  <a:gd name="T51" fmla="*/ 0 h 2743"/>
                  <a:gd name="T52" fmla="*/ 0 w 4053"/>
                  <a:gd name="T53" fmla="*/ 0 h 2743"/>
                  <a:gd name="T54" fmla="*/ 0 w 4053"/>
                  <a:gd name="T55" fmla="*/ 0 h 2743"/>
                  <a:gd name="T56" fmla="*/ 0 w 4053"/>
                  <a:gd name="T57" fmla="*/ 0 h 2743"/>
                  <a:gd name="T58" fmla="*/ 0 w 4053"/>
                  <a:gd name="T59" fmla="*/ 0 h 2743"/>
                  <a:gd name="T60" fmla="*/ 0 w 4053"/>
                  <a:gd name="T61" fmla="*/ 0 h 2743"/>
                  <a:gd name="T62" fmla="*/ 0 w 4053"/>
                  <a:gd name="T63" fmla="*/ 0 h 2743"/>
                  <a:gd name="T64" fmla="*/ 0 w 4053"/>
                  <a:gd name="T65" fmla="*/ 0 h 2743"/>
                  <a:gd name="T66" fmla="*/ 0 w 4053"/>
                  <a:gd name="T67" fmla="*/ 0 h 2743"/>
                  <a:gd name="T68" fmla="*/ 0 w 4053"/>
                  <a:gd name="T69" fmla="*/ 0 h 2743"/>
                  <a:gd name="T70" fmla="*/ 0 w 4053"/>
                  <a:gd name="T71" fmla="*/ 0 h 2743"/>
                  <a:gd name="T72" fmla="*/ 0 w 4053"/>
                  <a:gd name="T73" fmla="*/ 0 h 2743"/>
                  <a:gd name="T74" fmla="*/ 0 w 4053"/>
                  <a:gd name="T75" fmla="*/ 0 h 2743"/>
                  <a:gd name="T76" fmla="*/ 0 w 4053"/>
                  <a:gd name="T77" fmla="*/ 0 h 2743"/>
                  <a:gd name="T78" fmla="*/ 0 w 4053"/>
                  <a:gd name="T79" fmla="*/ 0 h 2743"/>
                  <a:gd name="T80" fmla="*/ 0 w 4053"/>
                  <a:gd name="T81" fmla="*/ 0 h 2743"/>
                  <a:gd name="T82" fmla="*/ 0 w 4053"/>
                  <a:gd name="T83" fmla="*/ 0 h 2743"/>
                  <a:gd name="T84" fmla="*/ 0 w 4053"/>
                  <a:gd name="T85" fmla="*/ 0 h 2743"/>
                  <a:gd name="T86" fmla="*/ 0 w 4053"/>
                  <a:gd name="T87" fmla="*/ 0 h 2743"/>
                  <a:gd name="T88" fmla="*/ 0 w 4053"/>
                  <a:gd name="T89" fmla="*/ 0 h 2743"/>
                  <a:gd name="T90" fmla="*/ 0 w 4053"/>
                  <a:gd name="T91" fmla="*/ 0 h 2743"/>
                  <a:gd name="T92" fmla="*/ 0 w 4053"/>
                  <a:gd name="T93" fmla="*/ 0 h 2743"/>
                  <a:gd name="T94" fmla="*/ 0 w 4053"/>
                  <a:gd name="T95" fmla="*/ 0 h 2743"/>
                  <a:gd name="T96" fmla="*/ 0 w 4053"/>
                  <a:gd name="T97" fmla="*/ 0 h 2743"/>
                  <a:gd name="T98" fmla="*/ 0 w 4053"/>
                  <a:gd name="T99" fmla="*/ 0 h 2743"/>
                  <a:gd name="T100" fmla="*/ 0 w 4053"/>
                  <a:gd name="T101" fmla="*/ 0 h 2743"/>
                  <a:gd name="T102" fmla="*/ 0 w 4053"/>
                  <a:gd name="T103" fmla="*/ 0 h 2743"/>
                  <a:gd name="T104" fmla="*/ 0 w 4053"/>
                  <a:gd name="T105" fmla="*/ 0 h 2743"/>
                  <a:gd name="T106" fmla="*/ 0 w 4053"/>
                  <a:gd name="T107" fmla="*/ 0 h 2743"/>
                  <a:gd name="T108" fmla="*/ 0 w 4053"/>
                  <a:gd name="T109" fmla="*/ 0 h 2743"/>
                  <a:gd name="T110" fmla="*/ 0 w 4053"/>
                  <a:gd name="T111" fmla="*/ 0 h 274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53"/>
                  <a:gd name="T169" fmla="*/ 0 h 2743"/>
                  <a:gd name="T170" fmla="*/ 4053 w 4053"/>
                  <a:gd name="T171" fmla="*/ 2743 h 274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53" h="2743">
                    <a:moveTo>
                      <a:pt x="1824" y="0"/>
                    </a:moveTo>
                    <a:lnTo>
                      <a:pt x="1609" y="88"/>
                    </a:lnTo>
                    <a:lnTo>
                      <a:pt x="1468" y="184"/>
                    </a:lnTo>
                    <a:lnTo>
                      <a:pt x="1174" y="228"/>
                    </a:lnTo>
                    <a:lnTo>
                      <a:pt x="969" y="310"/>
                    </a:lnTo>
                    <a:lnTo>
                      <a:pt x="870" y="398"/>
                    </a:lnTo>
                    <a:lnTo>
                      <a:pt x="828" y="457"/>
                    </a:lnTo>
                    <a:lnTo>
                      <a:pt x="738" y="655"/>
                    </a:lnTo>
                    <a:lnTo>
                      <a:pt x="749" y="769"/>
                    </a:lnTo>
                    <a:lnTo>
                      <a:pt x="624" y="1044"/>
                    </a:lnTo>
                    <a:lnTo>
                      <a:pt x="422" y="1353"/>
                    </a:lnTo>
                    <a:lnTo>
                      <a:pt x="268" y="1692"/>
                    </a:lnTo>
                    <a:lnTo>
                      <a:pt x="127" y="1950"/>
                    </a:lnTo>
                    <a:lnTo>
                      <a:pt x="118" y="2035"/>
                    </a:lnTo>
                    <a:lnTo>
                      <a:pt x="0" y="2231"/>
                    </a:lnTo>
                    <a:lnTo>
                      <a:pt x="37" y="2406"/>
                    </a:lnTo>
                    <a:lnTo>
                      <a:pt x="215" y="2584"/>
                    </a:lnTo>
                    <a:lnTo>
                      <a:pt x="767" y="2743"/>
                    </a:lnTo>
                    <a:lnTo>
                      <a:pt x="1139" y="2277"/>
                    </a:lnTo>
                    <a:lnTo>
                      <a:pt x="846" y="2116"/>
                    </a:lnTo>
                    <a:lnTo>
                      <a:pt x="846" y="2070"/>
                    </a:lnTo>
                    <a:lnTo>
                      <a:pt x="828" y="1998"/>
                    </a:lnTo>
                    <a:lnTo>
                      <a:pt x="870" y="1885"/>
                    </a:lnTo>
                    <a:lnTo>
                      <a:pt x="943" y="1816"/>
                    </a:lnTo>
                    <a:lnTo>
                      <a:pt x="1139" y="1699"/>
                    </a:lnTo>
                    <a:lnTo>
                      <a:pt x="1512" y="2231"/>
                    </a:lnTo>
                    <a:lnTo>
                      <a:pt x="2426" y="2371"/>
                    </a:lnTo>
                    <a:lnTo>
                      <a:pt x="2888" y="2281"/>
                    </a:lnTo>
                    <a:lnTo>
                      <a:pt x="3129" y="1824"/>
                    </a:lnTo>
                    <a:lnTo>
                      <a:pt x="3173" y="1593"/>
                    </a:lnTo>
                    <a:lnTo>
                      <a:pt x="3272" y="1673"/>
                    </a:lnTo>
                    <a:lnTo>
                      <a:pt x="3272" y="1780"/>
                    </a:lnTo>
                    <a:lnTo>
                      <a:pt x="3308" y="1824"/>
                    </a:lnTo>
                    <a:lnTo>
                      <a:pt x="3308" y="1929"/>
                    </a:lnTo>
                    <a:lnTo>
                      <a:pt x="3360" y="1998"/>
                    </a:lnTo>
                    <a:lnTo>
                      <a:pt x="3279" y="2070"/>
                    </a:lnTo>
                    <a:lnTo>
                      <a:pt x="3173" y="2143"/>
                    </a:lnTo>
                    <a:lnTo>
                      <a:pt x="3032" y="2213"/>
                    </a:lnTo>
                    <a:lnTo>
                      <a:pt x="3068" y="2674"/>
                    </a:lnTo>
                    <a:lnTo>
                      <a:pt x="3375" y="2613"/>
                    </a:lnTo>
                    <a:lnTo>
                      <a:pt x="3965" y="2353"/>
                    </a:lnTo>
                    <a:lnTo>
                      <a:pt x="4044" y="2248"/>
                    </a:lnTo>
                    <a:lnTo>
                      <a:pt x="4053" y="2035"/>
                    </a:lnTo>
                    <a:lnTo>
                      <a:pt x="3901" y="1903"/>
                    </a:lnTo>
                    <a:lnTo>
                      <a:pt x="3735" y="1213"/>
                    </a:lnTo>
                    <a:lnTo>
                      <a:pt x="3652" y="1116"/>
                    </a:lnTo>
                    <a:lnTo>
                      <a:pt x="3689" y="1016"/>
                    </a:lnTo>
                    <a:lnTo>
                      <a:pt x="3635" y="859"/>
                    </a:lnTo>
                    <a:lnTo>
                      <a:pt x="3672" y="751"/>
                    </a:lnTo>
                    <a:lnTo>
                      <a:pt x="3679" y="655"/>
                    </a:lnTo>
                    <a:lnTo>
                      <a:pt x="3663" y="558"/>
                    </a:lnTo>
                    <a:lnTo>
                      <a:pt x="3592" y="453"/>
                    </a:lnTo>
                    <a:lnTo>
                      <a:pt x="3442" y="363"/>
                    </a:lnTo>
                    <a:lnTo>
                      <a:pt x="2909" y="196"/>
                    </a:lnTo>
                    <a:lnTo>
                      <a:pt x="2499" y="68"/>
                    </a:lnTo>
                    <a:lnTo>
                      <a:pt x="1824" y="0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1" name="Freeform 52">
                <a:extLst>
                  <a:ext uri="{FF2B5EF4-FFF2-40B4-BE49-F238E27FC236}">
                    <a16:creationId xmlns:a16="http://schemas.microsoft.com/office/drawing/2014/main" id="{597362B1-0A6E-E54D-B9C5-C4FD9E82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44"/>
                <a:ext cx="326" cy="94"/>
              </a:xfrm>
              <a:custGeom>
                <a:avLst/>
                <a:gdLst>
                  <a:gd name="T0" fmla="*/ 0 w 2614"/>
                  <a:gd name="T1" fmla="*/ 0 h 745"/>
                  <a:gd name="T2" fmla="*/ 0 w 2614"/>
                  <a:gd name="T3" fmla="*/ 0 h 745"/>
                  <a:gd name="T4" fmla="*/ 0 w 2614"/>
                  <a:gd name="T5" fmla="*/ 0 h 745"/>
                  <a:gd name="T6" fmla="*/ 0 w 2614"/>
                  <a:gd name="T7" fmla="*/ 0 h 745"/>
                  <a:gd name="T8" fmla="*/ 0 w 2614"/>
                  <a:gd name="T9" fmla="*/ 0 h 745"/>
                  <a:gd name="T10" fmla="*/ 0 w 2614"/>
                  <a:gd name="T11" fmla="*/ 0 h 745"/>
                  <a:gd name="T12" fmla="*/ 0 w 2614"/>
                  <a:gd name="T13" fmla="*/ 0 h 745"/>
                  <a:gd name="T14" fmla="*/ 0 w 2614"/>
                  <a:gd name="T15" fmla="*/ 0 h 745"/>
                  <a:gd name="T16" fmla="*/ 0 w 2614"/>
                  <a:gd name="T17" fmla="*/ 0 h 745"/>
                  <a:gd name="T18" fmla="*/ 0 w 2614"/>
                  <a:gd name="T19" fmla="*/ 0 h 745"/>
                  <a:gd name="T20" fmla="*/ 0 w 2614"/>
                  <a:gd name="T21" fmla="*/ 0 h 745"/>
                  <a:gd name="T22" fmla="*/ 0 w 2614"/>
                  <a:gd name="T23" fmla="*/ 0 h 745"/>
                  <a:gd name="T24" fmla="*/ 0 w 2614"/>
                  <a:gd name="T25" fmla="*/ 0 h 745"/>
                  <a:gd name="T26" fmla="*/ 0 w 2614"/>
                  <a:gd name="T27" fmla="*/ 0 h 745"/>
                  <a:gd name="T28" fmla="*/ 0 w 2614"/>
                  <a:gd name="T29" fmla="*/ 0 h 7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14"/>
                  <a:gd name="T46" fmla="*/ 0 h 745"/>
                  <a:gd name="T47" fmla="*/ 2614 w 2614"/>
                  <a:gd name="T48" fmla="*/ 745 h 74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14" h="745">
                    <a:moveTo>
                      <a:pt x="373" y="64"/>
                    </a:moveTo>
                    <a:lnTo>
                      <a:pt x="282" y="154"/>
                    </a:lnTo>
                    <a:lnTo>
                      <a:pt x="179" y="358"/>
                    </a:lnTo>
                    <a:lnTo>
                      <a:pt x="161" y="506"/>
                    </a:lnTo>
                    <a:lnTo>
                      <a:pt x="0" y="745"/>
                    </a:lnTo>
                    <a:lnTo>
                      <a:pt x="2614" y="745"/>
                    </a:lnTo>
                    <a:lnTo>
                      <a:pt x="2557" y="392"/>
                    </a:lnTo>
                    <a:lnTo>
                      <a:pt x="2577" y="383"/>
                    </a:lnTo>
                    <a:lnTo>
                      <a:pt x="2577" y="260"/>
                    </a:lnTo>
                    <a:lnTo>
                      <a:pt x="2541" y="120"/>
                    </a:lnTo>
                    <a:lnTo>
                      <a:pt x="2469" y="0"/>
                    </a:lnTo>
                    <a:lnTo>
                      <a:pt x="2354" y="18"/>
                    </a:lnTo>
                    <a:lnTo>
                      <a:pt x="2238" y="222"/>
                    </a:lnTo>
                    <a:lnTo>
                      <a:pt x="1122" y="222"/>
                    </a:lnTo>
                    <a:lnTo>
                      <a:pt x="37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2" name="Freeform 53">
                <a:extLst>
                  <a:ext uri="{FF2B5EF4-FFF2-40B4-BE49-F238E27FC236}">
                    <a16:creationId xmlns:a16="http://schemas.microsoft.com/office/drawing/2014/main" id="{5E532B68-2397-F146-A5CC-D5A686CC4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35"/>
                <a:ext cx="123" cy="74"/>
              </a:xfrm>
              <a:custGeom>
                <a:avLst/>
                <a:gdLst>
                  <a:gd name="T0" fmla="*/ 0 w 985"/>
                  <a:gd name="T1" fmla="*/ 0 h 591"/>
                  <a:gd name="T2" fmla="*/ 0 w 985"/>
                  <a:gd name="T3" fmla="*/ 0 h 591"/>
                  <a:gd name="T4" fmla="*/ 0 w 985"/>
                  <a:gd name="T5" fmla="*/ 0 h 591"/>
                  <a:gd name="T6" fmla="*/ 0 w 985"/>
                  <a:gd name="T7" fmla="*/ 0 h 591"/>
                  <a:gd name="T8" fmla="*/ 0 w 985"/>
                  <a:gd name="T9" fmla="*/ 0 h 591"/>
                  <a:gd name="T10" fmla="*/ 0 w 985"/>
                  <a:gd name="T11" fmla="*/ 0 h 591"/>
                  <a:gd name="T12" fmla="*/ 0 w 985"/>
                  <a:gd name="T13" fmla="*/ 0 h 591"/>
                  <a:gd name="T14" fmla="*/ 0 w 985"/>
                  <a:gd name="T15" fmla="*/ 0 h 591"/>
                  <a:gd name="T16" fmla="*/ 0 w 985"/>
                  <a:gd name="T17" fmla="*/ 0 h 591"/>
                  <a:gd name="T18" fmla="*/ 0 w 985"/>
                  <a:gd name="T19" fmla="*/ 0 h 591"/>
                  <a:gd name="T20" fmla="*/ 0 w 985"/>
                  <a:gd name="T21" fmla="*/ 0 h 591"/>
                  <a:gd name="T22" fmla="*/ 0 w 985"/>
                  <a:gd name="T23" fmla="*/ 0 h 591"/>
                  <a:gd name="T24" fmla="*/ 0 w 985"/>
                  <a:gd name="T25" fmla="*/ 0 h 591"/>
                  <a:gd name="T26" fmla="*/ 0 w 985"/>
                  <a:gd name="T27" fmla="*/ 0 h 591"/>
                  <a:gd name="T28" fmla="*/ 0 w 985"/>
                  <a:gd name="T29" fmla="*/ 0 h 591"/>
                  <a:gd name="T30" fmla="*/ 0 w 985"/>
                  <a:gd name="T31" fmla="*/ 0 h 591"/>
                  <a:gd name="T32" fmla="*/ 0 w 985"/>
                  <a:gd name="T33" fmla="*/ 0 h 591"/>
                  <a:gd name="T34" fmla="*/ 0 w 985"/>
                  <a:gd name="T35" fmla="*/ 0 h 59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85"/>
                  <a:gd name="T55" fmla="*/ 0 h 591"/>
                  <a:gd name="T56" fmla="*/ 985 w 985"/>
                  <a:gd name="T57" fmla="*/ 591 h 59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85" h="591">
                    <a:moveTo>
                      <a:pt x="26" y="582"/>
                    </a:moveTo>
                    <a:lnTo>
                      <a:pt x="0" y="494"/>
                    </a:lnTo>
                    <a:lnTo>
                      <a:pt x="123" y="184"/>
                    </a:lnTo>
                    <a:lnTo>
                      <a:pt x="376" y="0"/>
                    </a:lnTo>
                    <a:lnTo>
                      <a:pt x="453" y="0"/>
                    </a:lnTo>
                    <a:lnTo>
                      <a:pt x="809" y="70"/>
                    </a:lnTo>
                    <a:lnTo>
                      <a:pt x="912" y="131"/>
                    </a:lnTo>
                    <a:lnTo>
                      <a:pt x="976" y="274"/>
                    </a:lnTo>
                    <a:lnTo>
                      <a:pt x="985" y="422"/>
                    </a:lnTo>
                    <a:lnTo>
                      <a:pt x="923" y="482"/>
                    </a:lnTo>
                    <a:lnTo>
                      <a:pt x="710" y="505"/>
                    </a:lnTo>
                    <a:lnTo>
                      <a:pt x="515" y="582"/>
                    </a:lnTo>
                    <a:lnTo>
                      <a:pt x="413" y="591"/>
                    </a:lnTo>
                    <a:lnTo>
                      <a:pt x="354" y="556"/>
                    </a:lnTo>
                    <a:lnTo>
                      <a:pt x="249" y="591"/>
                    </a:lnTo>
                    <a:lnTo>
                      <a:pt x="150" y="556"/>
                    </a:lnTo>
                    <a:lnTo>
                      <a:pt x="62" y="591"/>
                    </a:lnTo>
                    <a:lnTo>
                      <a:pt x="26" y="58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3" name="Freeform 54">
                <a:extLst>
                  <a:ext uri="{FF2B5EF4-FFF2-40B4-BE49-F238E27FC236}">
                    <a16:creationId xmlns:a16="http://schemas.microsoft.com/office/drawing/2014/main" id="{0008347A-51FF-C948-B66C-D95399E9E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26"/>
                <a:ext cx="113" cy="85"/>
              </a:xfrm>
              <a:custGeom>
                <a:avLst/>
                <a:gdLst>
                  <a:gd name="T0" fmla="*/ 0 w 899"/>
                  <a:gd name="T1" fmla="*/ 0 h 682"/>
                  <a:gd name="T2" fmla="*/ 0 w 899"/>
                  <a:gd name="T3" fmla="*/ 0 h 682"/>
                  <a:gd name="T4" fmla="*/ 0 w 899"/>
                  <a:gd name="T5" fmla="*/ 0 h 682"/>
                  <a:gd name="T6" fmla="*/ 0 w 899"/>
                  <a:gd name="T7" fmla="*/ 0 h 682"/>
                  <a:gd name="T8" fmla="*/ 0 w 899"/>
                  <a:gd name="T9" fmla="*/ 0 h 682"/>
                  <a:gd name="T10" fmla="*/ 0 w 899"/>
                  <a:gd name="T11" fmla="*/ 0 h 682"/>
                  <a:gd name="T12" fmla="*/ 0 w 899"/>
                  <a:gd name="T13" fmla="*/ 0 h 682"/>
                  <a:gd name="T14" fmla="*/ 0 w 899"/>
                  <a:gd name="T15" fmla="*/ 0 h 682"/>
                  <a:gd name="T16" fmla="*/ 0 w 899"/>
                  <a:gd name="T17" fmla="*/ 0 h 682"/>
                  <a:gd name="T18" fmla="*/ 0 w 899"/>
                  <a:gd name="T19" fmla="*/ 0 h 682"/>
                  <a:gd name="T20" fmla="*/ 0 w 899"/>
                  <a:gd name="T21" fmla="*/ 0 h 682"/>
                  <a:gd name="T22" fmla="*/ 0 w 899"/>
                  <a:gd name="T23" fmla="*/ 0 h 682"/>
                  <a:gd name="T24" fmla="*/ 0 w 899"/>
                  <a:gd name="T25" fmla="*/ 0 h 682"/>
                  <a:gd name="T26" fmla="*/ 0 w 899"/>
                  <a:gd name="T27" fmla="*/ 0 h 682"/>
                  <a:gd name="T28" fmla="*/ 0 w 899"/>
                  <a:gd name="T29" fmla="*/ 0 h 68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9"/>
                  <a:gd name="T46" fmla="*/ 0 h 682"/>
                  <a:gd name="T47" fmla="*/ 899 w 899"/>
                  <a:gd name="T48" fmla="*/ 682 h 68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9" h="682">
                    <a:moveTo>
                      <a:pt x="143" y="90"/>
                    </a:moveTo>
                    <a:lnTo>
                      <a:pt x="415" y="0"/>
                    </a:lnTo>
                    <a:lnTo>
                      <a:pt x="674" y="90"/>
                    </a:lnTo>
                    <a:lnTo>
                      <a:pt x="800" y="204"/>
                    </a:lnTo>
                    <a:lnTo>
                      <a:pt x="899" y="398"/>
                    </a:lnTo>
                    <a:lnTo>
                      <a:pt x="870" y="460"/>
                    </a:lnTo>
                    <a:lnTo>
                      <a:pt x="870" y="516"/>
                    </a:lnTo>
                    <a:lnTo>
                      <a:pt x="815" y="541"/>
                    </a:lnTo>
                    <a:lnTo>
                      <a:pt x="743" y="552"/>
                    </a:lnTo>
                    <a:lnTo>
                      <a:pt x="526" y="682"/>
                    </a:lnTo>
                    <a:lnTo>
                      <a:pt x="388" y="664"/>
                    </a:lnTo>
                    <a:lnTo>
                      <a:pt x="86" y="490"/>
                    </a:lnTo>
                    <a:lnTo>
                      <a:pt x="0" y="354"/>
                    </a:lnTo>
                    <a:lnTo>
                      <a:pt x="53" y="167"/>
                    </a:lnTo>
                    <a:lnTo>
                      <a:pt x="143" y="9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4" name="Freeform 55">
                <a:extLst>
                  <a:ext uri="{FF2B5EF4-FFF2-40B4-BE49-F238E27FC236}">
                    <a16:creationId xmlns:a16="http://schemas.microsoft.com/office/drawing/2014/main" id="{A09EF1E3-535B-EA4B-B88B-CA13FFD7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578"/>
                <a:ext cx="91" cy="158"/>
              </a:xfrm>
              <a:custGeom>
                <a:avLst/>
                <a:gdLst>
                  <a:gd name="T0" fmla="*/ 0 w 730"/>
                  <a:gd name="T1" fmla="*/ 0 h 1268"/>
                  <a:gd name="T2" fmla="*/ 0 w 730"/>
                  <a:gd name="T3" fmla="*/ 0 h 1268"/>
                  <a:gd name="T4" fmla="*/ 0 w 730"/>
                  <a:gd name="T5" fmla="*/ 0 h 1268"/>
                  <a:gd name="T6" fmla="*/ 0 w 730"/>
                  <a:gd name="T7" fmla="*/ 0 h 1268"/>
                  <a:gd name="T8" fmla="*/ 0 w 730"/>
                  <a:gd name="T9" fmla="*/ 0 h 1268"/>
                  <a:gd name="T10" fmla="*/ 0 w 730"/>
                  <a:gd name="T11" fmla="*/ 0 h 1268"/>
                  <a:gd name="T12" fmla="*/ 0 w 730"/>
                  <a:gd name="T13" fmla="*/ 0 h 1268"/>
                  <a:gd name="T14" fmla="*/ 0 w 730"/>
                  <a:gd name="T15" fmla="*/ 0 h 1268"/>
                  <a:gd name="T16" fmla="*/ 0 w 730"/>
                  <a:gd name="T17" fmla="*/ 0 h 1268"/>
                  <a:gd name="T18" fmla="*/ 0 w 730"/>
                  <a:gd name="T19" fmla="*/ 0 h 1268"/>
                  <a:gd name="T20" fmla="*/ 0 w 730"/>
                  <a:gd name="T21" fmla="*/ 0 h 1268"/>
                  <a:gd name="T22" fmla="*/ 0 w 730"/>
                  <a:gd name="T23" fmla="*/ 0 h 1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30"/>
                  <a:gd name="T37" fmla="*/ 0 h 1268"/>
                  <a:gd name="T38" fmla="*/ 730 w 730"/>
                  <a:gd name="T39" fmla="*/ 1268 h 126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30" h="1268">
                    <a:moveTo>
                      <a:pt x="730" y="0"/>
                    </a:moveTo>
                    <a:lnTo>
                      <a:pt x="730" y="216"/>
                    </a:lnTo>
                    <a:lnTo>
                      <a:pt x="675" y="498"/>
                    </a:lnTo>
                    <a:lnTo>
                      <a:pt x="622" y="779"/>
                    </a:lnTo>
                    <a:lnTo>
                      <a:pt x="525" y="1178"/>
                    </a:lnTo>
                    <a:lnTo>
                      <a:pt x="347" y="1268"/>
                    </a:lnTo>
                    <a:lnTo>
                      <a:pt x="52" y="1065"/>
                    </a:lnTo>
                    <a:lnTo>
                      <a:pt x="0" y="754"/>
                    </a:lnTo>
                    <a:lnTo>
                      <a:pt x="0" y="469"/>
                    </a:lnTo>
                    <a:lnTo>
                      <a:pt x="29" y="267"/>
                    </a:lnTo>
                    <a:lnTo>
                      <a:pt x="73" y="91"/>
                    </a:lnTo>
                    <a:lnTo>
                      <a:pt x="7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5" name="Freeform 56">
                <a:extLst>
                  <a:ext uri="{FF2B5EF4-FFF2-40B4-BE49-F238E27FC236}">
                    <a16:creationId xmlns:a16="http://schemas.microsoft.com/office/drawing/2014/main" id="{4970782A-8969-054B-8118-FAE913327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622"/>
                <a:ext cx="57" cy="99"/>
              </a:xfrm>
              <a:custGeom>
                <a:avLst/>
                <a:gdLst>
                  <a:gd name="T0" fmla="*/ 0 w 451"/>
                  <a:gd name="T1" fmla="*/ 0 h 791"/>
                  <a:gd name="T2" fmla="*/ 0 w 451"/>
                  <a:gd name="T3" fmla="*/ 0 h 791"/>
                  <a:gd name="T4" fmla="*/ 0 w 451"/>
                  <a:gd name="T5" fmla="*/ 0 h 791"/>
                  <a:gd name="T6" fmla="*/ 0 w 451"/>
                  <a:gd name="T7" fmla="*/ 0 h 791"/>
                  <a:gd name="T8" fmla="*/ 0 w 451"/>
                  <a:gd name="T9" fmla="*/ 0 h 791"/>
                  <a:gd name="T10" fmla="*/ 0 w 451"/>
                  <a:gd name="T11" fmla="*/ 0 h 791"/>
                  <a:gd name="T12" fmla="*/ 0 w 451"/>
                  <a:gd name="T13" fmla="*/ 0 h 791"/>
                  <a:gd name="T14" fmla="*/ 0 w 451"/>
                  <a:gd name="T15" fmla="*/ 0 h 791"/>
                  <a:gd name="T16" fmla="*/ 0 w 451"/>
                  <a:gd name="T17" fmla="*/ 0 h 791"/>
                  <a:gd name="T18" fmla="*/ 0 w 451"/>
                  <a:gd name="T19" fmla="*/ 0 h 791"/>
                  <a:gd name="T20" fmla="*/ 0 w 451"/>
                  <a:gd name="T21" fmla="*/ 0 h 791"/>
                  <a:gd name="T22" fmla="*/ 0 w 451"/>
                  <a:gd name="T23" fmla="*/ 0 h 791"/>
                  <a:gd name="T24" fmla="*/ 0 w 451"/>
                  <a:gd name="T25" fmla="*/ 0 h 791"/>
                  <a:gd name="T26" fmla="*/ 0 w 451"/>
                  <a:gd name="T27" fmla="*/ 0 h 791"/>
                  <a:gd name="T28" fmla="*/ 0 w 451"/>
                  <a:gd name="T29" fmla="*/ 0 h 7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51"/>
                  <a:gd name="T46" fmla="*/ 0 h 791"/>
                  <a:gd name="T47" fmla="*/ 451 w 451"/>
                  <a:gd name="T48" fmla="*/ 791 h 79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51" h="791">
                    <a:moveTo>
                      <a:pt x="0" y="286"/>
                    </a:moveTo>
                    <a:lnTo>
                      <a:pt x="70" y="204"/>
                    </a:lnTo>
                    <a:lnTo>
                      <a:pt x="220" y="0"/>
                    </a:lnTo>
                    <a:lnTo>
                      <a:pt x="354" y="62"/>
                    </a:lnTo>
                    <a:lnTo>
                      <a:pt x="444" y="265"/>
                    </a:lnTo>
                    <a:lnTo>
                      <a:pt x="451" y="373"/>
                    </a:lnTo>
                    <a:lnTo>
                      <a:pt x="345" y="286"/>
                    </a:lnTo>
                    <a:lnTo>
                      <a:pt x="220" y="265"/>
                    </a:lnTo>
                    <a:lnTo>
                      <a:pt x="50" y="791"/>
                    </a:lnTo>
                    <a:lnTo>
                      <a:pt x="6" y="745"/>
                    </a:lnTo>
                    <a:lnTo>
                      <a:pt x="133" y="373"/>
                    </a:lnTo>
                    <a:lnTo>
                      <a:pt x="105" y="277"/>
                    </a:lnTo>
                    <a:lnTo>
                      <a:pt x="70" y="329"/>
                    </a:lnTo>
                    <a:lnTo>
                      <a:pt x="50" y="286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6" name="Freeform 57">
                <a:extLst>
                  <a:ext uri="{FF2B5EF4-FFF2-40B4-BE49-F238E27FC236}">
                    <a16:creationId xmlns:a16="http://schemas.microsoft.com/office/drawing/2014/main" id="{190C6F96-0D53-6E48-A1AF-5AEB438B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627"/>
                <a:ext cx="45" cy="110"/>
              </a:xfrm>
              <a:custGeom>
                <a:avLst/>
                <a:gdLst>
                  <a:gd name="T0" fmla="*/ 0 w 365"/>
                  <a:gd name="T1" fmla="*/ 0 h 885"/>
                  <a:gd name="T2" fmla="*/ 0 w 365"/>
                  <a:gd name="T3" fmla="*/ 0 h 885"/>
                  <a:gd name="T4" fmla="*/ 0 w 365"/>
                  <a:gd name="T5" fmla="*/ 0 h 885"/>
                  <a:gd name="T6" fmla="*/ 0 w 365"/>
                  <a:gd name="T7" fmla="*/ 0 h 885"/>
                  <a:gd name="T8" fmla="*/ 0 w 365"/>
                  <a:gd name="T9" fmla="*/ 0 h 885"/>
                  <a:gd name="T10" fmla="*/ 0 w 365"/>
                  <a:gd name="T11" fmla="*/ 0 h 885"/>
                  <a:gd name="T12" fmla="*/ 0 w 365"/>
                  <a:gd name="T13" fmla="*/ 0 h 885"/>
                  <a:gd name="T14" fmla="*/ 0 w 365"/>
                  <a:gd name="T15" fmla="*/ 0 h 885"/>
                  <a:gd name="T16" fmla="*/ 0 w 365"/>
                  <a:gd name="T17" fmla="*/ 0 h 885"/>
                  <a:gd name="T18" fmla="*/ 0 w 365"/>
                  <a:gd name="T19" fmla="*/ 0 h 885"/>
                  <a:gd name="T20" fmla="*/ 0 w 365"/>
                  <a:gd name="T21" fmla="*/ 0 h 885"/>
                  <a:gd name="T22" fmla="*/ 0 w 365"/>
                  <a:gd name="T23" fmla="*/ 0 h 885"/>
                  <a:gd name="T24" fmla="*/ 0 w 365"/>
                  <a:gd name="T25" fmla="*/ 0 h 885"/>
                  <a:gd name="T26" fmla="*/ 0 w 365"/>
                  <a:gd name="T27" fmla="*/ 0 h 885"/>
                  <a:gd name="T28" fmla="*/ 0 w 365"/>
                  <a:gd name="T29" fmla="*/ 0 h 8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65"/>
                  <a:gd name="T46" fmla="*/ 0 h 885"/>
                  <a:gd name="T47" fmla="*/ 365 w 365"/>
                  <a:gd name="T48" fmla="*/ 885 h 8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65" h="885">
                    <a:moveTo>
                      <a:pt x="154" y="0"/>
                    </a:moveTo>
                    <a:lnTo>
                      <a:pt x="99" y="64"/>
                    </a:lnTo>
                    <a:lnTo>
                      <a:pt x="83" y="108"/>
                    </a:lnTo>
                    <a:lnTo>
                      <a:pt x="125" y="285"/>
                    </a:lnTo>
                    <a:lnTo>
                      <a:pt x="125" y="320"/>
                    </a:lnTo>
                    <a:lnTo>
                      <a:pt x="0" y="744"/>
                    </a:lnTo>
                    <a:lnTo>
                      <a:pt x="189" y="885"/>
                    </a:lnTo>
                    <a:lnTo>
                      <a:pt x="348" y="788"/>
                    </a:lnTo>
                    <a:lnTo>
                      <a:pt x="365" y="701"/>
                    </a:lnTo>
                    <a:lnTo>
                      <a:pt x="295" y="472"/>
                    </a:lnTo>
                    <a:lnTo>
                      <a:pt x="231" y="294"/>
                    </a:lnTo>
                    <a:lnTo>
                      <a:pt x="260" y="186"/>
                    </a:lnTo>
                    <a:lnTo>
                      <a:pt x="295" y="123"/>
                    </a:lnTo>
                    <a:lnTo>
                      <a:pt x="231" y="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7" name="Freeform 58">
                <a:extLst>
                  <a:ext uri="{FF2B5EF4-FFF2-40B4-BE49-F238E27FC236}">
                    <a16:creationId xmlns:a16="http://schemas.microsoft.com/office/drawing/2014/main" id="{8ADF5968-BC92-F34F-8188-98B00072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630"/>
                <a:ext cx="47" cy="97"/>
              </a:xfrm>
              <a:custGeom>
                <a:avLst/>
                <a:gdLst>
                  <a:gd name="T0" fmla="*/ 0 w 376"/>
                  <a:gd name="T1" fmla="*/ 0 h 779"/>
                  <a:gd name="T2" fmla="*/ 0 w 376"/>
                  <a:gd name="T3" fmla="*/ 0 h 779"/>
                  <a:gd name="T4" fmla="*/ 0 w 376"/>
                  <a:gd name="T5" fmla="*/ 0 h 779"/>
                  <a:gd name="T6" fmla="*/ 0 w 376"/>
                  <a:gd name="T7" fmla="*/ 0 h 779"/>
                  <a:gd name="T8" fmla="*/ 0 w 376"/>
                  <a:gd name="T9" fmla="*/ 0 h 779"/>
                  <a:gd name="T10" fmla="*/ 0 w 376"/>
                  <a:gd name="T11" fmla="*/ 0 h 779"/>
                  <a:gd name="T12" fmla="*/ 0 w 376"/>
                  <a:gd name="T13" fmla="*/ 0 h 779"/>
                  <a:gd name="T14" fmla="*/ 0 w 376"/>
                  <a:gd name="T15" fmla="*/ 0 h 779"/>
                  <a:gd name="T16" fmla="*/ 0 w 376"/>
                  <a:gd name="T17" fmla="*/ 0 h 779"/>
                  <a:gd name="T18" fmla="*/ 0 w 376"/>
                  <a:gd name="T19" fmla="*/ 0 h 779"/>
                  <a:gd name="T20" fmla="*/ 0 w 376"/>
                  <a:gd name="T21" fmla="*/ 0 h 779"/>
                  <a:gd name="T22" fmla="*/ 0 w 376"/>
                  <a:gd name="T23" fmla="*/ 0 h 779"/>
                  <a:gd name="T24" fmla="*/ 0 w 376"/>
                  <a:gd name="T25" fmla="*/ 0 h 779"/>
                  <a:gd name="T26" fmla="*/ 0 w 376"/>
                  <a:gd name="T27" fmla="*/ 0 h 779"/>
                  <a:gd name="T28" fmla="*/ 0 w 376"/>
                  <a:gd name="T29" fmla="*/ 0 h 779"/>
                  <a:gd name="T30" fmla="*/ 0 w 376"/>
                  <a:gd name="T31" fmla="*/ 0 h 779"/>
                  <a:gd name="T32" fmla="*/ 0 w 376"/>
                  <a:gd name="T33" fmla="*/ 0 h 779"/>
                  <a:gd name="T34" fmla="*/ 0 w 376"/>
                  <a:gd name="T35" fmla="*/ 0 h 779"/>
                  <a:gd name="T36" fmla="*/ 0 w 376"/>
                  <a:gd name="T37" fmla="*/ 0 h 779"/>
                  <a:gd name="T38" fmla="*/ 0 w 376"/>
                  <a:gd name="T39" fmla="*/ 0 h 779"/>
                  <a:gd name="T40" fmla="*/ 0 w 376"/>
                  <a:gd name="T41" fmla="*/ 0 h 779"/>
                  <a:gd name="T42" fmla="*/ 0 w 376"/>
                  <a:gd name="T43" fmla="*/ 0 h 779"/>
                  <a:gd name="T44" fmla="*/ 0 w 376"/>
                  <a:gd name="T45" fmla="*/ 0 h 779"/>
                  <a:gd name="T46" fmla="*/ 0 w 376"/>
                  <a:gd name="T47" fmla="*/ 0 h 7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76"/>
                  <a:gd name="T73" fmla="*/ 0 h 779"/>
                  <a:gd name="T74" fmla="*/ 376 w 376"/>
                  <a:gd name="T75" fmla="*/ 779 h 77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76" h="779">
                    <a:moveTo>
                      <a:pt x="154" y="0"/>
                    </a:moveTo>
                    <a:lnTo>
                      <a:pt x="134" y="72"/>
                    </a:lnTo>
                    <a:lnTo>
                      <a:pt x="189" y="203"/>
                    </a:lnTo>
                    <a:lnTo>
                      <a:pt x="224" y="168"/>
                    </a:lnTo>
                    <a:lnTo>
                      <a:pt x="260" y="37"/>
                    </a:lnTo>
                    <a:lnTo>
                      <a:pt x="268" y="109"/>
                    </a:lnTo>
                    <a:lnTo>
                      <a:pt x="242" y="239"/>
                    </a:lnTo>
                    <a:lnTo>
                      <a:pt x="251" y="293"/>
                    </a:lnTo>
                    <a:lnTo>
                      <a:pt x="376" y="729"/>
                    </a:lnTo>
                    <a:lnTo>
                      <a:pt x="339" y="770"/>
                    </a:lnTo>
                    <a:lnTo>
                      <a:pt x="251" y="419"/>
                    </a:lnTo>
                    <a:lnTo>
                      <a:pt x="231" y="531"/>
                    </a:lnTo>
                    <a:lnTo>
                      <a:pt x="189" y="569"/>
                    </a:lnTo>
                    <a:lnTo>
                      <a:pt x="143" y="470"/>
                    </a:lnTo>
                    <a:lnTo>
                      <a:pt x="143" y="383"/>
                    </a:lnTo>
                    <a:lnTo>
                      <a:pt x="99" y="551"/>
                    </a:lnTo>
                    <a:lnTo>
                      <a:pt x="73" y="729"/>
                    </a:lnTo>
                    <a:lnTo>
                      <a:pt x="73" y="779"/>
                    </a:lnTo>
                    <a:lnTo>
                      <a:pt x="0" y="729"/>
                    </a:lnTo>
                    <a:lnTo>
                      <a:pt x="134" y="267"/>
                    </a:lnTo>
                    <a:lnTo>
                      <a:pt x="134" y="197"/>
                    </a:lnTo>
                    <a:lnTo>
                      <a:pt x="64" y="81"/>
                    </a:lnTo>
                    <a:lnTo>
                      <a:pt x="99" y="37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8" name="Freeform 59">
                <a:extLst>
                  <a:ext uri="{FF2B5EF4-FFF2-40B4-BE49-F238E27FC236}">
                    <a16:creationId xmlns:a16="http://schemas.microsoft.com/office/drawing/2014/main" id="{EFD15978-C857-5149-A33E-376F8522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455"/>
                <a:ext cx="151" cy="169"/>
              </a:xfrm>
              <a:custGeom>
                <a:avLst/>
                <a:gdLst>
                  <a:gd name="T0" fmla="*/ 0 w 1206"/>
                  <a:gd name="T1" fmla="*/ 0 h 1354"/>
                  <a:gd name="T2" fmla="*/ 0 w 1206"/>
                  <a:gd name="T3" fmla="*/ 0 h 1354"/>
                  <a:gd name="T4" fmla="*/ 0 w 1206"/>
                  <a:gd name="T5" fmla="*/ 0 h 1354"/>
                  <a:gd name="T6" fmla="*/ 0 w 1206"/>
                  <a:gd name="T7" fmla="*/ 0 h 1354"/>
                  <a:gd name="T8" fmla="*/ 0 w 1206"/>
                  <a:gd name="T9" fmla="*/ 0 h 1354"/>
                  <a:gd name="T10" fmla="*/ 0 w 1206"/>
                  <a:gd name="T11" fmla="*/ 0 h 1354"/>
                  <a:gd name="T12" fmla="*/ 0 w 1206"/>
                  <a:gd name="T13" fmla="*/ 0 h 1354"/>
                  <a:gd name="T14" fmla="*/ 0 w 1206"/>
                  <a:gd name="T15" fmla="*/ 0 h 1354"/>
                  <a:gd name="T16" fmla="*/ 0 w 1206"/>
                  <a:gd name="T17" fmla="*/ 0 h 1354"/>
                  <a:gd name="T18" fmla="*/ 0 w 1206"/>
                  <a:gd name="T19" fmla="*/ 0 h 1354"/>
                  <a:gd name="T20" fmla="*/ 0 w 1206"/>
                  <a:gd name="T21" fmla="*/ 0 h 1354"/>
                  <a:gd name="T22" fmla="*/ 0 w 1206"/>
                  <a:gd name="T23" fmla="*/ 0 h 1354"/>
                  <a:gd name="T24" fmla="*/ 0 w 1206"/>
                  <a:gd name="T25" fmla="*/ 0 h 1354"/>
                  <a:gd name="T26" fmla="*/ 0 w 1206"/>
                  <a:gd name="T27" fmla="*/ 0 h 1354"/>
                  <a:gd name="T28" fmla="*/ 0 w 1206"/>
                  <a:gd name="T29" fmla="*/ 0 h 1354"/>
                  <a:gd name="T30" fmla="*/ 0 w 1206"/>
                  <a:gd name="T31" fmla="*/ 0 h 1354"/>
                  <a:gd name="T32" fmla="*/ 0 w 1206"/>
                  <a:gd name="T33" fmla="*/ 0 h 1354"/>
                  <a:gd name="T34" fmla="*/ 0 w 1206"/>
                  <a:gd name="T35" fmla="*/ 0 h 1354"/>
                  <a:gd name="T36" fmla="*/ 0 w 1206"/>
                  <a:gd name="T37" fmla="*/ 0 h 1354"/>
                  <a:gd name="T38" fmla="*/ 0 w 1206"/>
                  <a:gd name="T39" fmla="*/ 0 h 1354"/>
                  <a:gd name="T40" fmla="*/ 0 w 1206"/>
                  <a:gd name="T41" fmla="*/ 0 h 1354"/>
                  <a:gd name="T42" fmla="*/ 0 w 1206"/>
                  <a:gd name="T43" fmla="*/ 0 h 1354"/>
                  <a:gd name="T44" fmla="*/ 0 w 1206"/>
                  <a:gd name="T45" fmla="*/ 0 h 1354"/>
                  <a:gd name="T46" fmla="*/ 0 w 1206"/>
                  <a:gd name="T47" fmla="*/ 0 h 1354"/>
                  <a:gd name="T48" fmla="*/ 0 w 1206"/>
                  <a:gd name="T49" fmla="*/ 0 h 1354"/>
                  <a:gd name="T50" fmla="*/ 0 w 1206"/>
                  <a:gd name="T51" fmla="*/ 0 h 1354"/>
                  <a:gd name="T52" fmla="*/ 0 w 1206"/>
                  <a:gd name="T53" fmla="*/ 0 h 1354"/>
                  <a:gd name="T54" fmla="*/ 0 w 1206"/>
                  <a:gd name="T55" fmla="*/ 0 h 1354"/>
                  <a:gd name="T56" fmla="*/ 0 w 1206"/>
                  <a:gd name="T57" fmla="*/ 0 h 1354"/>
                  <a:gd name="T58" fmla="*/ 0 w 1206"/>
                  <a:gd name="T59" fmla="*/ 0 h 1354"/>
                  <a:gd name="T60" fmla="*/ 0 w 1206"/>
                  <a:gd name="T61" fmla="*/ 0 h 13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06"/>
                  <a:gd name="T94" fmla="*/ 0 h 1354"/>
                  <a:gd name="T95" fmla="*/ 1206 w 1206"/>
                  <a:gd name="T96" fmla="*/ 1354 h 135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06" h="1354">
                    <a:moveTo>
                      <a:pt x="83" y="271"/>
                    </a:moveTo>
                    <a:lnTo>
                      <a:pt x="56" y="288"/>
                    </a:lnTo>
                    <a:lnTo>
                      <a:pt x="24" y="324"/>
                    </a:lnTo>
                    <a:lnTo>
                      <a:pt x="0" y="493"/>
                    </a:lnTo>
                    <a:lnTo>
                      <a:pt x="10" y="585"/>
                    </a:lnTo>
                    <a:lnTo>
                      <a:pt x="17" y="654"/>
                    </a:lnTo>
                    <a:lnTo>
                      <a:pt x="59" y="705"/>
                    </a:lnTo>
                    <a:lnTo>
                      <a:pt x="72" y="1018"/>
                    </a:lnTo>
                    <a:lnTo>
                      <a:pt x="164" y="1185"/>
                    </a:lnTo>
                    <a:lnTo>
                      <a:pt x="224" y="1224"/>
                    </a:lnTo>
                    <a:lnTo>
                      <a:pt x="275" y="1306"/>
                    </a:lnTo>
                    <a:lnTo>
                      <a:pt x="473" y="1348"/>
                    </a:lnTo>
                    <a:lnTo>
                      <a:pt x="637" y="1354"/>
                    </a:lnTo>
                    <a:lnTo>
                      <a:pt x="734" y="1288"/>
                    </a:lnTo>
                    <a:lnTo>
                      <a:pt x="798" y="1196"/>
                    </a:lnTo>
                    <a:lnTo>
                      <a:pt x="883" y="1145"/>
                    </a:lnTo>
                    <a:lnTo>
                      <a:pt x="995" y="910"/>
                    </a:lnTo>
                    <a:lnTo>
                      <a:pt x="1066" y="915"/>
                    </a:lnTo>
                    <a:lnTo>
                      <a:pt x="1147" y="840"/>
                    </a:lnTo>
                    <a:lnTo>
                      <a:pt x="1165" y="732"/>
                    </a:lnTo>
                    <a:lnTo>
                      <a:pt x="1206" y="633"/>
                    </a:lnTo>
                    <a:lnTo>
                      <a:pt x="1202" y="571"/>
                    </a:lnTo>
                    <a:lnTo>
                      <a:pt x="1178" y="539"/>
                    </a:lnTo>
                    <a:lnTo>
                      <a:pt x="1153" y="546"/>
                    </a:lnTo>
                    <a:lnTo>
                      <a:pt x="1085" y="559"/>
                    </a:lnTo>
                    <a:lnTo>
                      <a:pt x="1089" y="186"/>
                    </a:lnTo>
                    <a:lnTo>
                      <a:pt x="1019" y="80"/>
                    </a:lnTo>
                    <a:lnTo>
                      <a:pt x="690" y="0"/>
                    </a:lnTo>
                    <a:lnTo>
                      <a:pt x="296" y="25"/>
                    </a:lnTo>
                    <a:lnTo>
                      <a:pt x="160" y="181"/>
                    </a:lnTo>
                    <a:lnTo>
                      <a:pt x="83" y="27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19" name="Freeform 60">
                <a:extLst>
                  <a:ext uri="{FF2B5EF4-FFF2-40B4-BE49-F238E27FC236}">
                    <a16:creationId xmlns:a16="http://schemas.microsoft.com/office/drawing/2014/main" id="{107CC79B-DEBA-9441-925D-AA3FFB099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429"/>
                <a:ext cx="92" cy="37"/>
              </a:xfrm>
              <a:custGeom>
                <a:avLst/>
                <a:gdLst>
                  <a:gd name="T0" fmla="*/ 0 w 735"/>
                  <a:gd name="T1" fmla="*/ 0 h 297"/>
                  <a:gd name="T2" fmla="*/ 0 w 735"/>
                  <a:gd name="T3" fmla="*/ 0 h 297"/>
                  <a:gd name="T4" fmla="*/ 0 w 735"/>
                  <a:gd name="T5" fmla="*/ 0 h 297"/>
                  <a:gd name="T6" fmla="*/ 0 w 735"/>
                  <a:gd name="T7" fmla="*/ 0 h 297"/>
                  <a:gd name="T8" fmla="*/ 0 w 735"/>
                  <a:gd name="T9" fmla="*/ 0 h 297"/>
                  <a:gd name="T10" fmla="*/ 0 w 735"/>
                  <a:gd name="T11" fmla="*/ 0 h 297"/>
                  <a:gd name="T12" fmla="*/ 0 w 735"/>
                  <a:gd name="T13" fmla="*/ 0 h 297"/>
                  <a:gd name="T14" fmla="*/ 0 w 735"/>
                  <a:gd name="T15" fmla="*/ 0 h 297"/>
                  <a:gd name="T16" fmla="*/ 0 w 735"/>
                  <a:gd name="T17" fmla="*/ 0 h 297"/>
                  <a:gd name="T18" fmla="*/ 0 w 735"/>
                  <a:gd name="T19" fmla="*/ 0 h 297"/>
                  <a:gd name="T20" fmla="*/ 0 w 735"/>
                  <a:gd name="T21" fmla="*/ 0 h 297"/>
                  <a:gd name="T22" fmla="*/ 0 w 735"/>
                  <a:gd name="T23" fmla="*/ 0 h 297"/>
                  <a:gd name="T24" fmla="*/ 0 w 735"/>
                  <a:gd name="T25" fmla="*/ 0 h 2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35"/>
                  <a:gd name="T40" fmla="*/ 0 h 297"/>
                  <a:gd name="T41" fmla="*/ 735 w 735"/>
                  <a:gd name="T42" fmla="*/ 297 h 29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35" h="297">
                    <a:moveTo>
                      <a:pt x="16" y="279"/>
                    </a:moveTo>
                    <a:lnTo>
                      <a:pt x="235" y="252"/>
                    </a:lnTo>
                    <a:lnTo>
                      <a:pt x="454" y="263"/>
                    </a:lnTo>
                    <a:lnTo>
                      <a:pt x="676" y="297"/>
                    </a:lnTo>
                    <a:lnTo>
                      <a:pt x="735" y="272"/>
                    </a:lnTo>
                    <a:lnTo>
                      <a:pt x="616" y="92"/>
                    </a:lnTo>
                    <a:lnTo>
                      <a:pt x="452" y="0"/>
                    </a:lnTo>
                    <a:lnTo>
                      <a:pt x="330" y="0"/>
                    </a:lnTo>
                    <a:lnTo>
                      <a:pt x="254" y="16"/>
                    </a:lnTo>
                    <a:lnTo>
                      <a:pt x="142" y="60"/>
                    </a:lnTo>
                    <a:lnTo>
                      <a:pt x="41" y="134"/>
                    </a:lnTo>
                    <a:lnTo>
                      <a:pt x="0" y="219"/>
                    </a:lnTo>
                    <a:lnTo>
                      <a:pt x="16" y="27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0" name="Freeform 61">
                <a:extLst>
                  <a:ext uri="{FF2B5EF4-FFF2-40B4-BE49-F238E27FC236}">
                    <a16:creationId xmlns:a16="http://schemas.microsoft.com/office/drawing/2014/main" id="{3F6C2DAA-C21A-4C4A-9719-5754339C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481"/>
                <a:ext cx="255" cy="217"/>
              </a:xfrm>
              <a:custGeom>
                <a:avLst/>
                <a:gdLst>
                  <a:gd name="T0" fmla="*/ 0 w 2043"/>
                  <a:gd name="T1" fmla="*/ 0 h 1732"/>
                  <a:gd name="T2" fmla="*/ 0 w 2043"/>
                  <a:gd name="T3" fmla="*/ 0 h 1732"/>
                  <a:gd name="T4" fmla="*/ 0 w 2043"/>
                  <a:gd name="T5" fmla="*/ 0 h 1732"/>
                  <a:gd name="T6" fmla="*/ 0 w 2043"/>
                  <a:gd name="T7" fmla="*/ 0 h 1732"/>
                  <a:gd name="T8" fmla="*/ 0 w 2043"/>
                  <a:gd name="T9" fmla="*/ 0 h 1732"/>
                  <a:gd name="T10" fmla="*/ 0 w 2043"/>
                  <a:gd name="T11" fmla="*/ 0 h 1732"/>
                  <a:gd name="T12" fmla="*/ 0 w 2043"/>
                  <a:gd name="T13" fmla="*/ 0 h 1732"/>
                  <a:gd name="T14" fmla="*/ 0 w 2043"/>
                  <a:gd name="T15" fmla="*/ 0 h 1732"/>
                  <a:gd name="T16" fmla="*/ 0 w 2043"/>
                  <a:gd name="T17" fmla="*/ 0 h 1732"/>
                  <a:gd name="T18" fmla="*/ 0 w 2043"/>
                  <a:gd name="T19" fmla="*/ 0 h 1732"/>
                  <a:gd name="T20" fmla="*/ 0 w 2043"/>
                  <a:gd name="T21" fmla="*/ 0 h 1732"/>
                  <a:gd name="T22" fmla="*/ 0 w 2043"/>
                  <a:gd name="T23" fmla="*/ 0 h 1732"/>
                  <a:gd name="T24" fmla="*/ 0 w 2043"/>
                  <a:gd name="T25" fmla="*/ 0 h 1732"/>
                  <a:gd name="T26" fmla="*/ 0 w 2043"/>
                  <a:gd name="T27" fmla="*/ 0 h 1732"/>
                  <a:gd name="T28" fmla="*/ 0 w 2043"/>
                  <a:gd name="T29" fmla="*/ 0 h 1732"/>
                  <a:gd name="T30" fmla="*/ 0 w 2043"/>
                  <a:gd name="T31" fmla="*/ 0 h 1732"/>
                  <a:gd name="T32" fmla="*/ 0 w 2043"/>
                  <a:gd name="T33" fmla="*/ 0 h 1732"/>
                  <a:gd name="T34" fmla="*/ 0 w 2043"/>
                  <a:gd name="T35" fmla="*/ 0 h 1732"/>
                  <a:gd name="T36" fmla="*/ 0 w 2043"/>
                  <a:gd name="T37" fmla="*/ 0 h 1732"/>
                  <a:gd name="T38" fmla="*/ 0 w 2043"/>
                  <a:gd name="T39" fmla="*/ 0 h 1732"/>
                  <a:gd name="T40" fmla="*/ 0 w 2043"/>
                  <a:gd name="T41" fmla="*/ 0 h 1732"/>
                  <a:gd name="T42" fmla="*/ 0 w 2043"/>
                  <a:gd name="T43" fmla="*/ 0 h 1732"/>
                  <a:gd name="T44" fmla="*/ 0 w 2043"/>
                  <a:gd name="T45" fmla="*/ 0 h 1732"/>
                  <a:gd name="T46" fmla="*/ 0 w 2043"/>
                  <a:gd name="T47" fmla="*/ 0 h 1732"/>
                  <a:gd name="T48" fmla="*/ 0 w 2043"/>
                  <a:gd name="T49" fmla="*/ 0 h 1732"/>
                  <a:gd name="T50" fmla="*/ 0 w 2043"/>
                  <a:gd name="T51" fmla="*/ 0 h 1732"/>
                  <a:gd name="T52" fmla="*/ 0 w 2043"/>
                  <a:gd name="T53" fmla="*/ 0 h 1732"/>
                  <a:gd name="T54" fmla="*/ 0 w 2043"/>
                  <a:gd name="T55" fmla="*/ 0 h 1732"/>
                  <a:gd name="T56" fmla="*/ 0 w 2043"/>
                  <a:gd name="T57" fmla="*/ 0 h 1732"/>
                  <a:gd name="T58" fmla="*/ 0 w 2043"/>
                  <a:gd name="T59" fmla="*/ 0 h 1732"/>
                  <a:gd name="T60" fmla="*/ 0 w 2043"/>
                  <a:gd name="T61" fmla="*/ 0 h 1732"/>
                  <a:gd name="T62" fmla="*/ 0 w 2043"/>
                  <a:gd name="T63" fmla="*/ 0 h 1732"/>
                  <a:gd name="T64" fmla="*/ 0 w 2043"/>
                  <a:gd name="T65" fmla="*/ 0 h 1732"/>
                  <a:gd name="T66" fmla="*/ 0 w 2043"/>
                  <a:gd name="T67" fmla="*/ 0 h 1732"/>
                  <a:gd name="T68" fmla="*/ 0 w 2043"/>
                  <a:gd name="T69" fmla="*/ 0 h 173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43"/>
                  <a:gd name="T106" fmla="*/ 0 h 1732"/>
                  <a:gd name="T107" fmla="*/ 2043 w 2043"/>
                  <a:gd name="T108" fmla="*/ 1732 h 173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43" h="1732">
                    <a:moveTo>
                      <a:pt x="669" y="1732"/>
                    </a:moveTo>
                    <a:lnTo>
                      <a:pt x="546" y="1649"/>
                    </a:lnTo>
                    <a:lnTo>
                      <a:pt x="480" y="1437"/>
                    </a:lnTo>
                    <a:lnTo>
                      <a:pt x="579" y="1379"/>
                    </a:lnTo>
                    <a:lnTo>
                      <a:pt x="775" y="1626"/>
                    </a:lnTo>
                    <a:lnTo>
                      <a:pt x="1462" y="1372"/>
                    </a:lnTo>
                    <a:lnTo>
                      <a:pt x="1607" y="1453"/>
                    </a:lnTo>
                    <a:lnTo>
                      <a:pt x="1693" y="1525"/>
                    </a:lnTo>
                    <a:lnTo>
                      <a:pt x="1891" y="1510"/>
                    </a:lnTo>
                    <a:lnTo>
                      <a:pt x="2008" y="1383"/>
                    </a:lnTo>
                    <a:lnTo>
                      <a:pt x="2043" y="1160"/>
                    </a:lnTo>
                    <a:lnTo>
                      <a:pt x="1916" y="908"/>
                    </a:lnTo>
                    <a:lnTo>
                      <a:pt x="1814" y="734"/>
                    </a:lnTo>
                    <a:lnTo>
                      <a:pt x="1801" y="438"/>
                    </a:lnTo>
                    <a:lnTo>
                      <a:pt x="1676" y="270"/>
                    </a:lnTo>
                    <a:lnTo>
                      <a:pt x="1623" y="215"/>
                    </a:lnTo>
                    <a:lnTo>
                      <a:pt x="1575" y="121"/>
                    </a:lnTo>
                    <a:lnTo>
                      <a:pt x="1423" y="22"/>
                    </a:lnTo>
                    <a:lnTo>
                      <a:pt x="1179" y="0"/>
                    </a:lnTo>
                    <a:lnTo>
                      <a:pt x="977" y="42"/>
                    </a:lnTo>
                    <a:lnTo>
                      <a:pt x="837" y="137"/>
                    </a:lnTo>
                    <a:lnTo>
                      <a:pt x="705" y="270"/>
                    </a:lnTo>
                    <a:lnTo>
                      <a:pt x="572" y="503"/>
                    </a:lnTo>
                    <a:lnTo>
                      <a:pt x="468" y="734"/>
                    </a:lnTo>
                    <a:lnTo>
                      <a:pt x="373" y="911"/>
                    </a:lnTo>
                    <a:lnTo>
                      <a:pt x="283" y="1029"/>
                    </a:lnTo>
                    <a:lnTo>
                      <a:pt x="171" y="1196"/>
                    </a:lnTo>
                    <a:lnTo>
                      <a:pt x="54" y="1367"/>
                    </a:lnTo>
                    <a:lnTo>
                      <a:pt x="0" y="1565"/>
                    </a:lnTo>
                    <a:lnTo>
                      <a:pt x="34" y="1732"/>
                    </a:lnTo>
                    <a:lnTo>
                      <a:pt x="159" y="1635"/>
                    </a:lnTo>
                    <a:lnTo>
                      <a:pt x="247" y="1554"/>
                    </a:lnTo>
                    <a:lnTo>
                      <a:pt x="344" y="1633"/>
                    </a:lnTo>
                    <a:lnTo>
                      <a:pt x="489" y="1684"/>
                    </a:lnTo>
                    <a:lnTo>
                      <a:pt x="669" y="1732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1" name="Freeform 62">
                <a:extLst>
                  <a:ext uri="{FF2B5EF4-FFF2-40B4-BE49-F238E27FC236}">
                    <a16:creationId xmlns:a16="http://schemas.microsoft.com/office/drawing/2014/main" id="{8628A351-C24D-5A43-B041-8CD909B6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30"/>
                <a:ext cx="125" cy="230"/>
              </a:xfrm>
              <a:custGeom>
                <a:avLst/>
                <a:gdLst>
                  <a:gd name="T0" fmla="*/ 0 w 995"/>
                  <a:gd name="T1" fmla="*/ 0 h 1838"/>
                  <a:gd name="T2" fmla="*/ 0 w 995"/>
                  <a:gd name="T3" fmla="*/ 0 h 1838"/>
                  <a:gd name="T4" fmla="*/ 0 w 995"/>
                  <a:gd name="T5" fmla="*/ 0 h 1838"/>
                  <a:gd name="T6" fmla="*/ 0 w 995"/>
                  <a:gd name="T7" fmla="*/ 0 h 1838"/>
                  <a:gd name="T8" fmla="*/ 0 w 995"/>
                  <a:gd name="T9" fmla="*/ 0 h 1838"/>
                  <a:gd name="T10" fmla="*/ 0 w 995"/>
                  <a:gd name="T11" fmla="*/ 0 h 1838"/>
                  <a:gd name="T12" fmla="*/ 0 w 995"/>
                  <a:gd name="T13" fmla="*/ 0 h 1838"/>
                  <a:gd name="T14" fmla="*/ 0 w 995"/>
                  <a:gd name="T15" fmla="*/ 0 h 1838"/>
                  <a:gd name="T16" fmla="*/ 0 w 995"/>
                  <a:gd name="T17" fmla="*/ 0 h 1838"/>
                  <a:gd name="T18" fmla="*/ 0 w 995"/>
                  <a:gd name="T19" fmla="*/ 0 h 1838"/>
                  <a:gd name="T20" fmla="*/ 0 w 995"/>
                  <a:gd name="T21" fmla="*/ 0 h 1838"/>
                  <a:gd name="T22" fmla="*/ 0 w 995"/>
                  <a:gd name="T23" fmla="*/ 0 h 1838"/>
                  <a:gd name="T24" fmla="*/ 0 w 995"/>
                  <a:gd name="T25" fmla="*/ 0 h 1838"/>
                  <a:gd name="T26" fmla="*/ 0 w 995"/>
                  <a:gd name="T27" fmla="*/ 0 h 1838"/>
                  <a:gd name="T28" fmla="*/ 0 w 995"/>
                  <a:gd name="T29" fmla="*/ 0 h 1838"/>
                  <a:gd name="T30" fmla="*/ 0 w 995"/>
                  <a:gd name="T31" fmla="*/ 0 h 1838"/>
                  <a:gd name="T32" fmla="*/ 0 w 995"/>
                  <a:gd name="T33" fmla="*/ 0 h 1838"/>
                  <a:gd name="T34" fmla="*/ 0 w 995"/>
                  <a:gd name="T35" fmla="*/ 0 h 1838"/>
                  <a:gd name="T36" fmla="*/ 0 w 995"/>
                  <a:gd name="T37" fmla="*/ 0 h 1838"/>
                  <a:gd name="T38" fmla="*/ 0 w 995"/>
                  <a:gd name="T39" fmla="*/ 0 h 1838"/>
                  <a:gd name="T40" fmla="*/ 0 w 995"/>
                  <a:gd name="T41" fmla="*/ 0 h 1838"/>
                  <a:gd name="T42" fmla="*/ 0 w 995"/>
                  <a:gd name="T43" fmla="*/ 0 h 1838"/>
                  <a:gd name="T44" fmla="*/ 0 w 995"/>
                  <a:gd name="T45" fmla="*/ 0 h 1838"/>
                  <a:gd name="T46" fmla="*/ 0 w 995"/>
                  <a:gd name="T47" fmla="*/ 0 h 183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95"/>
                  <a:gd name="T73" fmla="*/ 0 h 1838"/>
                  <a:gd name="T74" fmla="*/ 995 w 995"/>
                  <a:gd name="T75" fmla="*/ 1838 h 183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95" h="1838">
                    <a:moveTo>
                      <a:pt x="913" y="0"/>
                    </a:moveTo>
                    <a:lnTo>
                      <a:pt x="954" y="81"/>
                    </a:lnTo>
                    <a:lnTo>
                      <a:pt x="991" y="420"/>
                    </a:lnTo>
                    <a:lnTo>
                      <a:pt x="995" y="562"/>
                    </a:lnTo>
                    <a:lnTo>
                      <a:pt x="984" y="648"/>
                    </a:lnTo>
                    <a:lnTo>
                      <a:pt x="894" y="867"/>
                    </a:lnTo>
                    <a:lnTo>
                      <a:pt x="819" y="1024"/>
                    </a:lnTo>
                    <a:lnTo>
                      <a:pt x="694" y="1184"/>
                    </a:lnTo>
                    <a:lnTo>
                      <a:pt x="592" y="1241"/>
                    </a:lnTo>
                    <a:lnTo>
                      <a:pt x="567" y="1243"/>
                    </a:lnTo>
                    <a:lnTo>
                      <a:pt x="551" y="1379"/>
                    </a:lnTo>
                    <a:lnTo>
                      <a:pt x="454" y="1600"/>
                    </a:lnTo>
                    <a:lnTo>
                      <a:pt x="313" y="1838"/>
                    </a:lnTo>
                    <a:lnTo>
                      <a:pt x="279" y="1632"/>
                    </a:lnTo>
                    <a:lnTo>
                      <a:pt x="103" y="1184"/>
                    </a:lnTo>
                    <a:lnTo>
                      <a:pt x="41" y="771"/>
                    </a:lnTo>
                    <a:lnTo>
                      <a:pt x="0" y="516"/>
                    </a:lnTo>
                    <a:lnTo>
                      <a:pt x="59" y="342"/>
                    </a:lnTo>
                    <a:lnTo>
                      <a:pt x="265" y="189"/>
                    </a:lnTo>
                    <a:lnTo>
                      <a:pt x="355" y="175"/>
                    </a:lnTo>
                    <a:lnTo>
                      <a:pt x="511" y="111"/>
                    </a:lnTo>
                    <a:lnTo>
                      <a:pt x="751" y="90"/>
                    </a:lnTo>
                    <a:lnTo>
                      <a:pt x="859" y="35"/>
                    </a:lnTo>
                    <a:lnTo>
                      <a:pt x="913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2" name="Freeform 63">
                <a:extLst>
                  <a:ext uri="{FF2B5EF4-FFF2-40B4-BE49-F238E27FC236}">
                    <a16:creationId xmlns:a16="http://schemas.microsoft.com/office/drawing/2014/main" id="{271EF9AD-8604-8E48-82AA-65E903B16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80"/>
                <a:ext cx="26" cy="9"/>
              </a:xfrm>
              <a:custGeom>
                <a:avLst/>
                <a:gdLst>
                  <a:gd name="T0" fmla="*/ 0 w 206"/>
                  <a:gd name="T1" fmla="*/ 0 h 70"/>
                  <a:gd name="T2" fmla="*/ 0 w 206"/>
                  <a:gd name="T3" fmla="*/ 0 h 70"/>
                  <a:gd name="T4" fmla="*/ 0 w 206"/>
                  <a:gd name="T5" fmla="*/ 0 h 70"/>
                  <a:gd name="T6" fmla="*/ 0 w 206"/>
                  <a:gd name="T7" fmla="*/ 0 h 70"/>
                  <a:gd name="T8" fmla="*/ 0 w 206"/>
                  <a:gd name="T9" fmla="*/ 0 h 70"/>
                  <a:gd name="T10" fmla="*/ 0 w 206"/>
                  <a:gd name="T11" fmla="*/ 0 h 70"/>
                  <a:gd name="T12" fmla="*/ 0 w 206"/>
                  <a:gd name="T13" fmla="*/ 0 h 70"/>
                  <a:gd name="T14" fmla="*/ 0 w 206"/>
                  <a:gd name="T15" fmla="*/ 0 h 70"/>
                  <a:gd name="T16" fmla="*/ 0 w 206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6"/>
                  <a:gd name="T28" fmla="*/ 0 h 70"/>
                  <a:gd name="T29" fmla="*/ 206 w 206"/>
                  <a:gd name="T30" fmla="*/ 70 h 7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6" h="70">
                    <a:moveTo>
                      <a:pt x="0" y="4"/>
                    </a:moveTo>
                    <a:lnTo>
                      <a:pt x="14" y="52"/>
                    </a:lnTo>
                    <a:lnTo>
                      <a:pt x="99" y="66"/>
                    </a:lnTo>
                    <a:lnTo>
                      <a:pt x="182" y="66"/>
                    </a:lnTo>
                    <a:lnTo>
                      <a:pt x="206" y="70"/>
                    </a:lnTo>
                    <a:lnTo>
                      <a:pt x="199" y="52"/>
                    </a:lnTo>
                    <a:lnTo>
                      <a:pt x="147" y="4"/>
                    </a:lnTo>
                    <a:lnTo>
                      <a:pt x="58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3" name="Freeform 64">
                <a:extLst>
                  <a:ext uri="{FF2B5EF4-FFF2-40B4-BE49-F238E27FC236}">
                    <a16:creationId xmlns:a16="http://schemas.microsoft.com/office/drawing/2014/main" id="{26DBDE83-EBD6-7445-B8A0-5A50C94D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590"/>
                <a:ext cx="24" cy="11"/>
              </a:xfrm>
              <a:custGeom>
                <a:avLst/>
                <a:gdLst>
                  <a:gd name="T0" fmla="*/ 0 w 191"/>
                  <a:gd name="T1" fmla="*/ 0 h 84"/>
                  <a:gd name="T2" fmla="*/ 0 w 191"/>
                  <a:gd name="T3" fmla="*/ 0 h 84"/>
                  <a:gd name="T4" fmla="*/ 0 w 191"/>
                  <a:gd name="T5" fmla="*/ 0 h 84"/>
                  <a:gd name="T6" fmla="*/ 0 w 191"/>
                  <a:gd name="T7" fmla="*/ 0 h 84"/>
                  <a:gd name="T8" fmla="*/ 0 w 191"/>
                  <a:gd name="T9" fmla="*/ 0 h 84"/>
                  <a:gd name="T10" fmla="*/ 0 w 191"/>
                  <a:gd name="T11" fmla="*/ 0 h 84"/>
                  <a:gd name="T12" fmla="*/ 0 w 191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1"/>
                  <a:gd name="T22" fmla="*/ 0 h 84"/>
                  <a:gd name="T23" fmla="*/ 191 w 191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1" h="84">
                    <a:moveTo>
                      <a:pt x="0" y="20"/>
                    </a:moveTo>
                    <a:lnTo>
                      <a:pt x="94" y="71"/>
                    </a:lnTo>
                    <a:lnTo>
                      <a:pt x="138" y="84"/>
                    </a:lnTo>
                    <a:lnTo>
                      <a:pt x="191" y="51"/>
                    </a:lnTo>
                    <a:lnTo>
                      <a:pt x="156" y="25"/>
                    </a:lnTo>
                    <a:lnTo>
                      <a:pt x="70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4" name="Freeform 65">
                <a:extLst>
                  <a:ext uri="{FF2B5EF4-FFF2-40B4-BE49-F238E27FC236}">
                    <a16:creationId xmlns:a16="http://schemas.microsoft.com/office/drawing/2014/main" id="{F38CED2B-83E0-6D43-8E32-FE738E2D3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642"/>
                <a:ext cx="45" cy="13"/>
              </a:xfrm>
              <a:custGeom>
                <a:avLst/>
                <a:gdLst>
                  <a:gd name="T0" fmla="*/ 0 w 366"/>
                  <a:gd name="T1" fmla="*/ 0 h 100"/>
                  <a:gd name="T2" fmla="*/ 0 w 366"/>
                  <a:gd name="T3" fmla="*/ 0 h 100"/>
                  <a:gd name="T4" fmla="*/ 0 w 366"/>
                  <a:gd name="T5" fmla="*/ 0 h 100"/>
                  <a:gd name="T6" fmla="*/ 0 w 366"/>
                  <a:gd name="T7" fmla="*/ 0 h 100"/>
                  <a:gd name="T8" fmla="*/ 0 w 366"/>
                  <a:gd name="T9" fmla="*/ 0 h 100"/>
                  <a:gd name="T10" fmla="*/ 0 w 366"/>
                  <a:gd name="T11" fmla="*/ 0 h 100"/>
                  <a:gd name="T12" fmla="*/ 0 w 366"/>
                  <a:gd name="T13" fmla="*/ 0 h 100"/>
                  <a:gd name="T14" fmla="*/ 0 w 366"/>
                  <a:gd name="T15" fmla="*/ 0 h 100"/>
                  <a:gd name="T16" fmla="*/ 0 w 366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6"/>
                  <a:gd name="T28" fmla="*/ 0 h 100"/>
                  <a:gd name="T29" fmla="*/ 366 w 366"/>
                  <a:gd name="T30" fmla="*/ 100 h 10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6" h="100">
                    <a:moveTo>
                      <a:pt x="0" y="0"/>
                    </a:moveTo>
                    <a:lnTo>
                      <a:pt x="87" y="69"/>
                    </a:lnTo>
                    <a:lnTo>
                      <a:pt x="153" y="90"/>
                    </a:lnTo>
                    <a:lnTo>
                      <a:pt x="247" y="100"/>
                    </a:lnTo>
                    <a:lnTo>
                      <a:pt x="309" y="90"/>
                    </a:lnTo>
                    <a:lnTo>
                      <a:pt x="366" y="37"/>
                    </a:lnTo>
                    <a:lnTo>
                      <a:pt x="291" y="19"/>
                    </a:lnTo>
                    <a:lnTo>
                      <a:pt x="191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5" name="Freeform 66">
                <a:extLst>
                  <a:ext uri="{FF2B5EF4-FFF2-40B4-BE49-F238E27FC236}">
                    <a16:creationId xmlns:a16="http://schemas.microsoft.com/office/drawing/2014/main" id="{42545F98-6342-0843-8099-B374184E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473"/>
                <a:ext cx="130" cy="268"/>
              </a:xfrm>
              <a:custGeom>
                <a:avLst/>
                <a:gdLst>
                  <a:gd name="T0" fmla="*/ 0 w 1033"/>
                  <a:gd name="T1" fmla="*/ 0 h 2139"/>
                  <a:gd name="T2" fmla="*/ 0 w 1033"/>
                  <a:gd name="T3" fmla="*/ 0 h 2139"/>
                  <a:gd name="T4" fmla="*/ 0 w 1033"/>
                  <a:gd name="T5" fmla="*/ 0 h 2139"/>
                  <a:gd name="T6" fmla="*/ 0 w 1033"/>
                  <a:gd name="T7" fmla="*/ 0 h 2139"/>
                  <a:gd name="T8" fmla="*/ 0 w 1033"/>
                  <a:gd name="T9" fmla="*/ 0 h 2139"/>
                  <a:gd name="T10" fmla="*/ 0 w 1033"/>
                  <a:gd name="T11" fmla="*/ 0 h 2139"/>
                  <a:gd name="T12" fmla="*/ 0 w 1033"/>
                  <a:gd name="T13" fmla="*/ 0 h 2139"/>
                  <a:gd name="T14" fmla="*/ 0 w 1033"/>
                  <a:gd name="T15" fmla="*/ 0 h 2139"/>
                  <a:gd name="T16" fmla="*/ 0 w 1033"/>
                  <a:gd name="T17" fmla="*/ 0 h 2139"/>
                  <a:gd name="T18" fmla="*/ 0 w 1033"/>
                  <a:gd name="T19" fmla="*/ 0 h 2139"/>
                  <a:gd name="T20" fmla="*/ 0 w 1033"/>
                  <a:gd name="T21" fmla="*/ 0 h 2139"/>
                  <a:gd name="T22" fmla="*/ 0 w 1033"/>
                  <a:gd name="T23" fmla="*/ 0 h 2139"/>
                  <a:gd name="T24" fmla="*/ 0 w 1033"/>
                  <a:gd name="T25" fmla="*/ 0 h 2139"/>
                  <a:gd name="T26" fmla="*/ 0 w 1033"/>
                  <a:gd name="T27" fmla="*/ 0 h 2139"/>
                  <a:gd name="T28" fmla="*/ 0 w 1033"/>
                  <a:gd name="T29" fmla="*/ 0 h 2139"/>
                  <a:gd name="T30" fmla="*/ 0 w 1033"/>
                  <a:gd name="T31" fmla="*/ 0 h 2139"/>
                  <a:gd name="T32" fmla="*/ 0 w 1033"/>
                  <a:gd name="T33" fmla="*/ 0 h 2139"/>
                  <a:gd name="T34" fmla="*/ 0 w 1033"/>
                  <a:gd name="T35" fmla="*/ 0 h 2139"/>
                  <a:gd name="T36" fmla="*/ 0 w 1033"/>
                  <a:gd name="T37" fmla="*/ 0 h 2139"/>
                  <a:gd name="T38" fmla="*/ 0 w 1033"/>
                  <a:gd name="T39" fmla="*/ 0 h 2139"/>
                  <a:gd name="T40" fmla="*/ 0 w 1033"/>
                  <a:gd name="T41" fmla="*/ 0 h 2139"/>
                  <a:gd name="T42" fmla="*/ 0 w 1033"/>
                  <a:gd name="T43" fmla="*/ 0 h 2139"/>
                  <a:gd name="T44" fmla="*/ 0 w 1033"/>
                  <a:gd name="T45" fmla="*/ 0 h 2139"/>
                  <a:gd name="T46" fmla="*/ 0 w 1033"/>
                  <a:gd name="T47" fmla="*/ 0 h 2139"/>
                  <a:gd name="T48" fmla="*/ 0 w 1033"/>
                  <a:gd name="T49" fmla="*/ 0 h 2139"/>
                  <a:gd name="T50" fmla="*/ 0 w 1033"/>
                  <a:gd name="T51" fmla="*/ 0 h 213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033"/>
                  <a:gd name="T79" fmla="*/ 0 h 2139"/>
                  <a:gd name="T80" fmla="*/ 1033 w 1033"/>
                  <a:gd name="T81" fmla="*/ 2139 h 213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033" h="2139">
                    <a:moveTo>
                      <a:pt x="150" y="18"/>
                    </a:moveTo>
                    <a:lnTo>
                      <a:pt x="58" y="240"/>
                    </a:lnTo>
                    <a:lnTo>
                      <a:pt x="111" y="334"/>
                    </a:lnTo>
                    <a:lnTo>
                      <a:pt x="111" y="415"/>
                    </a:lnTo>
                    <a:lnTo>
                      <a:pt x="87" y="454"/>
                    </a:lnTo>
                    <a:lnTo>
                      <a:pt x="0" y="636"/>
                    </a:lnTo>
                    <a:lnTo>
                      <a:pt x="9" y="653"/>
                    </a:lnTo>
                    <a:lnTo>
                      <a:pt x="95" y="699"/>
                    </a:lnTo>
                    <a:lnTo>
                      <a:pt x="62" y="793"/>
                    </a:lnTo>
                    <a:lnTo>
                      <a:pt x="87" y="842"/>
                    </a:lnTo>
                    <a:lnTo>
                      <a:pt x="71" y="906"/>
                    </a:lnTo>
                    <a:lnTo>
                      <a:pt x="95" y="982"/>
                    </a:lnTo>
                    <a:lnTo>
                      <a:pt x="80" y="1018"/>
                    </a:lnTo>
                    <a:lnTo>
                      <a:pt x="80" y="1056"/>
                    </a:lnTo>
                    <a:lnTo>
                      <a:pt x="104" y="1113"/>
                    </a:lnTo>
                    <a:lnTo>
                      <a:pt x="150" y="1119"/>
                    </a:lnTo>
                    <a:lnTo>
                      <a:pt x="470" y="1095"/>
                    </a:lnTo>
                    <a:lnTo>
                      <a:pt x="542" y="1341"/>
                    </a:lnTo>
                    <a:lnTo>
                      <a:pt x="597" y="1596"/>
                    </a:lnTo>
                    <a:lnTo>
                      <a:pt x="652" y="2139"/>
                    </a:lnTo>
                    <a:lnTo>
                      <a:pt x="843" y="1676"/>
                    </a:lnTo>
                    <a:lnTo>
                      <a:pt x="938" y="1407"/>
                    </a:lnTo>
                    <a:lnTo>
                      <a:pt x="1033" y="1166"/>
                    </a:lnTo>
                    <a:lnTo>
                      <a:pt x="945" y="519"/>
                    </a:lnTo>
                    <a:lnTo>
                      <a:pt x="524" y="0"/>
                    </a:lnTo>
                    <a:lnTo>
                      <a:pt x="150" y="1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6" name="Freeform 67">
                <a:extLst>
                  <a:ext uri="{FF2B5EF4-FFF2-40B4-BE49-F238E27FC236}">
                    <a16:creationId xmlns:a16="http://schemas.microsoft.com/office/drawing/2014/main" id="{93169632-C915-D144-A30A-BC43FB66E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580"/>
                <a:ext cx="24" cy="9"/>
              </a:xfrm>
              <a:custGeom>
                <a:avLst/>
                <a:gdLst>
                  <a:gd name="T0" fmla="*/ 0 w 194"/>
                  <a:gd name="T1" fmla="*/ 0 h 73"/>
                  <a:gd name="T2" fmla="*/ 0 w 194"/>
                  <a:gd name="T3" fmla="*/ 0 h 73"/>
                  <a:gd name="T4" fmla="*/ 0 w 194"/>
                  <a:gd name="T5" fmla="*/ 0 h 73"/>
                  <a:gd name="T6" fmla="*/ 0 w 194"/>
                  <a:gd name="T7" fmla="*/ 0 h 73"/>
                  <a:gd name="T8" fmla="*/ 0 w 194"/>
                  <a:gd name="T9" fmla="*/ 0 h 73"/>
                  <a:gd name="T10" fmla="*/ 0 w 194"/>
                  <a:gd name="T11" fmla="*/ 0 h 73"/>
                  <a:gd name="T12" fmla="*/ 0 w 194"/>
                  <a:gd name="T13" fmla="*/ 0 h 73"/>
                  <a:gd name="T14" fmla="*/ 0 w 194"/>
                  <a:gd name="T15" fmla="*/ 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4"/>
                  <a:gd name="T25" fmla="*/ 0 h 73"/>
                  <a:gd name="T26" fmla="*/ 194 w 194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4" h="73">
                    <a:moveTo>
                      <a:pt x="18" y="0"/>
                    </a:moveTo>
                    <a:lnTo>
                      <a:pt x="0" y="48"/>
                    </a:lnTo>
                    <a:lnTo>
                      <a:pt x="25" y="59"/>
                    </a:lnTo>
                    <a:lnTo>
                      <a:pt x="76" y="73"/>
                    </a:lnTo>
                    <a:lnTo>
                      <a:pt x="136" y="55"/>
                    </a:lnTo>
                    <a:lnTo>
                      <a:pt x="194" y="22"/>
                    </a:lnTo>
                    <a:lnTo>
                      <a:pt x="154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7" name="Freeform 68">
                <a:extLst>
                  <a:ext uri="{FF2B5EF4-FFF2-40B4-BE49-F238E27FC236}">
                    <a16:creationId xmlns:a16="http://schemas.microsoft.com/office/drawing/2014/main" id="{D0E567E8-90EB-CD4B-BF85-4565295B9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528"/>
                <a:ext cx="13" cy="11"/>
              </a:xfrm>
              <a:custGeom>
                <a:avLst/>
                <a:gdLst>
                  <a:gd name="T0" fmla="*/ 0 w 103"/>
                  <a:gd name="T1" fmla="*/ 0 h 85"/>
                  <a:gd name="T2" fmla="*/ 0 w 103"/>
                  <a:gd name="T3" fmla="*/ 0 h 85"/>
                  <a:gd name="T4" fmla="*/ 0 w 103"/>
                  <a:gd name="T5" fmla="*/ 0 h 85"/>
                  <a:gd name="T6" fmla="*/ 0 w 103"/>
                  <a:gd name="T7" fmla="*/ 0 h 85"/>
                  <a:gd name="T8" fmla="*/ 0 w 103"/>
                  <a:gd name="T9" fmla="*/ 0 h 85"/>
                  <a:gd name="T10" fmla="*/ 0 w 103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3"/>
                  <a:gd name="T19" fmla="*/ 0 h 85"/>
                  <a:gd name="T20" fmla="*/ 103 w 103"/>
                  <a:gd name="T21" fmla="*/ 85 h 8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3" h="85">
                    <a:moveTo>
                      <a:pt x="0" y="0"/>
                    </a:moveTo>
                    <a:lnTo>
                      <a:pt x="24" y="85"/>
                    </a:lnTo>
                    <a:lnTo>
                      <a:pt x="79" y="72"/>
                    </a:lnTo>
                    <a:lnTo>
                      <a:pt x="103" y="48"/>
                    </a:lnTo>
                    <a:lnTo>
                      <a:pt x="64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8" name="Freeform 69">
                <a:extLst>
                  <a:ext uri="{FF2B5EF4-FFF2-40B4-BE49-F238E27FC236}">
                    <a16:creationId xmlns:a16="http://schemas.microsoft.com/office/drawing/2014/main" id="{491E2DAF-6440-9146-B71E-8F8F01C7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46"/>
                <a:ext cx="46" cy="40"/>
              </a:xfrm>
              <a:custGeom>
                <a:avLst/>
                <a:gdLst>
                  <a:gd name="T0" fmla="*/ 0 w 364"/>
                  <a:gd name="T1" fmla="*/ 0 h 316"/>
                  <a:gd name="T2" fmla="*/ 0 w 364"/>
                  <a:gd name="T3" fmla="*/ 0 h 316"/>
                  <a:gd name="T4" fmla="*/ 0 w 364"/>
                  <a:gd name="T5" fmla="*/ 0 h 316"/>
                  <a:gd name="T6" fmla="*/ 0 w 364"/>
                  <a:gd name="T7" fmla="*/ 0 h 316"/>
                  <a:gd name="T8" fmla="*/ 0 w 364"/>
                  <a:gd name="T9" fmla="*/ 0 h 316"/>
                  <a:gd name="T10" fmla="*/ 0 w 364"/>
                  <a:gd name="T11" fmla="*/ 0 h 316"/>
                  <a:gd name="T12" fmla="*/ 0 w 364"/>
                  <a:gd name="T13" fmla="*/ 0 h 316"/>
                  <a:gd name="T14" fmla="*/ 0 w 364"/>
                  <a:gd name="T15" fmla="*/ 0 h 316"/>
                  <a:gd name="T16" fmla="*/ 0 w 364"/>
                  <a:gd name="T17" fmla="*/ 0 h 316"/>
                  <a:gd name="T18" fmla="*/ 0 w 364"/>
                  <a:gd name="T19" fmla="*/ 0 h 3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4"/>
                  <a:gd name="T31" fmla="*/ 0 h 316"/>
                  <a:gd name="T32" fmla="*/ 364 w 364"/>
                  <a:gd name="T33" fmla="*/ 316 h 3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4" h="316">
                    <a:moveTo>
                      <a:pt x="0" y="213"/>
                    </a:moveTo>
                    <a:lnTo>
                      <a:pt x="116" y="189"/>
                    </a:lnTo>
                    <a:lnTo>
                      <a:pt x="210" y="141"/>
                    </a:lnTo>
                    <a:lnTo>
                      <a:pt x="292" y="70"/>
                    </a:lnTo>
                    <a:lnTo>
                      <a:pt x="364" y="0"/>
                    </a:lnTo>
                    <a:lnTo>
                      <a:pt x="292" y="171"/>
                    </a:lnTo>
                    <a:lnTo>
                      <a:pt x="228" y="244"/>
                    </a:lnTo>
                    <a:lnTo>
                      <a:pt x="116" y="284"/>
                    </a:lnTo>
                    <a:lnTo>
                      <a:pt x="0" y="316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29" name="Freeform 70">
                <a:extLst>
                  <a:ext uri="{FF2B5EF4-FFF2-40B4-BE49-F238E27FC236}">
                    <a16:creationId xmlns:a16="http://schemas.microsoft.com/office/drawing/2014/main" id="{087725CB-8B9C-F04B-8A39-DC243611F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561"/>
                <a:ext cx="22" cy="25"/>
              </a:xfrm>
              <a:custGeom>
                <a:avLst/>
                <a:gdLst>
                  <a:gd name="T0" fmla="*/ 0 w 176"/>
                  <a:gd name="T1" fmla="*/ 0 h 200"/>
                  <a:gd name="T2" fmla="*/ 0 w 176"/>
                  <a:gd name="T3" fmla="*/ 0 h 200"/>
                  <a:gd name="T4" fmla="*/ 0 w 176"/>
                  <a:gd name="T5" fmla="*/ 0 h 200"/>
                  <a:gd name="T6" fmla="*/ 0 w 176"/>
                  <a:gd name="T7" fmla="*/ 0 h 200"/>
                  <a:gd name="T8" fmla="*/ 0 w 176"/>
                  <a:gd name="T9" fmla="*/ 0 h 200"/>
                  <a:gd name="T10" fmla="*/ 0 w 176"/>
                  <a:gd name="T11" fmla="*/ 0 h 200"/>
                  <a:gd name="T12" fmla="*/ 0 w 176"/>
                  <a:gd name="T13" fmla="*/ 0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6"/>
                  <a:gd name="T22" fmla="*/ 0 h 200"/>
                  <a:gd name="T23" fmla="*/ 176 w 176"/>
                  <a:gd name="T24" fmla="*/ 200 h 2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6" h="200">
                    <a:moveTo>
                      <a:pt x="127" y="0"/>
                    </a:moveTo>
                    <a:lnTo>
                      <a:pt x="24" y="43"/>
                    </a:lnTo>
                    <a:lnTo>
                      <a:pt x="0" y="101"/>
                    </a:lnTo>
                    <a:lnTo>
                      <a:pt x="31" y="174"/>
                    </a:lnTo>
                    <a:lnTo>
                      <a:pt x="100" y="200"/>
                    </a:lnTo>
                    <a:lnTo>
                      <a:pt x="176" y="15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0" name="Freeform 71">
                <a:extLst>
                  <a:ext uri="{FF2B5EF4-FFF2-40B4-BE49-F238E27FC236}">
                    <a16:creationId xmlns:a16="http://schemas.microsoft.com/office/drawing/2014/main" id="{5F2056BC-E99A-1F4A-A906-5D12CF15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419"/>
                <a:ext cx="214" cy="205"/>
              </a:xfrm>
              <a:custGeom>
                <a:avLst/>
                <a:gdLst>
                  <a:gd name="T0" fmla="*/ 0 w 1713"/>
                  <a:gd name="T1" fmla="*/ 0 h 1639"/>
                  <a:gd name="T2" fmla="*/ 0 w 1713"/>
                  <a:gd name="T3" fmla="*/ 0 h 1639"/>
                  <a:gd name="T4" fmla="*/ 0 w 1713"/>
                  <a:gd name="T5" fmla="*/ 0 h 1639"/>
                  <a:gd name="T6" fmla="*/ 0 w 1713"/>
                  <a:gd name="T7" fmla="*/ 0 h 1639"/>
                  <a:gd name="T8" fmla="*/ 0 w 1713"/>
                  <a:gd name="T9" fmla="*/ 0 h 1639"/>
                  <a:gd name="T10" fmla="*/ 0 w 1713"/>
                  <a:gd name="T11" fmla="*/ 0 h 1639"/>
                  <a:gd name="T12" fmla="*/ 0 w 1713"/>
                  <a:gd name="T13" fmla="*/ 0 h 1639"/>
                  <a:gd name="T14" fmla="*/ 0 w 1713"/>
                  <a:gd name="T15" fmla="*/ 0 h 1639"/>
                  <a:gd name="T16" fmla="*/ 0 w 1713"/>
                  <a:gd name="T17" fmla="*/ 0 h 1639"/>
                  <a:gd name="T18" fmla="*/ 0 w 1713"/>
                  <a:gd name="T19" fmla="*/ 0 h 1639"/>
                  <a:gd name="T20" fmla="*/ 0 w 1713"/>
                  <a:gd name="T21" fmla="*/ 0 h 1639"/>
                  <a:gd name="T22" fmla="*/ 0 w 1713"/>
                  <a:gd name="T23" fmla="*/ 0 h 1639"/>
                  <a:gd name="T24" fmla="*/ 0 w 1713"/>
                  <a:gd name="T25" fmla="*/ 0 h 1639"/>
                  <a:gd name="T26" fmla="*/ 0 w 1713"/>
                  <a:gd name="T27" fmla="*/ 0 h 1639"/>
                  <a:gd name="T28" fmla="*/ 0 w 1713"/>
                  <a:gd name="T29" fmla="*/ 0 h 1639"/>
                  <a:gd name="T30" fmla="*/ 0 w 1713"/>
                  <a:gd name="T31" fmla="*/ 0 h 1639"/>
                  <a:gd name="T32" fmla="*/ 0 w 1713"/>
                  <a:gd name="T33" fmla="*/ 0 h 1639"/>
                  <a:gd name="T34" fmla="*/ 0 w 1713"/>
                  <a:gd name="T35" fmla="*/ 0 h 1639"/>
                  <a:gd name="T36" fmla="*/ 0 w 1713"/>
                  <a:gd name="T37" fmla="*/ 0 h 1639"/>
                  <a:gd name="T38" fmla="*/ 0 w 1713"/>
                  <a:gd name="T39" fmla="*/ 0 h 1639"/>
                  <a:gd name="T40" fmla="*/ 0 w 1713"/>
                  <a:gd name="T41" fmla="*/ 0 h 1639"/>
                  <a:gd name="T42" fmla="*/ 0 w 1713"/>
                  <a:gd name="T43" fmla="*/ 0 h 1639"/>
                  <a:gd name="T44" fmla="*/ 0 w 1713"/>
                  <a:gd name="T45" fmla="*/ 0 h 1639"/>
                  <a:gd name="T46" fmla="*/ 0 w 1713"/>
                  <a:gd name="T47" fmla="*/ 0 h 1639"/>
                  <a:gd name="T48" fmla="*/ 0 w 1713"/>
                  <a:gd name="T49" fmla="*/ 0 h 1639"/>
                  <a:gd name="T50" fmla="*/ 0 w 1713"/>
                  <a:gd name="T51" fmla="*/ 0 h 1639"/>
                  <a:gd name="T52" fmla="*/ 0 w 1713"/>
                  <a:gd name="T53" fmla="*/ 0 h 1639"/>
                  <a:gd name="T54" fmla="*/ 0 w 1713"/>
                  <a:gd name="T55" fmla="*/ 0 h 1639"/>
                  <a:gd name="T56" fmla="*/ 0 w 1713"/>
                  <a:gd name="T57" fmla="*/ 0 h 1639"/>
                  <a:gd name="T58" fmla="*/ 0 w 1713"/>
                  <a:gd name="T59" fmla="*/ 0 h 1639"/>
                  <a:gd name="T60" fmla="*/ 0 w 1713"/>
                  <a:gd name="T61" fmla="*/ 0 h 1639"/>
                  <a:gd name="T62" fmla="*/ 0 w 1713"/>
                  <a:gd name="T63" fmla="*/ 0 h 1639"/>
                  <a:gd name="T64" fmla="*/ 0 w 1713"/>
                  <a:gd name="T65" fmla="*/ 0 h 1639"/>
                  <a:gd name="T66" fmla="*/ 0 w 1713"/>
                  <a:gd name="T67" fmla="*/ 0 h 1639"/>
                  <a:gd name="T68" fmla="*/ 0 w 1713"/>
                  <a:gd name="T69" fmla="*/ 0 h 1639"/>
                  <a:gd name="T70" fmla="*/ 0 w 1713"/>
                  <a:gd name="T71" fmla="*/ 0 h 1639"/>
                  <a:gd name="T72" fmla="*/ 0 w 1713"/>
                  <a:gd name="T73" fmla="*/ 0 h 1639"/>
                  <a:gd name="T74" fmla="*/ 0 w 1713"/>
                  <a:gd name="T75" fmla="*/ 0 h 163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13"/>
                  <a:gd name="T115" fmla="*/ 0 h 1639"/>
                  <a:gd name="T116" fmla="*/ 1713 w 1713"/>
                  <a:gd name="T117" fmla="*/ 1639 h 163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13" h="1639">
                    <a:moveTo>
                      <a:pt x="101" y="586"/>
                    </a:moveTo>
                    <a:lnTo>
                      <a:pt x="94" y="483"/>
                    </a:lnTo>
                    <a:lnTo>
                      <a:pt x="109" y="428"/>
                    </a:lnTo>
                    <a:lnTo>
                      <a:pt x="157" y="390"/>
                    </a:lnTo>
                    <a:lnTo>
                      <a:pt x="171" y="492"/>
                    </a:lnTo>
                    <a:lnTo>
                      <a:pt x="259" y="635"/>
                    </a:lnTo>
                    <a:lnTo>
                      <a:pt x="419" y="690"/>
                    </a:lnTo>
                    <a:lnTo>
                      <a:pt x="355" y="641"/>
                    </a:lnTo>
                    <a:lnTo>
                      <a:pt x="341" y="604"/>
                    </a:lnTo>
                    <a:lnTo>
                      <a:pt x="428" y="650"/>
                    </a:lnTo>
                    <a:lnTo>
                      <a:pt x="507" y="683"/>
                    </a:lnTo>
                    <a:lnTo>
                      <a:pt x="571" y="745"/>
                    </a:lnTo>
                    <a:lnTo>
                      <a:pt x="560" y="674"/>
                    </a:lnTo>
                    <a:lnTo>
                      <a:pt x="620" y="713"/>
                    </a:lnTo>
                    <a:lnTo>
                      <a:pt x="643" y="856"/>
                    </a:lnTo>
                    <a:lnTo>
                      <a:pt x="696" y="957"/>
                    </a:lnTo>
                    <a:lnTo>
                      <a:pt x="791" y="1033"/>
                    </a:lnTo>
                    <a:lnTo>
                      <a:pt x="865" y="1259"/>
                    </a:lnTo>
                    <a:lnTo>
                      <a:pt x="841" y="1365"/>
                    </a:lnTo>
                    <a:lnTo>
                      <a:pt x="671" y="1388"/>
                    </a:lnTo>
                    <a:lnTo>
                      <a:pt x="738" y="1474"/>
                    </a:lnTo>
                    <a:lnTo>
                      <a:pt x="973" y="1595"/>
                    </a:lnTo>
                    <a:lnTo>
                      <a:pt x="1228" y="1639"/>
                    </a:lnTo>
                    <a:lnTo>
                      <a:pt x="1325" y="1499"/>
                    </a:lnTo>
                    <a:lnTo>
                      <a:pt x="1713" y="665"/>
                    </a:lnTo>
                    <a:lnTo>
                      <a:pt x="1650" y="483"/>
                    </a:lnTo>
                    <a:lnTo>
                      <a:pt x="1531" y="287"/>
                    </a:lnTo>
                    <a:lnTo>
                      <a:pt x="1476" y="206"/>
                    </a:lnTo>
                    <a:lnTo>
                      <a:pt x="1362" y="136"/>
                    </a:lnTo>
                    <a:lnTo>
                      <a:pt x="1294" y="81"/>
                    </a:lnTo>
                    <a:lnTo>
                      <a:pt x="1151" y="24"/>
                    </a:lnTo>
                    <a:lnTo>
                      <a:pt x="927" y="0"/>
                    </a:lnTo>
                    <a:lnTo>
                      <a:pt x="164" y="206"/>
                    </a:lnTo>
                    <a:lnTo>
                      <a:pt x="53" y="294"/>
                    </a:lnTo>
                    <a:lnTo>
                      <a:pt x="0" y="404"/>
                    </a:lnTo>
                    <a:lnTo>
                      <a:pt x="0" y="483"/>
                    </a:lnTo>
                    <a:lnTo>
                      <a:pt x="37" y="570"/>
                    </a:lnTo>
                    <a:lnTo>
                      <a:pt x="101" y="586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1" name="Freeform 72">
                <a:extLst>
                  <a:ext uri="{FF2B5EF4-FFF2-40B4-BE49-F238E27FC236}">
                    <a16:creationId xmlns:a16="http://schemas.microsoft.com/office/drawing/2014/main" id="{745A8729-98F2-854D-BCB3-2A1E53BCC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677"/>
                <a:ext cx="22" cy="11"/>
              </a:xfrm>
              <a:custGeom>
                <a:avLst/>
                <a:gdLst>
                  <a:gd name="T0" fmla="*/ 0 w 176"/>
                  <a:gd name="T1" fmla="*/ 0 h 95"/>
                  <a:gd name="T2" fmla="*/ 0 w 176"/>
                  <a:gd name="T3" fmla="*/ 0 h 95"/>
                  <a:gd name="T4" fmla="*/ 0 w 176"/>
                  <a:gd name="T5" fmla="*/ 0 h 95"/>
                  <a:gd name="T6" fmla="*/ 0 w 176"/>
                  <a:gd name="T7" fmla="*/ 0 h 95"/>
                  <a:gd name="T8" fmla="*/ 0 w 176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95"/>
                  <a:gd name="T17" fmla="*/ 176 w 176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95">
                    <a:moveTo>
                      <a:pt x="0" y="7"/>
                    </a:moveTo>
                    <a:lnTo>
                      <a:pt x="46" y="95"/>
                    </a:lnTo>
                    <a:lnTo>
                      <a:pt x="176" y="40"/>
                    </a:lnTo>
                    <a:lnTo>
                      <a:pt x="79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2" name="Freeform 73">
                <a:extLst>
                  <a:ext uri="{FF2B5EF4-FFF2-40B4-BE49-F238E27FC236}">
                    <a16:creationId xmlns:a16="http://schemas.microsoft.com/office/drawing/2014/main" id="{B8C75149-8F4C-744F-A307-80DB8ED3C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501"/>
                <a:ext cx="186" cy="251"/>
              </a:xfrm>
              <a:custGeom>
                <a:avLst/>
                <a:gdLst>
                  <a:gd name="T0" fmla="*/ 0 w 1485"/>
                  <a:gd name="T1" fmla="*/ 0 h 2004"/>
                  <a:gd name="T2" fmla="*/ 0 w 1485"/>
                  <a:gd name="T3" fmla="*/ 0 h 2004"/>
                  <a:gd name="T4" fmla="*/ 0 w 1485"/>
                  <a:gd name="T5" fmla="*/ 0 h 2004"/>
                  <a:gd name="T6" fmla="*/ 0 w 1485"/>
                  <a:gd name="T7" fmla="*/ 0 h 2004"/>
                  <a:gd name="T8" fmla="*/ 0 w 1485"/>
                  <a:gd name="T9" fmla="*/ 0 h 2004"/>
                  <a:gd name="T10" fmla="*/ 0 w 1485"/>
                  <a:gd name="T11" fmla="*/ 0 h 2004"/>
                  <a:gd name="T12" fmla="*/ 0 w 1485"/>
                  <a:gd name="T13" fmla="*/ 0 h 2004"/>
                  <a:gd name="T14" fmla="*/ 0 w 1485"/>
                  <a:gd name="T15" fmla="*/ 0 h 2004"/>
                  <a:gd name="T16" fmla="*/ 0 w 1485"/>
                  <a:gd name="T17" fmla="*/ 0 h 2004"/>
                  <a:gd name="T18" fmla="*/ 0 w 1485"/>
                  <a:gd name="T19" fmla="*/ 0 h 2004"/>
                  <a:gd name="T20" fmla="*/ 0 w 1485"/>
                  <a:gd name="T21" fmla="*/ 0 h 2004"/>
                  <a:gd name="T22" fmla="*/ 0 w 1485"/>
                  <a:gd name="T23" fmla="*/ 0 h 2004"/>
                  <a:gd name="T24" fmla="*/ 0 w 1485"/>
                  <a:gd name="T25" fmla="*/ 0 h 2004"/>
                  <a:gd name="T26" fmla="*/ 0 w 1485"/>
                  <a:gd name="T27" fmla="*/ 0 h 2004"/>
                  <a:gd name="T28" fmla="*/ 0 w 1485"/>
                  <a:gd name="T29" fmla="*/ 0 h 2004"/>
                  <a:gd name="T30" fmla="*/ 0 w 1485"/>
                  <a:gd name="T31" fmla="*/ 0 h 2004"/>
                  <a:gd name="T32" fmla="*/ 0 w 1485"/>
                  <a:gd name="T33" fmla="*/ 0 h 2004"/>
                  <a:gd name="T34" fmla="*/ 0 w 1485"/>
                  <a:gd name="T35" fmla="*/ 0 h 2004"/>
                  <a:gd name="T36" fmla="*/ 0 w 1485"/>
                  <a:gd name="T37" fmla="*/ 0 h 2004"/>
                  <a:gd name="T38" fmla="*/ 0 w 1485"/>
                  <a:gd name="T39" fmla="*/ 0 h 2004"/>
                  <a:gd name="T40" fmla="*/ 0 w 1485"/>
                  <a:gd name="T41" fmla="*/ 0 h 2004"/>
                  <a:gd name="T42" fmla="*/ 0 w 1485"/>
                  <a:gd name="T43" fmla="*/ 0 h 2004"/>
                  <a:gd name="T44" fmla="*/ 0 w 1485"/>
                  <a:gd name="T45" fmla="*/ 0 h 2004"/>
                  <a:gd name="T46" fmla="*/ 0 w 1485"/>
                  <a:gd name="T47" fmla="*/ 0 h 2004"/>
                  <a:gd name="T48" fmla="*/ 0 w 1485"/>
                  <a:gd name="T49" fmla="*/ 0 h 2004"/>
                  <a:gd name="T50" fmla="*/ 0 w 1485"/>
                  <a:gd name="T51" fmla="*/ 0 h 2004"/>
                  <a:gd name="T52" fmla="*/ 0 w 1485"/>
                  <a:gd name="T53" fmla="*/ 0 h 2004"/>
                  <a:gd name="T54" fmla="*/ 0 w 1485"/>
                  <a:gd name="T55" fmla="*/ 0 h 2004"/>
                  <a:gd name="T56" fmla="*/ 0 w 1485"/>
                  <a:gd name="T57" fmla="*/ 0 h 2004"/>
                  <a:gd name="T58" fmla="*/ 0 w 1485"/>
                  <a:gd name="T59" fmla="*/ 0 h 2004"/>
                  <a:gd name="T60" fmla="*/ 0 w 1485"/>
                  <a:gd name="T61" fmla="*/ 0 h 2004"/>
                  <a:gd name="T62" fmla="*/ 0 w 1485"/>
                  <a:gd name="T63" fmla="*/ 0 h 2004"/>
                  <a:gd name="T64" fmla="*/ 0 w 1485"/>
                  <a:gd name="T65" fmla="*/ 0 h 200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485"/>
                  <a:gd name="T100" fmla="*/ 0 h 2004"/>
                  <a:gd name="T101" fmla="*/ 1485 w 1485"/>
                  <a:gd name="T102" fmla="*/ 2004 h 200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485" h="2004">
                    <a:moveTo>
                      <a:pt x="461" y="143"/>
                    </a:moveTo>
                    <a:lnTo>
                      <a:pt x="348" y="246"/>
                    </a:lnTo>
                    <a:lnTo>
                      <a:pt x="254" y="386"/>
                    </a:lnTo>
                    <a:lnTo>
                      <a:pt x="159" y="734"/>
                    </a:lnTo>
                    <a:lnTo>
                      <a:pt x="200" y="854"/>
                    </a:lnTo>
                    <a:lnTo>
                      <a:pt x="175" y="912"/>
                    </a:lnTo>
                    <a:lnTo>
                      <a:pt x="118" y="1004"/>
                    </a:lnTo>
                    <a:lnTo>
                      <a:pt x="0" y="1140"/>
                    </a:lnTo>
                    <a:lnTo>
                      <a:pt x="0" y="1211"/>
                    </a:lnTo>
                    <a:lnTo>
                      <a:pt x="32" y="1235"/>
                    </a:lnTo>
                    <a:lnTo>
                      <a:pt x="111" y="1259"/>
                    </a:lnTo>
                    <a:lnTo>
                      <a:pt x="143" y="1305"/>
                    </a:lnTo>
                    <a:lnTo>
                      <a:pt x="149" y="1393"/>
                    </a:lnTo>
                    <a:lnTo>
                      <a:pt x="200" y="1409"/>
                    </a:lnTo>
                    <a:lnTo>
                      <a:pt x="307" y="1402"/>
                    </a:lnTo>
                    <a:lnTo>
                      <a:pt x="366" y="1435"/>
                    </a:lnTo>
                    <a:lnTo>
                      <a:pt x="318" y="1463"/>
                    </a:lnTo>
                    <a:lnTo>
                      <a:pt x="246" y="1488"/>
                    </a:lnTo>
                    <a:lnTo>
                      <a:pt x="175" y="1529"/>
                    </a:lnTo>
                    <a:lnTo>
                      <a:pt x="159" y="1608"/>
                    </a:lnTo>
                    <a:lnTo>
                      <a:pt x="254" y="1661"/>
                    </a:lnTo>
                    <a:lnTo>
                      <a:pt x="307" y="1790"/>
                    </a:lnTo>
                    <a:lnTo>
                      <a:pt x="628" y="1806"/>
                    </a:lnTo>
                    <a:lnTo>
                      <a:pt x="722" y="1861"/>
                    </a:lnTo>
                    <a:lnTo>
                      <a:pt x="841" y="2004"/>
                    </a:lnTo>
                    <a:lnTo>
                      <a:pt x="959" y="1813"/>
                    </a:lnTo>
                    <a:lnTo>
                      <a:pt x="1105" y="1645"/>
                    </a:lnTo>
                    <a:lnTo>
                      <a:pt x="1303" y="1511"/>
                    </a:lnTo>
                    <a:lnTo>
                      <a:pt x="1485" y="1426"/>
                    </a:lnTo>
                    <a:lnTo>
                      <a:pt x="1485" y="1235"/>
                    </a:lnTo>
                    <a:lnTo>
                      <a:pt x="1127" y="0"/>
                    </a:lnTo>
                    <a:lnTo>
                      <a:pt x="628" y="44"/>
                    </a:lnTo>
                    <a:lnTo>
                      <a:pt x="461" y="143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3" name="Freeform 74">
                <a:extLst>
                  <a:ext uri="{FF2B5EF4-FFF2-40B4-BE49-F238E27FC236}">
                    <a16:creationId xmlns:a16="http://schemas.microsoft.com/office/drawing/2014/main" id="{222D3AF6-8E58-9745-8D97-76106F44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608"/>
                <a:ext cx="11" cy="10"/>
              </a:xfrm>
              <a:custGeom>
                <a:avLst/>
                <a:gdLst>
                  <a:gd name="T0" fmla="*/ 0 w 83"/>
                  <a:gd name="T1" fmla="*/ 0 h 82"/>
                  <a:gd name="T2" fmla="*/ 0 w 83"/>
                  <a:gd name="T3" fmla="*/ 0 h 82"/>
                  <a:gd name="T4" fmla="*/ 0 w 83"/>
                  <a:gd name="T5" fmla="*/ 0 h 82"/>
                  <a:gd name="T6" fmla="*/ 0 w 83"/>
                  <a:gd name="T7" fmla="*/ 0 h 82"/>
                  <a:gd name="T8" fmla="*/ 0 w 83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82"/>
                  <a:gd name="T17" fmla="*/ 83 w 83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82">
                    <a:moveTo>
                      <a:pt x="0" y="0"/>
                    </a:moveTo>
                    <a:lnTo>
                      <a:pt x="25" y="82"/>
                    </a:lnTo>
                    <a:lnTo>
                      <a:pt x="64" y="62"/>
                    </a:lnTo>
                    <a:lnTo>
                      <a:pt x="83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4" name="Freeform 75">
                <a:extLst>
                  <a:ext uri="{FF2B5EF4-FFF2-40B4-BE49-F238E27FC236}">
                    <a16:creationId xmlns:a16="http://schemas.microsoft.com/office/drawing/2014/main" id="{528200A5-E4E3-5046-A415-ADEC7CF52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19"/>
                <a:ext cx="42" cy="61"/>
              </a:xfrm>
              <a:custGeom>
                <a:avLst/>
                <a:gdLst>
                  <a:gd name="T0" fmla="*/ 0 w 332"/>
                  <a:gd name="T1" fmla="*/ 0 h 483"/>
                  <a:gd name="T2" fmla="*/ 0 w 332"/>
                  <a:gd name="T3" fmla="*/ 0 h 483"/>
                  <a:gd name="T4" fmla="*/ 0 w 332"/>
                  <a:gd name="T5" fmla="*/ 0 h 483"/>
                  <a:gd name="T6" fmla="*/ 0 w 332"/>
                  <a:gd name="T7" fmla="*/ 0 h 483"/>
                  <a:gd name="T8" fmla="*/ 0 w 332"/>
                  <a:gd name="T9" fmla="*/ 0 h 483"/>
                  <a:gd name="T10" fmla="*/ 0 w 332"/>
                  <a:gd name="T11" fmla="*/ 0 h 483"/>
                  <a:gd name="T12" fmla="*/ 0 w 332"/>
                  <a:gd name="T13" fmla="*/ 0 h 483"/>
                  <a:gd name="T14" fmla="*/ 0 w 332"/>
                  <a:gd name="T15" fmla="*/ 0 h 483"/>
                  <a:gd name="T16" fmla="*/ 0 w 332"/>
                  <a:gd name="T17" fmla="*/ 0 h 483"/>
                  <a:gd name="T18" fmla="*/ 0 w 332"/>
                  <a:gd name="T19" fmla="*/ 0 h 483"/>
                  <a:gd name="T20" fmla="*/ 0 w 332"/>
                  <a:gd name="T21" fmla="*/ 0 h 4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32"/>
                  <a:gd name="T34" fmla="*/ 0 h 483"/>
                  <a:gd name="T35" fmla="*/ 332 w 332"/>
                  <a:gd name="T36" fmla="*/ 483 h 48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32" h="483">
                    <a:moveTo>
                      <a:pt x="0" y="483"/>
                    </a:moveTo>
                    <a:lnTo>
                      <a:pt x="118" y="409"/>
                    </a:lnTo>
                    <a:lnTo>
                      <a:pt x="113" y="310"/>
                    </a:lnTo>
                    <a:lnTo>
                      <a:pt x="161" y="167"/>
                    </a:lnTo>
                    <a:lnTo>
                      <a:pt x="247" y="61"/>
                    </a:lnTo>
                    <a:lnTo>
                      <a:pt x="332" y="0"/>
                    </a:lnTo>
                    <a:lnTo>
                      <a:pt x="222" y="54"/>
                    </a:lnTo>
                    <a:lnTo>
                      <a:pt x="136" y="155"/>
                    </a:lnTo>
                    <a:lnTo>
                      <a:pt x="72" y="275"/>
                    </a:lnTo>
                    <a:lnTo>
                      <a:pt x="31" y="384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5" name="Freeform 76">
                <a:extLst>
                  <a:ext uri="{FF2B5EF4-FFF2-40B4-BE49-F238E27FC236}">
                    <a16:creationId xmlns:a16="http://schemas.microsoft.com/office/drawing/2014/main" id="{92A07953-3683-9F4C-9D5F-0AF54F58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636"/>
                <a:ext cx="24" cy="18"/>
              </a:xfrm>
              <a:custGeom>
                <a:avLst/>
                <a:gdLst>
                  <a:gd name="T0" fmla="*/ 0 w 191"/>
                  <a:gd name="T1" fmla="*/ 0 h 143"/>
                  <a:gd name="T2" fmla="*/ 0 w 191"/>
                  <a:gd name="T3" fmla="*/ 0 h 143"/>
                  <a:gd name="T4" fmla="*/ 0 w 191"/>
                  <a:gd name="T5" fmla="*/ 0 h 143"/>
                  <a:gd name="T6" fmla="*/ 0 w 191"/>
                  <a:gd name="T7" fmla="*/ 0 h 143"/>
                  <a:gd name="T8" fmla="*/ 0 w 191"/>
                  <a:gd name="T9" fmla="*/ 0 h 143"/>
                  <a:gd name="T10" fmla="*/ 0 w 191"/>
                  <a:gd name="T11" fmla="*/ 0 h 143"/>
                  <a:gd name="T12" fmla="*/ 0 w 191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1"/>
                  <a:gd name="T22" fmla="*/ 0 h 143"/>
                  <a:gd name="T23" fmla="*/ 191 w 191"/>
                  <a:gd name="T24" fmla="*/ 143 h 1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1" h="143">
                    <a:moveTo>
                      <a:pt x="0" y="6"/>
                    </a:moveTo>
                    <a:lnTo>
                      <a:pt x="32" y="81"/>
                    </a:lnTo>
                    <a:lnTo>
                      <a:pt x="112" y="143"/>
                    </a:lnTo>
                    <a:lnTo>
                      <a:pt x="191" y="46"/>
                    </a:lnTo>
                    <a:lnTo>
                      <a:pt x="103" y="30"/>
                    </a:lnTo>
                    <a:lnTo>
                      <a:pt x="2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6" name="Freeform 77">
                <a:extLst>
                  <a:ext uri="{FF2B5EF4-FFF2-40B4-BE49-F238E27FC236}">
                    <a16:creationId xmlns:a16="http://schemas.microsoft.com/office/drawing/2014/main" id="{BB8CE5C1-7499-4C45-8F3A-A255D0B9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627"/>
                <a:ext cx="14" cy="26"/>
              </a:xfrm>
              <a:custGeom>
                <a:avLst/>
                <a:gdLst>
                  <a:gd name="T0" fmla="*/ 0 w 110"/>
                  <a:gd name="T1" fmla="*/ 0 h 207"/>
                  <a:gd name="T2" fmla="*/ 0 w 110"/>
                  <a:gd name="T3" fmla="*/ 0 h 207"/>
                  <a:gd name="T4" fmla="*/ 0 w 110"/>
                  <a:gd name="T5" fmla="*/ 0 h 207"/>
                  <a:gd name="T6" fmla="*/ 0 w 110"/>
                  <a:gd name="T7" fmla="*/ 0 h 207"/>
                  <a:gd name="T8" fmla="*/ 0 w 110"/>
                  <a:gd name="T9" fmla="*/ 0 h 207"/>
                  <a:gd name="T10" fmla="*/ 0 w 110"/>
                  <a:gd name="T11" fmla="*/ 0 h 207"/>
                  <a:gd name="T12" fmla="*/ 0 w 110"/>
                  <a:gd name="T13" fmla="*/ 0 h 207"/>
                  <a:gd name="T14" fmla="*/ 0 w 110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0"/>
                  <a:gd name="T25" fmla="*/ 0 h 207"/>
                  <a:gd name="T26" fmla="*/ 110 w 110"/>
                  <a:gd name="T27" fmla="*/ 207 h 20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0" h="207">
                    <a:moveTo>
                      <a:pt x="110" y="0"/>
                    </a:moveTo>
                    <a:lnTo>
                      <a:pt x="37" y="112"/>
                    </a:lnTo>
                    <a:lnTo>
                      <a:pt x="24" y="161"/>
                    </a:lnTo>
                    <a:lnTo>
                      <a:pt x="24" y="207"/>
                    </a:lnTo>
                    <a:lnTo>
                      <a:pt x="0" y="191"/>
                    </a:lnTo>
                    <a:lnTo>
                      <a:pt x="0" y="136"/>
                    </a:lnTo>
                    <a:lnTo>
                      <a:pt x="24" y="10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7" name="Freeform 78">
                <a:extLst>
                  <a:ext uri="{FF2B5EF4-FFF2-40B4-BE49-F238E27FC236}">
                    <a16:creationId xmlns:a16="http://schemas.microsoft.com/office/drawing/2014/main" id="{BB89831A-2E9A-0C4E-B283-7BB040DB3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84"/>
                <a:ext cx="21" cy="18"/>
              </a:xfrm>
              <a:custGeom>
                <a:avLst/>
                <a:gdLst>
                  <a:gd name="T0" fmla="*/ 0 w 166"/>
                  <a:gd name="T1" fmla="*/ 0 h 151"/>
                  <a:gd name="T2" fmla="*/ 0 w 166"/>
                  <a:gd name="T3" fmla="*/ 0 h 151"/>
                  <a:gd name="T4" fmla="*/ 0 w 166"/>
                  <a:gd name="T5" fmla="*/ 0 h 151"/>
                  <a:gd name="T6" fmla="*/ 0 w 166"/>
                  <a:gd name="T7" fmla="*/ 0 h 151"/>
                  <a:gd name="T8" fmla="*/ 0 w 166"/>
                  <a:gd name="T9" fmla="*/ 0 h 151"/>
                  <a:gd name="T10" fmla="*/ 0 w 166"/>
                  <a:gd name="T11" fmla="*/ 0 h 151"/>
                  <a:gd name="T12" fmla="*/ 0 w 166"/>
                  <a:gd name="T13" fmla="*/ 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6"/>
                  <a:gd name="T22" fmla="*/ 0 h 151"/>
                  <a:gd name="T23" fmla="*/ 166 w 166"/>
                  <a:gd name="T24" fmla="*/ 151 h 15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6" h="151">
                    <a:moveTo>
                      <a:pt x="9" y="86"/>
                    </a:moveTo>
                    <a:lnTo>
                      <a:pt x="112" y="40"/>
                    </a:lnTo>
                    <a:lnTo>
                      <a:pt x="166" y="0"/>
                    </a:lnTo>
                    <a:lnTo>
                      <a:pt x="72" y="103"/>
                    </a:lnTo>
                    <a:lnTo>
                      <a:pt x="33" y="151"/>
                    </a:lnTo>
                    <a:lnTo>
                      <a:pt x="0" y="134"/>
                    </a:lnTo>
                    <a:lnTo>
                      <a:pt x="9" y="8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8" name="Freeform 79">
                <a:extLst>
                  <a:ext uri="{FF2B5EF4-FFF2-40B4-BE49-F238E27FC236}">
                    <a16:creationId xmlns:a16="http://schemas.microsoft.com/office/drawing/2014/main" id="{136FE24C-094A-F447-AE8C-CB0A986D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674"/>
                <a:ext cx="20" cy="3"/>
              </a:xfrm>
              <a:custGeom>
                <a:avLst/>
                <a:gdLst>
                  <a:gd name="T0" fmla="*/ 0 w 159"/>
                  <a:gd name="T1" fmla="*/ 0 h 32"/>
                  <a:gd name="T2" fmla="*/ 0 w 159"/>
                  <a:gd name="T3" fmla="*/ 0 h 32"/>
                  <a:gd name="T4" fmla="*/ 0 w 159"/>
                  <a:gd name="T5" fmla="*/ 0 h 32"/>
                  <a:gd name="T6" fmla="*/ 0 w 159"/>
                  <a:gd name="T7" fmla="*/ 0 h 32"/>
                  <a:gd name="T8" fmla="*/ 0 w 159"/>
                  <a:gd name="T9" fmla="*/ 0 h 32"/>
                  <a:gd name="T10" fmla="*/ 0 w 15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9"/>
                  <a:gd name="T19" fmla="*/ 0 h 32"/>
                  <a:gd name="T20" fmla="*/ 159 w 159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9" h="32">
                    <a:moveTo>
                      <a:pt x="0" y="0"/>
                    </a:moveTo>
                    <a:lnTo>
                      <a:pt x="159" y="7"/>
                    </a:lnTo>
                    <a:lnTo>
                      <a:pt x="148" y="32"/>
                    </a:lnTo>
                    <a:lnTo>
                      <a:pt x="47" y="32"/>
                    </a:lnTo>
                    <a:lnTo>
                      <a:pt x="7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39" name="Freeform 80">
                <a:extLst>
                  <a:ext uri="{FF2B5EF4-FFF2-40B4-BE49-F238E27FC236}">
                    <a16:creationId xmlns:a16="http://schemas.microsoft.com/office/drawing/2014/main" id="{23D4FB2C-477B-BF49-8479-9A957903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01"/>
                <a:ext cx="25" cy="10"/>
              </a:xfrm>
              <a:custGeom>
                <a:avLst/>
                <a:gdLst>
                  <a:gd name="T0" fmla="*/ 0 w 201"/>
                  <a:gd name="T1" fmla="*/ 0 h 79"/>
                  <a:gd name="T2" fmla="*/ 0 w 201"/>
                  <a:gd name="T3" fmla="*/ 0 h 79"/>
                  <a:gd name="T4" fmla="*/ 0 w 201"/>
                  <a:gd name="T5" fmla="*/ 0 h 79"/>
                  <a:gd name="T6" fmla="*/ 0 w 201"/>
                  <a:gd name="T7" fmla="*/ 0 h 79"/>
                  <a:gd name="T8" fmla="*/ 0 w 201"/>
                  <a:gd name="T9" fmla="*/ 0 h 79"/>
                  <a:gd name="T10" fmla="*/ 0 w 201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1"/>
                  <a:gd name="T19" fmla="*/ 0 h 79"/>
                  <a:gd name="T20" fmla="*/ 201 w 201"/>
                  <a:gd name="T21" fmla="*/ 79 h 7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1" h="79">
                    <a:moveTo>
                      <a:pt x="0" y="79"/>
                    </a:moveTo>
                    <a:lnTo>
                      <a:pt x="89" y="22"/>
                    </a:lnTo>
                    <a:lnTo>
                      <a:pt x="201" y="6"/>
                    </a:lnTo>
                    <a:lnTo>
                      <a:pt x="113" y="0"/>
                    </a:lnTo>
                    <a:lnTo>
                      <a:pt x="25" y="31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0" name="Freeform 81">
                <a:extLst>
                  <a:ext uri="{FF2B5EF4-FFF2-40B4-BE49-F238E27FC236}">
                    <a16:creationId xmlns:a16="http://schemas.microsoft.com/office/drawing/2014/main" id="{B71B2209-78D3-3349-8328-9C7077CEC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613"/>
                <a:ext cx="8" cy="19"/>
              </a:xfrm>
              <a:custGeom>
                <a:avLst/>
                <a:gdLst>
                  <a:gd name="T0" fmla="*/ 0 w 63"/>
                  <a:gd name="T1" fmla="*/ 0 h 151"/>
                  <a:gd name="T2" fmla="*/ 0 w 63"/>
                  <a:gd name="T3" fmla="*/ 0 h 151"/>
                  <a:gd name="T4" fmla="*/ 0 w 63"/>
                  <a:gd name="T5" fmla="*/ 0 h 151"/>
                  <a:gd name="T6" fmla="*/ 0 w 63"/>
                  <a:gd name="T7" fmla="*/ 0 h 151"/>
                  <a:gd name="T8" fmla="*/ 0 w 63"/>
                  <a:gd name="T9" fmla="*/ 0 h 151"/>
                  <a:gd name="T10" fmla="*/ 0 w 63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"/>
                  <a:gd name="T19" fmla="*/ 0 h 151"/>
                  <a:gd name="T20" fmla="*/ 63 w 63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" h="151">
                    <a:moveTo>
                      <a:pt x="0" y="6"/>
                    </a:moveTo>
                    <a:lnTo>
                      <a:pt x="15" y="86"/>
                    </a:lnTo>
                    <a:lnTo>
                      <a:pt x="7" y="151"/>
                    </a:lnTo>
                    <a:lnTo>
                      <a:pt x="63" y="82"/>
                    </a:lnTo>
                    <a:lnTo>
                      <a:pt x="49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1" name="Freeform 82">
                <a:extLst>
                  <a:ext uri="{FF2B5EF4-FFF2-40B4-BE49-F238E27FC236}">
                    <a16:creationId xmlns:a16="http://schemas.microsoft.com/office/drawing/2014/main" id="{E30F9649-E022-A545-B19B-AAC6C818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652"/>
                <a:ext cx="41" cy="25"/>
              </a:xfrm>
              <a:custGeom>
                <a:avLst/>
                <a:gdLst>
                  <a:gd name="T0" fmla="*/ 0 w 325"/>
                  <a:gd name="T1" fmla="*/ 0 h 196"/>
                  <a:gd name="T2" fmla="*/ 0 w 325"/>
                  <a:gd name="T3" fmla="*/ 0 h 196"/>
                  <a:gd name="T4" fmla="*/ 0 w 325"/>
                  <a:gd name="T5" fmla="*/ 0 h 196"/>
                  <a:gd name="T6" fmla="*/ 0 w 325"/>
                  <a:gd name="T7" fmla="*/ 0 h 196"/>
                  <a:gd name="T8" fmla="*/ 0 w 325"/>
                  <a:gd name="T9" fmla="*/ 0 h 196"/>
                  <a:gd name="T10" fmla="*/ 0 w 325"/>
                  <a:gd name="T11" fmla="*/ 0 h 196"/>
                  <a:gd name="T12" fmla="*/ 0 w 325"/>
                  <a:gd name="T13" fmla="*/ 0 h 196"/>
                  <a:gd name="T14" fmla="*/ 0 w 325"/>
                  <a:gd name="T15" fmla="*/ 0 h 196"/>
                  <a:gd name="T16" fmla="*/ 0 w 325"/>
                  <a:gd name="T17" fmla="*/ 0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5"/>
                  <a:gd name="T28" fmla="*/ 0 h 196"/>
                  <a:gd name="T29" fmla="*/ 325 w 325"/>
                  <a:gd name="T30" fmla="*/ 196 h 19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5" h="196">
                    <a:moveTo>
                      <a:pt x="180" y="22"/>
                    </a:moveTo>
                    <a:lnTo>
                      <a:pt x="207" y="77"/>
                    </a:lnTo>
                    <a:lnTo>
                      <a:pt x="0" y="196"/>
                    </a:lnTo>
                    <a:lnTo>
                      <a:pt x="325" y="108"/>
                    </a:lnTo>
                    <a:lnTo>
                      <a:pt x="316" y="77"/>
                    </a:lnTo>
                    <a:lnTo>
                      <a:pt x="277" y="29"/>
                    </a:lnTo>
                    <a:lnTo>
                      <a:pt x="207" y="5"/>
                    </a:lnTo>
                    <a:lnTo>
                      <a:pt x="173" y="0"/>
                    </a:lnTo>
                    <a:lnTo>
                      <a:pt x="180" y="2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2" name="Freeform 83">
                <a:extLst>
                  <a:ext uri="{FF2B5EF4-FFF2-40B4-BE49-F238E27FC236}">
                    <a16:creationId xmlns:a16="http://schemas.microsoft.com/office/drawing/2014/main" id="{997FD6EA-4D08-1640-995B-E8AAAFDBD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74"/>
                <a:ext cx="24" cy="14"/>
              </a:xfrm>
              <a:custGeom>
                <a:avLst/>
                <a:gdLst>
                  <a:gd name="T0" fmla="*/ 0 w 194"/>
                  <a:gd name="T1" fmla="*/ 0 h 120"/>
                  <a:gd name="T2" fmla="*/ 0 w 194"/>
                  <a:gd name="T3" fmla="*/ 0 h 120"/>
                  <a:gd name="T4" fmla="*/ 0 w 194"/>
                  <a:gd name="T5" fmla="*/ 0 h 120"/>
                  <a:gd name="T6" fmla="*/ 0 w 194"/>
                  <a:gd name="T7" fmla="*/ 0 h 120"/>
                  <a:gd name="T8" fmla="*/ 0 w 194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120"/>
                  <a:gd name="T17" fmla="*/ 194 w 194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120">
                    <a:moveTo>
                      <a:pt x="180" y="0"/>
                    </a:moveTo>
                    <a:lnTo>
                      <a:pt x="194" y="32"/>
                    </a:lnTo>
                    <a:lnTo>
                      <a:pt x="0" y="120"/>
                    </a:lnTo>
                    <a:lnTo>
                      <a:pt x="116" y="32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3" name="Freeform 84">
                <a:extLst>
                  <a:ext uri="{FF2B5EF4-FFF2-40B4-BE49-F238E27FC236}">
                    <a16:creationId xmlns:a16="http://schemas.microsoft.com/office/drawing/2014/main" id="{2CD04AD3-0077-B344-944D-4E2FB7D5B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519"/>
                <a:ext cx="25" cy="16"/>
              </a:xfrm>
              <a:custGeom>
                <a:avLst/>
                <a:gdLst>
                  <a:gd name="T0" fmla="*/ 0 w 200"/>
                  <a:gd name="T1" fmla="*/ 0 h 127"/>
                  <a:gd name="T2" fmla="*/ 0 w 200"/>
                  <a:gd name="T3" fmla="*/ 0 h 127"/>
                  <a:gd name="T4" fmla="*/ 0 w 200"/>
                  <a:gd name="T5" fmla="*/ 0 h 127"/>
                  <a:gd name="T6" fmla="*/ 0 w 200"/>
                  <a:gd name="T7" fmla="*/ 0 h 127"/>
                  <a:gd name="T8" fmla="*/ 0 w 200"/>
                  <a:gd name="T9" fmla="*/ 0 h 127"/>
                  <a:gd name="T10" fmla="*/ 0 w 200"/>
                  <a:gd name="T11" fmla="*/ 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0"/>
                  <a:gd name="T19" fmla="*/ 0 h 127"/>
                  <a:gd name="T20" fmla="*/ 200 w 200"/>
                  <a:gd name="T21" fmla="*/ 127 h 1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0" h="127">
                    <a:moveTo>
                      <a:pt x="200" y="127"/>
                    </a:moveTo>
                    <a:lnTo>
                      <a:pt x="175" y="61"/>
                    </a:lnTo>
                    <a:lnTo>
                      <a:pt x="127" y="37"/>
                    </a:lnTo>
                    <a:lnTo>
                      <a:pt x="0" y="0"/>
                    </a:lnTo>
                    <a:lnTo>
                      <a:pt x="55" y="54"/>
                    </a:lnTo>
                    <a:lnTo>
                      <a:pt x="200" y="127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4" name="Freeform 85">
                <a:extLst>
                  <a:ext uri="{FF2B5EF4-FFF2-40B4-BE49-F238E27FC236}">
                    <a16:creationId xmlns:a16="http://schemas.microsoft.com/office/drawing/2014/main" id="{26993BED-D816-0A45-B436-FE673EB38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64"/>
                <a:ext cx="38" cy="13"/>
              </a:xfrm>
              <a:custGeom>
                <a:avLst/>
                <a:gdLst>
                  <a:gd name="T0" fmla="*/ 0 w 298"/>
                  <a:gd name="T1" fmla="*/ 0 h 110"/>
                  <a:gd name="T2" fmla="*/ 0 w 298"/>
                  <a:gd name="T3" fmla="*/ 0 h 110"/>
                  <a:gd name="T4" fmla="*/ 0 w 298"/>
                  <a:gd name="T5" fmla="*/ 0 h 110"/>
                  <a:gd name="T6" fmla="*/ 0 w 298"/>
                  <a:gd name="T7" fmla="*/ 0 h 110"/>
                  <a:gd name="T8" fmla="*/ 0 w 298"/>
                  <a:gd name="T9" fmla="*/ 0 h 110"/>
                  <a:gd name="T10" fmla="*/ 0 w 298"/>
                  <a:gd name="T11" fmla="*/ 0 h 110"/>
                  <a:gd name="T12" fmla="*/ 0 w 298"/>
                  <a:gd name="T13" fmla="*/ 0 h 110"/>
                  <a:gd name="T14" fmla="*/ 0 w 298"/>
                  <a:gd name="T15" fmla="*/ 0 h 110"/>
                  <a:gd name="T16" fmla="*/ 0 w 29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8"/>
                  <a:gd name="T28" fmla="*/ 0 h 110"/>
                  <a:gd name="T29" fmla="*/ 298 w 298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8" h="110">
                    <a:moveTo>
                      <a:pt x="222" y="110"/>
                    </a:moveTo>
                    <a:lnTo>
                      <a:pt x="298" y="72"/>
                    </a:lnTo>
                    <a:lnTo>
                      <a:pt x="277" y="15"/>
                    </a:lnTo>
                    <a:lnTo>
                      <a:pt x="204" y="15"/>
                    </a:lnTo>
                    <a:lnTo>
                      <a:pt x="134" y="0"/>
                    </a:lnTo>
                    <a:lnTo>
                      <a:pt x="0" y="99"/>
                    </a:lnTo>
                    <a:lnTo>
                      <a:pt x="99" y="65"/>
                    </a:lnTo>
                    <a:lnTo>
                      <a:pt x="208" y="90"/>
                    </a:lnTo>
                    <a:lnTo>
                      <a:pt x="222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5" name="Freeform 86">
                <a:extLst>
                  <a:ext uri="{FF2B5EF4-FFF2-40B4-BE49-F238E27FC236}">
                    <a16:creationId xmlns:a16="http://schemas.microsoft.com/office/drawing/2014/main" id="{35FA404D-1153-E44C-8D3A-ACD2DFF1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80"/>
                <a:ext cx="24" cy="16"/>
              </a:xfrm>
              <a:custGeom>
                <a:avLst/>
                <a:gdLst>
                  <a:gd name="T0" fmla="*/ 0 w 189"/>
                  <a:gd name="T1" fmla="*/ 0 h 125"/>
                  <a:gd name="T2" fmla="*/ 0 w 189"/>
                  <a:gd name="T3" fmla="*/ 0 h 125"/>
                  <a:gd name="T4" fmla="*/ 0 w 189"/>
                  <a:gd name="T5" fmla="*/ 0 h 125"/>
                  <a:gd name="T6" fmla="*/ 0 w 189"/>
                  <a:gd name="T7" fmla="*/ 0 h 125"/>
                  <a:gd name="T8" fmla="*/ 0 w 189"/>
                  <a:gd name="T9" fmla="*/ 0 h 125"/>
                  <a:gd name="T10" fmla="*/ 0 w 189"/>
                  <a:gd name="T11" fmla="*/ 0 h 125"/>
                  <a:gd name="T12" fmla="*/ 0 w 189"/>
                  <a:gd name="T13" fmla="*/ 0 h 125"/>
                  <a:gd name="T14" fmla="*/ 0 w 189"/>
                  <a:gd name="T15" fmla="*/ 0 h 125"/>
                  <a:gd name="T16" fmla="*/ 0 w 189"/>
                  <a:gd name="T17" fmla="*/ 0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9"/>
                  <a:gd name="T28" fmla="*/ 0 h 125"/>
                  <a:gd name="T29" fmla="*/ 189 w 189"/>
                  <a:gd name="T30" fmla="*/ 125 h 1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9" h="125">
                    <a:moveTo>
                      <a:pt x="182" y="0"/>
                    </a:moveTo>
                    <a:lnTo>
                      <a:pt x="26" y="62"/>
                    </a:lnTo>
                    <a:lnTo>
                      <a:pt x="0" y="102"/>
                    </a:lnTo>
                    <a:lnTo>
                      <a:pt x="110" y="125"/>
                    </a:lnTo>
                    <a:lnTo>
                      <a:pt x="95" y="106"/>
                    </a:lnTo>
                    <a:lnTo>
                      <a:pt x="110" y="58"/>
                    </a:lnTo>
                    <a:lnTo>
                      <a:pt x="189" y="23"/>
                    </a:lnTo>
                    <a:lnTo>
                      <a:pt x="150" y="31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6" name="Freeform 87">
                <a:extLst>
                  <a:ext uri="{FF2B5EF4-FFF2-40B4-BE49-F238E27FC236}">
                    <a16:creationId xmlns:a16="http://schemas.microsoft.com/office/drawing/2014/main" id="{6721A527-96D2-A244-91C9-286B09E7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605"/>
                <a:ext cx="22" cy="77"/>
              </a:xfrm>
              <a:custGeom>
                <a:avLst/>
                <a:gdLst>
                  <a:gd name="T0" fmla="*/ 0 w 180"/>
                  <a:gd name="T1" fmla="*/ 0 h 613"/>
                  <a:gd name="T2" fmla="*/ 0 w 180"/>
                  <a:gd name="T3" fmla="*/ 0 h 613"/>
                  <a:gd name="T4" fmla="*/ 0 w 180"/>
                  <a:gd name="T5" fmla="*/ 0 h 613"/>
                  <a:gd name="T6" fmla="*/ 0 w 180"/>
                  <a:gd name="T7" fmla="*/ 0 h 613"/>
                  <a:gd name="T8" fmla="*/ 0 w 180"/>
                  <a:gd name="T9" fmla="*/ 0 h 613"/>
                  <a:gd name="T10" fmla="*/ 0 w 180"/>
                  <a:gd name="T11" fmla="*/ 0 h 613"/>
                  <a:gd name="T12" fmla="*/ 0 w 180"/>
                  <a:gd name="T13" fmla="*/ 0 h 613"/>
                  <a:gd name="T14" fmla="*/ 0 w 180"/>
                  <a:gd name="T15" fmla="*/ 0 h 613"/>
                  <a:gd name="T16" fmla="*/ 0 w 180"/>
                  <a:gd name="T17" fmla="*/ 0 h 613"/>
                  <a:gd name="T18" fmla="*/ 0 w 180"/>
                  <a:gd name="T19" fmla="*/ 0 h 613"/>
                  <a:gd name="T20" fmla="*/ 0 w 180"/>
                  <a:gd name="T21" fmla="*/ 0 h 6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0"/>
                  <a:gd name="T34" fmla="*/ 0 h 613"/>
                  <a:gd name="T35" fmla="*/ 180 w 180"/>
                  <a:gd name="T36" fmla="*/ 613 h 6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0" h="613">
                    <a:moveTo>
                      <a:pt x="0" y="0"/>
                    </a:moveTo>
                    <a:lnTo>
                      <a:pt x="75" y="99"/>
                    </a:lnTo>
                    <a:lnTo>
                      <a:pt x="119" y="195"/>
                    </a:lnTo>
                    <a:lnTo>
                      <a:pt x="180" y="549"/>
                    </a:lnTo>
                    <a:lnTo>
                      <a:pt x="130" y="613"/>
                    </a:lnTo>
                    <a:lnTo>
                      <a:pt x="148" y="523"/>
                    </a:lnTo>
                    <a:lnTo>
                      <a:pt x="141" y="461"/>
                    </a:lnTo>
                    <a:lnTo>
                      <a:pt x="106" y="226"/>
                    </a:lnTo>
                    <a:lnTo>
                      <a:pt x="81" y="142"/>
                    </a:lnTo>
                    <a:lnTo>
                      <a:pt x="31" y="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7" name="Freeform 88">
                <a:extLst>
                  <a:ext uri="{FF2B5EF4-FFF2-40B4-BE49-F238E27FC236}">
                    <a16:creationId xmlns:a16="http://schemas.microsoft.com/office/drawing/2014/main" id="{A9502FC3-6D9E-2D46-A495-CEFDE569F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96"/>
                <a:ext cx="50" cy="52"/>
              </a:xfrm>
              <a:custGeom>
                <a:avLst/>
                <a:gdLst>
                  <a:gd name="T0" fmla="*/ 0 w 401"/>
                  <a:gd name="T1" fmla="*/ 0 h 411"/>
                  <a:gd name="T2" fmla="*/ 0 w 401"/>
                  <a:gd name="T3" fmla="*/ 0 h 411"/>
                  <a:gd name="T4" fmla="*/ 0 w 401"/>
                  <a:gd name="T5" fmla="*/ 0 h 411"/>
                  <a:gd name="T6" fmla="*/ 0 w 401"/>
                  <a:gd name="T7" fmla="*/ 0 h 411"/>
                  <a:gd name="T8" fmla="*/ 0 w 401"/>
                  <a:gd name="T9" fmla="*/ 0 h 411"/>
                  <a:gd name="T10" fmla="*/ 0 w 401"/>
                  <a:gd name="T11" fmla="*/ 0 h 411"/>
                  <a:gd name="T12" fmla="*/ 0 w 401"/>
                  <a:gd name="T13" fmla="*/ 0 h 411"/>
                  <a:gd name="T14" fmla="*/ 0 w 401"/>
                  <a:gd name="T15" fmla="*/ 0 h 411"/>
                  <a:gd name="T16" fmla="*/ 0 w 401"/>
                  <a:gd name="T17" fmla="*/ 0 h 411"/>
                  <a:gd name="T18" fmla="*/ 0 w 401"/>
                  <a:gd name="T19" fmla="*/ 0 h 411"/>
                  <a:gd name="T20" fmla="*/ 0 w 401"/>
                  <a:gd name="T21" fmla="*/ 0 h 411"/>
                  <a:gd name="T22" fmla="*/ 0 w 401"/>
                  <a:gd name="T23" fmla="*/ 0 h 411"/>
                  <a:gd name="T24" fmla="*/ 0 w 401"/>
                  <a:gd name="T25" fmla="*/ 0 h 411"/>
                  <a:gd name="T26" fmla="*/ 0 w 401"/>
                  <a:gd name="T27" fmla="*/ 0 h 411"/>
                  <a:gd name="T28" fmla="*/ 0 w 401"/>
                  <a:gd name="T29" fmla="*/ 0 h 411"/>
                  <a:gd name="T30" fmla="*/ 0 w 401"/>
                  <a:gd name="T31" fmla="*/ 0 h 411"/>
                  <a:gd name="T32" fmla="*/ 0 w 401"/>
                  <a:gd name="T33" fmla="*/ 0 h 411"/>
                  <a:gd name="T34" fmla="*/ 0 w 401"/>
                  <a:gd name="T35" fmla="*/ 0 h 411"/>
                  <a:gd name="T36" fmla="*/ 0 w 401"/>
                  <a:gd name="T37" fmla="*/ 0 h 4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01"/>
                  <a:gd name="T58" fmla="*/ 0 h 411"/>
                  <a:gd name="T59" fmla="*/ 401 w 401"/>
                  <a:gd name="T60" fmla="*/ 411 h 4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01" h="411">
                    <a:moveTo>
                      <a:pt x="69" y="0"/>
                    </a:moveTo>
                    <a:lnTo>
                      <a:pt x="111" y="94"/>
                    </a:lnTo>
                    <a:lnTo>
                      <a:pt x="111" y="154"/>
                    </a:lnTo>
                    <a:lnTo>
                      <a:pt x="35" y="216"/>
                    </a:lnTo>
                    <a:lnTo>
                      <a:pt x="0" y="411"/>
                    </a:lnTo>
                    <a:lnTo>
                      <a:pt x="107" y="220"/>
                    </a:lnTo>
                    <a:lnTo>
                      <a:pt x="169" y="220"/>
                    </a:lnTo>
                    <a:lnTo>
                      <a:pt x="191" y="319"/>
                    </a:lnTo>
                    <a:lnTo>
                      <a:pt x="203" y="230"/>
                    </a:lnTo>
                    <a:lnTo>
                      <a:pt x="241" y="209"/>
                    </a:lnTo>
                    <a:lnTo>
                      <a:pt x="386" y="186"/>
                    </a:lnTo>
                    <a:lnTo>
                      <a:pt x="401" y="136"/>
                    </a:lnTo>
                    <a:lnTo>
                      <a:pt x="358" y="170"/>
                    </a:lnTo>
                    <a:lnTo>
                      <a:pt x="286" y="176"/>
                    </a:lnTo>
                    <a:lnTo>
                      <a:pt x="252" y="170"/>
                    </a:lnTo>
                    <a:lnTo>
                      <a:pt x="182" y="200"/>
                    </a:lnTo>
                    <a:lnTo>
                      <a:pt x="143" y="170"/>
                    </a:lnTo>
                    <a:lnTo>
                      <a:pt x="182" y="105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8" name="Freeform 89">
                <a:extLst>
                  <a:ext uri="{FF2B5EF4-FFF2-40B4-BE49-F238E27FC236}">
                    <a16:creationId xmlns:a16="http://schemas.microsoft.com/office/drawing/2014/main" id="{7F670C56-51B2-F14A-B0A8-DF1653C7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08"/>
                <a:ext cx="133" cy="99"/>
              </a:xfrm>
              <a:custGeom>
                <a:avLst/>
                <a:gdLst>
                  <a:gd name="T0" fmla="*/ 0 w 1070"/>
                  <a:gd name="T1" fmla="*/ 0 h 793"/>
                  <a:gd name="T2" fmla="*/ 0 w 1070"/>
                  <a:gd name="T3" fmla="*/ 0 h 793"/>
                  <a:gd name="T4" fmla="*/ 0 w 1070"/>
                  <a:gd name="T5" fmla="*/ 0 h 793"/>
                  <a:gd name="T6" fmla="*/ 0 w 1070"/>
                  <a:gd name="T7" fmla="*/ 0 h 793"/>
                  <a:gd name="T8" fmla="*/ 0 w 1070"/>
                  <a:gd name="T9" fmla="*/ 0 h 793"/>
                  <a:gd name="T10" fmla="*/ 0 w 1070"/>
                  <a:gd name="T11" fmla="*/ 0 h 793"/>
                  <a:gd name="T12" fmla="*/ 0 w 1070"/>
                  <a:gd name="T13" fmla="*/ 0 h 793"/>
                  <a:gd name="T14" fmla="*/ 0 w 1070"/>
                  <a:gd name="T15" fmla="*/ 0 h 793"/>
                  <a:gd name="T16" fmla="*/ 0 w 1070"/>
                  <a:gd name="T17" fmla="*/ 0 h 793"/>
                  <a:gd name="T18" fmla="*/ 0 w 1070"/>
                  <a:gd name="T19" fmla="*/ 0 h 793"/>
                  <a:gd name="T20" fmla="*/ 0 w 1070"/>
                  <a:gd name="T21" fmla="*/ 0 h 793"/>
                  <a:gd name="T22" fmla="*/ 0 w 1070"/>
                  <a:gd name="T23" fmla="*/ 0 h 793"/>
                  <a:gd name="T24" fmla="*/ 0 w 1070"/>
                  <a:gd name="T25" fmla="*/ 0 h 793"/>
                  <a:gd name="T26" fmla="*/ 0 w 1070"/>
                  <a:gd name="T27" fmla="*/ 0 h 793"/>
                  <a:gd name="T28" fmla="*/ 0 w 1070"/>
                  <a:gd name="T29" fmla="*/ 0 h 793"/>
                  <a:gd name="T30" fmla="*/ 0 w 1070"/>
                  <a:gd name="T31" fmla="*/ 0 h 793"/>
                  <a:gd name="T32" fmla="*/ 0 w 1070"/>
                  <a:gd name="T33" fmla="*/ 0 h 793"/>
                  <a:gd name="T34" fmla="*/ 0 w 1070"/>
                  <a:gd name="T35" fmla="*/ 0 h 793"/>
                  <a:gd name="T36" fmla="*/ 0 w 1070"/>
                  <a:gd name="T37" fmla="*/ 0 h 793"/>
                  <a:gd name="T38" fmla="*/ 0 w 1070"/>
                  <a:gd name="T39" fmla="*/ 0 h 793"/>
                  <a:gd name="T40" fmla="*/ 0 w 1070"/>
                  <a:gd name="T41" fmla="*/ 0 h 793"/>
                  <a:gd name="T42" fmla="*/ 0 w 1070"/>
                  <a:gd name="T43" fmla="*/ 0 h 793"/>
                  <a:gd name="T44" fmla="*/ 0 w 1070"/>
                  <a:gd name="T45" fmla="*/ 0 h 793"/>
                  <a:gd name="T46" fmla="*/ 0 w 1070"/>
                  <a:gd name="T47" fmla="*/ 0 h 793"/>
                  <a:gd name="T48" fmla="*/ 0 w 1070"/>
                  <a:gd name="T49" fmla="*/ 0 h 793"/>
                  <a:gd name="T50" fmla="*/ 0 w 1070"/>
                  <a:gd name="T51" fmla="*/ 0 h 793"/>
                  <a:gd name="T52" fmla="*/ 0 w 1070"/>
                  <a:gd name="T53" fmla="*/ 0 h 793"/>
                  <a:gd name="T54" fmla="*/ 0 w 1070"/>
                  <a:gd name="T55" fmla="*/ 0 h 79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070"/>
                  <a:gd name="T85" fmla="*/ 0 h 793"/>
                  <a:gd name="T86" fmla="*/ 1070 w 1070"/>
                  <a:gd name="T87" fmla="*/ 793 h 79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070" h="793">
                    <a:moveTo>
                      <a:pt x="159" y="29"/>
                    </a:moveTo>
                    <a:lnTo>
                      <a:pt x="254" y="205"/>
                    </a:lnTo>
                    <a:lnTo>
                      <a:pt x="318" y="231"/>
                    </a:lnTo>
                    <a:lnTo>
                      <a:pt x="371" y="209"/>
                    </a:lnTo>
                    <a:lnTo>
                      <a:pt x="410" y="133"/>
                    </a:lnTo>
                    <a:lnTo>
                      <a:pt x="456" y="133"/>
                    </a:lnTo>
                    <a:lnTo>
                      <a:pt x="564" y="364"/>
                    </a:lnTo>
                    <a:lnTo>
                      <a:pt x="715" y="410"/>
                    </a:lnTo>
                    <a:lnTo>
                      <a:pt x="759" y="530"/>
                    </a:lnTo>
                    <a:lnTo>
                      <a:pt x="858" y="563"/>
                    </a:lnTo>
                    <a:lnTo>
                      <a:pt x="1037" y="556"/>
                    </a:lnTo>
                    <a:lnTo>
                      <a:pt x="1037" y="414"/>
                    </a:lnTo>
                    <a:lnTo>
                      <a:pt x="1070" y="548"/>
                    </a:lnTo>
                    <a:lnTo>
                      <a:pt x="1054" y="599"/>
                    </a:lnTo>
                    <a:lnTo>
                      <a:pt x="913" y="653"/>
                    </a:lnTo>
                    <a:lnTo>
                      <a:pt x="747" y="657"/>
                    </a:lnTo>
                    <a:lnTo>
                      <a:pt x="487" y="793"/>
                    </a:lnTo>
                    <a:lnTo>
                      <a:pt x="311" y="730"/>
                    </a:lnTo>
                    <a:lnTo>
                      <a:pt x="133" y="634"/>
                    </a:lnTo>
                    <a:lnTo>
                      <a:pt x="0" y="541"/>
                    </a:lnTo>
                    <a:lnTo>
                      <a:pt x="184" y="647"/>
                    </a:lnTo>
                    <a:lnTo>
                      <a:pt x="465" y="712"/>
                    </a:lnTo>
                    <a:lnTo>
                      <a:pt x="465" y="596"/>
                    </a:lnTo>
                    <a:lnTo>
                      <a:pt x="318" y="258"/>
                    </a:lnTo>
                    <a:lnTo>
                      <a:pt x="237" y="225"/>
                    </a:lnTo>
                    <a:lnTo>
                      <a:pt x="155" y="136"/>
                    </a:lnTo>
                    <a:lnTo>
                      <a:pt x="129" y="0"/>
                    </a:lnTo>
                    <a:lnTo>
                      <a:pt x="159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49" name="Freeform 90">
                <a:extLst>
                  <a:ext uri="{FF2B5EF4-FFF2-40B4-BE49-F238E27FC236}">
                    <a16:creationId xmlns:a16="http://schemas.microsoft.com/office/drawing/2014/main" id="{54C5AB86-86F0-0742-8DA9-B2446592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738"/>
                <a:ext cx="18" cy="13"/>
              </a:xfrm>
              <a:custGeom>
                <a:avLst/>
                <a:gdLst>
                  <a:gd name="T0" fmla="*/ 0 w 143"/>
                  <a:gd name="T1" fmla="*/ 0 h 104"/>
                  <a:gd name="T2" fmla="*/ 0 w 143"/>
                  <a:gd name="T3" fmla="*/ 0 h 104"/>
                  <a:gd name="T4" fmla="*/ 0 w 143"/>
                  <a:gd name="T5" fmla="*/ 0 h 104"/>
                  <a:gd name="T6" fmla="*/ 0 w 143"/>
                  <a:gd name="T7" fmla="*/ 0 h 104"/>
                  <a:gd name="T8" fmla="*/ 0 w 143"/>
                  <a:gd name="T9" fmla="*/ 0 h 104"/>
                  <a:gd name="T10" fmla="*/ 0 w 143"/>
                  <a:gd name="T11" fmla="*/ 0 h 104"/>
                  <a:gd name="T12" fmla="*/ 0 w 143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3"/>
                  <a:gd name="T22" fmla="*/ 0 h 104"/>
                  <a:gd name="T23" fmla="*/ 143 w 143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3" h="104">
                    <a:moveTo>
                      <a:pt x="143" y="0"/>
                    </a:moveTo>
                    <a:lnTo>
                      <a:pt x="55" y="42"/>
                    </a:lnTo>
                    <a:lnTo>
                      <a:pt x="0" y="11"/>
                    </a:lnTo>
                    <a:lnTo>
                      <a:pt x="7" y="104"/>
                    </a:lnTo>
                    <a:lnTo>
                      <a:pt x="59" y="55"/>
                    </a:lnTo>
                    <a:lnTo>
                      <a:pt x="112" y="5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0" name="Freeform 91">
                <a:extLst>
                  <a:ext uri="{FF2B5EF4-FFF2-40B4-BE49-F238E27FC236}">
                    <a16:creationId xmlns:a16="http://schemas.microsoft.com/office/drawing/2014/main" id="{999C5848-1A3B-9147-ADC2-94D802EF5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745"/>
                <a:ext cx="15" cy="20"/>
              </a:xfrm>
              <a:custGeom>
                <a:avLst/>
                <a:gdLst>
                  <a:gd name="T0" fmla="*/ 0 w 120"/>
                  <a:gd name="T1" fmla="*/ 0 h 161"/>
                  <a:gd name="T2" fmla="*/ 0 w 120"/>
                  <a:gd name="T3" fmla="*/ 0 h 161"/>
                  <a:gd name="T4" fmla="*/ 0 w 120"/>
                  <a:gd name="T5" fmla="*/ 0 h 161"/>
                  <a:gd name="T6" fmla="*/ 0 w 120"/>
                  <a:gd name="T7" fmla="*/ 0 h 161"/>
                  <a:gd name="T8" fmla="*/ 0 w 120"/>
                  <a:gd name="T9" fmla="*/ 0 h 161"/>
                  <a:gd name="T10" fmla="*/ 0 w 120"/>
                  <a:gd name="T11" fmla="*/ 0 h 161"/>
                  <a:gd name="T12" fmla="*/ 0 w 120"/>
                  <a:gd name="T13" fmla="*/ 0 h 161"/>
                  <a:gd name="T14" fmla="*/ 0 w 120"/>
                  <a:gd name="T15" fmla="*/ 0 h 161"/>
                  <a:gd name="T16" fmla="*/ 0 w 120"/>
                  <a:gd name="T17" fmla="*/ 0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0"/>
                  <a:gd name="T28" fmla="*/ 0 h 161"/>
                  <a:gd name="T29" fmla="*/ 120 w 120"/>
                  <a:gd name="T30" fmla="*/ 161 h 1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0" h="161">
                    <a:moveTo>
                      <a:pt x="86" y="0"/>
                    </a:moveTo>
                    <a:lnTo>
                      <a:pt x="92" y="44"/>
                    </a:lnTo>
                    <a:lnTo>
                      <a:pt x="0" y="99"/>
                    </a:lnTo>
                    <a:lnTo>
                      <a:pt x="0" y="161"/>
                    </a:lnTo>
                    <a:lnTo>
                      <a:pt x="35" y="161"/>
                    </a:lnTo>
                    <a:lnTo>
                      <a:pt x="53" y="113"/>
                    </a:lnTo>
                    <a:lnTo>
                      <a:pt x="120" y="67"/>
                    </a:lnTo>
                    <a:lnTo>
                      <a:pt x="101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1" name="Freeform 92">
                <a:extLst>
                  <a:ext uri="{FF2B5EF4-FFF2-40B4-BE49-F238E27FC236}">
                    <a16:creationId xmlns:a16="http://schemas.microsoft.com/office/drawing/2014/main" id="{60150451-52CE-BC47-8F60-08626B604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80"/>
                <a:ext cx="20" cy="34"/>
              </a:xfrm>
              <a:custGeom>
                <a:avLst/>
                <a:gdLst>
                  <a:gd name="T0" fmla="*/ 0 w 163"/>
                  <a:gd name="T1" fmla="*/ 0 h 277"/>
                  <a:gd name="T2" fmla="*/ 0 w 163"/>
                  <a:gd name="T3" fmla="*/ 0 h 277"/>
                  <a:gd name="T4" fmla="*/ 0 w 163"/>
                  <a:gd name="T5" fmla="*/ 0 h 277"/>
                  <a:gd name="T6" fmla="*/ 0 w 163"/>
                  <a:gd name="T7" fmla="*/ 0 h 277"/>
                  <a:gd name="T8" fmla="*/ 0 w 163"/>
                  <a:gd name="T9" fmla="*/ 0 h 277"/>
                  <a:gd name="T10" fmla="*/ 0 w 163"/>
                  <a:gd name="T11" fmla="*/ 0 h 277"/>
                  <a:gd name="T12" fmla="*/ 0 w 163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3"/>
                  <a:gd name="T22" fmla="*/ 0 h 277"/>
                  <a:gd name="T23" fmla="*/ 163 w 163"/>
                  <a:gd name="T24" fmla="*/ 277 h 27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3" h="277">
                    <a:moveTo>
                      <a:pt x="18" y="0"/>
                    </a:moveTo>
                    <a:lnTo>
                      <a:pt x="80" y="99"/>
                    </a:lnTo>
                    <a:lnTo>
                      <a:pt x="163" y="277"/>
                    </a:lnTo>
                    <a:lnTo>
                      <a:pt x="84" y="172"/>
                    </a:lnTo>
                    <a:lnTo>
                      <a:pt x="60" y="99"/>
                    </a:lnTo>
                    <a:lnTo>
                      <a:pt x="0" y="1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2" name="Freeform 93">
                <a:extLst>
                  <a:ext uri="{FF2B5EF4-FFF2-40B4-BE49-F238E27FC236}">
                    <a16:creationId xmlns:a16="http://schemas.microsoft.com/office/drawing/2014/main" id="{B7DCD93B-1AC4-8E44-AB4E-E81BFD581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570"/>
                <a:ext cx="231" cy="198"/>
              </a:xfrm>
              <a:custGeom>
                <a:avLst/>
                <a:gdLst>
                  <a:gd name="T0" fmla="*/ 0 w 1845"/>
                  <a:gd name="T1" fmla="*/ 0 h 1586"/>
                  <a:gd name="T2" fmla="*/ 0 w 1845"/>
                  <a:gd name="T3" fmla="*/ 0 h 1586"/>
                  <a:gd name="T4" fmla="*/ 0 w 1845"/>
                  <a:gd name="T5" fmla="*/ 0 h 1586"/>
                  <a:gd name="T6" fmla="*/ 0 w 1845"/>
                  <a:gd name="T7" fmla="*/ 0 h 1586"/>
                  <a:gd name="T8" fmla="*/ 0 w 1845"/>
                  <a:gd name="T9" fmla="*/ 0 h 1586"/>
                  <a:gd name="T10" fmla="*/ 0 w 1845"/>
                  <a:gd name="T11" fmla="*/ 0 h 1586"/>
                  <a:gd name="T12" fmla="*/ 0 w 1845"/>
                  <a:gd name="T13" fmla="*/ 0 h 1586"/>
                  <a:gd name="T14" fmla="*/ 0 w 1845"/>
                  <a:gd name="T15" fmla="*/ 0 h 1586"/>
                  <a:gd name="T16" fmla="*/ 0 w 1845"/>
                  <a:gd name="T17" fmla="*/ 0 h 1586"/>
                  <a:gd name="T18" fmla="*/ 0 w 1845"/>
                  <a:gd name="T19" fmla="*/ 0 h 1586"/>
                  <a:gd name="T20" fmla="*/ 0 w 1845"/>
                  <a:gd name="T21" fmla="*/ 0 h 1586"/>
                  <a:gd name="T22" fmla="*/ 0 w 1845"/>
                  <a:gd name="T23" fmla="*/ 0 h 1586"/>
                  <a:gd name="T24" fmla="*/ 0 w 1845"/>
                  <a:gd name="T25" fmla="*/ 0 h 1586"/>
                  <a:gd name="T26" fmla="*/ 0 w 1845"/>
                  <a:gd name="T27" fmla="*/ 0 h 1586"/>
                  <a:gd name="T28" fmla="*/ 0 w 1845"/>
                  <a:gd name="T29" fmla="*/ 0 h 1586"/>
                  <a:gd name="T30" fmla="*/ 0 w 1845"/>
                  <a:gd name="T31" fmla="*/ 0 h 1586"/>
                  <a:gd name="T32" fmla="*/ 0 w 1845"/>
                  <a:gd name="T33" fmla="*/ 0 h 1586"/>
                  <a:gd name="T34" fmla="*/ 0 w 1845"/>
                  <a:gd name="T35" fmla="*/ 0 h 1586"/>
                  <a:gd name="T36" fmla="*/ 0 w 1845"/>
                  <a:gd name="T37" fmla="*/ 0 h 1586"/>
                  <a:gd name="T38" fmla="*/ 0 w 1845"/>
                  <a:gd name="T39" fmla="*/ 0 h 1586"/>
                  <a:gd name="T40" fmla="*/ 0 w 1845"/>
                  <a:gd name="T41" fmla="*/ 0 h 1586"/>
                  <a:gd name="T42" fmla="*/ 0 w 1845"/>
                  <a:gd name="T43" fmla="*/ 0 h 1586"/>
                  <a:gd name="T44" fmla="*/ 0 w 1845"/>
                  <a:gd name="T45" fmla="*/ 0 h 1586"/>
                  <a:gd name="T46" fmla="*/ 0 w 1845"/>
                  <a:gd name="T47" fmla="*/ 0 h 1586"/>
                  <a:gd name="T48" fmla="*/ 0 w 1845"/>
                  <a:gd name="T49" fmla="*/ 0 h 1586"/>
                  <a:gd name="T50" fmla="*/ 0 w 1845"/>
                  <a:gd name="T51" fmla="*/ 0 h 1586"/>
                  <a:gd name="T52" fmla="*/ 0 w 1845"/>
                  <a:gd name="T53" fmla="*/ 0 h 1586"/>
                  <a:gd name="T54" fmla="*/ 0 w 1845"/>
                  <a:gd name="T55" fmla="*/ 0 h 1586"/>
                  <a:gd name="T56" fmla="*/ 0 w 1845"/>
                  <a:gd name="T57" fmla="*/ 0 h 1586"/>
                  <a:gd name="T58" fmla="*/ 0 w 1845"/>
                  <a:gd name="T59" fmla="*/ 0 h 1586"/>
                  <a:gd name="T60" fmla="*/ 0 w 1845"/>
                  <a:gd name="T61" fmla="*/ 0 h 1586"/>
                  <a:gd name="T62" fmla="*/ 0 w 1845"/>
                  <a:gd name="T63" fmla="*/ 0 h 1586"/>
                  <a:gd name="T64" fmla="*/ 0 w 1845"/>
                  <a:gd name="T65" fmla="*/ 0 h 1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45"/>
                  <a:gd name="T100" fmla="*/ 0 h 1586"/>
                  <a:gd name="T101" fmla="*/ 1845 w 1845"/>
                  <a:gd name="T102" fmla="*/ 1586 h 1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45" h="1586">
                    <a:moveTo>
                      <a:pt x="1608" y="330"/>
                    </a:moveTo>
                    <a:lnTo>
                      <a:pt x="1508" y="299"/>
                    </a:lnTo>
                    <a:lnTo>
                      <a:pt x="1384" y="284"/>
                    </a:lnTo>
                    <a:lnTo>
                      <a:pt x="1391" y="408"/>
                    </a:lnTo>
                    <a:lnTo>
                      <a:pt x="1395" y="597"/>
                    </a:lnTo>
                    <a:lnTo>
                      <a:pt x="1319" y="719"/>
                    </a:lnTo>
                    <a:lnTo>
                      <a:pt x="1319" y="844"/>
                    </a:lnTo>
                    <a:lnTo>
                      <a:pt x="1188" y="941"/>
                    </a:lnTo>
                    <a:lnTo>
                      <a:pt x="1130" y="941"/>
                    </a:lnTo>
                    <a:lnTo>
                      <a:pt x="1086" y="1003"/>
                    </a:lnTo>
                    <a:lnTo>
                      <a:pt x="1006" y="1008"/>
                    </a:lnTo>
                    <a:lnTo>
                      <a:pt x="957" y="872"/>
                    </a:lnTo>
                    <a:lnTo>
                      <a:pt x="846" y="844"/>
                    </a:lnTo>
                    <a:lnTo>
                      <a:pt x="740" y="906"/>
                    </a:lnTo>
                    <a:lnTo>
                      <a:pt x="705" y="1033"/>
                    </a:lnTo>
                    <a:lnTo>
                      <a:pt x="740" y="1183"/>
                    </a:lnTo>
                    <a:lnTo>
                      <a:pt x="613" y="1220"/>
                    </a:lnTo>
                    <a:lnTo>
                      <a:pt x="380" y="1328"/>
                    </a:lnTo>
                    <a:lnTo>
                      <a:pt x="312" y="1378"/>
                    </a:lnTo>
                    <a:lnTo>
                      <a:pt x="351" y="1448"/>
                    </a:lnTo>
                    <a:lnTo>
                      <a:pt x="480" y="1586"/>
                    </a:lnTo>
                    <a:lnTo>
                      <a:pt x="279" y="1404"/>
                    </a:lnTo>
                    <a:lnTo>
                      <a:pt x="224" y="1340"/>
                    </a:lnTo>
                    <a:lnTo>
                      <a:pt x="217" y="1277"/>
                    </a:lnTo>
                    <a:lnTo>
                      <a:pt x="125" y="1255"/>
                    </a:lnTo>
                    <a:lnTo>
                      <a:pt x="53" y="1134"/>
                    </a:lnTo>
                    <a:lnTo>
                      <a:pt x="70" y="967"/>
                    </a:lnTo>
                    <a:lnTo>
                      <a:pt x="59" y="833"/>
                    </a:lnTo>
                    <a:lnTo>
                      <a:pt x="2" y="697"/>
                    </a:lnTo>
                    <a:lnTo>
                      <a:pt x="0" y="503"/>
                    </a:lnTo>
                    <a:lnTo>
                      <a:pt x="59" y="343"/>
                    </a:lnTo>
                    <a:lnTo>
                      <a:pt x="173" y="182"/>
                    </a:lnTo>
                    <a:lnTo>
                      <a:pt x="296" y="127"/>
                    </a:lnTo>
                    <a:lnTo>
                      <a:pt x="180" y="200"/>
                    </a:lnTo>
                    <a:lnTo>
                      <a:pt x="74" y="389"/>
                    </a:lnTo>
                    <a:lnTo>
                      <a:pt x="39" y="510"/>
                    </a:lnTo>
                    <a:lnTo>
                      <a:pt x="39" y="646"/>
                    </a:lnTo>
                    <a:lnTo>
                      <a:pt x="97" y="740"/>
                    </a:lnTo>
                    <a:lnTo>
                      <a:pt x="151" y="624"/>
                    </a:lnTo>
                    <a:lnTo>
                      <a:pt x="303" y="519"/>
                    </a:lnTo>
                    <a:lnTo>
                      <a:pt x="501" y="489"/>
                    </a:lnTo>
                    <a:lnTo>
                      <a:pt x="613" y="426"/>
                    </a:lnTo>
                    <a:lnTo>
                      <a:pt x="623" y="365"/>
                    </a:lnTo>
                    <a:lnTo>
                      <a:pt x="842" y="305"/>
                    </a:lnTo>
                    <a:lnTo>
                      <a:pt x="764" y="259"/>
                    </a:lnTo>
                    <a:lnTo>
                      <a:pt x="890" y="224"/>
                    </a:lnTo>
                    <a:lnTo>
                      <a:pt x="1089" y="244"/>
                    </a:lnTo>
                    <a:lnTo>
                      <a:pt x="1155" y="235"/>
                    </a:lnTo>
                    <a:lnTo>
                      <a:pt x="980" y="196"/>
                    </a:lnTo>
                    <a:lnTo>
                      <a:pt x="623" y="154"/>
                    </a:lnTo>
                    <a:lnTo>
                      <a:pt x="784" y="53"/>
                    </a:lnTo>
                    <a:lnTo>
                      <a:pt x="1045" y="0"/>
                    </a:lnTo>
                    <a:lnTo>
                      <a:pt x="1041" y="83"/>
                    </a:lnTo>
                    <a:lnTo>
                      <a:pt x="1263" y="48"/>
                    </a:lnTo>
                    <a:lnTo>
                      <a:pt x="1423" y="110"/>
                    </a:lnTo>
                    <a:lnTo>
                      <a:pt x="1584" y="118"/>
                    </a:lnTo>
                    <a:lnTo>
                      <a:pt x="1584" y="187"/>
                    </a:lnTo>
                    <a:lnTo>
                      <a:pt x="1773" y="208"/>
                    </a:lnTo>
                    <a:lnTo>
                      <a:pt x="1797" y="305"/>
                    </a:lnTo>
                    <a:lnTo>
                      <a:pt x="1819" y="213"/>
                    </a:lnTo>
                    <a:lnTo>
                      <a:pt x="1683" y="114"/>
                    </a:lnTo>
                    <a:lnTo>
                      <a:pt x="1841" y="205"/>
                    </a:lnTo>
                    <a:lnTo>
                      <a:pt x="1845" y="309"/>
                    </a:lnTo>
                    <a:lnTo>
                      <a:pt x="1769" y="383"/>
                    </a:lnTo>
                    <a:lnTo>
                      <a:pt x="1679" y="413"/>
                    </a:lnTo>
                    <a:lnTo>
                      <a:pt x="1608" y="3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3" name="Freeform 94">
                <a:extLst>
                  <a:ext uri="{FF2B5EF4-FFF2-40B4-BE49-F238E27FC236}">
                    <a16:creationId xmlns:a16="http://schemas.microsoft.com/office/drawing/2014/main" id="{EB661482-99DE-484D-BF26-7F2F1810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45"/>
                <a:ext cx="168" cy="39"/>
              </a:xfrm>
              <a:custGeom>
                <a:avLst/>
                <a:gdLst>
                  <a:gd name="T0" fmla="*/ 0 w 1347"/>
                  <a:gd name="T1" fmla="*/ 0 h 312"/>
                  <a:gd name="T2" fmla="*/ 0 w 1347"/>
                  <a:gd name="T3" fmla="*/ 0 h 312"/>
                  <a:gd name="T4" fmla="*/ 0 w 1347"/>
                  <a:gd name="T5" fmla="*/ 0 h 312"/>
                  <a:gd name="T6" fmla="*/ 0 w 1347"/>
                  <a:gd name="T7" fmla="*/ 0 h 312"/>
                  <a:gd name="T8" fmla="*/ 0 w 1347"/>
                  <a:gd name="T9" fmla="*/ 0 h 312"/>
                  <a:gd name="T10" fmla="*/ 0 w 1347"/>
                  <a:gd name="T11" fmla="*/ 0 h 312"/>
                  <a:gd name="T12" fmla="*/ 0 w 1347"/>
                  <a:gd name="T13" fmla="*/ 0 h 312"/>
                  <a:gd name="T14" fmla="*/ 0 w 1347"/>
                  <a:gd name="T15" fmla="*/ 0 h 312"/>
                  <a:gd name="T16" fmla="*/ 0 w 1347"/>
                  <a:gd name="T17" fmla="*/ 0 h 312"/>
                  <a:gd name="T18" fmla="*/ 0 w 1347"/>
                  <a:gd name="T19" fmla="*/ 0 h 312"/>
                  <a:gd name="T20" fmla="*/ 0 w 1347"/>
                  <a:gd name="T21" fmla="*/ 0 h 312"/>
                  <a:gd name="T22" fmla="*/ 0 w 1347"/>
                  <a:gd name="T23" fmla="*/ 0 h 312"/>
                  <a:gd name="T24" fmla="*/ 0 w 1347"/>
                  <a:gd name="T25" fmla="*/ 0 h 312"/>
                  <a:gd name="T26" fmla="*/ 0 w 1347"/>
                  <a:gd name="T27" fmla="*/ 0 h 312"/>
                  <a:gd name="T28" fmla="*/ 0 w 1347"/>
                  <a:gd name="T29" fmla="*/ 0 h 3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47"/>
                  <a:gd name="T46" fmla="*/ 0 h 312"/>
                  <a:gd name="T47" fmla="*/ 1347 w 1347"/>
                  <a:gd name="T48" fmla="*/ 312 h 3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47" h="312">
                    <a:moveTo>
                      <a:pt x="0" y="268"/>
                    </a:moveTo>
                    <a:lnTo>
                      <a:pt x="121" y="95"/>
                    </a:lnTo>
                    <a:lnTo>
                      <a:pt x="352" y="0"/>
                    </a:lnTo>
                    <a:lnTo>
                      <a:pt x="574" y="64"/>
                    </a:lnTo>
                    <a:lnTo>
                      <a:pt x="754" y="42"/>
                    </a:lnTo>
                    <a:lnTo>
                      <a:pt x="1112" y="203"/>
                    </a:lnTo>
                    <a:lnTo>
                      <a:pt x="1196" y="277"/>
                    </a:lnTo>
                    <a:lnTo>
                      <a:pt x="1347" y="312"/>
                    </a:lnTo>
                    <a:lnTo>
                      <a:pt x="1180" y="293"/>
                    </a:lnTo>
                    <a:lnTo>
                      <a:pt x="1060" y="203"/>
                    </a:lnTo>
                    <a:lnTo>
                      <a:pt x="754" y="81"/>
                    </a:lnTo>
                    <a:lnTo>
                      <a:pt x="518" y="113"/>
                    </a:lnTo>
                    <a:lnTo>
                      <a:pt x="356" y="20"/>
                    </a:lnTo>
                    <a:lnTo>
                      <a:pt x="126" y="108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4" name="Freeform 95">
                <a:extLst>
                  <a:ext uri="{FF2B5EF4-FFF2-40B4-BE49-F238E27FC236}">
                    <a16:creationId xmlns:a16="http://schemas.microsoft.com/office/drawing/2014/main" id="{27862FFD-4E8D-FC49-8B22-203D2BA82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684"/>
                <a:ext cx="25" cy="15"/>
              </a:xfrm>
              <a:custGeom>
                <a:avLst/>
                <a:gdLst>
                  <a:gd name="T0" fmla="*/ 0 w 200"/>
                  <a:gd name="T1" fmla="*/ 0 h 119"/>
                  <a:gd name="T2" fmla="*/ 0 w 200"/>
                  <a:gd name="T3" fmla="*/ 0 h 119"/>
                  <a:gd name="T4" fmla="*/ 0 w 200"/>
                  <a:gd name="T5" fmla="*/ 0 h 119"/>
                  <a:gd name="T6" fmla="*/ 0 w 200"/>
                  <a:gd name="T7" fmla="*/ 0 h 119"/>
                  <a:gd name="T8" fmla="*/ 0 w 200"/>
                  <a:gd name="T9" fmla="*/ 0 h 119"/>
                  <a:gd name="T10" fmla="*/ 0 w 200"/>
                  <a:gd name="T11" fmla="*/ 0 h 119"/>
                  <a:gd name="T12" fmla="*/ 0 w 200"/>
                  <a:gd name="T13" fmla="*/ 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0"/>
                  <a:gd name="T22" fmla="*/ 0 h 119"/>
                  <a:gd name="T23" fmla="*/ 200 w 200"/>
                  <a:gd name="T24" fmla="*/ 119 h 1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0" h="119">
                    <a:moveTo>
                      <a:pt x="200" y="119"/>
                    </a:moveTo>
                    <a:lnTo>
                      <a:pt x="179" y="48"/>
                    </a:lnTo>
                    <a:lnTo>
                      <a:pt x="88" y="0"/>
                    </a:lnTo>
                    <a:lnTo>
                      <a:pt x="0" y="57"/>
                    </a:lnTo>
                    <a:lnTo>
                      <a:pt x="62" y="42"/>
                    </a:lnTo>
                    <a:lnTo>
                      <a:pt x="159" y="89"/>
                    </a:lnTo>
                    <a:lnTo>
                      <a:pt x="200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5" name="Freeform 96">
                <a:extLst>
                  <a:ext uri="{FF2B5EF4-FFF2-40B4-BE49-F238E27FC236}">
                    <a16:creationId xmlns:a16="http://schemas.microsoft.com/office/drawing/2014/main" id="{16005BFD-E70C-0544-A282-B65113D9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695"/>
                <a:ext cx="16" cy="22"/>
              </a:xfrm>
              <a:custGeom>
                <a:avLst/>
                <a:gdLst>
                  <a:gd name="T0" fmla="*/ 0 w 127"/>
                  <a:gd name="T1" fmla="*/ 0 h 173"/>
                  <a:gd name="T2" fmla="*/ 0 w 127"/>
                  <a:gd name="T3" fmla="*/ 0 h 173"/>
                  <a:gd name="T4" fmla="*/ 0 w 127"/>
                  <a:gd name="T5" fmla="*/ 0 h 173"/>
                  <a:gd name="T6" fmla="*/ 0 w 127"/>
                  <a:gd name="T7" fmla="*/ 0 h 173"/>
                  <a:gd name="T8" fmla="*/ 0 w 127"/>
                  <a:gd name="T9" fmla="*/ 0 h 173"/>
                  <a:gd name="T10" fmla="*/ 0 w 127"/>
                  <a:gd name="T11" fmla="*/ 0 h 173"/>
                  <a:gd name="T12" fmla="*/ 0 w 127"/>
                  <a:gd name="T13" fmla="*/ 0 h 173"/>
                  <a:gd name="T14" fmla="*/ 0 w 127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73"/>
                  <a:gd name="T26" fmla="*/ 127 w 127"/>
                  <a:gd name="T27" fmla="*/ 173 h 1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73">
                    <a:moveTo>
                      <a:pt x="127" y="25"/>
                    </a:moveTo>
                    <a:lnTo>
                      <a:pt x="99" y="92"/>
                    </a:lnTo>
                    <a:lnTo>
                      <a:pt x="99" y="131"/>
                    </a:lnTo>
                    <a:lnTo>
                      <a:pt x="116" y="173"/>
                    </a:lnTo>
                    <a:lnTo>
                      <a:pt x="0" y="131"/>
                    </a:lnTo>
                    <a:lnTo>
                      <a:pt x="0" y="81"/>
                    </a:lnTo>
                    <a:lnTo>
                      <a:pt x="88" y="0"/>
                    </a:lnTo>
                    <a:lnTo>
                      <a:pt x="12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6" name="Freeform 97">
                <a:extLst>
                  <a:ext uri="{FF2B5EF4-FFF2-40B4-BE49-F238E27FC236}">
                    <a16:creationId xmlns:a16="http://schemas.microsoft.com/office/drawing/2014/main" id="{95473710-0534-8E4E-A3E7-108F559A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94"/>
                <a:ext cx="5" cy="18"/>
              </a:xfrm>
              <a:custGeom>
                <a:avLst/>
                <a:gdLst>
                  <a:gd name="T0" fmla="*/ 0 w 42"/>
                  <a:gd name="T1" fmla="*/ 0 h 140"/>
                  <a:gd name="T2" fmla="*/ 0 w 42"/>
                  <a:gd name="T3" fmla="*/ 0 h 140"/>
                  <a:gd name="T4" fmla="*/ 0 w 42"/>
                  <a:gd name="T5" fmla="*/ 0 h 140"/>
                  <a:gd name="T6" fmla="*/ 0 w 42"/>
                  <a:gd name="T7" fmla="*/ 0 h 140"/>
                  <a:gd name="T8" fmla="*/ 0 w 42"/>
                  <a:gd name="T9" fmla="*/ 0 h 140"/>
                  <a:gd name="T10" fmla="*/ 0 w 42"/>
                  <a:gd name="T11" fmla="*/ 0 h 140"/>
                  <a:gd name="T12" fmla="*/ 0 w 42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2"/>
                  <a:gd name="T22" fmla="*/ 0 h 140"/>
                  <a:gd name="T23" fmla="*/ 42 w 42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2" h="140">
                    <a:moveTo>
                      <a:pt x="42" y="12"/>
                    </a:moveTo>
                    <a:lnTo>
                      <a:pt x="9" y="79"/>
                    </a:lnTo>
                    <a:lnTo>
                      <a:pt x="9" y="140"/>
                    </a:lnTo>
                    <a:lnTo>
                      <a:pt x="0" y="65"/>
                    </a:lnTo>
                    <a:lnTo>
                      <a:pt x="20" y="7"/>
                    </a:lnTo>
                    <a:lnTo>
                      <a:pt x="42" y="0"/>
                    </a:lnTo>
                    <a:lnTo>
                      <a:pt x="4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7" name="Line 98">
                <a:extLst>
                  <a:ext uri="{FF2B5EF4-FFF2-40B4-BE49-F238E27FC236}">
                    <a16:creationId xmlns:a16="http://schemas.microsoft.com/office/drawing/2014/main" id="{0567C348-C11F-EE4E-96B2-77700A69B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4" y="1686"/>
                <a:ext cx="12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8" name="Line 99">
                <a:extLst>
                  <a:ext uri="{FF2B5EF4-FFF2-40B4-BE49-F238E27FC236}">
                    <a16:creationId xmlns:a16="http://schemas.microsoft.com/office/drawing/2014/main" id="{18F7F193-41AF-E943-9028-C66628475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0" y="1690"/>
                <a:ext cx="13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59" name="Line 100">
                <a:extLst>
                  <a:ext uri="{FF2B5EF4-FFF2-40B4-BE49-F238E27FC236}">
                    <a16:creationId xmlns:a16="http://schemas.microsoft.com/office/drawing/2014/main" id="{3B1E6F52-EC7C-B643-A2E3-F3E22FC83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8" y="1693"/>
                <a:ext cx="13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0" name="Line 101">
                <a:extLst>
                  <a:ext uri="{FF2B5EF4-FFF2-40B4-BE49-F238E27FC236}">
                    <a16:creationId xmlns:a16="http://schemas.microsoft.com/office/drawing/2014/main" id="{994313A8-92D5-E844-AC70-66B8E2ADF4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8" y="1700"/>
                <a:ext cx="9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1" name="Freeform 102">
                <a:extLst>
                  <a:ext uri="{FF2B5EF4-FFF2-40B4-BE49-F238E27FC236}">
                    <a16:creationId xmlns:a16="http://schemas.microsoft.com/office/drawing/2014/main" id="{2F1DAC02-E7D9-E44E-A908-506E9C25E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680"/>
                <a:ext cx="15" cy="36"/>
              </a:xfrm>
              <a:custGeom>
                <a:avLst/>
                <a:gdLst>
                  <a:gd name="T0" fmla="*/ 0 w 118"/>
                  <a:gd name="T1" fmla="*/ 0 h 288"/>
                  <a:gd name="T2" fmla="*/ 0 w 118"/>
                  <a:gd name="T3" fmla="*/ 0 h 288"/>
                  <a:gd name="T4" fmla="*/ 0 w 118"/>
                  <a:gd name="T5" fmla="*/ 0 h 288"/>
                  <a:gd name="T6" fmla="*/ 0 w 118"/>
                  <a:gd name="T7" fmla="*/ 0 h 288"/>
                  <a:gd name="T8" fmla="*/ 0 w 118"/>
                  <a:gd name="T9" fmla="*/ 0 h 288"/>
                  <a:gd name="T10" fmla="*/ 0 w 118"/>
                  <a:gd name="T11" fmla="*/ 0 h 288"/>
                  <a:gd name="T12" fmla="*/ 0 w 118"/>
                  <a:gd name="T13" fmla="*/ 0 h 288"/>
                  <a:gd name="T14" fmla="*/ 0 w 118"/>
                  <a:gd name="T15" fmla="*/ 0 h 288"/>
                  <a:gd name="T16" fmla="*/ 0 w 118"/>
                  <a:gd name="T17" fmla="*/ 0 h 288"/>
                  <a:gd name="T18" fmla="*/ 0 w 118"/>
                  <a:gd name="T19" fmla="*/ 0 h 2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288"/>
                  <a:gd name="T32" fmla="*/ 118 w 118"/>
                  <a:gd name="T33" fmla="*/ 288 h 2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288">
                    <a:moveTo>
                      <a:pt x="97" y="11"/>
                    </a:moveTo>
                    <a:lnTo>
                      <a:pt x="69" y="124"/>
                    </a:lnTo>
                    <a:lnTo>
                      <a:pt x="28" y="221"/>
                    </a:lnTo>
                    <a:lnTo>
                      <a:pt x="0" y="277"/>
                    </a:lnTo>
                    <a:lnTo>
                      <a:pt x="16" y="288"/>
                    </a:lnTo>
                    <a:lnTo>
                      <a:pt x="53" y="221"/>
                    </a:lnTo>
                    <a:lnTo>
                      <a:pt x="79" y="143"/>
                    </a:lnTo>
                    <a:lnTo>
                      <a:pt x="101" y="71"/>
                    </a:lnTo>
                    <a:lnTo>
                      <a:pt x="118" y="0"/>
                    </a:lnTo>
                    <a:lnTo>
                      <a:pt x="97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2" name="Line 103">
                <a:extLst>
                  <a:ext uri="{FF2B5EF4-FFF2-40B4-BE49-F238E27FC236}">
                    <a16:creationId xmlns:a16="http://schemas.microsoft.com/office/drawing/2014/main" id="{842483D7-8381-1843-9DA2-701028D945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53" y="1673"/>
                <a:ext cx="104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3" name="Freeform 104">
                <a:extLst>
                  <a:ext uri="{FF2B5EF4-FFF2-40B4-BE49-F238E27FC236}">
                    <a16:creationId xmlns:a16="http://schemas.microsoft.com/office/drawing/2014/main" id="{FBFF3E5B-6110-9D43-A31A-929D0CD0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79"/>
                <a:ext cx="14" cy="16"/>
              </a:xfrm>
              <a:custGeom>
                <a:avLst/>
                <a:gdLst>
                  <a:gd name="T0" fmla="*/ 0 w 112"/>
                  <a:gd name="T1" fmla="*/ 0 h 131"/>
                  <a:gd name="T2" fmla="*/ 0 w 112"/>
                  <a:gd name="T3" fmla="*/ 0 h 131"/>
                  <a:gd name="T4" fmla="*/ 0 w 112"/>
                  <a:gd name="T5" fmla="*/ 0 h 131"/>
                  <a:gd name="T6" fmla="*/ 0 w 112"/>
                  <a:gd name="T7" fmla="*/ 0 h 131"/>
                  <a:gd name="T8" fmla="*/ 0 w 112"/>
                  <a:gd name="T9" fmla="*/ 0 h 131"/>
                  <a:gd name="T10" fmla="*/ 0 w 112"/>
                  <a:gd name="T11" fmla="*/ 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2"/>
                  <a:gd name="T19" fmla="*/ 0 h 131"/>
                  <a:gd name="T20" fmla="*/ 112 w 112"/>
                  <a:gd name="T21" fmla="*/ 131 h 1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2" h="131">
                    <a:moveTo>
                      <a:pt x="0" y="90"/>
                    </a:moveTo>
                    <a:lnTo>
                      <a:pt x="0" y="7"/>
                    </a:lnTo>
                    <a:lnTo>
                      <a:pt x="33" y="0"/>
                    </a:lnTo>
                    <a:lnTo>
                      <a:pt x="112" y="62"/>
                    </a:lnTo>
                    <a:lnTo>
                      <a:pt x="19" y="131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4" name="Freeform 105">
                <a:extLst>
                  <a:ext uri="{FF2B5EF4-FFF2-40B4-BE49-F238E27FC236}">
                    <a16:creationId xmlns:a16="http://schemas.microsoft.com/office/drawing/2014/main" id="{D0ECBBEB-5510-C544-B2D9-72E840922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724"/>
                <a:ext cx="490" cy="567"/>
              </a:xfrm>
              <a:custGeom>
                <a:avLst/>
                <a:gdLst>
                  <a:gd name="T0" fmla="*/ 0 w 3917"/>
                  <a:gd name="T1" fmla="*/ 0 h 4538"/>
                  <a:gd name="T2" fmla="*/ 0 w 3917"/>
                  <a:gd name="T3" fmla="*/ 0 h 4538"/>
                  <a:gd name="T4" fmla="*/ 0 w 3917"/>
                  <a:gd name="T5" fmla="*/ 0 h 4538"/>
                  <a:gd name="T6" fmla="*/ 0 w 3917"/>
                  <a:gd name="T7" fmla="*/ 0 h 4538"/>
                  <a:gd name="T8" fmla="*/ 0 w 3917"/>
                  <a:gd name="T9" fmla="*/ 0 h 4538"/>
                  <a:gd name="T10" fmla="*/ 0 w 3917"/>
                  <a:gd name="T11" fmla="*/ 0 h 4538"/>
                  <a:gd name="T12" fmla="*/ 0 w 3917"/>
                  <a:gd name="T13" fmla="*/ 0 h 4538"/>
                  <a:gd name="T14" fmla="*/ 0 w 3917"/>
                  <a:gd name="T15" fmla="*/ 0 h 4538"/>
                  <a:gd name="T16" fmla="*/ 0 w 3917"/>
                  <a:gd name="T17" fmla="*/ 0 h 4538"/>
                  <a:gd name="T18" fmla="*/ 0 w 3917"/>
                  <a:gd name="T19" fmla="*/ 0 h 4538"/>
                  <a:gd name="T20" fmla="*/ 0 w 3917"/>
                  <a:gd name="T21" fmla="*/ 0 h 4538"/>
                  <a:gd name="T22" fmla="*/ 0 w 3917"/>
                  <a:gd name="T23" fmla="*/ 0 h 4538"/>
                  <a:gd name="T24" fmla="*/ 0 w 3917"/>
                  <a:gd name="T25" fmla="*/ 0 h 4538"/>
                  <a:gd name="T26" fmla="*/ 0 w 3917"/>
                  <a:gd name="T27" fmla="*/ 0 h 4538"/>
                  <a:gd name="T28" fmla="*/ 0 w 3917"/>
                  <a:gd name="T29" fmla="*/ 0 h 4538"/>
                  <a:gd name="T30" fmla="*/ 0 w 3917"/>
                  <a:gd name="T31" fmla="*/ 0 h 4538"/>
                  <a:gd name="T32" fmla="*/ 0 w 3917"/>
                  <a:gd name="T33" fmla="*/ 0 h 4538"/>
                  <a:gd name="T34" fmla="*/ 0 w 3917"/>
                  <a:gd name="T35" fmla="*/ 0 h 4538"/>
                  <a:gd name="T36" fmla="*/ 0 w 3917"/>
                  <a:gd name="T37" fmla="*/ 0 h 4538"/>
                  <a:gd name="T38" fmla="*/ 0 w 3917"/>
                  <a:gd name="T39" fmla="*/ 0 h 4538"/>
                  <a:gd name="T40" fmla="*/ 0 w 3917"/>
                  <a:gd name="T41" fmla="*/ 0 h 4538"/>
                  <a:gd name="T42" fmla="*/ 0 w 3917"/>
                  <a:gd name="T43" fmla="*/ 0 h 4538"/>
                  <a:gd name="T44" fmla="*/ 0 w 3917"/>
                  <a:gd name="T45" fmla="*/ 0 h 4538"/>
                  <a:gd name="T46" fmla="*/ 0 w 3917"/>
                  <a:gd name="T47" fmla="*/ 0 h 4538"/>
                  <a:gd name="T48" fmla="*/ 0 w 3917"/>
                  <a:gd name="T49" fmla="*/ 0 h 4538"/>
                  <a:gd name="T50" fmla="*/ 0 w 3917"/>
                  <a:gd name="T51" fmla="*/ 0 h 4538"/>
                  <a:gd name="T52" fmla="*/ 0 w 3917"/>
                  <a:gd name="T53" fmla="*/ 0 h 4538"/>
                  <a:gd name="T54" fmla="*/ 0 w 3917"/>
                  <a:gd name="T55" fmla="*/ 0 h 4538"/>
                  <a:gd name="T56" fmla="*/ 0 w 3917"/>
                  <a:gd name="T57" fmla="*/ 0 h 4538"/>
                  <a:gd name="T58" fmla="*/ 0 w 3917"/>
                  <a:gd name="T59" fmla="*/ 0 h 4538"/>
                  <a:gd name="T60" fmla="*/ 0 w 3917"/>
                  <a:gd name="T61" fmla="*/ 0 h 4538"/>
                  <a:gd name="T62" fmla="*/ 0 w 3917"/>
                  <a:gd name="T63" fmla="*/ 0 h 4538"/>
                  <a:gd name="T64" fmla="*/ 0 w 3917"/>
                  <a:gd name="T65" fmla="*/ 0 h 4538"/>
                  <a:gd name="T66" fmla="*/ 0 w 3917"/>
                  <a:gd name="T67" fmla="*/ 0 h 4538"/>
                  <a:gd name="T68" fmla="*/ 0 w 3917"/>
                  <a:gd name="T69" fmla="*/ 0 h 4538"/>
                  <a:gd name="T70" fmla="*/ 0 w 3917"/>
                  <a:gd name="T71" fmla="*/ 0 h 4538"/>
                  <a:gd name="T72" fmla="*/ 0 w 3917"/>
                  <a:gd name="T73" fmla="*/ 0 h 4538"/>
                  <a:gd name="T74" fmla="*/ 0 w 3917"/>
                  <a:gd name="T75" fmla="*/ 0 h 4538"/>
                  <a:gd name="T76" fmla="*/ 0 w 3917"/>
                  <a:gd name="T77" fmla="*/ 0 h 453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917"/>
                  <a:gd name="T118" fmla="*/ 0 h 4538"/>
                  <a:gd name="T119" fmla="*/ 3917 w 3917"/>
                  <a:gd name="T120" fmla="*/ 4538 h 453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917" h="4538">
                    <a:moveTo>
                      <a:pt x="1651" y="0"/>
                    </a:moveTo>
                    <a:lnTo>
                      <a:pt x="1537" y="92"/>
                    </a:lnTo>
                    <a:lnTo>
                      <a:pt x="1328" y="139"/>
                    </a:lnTo>
                    <a:lnTo>
                      <a:pt x="1086" y="342"/>
                    </a:lnTo>
                    <a:lnTo>
                      <a:pt x="984" y="540"/>
                    </a:lnTo>
                    <a:lnTo>
                      <a:pt x="765" y="920"/>
                    </a:lnTo>
                    <a:lnTo>
                      <a:pt x="544" y="1184"/>
                    </a:lnTo>
                    <a:lnTo>
                      <a:pt x="486" y="1516"/>
                    </a:lnTo>
                    <a:lnTo>
                      <a:pt x="232" y="1863"/>
                    </a:lnTo>
                    <a:lnTo>
                      <a:pt x="0" y="2935"/>
                    </a:lnTo>
                    <a:lnTo>
                      <a:pt x="221" y="3256"/>
                    </a:lnTo>
                    <a:lnTo>
                      <a:pt x="403" y="3569"/>
                    </a:lnTo>
                    <a:lnTo>
                      <a:pt x="535" y="3809"/>
                    </a:lnTo>
                    <a:lnTo>
                      <a:pt x="1779" y="4063"/>
                    </a:lnTo>
                    <a:lnTo>
                      <a:pt x="1825" y="4109"/>
                    </a:lnTo>
                    <a:lnTo>
                      <a:pt x="1964" y="4538"/>
                    </a:lnTo>
                    <a:lnTo>
                      <a:pt x="2425" y="3904"/>
                    </a:lnTo>
                    <a:lnTo>
                      <a:pt x="2900" y="3841"/>
                    </a:lnTo>
                    <a:lnTo>
                      <a:pt x="3825" y="3762"/>
                    </a:lnTo>
                    <a:lnTo>
                      <a:pt x="3901" y="3521"/>
                    </a:lnTo>
                    <a:lnTo>
                      <a:pt x="3917" y="3313"/>
                    </a:lnTo>
                    <a:lnTo>
                      <a:pt x="3917" y="3094"/>
                    </a:lnTo>
                    <a:lnTo>
                      <a:pt x="3880" y="2898"/>
                    </a:lnTo>
                    <a:lnTo>
                      <a:pt x="3709" y="2727"/>
                    </a:lnTo>
                    <a:lnTo>
                      <a:pt x="3778" y="2866"/>
                    </a:lnTo>
                    <a:lnTo>
                      <a:pt x="3049" y="2947"/>
                    </a:lnTo>
                    <a:lnTo>
                      <a:pt x="2693" y="3300"/>
                    </a:lnTo>
                    <a:lnTo>
                      <a:pt x="2566" y="3373"/>
                    </a:lnTo>
                    <a:lnTo>
                      <a:pt x="2842" y="2958"/>
                    </a:lnTo>
                    <a:lnTo>
                      <a:pt x="2552" y="2979"/>
                    </a:lnTo>
                    <a:lnTo>
                      <a:pt x="2218" y="3153"/>
                    </a:lnTo>
                    <a:lnTo>
                      <a:pt x="2218" y="2912"/>
                    </a:lnTo>
                    <a:lnTo>
                      <a:pt x="2150" y="2912"/>
                    </a:lnTo>
                    <a:lnTo>
                      <a:pt x="1930" y="3175"/>
                    </a:lnTo>
                    <a:lnTo>
                      <a:pt x="1849" y="3465"/>
                    </a:lnTo>
                    <a:lnTo>
                      <a:pt x="1757" y="3373"/>
                    </a:lnTo>
                    <a:lnTo>
                      <a:pt x="1871" y="2935"/>
                    </a:lnTo>
                    <a:lnTo>
                      <a:pt x="2206" y="2727"/>
                    </a:lnTo>
                    <a:lnTo>
                      <a:pt x="1906" y="2773"/>
                    </a:lnTo>
                    <a:lnTo>
                      <a:pt x="1825" y="2610"/>
                    </a:lnTo>
                    <a:lnTo>
                      <a:pt x="1630" y="2610"/>
                    </a:lnTo>
                    <a:lnTo>
                      <a:pt x="1351" y="2727"/>
                    </a:lnTo>
                    <a:lnTo>
                      <a:pt x="1351" y="2575"/>
                    </a:lnTo>
                    <a:lnTo>
                      <a:pt x="1825" y="2232"/>
                    </a:lnTo>
                    <a:lnTo>
                      <a:pt x="1570" y="2255"/>
                    </a:lnTo>
                    <a:lnTo>
                      <a:pt x="1319" y="2415"/>
                    </a:lnTo>
                    <a:lnTo>
                      <a:pt x="1238" y="2197"/>
                    </a:lnTo>
                    <a:lnTo>
                      <a:pt x="1480" y="1967"/>
                    </a:lnTo>
                    <a:lnTo>
                      <a:pt x="1768" y="1863"/>
                    </a:lnTo>
                    <a:lnTo>
                      <a:pt x="1513" y="1760"/>
                    </a:lnTo>
                    <a:lnTo>
                      <a:pt x="1351" y="1379"/>
                    </a:lnTo>
                    <a:lnTo>
                      <a:pt x="1581" y="1184"/>
                    </a:lnTo>
                    <a:lnTo>
                      <a:pt x="1526" y="897"/>
                    </a:lnTo>
                    <a:lnTo>
                      <a:pt x="1699" y="1015"/>
                    </a:lnTo>
                    <a:lnTo>
                      <a:pt x="1895" y="1252"/>
                    </a:lnTo>
                    <a:lnTo>
                      <a:pt x="1699" y="978"/>
                    </a:lnTo>
                    <a:lnTo>
                      <a:pt x="1537" y="851"/>
                    </a:lnTo>
                    <a:lnTo>
                      <a:pt x="1374" y="839"/>
                    </a:lnTo>
                    <a:lnTo>
                      <a:pt x="1157" y="943"/>
                    </a:lnTo>
                    <a:lnTo>
                      <a:pt x="948" y="1140"/>
                    </a:lnTo>
                    <a:lnTo>
                      <a:pt x="818" y="1508"/>
                    </a:lnTo>
                    <a:lnTo>
                      <a:pt x="788" y="1792"/>
                    </a:lnTo>
                    <a:lnTo>
                      <a:pt x="742" y="2094"/>
                    </a:lnTo>
                    <a:lnTo>
                      <a:pt x="521" y="1610"/>
                    </a:lnTo>
                    <a:lnTo>
                      <a:pt x="603" y="1208"/>
                    </a:lnTo>
                    <a:lnTo>
                      <a:pt x="797" y="934"/>
                    </a:lnTo>
                    <a:lnTo>
                      <a:pt x="994" y="573"/>
                    </a:lnTo>
                    <a:lnTo>
                      <a:pt x="1095" y="356"/>
                    </a:lnTo>
                    <a:lnTo>
                      <a:pt x="1307" y="195"/>
                    </a:lnTo>
                    <a:lnTo>
                      <a:pt x="1559" y="139"/>
                    </a:lnTo>
                    <a:lnTo>
                      <a:pt x="1789" y="289"/>
                    </a:lnTo>
                    <a:lnTo>
                      <a:pt x="1999" y="600"/>
                    </a:lnTo>
                    <a:lnTo>
                      <a:pt x="2243" y="1184"/>
                    </a:lnTo>
                    <a:lnTo>
                      <a:pt x="1999" y="527"/>
                    </a:lnTo>
                    <a:lnTo>
                      <a:pt x="1860" y="289"/>
                    </a:lnTo>
                    <a:lnTo>
                      <a:pt x="1882" y="208"/>
                    </a:lnTo>
                    <a:lnTo>
                      <a:pt x="1743" y="10"/>
                    </a:lnTo>
                    <a:lnTo>
                      <a:pt x="16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5" name="Freeform 106">
                <a:extLst>
                  <a:ext uri="{FF2B5EF4-FFF2-40B4-BE49-F238E27FC236}">
                    <a16:creationId xmlns:a16="http://schemas.microsoft.com/office/drawing/2014/main" id="{0CFEB9B9-FB9F-8D47-B2E8-30A0433A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803"/>
                <a:ext cx="262" cy="289"/>
              </a:xfrm>
              <a:custGeom>
                <a:avLst/>
                <a:gdLst>
                  <a:gd name="T0" fmla="*/ 0 w 2089"/>
                  <a:gd name="T1" fmla="*/ 0 h 2317"/>
                  <a:gd name="T2" fmla="*/ 0 w 2089"/>
                  <a:gd name="T3" fmla="*/ 0 h 2317"/>
                  <a:gd name="T4" fmla="*/ 0 w 2089"/>
                  <a:gd name="T5" fmla="*/ 0 h 2317"/>
                  <a:gd name="T6" fmla="*/ 0 w 2089"/>
                  <a:gd name="T7" fmla="*/ 0 h 2317"/>
                  <a:gd name="T8" fmla="*/ 0 w 2089"/>
                  <a:gd name="T9" fmla="*/ 0 h 2317"/>
                  <a:gd name="T10" fmla="*/ 0 w 2089"/>
                  <a:gd name="T11" fmla="*/ 0 h 2317"/>
                  <a:gd name="T12" fmla="*/ 0 w 2089"/>
                  <a:gd name="T13" fmla="*/ 0 h 2317"/>
                  <a:gd name="T14" fmla="*/ 0 w 2089"/>
                  <a:gd name="T15" fmla="*/ 0 h 2317"/>
                  <a:gd name="T16" fmla="*/ 0 w 2089"/>
                  <a:gd name="T17" fmla="*/ 0 h 2317"/>
                  <a:gd name="T18" fmla="*/ 0 w 2089"/>
                  <a:gd name="T19" fmla="*/ 0 h 2317"/>
                  <a:gd name="T20" fmla="*/ 0 w 2089"/>
                  <a:gd name="T21" fmla="*/ 0 h 2317"/>
                  <a:gd name="T22" fmla="*/ 0 w 2089"/>
                  <a:gd name="T23" fmla="*/ 0 h 2317"/>
                  <a:gd name="T24" fmla="*/ 0 w 2089"/>
                  <a:gd name="T25" fmla="*/ 0 h 2317"/>
                  <a:gd name="T26" fmla="*/ 0 w 2089"/>
                  <a:gd name="T27" fmla="*/ 0 h 2317"/>
                  <a:gd name="T28" fmla="*/ 0 w 2089"/>
                  <a:gd name="T29" fmla="*/ 0 h 2317"/>
                  <a:gd name="T30" fmla="*/ 0 w 2089"/>
                  <a:gd name="T31" fmla="*/ 0 h 2317"/>
                  <a:gd name="T32" fmla="*/ 0 w 2089"/>
                  <a:gd name="T33" fmla="*/ 0 h 2317"/>
                  <a:gd name="T34" fmla="*/ 0 w 2089"/>
                  <a:gd name="T35" fmla="*/ 0 h 2317"/>
                  <a:gd name="T36" fmla="*/ 0 w 2089"/>
                  <a:gd name="T37" fmla="*/ 0 h 2317"/>
                  <a:gd name="T38" fmla="*/ 0 w 2089"/>
                  <a:gd name="T39" fmla="*/ 0 h 2317"/>
                  <a:gd name="T40" fmla="*/ 0 w 2089"/>
                  <a:gd name="T41" fmla="*/ 0 h 2317"/>
                  <a:gd name="T42" fmla="*/ 0 w 2089"/>
                  <a:gd name="T43" fmla="*/ 0 h 2317"/>
                  <a:gd name="T44" fmla="*/ 0 w 2089"/>
                  <a:gd name="T45" fmla="*/ 0 h 2317"/>
                  <a:gd name="T46" fmla="*/ 0 w 2089"/>
                  <a:gd name="T47" fmla="*/ 0 h 2317"/>
                  <a:gd name="T48" fmla="*/ 0 w 2089"/>
                  <a:gd name="T49" fmla="*/ 0 h 2317"/>
                  <a:gd name="T50" fmla="*/ 0 w 2089"/>
                  <a:gd name="T51" fmla="*/ 0 h 2317"/>
                  <a:gd name="T52" fmla="*/ 0 w 2089"/>
                  <a:gd name="T53" fmla="*/ 0 h 2317"/>
                  <a:gd name="T54" fmla="*/ 0 w 2089"/>
                  <a:gd name="T55" fmla="*/ 0 h 2317"/>
                  <a:gd name="T56" fmla="*/ 0 w 2089"/>
                  <a:gd name="T57" fmla="*/ 0 h 2317"/>
                  <a:gd name="T58" fmla="*/ 0 w 2089"/>
                  <a:gd name="T59" fmla="*/ 0 h 2317"/>
                  <a:gd name="T60" fmla="*/ 0 w 2089"/>
                  <a:gd name="T61" fmla="*/ 0 h 2317"/>
                  <a:gd name="T62" fmla="*/ 0 w 2089"/>
                  <a:gd name="T63" fmla="*/ 0 h 2317"/>
                  <a:gd name="T64" fmla="*/ 0 w 2089"/>
                  <a:gd name="T65" fmla="*/ 0 h 2317"/>
                  <a:gd name="T66" fmla="*/ 0 w 2089"/>
                  <a:gd name="T67" fmla="*/ 0 h 2317"/>
                  <a:gd name="T68" fmla="*/ 0 w 2089"/>
                  <a:gd name="T69" fmla="*/ 0 h 2317"/>
                  <a:gd name="T70" fmla="*/ 0 w 2089"/>
                  <a:gd name="T71" fmla="*/ 0 h 2317"/>
                  <a:gd name="T72" fmla="*/ 0 w 2089"/>
                  <a:gd name="T73" fmla="*/ 0 h 2317"/>
                  <a:gd name="T74" fmla="*/ 0 w 2089"/>
                  <a:gd name="T75" fmla="*/ 0 h 2317"/>
                  <a:gd name="T76" fmla="*/ 0 w 2089"/>
                  <a:gd name="T77" fmla="*/ 0 h 2317"/>
                  <a:gd name="T78" fmla="*/ 0 w 2089"/>
                  <a:gd name="T79" fmla="*/ 0 h 2317"/>
                  <a:gd name="T80" fmla="*/ 0 w 2089"/>
                  <a:gd name="T81" fmla="*/ 0 h 2317"/>
                  <a:gd name="T82" fmla="*/ 0 w 2089"/>
                  <a:gd name="T83" fmla="*/ 0 h 2317"/>
                  <a:gd name="T84" fmla="*/ 0 w 2089"/>
                  <a:gd name="T85" fmla="*/ 0 h 2317"/>
                  <a:gd name="T86" fmla="*/ 0 w 2089"/>
                  <a:gd name="T87" fmla="*/ 0 h 2317"/>
                  <a:gd name="T88" fmla="*/ 0 w 2089"/>
                  <a:gd name="T89" fmla="*/ 0 h 2317"/>
                  <a:gd name="T90" fmla="*/ 0 w 2089"/>
                  <a:gd name="T91" fmla="*/ 0 h 2317"/>
                  <a:gd name="T92" fmla="*/ 0 w 2089"/>
                  <a:gd name="T93" fmla="*/ 0 h 2317"/>
                  <a:gd name="T94" fmla="*/ 0 w 2089"/>
                  <a:gd name="T95" fmla="*/ 0 h 2317"/>
                  <a:gd name="T96" fmla="*/ 0 w 2089"/>
                  <a:gd name="T97" fmla="*/ 0 h 2317"/>
                  <a:gd name="T98" fmla="*/ 0 w 2089"/>
                  <a:gd name="T99" fmla="*/ 0 h 2317"/>
                  <a:gd name="T100" fmla="*/ 0 w 2089"/>
                  <a:gd name="T101" fmla="*/ 0 h 2317"/>
                  <a:gd name="T102" fmla="*/ 0 w 2089"/>
                  <a:gd name="T103" fmla="*/ 0 h 23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089"/>
                  <a:gd name="T157" fmla="*/ 0 h 2317"/>
                  <a:gd name="T158" fmla="*/ 2089 w 2089"/>
                  <a:gd name="T159" fmla="*/ 2317 h 231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089" h="2317">
                    <a:moveTo>
                      <a:pt x="0" y="680"/>
                    </a:moveTo>
                    <a:lnTo>
                      <a:pt x="160" y="1026"/>
                    </a:lnTo>
                    <a:lnTo>
                      <a:pt x="54" y="1130"/>
                    </a:lnTo>
                    <a:lnTo>
                      <a:pt x="113" y="1314"/>
                    </a:lnTo>
                    <a:lnTo>
                      <a:pt x="0" y="1407"/>
                    </a:lnTo>
                    <a:lnTo>
                      <a:pt x="54" y="1727"/>
                    </a:lnTo>
                    <a:lnTo>
                      <a:pt x="286" y="1809"/>
                    </a:lnTo>
                    <a:lnTo>
                      <a:pt x="146" y="1992"/>
                    </a:lnTo>
                    <a:lnTo>
                      <a:pt x="160" y="2143"/>
                    </a:lnTo>
                    <a:lnTo>
                      <a:pt x="342" y="2073"/>
                    </a:lnTo>
                    <a:lnTo>
                      <a:pt x="436" y="2317"/>
                    </a:lnTo>
                    <a:lnTo>
                      <a:pt x="436" y="2165"/>
                    </a:lnTo>
                    <a:lnTo>
                      <a:pt x="991" y="2174"/>
                    </a:lnTo>
                    <a:lnTo>
                      <a:pt x="1799" y="2097"/>
                    </a:lnTo>
                    <a:lnTo>
                      <a:pt x="2089" y="2040"/>
                    </a:lnTo>
                    <a:lnTo>
                      <a:pt x="1651" y="2084"/>
                    </a:lnTo>
                    <a:lnTo>
                      <a:pt x="1129" y="2121"/>
                    </a:lnTo>
                    <a:lnTo>
                      <a:pt x="1153" y="1761"/>
                    </a:lnTo>
                    <a:lnTo>
                      <a:pt x="1142" y="1233"/>
                    </a:lnTo>
                    <a:lnTo>
                      <a:pt x="1049" y="717"/>
                    </a:lnTo>
                    <a:lnTo>
                      <a:pt x="1096" y="1222"/>
                    </a:lnTo>
                    <a:lnTo>
                      <a:pt x="1096" y="1635"/>
                    </a:lnTo>
                    <a:lnTo>
                      <a:pt x="1049" y="2051"/>
                    </a:lnTo>
                    <a:lnTo>
                      <a:pt x="922" y="1890"/>
                    </a:lnTo>
                    <a:lnTo>
                      <a:pt x="922" y="1489"/>
                    </a:lnTo>
                    <a:lnTo>
                      <a:pt x="887" y="1060"/>
                    </a:lnTo>
                    <a:lnTo>
                      <a:pt x="841" y="717"/>
                    </a:lnTo>
                    <a:lnTo>
                      <a:pt x="784" y="415"/>
                    </a:lnTo>
                    <a:lnTo>
                      <a:pt x="713" y="267"/>
                    </a:lnTo>
                    <a:lnTo>
                      <a:pt x="657" y="185"/>
                    </a:lnTo>
                    <a:lnTo>
                      <a:pt x="657" y="0"/>
                    </a:lnTo>
                    <a:lnTo>
                      <a:pt x="597" y="0"/>
                    </a:lnTo>
                    <a:lnTo>
                      <a:pt x="608" y="81"/>
                    </a:lnTo>
                    <a:lnTo>
                      <a:pt x="597" y="221"/>
                    </a:lnTo>
                    <a:lnTo>
                      <a:pt x="553" y="348"/>
                    </a:lnTo>
                    <a:lnTo>
                      <a:pt x="450" y="519"/>
                    </a:lnTo>
                    <a:lnTo>
                      <a:pt x="608" y="348"/>
                    </a:lnTo>
                    <a:lnTo>
                      <a:pt x="646" y="290"/>
                    </a:lnTo>
                    <a:lnTo>
                      <a:pt x="727" y="394"/>
                    </a:lnTo>
                    <a:lnTo>
                      <a:pt x="751" y="622"/>
                    </a:lnTo>
                    <a:lnTo>
                      <a:pt x="828" y="1049"/>
                    </a:lnTo>
                    <a:lnTo>
                      <a:pt x="841" y="1440"/>
                    </a:lnTo>
                    <a:lnTo>
                      <a:pt x="784" y="2061"/>
                    </a:lnTo>
                    <a:lnTo>
                      <a:pt x="667" y="1450"/>
                    </a:lnTo>
                    <a:lnTo>
                      <a:pt x="518" y="1026"/>
                    </a:lnTo>
                    <a:lnTo>
                      <a:pt x="358" y="622"/>
                    </a:lnTo>
                    <a:lnTo>
                      <a:pt x="424" y="924"/>
                    </a:lnTo>
                    <a:lnTo>
                      <a:pt x="475" y="1293"/>
                    </a:lnTo>
                    <a:lnTo>
                      <a:pt x="496" y="1648"/>
                    </a:lnTo>
                    <a:lnTo>
                      <a:pt x="311" y="1178"/>
                    </a:lnTo>
                    <a:lnTo>
                      <a:pt x="122" y="842"/>
                    </a:lnTo>
                    <a:lnTo>
                      <a:pt x="0" y="6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6" name="Freeform 107">
                <a:extLst>
                  <a:ext uri="{FF2B5EF4-FFF2-40B4-BE49-F238E27FC236}">
                    <a16:creationId xmlns:a16="http://schemas.microsoft.com/office/drawing/2014/main" id="{F9D9DF88-E5D1-734E-82EA-10D35346B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801"/>
                <a:ext cx="208" cy="262"/>
              </a:xfrm>
              <a:custGeom>
                <a:avLst/>
                <a:gdLst>
                  <a:gd name="T0" fmla="*/ 0 w 1670"/>
                  <a:gd name="T1" fmla="*/ 0 h 2095"/>
                  <a:gd name="T2" fmla="*/ 0 w 1670"/>
                  <a:gd name="T3" fmla="*/ 0 h 2095"/>
                  <a:gd name="T4" fmla="*/ 0 w 1670"/>
                  <a:gd name="T5" fmla="*/ 0 h 2095"/>
                  <a:gd name="T6" fmla="*/ 0 w 1670"/>
                  <a:gd name="T7" fmla="*/ 0 h 2095"/>
                  <a:gd name="T8" fmla="*/ 0 w 1670"/>
                  <a:gd name="T9" fmla="*/ 0 h 2095"/>
                  <a:gd name="T10" fmla="*/ 0 w 1670"/>
                  <a:gd name="T11" fmla="*/ 0 h 2095"/>
                  <a:gd name="T12" fmla="*/ 0 w 1670"/>
                  <a:gd name="T13" fmla="*/ 0 h 2095"/>
                  <a:gd name="T14" fmla="*/ 0 w 1670"/>
                  <a:gd name="T15" fmla="*/ 0 h 2095"/>
                  <a:gd name="T16" fmla="*/ 0 w 1670"/>
                  <a:gd name="T17" fmla="*/ 0 h 2095"/>
                  <a:gd name="T18" fmla="*/ 0 w 1670"/>
                  <a:gd name="T19" fmla="*/ 0 h 2095"/>
                  <a:gd name="T20" fmla="*/ 0 w 1670"/>
                  <a:gd name="T21" fmla="*/ 0 h 2095"/>
                  <a:gd name="T22" fmla="*/ 0 w 1670"/>
                  <a:gd name="T23" fmla="*/ 0 h 2095"/>
                  <a:gd name="T24" fmla="*/ 0 w 1670"/>
                  <a:gd name="T25" fmla="*/ 0 h 2095"/>
                  <a:gd name="T26" fmla="*/ 0 w 1670"/>
                  <a:gd name="T27" fmla="*/ 0 h 2095"/>
                  <a:gd name="T28" fmla="*/ 0 w 1670"/>
                  <a:gd name="T29" fmla="*/ 0 h 2095"/>
                  <a:gd name="T30" fmla="*/ 0 w 1670"/>
                  <a:gd name="T31" fmla="*/ 0 h 2095"/>
                  <a:gd name="T32" fmla="*/ 0 w 1670"/>
                  <a:gd name="T33" fmla="*/ 0 h 2095"/>
                  <a:gd name="T34" fmla="*/ 0 w 1670"/>
                  <a:gd name="T35" fmla="*/ 0 h 2095"/>
                  <a:gd name="T36" fmla="*/ 0 w 1670"/>
                  <a:gd name="T37" fmla="*/ 0 h 2095"/>
                  <a:gd name="T38" fmla="*/ 0 w 1670"/>
                  <a:gd name="T39" fmla="*/ 0 h 2095"/>
                  <a:gd name="T40" fmla="*/ 0 w 1670"/>
                  <a:gd name="T41" fmla="*/ 0 h 2095"/>
                  <a:gd name="T42" fmla="*/ 0 w 1670"/>
                  <a:gd name="T43" fmla="*/ 0 h 2095"/>
                  <a:gd name="T44" fmla="*/ 0 w 1670"/>
                  <a:gd name="T45" fmla="*/ 0 h 2095"/>
                  <a:gd name="T46" fmla="*/ 0 w 1670"/>
                  <a:gd name="T47" fmla="*/ 0 h 2095"/>
                  <a:gd name="T48" fmla="*/ 0 w 1670"/>
                  <a:gd name="T49" fmla="*/ 0 h 2095"/>
                  <a:gd name="T50" fmla="*/ 0 w 1670"/>
                  <a:gd name="T51" fmla="*/ 0 h 2095"/>
                  <a:gd name="T52" fmla="*/ 0 w 1670"/>
                  <a:gd name="T53" fmla="*/ 0 h 2095"/>
                  <a:gd name="T54" fmla="*/ 0 w 1670"/>
                  <a:gd name="T55" fmla="*/ 0 h 2095"/>
                  <a:gd name="T56" fmla="*/ 0 w 1670"/>
                  <a:gd name="T57" fmla="*/ 0 h 2095"/>
                  <a:gd name="T58" fmla="*/ 0 w 1670"/>
                  <a:gd name="T59" fmla="*/ 0 h 2095"/>
                  <a:gd name="T60" fmla="*/ 0 w 1670"/>
                  <a:gd name="T61" fmla="*/ 0 h 2095"/>
                  <a:gd name="T62" fmla="*/ 0 w 1670"/>
                  <a:gd name="T63" fmla="*/ 0 h 2095"/>
                  <a:gd name="T64" fmla="*/ 0 w 1670"/>
                  <a:gd name="T65" fmla="*/ 0 h 2095"/>
                  <a:gd name="T66" fmla="*/ 0 w 1670"/>
                  <a:gd name="T67" fmla="*/ 0 h 2095"/>
                  <a:gd name="T68" fmla="*/ 0 w 1670"/>
                  <a:gd name="T69" fmla="*/ 0 h 2095"/>
                  <a:gd name="T70" fmla="*/ 0 w 1670"/>
                  <a:gd name="T71" fmla="*/ 0 h 2095"/>
                  <a:gd name="T72" fmla="*/ 0 w 1670"/>
                  <a:gd name="T73" fmla="*/ 0 h 2095"/>
                  <a:gd name="T74" fmla="*/ 0 w 1670"/>
                  <a:gd name="T75" fmla="*/ 0 h 2095"/>
                  <a:gd name="T76" fmla="*/ 0 w 1670"/>
                  <a:gd name="T77" fmla="*/ 0 h 2095"/>
                  <a:gd name="T78" fmla="*/ 0 w 1670"/>
                  <a:gd name="T79" fmla="*/ 0 h 2095"/>
                  <a:gd name="T80" fmla="*/ 0 w 1670"/>
                  <a:gd name="T81" fmla="*/ 0 h 2095"/>
                  <a:gd name="T82" fmla="*/ 0 w 1670"/>
                  <a:gd name="T83" fmla="*/ 0 h 2095"/>
                  <a:gd name="T84" fmla="*/ 0 w 1670"/>
                  <a:gd name="T85" fmla="*/ 0 h 2095"/>
                  <a:gd name="T86" fmla="*/ 0 w 1670"/>
                  <a:gd name="T87" fmla="*/ 0 h 2095"/>
                  <a:gd name="T88" fmla="*/ 0 w 1670"/>
                  <a:gd name="T89" fmla="*/ 0 h 2095"/>
                  <a:gd name="T90" fmla="*/ 0 w 1670"/>
                  <a:gd name="T91" fmla="*/ 0 h 20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670"/>
                  <a:gd name="T139" fmla="*/ 0 h 2095"/>
                  <a:gd name="T140" fmla="*/ 1670 w 1670"/>
                  <a:gd name="T141" fmla="*/ 2095 h 20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670" h="2095">
                    <a:moveTo>
                      <a:pt x="0" y="11"/>
                    </a:moveTo>
                    <a:lnTo>
                      <a:pt x="0" y="106"/>
                    </a:lnTo>
                    <a:lnTo>
                      <a:pt x="112" y="196"/>
                    </a:lnTo>
                    <a:lnTo>
                      <a:pt x="112" y="396"/>
                    </a:lnTo>
                    <a:lnTo>
                      <a:pt x="241" y="530"/>
                    </a:lnTo>
                    <a:lnTo>
                      <a:pt x="378" y="1014"/>
                    </a:lnTo>
                    <a:lnTo>
                      <a:pt x="437" y="1671"/>
                    </a:lnTo>
                    <a:lnTo>
                      <a:pt x="806" y="1888"/>
                    </a:lnTo>
                    <a:lnTo>
                      <a:pt x="874" y="2016"/>
                    </a:lnTo>
                    <a:lnTo>
                      <a:pt x="1048" y="2095"/>
                    </a:lnTo>
                    <a:lnTo>
                      <a:pt x="1130" y="2072"/>
                    </a:lnTo>
                    <a:lnTo>
                      <a:pt x="923" y="1956"/>
                    </a:lnTo>
                    <a:lnTo>
                      <a:pt x="934" y="1855"/>
                    </a:lnTo>
                    <a:lnTo>
                      <a:pt x="1059" y="1844"/>
                    </a:lnTo>
                    <a:lnTo>
                      <a:pt x="1222" y="2003"/>
                    </a:lnTo>
                    <a:lnTo>
                      <a:pt x="1232" y="2062"/>
                    </a:lnTo>
                    <a:lnTo>
                      <a:pt x="1626" y="1991"/>
                    </a:lnTo>
                    <a:lnTo>
                      <a:pt x="1670" y="1820"/>
                    </a:lnTo>
                    <a:lnTo>
                      <a:pt x="1626" y="1749"/>
                    </a:lnTo>
                    <a:lnTo>
                      <a:pt x="1648" y="1833"/>
                    </a:lnTo>
                    <a:lnTo>
                      <a:pt x="1591" y="1970"/>
                    </a:lnTo>
                    <a:lnTo>
                      <a:pt x="1476" y="1934"/>
                    </a:lnTo>
                    <a:lnTo>
                      <a:pt x="1501" y="1763"/>
                    </a:lnTo>
                    <a:lnTo>
                      <a:pt x="1430" y="1671"/>
                    </a:lnTo>
                    <a:lnTo>
                      <a:pt x="1430" y="1913"/>
                    </a:lnTo>
                    <a:lnTo>
                      <a:pt x="1292" y="1844"/>
                    </a:lnTo>
                    <a:lnTo>
                      <a:pt x="1276" y="1565"/>
                    </a:lnTo>
                    <a:lnTo>
                      <a:pt x="1255" y="1565"/>
                    </a:lnTo>
                    <a:lnTo>
                      <a:pt x="898" y="1809"/>
                    </a:lnTo>
                    <a:lnTo>
                      <a:pt x="898" y="1738"/>
                    </a:lnTo>
                    <a:lnTo>
                      <a:pt x="955" y="1625"/>
                    </a:lnTo>
                    <a:lnTo>
                      <a:pt x="1048" y="1578"/>
                    </a:lnTo>
                    <a:lnTo>
                      <a:pt x="1176" y="1541"/>
                    </a:lnTo>
                    <a:lnTo>
                      <a:pt x="1292" y="1519"/>
                    </a:lnTo>
                    <a:lnTo>
                      <a:pt x="1200" y="1461"/>
                    </a:lnTo>
                    <a:lnTo>
                      <a:pt x="1186" y="1244"/>
                    </a:lnTo>
                    <a:lnTo>
                      <a:pt x="1140" y="1222"/>
                    </a:lnTo>
                    <a:lnTo>
                      <a:pt x="989" y="1266"/>
                    </a:lnTo>
                    <a:lnTo>
                      <a:pt x="955" y="1152"/>
                    </a:lnTo>
                    <a:lnTo>
                      <a:pt x="655" y="818"/>
                    </a:lnTo>
                    <a:lnTo>
                      <a:pt x="540" y="829"/>
                    </a:lnTo>
                    <a:lnTo>
                      <a:pt x="531" y="703"/>
                    </a:lnTo>
                    <a:lnTo>
                      <a:pt x="378" y="521"/>
                    </a:lnTo>
                    <a:lnTo>
                      <a:pt x="252" y="117"/>
                    </a:lnTo>
                    <a:lnTo>
                      <a:pt x="54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7" name="Freeform 108">
                <a:extLst>
                  <a:ext uri="{FF2B5EF4-FFF2-40B4-BE49-F238E27FC236}">
                    <a16:creationId xmlns:a16="http://schemas.microsoft.com/office/drawing/2014/main" id="{2CBB4B0F-C1D4-7D41-9875-C913B1693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0"/>
                <a:ext cx="62" cy="36"/>
              </a:xfrm>
              <a:custGeom>
                <a:avLst/>
                <a:gdLst>
                  <a:gd name="T0" fmla="*/ 0 w 499"/>
                  <a:gd name="T1" fmla="*/ 0 h 286"/>
                  <a:gd name="T2" fmla="*/ 0 w 499"/>
                  <a:gd name="T3" fmla="*/ 0 h 286"/>
                  <a:gd name="T4" fmla="*/ 0 w 499"/>
                  <a:gd name="T5" fmla="*/ 0 h 286"/>
                  <a:gd name="T6" fmla="*/ 0 w 499"/>
                  <a:gd name="T7" fmla="*/ 0 h 286"/>
                  <a:gd name="T8" fmla="*/ 0 w 499"/>
                  <a:gd name="T9" fmla="*/ 0 h 286"/>
                  <a:gd name="T10" fmla="*/ 0 w 499"/>
                  <a:gd name="T11" fmla="*/ 0 h 286"/>
                  <a:gd name="T12" fmla="*/ 0 w 499"/>
                  <a:gd name="T13" fmla="*/ 0 h 286"/>
                  <a:gd name="T14" fmla="*/ 0 w 499"/>
                  <a:gd name="T15" fmla="*/ 0 h 286"/>
                  <a:gd name="T16" fmla="*/ 0 w 499"/>
                  <a:gd name="T17" fmla="*/ 0 h 286"/>
                  <a:gd name="T18" fmla="*/ 0 w 499"/>
                  <a:gd name="T19" fmla="*/ 0 h 286"/>
                  <a:gd name="T20" fmla="*/ 0 w 499"/>
                  <a:gd name="T21" fmla="*/ 0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99"/>
                  <a:gd name="T34" fmla="*/ 0 h 286"/>
                  <a:gd name="T35" fmla="*/ 499 w 499"/>
                  <a:gd name="T36" fmla="*/ 286 h 28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99" h="286">
                    <a:moveTo>
                      <a:pt x="0" y="31"/>
                    </a:moveTo>
                    <a:lnTo>
                      <a:pt x="92" y="92"/>
                    </a:lnTo>
                    <a:lnTo>
                      <a:pt x="207" y="80"/>
                    </a:lnTo>
                    <a:lnTo>
                      <a:pt x="277" y="161"/>
                    </a:lnTo>
                    <a:lnTo>
                      <a:pt x="442" y="182"/>
                    </a:lnTo>
                    <a:lnTo>
                      <a:pt x="499" y="286"/>
                    </a:lnTo>
                    <a:lnTo>
                      <a:pt x="461" y="161"/>
                    </a:lnTo>
                    <a:lnTo>
                      <a:pt x="336" y="126"/>
                    </a:lnTo>
                    <a:lnTo>
                      <a:pt x="231" y="9"/>
                    </a:lnTo>
                    <a:lnTo>
                      <a:pt x="106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8" name="Freeform 109">
                <a:extLst>
                  <a:ext uri="{FF2B5EF4-FFF2-40B4-BE49-F238E27FC236}">
                    <a16:creationId xmlns:a16="http://schemas.microsoft.com/office/drawing/2014/main" id="{C7633EA5-2F2D-5544-AD33-1129E3ED0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020"/>
                <a:ext cx="133" cy="102"/>
              </a:xfrm>
              <a:custGeom>
                <a:avLst/>
                <a:gdLst>
                  <a:gd name="T0" fmla="*/ 0 w 1063"/>
                  <a:gd name="T1" fmla="*/ 0 h 821"/>
                  <a:gd name="T2" fmla="*/ 0 w 1063"/>
                  <a:gd name="T3" fmla="*/ 0 h 821"/>
                  <a:gd name="T4" fmla="*/ 0 w 1063"/>
                  <a:gd name="T5" fmla="*/ 0 h 821"/>
                  <a:gd name="T6" fmla="*/ 0 w 1063"/>
                  <a:gd name="T7" fmla="*/ 0 h 821"/>
                  <a:gd name="T8" fmla="*/ 0 w 1063"/>
                  <a:gd name="T9" fmla="*/ 0 h 821"/>
                  <a:gd name="T10" fmla="*/ 0 w 1063"/>
                  <a:gd name="T11" fmla="*/ 0 h 821"/>
                  <a:gd name="T12" fmla="*/ 0 w 1063"/>
                  <a:gd name="T13" fmla="*/ 0 h 821"/>
                  <a:gd name="T14" fmla="*/ 0 w 1063"/>
                  <a:gd name="T15" fmla="*/ 0 h 821"/>
                  <a:gd name="T16" fmla="*/ 0 w 1063"/>
                  <a:gd name="T17" fmla="*/ 0 h 821"/>
                  <a:gd name="T18" fmla="*/ 0 w 1063"/>
                  <a:gd name="T19" fmla="*/ 0 h 821"/>
                  <a:gd name="T20" fmla="*/ 0 w 1063"/>
                  <a:gd name="T21" fmla="*/ 0 h 821"/>
                  <a:gd name="T22" fmla="*/ 0 w 1063"/>
                  <a:gd name="T23" fmla="*/ 0 h 821"/>
                  <a:gd name="T24" fmla="*/ 0 w 1063"/>
                  <a:gd name="T25" fmla="*/ 0 h 821"/>
                  <a:gd name="T26" fmla="*/ 0 w 1063"/>
                  <a:gd name="T27" fmla="*/ 0 h 821"/>
                  <a:gd name="T28" fmla="*/ 0 w 1063"/>
                  <a:gd name="T29" fmla="*/ 0 h 821"/>
                  <a:gd name="T30" fmla="*/ 0 w 1063"/>
                  <a:gd name="T31" fmla="*/ 0 h 821"/>
                  <a:gd name="T32" fmla="*/ 0 w 1063"/>
                  <a:gd name="T33" fmla="*/ 0 h 821"/>
                  <a:gd name="T34" fmla="*/ 0 w 1063"/>
                  <a:gd name="T35" fmla="*/ 0 h 821"/>
                  <a:gd name="T36" fmla="*/ 0 w 1063"/>
                  <a:gd name="T37" fmla="*/ 0 h 821"/>
                  <a:gd name="T38" fmla="*/ 0 w 1063"/>
                  <a:gd name="T39" fmla="*/ 0 h 821"/>
                  <a:gd name="T40" fmla="*/ 0 w 1063"/>
                  <a:gd name="T41" fmla="*/ 0 h 821"/>
                  <a:gd name="T42" fmla="*/ 0 w 1063"/>
                  <a:gd name="T43" fmla="*/ 0 h 821"/>
                  <a:gd name="T44" fmla="*/ 0 w 1063"/>
                  <a:gd name="T45" fmla="*/ 0 h 821"/>
                  <a:gd name="T46" fmla="*/ 0 w 1063"/>
                  <a:gd name="T47" fmla="*/ 0 h 821"/>
                  <a:gd name="T48" fmla="*/ 0 w 1063"/>
                  <a:gd name="T49" fmla="*/ 0 h 8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63"/>
                  <a:gd name="T76" fmla="*/ 0 h 821"/>
                  <a:gd name="T77" fmla="*/ 1063 w 1063"/>
                  <a:gd name="T78" fmla="*/ 821 h 82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63" h="821">
                    <a:moveTo>
                      <a:pt x="0" y="313"/>
                    </a:moveTo>
                    <a:lnTo>
                      <a:pt x="116" y="405"/>
                    </a:lnTo>
                    <a:lnTo>
                      <a:pt x="175" y="498"/>
                    </a:lnTo>
                    <a:lnTo>
                      <a:pt x="184" y="600"/>
                    </a:lnTo>
                    <a:lnTo>
                      <a:pt x="184" y="704"/>
                    </a:lnTo>
                    <a:lnTo>
                      <a:pt x="162" y="821"/>
                    </a:lnTo>
                    <a:lnTo>
                      <a:pt x="406" y="763"/>
                    </a:lnTo>
                    <a:lnTo>
                      <a:pt x="811" y="738"/>
                    </a:lnTo>
                    <a:lnTo>
                      <a:pt x="1063" y="669"/>
                    </a:lnTo>
                    <a:lnTo>
                      <a:pt x="995" y="554"/>
                    </a:lnTo>
                    <a:lnTo>
                      <a:pt x="927" y="544"/>
                    </a:lnTo>
                    <a:lnTo>
                      <a:pt x="890" y="462"/>
                    </a:lnTo>
                    <a:lnTo>
                      <a:pt x="959" y="405"/>
                    </a:lnTo>
                    <a:lnTo>
                      <a:pt x="857" y="359"/>
                    </a:lnTo>
                    <a:lnTo>
                      <a:pt x="846" y="277"/>
                    </a:lnTo>
                    <a:lnTo>
                      <a:pt x="938" y="229"/>
                    </a:lnTo>
                    <a:lnTo>
                      <a:pt x="834" y="207"/>
                    </a:lnTo>
                    <a:lnTo>
                      <a:pt x="821" y="139"/>
                    </a:lnTo>
                    <a:lnTo>
                      <a:pt x="867" y="84"/>
                    </a:lnTo>
                    <a:lnTo>
                      <a:pt x="811" y="71"/>
                    </a:lnTo>
                    <a:lnTo>
                      <a:pt x="834" y="0"/>
                    </a:lnTo>
                    <a:lnTo>
                      <a:pt x="659" y="106"/>
                    </a:lnTo>
                    <a:lnTo>
                      <a:pt x="465" y="198"/>
                    </a:lnTo>
                    <a:lnTo>
                      <a:pt x="221" y="267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69" name="Freeform 110">
                <a:extLst>
                  <a:ext uri="{FF2B5EF4-FFF2-40B4-BE49-F238E27FC236}">
                    <a16:creationId xmlns:a16="http://schemas.microsoft.com/office/drawing/2014/main" id="{D2F85970-52C5-6F47-8D37-574B07341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21"/>
                <a:ext cx="53" cy="81"/>
              </a:xfrm>
              <a:custGeom>
                <a:avLst/>
                <a:gdLst>
                  <a:gd name="T0" fmla="*/ 0 w 424"/>
                  <a:gd name="T1" fmla="*/ 0 h 646"/>
                  <a:gd name="T2" fmla="*/ 0 w 424"/>
                  <a:gd name="T3" fmla="*/ 0 h 646"/>
                  <a:gd name="T4" fmla="*/ 0 w 424"/>
                  <a:gd name="T5" fmla="*/ 0 h 646"/>
                  <a:gd name="T6" fmla="*/ 0 w 424"/>
                  <a:gd name="T7" fmla="*/ 0 h 646"/>
                  <a:gd name="T8" fmla="*/ 0 w 424"/>
                  <a:gd name="T9" fmla="*/ 0 h 646"/>
                  <a:gd name="T10" fmla="*/ 0 w 424"/>
                  <a:gd name="T11" fmla="*/ 0 h 646"/>
                  <a:gd name="T12" fmla="*/ 0 w 424"/>
                  <a:gd name="T13" fmla="*/ 0 h 646"/>
                  <a:gd name="T14" fmla="*/ 0 w 424"/>
                  <a:gd name="T15" fmla="*/ 0 h 646"/>
                  <a:gd name="T16" fmla="*/ 0 w 424"/>
                  <a:gd name="T17" fmla="*/ 0 h 646"/>
                  <a:gd name="T18" fmla="*/ 0 w 424"/>
                  <a:gd name="T19" fmla="*/ 0 h 646"/>
                  <a:gd name="T20" fmla="*/ 0 w 424"/>
                  <a:gd name="T21" fmla="*/ 0 h 646"/>
                  <a:gd name="T22" fmla="*/ 0 w 424"/>
                  <a:gd name="T23" fmla="*/ 0 h 646"/>
                  <a:gd name="T24" fmla="*/ 0 w 424"/>
                  <a:gd name="T25" fmla="*/ 0 h 646"/>
                  <a:gd name="T26" fmla="*/ 0 w 424"/>
                  <a:gd name="T27" fmla="*/ 0 h 646"/>
                  <a:gd name="T28" fmla="*/ 0 w 424"/>
                  <a:gd name="T29" fmla="*/ 0 h 646"/>
                  <a:gd name="T30" fmla="*/ 0 w 424"/>
                  <a:gd name="T31" fmla="*/ 0 h 646"/>
                  <a:gd name="T32" fmla="*/ 0 w 424"/>
                  <a:gd name="T33" fmla="*/ 0 h 646"/>
                  <a:gd name="T34" fmla="*/ 0 w 424"/>
                  <a:gd name="T35" fmla="*/ 0 h 646"/>
                  <a:gd name="T36" fmla="*/ 0 w 424"/>
                  <a:gd name="T37" fmla="*/ 0 h 646"/>
                  <a:gd name="T38" fmla="*/ 0 w 424"/>
                  <a:gd name="T39" fmla="*/ 0 h 646"/>
                  <a:gd name="T40" fmla="*/ 0 w 424"/>
                  <a:gd name="T41" fmla="*/ 0 h 646"/>
                  <a:gd name="T42" fmla="*/ 0 w 424"/>
                  <a:gd name="T43" fmla="*/ 0 h 646"/>
                  <a:gd name="T44" fmla="*/ 0 w 424"/>
                  <a:gd name="T45" fmla="*/ 0 h 646"/>
                  <a:gd name="T46" fmla="*/ 0 w 424"/>
                  <a:gd name="T47" fmla="*/ 0 h 646"/>
                  <a:gd name="T48" fmla="*/ 0 w 424"/>
                  <a:gd name="T49" fmla="*/ 0 h 646"/>
                  <a:gd name="T50" fmla="*/ 0 w 424"/>
                  <a:gd name="T51" fmla="*/ 0 h 646"/>
                  <a:gd name="T52" fmla="*/ 0 w 424"/>
                  <a:gd name="T53" fmla="*/ 0 h 646"/>
                  <a:gd name="T54" fmla="*/ 0 w 424"/>
                  <a:gd name="T55" fmla="*/ 0 h 646"/>
                  <a:gd name="T56" fmla="*/ 0 w 424"/>
                  <a:gd name="T57" fmla="*/ 0 h 646"/>
                  <a:gd name="T58" fmla="*/ 0 w 424"/>
                  <a:gd name="T59" fmla="*/ 0 h 64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24"/>
                  <a:gd name="T91" fmla="*/ 0 h 646"/>
                  <a:gd name="T92" fmla="*/ 424 w 424"/>
                  <a:gd name="T93" fmla="*/ 646 h 64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24" h="646">
                    <a:moveTo>
                      <a:pt x="0" y="0"/>
                    </a:moveTo>
                    <a:lnTo>
                      <a:pt x="325" y="141"/>
                    </a:lnTo>
                    <a:lnTo>
                      <a:pt x="350" y="180"/>
                    </a:lnTo>
                    <a:lnTo>
                      <a:pt x="409" y="224"/>
                    </a:lnTo>
                    <a:lnTo>
                      <a:pt x="422" y="310"/>
                    </a:lnTo>
                    <a:lnTo>
                      <a:pt x="406" y="348"/>
                    </a:lnTo>
                    <a:lnTo>
                      <a:pt x="424" y="399"/>
                    </a:lnTo>
                    <a:lnTo>
                      <a:pt x="409" y="471"/>
                    </a:lnTo>
                    <a:lnTo>
                      <a:pt x="363" y="506"/>
                    </a:lnTo>
                    <a:lnTo>
                      <a:pt x="350" y="556"/>
                    </a:lnTo>
                    <a:lnTo>
                      <a:pt x="235" y="646"/>
                    </a:lnTo>
                    <a:lnTo>
                      <a:pt x="233" y="588"/>
                    </a:lnTo>
                    <a:lnTo>
                      <a:pt x="339" y="547"/>
                    </a:lnTo>
                    <a:lnTo>
                      <a:pt x="348" y="497"/>
                    </a:lnTo>
                    <a:lnTo>
                      <a:pt x="273" y="491"/>
                    </a:lnTo>
                    <a:lnTo>
                      <a:pt x="180" y="462"/>
                    </a:lnTo>
                    <a:lnTo>
                      <a:pt x="127" y="404"/>
                    </a:lnTo>
                    <a:lnTo>
                      <a:pt x="268" y="413"/>
                    </a:lnTo>
                    <a:lnTo>
                      <a:pt x="351" y="466"/>
                    </a:lnTo>
                    <a:lnTo>
                      <a:pt x="400" y="390"/>
                    </a:lnTo>
                    <a:lnTo>
                      <a:pt x="381" y="356"/>
                    </a:lnTo>
                    <a:lnTo>
                      <a:pt x="75" y="236"/>
                    </a:lnTo>
                    <a:lnTo>
                      <a:pt x="141" y="233"/>
                    </a:lnTo>
                    <a:lnTo>
                      <a:pt x="376" y="302"/>
                    </a:lnTo>
                    <a:lnTo>
                      <a:pt x="372" y="231"/>
                    </a:lnTo>
                    <a:lnTo>
                      <a:pt x="310" y="189"/>
                    </a:lnTo>
                    <a:lnTo>
                      <a:pt x="23" y="84"/>
                    </a:lnTo>
                    <a:lnTo>
                      <a:pt x="310" y="171"/>
                    </a:lnTo>
                    <a:lnTo>
                      <a:pt x="305" y="1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0" name="Freeform 111">
                <a:extLst>
                  <a:ext uri="{FF2B5EF4-FFF2-40B4-BE49-F238E27FC236}">
                    <a16:creationId xmlns:a16="http://schemas.microsoft.com/office/drawing/2014/main" id="{E5EB36EC-9C35-D14E-BC38-79B6F973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586"/>
                <a:ext cx="36" cy="113"/>
              </a:xfrm>
              <a:custGeom>
                <a:avLst/>
                <a:gdLst>
                  <a:gd name="T0" fmla="*/ 0 w 292"/>
                  <a:gd name="T1" fmla="*/ 0 h 902"/>
                  <a:gd name="T2" fmla="*/ 0 w 292"/>
                  <a:gd name="T3" fmla="*/ 0 h 902"/>
                  <a:gd name="T4" fmla="*/ 0 w 292"/>
                  <a:gd name="T5" fmla="*/ 0 h 902"/>
                  <a:gd name="T6" fmla="*/ 0 w 292"/>
                  <a:gd name="T7" fmla="*/ 0 h 902"/>
                  <a:gd name="T8" fmla="*/ 0 w 292"/>
                  <a:gd name="T9" fmla="*/ 0 h 902"/>
                  <a:gd name="T10" fmla="*/ 0 w 292"/>
                  <a:gd name="T11" fmla="*/ 0 h 902"/>
                  <a:gd name="T12" fmla="*/ 0 w 292"/>
                  <a:gd name="T13" fmla="*/ 0 h 902"/>
                  <a:gd name="T14" fmla="*/ 0 w 292"/>
                  <a:gd name="T15" fmla="*/ 0 h 902"/>
                  <a:gd name="T16" fmla="*/ 0 w 292"/>
                  <a:gd name="T17" fmla="*/ 0 h 902"/>
                  <a:gd name="T18" fmla="*/ 0 w 292"/>
                  <a:gd name="T19" fmla="*/ 0 h 902"/>
                  <a:gd name="T20" fmla="*/ 0 w 292"/>
                  <a:gd name="T21" fmla="*/ 0 h 902"/>
                  <a:gd name="T22" fmla="*/ 0 w 292"/>
                  <a:gd name="T23" fmla="*/ 0 h 902"/>
                  <a:gd name="T24" fmla="*/ 0 w 292"/>
                  <a:gd name="T25" fmla="*/ 0 h 902"/>
                  <a:gd name="T26" fmla="*/ 0 w 292"/>
                  <a:gd name="T27" fmla="*/ 0 h 902"/>
                  <a:gd name="T28" fmla="*/ 0 w 292"/>
                  <a:gd name="T29" fmla="*/ 0 h 902"/>
                  <a:gd name="T30" fmla="*/ 0 w 292"/>
                  <a:gd name="T31" fmla="*/ 0 h 902"/>
                  <a:gd name="T32" fmla="*/ 0 w 292"/>
                  <a:gd name="T33" fmla="*/ 0 h 902"/>
                  <a:gd name="T34" fmla="*/ 0 w 292"/>
                  <a:gd name="T35" fmla="*/ 0 h 902"/>
                  <a:gd name="T36" fmla="*/ 0 w 292"/>
                  <a:gd name="T37" fmla="*/ 0 h 902"/>
                  <a:gd name="T38" fmla="*/ 0 w 292"/>
                  <a:gd name="T39" fmla="*/ 0 h 902"/>
                  <a:gd name="T40" fmla="*/ 0 w 292"/>
                  <a:gd name="T41" fmla="*/ 0 h 902"/>
                  <a:gd name="T42" fmla="*/ 0 w 292"/>
                  <a:gd name="T43" fmla="*/ 0 h 902"/>
                  <a:gd name="T44" fmla="*/ 0 w 292"/>
                  <a:gd name="T45" fmla="*/ 0 h 902"/>
                  <a:gd name="T46" fmla="*/ 0 w 292"/>
                  <a:gd name="T47" fmla="*/ 0 h 902"/>
                  <a:gd name="T48" fmla="*/ 0 w 292"/>
                  <a:gd name="T49" fmla="*/ 0 h 902"/>
                  <a:gd name="T50" fmla="*/ 0 w 292"/>
                  <a:gd name="T51" fmla="*/ 0 h 902"/>
                  <a:gd name="T52" fmla="*/ 0 w 292"/>
                  <a:gd name="T53" fmla="*/ 0 h 902"/>
                  <a:gd name="T54" fmla="*/ 0 w 292"/>
                  <a:gd name="T55" fmla="*/ 0 h 902"/>
                  <a:gd name="T56" fmla="*/ 0 w 292"/>
                  <a:gd name="T57" fmla="*/ 0 h 902"/>
                  <a:gd name="T58" fmla="*/ 0 w 292"/>
                  <a:gd name="T59" fmla="*/ 0 h 902"/>
                  <a:gd name="T60" fmla="*/ 0 w 292"/>
                  <a:gd name="T61" fmla="*/ 0 h 902"/>
                  <a:gd name="T62" fmla="*/ 0 w 292"/>
                  <a:gd name="T63" fmla="*/ 0 h 902"/>
                  <a:gd name="T64" fmla="*/ 0 w 292"/>
                  <a:gd name="T65" fmla="*/ 0 h 902"/>
                  <a:gd name="T66" fmla="*/ 0 w 292"/>
                  <a:gd name="T67" fmla="*/ 0 h 902"/>
                  <a:gd name="T68" fmla="*/ 0 w 292"/>
                  <a:gd name="T69" fmla="*/ 0 h 9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2"/>
                  <a:gd name="T106" fmla="*/ 0 h 902"/>
                  <a:gd name="T107" fmla="*/ 292 w 292"/>
                  <a:gd name="T108" fmla="*/ 902 h 90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2" h="902">
                    <a:moveTo>
                      <a:pt x="172" y="251"/>
                    </a:moveTo>
                    <a:lnTo>
                      <a:pt x="161" y="360"/>
                    </a:lnTo>
                    <a:lnTo>
                      <a:pt x="165" y="422"/>
                    </a:lnTo>
                    <a:lnTo>
                      <a:pt x="183" y="471"/>
                    </a:lnTo>
                    <a:lnTo>
                      <a:pt x="209" y="530"/>
                    </a:lnTo>
                    <a:lnTo>
                      <a:pt x="232" y="554"/>
                    </a:lnTo>
                    <a:lnTo>
                      <a:pt x="292" y="602"/>
                    </a:lnTo>
                    <a:lnTo>
                      <a:pt x="251" y="616"/>
                    </a:lnTo>
                    <a:lnTo>
                      <a:pt x="191" y="611"/>
                    </a:lnTo>
                    <a:lnTo>
                      <a:pt x="140" y="581"/>
                    </a:lnTo>
                    <a:lnTo>
                      <a:pt x="145" y="638"/>
                    </a:lnTo>
                    <a:lnTo>
                      <a:pt x="161" y="680"/>
                    </a:lnTo>
                    <a:lnTo>
                      <a:pt x="198" y="733"/>
                    </a:lnTo>
                    <a:lnTo>
                      <a:pt x="140" y="692"/>
                    </a:lnTo>
                    <a:lnTo>
                      <a:pt x="108" y="653"/>
                    </a:lnTo>
                    <a:lnTo>
                      <a:pt x="84" y="607"/>
                    </a:lnTo>
                    <a:lnTo>
                      <a:pt x="97" y="695"/>
                    </a:lnTo>
                    <a:lnTo>
                      <a:pt x="133" y="766"/>
                    </a:lnTo>
                    <a:lnTo>
                      <a:pt x="165" y="821"/>
                    </a:lnTo>
                    <a:lnTo>
                      <a:pt x="220" y="869"/>
                    </a:lnTo>
                    <a:lnTo>
                      <a:pt x="281" y="902"/>
                    </a:lnTo>
                    <a:lnTo>
                      <a:pt x="179" y="853"/>
                    </a:lnTo>
                    <a:lnTo>
                      <a:pt x="103" y="796"/>
                    </a:lnTo>
                    <a:lnTo>
                      <a:pt x="46" y="717"/>
                    </a:lnTo>
                    <a:lnTo>
                      <a:pt x="7" y="623"/>
                    </a:lnTo>
                    <a:lnTo>
                      <a:pt x="0" y="544"/>
                    </a:lnTo>
                    <a:lnTo>
                      <a:pt x="7" y="475"/>
                    </a:lnTo>
                    <a:lnTo>
                      <a:pt x="25" y="413"/>
                    </a:lnTo>
                    <a:lnTo>
                      <a:pt x="66" y="328"/>
                    </a:lnTo>
                    <a:lnTo>
                      <a:pt x="115" y="245"/>
                    </a:lnTo>
                    <a:lnTo>
                      <a:pt x="145" y="168"/>
                    </a:lnTo>
                    <a:lnTo>
                      <a:pt x="179" y="74"/>
                    </a:lnTo>
                    <a:lnTo>
                      <a:pt x="198" y="0"/>
                    </a:lnTo>
                    <a:lnTo>
                      <a:pt x="172" y="216"/>
                    </a:lnTo>
                    <a:lnTo>
                      <a:pt x="172" y="2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1" name="Freeform 112">
                <a:extLst>
                  <a:ext uri="{FF2B5EF4-FFF2-40B4-BE49-F238E27FC236}">
                    <a16:creationId xmlns:a16="http://schemas.microsoft.com/office/drawing/2014/main" id="{14A7C688-AE5D-BC4F-A59C-A560C193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661"/>
                <a:ext cx="64" cy="86"/>
              </a:xfrm>
              <a:custGeom>
                <a:avLst/>
                <a:gdLst>
                  <a:gd name="T0" fmla="*/ 0 w 514"/>
                  <a:gd name="T1" fmla="*/ 0 h 689"/>
                  <a:gd name="T2" fmla="*/ 0 w 514"/>
                  <a:gd name="T3" fmla="*/ 0 h 689"/>
                  <a:gd name="T4" fmla="*/ 0 w 514"/>
                  <a:gd name="T5" fmla="*/ 0 h 689"/>
                  <a:gd name="T6" fmla="*/ 0 w 514"/>
                  <a:gd name="T7" fmla="*/ 0 h 689"/>
                  <a:gd name="T8" fmla="*/ 0 w 514"/>
                  <a:gd name="T9" fmla="*/ 0 h 689"/>
                  <a:gd name="T10" fmla="*/ 0 w 514"/>
                  <a:gd name="T11" fmla="*/ 0 h 689"/>
                  <a:gd name="T12" fmla="*/ 0 w 514"/>
                  <a:gd name="T13" fmla="*/ 0 h 689"/>
                  <a:gd name="T14" fmla="*/ 0 w 514"/>
                  <a:gd name="T15" fmla="*/ 0 h 689"/>
                  <a:gd name="T16" fmla="*/ 0 w 514"/>
                  <a:gd name="T17" fmla="*/ 0 h 689"/>
                  <a:gd name="T18" fmla="*/ 0 w 514"/>
                  <a:gd name="T19" fmla="*/ 0 h 689"/>
                  <a:gd name="T20" fmla="*/ 0 w 514"/>
                  <a:gd name="T21" fmla="*/ 0 h 689"/>
                  <a:gd name="T22" fmla="*/ 0 w 514"/>
                  <a:gd name="T23" fmla="*/ 0 h 689"/>
                  <a:gd name="T24" fmla="*/ 0 w 514"/>
                  <a:gd name="T25" fmla="*/ 0 h 689"/>
                  <a:gd name="T26" fmla="*/ 0 w 514"/>
                  <a:gd name="T27" fmla="*/ 0 h 689"/>
                  <a:gd name="T28" fmla="*/ 0 w 514"/>
                  <a:gd name="T29" fmla="*/ 0 h 689"/>
                  <a:gd name="T30" fmla="*/ 0 w 514"/>
                  <a:gd name="T31" fmla="*/ 0 h 6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14"/>
                  <a:gd name="T49" fmla="*/ 0 h 689"/>
                  <a:gd name="T50" fmla="*/ 514 w 514"/>
                  <a:gd name="T51" fmla="*/ 689 h 68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14" h="689">
                    <a:moveTo>
                      <a:pt x="514" y="210"/>
                    </a:moveTo>
                    <a:lnTo>
                      <a:pt x="477" y="258"/>
                    </a:lnTo>
                    <a:lnTo>
                      <a:pt x="419" y="300"/>
                    </a:lnTo>
                    <a:lnTo>
                      <a:pt x="452" y="425"/>
                    </a:lnTo>
                    <a:lnTo>
                      <a:pt x="288" y="335"/>
                    </a:lnTo>
                    <a:lnTo>
                      <a:pt x="325" y="555"/>
                    </a:lnTo>
                    <a:lnTo>
                      <a:pt x="342" y="689"/>
                    </a:lnTo>
                    <a:lnTo>
                      <a:pt x="270" y="456"/>
                    </a:lnTo>
                    <a:lnTo>
                      <a:pt x="191" y="267"/>
                    </a:lnTo>
                    <a:lnTo>
                      <a:pt x="118" y="141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148" y="113"/>
                    </a:lnTo>
                    <a:lnTo>
                      <a:pt x="217" y="150"/>
                    </a:lnTo>
                    <a:lnTo>
                      <a:pt x="395" y="214"/>
                    </a:lnTo>
                    <a:lnTo>
                      <a:pt x="514" y="2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2" name="Freeform 113">
                <a:extLst>
                  <a:ext uri="{FF2B5EF4-FFF2-40B4-BE49-F238E27FC236}">
                    <a16:creationId xmlns:a16="http://schemas.microsoft.com/office/drawing/2014/main" id="{204C9117-75AC-2143-98F9-5F2AF164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30"/>
                <a:ext cx="63" cy="148"/>
              </a:xfrm>
              <a:custGeom>
                <a:avLst/>
                <a:gdLst>
                  <a:gd name="T0" fmla="*/ 0 w 502"/>
                  <a:gd name="T1" fmla="*/ 0 h 1184"/>
                  <a:gd name="T2" fmla="*/ 0 w 502"/>
                  <a:gd name="T3" fmla="*/ 0 h 1184"/>
                  <a:gd name="T4" fmla="*/ 0 w 502"/>
                  <a:gd name="T5" fmla="*/ 0 h 1184"/>
                  <a:gd name="T6" fmla="*/ 0 w 502"/>
                  <a:gd name="T7" fmla="*/ 0 h 1184"/>
                  <a:gd name="T8" fmla="*/ 0 w 502"/>
                  <a:gd name="T9" fmla="*/ 0 h 1184"/>
                  <a:gd name="T10" fmla="*/ 0 w 502"/>
                  <a:gd name="T11" fmla="*/ 0 h 1184"/>
                  <a:gd name="T12" fmla="*/ 0 w 502"/>
                  <a:gd name="T13" fmla="*/ 0 h 1184"/>
                  <a:gd name="T14" fmla="*/ 0 w 502"/>
                  <a:gd name="T15" fmla="*/ 0 h 1184"/>
                  <a:gd name="T16" fmla="*/ 0 w 502"/>
                  <a:gd name="T17" fmla="*/ 0 h 1184"/>
                  <a:gd name="T18" fmla="*/ 0 w 502"/>
                  <a:gd name="T19" fmla="*/ 0 h 1184"/>
                  <a:gd name="T20" fmla="*/ 0 w 502"/>
                  <a:gd name="T21" fmla="*/ 0 h 1184"/>
                  <a:gd name="T22" fmla="*/ 0 w 502"/>
                  <a:gd name="T23" fmla="*/ 0 h 1184"/>
                  <a:gd name="T24" fmla="*/ 0 w 502"/>
                  <a:gd name="T25" fmla="*/ 0 h 1184"/>
                  <a:gd name="T26" fmla="*/ 0 w 502"/>
                  <a:gd name="T27" fmla="*/ 0 h 1184"/>
                  <a:gd name="T28" fmla="*/ 0 w 502"/>
                  <a:gd name="T29" fmla="*/ 0 h 1184"/>
                  <a:gd name="T30" fmla="*/ 0 w 502"/>
                  <a:gd name="T31" fmla="*/ 0 h 1184"/>
                  <a:gd name="T32" fmla="*/ 0 w 502"/>
                  <a:gd name="T33" fmla="*/ 0 h 1184"/>
                  <a:gd name="T34" fmla="*/ 0 w 502"/>
                  <a:gd name="T35" fmla="*/ 0 h 1184"/>
                  <a:gd name="T36" fmla="*/ 0 w 502"/>
                  <a:gd name="T37" fmla="*/ 0 h 1184"/>
                  <a:gd name="T38" fmla="*/ 0 w 502"/>
                  <a:gd name="T39" fmla="*/ 0 h 1184"/>
                  <a:gd name="T40" fmla="*/ 0 w 502"/>
                  <a:gd name="T41" fmla="*/ 0 h 1184"/>
                  <a:gd name="T42" fmla="*/ 0 w 502"/>
                  <a:gd name="T43" fmla="*/ 0 h 1184"/>
                  <a:gd name="T44" fmla="*/ 0 w 502"/>
                  <a:gd name="T45" fmla="*/ 0 h 1184"/>
                  <a:gd name="T46" fmla="*/ 0 w 502"/>
                  <a:gd name="T47" fmla="*/ 0 h 1184"/>
                  <a:gd name="T48" fmla="*/ 0 w 502"/>
                  <a:gd name="T49" fmla="*/ 0 h 1184"/>
                  <a:gd name="T50" fmla="*/ 0 w 502"/>
                  <a:gd name="T51" fmla="*/ 0 h 1184"/>
                  <a:gd name="T52" fmla="*/ 0 w 502"/>
                  <a:gd name="T53" fmla="*/ 0 h 1184"/>
                  <a:gd name="T54" fmla="*/ 0 w 502"/>
                  <a:gd name="T55" fmla="*/ 0 h 1184"/>
                  <a:gd name="T56" fmla="*/ 0 w 502"/>
                  <a:gd name="T57" fmla="*/ 0 h 1184"/>
                  <a:gd name="T58" fmla="*/ 0 w 502"/>
                  <a:gd name="T59" fmla="*/ 0 h 1184"/>
                  <a:gd name="T60" fmla="*/ 0 w 502"/>
                  <a:gd name="T61" fmla="*/ 0 h 1184"/>
                  <a:gd name="T62" fmla="*/ 0 w 502"/>
                  <a:gd name="T63" fmla="*/ 0 h 1184"/>
                  <a:gd name="T64" fmla="*/ 0 w 502"/>
                  <a:gd name="T65" fmla="*/ 0 h 1184"/>
                  <a:gd name="T66" fmla="*/ 0 w 502"/>
                  <a:gd name="T67" fmla="*/ 0 h 1184"/>
                  <a:gd name="T68" fmla="*/ 0 w 502"/>
                  <a:gd name="T69" fmla="*/ 0 h 1184"/>
                  <a:gd name="T70" fmla="*/ 0 w 502"/>
                  <a:gd name="T71" fmla="*/ 0 h 1184"/>
                  <a:gd name="T72" fmla="*/ 0 w 502"/>
                  <a:gd name="T73" fmla="*/ 0 h 1184"/>
                  <a:gd name="T74" fmla="*/ 0 w 502"/>
                  <a:gd name="T75" fmla="*/ 0 h 1184"/>
                  <a:gd name="T76" fmla="*/ 0 w 502"/>
                  <a:gd name="T77" fmla="*/ 0 h 1184"/>
                  <a:gd name="T78" fmla="*/ 0 w 502"/>
                  <a:gd name="T79" fmla="*/ 0 h 1184"/>
                  <a:gd name="T80" fmla="*/ 0 w 502"/>
                  <a:gd name="T81" fmla="*/ 0 h 11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02"/>
                  <a:gd name="T124" fmla="*/ 0 h 1184"/>
                  <a:gd name="T125" fmla="*/ 502 w 502"/>
                  <a:gd name="T126" fmla="*/ 1184 h 118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02" h="1184">
                    <a:moveTo>
                      <a:pt x="260" y="53"/>
                    </a:moveTo>
                    <a:lnTo>
                      <a:pt x="253" y="162"/>
                    </a:lnTo>
                    <a:lnTo>
                      <a:pt x="271" y="309"/>
                    </a:lnTo>
                    <a:lnTo>
                      <a:pt x="297" y="439"/>
                    </a:lnTo>
                    <a:lnTo>
                      <a:pt x="317" y="535"/>
                    </a:lnTo>
                    <a:lnTo>
                      <a:pt x="301" y="643"/>
                    </a:lnTo>
                    <a:lnTo>
                      <a:pt x="253" y="766"/>
                    </a:lnTo>
                    <a:lnTo>
                      <a:pt x="132" y="999"/>
                    </a:lnTo>
                    <a:lnTo>
                      <a:pt x="0" y="1184"/>
                    </a:lnTo>
                    <a:lnTo>
                      <a:pt x="163" y="989"/>
                    </a:lnTo>
                    <a:lnTo>
                      <a:pt x="264" y="805"/>
                    </a:lnTo>
                    <a:lnTo>
                      <a:pt x="297" y="839"/>
                    </a:lnTo>
                    <a:lnTo>
                      <a:pt x="297" y="872"/>
                    </a:lnTo>
                    <a:lnTo>
                      <a:pt x="288" y="916"/>
                    </a:lnTo>
                    <a:lnTo>
                      <a:pt x="260" y="943"/>
                    </a:lnTo>
                    <a:lnTo>
                      <a:pt x="226" y="953"/>
                    </a:lnTo>
                    <a:lnTo>
                      <a:pt x="218" y="953"/>
                    </a:lnTo>
                    <a:lnTo>
                      <a:pt x="244" y="966"/>
                    </a:lnTo>
                    <a:lnTo>
                      <a:pt x="205" y="999"/>
                    </a:lnTo>
                    <a:lnTo>
                      <a:pt x="277" y="1041"/>
                    </a:lnTo>
                    <a:lnTo>
                      <a:pt x="323" y="1033"/>
                    </a:lnTo>
                    <a:lnTo>
                      <a:pt x="369" y="1006"/>
                    </a:lnTo>
                    <a:lnTo>
                      <a:pt x="415" y="957"/>
                    </a:lnTo>
                    <a:lnTo>
                      <a:pt x="449" y="907"/>
                    </a:lnTo>
                    <a:lnTo>
                      <a:pt x="449" y="957"/>
                    </a:lnTo>
                    <a:lnTo>
                      <a:pt x="431" y="1015"/>
                    </a:lnTo>
                    <a:lnTo>
                      <a:pt x="482" y="966"/>
                    </a:lnTo>
                    <a:lnTo>
                      <a:pt x="502" y="898"/>
                    </a:lnTo>
                    <a:lnTo>
                      <a:pt x="502" y="819"/>
                    </a:lnTo>
                    <a:lnTo>
                      <a:pt x="475" y="727"/>
                    </a:lnTo>
                    <a:lnTo>
                      <a:pt x="429" y="609"/>
                    </a:lnTo>
                    <a:lnTo>
                      <a:pt x="352" y="430"/>
                    </a:lnTo>
                    <a:lnTo>
                      <a:pt x="317" y="314"/>
                    </a:lnTo>
                    <a:lnTo>
                      <a:pt x="301" y="195"/>
                    </a:lnTo>
                    <a:lnTo>
                      <a:pt x="369" y="351"/>
                    </a:lnTo>
                    <a:lnTo>
                      <a:pt x="339" y="241"/>
                    </a:lnTo>
                    <a:lnTo>
                      <a:pt x="323" y="162"/>
                    </a:lnTo>
                    <a:lnTo>
                      <a:pt x="301" y="74"/>
                    </a:lnTo>
                    <a:lnTo>
                      <a:pt x="281" y="37"/>
                    </a:lnTo>
                    <a:lnTo>
                      <a:pt x="249" y="0"/>
                    </a:lnTo>
                    <a:lnTo>
                      <a:pt x="26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3" name="Freeform 114">
                <a:extLst>
                  <a:ext uri="{FF2B5EF4-FFF2-40B4-BE49-F238E27FC236}">
                    <a16:creationId xmlns:a16="http://schemas.microsoft.com/office/drawing/2014/main" id="{49994274-13B2-8C40-8D20-24224E66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479"/>
                <a:ext cx="212" cy="234"/>
              </a:xfrm>
              <a:custGeom>
                <a:avLst/>
                <a:gdLst>
                  <a:gd name="T0" fmla="*/ 0 w 1704"/>
                  <a:gd name="T1" fmla="*/ 0 h 1872"/>
                  <a:gd name="T2" fmla="*/ 0 w 1704"/>
                  <a:gd name="T3" fmla="*/ 0 h 1872"/>
                  <a:gd name="T4" fmla="*/ 0 w 1704"/>
                  <a:gd name="T5" fmla="*/ 0 h 1872"/>
                  <a:gd name="T6" fmla="*/ 0 w 1704"/>
                  <a:gd name="T7" fmla="*/ 0 h 1872"/>
                  <a:gd name="T8" fmla="*/ 0 w 1704"/>
                  <a:gd name="T9" fmla="*/ 0 h 1872"/>
                  <a:gd name="T10" fmla="*/ 0 w 1704"/>
                  <a:gd name="T11" fmla="*/ 0 h 1872"/>
                  <a:gd name="T12" fmla="*/ 0 w 1704"/>
                  <a:gd name="T13" fmla="*/ 0 h 1872"/>
                  <a:gd name="T14" fmla="*/ 0 w 1704"/>
                  <a:gd name="T15" fmla="*/ 0 h 1872"/>
                  <a:gd name="T16" fmla="*/ 0 w 1704"/>
                  <a:gd name="T17" fmla="*/ 0 h 1872"/>
                  <a:gd name="T18" fmla="*/ 0 w 1704"/>
                  <a:gd name="T19" fmla="*/ 0 h 1872"/>
                  <a:gd name="T20" fmla="*/ 0 w 1704"/>
                  <a:gd name="T21" fmla="*/ 0 h 1872"/>
                  <a:gd name="T22" fmla="*/ 0 w 1704"/>
                  <a:gd name="T23" fmla="*/ 0 h 1872"/>
                  <a:gd name="T24" fmla="*/ 0 w 1704"/>
                  <a:gd name="T25" fmla="*/ 0 h 1872"/>
                  <a:gd name="T26" fmla="*/ 0 w 1704"/>
                  <a:gd name="T27" fmla="*/ 0 h 1872"/>
                  <a:gd name="T28" fmla="*/ 0 w 1704"/>
                  <a:gd name="T29" fmla="*/ 0 h 1872"/>
                  <a:gd name="T30" fmla="*/ 0 w 1704"/>
                  <a:gd name="T31" fmla="*/ 0 h 1872"/>
                  <a:gd name="T32" fmla="*/ 0 w 1704"/>
                  <a:gd name="T33" fmla="*/ 0 h 1872"/>
                  <a:gd name="T34" fmla="*/ 0 w 1704"/>
                  <a:gd name="T35" fmla="*/ 0 h 1872"/>
                  <a:gd name="T36" fmla="*/ 0 w 1704"/>
                  <a:gd name="T37" fmla="*/ 0 h 1872"/>
                  <a:gd name="T38" fmla="*/ 0 w 1704"/>
                  <a:gd name="T39" fmla="*/ 0 h 1872"/>
                  <a:gd name="T40" fmla="*/ 0 w 1704"/>
                  <a:gd name="T41" fmla="*/ 0 h 1872"/>
                  <a:gd name="T42" fmla="*/ 0 w 1704"/>
                  <a:gd name="T43" fmla="*/ 0 h 1872"/>
                  <a:gd name="T44" fmla="*/ 0 w 1704"/>
                  <a:gd name="T45" fmla="*/ 0 h 1872"/>
                  <a:gd name="T46" fmla="*/ 0 w 1704"/>
                  <a:gd name="T47" fmla="*/ 0 h 1872"/>
                  <a:gd name="T48" fmla="*/ 0 w 1704"/>
                  <a:gd name="T49" fmla="*/ 0 h 1872"/>
                  <a:gd name="T50" fmla="*/ 0 w 1704"/>
                  <a:gd name="T51" fmla="*/ 0 h 1872"/>
                  <a:gd name="T52" fmla="*/ 0 w 1704"/>
                  <a:gd name="T53" fmla="*/ 0 h 1872"/>
                  <a:gd name="T54" fmla="*/ 0 w 1704"/>
                  <a:gd name="T55" fmla="*/ 0 h 1872"/>
                  <a:gd name="T56" fmla="*/ 0 w 1704"/>
                  <a:gd name="T57" fmla="*/ 0 h 1872"/>
                  <a:gd name="T58" fmla="*/ 0 w 1704"/>
                  <a:gd name="T59" fmla="*/ 0 h 1872"/>
                  <a:gd name="T60" fmla="*/ 0 w 1704"/>
                  <a:gd name="T61" fmla="*/ 0 h 1872"/>
                  <a:gd name="T62" fmla="*/ 0 w 1704"/>
                  <a:gd name="T63" fmla="*/ 0 h 1872"/>
                  <a:gd name="T64" fmla="*/ 0 w 1704"/>
                  <a:gd name="T65" fmla="*/ 0 h 1872"/>
                  <a:gd name="T66" fmla="*/ 0 w 1704"/>
                  <a:gd name="T67" fmla="*/ 0 h 1872"/>
                  <a:gd name="T68" fmla="*/ 0 w 1704"/>
                  <a:gd name="T69" fmla="*/ 0 h 1872"/>
                  <a:gd name="T70" fmla="*/ 0 w 1704"/>
                  <a:gd name="T71" fmla="*/ 0 h 1872"/>
                  <a:gd name="T72" fmla="*/ 0 w 1704"/>
                  <a:gd name="T73" fmla="*/ 0 h 18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04"/>
                  <a:gd name="T112" fmla="*/ 0 h 1872"/>
                  <a:gd name="T113" fmla="*/ 1704 w 1704"/>
                  <a:gd name="T114" fmla="*/ 1872 h 187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04" h="1872">
                    <a:moveTo>
                      <a:pt x="1704" y="222"/>
                    </a:moveTo>
                    <a:lnTo>
                      <a:pt x="1668" y="123"/>
                    </a:lnTo>
                    <a:lnTo>
                      <a:pt x="1515" y="31"/>
                    </a:lnTo>
                    <a:lnTo>
                      <a:pt x="1262" y="0"/>
                    </a:lnTo>
                    <a:lnTo>
                      <a:pt x="1064" y="31"/>
                    </a:lnTo>
                    <a:lnTo>
                      <a:pt x="921" y="114"/>
                    </a:lnTo>
                    <a:lnTo>
                      <a:pt x="787" y="242"/>
                    </a:lnTo>
                    <a:lnTo>
                      <a:pt x="695" y="391"/>
                    </a:lnTo>
                    <a:lnTo>
                      <a:pt x="605" y="580"/>
                    </a:lnTo>
                    <a:lnTo>
                      <a:pt x="528" y="751"/>
                    </a:lnTo>
                    <a:lnTo>
                      <a:pt x="431" y="926"/>
                    </a:lnTo>
                    <a:lnTo>
                      <a:pt x="321" y="1081"/>
                    </a:lnTo>
                    <a:lnTo>
                      <a:pt x="148" y="1320"/>
                    </a:lnTo>
                    <a:lnTo>
                      <a:pt x="81" y="1475"/>
                    </a:lnTo>
                    <a:lnTo>
                      <a:pt x="65" y="1585"/>
                    </a:lnTo>
                    <a:lnTo>
                      <a:pt x="68" y="1685"/>
                    </a:lnTo>
                    <a:lnTo>
                      <a:pt x="75" y="1736"/>
                    </a:lnTo>
                    <a:lnTo>
                      <a:pt x="38" y="1784"/>
                    </a:lnTo>
                    <a:lnTo>
                      <a:pt x="0" y="1832"/>
                    </a:lnTo>
                    <a:lnTo>
                      <a:pt x="111" y="1763"/>
                    </a:lnTo>
                    <a:lnTo>
                      <a:pt x="215" y="1673"/>
                    </a:lnTo>
                    <a:lnTo>
                      <a:pt x="254" y="1721"/>
                    </a:lnTo>
                    <a:lnTo>
                      <a:pt x="286" y="1747"/>
                    </a:lnTo>
                    <a:lnTo>
                      <a:pt x="310" y="1789"/>
                    </a:lnTo>
                    <a:lnTo>
                      <a:pt x="328" y="1832"/>
                    </a:lnTo>
                    <a:lnTo>
                      <a:pt x="332" y="1872"/>
                    </a:lnTo>
                    <a:lnTo>
                      <a:pt x="332" y="1798"/>
                    </a:lnTo>
                    <a:lnTo>
                      <a:pt x="317" y="1736"/>
                    </a:lnTo>
                    <a:lnTo>
                      <a:pt x="286" y="1679"/>
                    </a:lnTo>
                    <a:lnTo>
                      <a:pt x="279" y="1650"/>
                    </a:lnTo>
                    <a:lnTo>
                      <a:pt x="279" y="1604"/>
                    </a:lnTo>
                    <a:lnTo>
                      <a:pt x="317" y="1633"/>
                    </a:lnTo>
                    <a:lnTo>
                      <a:pt x="351" y="1664"/>
                    </a:lnTo>
                    <a:lnTo>
                      <a:pt x="335" y="1611"/>
                    </a:lnTo>
                    <a:lnTo>
                      <a:pt x="335" y="1569"/>
                    </a:lnTo>
                    <a:lnTo>
                      <a:pt x="369" y="1624"/>
                    </a:lnTo>
                    <a:lnTo>
                      <a:pt x="427" y="1648"/>
                    </a:lnTo>
                    <a:lnTo>
                      <a:pt x="528" y="1679"/>
                    </a:lnTo>
                    <a:lnTo>
                      <a:pt x="611" y="1699"/>
                    </a:lnTo>
                    <a:lnTo>
                      <a:pt x="438" y="1633"/>
                    </a:lnTo>
                    <a:lnTo>
                      <a:pt x="385" y="1591"/>
                    </a:lnTo>
                    <a:lnTo>
                      <a:pt x="356" y="1525"/>
                    </a:lnTo>
                    <a:lnTo>
                      <a:pt x="348" y="1454"/>
                    </a:lnTo>
                    <a:lnTo>
                      <a:pt x="344" y="1353"/>
                    </a:lnTo>
                    <a:lnTo>
                      <a:pt x="351" y="1259"/>
                    </a:lnTo>
                    <a:lnTo>
                      <a:pt x="372" y="1173"/>
                    </a:lnTo>
                    <a:lnTo>
                      <a:pt x="335" y="1246"/>
                    </a:lnTo>
                    <a:lnTo>
                      <a:pt x="305" y="1350"/>
                    </a:lnTo>
                    <a:lnTo>
                      <a:pt x="286" y="1444"/>
                    </a:lnTo>
                    <a:lnTo>
                      <a:pt x="286" y="1539"/>
                    </a:lnTo>
                    <a:lnTo>
                      <a:pt x="254" y="1510"/>
                    </a:lnTo>
                    <a:lnTo>
                      <a:pt x="227" y="1574"/>
                    </a:lnTo>
                    <a:lnTo>
                      <a:pt x="222" y="1633"/>
                    </a:lnTo>
                    <a:lnTo>
                      <a:pt x="139" y="1699"/>
                    </a:lnTo>
                    <a:lnTo>
                      <a:pt x="123" y="1639"/>
                    </a:lnTo>
                    <a:lnTo>
                      <a:pt x="114" y="1539"/>
                    </a:lnTo>
                    <a:lnTo>
                      <a:pt x="139" y="1429"/>
                    </a:lnTo>
                    <a:lnTo>
                      <a:pt x="174" y="1341"/>
                    </a:lnTo>
                    <a:lnTo>
                      <a:pt x="254" y="1219"/>
                    </a:lnTo>
                    <a:lnTo>
                      <a:pt x="363" y="1062"/>
                    </a:lnTo>
                    <a:lnTo>
                      <a:pt x="446" y="947"/>
                    </a:lnTo>
                    <a:lnTo>
                      <a:pt x="515" y="831"/>
                    </a:lnTo>
                    <a:lnTo>
                      <a:pt x="587" y="675"/>
                    </a:lnTo>
                    <a:lnTo>
                      <a:pt x="648" y="536"/>
                    </a:lnTo>
                    <a:lnTo>
                      <a:pt x="725" y="384"/>
                    </a:lnTo>
                    <a:lnTo>
                      <a:pt x="807" y="251"/>
                    </a:lnTo>
                    <a:lnTo>
                      <a:pt x="911" y="145"/>
                    </a:lnTo>
                    <a:lnTo>
                      <a:pt x="1024" y="66"/>
                    </a:lnTo>
                    <a:lnTo>
                      <a:pt x="1141" y="31"/>
                    </a:lnTo>
                    <a:lnTo>
                      <a:pt x="1277" y="13"/>
                    </a:lnTo>
                    <a:lnTo>
                      <a:pt x="1474" y="36"/>
                    </a:lnTo>
                    <a:lnTo>
                      <a:pt x="1571" y="75"/>
                    </a:lnTo>
                    <a:lnTo>
                      <a:pt x="1668" y="145"/>
                    </a:lnTo>
                    <a:lnTo>
                      <a:pt x="1704" y="2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4" name="Freeform 115">
                <a:extLst>
                  <a:ext uri="{FF2B5EF4-FFF2-40B4-BE49-F238E27FC236}">
                    <a16:creationId xmlns:a16="http://schemas.microsoft.com/office/drawing/2014/main" id="{711E594A-B163-FE4E-A655-CA203DF2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510"/>
                <a:ext cx="77" cy="206"/>
              </a:xfrm>
              <a:custGeom>
                <a:avLst/>
                <a:gdLst>
                  <a:gd name="T0" fmla="*/ 0 w 618"/>
                  <a:gd name="T1" fmla="*/ 0 h 1652"/>
                  <a:gd name="T2" fmla="*/ 0 w 618"/>
                  <a:gd name="T3" fmla="*/ 0 h 1652"/>
                  <a:gd name="T4" fmla="*/ 0 w 618"/>
                  <a:gd name="T5" fmla="*/ 0 h 1652"/>
                  <a:gd name="T6" fmla="*/ 0 w 618"/>
                  <a:gd name="T7" fmla="*/ 0 h 1652"/>
                  <a:gd name="T8" fmla="*/ 0 w 618"/>
                  <a:gd name="T9" fmla="*/ 0 h 1652"/>
                  <a:gd name="T10" fmla="*/ 0 w 618"/>
                  <a:gd name="T11" fmla="*/ 0 h 1652"/>
                  <a:gd name="T12" fmla="*/ 0 w 618"/>
                  <a:gd name="T13" fmla="*/ 0 h 1652"/>
                  <a:gd name="T14" fmla="*/ 0 w 618"/>
                  <a:gd name="T15" fmla="*/ 0 h 1652"/>
                  <a:gd name="T16" fmla="*/ 0 w 618"/>
                  <a:gd name="T17" fmla="*/ 0 h 1652"/>
                  <a:gd name="T18" fmla="*/ 0 w 618"/>
                  <a:gd name="T19" fmla="*/ 0 h 1652"/>
                  <a:gd name="T20" fmla="*/ 0 w 618"/>
                  <a:gd name="T21" fmla="*/ 0 h 1652"/>
                  <a:gd name="T22" fmla="*/ 0 w 618"/>
                  <a:gd name="T23" fmla="*/ 0 h 1652"/>
                  <a:gd name="T24" fmla="*/ 0 w 618"/>
                  <a:gd name="T25" fmla="*/ 0 h 1652"/>
                  <a:gd name="T26" fmla="*/ 0 w 618"/>
                  <a:gd name="T27" fmla="*/ 0 h 1652"/>
                  <a:gd name="T28" fmla="*/ 0 w 618"/>
                  <a:gd name="T29" fmla="*/ 0 h 1652"/>
                  <a:gd name="T30" fmla="*/ 0 w 618"/>
                  <a:gd name="T31" fmla="*/ 0 h 1652"/>
                  <a:gd name="T32" fmla="*/ 0 w 618"/>
                  <a:gd name="T33" fmla="*/ 0 h 1652"/>
                  <a:gd name="T34" fmla="*/ 0 w 618"/>
                  <a:gd name="T35" fmla="*/ 0 h 1652"/>
                  <a:gd name="T36" fmla="*/ 0 w 618"/>
                  <a:gd name="T37" fmla="*/ 0 h 1652"/>
                  <a:gd name="T38" fmla="*/ 0 w 618"/>
                  <a:gd name="T39" fmla="*/ 0 h 1652"/>
                  <a:gd name="T40" fmla="*/ 0 w 618"/>
                  <a:gd name="T41" fmla="*/ 0 h 1652"/>
                  <a:gd name="T42" fmla="*/ 0 w 618"/>
                  <a:gd name="T43" fmla="*/ 0 h 1652"/>
                  <a:gd name="T44" fmla="*/ 0 w 618"/>
                  <a:gd name="T45" fmla="*/ 0 h 1652"/>
                  <a:gd name="T46" fmla="*/ 0 w 618"/>
                  <a:gd name="T47" fmla="*/ 0 h 1652"/>
                  <a:gd name="T48" fmla="*/ 0 w 618"/>
                  <a:gd name="T49" fmla="*/ 0 h 1652"/>
                  <a:gd name="T50" fmla="*/ 0 w 618"/>
                  <a:gd name="T51" fmla="*/ 0 h 1652"/>
                  <a:gd name="T52" fmla="*/ 0 w 618"/>
                  <a:gd name="T53" fmla="*/ 0 h 1652"/>
                  <a:gd name="T54" fmla="*/ 0 w 618"/>
                  <a:gd name="T55" fmla="*/ 0 h 1652"/>
                  <a:gd name="T56" fmla="*/ 0 w 618"/>
                  <a:gd name="T57" fmla="*/ 0 h 1652"/>
                  <a:gd name="T58" fmla="*/ 0 w 618"/>
                  <a:gd name="T59" fmla="*/ 0 h 1652"/>
                  <a:gd name="T60" fmla="*/ 0 w 618"/>
                  <a:gd name="T61" fmla="*/ 0 h 1652"/>
                  <a:gd name="T62" fmla="*/ 0 w 618"/>
                  <a:gd name="T63" fmla="*/ 0 h 1652"/>
                  <a:gd name="T64" fmla="*/ 0 w 618"/>
                  <a:gd name="T65" fmla="*/ 0 h 1652"/>
                  <a:gd name="T66" fmla="*/ 0 w 618"/>
                  <a:gd name="T67" fmla="*/ 0 h 1652"/>
                  <a:gd name="T68" fmla="*/ 0 w 618"/>
                  <a:gd name="T69" fmla="*/ 0 h 1652"/>
                  <a:gd name="T70" fmla="*/ 0 w 618"/>
                  <a:gd name="T71" fmla="*/ 0 h 1652"/>
                  <a:gd name="T72" fmla="*/ 0 w 618"/>
                  <a:gd name="T73" fmla="*/ 0 h 1652"/>
                  <a:gd name="T74" fmla="*/ 0 w 618"/>
                  <a:gd name="T75" fmla="*/ 0 h 1652"/>
                  <a:gd name="T76" fmla="*/ 0 w 618"/>
                  <a:gd name="T77" fmla="*/ 0 h 1652"/>
                  <a:gd name="T78" fmla="*/ 0 w 618"/>
                  <a:gd name="T79" fmla="*/ 0 h 1652"/>
                  <a:gd name="T80" fmla="*/ 0 w 618"/>
                  <a:gd name="T81" fmla="*/ 0 h 1652"/>
                  <a:gd name="T82" fmla="*/ 0 w 618"/>
                  <a:gd name="T83" fmla="*/ 0 h 1652"/>
                  <a:gd name="T84" fmla="*/ 0 w 618"/>
                  <a:gd name="T85" fmla="*/ 0 h 1652"/>
                  <a:gd name="T86" fmla="*/ 0 w 618"/>
                  <a:gd name="T87" fmla="*/ 0 h 1652"/>
                  <a:gd name="T88" fmla="*/ 0 w 618"/>
                  <a:gd name="T89" fmla="*/ 0 h 1652"/>
                  <a:gd name="T90" fmla="*/ 0 w 618"/>
                  <a:gd name="T91" fmla="*/ 0 h 1652"/>
                  <a:gd name="T92" fmla="*/ 0 w 618"/>
                  <a:gd name="T93" fmla="*/ 0 h 1652"/>
                  <a:gd name="T94" fmla="*/ 0 w 618"/>
                  <a:gd name="T95" fmla="*/ 0 h 16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18"/>
                  <a:gd name="T145" fmla="*/ 0 h 1652"/>
                  <a:gd name="T146" fmla="*/ 618 w 618"/>
                  <a:gd name="T147" fmla="*/ 1652 h 16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18" h="1652">
                    <a:moveTo>
                      <a:pt x="169" y="0"/>
                    </a:moveTo>
                    <a:lnTo>
                      <a:pt x="228" y="57"/>
                    </a:lnTo>
                    <a:lnTo>
                      <a:pt x="288" y="133"/>
                    </a:lnTo>
                    <a:lnTo>
                      <a:pt x="314" y="195"/>
                    </a:lnTo>
                    <a:lnTo>
                      <a:pt x="325" y="255"/>
                    </a:lnTo>
                    <a:lnTo>
                      <a:pt x="337" y="316"/>
                    </a:lnTo>
                    <a:lnTo>
                      <a:pt x="346" y="406"/>
                    </a:lnTo>
                    <a:lnTo>
                      <a:pt x="362" y="488"/>
                    </a:lnTo>
                    <a:lnTo>
                      <a:pt x="395" y="560"/>
                    </a:lnTo>
                    <a:lnTo>
                      <a:pt x="436" y="619"/>
                    </a:lnTo>
                    <a:lnTo>
                      <a:pt x="510" y="727"/>
                    </a:lnTo>
                    <a:lnTo>
                      <a:pt x="562" y="786"/>
                    </a:lnTo>
                    <a:lnTo>
                      <a:pt x="602" y="876"/>
                    </a:lnTo>
                    <a:lnTo>
                      <a:pt x="618" y="984"/>
                    </a:lnTo>
                    <a:lnTo>
                      <a:pt x="606" y="1063"/>
                    </a:lnTo>
                    <a:lnTo>
                      <a:pt x="584" y="1129"/>
                    </a:lnTo>
                    <a:lnTo>
                      <a:pt x="535" y="1187"/>
                    </a:lnTo>
                    <a:lnTo>
                      <a:pt x="417" y="1268"/>
                    </a:lnTo>
                    <a:lnTo>
                      <a:pt x="314" y="1297"/>
                    </a:lnTo>
                    <a:lnTo>
                      <a:pt x="228" y="1302"/>
                    </a:lnTo>
                    <a:lnTo>
                      <a:pt x="279" y="1397"/>
                    </a:lnTo>
                    <a:lnTo>
                      <a:pt x="323" y="1500"/>
                    </a:lnTo>
                    <a:lnTo>
                      <a:pt x="342" y="1652"/>
                    </a:lnTo>
                    <a:lnTo>
                      <a:pt x="296" y="1452"/>
                    </a:lnTo>
                    <a:lnTo>
                      <a:pt x="228" y="1336"/>
                    </a:lnTo>
                    <a:lnTo>
                      <a:pt x="157" y="1263"/>
                    </a:lnTo>
                    <a:lnTo>
                      <a:pt x="107" y="1217"/>
                    </a:lnTo>
                    <a:lnTo>
                      <a:pt x="0" y="1149"/>
                    </a:lnTo>
                    <a:lnTo>
                      <a:pt x="0" y="1129"/>
                    </a:lnTo>
                    <a:lnTo>
                      <a:pt x="153" y="1226"/>
                    </a:lnTo>
                    <a:lnTo>
                      <a:pt x="217" y="1277"/>
                    </a:lnTo>
                    <a:lnTo>
                      <a:pt x="342" y="1254"/>
                    </a:lnTo>
                    <a:lnTo>
                      <a:pt x="436" y="1206"/>
                    </a:lnTo>
                    <a:lnTo>
                      <a:pt x="501" y="1143"/>
                    </a:lnTo>
                    <a:lnTo>
                      <a:pt x="531" y="1057"/>
                    </a:lnTo>
                    <a:lnTo>
                      <a:pt x="535" y="960"/>
                    </a:lnTo>
                    <a:lnTo>
                      <a:pt x="507" y="887"/>
                    </a:lnTo>
                    <a:lnTo>
                      <a:pt x="432" y="740"/>
                    </a:lnTo>
                    <a:lnTo>
                      <a:pt x="382" y="687"/>
                    </a:lnTo>
                    <a:lnTo>
                      <a:pt x="378" y="793"/>
                    </a:lnTo>
                    <a:lnTo>
                      <a:pt x="337" y="691"/>
                    </a:lnTo>
                    <a:lnTo>
                      <a:pt x="312" y="604"/>
                    </a:lnTo>
                    <a:lnTo>
                      <a:pt x="305" y="505"/>
                    </a:lnTo>
                    <a:lnTo>
                      <a:pt x="296" y="320"/>
                    </a:lnTo>
                    <a:lnTo>
                      <a:pt x="279" y="195"/>
                    </a:lnTo>
                    <a:lnTo>
                      <a:pt x="245" y="112"/>
                    </a:lnTo>
                    <a:lnTo>
                      <a:pt x="206" y="48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5" name="Freeform 116">
                <a:extLst>
                  <a:ext uri="{FF2B5EF4-FFF2-40B4-BE49-F238E27FC236}">
                    <a16:creationId xmlns:a16="http://schemas.microsoft.com/office/drawing/2014/main" id="{31D32B81-BB3B-E64C-B654-D072655CF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692"/>
                <a:ext cx="279" cy="287"/>
              </a:xfrm>
              <a:custGeom>
                <a:avLst/>
                <a:gdLst>
                  <a:gd name="T0" fmla="*/ 0 w 2236"/>
                  <a:gd name="T1" fmla="*/ 0 h 2296"/>
                  <a:gd name="T2" fmla="*/ 0 w 2236"/>
                  <a:gd name="T3" fmla="*/ 0 h 2296"/>
                  <a:gd name="T4" fmla="*/ 0 w 2236"/>
                  <a:gd name="T5" fmla="*/ 0 h 2296"/>
                  <a:gd name="T6" fmla="*/ 0 w 2236"/>
                  <a:gd name="T7" fmla="*/ 0 h 2296"/>
                  <a:gd name="T8" fmla="*/ 0 w 2236"/>
                  <a:gd name="T9" fmla="*/ 0 h 2296"/>
                  <a:gd name="T10" fmla="*/ 0 w 2236"/>
                  <a:gd name="T11" fmla="*/ 0 h 2296"/>
                  <a:gd name="T12" fmla="*/ 0 w 2236"/>
                  <a:gd name="T13" fmla="*/ 0 h 2296"/>
                  <a:gd name="T14" fmla="*/ 0 w 2236"/>
                  <a:gd name="T15" fmla="*/ 0 h 2296"/>
                  <a:gd name="T16" fmla="*/ 0 w 2236"/>
                  <a:gd name="T17" fmla="*/ 0 h 2296"/>
                  <a:gd name="T18" fmla="*/ 0 w 2236"/>
                  <a:gd name="T19" fmla="*/ 0 h 2296"/>
                  <a:gd name="T20" fmla="*/ 0 w 2236"/>
                  <a:gd name="T21" fmla="*/ 0 h 2296"/>
                  <a:gd name="T22" fmla="*/ 0 w 2236"/>
                  <a:gd name="T23" fmla="*/ 0 h 2296"/>
                  <a:gd name="T24" fmla="*/ 0 w 2236"/>
                  <a:gd name="T25" fmla="*/ 0 h 2296"/>
                  <a:gd name="T26" fmla="*/ 0 w 2236"/>
                  <a:gd name="T27" fmla="*/ 0 h 2296"/>
                  <a:gd name="T28" fmla="*/ 0 w 2236"/>
                  <a:gd name="T29" fmla="*/ 0 h 2296"/>
                  <a:gd name="T30" fmla="*/ 0 w 2236"/>
                  <a:gd name="T31" fmla="*/ 0 h 2296"/>
                  <a:gd name="T32" fmla="*/ 0 w 2236"/>
                  <a:gd name="T33" fmla="*/ 0 h 2296"/>
                  <a:gd name="T34" fmla="*/ 0 w 2236"/>
                  <a:gd name="T35" fmla="*/ 0 h 2296"/>
                  <a:gd name="T36" fmla="*/ 0 w 2236"/>
                  <a:gd name="T37" fmla="*/ 0 h 2296"/>
                  <a:gd name="T38" fmla="*/ 0 w 2236"/>
                  <a:gd name="T39" fmla="*/ 0 h 2296"/>
                  <a:gd name="T40" fmla="*/ 0 w 2236"/>
                  <a:gd name="T41" fmla="*/ 0 h 2296"/>
                  <a:gd name="T42" fmla="*/ 0 w 2236"/>
                  <a:gd name="T43" fmla="*/ 0 h 2296"/>
                  <a:gd name="T44" fmla="*/ 0 w 2236"/>
                  <a:gd name="T45" fmla="*/ 0 h 2296"/>
                  <a:gd name="T46" fmla="*/ 0 w 2236"/>
                  <a:gd name="T47" fmla="*/ 0 h 2296"/>
                  <a:gd name="T48" fmla="*/ 0 w 2236"/>
                  <a:gd name="T49" fmla="*/ 0 h 2296"/>
                  <a:gd name="T50" fmla="*/ 0 w 2236"/>
                  <a:gd name="T51" fmla="*/ 0 h 2296"/>
                  <a:gd name="T52" fmla="*/ 0 w 2236"/>
                  <a:gd name="T53" fmla="*/ 0 h 2296"/>
                  <a:gd name="T54" fmla="*/ 0 w 2236"/>
                  <a:gd name="T55" fmla="*/ 0 h 2296"/>
                  <a:gd name="T56" fmla="*/ 0 w 2236"/>
                  <a:gd name="T57" fmla="*/ 0 h 2296"/>
                  <a:gd name="T58" fmla="*/ 0 w 2236"/>
                  <a:gd name="T59" fmla="*/ 0 h 2296"/>
                  <a:gd name="T60" fmla="*/ 0 w 2236"/>
                  <a:gd name="T61" fmla="*/ 0 h 2296"/>
                  <a:gd name="T62" fmla="*/ 0 w 2236"/>
                  <a:gd name="T63" fmla="*/ 0 h 2296"/>
                  <a:gd name="T64" fmla="*/ 0 w 2236"/>
                  <a:gd name="T65" fmla="*/ 0 h 2296"/>
                  <a:gd name="T66" fmla="*/ 0 w 2236"/>
                  <a:gd name="T67" fmla="*/ 0 h 2296"/>
                  <a:gd name="T68" fmla="*/ 0 w 2236"/>
                  <a:gd name="T69" fmla="*/ 0 h 2296"/>
                  <a:gd name="T70" fmla="*/ 0 w 2236"/>
                  <a:gd name="T71" fmla="*/ 0 h 2296"/>
                  <a:gd name="T72" fmla="*/ 0 w 2236"/>
                  <a:gd name="T73" fmla="*/ 0 h 2296"/>
                  <a:gd name="T74" fmla="*/ 0 w 2236"/>
                  <a:gd name="T75" fmla="*/ 0 h 2296"/>
                  <a:gd name="T76" fmla="*/ 0 w 2236"/>
                  <a:gd name="T77" fmla="*/ 0 h 2296"/>
                  <a:gd name="T78" fmla="*/ 0 w 2236"/>
                  <a:gd name="T79" fmla="*/ 0 h 2296"/>
                  <a:gd name="T80" fmla="*/ 0 w 2236"/>
                  <a:gd name="T81" fmla="*/ 0 h 2296"/>
                  <a:gd name="T82" fmla="*/ 0 w 2236"/>
                  <a:gd name="T83" fmla="*/ 0 h 2296"/>
                  <a:gd name="T84" fmla="*/ 0 w 2236"/>
                  <a:gd name="T85" fmla="*/ 0 h 2296"/>
                  <a:gd name="T86" fmla="*/ 0 w 2236"/>
                  <a:gd name="T87" fmla="*/ 0 h 2296"/>
                  <a:gd name="T88" fmla="*/ 0 w 2236"/>
                  <a:gd name="T89" fmla="*/ 0 h 2296"/>
                  <a:gd name="T90" fmla="*/ 0 w 2236"/>
                  <a:gd name="T91" fmla="*/ 0 h 2296"/>
                  <a:gd name="T92" fmla="*/ 0 w 2236"/>
                  <a:gd name="T93" fmla="*/ 0 h 2296"/>
                  <a:gd name="T94" fmla="*/ 0 w 2236"/>
                  <a:gd name="T95" fmla="*/ 0 h 2296"/>
                  <a:gd name="T96" fmla="*/ 0 w 2236"/>
                  <a:gd name="T97" fmla="*/ 0 h 2296"/>
                  <a:gd name="T98" fmla="*/ 0 w 2236"/>
                  <a:gd name="T99" fmla="*/ 0 h 229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236"/>
                  <a:gd name="T151" fmla="*/ 0 h 2296"/>
                  <a:gd name="T152" fmla="*/ 2236 w 2236"/>
                  <a:gd name="T153" fmla="*/ 2296 h 229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236" h="2296">
                    <a:moveTo>
                      <a:pt x="2013" y="270"/>
                    </a:moveTo>
                    <a:lnTo>
                      <a:pt x="1987" y="392"/>
                    </a:lnTo>
                    <a:lnTo>
                      <a:pt x="1909" y="633"/>
                    </a:lnTo>
                    <a:lnTo>
                      <a:pt x="1835" y="802"/>
                    </a:lnTo>
                    <a:lnTo>
                      <a:pt x="1757" y="975"/>
                    </a:lnTo>
                    <a:lnTo>
                      <a:pt x="1701" y="1139"/>
                    </a:lnTo>
                    <a:lnTo>
                      <a:pt x="1671" y="1337"/>
                    </a:lnTo>
                    <a:lnTo>
                      <a:pt x="1662" y="1514"/>
                    </a:lnTo>
                    <a:lnTo>
                      <a:pt x="1581" y="1780"/>
                    </a:lnTo>
                    <a:lnTo>
                      <a:pt x="1771" y="1759"/>
                    </a:lnTo>
                    <a:lnTo>
                      <a:pt x="1934" y="1688"/>
                    </a:lnTo>
                    <a:lnTo>
                      <a:pt x="2066" y="1545"/>
                    </a:lnTo>
                    <a:lnTo>
                      <a:pt x="2236" y="1418"/>
                    </a:lnTo>
                    <a:lnTo>
                      <a:pt x="2080" y="1558"/>
                    </a:lnTo>
                    <a:lnTo>
                      <a:pt x="1987" y="1679"/>
                    </a:lnTo>
                    <a:lnTo>
                      <a:pt x="1771" y="1886"/>
                    </a:lnTo>
                    <a:lnTo>
                      <a:pt x="1835" y="1769"/>
                    </a:lnTo>
                    <a:lnTo>
                      <a:pt x="1521" y="1879"/>
                    </a:lnTo>
                    <a:lnTo>
                      <a:pt x="1572" y="1934"/>
                    </a:lnTo>
                    <a:lnTo>
                      <a:pt x="1750" y="1899"/>
                    </a:lnTo>
                    <a:lnTo>
                      <a:pt x="1563" y="1978"/>
                    </a:lnTo>
                    <a:lnTo>
                      <a:pt x="1494" y="1987"/>
                    </a:lnTo>
                    <a:lnTo>
                      <a:pt x="1289" y="1828"/>
                    </a:lnTo>
                    <a:lnTo>
                      <a:pt x="1114" y="1950"/>
                    </a:lnTo>
                    <a:lnTo>
                      <a:pt x="908" y="2024"/>
                    </a:lnTo>
                    <a:lnTo>
                      <a:pt x="855" y="2040"/>
                    </a:lnTo>
                    <a:lnTo>
                      <a:pt x="692" y="2296"/>
                    </a:lnTo>
                    <a:lnTo>
                      <a:pt x="823" y="2020"/>
                    </a:lnTo>
                    <a:lnTo>
                      <a:pt x="823" y="1879"/>
                    </a:lnTo>
                    <a:lnTo>
                      <a:pt x="743" y="1856"/>
                    </a:lnTo>
                    <a:lnTo>
                      <a:pt x="648" y="1780"/>
                    </a:lnTo>
                    <a:lnTo>
                      <a:pt x="692" y="1708"/>
                    </a:lnTo>
                    <a:lnTo>
                      <a:pt x="692" y="1650"/>
                    </a:lnTo>
                    <a:lnTo>
                      <a:pt x="616" y="1443"/>
                    </a:lnTo>
                    <a:lnTo>
                      <a:pt x="616" y="1173"/>
                    </a:lnTo>
                    <a:lnTo>
                      <a:pt x="408" y="846"/>
                    </a:lnTo>
                    <a:lnTo>
                      <a:pt x="137" y="761"/>
                    </a:lnTo>
                    <a:lnTo>
                      <a:pt x="457" y="822"/>
                    </a:lnTo>
                    <a:lnTo>
                      <a:pt x="671" y="961"/>
                    </a:lnTo>
                    <a:lnTo>
                      <a:pt x="671" y="1321"/>
                    </a:lnTo>
                    <a:lnTo>
                      <a:pt x="781" y="1088"/>
                    </a:lnTo>
                    <a:lnTo>
                      <a:pt x="781" y="811"/>
                    </a:lnTo>
                    <a:lnTo>
                      <a:pt x="572" y="350"/>
                    </a:lnTo>
                    <a:lnTo>
                      <a:pt x="251" y="237"/>
                    </a:lnTo>
                    <a:lnTo>
                      <a:pt x="0" y="356"/>
                    </a:lnTo>
                    <a:lnTo>
                      <a:pt x="222" y="219"/>
                    </a:lnTo>
                    <a:lnTo>
                      <a:pt x="408" y="228"/>
                    </a:lnTo>
                    <a:lnTo>
                      <a:pt x="605" y="318"/>
                    </a:lnTo>
                    <a:lnTo>
                      <a:pt x="756" y="519"/>
                    </a:lnTo>
                    <a:lnTo>
                      <a:pt x="890" y="876"/>
                    </a:lnTo>
                    <a:lnTo>
                      <a:pt x="978" y="747"/>
                    </a:lnTo>
                    <a:lnTo>
                      <a:pt x="978" y="1015"/>
                    </a:lnTo>
                    <a:lnTo>
                      <a:pt x="943" y="1235"/>
                    </a:lnTo>
                    <a:lnTo>
                      <a:pt x="867" y="1452"/>
                    </a:lnTo>
                    <a:lnTo>
                      <a:pt x="763" y="1626"/>
                    </a:lnTo>
                    <a:lnTo>
                      <a:pt x="743" y="1715"/>
                    </a:lnTo>
                    <a:lnTo>
                      <a:pt x="737" y="1800"/>
                    </a:lnTo>
                    <a:lnTo>
                      <a:pt x="750" y="1828"/>
                    </a:lnTo>
                    <a:lnTo>
                      <a:pt x="800" y="1828"/>
                    </a:lnTo>
                    <a:lnTo>
                      <a:pt x="943" y="1607"/>
                    </a:lnTo>
                    <a:lnTo>
                      <a:pt x="1065" y="1380"/>
                    </a:lnTo>
                    <a:lnTo>
                      <a:pt x="1121" y="1211"/>
                    </a:lnTo>
                    <a:lnTo>
                      <a:pt x="1150" y="1042"/>
                    </a:lnTo>
                    <a:lnTo>
                      <a:pt x="1146" y="910"/>
                    </a:lnTo>
                    <a:lnTo>
                      <a:pt x="1102" y="776"/>
                    </a:lnTo>
                    <a:lnTo>
                      <a:pt x="1001" y="447"/>
                    </a:lnTo>
                    <a:lnTo>
                      <a:pt x="844" y="191"/>
                    </a:lnTo>
                    <a:lnTo>
                      <a:pt x="708" y="0"/>
                    </a:lnTo>
                    <a:lnTo>
                      <a:pt x="763" y="11"/>
                    </a:lnTo>
                    <a:lnTo>
                      <a:pt x="1022" y="444"/>
                    </a:lnTo>
                    <a:lnTo>
                      <a:pt x="1084" y="648"/>
                    </a:lnTo>
                    <a:lnTo>
                      <a:pt x="1157" y="917"/>
                    </a:lnTo>
                    <a:lnTo>
                      <a:pt x="1165" y="1028"/>
                    </a:lnTo>
                    <a:lnTo>
                      <a:pt x="1194" y="903"/>
                    </a:lnTo>
                    <a:lnTo>
                      <a:pt x="1185" y="770"/>
                    </a:lnTo>
                    <a:lnTo>
                      <a:pt x="1084" y="336"/>
                    </a:lnTo>
                    <a:lnTo>
                      <a:pt x="1049" y="176"/>
                    </a:lnTo>
                    <a:lnTo>
                      <a:pt x="1049" y="57"/>
                    </a:lnTo>
                    <a:lnTo>
                      <a:pt x="1178" y="653"/>
                    </a:lnTo>
                    <a:lnTo>
                      <a:pt x="1209" y="835"/>
                    </a:lnTo>
                    <a:lnTo>
                      <a:pt x="1215" y="910"/>
                    </a:lnTo>
                    <a:lnTo>
                      <a:pt x="1209" y="1009"/>
                    </a:lnTo>
                    <a:lnTo>
                      <a:pt x="1194" y="1088"/>
                    </a:lnTo>
                    <a:lnTo>
                      <a:pt x="1185" y="1173"/>
                    </a:lnTo>
                    <a:lnTo>
                      <a:pt x="1201" y="1281"/>
                    </a:lnTo>
                    <a:lnTo>
                      <a:pt x="1201" y="1400"/>
                    </a:lnTo>
                    <a:lnTo>
                      <a:pt x="1165" y="1607"/>
                    </a:lnTo>
                    <a:lnTo>
                      <a:pt x="1130" y="1759"/>
                    </a:lnTo>
                    <a:lnTo>
                      <a:pt x="1102" y="1863"/>
                    </a:lnTo>
                    <a:lnTo>
                      <a:pt x="1271" y="1715"/>
                    </a:lnTo>
                    <a:lnTo>
                      <a:pt x="1442" y="1492"/>
                    </a:lnTo>
                    <a:lnTo>
                      <a:pt x="1581" y="1281"/>
                    </a:lnTo>
                    <a:lnTo>
                      <a:pt x="1692" y="1065"/>
                    </a:lnTo>
                    <a:lnTo>
                      <a:pt x="1842" y="726"/>
                    </a:lnTo>
                    <a:lnTo>
                      <a:pt x="1934" y="484"/>
                    </a:lnTo>
                    <a:lnTo>
                      <a:pt x="1972" y="327"/>
                    </a:lnTo>
                    <a:lnTo>
                      <a:pt x="1987" y="198"/>
                    </a:lnTo>
                    <a:lnTo>
                      <a:pt x="1978" y="30"/>
                    </a:lnTo>
                    <a:lnTo>
                      <a:pt x="2009" y="176"/>
                    </a:lnTo>
                    <a:lnTo>
                      <a:pt x="2013" y="2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6" name="Freeform 117">
                <a:extLst>
                  <a:ext uri="{FF2B5EF4-FFF2-40B4-BE49-F238E27FC236}">
                    <a16:creationId xmlns:a16="http://schemas.microsoft.com/office/drawing/2014/main" id="{0CFA671D-D4E7-D244-9B05-CCD2C0F6F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85"/>
                <a:ext cx="80" cy="107"/>
              </a:xfrm>
              <a:custGeom>
                <a:avLst/>
                <a:gdLst>
                  <a:gd name="T0" fmla="*/ 0 w 641"/>
                  <a:gd name="T1" fmla="*/ 0 h 855"/>
                  <a:gd name="T2" fmla="*/ 0 w 641"/>
                  <a:gd name="T3" fmla="*/ 0 h 855"/>
                  <a:gd name="T4" fmla="*/ 0 w 641"/>
                  <a:gd name="T5" fmla="*/ 0 h 855"/>
                  <a:gd name="T6" fmla="*/ 0 w 641"/>
                  <a:gd name="T7" fmla="*/ 0 h 855"/>
                  <a:gd name="T8" fmla="*/ 0 w 641"/>
                  <a:gd name="T9" fmla="*/ 0 h 855"/>
                  <a:gd name="T10" fmla="*/ 0 w 641"/>
                  <a:gd name="T11" fmla="*/ 0 h 855"/>
                  <a:gd name="T12" fmla="*/ 0 w 641"/>
                  <a:gd name="T13" fmla="*/ 0 h 855"/>
                  <a:gd name="T14" fmla="*/ 0 w 641"/>
                  <a:gd name="T15" fmla="*/ 0 h 855"/>
                  <a:gd name="T16" fmla="*/ 0 w 641"/>
                  <a:gd name="T17" fmla="*/ 0 h 855"/>
                  <a:gd name="T18" fmla="*/ 0 w 641"/>
                  <a:gd name="T19" fmla="*/ 0 h 855"/>
                  <a:gd name="T20" fmla="*/ 0 w 641"/>
                  <a:gd name="T21" fmla="*/ 0 h 855"/>
                  <a:gd name="T22" fmla="*/ 0 w 641"/>
                  <a:gd name="T23" fmla="*/ 0 h 855"/>
                  <a:gd name="T24" fmla="*/ 0 w 641"/>
                  <a:gd name="T25" fmla="*/ 0 h 855"/>
                  <a:gd name="T26" fmla="*/ 0 w 641"/>
                  <a:gd name="T27" fmla="*/ 0 h 855"/>
                  <a:gd name="T28" fmla="*/ 0 w 641"/>
                  <a:gd name="T29" fmla="*/ 0 h 855"/>
                  <a:gd name="T30" fmla="*/ 0 w 641"/>
                  <a:gd name="T31" fmla="*/ 0 h 855"/>
                  <a:gd name="T32" fmla="*/ 0 w 641"/>
                  <a:gd name="T33" fmla="*/ 0 h 855"/>
                  <a:gd name="T34" fmla="*/ 0 w 641"/>
                  <a:gd name="T35" fmla="*/ 0 h 855"/>
                  <a:gd name="T36" fmla="*/ 0 w 641"/>
                  <a:gd name="T37" fmla="*/ 0 h 855"/>
                  <a:gd name="T38" fmla="*/ 0 w 641"/>
                  <a:gd name="T39" fmla="*/ 0 h 855"/>
                  <a:gd name="T40" fmla="*/ 0 w 641"/>
                  <a:gd name="T41" fmla="*/ 0 h 8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41"/>
                  <a:gd name="T64" fmla="*/ 0 h 855"/>
                  <a:gd name="T65" fmla="*/ 641 w 641"/>
                  <a:gd name="T66" fmla="*/ 855 h 8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41" h="855">
                    <a:moveTo>
                      <a:pt x="242" y="0"/>
                    </a:moveTo>
                    <a:lnTo>
                      <a:pt x="210" y="134"/>
                    </a:lnTo>
                    <a:lnTo>
                      <a:pt x="147" y="285"/>
                    </a:lnTo>
                    <a:lnTo>
                      <a:pt x="63" y="440"/>
                    </a:lnTo>
                    <a:lnTo>
                      <a:pt x="0" y="548"/>
                    </a:lnTo>
                    <a:lnTo>
                      <a:pt x="11" y="613"/>
                    </a:lnTo>
                    <a:lnTo>
                      <a:pt x="55" y="855"/>
                    </a:lnTo>
                    <a:lnTo>
                      <a:pt x="147" y="739"/>
                    </a:lnTo>
                    <a:lnTo>
                      <a:pt x="230" y="624"/>
                    </a:lnTo>
                    <a:lnTo>
                      <a:pt x="318" y="534"/>
                    </a:lnTo>
                    <a:lnTo>
                      <a:pt x="546" y="375"/>
                    </a:lnTo>
                    <a:lnTo>
                      <a:pt x="325" y="521"/>
                    </a:lnTo>
                    <a:lnTo>
                      <a:pt x="249" y="585"/>
                    </a:lnTo>
                    <a:lnTo>
                      <a:pt x="162" y="363"/>
                    </a:lnTo>
                    <a:lnTo>
                      <a:pt x="217" y="200"/>
                    </a:lnTo>
                    <a:lnTo>
                      <a:pt x="254" y="68"/>
                    </a:lnTo>
                    <a:lnTo>
                      <a:pt x="395" y="121"/>
                    </a:lnTo>
                    <a:lnTo>
                      <a:pt x="641" y="320"/>
                    </a:lnTo>
                    <a:lnTo>
                      <a:pt x="426" y="99"/>
                    </a:lnTo>
                    <a:lnTo>
                      <a:pt x="296" y="4"/>
                    </a:ln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7" name="Freeform 118">
                <a:extLst>
                  <a:ext uri="{FF2B5EF4-FFF2-40B4-BE49-F238E27FC236}">
                    <a16:creationId xmlns:a16="http://schemas.microsoft.com/office/drawing/2014/main" id="{B9981D7C-1D6A-974E-9E15-BEBFF4BFD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795"/>
                <a:ext cx="10" cy="81"/>
              </a:xfrm>
              <a:custGeom>
                <a:avLst/>
                <a:gdLst>
                  <a:gd name="T0" fmla="*/ 0 w 75"/>
                  <a:gd name="T1" fmla="*/ 0 h 651"/>
                  <a:gd name="T2" fmla="*/ 0 w 75"/>
                  <a:gd name="T3" fmla="*/ 0 h 651"/>
                  <a:gd name="T4" fmla="*/ 0 w 75"/>
                  <a:gd name="T5" fmla="*/ 0 h 651"/>
                  <a:gd name="T6" fmla="*/ 0 w 75"/>
                  <a:gd name="T7" fmla="*/ 0 h 651"/>
                  <a:gd name="T8" fmla="*/ 0 w 75"/>
                  <a:gd name="T9" fmla="*/ 0 h 651"/>
                  <a:gd name="T10" fmla="*/ 0 w 75"/>
                  <a:gd name="T11" fmla="*/ 0 h 651"/>
                  <a:gd name="T12" fmla="*/ 0 w 75"/>
                  <a:gd name="T13" fmla="*/ 0 h 6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651"/>
                  <a:gd name="T23" fmla="*/ 75 w 75"/>
                  <a:gd name="T24" fmla="*/ 651 h 65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651">
                    <a:moveTo>
                      <a:pt x="75" y="0"/>
                    </a:moveTo>
                    <a:lnTo>
                      <a:pt x="22" y="153"/>
                    </a:lnTo>
                    <a:lnTo>
                      <a:pt x="22" y="409"/>
                    </a:lnTo>
                    <a:lnTo>
                      <a:pt x="0" y="651"/>
                    </a:lnTo>
                    <a:lnTo>
                      <a:pt x="59" y="389"/>
                    </a:lnTo>
                    <a:lnTo>
                      <a:pt x="59" y="12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8" name="Freeform 119">
                <a:extLst>
                  <a:ext uri="{FF2B5EF4-FFF2-40B4-BE49-F238E27FC236}">
                    <a16:creationId xmlns:a16="http://schemas.microsoft.com/office/drawing/2014/main" id="{C643DA49-4ABB-FD4F-A0A0-9E02F22EA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12"/>
                <a:ext cx="103" cy="132"/>
              </a:xfrm>
              <a:custGeom>
                <a:avLst/>
                <a:gdLst>
                  <a:gd name="T0" fmla="*/ 0 w 824"/>
                  <a:gd name="T1" fmla="*/ 0 h 1059"/>
                  <a:gd name="T2" fmla="*/ 0 w 824"/>
                  <a:gd name="T3" fmla="*/ 0 h 1059"/>
                  <a:gd name="T4" fmla="*/ 0 w 824"/>
                  <a:gd name="T5" fmla="*/ 0 h 1059"/>
                  <a:gd name="T6" fmla="*/ 0 w 824"/>
                  <a:gd name="T7" fmla="*/ 0 h 1059"/>
                  <a:gd name="T8" fmla="*/ 0 w 824"/>
                  <a:gd name="T9" fmla="*/ 0 h 1059"/>
                  <a:gd name="T10" fmla="*/ 0 w 824"/>
                  <a:gd name="T11" fmla="*/ 0 h 1059"/>
                  <a:gd name="T12" fmla="*/ 0 w 824"/>
                  <a:gd name="T13" fmla="*/ 0 h 1059"/>
                  <a:gd name="T14" fmla="*/ 0 w 824"/>
                  <a:gd name="T15" fmla="*/ 0 h 1059"/>
                  <a:gd name="T16" fmla="*/ 0 w 824"/>
                  <a:gd name="T17" fmla="*/ 0 h 1059"/>
                  <a:gd name="T18" fmla="*/ 0 w 824"/>
                  <a:gd name="T19" fmla="*/ 0 h 1059"/>
                  <a:gd name="T20" fmla="*/ 0 w 824"/>
                  <a:gd name="T21" fmla="*/ 0 h 1059"/>
                  <a:gd name="T22" fmla="*/ 0 w 824"/>
                  <a:gd name="T23" fmla="*/ 0 h 1059"/>
                  <a:gd name="T24" fmla="*/ 0 w 824"/>
                  <a:gd name="T25" fmla="*/ 0 h 1059"/>
                  <a:gd name="T26" fmla="*/ 0 w 824"/>
                  <a:gd name="T27" fmla="*/ 0 h 1059"/>
                  <a:gd name="T28" fmla="*/ 0 w 824"/>
                  <a:gd name="T29" fmla="*/ 0 h 1059"/>
                  <a:gd name="T30" fmla="*/ 0 w 824"/>
                  <a:gd name="T31" fmla="*/ 0 h 1059"/>
                  <a:gd name="T32" fmla="*/ 0 w 824"/>
                  <a:gd name="T33" fmla="*/ 0 h 1059"/>
                  <a:gd name="T34" fmla="*/ 0 w 824"/>
                  <a:gd name="T35" fmla="*/ 0 h 1059"/>
                  <a:gd name="T36" fmla="*/ 0 w 824"/>
                  <a:gd name="T37" fmla="*/ 0 h 105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24"/>
                  <a:gd name="T58" fmla="*/ 0 h 1059"/>
                  <a:gd name="T59" fmla="*/ 824 w 824"/>
                  <a:gd name="T60" fmla="*/ 1059 h 105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24" h="1059">
                    <a:moveTo>
                      <a:pt x="191" y="483"/>
                    </a:moveTo>
                    <a:lnTo>
                      <a:pt x="68" y="332"/>
                    </a:lnTo>
                    <a:lnTo>
                      <a:pt x="0" y="88"/>
                    </a:lnTo>
                    <a:lnTo>
                      <a:pt x="50" y="0"/>
                    </a:lnTo>
                    <a:lnTo>
                      <a:pt x="285" y="61"/>
                    </a:lnTo>
                    <a:lnTo>
                      <a:pt x="567" y="268"/>
                    </a:lnTo>
                    <a:lnTo>
                      <a:pt x="824" y="718"/>
                    </a:lnTo>
                    <a:lnTo>
                      <a:pt x="640" y="718"/>
                    </a:lnTo>
                    <a:lnTo>
                      <a:pt x="523" y="874"/>
                    </a:lnTo>
                    <a:lnTo>
                      <a:pt x="479" y="1059"/>
                    </a:lnTo>
                    <a:lnTo>
                      <a:pt x="479" y="874"/>
                    </a:lnTo>
                    <a:lnTo>
                      <a:pt x="578" y="672"/>
                    </a:lnTo>
                    <a:lnTo>
                      <a:pt x="495" y="527"/>
                    </a:lnTo>
                    <a:lnTo>
                      <a:pt x="387" y="390"/>
                    </a:lnTo>
                    <a:lnTo>
                      <a:pt x="294" y="305"/>
                    </a:lnTo>
                    <a:lnTo>
                      <a:pt x="177" y="376"/>
                    </a:lnTo>
                    <a:lnTo>
                      <a:pt x="177" y="426"/>
                    </a:lnTo>
                    <a:lnTo>
                      <a:pt x="237" y="512"/>
                    </a:lnTo>
                    <a:lnTo>
                      <a:pt x="191" y="4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79" name="Freeform 120">
                <a:extLst>
                  <a:ext uri="{FF2B5EF4-FFF2-40B4-BE49-F238E27FC236}">
                    <a16:creationId xmlns:a16="http://schemas.microsoft.com/office/drawing/2014/main" id="{9F737E3E-BB03-EE4F-BF98-2F708A375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911"/>
                <a:ext cx="25" cy="56"/>
              </a:xfrm>
              <a:custGeom>
                <a:avLst/>
                <a:gdLst>
                  <a:gd name="T0" fmla="*/ 0 w 200"/>
                  <a:gd name="T1" fmla="*/ 0 h 447"/>
                  <a:gd name="T2" fmla="*/ 0 w 200"/>
                  <a:gd name="T3" fmla="*/ 0 h 447"/>
                  <a:gd name="T4" fmla="*/ 0 w 200"/>
                  <a:gd name="T5" fmla="*/ 0 h 447"/>
                  <a:gd name="T6" fmla="*/ 0 w 200"/>
                  <a:gd name="T7" fmla="*/ 0 h 447"/>
                  <a:gd name="T8" fmla="*/ 0 w 200"/>
                  <a:gd name="T9" fmla="*/ 0 h 447"/>
                  <a:gd name="T10" fmla="*/ 0 w 200"/>
                  <a:gd name="T11" fmla="*/ 0 h 447"/>
                  <a:gd name="T12" fmla="*/ 0 w 200"/>
                  <a:gd name="T13" fmla="*/ 0 h 447"/>
                  <a:gd name="T14" fmla="*/ 0 w 200"/>
                  <a:gd name="T15" fmla="*/ 0 h 447"/>
                  <a:gd name="T16" fmla="*/ 0 w 200"/>
                  <a:gd name="T17" fmla="*/ 0 h 447"/>
                  <a:gd name="T18" fmla="*/ 0 w 200"/>
                  <a:gd name="T19" fmla="*/ 0 h 447"/>
                  <a:gd name="T20" fmla="*/ 0 w 200"/>
                  <a:gd name="T21" fmla="*/ 0 h 447"/>
                  <a:gd name="T22" fmla="*/ 0 w 200"/>
                  <a:gd name="T23" fmla="*/ 0 h 4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0"/>
                  <a:gd name="T37" fmla="*/ 0 h 447"/>
                  <a:gd name="T38" fmla="*/ 200 w 200"/>
                  <a:gd name="T39" fmla="*/ 447 h 4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0" h="447">
                    <a:moveTo>
                      <a:pt x="200" y="83"/>
                    </a:moveTo>
                    <a:lnTo>
                      <a:pt x="189" y="0"/>
                    </a:lnTo>
                    <a:lnTo>
                      <a:pt x="121" y="9"/>
                    </a:lnTo>
                    <a:lnTo>
                      <a:pt x="27" y="122"/>
                    </a:lnTo>
                    <a:lnTo>
                      <a:pt x="0" y="263"/>
                    </a:lnTo>
                    <a:lnTo>
                      <a:pt x="9" y="406"/>
                    </a:lnTo>
                    <a:lnTo>
                      <a:pt x="48" y="447"/>
                    </a:lnTo>
                    <a:lnTo>
                      <a:pt x="38" y="336"/>
                    </a:lnTo>
                    <a:lnTo>
                      <a:pt x="48" y="256"/>
                    </a:lnTo>
                    <a:lnTo>
                      <a:pt x="90" y="142"/>
                    </a:lnTo>
                    <a:lnTo>
                      <a:pt x="156" y="72"/>
                    </a:lnTo>
                    <a:lnTo>
                      <a:pt x="20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0" name="Freeform 121">
                <a:extLst>
                  <a:ext uri="{FF2B5EF4-FFF2-40B4-BE49-F238E27FC236}">
                    <a16:creationId xmlns:a16="http://schemas.microsoft.com/office/drawing/2014/main" id="{68F4C2F2-FD76-C74A-B3D3-E5623304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5"/>
                <a:ext cx="108" cy="211"/>
              </a:xfrm>
              <a:custGeom>
                <a:avLst/>
                <a:gdLst>
                  <a:gd name="T0" fmla="*/ 0 w 863"/>
                  <a:gd name="T1" fmla="*/ 0 h 1685"/>
                  <a:gd name="T2" fmla="*/ 0 w 863"/>
                  <a:gd name="T3" fmla="*/ 0 h 1685"/>
                  <a:gd name="T4" fmla="*/ 0 w 863"/>
                  <a:gd name="T5" fmla="*/ 0 h 1685"/>
                  <a:gd name="T6" fmla="*/ 0 w 863"/>
                  <a:gd name="T7" fmla="*/ 0 h 1685"/>
                  <a:gd name="T8" fmla="*/ 0 w 863"/>
                  <a:gd name="T9" fmla="*/ 0 h 1685"/>
                  <a:gd name="T10" fmla="*/ 0 w 863"/>
                  <a:gd name="T11" fmla="*/ 0 h 1685"/>
                  <a:gd name="T12" fmla="*/ 0 w 863"/>
                  <a:gd name="T13" fmla="*/ 0 h 1685"/>
                  <a:gd name="T14" fmla="*/ 0 w 863"/>
                  <a:gd name="T15" fmla="*/ 0 h 1685"/>
                  <a:gd name="T16" fmla="*/ 0 w 863"/>
                  <a:gd name="T17" fmla="*/ 0 h 1685"/>
                  <a:gd name="T18" fmla="*/ 0 w 863"/>
                  <a:gd name="T19" fmla="*/ 0 h 1685"/>
                  <a:gd name="T20" fmla="*/ 0 w 863"/>
                  <a:gd name="T21" fmla="*/ 0 h 1685"/>
                  <a:gd name="T22" fmla="*/ 0 w 863"/>
                  <a:gd name="T23" fmla="*/ 0 h 1685"/>
                  <a:gd name="T24" fmla="*/ 0 w 863"/>
                  <a:gd name="T25" fmla="*/ 0 h 1685"/>
                  <a:gd name="T26" fmla="*/ 0 w 863"/>
                  <a:gd name="T27" fmla="*/ 0 h 1685"/>
                  <a:gd name="T28" fmla="*/ 0 w 863"/>
                  <a:gd name="T29" fmla="*/ 0 h 1685"/>
                  <a:gd name="T30" fmla="*/ 0 w 863"/>
                  <a:gd name="T31" fmla="*/ 0 h 1685"/>
                  <a:gd name="T32" fmla="*/ 0 w 863"/>
                  <a:gd name="T33" fmla="*/ 0 h 1685"/>
                  <a:gd name="T34" fmla="*/ 0 w 863"/>
                  <a:gd name="T35" fmla="*/ 0 h 1685"/>
                  <a:gd name="T36" fmla="*/ 0 w 863"/>
                  <a:gd name="T37" fmla="*/ 0 h 1685"/>
                  <a:gd name="T38" fmla="*/ 0 w 863"/>
                  <a:gd name="T39" fmla="*/ 0 h 1685"/>
                  <a:gd name="T40" fmla="*/ 0 w 863"/>
                  <a:gd name="T41" fmla="*/ 0 h 1685"/>
                  <a:gd name="T42" fmla="*/ 0 w 863"/>
                  <a:gd name="T43" fmla="*/ 0 h 1685"/>
                  <a:gd name="T44" fmla="*/ 0 w 863"/>
                  <a:gd name="T45" fmla="*/ 0 h 1685"/>
                  <a:gd name="T46" fmla="*/ 0 w 863"/>
                  <a:gd name="T47" fmla="*/ 0 h 1685"/>
                  <a:gd name="T48" fmla="*/ 0 w 863"/>
                  <a:gd name="T49" fmla="*/ 0 h 1685"/>
                  <a:gd name="T50" fmla="*/ 0 w 863"/>
                  <a:gd name="T51" fmla="*/ 0 h 1685"/>
                  <a:gd name="T52" fmla="*/ 0 w 863"/>
                  <a:gd name="T53" fmla="*/ 0 h 1685"/>
                  <a:gd name="T54" fmla="*/ 0 w 863"/>
                  <a:gd name="T55" fmla="*/ 0 h 1685"/>
                  <a:gd name="T56" fmla="*/ 0 w 863"/>
                  <a:gd name="T57" fmla="*/ 0 h 1685"/>
                  <a:gd name="T58" fmla="*/ 0 w 863"/>
                  <a:gd name="T59" fmla="*/ 0 h 1685"/>
                  <a:gd name="T60" fmla="*/ 0 w 863"/>
                  <a:gd name="T61" fmla="*/ 0 h 1685"/>
                  <a:gd name="T62" fmla="*/ 0 w 863"/>
                  <a:gd name="T63" fmla="*/ 0 h 1685"/>
                  <a:gd name="T64" fmla="*/ 0 w 863"/>
                  <a:gd name="T65" fmla="*/ 0 h 1685"/>
                  <a:gd name="T66" fmla="*/ 0 w 863"/>
                  <a:gd name="T67" fmla="*/ 0 h 1685"/>
                  <a:gd name="T68" fmla="*/ 0 w 863"/>
                  <a:gd name="T69" fmla="*/ 0 h 1685"/>
                  <a:gd name="T70" fmla="*/ 0 w 863"/>
                  <a:gd name="T71" fmla="*/ 0 h 1685"/>
                  <a:gd name="T72" fmla="*/ 0 w 863"/>
                  <a:gd name="T73" fmla="*/ 0 h 1685"/>
                  <a:gd name="T74" fmla="*/ 0 w 863"/>
                  <a:gd name="T75" fmla="*/ 0 h 1685"/>
                  <a:gd name="T76" fmla="*/ 0 w 863"/>
                  <a:gd name="T77" fmla="*/ 0 h 1685"/>
                  <a:gd name="T78" fmla="*/ 0 w 863"/>
                  <a:gd name="T79" fmla="*/ 0 h 1685"/>
                  <a:gd name="T80" fmla="*/ 0 w 863"/>
                  <a:gd name="T81" fmla="*/ 0 h 1685"/>
                  <a:gd name="T82" fmla="*/ 0 w 863"/>
                  <a:gd name="T83" fmla="*/ 0 h 1685"/>
                  <a:gd name="T84" fmla="*/ 0 w 863"/>
                  <a:gd name="T85" fmla="*/ 0 h 1685"/>
                  <a:gd name="T86" fmla="*/ 0 w 863"/>
                  <a:gd name="T87" fmla="*/ 0 h 1685"/>
                  <a:gd name="T88" fmla="*/ 0 w 863"/>
                  <a:gd name="T89" fmla="*/ 0 h 1685"/>
                  <a:gd name="T90" fmla="*/ 0 w 863"/>
                  <a:gd name="T91" fmla="*/ 0 h 1685"/>
                  <a:gd name="T92" fmla="*/ 0 w 863"/>
                  <a:gd name="T93" fmla="*/ 0 h 1685"/>
                  <a:gd name="T94" fmla="*/ 0 w 863"/>
                  <a:gd name="T95" fmla="*/ 0 h 1685"/>
                  <a:gd name="T96" fmla="*/ 0 w 863"/>
                  <a:gd name="T97" fmla="*/ 0 h 1685"/>
                  <a:gd name="T98" fmla="*/ 0 w 863"/>
                  <a:gd name="T99" fmla="*/ 0 h 1685"/>
                  <a:gd name="T100" fmla="*/ 0 w 863"/>
                  <a:gd name="T101" fmla="*/ 0 h 1685"/>
                  <a:gd name="T102" fmla="*/ 0 w 863"/>
                  <a:gd name="T103" fmla="*/ 0 h 1685"/>
                  <a:gd name="T104" fmla="*/ 0 w 863"/>
                  <a:gd name="T105" fmla="*/ 0 h 1685"/>
                  <a:gd name="T106" fmla="*/ 0 w 863"/>
                  <a:gd name="T107" fmla="*/ 0 h 1685"/>
                  <a:gd name="T108" fmla="*/ 0 w 863"/>
                  <a:gd name="T109" fmla="*/ 0 h 1685"/>
                  <a:gd name="T110" fmla="*/ 0 w 863"/>
                  <a:gd name="T111" fmla="*/ 0 h 1685"/>
                  <a:gd name="T112" fmla="*/ 0 w 863"/>
                  <a:gd name="T113" fmla="*/ 0 h 1685"/>
                  <a:gd name="T114" fmla="*/ 0 w 863"/>
                  <a:gd name="T115" fmla="*/ 0 h 1685"/>
                  <a:gd name="T116" fmla="*/ 0 w 863"/>
                  <a:gd name="T117" fmla="*/ 0 h 1685"/>
                  <a:gd name="T118" fmla="*/ 0 w 863"/>
                  <a:gd name="T119" fmla="*/ 0 h 168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63"/>
                  <a:gd name="T181" fmla="*/ 0 h 1685"/>
                  <a:gd name="T182" fmla="*/ 863 w 863"/>
                  <a:gd name="T183" fmla="*/ 1685 h 168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63" h="1685">
                    <a:moveTo>
                      <a:pt x="473" y="0"/>
                    </a:moveTo>
                    <a:lnTo>
                      <a:pt x="473" y="57"/>
                    </a:lnTo>
                    <a:lnTo>
                      <a:pt x="665" y="176"/>
                    </a:lnTo>
                    <a:lnTo>
                      <a:pt x="764" y="322"/>
                    </a:lnTo>
                    <a:lnTo>
                      <a:pt x="609" y="187"/>
                    </a:lnTo>
                    <a:lnTo>
                      <a:pt x="578" y="187"/>
                    </a:lnTo>
                    <a:lnTo>
                      <a:pt x="536" y="235"/>
                    </a:lnTo>
                    <a:lnTo>
                      <a:pt x="543" y="264"/>
                    </a:lnTo>
                    <a:lnTo>
                      <a:pt x="510" y="271"/>
                    </a:lnTo>
                    <a:lnTo>
                      <a:pt x="464" y="322"/>
                    </a:lnTo>
                    <a:lnTo>
                      <a:pt x="464" y="356"/>
                    </a:lnTo>
                    <a:lnTo>
                      <a:pt x="437" y="382"/>
                    </a:lnTo>
                    <a:lnTo>
                      <a:pt x="430" y="433"/>
                    </a:lnTo>
                    <a:lnTo>
                      <a:pt x="453" y="484"/>
                    </a:lnTo>
                    <a:lnTo>
                      <a:pt x="596" y="659"/>
                    </a:lnTo>
                    <a:lnTo>
                      <a:pt x="637" y="655"/>
                    </a:lnTo>
                    <a:lnTo>
                      <a:pt x="651" y="635"/>
                    </a:lnTo>
                    <a:lnTo>
                      <a:pt x="644" y="576"/>
                    </a:lnTo>
                    <a:lnTo>
                      <a:pt x="688" y="598"/>
                    </a:lnTo>
                    <a:lnTo>
                      <a:pt x="716" y="583"/>
                    </a:lnTo>
                    <a:lnTo>
                      <a:pt x="729" y="536"/>
                    </a:lnTo>
                    <a:lnTo>
                      <a:pt x="720" y="484"/>
                    </a:lnTo>
                    <a:lnTo>
                      <a:pt x="587" y="290"/>
                    </a:lnTo>
                    <a:lnTo>
                      <a:pt x="771" y="497"/>
                    </a:lnTo>
                    <a:lnTo>
                      <a:pt x="808" y="490"/>
                    </a:lnTo>
                    <a:lnTo>
                      <a:pt x="824" y="419"/>
                    </a:lnTo>
                    <a:lnTo>
                      <a:pt x="837" y="376"/>
                    </a:lnTo>
                    <a:lnTo>
                      <a:pt x="815" y="306"/>
                    </a:lnTo>
                    <a:lnTo>
                      <a:pt x="859" y="376"/>
                    </a:lnTo>
                    <a:lnTo>
                      <a:pt x="863" y="453"/>
                    </a:lnTo>
                    <a:lnTo>
                      <a:pt x="828" y="490"/>
                    </a:lnTo>
                    <a:lnTo>
                      <a:pt x="828" y="541"/>
                    </a:lnTo>
                    <a:lnTo>
                      <a:pt x="743" y="605"/>
                    </a:lnTo>
                    <a:lnTo>
                      <a:pt x="587" y="769"/>
                    </a:lnTo>
                    <a:lnTo>
                      <a:pt x="510" y="938"/>
                    </a:lnTo>
                    <a:lnTo>
                      <a:pt x="485" y="1011"/>
                    </a:lnTo>
                    <a:lnTo>
                      <a:pt x="543" y="1253"/>
                    </a:lnTo>
                    <a:lnTo>
                      <a:pt x="558" y="1447"/>
                    </a:lnTo>
                    <a:lnTo>
                      <a:pt x="558" y="1600"/>
                    </a:lnTo>
                    <a:lnTo>
                      <a:pt x="536" y="1685"/>
                    </a:lnTo>
                    <a:lnTo>
                      <a:pt x="464" y="1606"/>
                    </a:lnTo>
                    <a:lnTo>
                      <a:pt x="389" y="1493"/>
                    </a:lnTo>
                    <a:lnTo>
                      <a:pt x="317" y="1360"/>
                    </a:lnTo>
                    <a:lnTo>
                      <a:pt x="266" y="1175"/>
                    </a:lnTo>
                    <a:lnTo>
                      <a:pt x="238" y="970"/>
                    </a:lnTo>
                    <a:lnTo>
                      <a:pt x="167" y="1088"/>
                    </a:lnTo>
                    <a:lnTo>
                      <a:pt x="0" y="1253"/>
                    </a:lnTo>
                    <a:lnTo>
                      <a:pt x="17" y="1187"/>
                    </a:lnTo>
                    <a:lnTo>
                      <a:pt x="123" y="1097"/>
                    </a:lnTo>
                    <a:lnTo>
                      <a:pt x="194" y="995"/>
                    </a:lnTo>
                    <a:lnTo>
                      <a:pt x="273" y="855"/>
                    </a:lnTo>
                    <a:lnTo>
                      <a:pt x="303" y="725"/>
                    </a:lnTo>
                    <a:lnTo>
                      <a:pt x="317" y="464"/>
                    </a:lnTo>
                    <a:lnTo>
                      <a:pt x="338" y="329"/>
                    </a:lnTo>
                    <a:lnTo>
                      <a:pt x="378" y="264"/>
                    </a:lnTo>
                    <a:lnTo>
                      <a:pt x="411" y="191"/>
                    </a:lnTo>
                    <a:lnTo>
                      <a:pt x="453" y="103"/>
                    </a:lnTo>
                    <a:lnTo>
                      <a:pt x="437" y="50"/>
                    </a:lnTo>
                    <a:lnTo>
                      <a:pt x="444" y="0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1" name="Freeform 122">
                <a:extLst>
                  <a:ext uri="{FF2B5EF4-FFF2-40B4-BE49-F238E27FC236}">
                    <a16:creationId xmlns:a16="http://schemas.microsoft.com/office/drawing/2014/main" id="{8702CD67-D733-5A4E-8B42-6079FFAD6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654"/>
                <a:ext cx="52" cy="49"/>
              </a:xfrm>
              <a:custGeom>
                <a:avLst/>
                <a:gdLst>
                  <a:gd name="T0" fmla="*/ 0 w 419"/>
                  <a:gd name="T1" fmla="*/ 0 h 390"/>
                  <a:gd name="T2" fmla="*/ 0 w 419"/>
                  <a:gd name="T3" fmla="*/ 0 h 390"/>
                  <a:gd name="T4" fmla="*/ 0 w 419"/>
                  <a:gd name="T5" fmla="*/ 0 h 390"/>
                  <a:gd name="T6" fmla="*/ 0 w 419"/>
                  <a:gd name="T7" fmla="*/ 0 h 390"/>
                  <a:gd name="T8" fmla="*/ 0 w 419"/>
                  <a:gd name="T9" fmla="*/ 0 h 390"/>
                  <a:gd name="T10" fmla="*/ 0 w 419"/>
                  <a:gd name="T11" fmla="*/ 0 h 390"/>
                  <a:gd name="T12" fmla="*/ 0 w 419"/>
                  <a:gd name="T13" fmla="*/ 0 h 3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9"/>
                  <a:gd name="T22" fmla="*/ 0 h 390"/>
                  <a:gd name="T23" fmla="*/ 419 w 419"/>
                  <a:gd name="T24" fmla="*/ 390 h 3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9" h="390">
                    <a:moveTo>
                      <a:pt x="20" y="0"/>
                    </a:moveTo>
                    <a:lnTo>
                      <a:pt x="299" y="132"/>
                    </a:lnTo>
                    <a:lnTo>
                      <a:pt x="419" y="390"/>
                    </a:lnTo>
                    <a:lnTo>
                      <a:pt x="400" y="371"/>
                    </a:lnTo>
                    <a:lnTo>
                      <a:pt x="285" y="144"/>
                    </a:lnTo>
                    <a:lnTo>
                      <a:pt x="0" y="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2" name="Freeform 123">
                <a:extLst>
                  <a:ext uri="{FF2B5EF4-FFF2-40B4-BE49-F238E27FC236}">
                    <a16:creationId xmlns:a16="http://schemas.microsoft.com/office/drawing/2014/main" id="{E734DC5F-0A5F-A84E-BD34-49E6B882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681"/>
                <a:ext cx="33" cy="41"/>
              </a:xfrm>
              <a:custGeom>
                <a:avLst/>
                <a:gdLst>
                  <a:gd name="T0" fmla="*/ 0 w 261"/>
                  <a:gd name="T1" fmla="*/ 0 h 334"/>
                  <a:gd name="T2" fmla="*/ 0 w 261"/>
                  <a:gd name="T3" fmla="*/ 0 h 334"/>
                  <a:gd name="T4" fmla="*/ 0 w 261"/>
                  <a:gd name="T5" fmla="*/ 0 h 334"/>
                  <a:gd name="T6" fmla="*/ 0 w 261"/>
                  <a:gd name="T7" fmla="*/ 0 h 334"/>
                  <a:gd name="T8" fmla="*/ 0 w 261"/>
                  <a:gd name="T9" fmla="*/ 0 h 334"/>
                  <a:gd name="T10" fmla="*/ 0 w 261"/>
                  <a:gd name="T11" fmla="*/ 0 h 334"/>
                  <a:gd name="T12" fmla="*/ 0 w 261"/>
                  <a:gd name="T13" fmla="*/ 0 h 334"/>
                  <a:gd name="T14" fmla="*/ 0 w 261"/>
                  <a:gd name="T15" fmla="*/ 0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1"/>
                  <a:gd name="T25" fmla="*/ 0 h 334"/>
                  <a:gd name="T26" fmla="*/ 261 w 261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1" h="334">
                    <a:moveTo>
                      <a:pt x="26" y="16"/>
                    </a:moveTo>
                    <a:lnTo>
                      <a:pt x="261" y="305"/>
                    </a:lnTo>
                    <a:lnTo>
                      <a:pt x="228" y="334"/>
                    </a:lnTo>
                    <a:lnTo>
                      <a:pt x="219" y="277"/>
                    </a:lnTo>
                    <a:lnTo>
                      <a:pt x="48" y="70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2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3" name="Freeform 124">
                <a:extLst>
                  <a:ext uri="{FF2B5EF4-FFF2-40B4-BE49-F238E27FC236}">
                    <a16:creationId xmlns:a16="http://schemas.microsoft.com/office/drawing/2014/main" id="{E983FDB4-AE57-2D4A-AAD6-9E0BF5253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92"/>
                <a:ext cx="32" cy="39"/>
              </a:xfrm>
              <a:custGeom>
                <a:avLst/>
                <a:gdLst>
                  <a:gd name="T0" fmla="*/ 0 w 258"/>
                  <a:gd name="T1" fmla="*/ 0 h 306"/>
                  <a:gd name="T2" fmla="*/ 0 w 258"/>
                  <a:gd name="T3" fmla="*/ 0 h 306"/>
                  <a:gd name="T4" fmla="*/ 0 w 258"/>
                  <a:gd name="T5" fmla="*/ 0 h 306"/>
                  <a:gd name="T6" fmla="*/ 0 w 258"/>
                  <a:gd name="T7" fmla="*/ 0 h 306"/>
                  <a:gd name="T8" fmla="*/ 0 w 258"/>
                  <a:gd name="T9" fmla="*/ 0 h 306"/>
                  <a:gd name="T10" fmla="*/ 0 w 258"/>
                  <a:gd name="T11" fmla="*/ 0 h 306"/>
                  <a:gd name="T12" fmla="*/ 0 w 258"/>
                  <a:gd name="T13" fmla="*/ 0 h 306"/>
                  <a:gd name="T14" fmla="*/ 0 w 258"/>
                  <a:gd name="T15" fmla="*/ 0 h 306"/>
                  <a:gd name="T16" fmla="*/ 0 w 258"/>
                  <a:gd name="T17" fmla="*/ 0 h 306"/>
                  <a:gd name="T18" fmla="*/ 0 w 258"/>
                  <a:gd name="T19" fmla="*/ 0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8"/>
                  <a:gd name="T31" fmla="*/ 0 h 306"/>
                  <a:gd name="T32" fmla="*/ 258 w 258"/>
                  <a:gd name="T33" fmla="*/ 306 h 30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8" h="306">
                    <a:moveTo>
                      <a:pt x="43" y="0"/>
                    </a:moveTo>
                    <a:lnTo>
                      <a:pt x="49" y="57"/>
                    </a:lnTo>
                    <a:lnTo>
                      <a:pt x="214" y="263"/>
                    </a:lnTo>
                    <a:lnTo>
                      <a:pt x="258" y="306"/>
                    </a:lnTo>
                    <a:lnTo>
                      <a:pt x="235" y="306"/>
                    </a:lnTo>
                    <a:lnTo>
                      <a:pt x="64" y="95"/>
                    </a:lnTo>
                    <a:lnTo>
                      <a:pt x="49" y="77"/>
                    </a:lnTo>
                    <a:lnTo>
                      <a:pt x="7" y="77"/>
                    </a:lnTo>
                    <a:lnTo>
                      <a:pt x="0" y="3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4" name="Freeform 125">
                <a:extLst>
                  <a:ext uri="{FF2B5EF4-FFF2-40B4-BE49-F238E27FC236}">
                    <a16:creationId xmlns:a16="http://schemas.microsoft.com/office/drawing/2014/main" id="{406F9A48-B5BF-A347-B018-D867D63F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938"/>
                <a:ext cx="249" cy="90"/>
              </a:xfrm>
              <a:custGeom>
                <a:avLst/>
                <a:gdLst>
                  <a:gd name="T0" fmla="*/ 0 w 1991"/>
                  <a:gd name="T1" fmla="*/ 0 h 724"/>
                  <a:gd name="T2" fmla="*/ 0 w 1991"/>
                  <a:gd name="T3" fmla="*/ 0 h 724"/>
                  <a:gd name="T4" fmla="*/ 0 w 1991"/>
                  <a:gd name="T5" fmla="*/ 0 h 724"/>
                  <a:gd name="T6" fmla="*/ 0 w 1991"/>
                  <a:gd name="T7" fmla="*/ 0 h 724"/>
                  <a:gd name="T8" fmla="*/ 0 w 1991"/>
                  <a:gd name="T9" fmla="*/ 0 h 724"/>
                  <a:gd name="T10" fmla="*/ 0 w 1991"/>
                  <a:gd name="T11" fmla="*/ 0 h 724"/>
                  <a:gd name="T12" fmla="*/ 0 w 1991"/>
                  <a:gd name="T13" fmla="*/ 0 h 724"/>
                  <a:gd name="T14" fmla="*/ 0 w 1991"/>
                  <a:gd name="T15" fmla="*/ 0 h 724"/>
                  <a:gd name="T16" fmla="*/ 0 w 1991"/>
                  <a:gd name="T17" fmla="*/ 0 h 724"/>
                  <a:gd name="T18" fmla="*/ 0 w 1991"/>
                  <a:gd name="T19" fmla="*/ 0 h 724"/>
                  <a:gd name="T20" fmla="*/ 0 w 1991"/>
                  <a:gd name="T21" fmla="*/ 0 h 724"/>
                  <a:gd name="T22" fmla="*/ 0 w 1991"/>
                  <a:gd name="T23" fmla="*/ 0 h 724"/>
                  <a:gd name="T24" fmla="*/ 0 w 1991"/>
                  <a:gd name="T25" fmla="*/ 0 h 724"/>
                  <a:gd name="T26" fmla="*/ 0 w 1991"/>
                  <a:gd name="T27" fmla="*/ 0 h 724"/>
                  <a:gd name="T28" fmla="*/ 0 w 1991"/>
                  <a:gd name="T29" fmla="*/ 0 h 724"/>
                  <a:gd name="T30" fmla="*/ 0 w 1991"/>
                  <a:gd name="T31" fmla="*/ 0 h 724"/>
                  <a:gd name="T32" fmla="*/ 0 w 1991"/>
                  <a:gd name="T33" fmla="*/ 0 h 724"/>
                  <a:gd name="T34" fmla="*/ 0 w 1991"/>
                  <a:gd name="T35" fmla="*/ 0 h 724"/>
                  <a:gd name="T36" fmla="*/ 0 w 1991"/>
                  <a:gd name="T37" fmla="*/ 0 h 724"/>
                  <a:gd name="T38" fmla="*/ 0 w 1991"/>
                  <a:gd name="T39" fmla="*/ 0 h 724"/>
                  <a:gd name="T40" fmla="*/ 0 w 1991"/>
                  <a:gd name="T41" fmla="*/ 0 h 724"/>
                  <a:gd name="T42" fmla="*/ 0 w 1991"/>
                  <a:gd name="T43" fmla="*/ 0 h 724"/>
                  <a:gd name="T44" fmla="*/ 0 w 1991"/>
                  <a:gd name="T45" fmla="*/ 0 h 724"/>
                  <a:gd name="T46" fmla="*/ 0 w 1991"/>
                  <a:gd name="T47" fmla="*/ 0 h 724"/>
                  <a:gd name="T48" fmla="*/ 0 w 1991"/>
                  <a:gd name="T49" fmla="*/ 0 h 724"/>
                  <a:gd name="T50" fmla="*/ 0 w 1991"/>
                  <a:gd name="T51" fmla="*/ 0 h 724"/>
                  <a:gd name="T52" fmla="*/ 0 w 1991"/>
                  <a:gd name="T53" fmla="*/ 0 h 724"/>
                  <a:gd name="T54" fmla="*/ 0 w 1991"/>
                  <a:gd name="T55" fmla="*/ 0 h 724"/>
                  <a:gd name="T56" fmla="*/ 0 w 1991"/>
                  <a:gd name="T57" fmla="*/ 0 h 724"/>
                  <a:gd name="T58" fmla="*/ 0 w 1991"/>
                  <a:gd name="T59" fmla="*/ 0 h 724"/>
                  <a:gd name="T60" fmla="*/ 0 w 1991"/>
                  <a:gd name="T61" fmla="*/ 0 h 724"/>
                  <a:gd name="T62" fmla="*/ 0 w 1991"/>
                  <a:gd name="T63" fmla="*/ 0 h 724"/>
                  <a:gd name="T64" fmla="*/ 0 w 1991"/>
                  <a:gd name="T65" fmla="*/ 0 h 724"/>
                  <a:gd name="T66" fmla="*/ 0 w 1991"/>
                  <a:gd name="T67" fmla="*/ 0 h 724"/>
                  <a:gd name="T68" fmla="*/ 0 w 1991"/>
                  <a:gd name="T69" fmla="*/ 0 h 724"/>
                  <a:gd name="T70" fmla="*/ 0 w 1991"/>
                  <a:gd name="T71" fmla="*/ 0 h 724"/>
                  <a:gd name="T72" fmla="*/ 0 w 1991"/>
                  <a:gd name="T73" fmla="*/ 0 h 724"/>
                  <a:gd name="T74" fmla="*/ 0 w 1991"/>
                  <a:gd name="T75" fmla="*/ 0 h 724"/>
                  <a:gd name="T76" fmla="*/ 0 w 1991"/>
                  <a:gd name="T77" fmla="*/ 0 h 724"/>
                  <a:gd name="T78" fmla="*/ 0 w 1991"/>
                  <a:gd name="T79" fmla="*/ 0 h 724"/>
                  <a:gd name="T80" fmla="*/ 0 w 1991"/>
                  <a:gd name="T81" fmla="*/ 0 h 724"/>
                  <a:gd name="T82" fmla="*/ 0 w 1991"/>
                  <a:gd name="T83" fmla="*/ 0 h 724"/>
                  <a:gd name="T84" fmla="*/ 0 w 1991"/>
                  <a:gd name="T85" fmla="*/ 0 h 724"/>
                  <a:gd name="T86" fmla="*/ 0 w 1991"/>
                  <a:gd name="T87" fmla="*/ 0 h 724"/>
                  <a:gd name="T88" fmla="*/ 0 w 1991"/>
                  <a:gd name="T89" fmla="*/ 0 h 724"/>
                  <a:gd name="T90" fmla="*/ 0 w 1991"/>
                  <a:gd name="T91" fmla="*/ 0 h 724"/>
                  <a:gd name="T92" fmla="*/ 0 w 1991"/>
                  <a:gd name="T93" fmla="*/ 0 h 724"/>
                  <a:gd name="T94" fmla="*/ 0 w 1991"/>
                  <a:gd name="T95" fmla="*/ 0 h 724"/>
                  <a:gd name="T96" fmla="*/ 0 w 1991"/>
                  <a:gd name="T97" fmla="*/ 0 h 724"/>
                  <a:gd name="T98" fmla="*/ 0 w 1991"/>
                  <a:gd name="T99" fmla="*/ 0 h 724"/>
                  <a:gd name="T100" fmla="*/ 0 w 1991"/>
                  <a:gd name="T101" fmla="*/ 0 h 724"/>
                  <a:gd name="T102" fmla="*/ 0 w 1991"/>
                  <a:gd name="T103" fmla="*/ 0 h 724"/>
                  <a:gd name="T104" fmla="*/ 0 w 1991"/>
                  <a:gd name="T105" fmla="*/ 0 h 724"/>
                  <a:gd name="T106" fmla="*/ 0 w 1991"/>
                  <a:gd name="T107" fmla="*/ 0 h 724"/>
                  <a:gd name="T108" fmla="*/ 0 w 1991"/>
                  <a:gd name="T109" fmla="*/ 0 h 72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991"/>
                  <a:gd name="T166" fmla="*/ 0 h 724"/>
                  <a:gd name="T167" fmla="*/ 1991 w 1991"/>
                  <a:gd name="T168" fmla="*/ 724 h 72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991" h="724">
                    <a:moveTo>
                      <a:pt x="202" y="122"/>
                    </a:moveTo>
                    <a:lnTo>
                      <a:pt x="339" y="122"/>
                    </a:lnTo>
                    <a:lnTo>
                      <a:pt x="332" y="182"/>
                    </a:lnTo>
                    <a:lnTo>
                      <a:pt x="178" y="451"/>
                    </a:lnTo>
                    <a:lnTo>
                      <a:pt x="178" y="521"/>
                    </a:lnTo>
                    <a:lnTo>
                      <a:pt x="389" y="290"/>
                    </a:lnTo>
                    <a:lnTo>
                      <a:pt x="389" y="380"/>
                    </a:lnTo>
                    <a:lnTo>
                      <a:pt x="888" y="427"/>
                    </a:lnTo>
                    <a:lnTo>
                      <a:pt x="925" y="242"/>
                    </a:lnTo>
                    <a:lnTo>
                      <a:pt x="987" y="141"/>
                    </a:lnTo>
                    <a:lnTo>
                      <a:pt x="316" y="18"/>
                    </a:lnTo>
                    <a:lnTo>
                      <a:pt x="382" y="0"/>
                    </a:lnTo>
                    <a:lnTo>
                      <a:pt x="1026" y="122"/>
                    </a:lnTo>
                    <a:lnTo>
                      <a:pt x="973" y="198"/>
                    </a:lnTo>
                    <a:lnTo>
                      <a:pt x="960" y="242"/>
                    </a:lnTo>
                    <a:lnTo>
                      <a:pt x="1312" y="279"/>
                    </a:lnTo>
                    <a:lnTo>
                      <a:pt x="1524" y="203"/>
                    </a:lnTo>
                    <a:lnTo>
                      <a:pt x="1307" y="203"/>
                    </a:lnTo>
                    <a:lnTo>
                      <a:pt x="1046" y="159"/>
                    </a:lnTo>
                    <a:lnTo>
                      <a:pt x="1321" y="176"/>
                    </a:lnTo>
                    <a:lnTo>
                      <a:pt x="1529" y="152"/>
                    </a:lnTo>
                    <a:lnTo>
                      <a:pt x="1740" y="62"/>
                    </a:lnTo>
                    <a:lnTo>
                      <a:pt x="1815" y="62"/>
                    </a:lnTo>
                    <a:lnTo>
                      <a:pt x="1720" y="97"/>
                    </a:lnTo>
                    <a:lnTo>
                      <a:pt x="1720" y="166"/>
                    </a:lnTo>
                    <a:lnTo>
                      <a:pt x="1655" y="198"/>
                    </a:lnTo>
                    <a:lnTo>
                      <a:pt x="1655" y="247"/>
                    </a:lnTo>
                    <a:lnTo>
                      <a:pt x="1713" y="302"/>
                    </a:lnTo>
                    <a:lnTo>
                      <a:pt x="1646" y="350"/>
                    </a:lnTo>
                    <a:lnTo>
                      <a:pt x="1646" y="427"/>
                    </a:lnTo>
                    <a:lnTo>
                      <a:pt x="1701" y="502"/>
                    </a:lnTo>
                    <a:lnTo>
                      <a:pt x="1650" y="495"/>
                    </a:lnTo>
                    <a:lnTo>
                      <a:pt x="1655" y="554"/>
                    </a:lnTo>
                    <a:lnTo>
                      <a:pt x="1760" y="596"/>
                    </a:lnTo>
                    <a:lnTo>
                      <a:pt x="1991" y="548"/>
                    </a:lnTo>
                    <a:lnTo>
                      <a:pt x="1780" y="622"/>
                    </a:lnTo>
                    <a:lnTo>
                      <a:pt x="1542" y="622"/>
                    </a:lnTo>
                    <a:lnTo>
                      <a:pt x="1376" y="602"/>
                    </a:lnTo>
                    <a:lnTo>
                      <a:pt x="1178" y="590"/>
                    </a:lnTo>
                    <a:lnTo>
                      <a:pt x="911" y="622"/>
                    </a:lnTo>
                    <a:lnTo>
                      <a:pt x="911" y="692"/>
                    </a:lnTo>
                    <a:lnTo>
                      <a:pt x="841" y="684"/>
                    </a:lnTo>
                    <a:lnTo>
                      <a:pt x="765" y="655"/>
                    </a:lnTo>
                    <a:lnTo>
                      <a:pt x="740" y="657"/>
                    </a:lnTo>
                    <a:lnTo>
                      <a:pt x="637" y="724"/>
                    </a:lnTo>
                    <a:lnTo>
                      <a:pt x="279" y="680"/>
                    </a:lnTo>
                    <a:lnTo>
                      <a:pt x="235" y="590"/>
                    </a:lnTo>
                    <a:lnTo>
                      <a:pt x="70" y="554"/>
                    </a:lnTo>
                    <a:lnTo>
                      <a:pt x="0" y="456"/>
                    </a:lnTo>
                    <a:lnTo>
                      <a:pt x="88" y="330"/>
                    </a:lnTo>
                    <a:lnTo>
                      <a:pt x="88" y="438"/>
                    </a:lnTo>
                    <a:lnTo>
                      <a:pt x="261" y="223"/>
                    </a:lnTo>
                    <a:lnTo>
                      <a:pt x="254" y="145"/>
                    </a:lnTo>
                    <a:lnTo>
                      <a:pt x="171" y="182"/>
                    </a:lnTo>
                    <a:lnTo>
                      <a:pt x="202" y="1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5" name="Freeform 126">
                <a:extLst>
                  <a:ext uri="{FF2B5EF4-FFF2-40B4-BE49-F238E27FC236}">
                    <a16:creationId xmlns:a16="http://schemas.microsoft.com/office/drawing/2014/main" id="{60F57C7D-7D5B-1043-B39D-32EA2228A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946"/>
                <a:ext cx="55" cy="57"/>
              </a:xfrm>
              <a:custGeom>
                <a:avLst/>
                <a:gdLst>
                  <a:gd name="T0" fmla="*/ 0 w 441"/>
                  <a:gd name="T1" fmla="*/ 0 h 457"/>
                  <a:gd name="T2" fmla="*/ 0 w 441"/>
                  <a:gd name="T3" fmla="*/ 0 h 457"/>
                  <a:gd name="T4" fmla="*/ 0 w 441"/>
                  <a:gd name="T5" fmla="*/ 0 h 457"/>
                  <a:gd name="T6" fmla="*/ 0 w 441"/>
                  <a:gd name="T7" fmla="*/ 0 h 457"/>
                  <a:gd name="T8" fmla="*/ 0 w 441"/>
                  <a:gd name="T9" fmla="*/ 0 h 457"/>
                  <a:gd name="T10" fmla="*/ 0 w 441"/>
                  <a:gd name="T11" fmla="*/ 0 h 457"/>
                  <a:gd name="T12" fmla="*/ 0 w 441"/>
                  <a:gd name="T13" fmla="*/ 0 h 457"/>
                  <a:gd name="T14" fmla="*/ 0 w 441"/>
                  <a:gd name="T15" fmla="*/ 0 h 457"/>
                  <a:gd name="T16" fmla="*/ 0 w 441"/>
                  <a:gd name="T17" fmla="*/ 0 h 457"/>
                  <a:gd name="T18" fmla="*/ 0 w 441"/>
                  <a:gd name="T19" fmla="*/ 0 h 457"/>
                  <a:gd name="T20" fmla="*/ 0 w 441"/>
                  <a:gd name="T21" fmla="*/ 0 h 457"/>
                  <a:gd name="T22" fmla="*/ 0 w 441"/>
                  <a:gd name="T23" fmla="*/ 0 h 457"/>
                  <a:gd name="T24" fmla="*/ 0 w 441"/>
                  <a:gd name="T25" fmla="*/ 0 h 4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1"/>
                  <a:gd name="T40" fmla="*/ 0 h 457"/>
                  <a:gd name="T41" fmla="*/ 441 w 441"/>
                  <a:gd name="T42" fmla="*/ 457 h 45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1" h="457">
                    <a:moveTo>
                      <a:pt x="0" y="0"/>
                    </a:moveTo>
                    <a:lnTo>
                      <a:pt x="213" y="63"/>
                    </a:lnTo>
                    <a:lnTo>
                      <a:pt x="441" y="215"/>
                    </a:lnTo>
                    <a:lnTo>
                      <a:pt x="441" y="240"/>
                    </a:lnTo>
                    <a:lnTo>
                      <a:pt x="185" y="259"/>
                    </a:lnTo>
                    <a:lnTo>
                      <a:pt x="105" y="457"/>
                    </a:lnTo>
                    <a:lnTo>
                      <a:pt x="105" y="367"/>
                    </a:lnTo>
                    <a:lnTo>
                      <a:pt x="129" y="321"/>
                    </a:lnTo>
                    <a:lnTo>
                      <a:pt x="105" y="235"/>
                    </a:lnTo>
                    <a:lnTo>
                      <a:pt x="393" y="219"/>
                    </a:lnTo>
                    <a:lnTo>
                      <a:pt x="380" y="196"/>
                    </a:lnTo>
                    <a:lnTo>
                      <a:pt x="208" y="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6" name="Freeform 127">
                <a:extLst>
                  <a:ext uri="{FF2B5EF4-FFF2-40B4-BE49-F238E27FC236}">
                    <a16:creationId xmlns:a16="http://schemas.microsoft.com/office/drawing/2014/main" id="{90FF048D-3089-B847-A34A-580ABD11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76"/>
                <a:ext cx="19" cy="12"/>
              </a:xfrm>
              <a:custGeom>
                <a:avLst/>
                <a:gdLst>
                  <a:gd name="T0" fmla="*/ 0 w 154"/>
                  <a:gd name="T1" fmla="*/ 0 h 95"/>
                  <a:gd name="T2" fmla="*/ 0 w 154"/>
                  <a:gd name="T3" fmla="*/ 0 h 95"/>
                  <a:gd name="T4" fmla="*/ 0 w 154"/>
                  <a:gd name="T5" fmla="*/ 0 h 95"/>
                  <a:gd name="T6" fmla="*/ 0 w 154"/>
                  <a:gd name="T7" fmla="*/ 0 h 95"/>
                  <a:gd name="T8" fmla="*/ 0 w 154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95"/>
                  <a:gd name="T17" fmla="*/ 154 w 154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95">
                    <a:moveTo>
                      <a:pt x="48" y="0"/>
                    </a:moveTo>
                    <a:lnTo>
                      <a:pt x="96" y="35"/>
                    </a:lnTo>
                    <a:lnTo>
                      <a:pt x="154" y="95"/>
                    </a:lnTo>
                    <a:lnTo>
                      <a:pt x="72" y="57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7" name="Freeform 128">
                <a:extLst>
                  <a:ext uri="{FF2B5EF4-FFF2-40B4-BE49-F238E27FC236}">
                    <a16:creationId xmlns:a16="http://schemas.microsoft.com/office/drawing/2014/main" id="{C11625F0-933B-E04C-90B3-9A744225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28"/>
                <a:ext cx="31" cy="20"/>
              </a:xfrm>
              <a:custGeom>
                <a:avLst/>
                <a:gdLst>
                  <a:gd name="T0" fmla="*/ 0 w 253"/>
                  <a:gd name="T1" fmla="*/ 0 h 159"/>
                  <a:gd name="T2" fmla="*/ 0 w 253"/>
                  <a:gd name="T3" fmla="*/ 0 h 159"/>
                  <a:gd name="T4" fmla="*/ 0 w 253"/>
                  <a:gd name="T5" fmla="*/ 0 h 159"/>
                  <a:gd name="T6" fmla="*/ 0 w 253"/>
                  <a:gd name="T7" fmla="*/ 0 h 1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3"/>
                  <a:gd name="T13" fmla="*/ 0 h 159"/>
                  <a:gd name="T14" fmla="*/ 253 w 253"/>
                  <a:gd name="T15" fmla="*/ 159 h 1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3" h="159">
                    <a:moveTo>
                      <a:pt x="163" y="137"/>
                    </a:moveTo>
                    <a:lnTo>
                      <a:pt x="0" y="26"/>
                    </a:lnTo>
                    <a:lnTo>
                      <a:pt x="20" y="0"/>
                    </a:lnTo>
                    <a:lnTo>
                      <a:pt x="253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8" name="Freeform 129">
                <a:extLst>
                  <a:ext uri="{FF2B5EF4-FFF2-40B4-BE49-F238E27FC236}">
                    <a16:creationId xmlns:a16="http://schemas.microsoft.com/office/drawing/2014/main" id="{6A71BD20-B39C-7E4D-9B78-F56E3758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684"/>
                <a:ext cx="92" cy="124"/>
              </a:xfrm>
              <a:custGeom>
                <a:avLst/>
                <a:gdLst>
                  <a:gd name="T0" fmla="*/ 0 w 737"/>
                  <a:gd name="T1" fmla="*/ 0 h 997"/>
                  <a:gd name="T2" fmla="*/ 0 w 737"/>
                  <a:gd name="T3" fmla="*/ 0 h 997"/>
                  <a:gd name="T4" fmla="*/ 0 w 737"/>
                  <a:gd name="T5" fmla="*/ 0 h 997"/>
                  <a:gd name="T6" fmla="*/ 0 w 737"/>
                  <a:gd name="T7" fmla="*/ 0 h 997"/>
                  <a:gd name="T8" fmla="*/ 0 w 737"/>
                  <a:gd name="T9" fmla="*/ 0 h 997"/>
                  <a:gd name="T10" fmla="*/ 0 w 737"/>
                  <a:gd name="T11" fmla="*/ 0 h 997"/>
                  <a:gd name="T12" fmla="*/ 0 w 737"/>
                  <a:gd name="T13" fmla="*/ 0 h 997"/>
                  <a:gd name="T14" fmla="*/ 0 w 737"/>
                  <a:gd name="T15" fmla="*/ 0 h 997"/>
                  <a:gd name="T16" fmla="*/ 0 w 737"/>
                  <a:gd name="T17" fmla="*/ 0 h 997"/>
                  <a:gd name="T18" fmla="*/ 0 w 737"/>
                  <a:gd name="T19" fmla="*/ 0 h 997"/>
                  <a:gd name="T20" fmla="*/ 0 w 737"/>
                  <a:gd name="T21" fmla="*/ 0 h 997"/>
                  <a:gd name="T22" fmla="*/ 0 w 737"/>
                  <a:gd name="T23" fmla="*/ 0 h 997"/>
                  <a:gd name="T24" fmla="*/ 0 w 737"/>
                  <a:gd name="T25" fmla="*/ 0 h 997"/>
                  <a:gd name="T26" fmla="*/ 0 w 737"/>
                  <a:gd name="T27" fmla="*/ 0 h 997"/>
                  <a:gd name="T28" fmla="*/ 0 w 737"/>
                  <a:gd name="T29" fmla="*/ 0 h 997"/>
                  <a:gd name="T30" fmla="*/ 0 w 737"/>
                  <a:gd name="T31" fmla="*/ 0 h 997"/>
                  <a:gd name="T32" fmla="*/ 0 w 737"/>
                  <a:gd name="T33" fmla="*/ 0 h 997"/>
                  <a:gd name="T34" fmla="*/ 0 w 737"/>
                  <a:gd name="T35" fmla="*/ 0 h 997"/>
                  <a:gd name="T36" fmla="*/ 0 w 737"/>
                  <a:gd name="T37" fmla="*/ 0 h 997"/>
                  <a:gd name="T38" fmla="*/ 0 w 737"/>
                  <a:gd name="T39" fmla="*/ 0 h 997"/>
                  <a:gd name="T40" fmla="*/ 0 w 737"/>
                  <a:gd name="T41" fmla="*/ 0 h 997"/>
                  <a:gd name="T42" fmla="*/ 0 w 737"/>
                  <a:gd name="T43" fmla="*/ 0 h 997"/>
                  <a:gd name="T44" fmla="*/ 0 w 737"/>
                  <a:gd name="T45" fmla="*/ 0 h 997"/>
                  <a:gd name="T46" fmla="*/ 0 w 737"/>
                  <a:gd name="T47" fmla="*/ 0 h 997"/>
                  <a:gd name="T48" fmla="*/ 0 w 737"/>
                  <a:gd name="T49" fmla="*/ 0 h 9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37"/>
                  <a:gd name="T76" fmla="*/ 0 h 997"/>
                  <a:gd name="T77" fmla="*/ 737 w 737"/>
                  <a:gd name="T78" fmla="*/ 997 h 99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37" h="997">
                    <a:moveTo>
                      <a:pt x="650" y="0"/>
                    </a:moveTo>
                    <a:lnTo>
                      <a:pt x="556" y="24"/>
                    </a:lnTo>
                    <a:lnTo>
                      <a:pt x="409" y="142"/>
                    </a:lnTo>
                    <a:lnTo>
                      <a:pt x="242" y="312"/>
                    </a:lnTo>
                    <a:lnTo>
                      <a:pt x="106" y="503"/>
                    </a:lnTo>
                    <a:lnTo>
                      <a:pt x="48" y="455"/>
                    </a:lnTo>
                    <a:lnTo>
                      <a:pt x="73" y="564"/>
                    </a:lnTo>
                    <a:lnTo>
                      <a:pt x="0" y="734"/>
                    </a:lnTo>
                    <a:lnTo>
                      <a:pt x="156" y="844"/>
                    </a:lnTo>
                    <a:lnTo>
                      <a:pt x="352" y="997"/>
                    </a:lnTo>
                    <a:lnTo>
                      <a:pt x="352" y="962"/>
                    </a:lnTo>
                    <a:lnTo>
                      <a:pt x="167" y="793"/>
                    </a:lnTo>
                    <a:lnTo>
                      <a:pt x="73" y="734"/>
                    </a:lnTo>
                    <a:lnTo>
                      <a:pt x="121" y="564"/>
                    </a:lnTo>
                    <a:lnTo>
                      <a:pt x="228" y="372"/>
                    </a:lnTo>
                    <a:lnTo>
                      <a:pt x="361" y="226"/>
                    </a:lnTo>
                    <a:lnTo>
                      <a:pt x="481" y="132"/>
                    </a:lnTo>
                    <a:lnTo>
                      <a:pt x="626" y="59"/>
                    </a:lnTo>
                    <a:lnTo>
                      <a:pt x="495" y="277"/>
                    </a:lnTo>
                    <a:lnTo>
                      <a:pt x="419" y="494"/>
                    </a:lnTo>
                    <a:lnTo>
                      <a:pt x="385" y="879"/>
                    </a:lnTo>
                    <a:lnTo>
                      <a:pt x="446" y="468"/>
                    </a:lnTo>
                    <a:lnTo>
                      <a:pt x="565" y="193"/>
                    </a:lnTo>
                    <a:lnTo>
                      <a:pt x="737" y="13"/>
                    </a:lnTo>
                    <a:lnTo>
                      <a:pt x="6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89" name="Freeform 130">
                <a:extLst>
                  <a:ext uri="{FF2B5EF4-FFF2-40B4-BE49-F238E27FC236}">
                    <a16:creationId xmlns:a16="http://schemas.microsoft.com/office/drawing/2014/main" id="{1D305CFE-E0F1-B042-A185-53ED4A8DB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781"/>
                <a:ext cx="53" cy="206"/>
              </a:xfrm>
              <a:custGeom>
                <a:avLst/>
                <a:gdLst>
                  <a:gd name="T0" fmla="*/ 0 w 422"/>
                  <a:gd name="T1" fmla="*/ 0 h 1646"/>
                  <a:gd name="T2" fmla="*/ 0 w 422"/>
                  <a:gd name="T3" fmla="*/ 0 h 1646"/>
                  <a:gd name="T4" fmla="*/ 0 w 422"/>
                  <a:gd name="T5" fmla="*/ 0 h 1646"/>
                  <a:gd name="T6" fmla="*/ 0 w 422"/>
                  <a:gd name="T7" fmla="*/ 0 h 1646"/>
                  <a:gd name="T8" fmla="*/ 0 w 422"/>
                  <a:gd name="T9" fmla="*/ 0 h 1646"/>
                  <a:gd name="T10" fmla="*/ 0 w 422"/>
                  <a:gd name="T11" fmla="*/ 0 h 1646"/>
                  <a:gd name="T12" fmla="*/ 0 w 422"/>
                  <a:gd name="T13" fmla="*/ 0 h 1646"/>
                  <a:gd name="T14" fmla="*/ 0 w 422"/>
                  <a:gd name="T15" fmla="*/ 0 h 1646"/>
                  <a:gd name="T16" fmla="*/ 0 w 422"/>
                  <a:gd name="T17" fmla="*/ 0 h 1646"/>
                  <a:gd name="T18" fmla="*/ 0 w 422"/>
                  <a:gd name="T19" fmla="*/ 0 h 1646"/>
                  <a:gd name="T20" fmla="*/ 0 w 422"/>
                  <a:gd name="T21" fmla="*/ 0 h 1646"/>
                  <a:gd name="T22" fmla="*/ 0 w 422"/>
                  <a:gd name="T23" fmla="*/ 0 h 1646"/>
                  <a:gd name="T24" fmla="*/ 0 w 422"/>
                  <a:gd name="T25" fmla="*/ 0 h 1646"/>
                  <a:gd name="T26" fmla="*/ 0 w 422"/>
                  <a:gd name="T27" fmla="*/ 0 h 1646"/>
                  <a:gd name="T28" fmla="*/ 0 w 422"/>
                  <a:gd name="T29" fmla="*/ 0 h 1646"/>
                  <a:gd name="T30" fmla="*/ 0 w 422"/>
                  <a:gd name="T31" fmla="*/ 0 h 1646"/>
                  <a:gd name="T32" fmla="*/ 0 w 422"/>
                  <a:gd name="T33" fmla="*/ 0 h 1646"/>
                  <a:gd name="T34" fmla="*/ 0 w 422"/>
                  <a:gd name="T35" fmla="*/ 0 h 1646"/>
                  <a:gd name="T36" fmla="*/ 0 w 422"/>
                  <a:gd name="T37" fmla="*/ 0 h 16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22"/>
                  <a:gd name="T58" fmla="*/ 0 h 1646"/>
                  <a:gd name="T59" fmla="*/ 422 w 422"/>
                  <a:gd name="T60" fmla="*/ 1646 h 164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22" h="1646">
                    <a:moveTo>
                      <a:pt x="0" y="0"/>
                    </a:moveTo>
                    <a:lnTo>
                      <a:pt x="47" y="106"/>
                    </a:lnTo>
                    <a:lnTo>
                      <a:pt x="62" y="203"/>
                    </a:lnTo>
                    <a:lnTo>
                      <a:pt x="108" y="275"/>
                    </a:lnTo>
                    <a:lnTo>
                      <a:pt x="97" y="383"/>
                    </a:lnTo>
                    <a:lnTo>
                      <a:pt x="148" y="611"/>
                    </a:lnTo>
                    <a:lnTo>
                      <a:pt x="229" y="1047"/>
                    </a:lnTo>
                    <a:lnTo>
                      <a:pt x="293" y="1393"/>
                    </a:lnTo>
                    <a:lnTo>
                      <a:pt x="194" y="1646"/>
                    </a:lnTo>
                    <a:lnTo>
                      <a:pt x="337" y="1372"/>
                    </a:lnTo>
                    <a:lnTo>
                      <a:pt x="422" y="1008"/>
                    </a:lnTo>
                    <a:lnTo>
                      <a:pt x="326" y="1332"/>
                    </a:lnTo>
                    <a:lnTo>
                      <a:pt x="123" y="420"/>
                    </a:lnTo>
                    <a:lnTo>
                      <a:pt x="123" y="349"/>
                    </a:lnTo>
                    <a:lnTo>
                      <a:pt x="169" y="263"/>
                    </a:lnTo>
                    <a:lnTo>
                      <a:pt x="108" y="215"/>
                    </a:lnTo>
                    <a:lnTo>
                      <a:pt x="86" y="145"/>
                    </a:lnTo>
                    <a:lnTo>
                      <a:pt x="86" y="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0" name="Freeform 131">
                <a:extLst>
                  <a:ext uri="{FF2B5EF4-FFF2-40B4-BE49-F238E27FC236}">
                    <a16:creationId xmlns:a16="http://schemas.microsoft.com/office/drawing/2014/main" id="{57E7CCAE-ED23-944E-9134-281ADC301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753"/>
                <a:ext cx="78" cy="144"/>
              </a:xfrm>
              <a:custGeom>
                <a:avLst/>
                <a:gdLst>
                  <a:gd name="T0" fmla="*/ 0 w 624"/>
                  <a:gd name="T1" fmla="*/ 0 h 1151"/>
                  <a:gd name="T2" fmla="*/ 0 w 624"/>
                  <a:gd name="T3" fmla="*/ 0 h 1151"/>
                  <a:gd name="T4" fmla="*/ 0 w 624"/>
                  <a:gd name="T5" fmla="*/ 0 h 1151"/>
                  <a:gd name="T6" fmla="*/ 0 w 624"/>
                  <a:gd name="T7" fmla="*/ 0 h 1151"/>
                  <a:gd name="T8" fmla="*/ 0 w 624"/>
                  <a:gd name="T9" fmla="*/ 0 h 1151"/>
                  <a:gd name="T10" fmla="*/ 0 w 624"/>
                  <a:gd name="T11" fmla="*/ 0 h 1151"/>
                  <a:gd name="T12" fmla="*/ 0 w 624"/>
                  <a:gd name="T13" fmla="*/ 0 h 1151"/>
                  <a:gd name="T14" fmla="*/ 0 w 624"/>
                  <a:gd name="T15" fmla="*/ 0 h 1151"/>
                  <a:gd name="T16" fmla="*/ 0 w 624"/>
                  <a:gd name="T17" fmla="*/ 0 h 1151"/>
                  <a:gd name="T18" fmla="*/ 0 w 624"/>
                  <a:gd name="T19" fmla="*/ 0 h 1151"/>
                  <a:gd name="T20" fmla="*/ 0 w 624"/>
                  <a:gd name="T21" fmla="*/ 0 h 1151"/>
                  <a:gd name="T22" fmla="*/ 0 w 624"/>
                  <a:gd name="T23" fmla="*/ 0 h 1151"/>
                  <a:gd name="T24" fmla="*/ 0 w 624"/>
                  <a:gd name="T25" fmla="*/ 0 h 1151"/>
                  <a:gd name="T26" fmla="*/ 0 w 624"/>
                  <a:gd name="T27" fmla="*/ 0 h 1151"/>
                  <a:gd name="T28" fmla="*/ 0 w 624"/>
                  <a:gd name="T29" fmla="*/ 0 h 1151"/>
                  <a:gd name="T30" fmla="*/ 0 w 624"/>
                  <a:gd name="T31" fmla="*/ 0 h 1151"/>
                  <a:gd name="T32" fmla="*/ 0 w 624"/>
                  <a:gd name="T33" fmla="*/ 0 h 1151"/>
                  <a:gd name="T34" fmla="*/ 0 w 624"/>
                  <a:gd name="T35" fmla="*/ 0 h 1151"/>
                  <a:gd name="T36" fmla="*/ 0 w 624"/>
                  <a:gd name="T37" fmla="*/ 0 h 11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4"/>
                  <a:gd name="T58" fmla="*/ 0 h 1151"/>
                  <a:gd name="T59" fmla="*/ 624 w 624"/>
                  <a:gd name="T60" fmla="*/ 1151 h 115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4" h="1151">
                    <a:moveTo>
                      <a:pt x="33" y="385"/>
                    </a:moveTo>
                    <a:lnTo>
                      <a:pt x="0" y="685"/>
                    </a:lnTo>
                    <a:lnTo>
                      <a:pt x="44" y="791"/>
                    </a:lnTo>
                    <a:lnTo>
                      <a:pt x="9" y="949"/>
                    </a:lnTo>
                    <a:lnTo>
                      <a:pt x="33" y="1129"/>
                    </a:lnTo>
                    <a:lnTo>
                      <a:pt x="106" y="1151"/>
                    </a:lnTo>
                    <a:lnTo>
                      <a:pt x="106" y="1019"/>
                    </a:lnTo>
                    <a:lnTo>
                      <a:pt x="237" y="729"/>
                    </a:lnTo>
                    <a:lnTo>
                      <a:pt x="106" y="814"/>
                    </a:lnTo>
                    <a:lnTo>
                      <a:pt x="118" y="720"/>
                    </a:lnTo>
                    <a:lnTo>
                      <a:pt x="358" y="274"/>
                    </a:lnTo>
                    <a:lnTo>
                      <a:pt x="514" y="191"/>
                    </a:lnTo>
                    <a:lnTo>
                      <a:pt x="514" y="97"/>
                    </a:lnTo>
                    <a:lnTo>
                      <a:pt x="624" y="10"/>
                    </a:lnTo>
                    <a:lnTo>
                      <a:pt x="514" y="0"/>
                    </a:lnTo>
                    <a:lnTo>
                      <a:pt x="385" y="72"/>
                    </a:lnTo>
                    <a:lnTo>
                      <a:pt x="274" y="180"/>
                    </a:lnTo>
                    <a:lnTo>
                      <a:pt x="33" y="588"/>
                    </a:lnTo>
                    <a:lnTo>
                      <a:pt x="33" y="3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1" name="Freeform 132">
                <a:extLst>
                  <a:ext uri="{FF2B5EF4-FFF2-40B4-BE49-F238E27FC236}">
                    <a16:creationId xmlns:a16="http://schemas.microsoft.com/office/drawing/2014/main" id="{ECE9D841-6A1E-9B46-ADC1-BCCB9CE27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687"/>
                <a:ext cx="559" cy="519"/>
              </a:xfrm>
              <a:custGeom>
                <a:avLst/>
                <a:gdLst>
                  <a:gd name="T0" fmla="*/ 0 w 4471"/>
                  <a:gd name="T1" fmla="*/ 0 h 4152"/>
                  <a:gd name="T2" fmla="*/ 0 w 4471"/>
                  <a:gd name="T3" fmla="*/ 0 h 4152"/>
                  <a:gd name="T4" fmla="*/ 0 w 4471"/>
                  <a:gd name="T5" fmla="*/ 0 h 4152"/>
                  <a:gd name="T6" fmla="*/ 0 w 4471"/>
                  <a:gd name="T7" fmla="*/ 0 h 4152"/>
                  <a:gd name="T8" fmla="*/ 0 w 4471"/>
                  <a:gd name="T9" fmla="*/ 0 h 4152"/>
                  <a:gd name="T10" fmla="*/ 0 w 4471"/>
                  <a:gd name="T11" fmla="*/ 0 h 4152"/>
                  <a:gd name="T12" fmla="*/ 0 w 4471"/>
                  <a:gd name="T13" fmla="*/ 0 h 4152"/>
                  <a:gd name="T14" fmla="*/ 0 w 4471"/>
                  <a:gd name="T15" fmla="*/ 0 h 4152"/>
                  <a:gd name="T16" fmla="*/ 0 w 4471"/>
                  <a:gd name="T17" fmla="*/ 0 h 4152"/>
                  <a:gd name="T18" fmla="*/ 0 w 4471"/>
                  <a:gd name="T19" fmla="*/ 0 h 4152"/>
                  <a:gd name="T20" fmla="*/ 0 w 4471"/>
                  <a:gd name="T21" fmla="*/ 0 h 4152"/>
                  <a:gd name="T22" fmla="*/ 0 w 4471"/>
                  <a:gd name="T23" fmla="*/ 0 h 4152"/>
                  <a:gd name="T24" fmla="*/ 0 w 4471"/>
                  <a:gd name="T25" fmla="*/ 0 h 4152"/>
                  <a:gd name="T26" fmla="*/ 0 w 4471"/>
                  <a:gd name="T27" fmla="*/ 0 h 4152"/>
                  <a:gd name="T28" fmla="*/ 0 w 4471"/>
                  <a:gd name="T29" fmla="*/ 0 h 4152"/>
                  <a:gd name="T30" fmla="*/ 0 w 4471"/>
                  <a:gd name="T31" fmla="*/ 0 h 4152"/>
                  <a:gd name="T32" fmla="*/ 0 w 4471"/>
                  <a:gd name="T33" fmla="*/ 0 h 4152"/>
                  <a:gd name="T34" fmla="*/ 0 w 4471"/>
                  <a:gd name="T35" fmla="*/ 0 h 4152"/>
                  <a:gd name="T36" fmla="*/ 0 w 4471"/>
                  <a:gd name="T37" fmla="*/ 0 h 4152"/>
                  <a:gd name="T38" fmla="*/ 0 w 4471"/>
                  <a:gd name="T39" fmla="*/ 0 h 4152"/>
                  <a:gd name="T40" fmla="*/ 0 w 4471"/>
                  <a:gd name="T41" fmla="*/ 0 h 4152"/>
                  <a:gd name="T42" fmla="*/ 0 w 4471"/>
                  <a:gd name="T43" fmla="*/ 0 h 4152"/>
                  <a:gd name="T44" fmla="*/ 0 w 4471"/>
                  <a:gd name="T45" fmla="*/ 0 h 4152"/>
                  <a:gd name="T46" fmla="*/ 0 w 4471"/>
                  <a:gd name="T47" fmla="*/ 0 h 4152"/>
                  <a:gd name="T48" fmla="*/ 0 w 4471"/>
                  <a:gd name="T49" fmla="*/ 0 h 4152"/>
                  <a:gd name="T50" fmla="*/ 0 w 4471"/>
                  <a:gd name="T51" fmla="*/ 0 h 4152"/>
                  <a:gd name="T52" fmla="*/ 0 w 4471"/>
                  <a:gd name="T53" fmla="*/ 0 h 4152"/>
                  <a:gd name="T54" fmla="*/ 0 w 4471"/>
                  <a:gd name="T55" fmla="*/ 0 h 4152"/>
                  <a:gd name="T56" fmla="*/ 0 w 4471"/>
                  <a:gd name="T57" fmla="*/ 0 h 4152"/>
                  <a:gd name="T58" fmla="*/ 0 w 4471"/>
                  <a:gd name="T59" fmla="*/ 0 h 4152"/>
                  <a:gd name="T60" fmla="*/ 0 w 4471"/>
                  <a:gd name="T61" fmla="*/ 0 h 4152"/>
                  <a:gd name="T62" fmla="*/ 0 w 4471"/>
                  <a:gd name="T63" fmla="*/ 0 h 4152"/>
                  <a:gd name="T64" fmla="*/ 0 w 4471"/>
                  <a:gd name="T65" fmla="*/ 0 h 4152"/>
                  <a:gd name="T66" fmla="*/ 0 w 4471"/>
                  <a:gd name="T67" fmla="*/ 0 h 4152"/>
                  <a:gd name="T68" fmla="*/ 0 w 4471"/>
                  <a:gd name="T69" fmla="*/ 0 h 4152"/>
                  <a:gd name="T70" fmla="*/ 0 w 4471"/>
                  <a:gd name="T71" fmla="*/ 0 h 4152"/>
                  <a:gd name="T72" fmla="*/ 0 w 4471"/>
                  <a:gd name="T73" fmla="*/ 0 h 4152"/>
                  <a:gd name="T74" fmla="*/ 0 w 4471"/>
                  <a:gd name="T75" fmla="*/ 0 h 4152"/>
                  <a:gd name="T76" fmla="*/ 0 w 4471"/>
                  <a:gd name="T77" fmla="*/ 0 h 4152"/>
                  <a:gd name="T78" fmla="*/ 0 w 4471"/>
                  <a:gd name="T79" fmla="*/ 0 h 4152"/>
                  <a:gd name="T80" fmla="*/ 0 w 4471"/>
                  <a:gd name="T81" fmla="*/ 0 h 4152"/>
                  <a:gd name="T82" fmla="*/ 0 w 4471"/>
                  <a:gd name="T83" fmla="*/ 0 h 4152"/>
                  <a:gd name="T84" fmla="*/ 0 w 4471"/>
                  <a:gd name="T85" fmla="*/ 0 h 4152"/>
                  <a:gd name="T86" fmla="*/ 0 w 4471"/>
                  <a:gd name="T87" fmla="*/ 0 h 4152"/>
                  <a:gd name="T88" fmla="*/ 0 w 4471"/>
                  <a:gd name="T89" fmla="*/ 0 h 4152"/>
                  <a:gd name="T90" fmla="*/ 0 w 4471"/>
                  <a:gd name="T91" fmla="*/ 0 h 4152"/>
                  <a:gd name="T92" fmla="*/ 0 w 4471"/>
                  <a:gd name="T93" fmla="*/ 0 h 4152"/>
                  <a:gd name="T94" fmla="*/ 0 w 4471"/>
                  <a:gd name="T95" fmla="*/ 0 h 4152"/>
                  <a:gd name="T96" fmla="*/ 0 w 4471"/>
                  <a:gd name="T97" fmla="*/ 0 h 4152"/>
                  <a:gd name="T98" fmla="*/ 0 w 4471"/>
                  <a:gd name="T99" fmla="*/ 0 h 4152"/>
                  <a:gd name="T100" fmla="*/ 0 w 4471"/>
                  <a:gd name="T101" fmla="*/ 0 h 4152"/>
                  <a:gd name="T102" fmla="*/ 0 w 4471"/>
                  <a:gd name="T103" fmla="*/ 0 h 4152"/>
                  <a:gd name="T104" fmla="*/ 0 w 4471"/>
                  <a:gd name="T105" fmla="*/ 0 h 4152"/>
                  <a:gd name="T106" fmla="*/ 0 w 4471"/>
                  <a:gd name="T107" fmla="*/ 0 h 4152"/>
                  <a:gd name="T108" fmla="*/ 0 w 4471"/>
                  <a:gd name="T109" fmla="*/ 0 h 4152"/>
                  <a:gd name="T110" fmla="*/ 0 w 4471"/>
                  <a:gd name="T111" fmla="*/ 0 h 4152"/>
                  <a:gd name="T112" fmla="*/ 0 w 4471"/>
                  <a:gd name="T113" fmla="*/ 0 h 41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71"/>
                  <a:gd name="T172" fmla="*/ 0 h 4152"/>
                  <a:gd name="T173" fmla="*/ 4471 w 4471"/>
                  <a:gd name="T174" fmla="*/ 4152 h 41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71" h="4152">
                    <a:moveTo>
                      <a:pt x="2652" y="546"/>
                    </a:moveTo>
                    <a:lnTo>
                      <a:pt x="2738" y="606"/>
                    </a:lnTo>
                    <a:lnTo>
                      <a:pt x="2738" y="692"/>
                    </a:lnTo>
                    <a:lnTo>
                      <a:pt x="2582" y="857"/>
                    </a:lnTo>
                    <a:lnTo>
                      <a:pt x="2472" y="857"/>
                    </a:lnTo>
                    <a:lnTo>
                      <a:pt x="2244" y="1230"/>
                    </a:lnTo>
                    <a:lnTo>
                      <a:pt x="2619" y="1039"/>
                    </a:lnTo>
                    <a:lnTo>
                      <a:pt x="2896" y="857"/>
                    </a:lnTo>
                    <a:lnTo>
                      <a:pt x="3053" y="896"/>
                    </a:lnTo>
                    <a:lnTo>
                      <a:pt x="3197" y="1026"/>
                    </a:lnTo>
                    <a:lnTo>
                      <a:pt x="3186" y="1171"/>
                    </a:lnTo>
                    <a:lnTo>
                      <a:pt x="3125" y="1399"/>
                    </a:lnTo>
                    <a:lnTo>
                      <a:pt x="3125" y="1482"/>
                    </a:lnTo>
                    <a:lnTo>
                      <a:pt x="3307" y="1388"/>
                    </a:lnTo>
                    <a:lnTo>
                      <a:pt x="3307" y="1593"/>
                    </a:lnTo>
                    <a:lnTo>
                      <a:pt x="3111" y="2074"/>
                    </a:lnTo>
                    <a:lnTo>
                      <a:pt x="2871" y="2421"/>
                    </a:lnTo>
                    <a:lnTo>
                      <a:pt x="2652" y="2683"/>
                    </a:lnTo>
                    <a:lnTo>
                      <a:pt x="2546" y="2780"/>
                    </a:lnTo>
                    <a:lnTo>
                      <a:pt x="2171" y="2780"/>
                    </a:lnTo>
                    <a:lnTo>
                      <a:pt x="1942" y="2639"/>
                    </a:lnTo>
                    <a:lnTo>
                      <a:pt x="2087" y="2840"/>
                    </a:lnTo>
                    <a:lnTo>
                      <a:pt x="2052" y="3010"/>
                    </a:lnTo>
                    <a:lnTo>
                      <a:pt x="1958" y="3010"/>
                    </a:lnTo>
                    <a:lnTo>
                      <a:pt x="1797" y="2614"/>
                    </a:lnTo>
                    <a:lnTo>
                      <a:pt x="1834" y="2432"/>
                    </a:lnTo>
                    <a:lnTo>
                      <a:pt x="1751" y="2588"/>
                    </a:lnTo>
                    <a:lnTo>
                      <a:pt x="1872" y="3080"/>
                    </a:lnTo>
                    <a:lnTo>
                      <a:pt x="1762" y="3227"/>
                    </a:lnTo>
                    <a:lnTo>
                      <a:pt x="1642" y="3166"/>
                    </a:lnTo>
                    <a:lnTo>
                      <a:pt x="1569" y="2840"/>
                    </a:lnTo>
                    <a:lnTo>
                      <a:pt x="1617" y="2600"/>
                    </a:lnTo>
                    <a:lnTo>
                      <a:pt x="1292" y="2614"/>
                    </a:lnTo>
                    <a:lnTo>
                      <a:pt x="1171" y="2614"/>
                    </a:lnTo>
                    <a:lnTo>
                      <a:pt x="1096" y="2494"/>
                    </a:lnTo>
                    <a:lnTo>
                      <a:pt x="964" y="2421"/>
                    </a:lnTo>
                    <a:lnTo>
                      <a:pt x="854" y="2411"/>
                    </a:lnTo>
                    <a:lnTo>
                      <a:pt x="760" y="2421"/>
                    </a:lnTo>
                    <a:lnTo>
                      <a:pt x="663" y="2384"/>
                    </a:lnTo>
                    <a:lnTo>
                      <a:pt x="784" y="2432"/>
                    </a:lnTo>
                    <a:lnTo>
                      <a:pt x="881" y="2540"/>
                    </a:lnTo>
                    <a:lnTo>
                      <a:pt x="892" y="2614"/>
                    </a:lnTo>
                    <a:lnTo>
                      <a:pt x="868" y="2698"/>
                    </a:lnTo>
                    <a:lnTo>
                      <a:pt x="784" y="2744"/>
                    </a:lnTo>
                    <a:lnTo>
                      <a:pt x="663" y="2759"/>
                    </a:lnTo>
                    <a:lnTo>
                      <a:pt x="593" y="2744"/>
                    </a:lnTo>
                    <a:lnTo>
                      <a:pt x="483" y="2709"/>
                    </a:lnTo>
                    <a:lnTo>
                      <a:pt x="422" y="2674"/>
                    </a:lnTo>
                    <a:lnTo>
                      <a:pt x="314" y="2683"/>
                    </a:lnTo>
                    <a:lnTo>
                      <a:pt x="50" y="2768"/>
                    </a:lnTo>
                    <a:lnTo>
                      <a:pt x="0" y="2698"/>
                    </a:lnTo>
                    <a:lnTo>
                      <a:pt x="35" y="2792"/>
                    </a:lnTo>
                    <a:lnTo>
                      <a:pt x="264" y="2768"/>
                    </a:lnTo>
                    <a:lnTo>
                      <a:pt x="382" y="2803"/>
                    </a:lnTo>
                    <a:lnTo>
                      <a:pt x="483" y="2889"/>
                    </a:lnTo>
                    <a:lnTo>
                      <a:pt x="554" y="2937"/>
                    </a:lnTo>
                    <a:lnTo>
                      <a:pt x="612" y="2937"/>
                    </a:lnTo>
                    <a:lnTo>
                      <a:pt x="699" y="3034"/>
                    </a:lnTo>
                    <a:lnTo>
                      <a:pt x="760" y="3059"/>
                    </a:lnTo>
                    <a:lnTo>
                      <a:pt x="819" y="3096"/>
                    </a:lnTo>
                    <a:lnTo>
                      <a:pt x="868" y="3204"/>
                    </a:lnTo>
                    <a:lnTo>
                      <a:pt x="940" y="3324"/>
                    </a:lnTo>
                    <a:lnTo>
                      <a:pt x="1144" y="3324"/>
                    </a:lnTo>
                    <a:lnTo>
                      <a:pt x="1340" y="3386"/>
                    </a:lnTo>
                    <a:lnTo>
                      <a:pt x="1642" y="3481"/>
                    </a:lnTo>
                    <a:lnTo>
                      <a:pt x="1872" y="3539"/>
                    </a:lnTo>
                    <a:lnTo>
                      <a:pt x="2087" y="3539"/>
                    </a:lnTo>
                    <a:lnTo>
                      <a:pt x="2399" y="3513"/>
                    </a:lnTo>
                    <a:lnTo>
                      <a:pt x="2582" y="3338"/>
                    </a:lnTo>
                    <a:lnTo>
                      <a:pt x="2619" y="3179"/>
                    </a:lnTo>
                    <a:lnTo>
                      <a:pt x="2753" y="3071"/>
                    </a:lnTo>
                    <a:lnTo>
                      <a:pt x="3293" y="2230"/>
                    </a:lnTo>
                    <a:lnTo>
                      <a:pt x="2979" y="3047"/>
                    </a:lnTo>
                    <a:lnTo>
                      <a:pt x="2786" y="3155"/>
                    </a:lnTo>
                    <a:lnTo>
                      <a:pt x="2691" y="3252"/>
                    </a:lnTo>
                    <a:lnTo>
                      <a:pt x="2630" y="3456"/>
                    </a:lnTo>
                    <a:lnTo>
                      <a:pt x="2472" y="3610"/>
                    </a:lnTo>
                    <a:lnTo>
                      <a:pt x="2076" y="3623"/>
                    </a:lnTo>
                    <a:lnTo>
                      <a:pt x="1907" y="3585"/>
                    </a:lnTo>
                    <a:lnTo>
                      <a:pt x="2375" y="4080"/>
                    </a:lnTo>
                    <a:lnTo>
                      <a:pt x="2823" y="4152"/>
                    </a:lnTo>
                    <a:lnTo>
                      <a:pt x="3005" y="3900"/>
                    </a:lnTo>
                    <a:lnTo>
                      <a:pt x="3076" y="3838"/>
                    </a:lnTo>
                    <a:lnTo>
                      <a:pt x="3186" y="3804"/>
                    </a:lnTo>
                    <a:lnTo>
                      <a:pt x="4471" y="3559"/>
                    </a:lnTo>
                    <a:lnTo>
                      <a:pt x="4342" y="2395"/>
                    </a:lnTo>
                    <a:lnTo>
                      <a:pt x="4309" y="2169"/>
                    </a:lnTo>
                    <a:lnTo>
                      <a:pt x="4243" y="1876"/>
                    </a:lnTo>
                    <a:lnTo>
                      <a:pt x="4243" y="2102"/>
                    </a:lnTo>
                    <a:lnTo>
                      <a:pt x="4243" y="2331"/>
                    </a:lnTo>
                    <a:lnTo>
                      <a:pt x="3380" y="2266"/>
                    </a:lnTo>
                    <a:lnTo>
                      <a:pt x="3380" y="2179"/>
                    </a:lnTo>
                    <a:lnTo>
                      <a:pt x="3475" y="2083"/>
                    </a:lnTo>
                    <a:lnTo>
                      <a:pt x="3823" y="1989"/>
                    </a:lnTo>
                    <a:lnTo>
                      <a:pt x="3390" y="1989"/>
                    </a:lnTo>
                    <a:lnTo>
                      <a:pt x="3514" y="1711"/>
                    </a:lnTo>
                    <a:lnTo>
                      <a:pt x="3814" y="1593"/>
                    </a:lnTo>
                    <a:lnTo>
                      <a:pt x="4019" y="1553"/>
                    </a:lnTo>
                    <a:lnTo>
                      <a:pt x="4146" y="1619"/>
                    </a:lnTo>
                    <a:lnTo>
                      <a:pt x="4019" y="1457"/>
                    </a:lnTo>
                    <a:lnTo>
                      <a:pt x="3953" y="1327"/>
                    </a:lnTo>
                    <a:lnTo>
                      <a:pt x="3724" y="971"/>
                    </a:lnTo>
                    <a:lnTo>
                      <a:pt x="3367" y="422"/>
                    </a:lnTo>
                    <a:lnTo>
                      <a:pt x="3041" y="162"/>
                    </a:lnTo>
                    <a:lnTo>
                      <a:pt x="2590" y="0"/>
                    </a:lnTo>
                    <a:lnTo>
                      <a:pt x="2979" y="162"/>
                    </a:lnTo>
                    <a:lnTo>
                      <a:pt x="3270" y="422"/>
                    </a:lnTo>
                    <a:lnTo>
                      <a:pt x="3856" y="1327"/>
                    </a:lnTo>
                    <a:lnTo>
                      <a:pt x="3920" y="1491"/>
                    </a:lnTo>
                    <a:lnTo>
                      <a:pt x="3500" y="1553"/>
                    </a:lnTo>
                    <a:lnTo>
                      <a:pt x="3270" y="1026"/>
                    </a:lnTo>
                    <a:lnTo>
                      <a:pt x="2991" y="714"/>
                    </a:lnTo>
                    <a:lnTo>
                      <a:pt x="2797" y="581"/>
                    </a:lnTo>
                    <a:lnTo>
                      <a:pt x="2652" y="5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2" name="Freeform 133">
                <a:extLst>
                  <a:ext uri="{FF2B5EF4-FFF2-40B4-BE49-F238E27FC236}">
                    <a16:creationId xmlns:a16="http://schemas.microsoft.com/office/drawing/2014/main" id="{27E78D90-C73B-1345-B51E-3E425BEA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829"/>
                <a:ext cx="99" cy="96"/>
              </a:xfrm>
              <a:custGeom>
                <a:avLst/>
                <a:gdLst>
                  <a:gd name="T0" fmla="*/ 0 w 793"/>
                  <a:gd name="T1" fmla="*/ 0 h 770"/>
                  <a:gd name="T2" fmla="*/ 0 w 793"/>
                  <a:gd name="T3" fmla="*/ 0 h 770"/>
                  <a:gd name="T4" fmla="*/ 0 w 793"/>
                  <a:gd name="T5" fmla="*/ 0 h 770"/>
                  <a:gd name="T6" fmla="*/ 0 w 793"/>
                  <a:gd name="T7" fmla="*/ 0 h 770"/>
                  <a:gd name="T8" fmla="*/ 0 w 793"/>
                  <a:gd name="T9" fmla="*/ 0 h 770"/>
                  <a:gd name="T10" fmla="*/ 0 w 793"/>
                  <a:gd name="T11" fmla="*/ 0 h 770"/>
                  <a:gd name="T12" fmla="*/ 0 w 793"/>
                  <a:gd name="T13" fmla="*/ 0 h 770"/>
                  <a:gd name="T14" fmla="*/ 0 w 793"/>
                  <a:gd name="T15" fmla="*/ 0 h 770"/>
                  <a:gd name="T16" fmla="*/ 0 w 793"/>
                  <a:gd name="T17" fmla="*/ 0 h 770"/>
                  <a:gd name="T18" fmla="*/ 0 w 793"/>
                  <a:gd name="T19" fmla="*/ 0 h 7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3"/>
                  <a:gd name="T31" fmla="*/ 0 h 770"/>
                  <a:gd name="T32" fmla="*/ 793 w 793"/>
                  <a:gd name="T33" fmla="*/ 770 h 7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3" h="770">
                    <a:moveTo>
                      <a:pt x="0" y="491"/>
                    </a:moveTo>
                    <a:lnTo>
                      <a:pt x="81" y="338"/>
                    </a:lnTo>
                    <a:lnTo>
                      <a:pt x="710" y="0"/>
                    </a:lnTo>
                    <a:lnTo>
                      <a:pt x="793" y="0"/>
                    </a:lnTo>
                    <a:lnTo>
                      <a:pt x="793" y="50"/>
                    </a:lnTo>
                    <a:lnTo>
                      <a:pt x="444" y="468"/>
                    </a:lnTo>
                    <a:lnTo>
                      <a:pt x="70" y="770"/>
                    </a:lnTo>
                    <a:lnTo>
                      <a:pt x="251" y="553"/>
                    </a:lnTo>
                    <a:lnTo>
                      <a:pt x="251" y="338"/>
                    </a:lnTo>
                    <a:lnTo>
                      <a:pt x="0" y="4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3" name="Freeform 134">
                <a:extLst>
                  <a:ext uri="{FF2B5EF4-FFF2-40B4-BE49-F238E27FC236}">
                    <a16:creationId xmlns:a16="http://schemas.microsoft.com/office/drawing/2014/main" id="{BC3AB667-9717-A645-BB1A-2A7AB7B4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864"/>
                <a:ext cx="127" cy="138"/>
              </a:xfrm>
              <a:custGeom>
                <a:avLst/>
                <a:gdLst>
                  <a:gd name="T0" fmla="*/ 0 w 1011"/>
                  <a:gd name="T1" fmla="*/ 0 h 1105"/>
                  <a:gd name="T2" fmla="*/ 0 w 1011"/>
                  <a:gd name="T3" fmla="*/ 0 h 1105"/>
                  <a:gd name="T4" fmla="*/ 0 w 1011"/>
                  <a:gd name="T5" fmla="*/ 0 h 1105"/>
                  <a:gd name="T6" fmla="*/ 0 w 1011"/>
                  <a:gd name="T7" fmla="*/ 0 h 1105"/>
                  <a:gd name="T8" fmla="*/ 0 w 1011"/>
                  <a:gd name="T9" fmla="*/ 0 h 1105"/>
                  <a:gd name="T10" fmla="*/ 0 w 1011"/>
                  <a:gd name="T11" fmla="*/ 0 h 1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11"/>
                  <a:gd name="T19" fmla="*/ 0 h 1105"/>
                  <a:gd name="T20" fmla="*/ 1011 w 1011"/>
                  <a:gd name="T21" fmla="*/ 1105 h 110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11" h="1105">
                    <a:moveTo>
                      <a:pt x="1011" y="0"/>
                    </a:moveTo>
                    <a:lnTo>
                      <a:pt x="822" y="249"/>
                    </a:lnTo>
                    <a:lnTo>
                      <a:pt x="71" y="890"/>
                    </a:lnTo>
                    <a:lnTo>
                      <a:pt x="0" y="1105"/>
                    </a:lnTo>
                    <a:lnTo>
                      <a:pt x="882" y="261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4" name="Freeform 135">
                <a:extLst>
                  <a:ext uri="{FF2B5EF4-FFF2-40B4-BE49-F238E27FC236}">
                    <a16:creationId xmlns:a16="http://schemas.microsoft.com/office/drawing/2014/main" id="{3C5E5A5F-8BEA-754A-A18B-F95E2EA0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743"/>
                <a:ext cx="36" cy="54"/>
              </a:xfrm>
              <a:custGeom>
                <a:avLst/>
                <a:gdLst>
                  <a:gd name="T0" fmla="*/ 0 w 291"/>
                  <a:gd name="T1" fmla="*/ 0 h 427"/>
                  <a:gd name="T2" fmla="*/ 0 w 291"/>
                  <a:gd name="T3" fmla="*/ 0 h 427"/>
                  <a:gd name="T4" fmla="*/ 0 w 291"/>
                  <a:gd name="T5" fmla="*/ 0 h 427"/>
                  <a:gd name="T6" fmla="*/ 0 w 291"/>
                  <a:gd name="T7" fmla="*/ 0 h 427"/>
                  <a:gd name="T8" fmla="*/ 0 w 291"/>
                  <a:gd name="T9" fmla="*/ 0 h 427"/>
                  <a:gd name="T10" fmla="*/ 0 w 291"/>
                  <a:gd name="T11" fmla="*/ 0 h 4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1"/>
                  <a:gd name="T19" fmla="*/ 0 h 427"/>
                  <a:gd name="T20" fmla="*/ 291 w 291"/>
                  <a:gd name="T21" fmla="*/ 427 h 4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1" h="427">
                    <a:moveTo>
                      <a:pt x="267" y="16"/>
                    </a:moveTo>
                    <a:lnTo>
                      <a:pt x="229" y="39"/>
                    </a:lnTo>
                    <a:lnTo>
                      <a:pt x="0" y="304"/>
                    </a:lnTo>
                    <a:lnTo>
                      <a:pt x="0" y="427"/>
                    </a:lnTo>
                    <a:lnTo>
                      <a:pt x="291" y="0"/>
                    </a:lnTo>
                    <a:lnTo>
                      <a:pt x="267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5" name="Freeform 136">
                <a:extLst>
                  <a:ext uri="{FF2B5EF4-FFF2-40B4-BE49-F238E27FC236}">
                    <a16:creationId xmlns:a16="http://schemas.microsoft.com/office/drawing/2014/main" id="{B5CC9F8C-6CE4-2C47-88E3-5595262F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777"/>
                <a:ext cx="69" cy="67"/>
              </a:xfrm>
              <a:custGeom>
                <a:avLst/>
                <a:gdLst>
                  <a:gd name="T0" fmla="*/ 0 w 554"/>
                  <a:gd name="T1" fmla="*/ 0 h 538"/>
                  <a:gd name="T2" fmla="*/ 0 w 554"/>
                  <a:gd name="T3" fmla="*/ 0 h 538"/>
                  <a:gd name="T4" fmla="*/ 0 w 554"/>
                  <a:gd name="T5" fmla="*/ 0 h 538"/>
                  <a:gd name="T6" fmla="*/ 0 w 554"/>
                  <a:gd name="T7" fmla="*/ 0 h 538"/>
                  <a:gd name="T8" fmla="*/ 0 w 554"/>
                  <a:gd name="T9" fmla="*/ 0 h 538"/>
                  <a:gd name="T10" fmla="*/ 0 w 554"/>
                  <a:gd name="T11" fmla="*/ 0 h 538"/>
                  <a:gd name="T12" fmla="*/ 0 w 554"/>
                  <a:gd name="T13" fmla="*/ 0 h 5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4"/>
                  <a:gd name="T22" fmla="*/ 0 h 538"/>
                  <a:gd name="T23" fmla="*/ 554 w 554"/>
                  <a:gd name="T24" fmla="*/ 538 h 5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4" h="538">
                    <a:moveTo>
                      <a:pt x="473" y="0"/>
                    </a:moveTo>
                    <a:lnTo>
                      <a:pt x="169" y="206"/>
                    </a:lnTo>
                    <a:lnTo>
                      <a:pt x="0" y="505"/>
                    </a:lnTo>
                    <a:lnTo>
                      <a:pt x="13" y="538"/>
                    </a:lnTo>
                    <a:lnTo>
                      <a:pt x="554" y="134"/>
                    </a:lnTo>
                    <a:lnTo>
                      <a:pt x="545" y="37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6" name="Freeform 137">
                <a:extLst>
                  <a:ext uri="{FF2B5EF4-FFF2-40B4-BE49-F238E27FC236}">
                    <a16:creationId xmlns:a16="http://schemas.microsoft.com/office/drawing/2014/main" id="{9D83C10B-4A2B-D24A-89A8-8752BA78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812"/>
                <a:ext cx="54" cy="76"/>
              </a:xfrm>
              <a:custGeom>
                <a:avLst/>
                <a:gdLst>
                  <a:gd name="T0" fmla="*/ 0 w 438"/>
                  <a:gd name="T1" fmla="*/ 0 h 609"/>
                  <a:gd name="T2" fmla="*/ 0 w 438"/>
                  <a:gd name="T3" fmla="*/ 0 h 609"/>
                  <a:gd name="T4" fmla="*/ 0 w 438"/>
                  <a:gd name="T5" fmla="*/ 0 h 609"/>
                  <a:gd name="T6" fmla="*/ 0 w 438"/>
                  <a:gd name="T7" fmla="*/ 0 h 609"/>
                  <a:gd name="T8" fmla="*/ 0 w 438"/>
                  <a:gd name="T9" fmla="*/ 0 h 609"/>
                  <a:gd name="T10" fmla="*/ 0 w 438"/>
                  <a:gd name="T11" fmla="*/ 0 h 609"/>
                  <a:gd name="T12" fmla="*/ 0 w 438"/>
                  <a:gd name="T13" fmla="*/ 0 h 609"/>
                  <a:gd name="T14" fmla="*/ 0 w 438"/>
                  <a:gd name="T15" fmla="*/ 0 h 609"/>
                  <a:gd name="T16" fmla="*/ 0 w 438"/>
                  <a:gd name="T17" fmla="*/ 0 h 609"/>
                  <a:gd name="T18" fmla="*/ 0 w 438"/>
                  <a:gd name="T19" fmla="*/ 0 h 609"/>
                  <a:gd name="T20" fmla="*/ 0 w 438"/>
                  <a:gd name="T21" fmla="*/ 0 h 609"/>
                  <a:gd name="T22" fmla="*/ 0 w 438"/>
                  <a:gd name="T23" fmla="*/ 0 h 609"/>
                  <a:gd name="T24" fmla="*/ 0 w 438"/>
                  <a:gd name="T25" fmla="*/ 0 h 609"/>
                  <a:gd name="T26" fmla="*/ 0 w 438"/>
                  <a:gd name="T27" fmla="*/ 0 h 6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38"/>
                  <a:gd name="T43" fmla="*/ 0 h 609"/>
                  <a:gd name="T44" fmla="*/ 438 w 438"/>
                  <a:gd name="T45" fmla="*/ 609 h 60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38" h="609">
                    <a:moveTo>
                      <a:pt x="376" y="0"/>
                    </a:moveTo>
                    <a:lnTo>
                      <a:pt x="86" y="155"/>
                    </a:lnTo>
                    <a:lnTo>
                      <a:pt x="157" y="155"/>
                    </a:lnTo>
                    <a:lnTo>
                      <a:pt x="145" y="215"/>
                    </a:lnTo>
                    <a:lnTo>
                      <a:pt x="0" y="275"/>
                    </a:lnTo>
                    <a:lnTo>
                      <a:pt x="170" y="298"/>
                    </a:lnTo>
                    <a:lnTo>
                      <a:pt x="387" y="479"/>
                    </a:lnTo>
                    <a:lnTo>
                      <a:pt x="387" y="609"/>
                    </a:lnTo>
                    <a:lnTo>
                      <a:pt x="438" y="464"/>
                    </a:lnTo>
                    <a:lnTo>
                      <a:pt x="337" y="360"/>
                    </a:lnTo>
                    <a:lnTo>
                      <a:pt x="304" y="178"/>
                    </a:lnTo>
                    <a:lnTo>
                      <a:pt x="387" y="132"/>
                    </a:lnTo>
                    <a:lnTo>
                      <a:pt x="413" y="46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7" name="Freeform 138">
                <a:extLst>
                  <a:ext uri="{FF2B5EF4-FFF2-40B4-BE49-F238E27FC236}">
                    <a16:creationId xmlns:a16="http://schemas.microsoft.com/office/drawing/2014/main" id="{1EE10198-6CFF-D94E-91EE-0C6366918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894"/>
                <a:ext cx="161" cy="87"/>
              </a:xfrm>
              <a:custGeom>
                <a:avLst/>
                <a:gdLst>
                  <a:gd name="T0" fmla="*/ 0 w 1284"/>
                  <a:gd name="T1" fmla="*/ 0 h 697"/>
                  <a:gd name="T2" fmla="*/ 0 w 1284"/>
                  <a:gd name="T3" fmla="*/ 0 h 697"/>
                  <a:gd name="T4" fmla="*/ 0 w 1284"/>
                  <a:gd name="T5" fmla="*/ 0 h 697"/>
                  <a:gd name="T6" fmla="*/ 0 w 1284"/>
                  <a:gd name="T7" fmla="*/ 0 h 697"/>
                  <a:gd name="T8" fmla="*/ 0 w 1284"/>
                  <a:gd name="T9" fmla="*/ 0 h 697"/>
                  <a:gd name="T10" fmla="*/ 0 w 1284"/>
                  <a:gd name="T11" fmla="*/ 0 h 697"/>
                  <a:gd name="T12" fmla="*/ 0 w 1284"/>
                  <a:gd name="T13" fmla="*/ 0 h 697"/>
                  <a:gd name="T14" fmla="*/ 0 w 1284"/>
                  <a:gd name="T15" fmla="*/ 0 h 697"/>
                  <a:gd name="T16" fmla="*/ 0 w 1284"/>
                  <a:gd name="T17" fmla="*/ 0 h 697"/>
                  <a:gd name="T18" fmla="*/ 0 w 1284"/>
                  <a:gd name="T19" fmla="*/ 0 h 697"/>
                  <a:gd name="T20" fmla="*/ 0 w 1284"/>
                  <a:gd name="T21" fmla="*/ 0 h 697"/>
                  <a:gd name="T22" fmla="*/ 0 w 1284"/>
                  <a:gd name="T23" fmla="*/ 0 h 697"/>
                  <a:gd name="T24" fmla="*/ 0 w 1284"/>
                  <a:gd name="T25" fmla="*/ 0 h 697"/>
                  <a:gd name="T26" fmla="*/ 0 w 1284"/>
                  <a:gd name="T27" fmla="*/ 0 h 697"/>
                  <a:gd name="T28" fmla="*/ 0 w 1284"/>
                  <a:gd name="T29" fmla="*/ 0 h 697"/>
                  <a:gd name="T30" fmla="*/ 0 w 1284"/>
                  <a:gd name="T31" fmla="*/ 0 h 697"/>
                  <a:gd name="T32" fmla="*/ 0 w 1284"/>
                  <a:gd name="T33" fmla="*/ 0 h 697"/>
                  <a:gd name="T34" fmla="*/ 0 w 1284"/>
                  <a:gd name="T35" fmla="*/ 0 h 697"/>
                  <a:gd name="T36" fmla="*/ 0 w 1284"/>
                  <a:gd name="T37" fmla="*/ 0 h 697"/>
                  <a:gd name="T38" fmla="*/ 0 w 1284"/>
                  <a:gd name="T39" fmla="*/ 0 h 697"/>
                  <a:gd name="T40" fmla="*/ 0 w 1284"/>
                  <a:gd name="T41" fmla="*/ 0 h 697"/>
                  <a:gd name="T42" fmla="*/ 0 w 1284"/>
                  <a:gd name="T43" fmla="*/ 0 h 6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84"/>
                  <a:gd name="T67" fmla="*/ 0 h 697"/>
                  <a:gd name="T68" fmla="*/ 1284 w 1284"/>
                  <a:gd name="T69" fmla="*/ 697 h 69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84" h="697">
                    <a:moveTo>
                      <a:pt x="1198" y="0"/>
                    </a:moveTo>
                    <a:lnTo>
                      <a:pt x="1029" y="10"/>
                    </a:lnTo>
                    <a:lnTo>
                      <a:pt x="980" y="95"/>
                    </a:lnTo>
                    <a:lnTo>
                      <a:pt x="532" y="95"/>
                    </a:lnTo>
                    <a:lnTo>
                      <a:pt x="521" y="132"/>
                    </a:lnTo>
                    <a:lnTo>
                      <a:pt x="736" y="337"/>
                    </a:lnTo>
                    <a:lnTo>
                      <a:pt x="569" y="422"/>
                    </a:lnTo>
                    <a:lnTo>
                      <a:pt x="508" y="492"/>
                    </a:lnTo>
                    <a:lnTo>
                      <a:pt x="316" y="540"/>
                    </a:lnTo>
                    <a:lnTo>
                      <a:pt x="218" y="651"/>
                    </a:lnTo>
                    <a:lnTo>
                      <a:pt x="0" y="697"/>
                    </a:lnTo>
                    <a:lnTo>
                      <a:pt x="256" y="651"/>
                    </a:lnTo>
                    <a:lnTo>
                      <a:pt x="339" y="567"/>
                    </a:lnTo>
                    <a:lnTo>
                      <a:pt x="556" y="506"/>
                    </a:lnTo>
                    <a:lnTo>
                      <a:pt x="701" y="407"/>
                    </a:lnTo>
                    <a:lnTo>
                      <a:pt x="908" y="374"/>
                    </a:lnTo>
                    <a:lnTo>
                      <a:pt x="1114" y="374"/>
                    </a:lnTo>
                    <a:lnTo>
                      <a:pt x="1284" y="506"/>
                    </a:lnTo>
                    <a:lnTo>
                      <a:pt x="1242" y="218"/>
                    </a:lnTo>
                    <a:lnTo>
                      <a:pt x="1005" y="301"/>
                    </a:lnTo>
                    <a:lnTo>
                      <a:pt x="1053" y="59"/>
                    </a:lnTo>
                    <a:lnTo>
                      <a:pt x="119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8" name="Freeform 139">
                <a:extLst>
                  <a:ext uri="{FF2B5EF4-FFF2-40B4-BE49-F238E27FC236}">
                    <a16:creationId xmlns:a16="http://schemas.microsoft.com/office/drawing/2014/main" id="{FB089723-5A22-BE4B-ACCE-9A510EBC4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858"/>
                <a:ext cx="76" cy="40"/>
              </a:xfrm>
              <a:custGeom>
                <a:avLst/>
                <a:gdLst>
                  <a:gd name="T0" fmla="*/ 0 w 602"/>
                  <a:gd name="T1" fmla="*/ 0 h 325"/>
                  <a:gd name="T2" fmla="*/ 0 w 602"/>
                  <a:gd name="T3" fmla="*/ 0 h 325"/>
                  <a:gd name="T4" fmla="*/ 0 w 602"/>
                  <a:gd name="T5" fmla="*/ 0 h 325"/>
                  <a:gd name="T6" fmla="*/ 0 w 602"/>
                  <a:gd name="T7" fmla="*/ 0 h 325"/>
                  <a:gd name="T8" fmla="*/ 0 w 602"/>
                  <a:gd name="T9" fmla="*/ 0 h 325"/>
                  <a:gd name="T10" fmla="*/ 0 w 602"/>
                  <a:gd name="T11" fmla="*/ 0 h 325"/>
                  <a:gd name="T12" fmla="*/ 0 w 602"/>
                  <a:gd name="T13" fmla="*/ 0 h 3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02"/>
                  <a:gd name="T22" fmla="*/ 0 h 325"/>
                  <a:gd name="T23" fmla="*/ 602 w 602"/>
                  <a:gd name="T24" fmla="*/ 325 h 3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02" h="325">
                    <a:moveTo>
                      <a:pt x="602" y="252"/>
                    </a:moveTo>
                    <a:lnTo>
                      <a:pt x="420" y="0"/>
                    </a:lnTo>
                    <a:lnTo>
                      <a:pt x="191" y="51"/>
                    </a:lnTo>
                    <a:lnTo>
                      <a:pt x="0" y="277"/>
                    </a:lnTo>
                    <a:lnTo>
                      <a:pt x="0" y="325"/>
                    </a:lnTo>
                    <a:lnTo>
                      <a:pt x="298" y="252"/>
                    </a:lnTo>
                    <a:lnTo>
                      <a:pt x="602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599" name="Freeform 140">
                <a:extLst>
                  <a:ext uri="{FF2B5EF4-FFF2-40B4-BE49-F238E27FC236}">
                    <a16:creationId xmlns:a16="http://schemas.microsoft.com/office/drawing/2014/main" id="{F4EDFBF0-10FA-554E-9841-DBF08D0B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709"/>
                <a:ext cx="103" cy="248"/>
              </a:xfrm>
              <a:custGeom>
                <a:avLst/>
                <a:gdLst>
                  <a:gd name="T0" fmla="*/ 0 w 824"/>
                  <a:gd name="T1" fmla="*/ 0 h 1987"/>
                  <a:gd name="T2" fmla="*/ 0 w 824"/>
                  <a:gd name="T3" fmla="*/ 0 h 1987"/>
                  <a:gd name="T4" fmla="*/ 0 w 824"/>
                  <a:gd name="T5" fmla="*/ 0 h 1987"/>
                  <a:gd name="T6" fmla="*/ 0 w 824"/>
                  <a:gd name="T7" fmla="*/ 0 h 1987"/>
                  <a:gd name="T8" fmla="*/ 0 w 824"/>
                  <a:gd name="T9" fmla="*/ 0 h 1987"/>
                  <a:gd name="T10" fmla="*/ 0 w 824"/>
                  <a:gd name="T11" fmla="*/ 0 h 1987"/>
                  <a:gd name="T12" fmla="*/ 0 w 824"/>
                  <a:gd name="T13" fmla="*/ 0 h 1987"/>
                  <a:gd name="T14" fmla="*/ 0 w 824"/>
                  <a:gd name="T15" fmla="*/ 0 h 1987"/>
                  <a:gd name="T16" fmla="*/ 0 w 824"/>
                  <a:gd name="T17" fmla="*/ 0 h 1987"/>
                  <a:gd name="T18" fmla="*/ 0 w 824"/>
                  <a:gd name="T19" fmla="*/ 0 h 1987"/>
                  <a:gd name="T20" fmla="*/ 0 w 824"/>
                  <a:gd name="T21" fmla="*/ 0 h 1987"/>
                  <a:gd name="T22" fmla="*/ 0 w 824"/>
                  <a:gd name="T23" fmla="*/ 0 h 1987"/>
                  <a:gd name="T24" fmla="*/ 0 w 824"/>
                  <a:gd name="T25" fmla="*/ 0 h 1987"/>
                  <a:gd name="T26" fmla="*/ 0 w 824"/>
                  <a:gd name="T27" fmla="*/ 0 h 1987"/>
                  <a:gd name="T28" fmla="*/ 0 w 824"/>
                  <a:gd name="T29" fmla="*/ 0 h 1987"/>
                  <a:gd name="T30" fmla="*/ 0 w 824"/>
                  <a:gd name="T31" fmla="*/ 0 h 1987"/>
                  <a:gd name="T32" fmla="*/ 0 w 824"/>
                  <a:gd name="T33" fmla="*/ 0 h 1987"/>
                  <a:gd name="T34" fmla="*/ 0 w 824"/>
                  <a:gd name="T35" fmla="*/ 0 h 1987"/>
                  <a:gd name="T36" fmla="*/ 0 w 824"/>
                  <a:gd name="T37" fmla="*/ 0 h 1987"/>
                  <a:gd name="T38" fmla="*/ 0 w 824"/>
                  <a:gd name="T39" fmla="*/ 0 h 1987"/>
                  <a:gd name="T40" fmla="*/ 0 w 824"/>
                  <a:gd name="T41" fmla="*/ 0 h 1987"/>
                  <a:gd name="T42" fmla="*/ 0 w 824"/>
                  <a:gd name="T43" fmla="*/ 0 h 1987"/>
                  <a:gd name="T44" fmla="*/ 0 w 824"/>
                  <a:gd name="T45" fmla="*/ 0 h 1987"/>
                  <a:gd name="T46" fmla="*/ 0 w 824"/>
                  <a:gd name="T47" fmla="*/ 0 h 1987"/>
                  <a:gd name="T48" fmla="*/ 0 w 824"/>
                  <a:gd name="T49" fmla="*/ 0 h 1987"/>
                  <a:gd name="T50" fmla="*/ 0 w 824"/>
                  <a:gd name="T51" fmla="*/ 0 h 1987"/>
                  <a:gd name="T52" fmla="*/ 0 w 824"/>
                  <a:gd name="T53" fmla="*/ 0 h 1987"/>
                  <a:gd name="T54" fmla="*/ 0 w 824"/>
                  <a:gd name="T55" fmla="*/ 0 h 198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4"/>
                  <a:gd name="T85" fmla="*/ 0 h 1987"/>
                  <a:gd name="T86" fmla="*/ 824 w 824"/>
                  <a:gd name="T87" fmla="*/ 1987 h 198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4" h="1987">
                    <a:moveTo>
                      <a:pt x="739" y="99"/>
                    </a:moveTo>
                    <a:lnTo>
                      <a:pt x="594" y="375"/>
                    </a:lnTo>
                    <a:lnTo>
                      <a:pt x="714" y="737"/>
                    </a:lnTo>
                    <a:lnTo>
                      <a:pt x="666" y="1023"/>
                    </a:lnTo>
                    <a:lnTo>
                      <a:pt x="739" y="1143"/>
                    </a:lnTo>
                    <a:lnTo>
                      <a:pt x="617" y="1468"/>
                    </a:lnTo>
                    <a:lnTo>
                      <a:pt x="762" y="1661"/>
                    </a:lnTo>
                    <a:lnTo>
                      <a:pt x="728" y="1758"/>
                    </a:lnTo>
                    <a:lnTo>
                      <a:pt x="824" y="1952"/>
                    </a:lnTo>
                    <a:lnTo>
                      <a:pt x="800" y="1987"/>
                    </a:lnTo>
                    <a:lnTo>
                      <a:pt x="679" y="1807"/>
                    </a:lnTo>
                    <a:lnTo>
                      <a:pt x="679" y="1685"/>
                    </a:lnTo>
                    <a:lnTo>
                      <a:pt x="548" y="1588"/>
                    </a:lnTo>
                    <a:lnTo>
                      <a:pt x="230" y="1637"/>
                    </a:lnTo>
                    <a:lnTo>
                      <a:pt x="64" y="1637"/>
                    </a:lnTo>
                    <a:lnTo>
                      <a:pt x="426" y="1349"/>
                    </a:lnTo>
                    <a:lnTo>
                      <a:pt x="534" y="963"/>
                    </a:lnTo>
                    <a:lnTo>
                      <a:pt x="472" y="809"/>
                    </a:lnTo>
                    <a:lnTo>
                      <a:pt x="317" y="1143"/>
                    </a:lnTo>
                    <a:lnTo>
                      <a:pt x="317" y="809"/>
                    </a:lnTo>
                    <a:lnTo>
                      <a:pt x="147" y="977"/>
                    </a:lnTo>
                    <a:lnTo>
                      <a:pt x="0" y="1406"/>
                    </a:lnTo>
                    <a:lnTo>
                      <a:pt x="126" y="905"/>
                    </a:lnTo>
                    <a:lnTo>
                      <a:pt x="437" y="352"/>
                    </a:lnTo>
                    <a:lnTo>
                      <a:pt x="558" y="276"/>
                    </a:lnTo>
                    <a:lnTo>
                      <a:pt x="695" y="48"/>
                    </a:lnTo>
                    <a:lnTo>
                      <a:pt x="776" y="0"/>
                    </a:lnTo>
                    <a:lnTo>
                      <a:pt x="739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0" name="Freeform 141">
                <a:extLst>
                  <a:ext uri="{FF2B5EF4-FFF2-40B4-BE49-F238E27FC236}">
                    <a16:creationId xmlns:a16="http://schemas.microsoft.com/office/drawing/2014/main" id="{6FE71AE1-3B7C-9C40-BF56-CEC5B1ED1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972"/>
                <a:ext cx="100" cy="47"/>
              </a:xfrm>
              <a:custGeom>
                <a:avLst/>
                <a:gdLst>
                  <a:gd name="T0" fmla="*/ 0 w 800"/>
                  <a:gd name="T1" fmla="*/ 0 h 371"/>
                  <a:gd name="T2" fmla="*/ 0 w 800"/>
                  <a:gd name="T3" fmla="*/ 0 h 371"/>
                  <a:gd name="T4" fmla="*/ 0 w 800"/>
                  <a:gd name="T5" fmla="*/ 0 h 371"/>
                  <a:gd name="T6" fmla="*/ 0 w 800"/>
                  <a:gd name="T7" fmla="*/ 0 h 371"/>
                  <a:gd name="T8" fmla="*/ 0 w 800"/>
                  <a:gd name="T9" fmla="*/ 0 h 371"/>
                  <a:gd name="T10" fmla="*/ 0 w 800"/>
                  <a:gd name="T11" fmla="*/ 0 h 371"/>
                  <a:gd name="T12" fmla="*/ 0 w 800"/>
                  <a:gd name="T13" fmla="*/ 0 h 371"/>
                  <a:gd name="T14" fmla="*/ 0 w 800"/>
                  <a:gd name="T15" fmla="*/ 0 h 371"/>
                  <a:gd name="T16" fmla="*/ 0 w 800"/>
                  <a:gd name="T17" fmla="*/ 0 h 371"/>
                  <a:gd name="T18" fmla="*/ 0 w 800"/>
                  <a:gd name="T19" fmla="*/ 0 h 371"/>
                  <a:gd name="T20" fmla="*/ 0 w 800"/>
                  <a:gd name="T21" fmla="*/ 0 h 371"/>
                  <a:gd name="T22" fmla="*/ 0 w 800"/>
                  <a:gd name="T23" fmla="*/ 0 h 371"/>
                  <a:gd name="T24" fmla="*/ 0 w 800"/>
                  <a:gd name="T25" fmla="*/ 0 h 371"/>
                  <a:gd name="T26" fmla="*/ 0 w 800"/>
                  <a:gd name="T27" fmla="*/ 0 h 3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00"/>
                  <a:gd name="T43" fmla="*/ 0 h 371"/>
                  <a:gd name="T44" fmla="*/ 800 w 800"/>
                  <a:gd name="T45" fmla="*/ 371 h 37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00" h="371">
                    <a:moveTo>
                      <a:pt x="0" y="71"/>
                    </a:moveTo>
                    <a:lnTo>
                      <a:pt x="147" y="106"/>
                    </a:lnTo>
                    <a:lnTo>
                      <a:pt x="195" y="154"/>
                    </a:lnTo>
                    <a:lnTo>
                      <a:pt x="230" y="228"/>
                    </a:lnTo>
                    <a:lnTo>
                      <a:pt x="230" y="310"/>
                    </a:lnTo>
                    <a:lnTo>
                      <a:pt x="230" y="371"/>
                    </a:lnTo>
                    <a:lnTo>
                      <a:pt x="725" y="310"/>
                    </a:lnTo>
                    <a:lnTo>
                      <a:pt x="800" y="154"/>
                    </a:lnTo>
                    <a:lnTo>
                      <a:pt x="714" y="71"/>
                    </a:lnTo>
                    <a:lnTo>
                      <a:pt x="594" y="36"/>
                    </a:lnTo>
                    <a:lnTo>
                      <a:pt x="437" y="0"/>
                    </a:lnTo>
                    <a:lnTo>
                      <a:pt x="279" y="0"/>
                    </a:lnTo>
                    <a:lnTo>
                      <a:pt x="110" y="36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1" name="Freeform 142">
                <a:extLst>
                  <a:ext uri="{FF2B5EF4-FFF2-40B4-BE49-F238E27FC236}">
                    <a16:creationId xmlns:a16="http://schemas.microsoft.com/office/drawing/2014/main" id="{BA4343B5-25A6-D446-91CB-63A443E0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646"/>
                <a:ext cx="168" cy="263"/>
              </a:xfrm>
              <a:custGeom>
                <a:avLst/>
                <a:gdLst>
                  <a:gd name="T0" fmla="*/ 0 w 1349"/>
                  <a:gd name="T1" fmla="*/ 0 h 2101"/>
                  <a:gd name="T2" fmla="*/ 0 w 1349"/>
                  <a:gd name="T3" fmla="*/ 0 h 2101"/>
                  <a:gd name="T4" fmla="*/ 0 w 1349"/>
                  <a:gd name="T5" fmla="*/ 0 h 2101"/>
                  <a:gd name="T6" fmla="*/ 0 w 1349"/>
                  <a:gd name="T7" fmla="*/ 0 h 2101"/>
                  <a:gd name="T8" fmla="*/ 0 w 1349"/>
                  <a:gd name="T9" fmla="*/ 0 h 2101"/>
                  <a:gd name="T10" fmla="*/ 0 w 1349"/>
                  <a:gd name="T11" fmla="*/ 0 h 2101"/>
                  <a:gd name="T12" fmla="*/ 0 w 1349"/>
                  <a:gd name="T13" fmla="*/ 0 h 2101"/>
                  <a:gd name="T14" fmla="*/ 0 w 1349"/>
                  <a:gd name="T15" fmla="*/ 0 h 2101"/>
                  <a:gd name="T16" fmla="*/ 0 w 1349"/>
                  <a:gd name="T17" fmla="*/ 0 h 2101"/>
                  <a:gd name="T18" fmla="*/ 0 w 1349"/>
                  <a:gd name="T19" fmla="*/ 0 h 2101"/>
                  <a:gd name="T20" fmla="*/ 0 w 1349"/>
                  <a:gd name="T21" fmla="*/ 0 h 2101"/>
                  <a:gd name="T22" fmla="*/ 0 w 1349"/>
                  <a:gd name="T23" fmla="*/ 0 h 2101"/>
                  <a:gd name="T24" fmla="*/ 0 w 1349"/>
                  <a:gd name="T25" fmla="*/ 0 h 2101"/>
                  <a:gd name="T26" fmla="*/ 0 w 1349"/>
                  <a:gd name="T27" fmla="*/ 0 h 2101"/>
                  <a:gd name="T28" fmla="*/ 0 w 1349"/>
                  <a:gd name="T29" fmla="*/ 0 h 2101"/>
                  <a:gd name="T30" fmla="*/ 0 w 1349"/>
                  <a:gd name="T31" fmla="*/ 0 h 2101"/>
                  <a:gd name="T32" fmla="*/ 0 w 1349"/>
                  <a:gd name="T33" fmla="*/ 0 h 2101"/>
                  <a:gd name="T34" fmla="*/ 0 w 1349"/>
                  <a:gd name="T35" fmla="*/ 0 h 2101"/>
                  <a:gd name="T36" fmla="*/ 0 w 1349"/>
                  <a:gd name="T37" fmla="*/ 0 h 2101"/>
                  <a:gd name="T38" fmla="*/ 0 w 1349"/>
                  <a:gd name="T39" fmla="*/ 0 h 2101"/>
                  <a:gd name="T40" fmla="*/ 0 w 1349"/>
                  <a:gd name="T41" fmla="*/ 0 h 2101"/>
                  <a:gd name="T42" fmla="*/ 0 w 1349"/>
                  <a:gd name="T43" fmla="*/ 0 h 2101"/>
                  <a:gd name="T44" fmla="*/ 0 w 1349"/>
                  <a:gd name="T45" fmla="*/ 0 h 2101"/>
                  <a:gd name="T46" fmla="*/ 0 w 1349"/>
                  <a:gd name="T47" fmla="*/ 0 h 2101"/>
                  <a:gd name="T48" fmla="*/ 0 w 1349"/>
                  <a:gd name="T49" fmla="*/ 0 h 2101"/>
                  <a:gd name="T50" fmla="*/ 0 w 1349"/>
                  <a:gd name="T51" fmla="*/ 0 h 2101"/>
                  <a:gd name="T52" fmla="*/ 0 w 1349"/>
                  <a:gd name="T53" fmla="*/ 0 h 2101"/>
                  <a:gd name="T54" fmla="*/ 0 w 1349"/>
                  <a:gd name="T55" fmla="*/ 0 h 2101"/>
                  <a:gd name="T56" fmla="*/ 0 w 1349"/>
                  <a:gd name="T57" fmla="*/ 0 h 2101"/>
                  <a:gd name="T58" fmla="*/ 0 w 1349"/>
                  <a:gd name="T59" fmla="*/ 0 h 2101"/>
                  <a:gd name="T60" fmla="*/ 0 w 1349"/>
                  <a:gd name="T61" fmla="*/ 0 h 2101"/>
                  <a:gd name="T62" fmla="*/ 0 w 1349"/>
                  <a:gd name="T63" fmla="*/ 0 h 2101"/>
                  <a:gd name="T64" fmla="*/ 0 w 1349"/>
                  <a:gd name="T65" fmla="*/ 0 h 2101"/>
                  <a:gd name="T66" fmla="*/ 0 w 1349"/>
                  <a:gd name="T67" fmla="*/ 0 h 2101"/>
                  <a:gd name="T68" fmla="*/ 0 w 1349"/>
                  <a:gd name="T69" fmla="*/ 0 h 2101"/>
                  <a:gd name="T70" fmla="*/ 0 w 1349"/>
                  <a:gd name="T71" fmla="*/ 0 h 2101"/>
                  <a:gd name="T72" fmla="*/ 0 w 1349"/>
                  <a:gd name="T73" fmla="*/ 0 h 210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49"/>
                  <a:gd name="T112" fmla="*/ 0 h 2101"/>
                  <a:gd name="T113" fmla="*/ 1349 w 1349"/>
                  <a:gd name="T114" fmla="*/ 2101 h 210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49" h="2101">
                    <a:moveTo>
                      <a:pt x="1096" y="0"/>
                    </a:moveTo>
                    <a:lnTo>
                      <a:pt x="771" y="982"/>
                    </a:lnTo>
                    <a:lnTo>
                      <a:pt x="782" y="1103"/>
                    </a:lnTo>
                    <a:lnTo>
                      <a:pt x="987" y="793"/>
                    </a:lnTo>
                    <a:lnTo>
                      <a:pt x="962" y="586"/>
                    </a:lnTo>
                    <a:lnTo>
                      <a:pt x="975" y="538"/>
                    </a:lnTo>
                    <a:lnTo>
                      <a:pt x="1083" y="525"/>
                    </a:lnTo>
                    <a:lnTo>
                      <a:pt x="1217" y="611"/>
                    </a:lnTo>
                    <a:lnTo>
                      <a:pt x="1335" y="203"/>
                    </a:lnTo>
                    <a:lnTo>
                      <a:pt x="1349" y="226"/>
                    </a:lnTo>
                    <a:lnTo>
                      <a:pt x="1241" y="681"/>
                    </a:lnTo>
                    <a:lnTo>
                      <a:pt x="999" y="576"/>
                    </a:lnTo>
                    <a:lnTo>
                      <a:pt x="1024" y="816"/>
                    </a:lnTo>
                    <a:lnTo>
                      <a:pt x="736" y="1238"/>
                    </a:lnTo>
                    <a:lnTo>
                      <a:pt x="553" y="2101"/>
                    </a:lnTo>
                    <a:lnTo>
                      <a:pt x="0" y="2041"/>
                    </a:lnTo>
                    <a:lnTo>
                      <a:pt x="191" y="1907"/>
                    </a:lnTo>
                    <a:lnTo>
                      <a:pt x="265" y="1992"/>
                    </a:lnTo>
                    <a:lnTo>
                      <a:pt x="336" y="1982"/>
                    </a:lnTo>
                    <a:lnTo>
                      <a:pt x="288" y="1837"/>
                    </a:lnTo>
                    <a:lnTo>
                      <a:pt x="395" y="1826"/>
                    </a:lnTo>
                    <a:lnTo>
                      <a:pt x="395" y="1393"/>
                    </a:lnTo>
                    <a:lnTo>
                      <a:pt x="300" y="816"/>
                    </a:lnTo>
                    <a:lnTo>
                      <a:pt x="371" y="477"/>
                    </a:lnTo>
                    <a:lnTo>
                      <a:pt x="623" y="108"/>
                    </a:lnTo>
                    <a:lnTo>
                      <a:pt x="420" y="492"/>
                    </a:lnTo>
                    <a:lnTo>
                      <a:pt x="371" y="901"/>
                    </a:lnTo>
                    <a:lnTo>
                      <a:pt x="470" y="1164"/>
                    </a:lnTo>
                    <a:lnTo>
                      <a:pt x="470" y="925"/>
                    </a:lnTo>
                    <a:lnTo>
                      <a:pt x="661" y="1310"/>
                    </a:lnTo>
                    <a:lnTo>
                      <a:pt x="718" y="1033"/>
                    </a:lnTo>
                    <a:lnTo>
                      <a:pt x="676" y="876"/>
                    </a:lnTo>
                    <a:lnTo>
                      <a:pt x="650" y="323"/>
                    </a:lnTo>
                    <a:lnTo>
                      <a:pt x="718" y="215"/>
                    </a:lnTo>
                    <a:lnTo>
                      <a:pt x="747" y="277"/>
                    </a:lnTo>
                    <a:lnTo>
                      <a:pt x="795" y="696"/>
                    </a:lnTo>
                    <a:lnTo>
                      <a:pt x="109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2" name="Freeform 143">
                <a:extLst>
                  <a:ext uri="{FF2B5EF4-FFF2-40B4-BE49-F238E27FC236}">
                    <a16:creationId xmlns:a16="http://schemas.microsoft.com/office/drawing/2014/main" id="{794074FE-7BA4-1A44-822F-2AE5833C4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954"/>
                <a:ext cx="109" cy="71"/>
              </a:xfrm>
              <a:custGeom>
                <a:avLst/>
                <a:gdLst>
                  <a:gd name="T0" fmla="*/ 0 w 870"/>
                  <a:gd name="T1" fmla="*/ 0 h 565"/>
                  <a:gd name="T2" fmla="*/ 0 w 870"/>
                  <a:gd name="T3" fmla="*/ 0 h 565"/>
                  <a:gd name="T4" fmla="*/ 0 w 870"/>
                  <a:gd name="T5" fmla="*/ 0 h 565"/>
                  <a:gd name="T6" fmla="*/ 0 w 870"/>
                  <a:gd name="T7" fmla="*/ 0 h 565"/>
                  <a:gd name="T8" fmla="*/ 0 w 870"/>
                  <a:gd name="T9" fmla="*/ 0 h 565"/>
                  <a:gd name="T10" fmla="*/ 0 w 870"/>
                  <a:gd name="T11" fmla="*/ 0 h 565"/>
                  <a:gd name="T12" fmla="*/ 0 w 870"/>
                  <a:gd name="T13" fmla="*/ 0 h 565"/>
                  <a:gd name="T14" fmla="*/ 0 w 870"/>
                  <a:gd name="T15" fmla="*/ 0 h 565"/>
                  <a:gd name="T16" fmla="*/ 0 w 870"/>
                  <a:gd name="T17" fmla="*/ 0 h 565"/>
                  <a:gd name="T18" fmla="*/ 0 w 870"/>
                  <a:gd name="T19" fmla="*/ 0 h 565"/>
                  <a:gd name="T20" fmla="*/ 0 w 870"/>
                  <a:gd name="T21" fmla="*/ 0 h 565"/>
                  <a:gd name="T22" fmla="*/ 0 w 870"/>
                  <a:gd name="T23" fmla="*/ 0 h 565"/>
                  <a:gd name="T24" fmla="*/ 0 w 870"/>
                  <a:gd name="T25" fmla="*/ 0 h 565"/>
                  <a:gd name="T26" fmla="*/ 0 w 870"/>
                  <a:gd name="T27" fmla="*/ 0 h 565"/>
                  <a:gd name="T28" fmla="*/ 0 w 870"/>
                  <a:gd name="T29" fmla="*/ 0 h 565"/>
                  <a:gd name="T30" fmla="*/ 0 w 870"/>
                  <a:gd name="T31" fmla="*/ 0 h 5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70"/>
                  <a:gd name="T49" fmla="*/ 0 h 565"/>
                  <a:gd name="T50" fmla="*/ 870 w 870"/>
                  <a:gd name="T51" fmla="*/ 565 h 5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70" h="565">
                    <a:moveTo>
                      <a:pt x="123" y="565"/>
                    </a:moveTo>
                    <a:lnTo>
                      <a:pt x="492" y="361"/>
                    </a:lnTo>
                    <a:lnTo>
                      <a:pt x="870" y="288"/>
                    </a:lnTo>
                    <a:lnTo>
                      <a:pt x="618" y="121"/>
                    </a:lnTo>
                    <a:lnTo>
                      <a:pt x="389" y="0"/>
                    </a:lnTo>
                    <a:lnTo>
                      <a:pt x="450" y="121"/>
                    </a:lnTo>
                    <a:lnTo>
                      <a:pt x="341" y="264"/>
                    </a:lnTo>
                    <a:lnTo>
                      <a:pt x="290" y="251"/>
                    </a:lnTo>
                    <a:lnTo>
                      <a:pt x="254" y="193"/>
                    </a:lnTo>
                    <a:lnTo>
                      <a:pt x="254" y="407"/>
                    </a:lnTo>
                    <a:lnTo>
                      <a:pt x="123" y="506"/>
                    </a:lnTo>
                    <a:lnTo>
                      <a:pt x="86" y="239"/>
                    </a:lnTo>
                    <a:lnTo>
                      <a:pt x="97" y="506"/>
                    </a:lnTo>
                    <a:lnTo>
                      <a:pt x="0" y="422"/>
                    </a:lnTo>
                    <a:lnTo>
                      <a:pt x="74" y="541"/>
                    </a:lnTo>
                    <a:lnTo>
                      <a:pt x="123" y="5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3" name="Freeform 144">
                <a:extLst>
                  <a:ext uri="{FF2B5EF4-FFF2-40B4-BE49-F238E27FC236}">
                    <a16:creationId xmlns:a16="http://schemas.microsoft.com/office/drawing/2014/main" id="{A8C733CB-399E-4645-8BB2-93FC42C8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900"/>
                <a:ext cx="68" cy="105"/>
              </a:xfrm>
              <a:custGeom>
                <a:avLst/>
                <a:gdLst>
                  <a:gd name="T0" fmla="*/ 0 w 540"/>
                  <a:gd name="T1" fmla="*/ 0 h 839"/>
                  <a:gd name="T2" fmla="*/ 0 w 540"/>
                  <a:gd name="T3" fmla="*/ 0 h 839"/>
                  <a:gd name="T4" fmla="*/ 0 w 540"/>
                  <a:gd name="T5" fmla="*/ 0 h 839"/>
                  <a:gd name="T6" fmla="*/ 0 w 540"/>
                  <a:gd name="T7" fmla="*/ 0 h 839"/>
                  <a:gd name="T8" fmla="*/ 0 w 540"/>
                  <a:gd name="T9" fmla="*/ 0 h 839"/>
                  <a:gd name="T10" fmla="*/ 0 w 540"/>
                  <a:gd name="T11" fmla="*/ 0 h 839"/>
                  <a:gd name="T12" fmla="*/ 0 w 540"/>
                  <a:gd name="T13" fmla="*/ 0 h 839"/>
                  <a:gd name="T14" fmla="*/ 0 w 540"/>
                  <a:gd name="T15" fmla="*/ 0 h 839"/>
                  <a:gd name="T16" fmla="*/ 0 w 540"/>
                  <a:gd name="T17" fmla="*/ 0 h 839"/>
                  <a:gd name="T18" fmla="*/ 0 w 540"/>
                  <a:gd name="T19" fmla="*/ 0 h 839"/>
                  <a:gd name="T20" fmla="*/ 0 w 540"/>
                  <a:gd name="T21" fmla="*/ 0 h 839"/>
                  <a:gd name="T22" fmla="*/ 0 w 540"/>
                  <a:gd name="T23" fmla="*/ 0 h 839"/>
                  <a:gd name="T24" fmla="*/ 0 w 540"/>
                  <a:gd name="T25" fmla="*/ 0 h 839"/>
                  <a:gd name="T26" fmla="*/ 0 w 540"/>
                  <a:gd name="T27" fmla="*/ 0 h 8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0"/>
                  <a:gd name="T43" fmla="*/ 0 h 839"/>
                  <a:gd name="T44" fmla="*/ 540 w 540"/>
                  <a:gd name="T45" fmla="*/ 839 h 8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0" h="839">
                    <a:moveTo>
                      <a:pt x="191" y="839"/>
                    </a:moveTo>
                    <a:lnTo>
                      <a:pt x="277" y="745"/>
                    </a:lnTo>
                    <a:lnTo>
                      <a:pt x="301" y="602"/>
                    </a:lnTo>
                    <a:lnTo>
                      <a:pt x="540" y="443"/>
                    </a:lnTo>
                    <a:lnTo>
                      <a:pt x="413" y="491"/>
                    </a:lnTo>
                    <a:lnTo>
                      <a:pt x="48" y="443"/>
                    </a:lnTo>
                    <a:lnTo>
                      <a:pt x="59" y="203"/>
                    </a:lnTo>
                    <a:lnTo>
                      <a:pt x="59" y="0"/>
                    </a:lnTo>
                    <a:lnTo>
                      <a:pt x="35" y="10"/>
                    </a:lnTo>
                    <a:lnTo>
                      <a:pt x="35" y="217"/>
                    </a:lnTo>
                    <a:lnTo>
                      <a:pt x="0" y="529"/>
                    </a:lnTo>
                    <a:lnTo>
                      <a:pt x="265" y="565"/>
                    </a:lnTo>
                    <a:lnTo>
                      <a:pt x="191" y="817"/>
                    </a:lnTo>
                    <a:lnTo>
                      <a:pt x="191" y="8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4" name="Freeform 145">
                <a:extLst>
                  <a:ext uri="{FF2B5EF4-FFF2-40B4-BE49-F238E27FC236}">
                    <a16:creationId xmlns:a16="http://schemas.microsoft.com/office/drawing/2014/main" id="{3DFB2958-3CDA-C14E-9813-B8AE741AB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82"/>
                <a:ext cx="21" cy="31"/>
              </a:xfrm>
              <a:custGeom>
                <a:avLst/>
                <a:gdLst>
                  <a:gd name="T0" fmla="*/ 0 w 168"/>
                  <a:gd name="T1" fmla="*/ 0 h 255"/>
                  <a:gd name="T2" fmla="*/ 0 w 168"/>
                  <a:gd name="T3" fmla="*/ 0 h 255"/>
                  <a:gd name="T4" fmla="*/ 0 w 168"/>
                  <a:gd name="T5" fmla="*/ 0 h 255"/>
                  <a:gd name="T6" fmla="*/ 0 w 168"/>
                  <a:gd name="T7" fmla="*/ 0 h 255"/>
                  <a:gd name="T8" fmla="*/ 0 w 168"/>
                  <a:gd name="T9" fmla="*/ 0 h 2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255"/>
                  <a:gd name="T17" fmla="*/ 168 w 168"/>
                  <a:gd name="T18" fmla="*/ 255 h 2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255">
                    <a:moveTo>
                      <a:pt x="60" y="0"/>
                    </a:moveTo>
                    <a:lnTo>
                      <a:pt x="168" y="255"/>
                    </a:lnTo>
                    <a:lnTo>
                      <a:pt x="95" y="255"/>
                    </a:lnTo>
                    <a:lnTo>
                      <a:pt x="0" y="24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5" name="Freeform 146">
                <a:extLst>
                  <a:ext uri="{FF2B5EF4-FFF2-40B4-BE49-F238E27FC236}">
                    <a16:creationId xmlns:a16="http://schemas.microsoft.com/office/drawing/2014/main" id="{E1893762-6E16-A04A-9F4D-25B11185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02"/>
                <a:ext cx="108" cy="62"/>
              </a:xfrm>
              <a:custGeom>
                <a:avLst/>
                <a:gdLst>
                  <a:gd name="T0" fmla="*/ 0 w 865"/>
                  <a:gd name="T1" fmla="*/ 0 h 498"/>
                  <a:gd name="T2" fmla="*/ 0 w 865"/>
                  <a:gd name="T3" fmla="*/ 0 h 498"/>
                  <a:gd name="T4" fmla="*/ 0 w 865"/>
                  <a:gd name="T5" fmla="*/ 0 h 498"/>
                  <a:gd name="T6" fmla="*/ 0 w 865"/>
                  <a:gd name="T7" fmla="*/ 0 h 498"/>
                  <a:gd name="T8" fmla="*/ 0 w 865"/>
                  <a:gd name="T9" fmla="*/ 0 h 498"/>
                  <a:gd name="T10" fmla="*/ 0 w 865"/>
                  <a:gd name="T11" fmla="*/ 0 h 498"/>
                  <a:gd name="T12" fmla="*/ 0 w 865"/>
                  <a:gd name="T13" fmla="*/ 0 h 498"/>
                  <a:gd name="T14" fmla="*/ 0 w 865"/>
                  <a:gd name="T15" fmla="*/ 0 h 498"/>
                  <a:gd name="T16" fmla="*/ 0 w 865"/>
                  <a:gd name="T17" fmla="*/ 0 h 498"/>
                  <a:gd name="T18" fmla="*/ 0 w 865"/>
                  <a:gd name="T19" fmla="*/ 0 h 498"/>
                  <a:gd name="T20" fmla="*/ 0 w 865"/>
                  <a:gd name="T21" fmla="*/ 0 h 498"/>
                  <a:gd name="T22" fmla="*/ 0 w 865"/>
                  <a:gd name="T23" fmla="*/ 0 h 498"/>
                  <a:gd name="T24" fmla="*/ 0 w 865"/>
                  <a:gd name="T25" fmla="*/ 0 h 498"/>
                  <a:gd name="T26" fmla="*/ 0 w 865"/>
                  <a:gd name="T27" fmla="*/ 0 h 498"/>
                  <a:gd name="T28" fmla="*/ 0 w 865"/>
                  <a:gd name="T29" fmla="*/ 0 h 498"/>
                  <a:gd name="T30" fmla="*/ 0 w 865"/>
                  <a:gd name="T31" fmla="*/ 0 h 498"/>
                  <a:gd name="T32" fmla="*/ 0 w 865"/>
                  <a:gd name="T33" fmla="*/ 0 h 498"/>
                  <a:gd name="T34" fmla="*/ 0 w 865"/>
                  <a:gd name="T35" fmla="*/ 0 h 498"/>
                  <a:gd name="T36" fmla="*/ 0 w 865"/>
                  <a:gd name="T37" fmla="*/ 0 h 498"/>
                  <a:gd name="T38" fmla="*/ 0 w 865"/>
                  <a:gd name="T39" fmla="*/ 0 h 498"/>
                  <a:gd name="T40" fmla="*/ 0 w 865"/>
                  <a:gd name="T41" fmla="*/ 0 h 498"/>
                  <a:gd name="T42" fmla="*/ 0 w 865"/>
                  <a:gd name="T43" fmla="*/ 0 h 49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65"/>
                  <a:gd name="T67" fmla="*/ 0 h 498"/>
                  <a:gd name="T68" fmla="*/ 865 w 865"/>
                  <a:gd name="T69" fmla="*/ 498 h 49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65" h="498">
                    <a:moveTo>
                      <a:pt x="865" y="0"/>
                    </a:moveTo>
                    <a:lnTo>
                      <a:pt x="805" y="498"/>
                    </a:lnTo>
                    <a:lnTo>
                      <a:pt x="791" y="414"/>
                    </a:lnTo>
                    <a:lnTo>
                      <a:pt x="685" y="408"/>
                    </a:lnTo>
                    <a:lnTo>
                      <a:pt x="468" y="330"/>
                    </a:lnTo>
                    <a:lnTo>
                      <a:pt x="390" y="295"/>
                    </a:lnTo>
                    <a:lnTo>
                      <a:pt x="307" y="302"/>
                    </a:lnTo>
                    <a:lnTo>
                      <a:pt x="254" y="302"/>
                    </a:lnTo>
                    <a:lnTo>
                      <a:pt x="186" y="344"/>
                    </a:lnTo>
                    <a:lnTo>
                      <a:pt x="99" y="364"/>
                    </a:lnTo>
                    <a:lnTo>
                      <a:pt x="46" y="410"/>
                    </a:lnTo>
                    <a:lnTo>
                      <a:pt x="0" y="408"/>
                    </a:lnTo>
                    <a:lnTo>
                      <a:pt x="46" y="390"/>
                    </a:lnTo>
                    <a:lnTo>
                      <a:pt x="90" y="348"/>
                    </a:lnTo>
                    <a:lnTo>
                      <a:pt x="199" y="313"/>
                    </a:lnTo>
                    <a:lnTo>
                      <a:pt x="272" y="275"/>
                    </a:lnTo>
                    <a:lnTo>
                      <a:pt x="390" y="265"/>
                    </a:lnTo>
                    <a:lnTo>
                      <a:pt x="428" y="247"/>
                    </a:lnTo>
                    <a:lnTo>
                      <a:pt x="470" y="288"/>
                    </a:lnTo>
                    <a:lnTo>
                      <a:pt x="703" y="355"/>
                    </a:lnTo>
                    <a:lnTo>
                      <a:pt x="797" y="355"/>
                    </a:lnTo>
                    <a:lnTo>
                      <a:pt x="8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6" name="Freeform 147">
                <a:extLst>
                  <a:ext uri="{FF2B5EF4-FFF2-40B4-BE49-F238E27FC236}">
                    <a16:creationId xmlns:a16="http://schemas.microsoft.com/office/drawing/2014/main" id="{E84437CF-41AE-4A47-B220-69D22B76B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90"/>
                <a:ext cx="105" cy="60"/>
              </a:xfrm>
              <a:custGeom>
                <a:avLst/>
                <a:gdLst>
                  <a:gd name="T0" fmla="*/ 0 w 844"/>
                  <a:gd name="T1" fmla="*/ 0 h 477"/>
                  <a:gd name="T2" fmla="*/ 0 w 844"/>
                  <a:gd name="T3" fmla="*/ 0 h 477"/>
                  <a:gd name="T4" fmla="*/ 0 w 844"/>
                  <a:gd name="T5" fmla="*/ 0 h 477"/>
                  <a:gd name="T6" fmla="*/ 0 w 844"/>
                  <a:gd name="T7" fmla="*/ 0 h 477"/>
                  <a:gd name="T8" fmla="*/ 0 w 844"/>
                  <a:gd name="T9" fmla="*/ 0 h 477"/>
                  <a:gd name="T10" fmla="*/ 0 w 844"/>
                  <a:gd name="T11" fmla="*/ 0 h 477"/>
                  <a:gd name="T12" fmla="*/ 0 w 844"/>
                  <a:gd name="T13" fmla="*/ 0 h 477"/>
                  <a:gd name="T14" fmla="*/ 0 w 844"/>
                  <a:gd name="T15" fmla="*/ 0 h 477"/>
                  <a:gd name="T16" fmla="*/ 0 w 844"/>
                  <a:gd name="T17" fmla="*/ 0 h 477"/>
                  <a:gd name="T18" fmla="*/ 0 w 844"/>
                  <a:gd name="T19" fmla="*/ 0 h 477"/>
                  <a:gd name="T20" fmla="*/ 0 w 844"/>
                  <a:gd name="T21" fmla="*/ 0 h 477"/>
                  <a:gd name="T22" fmla="*/ 0 w 844"/>
                  <a:gd name="T23" fmla="*/ 0 h 477"/>
                  <a:gd name="T24" fmla="*/ 0 w 844"/>
                  <a:gd name="T25" fmla="*/ 0 h 477"/>
                  <a:gd name="T26" fmla="*/ 0 w 844"/>
                  <a:gd name="T27" fmla="*/ 0 h 477"/>
                  <a:gd name="T28" fmla="*/ 0 w 844"/>
                  <a:gd name="T29" fmla="*/ 0 h 477"/>
                  <a:gd name="T30" fmla="*/ 0 w 844"/>
                  <a:gd name="T31" fmla="*/ 0 h 477"/>
                  <a:gd name="T32" fmla="*/ 0 w 844"/>
                  <a:gd name="T33" fmla="*/ 0 h 477"/>
                  <a:gd name="T34" fmla="*/ 0 w 844"/>
                  <a:gd name="T35" fmla="*/ 0 h 477"/>
                  <a:gd name="T36" fmla="*/ 0 w 844"/>
                  <a:gd name="T37" fmla="*/ 0 h 477"/>
                  <a:gd name="T38" fmla="*/ 0 w 844"/>
                  <a:gd name="T39" fmla="*/ 0 h 477"/>
                  <a:gd name="T40" fmla="*/ 0 w 844"/>
                  <a:gd name="T41" fmla="*/ 0 h 477"/>
                  <a:gd name="T42" fmla="*/ 0 w 844"/>
                  <a:gd name="T43" fmla="*/ 0 h 477"/>
                  <a:gd name="T44" fmla="*/ 0 w 844"/>
                  <a:gd name="T45" fmla="*/ 0 h 477"/>
                  <a:gd name="T46" fmla="*/ 0 w 844"/>
                  <a:gd name="T47" fmla="*/ 0 h 4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44"/>
                  <a:gd name="T73" fmla="*/ 0 h 477"/>
                  <a:gd name="T74" fmla="*/ 844 w 844"/>
                  <a:gd name="T75" fmla="*/ 477 h 47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44" h="477">
                    <a:moveTo>
                      <a:pt x="844" y="148"/>
                    </a:moveTo>
                    <a:lnTo>
                      <a:pt x="385" y="0"/>
                    </a:lnTo>
                    <a:lnTo>
                      <a:pt x="66" y="182"/>
                    </a:lnTo>
                    <a:lnTo>
                      <a:pt x="44" y="214"/>
                    </a:lnTo>
                    <a:lnTo>
                      <a:pt x="0" y="431"/>
                    </a:lnTo>
                    <a:lnTo>
                      <a:pt x="0" y="477"/>
                    </a:lnTo>
                    <a:lnTo>
                      <a:pt x="43" y="394"/>
                    </a:lnTo>
                    <a:lnTo>
                      <a:pt x="44" y="361"/>
                    </a:lnTo>
                    <a:lnTo>
                      <a:pt x="165" y="319"/>
                    </a:lnTo>
                    <a:lnTo>
                      <a:pt x="269" y="238"/>
                    </a:lnTo>
                    <a:lnTo>
                      <a:pt x="394" y="182"/>
                    </a:lnTo>
                    <a:lnTo>
                      <a:pt x="279" y="205"/>
                    </a:lnTo>
                    <a:lnTo>
                      <a:pt x="68" y="290"/>
                    </a:lnTo>
                    <a:lnTo>
                      <a:pt x="89" y="221"/>
                    </a:lnTo>
                    <a:lnTo>
                      <a:pt x="347" y="84"/>
                    </a:lnTo>
                    <a:lnTo>
                      <a:pt x="97" y="191"/>
                    </a:lnTo>
                    <a:lnTo>
                      <a:pt x="128" y="159"/>
                    </a:lnTo>
                    <a:lnTo>
                      <a:pt x="385" y="20"/>
                    </a:lnTo>
                    <a:lnTo>
                      <a:pt x="418" y="34"/>
                    </a:lnTo>
                    <a:lnTo>
                      <a:pt x="385" y="78"/>
                    </a:lnTo>
                    <a:lnTo>
                      <a:pt x="426" y="84"/>
                    </a:lnTo>
                    <a:lnTo>
                      <a:pt x="426" y="139"/>
                    </a:lnTo>
                    <a:lnTo>
                      <a:pt x="843" y="178"/>
                    </a:lnTo>
                    <a:lnTo>
                      <a:pt x="844" y="1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7" name="Freeform 148">
                <a:extLst>
                  <a:ext uri="{FF2B5EF4-FFF2-40B4-BE49-F238E27FC236}">
                    <a16:creationId xmlns:a16="http://schemas.microsoft.com/office/drawing/2014/main" id="{ADF517AC-B131-C441-A6F7-A9E12E52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851"/>
                <a:ext cx="89" cy="56"/>
              </a:xfrm>
              <a:custGeom>
                <a:avLst/>
                <a:gdLst>
                  <a:gd name="T0" fmla="*/ 0 w 715"/>
                  <a:gd name="T1" fmla="*/ 0 h 443"/>
                  <a:gd name="T2" fmla="*/ 0 w 715"/>
                  <a:gd name="T3" fmla="*/ 0 h 443"/>
                  <a:gd name="T4" fmla="*/ 0 w 715"/>
                  <a:gd name="T5" fmla="*/ 0 h 443"/>
                  <a:gd name="T6" fmla="*/ 0 w 715"/>
                  <a:gd name="T7" fmla="*/ 0 h 443"/>
                  <a:gd name="T8" fmla="*/ 0 w 715"/>
                  <a:gd name="T9" fmla="*/ 0 h 443"/>
                  <a:gd name="T10" fmla="*/ 0 w 715"/>
                  <a:gd name="T11" fmla="*/ 0 h 443"/>
                  <a:gd name="T12" fmla="*/ 0 w 715"/>
                  <a:gd name="T13" fmla="*/ 0 h 443"/>
                  <a:gd name="T14" fmla="*/ 0 w 715"/>
                  <a:gd name="T15" fmla="*/ 0 h 4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15"/>
                  <a:gd name="T25" fmla="*/ 0 h 443"/>
                  <a:gd name="T26" fmla="*/ 715 w 715"/>
                  <a:gd name="T27" fmla="*/ 443 h 4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15" h="443">
                    <a:moveTo>
                      <a:pt x="715" y="0"/>
                    </a:moveTo>
                    <a:lnTo>
                      <a:pt x="0" y="257"/>
                    </a:lnTo>
                    <a:lnTo>
                      <a:pt x="0" y="383"/>
                    </a:lnTo>
                    <a:lnTo>
                      <a:pt x="155" y="443"/>
                    </a:lnTo>
                    <a:lnTo>
                      <a:pt x="139" y="374"/>
                    </a:lnTo>
                    <a:lnTo>
                      <a:pt x="42" y="273"/>
                    </a:lnTo>
                    <a:lnTo>
                      <a:pt x="715" y="12"/>
                    </a:lnTo>
                    <a:lnTo>
                      <a:pt x="7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8" name="Freeform 149">
                <a:extLst>
                  <a:ext uri="{FF2B5EF4-FFF2-40B4-BE49-F238E27FC236}">
                    <a16:creationId xmlns:a16="http://schemas.microsoft.com/office/drawing/2014/main" id="{F3B5C45E-57B6-5547-966B-7C4A73741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890"/>
                <a:ext cx="51" cy="57"/>
              </a:xfrm>
              <a:custGeom>
                <a:avLst/>
                <a:gdLst>
                  <a:gd name="T0" fmla="*/ 0 w 401"/>
                  <a:gd name="T1" fmla="*/ 0 h 451"/>
                  <a:gd name="T2" fmla="*/ 0 w 401"/>
                  <a:gd name="T3" fmla="*/ 0 h 451"/>
                  <a:gd name="T4" fmla="*/ 0 w 401"/>
                  <a:gd name="T5" fmla="*/ 0 h 451"/>
                  <a:gd name="T6" fmla="*/ 0 w 401"/>
                  <a:gd name="T7" fmla="*/ 0 h 451"/>
                  <a:gd name="T8" fmla="*/ 0 w 401"/>
                  <a:gd name="T9" fmla="*/ 0 h 451"/>
                  <a:gd name="T10" fmla="*/ 0 w 401"/>
                  <a:gd name="T11" fmla="*/ 0 h 451"/>
                  <a:gd name="T12" fmla="*/ 0 w 401"/>
                  <a:gd name="T13" fmla="*/ 0 h 451"/>
                  <a:gd name="T14" fmla="*/ 0 w 401"/>
                  <a:gd name="T15" fmla="*/ 0 h 451"/>
                  <a:gd name="T16" fmla="*/ 0 w 401"/>
                  <a:gd name="T17" fmla="*/ 0 h 451"/>
                  <a:gd name="T18" fmla="*/ 0 w 401"/>
                  <a:gd name="T19" fmla="*/ 0 h 451"/>
                  <a:gd name="T20" fmla="*/ 0 w 401"/>
                  <a:gd name="T21" fmla="*/ 0 h 451"/>
                  <a:gd name="T22" fmla="*/ 0 w 401"/>
                  <a:gd name="T23" fmla="*/ 0 h 451"/>
                  <a:gd name="T24" fmla="*/ 0 w 401"/>
                  <a:gd name="T25" fmla="*/ 0 h 4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1"/>
                  <a:gd name="T40" fmla="*/ 0 h 451"/>
                  <a:gd name="T41" fmla="*/ 401 w 401"/>
                  <a:gd name="T42" fmla="*/ 451 h 45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1" h="451">
                    <a:moveTo>
                      <a:pt x="401" y="20"/>
                    </a:moveTo>
                    <a:lnTo>
                      <a:pt x="292" y="20"/>
                    </a:lnTo>
                    <a:lnTo>
                      <a:pt x="120" y="0"/>
                    </a:lnTo>
                    <a:lnTo>
                      <a:pt x="23" y="148"/>
                    </a:lnTo>
                    <a:lnTo>
                      <a:pt x="0" y="378"/>
                    </a:lnTo>
                    <a:lnTo>
                      <a:pt x="65" y="451"/>
                    </a:lnTo>
                    <a:lnTo>
                      <a:pt x="69" y="413"/>
                    </a:lnTo>
                    <a:lnTo>
                      <a:pt x="72" y="378"/>
                    </a:lnTo>
                    <a:lnTo>
                      <a:pt x="25" y="367"/>
                    </a:lnTo>
                    <a:lnTo>
                      <a:pt x="43" y="161"/>
                    </a:lnTo>
                    <a:lnTo>
                      <a:pt x="131" y="23"/>
                    </a:lnTo>
                    <a:lnTo>
                      <a:pt x="304" y="34"/>
                    </a:lnTo>
                    <a:lnTo>
                      <a:pt x="40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09" name="Freeform 150">
                <a:extLst>
                  <a:ext uri="{FF2B5EF4-FFF2-40B4-BE49-F238E27FC236}">
                    <a16:creationId xmlns:a16="http://schemas.microsoft.com/office/drawing/2014/main" id="{766EC868-B3EE-694B-B9A6-D864E539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893"/>
                <a:ext cx="33" cy="52"/>
              </a:xfrm>
              <a:custGeom>
                <a:avLst/>
                <a:gdLst>
                  <a:gd name="T0" fmla="*/ 0 w 268"/>
                  <a:gd name="T1" fmla="*/ 0 h 420"/>
                  <a:gd name="T2" fmla="*/ 0 w 268"/>
                  <a:gd name="T3" fmla="*/ 0 h 420"/>
                  <a:gd name="T4" fmla="*/ 0 w 268"/>
                  <a:gd name="T5" fmla="*/ 0 h 420"/>
                  <a:gd name="T6" fmla="*/ 0 w 268"/>
                  <a:gd name="T7" fmla="*/ 0 h 420"/>
                  <a:gd name="T8" fmla="*/ 0 w 268"/>
                  <a:gd name="T9" fmla="*/ 0 h 420"/>
                  <a:gd name="T10" fmla="*/ 0 w 268"/>
                  <a:gd name="T11" fmla="*/ 0 h 420"/>
                  <a:gd name="T12" fmla="*/ 0 w 268"/>
                  <a:gd name="T13" fmla="*/ 0 h 420"/>
                  <a:gd name="T14" fmla="*/ 0 w 268"/>
                  <a:gd name="T15" fmla="*/ 0 h 420"/>
                  <a:gd name="T16" fmla="*/ 0 w 268"/>
                  <a:gd name="T17" fmla="*/ 0 h 420"/>
                  <a:gd name="T18" fmla="*/ 0 w 268"/>
                  <a:gd name="T19" fmla="*/ 0 h 420"/>
                  <a:gd name="T20" fmla="*/ 0 w 268"/>
                  <a:gd name="T21" fmla="*/ 0 h 420"/>
                  <a:gd name="T22" fmla="*/ 0 w 268"/>
                  <a:gd name="T23" fmla="*/ 0 h 420"/>
                  <a:gd name="T24" fmla="*/ 0 w 268"/>
                  <a:gd name="T25" fmla="*/ 0 h 420"/>
                  <a:gd name="T26" fmla="*/ 0 w 268"/>
                  <a:gd name="T27" fmla="*/ 0 h 420"/>
                  <a:gd name="T28" fmla="*/ 0 w 268"/>
                  <a:gd name="T29" fmla="*/ 0 h 420"/>
                  <a:gd name="T30" fmla="*/ 0 w 268"/>
                  <a:gd name="T31" fmla="*/ 0 h 420"/>
                  <a:gd name="T32" fmla="*/ 0 w 268"/>
                  <a:gd name="T33" fmla="*/ 0 h 420"/>
                  <a:gd name="T34" fmla="*/ 0 w 268"/>
                  <a:gd name="T35" fmla="*/ 0 h 420"/>
                  <a:gd name="T36" fmla="*/ 0 w 268"/>
                  <a:gd name="T37" fmla="*/ 0 h 420"/>
                  <a:gd name="T38" fmla="*/ 0 w 268"/>
                  <a:gd name="T39" fmla="*/ 0 h 420"/>
                  <a:gd name="T40" fmla="*/ 0 w 268"/>
                  <a:gd name="T41" fmla="*/ 0 h 4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8"/>
                  <a:gd name="T64" fmla="*/ 0 h 420"/>
                  <a:gd name="T65" fmla="*/ 268 w 268"/>
                  <a:gd name="T66" fmla="*/ 420 h 4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8" h="420">
                    <a:moveTo>
                      <a:pt x="268" y="0"/>
                    </a:moveTo>
                    <a:lnTo>
                      <a:pt x="196" y="0"/>
                    </a:lnTo>
                    <a:lnTo>
                      <a:pt x="141" y="31"/>
                    </a:lnTo>
                    <a:lnTo>
                      <a:pt x="88" y="42"/>
                    </a:lnTo>
                    <a:lnTo>
                      <a:pt x="0" y="194"/>
                    </a:lnTo>
                    <a:lnTo>
                      <a:pt x="46" y="319"/>
                    </a:lnTo>
                    <a:lnTo>
                      <a:pt x="92" y="328"/>
                    </a:lnTo>
                    <a:lnTo>
                      <a:pt x="124" y="381"/>
                    </a:lnTo>
                    <a:lnTo>
                      <a:pt x="228" y="420"/>
                    </a:lnTo>
                    <a:lnTo>
                      <a:pt x="182" y="358"/>
                    </a:lnTo>
                    <a:lnTo>
                      <a:pt x="124" y="337"/>
                    </a:lnTo>
                    <a:lnTo>
                      <a:pt x="99" y="288"/>
                    </a:lnTo>
                    <a:lnTo>
                      <a:pt x="112" y="119"/>
                    </a:lnTo>
                    <a:lnTo>
                      <a:pt x="134" y="68"/>
                    </a:lnTo>
                    <a:lnTo>
                      <a:pt x="108" y="106"/>
                    </a:lnTo>
                    <a:lnTo>
                      <a:pt x="64" y="227"/>
                    </a:lnTo>
                    <a:lnTo>
                      <a:pt x="37" y="171"/>
                    </a:lnTo>
                    <a:lnTo>
                      <a:pt x="92" y="58"/>
                    </a:lnTo>
                    <a:lnTo>
                      <a:pt x="145" y="42"/>
                    </a:lnTo>
                    <a:lnTo>
                      <a:pt x="207" y="3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0" name="Freeform 151">
                <a:extLst>
                  <a:ext uri="{FF2B5EF4-FFF2-40B4-BE49-F238E27FC236}">
                    <a16:creationId xmlns:a16="http://schemas.microsoft.com/office/drawing/2014/main" id="{EC63EC39-1689-6248-A19E-BDED10B0D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38"/>
                <a:ext cx="50" cy="11"/>
              </a:xfrm>
              <a:custGeom>
                <a:avLst/>
                <a:gdLst>
                  <a:gd name="T0" fmla="*/ 0 w 402"/>
                  <a:gd name="T1" fmla="*/ 0 h 90"/>
                  <a:gd name="T2" fmla="*/ 0 w 402"/>
                  <a:gd name="T3" fmla="*/ 0 h 90"/>
                  <a:gd name="T4" fmla="*/ 0 w 402"/>
                  <a:gd name="T5" fmla="*/ 0 h 90"/>
                  <a:gd name="T6" fmla="*/ 0 w 402"/>
                  <a:gd name="T7" fmla="*/ 0 h 90"/>
                  <a:gd name="T8" fmla="*/ 0 w 402"/>
                  <a:gd name="T9" fmla="*/ 0 h 90"/>
                  <a:gd name="T10" fmla="*/ 0 w 402"/>
                  <a:gd name="T11" fmla="*/ 0 h 90"/>
                  <a:gd name="T12" fmla="*/ 0 w 402"/>
                  <a:gd name="T13" fmla="*/ 0 h 90"/>
                  <a:gd name="T14" fmla="*/ 0 w 402"/>
                  <a:gd name="T15" fmla="*/ 0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2"/>
                  <a:gd name="T25" fmla="*/ 0 h 90"/>
                  <a:gd name="T26" fmla="*/ 402 w 402"/>
                  <a:gd name="T27" fmla="*/ 90 h 9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2" h="90">
                    <a:moveTo>
                      <a:pt x="402" y="90"/>
                    </a:moveTo>
                    <a:lnTo>
                      <a:pt x="277" y="83"/>
                    </a:lnTo>
                    <a:lnTo>
                      <a:pt x="139" y="58"/>
                    </a:lnTo>
                    <a:lnTo>
                      <a:pt x="0" y="53"/>
                    </a:lnTo>
                    <a:lnTo>
                      <a:pt x="33" y="27"/>
                    </a:lnTo>
                    <a:lnTo>
                      <a:pt x="96" y="0"/>
                    </a:lnTo>
                    <a:lnTo>
                      <a:pt x="220" y="2"/>
                    </a:lnTo>
                    <a:lnTo>
                      <a:pt x="402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1" name="Freeform 152">
                <a:extLst>
                  <a:ext uri="{FF2B5EF4-FFF2-40B4-BE49-F238E27FC236}">
                    <a16:creationId xmlns:a16="http://schemas.microsoft.com/office/drawing/2014/main" id="{46BB6BAA-0D35-7644-9343-6A0A4A3E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38"/>
                <a:ext cx="675" cy="278"/>
              </a:xfrm>
              <a:custGeom>
                <a:avLst/>
                <a:gdLst>
                  <a:gd name="T0" fmla="*/ 0 w 5401"/>
                  <a:gd name="T1" fmla="*/ 0 h 2225"/>
                  <a:gd name="T2" fmla="*/ 0 w 5401"/>
                  <a:gd name="T3" fmla="*/ 0 h 2225"/>
                  <a:gd name="T4" fmla="*/ 0 w 5401"/>
                  <a:gd name="T5" fmla="*/ 0 h 2225"/>
                  <a:gd name="T6" fmla="*/ 0 w 5401"/>
                  <a:gd name="T7" fmla="*/ 0 h 2225"/>
                  <a:gd name="T8" fmla="*/ 0 w 5401"/>
                  <a:gd name="T9" fmla="*/ 0 h 2225"/>
                  <a:gd name="T10" fmla="*/ 0 w 5401"/>
                  <a:gd name="T11" fmla="*/ 0 h 2225"/>
                  <a:gd name="T12" fmla="*/ 0 w 5401"/>
                  <a:gd name="T13" fmla="*/ 0 h 2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01"/>
                  <a:gd name="T22" fmla="*/ 0 h 2225"/>
                  <a:gd name="T23" fmla="*/ 5401 w 5401"/>
                  <a:gd name="T24" fmla="*/ 2225 h 22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01" h="2225">
                    <a:moveTo>
                      <a:pt x="2056" y="0"/>
                    </a:moveTo>
                    <a:lnTo>
                      <a:pt x="0" y="697"/>
                    </a:lnTo>
                    <a:lnTo>
                      <a:pt x="0" y="1310"/>
                    </a:lnTo>
                    <a:lnTo>
                      <a:pt x="3783" y="2225"/>
                    </a:lnTo>
                    <a:lnTo>
                      <a:pt x="5401" y="1354"/>
                    </a:lnTo>
                    <a:lnTo>
                      <a:pt x="5401" y="634"/>
                    </a:lnTo>
                    <a:lnTo>
                      <a:pt x="2056" y="0"/>
                    </a:lnTo>
                    <a:close/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2" name="Freeform 153">
                <a:extLst>
                  <a:ext uri="{FF2B5EF4-FFF2-40B4-BE49-F238E27FC236}">
                    <a16:creationId xmlns:a16="http://schemas.microsoft.com/office/drawing/2014/main" id="{B49CCE75-FBA8-7B4A-8BF4-1AF65050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217"/>
                <a:ext cx="675" cy="112"/>
              </a:xfrm>
              <a:custGeom>
                <a:avLst/>
                <a:gdLst>
                  <a:gd name="T0" fmla="*/ 0 w 5401"/>
                  <a:gd name="T1" fmla="*/ 0 h 892"/>
                  <a:gd name="T2" fmla="*/ 0 w 5401"/>
                  <a:gd name="T3" fmla="*/ 0 h 892"/>
                  <a:gd name="T4" fmla="*/ 0 w 5401"/>
                  <a:gd name="T5" fmla="*/ 0 h 892"/>
                  <a:gd name="T6" fmla="*/ 0 60000 65536"/>
                  <a:gd name="T7" fmla="*/ 0 60000 65536"/>
                  <a:gd name="T8" fmla="*/ 0 60000 65536"/>
                  <a:gd name="T9" fmla="*/ 0 w 5401"/>
                  <a:gd name="T10" fmla="*/ 0 h 892"/>
                  <a:gd name="T11" fmla="*/ 5401 w 5401"/>
                  <a:gd name="T12" fmla="*/ 892 h 89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01" h="892">
                    <a:moveTo>
                      <a:pt x="5401" y="0"/>
                    </a:moveTo>
                    <a:lnTo>
                      <a:pt x="3762" y="892"/>
                    </a:lnTo>
                    <a:lnTo>
                      <a:pt x="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3" name="Freeform 154">
                <a:extLst>
                  <a:ext uri="{FF2B5EF4-FFF2-40B4-BE49-F238E27FC236}">
                    <a16:creationId xmlns:a16="http://schemas.microsoft.com/office/drawing/2014/main" id="{DC914A0B-EF29-7B4C-8C4B-E7C3C251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55"/>
                <a:ext cx="568" cy="155"/>
              </a:xfrm>
              <a:custGeom>
                <a:avLst/>
                <a:gdLst>
                  <a:gd name="T0" fmla="*/ 0 w 4549"/>
                  <a:gd name="T1" fmla="*/ 0 h 1242"/>
                  <a:gd name="T2" fmla="*/ 0 w 4549"/>
                  <a:gd name="T3" fmla="*/ 0 h 1242"/>
                  <a:gd name="T4" fmla="*/ 0 w 4549"/>
                  <a:gd name="T5" fmla="*/ 0 h 1242"/>
                  <a:gd name="T6" fmla="*/ 0 w 4549"/>
                  <a:gd name="T7" fmla="*/ 0 h 1242"/>
                  <a:gd name="T8" fmla="*/ 0 w 4549"/>
                  <a:gd name="T9" fmla="*/ 0 h 1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49"/>
                  <a:gd name="T16" fmla="*/ 0 h 1242"/>
                  <a:gd name="T17" fmla="*/ 4549 w 4549"/>
                  <a:gd name="T18" fmla="*/ 1242 h 12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49" h="1242">
                    <a:moveTo>
                      <a:pt x="0" y="546"/>
                    </a:moveTo>
                    <a:lnTo>
                      <a:pt x="3239" y="1242"/>
                    </a:lnTo>
                    <a:lnTo>
                      <a:pt x="4549" y="546"/>
                    </a:lnTo>
                    <a:lnTo>
                      <a:pt x="1595" y="0"/>
                    </a:lnTo>
                    <a:lnTo>
                      <a:pt x="0" y="546"/>
                    </a:lnTo>
                    <a:close/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4" name="Freeform 155">
                <a:extLst>
                  <a:ext uri="{FF2B5EF4-FFF2-40B4-BE49-F238E27FC236}">
                    <a16:creationId xmlns:a16="http://schemas.microsoft.com/office/drawing/2014/main" id="{B5DC67BD-15E2-284A-B8AB-B67F927C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44"/>
                <a:ext cx="15" cy="14"/>
              </a:xfrm>
              <a:custGeom>
                <a:avLst/>
                <a:gdLst>
                  <a:gd name="T0" fmla="*/ 0 w 115"/>
                  <a:gd name="T1" fmla="*/ 0 h 108"/>
                  <a:gd name="T2" fmla="*/ 0 w 115"/>
                  <a:gd name="T3" fmla="*/ 0 h 108"/>
                  <a:gd name="T4" fmla="*/ 0 w 115"/>
                  <a:gd name="T5" fmla="*/ 0 h 108"/>
                  <a:gd name="T6" fmla="*/ 0 w 115"/>
                  <a:gd name="T7" fmla="*/ 0 h 108"/>
                  <a:gd name="T8" fmla="*/ 0 w 115"/>
                  <a:gd name="T9" fmla="*/ 0 h 108"/>
                  <a:gd name="T10" fmla="*/ 0 w 115"/>
                  <a:gd name="T11" fmla="*/ 0 h 108"/>
                  <a:gd name="T12" fmla="*/ 0 w 115"/>
                  <a:gd name="T13" fmla="*/ 0 h 108"/>
                  <a:gd name="T14" fmla="*/ 0 w 115"/>
                  <a:gd name="T15" fmla="*/ 0 h 108"/>
                  <a:gd name="T16" fmla="*/ 0 w 115"/>
                  <a:gd name="T17" fmla="*/ 0 h 108"/>
                  <a:gd name="T18" fmla="*/ 0 w 115"/>
                  <a:gd name="T19" fmla="*/ 0 h 108"/>
                  <a:gd name="T20" fmla="*/ 0 w 115"/>
                  <a:gd name="T21" fmla="*/ 0 h 108"/>
                  <a:gd name="T22" fmla="*/ 0 w 115"/>
                  <a:gd name="T23" fmla="*/ 0 h 108"/>
                  <a:gd name="T24" fmla="*/ 0 w 115"/>
                  <a:gd name="T25" fmla="*/ 0 h 108"/>
                  <a:gd name="T26" fmla="*/ 0 w 115"/>
                  <a:gd name="T27" fmla="*/ 0 h 108"/>
                  <a:gd name="T28" fmla="*/ 0 w 115"/>
                  <a:gd name="T29" fmla="*/ 0 h 108"/>
                  <a:gd name="T30" fmla="*/ 0 w 115"/>
                  <a:gd name="T31" fmla="*/ 0 h 108"/>
                  <a:gd name="T32" fmla="*/ 0 w 115"/>
                  <a:gd name="T33" fmla="*/ 0 h 108"/>
                  <a:gd name="T34" fmla="*/ 0 w 115"/>
                  <a:gd name="T35" fmla="*/ 0 h 108"/>
                  <a:gd name="T36" fmla="*/ 0 w 115"/>
                  <a:gd name="T37" fmla="*/ 0 h 108"/>
                  <a:gd name="T38" fmla="*/ 0 w 115"/>
                  <a:gd name="T39" fmla="*/ 0 h 108"/>
                  <a:gd name="T40" fmla="*/ 0 w 115"/>
                  <a:gd name="T41" fmla="*/ 0 h 108"/>
                  <a:gd name="T42" fmla="*/ 0 w 115"/>
                  <a:gd name="T43" fmla="*/ 0 h 108"/>
                  <a:gd name="T44" fmla="*/ 0 w 115"/>
                  <a:gd name="T45" fmla="*/ 0 h 108"/>
                  <a:gd name="T46" fmla="*/ 0 w 115"/>
                  <a:gd name="T47" fmla="*/ 0 h 108"/>
                  <a:gd name="T48" fmla="*/ 0 w 115"/>
                  <a:gd name="T49" fmla="*/ 0 h 108"/>
                  <a:gd name="T50" fmla="*/ 0 w 115"/>
                  <a:gd name="T51" fmla="*/ 0 h 108"/>
                  <a:gd name="T52" fmla="*/ 0 w 115"/>
                  <a:gd name="T53" fmla="*/ 0 h 108"/>
                  <a:gd name="T54" fmla="*/ 0 w 115"/>
                  <a:gd name="T55" fmla="*/ 0 h 108"/>
                  <a:gd name="T56" fmla="*/ 0 w 115"/>
                  <a:gd name="T57" fmla="*/ 0 h 108"/>
                  <a:gd name="T58" fmla="*/ 0 w 115"/>
                  <a:gd name="T59" fmla="*/ 0 h 108"/>
                  <a:gd name="T60" fmla="*/ 0 w 115"/>
                  <a:gd name="T61" fmla="*/ 0 h 108"/>
                  <a:gd name="T62" fmla="*/ 0 w 115"/>
                  <a:gd name="T63" fmla="*/ 0 h 108"/>
                  <a:gd name="T64" fmla="*/ 0 w 115"/>
                  <a:gd name="T65" fmla="*/ 0 h 108"/>
                  <a:gd name="T66" fmla="*/ 0 w 115"/>
                  <a:gd name="T67" fmla="*/ 0 h 108"/>
                  <a:gd name="T68" fmla="*/ 0 w 115"/>
                  <a:gd name="T69" fmla="*/ 0 h 108"/>
                  <a:gd name="T70" fmla="*/ 0 w 115"/>
                  <a:gd name="T71" fmla="*/ 0 h 108"/>
                  <a:gd name="T72" fmla="*/ 0 w 115"/>
                  <a:gd name="T73" fmla="*/ 0 h 1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108"/>
                  <a:gd name="T113" fmla="*/ 115 w 115"/>
                  <a:gd name="T114" fmla="*/ 108 h 1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108">
                    <a:moveTo>
                      <a:pt x="34" y="7"/>
                    </a:moveTo>
                    <a:lnTo>
                      <a:pt x="51" y="7"/>
                    </a:lnTo>
                    <a:lnTo>
                      <a:pt x="66" y="7"/>
                    </a:lnTo>
                    <a:lnTo>
                      <a:pt x="84" y="18"/>
                    </a:lnTo>
                    <a:lnTo>
                      <a:pt x="92" y="26"/>
                    </a:lnTo>
                    <a:lnTo>
                      <a:pt x="97" y="41"/>
                    </a:lnTo>
                    <a:lnTo>
                      <a:pt x="99" y="53"/>
                    </a:lnTo>
                    <a:lnTo>
                      <a:pt x="97" y="66"/>
                    </a:lnTo>
                    <a:lnTo>
                      <a:pt x="94" y="76"/>
                    </a:lnTo>
                    <a:lnTo>
                      <a:pt x="84" y="90"/>
                    </a:lnTo>
                    <a:lnTo>
                      <a:pt x="75" y="94"/>
                    </a:lnTo>
                    <a:lnTo>
                      <a:pt x="60" y="101"/>
                    </a:lnTo>
                    <a:lnTo>
                      <a:pt x="44" y="101"/>
                    </a:lnTo>
                    <a:lnTo>
                      <a:pt x="29" y="99"/>
                    </a:lnTo>
                    <a:lnTo>
                      <a:pt x="18" y="90"/>
                    </a:lnTo>
                    <a:lnTo>
                      <a:pt x="11" y="79"/>
                    </a:lnTo>
                    <a:lnTo>
                      <a:pt x="2" y="64"/>
                    </a:lnTo>
                    <a:lnTo>
                      <a:pt x="2" y="48"/>
                    </a:lnTo>
                    <a:lnTo>
                      <a:pt x="7" y="32"/>
                    </a:lnTo>
                    <a:lnTo>
                      <a:pt x="0" y="46"/>
                    </a:lnTo>
                    <a:lnTo>
                      <a:pt x="0" y="66"/>
                    </a:lnTo>
                    <a:lnTo>
                      <a:pt x="9" y="85"/>
                    </a:lnTo>
                    <a:lnTo>
                      <a:pt x="25" y="99"/>
                    </a:lnTo>
                    <a:lnTo>
                      <a:pt x="44" y="108"/>
                    </a:lnTo>
                    <a:lnTo>
                      <a:pt x="55" y="108"/>
                    </a:lnTo>
                    <a:lnTo>
                      <a:pt x="73" y="101"/>
                    </a:lnTo>
                    <a:lnTo>
                      <a:pt x="94" y="90"/>
                    </a:lnTo>
                    <a:lnTo>
                      <a:pt x="108" y="76"/>
                    </a:lnTo>
                    <a:lnTo>
                      <a:pt x="115" y="62"/>
                    </a:lnTo>
                    <a:lnTo>
                      <a:pt x="115" y="41"/>
                    </a:lnTo>
                    <a:lnTo>
                      <a:pt x="110" y="26"/>
                    </a:lnTo>
                    <a:lnTo>
                      <a:pt x="99" y="11"/>
                    </a:lnTo>
                    <a:lnTo>
                      <a:pt x="89" y="4"/>
                    </a:lnTo>
                    <a:lnTo>
                      <a:pt x="73" y="2"/>
                    </a:lnTo>
                    <a:lnTo>
                      <a:pt x="62" y="0"/>
                    </a:lnTo>
                    <a:lnTo>
                      <a:pt x="48" y="2"/>
                    </a:lnTo>
                    <a:lnTo>
                      <a:pt x="3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5" name="Freeform 156">
                <a:extLst>
                  <a:ext uri="{FF2B5EF4-FFF2-40B4-BE49-F238E27FC236}">
                    <a16:creationId xmlns:a16="http://schemas.microsoft.com/office/drawing/2014/main" id="{6037ED46-AC12-324D-973F-0F5BA8B5A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82"/>
                <a:ext cx="15" cy="13"/>
              </a:xfrm>
              <a:custGeom>
                <a:avLst/>
                <a:gdLst>
                  <a:gd name="T0" fmla="*/ 0 w 115"/>
                  <a:gd name="T1" fmla="*/ 0 h 105"/>
                  <a:gd name="T2" fmla="*/ 0 w 115"/>
                  <a:gd name="T3" fmla="*/ 0 h 105"/>
                  <a:gd name="T4" fmla="*/ 0 w 115"/>
                  <a:gd name="T5" fmla="*/ 0 h 105"/>
                  <a:gd name="T6" fmla="*/ 0 w 115"/>
                  <a:gd name="T7" fmla="*/ 0 h 105"/>
                  <a:gd name="T8" fmla="*/ 0 w 115"/>
                  <a:gd name="T9" fmla="*/ 0 h 105"/>
                  <a:gd name="T10" fmla="*/ 0 w 115"/>
                  <a:gd name="T11" fmla="*/ 0 h 105"/>
                  <a:gd name="T12" fmla="*/ 0 w 115"/>
                  <a:gd name="T13" fmla="*/ 0 h 105"/>
                  <a:gd name="T14" fmla="*/ 0 w 115"/>
                  <a:gd name="T15" fmla="*/ 0 h 105"/>
                  <a:gd name="T16" fmla="*/ 0 w 115"/>
                  <a:gd name="T17" fmla="*/ 0 h 105"/>
                  <a:gd name="T18" fmla="*/ 0 w 115"/>
                  <a:gd name="T19" fmla="*/ 0 h 105"/>
                  <a:gd name="T20" fmla="*/ 0 w 115"/>
                  <a:gd name="T21" fmla="*/ 0 h 105"/>
                  <a:gd name="T22" fmla="*/ 0 w 115"/>
                  <a:gd name="T23" fmla="*/ 0 h 105"/>
                  <a:gd name="T24" fmla="*/ 0 w 115"/>
                  <a:gd name="T25" fmla="*/ 0 h 105"/>
                  <a:gd name="T26" fmla="*/ 0 w 115"/>
                  <a:gd name="T27" fmla="*/ 0 h 105"/>
                  <a:gd name="T28" fmla="*/ 0 w 115"/>
                  <a:gd name="T29" fmla="*/ 0 h 105"/>
                  <a:gd name="T30" fmla="*/ 0 w 115"/>
                  <a:gd name="T31" fmla="*/ 0 h 105"/>
                  <a:gd name="T32" fmla="*/ 0 w 115"/>
                  <a:gd name="T33" fmla="*/ 0 h 105"/>
                  <a:gd name="T34" fmla="*/ 0 w 115"/>
                  <a:gd name="T35" fmla="*/ 0 h 105"/>
                  <a:gd name="T36" fmla="*/ 0 w 115"/>
                  <a:gd name="T37" fmla="*/ 0 h 105"/>
                  <a:gd name="T38" fmla="*/ 0 w 115"/>
                  <a:gd name="T39" fmla="*/ 0 h 105"/>
                  <a:gd name="T40" fmla="*/ 0 w 115"/>
                  <a:gd name="T41" fmla="*/ 0 h 105"/>
                  <a:gd name="T42" fmla="*/ 0 w 115"/>
                  <a:gd name="T43" fmla="*/ 0 h 105"/>
                  <a:gd name="T44" fmla="*/ 0 w 115"/>
                  <a:gd name="T45" fmla="*/ 0 h 105"/>
                  <a:gd name="T46" fmla="*/ 0 w 115"/>
                  <a:gd name="T47" fmla="*/ 0 h 105"/>
                  <a:gd name="T48" fmla="*/ 0 w 115"/>
                  <a:gd name="T49" fmla="*/ 0 h 105"/>
                  <a:gd name="T50" fmla="*/ 0 w 115"/>
                  <a:gd name="T51" fmla="*/ 0 h 105"/>
                  <a:gd name="T52" fmla="*/ 0 w 115"/>
                  <a:gd name="T53" fmla="*/ 0 h 105"/>
                  <a:gd name="T54" fmla="*/ 0 w 115"/>
                  <a:gd name="T55" fmla="*/ 0 h 105"/>
                  <a:gd name="T56" fmla="*/ 0 w 115"/>
                  <a:gd name="T57" fmla="*/ 0 h 105"/>
                  <a:gd name="T58" fmla="*/ 0 w 115"/>
                  <a:gd name="T59" fmla="*/ 0 h 105"/>
                  <a:gd name="T60" fmla="*/ 0 w 115"/>
                  <a:gd name="T61" fmla="*/ 0 h 105"/>
                  <a:gd name="T62" fmla="*/ 0 w 115"/>
                  <a:gd name="T63" fmla="*/ 0 h 105"/>
                  <a:gd name="T64" fmla="*/ 0 w 115"/>
                  <a:gd name="T65" fmla="*/ 0 h 105"/>
                  <a:gd name="T66" fmla="*/ 0 w 115"/>
                  <a:gd name="T67" fmla="*/ 0 h 105"/>
                  <a:gd name="T68" fmla="*/ 0 w 115"/>
                  <a:gd name="T69" fmla="*/ 0 h 105"/>
                  <a:gd name="T70" fmla="*/ 0 w 115"/>
                  <a:gd name="T71" fmla="*/ 0 h 105"/>
                  <a:gd name="T72" fmla="*/ 0 w 115"/>
                  <a:gd name="T73" fmla="*/ 0 h 1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105"/>
                  <a:gd name="T113" fmla="*/ 115 w 115"/>
                  <a:gd name="T114" fmla="*/ 105 h 10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105">
                    <a:moveTo>
                      <a:pt x="34" y="7"/>
                    </a:moveTo>
                    <a:lnTo>
                      <a:pt x="51" y="7"/>
                    </a:lnTo>
                    <a:lnTo>
                      <a:pt x="66" y="7"/>
                    </a:lnTo>
                    <a:lnTo>
                      <a:pt x="84" y="17"/>
                    </a:lnTo>
                    <a:lnTo>
                      <a:pt x="92" y="26"/>
                    </a:lnTo>
                    <a:lnTo>
                      <a:pt x="97" y="42"/>
                    </a:lnTo>
                    <a:lnTo>
                      <a:pt x="99" y="54"/>
                    </a:lnTo>
                    <a:lnTo>
                      <a:pt x="97" y="65"/>
                    </a:lnTo>
                    <a:lnTo>
                      <a:pt x="94" y="79"/>
                    </a:lnTo>
                    <a:lnTo>
                      <a:pt x="84" y="90"/>
                    </a:lnTo>
                    <a:lnTo>
                      <a:pt x="75" y="92"/>
                    </a:lnTo>
                    <a:lnTo>
                      <a:pt x="60" y="102"/>
                    </a:lnTo>
                    <a:lnTo>
                      <a:pt x="44" y="102"/>
                    </a:lnTo>
                    <a:lnTo>
                      <a:pt x="29" y="99"/>
                    </a:lnTo>
                    <a:lnTo>
                      <a:pt x="18" y="90"/>
                    </a:lnTo>
                    <a:lnTo>
                      <a:pt x="11" y="79"/>
                    </a:lnTo>
                    <a:lnTo>
                      <a:pt x="2" y="63"/>
                    </a:lnTo>
                    <a:lnTo>
                      <a:pt x="2" y="46"/>
                    </a:lnTo>
                    <a:lnTo>
                      <a:pt x="7" y="33"/>
                    </a:lnTo>
                    <a:lnTo>
                      <a:pt x="0" y="44"/>
                    </a:lnTo>
                    <a:lnTo>
                      <a:pt x="0" y="65"/>
                    </a:lnTo>
                    <a:lnTo>
                      <a:pt x="9" y="83"/>
                    </a:lnTo>
                    <a:lnTo>
                      <a:pt x="25" y="100"/>
                    </a:lnTo>
                    <a:lnTo>
                      <a:pt x="44" y="105"/>
                    </a:lnTo>
                    <a:lnTo>
                      <a:pt x="55" y="105"/>
                    </a:lnTo>
                    <a:lnTo>
                      <a:pt x="73" y="102"/>
                    </a:lnTo>
                    <a:lnTo>
                      <a:pt x="94" y="90"/>
                    </a:lnTo>
                    <a:lnTo>
                      <a:pt x="108" y="79"/>
                    </a:lnTo>
                    <a:lnTo>
                      <a:pt x="115" y="61"/>
                    </a:lnTo>
                    <a:lnTo>
                      <a:pt x="115" y="42"/>
                    </a:lnTo>
                    <a:lnTo>
                      <a:pt x="110" y="24"/>
                    </a:lnTo>
                    <a:lnTo>
                      <a:pt x="99" y="10"/>
                    </a:lnTo>
                    <a:lnTo>
                      <a:pt x="89" y="5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48" y="2"/>
                    </a:lnTo>
                    <a:lnTo>
                      <a:pt x="3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6" name="Freeform 157">
                <a:extLst>
                  <a:ext uri="{FF2B5EF4-FFF2-40B4-BE49-F238E27FC236}">
                    <a16:creationId xmlns:a16="http://schemas.microsoft.com/office/drawing/2014/main" id="{63ADE871-856D-BE45-95F6-3116E8DB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36"/>
                <a:ext cx="16" cy="16"/>
              </a:xfrm>
              <a:custGeom>
                <a:avLst/>
                <a:gdLst>
                  <a:gd name="T0" fmla="*/ 0 w 129"/>
                  <a:gd name="T1" fmla="*/ 0 h 121"/>
                  <a:gd name="T2" fmla="*/ 0 w 129"/>
                  <a:gd name="T3" fmla="*/ 0 h 121"/>
                  <a:gd name="T4" fmla="*/ 0 w 129"/>
                  <a:gd name="T5" fmla="*/ 0 h 121"/>
                  <a:gd name="T6" fmla="*/ 0 w 129"/>
                  <a:gd name="T7" fmla="*/ 0 h 121"/>
                  <a:gd name="T8" fmla="*/ 0 w 129"/>
                  <a:gd name="T9" fmla="*/ 0 h 121"/>
                  <a:gd name="T10" fmla="*/ 0 w 129"/>
                  <a:gd name="T11" fmla="*/ 0 h 121"/>
                  <a:gd name="T12" fmla="*/ 0 w 129"/>
                  <a:gd name="T13" fmla="*/ 0 h 121"/>
                  <a:gd name="T14" fmla="*/ 0 w 129"/>
                  <a:gd name="T15" fmla="*/ 0 h 121"/>
                  <a:gd name="T16" fmla="*/ 0 w 129"/>
                  <a:gd name="T17" fmla="*/ 0 h 121"/>
                  <a:gd name="T18" fmla="*/ 0 w 129"/>
                  <a:gd name="T19" fmla="*/ 0 h 121"/>
                  <a:gd name="T20" fmla="*/ 0 w 129"/>
                  <a:gd name="T21" fmla="*/ 0 h 121"/>
                  <a:gd name="T22" fmla="*/ 0 w 129"/>
                  <a:gd name="T23" fmla="*/ 0 h 121"/>
                  <a:gd name="T24" fmla="*/ 0 w 129"/>
                  <a:gd name="T25" fmla="*/ 0 h 121"/>
                  <a:gd name="T26" fmla="*/ 0 w 129"/>
                  <a:gd name="T27" fmla="*/ 0 h 121"/>
                  <a:gd name="T28" fmla="*/ 0 w 129"/>
                  <a:gd name="T29" fmla="*/ 0 h 121"/>
                  <a:gd name="T30" fmla="*/ 0 w 129"/>
                  <a:gd name="T31" fmla="*/ 0 h 121"/>
                  <a:gd name="T32" fmla="*/ 0 w 129"/>
                  <a:gd name="T33" fmla="*/ 0 h 121"/>
                  <a:gd name="T34" fmla="*/ 0 w 129"/>
                  <a:gd name="T35" fmla="*/ 0 h 121"/>
                  <a:gd name="T36" fmla="*/ 0 w 129"/>
                  <a:gd name="T37" fmla="*/ 0 h 121"/>
                  <a:gd name="T38" fmla="*/ 0 w 129"/>
                  <a:gd name="T39" fmla="*/ 0 h 121"/>
                  <a:gd name="T40" fmla="*/ 0 w 129"/>
                  <a:gd name="T41" fmla="*/ 0 h 121"/>
                  <a:gd name="T42" fmla="*/ 0 w 129"/>
                  <a:gd name="T43" fmla="*/ 0 h 121"/>
                  <a:gd name="T44" fmla="*/ 0 w 129"/>
                  <a:gd name="T45" fmla="*/ 0 h 121"/>
                  <a:gd name="T46" fmla="*/ 0 w 129"/>
                  <a:gd name="T47" fmla="*/ 0 h 121"/>
                  <a:gd name="T48" fmla="*/ 0 w 129"/>
                  <a:gd name="T49" fmla="*/ 0 h 121"/>
                  <a:gd name="T50" fmla="*/ 0 w 129"/>
                  <a:gd name="T51" fmla="*/ 0 h 121"/>
                  <a:gd name="T52" fmla="*/ 0 w 129"/>
                  <a:gd name="T53" fmla="*/ 0 h 121"/>
                  <a:gd name="T54" fmla="*/ 0 w 129"/>
                  <a:gd name="T55" fmla="*/ 0 h 121"/>
                  <a:gd name="T56" fmla="*/ 0 w 129"/>
                  <a:gd name="T57" fmla="*/ 0 h 121"/>
                  <a:gd name="T58" fmla="*/ 0 w 129"/>
                  <a:gd name="T59" fmla="*/ 0 h 121"/>
                  <a:gd name="T60" fmla="*/ 0 w 129"/>
                  <a:gd name="T61" fmla="*/ 0 h 121"/>
                  <a:gd name="T62" fmla="*/ 0 w 129"/>
                  <a:gd name="T63" fmla="*/ 0 h 121"/>
                  <a:gd name="T64" fmla="*/ 0 w 129"/>
                  <a:gd name="T65" fmla="*/ 0 h 121"/>
                  <a:gd name="T66" fmla="*/ 0 w 129"/>
                  <a:gd name="T67" fmla="*/ 0 h 121"/>
                  <a:gd name="T68" fmla="*/ 0 w 129"/>
                  <a:gd name="T69" fmla="*/ 0 h 121"/>
                  <a:gd name="T70" fmla="*/ 0 w 129"/>
                  <a:gd name="T71" fmla="*/ 0 h 121"/>
                  <a:gd name="T72" fmla="*/ 0 w 129"/>
                  <a:gd name="T73" fmla="*/ 0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9"/>
                  <a:gd name="T112" fmla="*/ 0 h 121"/>
                  <a:gd name="T113" fmla="*/ 129 w 129"/>
                  <a:gd name="T114" fmla="*/ 121 h 12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9" h="121">
                    <a:moveTo>
                      <a:pt x="39" y="13"/>
                    </a:moveTo>
                    <a:lnTo>
                      <a:pt x="55" y="9"/>
                    </a:lnTo>
                    <a:lnTo>
                      <a:pt x="74" y="13"/>
                    </a:lnTo>
                    <a:lnTo>
                      <a:pt x="94" y="22"/>
                    </a:lnTo>
                    <a:lnTo>
                      <a:pt x="103" y="31"/>
                    </a:lnTo>
                    <a:lnTo>
                      <a:pt x="112" y="48"/>
                    </a:lnTo>
                    <a:lnTo>
                      <a:pt x="114" y="64"/>
                    </a:lnTo>
                    <a:lnTo>
                      <a:pt x="112" y="77"/>
                    </a:lnTo>
                    <a:lnTo>
                      <a:pt x="103" y="92"/>
                    </a:lnTo>
                    <a:lnTo>
                      <a:pt x="94" y="106"/>
                    </a:lnTo>
                    <a:lnTo>
                      <a:pt x="90" y="112"/>
                    </a:lnTo>
                    <a:lnTo>
                      <a:pt x="69" y="119"/>
                    </a:lnTo>
                    <a:lnTo>
                      <a:pt x="46" y="119"/>
                    </a:lnTo>
                    <a:lnTo>
                      <a:pt x="30" y="115"/>
                    </a:lnTo>
                    <a:lnTo>
                      <a:pt x="18" y="106"/>
                    </a:lnTo>
                    <a:lnTo>
                      <a:pt x="11" y="97"/>
                    </a:lnTo>
                    <a:lnTo>
                      <a:pt x="0" y="77"/>
                    </a:lnTo>
                    <a:lnTo>
                      <a:pt x="0" y="55"/>
                    </a:lnTo>
                    <a:lnTo>
                      <a:pt x="6" y="39"/>
                    </a:lnTo>
                    <a:lnTo>
                      <a:pt x="0" y="53"/>
                    </a:lnTo>
                    <a:lnTo>
                      <a:pt x="0" y="77"/>
                    </a:lnTo>
                    <a:lnTo>
                      <a:pt x="6" y="99"/>
                    </a:lnTo>
                    <a:lnTo>
                      <a:pt x="25" y="117"/>
                    </a:lnTo>
                    <a:lnTo>
                      <a:pt x="46" y="121"/>
                    </a:lnTo>
                    <a:lnTo>
                      <a:pt x="66" y="121"/>
                    </a:lnTo>
                    <a:lnTo>
                      <a:pt x="83" y="119"/>
                    </a:lnTo>
                    <a:lnTo>
                      <a:pt x="103" y="106"/>
                    </a:lnTo>
                    <a:lnTo>
                      <a:pt x="120" y="92"/>
                    </a:lnTo>
                    <a:lnTo>
                      <a:pt x="129" y="73"/>
                    </a:lnTo>
                    <a:lnTo>
                      <a:pt x="129" y="48"/>
                    </a:lnTo>
                    <a:lnTo>
                      <a:pt x="125" y="29"/>
                    </a:lnTo>
                    <a:lnTo>
                      <a:pt x="114" y="16"/>
                    </a:lnTo>
                    <a:lnTo>
                      <a:pt x="101" y="7"/>
                    </a:lnTo>
                    <a:lnTo>
                      <a:pt x="85" y="2"/>
                    </a:lnTo>
                    <a:lnTo>
                      <a:pt x="72" y="0"/>
                    </a:lnTo>
                    <a:lnTo>
                      <a:pt x="52" y="4"/>
                    </a:lnTo>
                    <a:lnTo>
                      <a:pt x="39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7" name="Freeform 158">
                <a:extLst>
                  <a:ext uri="{FF2B5EF4-FFF2-40B4-BE49-F238E27FC236}">
                    <a16:creationId xmlns:a16="http://schemas.microsoft.com/office/drawing/2014/main" id="{97DE5DD3-9A44-E24E-A2BA-DA896DD8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79"/>
                <a:ext cx="16" cy="15"/>
              </a:xfrm>
              <a:custGeom>
                <a:avLst/>
                <a:gdLst>
                  <a:gd name="T0" fmla="*/ 0 w 129"/>
                  <a:gd name="T1" fmla="*/ 0 h 120"/>
                  <a:gd name="T2" fmla="*/ 0 w 129"/>
                  <a:gd name="T3" fmla="*/ 0 h 120"/>
                  <a:gd name="T4" fmla="*/ 0 w 129"/>
                  <a:gd name="T5" fmla="*/ 0 h 120"/>
                  <a:gd name="T6" fmla="*/ 0 w 129"/>
                  <a:gd name="T7" fmla="*/ 0 h 120"/>
                  <a:gd name="T8" fmla="*/ 0 w 129"/>
                  <a:gd name="T9" fmla="*/ 0 h 120"/>
                  <a:gd name="T10" fmla="*/ 0 w 129"/>
                  <a:gd name="T11" fmla="*/ 0 h 120"/>
                  <a:gd name="T12" fmla="*/ 0 w 129"/>
                  <a:gd name="T13" fmla="*/ 0 h 120"/>
                  <a:gd name="T14" fmla="*/ 0 w 129"/>
                  <a:gd name="T15" fmla="*/ 0 h 120"/>
                  <a:gd name="T16" fmla="*/ 0 w 129"/>
                  <a:gd name="T17" fmla="*/ 0 h 120"/>
                  <a:gd name="T18" fmla="*/ 0 w 129"/>
                  <a:gd name="T19" fmla="*/ 0 h 120"/>
                  <a:gd name="T20" fmla="*/ 0 w 129"/>
                  <a:gd name="T21" fmla="*/ 0 h 120"/>
                  <a:gd name="T22" fmla="*/ 0 w 129"/>
                  <a:gd name="T23" fmla="*/ 0 h 120"/>
                  <a:gd name="T24" fmla="*/ 0 w 129"/>
                  <a:gd name="T25" fmla="*/ 0 h 120"/>
                  <a:gd name="T26" fmla="*/ 0 w 129"/>
                  <a:gd name="T27" fmla="*/ 0 h 120"/>
                  <a:gd name="T28" fmla="*/ 0 w 129"/>
                  <a:gd name="T29" fmla="*/ 0 h 120"/>
                  <a:gd name="T30" fmla="*/ 0 w 129"/>
                  <a:gd name="T31" fmla="*/ 0 h 120"/>
                  <a:gd name="T32" fmla="*/ 0 w 129"/>
                  <a:gd name="T33" fmla="*/ 0 h 120"/>
                  <a:gd name="T34" fmla="*/ 0 w 129"/>
                  <a:gd name="T35" fmla="*/ 0 h 120"/>
                  <a:gd name="T36" fmla="*/ 0 w 129"/>
                  <a:gd name="T37" fmla="*/ 0 h 120"/>
                  <a:gd name="T38" fmla="*/ 0 w 129"/>
                  <a:gd name="T39" fmla="*/ 0 h 120"/>
                  <a:gd name="T40" fmla="*/ 0 w 129"/>
                  <a:gd name="T41" fmla="*/ 0 h 120"/>
                  <a:gd name="T42" fmla="*/ 0 w 129"/>
                  <a:gd name="T43" fmla="*/ 0 h 120"/>
                  <a:gd name="T44" fmla="*/ 0 w 129"/>
                  <a:gd name="T45" fmla="*/ 0 h 120"/>
                  <a:gd name="T46" fmla="*/ 0 w 129"/>
                  <a:gd name="T47" fmla="*/ 0 h 120"/>
                  <a:gd name="T48" fmla="*/ 0 w 129"/>
                  <a:gd name="T49" fmla="*/ 0 h 120"/>
                  <a:gd name="T50" fmla="*/ 0 w 129"/>
                  <a:gd name="T51" fmla="*/ 0 h 120"/>
                  <a:gd name="T52" fmla="*/ 0 w 129"/>
                  <a:gd name="T53" fmla="*/ 0 h 120"/>
                  <a:gd name="T54" fmla="*/ 0 w 129"/>
                  <a:gd name="T55" fmla="*/ 0 h 120"/>
                  <a:gd name="T56" fmla="*/ 0 w 129"/>
                  <a:gd name="T57" fmla="*/ 0 h 120"/>
                  <a:gd name="T58" fmla="*/ 0 w 129"/>
                  <a:gd name="T59" fmla="*/ 0 h 120"/>
                  <a:gd name="T60" fmla="*/ 0 w 129"/>
                  <a:gd name="T61" fmla="*/ 0 h 120"/>
                  <a:gd name="T62" fmla="*/ 0 w 129"/>
                  <a:gd name="T63" fmla="*/ 0 h 120"/>
                  <a:gd name="T64" fmla="*/ 0 w 129"/>
                  <a:gd name="T65" fmla="*/ 0 h 120"/>
                  <a:gd name="T66" fmla="*/ 0 w 129"/>
                  <a:gd name="T67" fmla="*/ 0 h 120"/>
                  <a:gd name="T68" fmla="*/ 0 w 129"/>
                  <a:gd name="T69" fmla="*/ 0 h 120"/>
                  <a:gd name="T70" fmla="*/ 0 w 129"/>
                  <a:gd name="T71" fmla="*/ 0 h 120"/>
                  <a:gd name="T72" fmla="*/ 0 w 129"/>
                  <a:gd name="T73" fmla="*/ 0 h 12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9"/>
                  <a:gd name="T112" fmla="*/ 0 h 120"/>
                  <a:gd name="T113" fmla="*/ 129 w 129"/>
                  <a:gd name="T114" fmla="*/ 120 h 12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9" h="120">
                    <a:moveTo>
                      <a:pt x="39" y="7"/>
                    </a:moveTo>
                    <a:lnTo>
                      <a:pt x="55" y="4"/>
                    </a:lnTo>
                    <a:lnTo>
                      <a:pt x="74" y="7"/>
                    </a:lnTo>
                    <a:lnTo>
                      <a:pt x="94" y="20"/>
                    </a:lnTo>
                    <a:lnTo>
                      <a:pt x="103" y="30"/>
                    </a:lnTo>
                    <a:lnTo>
                      <a:pt x="112" y="48"/>
                    </a:lnTo>
                    <a:lnTo>
                      <a:pt x="114" y="64"/>
                    </a:lnTo>
                    <a:lnTo>
                      <a:pt x="112" y="74"/>
                    </a:lnTo>
                    <a:lnTo>
                      <a:pt x="103" y="92"/>
                    </a:lnTo>
                    <a:lnTo>
                      <a:pt x="94" y="103"/>
                    </a:lnTo>
                    <a:lnTo>
                      <a:pt x="90" y="110"/>
                    </a:lnTo>
                    <a:lnTo>
                      <a:pt x="69" y="117"/>
                    </a:lnTo>
                    <a:lnTo>
                      <a:pt x="46" y="117"/>
                    </a:lnTo>
                    <a:lnTo>
                      <a:pt x="30" y="112"/>
                    </a:lnTo>
                    <a:lnTo>
                      <a:pt x="18" y="103"/>
                    </a:lnTo>
                    <a:lnTo>
                      <a:pt x="11" y="94"/>
                    </a:lnTo>
                    <a:lnTo>
                      <a:pt x="0" y="74"/>
                    </a:lnTo>
                    <a:lnTo>
                      <a:pt x="0" y="55"/>
                    </a:lnTo>
                    <a:lnTo>
                      <a:pt x="6" y="42"/>
                    </a:lnTo>
                    <a:lnTo>
                      <a:pt x="0" y="53"/>
                    </a:lnTo>
                    <a:lnTo>
                      <a:pt x="0" y="74"/>
                    </a:lnTo>
                    <a:lnTo>
                      <a:pt x="6" y="99"/>
                    </a:lnTo>
                    <a:lnTo>
                      <a:pt x="25" y="112"/>
                    </a:lnTo>
                    <a:lnTo>
                      <a:pt x="46" y="120"/>
                    </a:lnTo>
                    <a:lnTo>
                      <a:pt x="66" y="120"/>
                    </a:lnTo>
                    <a:lnTo>
                      <a:pt x="83" y="117"/>
                    </a:lnTo>
                    <a:lnTo>
                      <a:pt x="103" y="103"/>
                    </a:lnTo>
                    <a:lnTo>
                      <a:pt x="120" y="92"/>
                    </a:lnTo>
                    <a:lnTo>
                      <a:pt x="129" y="70"/>
                    </a:lnTo>
                    <a:lnTo>
                      <a:pt x="129" y="48"/>
                    </a:lnTo>
                    <a:lnTo>
                      <a:pt x="125" y="26"/>
                    </a:lnTo>
                    <a:lnTo>
                      <a:pt x="114" y="13"/>
                    </a:lnTo>
                    <a:lnTo>
                      <a:pt x="101" y="4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52" y="4"/>
                    </a:lnTo>
                    <a:lnTo>
                      <a:pt x="3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8" name="Line 159">
                <a:extLst>
                  <a:ext uri="{FF2B5EF4-FFF2-40B4-BE49-F238E27FC236}">
                    <a16:creationId xmlns:a16="http://schemas.microsoft.com/office/drawing/2014/main" id="{E7B3B5B9-3B8D-634C-8297-DAF0E4A255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58" y="2305"/>
                <a:ext cx="123" cy="13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19" name="Line 160">
                <a:extLst>
                  <a:ext uri="{FF2B5EF4-FFF2-40B4-BE49-F238E27FC236}">
                    <a16:creationId xmlns:a16="http://schemas.microsoft.com/office/drawing/2014/main" id="{11AEAFC8-D8BA-7446-A149-62F8716EE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0" y="2214"/>
                <a:ext cx="156" cy="2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0" name="Line 161">
                <a:extLst>
                  <a:ext uri="{FF2B5EF4-FFF2-40B4-BE49-F238E27FC236}">
                    <a16:creationId xmlns:a16="http://schemas.microsoft.com/office/drawing/2014/main" id="{64A5B97C-DCA1-3644-8DFD-3FA976E074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2" y="2037"/>
                <a:ext cx="23" cy="3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1" name="Freeform 162">
                <a:extLst>
                  <a:ext uri="{FF2B5EF4-FFF2-40B4-BE49-F238E27FC236}">
                    <a16:creationId xmlns:a16="http://schemas.microsoft.com/office/drawing/2014/main" id="{FFF039AC-0199-F34B-81F5-0F861E71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580"/>
                <a:ext cx="60" cy="21"/>
              </a:xfrm>
              <a:custGeom>
                <a:avLst/>
                <a:gdLst>
                  <a:gd name="T0" fmla="*/ 0 w 482"/>
                  <a:gd name="T1" fmla="*/ 0 h 167"/>
                  <a:gd name="T2" fmla="*/ 0 w 482"/>
                  <a:gd name="T3" fmla="*/ 0 h 167"/>
                  <a:gd name="T4" fmla="*/ 0 w 482"/>
                  <a:gd name="T5" fmla="*/ 0 h 167"/>
                  <a:gd name="T6" fmla="*/ 0 w 482"/>
                  <a:gd name="T7" fmla="*/ 0 h 167"/>
                  <a:gd name="T8" fmla="*/ 0 w 482"/>
                  <a:gd name="T9" fmla="*/ 0 h 167"/>
                  <a:gd name="T10" fmla="*/ 0 w 482"/>
                  <a:gd name="T11" fmla="*/ 0 h 167"/>
                  <a:gd name="T12" fmla="*/ 0 w 482"/>
                  <a:gd name="T13" fmla="*/ 0 h 167"/>
                  <a:gd name="T14" fmla="*/ 0 w 482"/>
                  <a:gd name="T15" fmla="*/ 0 h 167"/>
                  <a:gd name="T16" fmla="*/ 0 w 482"/>
                  <a:gd name="T17" fmla="*/ 0 h 167"/>
                  <a:gd name="T18" fmla="*/ 0 w 482"/>
                  <a:gd name="T19" fmla="*/ 0 h 167"/>
                  <a:gd name="T20" fmla="*/ 0 w 482"/>
                  <a:gd name="T21" fmla="*/ 0 h 167"/>
                  <a:gd name="T22" fmla="*/ 0 w 482"/>
                  <a:gd name="T23" fmla="*/ 0 h 167"/>
                  <a:gd name="T24" fmla="*/ 0 w 482"/>
                  <a:gd name="T25" fmla="*/ 0 h 167"/>
                  <a:gd name="T26" fmla="*/ 0 w 482"/>
                  <a:gd name="T27" fmla="*/ 0 h 167"/>
                  <a:gd name="T28" fmla="*/ 0 w 482"/>
                  <a:gd name="T29" fmla="*/ 0 h 167"/>
                  <a:gd name="T30" fmla="*/ 0 w 482"/>
                  <a:gd name="T31" fmla="*/ 0 h 167"/>
                  <a:gd name="T32" fmla="*/ 0 w 482"/>
                  <a:gd name="T33" fmla="*/ 0 h 167"/>
                  <a:gd name="T34" fmla="*/ 0 w 482"/>
                  <a:gd name="T35" fmla="*/ 0 h 167"/>
                  <a:gd name="T36" fmla="*/ 0 w 482"/>
                  <a:gd name="T37" fmla="*/ 0 h 167"/>
                  <a:gd name="T38" fmla="*/ 0 w 482"/>
                  <a:gd name="T39" fmla="*/ 0 h 167"/>
                  <a:gd name="T40" fmla="*/ 0 w 482"/>
                  <a:gd name="T41" fmla="*/ 0 h 167"/>
                  <a:gd name="T42" fmla="*/ 0 w 482"/>
                  <a:gd name="T43" fmla="*/ 0 h 1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2"/>
                  <a:gd name="T67" fmla="*/ 0 h 167"/>
                  <a:gd name="T68" fmla="*/ 482 w 482"/>
                  <a:gd name="T69" fmla="*/ 167 h 1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2" h="167">
                    <a:moveTo>
                      <a:pt x="86" y="48"/>
                    </a:moveTo>
                    <a:lnTo>
                      <a:pt x="136" y="48"/>
                    </a:lnTo>
                    <a:lnTo>
                      <a:pt x="187" y="75"/>
                    </a:lnTo>
                    <a:lnTo>
                      <a:pt x="235" y="75"/>
                    </a:lnTo>
                    <a:lnTo>
                      <a:pt x="302" y="64"/>
                    </a:lnTo>
                    <a:lnTo>
                      <a:pt x="406" y="101"/>
                    </a:lnTo>
                    <a:lnTo>
                      <a:pt x="429" y="59"/>
                    </a:lnTo>
                    <a:lnTo>
                      <a:pt x="482" y="75"/>
                    </a:lnTo>
                    <a:lnTo>
                      <a:pt x="482" y="167"/>
                    </a:lnTo>
                    <a:lnTo>
                      <a:pt x="420" y="167"/>
                    </a:lnTo>
                    <a:lnTo>
                      <a:pt x="399" y="112"/>
                    </a:lnTo>
                    <a:lnTo>
                      <a:pt x="314" y="81"/>
                    </a:lnTo>
                    <a:lnTo>
                      <a:pt x="272" y="83"/>
                    </a:lnTo>
                    <a:lnTo>
                      <a:pt x="215" y="101"/>
                    </a:lnTo>
                    <a:lnTo>
                      <a:pt x="165" y="101"/>
                    </a:lnTo>
                    <a:lnTo>
                      <a:pt x="123" y="59"/>
                    </a:lnTo>
                    <a:lnTo>
                      <a:pt x="74" y="59"/>
                    </a:lnTo>
                    <a:lnTo>
                      <a:pt x="0" y="94"/>
                    </a:lnTo>
                    <a:lnTo>
                      <a:pt x="0" y="59"/>
                    </a:lnTo>
                    <a:lnTo>
                      <a:pt x="66" y="0"/>
                    </a:lnTo>
                    <a:lnTo>
                      <a:pt x="86" y="11"/>
                    </a:lnTo>
                    <a:lnTo>
                      <a:pt x="86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2" name="Freeform 163">
                <a:extLst>
                  <a:ext uri="{FF2B5EF4-FFF2-40B4-BE49-F238E27FC236}">
                    <a16:creationId xmlns:a16="http://schemas.microsoft.com/office/drawing/2014/main" id="{811E0958-8629-0347-B580-A288A060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598"/>
                <a:ext cx="24" cy="12"/>
              </a:xfrm>
              <a:custGeom>
                <a:avLst/>
                <a:gdLst>
                  <a:gd name="T0" fmla="*/ 0 w 191"/>
                  <a:gd name="T1" fmla="*/ 0 h 97"/>
                  <a:gd name="T2" fmla="*/ 0 w 191"/>
                  <a:gd name="T3" fmla="*/ 0 h 97"/>
                  <a:gd name="T4" fmla="*/ 0 w 191"/>
                  <a:gd name="T5" fmla="*/ 0 h 97"/>
                  <a:gd name="T6" fmla="*/ 0 w 191"/>
                  <a:gd name="T7" fmla="*/ 0 h 97"/>
                  <a:gd name="T8" fmla="*/ 0 w 191"/>
                  <a:gd name="T9" fmla="*/ 0 h 97"/>
                  <a:gd name="T10" fmla="*/ 0 w 191"/>
                  <a:gd name="T11" fmla="*/ 0 h 97"/>
                  <a:gd name="T12" fmla="*/ 0 w 191"/>
                  <a:gd name="T13" fmla="*/ 0 h 97"/>
                  <a:gd name="T14" fmla="*/ 0 w 191"/>
                  <a:gd name="T15" fmla="*/ 0 h 97"/>
                  <a:gd name="T16" fmla="*/ 0 w 191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1"/>
                  <a:gd name="T28" fmla="*/ 0 h 97"/>
                  <a:gd name="T29" fmla="*/ 191 w 191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1" h="97">
                    <a:moveTo>
                      <a:pt x="18" y="0"/>
                    </a:moveTo>
                    <a:lnTo>
                      <a:pt x="55" y="4"/>
                    </a:lnTo>
                    <a:lnTo>
                      <a:pt x="174" y="13"/>
                    </a:lnTo>
                    <a:lnTo>
                      <a:pt x="191" y="51"/>
                    </a:lnTo>
                    <a:lnTo>
                      <a:pt x="147" y="97"/>
                    </a:lnTo>
                    <a:lnTo>
                      <a:pt x="50" y="69"/>
                    </a:lnTo>
                    <a:lnTo>
                      <a:pt x="0" y="29"/>
                    </a:lnTo>
                    <a:lnTo>
                      <a:pt x="6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3" name="Freeform 164">
                <a:extLst>
                  <a:ext uri="{FF2B5EF4-FFF2-40B4-BE49-F238E27FC236}">
                    <a16:creationId xmlns:a16="http://schemas.microsoft.com/office/drawing/2014/main" id="{4B76AAAC-53BC-8241-B582-BA5437A3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507"/>
                <a:ext cx="35" cy="34"/>
              </a:xfrm>
              <a:custGeom>
                <a:avLst/>
                <a:gdLst>
                  <a:gd name="T0" fmla="*/ 0 w 282"/>
                  <a:gd name="T1" fmla="*/ 0 h 275"/>
                  <a:gd name="T2" fmla="*/ 0 w 282"/>
                  <a:gd name="T3" fmla="*/ 0 h 275"/>
                  <a:gd name="T4" fmla="*/ 0 w 282"/>
                  <a:gd name="T5" fmla="*/ 0 h 275"/>
                  <a:gd name="T6" fmla="*/ 0 w 282"/>
                  <a:gd name="T7" fmla="*/ 0 h 275"/>
                  <a:gd name="T8" fmla="*/ 0 w 282"/>
                  <a:gd name="T9" fmla="*/ 0 h 275"/>
                  <a:gd name="T10" fmla="*/ 0 w 282"/>
                  <a:gd name="T11" fmla="*/ 0 h 275"/>
                  <a:gd name="T12" fmla="*/ 0 w 282"/>
                  <a:gd name="T13" fmla="*/ 0 h 275"/>
                  <a:gd name="T14" fmla="*/ 0 w 282"/>
                  <a:gd name="T15" fmla="*/ 0 h 275"/>
                  <a:gd name="T16" fmla="*/ 0 w 282"/>
                  <a:gd name="T17" fmla="*/ 0 h 275"/>
                  <a:gd name="T18" fmla="*/ 0 w 282"/>
                  <a:gd name="T19" fmla="*/ 0 h 275"/>
                  <a:gd name="T20" fmla="*/ 0 w 282"/>
                  <a:gd name="T21" fmla="*/ 0 h 275"/>
                  <a:gd name="T22" fmla="*/ 0 w 282"/>
                  <a:gd name="T23" fmla="*/ 0 h 275"/>
                  <a:gd name="T24" fmla="*/ 0 w 282"/>
                  <a:gd name="T25" fmla="*/ 0 h 275"/>
                  <a:gd name="T26" fmla="*/ 0 w 282"/>
                  <a:gd name="T27" fmla="*/ 0 h 275"/>
                  <a:gd name="T28" fmla="*/ 0 w 282"/>
                  <a:gd name="T29" fmla="*/ 0 h 275"/>
                  <a:gd name="T30" fmla="*/ 0 w 282"/>
                  <a:gd name="T31" fmla="*/ 0 h 275"/>
                  <a:gd name="T32" fmla="*/ 0 w 282"/>
                  <a:gd name="T33" fmla="*/ 0 h 275"/>
                  <a:gd name="T34" fmla="*/ 0 w 282"/>
                  <a:gd name="T35" fmla="*/ 0 h 275"/>
                  <a:gd name="T36" fmla="*/ 0 w 282"/>
                  <a:gd name="T37" fmla="*/ 0 h 275"/>
                  <a:gd name="T38" fmla="*/ 0 w 282"/>
                  <a:gd name="T39" fmla="*/ 0 h 275"/>
                  <a:gd name="T40" fmla="*/ 0 w 282"/>
                  <a:gd name="T41" fmla="*/ 0 h 275"/>
                  <a:gd name="T42" fmla="*/ 0 w 282"/>
                  <a:gd name="T43" fmla="*/ 0 h 27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2"/>
                  <a:gd name="T67" fmla="*/ 0 h 275"/>
                  <a:gd name="T68" fmla="*/ 282 w 282"/>
                  <a:gd name="T69" fmla="*/ 275 h 27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2" h="275">
                    <a:moveTo>
                      <a:pt x="275" y="97"/>
                    </a:moveTo>
                    <a:lnTo>
                      <a:pt x="180" y="75"/>
                    </a:lnTo>
                    <a:lnTo>
                      <a:pt x="116" y="35"/>
                    </a:lnTo>
                    <a:lnTo>
                      <a:pt x="90" y="0"/>
                    </a:lnTo>
                    <a:lnTo>
                      <a:pt x="90" y="47"/>
                    </a:lnTo>
                    <a:lnTo>
                      <a:pt x="44" y="35"/>
                    </a:lnTo>
                    <a:lnTo>
                      <a:pt x="0" y="61"/>
                    </a:lnTo>
                    <a:lnTo>
                      <a:pt x="52" y="57"/>
                    </a:lnTo>
                    <a:lnTo>
                      <a:pt x="86" y="79"/>
                    </a:lnTo>
                    <a:lnTo>
                      <a:pt x="95" y="103"/>
                    </a:lnTo>
                    <a:lnTo>
                      <a:pt x="44" y="86"/>
                    </a:lnTo>
                    <a:lnTo>
                      <a:pt x="8" y="121"/>
                    </a:lnTo>
                    <a:lnTo>
                      <a:pt x="44" y="114"/>
                    </a:lnTo>
                    <a:lnTo>
                      <a:pt x="101" y="156"/>
                    </a:lnTo>
                    <a:lnTo>
                      <a:pt x="160" y="185"/>
                    </a:lnTo>
                    <a:lnTo>
                      <a:pt x="147" y="227"/>
                    </a:lnTo>
                    <a:lnTo>
                      <a:pt x="98" y="275"/>
                    </a:lnTo>
                    <a:lnTo>
                      <a:pt x="218" y="224"/>
                    </a:lnTo>
                    <a:lnTo>
                      <a:pt x="239" y="204"/>
                    </a:lnTo>
                    <a:lnTo>
                      <a:pt x="259" y="143"/>
                    </a:lnTo>
                    <a:lnTo>
                      <a:pt x="282" y="121"/>
                    </a:lnTo>
                    <a:lnTo>
                      <a:pt x="275" y="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4" name="Freeform 165">
                <a:extLst>
                  <a:ext uri="{FF2B5EF4-FFF2-40B4-BE49-F238E27FC236}">
                    <a16:creationId xmlns:a16="http://schemas.microsoft.com/office/drawing/2014/main" id="{BC8E2B36-C2E8-BB45-9D6F-390E998B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516"/>
                <a:ext cx="39" cy="32"/>
              </a:xfrm>
              <a:custGeom>
                <a:avLst/>
                <a:gdLst>
                  <a:gd name="T0" fmla="*/ 0 w 311"/>
                  <a:gd name="T1" fmla="*/ 0 h 253"/>
                  <a:gd name="T2" fmla="*/ 0 w 311"/>
                  <a:gd name="T3" fmla="*/ 0 h 253"/>
                  <a:gd name="T4" fmla="*/ 0 w 311"/>
                  <a:gd name="T5" fmla="*/ 0 h 253"/>
                  <a:gd name="T6" fmla="*/ 0 w 311"/>
                  <a:gd name="T7" fmla="*/ 0 h 253"/>
                  <a:gd name="T8" fmla="*/ 0 w 311"/>
                  <a:gd name="T9" fmla="*/ 0 h 253"/>
                  <a:gd name="T10" fmla="*/ 0 w 311"/>
                  <a:gd name="T11" fmla="*/ 0 h 253"/>
                  <a:gd name="T12" fmla="*/ 0 w 311"/>
                  <a:gd name="T13" fmla="*/ 0 h 253"/>
                  <a:gd name="T14" fmla="*/ 0 w 311"/>
                  <a:gd name="T15" fmla="*/ 0 h 253"/>
                  <a:gd name="T16" fmla="*/ 0 w 311"/>
                  <a:gd name="T17" fmla="*/ 0 h 253"/>
                  <a:gd name="T18" fmla="*/ 0 w 311"/>
                  <a:gd name="T19" fmla="*/ 0 h 253"/>
                  <a:gd name="T20" fmla="*/ 0 w 311"/>
                  <a:gd name="T21" fmla="*/ 0 h 253"/>
                  <a:gd name="T22" fmla="*/ 0 w 311"/>
                  <a:gd name="T23" fmla="*/ 0 h 253"/>
                  <a:gd name="T24" fmla="*/ 0 w 311"/>
                  <a:gd name="T25" fmla="*/ 0 h 253"/>
                  <a:gd name="T26" fmla="*/ 0 w 311"/>
                  <a:gd name="T27" fmla="*/ 0 h 253"/>
                  <a:gd name="T28" fmla="*/ 0 w 311"/>
                  <a:gd name="T29" fmla="*/ 0 h 253"/>
                  <a:gd name="T30" fmla="*/ 0 w 311"/>
                  <a:gd name="T31" fmla="*/ 0 h 253"/>
                  <a:gd name="T32" fmla="*/ 0 w 311"/>
                  <a:gd name="T33" fmla="*/ 0 h 253"/>
                  <a:gd name="T34" fmla="*/ 0 w 311"/>
                  <a:gd name="T35" fmla="*/ 0 h 253"/>
                  <a:gd name="T36" fmla="*/ 0 w 311"/>
                  <a:gd name="T37" fmla="*/ 0 h 253"/>
                  <a:gd name="T38" fmla="*/ 0 w 311"/>
                  <a:gd name="T39" fmla="*/ 0 h 253"/>
                  <a:gd name="T40" fmla="*/ 0 w 311"/>
                  <a:gd name="T41" fmla="*/ 0 h 253"/>
                  <a:gd name="T42" fmla="*/ 0 w 311"/>
                  <a:gd name="T43" fmla="*/ 0 h 253"/>
                  <a:gd name="T44" fmla="*/ 0 w 311"/>
                  <a:gd name="T45" fmla="*/ 0 h 253"/>
                  <a:gd name="T46" fmla="*/ 0 w 311"/>
                  <a:gd name="T47" fmla="*/ 0 h 25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1"/>
                  <a:gd name="T73" fmla="*/ 0 h 253"/>
                  <a:gd name="T74" fmla="*/ 311 w 311"/>
                  <a:gd name="T75" fmla="*/ 253 h 25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1" h="253">
                    <a:moveTo>
                      <a:pt x="76" y="64"/>
                    </a:moveTo>
                    <a:lnTo>
                      <a:pt x="175" y="85"/>
                    </a:lnTo>
                    <a:lnTo>
                      <a:pt x="270" y="72"/>
                    </a:lnTo>
                    <a:lnTo>
                      <a:pt x="204" y="116"/>
                    </a:lnTo>
                    <a:lnTo>
                      <a:pt x="290" y="143"/>
                    </a:lnTo>
                    <a:lnTo>
                      <a:pt x="311" y="175"/>
                    </a:lnTo>
                    <a:lnTo>
                      <a:pt x="274" y="152"/>
                    </a:lnTo>
                    <a:lnTo>
                      <a:pt x="191" y="131"/>
                    </a:lnTo>
                    <a:lnTo>
                      <a:pt x="134" y="140"/>
                    </a:lnTo>
                    <a:lnTo>
                      <a:pt x="242" y="175"/>
                    </a:lnTo>
                    <a:lnTo>
                      <a:pt x="265" y="224"/>
                    </a:lnTo>
                    <a:lnTo>
                      <a:pt x="230" y="189"/>
                    </a:lnTo>
                    <a:lnTo>
                      <a:pt x="184" y="200"/>
                    </a:lnTo>
                    <a:lnTo>
                      <a:pt x="105" y="186"/>
                    </a:lnTo>
                    <a:lnTo>
                      <a:pt x="48" y="175"/>
                    </a:lnTo>
                    <a:lnTo>
                      <a:pt x="105" y="253"/>
                    </a:lnTo>
                    <a:lnTo>
                      <a:pt x="28" y="189"/>
                    </a:lnTo>
                    <a:lnTo>
                      <a:pt x="0" y="140"/>
                    </a:lnTo>
                    <a:lnTo>
                      <a:pt x="0" y="125"/>
                    </a:lnTo>
                    <a:lnTo>
                      <a:pt x="20" y="85"/>
                    </a:lnTo>
                    <a:lnTo>
                      <a:pt x="0" y="48"/>
                    </a:lnTo>
                    <a:lnTo>
                      <a:pt x="48" y="0"/>
                    </a:lnTo>
                    <a:lnTo>
                      <a:pt x="32" y="68"/>
                    </a:lnTo>
                    <a:lnTo>
                      <a:pt x="76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5" name="Freeform 166">
                <a:extLst>
                  <a:ext uri="{FF2B5EF4-FFF2-40B4-BE49-F238E27FC236}">
                    <a16:creationId xmlns:a16="http://schemas.microsoft.com/office/drawing/2014/main" id="{9EF54EE8-D9DD-DF44-AC7C-C75624EC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561"/>
                <a:ext cx="38" cy="23"/>
              </a:xfrm>
              <a:custGeom>
                <a:avLst/>
                <a:gdLst>
                  <a:gd name="T0" fmla="*/ 0 w 306"/>
                  <a:gd name="T1" fmla="*/ 0 h 187"/>
                  <a:gd name="T2" fmla="*/ 0 w 306"/>
                  <a:gd name="T3" fmla="*/ 0 h 187"/>
                  <a:gd name="T4" fmla="*/ 0 w 306"/>
                  <a:gd name="T5" fmla="*/ 0 h 187"/>
                  <a:gd name="T6" fmla="*/ 0 w 306"/>
                  <a:gd name="T7" fmla="*/ 0 h 187"/>
                  <a:gd name="T8" fmla="*/ 0 w 306"/>
                  <a:gd name="T9" fmla="*/ 0 h 187"/>
                  <a:gd name="T10" fmla="*/ 0 w 306"/>
                  <a:gd name="T11" fmla="*/ 0 h 187"/>
                  <a:gd name="T12" fmla="*/ 0 w 306"/>
                  <a:gd name="T13" fmla="*/ 0 h 187"/>
                  <a:gd name="T14" fmla="*/ 0 w 306"/>
                  <a:gd name="T15" fmla="*/ 0 h 187"/>
                  <a:gd name="T16" fmla="*/ 0 w 306"/>
                  <a:gd name="T17" fmla="*/ 0 h 187"/>
                  <a:gd name="T18" fmla="*/ 0 w 306"/>
                  <a:gd name="T19" fmla="*/ 0 h 187"/>
                  <a:gd name="T20" fmla="*/ 0 w 306"/>
                  <a:gd name="T21" fmla="*/ 0 h 187"/>
                  <a:gd name="T22" fmla="*/ 0 w 306"/>
                  <a:gd name="T23" fmla="*/ 0 h 187"/>
                  <a:gd name="T24" fmla="*/ 0 w 306"/>
                  <a:gd name="T25" fmla="*/ 0 h 187"/>
                  <a:gd name="T26" fmla="*/ 0 w 306"/>
                  <a:gd name="T27" fmla="*/ 0 h 187"/>
                  <a:gd name="T28" fmla="*/ 0 w 306"/>
                  <a:gd name="T29" fmla="*/ 0 h 187"/>
                  <a:gd name="T30" fmla="*/ 0 w 306"/>
                  <a:gd name="T31" fmla="*/ 0 h 187"/>
                  <a:gd name="T32" fmla="*/ 0 w 306"/>
                  <a:gd name="T33" fmla="*/ 0 h 187"/>
                  <a:gd name="T34" fmla="*/ 0 w 306"/>
                  <a:gd name="T35" fmla="*/ 0 h 1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6"/>
                  <a:gd name="T55" fmla="*/ 0 h 187"/>
                  <a:gd name="T56" fmla="*/ 306 w 306"/>
                  <a:gd name="T57" fmla="*/ 187 h 18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6" h="187">
                    <a:moveTo>
                      <a:pt x="14" y="0"/>
                    </a:moveTo>
                    <a:lnTo>
                      <a:pt x="44" y="7"/>
                    </a:lnTo>
                    <a:lnTo>
                      <a:pt x="67" y="14"/>
                    </a:lnTo>
                    <a:lnTo>
                      <a:pt x="111" y="0"/>
                    </a:lnTo>
                    <a:lnTo>
                      <a:pt x="148" y="2"/>
                    </a:lnTo>
                    <a:lnTo>
                      <a:pt x="221" y="51"/>
                    </a:lnTo>
                    <a:lnTo>
                      <a:pt x="247" y="29"/>
                    </a:lnTo>
                    <a:lnTo>
                      <a:pt x="306" y="62"/>
                    </a:lnTo>
                    <a:lnTo>
                      <a:pt x="306" y="97"/>
                    </a:lnTo>
                    <a:lnTo>
                      <a:pt x="223" y="76"/>
                    </a:lnTo>
                    <a:lnTo>
                      <a:pt x="161" y="122"/>
                    </a:lnTo>
                    <a:lnTo>
                      <a:pt x="148" y="179"/>
                    </a:lnTo>
                    <a:lnTo>
                      <a:pt x="111" y="187"/>
                    </a:lnTo>
                    <a:lnTo>
                      <a:pt x="122" y="166"/>
                    </a:lnTo>
                    <a:lnTo>
                      <a:pt x="111" y="89"/>
                    </a:lnTo>
                    <a:lnTo>
                      <a:pt x="82" y="67"/>
                    </a:lnTo>
                    <a:lnTo>
                      <a:pt x="0" y="2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6" name="Freeform 167">
                <a:extLst>
                  <a:ext uri="{FF2B5EF4-FFF2-40B4-BE49-F238E27FC236}">
                    <a16:creationId xmlns:a16="http://schemas.microsoft.com/office/drawing/2014/main" id="{F2038E1A-E3AF-A44E-88A6-09DDF863D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533"/>
                <a:ext cx="21" cy="33"/>
              </a:xfrm>
              <a:custGeom>
                <a:avLst/>
                <a:gdLst>
                  <a:gd name="T0" fmla="*/ 0 w 164"/>
                  <a:gd name="T1" fmla="*/ 0 h 264"/>
                  <a:gd name="T2" fmla="*/ 0 w 164"/>
                  <a:gd name="T3" fmla="*/ 0 h 264"/>
                  <a:gd name="T4" fmla="*/ 0 w 164"/>
                  <a:gd name="T5" fmla="*/ 0 h 264"/>
                  <a:gd name="T6" fmla="*/ 0 w 164"/>
                  <a:gd name="T7" fmla="*/ 0 h 264"/>
                  <a:gd name="T8" fmla="*/ 0 w 164"/>
                  <a:gd name="T9" fmla="*/ 0 h 264"/>
                  <a:gd name="T10" fmla="*/ 0 w 164"/>
                  <a:gd name="T11" fmla="*/ 0 h 264"/>
                  <a:gd name="T12" fmla="*/ 0 w 164"/>
                  <a:gd name="T13" fmla="*/ 0 h 264"/>
                  <a:gd name="T14" fmla="*/ 0 w 164"/>
                  <a:gd name="T15" fmla="*/ 0 h 264"/>
                  <a:gd name="T16" fmla="*/ 0 w 164"/>
                  <a:gd name="T17" fmla="*/ 0 h 264"/>
                  <a:gd name="T18" fmla="*/ 0 w 164"/>
                  <a:gd name="T19" fmla="*/ 0 h 264"/>
                  <a:gd name="T20" fmla="*/ 0 w 164"/>
                  <a:gd name="T21" fmla="*/ 0 h 264"/>
                  <a:gd name="T22" fmla="*/ 0 w 164"/>
                  <a:gd name="T23" fmla="*/ 0 h 264"/>
                  <a:gd name="T24" fmla="*/ 0 w 164"/>
                  <a:gd name="T25" fmla="*/ 0 h 264"/>
                  <a:gd name="T26" fmla="*/ 0 w 164"/>
                  <a:gd name="T27" fmla="*/ 0 h 26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4"/>
                  <a:gd name="T43" fmla="*/ 0 h 264"/>
                  <a:gd name="T44" fmla="*/ 164 w 164"/>
                  <a:gd name="T45" fmla="*/ 264 h 26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4" h="264">
                    <a:moveTo>
                      <a:pt x="164" y="0"/>
                    </a:moveTo>
                    <a:lnTo>
                      <a:pt x="136" y="106"/>
                    </a:lnTo>
                    <a:lnTo>
                      <a:pt x="114" y="154"/>
                    </a:lnTo>
                    <a:lnTo>
                      <a:pt x="114" y="240"/>
                    </a:lnTo>
                    <a:lnTo>
                      <a:pt x="85" y="249"/>
                    </a:lnTo>
                    <a:lnTo>
                      <a:pt x="83" y="163"/>
                    </a:lnTo>
                    <a:lnTo>
                      <a:pt x="41" y="174"/>
                    </a:lnTo>
                    <a:lnTo>
                      <a:pt x="41" y="233"/>
                    </a:lnTo>
                    <a:lnTo>
                      <a:pt x="23" y="264"/>
                    </a:lnTo>
                    <a:lnTo>
                      <a:pt x="0" y="228"/>
                    </a:lnTo>
                    <a:lnTo>
                      <a:pt x="23" y="163"/>
                    </a:lnTo>
                    <a:lnTo>
                      <a:pt x="90" y="132"/>
                    </a:lnTo>
                    <a:lnTo>
                      <a:pt x="143" y="2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7" name="Freeform 168">
                <a:extLst>
                  <a:ext uri="{FF2B5EF4-FFF2-40B4-BE49-F238E27FC236}">
                    <a16:creationId xmlns:a16="http://schemas.microsoft.com/office/drawing/2014/main" id="{C2F2D875-7A70-C844-A8E1-1963E01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561"/>
                <a:ext cx="18" cy="25"/>
              </a:xfrm>
              <a:custGeom>
                <a:avLst/>
                <a:gdLst>
                  <a:gd name="T0" fmla="*/ 0 w 141"/>
                  <a:gd name="T1" fmla="*/ 0 h 198"/>
                  <a:gd name="T2" fmla="*/ 0 w 141"/>
                  <a:gd name="T3" fmla="*/ 0 h 198"/>
                  <a:gd name="T4" fmla="*/ 0 w 141"/>
                  <a:gd name="T5" fmla="*/ 0 h 198"/>
                  <a:gd name="T6" fmla="*/ 0 w 141"/>
                  <a:gd name="T7" fmla="*/ 0 h 198"/>
                  <a:gd name="T8" fmla="*/ 0 w 141"/>
                  <a:gd name="T9" fmla="*/ 0 h 198"/>
                  <a:gd name="T10" fmla="*/ 0 w 141"/>
                  <a:gd name="T11" fmla="*/ 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1"/>
                  <a:gd name="T19" fmla="*/ 0 h 198"/>
                  <a:gd name="T20" fmla="*/ 141 w 141"/>
                  <a:gd name="T21" fmla="*/ 198 h 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1" h="198">
                    <a:moveTo>
                      <a:pt x="0" y="0"/>
                    </a:moveTo>
                    <a:lnTo>
                      <a:pt x="88" y="38"/>
                    </a:lnTo>
                    <a:lnTo>
                      <a:pt x="141" y="198"/>
                    </a:lnTo>
                    <a:lnTo>
                      <a:pt x="39" y="150"/>
                    </a:lnTo>
                    <a:lnTo>
                      <a:pt x="12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8" name="Freeform 169">
                <a:extLst>
                  <a:ext uri="{FF2B5EF4-FFF2-40B4-BE49-F238E27FC236}">
                    <a16:creationId xmlns:a16="http://schemas.microsoft.com/office/drawing/2014/main" id="{B084F664-224B-EA4D-9592-C57E61D3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429"/>
                <a:ext cx="146" cy="102"/>
              </a:xfrm>
              <a:custGeom>
                <a:avLst/>
                <a:gdLst>
                  <a:gd name="T0" fmla="*/ 0 w 1166"/>
                  <a:gd name="T1" fmla="*/ 0 h 817"/>
                  <a:gd name="T2" fmla="*/ 0 w 1166"/>
                  <a:gd name="T3" fmla="*/ 0 h 817"/>
                  <a:gd name="T4" fmla="*/ 0 w 1166"/>
                  <a:gd name="T5" fmla="*/ 0 h 817"/>
                  <a:gd name="T6" fmla="*/ 0 w 1166"/>
                  <a:gd name="T7" fmla="*/ 0 h 817"/>
                  <a:gd name="T8" fmla="*/ 0 w 1166"/>
                  <a:gd name="T9" fmla="*/ 0 h 817"/>
                  <a:gd name="T10" fmla="*/ 0 w 1166"/>
                  <a:gd name="T11" fmla="*/ 0 h 817"/>
                  <a:gd name="T12" fmla="*/ 0 w 1166"/>
                  <a:gd name="T13" fmla="*/ 0 h 817"/>
                  <a:gd name="T14" fmla="*/ 0 w 1166"/>
                  <a:gd name="T15" fmla="*/ 0 h 817"/>
                  <a:gd name="T16" fmla="*/ 0 w 1166"/>
                  <a:gd name="T17" fmla="*/ 0 h 817"/>
                  <a:gd name="T18" fmla="*/ 0 w 1166"/>
                  <a:gd name="T19" fmla="*/ 0 h 817"/>
                  <a:gd name="T20" fmla="*/ 0 w 1166"/>
                  <a:gd name="T21" fmla="*/ 0 h 817"/>
                  <a:gd name="T22" fmla="*/ 0 w 1166"/>
                  <a:gd name="T23" fmla="*/ 0 h 817"/>
                  <a:gd name="T24" fmla="*/ 0 w 1166"/>
                  <a:gd name="T25" fmla="*/ 0 h 817"/>
                  <a:gd name="T26" fmla="*/ 0 w 1166"/>
                  <a:gd name="T27" fmla="*/ 0 h 817"/>
                  <a:gd name="T28" fmla="*/ 0 w 1166"/>
                  <a:gd name="T29" fmla="*/ 0 h 817"/>
                  <a:gd name="T30" fmla="*/ 0 w 1166"/>
                  <a:gd name="T31" fmla="*/ 0 h 817"/>
                  <a:gd name="T32" fmla="*/ 0 w 1166"/>
                  <a:gd name="T33" fmla="*/ 0 h 817"/>
                  <a:gd name="T34" fmla="*/ 0 w 1166"/>
                  <a:gd name="T35" fmla="*/ 0 h 817"/>
                  <a:gd name="T36" fmla="*/ 0 w 1166"/>
                  <a:gd name="T37" fmla="*/ 0 h 817"/>
                  <a:gd name="T38" fmla="*/ 0 w 1166"/>
                  <a:gd name="T39" fmla="*/ 0 h 817"/>
                  <a:gd name="T40" fmla="*/ 0 w 1166"/>
                  <a:gd name="T41" fmla="*/ 0 h 817"/>
                  <a:gd name="T42" fmla="*/ 0 w 1166"/>
                  <a:gd name="T43" fmla="*/ 0 h 817"/>
                  <a:gd name="T44" fmla="*/ 0 w 1166"/>
                  <a:gd name="T45" fmla="*/ 0 h 817"/>
                  <a:gd name="T46" fmla="*/ 0 w 1166"/>
                  <a:gd name="T47" fmla="*/ 0 h 817"/>
                  <a:gd name="T48" fmla="*/ 0 w 1166"/>
                  <a:gd name="T49" fmla="*/ 0 h 817"/>
                  <a:gd name="T50" fmla="*/ 0 w 1166"/>
                  <a:gd name="T51" fmla="*/ 0 h 817"/>
                  <a:gd name="T52" fmla="*/ 0 w 1166"/>
                  <a:gd name="T53" fmla="*/ 0 h 817"/>
                  <a:gd name="T54" fmla="*/ 0 w 1166"/>
                  <a:gd name="T55" fmla="*/ 0 h 817"/>
                  <a:gd name="T56" fmla="*/ 0 w 1166"/>
                  <a:gd name="T57" fmla="*/ 0 h 817"/>
                  <a:gd name="T58" fmla="*/ 0 w 1166"/>
                  <a:gd name="T59" fmla="*/ 0 h 817"/>
                  <a:gd name="T60" fmla="*/ 0 w 1166"/>
                  <a:gd name="T61" fmla="*/ 0 h 817"/>
                  <a:gd name="T62" fmla="*/ 0 w 1166"/>
                  <a:gd name="T63" fmla="*/ 0 h 8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66"/>
                  <a:gd name="T97" fmla="*/ 0 h 817"/>
                  <a:gd name="T98" fmla="*/ 1166 w 1166"/>
                  <a:gd name="T99" fmla="*/ 817 h 81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66" h="817">
                    <a:moveTo>
                      <a:pt x="896" y="320"/>
                    </a:moveTo>
                    <a:lnTo>
                      <a:pt x="804" y="345"/>
                    </a:lnTo>
                    <a:lnTo>
                      <a:pt x="716" y="336"/>
                    </a:lnTo>
                    <a:lnTo>
                      <a:pt x="603" y="302"/>
                    </a:lnTo>
                    <a:lnTo>
                      <a:pt x="492" y="286"/>
                    </a:lnTo>
                    <a:lnTo>
                      <a:pt x="396" y="295"/>
                    </a:lnTo>
                    <a:lnTo>
                      <a:pt x="269" y="299"/>
                    </a:lnTo>
                    <a:lnTo>
                      <a:pt x="211" y="309"/>
                    </a:lnTo>
                    <a:lnTo>
                      <a:pt x="136" y="426"/>
                    </a:lnTo>
                    <a:lnTo>
                      <a:pt x="46" y="620"/>
                    </a:lnTo>
                    <a:lnTo>
                      <a:pt x="0" y="769"/>
                    </a:lnTo>
                    <a:lnTo>
                      <a:pt x="11" y="657"/>
                    </a:lnTo>
                    <a:lnTo>
                      <a:pt x="46" y="525"/>
                    </a:lnTo>
                    <a:lnTo>
                      <a:pt x="13" y="494"/>
                    </a:lnTo>
                    <a:lnTo>
                      <a:pt x="119" y="295"/>
                    </a:lnTo>
                    <a:lnTo>
                      <a:pt x="184" y="171"/>
                    </a:lnTo>
                    <a:lnTo>
                      <a:pt x="227" y="143"/>
                    </a:lnTo>
                    <a:lnTo>
                      <a:pt x="198" y="198"/>
                    </a:lnTo>
                    <a:lnTo>
                      <a:pt x="198" y="233"/>
                    </a:lnTo>
                    <a:lnTo>
                      <a:pt x="285" y="200"/>
                    </a:lnTo>
                    <a:lnTo>
                      <a:pt x="400" y="169"/>
                    </a:lnTo>
                    <a:lnTo>
                      <a:pt x="292" y="237"/>
                    </a:lnTo>
                    <a:lnTo>
                      <a:pt x="400" y="228"/>
                    </a:lnTo>
                    <a:lnTo>
                      <a:pt x="497" y="219"/>
                    </a:lnTo>
                    <a:lnTo>
                      <a:pt x="596" y="208"/>
                    </a:lnTo>
                    <a:lnTo>
                      <a:pt x="716" y="219"/>
                    </a:lnTo>
                    <a:lnTo>
                      <a:pt x="846" y="254"/>
                    </a:lnTo>
                    <a:lnTo>
                      <a:pt x="744" y="187"/>
                    </a:lnTo>
                    <a:lnTo>
                      <a:pt x="613" y="152"/>
                    </a:lnTo>
                    <a:lnTo>
                      <a:pt x="721" y="143"/>
                    </a:lnTo>
                    <a:lnTo>
                      <a:pt x="629" y="97"/>
                    </a:lnTo>
                    <a:lnTo>
                      <a:pt x="499" y="85"/>
                    </a:lnTo>
                    <a:lnTo>
                      <a:pt x="369" y="108"/>
                    </a:lnTo>
                    <a:lnTo>
                      <a:pt x="509" y="59"/>
                    </a:lnTo>
                    <a:lnTo>
                      <a:pt x="670" y="59"/>
                    </a:lnTo>
                    <a:lnTo>
                      <a:pt x="585" y="26"/>
                    </a:lnTo>
                    <a:lnTo>
                      <a:pt x="453" y="26"/>
                    </a:lnTo>
                    <a:lnTo>
                      <a:pt x="334" y="59"/>
                    </a:lnTo>
                    <a:lnTo>
                      <a:pt x="444" y="18"/>
                    </a:lnTo>
                    <a:lnTo>
                      <a:pt x="536" y="0"/>
                    </a:lnTo>
                    <a:lnTo>
                      <a:pt x="681" y="13"/>
                    </a:lnTo>
                    <a:lnTo>
                      <a:pt x="829" y="88"/>
                    </a:lnTo>
                    <a:lnTo>
                      <a:pt x="938" y="149"/>
                    </a:lnTo>
                    <a:lnTo>
                      <a:pt x="989" y="224"/>
                    </a:lnTo>
                    <a:lnTo>
                      <a:pt x="995" y="286"/>
                    </a:lnTo>
                    <a:lnTo>
                      <a:pt x="1076" y="364"/>
                    </a:lnTo>
                    <a:lnTo>
                      <a:pt x="1106" y="505"/>
                    </a:lnTo>
                    <a:lnTo>
                      <a:pt x="1106" y="657"/>
                    </a:lnTo>
                    <a:lnTo>
                      <a:pt x="1076" y="756"/>
                    </a:lnTo>
                    <a:lnTo>
                      <a:pt x="1129" y="747"/>
                    </a:lnTo>
                    <a:lnTo>
                      <a:pt x="1166" y="773"/>
                    </a:lnTo>
                    <a:lnTo>
                      <a:pt x="1115" y="758"/>
                    </a:lnTo>
                    <a:lnTo>
                      <a:pt x="1000" y="817"/>
                    </a:lnTo>
                    <a:lnTo>
                      <a:pt x="954" y="765"/>
                    </a:lnTo>
                    <a:lnTo>
                      <a:pt x="963" y="666"/>
                    </a:lnTo>
                    <a:lnTo>
                      <a:pt x="930" y="571"/>
                    </a:lnTo>
                    <a:lnTo>
                      <a:pt x="938" y="512"/>
                    </a:lnTo>
                    <a:lnTo>
                      <a:pt x="978" y="525"/>
                    </a:lnTo>
                    <a:lnTo>
                      <a:pt x="954" y="475"/>
                    </a:lnTo>
                    <a:lnTo>
                      <a:pt x="963" y="413"/>
                    </a:lnTo>
                    <a:lnTo>
                      <a:pt x="995" y="426"/>
                    </a:lnTo>
                    <a:lnTo>
                      <a:pt x="967" y="336"/>
                    </a:lnTo>
                    <a:lnTo>
                      <a:pt x="923" y="320"/>
                    </a:lnTo>
                    <a:lnTo>
                      <a:pt x="896" y="3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29" name="Freeform 170">
                <a:extLst>
                  <a:ext uri="{FF2B5EF4-FFF2-40B4-BE49-F238E27FC236}">
                    <a16:creationId xmlns:a16="http://schemas.microsoft.com/office/drawing/2014/main" id="{3C338849-6DCE-B04C-AE18-2897AE5E9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549"/>
                <a:ext cx="15" cy="25"/>
              </a:xfrm>
              <a:custGeom>
                <a:avLst/>
                <a:gdLst>
                  <a:gd name="T0" fmla="*/ 0 w 121"/>
                  <a:gd name="T1" fmla="*/ 0 h 198"/>
                  <a:gd name="T2" fmla="*/ 0 w 121"/>
                  <a:gd name="T3" fmla="*/ 0 h 198"/>
                  <a:gd name="T4" fmla="*/ 0 w 121"/>
                  <a:gd name="T5" fmla="*/ 0 h 198"/>
                  <a:gd name="T6" fmla="*/ 0 w 121"/>
                  <a:gd name="T7" fmla="*/ 0 h 198"/>
                  <a:gd name="T8" fmla="*/ 0 w 121"/>
                  <a:gd name="T9" fmla="*/ 0 h 198"/>
                  <a:gd name="T10" fmla="*/ 0 w 121"/>
                  <a:gd name="T11" fmla="*/ 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1"/>
                  <a:gd name="T19" fmla="*/ 0 h 198"/>
                  <a:gd name="T20" fmla="*/ 121 w 121"/>
                  <a:gd name="T21" fmla="*/ 198 h 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1" h="198">
                    <a:moveTo>
                      <a:pt x="115" y="101"/>
                    </a:moveTo>
                    <a:lnTo>
                      <a:pt x="24" y="198"/>
                    </a:lnTo>
                    <a:lnTo>
                      <a:pt x="0" y="50"/>
                    </a:lnTo>
                    <a:lnTo>
                      <a:pt x="20" y="0"/>
                    </a:lnTo>
                    <a:lnTo>
                      <a:pt x="121" y="31"/>
                    </a:lnTo>
                    <a:lnTo>
                      <a:pt x="115" y="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0" name="Freeform 171">
                <a:extLst>
                  <a:ext uri="{FF2B5EF4-FFF2-40B4-BE49-F238E27FC236}">
                    <a16:creationId xmlns:a16="http://schemas.microsoft.com/office/drawing/2014/main" id="{C693675E-E460-4743-9F0D-96076B1A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33"/>
                <a:ext cx="123" cy="97"/>
              </a:xfrm>
              <a:custGeom>
                <a:avLst/>
                <a:gdLst>
                  <a:gd name="T0" fmla="*/ 0 w 982"/>
                  <a:gd name="T1" fmla="*/ 0 h 774"/>
                  <a:gd name="T2" fmla="*/ 0 w 982"/>
                  <a:gd name="T3" fmla="*/ 0 h 774"/>
                  <a:gd name="T4" fmla="*/ 0 w 982"/>
                  <a:gd name="T5" fmla="*/ 0 h 774"/>
                  <a:gd name="T6" fmla="*/ 0 w 982"/>
                  <a:gd name="T7" fmla="*/ 0 h 774"/>
                  <a:gd name="T8" fmla="*/ 0 w 982"/>
                  <a:gd name="T9" fmla="*/ 0 h 774"/>
                  <a:gd name="T10" fmla="*/ 0 w 982"/>
                  <a:gd name="T11" fmla="*/ 0 h 774"/>
                  <a:gd name="T12" fmla="*/ 0 w 982"/>
                  <a:gd name="T13" fmla="*/ 0 h 774"/>
                  <a:gd name="T14" fmla="*/ 0 w 982"/>
                  <a:gd name="T15" fmla="*/ 0 h 774"/>
                  <a:gd name="T16" fmla="*/ 0 w 982"/>
                  <a:gd name="T17" fmla="*/ 0 h 774"/>
                  <a:gd name="T18" fmla="*/ 0 w 982"/>
                  <a:gd name="T19" fmla="*/ 0 h 774"/>
                  <a:gd name="T20" fmla="*/ 0 w 982"/>
                  <a:gd name="T21" fmla="*/ 0 h 774"/>
                  <a:gd name="T22" fmla="*/ 0 w 982"/>
                  <a:gd name="T23" fmla="*/ 0 h 774"/>
                  <a:gd name="T24" fmla="*/ 0 w 982"/>
                  <a:gd name="T25" fmla="*/ 0 h 774"/>
                  <a:gd name="T26" fmla="*/ 0 w 982"/>
                  <a:gd name="T27" fmla="*/ 0 h 774"/>
                  <a:gd name="T28" fmla="*/ 0 w 982"/>
                  <a:gd name="T29" fmla="*/ 0 h 774"/>
                  <a:gd name="T30" fmla="*/ 0 w 982"/>
                  <a:gd name="T31" fmla="*/ 0 h 774"/>
                  <a:gd name="T32" fmla="*/ 0 w 982"/>
                  <a:gd name="T33" fmla="*/ 0 h 774"/>
                  <a:gd name="T34" fmla="*/ 0 w 982"/>
                  <a:gd name="T35" fmla="*/ 0 h 774"/>
                  <a:gd name="T36" fmla="*/ 0 w 982"/>
                  <a:gd name="T37" fmla="*/ 0 h 774"/>
                  <a:gd name="T38" fmla="*/ 0 w 982"/>
                  <a:gd name="T39" fmla="*/ 0 h 774"/>
                  <a:gd name="T40" fmla="*/ 0 w 982"/>
                  <a:gd name="T41" fmla="*/ 0 h 774"/>
                  <a:gd name="T42" fmla="*/ 0 w 982"/>
                  <a:gd name="T43" fmla="*/ 0 h 774"/>
                  <a:gd name="T44" fmla="*/ 0 w 982"/>
                  <a:gd name="T45" fmla="*/ 0 h 774"/>
                  <a:gd name="T46" fmla="*/ 0 w 982"/>
                  <a:gd name="T47" fmla="*/ 0 h 774"/>
                  <a:gd name="T48" fmla="*/ 0 w 982"/>
                  <a:gd name="T49" fmla="*/ 0 h 774"/>
                  <a:gd name="T50" fmla="*/ 0 w 982"/>
                  <a:gd name="T51" fmla="*/ 0 h 774"/>
                  <a:gd name="T52" fmla="*/ 0 w 982"/>
                  <a:gd name="T53" fmla="*/ 0 h 77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82"/>
                  <a:gd name="T82" fmla="*/ 0 h 774"/>
                  <a:gd name="T83" fmla="*/ 982 w 982"/>
                  <a:gd name="T84" fmla="*/ 774 h 77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82" h="774">
                    <a:moveTo>
                      <a:pt x="0" y="0"/>
                    </a:moveTo>
                    <a:lnTo>
                      <a:pt x="25" y="207"/>
                    </a:lnTo>
                    <a:lnTo>
                      <a:pt x="22" y="381"/>
                    </a:lnTo>
                    <a:lnTo>
                      <a:pt x="110" y="558"/>
                    </a:lnTo>
                    <a:lnTo>
                      <a:pt x="163" y="592"/>
                    </a:lnTo>
                    <a:lnTo>
                      <a:pt x="220" y="669"/>
                    </a:lnTo>
                    <a:lnTo>
                      <a:pt x="272" y="689"/>
                    </a:lnTo>
                    <a:lnTo>
                      <a:pt x="456" y="726"/>
                    </a:lnTo>
                    <a:lnTo>
                      <a:pt x="532" y="724"/>
                    </a:lnTo>
                    <a:lnTo>
                      <a:pt x="627" y="675"/>
                    </a:lnTo>
                    <a:lnTo>
                      <a:pt x="688" y="579"/>
                    </a:lnTo>
                    <a:lnTo>
                      <a:pt x="822" y="498"/>
                    </a:lnTo>
                    <a:lnTo>
                      <a:pt x="875" y="411"/>
                    </a:lnTo>
                    <a:lnTo>
                      <a:pt x="982" y="106"/>
                    </a:lnTo>
                    <a:lnTo>
                      <a:pt x="890" y="477"/>
                    </a:lnTo>
                    <a:lnTo>
                      <a:pt x="848" y="523"/>
                    </a:lnTo>
                    <a:lnTo>
                      <a:pt x="742" y="616"/>
                    </a:lnTo>
                    <a:lnTo>
                      <a:pt x="615" y="759"/>
                    </a:lnTo>
                    <a:lnTo>
                      <a:pt x="550" y="774"/>
                    </a:lnTo>
                    <a:lnTo>
                      <a:pt x="253" y="724"/>
                    </a:lnTo>
                    <a:lnTo>
                      <a:pt x="193" y="684"/>
                    </a:lnTo>
                    <a:lnTo>
                      <a:pt x="156" y="616"/>
                    </a:lnTo>
                    <a:lnTo>
                      <a:pt x="84" y="570"/>
                    </a:lnTo>
                    <a:lnTo>
                      <a:pt x="9" y="427"/>
                    </a:lnTo>
                    <a:lnTo>
                      <a:pt x="0" y="359"/>
                    </a:lnTo>
                    <a:lnTo>
                      <a:pt x="0" y="1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1" name="Freeform 172">
                <a:extLst>
                  <a:ext uri="{FF2B5EF4-FFF2-40B4-BE49-F238E27FC236}">
                    <a16:creationId xmlns:a16="http://schemas.microsoft.com/office/drawing/2014/main" id="{FF9E542F-C1C8-DE4E-B65F-945962BD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513"/>
                <a:ext cx="10" cy="10"/>
              </a:xfrm>
              <a:custGeom>
                <a:avLst/>
                <a:gdLst>
                  <a:gd name="T0" fmla="*/ 0 w 82"/>
                  <a:gd name="T1" fmla="*/ 0 h 79"/>
                  <a:gd name="T2" fmla="*/ 0 w 82"/>
                  <a:gd name="T3" fmla="*/ 0 h 79"/>
                  <a:gd name="T4" fmla="*/ 0 w 82"/>
                  <a:gd name="T5" fmla="*/ 0 h 79"/>
                  <a:gd name="T6" fmla="*/ 0 w 82"/>
                  <a:gd name="T7" fmla="*/ 0 h 79"/>
                  <a:gd name="T8" fmla="*/ 0 w 82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"/>
                  <a:gd name="T16" fmla="*/ 0 h 79"/>
                  <a:gd name="T17" fmla="*/ 82 w 82"/>
                  <a:gd name="T18" fmla="*/ 79 h 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" h="79">
                    <a:moveTo>
                      <a:pt x="0" y="24"/>
                    </a:moveTo>
                    <a:lnTo>
                      <a:pt x="38" y="79"/>
                    </a:lnTo>
                    <a:lnTo>
                      <a:pt x="82" y="53"/>
                    </a:lnTo>
                    <a:lnTo>
                      <a:pt x="38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2" name="Freeform 173">
                <a:extLst>
                  <a:ext uri="{FF2B5EF4-FFF2-40B4-BE49-F238E27FC236}">
                    <a16:creationId xmlns:a16="http://schemas.microsoft.com/office/drawing/2014/main" id="{6A422852-2405-CA4E-B93F-804D0DB0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535"/>
                <a:ext cx="13" cy="9"/>
              </a:xfrm>
              <a:custGeom>
                <a:avLst/>
                <a:gdLst>
                  <a:gd name="T0" fmla="*/ 0 w 101"/>
                  <a:gd name="T1" fmla="*/ 0 h 65"/>
                  <a:gd name="T2" fmla="*/ 0 w 101"/>
                  <a:gd name="T3" fmla="*/ 0 h 65"/>
                  <a:gd name="T4" fmla="*/ 0 w 101"/>
                  <a:gd name="T5" fmla="*/ 0 h 65"/>
                  <a:gd name="T6" fmla="*/ 0 w 101"/>
                  <a:gd name="T7" fmla="*/ 0 h 65"/>
                  <a:gd name="T8" fmla="*/ 0 w 101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65"/>
                  <a:gd name="T17" fmla="*/ 101 w 10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65">
                    <a:moveTo>
                      <a:pt x="30" y="65"/>
                    </a:moveTo>
                    <a:lnTo>
                      <a:pt x="101" y="25"/>
                    </a:lnTo>
                    <a:lnTo>
                      <a:pt x="72" y="0"/>
                    </a:lnTo>
                    <a:lnTo>
                      <a:pt x="0" y="23"/>
                    </a:lnTo>
                    <a:lnTo>
                      <a:pt x="30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3" name="Freeform 174">
                <a:extLst>
                  <a:ext uri="{FF2B5EF4-FFF2-40B4-BE49-F238E27FC236}">
                    <a16:creationId xmlns:a16="http://schemas.microsoft.com/office/drawing/2014/main" id="{2FACEF75-568D-4D40-AABB-733C6349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44"/>
                <a:ext cx="17" cy="5"/>
              </a:xfrm>
              <a:custGeom>
                <a:avLst/>
                <a:gdLst>
                  <a:gd name="T0" fmla="*/ 0 w 131"/>
                  <a:gd name="T1" fmla="*/ 0 h 44"/>
                  <a:gd name="T2" fmla="*/ 0 w 131"/>
                  <a:gd name="T3" fmla="*/ 0 h 44"/>
                  <a:gd name="T4" fmla="*/ 0 w 131"/>
                  <a:gd name="T5" fmla="*/ 0 h 44"/>
                  <a:gd name="T6" fmla="*/ 0 w 131"/>
                  <a:gd name="T7" fmla="*/ 0 h 44"/>
                  <a:gd name="T8" fmla="*/ 0 w 131"/>
                  <a:gd name="T9" fmla="*/ 0 h 44"/>
                  <a:gd name="T10" fmla="*/ 0 w 131"/>
                  <a:gd name="T11" fmla="*/ 0 h 44"/>
                  <a:gd name="T12" fmla="*/ 0 w 131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1"/>
                  <a:gd name="T22" fmla="*/ 0 h 44"/>
                  <a:gd name="T23" fmla="*/ 131 w 131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1" h="44">
                    <a:moveTo>
                      <a:pt x="0" y="18"/>
                    </a:moveTo>
                    <a:lnTo>
                      <a:pt x="95" y="18"/>
                    </a:lnTo>
                    <a:lnTo>
                      <a:pt x="108" y="0"/>
                    </a:lnTo>
                    <a:lnTo>
                      <a:pt x="131" y="29"/>
                    </a:lnTo>
                    <a:lnTo>
                      <a:pt x="85" y="44"/>
                    </a:lnTo>
                    <a:lnTo>
                      <a:pt x="0" y="36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4" name="Freeform 175">
                <a:extLst>
                  <a:ext uri="{FF2B5EF4-FFF2-40B4-BE49-F238E27FC236}">
                    <a16:creationId xmlns:a16="http://schemas.microsoft.com/office/drawing/2014/main" id="{F44A43B0-BDD9-564F-B245-1AAE0DFB0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525"/>
                <a:ext cx="14" cy="11"/>
              </a:xfrm>
              <a:custGeom>
                <a:avLst/>
                <a:gdLst>
                  <a:gd name="T0" fmla="*/ 0 w 115"/>
                  <a:gd name="T1" fmla="*/ 0 h 84"/>
                  <a:gd name="T2" fmla="*/ 0 w 115"/>
                  <a:gd name="T3" fmla="*/ 0 h 84"/>
                  <a:gd name="T4" fmla="*/ 0 w 115"/>
                  <a:gd name="T5" fmla="*/ 0 h 84"/>
                  <a:gd name="T6" fmla="*/ 0 w 115"/>
                  <a:gd name="T7" fmla="*/ 0 h 84"/>
                  <a:gd name="T8" fmla="*/ 0 w 115"/>
                  <a:gd name="T9" fmla="*/ 0 h 84"/>
                  <a:gd name="T10" fmla="*/ 0 w 115"/>
                  <a:gd name="T11" fmla="*/ 0 h 84"/>
                  <a:gd name="T12" fmla="*/ 0 w 115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5"/>
                  <a:gd name="T22" fmla="*/ 0 h 84"/>
                  <a:gd name="T23" fmla="*/ 115 w 115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5" h="84">
                    <a:moveTo>
                      <a:pt x="0" y="4"/>
                    </a:moveTo>
                    <a:lnTo>
                      <a:pt x="9" y="44"/>
                    </a:lnTo>
                    <a:lnTo>
                      <a:pt x="104" y="84"/>
                    </a:lnTo>
                    <a:lnTo>
                      <a:pt x="115" y="71"/>
                    </a:lnTo>
                    <a:lnTo>
                      <a:pt x="40" y="33"/>
                    </a:lnTo>
                    <a:lnTo>
                      <a:pt x="16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5" name="Freeform 176">
                <a:extLst>
                  <a:ext uri="{FF2B5EF4-FFF2-40B4-BE49-F238E27FC236}">
                    <a16:creationId xmlns:a16="http://schemas.microsoft.com/office/drawing/2014/main" id="{DCC26D4F-4E5B-AA4E-8FCE-0ADED3FE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91"/>
                <a:ext cx="12" cy="54"/>
              </a:xfrm>
              <a:custGeom>
                <a:avLst/>
                <a:gdLst>
                  <a:gd name="T0" fmla="*/ 0 w 92"/>
                  <a:gd name="T1" fmla="*/ 0 h 429"/>
                  <a:gd name="T2" fmla="*/ 0 w 92"/>
                  <a:gd name="T3" fmla="*/ 0 h 429"/>
                  <a:gd name="T4" fmla="*/ 0 w 92"/>
                  <a:gd name="T5" fmla="*/ 0 h 429"/>
                  <a:gd name="T6" fmla="*/ 0 w 92"/>
                  <a:gd name="T7" fmla="*/ 0 h 429"/>
                  <a:gd name="T8" fmla="*/ 0 w 92"/>
                  <a:gd name="T9" fmla="*/ 0 h 429"/>
                  <a:gd name="T10" fmla="*/ 0 w 92"/>
                  <a:gd name="T11" fmla="*/ 0 h 429"/>
                  <a:gd name="T12" fmla="*/ 0 w 92"/>
                  <a:gd name="T13" fmla="*/ 0 h 429"/>
                  <a:gd name="T14" fmla="*/ 0 w 92"/>
                  <a:gd name="T15" fmla="*/ 0 h 429"/>
                  <a:gd name="T16" fmla="*/ 0 w 92"/>
                  <a:gd name="T17" fmla="*/ 0 h 429"/>
                  <a:gd name="T18" fmla="*/ 0 w 92"/>
                  <a:gd name="T19" fmla="*/ 0 h 429"/>
                  <a:gd name="T20" fmla="*/ 0 w 92"/>
                  <a:gd name="T21" fmla="*/ 0 h 429"/>
                  <a:gd name="T22" fmla="*/ 0 w 92"/>
                  <a:gd name="T23" fmla="*/ 0 h 429"/>
                  <a:gd name="T24" fmla="*/ 0 w 92"/>
                  <a:gd name="T25" fmla="*/ 0 h 429"/>
                  <a:gd name="T26" fmla="*/ 0 w 92"/>
                  <a:gd name="T27" fmla="*/ 0 h 429"/>
                  <a:gd name="T28" fmla="*/ 0 w 92"/>
                  <a:gd name="T29" fmla="*/ 0 h 429"/>
                  <a:gd name="T30" fmla="*/ 0 w 92"/>
                  <a:gd name="T31" fmla="*/ 0 h 429"/>
                  <a:gd name="T32" fmla="*/ 0 w 92"/>
                  <a:gd name="T33" fmla="*/ 0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429"/>
                  <a:gd name="T53" fmla="*/ 92 w 92"/>
                  <a:gd name="T54" fmla="*/ 429 h 4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429">
                    <a:moveTo>
                      <a:pt x="67" y="0"/>
                    </a:moveTo>
                    <a:lnTo>
                      <a:pt x="53" y="25"/>
                    </a:lnTo>
                    <a:lnTo>
                      <a:pt x="92" y="143"/>
                    </a:lnTo>
                    <a:lnTo>
                      <a:pt x="83" y="249"/>
                    </a:lnTo>
                    <a:lnTo>
                      <a:pt x="37" y="143"/>
                    </a:lnTo>
                    <a:lnTo>
                      <a:pt x="23" y="219"/>
                    </a:lnTo>
                    <a:lnTo>
                      <a:pt x="37" y="306"/>
                    </a:lnTo>
                    <a:lnTo>
                      <a:pt x="37" y="357"/>
                    </a:lnTo>
                    <a:lnTo>
                      <a:pt x="74" y="401"/>
                    </a:lnTo>
                    <a:lnTo>
                      <a:pt x="83" y="429"/>
                    </a:lnTo>
                    <a:lnTo>
                      <a:pt x="44" y="411"/>
                    </a:lnTo>
                    <a:lnTo>
                      <a:pt x="28" y="357"/>
                    </a:lnTo>
                    <a:lnTo>
                      <a:pt x="23" y="293"/>
                    </a:lnTo>
                    <a:lnTo>
                      <a:pt x="0" y="212"/>
                    </a:lnTo>
                    <a:lnTo>
                      <a:pt x="23" y="124"/>
                    </a:lnTo>
                    <a:lnTo>
                      <a:pt x="44" y="3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6" name="Freeform 177">
                <a:extLst>
                  <a:ext uri="{FF2B5EF4-FFF2-40B4-BE49-F238E27FC236}">
                    <a16:creationId xmlns:a16="http://schemas.microsoft.com/office/drawing/2014/main" id="{2162E8B3-E2A8-4040-A694-C1AD9E0F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523"/>
                <a:ext cx="29" cy="49"/>
              </a:xfrm>
              <a:custGeom>
                <a:avLst/>
                <a:gdLst>
                  <a:gd name="T0" fmla="*/ 0 w 239"/>
                  <a:gd name="T1" fmla="*/ 0 h 392"/>
                  <a:gd name="T2" fmla="*/ 0 w 239"/>
                  <a:gd name="T3" fmla="*/ 0 h 392"/>
                  <a:gd name="T4" fmla="*/ 0 w 239"/>
                  <a:gd name="T5" fmla="*/ 0 h 392"/>
                  <a:gd name="T6" fmla="*/ 0 w 239"/>
                  <a:gd name="T7" fmla="*/ 0 h 392"/>
                  <a:gd name="T8" fmla="*/ 0 w 239"/>
                  <a:gd name="T9" fmla="*/ 0 h 392"/>
                  <a:gd name="T10" fmla="*/ 0 w 239"/>
                  <a:gd name="T11" fmla="*/ 0 h 392"/>
                  <a:gd name="T12" fmla="*/ 0 w 239"/>
                  <a:gd name="T13" fmla="*/ 0 h 392"/>
                  <a:gd name="T14" fmla="*/ 0 w 239"/>
                  <a:gd name="T15" fmla="*/ 0 h 392"/>
                  <a:gd name="T16" fmla="*/ 0 w 239"/>
                  <a:gd name="T17" fmla="*/ 0 h 392"/>
                  <a:gd name="T18" fmla="*/ 0 w 239"/>
                  <a:gd name="T19" fmla="*/ 0 h 392"/>
                  <a:gd name="T20" fmla="*/ 0 w 239"/>
                  <a:gd name="T21" fmla="*/ 0 h 392"/>
                  <a:gd name="T22" fmla="*/ 0 w 239"/>
                  <a:gd name="T23" fmla="*/ 0 h 392"/>
                  <a:gd name="T24" fmla="*/ 0 w 239"/>
                  <a:gd name="T25" fmla="*/ 0 h 392"/>
                  <a:gd name="T26" fmla="*/ 0 w 239"/>
                  <a:gd name="T27" fmla="*/ 0 h 392"/>
                  <a:gd name="T28" fmla="*/ 0 w 239"/>
                  <a:gd name="T29" fmla="*/ 0 h 392"/>
                  <a:gd name="T30" fmla="*/ 0 w 239"/>
                  <a:gd name="T31" fmla="*/ 0 h 392"/>
                  <a:gd name="T32" fmla="*/ 0 w 239"/>
                  <a:gd name="T33" fmla="*/ 0 h 392"/>
                  <a:gd name="T34" fmla="*/ 0 w 239"/>
                  <a:gd name="T35" fmla="*/ 0 h 392"/>
                  <a:gd name="T36" fmla="*/ 0 w 239"/>
                  <a:gd name="T37" fmla="*/ 0 h 392"/>
                  <a:gd name="T38" fmla="*/ 0 w 239"/>
                  <a:gd name="T39" fmla="*/ 0 h 392"/>
                  <a:gd name="T40" fmla="*/ 0 w 239"/>
                  <a:gd name="T41" fmla="*/ 0 h 392"/>
                  <a:gd name="T42" fmla="*/ 0 w 239"/>
                  <a:gd name="T43" fmla="*/ 0 h 392"/>
                  <a:gd name="T44" fmla="*/ 0 w 239"/>
                  <a:gd name="T45" fmla="*/ 0 h 392"/>
                  <a:gd name="T46" fmla="*/ 0 w 239"/>
                  <a:gd name="T47" fmla="*/ 0 h 392"/>
                  <a:gd name="T48" fmla="*/ 0 w 239"/>
                  <a:gd name="T49" fmla="*/ 0 h 392"/>
                  <a:gd name="T50" fmla="*/ 0 w 239"/>
                  <a:gd name="T51" fmla="*/ 0 h 392"/>
                  <a:gd name="T52" fmla="*/ 0 w 239"/>
                  <a:gd name="T53" fmla="*/ 0 h 392"/>
                  <a:gd name="T54" fmla="*/ 0 w 239"/>
                  <a:gd name="T55" fmla="*/ 0 h 3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39"/>
                  <a:gd name="T85" fmla="*/ 0 h 392"/>
                  <a:gd name="T86" fmla="*/ 239 w 239"/>
                  <a:gd name="T87" fmla="*/ 392 h 3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39" h="392">
                    <a:moveTo>
                      <a:pt x="199" y="55"/>
                    </a:moveTo>
                    <a:lnTo>
                      <a:pt x="102" y="152"/>
                    </a:lnTo>
                    <a:lnTo>
                      <a:pt x="65" y="116"/>
                    </a:lnTo>
                    <a:lnTo>
                      <a:pt x="52" y="208"/>
                    </a:lnTo>
                    <a:lnTo>
                      <a:pt x="24" y="300"/>
                    </a:lnTo>
                    <a:lnTo>
                      <a:pt x="79" y="268"/>
                    </a:lnTo>
                    <a:lnTo>
                      <a:pt x="90" y="208"/>
                    </a:lnTo>
                    <a:lnTo>
                      <a:pt x="132" y="157"/>
                    </a:lnTo>
                    <a:lnTo>
                      <a:pt x="127" y="201"/>
                    </a:lnTo>
                    <a:lnTo>
                      <a:pt x="102" y="268"/>
                    </a:lnTo>
                    <a:lnTo>
                      <a:pt x="141" y="191"/>
                    </a:lnTo>
                    <a:lnTo>
                      <a:pt x="158" y="138"/>
                    </a:lnTo>
                    <a:lnTo>
                      <a:pt x="199" y="97"/>
                    </a:lnTo>
                    <a:lnTo>
                      <a:pt x="189" y="152"/>
                    </a:lnTo>
                    <a:lnTo>
                      <a:pt x="164" y="224"/>
                    </a:lnTo>
                    <a:lnTo>
                      <a:pt x="158" y="283"/>
                    </a:lnTo>
                    <a:lnTo>
                      <a:pt x="95" y="367"/>
                    </a:lnTo>
                    <a:lnTo>
                      <a:pt x="15" y="341"/>
                    </a:lnTo>
                    <a:lnTo>
                      <a:pt x="0" y="392"/>
                    </a:lnTo>
                    <a:lnTo>
                      <a:pt x="95" y="389"/>
                    </a:lnTo>
                    <a:lnTo>
                      <a:pt x="160" y="300"/>
                    </a:lnTo>
                    <a:lnTo>
                      <a:pt x="185" y="198"/>
                    </a:lnTo>
                    <a:lnTo>
                      <a:pt x="233" y="74"/>
                    </a:lnTo>
                    <a:lnTo>
                      <a:pt x="239" y="41"/>
                    </a:lnTo>
                    <a:lnTo>
                      <a:pt x="226" y="13"/>
                    </a:lnTo>
                    <a:lnTo>
                      <a:pt x="197" y="0"/>
                    </a:lnTo>
                    <a:lnTo>
                      <a:pt x="213" y="30"/>
                    </a:lnTo>
                    <a:lnTo>
                      <a:pt x="199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7" name="Freeform 178">
                <a:extLst>
                  <a:ext uri="{FF2B5EF4-FFF2-40B4-BE49-F238E27FC236}">
                    <a16:creationId xmlns:a16="http://schemas.microsoft.com/office/drawing/2014/main" id="{1336D379-77A5-B24F-AC2A-70634DEB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625"/>
                <a:ext cx="51" cy="40"/>
              </a:xfrm>
              <a:custGeom>
                <a:avLst/>
                <a:gdLst>
                  <a:gd name="T0" fmla="*/ 0 w 410"/>
                  <a:gd name="T1" fmla="*/ 0 h 322"/>
                  <a:gd name="T2" fmla="*/ 0 w 410"/>
                  <a:gd name="T3" fmla="*/ 0 h 322"/>
                  <a:gd name="T4" fmla="*/ 0 w 410"/>
                  <a:gd name="T5" fmla="*/ 0 h 322"/>
                  <a:gd name="T6" fmla="*/ 0 w 410"/>
                  <a:gd name="T7" fmla="*/ 0 h 322"/>
                  <a:gd name="T8" fmla="*/ 0 w 410"/>
                  <a:gd name="T9" fmla="*/ 0 h 322"/>
                  <a:gd name="T10" fmla="*/ 0 w 410"/>
                  <a:gd name="T11" fmla="*/ 0 h 322"/>
                  <a:gd name="T12" fmla="*/ 0 w 410"/>
                  <a:gd name="T13" fmla="*/ 0 h 322"/>
                  <a:gd name="T14" fmla="*/ 0 w 410"/>
                  <a:gd name="T15" fmla="*/ 0 h 322"/>
                  <a:gd name="T16" fmla="*/ 0 w 410"/>
                  <a:gd name="T17" fmla="*/ 0 h 322"/>
                  <a:gd name="T18" fmla="*/ 0 w 410"/>
                  <a:gd name="T19" fmla="*/ 0 h 322"/>
                  <a:gd name="T20" fmla="*/ 0 w 410"/>
                  <a:gd name="T21" fmla="*/ 0 h 322"/>
                  <a:gd name="T22" fmla="*/ 0 w 410"/>
                  <a:gd name="T23" fmla="*/ 0 h 322"/>
                  <a:gd name="T24" fmla="*/ 0 w 410"/>
                  <a:gd name="T25" fmla="*/ 0 h 322"/>
                  <a:gd name="T26" fmla="*/ 0 w 410"/>
                  <a:gd name="T27" fmla="*/ 0 h 322"/>
                  <a:gd name="T28" fmla="*/ 0 w 410"/>
                  <a:gd name="T29" fmla="*/ 0 h 322"/>
                  <a:gd name="T30" fmla="*/ 0 w 410"/>
                  <a:gd name="T31" fmla="*/ 0 h 322"/>
                  <a:gd name="T32" fmla="*/ 0 w 410"/>
                  <a:gd name="T33" fmla="*/ 0 h 322"/>
                  <a:gd name="T34" fmla="*/ 0 w 410"/>
                  <a:gd name="T35" fmla="*/ 0 h 322"/>
                  <a:gd name="T36" fmla="*/ 0 w 410"/>
                  <a:gd name="T37" fmla="*/ 0 h 322"/>
                  <a:gd name="T38" fmla="*/ 0 w 410"/>
                  <a:gd name="T39" fmla="*/ 0 h 322"/>
                  <a:gd name="T40" fmla="*/ 0 w 410"/>
                  <a:gd name="T41" fmla="*/ 0 h 322"/>
                  <a:gd name="T42" fmla="*/ 0 w 410"/>
                  <a:gd name="T43" fmla="*/ 0 h 3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322"/>
                  <a:gd name="T68" fmla="*/ 410 w 410"/>
                  <a:gd name="T69" fmla="*/ 322 h 3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322">
                    <a:moveTo>
                      <a:pt x="0" y="238"/>
                    </a:moveTo>
                    <a:lnTo>
                      <a:pt x="74" y="131"/>
                    </a:lnTo>
                    <a:lnTo>
                      <a:pt x="140" y="47"/>
                    </a:lnTo>
                    <a:lnTo>
                      <a:pt x="194" y="0"/>
                    </a:lnTo>
                    <a:lnTo>
                      <a:pt x="298" y="11"/>
                    </a:lnTo>
                    <a:lnTo>
                      <a:pt x="362" y="84"/>
                    </a:lnTo>
                    <a:lnTo>
                      <a:pt x="399" y="183"/>
                    </a:lnTo>
                    <a:lnTo>
                      <a:pt x="410" y="304"/>
                    </a:lnTo>
                    <a:lnTo>
                      <a:pt x="316" y="177"/>
                    </a:lnTo>
                    <a:lnTo>
                      <a:pt x="286" y="286"/>
                    </a:lnTo>
                    <a:lnTo>
                      <a:pt x="279" y="322"/>
                    </a:lnTo>
                    <a:lnTo>
                      <a:pt x="267" y="249"/>
                    </a:lnTo>
                    <a:lnTo>
                      <a:pt x="298" y="156"/>
                    </a:lnTo>
                    <a:lnTo>
                      <a:pt x="279" y="84"/>
                    </a:lnTo>
                    <a:lnTo>
                      <a:pt x="230" y="36"/>
                    </a:lnTo>
                    <a:lnTo>
                      <a:pt x="166" y="47"/>
                    </a:lnTo>
                    <a:lnTo>
                      <a:pt x="120" y="119"/>
                    </a:lnTo>
                    <a:lnTo>
                      <a:pt x="131" y="177"/>
                    </a:lnTo>
                    <a:lnTo>
                      <a:pt x="83" y="196"/>
                    </a:lnTo>
                    <a:lnTo>
                      <a:pt x="65" y="286"/>
                    </a:lnTo>
                    <a:lnTo>
                      <a:pt x="39" y="203"/>
                    </a:lnTo>
                    <a:lnTo>
                      <a:pt x="0" y="2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8" name="Freeform 179">
                <a:extLst>
                  <a:ext uri="{FF2B5EF4-FFF2-40B4-BE49-F238E27FC236}">
                    <a16:creationId xmlns:a16="http://schemas.microsoft.com/office/drawing/2014/main" id="{87BF1E14-D8B9-6442-9FA1-4B52F17C7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643"/>
                <a:ext cx="50" cy="97"/>
              </a:xfrm>
              <a:custGeom>
                <a:avLst/>
                <a:gdLst>
                  <a:gd name="T0" fmla="*/ 0 w 396"/>
                  <a:gd name="T1" fmla="*/ 0 h 775"/>
                  <a:gd name="T2" fmla="*/ 0 w 396"/>
                  <a:gd name="T3" fmla="*/ 0 h 775"/>
                  <a:gd name="T4" fmla="*/ 0 w 396"/>
                  <a:gd name="T5" fmla="*/ 0 h 775"/>
                  <a:gd name="T6" fmla="*/ 0 w 396"/>
                  <a:gd name="T7" fmla="*/ 0 h 775"/>
                  <a:gd name="T8" fmla="*/ 0 w 396"/>
                  <a:gd name="T9" fmla="*/ 0 h 775"/>
                  <a:gd name="T10" fmla="*/ 0 w 396"/>
                  <a:gd name="T11" fmla="*/ 0 h 775"/>
                  <a:gd name="T12" fmla="*/ 0 w 396"/>
                  <a:gd name="T13" fmla="*/ 0 h 775"/>
                  <a:gd name="T14" fmla="*/ 0 w 396"/>
                  <a:gd name="T15" fmla="*/ 0 h 775"/>
                  <a:gd name="T16" fmla="*/ 0 w 396"/>
                  <a:gd name="T17" fmla="*/ 0 h 775"/>
                  <a:gd name="T18" fmla="*/ 0 w 396"/>
                  <a:gd name="T19" fmla="*/ 0 h 775"/>
                  <a:gd name="T20" fmla="*/ 0 w 396"/>
                  <a:gd name="T21" fmla="*/ 0 h 775"/>
                  <a:gd name="T22" fmla="*/ 0 w 396"/>
                  <a:gd name="T23" fmla="*/ 0 h 775"/>
                  <a:gd name="T24" fmla="*/ 0 w 396"/>
                  <a:gd name="T25" fmla="*/ 0 h 775"/>
                  <a:gd name="T26" fmla="*/ 0 w 396"/>
                  <a:gd name="T27" fmla="*/ 0 h 775"/>
                  <a:gd name="T28" fmla="*/ 0 w 396"/>
                  <a:gd name="T29" fmla="*/ 0 h 775"/>
                  <a:gd name="T30" fmla="*/ 0 w 396"/>
                  <a:gd name="T31" fmla="*/ 0 h 775"/>
                  <a:gd name="T32" fmla="*/ 0 w 396"/>
                  <a:gd name="T33" fmla="*/ 0 h 775"/>
                  <a:gd name="T34" fmla="*/ 0 w 396"/>
                  <a:gd name="T35" fmla="*/ 0 h 775"/>
                  <a:gd name="T36" fmla="*/ 0 w 396"/>
                  <a:gd name="T37" fmla="*/ 0 h 775"/>
                  <a:gd name="T38" fmla="*/ 0 w 396"/>
                  <a:gd name="T39" fmla="*/ 0 h 7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96"/>
                  <a:gd name="T61" fmla="*/ 0 h 775"/>
                  <a:gd name="T62" fmla="*/ 396 w 396"/>
                  <a:gd name="T63" fmla="*/ 775 h 77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96" h="775">
                    <a:moveTo>
                      <a:pt x="158" y="0"/>
                    </a:moveTo>
                    <a:lnTo>
                      <a:pt x="221" y="148"/>
                    </a:lnTo>
                    <a:lnTo>
                      <a:pt x="313" y="122"/>
                    </a:lnTo>
                    <a:lnTo>
                      <a:pt x="313" y="185"/>
                    </a:lnTo>
                    <a:lnTo>
                      <a:pt x="276" y="185"/>
                    </a:lnTo>
                    <a:lnTo>
                      <a:pt x="276" y="258"/>
                    </a:lnTo>
                    <a:lnTo>
                      <a:pt x="250" y="362"/>
                    </a:lnTo>
                    <a:lnTo>
                      <a:pt x="221" y="293"/>
                    </a:lnTo>
                    <a:lnTo>
                      <a:pt x="239" y="194"/>
                    </a:lnTo>
                    <a:lnTo>
                      <a:pt x="184" y="203"/>
                    </a:lnTo>
                    <a:lnTo>
                      <a:pt x="75" y="629"/>
                    </a:lnTo>
                    <a:lnTo>
                      <a:pt x="232" y="748"/>
                    </a:lnTo>
                    <a:lnTo>
                      <a:pt x="396" y="673"/>
                    </a:lnTo>
                    <a:lnTo>
                      <a:pt x="239" y="775"/>
                    </a:lnTo>
                    <a:lnTo>
                      <a:pt x="15" y="618"/>
                    </a:lnTo>
                    <a:lnTo>
                      <a:pt x="0" y="563"/>
                    </a:lnTo>
                    <a:lnTo>
                      <a:pt x="37" y="599"/>
                    </a:lnTo>
                    <a:lnTo>
                      <a:pt x="167" y="148"/>
                    </a:lnTo>
                    <a:lnTo>
                      <a:pt x="119" y="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39" name="Freeform 180">
                <a:extLst>
                  <a:ext uri="{FF2B5EF4-FFF2-40B4-BE49-F238E27FC236}">
                    <a16:creationId xmlns:a16="http://schemas.microsoft.com/office/drawing/2014/main" id="{3CA361FF-A771-3F40-94B4-560D7385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75"/>
                <a:ext cx="271" cy="334"/>
              </a:xfrm>
              <a:custGeom>
                <a:avLst/>
                <a:gdLst>
                  <a:gd name="T0" fmla="*/ 0 w 2165"/>
                  <a:gd name="T1" fmla="*/ 0 h 2672"/>
                  <a:gd name="T2" fmla="*/ 0 w 2165"/>
                  <a:gd name="T3" fmla="*/ 0 h 2672"/>
                  <a:gd name="T4" fmla="*/ 0 w 2165"/>
                  <a:gd name="T5" fmla="*/ 0 h 2672"/>
                  <a:gd name="T6" fmla="*/ 0 w 2165"/>
                  <a:gd name="T7" fmla="*/ 0 h 2672"/>
                  <a:gd name="T8" fmla="*/ 0 w 2165"/>
                  <a:gd name="T9" fmla="*/ 0 h 2672"/>
                  <a:gd name="T10" fmla="*/ 0 w 2165"/>
                  <a:gd name="T11" fmla="*/ 0 h 2672"/>
                  <a:gd name="T12" fmla="*/ 0 w 2165"/>
                  <a:gd name="T13" fmla="*/ 0 h 2672"/>
                  <a:gd name="T14" fmla="*/ 0 w 2165"/>
                  <a:gd name="T15" fmla="*/ 0 h 2672"/>
                  <a:gd name="T16" fmla="*/ 0 w 2165"/>
                  <a:gd name="T17" fmla="*/ 0 h 2672"/>
                  <a:gd name="T18" fmla="*/ 0 w 2165"/>
                  <a:gd name="T19" fmla="*/ 0 h 2672"/>
                  <a:gd name="T20" fmla="*/ 0 w 2165"/>
                  <a:gd name="T21" fmla="*/ 0 h 2672"/>
                  <a:gd name="T22" fmla="*/ 0 w 2165"/>
                  <a:gd name="T23" fmla="*/ 0 h 2672"/>
                  <a:gd name="T24" fmla="*/ 0 w 2165"/>
                  <a:gd name="T25" fmla="*/ 0 h 2672"/>
                  <a:gd name="T26" fmla="*/ 0 w 2165"/>
                  <a:gd name="T27" fmla="*/ 0 h 2672"/>
                  <a:gd name="T28" fmla="*/ 0 w 2165"/>
                  <a:gd name="T29" fmla="*/ 0 h 2672"/>
                  <a:gd name="T30" fmla="*/ 0 w 2165"/>
                  <a:gd name="T31" fmla="*/ 0 h 2672"/>
                  <a:gd name="T32" fmla="*/ 0 w 2165"/>
                  <a:gd name="T33" fmla="*/ 0 h 2672"/>
                  <a:gd name="T34" fmla="*/ 0 w 2165"/>
                  <a:gd name="T35" fmla="*/ 0 h 2672"/>
                  <a:gd name="T36" fmla="*/ 0 w 2165"/>
                  <a:gd name="T37" fmla="*/ 0 h 2672"/>
                  <a:gd name="T38" fmla="*/ 0 w 2165"/>
                  <a:gd name="T39" fmla="*/ 0 h 2672"/>
                  <a:gd name="T40" fmla="*/ 0 w 2165"/>
                  <a:gd name="T41" fmla="*/ 0 h 2672"/>
                  <a:gd name="T42" fmla="*/ 0 w 2165"/>
                  <a:gd name="T43" fmla="*/ 0 h 2672"/>
                  <a:gd name="T44" fmla="*/ 0 w 2165"/>
                  <a:gd name="T45" fmla="*/ 0 h 2672"/>
                  <a:gd name="T46" fmla="*/ 0 w 2165"/>
                  <a:gd name="T47" fmla="*/ 0 h 2672"/>
                  <a:gd name="T48" fmla="*/ 0 w 2165"/>
                  <a:gd name="T49" fmla="*/ 0 h 2672"/>
                  <a:gd name="T50" fmla="*/ 0 w 2165"/>
                  <a:gd name="T51" fmla="*/ 0 h 2672"/>
                  <a:gd name="T52" fmla="*/ 0 w 2165"/>
                  <a:gd name="T53" fmla="*/ 0 h 2672"/>
                  <a:gd name="T54" fmla="*/ 0 w 2165"/>
                  <a:gd name="T55" fmla="*/ 0 h 2672"/>
                  <a:gd name="T56" fmla="*/ 0 w 2165"/>
                  <a:gd name="T57" fmla="*/ 0 h 2672"/>
                  <a:gd name="T58" fmla="*/ 0 w 2165"/>
                  <a:gd name="T59" fmla="*/ 0 h 2672"/>
                  <a:gd name="T60" fmla="*/ 0 w 2165"/>
                  <a:gd name="T61" fmla="*/ 0 h 2672"/>
                  <a:gd name="T62" fmla="*/ 0 w 2165"/>
                  <a:gd name="T63" fmla="*/ 0 h 2672"/>
                  <a:gd name="T64" fmla="*/ 0 w 2165"/>
                  <a:gd name="T65" fmla="*/ 0 h 2672"/>
                  <a:gd name="T66" fmla="*/ 0 w 2165"/>
                  <a:gd name="T67" fmla="*/ 0 h 2672"/>
                  <a:gd name="T68" fmla="*/ 0 w 2165"/>
                  <a:gd name="T69" fmla="*/ 0 h 2672"/>
                  <a:gd name="T70" fmla="*/ 0 w 2165"/>
                  <a:gd name="T71" fmla="*/ 0 h 26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165"/>
                  <a:gd name="T109" fmla="*/ 0 h 2672"/>
                  <a:gd name="T110" fmla="*/ 2165 w 2165"/>
                  <a:gd name="T111" fmla="*/ 2672 h 267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165" h="2672">
                    <a:moveTo>
                      <a:pt x="1266" y="325"/>
                    </a:moveTo>
                    <a:lnTo>
                      <a:pt x="1247" y="461"/>
                    </a:lnTo>
                    <a:lnTo>
                      <a:pt x="1247" y="675"/>
                    </a:lnTo>
                    <a:lnTo>
                      <a:pt x="1261" y="923"/>
                    </a:lnTo>
                    <a:lnTo>
                      <a:pt x="1307" y="1143"/>
                    </a:lnTo>
                    <a:lnTo>
                      <a:pt x="1416" y="1688"/>
                    </a:lnTo>
                    <a:lnTo>
                      <a:pt x="1545" y="2075"/>
                    </a:lnTo>
                    <a:lnTo>
                      <a:pt x="1637" y="1607"/>
                    </a:lnTo>
                    <a:lnTo>
                      <a:pt x="1713" y="1243"/>
                    </a:lnTo>
                    <a:lnTo>
                      <a:pt x="1787" y="883"/>
                    </a:lnTo>
                    <a:lnTo>
                      <a:pt x="1851" y="580"/>
                    </a:lnTo>
                    <a:lnTo>
                      <a:pt x="1879" y="397"/>
                    </a:lnTo>
                    <a:lnTo>
                      <a:pt x="1886" y="259"/>
                    </a:lnTo>
                    <a:lnTo>
                      <a:pt x="1879" y="193"/>
                    </a:lnTo>
                    <a:lnTo>
                      <a:pt x="1964" y="112"/>
                    </a:lnTo>
                    <a:lnTo>
                      <a:pt x="2005" y="0"/>
                    </a:lnTo>
                    <a:lnTo>
                      <a:pt x="2005" y="166"/>
                    </a:lnTo>
                    <a:lnTo>
                      <a:pt x="1964" y="470"/>
                    </a:lnTo>
                    <a:lnTo>
                      <a:pt x="1879" y="793"/>
                    </a:lnTo>
                    <a:lnTo>
                      <a:pt x="1609" y="1861"/>
                    </a:lnTo>
                    <a:lnTo>
                      <a:pt x="1713" y="1806"/>
                    </a:lnTo>
                    <a:lnTo>
                      <a:pt x="1860" y="1483"/>
                    </a:lnTo>
                    <a:lnTo>
                      <a:pt x="2128" y="784"/>
                    </a:lnTo>
                    <a:lnTo>
                      <a:pt x="2165" y="793"/>
                    </a:lnTo>
                    <a:lnTo>
                      <a:pt x="1964" y="1344"/>
                    </a:lnTo>
                    <a:lnTo>
                      <a:pt x="1778" y="1806"/>
                    </a:lnTo>
                    <a:lnTo>
                      <a:pt x="1685" y="2123"/>
                    </a:lnTo>
                    <a:lnTo>
                      <a:pt x="1805" y="2066"/>
                    </a:lnTo>
                    <a:lnTo>
                      <a:pt x="1535" y="2268"/>
                    </a:lnTo>
                    <a:lnTo>
                      <a:pt x="1482" y="2417"/>
                    </a:lnTo>
                    <a:lnTo>
                      <a:pt x="1407" y="2582"/>
                    </a:lnTo>
                    <a:lnTo>
                      <a:pt x="1407" y="2672"/>
                    </a:lnTo>
                    <a:lnTo>
                      <a:pt x="1379" y="2591"/>
                    </a:lnTo>
                    <a:lnTo>
                      <a:pt x="1491" y="2257"/>
                    </a:lnTo>
                    <a:lnTo>
                      <a:pt x="1093" y="2257"/>
                    </a:lnTo>
                    <a:lnTo>
                      <a:pt x="1185" y="2406"/>
                    </a:lnTo>
                    <a:lnTo>
                      <a:pt x="1168" y="2469"/>
                    </a:lnTo>
                    <a:lnTo>
                      <a:pt x="1159" y="2406"/>
                    </a:lnTo>
                    <a:lnTo>
                      <a:pt x="1028" y="2206"/>
                    </a:lnTo>
                    <a:lnTo>
                      <a:pt x="878" y="2094"/>
                    </a:lnTo>
                    <a:lnTo>
                      <a:pt x="673" y="2037"/>
                    </a:lnTo>
                    <a:lnTo>
                      <a:pt x="410" y="2103"/>
                    </a:lnTo>
                    <a:lnTo>
                      <a:pt x="500" y="2037"/>
                    </a:lnTo>
                    <a:lnTo>
                      <a:pt x="362" y="1613"/>
                    </a:lnTo>
                    <a:lnTo>
                      <a:pt x="231" y="1713"/>
                    </a:lnTo>
                    <a:lnTo>
                      <a:pt x="175" y="1826"/>
                    </a:lnTo>
                    <a:lnTo>
                      <a:pt x="196" y="1918"/>
                    </a:lnTo>
                    <a:lnTo>
                      <a:pt x="159" y="1962"/>
                    </a:lnTo>
                    <a:lnTo>
                      <a:pt x="148" y="1892"/>
                    </a:lnTo>
                    <a:lnTo>
                      <a:pt x="0" y="1798"/>
                    </a:lnTo>
                    <a:lnTo>
                      <a:pt x="122" y="1817"/>
                    </a:lnTo>
                    <a:lnTo>
                      <a:pt x="212" y="1679"/>
                    </a:lnTo>
                    <a:lnTo>
                      <a:pt x="443" y="1446"/>
                    </a:lnTo>
                    <a:lnTo>
                      <a:pt x="482" y="1235"/>
                    </a:lnTo>
                    <a:lnTo>
                      <a:pt x="713" y="1529"/>
                    </a:lnTo>
                    <a:lnTo>
                      <a:pt x="908" y="1945"/>
                    </a:lnTo>
                    <a:lnTo>
                      <a:pt x="1102" y="2001"/>
                    </a:lnTo>
                    <a:lnTo>
                      <a:pt x="1168" y="1523"/>
                    </a:lnTo>
                    <a:lnTo>
                      <a:pt x="961" y="793"/>
                    </a:lnTo>
                    <a:lnTo>
                      <a:pt x="924" y="635"/>
                    </a:lnTo>
                    <a:lnTo>
                      <a:pt x="961" y="635"/>
                    </a:lnTo>
                    <a:lnTo>
                      <a:pt x="1074" y="1127"/>
                    </a:lnTo>
                    <a:lnTo>
                      <a:pt x="1192" y="1514"/>
                    </a:lnTo>
                    <a:lnTo>
                      <a:pt x="1307" y="1798"/>
                    </a:lnTo>
                    <a:lnTo>
                      <a:pt x="1399" y="1982"/>
                    </a:lnTo>
                    <a:lnTo>
                      <a:pt x="1462" y="2123"/>
                    </a:lnTo>
                    <a:lnTo>
                      <a:pt x="1379" y="1752"/>
                    </a:lnTo>
                    <a:lnTo>
                      <a:pt x="1261" y="1208"/>
                    </a:lnTo>
                    <a:lnTo>
                      <a:pt x="1220" y="830"/>
                    </a:lnTo>
                    <a:lnTo>
                      <a:pt x="1212" y="544"/>
                    </a:lnTo>
                    <a:lnTo>
                      <a:pt x="1220" y="387"/>
                    </a:lnTo>
                    <a:lnTo>
                      <a:pt x="1240" y="268"/>
                    </a:lnTo>
                    <a:lnTo>
                      <a:pt x="1266" y="3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0" name="Freeform 181">
                <a:extLst>
                  <a:ext uri="{FF2B5EF4-FFF2-40B4-BE49-F238E27FC236}">
                    <a16:creationId xmlns:a16="http://schemas.microsoft.com/office/drawing/2014/main" id="{305D37CB-D382-6043-A82D-454B4E893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08"/>
                <a:ext cx="23" cy="13"/>
              </a:xfrm>
              <a:custGeom>
                <a:avLst/>
                <a:gdLst>
                  <a:gd name="T0" fmla="*/ 0 w 188"/>
                  <a:gd name="T1" fmla="*/ 0 h 110"/>
                  <a:gd name="T2" fmla="*/ 0 w 188"/>
                  <a:gd name="T3" fmla="*/ 0 h 110"/>
                  <a:gd name="T4" fmla="*/ 0 w 188"/>
                  <a:gd name="T5" fmla="*/ 0 h 110"/>
                  <a:gd name="T6" fmla="*/ 0 w 188"/>
                  <a:gd name="T7" fmla="*/ 0 h 110"/>
                  <a:gd name="T8" fmla="*/ 0 w 188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8"/>
                  <a:gd name="T16" fmla="*/ 0 h 110"/>
                  <a:gd name="T17" fmla="*/ 188 w 188"/>
                  <a:gd name="T18" fmla="*/ 110 h 1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8" h="110">
                    <a:moveTo>
                      <a:pt x="188" y="84"/>
                    </a:moveTo>
                    <a:lnTo>
                      <a:pt x="31" y="0"/>
                    </a:lnTo>
                    <a:lnTo>
                      <a:pt x="0" y="38"/>
                    </a:lnTo>
                    <a:lnTo>
                      <a:pt x="149" y="110"/>
                    </a:lnTo>
                    <a:lnTo>
                      <a:pt x="188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1" name="Freeform 182">
                <a:extLst>
                  <a:ext uri="{FF2B5EF4-FFF2-40B4-BE49-F238E27FC236}">
                    <a16:creationId xmlns:a16="http://schemas.microsoft.com/office/drawing/2014/main" id="{144A2FE0-08FB-8245-98F1-CD53421A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560"/>
                <a:ext cx="110" cy="45"/>
              </a:xfrm>
              <a:custGeom>
                <a:avLst/>
                <a:gdLst>
                  <a:gd name="T0" fmla="*/ 0 w 886"/>
                  <a:gd name="T1" fmla="*/ 0 h 359"/>
                  <a:gd name="T2" fmla="*/ 0 w 886"/>
                  <a:gd name="T3" fmla="*/ 0 h 359"/>
                  <a:gd name="T4" fmla="*/ 0 w 886"/>
                  <a:gd name="T5" fmla="*/ 0 h 359"/>
                  <a:gd name="T6" fmla="*/ 0 w 886"/>
                  <a:gd name="T7" fmla="*/ 0 h 359"/>
                  <a:gd name="T8" fmla="*/ 0 w 886"/>
                  <a:gd name="T9" fmla="*/ 0 h 359"/>
                  <a:gd name="T10" fmla="*/ 0 w 886"/>
                  <a:gd name="T11" fmla="*/ 0 h 359"/>
                  <a:gd name="T12" fmla="*/ 0 w 886"/>
                  <a:gd name="T13" fmla="*/ 0 h 359"/>
                  <a:gd name="T14" fmla="*/ 0 w 886"/>
                  <a:gd name="T15" fmla="*/ 0 h 359"/>
                  <a:gd name="T16" fmla="*/ 0 w 886"/>
                  <a:gd name="T17" fmla="*/ 0 h 359"/>
                  <a:gd name="T18" fmla="*/ 0 w 886"/>
                  <a:gd name="T19" fmla="*/ 0 h 359"/>
                  <a:gd name="T20" fmla="*/ 0 w 886"/>
                  <a:gd name="T21" fmla="*/ 0 h 359"/>
                  <a:gd name="T22" fmla="*/ 0 w 886"/>
                  <a:gd name="T23" fmla="*/ 0 h 359"/>
                  <a:gd name="T24" fmla="*/ 0 w 886"/>
                  <a:gd name="T25" fmla="*/ 0 h 3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86"/>
                  <a:gd name="T40" fmla="*/ 0 h 359"/>
                  <a:gd name="T41" fmla="*/ 886 w 886"/>
                  <a:gd name="T42" fmla="*/ 359 h 35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86" h="359">
                    <a:moveTo>
                      <a:pt x="886" y="0"/>
                    </a:moveTo>
                    <a:lnTo>
                      <a:pt x="692" y="66"/>
                    </a:lnTo>
                    <a:lnTo>
                      <a:pt x="554" y="128"/>
                    </a:lnTo>
                    <a:lnTo>
                      <a:pt x="286" y="193"/>
                    </a:lnTo>
                    <a:lnTo>
                      <a:pt x="92" y="278"/>
                    </a:lnTo>
                    <a:lnTo>
                      <a:pt x="0" y="359"/>
                    </a:lnTo>
                    <a:lnTo>
                      <a:pt x="136" y="285"/>
                    </a:lnTo>
                    <a:lnTo>
                      <a:pt x="286" y="248"/>
                    </a:lnTo>
                    <a:lnTo>
                      <a:pt x="471" y="220"/>
                    </a:lnTo>
                    <a:lnTo>
                      <a:pt x="703" y="231"/>
                    </a:lnTo>
                    <a:lnTo>
                      <a:pt x="793" y="112"/>
                    </a:lnTo>
                    <a:lnTo>
                      <a:pt x="886" y="36"/>
                    </a:lnTo>
                    <a:lnTo>
                      <a:pt x="8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2" name="Freeform 183">
                <a:extLst>
                  <a:ext uri="{FF2B5EF4-FFF2-40B4-BE49-F238E27FC236}">
                    <a16:creationId xmlns:a16="http://schemas.microsoft.com/office/drawing/2014/main" id="{F7B5E495-89CD-DF40-A240-3144B363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16"/>
                <a:ext cx="28" cy="105"/>
              </a:xfrm>
              <a:custGeom>
                <a:avLst/>
                <a:gdLst>
                  <a:gd name="T0" fmla="*/ 0 w 222"/>
                  <a:gd name="T1" fmla="*/ 0 h 837"/>
                  <a:gd name="T2" fmla="*/ 0 w 222"/>
                  <a:gd name="T3" fmla="*/ 0 h 837"/>
                  <a:gd name="T4" fmla="*/ 0 w 222"/>
                  <a:gd name="T5" fmla="*/ 0 h 837"/>
                  <a:gd name="T6" fmla="*/ 0 w 222"/>
                  <a:gd name="T7" fmla="*/ 0 h 837"/>
                  <a:gd name="T8" fmla="*/ 0 w 222"/>
                  <a:gd name="T9" fmla="*/ 0 h 837"/>
                  <a:gd name="T10" fmla="*/ 0 w 222"/>
                  <a:gd name="T11" fmla="*/ 0 h 837"/>
                  <a:gd name="T12" fmla="*/ 0 w 222"/>
                  <a:gd name="T13" fmla="*/ 0 h 837"/>
                  <a:gd name="T14" fmla="*/ 0 w 222"/>
                  <a:gd name="T15" fmla="*/ 0 h 8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2"/>
                  <a:gd name="T25" fmla="*/ 0 h 837"/>
                  <a:gd name="T26" fmla="*/ 222 w 222"/>
                  <a:gd name="T27" fmla="*/ 837 h 8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2" h="837">
                    <a:moveTo>
                      <a:pt x="0" y="0"/>
                    </a:moveTo>
                    <a:lnTo>
                      <a:pt x="130" y="268"/>
                    </a:lnTo>
                    <a:lnTo>
                      <a:pt x="194" y="477"/>
                    </a:lnTo>
                    <a:lnTo>
                      <a:pt x="214" y="664"/>
                    </a:lnTo>
                    <a:lnTo>
                      <a:pt x="222" y="837"/>
                    </a:lnTo>
                    <a:lnTo>
                      <a:pt x="178" y="477"/>
                    </a:lnTo>
                    <a:lnTo>
                      <a:pt x="113" y="2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3" name="Freeform 184">
                <a:extLst>
                  <a:ext uri="{FF2B5EF4-FFF2-40B4-BE49-F238E27FC236}">
                    <a16:creationId xmlns:a16="http://schemas.microsoft.com/office/drawing/2014/main" id="{ADDEDDAE-D864-D44D-B5DE-B84EA2B9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612"/>
                <a:ext cx="117" cy="298"/>
              </a:xfrm>
              <a:custGeom>
                <a:avLst/>
                <a:gdLst>
                  <a:gd name="T0" fmla="*/ 0 w 943"/>
                  <a:gd name="T1" fmla="*/ 0 h 2384"/>
                  <a:gd name="T2" fmla="*/ 0 w 943"/>
                  <a:gd name="T3" fmla="*/ 0 h 2384"/>
                  <a:gd name="T4" fmla="*/ 0 w 943"/>
                  <a:gd name="T5" fmla="*/ 0 h 2384"/>
                  <a:gd name="T6" fmla="*/ 0 w 943"/>
                  <a:gd name="T7" fmla="*/ 0 h 2384"/>
                  <a:gd name="T8" fmla="*/ 0 w 943"/>
                  <a:gd name="T9" fmla="*/ 0 h 2384"/>
                  <a:gd name="T10" fmla="*/ 0 w 943"/>
                  <a:gd name="T11" fmla="*/ 0 h 2384"/>
                  <a:gd name="T12" fmla="*/ 0 w 943"/>
                  <a:gd name="T13" fmla="*/ 0 h 2384"/>
                  <a:gd name="T14" fmla="*/ 0 w 943"/>
                  <a:gd name="T15" fmla="*/ 0 h 2384"/>
                  <a:gd name="T16" fmla="*/ 0 w 943"/>
                  <a:gd name="T17" fmla="*/ 0 h 2384"/>
                  <a:gd name="T18" fmla="*/ 0 w 943"/>
                  <a:gd name="T19" fmla="*/ 0 h 2384"/>
                  <a:gd name="T20" fmla="*/ 0 w 943"/>
                  <a:gd name="T21" fmla="*/ 0 h 2384"/>
                  <a:gd name="T22" fmla="*/ 0 w 943"/>
                  <a:gd name="T23" fmla="*/ 0 h 2384"/>
                  <a:gd name="T24" fmla="*/ 0 w 943"/>
                  <a:gd name="T25" fmla="*/ 0 h 2384"/>
                  <a:gd name="T26" fmla="*/ 0 w 943"/>
                  <a:gd name="T27" fmla="*/ 0 h 2384"/>
                  <a:gd name="T28" fmla="*/ 0 w 943"/>
                  <a:gd name="T29" fmla="*/ 0 h 2384"/>
                  <a:gd name="T30" fmla="*/ 0 w 943"/>
                  <a:gd name="T31" fmla="*/ 0 h 2384"/>
                  <a:gd name="T32" fmla="*/ 0 w 943"/>
                  <a:gd name="T33" fmla="*/ 0 h 2384"/>
                  <a:gd name="T34" fmla="*/ 0 w 943"/>
                  <a:gd name="T35" fmla="*/ 0 h 2384"/>
                  <a:gd name="T36" fmla="*/ 0 w 943"/>
                  <a:gd name="T37" fmla="*/ 0 h 2384"/>
                  <a:gd name="T38" fmla="*/ 0 w 943"/>
                  <a:gd name="T39" fmla="*/ 0 h 2384"/>
                  <a:gd name="T40" fmla="*/ 0 w 943"/>
                  <a:gd name="T41" fmla="*/ 0 h 2384"/>
                  <a:gd name="T42" fmla="*/ 0 w 943"/>
                  <a:gd name="T43" fmla="*/ 0 h 2384"/>
                  <a:gd name="T44" fmla="*/ 0 w 943"/>
                  <a:gd name="T45" fmla="*/ 0 h 2384"/>
                  <a:gd name="T46" fmla="*/ 0 w 943"/>
                  <a:gd name="T47" fmla="*/ 0 h 2384"/>
                  <a:gd name="T48" fmla="*/ 0 w 943"/>
                  <a:gd name="T49" fmla="*/ 0 h 2384"/>
                  <a:gd name="T50" fmla="*/ 0 w 943"/>
                  <a:gd name="T51" fmla="*/ 0 h 2384"/>
                  <a:gd name="T52" fmla="*/ 0 w 943"/>
                  <a:gd name="T53" fmla="*/ 0 h 2384"/>
                  <a:gd name="T54" fmla="*/ 0 w 943"/>
                  <a:gd name="T55" fmla="*/ 0 h 2384"/>
                  <a:gd name="T56" fmla="*/ 0 w 943"/>
                  <a:gd name="T57" fmla="*/ 0 h 2384"/>
                  <a:gd name="T58" fmla="*/ 0 w 943"/>
                  <a:gd name="T59" fmla="*/ 0 h 2384"/>
                  <a:gd name="T60" fmla="*/ 0 w 943"/>
                  <a:gd name="T61" fmla="*/ 0 h 2384"/>
                  <a:gd name="T62" fmla="*/ 0 w 943"/>
                  <a:gd name="T63" fmla="*/ 0 h 2384"/>
                  <a:gd name="T64" fmla="*/ 0 w 943"/>
                  <a:gd name="T65" fmla="*/ 0 h 2384"/>
                  <a:gd name="T66" fmla="*/ 0 w 943"/>
                  <a:gd name="T67" fmla="*/ 0 h 2384"/>
                  <a:gd name="T68" fmla="*/ 0 w 943"/>
                  <a:gd name="T69" fmla="*/ 0 h 2384"/>
                  <a:gd name="T70" fmla="*/ 0 w 943"/>
                  <a:gd name="T71" fmla="*/ 0 h 2384"/>
                  <a:gd name="T72" fmla="*/ 0 w 943"/>
                  <a:gd name="T73" fmla="*/ 0 h 2384"/>
                  <a:gd name="T74" fmla="*/ 0 w 943"/>
                  <a:gd name="T75" fmla="*/ 0 h 2384"/>
                  <a:gd name="T76" fmla="*/ 0 w 943"/>
                  <a:gd name="T77" fmla="*/ 0 h 2384"/>
                  <a:gd name="T78" fmla="*/ 0 w 943"/>
                  <a:gd name="T79" fmla="*/ 0 h 2384"/>
                  <a:gd name="T80" fmla="*/ 0 w 943"/>
                  <a:gd name="T81" fmla="*/ 0 h 2384"/>
                  <a:gd name="T82" fmla="*/ 0 w 943"/>
                  <a:gd name="T83" fmla="*/ 0 h 2384"/>
                  <a:gd name="T84" fmla="*/ 0 w 943"/>
                  <a:gd name="T85" fmla="*/ 0 h 2384"/>
                  <a:gd name="T86" fmla="*/ 0 w 943"/>
                  <a:gd name="T87" fmla="*/ 0 h 2384"/>
                  <a:gd name="T88" fmla="*/ 0 w 943"/>
                  <a:gd name="T89" fmla="*/ 0 h 238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43"/>
                  <a:gd name="T136" fmla="*/ 0 h 2384"/>
                  <a:gd name="T137" fmla="*/ 943 w 943"/>
                  <a:gd name="T138" fmla="*/ 2384 h 238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43" h="2384">
                    <a:moveTo>
                      <a:pt x="870" y="0"/>
                    </a:moveTo>
                    <a:lnTo>
                      <a:pt x="770" y="210"/>
                    </a:lnTo>
                    <a:lnTo>
                      <a:pt x="775" y="283"/>
                    </a:lnTo>
                    <a:lnTo>
                      <a:pt x="710" y="468"/>
                    </a:lnTo>
                    <a:lnTo>
                      <a:pt x="591" y="672"/>
                    </a:lnTo>
                    <a:lnTo>
                      <a:pt x="519" y="764"/>
                    </a:lnTo>
                    <a:lnTo>
                      <a:pt x="452" y="810"/>
                    </a:lnTo>
                    <a:lnTo>
                      <a:pt x="369" y="1086"/>
                    </a:lnTo>
                    <a:lnTo>
                      <a:pt x="101" y="1547"/>
                    </a:lnTo>
                    <a:lnTo>
                      <a:pt x="113" y="1641"/>
                    </a:lnTo>
                    <a:lnTo>
                      <a:pt x="0" y="1751"/>
                    </a:lnTo>
                    <a:lnTo>
                      <a:pt x="64" y="2017"/>
                    </a:lnTo>
                    <a:lnTo>
                      <a:pt x="314" y="2221"/>
                    </a:lnTo>
                    <a:lnTo>
                      <a:pt x="833" y="2384"/>
                    </a:lnTo>
                    <a:lnTo>
                      <a:pt x="853" y="2193"/>
                    </a:lnTo>
                    <a:lnTo>
                      <a:pt x="943" y="1971"/>
                    </a:lnTo>
                    <a:lnTo>
                      <a:pt x="731" y="1971"/>
                    </a:lnTo>
                    <a:lnTo>
                      <a:pt x="611" y="2080"/>
                    </a:lnTo>
                    <a:lnTo>
                      <a:pt x="452" y="2091"/>
                    </a:lnTo>
                    <a:lnTo>
                      <a:pt x="433" y="1898"/>
                    </a:lnTo>
                    <a:lnTo>
                      <a:pt x="222" y="2045"/>
                    </a:lnTo>
                    <a:lnTo>
                      <a:pt x="77" y="1879"/>
                    </a:lnTo>
                    <a:lnTo>
                      <a:pt x="167" y="1685"/>
                    </a:lnTo>
                    <a:lnTo>
                      <a:pt x="519" y="1540"/>
                    </a:lnTo>
                    <a:lnTo>
                      <a:pt x="683" y="1520"/>
                    </a:lnTo>
                    <a:lnTo>
                      <a:pt x="369" y="1501"/>
                    </a:lnTo>
                    <a:lnTo>
                      <a:pt x="251" y="1556"/>
                    </a:lnTo>
                    <a:lnTo>
                      <a:pt x="321" y="1400"/>
                    </a:lnTo>
                    <a:lnTo>
                      <a:pt x="710" y="1169"/>
                    </a:lnTo>
                    <a:lnTo>
                      <a:pt x="703" y="1133"/>
                    </a:lnTo>
                    <a:lnTo>
                      <a:pt x="415" y="1169"/>
                    </a:lnTo>
                    <a:lnTo>
                      <a:pt x="397" y="1125"/>
                    </a:lnTo>
                    <a:lnTo>
                      <a:pt x="443" y="1041"/>
                    </a:lnTo>
                    <a:lnTo>
                      <a:pt x="721" y="865"/>
                    </a:lnTo>
                    <a:lnTo>
                      <a:pt x="666" y="644"/>
                    </a:lnTo>
                    <a:lnTo>
                      <a:pt x="787" y="478"/>
                    </a:lnTo>
                    <a:lnTo>
                      <a:pt x="833" y="681"/>
                    </a:lnTo>
                    <a:lnTo>
                      <a:pt x="833" y="911"/>
                    </a:lnTo>
                    <a:lnTo>
                      <a:pt x="793" y="1158"/>
                    </a:lnTo>
                    <a:lnTo>
                      <a:pt x="897" y="894"/>
                    </a:lnTo>
                    <a:lnTo>
                      <a:pt x="914" y="681"/>
                    </a:lnTo>
                    <a:lnTo>
                      <a:pt x="862" y="312"/>
                    </a:lnTo>
                    <a:lnTo>
                      <a:pt x="805" y="247"/>
                    </a:lnTo>
                    <a:lnTo>
                      <a:pt x="805" y="173"/>
                    </a:lnTo>
                    <a:lnTo>
                      <a:pt x="8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4" name="Freeform 185">
                <a:extLst>
                  <a:ext uri="{FF2B5EF4-FFF2-40B4-BE49-F238E27FC236}">
                    <a16:creationId xmlns:a16="http://schemas.microsoft.com/office/drawing/2014/main" id="{AEBEB893-4033-B44E-A266-C8344AB0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838"/>
                <a:ext cx="132" cy="76"/>
              </a:xfrm>
              <a:custGeom>
                <a:avLst/>
                <a:gdLst>
                  <a:gd name="T0" fmla="*/ 0 w 1056"/>
                  <a:gd name="T1" fmla="*/ 0 h 608"/>
                  <a:gd name="T2" fmla="*/ 0 w 1056"/>
                  <a:gd name="T3" fmla="*/ 0 h 608"/>
                  <a:gd name="T4" fmla="*/ 0 w 1056"/>
                  <a:gd name="T5" fmla="*/ 0 h 608"/>
                  <a:gd name="T6" fmla="*/ 0 w 1056"/>
                  <a:gd name="T7" fmla="*/ 0 h 608"/>
                  <a:gd name="T8" fmla="*/ 0 w 1056"/>
                  <a:gd name="T9" fmla="*/ 0 h 608"/>
                  <a:gd name="T10" fmla="*/ 0 w 1056"/>
                  <a:gd name="T11" fmla="*/ 0 h 608"/>
                  <a:gd name="T12" fmla="*/ 0 w 1056"/>
                  <a:gd name="T13" fmla="*/ 0 h 608"/>
                  <a:gd name="T14" fmla="*/ 0 w 1056"/>
                  <a:gd name="T15" fmla="*/ 0 h 608"/>
                  <a:gd name="T16" fmla="*/ 0 w 1056"/>
                  <a:gd name="T17" fmla="*/ 0 h 608"/>
                  <a:gd name="T18" fmla="*/ 0 w 1056"/>
                  <a:gd name="T19" fmla="*/ 0 h 608"/>
                  <a:gd name="T20" fmla="*/ 0 w 1056"/>
                  <a:gd name="T21" fmla="*/ 0 h 608"/>
                  <a:gd name="T22" fmla="*/ 0 w 1056"/>
                  <a:gd name="T23" fmla="*/ 0 h 608"/>
                  <a:gd name="T24" fmla="*/ 0 w 1056"/>
                  <a:gd name="T25" fmla="*/ 0 h 608"/>
                  <a:gd name="T26" fmla="*/ 0 w 1056"/>
                  <a:gd name="T27" fmla="*/ 0 h 608"/>
                  <a:gd name="T28" fmla="*/ 0 w 1056"/>
                  <a:gd name="T29" fmla="*/ 0 h 608"/>
                  <a:gd name="T30" fmla="*/ 0 w 1056"/>
                  <a:gd name="T31" fmla="*/ 0 h 608"/>
                  <a:gd name="T32" fmla="*/ 0 w 1056"/>
                  <a:gd name="T33" fmla="*/ 0 h 608"/>
                  <a:gd name="T34" fmla="*/ 0 w 1056"/>
                  <a:gd name="T35" fmla="*/ 0 h 608"/>
                  <a:gd name="T36" fmla="*/ 0 w 1056"/>
                  <a:gd name="T37" fmla="*/ 0 h 608"/>
                  <a:gd name="T38" fmla="*/ 0 w 1056"/>
                  <a:gd name="T39" fmla="*/ 0 h 608"/>
                  <a:gd name="T40" fmla="*/ 0 w 1056"/>
                  <a:gd name="T41" fmla="*/ 0 h 608"/>
                  <a:gd name="T42" fmla="*/ 0 w 1056"/>
                  <a:gd name="T43" fmla="*/ 0 h 608"/>
                  <a:gd name="T44" fmla="*/ 0 w 1056"/>
                  <a:gd name="T45" fmla="*/ 0 h 608"/>
                  <a:gd name="T46" fmla="*/ 0 w 1056"/>
                  <a:gd name="T47" fmla="*/ 0 h 608"/>
                  <a:gd name="T48" fmla="*/ 0 w 1056"/>
                  <a:gd name="T49" fmla="*/ 0 h 608"/>
                  <a:gd name="T50" fmla="*/ 0 w 1056"/>
                  <a:gd name="T51" fmla="*/ 0 h 608"/>
                  <a:gd name="T52" fmla="*/ 0 w 1056"/>
                  <a:gd name="T53" fmla="*/ 0 h 608"/>
                  <a:gd name="T54" fmla="*/ 0 w 1056"/>
                  <a:gd name="T55" fmla="*/ 0 h 608"/>
                  <a:gd name="T56" fmla="*/ 0 w 1056"/>
                  <a:gd name="T57" fmla="*/ 0 h 608"/>
                  <a:gd name="T58" fmla="*/ 0 w 1056"/>
                  <a:gd name="T59" fmla="*/ 0 h 608"/>
                  <a:gd name="T60" fmla="*/ 0 w 1056"/>
                  <a:gd name="T61" fmla="*/ 0 h 608"/>
                  <a:gd name="T62" fmla="*/ 0 w 1056"/>
                  <a:gd name="T63" fmla="*/ 0 h 608"/>
                  <a:gd name="T64" fmla="*/ 0 w 1056"/>
                  <a:gd name="T65" fmla="*/ 0 h 608"/>
                  <a:gd name="T66" fmla="*/ 0 w 1056"/>
                  <a:gd name="T67" fmla="*/ 0 h 608"/>
                  <a:gd name="T68" fmla="*/ 0 w 1056"/>
                  <a:gd name="T69" fmla="*/ 0 h 608"/>
                  <a:gd name="T70" fmla="*/ 0 w 1056"/>
                  <a:gd name="T71" fmla="*/ 0 h 608"/>
                  <a:gd name="T72" fmla="*/ 0 w 1056"/>
                  <a:gd name="T73" fmla="*/ 0 h 6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6"/>
                  <a:gd name="T112" fmla="*/ 0 h 608"/>
                  <a:gd name="T113" fmla="*/ 1056 w 1056"/>
                  <a:gd name="T114" fmla="*/ 608 h 6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6" h="608">
                    <a:moveTo>
                      <a:pt x="39" y="499"/>
                    </a:moveTo>
                    <a:lnTo>
                      <a:pt x="140" y="534"/>
                    </a:lnTo>
                    <a:lnTo>
                      <a:pt x="240" y="433"/>
                    </a:lnTo>
                    <a:lnTo>
                      <a:pt x="360" y="488"/>
                    </a:lnTo>
                    <a:lnTo>
                      <a:pt x="537" y="569"/>
                    </a:lnTo>
                    <a:lnTo>
                      <a:pt x="740" y="608"/>
                    </a:lnTo>
                    <a:lnTo>
                      <a:pt x="834" y="534"/>
                    </a:lnTo>
                    <a:lnTo>
                      <a:pt x="900" y="516"/>
                    </a:lnTo>
                    <a:lnTo>
                      <a:pt x="945" y="456"/>
                    </a:lnTo>
                    <a:lnTo>
                      <a:pt x="1010" y="456"/>
                    </a:lnTo>
                    <a:lnTo>
                      <a:pt x="1056" y="415"/>
                    </a:lnTo>
                    <a:lnTo>
                      <a:pt x="991" y="442"/>
                    </a:lnTo>
                    <a:lnTo>
                      <a:pt x="906" y="424"/>
                    </a:lnTo>
                    <a:lnTo>
                      <a:pt x="696" y="255"/>
                    </a:lnTo>
                    <a:lnTo>
                      <a:pt x="537" y="154"/>
                    </a:lnTo>
                    <a:lnTo>
                      <a:pt x="674" y="294"/>
                    </a:lnTo>
                    <a:lnTo>
                      <a:pt x="878" y="442"/>
                    </a:lnTo>
                    <a:lnTo>
                      <a:pt x="841" y="488"/>
                    </a:lnTo>
                    <a:lnTo>
                      <a:pt x="768" y="479"/>
                    </a:lnTo>
                    <a:lnTo>
                      <a:pt x="564" y="407"/>
                    </a:lnTo>
                    <a:lnTo>
                      <a:pt x="369" y="266"/>
                    </a:lnTo>
                    <a:lnTo>
                      <a:pt x="555" y="433"/>
                    </a:lnTo>
                    <a:lnTo>
                      <a:pt x="757" y="525"/>
                    </a:lnTo>
                    <a:lnTo>
                      <a:pt x="705" y="569"/>
                    </a:lnTo>
                    <a:lnTo>
                      <a:pt x="584" y="543"/>
                    </a:lnTo>
                    <a:lnTo>
                      <a:pt x="327" y="407"/>
                    </a:lnTo>
                    <a:lnTo>
                      <a:pt x="318" y="285"/>
                    </a:lnTo>
                    <a:lnTo>
                      <a:pt x="285" y="303"/>
                    </a:lnTo>
                    <a:lnTo>
                      <a:pt x="258" y="193"/>
                    </a:lnTo>
                    <a:lnTo>
                      <a:pt x="279" y="83"/>
                    </a:lnTo>
                    <a:lnTo>
                      <a:pt x="327" y="0"/>
                    </a:lnTo>
                    <a:lnTo>
                      <a:pt x="232" y="64"/>
                    </a:lnTo>
                    <a:lnTo>
                      <a:pt x="166" y="154"/>
                    </a:lnTo>
                    <a:lnTo>
                      <a:pt x="140" y="314"/>
                    </a:lnTo>
                    <a:lnTo>
                      <a:pt x="140" y="488"/>
                    </a:lnTo>
                    <a:lnTo>
                      <a:pt x="0" y="433"/>
                    </a:lnTo>
                    <a:lnTo>
                      <a:pt x="39" y="4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5" name="Freeform 186">
                <a:extLst>
                  <a:ext uri="{FF2B5EF4-FFF2-40B4-BE49-F238E27FC236}">
                    <a16:creationId xmlns:a16="http://schemas.microsoft.com/office/drawing/2014/main" id="{69E43770-A791-A444-9F54-E05F7653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818"/>
                <a:ext cx="55" cy="23"/>
              </a:xfrm>
              <a:custGeom>
                <a:avLst/>
                <a:gdLst>
                  <a:gd name="T0" fmla="*/ 0 w 444"/>
                  <a:gd name="T1" fmla="*/ 0 h 185"/>
                  <a:gd name="T2" fmla="*/ 0 w 444"/>
                  <a:gd name="T3" fmla="*/ 0 h 185"/>
                  <a:gd name="T4" fmla="*/ 0 w 444"/>
                  <a:gd name="T5" fmla="*/ 0 h 185"/>
                  <a:gd name="T6" fmla="*/ 0 w 444"/>
                  <a:gd name="T7" fmla="*/ 0 h 185"/>
                  <a:gd name="T8" fmla="*/ 0 w 444"/>
                  <a:gd name="T9" fmla="*/ 0 h 185"/>
                  <a:gd name="T10" fmla="*/ 0 w 444"/>
                  <a:gd name="T11" fmla="*/ 0 h 185"/>
                  <a:gd name="T12" fmla="*/ 0 w 444"/>
                  <a:gd name="T13" fmla="*/ 0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4"/>
                  <a:gd name="T22" fmla="*/ 0 h 185"/>
                  <a:gd name="T23" fmla="*/ 444 w 444"/>
                  <a:gd name="T24" fmla="*/ 185 h 18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4" h="185">
                    <a:moveTo>
                      <a:pt x="176" y="7"/>
                    </a:moveTo>
                    <a:lnTo>
                      <a:pt x="444" y="148"/>
                    </a:lnTo>
                    <a:lnTo>
                      <a:pt x="389" y="185"/>
                    </a:lnTo>
                    <a:lnTo>
                      <a:pt x="158" y="53"/>
                    </a:lnTo>
                    <a:lnTo>
                      <a:pt x="0" y="53"/>
                    </a:lnTo>
                    <a:lnTo>
                      <a:pt x="84" y="0"/>
                    </a:lnTo>
                    <a:lnTo>
                      <a:pt x="17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6" name="Freeform 187">
                <a:extLst>
                  <a:ext uri="{FF2B5EF4-FFF2-40B4-BE49-F238E27FC236}">
                    <a16:creationId xmlns:a16="http://schemas.microsoft.com/office/drawing/2014/main" id="{2709146B-4C18-E44F-ACEB-BA9B5A24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54"/>
                <a:ext cx="10" cy="29"/>
              </a:xfrm>
              <a:custGeom>
                <a:avLst/>
                <a:gdLst>
                  <a:gd name="T0" fmla="*/ 0 w 81"/>
                  <a:gd name="T1" fmla="*/ 0 h 230"/>
                  <a:gd name="T2" fmla="*/ 0 w 81"/>
                  <a:gd name="T3" fmla="*/ 0 h 230"/>
                  <a:gd name="T4" fmla="*/ 0 w 81"/>
                  <a:gd name="T5" fmla="*/ 0 h 230"/>
                  <a:gd name="T6" fmla="*/ 0 w 81"/>
                  <a:gd name="T7" fmla="*/ 0 h 230"/>
                  <a:gd name="T8" fmla="*/ 0 w 81"/>
                  <a:gd name="T9" fmla="*/ 0 h 230"/>
                  <a:gd name="T10" fmla="*/ 0 w 81"/>
                  <a:gd name="T11" fmla="*/ 0 h 230"/>
                  <a:gd name="T12" fmla="*/ 0 w 81"/>
                  <a:gd name="T13" fmla="*/ 0 h 230"/>
                  <a:gd name="T14" fmla="*/ 0 w 81"/>
                  <a:gd name="T15" fmla="*/ 0 h 2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230"/>
                  <a:gd name="T26" fmla="*/ 81 w 81"/>
                  <a:gd name="T27" fmla="*/ 230 h 23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230">
                    <a:moveTo>
                      <a:pt x="0" y="156"/>
                    </a:moveTo>
                    <a:lnTo>
                      <a:pt x="73" y="82"/>
                    </a:lnTo>
                    <a:lnTo>
                      <a:pt x="81" y="0"/>
                    </a:lnTo>
                    <a:lnTo>
                      <a:pt x="81" y="92"/>
                    </a:lnTo>
                    <a:lnTo>
                      <a:pt x="62" y="145"/>
                    </a:lnTo>
                    <a:lnTo>
                      <a:pt x="20" y="185"/>
                    </a:lnTo>
                    <a:lnTo>
                      <a:pt x="11" y="230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7" name="Freeform 188">
                <a:extLst>
                  <a:ext uri="{FF2B5EF4-FFF2-40B4-BE49-F238E27FC236}">
                    <a16:creationId xmlns:a16="http://schemas.microsoft.com/office/drawing/2014/main" id="{9E1826CC-335E-8F43-BEC9-EE860A86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836"/>
                <a:ext cx="28" cy="11"/>
              </a:xfrm>
              <a:custGeom>
                <a:avLst/>
                <a:gdLst>
                  <a:gd name="T0" fmla="*/ 0 w 231"/>
                  <a:gd name="T1" fmla="*/ 0 h 90"/>
                  <a:gd name="T2" fmla="*/ 0 w 231"/>
                  <a:gd name="T3" fmla="*/ 0 h 90"/>
                  <a:gd name="T4" fmla="*/ 0 w 231"/>
                  <a:gd name="T5" fmla="*/ 0 h 90"/>
                  <a:gd name="T6" fmla="*/ 0 w 231"/>
                  <a:gd name="T7" fmla="*/ 0 h 90"/>
                  <a:gd name="T8" fmla="*/ 0 w 231"/>
                  <a:gd name="T9" fmla="*/ 0 h 90"/>
                  <a:gd name="T10" fmla="*/ 0 w 231"/>
                  <a:gd name="T11" fmla="*/ 0 h 90"/>
                  <a:gd name="T12" fmla="*/ 0 w 231"/>
                  <a:gd name="T13" fmla="*/ 0 h 90"/>
                  <a:gd name="T14" fmla="*/ 0 w 231"/>
                  <a:gd name="T15" fmla="*/ 0 h 90"/>
                  <a:gd name="T16" fmla="*/ 0 w 231"/>
                  <a:gd name="T17" fmla="*/ 0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31"/>
                  <a:gd name="T28" fmla="*/ 0 h 90"/>
                  <a:gd name="T29" fmla="*/ 231 w 231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31" h="90">
                    <a:moveTo>
                      <a:pt x="0" y="90"/>
                    </a:moveTo>
                    <a:lnTo>
                      <a:pt x="28" y="54"/>
                    </a:lnTo>
                    <a:lnTo>
                      <a:pt x="86" y="37"/>
                    </a:lnTo>
                    <a:lnTo>
                      <a:pt x="132" y="44"/>
                    </a:lnTo>
                    <a:lnTo>
                      <a:pt x="185" y="17"/>
                    </a:lnTo>
                    <a:lnTo>
                      <a:pt x="231" y="0"/>
                    </a:lnTo>
                    <a:lnTo>
                      <a:pt x="147" y="61"/>
                    </a:lnTo>
                    <a:lnTo>
                      <a:pt x="86" y="61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8" name="Freeform 189">
                <a:extLst>
                  <a:ext uri="{FF2B5EF4-FFF2-40B4-BE49-F238E27FC236}">
                    <a16:creationId xmlns:a16="http://schemas.microsoft.com/office/drawing/2014/main" id="{AE91C1FA-14EB-E44C-BA5F-430C12C5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847"/>
                <a:ext cx="49" cy="43"/>
              </a:xfrm>
              <a:custGeom>
                <a:avLst/>
                <a:gdLst>
                  <a:gd name="T0" fmla="*/ 0 w 389"/>
                  <a:gd name="T1" fmla="*/ 0 h 342"/>
                  <a:gd name="T2" fmla="*/ 0 w 389"/>
                  <a:gd name="T3" fmla="*/ 0 h 342"/>
                  <a:gd name="T4" fmla="*/ 0 w 389"/>
                  <a:gd name="T5" fmla="*/ 0 h 342"/>
                  <a:gd name="T6" fmla="*/ 0 w 389"/>
                  <a:gd name="T7" fmla="*/ 0 h 342"/>
                  <a:gd name="T8" fmla="*/ 0 w 389"/>
                  <a:gd name="T9" fmla="*/ 0 h 342"/>
                  <a:gd name="T10" fmla="*/ 0 w 389"/>
                  <a:gd name="T11" fmla="*/ 0 h 342"/>
                  <a:gd name="T12" fmla="*/ 0 w 389"/>
                  <a:gd name="T13" fmla="*/ 0 h 342"/>
                  <a:gd name="T14" fmla="*/ 0 w 389"/>
                  <a:gd name="T15" fmla="*/ 0 h 342"/>
                  <a:gd name="T16" fmla="*/ 0 w 389"/>
                  <a:gd name="T17" fmla="*/ 0 h 342"/>
                  <a:gd name="T18" fmla="*/ 0 w 389"/>
                  <a:gd name="T19" fmla="*/ 0 h 342"/>
                  <a:gd name="T20" fmla="*/ 0 w 389"/>
                  <a:gd name="T21" fmla="*/ 0 h 3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89"/>
                  <a:gd name="T34" fmla="*/ 0 h 342"/>
                  <a:gd name="T35" fmla="*/ 389 w 389"/>
                  <a:gd name="T36" fmla="*/ 342 h 3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89" h="342">
                    <a:moveTo>
                      <a:pt x="0" y="0"/>
                    </a:moveTo>
                    <a:lnTo>
                      <a:pt x="203" y="157"/>
                    </a:lnTo>
                    <a:lnTo>
                      <a:pt x="358" y="286"/>
                    </a:lnTo>
                    <a:lnTo>
                      <a:pt x="358" y="342"/>
                    </a:lnTo>
                    <a:lnTo>
                      <a:pt x="389" y="286"/>
                    </a:lnTo>
                    <a:lnTo>
                      <a:pt x="376" y="221"/>
                    </a:lnTo>
                    <a:lnTo>
                      <a:pt x="339" y="221"/>
                    </a:lnTo>
                    <a:lnTo>
                      <a:pt x="213" y="129"/>
                    </a:lnTo>
                    <a:lnTo>
                      <a:pt x="154" y="56"/>
                    </a:lnTo>
                    <a:lnTo>
                      <a:pt x="53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49" name="Freeform 190">
                <a:extLst>
                  <a:ext uri="{FF2B5EF4-FFF2-40B4-BE49-F238E27FC236}">
                    <a16:creationId xmlns:a16="http://schemas.microsoft.com/office/drawing/2014/main" id="{19B54026-512D-8642-9970-504637611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02"/>
                <a:ext cx="98" cy="183"/>
              </a:xfrm>
              <a:custGeom>
                <a:avLst/>
                <a:gdLst>
                  <a:gd name="T0" fmla="*/ 0 w 787"/>
                  <a:gd name="T1" fmla="*/ 0 h 1466"/>
                  <a:gd name="T2" fmla="*/ 0 w 787"/>
                  <a:gd name="T3" fmla="*/ 0 h 1466"/>
                  <a:gd name="T4" fmla="*/ 0 w 787"/>
                  <a:gd name="T5" fmla="*/ 0 h 1466"/>
                  <a:gd name="T6" fmla="*/ 0 w 787"/>
                  <a:gd name="T7" fmla="*/ 0 h 1466"/>
                  <a:gd name="T8" fmla="*/ 0 w 787"/>
                  <a:gd name="T9" fmla="*/ 0 h 1466"/>
                  <a:gd name="T10" fmla="*/ 0 w 787"/>
                  <a:gd name="T11" fmla="*/ 0 h 1466"/>
                  <a:gd name="T12" fmla="*/ 0 w 787"/>
                  <a:gd name="T13" fmla="*/ 0 h 1466"/>
                  <a:gd name="T14" fmla="*/ 0 w 787"/>
                  <a:gd name="T15" fmla="*/ 0 h 1466"/>
                  <a:gd name="T16" fmla="*/ 0 w 787"/>
                  <a:gd name="T17" fmla="*/ 0 h 1466"/>
                  <a:gd name="T18" fmla="*/ 0 w 787"/>
                  <a:gd name="T19" fmla="*/ 0 h 1466"/>
                  <a:gd name="T20" fmla="*/ 0 w 787"/>
                  <a:gd name="T21" fmla="*/ 0 h 1466"/>
                  <a:gd name="T22" fmla="*/ 0 w 787"/>
                  <a:gd name="T23" fmla="*/ 0 h 1466"/>
                  <a:gd name="T24" fmla="*/ 0 w 787"/>
                  <a:gd name="T25" fmla="*/ 0 h 1466"/>
                  <a:gd name="T26" fmla="*/ 0 w 787"/>
                  <a:gd name="T27" fmla="*/ 0 h 1466"/>
                  <a:gd name="T28" fmla="*/ 0 w 787"/>
                  <a:gd name="T29" fmla="*/ 0 h 1466"/>
                  <a:gd name="T30" fmla="*/ 0 w 787"/>
                  <a:gd name="T31" fmla="*/ 0 h 1466"/>
                  <a:gd name="T32" fmla="*/ 0 w 787"/>
                  <a:gd name="T33" fmla="*/ 0 h 1466"/>
                  <a:gd name="T34" fmla="*/ 0 w 787"/>
                  <a:gd name="T35" fmla="*/ 0 h 1466"/>
                  <a:gd name="T36" fmla="*/ 0 w 787"/>
                  <a:gd name="T37" fmla="*/ 0 h 1466"/>
                  <a:gd name="T38" fmla="*/ 0 w 787"/>
                  <a:gd name="T39" fmla="*/ 0 h 1466"/>
                  <a:gd name="T40" fmla="*/ 0 w 787"/>
                  <a:gd name="T41" fmla="*/ 0 h 1466"/>
                  <a:gd name="T42" fmla="*/ 0 w 787"/>
                  <a:gd name="T43" fmla="*/ 0 h 1466"/>
                  <a:gd name="T44" fmla="*/ 0 w 787"/>
                  <a:gd name="T45" fmla="*/ 0 h 1466"/>
                  <a:gd name="T46" fmla="*/ 0 w 787"/>
                  <a:gd name="T47" fmla="*/ 0 h 1466"/>
                  <a:gd name="T48" fmla="*/ 0 w 787"/>
                  <a:gd name="T49" fmla="*/ 0 h 1466"/>
                  <a:gd name="T50" fmla="*/ 0 w 787"/>
                  <a:gd name="T51" fmla="*/ 0 h 1466"/>
                  <a:gd name="T52" fmla="*/ 0 w 787"/>
                  <a:gd name="T53" fmla="*/ 0 h 1466"/>
                  <a:gd name="T54" fmla="*/ 0 w 787"/>
                  <a:gd name="T55" fmla="*/ 0 h 14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787"/>
                  <a:gd name="T85" fmla="*/ 0 h 1466"/>
                  <a:gd name="T86" fmla="*/ 787 w 787"/>
                  <a:gd name="T87" fmla="*/ 1466 h 14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787" h="1466">
                    <a:moveTo>
                      <a:pt x="0" y="1071"/>
                    </a:moveTo>
                    <a:lnTo>
                      <a:pt x="185" y="1125"/>
                    </a:lnTo>
                    <a:lnTo>
                      <a:pt x="342" y="1198"/>
                    </a:lnTo>
                    <a:lnTo>
                      <a:pt x="336" y="1143"/>
                    </a:lnTo>
                    <a:lnTo>
                      <a:pt x="455" y="1207"/>
                    </a:lnTo>
                    <a:lnTo>
                      <a:pt x="536" y="1327"/>
                    </a:lnTo>
                    <a:lnTo>
                      <a:pt x="556" y="1466"/>
                    </a:lnTo>
                    <a:lnTo>
                      <a:pt x="565" y="1318"/>
                    </a:lnTo>
                    <a:lnTo>
                      <a:pt x="501" y="1198"/>
                    </a:lnTo>
                    <a:lnTo>
                      <a:pt x="556" y="1171"/>
                    </a:lnTo>
                    <a:lnTo>
                      <a:pt x="622" y="1272"/>
                    </a:lnTo>
                    <a:lnTo>
                      <a:pt x="666" y="1422"/>
                    </a:lnTo>
                    <a:lnTo>
                      <a:pt x="630" y="1198"/>
                    </a:lnTo>
                    <a:lnTo>
                      <a:pt x="545" y="1079"/>
                    </a:lnTo>
                    <a:lnTo>
                      <a:pt x="764" y="930"/>
                    </a:lnTo>
                    <a:lnTo>
                      <a:pt x="646" y="976"/>
                    </a:lnTo>
                    <a:lnTo>
                      <a:pt x="639" y="756"/>
                    </a:lnTo>
                    <a:lnTo>
                      <a:pt x="674" y="451"/>
                    </a:lnTo>
                    <a:lnTo>
                      <a:pt x="787" y="0"/>
                    </a:lnTo>
                    <a:lnTo>
                      <a:pt x="639" y="514"/>
                    </a:lnTo>
                    <a:lnTo>
                      <a:pt x="591" y="664"/>
                    </a:lnTo>
                    <a:lnTo>
                      <a:pt x="408" y="846"/>
                    </a:lnTo>
                    <a:lnTo>
                      <a:pt x="288" y="1051"/>
                    </a:lnTo>
                    <a:lnTo>
                      <a:pt x="268" y="930"/>
                    </a:lnTo>
                    <a:lnTo>
                      <a:pt x="501" y="220"/>
                    </a:lnTo>
                    <a:lnTo>
                      <a:pt x="150" y="930"/>
                    </a:lnTo>
                    <a:lnTo>
                      <a:pt x="83" y="1060"/>
                    </a:lnTo>
                    <a:lnTo>
                      <a:pt x="0" y="10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0" name="Freeform 191">
                <a:extLst>
                  <a:ext uri="{FF2B5EF4-FFF2-40B4-BE49-F238E27FC236}">
                    <a16:creationId xmlns:a16="http://schemas.microsoft.com/office/drawing/2014/main" id="{DC1B54DC-F10A-A84F-A836-8E8FA42B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571"/>
                <a:ext cx="104" cy="41"/>
              </a:xfrm>
              <a:custGeom>
                <a:avLst/>
                <a:gdLst>
                  <a:gd name="T0" fmla="*/ 0 w 830"/>
                  <a:gd name="T1" fmla="*/ 0 h 334"/>
                  <a:gd name="T2" fmla="*/ 0 w 830"/>
                  <a:gd name="T3" fmla="*/ 0 h 334"/>
                  <a:gd name="T4" fmla="*/ 0 w 830"/>
                  <a:gd name="T5" fmla="*/ 0 h 334"/>
                  <a:gd name="T6" fmla="*/ 0 w 830"/>
                  <a:gd name="T7" fmla="*/ 0 h 334"/>
                  <a:gd name="T8" fmla="*/ 0 w 830"/>
                  <a:gd name="T9" fmla="*/ 0 h 334"/>
                  <a:gd name="T10" fmla="*/ 0 w 830"/>
                  <a:gd name="T11" fmla="*/ 0 h 334"/>
                  <a:gd name="T12" fmla="*/ 0 w 830"/>
                  <a:gd name="T13" fmla="*/ 0 h 334"/>
                  <a:gd name="T14" fmla="*/ 0 w 830"/>
                  <a:gd name="T15" fmla="*/ 0 h 334"/>
                  <a:gd name="T16" fmla="*/ 0 w 830"/>
                  <a:gd name="T17" fmla="*/ 0 h 334"/>
                  <a:gd name="T18" fmla="*/ 0 w 830"/>
                  <a:gd name="T19" fmla="*/ 0 h 334"/>
                  <a:gd name="T20" fmla="*/ 0 w 830"/>
                  <a:gd name="T21" fmla="*/ 0 h 334"/>
                  <a:gd name="T22" fmla="*/ 0 w 830"/>
                  <a:gd name="T23" fmla="*/ 0 h 334"/>
                  <a:gd name="T24" fmla="*/ 0 w 830"/>
                  <a:gd name="T25" fmla="*/ 0 h 3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30"/>
                  <a:gd name="T40" fmla="*/ 0 h 334"/>
                  <a:gd name="T41" fmla="*/ 830 w 830"/>
                  <a:gd name="T42" fmla="*/ 334 h 33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30" h="334">
                    <a:moveTo>
                      <a:pt x="92" y="11"/>
                    </a:moveTo>
                    <a:lnTo>
                      <a:pt x="228" y="46"/>
                    </a:lnTo>
                    <a:lnTo>
                      <a:pt x="347" y="111"/>
                    </a:lnTo>
                    <a:lnTo>
                      <a:pt x="498" y="166"/>
                    </a:lnTo>
                    <a:lnTo>
                      <a:pt x="729" y="250"/>
                    </a:lnTo>
                    <a:lnTo>
                      <a:pt x="830" y="334"/>
                    </a:lnTo>
                    <a:lnTo>
                      <a:pt x="674" y="277"/>
                    </a:lnTo>
                    <a:lnTo>
                      <a:pt x="380" y="242"/>
                    </a:lnTo>
                    <a:lnTo>
                      <a:pt x="201" y="250"/>
                    </a:lnTo>
                    <a:lnTo>
                      <a:pt x="147" y="155"/>
                    </a:lnTo>
                    <a:lnTo>
                      <a:pt x="61" y="57"/>
                    </a:lnTo>
                    <a:lnTo>
                      <a:pt x="0" y="0"/>
                    </a:lnTo>
                    <a:lnTo>
                      <a:pt x="9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1" name="Freeform 192">
                <a:extLst>
                  <a:ext uri="{FF2B5EF4-FFF2-40B4-BE49-F238E27FC236}">
                    <a16:creationId xmlns:a16="http://schemas.microsoft.com/office/drawing/2014/main" id="{97D8A617-CC5F-A340-9952-81BD427F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619"/>
                <a:ext cx="26" cy="12"/>
              </a:xfrm>
              <a:custGeom>
                <a:avLst/>
                <a:gdLst>
                  <a:gd name="T0" fmla="*/ 0 w 209"/>
                  <a:gd name="T1" fmla="*/ 0 h 94"/>
                  <a:gd name="T2" fmla="*/ 0 w 209"/>
                  <a:gd name="T3" fmla="*/ 0 h 94"/>
                  <a:gd name="T4" fmla="*/ 0 w 209"/>
                  <a:gd name="T5" fmla="*/ 0 h 94"/>
                  <a:gd name="T6" fmla="*/ 0 w 209"/>
                  <a:gd name="T7" fmla="*/ 0 h 94"/>
                  <a:gd name="T8" fmla="*/ 0 w 209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94"/>
                  <a:gd name="T17" fmla="*/ 209 w 209"/>
                  <a:gd name="T18" fmla="*/ 94 h 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94">
                    <a:moveTo>
                      <a:pt x="191" y="0"/>
                    </a:moveTo>
                    <a:lnTo>
                      <a:pt x="0" y="65"/>
                    </a:lnTo>
                    <a:lnTo>
                      <a:pt x="42" y="94"/>
                    </a:lnTo>
                    <a:lnTo>
                      <a:pt x="209" y="37"/>
                    </a:ln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2" name="Freeform 193">
                <a:extLst>
                  <a:ext uri="{FF2B5EF4-FFF2-40B4-BE49-F238E27FC236}">
                    <a16:creationId xmlns:a16="http://schemas.microsoft.com/office/drawing/2014/main" id="{2B92DB3B-EC25-6D40-ADA6-C7D93666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8"/>
                <a:ext cx="142" cy="281"/>
              </a:xfrm>
              <a:custGeom>
                <a:avLst/>
                <a:gdLst>
                  <a:gd name="T0" fmla="*/ 0 w 1130"/>
                  <a:gd name="T1" fmla="*/ 0 h 2248"/>
                  <a:gd name="T2" fmla="*/ 0 w 1130"/>
                  <a:gd name="T3" fmla="*/ 0 h 2248"/>
                  <a:gd name="T4" fmla="*/ 0 w 1130"/>
                  <a:gd name="T5" fmla="*/ 0 h 2248"/>
                  <a:gd name="T6" fmla="*/ 0 w 1130"/>
                  <a:gd name="T7" fmla="*/ 0 h 2248"/>
                  <a:gd name="T8" fmla="*/ 0 w 1130"/>
                  <a:gd name="T9" fmla="*/ 0 h 2248"/>
                  <a:gd name="T10" fmla="*/ 0 w 1130"/>
                  <a:gd name="T11" fmla="*/ 0 h 2248"/>
                  <a:gd name="T12" fmla="*/ 0 w 1130"/>
                  <a:gd name="T13" fmla="*/ 0 h 2248"/>
                  <a:gd name="T14" fmla="*/ 0 w 1130"/>
                  <a:gd name="T15" fmla="*/ 0 h 2248"/>
                  <a:gd name="T16" fmla="*/ 0 w 1130"/>
                  <a:gd name="T17" fmla="*/ 0 h 2248"/>
                  <a:gd name="T18" fmla="*/ 0 w 1130"/>
                  <a:gd name="T19" fmla="*/ 0 h 2248"/>
                  <a:gd name="T20" fmla="*/ 0 w 1130"/>
                  <a:gd name="T21" fmla="*/ 0 h 2248"/>
                  <a:gd name="T22" fmla="*/ 0 w 1130"/>
                  <a:gd name="T23" fmla="*/ 0 h 2248"/>
                  <a:gd name="T24" fmla="*/ 0 w 1130"/>
                  <a:gd name="T25" fmla="*/ 0 h 2248"/>
                  <a:gd name="T26" fmla="*/ 0 w 1130"/>
                  <a:gd name="T27" fmla="*/ 0 h 2248"/>
                  <a:gd name="T28" fmla="*/ 0 w 1130"/>
                  <a:gd name="T29" fmla="*/ 0 h 2248"/>
                  <a:gd name="T30" fmla="*/ 0 w 1130"/>
                  <a:gd name="T31" fmla="*/ 0 h 2248"/>
                  <a:gd name="T32" fmla="*/ 0 w 1130"/>
                  <a:gd name="T33" fmla="*/ 0 h 2248"/>
                  <a:gd name="T34" fmla="*/ 0 w 1130"/>
                  <a:gd name="T35" fmla="*/ 0 h 2248"/>
                  <a:gd name="T36" fmla="*/ 0 w 1130"/>
                  <a:gd name="T37" fmla="*/ 0 h 2248"/>
                  <a:gd name="T38" fmla="*/ 0 w 1130"/>
                  <a:gd name="T39" fmla="*/ 0 h 2248"/>
                  <a:gd name="T40" fmla="*/ 0 w 1130"/>
                  <a:gd name="T41" fmla="*/ 0 h 2248"/>
                  <a:gd name="T42" fmla="*/ 0 w 1130"/>
                  <a:gd name="T43" fmla="*/ 0 h 2248"/>
                  <a:gd name="T44" fmla="*/ 0 w 1130"/>
                  <a:gd name="T45" fmla="*/ 0 h 2248"/>
                  <a:gd name="T46" fmla="*/ 0 w 1130"/>
                  <a:gd name="T47" fmla="*/ 0 h 2248"/>
                  <a:gd name="T48" fmla="*/ 0 w 1130"/>
                  <a:gd name="T49" fmla="*/ 0 h 2248"/>
                  <a:gd name="T50" fmla="*/ 0 w 1130"/>
                  <a:gd name="T51" fmla="*/ 0 h 2248"/>
                  <a:gd name="T52" fmla="*/ 0 w 1130"/>
                  <a:gd name="T53" fmla="*/ 0 h 2248"/>
                  <a:gd name="T54" fmla="*/ 0 w 1130"/>
                  <a:gd name="T55" fmla="*/ 0 h 2248"/>
                  <a:gd name="T56" fmla="*/ 0 w 1130"/>
                  <a:gd name="T57" fmla="*/ 0 h 2248"/>
                  <a:gd name="T58" fmla="*/ 0 w 1130"/>
                  <a:gd name="T59" fmla="*/ 0 h 2248"/>
                  <a:gd name="T60" fmla="*/ 0 w 1130"/>
                  <a:gd name="T61" fmla="*/ 0 h 2248"/>
                  <a:gd name="T62" fmla="*/ 0 w 1130"/>
                  <a:gd name="T63" fmla="*/ 0 h 2248"/>
                  <a:gd name="T64" fmla="*/ 0 w 1130"/>
                  <a:gd name="T65" fmla="*/ 0 h 2248"/>
                  <a:gd name="T66" fmla="*/ 0 w 1130"/>
                  <a:gd name="T67" fmla="*/ 0 h 2248"/>
                  <a:gd name="T68" fmla="*/ 0 w 1130"/>
                  <a:gd name="T69" fmla="*/ 0 h 2248"/>
                  <a:gd name="T70" fmla="*/ 0 w 1130"/>
                  <a:gd name="T71" fmla="*/ 0 h 224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130"/>
                  <a:gd name="T109" fmla="*/ 0 h 2248"/>
                  <a:gd name="T110" fmla="*/ 1130 w 1130"/>
                  <a:gd name="T111" fmla="*/ 2248 h 224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130" h="2248">
                    <a:moveTo>
                      <a:pt x="660" y="0"/>
                    </a:moveTo>
                    <a:lnTo>
                      <a:pt x="741" y="138"/>
                    </a:lnTo>
                    <a:lnTo>
                      <a:pt x="741" y="275"/>
                    </a:lnTo>
                    <a:lnTo>
                      <a:pt x="704" y="349"/>
                    </a:lnTo>
                    <a:lnTo>
                      <a:pt x="761" y="533"/>
                    </a:lnTo>
                    <a:lnTo>
                      <a:pt x="725" y="618"/>
                    </a:lnTo>
                    <a:lnTo>
                      <a:pt x="798" y="646"/>
                    </a:lnTo>
                    <a:lnTo>
                      <a:pt x="971" y="1391"/>
                    </a:lnTo>
                    <a:lnTo>
                      <a:pt x="1130" y="1529"/>
                    </a:lnTo>
                    <a:lnTo>
                      <a:pt x="1130" y="1815"/>
                    </a:lnTo>
                    <a:lnTo>
                      <a:pt x="992" y="2015"/>
                    </a:lnTo>
                    <a:lnTo>
                      <a:pt x="574" y="2216"/>
                    </a:lnTo>
                    <a:lnTo>
                      <a:pt x="178" y="2216"/>
                    </a:lnTo>
                    <a:lnTo>
                      <a:pt x="0" y="2248"/>
                    </a:lnTo>
                    <a:lnTo>
                      <a:pt x="95" y="2119"/>
                    </a:lnTo>
                    <a:lnTo>
                      <a:pt x="113" y="2175"/>
                    </a:lnTo>
                    <a:lnTo>
                      <a:pt x="178" y="2138"/>
                    </a:lnTo>
                    <a:lnTo>
                      <a:pt x="196" y="2063"/>
                    </a:lnTo>
                    <a:lnTo>
                      <a:pt x="242" y="2110"/>
                    </a:lnTo>
                    <a:lnTo>
                      <a:pt x="686" y="1953"/>
                    </a:lnTo>
                    <a:lnTo>
                      <a:pt x="623" y="1797"/>
                    </a:lnTo>
                    <a:lnTo>
                      <a:pt x="734" y="1797"/>
                    </a:lnTo>
                    <a:lnTo>
                      <a:pt x="844" y="1863"/>
                    </a:lnTo>
                    <a:lnTo>
                      <a:pt x="1064" y="1743"/>
                    </a:lnTo>
                    <a:lnTo>
                      <a:pt x="1064" y="1602"/>
                    </a:lnTo>
                    <a:lnTo>
                      <a:pt x="936" y="1501"/>
                    </a:lnTo>
                    <a:lnTo>
                      <a:pt x="752" y="1518"/>
                    </a:lnTo>
                    <a:lnTo>
                      <a:pt x="879" y="1402"/>
                    </a:lnTo>
                    <a:lnTo>
                      <a:pt x="862" y="1280"/>
                    </a:lnTo>
                    <a:lnTo>
                      <a:pt x="772" y="1215"/>
                    </a:lnTo>
                    <a:lnTo>
                      <a:pt x="816" y="1040"/>
                    </a:lnTo>
                    <a:lnTo>
                      <a:pt x="761" y="837"/>
                    </a:lnTo>
                    <a:lnTo>
                      <a:pt x="519" y="995"/>
                    </a:lnTo>
                    <a:lnTo>
                      <a:pt x="669" y="856"/>
                    </a:lnTo>
                    <a:lnTo>
                      <a:pt x="669" y="664"/>
                    </a:lnTo>
                    <a:lnTo>
                      <a:pt x="540" y="736"/>
                    </a:lnTo>
                    <a:lnTo>
                      <a:pt x="704" y="554"/>
                    </a:lnTo>
                    <a:lnTo>
                      <a:pt x="660" y="404"/>
                    </a:lnTo>
                    <a:lnTo>
                      <a:pt x="436" y="681"/>
                    </a:lnTo>
                    <a:lnTo>
                      <a:pt x="436" y="800"/>
                    </a:lnTo>
                    <a:lnTo>
                      <a:pt x="337" y="955"/>
                    </a:lnTo>
                    <a:lnTo>
                      <a:pt x="300" y="1087"/>
                    </a:lnTo>
                    <a:lnTo>
                      <a:pt x="383" y="1134"/>
                    </a:lnTo>
                    <a:lnTo>
                      <a:pt x="354" y="1307"/>
                    </a:lnTo>
                    <a:lnTo>
                      <a:pt x="484" y="1186"/>
                    </a:lnTo>
                    <a:lnTo>
                      <a:pt x="602" y="1123"/>
                    </a:lnTo>
                    <a:lnTo>
                      <a:pt x="492" y="1224"/>
                    </a:lnTo>
                    <a:lnTo>
                      <a:pt x="383" y="1354"/>
                    </a:lnTo>
                    <a:lnTo>
                      <a:pt x="390" y="1455"/>
                    </a:lnTo>
                    <a:lnTo>
                      <a:pt x="492" y="1402"/>
                    </a:lnTo>
                    <a:lnTo>
                      <a:pt x="678" y="1529"/>
                    </a:lnTo>
                    <a:lnTo>
                      <a:pt x="530" y="1510"/>
                    </a:lnTo>
                    <a:lnTo>
                      <a:pt x="409" y="1518"/>
                    </a:lnTo>
                    <a:lnTo>
                      <a:pt x="303" y="1610"/>
                    </a:lnTo>
                    <a:lnTo>
                      <a:pt x="130" y="1705"/>
                    </a:lnTo>
                    <a:lnTo>
                      <a:pt x="113" y="1685"/>
                    </a:lnTo>
                    <a:lnTo>
                      <a:pt x="300" y="1575"/>
                    </a:lnTo>
                    <a:lnTo>
                      <a:pt x="363" y="1510"/>
                    </a:lnTo>
                    <a:lnTo>
                      <a:pt x="300" y="1448"/>
                    </a:lnTo>
                    <a:lnTo>
                      <a:pt x="326" y="1345"/>
                    </a:lnTo>
                    <a:lnTo>
                      <a:pt x="270" y="1316"/>
                    </a:lnTo>
                    <a:lnTo>
                      <a:pt x="279" y="1197"/>
                    </a:lnTo>
                    <a:lnTo>
                      <a:pt x="205" y="1160"/>
                    </a:lnTo>
                    <a:lnTo>
                      <a:pt x="288" y="819"/>
                    </a:lnTo>
                    <a:lnTo>
                      <a:pt x="363" y="540"/>
                    </a:lnTo>
                    <a:lnTo>
                      <a:pt x="508" y="173"/>
                    </a:lnTo>
                    <a:lnTo>
                      <a:pt x="390" y="524"/>
                    </a:lnTo>
                    <a:lnTo>
                      <a:pt x="354" y="747"/>
                    </a:lnTo>
                    <a:lnTo>
                      <a:pt x="501" y="533"/>
                    </a:lnTo>
                    <a:lnTo>
                      <a:pt x="686" y="323"/>
                    </a:lnTo>
                    <a:lnTo>
                      <a:pt x="715" y="219"/>
                    </a:lnTo>
                    <a:lnTo>
                      <a:pt x="715" y="127"/>
                    </a:lnTo>
                    <a:lnTo>
                      <a:pt x="6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3" name="Freeform 194">
                <a:extLst>
                  <a:ext uri="{FF2B5EF4-FFF2-40B4-BE49-F238E27FC236}">
                    <a16:creationId xmlns:a16="http://schemas.microsoft.com/office/drawing/2014/main" id="{DDDFF0B0-B90F-1E41-A857-74107FCD4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760"/>
                <a:ext cx="13" cy="16"/>
              </a:xfrm>
              <a:custGeom>
                <a:avLst/>
                <a:gdLst>
                  <a:gd name="T0" fmla="*/ 0 w 100"/>
                  <a:gd name="T1" fmla="*/ 0 h 130"/>
                  <a:gd name="T2" fmla="*/ 0 w 100"/>
                  <a:gd name="T3" fmla="*/ 0 h 130"/>
                  <a:gd name="T4" fmla="*/ 0 w 100"/>
                  <a:gd name="T5" fmla="*/ 0 h 130"/>
                  <a:gd name="T6" fmla="*/ 0 w 100"/>
                  <a:gd name="T7" fmla="*/ 0 h 130"/>
                  <a:gd name="T8" fmla="*/ 0 w 100"/>
                  <a:gd name="T9" fmla="*/ 0 h 130"/>
                  <a:gd name="T10" fmla="*/ 0 w 100"/>
                  <a:gd name="T11" fmla="*/ 0 h 130"/>
                  <a:gd name="T12" fmla="*/ 0 w 100"/>
                  <a:gd name="T13" fmla="*/ 0 h 130"/>
                  <a:gd name="T14" fmla="*/ 0 w 100"/>
                  <a:gd name="T15" fmla="*/ 0 h 130"/>
                  <a:gd name="T16" fmla="*/ 0 w 100"/>
                  <a:gd name="T17" fmla="*/ 0 h 130"/>
                  <a:gd name="T18" fmla="*/ 0 w 100"/>
                  <a:gd name="T19" fmla="*/ 0 h 130"/>
                  <a:gd name="T20" fmla="*/ 0 w 100"/>
                  <a:gd name="T21" fmla="*/ 0 h 130"/>
                  <a:gd name="T22" fmla="*/ 0 w 100"/>
                  <a:gd name="T23" fmla="*/ 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0"/>
                  <a:gd name="T37" fmla="*/ 0 h 130"/>
                  <a:gd name="T38" fmla="*/ 100 w 100"/>
                  <a:gd name="T39" fmla="*/ 130 h 13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0" h="130">
                    <a:moveTo>
                      <a:pt x="72" y="26"/>
                    </a:moveTo>
                    <a:lnTo>
                      <a:pt x="44" y="17"/>
                    </a:lnTo>
                    <a:lnTo>
                      <a:pt x="26" y="37"/>
                    </a:lnTo>
                    <a:lnTo>
                      <a:pt x="26" y="90"/>
                    </a:lnTo>
                    <a:lnTo>
                      <a:pt x="65" y="98"/>
                    </a:lnTo>
                    <a:lnTo>
                      <a:pt x="100" y="70"/>
                    </a:lnTo>
                    <a:lnTo>
                      <a:pt x="65" y="130"/>
                    </a:lnTo>
                    <a:lnTo>
                      <a:pt x="17" y="112"/>
                    </a:lnTo>
                    <a:lnTo>
                      <a:pt x="0" y="70"/>
                    </a:lnTo>
                    <a:lnTo>
                      <a:pt x="6" y="17"/>
                    </a:lnTo>
                    <a:lnTo>
                      <a:pt x="44" y="0"/>
                    </a:lnTo>
                    <a:lnTo>
                      <a:pt x="7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4" name="Freeform 195">
                <a:extLst>
                  <a:ext uri="{FF2B5EF4-FFF2-40B4-BE49-F238E27FC236}">
                    <a16:creationId xmlns:a16="http://schemas.microsoft.com/office/drawing/2014/main" id="{73F102A6-DF1B-BC4D-B190-3F57F6592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664"/>
                <a:ext cx="19" cy="62"/>
              </a:xfrm>
              <a:custGeom>
                <a:avLst/>
                <a:gdLst>
                  <a:gd name="T0" fmla="*/ 0 w 152"/>
                  <a:gd name="T1" fmla="*/ 0 h 496"/>
                  <a:gd name="T2" fmla="*/ 0 w 152"/>
                  <a:gd name="T3" fmla="*/ 0 h 496"/>
                  <a:gd name="T4" fmla="*/ 0 w 152"/>
                  <a:gd name="T5" fmla="*/ 0 h 496"/>
                  <a:gd name="T6" fmla="*/ 0 w 152"/>
                  <a:gd name="T7" fmla="*/ 0 h 496"/>
                  <a:gd name="T8" fmla="*/ 0 w 152"/>
                  <a:gd name="T9" fmla="*/ 0 h 4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2"/>
                  <a:gd name="T16" fmla="*/ 0 h 496"/>
                  <a:gd name="T17" fmla="*/ 152 w 152"/>
                  <a:gd name="T18" fmla="*/ 496 h 4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2" h="496">
                    <a:moveTo>
                      <a:pt x="21" y="0"/>
                    </a:moveTo>
                    <a:lnTo>
                      <a:pt x="152" y="387"/>
                    </a:lnTo>
                    <a:lnTo>
                      <a:pt x="130" y="496"/>
                    </a:lnTo>
                    <a:lnTo>
                      <a:pt x="0" y="1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5" name="Freeform 196">
                <a:extLst>
                  <a:ext uri="{FF2B5EF4-FFF2-40B4-BE49-F238E27FC236}">
                    <a16:creationId xmlns:a16="http://schemas.microsoft.com/office/drawing/2014/main" id="{62B322AC-01AA-6B48-B7A1-241626F97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51"/>
                <a:ext cx="118" cy="62"/>
              </a:xfrm>
              <a:custGeom>
                <a:avLst/>
                <a:gdLst>
                  <a:gd name="T0" fmla="*/ 0 w 943"/>
                  <a:gd name="T1" fmla="*/ 0 h 496"/>
                  <a:gd name="T2" fmla="*/ 0 w 943"/>
                  <a:gd name="T3" fmla="*/ 0 h 496"/>
                  <a:gd name="T4" fmla="*/ 0 w 943"/>
                  <a:gd name="T5" fmla="*/ 0 h 496"/>
                  <a:gd name="T6" fmla="*/ 0 w 943"/>
                  <a:gd name="T7" fmla="*/ 0 h 496"/>
                  <a:gd name="T8" fmla="*/ 0 w 943"/>
                  <a:gd name="T9" fmla="*/ 0 h 496"/>
                  <a:gd name="T10" fmla="*/ 0 w 943"/>
                  <a:gd name="T11" fmla="*/ 0 h 496"/>
                  <a:gd name="T12" fmla="*/ 0 w 943"/>
                  <a:gd name="T13" fmla="*/ 0 h 496"/>
                  <a:gd name="T14" fmla="*/ 0 w 943"/>
                  <a:gd name="T15" fmla="*/ 0 h 496"/>
                  <a:gd name="T16" fmla="*/ 0 w 943"/>
                  <a:gd name="T17" fmla="*/ 0 h 496"/>
                  <a:gd name="T18" fmla="*/ 0 w 943"/>
                  <a:gd name="T19" fmla="*/ 0 h 496"/>
                  <a:gd name="T20" fmla="*/ 0 w 943"/>
                  <a:gd name="T21" fmla="*/ 0 h 496"/>
                  <a:gd name="T22" fmla="*/ 0 w 943"/>
                  <a:gd name="T23" fmla="*/ 0 h 496"/>
                  <a:gd name="T24" fmla="*/ 0 w 943"/>
                  <a:gd name="T25" fmla="*/ 0 h 496"/>
                  <a:gd name="T26" fmla="*/ 0 w 943"/>
                  <a:gd name="T27" fmla="*/ 0 h 496"/>
                  <a:gd name="T28" fmla="*/ 0 w 943"/>
                  <a:gd name="T29" fmla="*/ 0 h 496"/>
                  <a:gd name="T30" fmla="*/ 0 w 943"/>
                  <a:gd name="T31" fmla="*/ 0 h 496"/>
                  <a:gd name="T32" fmla="*/ 0 w 943"/>
                  <a:gd name="T33" fmla="*/ 0 h 496"/>
                  <a:gd name="T34" fmla="*/ 0 w 943"/>
                  <a:gd name="T35" fmla="*/ 0 h 496"/>
                  <a:gd name="T36" fmla="*/ 0 w 943"/>
                  <a:gd name="T37" fmla="*/ 0 h 496"/>
                  <a:gd name="T38" fmla="*/ 0 w 943"/>
                  <a:gd name="T39" fmla="*/ 0 h 496"/>
                  <a:gd name="T40" fmla="*/ 0 w 943"/>
                  <a:gd name="T41" fmla="*/ 0 h 496"/>
                  <a:gd name="T42" fmla="*/ 0 w 943"/>
                  <a:gd name="T43" fmla="*/ 0 h 496"/>
                  <a:gd name="T44" fmla="*/ 0 w 943"/>
                  <a:gd name="T45" fmla="*/ 0 h 496"/>
                  <a:gd name="T46" fmla="*/ 0 w 943"/>
                  <a:gd name="T47" fmla="*/ 0 h 496"/>
                  <a:gd name="T48" fmla="*/ 0 w 943"/>
                  <a:gd name="T49" fmla="*/ 0 h 496"/>
                  <a:gd name="T50" fmla="*/ 0 w 943"/>
                  <a:gd name="T51" fmla="*/ 0 h 496"/>
                  <a:gd name="T52" fmla="*/ 0 w 943"/>
                  <a:gd name="T53" fmla="*/ 0 h 4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43"/>
                  <a:gd name="T82" fmla="*/ 0 h 496"/>
                  <a:gd name="T83" fmla="*/ 943 w 943"/>
                  <a:gd name="T84" fmla="*/ 496 h 4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43" h="496">
                    <a:moveTo>
                      <a:pt x="0" y="450"/>
                    </a:moveTo>
                    <a:lnTo>
                      <a:pt x="221" y="118"/>
                    </a:lnTo>
                    <a:lnTo>
                      <a:pt x="463" y="0"/>
                    </a:lnTo>
                    <a:lnTo>
                      <a:pt x="251" y="148"/>
                    </a:lnTo>
                    <a:lnTo>
                      <a:pt x="304" y="231"/>
                    </a:lnTo>
                    <a:lnTo>
                      <a:pt x="470" y="108"/>
                    </a:lnTo>
                    <a:lnTo>
                      <a:pt x="362" y="238"/>
                    </a:lnTo>
                    <a:lnTo>
                      <a:pt x="184" y="385"/>
                    </a:lnTo>
                    <a:lnTo>
                      <a:pt x="242" y="459"/>
                    </a:lnTo>
                    <a:lnTo>
                      <a:pt x="371" y="385"/>
                    </a:lnTo>
                    <a:lnTo>
                      <a:pt x="553" y="263"/>
                    </a:lnTo>
                    <a:lnTo>
                      <a:pt x="380" y="413"/>
                    </a:lnTo>
                    <a:lnTo>
                      <a:pt x="405" y="466"/>
                    </a:lnTo>
                    <a:lnTo>
                      <a:pt x="518" y="431"/>
                    </a:lnTo>
                    <a:lnTo>
                      <a:pt x="686" y="350"/>
                    </a:lnTo>
                    <a:lnTo>
                      <a:pt x="853" y="350"/>
                    </a:lnTo>
                    <a:lnTo>
                      <a:pt x="943" y="321"/>
                    </a:lnTo>
                    <a:lnTo>
                      <a:pt x="853" y="396"/>
                    </a:lnTo>
                    <a:lnTo>
                      <a:pt x="686" y="402"/>
                    </a:lnTo>
                    <a:lnTo>
                      <a:pt x="502" y="475"/>
                    </a:lnTo>
                    <a:lnTo>
                      <a:pt x="380" y="496"/>
                    </a:lnTo>
                    <a:lnTo>
                      <a:pt x="313" y="450"/>
                    </a:lnTo>
                    <a:lnTo>
                      <a:pt x="221" y="489"/>
                    </a:lnTo>
                    <a:lnTo>
                      <a:pt x="147" y="450"/>
                    </a:lnTo>
                    <a:lnTo>
                      <a:pt x="55" y="496"/>
                    </a:lnTo>
                    <a:lnTo>
                      <a:pt x="0" y="475"/>
                    </a:lnTo>
                    <a:lnTo>
                      <a:pt x="0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6" name="Freeform 197">
                <a:extLst>
                  <a:ext uri="{FF2B5EF4-FFF2-40B4-BE49-F238E27FC236}">
                    <a16:creationId xmlns:a16="http://schemas.microsoft.com/office/drawing/2014/main" id="{57199C6B-4CF8-8D41-A35A-101CA7C9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57"/>
                <a:ext cx="234" cy="6"/>
              </a:xfrm>
              <a:custGeom>
                <a:avLst/>
                <a:gdLst>
                  <a:gd name="T0" fmla="*/ 0 w 1877"/>
                  <a:gd name="T1" fmla="*/ 0 h 41"/>
                  <a:gd name="T2" fmla="*/ 0 w 1877"/>
                  <a:gd name="T3" fmla="*/ 0 h 41"/>
                  <a:gd name="T4" fmla="*/ 0 w 1877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877"/>
                  <a:gd name="T10" fmla="*/ 0 h 41"/>
                  <a:gd name="T11" fmla="*/ 1877 w 1877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77" h="41">
                    <a:moveTo>
                      <a:pt x="1877" y="41"/>
                    </a:moveTo>
                    <a:lnTo>
                      <a:pt x="183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7" name="Line 198">
                <a:extLst>
                  <a:ext uri="{FF2B5EF4-FFF2-40B4-BE49-F238E27FC236}">
                    <a16:creationId xmlns:a16="http://schemas.microsoft.com/office/drawing/2014/main" id="{164E0970-AD4D-214A-958E-B9DD16494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44" y="1857"/>
                <a:ext cx="8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8" name="Line 199">
                <a:extLst>
                  <a:ext uri="{FF2B5EF4-FFF2-40B4-BE49-F238E27FC236}">
                    <a16:creationId xmlns:a16="http://schemas.microsoft.com/office/drawing/2014/main" id="{1DA33259-BEB3-724E-B06D-20F57FA70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55" y="1873"/>
                <a:ext cx="36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59" name="Freeform 200">
                <a:extLst>
                  <a:ext uri="{FF2B5EF4-FFF2-40B4-BE49-F238E27FC236}">
                    <a16:creationId xmlns:a16="http://schemas.microsoft.com/office/drawing/2014/main" id="{F8947632-B6DB-424B-90F1-19B8AC23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93"/>
                <a:ext cx="326" cy="46"/>
              </a:xfrm>
              <a:custGeom>
                <a:avLst/>
                <a:gdLst>
                  <a:gd name="T0" fmla="*/ 0 w 2611"/>
                  <a:gd name="T1" fmla="*/ 0 h 369"/>
                  <a:gd name="T2" fmla="*/ 0 w 2611"/>
                  <a:gd name="T3" fmla="*/ 0 h 369"/>
                  <a:gd name="T4" fmla="*/ 0 w 2611"/>
                  <a:gd name="T5" fmla="*/ 0 h 369"/>
                  <a:gd name="T6" fmla="*/ 0 w 2611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11"/>
                  <a:gd name="T13" fmla="*/ 0 h 369"/>
                  <a:gd name="T14" fmla="*/ 2611 w 2611"/>
                  <a:gd name="T15" fmla="*/ 369 h 3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11" h="369">
                    <a:moveTo>
                      <a:pt x="211" y="53"/>
                    </a:moveTo>
                    <a:lnTo>
                      <a:pt x="0" y="369"/>
                    </a:lnTo>
                    <a:lnTo>
                      <a:pt x="2611" y="369"/>
                    </a:lnTo>
                    <a:lnTo>
                      <a:pt x="25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0" name="Freeform 201">
                <a:extLst>
                  <a:ext uri="{FF2B5EF4-FFF2-40B4-BE49-F238E27FC236}">
                    <a16:creationId xmlns:a16="http://schemas.microsoft.com/office/drawing/2014/main" id="{2BC1E0EA-AE1C-BA45-97D7-B7FA73F0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030"/>
                <a:ext cx="339" cy="197"/>
              </a:xfrm>
              <a:custGeom>
                <a:avLst/>
                <a:gdLst>
                  <a:gd name="T0" fmla="*/ 0 w 2711"/>
                  <a:gd name="T1" fmla="*/ 0 h 1574"/>
                  <a:gd name="T2" fmla="*/ 0 w 2711"/>
                  <a:gd name="T3" fmla="*/ 0 h 1574"/>
                  <a:gd name="T4" fmla="*/ 0 w 2711"/>
                  <a:gd name="T5" fmla="*/ 0 h 1574"/>
                  <a:gd name="T6" fmla="*/ 0 w 2711"/>
                  <a:gd name="T7" fmla="*/ 0 h 1574"/>
                  <a:gd name="T8" fmla="*/ 0 w 2711"/>
                  <a:gd name="T9" fmla="*/ 0 h 1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11"/>
                  <a:gd name="T16" fmla="*/ 0 h 1574"/>
                  <a:gd name="T17" fmla="*/ 2711 w 2711"/>
                  <a:gd name="T18" fmla="*/ 1574 h 15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11" h="1574">
                    <a:moveTo>
                      <a:pt x="0" y="1207"/>
                    </a:moveTo>
                    <a:lnTo>
                      <a:pt x="343" y="1574"/>
                    </a:lnTo>
                    <a:lnTo>
                      <a:pt x="2711" y="762"/>
                    </a:lnTo>
                    <a:lnTo>
                      <a:pt x="1503" y="0"/>
                    </a:lnTo>
                    <a:lnTo>
                      <a:pt x="1184" y="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1" name="Freeform 202">
                <a:extLst>
                  <a:ext uri="{FF2B5EF4-FFF2-40B4-BE49-F238E27FC236}">
                    <a16:creationId xmlns:a16="http://schemas.microsoft.com/office/drawing/2014/main" id="{853E6948-1E67-2447-81D8-EFFBA4EC6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03"/>
                <a:ext cx="92" cy="39"/>
              </a:xfrm>
              <a:custGeom>
                <a:avLst/>
                <a:gdLst>
                  <a:gd name="T0" fmla="*/ 0 w 736"/>
                  <a:gd name="T1" fmla="*/ 0 h 316"/>
                  <a:gd name="T2" fmla="*/ 0 w 736"/>
                  <a:gd name="T3" fmla="*/ 0 h 316"/>
                  <a:gd name="T4" fmla="*/ 0 w 736"/>
                  <a:gd name="T5" fmla="*/ 0 h 316"/>
                  <a:gd name="T6" fmla="*/ 0 60000 65536"/>
                  <a:gd name="T7" fmla="*/ 0 60000 65536"/>
                  <a:gd name="T8" fmla="*/ 0 60000 65536"/>
                  <a:gd name="T9" fmla="*/ 0 w 736"/>
                  <a:gd name="T10" fmla="*/ 0 h 316"/>
                  <a:gd name="T11" fmla="*/ 736 w 736"/>
                  <a:gd name="T12" fmla="*/ 316 h 3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36" h="316">
                    <a:moveTo>
                      <a:pt x="0" y="0"/>
                    </a:moveTo>
                    <a:lnTo>
                      <a:pt x="736" y="0"/>
                    </a:lnTo>
                    <a:lnTo>
                      <a:pt x="552" y="3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2" name="Freeform 203">
                <a:extLst>
                  <a:ext uri="{FF2B5EF4-FFF2-40B4-BE49-F238E27FC236}">
                    <a16:creationId xmlns:a16="http://schemas.microsoft.com/office/drawing/2014/main" id="{33E6BFEF-48FF-1544-86F8-700E42044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172"/>
                <a:ext cx="332" cy="98"/>
              </a:xfrm>
              <a:custGeom>
                <a:avLst/>
                <a:gdLst>
                  <a:gd name="T0" fmla="*/ 0 w 2658"/>
                  <a:gd name="T1" fmla="*/ 0 h 790"/>
                  <a:gd name="T2" fmla="*/ 0 w 2658"/>
                  <a:gd name="T3" fmla="*/ 0 h 790"/>
                  <a:gd name="T4" fmla="*/ 0 w 2658"/>
                  <a:gd name="T5" fmla="*/ 0 h 790"/>
                  <a:gd name="T6" fmla="*/ 0 w 2658"/>
                  <a:gd name="T7" fmla="*/ 0 h 79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8"/>
                  <a:gd name="T13" fmla="*/ 0 h 790"/>
                  <a:gd name="T14" fmla="*/ 2658 w 2658"/>
                  <a:gd name="T15" fmla="*/ 790 h 79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8" h="790">
                    <a:moveTo>
                      <a:pt x="236" y="210"/>
                    </a:moveTo>
                    <a:lnTo>
                      <a:pt x="0" y="445"/>
                    </a:lnTo>
                    <a:lnTo>
                      <a:pt x="2264" y="790"/>
                    </a:lnTo>
                    <a:lnTo>
                      <a:pt x="26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3" name="Freeform 204">
                <a:extLst>
                  <a:ext uri="{FF2B5EF4-FFF2-40B4-BE49-F238E27FC236}">
                    <a16:creationId xmlns:a16="http://schemas.microsoft.com/office/drawing/2014/main" id="{098527E9-1962-FA46-A005-3FF13213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168"/>
                <a:ext cx="338" cy="115"/>
              </a:xfrm>
              <a:custGeom>
                <a:avLst/>
                <a:gdLst>
                  <a:gd name="T0" fmla="*/ 0 w 2712"/>
                  <a:gd name="T1" fmla="*/ 0 h 921"/>
                  <a:gd name="T2" fmla="*/ 0 w 2712"/>
                  <a:gd name="T3" fmla="*/ 0 h 921"/>
                  <a:gd name="T4" fmla="*/ 0 w 2712"/>
                  <a:gd name="T5" fmla="*/ 0 h 921"/>
                  <a:gd name="T6" fmla="*/ 0 w 2712"/>
                  <a:gd name="T7" fmla="*/ 0 h 9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12"/>
                  <a:gd name="T13" fmla="*/ 0 h 921"/>
                  <a:gd name="T14" fmla="*/ 2712 w 2712"/>
                  <a:gd name="T15" fmla="*/ 921 h 9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12" h="921">
                    <a:moveTo>
                      <a:pt x="75" y="499"/>
                    </a:moveTo>
                    <a:lnTo>
                      <a:pt x="0" y="576"/>
                    </a:lnTo>
                    <a:lnTo>
                      <a:pt x="2239" y="921"/>
                    </a:lnTo>
                    <a:lnTo>
                      <a:pt x="27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4" name="Freeform 205">
                <a:extLst>
                  <a:ext uri="{FF2B5EF4-FFF2-40B4-BE49-F238E27FC236}">
                    <a16:creationId xmlns:a16="http://schemas.microsoft.com/office/drawing/2014/main" id="{4CF49067-C523-164D-A83D-1A0AE01CA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014"/>
                <a:ext cx="323" cy="108"/>
              </a:xfrm>
              <a:custGeom>
                <a:avLst/>
                <a:gdLst>
                  <a:gd name="T0" fmla="*/ 0 w 2584"/>
                  <a:gd name="T1" fmla="*/ 0 h 867"/>
                  <a:gd name="T2" fmla="*/ 0 w 2584"/>
                  <a:gd name="T3" fmla="*/ 0 h 867"/>
                  <a:gd name="T4" fmla="*/ 0 w 2584"/>
                  <a:gd name="T5" fmla="*/ 0 h 867"/>
                  <a:gd name="T6" fmla="*/ 0 w 2584"/>
                  <a:gd name="T7" fmla="*/ 0 h 8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84"/>
                  <a:gd name="T13" fmla="*/ 0 h 867"/>
                  <a:gd name="T14" fmla="*/ 2584 w 2584"/>
                  <a:gd name="T15" fmla="*/ 867 h 8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84" h="867">
                    <a:moveTo>
                      <a:pt x="816" y="0"/>
                    </a:moveTo>
                    <a:lnTo>
                      <a:pt x="0" y="0"/>
                    </a:lnTo>
                    <a:lnTo>
                      <a:pt x="290" y="867"/>
                    </a:lnTo>
                    <a:lnTo>
                      <a:pt x="2584" y="8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3665" name="Freeform 206">
                <a:extLst>
                  <a:ext uri="{FF2B5EF4-FFF2-40B4-BE49-F238E27FC236}">
                    <a16:creationId xmlns:a16="http://schemas.microsoft.com/office/drawing/2014/main" id="{C5A5418D-EEAE-5A4D-9699-6D957FA7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17"/>
                <a:ext cx="205" cy="199"/>
              </a:xfrm>
              <a:custGeom>
                <a:avLst/>
                <a:gdLst>
                  <a:gd name="T0" fmla="*/ 0 w 1639"/>
                  <a:gd name="T1" fmla="*/ 0 h 1588"/>
                  <a:gd name="T2" fmla="*/ 0 w 1639"/>
                  <a:gd name="T3" fmla="*/ 0 h 1588"/>
                  <a:gd name="T4" fmla="*/ 0 w 1639"/>
                  <a:gd name="T5" fmla="*/ 0 h 1588"/>
                  <a:gd name="T6" fmla="*/ 0 w 1639"/>
                  <a:gd name="T7" fmla="*/ 0 h 1588"/>
                  <a:gd name="T8" fmla="*/ 0 w 1639"/>
                  <a:gd name="T9" fmla="*/ 0 h 15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39"/>
                  <a:gd name="T16" fmla="*/ 0 h 1588"/>
                  <a:gd name="T17" fmla="*/ 1639 w 1639"/>
                  <a:gd name="T18" fmla="*/ 1588 h 15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39" h="1588">
                    <a:moveTo>
                      <a:pt x="1639" y="0"/>
                    </a:moveTo>
                    <a:lnTo>
                      <a:pt x="0" y="892"/>
                    </a:lnTo>
                    <a:lnTo>
                      <a:pt x="0" y="1588"/>
                    </a:lnTo>
                    <a:lnTo>
                      <a:pt x="1639" y="722"/>
                    </a:lnTo>
                    <a:lnTo>
                      <a:pt x="16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3420" name="Freeform 208">
              <a:extLst>
                <a:ext uri="{FF2B5EF4-FFF2-40B4-BE49-F238E27FC236}">
                  <a16:creationId xmlns:a16="http://schemas.microsoft.com/office/drawing/2014/main" id="{F809B27C-7FCD-E042-AA2A-3C034EF1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716"/>
              <a:ext cx="134" cy="48"/>
            </a:xfrm>
            <a:custGeom>
              <a:avLst/>
              <a:gdLst>
                <a:gd name="T0" fmla="*/ 0 w 1079"/>
                <a:gd name="T1" fmla="*/ 0 h 382"/>
                <a:gd name="T2" fmla="*/ 0 w 1079"/>
                <a:gd name="T3" fmla="*/ 0 h 382"/>
                <a:gd name="T4" fmla="*/ 0 w 1079"/>
                <a:gd name="T5" fmla="*/ 0 h 382"/>
                <a:gd name="T6" fmla="*/ 0 w 1079"/>
                <a:gd name="T7" fmla="*/ 0 h 382"/>
                <a:gd name="T8" fmla="*/ 0 w 1079"/>
                <a:gd name="T9" fmla="*/ 0 h 382"/>
                <a:gd name="T10" fmla="*/ 0 w 1079"/>
                <a:gd name="T11" fmla="*/ 0 h 382"/>
                <a:gd name="T12" fmla="*/ 0 w 1079"/>
                <a:gd name="T13" fmla="*/ 0 h 382"/>
                <a:gd name="T14" fmla="*/ 0 w 1079"/>
                <a:gd name="T15" fmla="*/ 0 h 382"/>
                <a:gd name="T16" fmla="*/ 0 w 1079"/>
                <a:gd name="T17" fmla="*/ 0 h 382"/>
                <a:gd name="T18" fmla="*/ 0 w 1079"/>
                <a:gd name="T19" fmla="*/ 0 h 382"/>
                <a:gd name="T20" fmla="*/ 0 w 1079"/>
                <a:gd name="T21" fmla="*/ 0 h 382"/>
                <a:gd name="T22" fmla="*/ 0 w 1079"/>
                <a:gd name="T23" fmla="*/ 0 h 382"/>
                <a:gd name="T24" fmla="*/ 0 w 1079"/>
                <a:gd name="T25" fmla="*/ 0 h 382"/>
                <a:gd name="T26" fmla="*/ 0 w 1079"/>
                <a:gd name="T27" fmla="*/ 0 h 382"/>
                <a:gd name="T28" fmla="*/ 0 w 1079"/>
                <a:gd name="T29" fmla="*/ 0 h 382"/>
                <a:gd name="T30" fmla="*/ 0 w 1079"/>
                <a:gd name="T31" fmla="*/ 0 h 382"/>
                <a:gd name="T32" fmla="*/ 0 w 1079"/>
                <a:gd name="T33" fmla="*/ 0 h 382"/>
                <a:gd name="T34" fmla="*/ 0 w 1079"/>
                <a:gd name="T35" fmla="*/ 0 h 382"/>
                <a:gd name="T36" fmla="*/ 0 w 1079"/>
                <a:gd name="T37" fmla="*/ 0 h 382"/>
                <a:gd name="T38" fmla="*/ 0 w 1079"/>
                <a:gd name="T39" fmla="*/ 0 h 382"/>
                <a:gd name="T40" fmla="*/ 0 w 1079"/>
                <a:gd name="T41" fmla="*/ 0 h 382"/>
                <a:gd name="T42" fmla="*/ 0 w 1079"/>
                <a:gd name="T43" fmla="*/ 0 h 382"/>
                <a:gd name="T44" fmla="*/ 0 w 1079"/>
                <a:gd name="T45" fmla="*/ 0 h 382"/>
                <a:gd name="T46" fmla="*/ 0 w 1079"/>
                <a:gd name="T47" fmla="*/ 0 h 382"/>
                <a:gd name="T48" fmla="*/ 0 w 1079"/>
                <a:gd name="T49" fmla="*/ 0 h 382"/>
                <a:gd name="T50" fmla="*/ 0 w 1079"/>
                <a:gd name="T51" fmla="*/ 0 h 382"/>
                <a:gd name="T52" fmla="*/ 0 w 1079"/>
                <a:gd name="T53" fmla="*/ 0 h 382"/>
                <a:gd name="T54" fmla="*/ 0 w 1079"/>
                <a:gd name="T55" fmla="*/ 0 h 382"/>
                <a:gd name="T56" fmla="*/ 0 w 1079"/>
                <a:gd name="T57" fmla="*/ 0 h 382"/>
                <a:gd name="T58" fmla="*/ 0 w 1079"/>
                <a:gd name="T59" fmla="*/ 0 h 382"/>
                <a:gd name="T60" fmla="*/ 0 w 1079"/>
                <a:gd name="T61" fmla="*/ 0 h 382"/>
                <a:gd name="T62" fmla="*/ 0 w 1079"/>
                <a:gd name="T63" fmla="*/ 0 h 382"/>
                <a:gd name="T64" fmla="*/ 0 w 1079"/>
                <a:gd name="T65" fmla="*/ 0 h 382"/>
                <a:gd name="T66" fmla="*/ 0 w 1079"/>
                <a:gd name="T67" fmla="*/ 0 h 382"/>
                <a:gd name="T68" fmla="*/ 0 w 1079"/>
                <a:gd name="T69" fmla="*/ 0 h 382"/>
                <a:gd name="T70" fmla="*/ 0 w 1079"/>
                <a:gd name="T71" fmla="*/ 0 h 382"/>
                <a:gd name="T72" fmla="*/ 0 w 1079"/>
                <a:gd name="T73" fmla="*/ 0 h 382"/>
                <a:gd name="T74" fmla="*/ 0 w 1079"/>
                <a:gd name="T75" fmla="*/ 0 h 38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9"/>
                <a:gd name="T115" fmla="*/ 0 h 382"/>
                <a:gd name="T116" fmla="*/ 1079 w 1079"/>
                <a:gd name="T117" fmla="*/ 382 h 38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9" h="382">
                  <a:moveTo>
                    <a:pt x="997" y="141"/>
                  </a:moveTo>
                  <a:lnTo>
                    <a:pt x="946" y="209"/>
                  </a:lnTo>
                  <a:lnTo>
                    <a:pt x="883" y="249"/>
                  </a:lnTo>
                  <a:lnTo>
                    <a:pt x="841" y="249"/>
                  </a:lnTo>
                  <a:lnTo>
                    <a:pt x="766" y="246"/>
                  </a:lnTo>
                  <a:lnTo>
                    <a:pt x="671" y="240"/>
                  </a:lnTo>
                  <a:lnTo>
                    <a:pt x="599" y="249"/>
                  </a:lnTo>
                  <a:lnTo>
                    <a:pt x="521" y="278"/>
                  </a:lnTo>
                  <a:lnTo>
                    <a:pt x="461" y="297"/>
                  </a:lnTo>
                  <a:lnTo>
                    <a:pt x="410" y="334"/>
                  </a:lnTo>
                  <a:lnTo>
                    <a:pt x="337" y="350"/>
                  </a:lnTo>
                  <a:lnTo>
                    <a:pt x="277" y="366"/>
                  </a:lnTo>
                  <a:lnTo>
                    <a:pt x="199" y="382"/>
                  </a:lnTo>
                  <a:lnTo>
                    <a:pt x="134" y="372"/>
                  </a:lnTo>
                  <a:lnTo>
                    <a:pt x="37" y="334"/>
                  </a:lnTo>
                  <a:lnTo>
                    <a:pt x="0" y="301"/>
                  </a:lnTo>
                  <a:lnTo>
                    <a:pt x="134" y="348"/>
                  </a:lnTo>
                  <a:lnTo>
                    <a:pt x="247" y="341"/>
                  </a:lnTo>
                  <a:lnTo>
                    <a:pt x="346" y="313"/>
                  </a:lnTo>
                  <a:lnTo>
                    <a:pt x="436" y="281"/>
                  </a:lnTo>
                  <a:lnTo>
                    <a:pt x="542" y="232"/>
                  </a:lnTo>
                  <a:lnTo>
                    <a:pt x="643" y="200"/>
                  </a:lnTo>
                  <a:lnTo>
                    <a:pt x="788" y="198"/>
                  </a:lnTo>
                  <a:lnTo>
                    <a:pt x="869" y="174"/>
                  </a:lnTo>
                  <a:lnTo>
                    <a:pt x="925" y="135"/>
                  </a:lnTo>
                  <a:lnTo>
                    <a:pt x="841" y="108"/>
                  </a:lnTo>
                  <a:lnTo>
                    <a:pt x="729" y="94"/>
                  </a:lnTo>
                  <a:lnTo>
                    <a:pt x="611" y="94"/>
                  </a:lnTo>
                  <a:lnTo>
                    <a:pt x="757" y="69"/>
                  </a:lnTo>
                  <a:lnTo>
                    <a:pt x="913" y="73"/>
                  </a:lnTo>
                  <a:lnTo>
                    <a:pt x="982" y="82"/>
                  </a:lnTo>
                  <a:lnTo>
                    <a:pt x="980" y="31"/>
                  </a:lnTo>
                  <a:lnTo>
                    <a:pt x="1030" y="53"/>
                  </a:lnTo>
                  <a:lnTo>
                    <a:pt x="1040" y="13"/>
                  </a:lnTo>
                  <a:lnTo>
                    <a:pt x="1079" y="0"/>
                  </a:lnTo>
                  <a:lnTo>
                    <a:pt x="1047" y="62"/>
                  </a:lnTo>
                  <a:lnTo>
                    <a:pt x="1019" y="103"/>
                  </a:lnTo>
                  <a:lnTo>
                    <a:pt x="997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1" name="Freeform 209">
              <a:extLst>
                <a:ext uri="{FF2B5EF4-FFF2-40B4-BE49-F238E27FC236}">
                  <a16:creationId xmlns:a16="http://schemas.microsoft.com/office/drawing/2014/main" id="{F7D81ED6-8AAD-6840-915C-5A4A8775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758"/>
              <a:ext cx="64" cy="46"/>
            </a:xfrm>
            <a:custGeom>
              <a:avLst/>
              <a:gdLst>
                <a:gd name="T0" fmla="*/ 0 w 510"/>
                <a:gd name="T1" fmla="*/ 0 h 366"/>
                <a:gd name="T2" fmla="*/ 0 w 510"/>
                <a:gd name="T3" fmla="*/ 0 h 366"/>
                <a:gd name="T4" fmla="*/ 0 w 510"/>
                <a:gd name="T5" fmla="*/ 0 h 366"/>
                <a:gd name="T6" fmla="*/ 0 w 510"/>
                <a:gd name="T7" fmla="*/ 0 h 366"/>
                <a:gd name="T8" fmla="*/ 0 w 510"/>
                <a:gd name="T9" fmla="*/ 0 h 366"/>
                <a:gd name="T10" fmla="*/ 0 w 510"/>
                <a:gd name="T11" fmla="*/ 0 h 366"/>
                <a:gd name="T12" fmla="*/ 0 w 510"/>
                <a:gd name="T13" fmla="*/ 0 h 366"/>
                <a:gd name="T14" fmla="*/ 0 w 510"/>
                <a:gd name="T15" fmla="*/ 0 h 366"/>
                <a:gd name="T16" fmla="*/ 0 w 510"/>
                <a:gd name="T17" fmla="*/ 0 h 366"/>
                <a:gd name="T18" fmla="*/ 0 w 510"/>
                <a:gd name="T19" fmla="*/ 0 h 366"/>
                <a:gd name="T20" fmla="*/ 0 w 510"/>
                <a:gd name="T21" fmla="*/ 0 h 366"/>
                <a:gd name="T22" fmla="*/ 0 w 510"/>
                <a:gd name="T23" fmla="*/ 0 h 366"/>
                <a:gd name="T24" fmla="*/ 0 w 510"/>
                <a:gd name="T25" fmla="*/ 0 h 366"/>
                <a:gd name="T26" fmla="*/ 0 w 510"/>
                <a:gd name="T27" fmla="*/ 0 h 3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10"/>
                <a:gd name="T43" fmla="*/ 0 h 366"/>
                <a:gd name="T44" fmla="*/ 510 w 510"/>
                <a:gd name="T45" fmla="*/ 366 h 36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10" h="366">
                  <a:moveTo>
                    <a:pt x="510" y="0"/>
                  </a:moveTo>
                  <a:lnTo>
                    <a:pt x="437" y="78"/>
                  </a:lnTo>
                  <a:lnTo>
                    <a:pt x="321" y="159"/>
                  </a:lnTo>
                  <a:lnTo>
                    <a:pt x="235" y="182"/>
                  </a:lnTo>
                  <a:lnTo>
                    <a:pt x="146" y="227"/>
                  </a:lnTo>
                  <a:lnTo>
                    <a:pt x="98" y="253"/>
                  </a:lnTo>
                  <a:lnTo>
                    <a:pt x="44" y="304"/>
                  </a:lnTo>
                  <a:lnTo>
                    <a:pt x="0" y="366"/>
                  </a:lnTo>
                  <a:lnTo>
                    <a:pt x="52" y="269"/>
                  </a:lnTo>
                  <a:lnTo>
                    <a:pt x="132" y="196"/>
                  </a:lnTo>
                  <a:lnTo>
                    <a:pt x="235" y="145"/>
                  </a:lnTo>
                  <a:lnTo>
                    <a:pt x="332" y="88"/>
                  </a:lnTo>
                  <a:lnTo>
                    <a:pt x="418" y="23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2" name="Freeform 210">
              <a:extLst>
                <a:ext uri="{FF2B5EF4-FFF2-40B4-BE49-F238E27FC236}">
                  <a16:creationId xmlns:a16="http://schemas.microsoft.com/office/drawing/2014/main" id="{DA2048AA-67AF-B94D-99AA-8BA5CA6C7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841"/>
              <a:ext cx="45" cy="8"/>
            </a:xfrm>
            <a:custGeom>
              <a:avLst/>
              <a:gdLst>
                <a:gd name="T0" fmla="*/ 0 w 364"/>
                <a:gd name="T1" fmla="*/ 0 h 57"/>
                <a:gd name="T2" fmla="*/ 0 w 364"/>
                <a:gd name="T3" fmla="*/ 0 h 57"/>
                <a:gd name="T4" fmla="*/ 0 w 364"/>
                <a:gd name="T5" fmla="*/ 0 h 57"/>
                <a:gd name="T6" fmla="*/ 0 w 364"/>
                <a:gd name="T7" fmla="*/ 0 h 57"/>
                <a:gd name="T8" fmla="*/ 0 w 364"/>
                <a:gd name="T9" fmla="*/ 0 h 57"/>
                <a:gd name="T10" fmla="*/ 0 w 364"/>
                <a:gd name="T11" fmla="*/ 0 h 57"/>
                <a:gd name="T12" fmla="*/ 0 w 364"/>
                <a:gd name="T13" fmla="*/ 0 h 57"/>
                <a:gd name="T14" fmla="*/ 0 w 364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4"/>
                <a:gd name="T25" fmla="*/ 0 h 57"/>
                <a:gd name="T26" fmla="*/ 364 w 364"/>
                <a:gd name="T27" fmla="*/ 57 h 5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4" h="57">
                  <a:moveTo>
                    <a:pt x="0" y="9"/>
                  </a:moveTo>
                  <a:lnTo>
                    <a:pt x="159" y="0"/>
                  </a:lnTo>
                  <a:lnTo>
                    <a:pt x="205" y="20"/>
                  </a:lnTo>
                  <a:lnTo>
                    <a:pt x="261" y="5"/>
                  </a:lnTo>
                  <a:lnTo>
                    <a:pt x="364" y="51"/>
                  </a:lnTo>
                  <a:lnTo>
                    <a:pt x="205" y="57"/>
                  </a:lnTo>
                  <a:lnTo>
                    <a:pt x="30" y="2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3" name="Freeform 211">
              <a:extLst>
                <a:ext uri="{FF2B5EF4-FFF2-40B4-BE49-F238E27FC236}">
                  <a16:creationId xmlns:a16="http://schemas.microsoft.com/office/drawing/2014/main" id="{FB7A5F9F-6C5A-6E4F-92B9-DC8173BF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851"/>
              <a:ext cx="31" cy="13"/>
            </a:xfrm>
            <a:custGeom>
              <a:avLst/>
              <a:gdLst>
                <a:gd name="T0" fmla="*/ 0 w 244"/>
                <a:gd name="T1" fmla="*/ 0 h 105"/>
                <a:gd name="T2" fmla="*/ 0 w 244"/>
                <a:gd name="T3" fmla="*/ 0 h 105"/>
                <a:gd name="T4" fmla="*/ 0 w 244"/>
                <a:gd name="T5" fmla="*/ 0 h 105"/>
                <a:gd name="T6" fmla="*/ 0 w 244"/>
                <a:gd name="T7" fmla="*/ 0 h 105"/>
                <a:gd name="T8" fmla="*/ 0 w 244"/>
                <a:gd name="T9" fmla="*/ 0 h 105"/>
                <a:gd name="T10" fmla="*/ 0 w 244"/>
                <a:gd name="T11" fmla="*/ 0 h 105"/>
                <a:gd name="T12" fmla="*/ 0 w 24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4"/>
                <a:gd name="T22" fmla="*/ 0 h 105"/>
                <a:gd name="T23" fmla="*/ 244 w 244"/>
                <a:gd name="T24" fmla="*/ 105 h 10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4" h="105">
                  <a:moveTo>
                    <a:pt x="0" y="0"/>
                  </a:moveTo>
                  <a:lnTo>
                    <a:pt x="69" y="37"/>
                  </a:lnTo>
                  <a:lnTo>
                    <a:pt x="174" y="40"/>
                  </a:lnTo>
                  <a:lnTo>
                    <a:pt x="244" y="37"/>
                  </a:lnTo>
                  <a:lnTo>
                    <a:pt x="166" y="105"/>
                  </a:lnTo>
                  <a:lnTo>
                    <a:pt x="23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4" name="Freeform 212">
              <a:extLst>
                <a:ext uri="{FF2B5EF4-FFF2-40B4-BE49-F238E27FC236}">
                  <a16:creationId xmlns:a16="http://schemas.microsoft.com/office/drawing/2014/main" id="{CD182432-F731-5E45-944D-074650CD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788"/>
              <a:ext cx="32" cy="43"/>
            </a:xfrm>
            <a:custGeom>
              <a:avLst/>
              <a:gdLst>
                <a:gd name="T0" fmla="*/ 0 w 253"/>
                <a:gd name="T1" fmla="*/ 0 h 341"/>
                <a:gd name="T2" fmla="*/ 0 w 253"/>
                <a:gd name="T3" fmla="*/ 0 h 341"/>
                <a:gd name="T4" fmla="*/ 0 w 253"/>
                <a:gd name="T5" fmla="*/ 0 h 341"/>
                <a:gd name="T6" fmla="*/ 0 w 253"/>
                <a:gd name="T7" fmla="*/ 0 h 341"/>
                <a:gd name="T8" fmla="*/ 0 w 253"/>
                <a:gd name="T9" fmla="*/ 0 h 341"/>
                <a:gd name="T10" fmla="*/ 0 w 253"/>
                <a:gd name="T11" fmla="*/ 0 h 341"/>
                <a:gd name="T12" fmla="*/ 0 w 253"/>
                <a:gd name="T13" fmla="*/ 0 h 341"/>
                <a:gd name="T14" fmla="*/ 0 w 253"/>
                <a:gd name="T15" fmla="*/ 0 h 341"/>
                <a:gd name="T16" fmla="*/ 0 w 253"/>
                <a:gd name="T17" fmla="*/ 0 h 341"/>
                <a:gd name="T18" fmla="*/ 0 w 253"/>
                <a:gd name="T19" fmla="*/ 0 h 341"/>
                <a:gd name="T20" fmla="*/ 0 w 253"/>
                <a:gd name="T21" fmla="*/ 0 h 341"/>
                <a:gd name="T22" fmla="*/ 0 w 253"/>
                <a:gd name="T23" fmla="*/ 0 h 341"/>
                <a:gd name="T24" fmla="*/ 0 w 253"/>
                <a:gd name="T25" fmla="*/ 0 h 341"/>
                <a:gd name="T26" fmla="*/ 0 w 253"/>
                <a:gd name="T27" fmla="*/ 0 h 341"/>
                <a:gd name="T28" fmla="*/ 0 w 253"/>
                <a:gd name="T29" fmla="*/ 0 h 341"/>
                <a:gd name="T30" fmla="*/ 0 w 253"/>
                <a:gd name="T31" fmla="*/ 0 h 3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53"/>
                <a:gd name="T49" fmla="*/ 0 h 341"/>
                <a:gd name="T50" fmla="*/ 253 w 253"/>
                <a:gd name="T51" fmla="*/ 341 h 34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53" h="341">
                  <a:moveTo>
                    <a:pt x="0" y="281"/>
                  </a:moveTo>
                  <a:lnTo>
                    <a:pt x="76" y="266"/>
                  </a:lnTo>
                  <a:lnTo>
                    <a:pt x="120" y="281"/>
                  </a:lnTo>
                  <a:lnTo>
                    <a:pt x="174" y="269"/>
                  </a:lnTo>
                  <a:lnTo>
                    <a:pt x="214" y="285"/>
                  </a:lnTo>
                  <a:lnTo>
                    <a:pt x="214" y="136"/>
                  </a:lnTo>
                  <a:lnTo>
                    <a:pt x="244" y="0"/>
                  </a:lnTo>
                  <a:lnTo>
                    <a:pt x="222" y="126"/>
                  </a:lnTo>
                  <a:lnTo>
                    <a:pt x="226" y="285"/>
                  </a:lnTo>
                  <a:lnTo>
                    <a:pt x="253" y="310"/>
                  </a:lnTo>
                  <a:lnTo>
                    <a:pt x="249" y="327"/>
                  </a:lnTo>
                  <a:lnTo>
                    <a:pt x="214" y="327"/>
                  </a:lnTo>
                  <a:lnTo>
                    <a:pt x="150" y="341"/>
                  </a:lnTo>
                  <a:lnTo>
                    <a:pt x="90" y="310"/>
                  </a:lnTo>
                  <a:lnTo>
                    <a:pt x="30" y="308"/>
                  </a:lnTo>
                  <a:lnTo>
                    <a:pt x="0" y="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5" name="Freeform 213">
              <a:extLst>
                <a:ext uri="{FF2B5EF4-FFF2-40B4-BE49-F238E27FC236}">
                  <a16:creationId xmlns:a16="http://schemas.microsoft.com/office/drawing/2014/main" id="{D381F702-EB2B-064D-8DDF-2F261F95E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777"/>
              <a:ext cx="99" cy="122"/>
            </a:xfrm>
            <a:custGeom>
              <a:avLst/>
              <a:gdLst>
                <a:gd name="T0" fmla="*/ 0 w 786"/>
                <a:gd name="T1" fmla="*/ 0 h 973"/>
                <a:gd name="T2" fmla="*/ 0 w 786"/>
                <a:gd name="T3" fmla="*/ 0 h 973"/>
                <a:gd name="T4" fmla="*/ 0 w 786"/>
                <a:gd name="T5" fmla="*/ 0 h 973"/>
                <a:gd name="T6" fmla="*/ 0 w 786"/>
                <a:gd name="T7" fmla="*/ 0 h 973"/>
                <a:gd name="T8" fmla="*/ 0 w 786"/>
                <a:gd name="T9" fmla="*/ 0 h 973"/>
                <a:gd name="T10" fmla="*/ 0 w 786"/>
                <a:gd name="T11" fmla="*/ 0 h 973"/>
                <a:gd name="T12" fmla="*/ 0 w 786"/>
                <a:gd name="T13" fmla="*/ 0 h 973"/>
                <a:gd name="T14" fmla="*/ 0 w 786"/>
                <a:gd name="T15" fmla="*/ 0 h 973"/>
                <a:gd name="T16" fmla="*/ 0 w 786"/>
                <a:gd name="T17" fmla="*/ 0 h 973"/>
                <a:gd name="T18" fmla="*/ 0 w 786"/>
                <a:gd name="T19" fmla="*/ 0 h 973"/>
                <a:gd name="T20" fmla="*/ 0 w 786"/>
                <a:gd name="T21" fmla="*/ 0 h 973"/>
                <a:gd name="T22" fmla="*/ 0 w 786"/>
                <a:gd name="T23" fmla="*/ 0 h 973"/>
                <a:gd name="T24" fmla="*/ 0 w 786"/>
                <a:gd name="T25" fmla="*/ 0 h 973"/>
                <a:gd name="T26" fmla="*/ 0 w 786"/>
                <a:gd name="T27" fmla="*/ 0 h 973"/>
                <a:gd name="T28" fmla="*/ 0 w 786"/>
                <a:gd name="T29" fmla="*/ 0 h 973"/>
                <a:gd name="T30" fmla="*/ 0 w 786"/>
                <a:gd name="T31" fmla="*/ 0 h 973"/>
                <a:gd name="T32" fmla="*/ 0 w 786"/>
                <a:gd name="T33" fmla="*/ 0 h 973"/>
                <a:gd name="T34" fmla="*/ 0 w 786"/>
                <a:gd name="T35" fmla="*/ 0 h 973"/>
                <a:gd name="T36" fmla="*/ 0 w 786"/>
                <a:gd name="T37" fmla="*/ 0 h 973"/>
                <a:gd name="T38" fmla="*/ 0 w 786"/>
                <a:gd name="T39" fmla="*/ 0 h 973"/>
                <a:gd name="T40" fmla="*/ 0 w 786"/>
                <a:gd name="T41" fmla="*/ 0 h 973"/>
                <a:gd name="T42" fmla="*/ 0 w 786"/>
                <a:gd name="T43" fmla="*/ 0 h 97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86"/>
                <a:gd name="T67" fmla="*/ 0 h 973"/>
                <a:gd name="T68" fmla="*/ 786 w 786"/>
                <a:gd name="T69" fmla="*/ 973 h 97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86" h="973">
                  <a:moveTo>
                    <a:pt x="154" y="0"/>
                  </a:moveTo>
                  <a:lnTo>
                    <a:pt x="178" y="205"/>
                  </a:lnTo>
                  <a:lnTo>
                    <a:pt x="208" y="337"/>
                  </a:lnTo>
                  <a:lnTo>
                    <a:pt x="143" y="281"/>
                  </a:lnTo>
                  <a:lnTo>
                    <a:pt x="200" y="611"/>
                  </a:lnTo>
                  <a:lnTo>
                    <a:pt x="309" y="807"/>
                  </a:lnTo>
                  <a:lnTo>
                    <a:pt x="461" y="879"/>
                  </a:lnTo>
                  <a:lnTo>
                    <a:pt x="577" y="883"/>
                  </a:lnTo>
                  <a:lnTo>
                    <a:pt x="687" y="869"/>
                  </a:lnTo>
                  <a:lnTo>
                    <a:pt x="786" y="816"/>
                  </a:lnTo>
                  <a:lnTo>
                    <a:pt x="707" y="879"/>
                  </a:lnTo>
                  <a:lnTo>
                    <a:pt x="588" y="915"/>
                  </a:lnTo>
                  <a:lnTo>
                    <a:pt x="494" y="973"/>
                  </a:lnTo>
                  <a:lnTo>
                    <a:pt x="263" y="934"/>
                  </a:lnTo>
                  <a:lnTo>
                    <a:pt x="178" y="816"/>
                  </a:lnTo>
                  <a:lnTo>
                    <a:pt x="162" y="680"/>
                  </a:lnTo>
                  <a:lnTo>
                    <a:pt x="81" y="290"/>
                  </a:lnTo>
                  <a:lnTo>
                    <a:pt x="19" y="470"/>
                  </a:lnTo>
                  <a:lnTo>
                    <a:pt x="0" y="346"/>
                  </a:lnTo>
                  <a:lnTo>
                    <a:pt x="53" y="166"/>
                  </a:lnTo>
                  <a:lnTo>
                    <a:pt x="116" y="2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6" name="Freeform 214">
              <a:extLst>
                <a:ext uri="{FF2B5EF4-FFF2-40B4-BE49-F238E27FC236}">
                  <a16:creationId xmlns:a16="http://schemas.microsoft.com/office/drawing/2014/main" id="{1CF0634C-8AFD-814B-B917-D3BFA705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777"/>
              <a:ext cx="34" cy="13"/>
            </a:xfrm>
            <a:custGeom>
              <a:avLst/>
              <a:gdLst>
                <a:gd name="T0" fmla="*/ 0 w 267"/>
                <a:gd name="T1" fmla="*/ 0 h 99"/>
                <a:gd name="T2" fmla="*/ 0 w 267"/>
                <a:gd name="T3" fmla="*/ 0 h 99"/>
                <a:gd name="T4" fmla="*/ 0 w 267"/>
                <a:gd name="T5" fmla="*/ 0 h 99"/>
                <a:gd name="T6" fmla="*/ 0 w 267"/>
                <a:gd name="T7" fmla="*/ 0 h 99"/>
                <a:gd name="T8" fmla="*/ 0 w 26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7"/>
                <a:gd name="T16" fmla="*/ 0 h 99"/>
                <a:gd name="T17" fmla="*/ 267 w 26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7" h="99">
                  <a:moveTo>
                    <a:pt x="0" y="0"/>
                  </a:moveTo>
                  <a:lnTo>
                    <a:pt x="180" y="25"/>
                  </a:lnTo>
                  <a:lnTo>
                    <a:pt x="267" y="99"/>
                  </a:lnTo>
                  <a:lnTo>
                    <a:pt x="202" y="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7" name="Freeform 215">
              <a:extLst>
                <a:ext uri="{FF2B5EF4-FFF2-40B4-BE49-F238E27FC236}">
                  <a16:creationId xmlns:a16="http://schemas.microsoft.com/office/drawing/2014/main" id="{BE1E32C4-06D9-FE45-9D14-643C4529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761"/>
              <a:ext cx="36" cy="12"/>
            </a:xfrm>
            <a:custGeom>
              <a:avLst/>
              <a:gdLst>
                <a:gd name="T0" fmla="*/ 0 w 290"/>
                <a:gd name="T1" fmla="*/ 0 h 99"/>
                <a:gd name="T2" fmla="*/ 0 w 290"/>
                <a:gd name="T3" fmla="*/ 0 h 99"/>
                <a:gd name="T4" fmla="*/ 0 w 290"/>
                <a:gd name="T5" fmla="*/ 0 h 99"/>
                <a:gd name="T6" fmla="*/ 0 w 290"/>
                <a:gd name="T7" fmla="*/ 0 h 99"/>
                <a:gd name="T8" fmla="*/ 0 w 290"/>
                <a:gd name="T9" fmla="*/ 0 h 99"/>
                <a:gd name="T10" fmla="*/ 0 w 290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0"/>
                <a:gd name="T19" fmla="*/ 0 h 99"/>
                <a:gd name="T20" fmla="*/ 290 w 290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0" h="99">
                  <a:moveTo>
                    <a:pt x="290" y="99"/>
                  </a:moveTo>
                  <a:lnTo>
                    <a:pt x="87" y="25"/>
                  </a:lnTo>
                  <a:lnTo>
                    <a:pt x="0" y="64"/>
                  </a:lnTo>
                  <a:lnTo>
                    <a:pt x="80" y="0"/>
                  </a:lnTo>
                  <a:lnTo>
                    <a:pt x="235" y="55"/>
                  </a:lnTo>
                  <a:lnTo>
                    <a:pt x="29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8" name="Freeform 216">
              <a:extLst>
                <a:ext uri="{FF2B5EF4-FFF2-40B4-BE49-F238E27FC236}">
                  <a16:creationId xmlns:a16="http://schemas.microsoft.com/office/drawing/2014/main" id="{CDE99274-FBFD-C241-84D0-EDE6DF36A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75"/>
              <a:ext cx="37" cy="17"/>
            </a:xfrm>
            <a:custGeom>
              <a:avLst/>
              <a:gdLst>
                <a:gd name="T0" fmla="*/ 0 w 295"/>
                <a:gd name="T1" fmla="*/ 0 h 138"/>
                <a:gd name="T2" fmla="*/ 0 w 295"/>
                <a:gd name="T3" fmla="*/ 0 h 138"/>
                <a:gd name="T4" fmla="*/ 0 w 295"/>
                <a:gd name="T5" fmla="*/ 0 h 138"/>
                <a:gd name="T6" fmla="*/ 0 w 295"/>
                <a:gd name="T7" fmla="*/ 0 h 138"/>
                <a:gd name="T8" fmla="*/ 0 w 295"/>
                <a:gd name="T9" fmla="*/ 0 h 138"/>
                <a:gd name="T10" fmla="*/ 0 w 295"/>
                <a:gd name="T11" fmla="*/ 0 h 138"/>
                <a:gd name="T12" fmla="*/ 0 w 295"/>
                <a:gd name="T13" fmla="*/ 0 h 138"/>
                <a:gd name="T14" fmla="*/ 0 w 295"/>
                <a:gd name="T15" fmla="*/ 0 h 138"/>
                <a:gd name="T16" fmla="*/ 0 w 295"/>
                <a:gd name="T17" fmla="*/ 0 h 138"/>
                <a:gd name="T18" fmla="*/ 0 w 295"/>
                <a:gd name="T19" fmla="*/ 0 h 138"/>
                <a:gd name="T20" fmla="*/ 0 w 295"/>
                <a:gd name="T21" fmla="*/ 0 h 138"/>
                <a:gd name="T22" fmla="*/ 0 w 295"/>
                <a:gd name="T23" fmla="*/ 0 h 138"/>
                <a:gd name="T24" fmla="*/ 0 w 295"/>
                <a:gd name="T25" fmla="*/ 0 h 138"/>
                <a:gd name="T26" fmla="*/ 0 w 295"/>
                <a:gd name="T27" fmla="*/ 0 h 138"/>
                <a:gd name="T28" fmla="*/ 0 w 295"/>
                <a:gd name="T29" fmla="*/ 0 h 138"/>
                <a:gd name="T30" fmla="*/ 0 w 295"/>
                <a:gd name="T31" fmla="*/ 0 h 138"/>
                <a:gd name="T32" fmla="*/ 0 w 295"/>
                <a:gd name="T33" fmla="*/ 0 h 138"/>
                <a:gd name="T34" fmla="*/ 0 w 295"/>
                <a:gd name="T35" fmla="*/ 0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95"/>
                <a:gd name="T55" fmla="*/ 0 h 138"/>
                <a:gd name="T56" fmla="*/ 295 w 295"/>
                <a:gd name="T57" fmla="*/ 138 h 13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95" h="138">
                  <a:moveTo>
                    <a:pt x="261" y="0"/>
                  </a:moveTo>
                  <a:lnTo>
                    <a:pt x="113" y="6"/>
                  </a:lnTo>
                  <a:lnTo>
                    <a:pt x="41" y="47"/>
                  </a:lnTo>
                  <a:lnTo>
                    <a:pt x="0" y="39"/>
                  </a:lnTo>
                  <a:lnTo>
                    <a:pt x="46" y="86"/>
                  </a:lnTo>
                  <a:lnTo>
                    <a:pt x="13" y="105"/>
                  </a:lnTo>
                  <a:lnTo>
                    <a:pt x="81" y="118"/>
                  </a:lnTo>
                  <a:lnTo>
                    <a:pt x="81" y="138"/>
                  </a:lnTo>
                  <a:lnTo>
                    <a:pt x="156" y="120"/>
                  </a:lnTo>
                  <a:lnTo>
                    <a:pt x="81" y="100"/>
                  </a:lnTo>
                  <a:lnTo>
                    <a:pt x="70" y="72"/>
                  </a:lnTo>
                  <a:lnTo>
                    <a:pt x="125" y="65"/>
                  </a:lnTo>
                  <a:lnTo>
                    <a:pt x="198" y="72"/>
                  </a:lnTo>
                  <a:lnTo>
                    <a:pt x="295" y="120"/>
                  </a:lnTo>
                  <a:lnTo>
                    <a:pt x="239" y="61"/>
                  </a:lnTo>
                  <a:lnTo>
                    <a:pt x="113" y="33"/>
                  </a:lnTo>
                  <a:lnTo>
                    <a:pt x="169" y="6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29" name="Freeform 217">
              <a:extLst>
                <a:ext uri="{FF2B5EF4-FFF2-40B4-BE49-F238E27FC236}">
                  <a16:creationId xmlns:a16="http://schemas.microsoft.com/office/drawing/2014/main" id="{9423F1C8-E459-974F-9EC3-337D71AB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783"/>
              <a:ext cx="9" cy="7"/>
            </a:xfrm>
            <a:custGeom>
              <a:avLst/>
              <a:gdLst>
                <a:gd name="T0" fmla="*/ 0 w 76"/>
                <a:gd name="T1" fmla="*/ 0 h 57"/>
                <a:gd name="T2" fmla="*/ 0 w 76"/>
                <a:gd name="T3" fmla="*/ 0 h 57"/>
                <a:gd name="T4" fmla="*/ 0 w 76"/>
                <a:gd name="T5" fmla="*/ 0 h 57"/>
                <a:gd name="T6" fmla="*/ 0 w 76"/>
                <a:gd name="T7" fmla="*/ 0 h 57"/>
                <a:gd name="T8" fmla="*/ 0 w 76"/>
                <a:gd name="T9" fmla="*/ 0 h 57"/>
                <a:gd name="T10" fmla="*/ 0 w 76"/>
                <a:gd name="T11" fmla="*/ 0 h 57"/>
                <a:gd name="T12" fmla="*/ 0 w 76"/>
                <a:gd name="T13" fmla="*/ 0 h 57"/>
                <a:gd name="T14" fmla="*/ 0 w 76"/>
                <a:gd name="T15" fmla="*/ 0 h 57"/>
                <a:gd name="T16" fmla="*/ 0 w 76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6"/>
                <a:gd name="T28" fmla="*/ 0 h 57"/>
                <a:gd name="T29" fmla="*/ 76 w 76"/>
                <a:gd name="T30" fmla="*/ 57 h 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6" h="57">
                  <a:moveTo>
                    <a:pt x="76" y="16"/>
                  </a:moveTo>
                  <a:lnTo>
                    <a:pt x="50" y="57"/>
                  </a:lnTo>
                  <a:lnTo>
                    <a:pt x="4" y="50"/>
                  </a:lnTo>
                  <a:lnTo>
                    <a:pt x="0" y="0"/>
                  </a:lnTo>
                  <a:lnTo>
                    <a:pt x="19" y="4"/>
                  </a:lnTo>
                  <a:lnTo>
                    <a:pt x="30" y="35"/>
                  </a:lnTo>
                  <a:lnTo>
                    <a:pt x="43" y="31"/>
                  </a:lnTo>
                  <a:lnTo>
                    <a:pt x="56" y="0"/>
                  </a:lnTo>
                  <a:lnTo>
                    <a:pt x="7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0" name="Freeform 218">
              <a:extLst>
                <a:ext uri="{FF2B5EF4-FFF2-40B4-BE49-F238E27FC236}">
                  <a16:creationId xmlns:a16="http://schemas.microsoft.com/office/drawing/2014/main" id="{703040E0-5853-1F42-99D7-6D235B29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787"/>
              <a:ext cx="35" cy="17"/>
            </a:xfrm>
            <a:custGeom>
              <a:avLst/>
              <a:gdLst>
                <a:gd name="T0" fmla="*/ 0 w 279"/>
                <a:gd name="T1" fmla="*/ 0 h 139"/>
                <a:gd name="T2" fmla="*/ 0 w 279"/>
                <a:gd name="T3" fmla="*/ 0 h 139"/>
                <a:gd name="T4" fmla="*/ 0 w 279"/>
                <a:gd name="T5" fmla="*/ 0 h 139"/>
                <a:gd name="T6" fmla="*/ 0 w 279"/>
                <a:gd name="T7" fmla="*/ 0 h 139"/>
                <a:gd name="T8" fmla="*/ 0 w 279"/>
                <a:gd name="T9" fmla="*/ 0 h 139"/>
                <a:gd name="T10" fmla="*/ 0 w 279"/>
                <a:gd name="T11" fmla="*/ 0 h 139"/>
                <a:gd name="T12" fmla="*/ 0 w 279"/>
                <a:gd name="T13" fmla="*/ 0 h 139"/>
                <a:gd name="T14" fmla="*/ 0 w 279"/>
                <a:gd name="T15" fmla="*/ 0 h 139"/>
                <a:gd name="T16" fmla="*/ 0 w 279"/>
                <a:gd name="T17" fmla="*/ 0 h 139"/>
                <a:gd name="T18" fmla="*/ 0 w 279"/>
                <a:gd name="T19" fmla="*/ 0 h 139"/>
                <a:gd name="T20" fmla="*/ 0 w 279"/>
                <a:gd name="T21" fmla="*/ 0 h 139"/>
                <a:gd name="T22" fmla="*/ 0 w 279"/>
                <a:gd name="T23" fmla="*/ 0 h 139"/>
                <a:gd name="T24" fmla="*/ 0 w 279"/>
                <a:gd name="T25" fmla="*/ 0 h 139"/>
                <a:gd name="T26" fmla="*/ 0 w 279"/>
                <a:gd name="T27" fmla="*/ 0 h 139"/>
                <a:gd name="T28" fmla="*/ 0 w 279"/>
                <a:gd name="T29" fmla="*/ 0 h 139"/>
                <a:gd name="T30" fmla="*/ 0 w 279"/>
                <a:gd name="T31" fmla="*/ 0 h 139"/>
                <a:gd name="T32" fmla="*/ 0 w 279"/>
                <a:gd name="T33" fmla="*/ 0 h 139"/>
                <a:gd name="T34" fmla="*/ 0 w 279"/>
                <a:gd name="T35" fmla="*/ 0 h 139"/>
                <a:gd name="T36" fmla="*/ 0 w 279"/>
                <a:gd name="T37" fmla="*/ 0 h 139"/>
                <a:gd name="T38" fmla="*/ 0 w 279"/>
                <a:gd name="T39" fmla="*/ 0 h 1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79"/>
                <a:gd name="T61" fmla="*/ 0 h 139"/>
                <a:gd name="T62" fmla="*/ 279 w 279"/>
                <a:gd name="T63" fmla="*/ 139 h 13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79" h="139">
                  <a:moveTo>
                    <a:pt x="0" y="46"/>
                  </a:moveTo>
                  <a:lnTo>
                    <a:pt x="61" y="28"/>
                  </a:lnTo>
                  <a:lnTo>
                    <a:pt x="147" y="46"/>
                  </a:lnTo>
                  <a:lnTo>
                    <a:pt x="198" y="52"/>
                  </a:lnTo>
                  <a:lnTo>
                    <a:pt x="167" y="19"/>
                  </a:lnTo>
                  <a:lnTo>
                    <a:pt x="85" y="0"/>
                  </a:lnTo>
                  <a:lnTo>
                    <a:pt x="167" y="8"/>
                  </a:lnTo>
                  <a:lnTo>
                    <a:pt x="216" y="42"/>
                  </a:lnTo>
                  <a:lnTo>
                    <a:pt x="241" y="72"/>
                  </a:lnTo>
                  <a:lnTo>
                    <a:pt x="279" y="90"/>
                  </a:lnTo>
                  <a:lnTo>
                    <a:pt x="207" y="103"/>
                  </a:lnTo>
                  <a:lnTo>
                    <a:pt x="219" y="139"/>
                  </a:lnTo>
                  <a:lnTo>
                    <a:pt x="156" y="103"/>
                  </a:lnTo>
                  <a:lnTo>
                    <a:pt x="175" y="81"/>
                  </a:lnTo>
                  <a:lnTo>
                    <a:pt x="156" y="66"/>
                  </a:lnTo>
                  <a:lnTo>
                    <a:pt x="81" y="46"/>
                  </a:lnTo>
                  <a:lnTo>
                    <a:pt x="30" y="54"/>
                  </a:lnTo>
                  <a:lnTo>
                    <a:pt x="73" y="98"/>
                  </a:lnTo>
                  <a:lnTo>
                    <a:pt x="0" y="6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1" name="Freeform 219">
              <a:extLst>
                <a:ext uri="{FF2B5EF4-FFF2-40B4-BE49-F238E27FC236}">
                  <a16:creationId xmlns:a16="http://schemas.microsoft.com/office/drawing/2014/main" id="{23A6A7A8-3DA7-5041-92DD-2B5B7610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792"/>
              <a:ext cx="9" cy="7"/>
            </a:xfrm>
            <a:custGeom>
              <a:avLst/>
              <a:gdLst>
                <a:gd name="T0" fmla="*/ 0 w 75"/>
                <a:gd name="T1" fmla="*/ 0 h 61"/>
                <a:gd name="T2" fmla="*/ 0 w 75"/>
                <a:gd name="T3" fmla="*/ 0 h 61"/>
                <a:gd name="T4" fmla="*/ 0 w 75"/>
                <a:gd name="T5" fmla="*/ 0 h 61"/>
                <a:gd name="T6" fmla="*/ 0 w 75"/>
                <a:gd name="T7" fmla="*/ 0 h 61"/>
                <a:gd name="T8" fmla="*/ 0 w 75"/>
                <a:gd name="T9" fmla="*/ 0 h 61"/>
                <a:gd name="T10" fmla="*/ 0 w 75"/>
                <a:gd name="T11" fmla="*/ 0 h 61"/>
                <a:gd name="T12" fmla="*/ 0 w 75"/>
                <a:gd name="T13" fmla="*/ 0 h 61"/>
                <a:gd name="T14" fmla="*/ 0 w 75"/>
                <a:gd name="T15" fmla="*/ 0 h 61"/>
                <a:gd name="T16" fmla="*/ 0 w 75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5"/>
                <a:gd name="T28" fmla="*/ 0 h 61"/>
                <a:gd name="T29" fmla="*/ 75 w 75"/>
                <a:gd name="T30" fmla="*/ 61 h 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5" h="61">
                  <a:moveTo>
                    <a:pt x="0" y="0"/>
                  </a:moveTo>
                  <a:lnTo>
                    <a:pt x="0" y="39"/>
                  </a:lnTo>
                  <a:lnTo>
                    <a:pt x="33" y="61"/>
                  </a:lnTo>
                  <a:lnTo>
                    <a:pt x="75" y="12"/>
                  </a:lnTo>
                  <a:lnTo>
                    <a:pt x="53" y="4"/>
                  </a:lnTo>
                  <a:lnTo>
                    <a:pt x="33" y="39"/>
                  </a:lnTo>
                  <a:lnTo>
                    <a:pt x="15" y="3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2" name="Freeform 220">
              <a:extLst>
                <a:ext uri="{FF2B5EF4-FFF2-40B4-BE49-F238E27FC236}">
                  <a16:creationId xmlns:a16="http://schemas.microsoft.com/office/drawing/2014/main" id="{3CCF3713-D654-4344-BB97-22EC987C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87"/>
              <a:ext cx="9" cy="14"/>
            </a:xfrm>
            <a:custGeom>
              <a:avLst/>
              <a:gdLst>
                <a:gd name="T0" fmla="*/ 0 w 72"/>
                <a:gd name="T1" fmla="*/ 0 h 114"/>
                <a:gd name="T2" fmla="*/ 0 w 72"/>
                <a:gd name="T3" fmla="*/ 0 h 114"/>
                <a:gd name="T4" fmla="*/ 0 w 72"/>
                <a:gd name="T5" fmla="*/ 0 h 114"/>
                <a:gd name="T6" fmla="*/ 0 w 72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114"/>
                <a:gd name="T14" fmla="*/ 72 w 72"/>
                <a:gd name="T15" fmla="*/ 114 h 1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114">
                  <a:moveTo>
                    <a:pt x="0" y="114"/>
                  </a:moveTo>
                  <a:lnTo>
                    <a:pt x="30" y="4"/>
                  </a:lnTo>
                  <a:lnTo>
                    <a:pt x="72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3" name="Freeform 221">
              <a:extLst>
                <a:ext uri="{FF2B5EF4-FFF2-40B4-BE49-F238E27FC236}">
                  <a16:creationId xmlns:a16="http://schemas.microsoft.com/office/drawing/2014/main" id="{D832ACA5-8014-044C-8DF0-9BC25074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705"/>
              <a:ext cx="11" cy="39"/>
            </a:xfrm>
            <a:custGeom>
              <a:avLst/>
              <a:gdLst>
                <a:gd name="T0" fmla="*/ 0 w 85"/>
                <a:gd name="T1" fmla="*/ 0 h 308"/>
                <a:gd name="T2" fmla="*/ 0 w 85"/>
                <a:gd name="T3" fmla="*/ 0 h 308"/>
                <a:gd name="T4" fmla="*/ 0 w 85"/>
                <a:gd name="T5" fmla="*/ 0 h 308"/>
                <a:gd name="T6" fmla="*/ 0 w 85"/>
                <a:gd name="T7" fmla="*/ 0 h 308"/>
                <a:gd name="T8" fmla="*/ 0 w 85"/>
                <a:gd name="T9" fmla="*/ 0 h 308"/>
                <a:gd name="T10" fmla="*/ 0 w 85"/>
                <a:gd name="T11" fmla="*/ 0 h 308"/>
                <a:gd name="T12" fmla="*/ 0 w 85"/>
                <a:gd name="T13" fmla="*/ 0 h 308"/>
                <a:gd name="T14" fmla="*/ 0 w 85"/>
                <a:gd name="T15" fmla="*/ 0 h 308"/>
                <a:gd name="T16" fmla="*/ 0 w 85"/>
                <a:gd name="T17" fmla="*/ 0 h 308"/>
                <a:gd name="T18" fmla="*/ 0 w 85"/>
                <a:gd name="T19" fmla="*/ 0 h 308"/>
                <a:gd name="T20" fmla="*/ 0 w 85"/>
                <a:gd name="T21" fmla="*/ 0 h 308"/>
                <a:gd name="T22" fmla="*/ 0 w 85"/>
                <a:gd name="T23" fmla="*/ 0 h 308"/>
                <a:gd name="T24" fmla="*/ 0 w 85"/>
                <a:gd name="T25" fmla="*/ 0 h 3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5"/>
                <a:gd name="T40" fmla="*/ 0 h 308"/>
                <a:gd name="T41" fmla="*/ 85 w 85"/>
                <a:gd name="T42" fmla="*/ 308 h 3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5" h="308">
                  <a:moveTo>
                    <a:pt x="46" y="121"/>
                  </a:moveTo>
                  <a:lnTo>
                    <a:pt x="26" y="137"/>
                  </a:lnTo>
                  <a:lnTo>
                    <a:pt x="53" y="159"/>
                  </a:lnTo>
                  <a:lnTo>
                    <a:pt x="63" y="179"/>
                  </a:lnTo>
                  <a:lnTo>
                    <a:pt x="11" y="308"/>
                  </a:lnTo>
                  <a:lnTo>
                    <a:pt x="85" y="150"/>
                  </a:lnTo>
                  <a:lnTo>
                    <a:pt x="85" y="117"/>
                  </a:lnTo>
                  <a:lnTo>
                    <a:pt x="46" y="22"/>
                  </a:lnTo>
                  <a:lnTo>
                    <a:pt x="26" y="0"/>
                  </a:lnTo>
                  <a:lnTo>
                    <a:pt x="0" y="9"/>
                  </a:lnTo>
                  <a:lnTo>
                    <a:pt x="19" y="29"/>
                  </a:lnTo>
                  <a:lnTo>
                    <a:pt x="53" y="80"/>
                  </a:lnTo>
                  <a:lnTo>
                    <a:pt x="46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4" name="Freeform 222">
              <a:extLst>
                <a:ext uri="{FF2B5EF4-FFF2-40B4-BE49-F238E27FC236}">
                  <a16:creationId xmlns:a16="http://schemas.microsoft.com/office/drawing/2014/main" id="{F08077BE-CC83-B845-82B1-E8F2FAB2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711"/>
              <a:ext cx="43" cy="12"/>
            </a:xfrm>
            <a:custGeom>
              <a:avLst/>
              <a:gdLst>
                <a:gd name="T0" fmla="*/ 0 w 345"/>
                <a:gd name="T1" fmla="*/ 0 h 95"/>
                <a:gd name="T2" fmla="*/ 0 w 345"/>
                <a:gd name="T3" fmla="*/ 0 h 95"/>
                <a:gd name="T4" fmla="*/ 0 w 345"/>
                <a:gd name="T5" fmla="*/ 0 h 95"/>
                <a:gd name="T6" fmla="*/ 0 w 345"/>
                <a:gd name="T7" fmla="*/ 0 h 95"/>
                <a:gd name="T8" fmla="*/ 0 w 345"/>
                <a:gd name="T9" fmla="*/ 0 h 95"/>
                <a:gd name="T10" fmla="*/ 0 w 345"/>
                <a:gd name="T11" fmla="*/ 0 h 95"/>
                <a:gd name="T12" fmla="*/ 0 w 345"/>
                <a:gd name="T13" fmla="*/ 0 h 95"/>
                <a:gd name="T14" fmla="*/ 0 w 345"/>
                <a:gd name="T15" fmla="*/ 0 h 95"/>
                <a:gd name="T16" fmla="*/ 0 w 345"/>
                <a:gd name="T17" fmla="*/ 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5"/>
                <a:gd name="T28" fmla="*/ 0 h 95"/>
                <a:gd name="T29" fmla="*/ 345 w 345"/>
                <a:gd name="T30" fmla="*/ 95 h 9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5" h="95">
                  <a:moveTo>
                    <a:pt x="16" y="36"/>
                  </a:moveTo>
                  <a:lnTo>
                    <a:pt x="0" y="25"/>
                  </a:lnTo>
                  <a:lnTo>
                    <a:pt x="44" y="0"/>
                  </a:lnTo>
                  <a:lnTo>
                    <a:pt x="136" y="9"/>
                  </a:lnTo>
                  <a:lnTo>
                    <a:pt x="237" y="51"/>
                  </a:lnTo>
                  <a:lnTo>
                    <a:pt x="345" y="95"/>
                  </a:lnTo>
                  <a:lnTo>
                    <a:pt x="165" y="36"/>
                  </a:lnTo>
                  <a:lnTo>
                    <a:pt x="60" y="44"/>
                  </a:lnTo>
                  <a:lnTo>
                    <a:pt x="16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5" name="Freeform 223">
              <a:extLst>
                <a:ext uri="{FF2B5EF4-FFF2-40B4-BE49-F238E27FC236}">
                  <a16:creationId xmlns:a16="http://schemas.microsoft.com/office/drawing/2014/main" id="{D1D6A790-B930-224F-A393-CC3C745C4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731"/>
              <a:ext cx="18" cy="13"/>
            </a:xfrm>
            <a:custGeom>
              <a:avLst/>
              <a:gdLst>
                <a:gd name="T0" fmla="*/ 0 w 143"/>
                <a:gd name="T1" fmla="*/ 0 h 101"/>
                <a:gd name="T2" fmla="*/ 0 w 143"/>
                <a:gd name="T3" fmla="*/ 0 h 101"/>
                <a:gd name="T4" fmla="*/ 0 w 143"/>
                <a:gd name="T5" fmla="*/ 0 h 101"/>
                <a:gd name="T6" fmla="*/ 0 w 143"/>
                <a:gd name="T7" fmla="*/ 0 h 101"/>
                <a:gd name="T8" fmla="*/ 0 w 143"/>
                <a:gd name="T9" fmla="*/ 0 h 101"/>
                <a:gd name="T10" fmla="*/ 0 w 143"/>
                <a:gd name="T11" fmla="*/ 0 h 101"/>
                <a:gd name="T12" fmla="*/ 0 w 143"/>
                <a:gd name="T13" fmla="*/ 0 h 101"/>
                <a:gd name="T14" fmla="*/ 0 w 143"/>
                <a:gd name="T15" fmla="*/ 0 h 101"/>
                <a:gd name="T16" fmla="*/ 0 w 143"/>
                <a:gd name="T17" fmla="*/ 0 h 101"/>
                <a:gd name="T18" fmla="*/ 0 w 143"/>
                <a:gd name="T19" fmla="*/ 0 h 101"/>
                <a:gd name="T20" fmla="*/ 0 w 143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3"/>
                <a:gd name="T34" fmla="*/ 0 h 101"/>
                <a:gd name="T35" fmla="*/ 143 w 143"/>
                <a:gd name="T36" fmla="*/ 101 h 10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3" h="101">
                  <a:moveTo>
                    <a:pt x="49" y="11"/>
                  </a:moveTo>
                  <a:lnTo>
                    <a:pt x="49" y="55"/>
                  </a:lnTo>
                  <a:lnTo>
                    <a:pt x="79" y="60"/>
                  </a:lnTo>
                  <a:lnTo>
                    <a:pt x="137" y="39"/>
                  </a:lnTo>
                  <a:lnTo>
                    <a:pt x="143" y="55"/>
                  </a:lnTo>
                  <a:lnTo>
                    <a:pt x="132" y="79"/>
                  </a:lnTo>
                  <a:lnTo>
                    <a:pt x="49" y="101"/>
                  </a:lnTo>
                  <a:lnTo>
                    <a:pt x="0" y="92"/>
                  </a:lnTo>
                  <a:lnTo>
                    <a:pt x="23" y="60"/>
                  </a:lnTo>
                  <a:lnTo>
                    <a:pt x="16" y="0"/>
                  </a:lnTo>
                  <a:lnTo>
                    <a:pt x="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6" name="Freeform 224">
              <a:extLst>
                <a:ext uri="{FF2B5EF4-FFF2-40B4-BE49-F238E27FC236}">
                  <a16:creationId xmlns:a16="http://schemas.microsoft.com/office/drawing/2014/main" id="{727898C6-ADE2-284A-8842-ED406992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724"/>
              <a:ext cx="26" cy="14"/>
            </a:xfrm>
            <a:custGeom>
              <a:avLst/>
              <a:gdLst>
                <a:gd name="T0" fmla="*/ 0 w 209"/>
                <a:gd name="T1" fmla="*/ 0 h 115"/>
                <a:gd name="T2" fmla="*/ 0 w 209"/>
                <a:gd name="T3" fmla="*/ 0 h 115"/>
                <a:gd name="T4" fmla="*/ 0 w 209"/>
                <a:gd name="T5" fmla="*/ 0 h 115"/>
                <a:gd name="T6" fmla="*/ 0 w 209"/>
                <a:gd name="T7" fmla="*/ 0 h 115"/>
                <a:gd name="T8" fmla="*/ 0 w 209"/>
                <a:gd name="T9" fmla="*/ 0 h 115"/>
                <a:gd name="T10" fmla="*/ 0 w 209"/>
                <a:gd name="T11" fmla="*/ 0 h 115"/>
                <a:gd name="T12" fmla="*/ 0 w 209"/>
                <a:gd name="T13" fmla="*/ 0 h 115"/>
                <a:gd name="T14" fmla="*/ 0 w 209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9"/>
                <a:gd name="T25" fmla="*/ 0 h 115"/>
                <a:gd name="T26" fmla="*/ 209 w 209"/>
                <a:gd name="T27" fmla="*/ 115 h 1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9" h="115">
                  <a:moveTo>
                    <a:pt x="194" y="115"/>
                  </a:moveTo>
                  <a:lnTo>
                    <a:pt x="209" y="101"/>
                  </a:lnTo>
                  <a:lnTo>
                    <a:pt x="168" y="57"/>
                  </a:lnTo>
                  <a:lnTo>
                    <a:pt x="18" y="0"/>
                  </a:lnTo>
                  <a:lnTo>
                    <a:pt x="44" y="31"/>
                  </a:lnTo>
                  <a:lnTo>
                    <a:pt x="0" y="46"/>
                  </a:lnTo>
                  <a:lnTo>
                    <a:pt x="147" y="79"/>
                  </a:lnTo>
                  <a:lnTo>
                    <a:pt x="194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7" name="Freeform 225">
              <a:extLst>
                <a:ext uri="{FF2B5EF4-FFF2-40B4-BE49-F238E27FC236}">
                  <a16:creationId xmlns:a16="http://schemas.microsoft.com/office/drawing/2014/main" id="{85DEFFA8-1868-724A-A885-8207CA8E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776"/>
              <a:ext cx="22" cy="8"/>
            </a:xfrm>
            <a:custGeom>
              <a:avLst/>
              <a:gdLst>
                <a:gd name="T0" fmla="*/ 0 w 182"/>
                <a:gd name="T1" fmla="*/ 0 h 66"/>
                <a:gd name="T2" fmla="*/ 0 w 182"/>
                <a:gd name="T3" fmla="*/ 0 h 66"/>
                <a:gd name="T4" fmla="*/ 0 w 182"/>
                <a:gd name="T5" fmla="*/ 0 h 66"/>
                <a:gd name="T6" fmla="*/ 0 w 182"/>
                <a:gd name="T7" fmla="*/ 0 h 66"/>
                <a:gd name="T8" fmla="*/ 0 w 182"/>
                <a:gd name="T9" fmla="*/ 0 h 66"/>
                <a:gd name="T10" fmla="*/ 0 w 182"/>
                <a:gd name="T11" fmla="*/ 0 h 66"/>
                <a:gd name="T12" fmla="*/ 0 w 182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2"/>
                <a:gd name="T22" fmla="*/ 0 h 66"/>
                <a:gd name="T23" fmla="*/ 182 w 182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2" h="66">
                  <a:moveTo>
                    <a:pt x="0" y="0"/>
                  </a:moveTo>
                  <a:lnTo>
                    <a:pt x="20" y="22"/>
                  </a:lnTo>
                  <a:lnTo>
                    <a:pt x="53" y="11"/>
                  </a:lnTo>
                  <a:lnTo>
                    <a:pt x="182" y="66"/>
                  </a:lnTo>
                  <a:lnTo>
                    <a:pt x="53" y="57"/>
                  </a:lnTo>
                  <a:lnTo>
                    <a:pt x="16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8" name="Freeform 226">
              <a:extLst>
                <a:ext uri="{FF2B5EF4-FFF2-40B4-BE49-F238E27FC236}">
                  <a16:creationId xmlns:a16="http://schemas.microsoft.com/office/drawing/2014/main" id="{EEDED0D5-BDA9-F846-8F4D-EC1E736D9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787"/>
              <a:ext cx="17" cy="12"/>
            </a:xfrm>
            <a:custGeom>
              <a:avLst/>
              <a:gdLst>
                <a:gd name="T0" fmla="*/ 0 w 143"/>
                <a:gd name="T1" fmla="*/ 0 h 98"/>
                <a:gd name="T2" fmla="*/ 0 w 143"/>
                <a:gd name="T3" fmla="*/ 0 h 98"/>
                <a:gd name="T4" fmla="*/ 0 w 143"/>
                <a:gd name="T5" fmla="*/ 0 h 98"/>
                <a:gd name="T6" fmla="*/ 0 w 143"/>
                <a:gd name="T7" fmla="*/ 0 h 98"/>
                <a:gd name="T8" fmla="*/ 0 w 143"/>
                <a:gd name="T9" fmla="*/ 0 h 98"/>
                <a:gd name="T10" fmla="*/ 0 w 143"/>
                <a:gd name="T11" fmla="*/ 0 h 98"/>
                <a:gd name="T12" fmla="*/ 0 w 143"/>
                <a:gd name="T13" fmla="*/ 0 h 98"/>
                <a:gd name="T14" fmla="*/ 0 w 143"/>
                <a:gd name="T15" fmla="*/ 0 h 98"/>
                <a:gd name="T16" fmla="*/ 0 w 143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98"/>
                <a:gd name="T29" fmla="*/ 143 w 143"/>
                <a:gd name="T30" fmla="*/ 98 h 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98">
                  <a:moveTo>
                    <a:pt x="4" y="19"/>
                  </a:moveTo>
                  <a:lnTo>
                    <a:pt x="46" y="28"/>
                  </a:lnTo>
                  <a:lnTo>
                    <a:pt x="143" y="19"/>
                  </a:lnTo>
                  <a:lnTo>
                    <a:pt x="66" y="42"/>
                  </a:lnTo>
                  <a:lnTo>
                    <a:pt x="75" y="77"/>
                  </a:lnTo>
                  <a:lnTo>
                    <a:pt x="22" y="98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39" name="Freeform 227">
              <a:extLst>
                <a:ext uri="{FF2B5EF4-FFF2-40B4-BE49-F238E27FC236}">
                  <a16:creationId xmlns:a16="http://schemas.microsoft.com/office/drawing/2014/main" id="{F14173FE-7E4F-1440-ABA1-9DB41A7C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757"/>
              <a:ext cx="23" cy="16"/>
            </a:xfrm>
            <a:custGeom>
              <a:avLst/>
              <a:gdLst>
                <a:gd name="T0" fmla="*/ 0 w 182"/>
                <a:gd name="T1" fmla="*/ 0 h 125"/>
                <a:gd name="T2" fmla="*/ 0 w 182"/>
                <a:gd name="T3" fmla="*/ 0 h 125"/>
                <a:gd name="T4" fmla="*/ 0 w 182"/>
                <a:gd name="T5" fmla="*/ 0 h 125"/>
                <a:gd name="T6" fmla="*/ 0 w 182"/>
                <a:gd name="T7" fmla="*/ 0 h 125"/>
                <a:gd name="T8" fmla="*/ 0 w 182"/>
                <a:gd name="T9" fmla="*/ 0 h 125"/>
                <a:gd name="T10" fmla="*/ 0 w 182"/>
                <a:gd name="T11" fmla="*/ 0 h 125"/>
                <a:gd name="T12" fmla="*/ 0 w 182"/>
                <a:gd name="T13" fmla="*/ 0 h 125"/>
                <a:gd name="T14" fmla="*/ 0 w 182"/>
                <a:gd name="T15" fmla="*/ 0 h 125"/>
                <a:gd name="T16" fmla="*/ 0 w 182"/>
                <a:gd name="T17" fmla="*/ 0 h 125"/>
                <a:gd name="T18" fmla="*/ 0 w 182"/>
                <a:gd name="T19" fmla="*/ 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2"/>
                <a:gd name="T31" fmla="*/ 0 h 125"/>
                <a:gd name="T32" fmla="*/ 182 w 182"/>
                <a:gd name="T33" fmla="*/ 125 h 1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2" h="125">
                  <a:moveTo>
                    <a:pt x="0" y="0"/>
                  </a:moveTo>
                  <a:lnTo>
                    <a:pt x="50" y="13"/>
                  </a:lnTo>
                  <a:lnTo>
                    <a:pt x="109" y="17"/>
                  </a:lnTo>
                  <a:lnTo>
                    <a:pt x="153" y="37"/>
                  </a:lnTo>
                  <a:lnTo>
                    <a:pt x="182" y="26"/>
                  </a:lnTo>
                  <a:lnTo>
                    <a:pt x="171" y="79"/>
                  </a:lnTo>
                  <a:lnTo>
                    <a:pt x="61" y="125"/>
                  </a:lnTo>
                  <a:lnTo>
                    <a:pt x="83" y="49"/>
                  </a:lnTo>
                  <a:lnTo>
                    <a:pt x="15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0" name="Freeform 228">
              <a:extLst>
                <a:ext uri="{FF2B5EF4-FFF2-40B4-BE49-F238E27FC236}">
                  <a16:creationId xmlns:a16="http://schemas.microsoft.com/office/drawing/2014/main" id="{862B6E93-F592-C544-8CBE-017C0927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749"/>
              <a:ext cx="7" cy="4"/>
            </a:xfrm>
            <a:custGeom>
              <a:avLst/>
              <a:gdLst>
                <a:gd name="T0" fmla="*/ 0 w 57"/>
                <a:gd name="T1" fmla="*/ 0 h 31"/>
                <a:gd name="T2" fmla="*/ 0 w 57"/>
                <a:gd name="T3" fmla="*/ 0 h 31"/>
                <a:gd name="T4" fmla="*/ 0 w 57"/>
                <a:gd name="T5" fmla="*/ 0 h 31"/>
                <a:gd name="T6" fmla="*/ 0 w 5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"/>
                <a:gd name="T13" fmla="*/ 0 h 31"/>
                <a:gd name="T14" fmla="*/ 57 w 57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" h="31">
                  <a:moveTo>
                    <a:pt x="39" y="0"/>
                  </a:moveTo>
                  <a:lnTo>
                    <a:pt x="0" y="31"/>
                  </a:lnTo>
                  <a:lnTo>
                    <a:pt x="57" y="2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1" name="Freeform 229">
              <a:extLst>
                <a:ext uri="{FF2B5EF4-FFF2-40B4-BE49-F238E27FC236}">
                  <a16:creationId xmlns:a16="http://schemas.microsoft.com/office/drawing/2014/main" id="{0934315B-25C0-AC44-ABD3-83542D4E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794"/>
              <a:ext cx="78" cy="78"/>
            </a:xfrm>
            <a:custGeom>
              <a:avLst/>
              <a:gdLst>
                <a:gd name="T0" fmla="*/ 0 w 620"/>
                <a:gd name="T1" fmla="*/ 0 h 618"/>
                <a:gd name="T2" fmla="*/ 0 w 620"/>
                <a:gd name="T3" fmla="*/ 0 h 618"/>
                <a:gd name="T4" fmla="*/ 0 w 620"/>
                <a:gd name="T5" fmla="*/ 0 h 618"/>
                <a:gd name="T6" fmla="*/ 0 w 620"/>
                <a:gd name="T7" fmla="*/ 0 h 618"/>
                <a:gd name="T8" fmla="*/ 0 w 620"/>
                <a:gd name="T9" fmla="*/ 0 h 618"/>
                <a:gd name="T10" fmla="*/ 0 w 620"/>
                <a:gd name="T11" fmla="*/ 0 h 618"/>
                <a:gd name="T12" fmla="*/ 0 w 620"/>
                <a:gd name="T13" fmla="*/ 0 h 618"/>
                <a:gd name="T14" fmla="*/ 0 w 620"/>
                <a:gd name="T15" fmla="*/ 0 h 618"/>
                <a:gd name="T16" fmla="*/ 0 w 620"/>
                <a:gd name="T17" fmla="*/ 0 h 618"/>
                <a:gd name="T18" fmla="*/ 0 w 620"/>
                <a:gd name="T19" fmla="*/ 0 h 618"/>
                <a:gd name="T20" fmla="*/ 0 w 620"/>
                <a:gd name="T21" fmla="*/ 0 h 618"/>
                <a:gd name="T22" fmla="*/ 0 w 620"/>
                <a:gd name="T23" fmla="*/ 0 h 618"/>
                <a:gd name="T24" fmla="*/ 0 w 620"/>
                <a:gd name="T25" fmla="*/ 0 h 618"/>
                <a:gd name="T26" fmla="*/ 0 w 620"/>
                <a:gd name="T27" fmla="*/ 0 h 618"/>
                <a:gd name="T28" fmla="*/ 0 w 620"/>
                <a:gd name="T29" fmla="*/ 0 h 618"/>
                <a:gd name="T30" fmla="*/ 0 w 620"/>
                <a:gd name="T31" fmla="*/ 0 h 618"/>
                <a:gd name="T32" fmla="*/ 0 w 620"/>
                <a:gd name="T33" fmla="*/ 0 h 6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0"/>
                <a:gd name="T52" fmla="*/ 0 h 618"/>
                <a:gd name="T53" fmla="*/ 620 w 620"/>
                <a:gd name="T54" fmla="*/ 618 h 6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0" h="618">
                  <a:moveTo>
                    <a:pt x="0" y="99"/>
                  </a:moveTo>
                  <a:lnTo>
                    <a:pt x="0" y="148"/>
                  </a:lnTo>
                  <a:lnTo>
                    <a:pt x="42" y="178"/>
                  </a:lnTo>
                  <a:lnTo>
                    <a:pt x="134" y="178"/>
                  </a:lnTo>
                  <a:lnTo>
                    <a:pt x="362" y="168"/>
                  </a:lnTo>
                  <a:lnTo>
                    <a:pt x="431" y="350"/>
                  </a:lnTo>
                  <a:lnTo>
                    <a:pt x="503" y="618"/>
                  </a:lnTo>
                  <a:lnTo>
                    <a:pt x="450" y="309"/>
                  </a:lnTo>
                  <a:lnTo>
                    <a:pt x="441" y="159"/>
                  </a:lnTo>
                  <a:lnTo>
                    <a:pt x="620" y="64"/>
                  </a:lnTo>
                  <a:lnTo>
                    <a:pt x="565" y="0"/>
                  </a:lnTo>
                  <a:lnTo>
                    <a:pt x="565" y="51"/>
                  </a:lnTo>
                  <a:lnTo>
                    <a:pt x="376" y="111"/>
                  </a:lnTo>
                  <a:lnTo>
                    <a:pt x="141" y="152"/>
                  </a:lnTo>
                  <a:lnTo>
                    <a:pt x="44" y="152"/>
                  </a:lnTo>
                  <a:lnTo>
                    <a:pt x="11" y="132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2" name="Freeform 230">
              <a:extLst>
                <a:ext uri="{FF2B5EF4-FFF2-40B4-BE49-F238E27FC236}">
                  <a16:creationId xmlns:a16="http://schemas.microsoft.com/office/drawing/2014/main" id="{CDFBCA08-741E-4D49-82FF-7DFC924F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671"/>
              <a:ext cx="41" cy="38"/>
            </a:xfrm>
            <a:custGeom>
              <a:avLst/>
              <a:gdLst>
                <a:gd name="T0" fmla="*/ 0 w 328"/>
                <a:gd name="T1" fmla="*/ 0 h 311"/>
                <a:gd name="T2" fmla="*/ 0 w 328"/>
                <a:gd name="T3" fmla="*/ 0 h 311"/>
                <a:gd name="T4" fmla="*/ 0 w 328"/>
                <a:gd name="T5" fmla="*/ 0 h 311"/>
                <a:gd name="T6" fmla="*/ 0 w 328"/>
                <a:gd name="T7" fmla="*/ 0 h 311"/>
                <a:gd name="T8" fmla="*/ 0 w 328"/>
                <a:gd name="T9" fmla="*/ 0 h 311"/>
                <a:gd name="T10" fmla="*/ 0 w 328"/>
                <a:gd name="T11" fmla="*/ 0 h 311"/>
                <a:gd name="T12" fmla="*/ 0 w 328"/>
                <a:gd name="T13" fmla="*/ 0 h 311"/>
                <a:gd name="T14" fmla="*/ 0 w 328"/>
                <a:gd name="T15" fmla="*/ 0 h 311"/>
                <a:gd name="T16" fmla="*/ 0 w 328"/>
                <a:gd name="T17" fmla="*/ 0 h 311"/>
                <a:gd name="T18" fmla="*/ 0 w 328"/>
                <a:gd name="T19" fmla="*/ 0 h 3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8"/>
                <a:gd name="T31" fmla="*/ 0 h 311"/>
                <a:gd name="T32" fmla="*/ 328 w 328"/>
                <a:gd name="T33" fmla="*/ 311 h 3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8" h="311">
                  <a:moveTo>
                    <a:pt x="0" y="249"/>
                  </a:moveTo>
                  <a:lnTo>
                    <a:pt x="69" y="82"/>
                  </a:lnTo>
                  <a:lnTo>
                    <a:pt x="60" y="0"/>
                  </a:lnTo>
                  <a:lnTo>
                    <a:pt x="93" y="101"/>
                  </a:lnTo>
                  <a:lnTo>
                    <a:pt x="171" y="221"/>
                  </a:lnTo>
                  <a:lnTo>
                    <a:pt x="233" y="269"/>
                  </a:lnTo>
                  <a:lnTo>
                    <a:pt x="328" y="311"/>
                  </a:lnTo>
                  <a:lnTo>
                    <a:pt x="161" y="262"/>
                  </a:lnTo>
                  <a:lnTo>
                    <a:pt x="69" y="128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3" name="Freeform 231">
              <a:extLst>
                <a:ext uri="{FF2B5EF4-FFF2-40B4-BE49-F238E27FC236}">
                  <a16:creationId xmlns:a16="http://schemas.microsoft.com/office/drawing/2014/main" id="{B0D56779-8F78-E046-AF13-BAF619A2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622"/>
              <a:ext cx="166" cy="80"/>
            </a:xfrm>
            <a:custGeom>
              <a:avLst/>
              <a:gdLst>
                <a:gd name="T0" fmla="*/ 0 w 1330"/>
                <a:gd name="T1" fmla="*/ 0 h 646"/>
                <a:gd name="T2" fmla="*/ 0 w 1330"/>
                <a:gd name="T3" fmla="*/ 0 h 646"/>
                <a:gd name="T4" fmla="*/ 0 w 1330"/>
                <a:gd name="T5" fmla="*/ 0 h 646"/>
                <a:gd name="T6" fmla="*/ 0 w 1330"/>
                <a:gd name="T7" fmla="*/ 0 h 646"/>
                <a:gd name="T8" fmla="*/ 0 w 1330"/>
                <a:gd name="T9" fmla="*/ 0 h 646"/>
                <a:gd name="T10" fmla="*/ 0 w 1330"/>
                <a:gd name="T11" fmla="*/ 0 h 646"/>
                <a:gd name="T12" fmla="*/ 0 w 1330"/>
                <a:gd name="T13" fmla="*/ 0 h 646"/>
                <a:gd name="T14" fmla="*/ 0 w 1330"/>
                <a:gd name="T15" fmla="*/ 0 h 646"/>
                <a:gd name="T16" fmla="*/ 0 w 1330"/>
                <a:gd name="T17" fmla="*/ 0 h 646"/>
                <a:gd name="T18" fmla="*/ 0 w 1330"/>
                <a:gd name="T19" fmla="*/ 0 h 646"/>
                <a:gd name="T20" fmla="*/ 0 w 1330"/>
                <a:gd name="T21" fmla="*/ 0 h 646"/>
                <a:gd name="T22" fmla="*/ 0 w 1330"/>
                <a:gd name="T23" fmla="*/ 0 h 646"/>
                <a:gd name="T24" fmla="*/ 0 w 1330"/>
                <a:gd name="T25" fmla="*/ 0 h 646"/>
                <a:gd name="T26" fmla="*/ 0 w 1330"/>
                <a:gd name="T27" fmla="*/ 0 h 646"/>
                <a:gd name="T28" fmla="*/ 0 w 1330"/>
                <a:gd name="T29" fmla="*/ 0 h 646"/>
                <a:gd name="T30" fmla="*/ 0 w 1330"/>
                <a:gd name="T31" fmla="*/ 0 h 646"/>
                <a:gd name="T32" fmla="*/ 0 w 1330"/>
                <a:gd name="T33" fmla="*/ 0 h 646"/>
                <a:gd name="T34" fmla="*/ 0 w 1330"/>
                <a:gd name="T35" fmla="*/ 0 h 646"/>
                <a:gd name="T36" fmla="*/ 0 w 1330"/>
                <a:gd name="T37" fmla="*/ 0 h 646"/>
                <a:gd name="T38" fmla="*/ 0 w 1330"/>
                <a:gd name="T39" fmla="*/ 0 h 646"/>
                <a:gd name="T40" fmla="*/ 0 w 1330"/>
                <a:gd name="T41" fmla="*/ 0 h 646"/>
                <a:gd name="T42" fmla="*/ 0 w 1330"/>
                <a:gd name="T43" fmla="*/ 0 h 646"/>
                <a:gd name="T44" fmla="*/ 0 w 1330"/>
                <a:gd name="T45" fmla="*/ 0 h 646"/>
                <a:gd name="T46" fmla="*/ 0 w 1330"/>
                <a:gd name="T47" fmla="*/ 0 h 646"/>
                <a:gd name="T48" fmla="*/ 0 w 1330"/>
                <a:gd name="T49" fmla="*/ 0 h 646"/>
                <a:gd name="T50" fmla="*/ 0 w 1330"/>
                <a:gd name="T51" fmla="*/ 0 h 646"/>
                <a:gd name="T52" fmla="*/ 0 w 1330"/>
                <a:gd name="T53" fmla="*/ 0 h 646"/>
                <a:gd name="T54" fmla="*/ 0 w 1330"/>
                <a:gd name="T55" fmla="*/ 0 h 646"/>
                <a:gd name="T56" fmla="*/ 0 w 1330"/>
                <a:gd name="T57" fmla="*/ 0 h 646"/>
                <a:gd name="T58" fmla="*/ 0 w 1330"/>
                <a:gd name="T59" fmla="*/ 0 h 646"/>
                <a:gd name="T60" fmla="*/ 0 w 1330"/>
                <a:gd name="T61" fmla="*/ 0 h 646"/>
                <a:gd name="T62" fmla="*/ 0 w 1330"/>
                <a:gd name="T63" fmla="*/ 0 h 646"/>
                <a:gd name="T64" fmla="*/ 0 w 1330"/>
                <a:gd name="T65" fmla="*/ 0 h 6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30"/>
                <a:gd name="T100" fmla="*/ 0 h 646"/>
                <a:gd name="T101" fmla="*/ 1330 w 1330"/>
                <a:gd name="T102" fmla="*/ 646 h 64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30" h="646">
                  <a:moveTo>
                    <a:pt x="136" y="430"/>
                  </a:moveTo>
                  <a:lnTo>
                    <a:pt x="122" y="496"/>
                  </a:lnTo>
                  <a:lnTo>
                    <a:pt x="136" y="553"/>
                  </a:lnTo>
                  <a:lnTo>
                    <a:pt x="179" y="646"/>
                  </a:lnTo>
                  <a:lnTo>
                    <a:pt x="80" y="590"/>
                  </a:lnTo>
                  <a:lnTo>
                    <a:pt x="11" y="533"/>
                  </a:lnTo>
                  <a:lnTo>
                    <a:pt x="0" y="443"/>
                  </a:lnTo>
                  <a:lnTo>
                    <a:pt x="7" y="362"/>
                  </a:lnTo>
                  <a:lnTo>
                    <a:pt x="60" y="254"/>
                  </a:lnTo>
                  <a:lnTo>
                    <a:pt x="179" y="182"/>
                  </a:lnTo>
                  <a:lnTo>
                    <a:pt x="339" y="134"/>
                  </a:lnTo>
                  <a:lnTo>
                    <a:pt x="701" y="39"/>
                  </a:lnTo>
                  <a:lnTo>
                    <a:pt x="978" y="0"/>
                  </a:lnTo>
                  <a:lnTo>
                    <a:pt x="1196" y="21"/>
                  </a:lnTo>
                  <a:lnTo>
                    <a:pt x="1330" y="81"/>
                  </a:lnTo>
                  <a:lnTo>
                    <a:pt x="1180" y="39"/>
                  </a:lnTo>
                  <a:lnTo>
                    <a:pt x="972" y="21"/>
                  </a:lnTo>
                  <a:lnTo>
                    <a:pt x="710" y="58"/>
                  </a:lnTo>
                  <a:lnTo>
                    <a:pt x="339" y="146"/>
                  </a:lnTo>
                  <a:lnTo>
                    <a:pt x="128" y="250"/>
                  </a:lnTo>
                  <a:lnTo>
                    <a:pt x="128" y="277"/>
                  </a:lnTo>
                  <a:lnTo>
                    <a:pt x="55" y="355"/>
                  </a:lnTo>
                  <a:lnTo>
                    <a:pt x="27" y="443"/>
                  </a:lnTo>
                  <a:lnTo>
                    <a:pt x="34" y="512"/>
                  </a:lnTo>
                  <a:lnTo>
                    <a:pt x="69" y="544"/>
                  </a:lnTo>
                  <a:lnTo>
                    <a:pt x="60" y="463"/>
                  </a:lnTo>
                  <a:lnTo>
                    <a:pt x="80" y="413"/>
                  </a:lnTo>
                  <a:lnTo>
                    <a:pt x="80" y="476"/>
                  </a:lnTo>
                  <a:lnTo>
                    <a:pt x="97" y="533"/>
                  </a:lnTo>
                  <a:lnTo>
                    <a:pt x="99" y="472"/>
                  </a:lnTo>
                  <a:lnTo>
                    <a:pt x="117" y="430"/>
                  </a:lnTo>
                  <a:lnTo>
                    <a:pt x="179" y="376"/>
                  </a:lnTo>
                  <a:lnTo>
                    <a:pt x="136" y="4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4" name="Freeform 232">
              <a:extLst>
                <a:ext uri="{FF2B5EF4-FFF2-40B4-BE49-F238E27FC236}">
                  <a16:creationId xmlns:a16="http://schemas.microsoft.com/office/drawing/2014/main" id="{AE96534C-EE3C-5444-A8ED-B3DC355DC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688"/>
              <a:ext cx="65" cy="32"/>
            </a:xfrm>
            <a:custGeom>
              <a:avLst/>
              <a:gdLst>
                <a:gd name="T0" fmla="*/ 0 w 523"/>
                <a:gd name="T1" fmla="*/ 0 h 255"/>
                <a:gd name="T2" fmla="*/ 0 w 523"/>
                <a:gd name="T3" fmla="*/ 0 h 255"/>
                <a:gd name="T4" fmla="*/ 0 w 523"/>
                <a:gd name="T5" fmla="*/ 0 h 255"/>
                <a:gd name="T6" fmla="*/ 0 w 523"/>
                <a:gd name="T7" fmla="*/ 0 h 255"/>
                <a:gd name="T8" fmla="*/ 0 w 523"/>
                <a:gd name="T9" fmla="*/ 0 h 255"/>
                <a:gd name="T10" fmla="*/ 0 w 523"/>
                <a:gd name="T11" fmla="*/ 0 h 255"/>
                <a:gd name="T12" fmla="*/ 0 w 523"/>
                <a:gd name="T13" fmla="*/ 0 h 255"/>
                <a:gd name="T14" fmla="*/ 0 w 523"/>
                <a:gd name="T15" fmla="*/ 0 h 255"/>
                <a:gd name="T16" fmla="*/ 0 w 523"/>
                <a:gd name="T17" fmla="*/ 0 h 255"/>
                <a:gd name="T18" fmla="*/ 0 w 523"/>
                <a:gd name="T19" fmla="*/ 0 h 255"/>
                <a:gd name="T20" fmla="*/ 0 w 523"/>
                <a:gd name="T21" fmla="*/ 0 h 255"/>
                <a:gd name="T22" fmla="*/ 0 w 523"/>
                <a:gd name="T23" fmla="*/ 0 h 255"/>
                <a:gd name="T24" fmla="*/ 0 w 523"/>
                <a:gd name="T25" fmla="*/ 0 h 255"/>
                <a:gd name="T26" fmla="*/ 0 w 523"/>
                <a:gd name="T27" fmla="*/ 0 h 255"/>
                <a:gd name="T28" fmla="*/ 0 w 523"/>
                <a:gd name="T29" fmla="*/ 0 h 255"/>
                <a:gd name="T30" fmla="*/ 0 w 523"/>
                <a:gd name="T31" fmla="*/ 0 h 2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23"/>
                <a:gd name="T49" fmla="*/ 0 h 255"/>
                <a:gd name="T50" fmla="*/ 523 w 523"/>
                <a:gd name="T51" fmla="*/ 255 h 25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23" h="255">
                  <a:moveTo>
                    <a:pt x="105" y="126"/>
                  </a:moveTo>
                  <a:lnTo>
                    <a:pt x="50" y="97"/>
                  </a:lnTo>
                  <a:lnTo>
                    <a:pt x="0" y="0"/>
                  </a:lnTo>
                  <a:lnTo>
                    <a:pt x="99" y="86"/>
                  </a:lnTo>
                  <a:lnTo>
                    <a:pt x="226" y="138"/>
                  </a:lnTo>
                  <a:lnTo>
                    <a:pt x="303" y="207"/>
                  </a:lnTo>
                  <a:lnTo>
                    <a:pt x="213" y="92"/>
                  </a:lnTo>
                  <a:lnTo>
                    <a:pt x="349" y="159"/>
                  </a:lnTo>
                  <a:lnTo>
                    <a:pt x="523" y="207"/>
                  </a:lnTo>
                  <a:lnTo>
                    <a:pt x="382" y="187"/>
                  </a:lnTo>
                  <a:lnTo>
                    <a:pt x="308" y="172"/>
                  </a:lnTo>
                  <a:lnTo>
                    <a:pt x="322" y="255"/>
                  </a:lnTo>
                  <a:lnTo>
                    <a:pt x="262" y="198"/>
                  </a:lnTo>
                  <a:lnTo>
                    <a:pt x="171" y="134"/>
                  </a:lnTo>
                  <a:lnTo>
                    <a:pt x="83" y="92"/>
                  </a:lnTo>
                  <a:lnTo>
                    <a:pt x="105" y="1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5" name="Freeform 233">
              <a:extLst>
                <a:ext uri="{FF2B5EF4-FFF2-40B4-BE49-F238E27FC236}">
                  <a16:creationId xmlns:a16="http://schemas.microsoft.com/office/drawing/2014/main" id="{88A15831-E7B6-8E4F-8347-AF3EBEDC6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11"/>
              <a:ext cx="48" cy="75"/>
            </a:xfrm>
            <a:custGeom>
              <a:avLst/>
              <a:gdLst>
                <a:gd name="T0" fmla="*/ 0 w 387"/>
                <a:gd name="T1" fmla="*/ 0 h 599"/>
                <a:gd name="T2" fmla="*/ 0 w 387"/>
                <a:gd name="T3" fmla="*/ 0 h 599"/>
                <a:gd name="T4" fmla="*/ 0 w 387"/>
                <a:gd name="T5" fmla="*/ 0 h 599"/>
                <a:gd name="T6" fmla="*/ 0 w 387"/>
                <a:gd name="T7" fmla="*/ 0 h 599"/>
                <a:gd name="T8" fmla="*/ 0 w 387"/>
                <a:gd name="T9" fmla="*/ 0 h 599"/>
                <a:gd name="T10" fmla="*/ 0 w 387"/>
                <a:gd name="T11" fmla="*/ 0 h 599"/>
                <a:gd name="T12" fmla="*/ 0 w 387"/>
                <a:gd name="T13" fmla="*/ 0 h 599"/>
                <a:gd name="T14" fmla="*/ 0 w 387"/>
                <a:gd name="T15" fmla="*/ 0 h 599"/>
                <a:gd name="T16" fmla="*/ 0 w 387"/>
                <a:gd name="T17" fmla="*/ 0 h 599"/>
                <a:gd name="T18" fmla="*/ 0 w 387"/>
                <a:gd name="T19" fmla="*/ 0 h 599"/>
                <a:gd name="T20" fmla="*/ 0 w 387"/>
                <a:gd name="T21" fmla="*/ 0 h 599"/>
                <a:gd name="T22" fmla="*/ 0 w 387"/>
                <a:gd name="T23" fmla="*/ 0 h 599"/>
                <a:gd name="T24" fmla="*/ 0 w 387"/>
                <a:gd name="T25" fmla="*/ 0 h 599"/>
                <a:gd name="T26" fmla="*/ 0 w 387"/>
                <a:gd name="T27" fmla="*/ 0 h 599"/>
                <a:gd name="T28" fmla="*/ 0 w 387"/>
                <a:gd name="T29" fmla="*/ 0 h 599"/>
                <a:gd name="T30" fmla="*/ 0 w 387"/>
                <a:gd name="T31" fmla="*/ 0 h 599"/>
                <a:gd name="T32" fmla="*/ 0 w 387"/>
                <a:gd name="T33" fmla="*/ 0 h 5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7"/>
                <a:gd name="T52" fmla="*/ 0 h 599"/>
                <a:gd name="T53" fmla="*/ 387 w 387"/>
                <a:gd name="T54" fmla="*/ 599 h 5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7" h="599">
                  <a:moveTo>
                    <a:pt x="0" y="0"/>
                  </a:moveTo>
                  <a:lnTo>
                    <a:pt x="22" y="135"/>
                  </a:lnTo>
                  <a:lnTo>
                    <a:pt x="71" y="242"/>
                  </a:lnTo>
                  <a:lnTo>
                    <a:pt x="143" y="306"/>
                  </a:lnTo>
                  <a:lnTo>
                    <a:pt x="242" y="370"/>
                  </a:lnTo>
                  <a:lnTo>
                    <a:pt x="332" y="451"/>
                  </a:lnTo>
                  <a:lnTo>
                    <a:pt x="364" y="506"/>
                  </a:lnTo>
                  <a:lnTo>
                    <a:pt x="387" y="599"/>
                  </a:lnTo>
                  <a:lnTo>
                    <a:pt x="373" y="460"/>
                  </a:lnTo>
                  <a:lnTo>
                    <a:pt x="312" y="370"/>
                  </a:lnTo>
                  <a:lnTo>
                    <a:pt x="205" y="281"/>
                  </a:lnTo>
                  <a:lnTo>
                    <a:pt x="150" y="209"/>
                  </a:lnTo>
                  <a:lnTo>
                    <a:pt x="150" y="278"/>
                  </a:lnTo>
                  <a:lnTo>
                    <a:pt x="81" y="216"/>
                  </a:lnTo>
                  <a:lnTo>
                    <a:pt x="48" y="135"/>
                  </a:lnTo>
                  <a:lnTo>
                    <a:pt x="4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6" name="Freeform 234">
              <a:extLst>
                <a:ext uri="{FF2B5EF4-FFF2-40B4-BE49-F238E27FC236}">
                  <a16:creationId xmlns:a16="http://schemas.microsoft.com/office/drawing/2014/main" id="{82710A4C-08A2-B84C-AE09-E8A27AE47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740"/>
              <a:ext cx="29" cy="29"/>
            </a:xfrm>
            <a:custGeom>
              <a:avLst/>
              <a:gdLst>
                <a:gd name="T0" fmla="*/ 0 w 231"/>
                <a:gd name="T1" fmla="*/ 0 h 230"/>
                <a:gd name="T2" fmla="*/ 0 w 231"/>
                <a:gd name="T3" fmla="*/ 0 h 230"/>
                <a:gd name="T4" fmla="*/ 0 w 231"/>
                <a:gd name="T5" fmla="*/ 0 h 230"/>
                <a:gd name="T6" fmla="*/ 0 w 231"/>
                <a:gd name="T7" fmla="*/ 0 h 230"/>
                <a:gd name="T8" fmla="*/ 0 w 231"/>
                <a:gd name="T9" fmla="*/ 0 h 230"/>
                <a:gd name="T10" fmla="*/ 0 w 231"/>
                <a:gd name="T11" fmla="*/ 0 h 2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1"/>
                <a:gd name="T19" fmla="*/ 0 h 230"/>
                <a:gd name="T20" fmla="*/ 231 w 231"/>
                <a:gd name="T21" fmla="*/ 230 h 2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1" h="230">
                  <a:moveTo>
                    <a:pt x="166" y="0"/>
                  </a:moveTo>
                  <a:lnTo>
                    <a:pt x="117" y="101"/>
                  </a:lnTo>
                  <a:lnTo>
                    <a:pt x="0" y="230"/>
                  </a:lnTo>
                  <a:lnTo>
                    <a:pt x="176" y="128"/>
                  </a:lnTo>
                  <a:lnTo>
                    <a:pt x="231" y="53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7" name="Freeform 235">
              <a:extLst>
                <a:ext uri="{FF2B5EF4-FFF2-40B4-BE49-F238E27FC236}">
                  <a16:creationId xmlns:a16="http://schemas.microsoft.com/office/drawing/2014/main" id="{E91BEAA9-5E06-2044-AA31-88F969F0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756"/>
              <a:ext cx="23" cy="42"/>
            </a:xfrm>
            <a:custGeom>
              <a:avLst/>
              <a:gdLst>
                <a:gd name="T0" fmla="*/ 0 w 186"/>
                <a:gd name="T1" fmla="*/ 0 h 332"/>
                <a:gd name="T2" fmla="*/ 0 w 186"/>
                <a:gd name="T3" fmla="*/ 0 h 332"/>
                <a:gd name="T4" fmla="*/ 0 w 186"/>
                <a:gd name="T5" fmla="*/ 0 h 332"/>
                <a:gd name="T6" fmla="*/ 0 w 186"/>
                <a:gd name="T7" fmla="*/ 0 h 332"/>
                <a:gd name="T8" fmla="*/ 0 w 186"/>
                <a:gd name="T9" fmla="*/ 0 h 332"/>
                <a:gd name="T10" fmla="*/ 0 w 186"/>
                <a:gd name="T11" fmla="*/ 0 h 332"/>
                <a:gd name="T12" fmla="*/ 0 w 186"/>
                <a:gd name="T13" fmla="*/ 0 h 332"/>
                <a:gd name="T14" fmla="*/ 0 w 186"/>
                <a:gd name="T15" fmla="*/ 0 h 332"/>
                <a:gd name="T16" fmla="*/ 0 w 186"/>
                <a:gd name="T17" fmla="*/ 0 h 332"/>
                <a:gd name="T18" fmla="*/ 0 w 186"/>
                <a:gd name="T19" fmla="*/ 0 h 3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6"/>
                <a:gd name="T31" fmla="*/ 0 h 332"/>
                <a:gd name="T32" fmla="*/ 186 w 186"/>
                <a:gd name="T33" fmla="*/ 332 h 3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6" h="332">
                  <a:moveTo>
                    <a:pt x="99" y="0"/>
                  </a:moveTo>
                  <a:lnTo>
                    <a:pt x="156" y="97"/>
                  </a:lnTo>
                  <a:lnTo>
                    <a:pt x="186" y="174"/>
                  </a:lnTo>
                  <a:lnTo>
                    <a:pt x="182" y="255"/>
                  </a:lnTo>
                  <a:lnTo>
                    <a:pt x="134" y="332"/>
                  </a:lnTo>
                  <a:lnTo>
                    <a:pt x="0" y="310"/>
                  </a:lnTo>
                  <a:lnTo>
                    <a:pt x="108" y="275"/>
                  </a:lnTo>
                  <a:lnTo>
                    <a:pt x="156" y="196"/>
                  </a:lnTo>
                  <a:lnTo>
                    <a:pt x="140" y="12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8" name="Freeform 236">
              <a:extLst>
                <a:ext uri="{FF2B5EF4-FFF2-40B4-BE49-F238E27FC236}">
                  <a16:creationId xmlns:a16="http://schemas.microsoft.com/office/drawing/2014/main" id="{3188D931-F5BF-B648-B761-C11A06E9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764"/>
              <a:ext cx="18" cy="25"/>
            </a:xfrm>
            <a:custGeom>
              <a:avLst/>
              <a:gdLst>
                <a:gd name="T0" fmla="*/ 0 w 143"/>
                <a:gd name="T1" fmla="*/ 0 h 198"/>
                <a:gd name="T2" fmla="*/ 0 w 143"/>
                <a:gd name="T3" fmla="*/ 0 h 198"/>
                <a:gd name="T4" fmla="*/ 0 w 143"/>
                <a:gd name="T5" fmla="*/ 0 h 198"/>
                <a:gd name="T6" fmla="*/ 0 w 143"/>
                <a:gd name="T7" fmla="*/ 0 h 198"/>
                <a:gd name="T8" fmla="*/ 0 w 143"/>
                <a:gd name="T9" fmla="*/ 0 h 198"/>
                <a:gd name="T10" fmla="*/ 0 w 143"/>
                <a:gd name="T11" fmla="*/ 0 h 198"/>
                <a:gd name="T12" fmla="*/ 0 w 143"/>
                <a:gd name="T13" fmla="*/ 0 h 198"/>
                <a:gd name="T14" fmla="*/ 0 w 143"/>
                <a:gd name="T15" fmla="*/ 0 h 198"/>
                <a:gd name="T16" fmla="*/ 0 w 143"/>
                <a:gd name="T17" fmla="*/ 0 h 198"/>
                <a:gd name="T18" fmla="*/ 0 w 143"/>
                <a:gd name="T19" fmla="*/ 0 h 198"/>
                <a:gd name="T20" fmla="*/ 0 w 143"/>
                <a:gd name="T21" fmla="*/ 0 h 198"/>
                <a:gd name="T22" fmla="*/ 0 w 143"/>
                <a:gd name="T23" fmla="*/ 0 h 198"/>
                <a:gd name="T24" fmla="*/ 0 w 143"/>
                <a:gd name="T25" fmla="*/ 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3"/>
                <a:gd name="T40" fmla="*/ 0 h 198"/>
                <a:gd name="T41" fmla="*/ 143 w 143"/>
                <a:gd name="T42" fmla="*/ 198 h 19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3" h="198">
                  <a:moveTo>
                    <a:pt x="86" y="0"/>
                  </a:moveTo>
                  <a:lnTo>
                    <a:pt x="26" y="22"/>
                  </a:lnTo>
                  <a:lnTo>
                    <a:pt x="0" y="77"/>
                  </a:lnTo>
                  <a:lnTo>
                    <a:pt x="0" y="145"/>
                  </a:lnTo>
                  <a:lnTo>
                    <a:pt x="40" y="189"/>
                  </a:lnTo>
                  <a:lnTo>
                    <a:pt x="86" y="198"/>
                  </a:lnTo>
                  <a:lnTo>
                    <a:pt x="132" y="189"/>
                  </a:lnTo>
                  <a:lnTo>
                    <a:pt x="143" y="156"/>
                  </a:lnTo>
                  <a:lnTo>
                    <a:pt x="68" y="156"/>
                  </a:lnTo>
                  <a:lnTo>
                    <a:pt x="26" y="108"/>
                  </a:lnTo>
                  <a:lnTo>
                    <a:pt x="22" y="68"/>
                  </a:lnTo>
                  <a:lnTo>
                    <a:pt x="53" y="31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49" name="Freeform 237">
              <a:extLst>
                <a:ext uri="{FF2B5EF4-FFF2-40B4-BE49-F238E27FC236}">
                  <a16:creationId xmlns:a16="http://schemas.microsoft.com/office/drawing/2014/main" id="{0034C199-3AD8-714F-91B4-983BC721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806"/>
              <a:ext cx="60" cy="25"/>
            </a:xfrm>
            <a:custGeom>
              <a:avLst/>
              <a:gdLst>
                <a:gd name="T0" fmla="*/ 0 w 479"/>
                <a:gd name="T1" fmla="*/ 0 h 200"/>
                <a:gd name="T2" fmla="*/ 0 w 479"/>
                <a:gd name="T3" fmla="*/ 0 h 200"/>
                <a:gd name="T4" fmla="*/ 0 w 479"/>
                <a:gd name="T5" fmla="*/ 0 h 200"/>
                <a:gd name="T6" fmla="*/ 0 w 479"/>
                <a:gd name="T7" fmla="*/ 0 h 200"/>
                <a:gd name="T8" fmla="*/ 0 w 479"/>
                <a:gd name="T9" fmla="*/ 0 h 200"/>
                <a:gd name="T10" fmla="*/ 0 w 479"/>
                <a:gd name="T11" fmla="*/ 0 h 200"/>
                <a:gd name="T12" fmla="*/ 0 w 479"/>
                <a:gd name="T13" fmla="*/ 0 h 200"/>
                <a:gd name="T14" fmla="*/ 0 w 479"/>
                <a:gd name="T15" fmla="*/ 0 h 200"/>
                <a:gd name="T16" fmla="*/ 0 w 479"/>
                <a:gd name="T17" fmla="*/ 0 h 200"/>
                <a:gd name="T18" fmla="*/ 0 w 479"/>
                <a:gd name="T19" fmla="*/ 0 h 200"/>
                <a:gd name="T20" fmla="*/ 0 w 479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200"/>
                <a:gd name="T35" fmla="*/ 479 w 479"/>
                <a:gd name="T36" fmla="*/ 200 h 2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200">
                  <a:moveTo>
                    <a:pt x="0" y="0"/>
                  </a:moveTo>
                  <a:lnTo>
                    <a:pt x="108" y="29"/>
                  </a:lnTo>
                  <a:lnTo>
                    <a:pt x="228" y="13"/>
                  </a:lnTo>
                  <a:lnTo>
                    <a:pt x="195" y="75"/>
                  </a:lnTo>
                  <a:lnTo>
                    <a:pt x="285" y="105"/>
                  </a:lnTo>
                  <a:lnTo>
                    <a:pt x="479" y="123"/>
                  </a:lnTo>
                  <a:lnTo>
                    <a:pt x="426" y="200"/>
                  </a:lnTo>
                  <a:lnTo>
                    <a:pt x="290" y="154"/>
                  </a:lnTo>
                  <a:lnTo>
                    <a:pt x="154" y="103"/>
                  </a:lnTo>
                  <a:lnTo>
                    <a:pt x="74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0" name="Freeform 238">
              <a:extLst>
                <a:ext uri="{FF2B5EF4-FFF2-40B4-BE49-F238E27FC236}">
                  <a16:creationId xmlns:a16="http://schemas.microsoft.com/office/drawing/2014/main" id="{398A1900-6EF2-6B42-98EE-5BD4B783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748"/>
              <a:ext cx="13" cy="42"/>
            </a:xfrm>
            <a:custGeom>
              <a:avLst/>
              <a:gdLst>
                <a:gd name="T0" fmla="*/ 0 w 107"/>
                <a:gd name="T1" fmla="*/ 0 h 336"/>
                <a:gd name="T2" fmla="*/ 0 w 107"/>
                <a:gd name="T3" fmla="*/ 0 h 336"/>
                <a:gd name="T4" fmla="*/ 0 w 107"/>
                <a:gd name="T5" fmla="*/ 0 h 336"/>
                <a:gd name="T6" fmla="*/ 0 w 107"/>
                <a:gd name="T7" fmla="*/ 0 h 336"/>
                <a:gd name="T8" fmla="*/ 0 w 107"/>
                <a:gd name="T9" fmla="*/ 0 h 336"/>
                <a:gd name="T10" fmla="*/ 0 w 107"/>
                <a:gd name="T11" fmla="*/ 0 h 336"/>
                <a:gd name="T12" fmla="*/ 0 w 107"/>
                <a:gd name="T13" fmla="*/ 0 h 336"/>
                <a:gd name="T14" fmla="*/ 0 w 107"/>
                <a:gd name="T15" fmla="*/ 0 h 336"/>
                <a:gd name="T16" fmla="*/ 0 w 107"/>
                <a:gd name="T17" fmla="*/ 0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7"/>
                <a:gd name="T28" fmla="*/ 0 h 336"/>
                <a:gd name="T29" fmla="*/ 107 w 107"/>
                <a:gd name="T30" fmla="*/ 336 h 3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7" h="336">
                  <a:moveTo>
                    <a:pt x="0" y="0"/>
                  </a:moveTo>
                  <a:lnTo>
                    <a:pt x="61" y="122"/>
                  </a:lnTo>
                  <a:lnTo>
                    <a:pt x="75" y="216"/>
                  </a:lnTo>
                  <a:lnTo>
                    <a:pt x="61" y="336"/>
                  </a:lnTo>
                  <a:lnTo>
                    <a:pt x="101" y="255"/>
                  </a:lnTo>
                  <a:lnTo>
                    <a:pt x="107" y="209"/>
                  </a:lnTo>
                  <a:lnTo>
                    <a:pt x="95" y="147"/>
                  </a:lnTo>
                  <a:lnTo>
                    <a:pt x="75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1" name="Freeform 239">
              <a:extLst>
                <a:ext uri="{FF2B5EF4-FFF2-40B4-BE49-F238E27FC236}">
                  <a16:creationId xmlns:a16="http://schemas.microsoft.com/office/drawing/2014/main" id="{FD0B6071-51B3-A141-9837-146395ED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41"/>
              <a:ext cx="43" cy="61"/>
            </a:xfrm>
            <a:custGeom>
              <a:avLst/>
              <a:gdLst>
                <a:gd name="T0" fmla="*/ 0 w 345"/>
                <a:gd name="T1" fmla="*/ 0 h 493"/>
                <a:gd name="T2" fmla="*/ 0 w 345"/>
                <a:gd name="T3" fmla="*/ 0 h 493"/>
                <a:gd name="T4" fmla="*/ 0 w 345"/>
                <a:gd name="T5" fmla="*/ 0 h 493"/>
                <a:gd name="T6" fmla="*/ 0 w 345"/>
                <a:gd name="T7" fmla="*/ 0 h 493"/>
                <a:gd name="T8" fmla="*/ 0 w 345"/>
                <a:gd name="T9" fmla="*/ 0 h 493"/>
                <a:gd name="T10" fmla="*/ 0 w 345"/>
                <a:gd name="T11" fmla="*/ 0 h 493"/>
                <a:gd name="T12" fmla="*/ 0 w 345"/>
                <a:gd name="T13" fmla="*/ 0 h 493"/>
                <a:gd name="T14" fmla="*/ 0 w 345"/>
                <a:gd name="T15" fmla="*/ 0 h 493"/>
                <a:gd name="T16" fmla="*/ 0 w 345"/>
                <a:gd name="T17" fmla="*/ 0 h 493"/>
                <a:gd name="T18" fmla="*/ 0 w 345"/>
                <a:gd name="T19" fmla="*/ 0 h 4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5"/>
                <a:gd name="T31" fmla="*/ 0 h 493"/>
                <a:gd name="T32" fmla="*/ 345 w 345"/>
                <a:gd name="T33" fmla="*/ 493 h 4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5" h="493">
                  <a:moveTo>
                    <a:pt x="0" y="0"/>
                  </a:moveTo>
                  <a:lnTo>
                    <a:pt x="119" y="77"/>
                  </a:lnTo>
                  <a:lnTo>
                    <a:pt x="211" y="209"/>
                  </a:lnTo>
                  <a:lnTo>
                    <a:pt x="301" y="391"/>
                  </a:lnTo>
                  <a:lnTo>
                    <a:pt x="345" y="493"/>
                  </a:lnTo>
                  <a:lnTo>
                    <a:pt x="301" y="493"/>
                  </a:lnTo>
                  <a:lnTo>
                    <a:pt x="200" y="242"/>
                  </a:lnTo>
                  <a:lnTo>
                    <a:pt x="152" y="149"/>
                  </a:lnTo>
                  <a:lnTo>
                    <a:pt x="103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2" name="Freeform 240">
              <a:extLst>
                <a:ext uri="{FF2B5EF4-FFF2-40B4-BE49-F238E27FC236}">
                  <a16:creationId xmlns:a16="http://schemas.microsoft.com/office/drawing/2014/main" id="{79C7BF70-C7BA-8A44-9BAE-44649AF6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706"/>
              <a:ext cx="24" cy="18"/>
            </a:xfrm>
            <a:custGeom>
              <a:avLst/>
              <a:gdLst>
                <a:gd name="T0" fmla="*/ 0 w 191"/>
                <a:gd name="T1" fmla="*/ 0 h 150"/>
                <a:gd name="T2" fmla="*/ 0 w 191"/>
                <a:gd name="T3" fmla="*/ 0 h 150"/>
                <a:gd name="T4" fmla="*/ 0 w 191"/>
                <a:gd name="T5" fmla="*/ 0 h 150"/>
                <a:gd name="T6" fmla="*/ 0 w 191"/>
                <a:gd name="T7" fmla="*/ 0 h 150"/>
                <a:gd name="T8" fmla="*/ 0 w 191"/>
                <a:gd name="T9" fmla="*/ 0 h 150"/>
                <a:gd name="T10" fmla="*/ 0 w 191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150"/>
                <a:gd name="T20" fmla="*/ 191 w 191"/>
                <a:gd name="T21" fmla="*/ 150 h 1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150">
                  <a:moveTo>
                    <a:pt x="0" y="0"/>
                  </a:moveTo>
                  <a:lnTo>
                    <a:pt x="110" y="56"/>
                  </a:lnTo>
                  <a:lnTo>
                    <a:pt x="191" y="150"/>
                  </a:lnTo>
                  <a:lnTo>
                    <a:pt x="157" y="80"/>
                  </a:lnTo>
                  <a:lnTo>
                    <a:pt x="110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3" name="Freeform 241">
              <a:extLst>
                <a:ext uri="{FF2B5EF4-FFF2-40B4-BE49-F238E27FC236}">
                  <a16:creationId xmlns:a16="http://schemas.microsoft.com/office/drawing/2014/main" id="{D866DDAE-D687-674C-81FB-49CB4C9E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626"/>
              <a:ext cx="145" cy="51"/>
            </a:xfrm>
            <a:custGeom>
              <a:avLst/>
              <a:gdLst>
                <a:gd name="T0" fmla="*/ 0 w 1163"/>
                <a:gd name="T1" fmla="*/ 0 h 411"/>
                <a:gd name="T2" fmla="*/ 0 w 1163"/>
                <a:gd name="T3" fmla="*/ 0 h 411"/>
                <a:gd name="T4" fmla="*/ 0 w 1163"/>
                <a:gd name="T5" fmla="*/ 0 h 411"/>
                <a:gd name="T6" fmla="*/ 0 w 1163"/>
                <a:gd name="T7" fmla="*/ 0 h 411"/>
                <a:gd name="T8" fmla="*/ 0 w 1163"/>
                <a:gd name="T9" fmla="*/ 0 h 411"/>
                <a:gd name="T10" fmla="*/ 0 w 1163"/>
                <a:gd name="T11" fmla="*/ 0 h 411"/>
                <a:gd name="T12" fmla="*/ 0 w 1163"/>
                <a:gd name="T13" fmla="*/ 0 h 411"/>
                <a:gd name="T14" fmla="*/ 0 w 1163"/>
                <a:gd name="T15" fmla="*/ 0 h 411"/>
                <a:gd name="T16" fmla="*/ 0 w 1163"/>
                <a:gd name="T17" fmla="*/ 0 h 411"/>
                <a:gd name="T18" fmla="*/ 0 w 1163"/>
                <a:gd name="T19" fmla="*/ 0 h 411"/>
                <a:gd name="T20" fmla="*/ 0 w 1163"/>
                <a:gd name="T21" fmla="*/ 0 h 411"/>
                <a:gd name="T22" fmla="*/ 0 w 1163"/>
                <a:gd name="T23" fmla="*/ 0 h 411"/>
                <a:gd name="T24" fmla="*/ 0 w 1163"/>
                <a:gd name="T25" fmla="*/ 0 h 411"/>
                <a:gd name="T26" fmla="*/ 0 w 1163"/>
                <a:gd name="T27" fmla="*/ 0 h 411"/>
                <a:gd name="T28" fmla="*/ 0 w 1163"/>
                <a:gd name="T29" fmla="*/ 0 h 411"/>
                <a:gd name="T30" fmla="*/ 0 w 1163"/>
                <a:gd name="T31" fmla="*/ 0 h 411"/>
                <a:gd name="T32" fmla="*/ 0 w 1163"/>
                <a:gd name="T33" fmla="*/ 0 h 411"/>
                <a:gd name="T34" fmla="*/ 0 w 1163"/>
                <a:gd name="T35" fmla="*/ 0 h 411"/>
                <a:gd name="T36" fmla="*/ 0 w 1163"/>
                <a:gd name="T37" fmla="*/ 0 h 411"/>
                <a:gd name="T38" fmla="*/ 0 w 1163"/>
                <a:gd name="T39" fmla="*/ 0 h 411"/>
                <a:gd name="T40" fmla="*/ 0 w 1163"/>
                <a:gd name="T41" fmla="*/ 0 h 411"/>
                <a:gd name="T42" fmla="*/ 0 w 1163"/>
                <a:gd name="T43" fmla="*/ 0 h 411"/>
                <a:gd name="T44" fmla="*/ 0 w 1163"/>
                <a:gd name="T45" fmla="*/ 0 h 411"/>
                <a:gd name="T46" fmla="*/ 0 w 1163"/>
                <a:gd name="T47" fmla="*/ 0 h 411"/>
                <a:gd name="T48" fmla="*/ 0 w 1163"/>
                <a:gd name="T49" fmla="*/ 0 h 411"/>
                <a:gd name="T50" fmla="*/ 0 w 1163"/>
                <a:gd name="T51" fmla="*/ 0 h 411"/>
                <a:gd name="T52" fmla="*/ 0 w 1163"/>
                <a:gd name="T53" fmla="*/ 0 h 411"/>
                <a:gd name="T54" fmla="*/ 0 w 1163"/>
                <a:gd name="T55" fmla="*/ 0 h 411"/>
                <a:gd name="T56" fmla="*/ 0 w 1163"/>
                <a:gd name="T57" fmla="*/ 0 h 411"/>
                <a:gd name="T58" fmla="*/ 0 w 1163"/>
                <a:gd name="T59" fmla="*/ 0 h 4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63"/>
                <a:gd name="T91" fmla="*/ 0 h 411"/>
                <a:gd name="T92" fmla="*/ 1163 w 1163"/>
                <a:gd name="T93" fmla="*/ 411 h 41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63" h="411">
                  <a:moveTo>
                    <a:pt x="12" y="176"/>
                  </a:moveTo>
                  <a:lnTo>
                    <a:pt x="115" y="176"/>
                  </a:lnTo>
                  <a:lnTo>
                    <a:pt x="49" y="236"/>
                  </a:lnTo>
                  <a:lnTo>
                    <a:pt x="0" y="297"/>
                  </a:lnTo>
                  <a:lnTo>
                    <a:pt x="104" y="249"/>
                  </a:lnTo>
                  <a:lnTo>
                    <a:pt x="56" y="323"/>
                  </a:lnTo>
                  <a:lnTo>
                    <a:pt x="157" y="245"/>
                  </a:lnTo>
                  <a:lnTo>
                    <a:pt x="164" y="339"/>
                  </a:lnTo>
                  <a:lnTo>
                    <a:pt x="219" y="411"/>
                  </a:lnTo>
                  <a:lnTo>
                    <a:pt x="205" y="303"/>
                  </a:lnTo>
                  <a:lnTo>
                    <a:pt x="267" y="339"/>
                  </a:lnTo>
                  <a:lnTo>
                    <a:pt x="270" y="236"/>
                  </a:lnTo>
                  <a:lnTo>
                    <a:pt x="339" y="277"/>
                  </a:lnTo>
                  <a:lnTo>
                    <a:pt x="459" y="339"/>
                  </a:lnTo>
                  <a:lnTo>
                    <a:pt x="636" y="363"/>
                  </a:lnTo>
                  <a:lnTo>
                    <a:pt x="502" y="291"/>
                  </a:lnTo>
                  <a:lnTo>
                    <a:pt x="411" y="183"/>
                  </a:lnTo>
                  <a:lnTo>
                    <a:pt x="570" y="203"/>
                  </a:lnTo>
                  <a:lnTo>
                    <a:pt x="544" y="121"/>
                  </a:lnTo>
                  <a:lnTo>
                    <a:pt x="731" y="150"/>
                  </a:lnTo>
                  <a:lnTo>
                    <a:pt x="704" y="88"/>
                  </a:lnTo>
                  <a:lnTo>
                    <a:pt x="867" y="72"/>
                  </a:lnTo>
                  <a:lnTo>
                    <a:pt x="1049" y="72"/>
                  </a:lnTo>
                  <a:lnTo>
                    <a:pt x="1163" y="88"/>
                  </a:lnTo>
                  <a:lnTo>
                    <a:pt x="1056" y="35"/>
                  </a:lnTo>
                  <a:lnTo>
                    <a:pt x="812" y="0"/>
                  </a:lnTo>
                  <a:lnTo>
                    <a:pt x="632" y="7"/>
                  </a:lnTo>
                  <a:lnTo>
                    <a:pt x="521" y="26"/>
                  </a:lnTo>
                  <a:lnTo>
                    <a:pt x="157" y="114"/>
                  </a:lnTo>
                  <a:lnTo>
                    <a:pt x="12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4" name="Freeform 242">
              <a:extLst>
                <a:ext uri="{FF2B5EF4-FFF2-40B4-BE49-F238E27FC236}">
                  <a16:creationId xmlns:a16="http://schemas.microsoft.com/office/drawing/2014/main" id="{A04E8785-2C5C-4545-9E9F-C73B998B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713"/>
              <a:ext cx="82" cy="174"/>
            </a:xfrm>
            <a:custGeom>
              <a:avLst/>
              <a:gdLst>
                <a:gd name="T0" fmla="*/ 0 w 657"/>
                <a:gd name="T1" fmla="*/ 0 h 1391"/>
                <a:gd name="T2" fmla="*/ 0 w 657"/>
                <a:gd name="T3" fmla="*/ 0 h 1391"/>
                <a:gd name="T4" fmla="*/ 0 w 657"/>
                <a:gd name="T5" fmla="*/ 0 h 1391"/>
                <a:gd name="T6" fmla="*/ 0 w 657"/>
                <a:gd name="T7" fmla="*/ 0 h 1391"/>
                <a:gd name="T8" fmla="*/ 0 w 657"/>
                <a:gd name="T9" fmla="*/ 0 h 1391"/>
                <a:gd name="T10" fmla="*/ 0 w 657"/>
                <a:gd name="T11" fmla="*/ 0 h 1391"/>
                <a:gd name="T12" fmla="*/ 0 w 657"/>
                <a:gd name="T13" fmla="*/ 0 h 1391"/>
                <a:gd name="T14" fmla="*/ 0 w 657"/>
                <a:gd name="T15" fmla="*/ 0 h 1391"/>
                <a:gd name="T16" fmla="*/ 0 w 657"/>
                <a:gd name="T17" fmla="*/ 0 h 1391"/>
                <a:gd name="T18" fmla="*/ 0 w 657"/>
                <a:gd name="T19" fmla="*/ 0 h 1391"/>
                <a:gd name="T20" fmla="*/ 0 w 657"/>
                <a:gd name="T21" fmla="*/ 0 h 1391"/>
                <a:gd name="T22" fmla="*/ 0 w 657"/>
                <a:gd name="T23" fmla="*/ 0 h 1391"/>
                <a:gd name="T24" fmla="*/ 0 w 657"/>
                <a:gd name="T25" fmla="*/ 0 h 1391"/>
                <a:gd name="T26" fmla="*/ 0 w 657"/>
                <a:gd name="T27" fmla="*/ 0 h 1391"/>
                <a:gd name="T28" fmla="*/ 0 w 657"/>
                <a:gd name="T29" fmla="*/ 0 h 1391"/>
                <a:gd name="T30" fmla="*/ 0 w 657"/>
                <a:gd name="T31" fmla="*/ 0 h 1391"/>
                <a:gd name="T32" fmla="*/ 0 w 657"/>
                <a:gd name="T33" fmla="*/ 0 h 1391"/>
                <a:gd name="T34" fmla="*/ 0 w 657"/>
                <a:gd name="T35" fmla="*/ 0 h 1391"/>
                <a:gd name="T36" fmla="*/ 0 w 657"/>
                <a:gd name="T37" fmla="*/ 0 h 1391"/>
                <a:gd name="T38" fmla="*/ 0 w 657"/>
                <a:gd name="T39" fmla="*/ 0 h 1391"/>
                <a:gd name="T40" fmla="*/ 0 w 657"/>
                <a:gd name="T41" fmla="*/ 0 h 1391"/>
                <a:gd name="T42" fmla="*/ 0 w 657"/>
                <a:gd name="T43" fmla="*/ 0 h 1391"/>
                <a:gd name="T44" fmla="*/ 0 w 657"/>
                <a:gd name="T45" fmla="*/ 0 h 1391"/>
                <a:gd name="T46" fmla="*/ 0 w 657"/>
                <a:gd name="T47" fmla="*/ 0 h 1391"/>
                <a:gd name="T48" fmla="*/ 0 w 657"/>
                <a:gd name="T49" fmla="*/ 0 h 1391"/>
                <a:gd name="T50" fmla="*/ 0 w 657"/>
                <a:gd name="T51" fmla="*/ 0 h 1391"/>
                <a:gd name="T52" fmla="*/ 0 w 657"/>
                <a:gd name="T53" fmla="*/ 0 h 1391"/>
                <a:gd name="T54" fmla="*/ 0 w 657"/>
                <a:gd name="T55" fmla="*/ 0 h 1391"/>
                <a:gd name="T56" fmla="*/ 0 w 657"/>
                <a:gd name="T57" fmla="*/ 0 h 1391"/>
                <a:gd name="T58" fmla="*/ 0 w 657"/>
                <a:gd name="T59" fmla="*/ 0 h 1391"/>
                <a:gd name="T60" fmla="*/ 0 w 657"/>
                <a:gd name="T61" fmla="*/ 0 h 1391"/>
                <a:gd name="T62" fmla="*/ 0 w 657"/>
                <a:gd name="T63" fmla="*/ 0 h 1391"/>
                <a:gd name="T64" fmla="*/ 0 w 657"/>
                <a:gd name="T65" fmla="*/ 0 h 1391"/>
                <a:gd name="T66" fmla="*/ 0 w 657"/>
                <a:gd name="T67" fmla="*/ 0 h 1391"/>
                <a:gd name="T68" fmla="*/ 0 w 657"/>
                <a:gd name="T69" fmla="*/ 0 h 1391"/>
                <a:gd name="T70" fmla="*/ 0 w 657"/>
                <a:gd name="T71" fmla="*/ 0 h 139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57"/>
                <a:gd name="T109" fmla="*/ 0 h 1391"/>
                <a:gd name="T110" fmla="*/ 657 w 657"/>
                <a:gd name="T111" fmla="*/ 1391 h 139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57" h="1391">
                  <a:moveTo>
                    <a:pt x="442" y="81"/>
                  </a:moveTo>
                  <a:lnTo>
                    <a:pt x="320" y="212"/>
                  </a:lnTo>
                  <a:lnTo>
                    <a:pt x="251" y="339"/>
                  </a:lnTo>
                  <a:lnTo>
                    <a:pt x="198" y="519"/>
                  </a:lnTo>
                  <a:lnTo>
                    <a:pt x="156" y="662"/>
                  </a:lnTo>
                  <a:lnTo>
                    <a:pt x="163" y="710"/>
                  </a:lnTo>
                  <a:lnTo>
                    <a:pt x="189" y="749"/>
                  </a:lnTo>
                  <a:lnTo>
                    <a:pt x="198" y="776"/>
                  </a:lnTo>
                  <a:lnTo>
                    <a:pt x="189" y="824"/>
                  </a:lnTo>
                  <a:lnTo>
                    <a:pt x="163" y="866"/>
                  </a:lnTo>
                  <a:lnTo>
                    <a:pt x="75" y="980"/>
                  </a:lnTo>
                  <a:lnTo>
                    <a:pt x="9" y="1059"/>
                  </a:lnTo>
                  <a:lnTo>
                    <a:pt x="0" y="1106"/>
                  </a:lnTo>
                  <a:lnTo>
                    <a:pt x="9" y="1139"/>
                  </a:lnTo>
                  <a:lnTo>
                    <a:pt x="29" y="1167"/>
                  </a:lnTo>
                  <a:lnTo>
                    <a:pt x="55" y="1180"/>
                  </a:lnTo>
                  <a:lnTo>
                    <a:pt x="117" y="1196"/>
                  </a:lnTo>
                  <a:lnTo>
                    <a:pt x="136" y="1220"/>
                  </a:lnTo>
                  <a:lnTo>
                    <a:pt x="136" y="1268"/>
                  </a:lnTo>
                  <a:lnTo>
                    <a:pt x="121" y="1294"/>
                  </a:lnTo>
                  <a:lnTo>
                    <a:pt x="156" y="1334"/>
                  </a:lnTo>
                  <a:lnTo>
                    <a:pt x="230" y="1349"/>
                  </a:lnTo>
                  <a:lnTo>
                    <a:pt x="320" y="1345"/>
                  </a:lnTo>
                  <a:lnTo>
                    <a:pt x="426" y="1391"/>
                  </a:lnTo>
                  <a:lnTo>
                    <a:pt x="402" y="1330"/>
                  </a:lnTo>
                  <a:lnTo>
                    <a:pt x="364" y="1288"/>
                  </a:lnTo>
                  <a:lnTo>
                    <a:pt x="292" y="1282"/>
                  </a:lnTo>
                  <a:lnTo>
                    <a:pt x="341" y="1321"/>
                  </a:lnTo>
                  <a:lnTo>
                    <a:pt x="264" y="1330"/>
                  </a:lnTo>
                  <a:lnTo>
                    <a:pt x="211" y="1330"/>
                  </a:lnTo>
                  <a:lnTo>
                    <a:pt x="152" y="1288"/>
                  </a:lnTo>
                  <a:lnTo>
                    <a:pt x="198" y="1294"/>
                  </a:lnTo>
                  <a:lnTo>
                    <a:pt x="198" y="1288"/>
                  </a:lnTo>
                  <a:lnTo>
                    <a:pt x="237" y="1294"/>
                  </a:lnTo>
                  <a:lnTo>
                    <a:pt x="264" y="1288"/>
                  </a:lnTo>
                  <a:lnTo>
                    <a:pt x="237" y="1268"/>
                  </a:lnTo>
                  <a:lnTo>
                    <a:pt x="202" y="1255"/>
                  </a:lnTo>
                  <a:lnTo>
                    <a:pt x="156" y="1220"/>
                  </a:lnTo>
                  <a:lnTo>
                    <a:pt x="121" y="1180"/>
                  </a:lnTo>
                  <a:lnTo>
                    <a:pt x="55" y="1160"/>
                  </a:lnTo>
                  <a:lnTo>
                    <a:pt x="29" y="1139"/>
                  </a:lnTo>
                  <a:lnTo>
                    <a:pt x="15" y="1114"/>
                  </a:lnTo>
                  <a:lnTo>
                    <a:pt x="20" y="1074"/>
                  </a:lnTo>
                  <a:lnTo>
                    <a:pt x="55" y="1026"/>
                  </a:lnTo>
                  <a:lnTo>
                    <a:pt x="152" y="927"/>
                  </a:lnTo>
                  <a:lnTo>
                    <a:pt x="189" y="866"/>
                  </a:lnTo>
                  <a:lnTo>
                    <a:pt x="211" y="824"/>
                  </a:lnTo>
                  <a:lnTo>
                    <a:pt x="224" y="782"/>
                  </a:lnTo>
                  <a:lnTo>
                    <a:pt x="224" y="756"/>
                  </a:lnTo>
                  <a:lnTo>
                    <a:pt x="303" y="772"/>
                  </a:lnTo>
                  <a:lnTo>
                    <a:pt x="426" y="837"/>
                  </a:lnTo>
                  <a:lnTo>
                    <a:pt x="446" y="818"/>
                  </a:lnTo>
                  <a:lnTo>
                    <a:pt x="292" y="749"/>
                  </a:lnTo>
                  <a:lnTo>
                    <a:pt x="218" y="730"/>
                  </a:lnTo>
                  <a:lnTo>
                    <a:pt x="189" y="696"/>
                  </a:lnTo>
                  <a:lnTo>
                    <a:pt x="272" y="677"/>
                  </a:lnTo>
                  <a:lnTo>
                    <a:pt x="334" y="662"/>
                  </a:lnTo>
                  <a:lnTo>
                    <a:pt x="384" y="668"/>
                  </a:lnTo>
                  <a:lnTo>
                    <a:pt x="446" y="714"/>
                  </a:lnTo>
                  <a:lnTo>
                    <a:pt x="393" y="668"/>
                  </a:lnTo>
                  <a:lnTo>
                    <a:pt x="352" y="655"/>
                  </a:lnTo>
                  <a:lnTo>
                    <a:pt x="312" y="650"/>
                  </a:lnTo>
                  <a:lnTo>
                    <a:pt x="182" y="668"/>
                  </a:lnTo>
                  <a:lnTo>
                    <a:pt x="211" y="576"/>
                  </a:lnTo>
                  <a:lnTo>
                    <a:pt x="264" y="360"/>
                  </a:lnTo>
                  <a:lnTo>
                    <a:pt x="320" y="260"/>
                  </a:lnTo>
                  <a:lnTo>
                    <a:pt x="382" y="169"/>
                  </a:lnTo>
                  <a:lnTo>
                    <a:pt x="455" y="97"/>
                  </a:lnTo>
                  <a:lnTo>
                    <a:pt x="543" y="42"/>
                  </a:lnTo>
                  <a:lnTo>
                    <a:pt x="657" y="0"/>
                  </a:lnTo>
                  <a:lnTo>
                    <a:pt x="523" y="35"/>
                  </a:lnTo>
                  <a:lnTo>
                    <a:pt x="442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5" name="Freeform 243">
              <a:extLst>
                <a:ext uri="{FF2B5EF4-FFF2-40B4-BE49-F238E27FC236}">
                  <a16:creationId xmlns:a16="http://schemas.microsoft.com/office/drawing/2014/main" id="{49F096C9-2D5A-1140-80F5-3C21CD6E6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842"/>
              <a:ext cx="41" cy="27"/>
            </a:xfrm>
            <a:custGeom>
              <a:avLst/>
              <a:gdLst>
                <a:gd name="T0" fmla="*/ 0 w 332"/>
                <a:gd name="T1" fmla="*/ 0 h 217"/>
                <a:gd name="T2" fmla="*/ 0 w 332"/>
                <a:gd name="T3" fmla="*/ 0 h 217"/>
                <a:gd name="T4" fmla="*/ 0 w 332"/>
                <a:gd name="T5" fmla="*/ 0 h 217"/>
                <a:gd name="T6" fmla="*/ 0 w 332"/>
                <a:gd name="T7" fmla="*/ 0 h 217"/>
                <a:gd name="T8" fmla="*/ 0 w 332"/>
                <a:gd name="T9" fmla="*/ 0 h 217"/>
                <a:gd name="T10" fmla="*/ 0 w 332"/>
                <a:gd name="T11" fmla="*/ 0 h 217"/>
                <a:gd name="T12" fmla="*/ 0 w 332"/>
                <a:gd name="T13" fmla="*/ 0 h 217"/>
                <a:gd name="T14" fmla="*/ 0 w 332"/>
                <a:gd name="T15" fmla="*/ 0 h 217"/>
                <a:gd name="T16" fmla="*/ 0 w 332"/>
                <a:gd name="T17" fmla="*/ 0 h 217"/>
                <a:gd name="T18" fmla="*/ 0 w 332"/>
                <a:gd name="T19" fmla="*/ 0 h 217"/>
                <a:gd name="T20" fmla="*/ 0 w 332"/>
                <a:gd name="T21" fmla="*/ 0 h 217"/>
                <a:gd name="T22" fmla="*/ 0 w 332"/>
                <a:gd name="T23" fmla="*/ 0 h 217"/>
                <a:gd name="T24" fmla="*/ 0 w 332"/>
                <a:gd name="T25" fmla="*/ 0 h 217"/>
                <a:gd name="T26" fmla="*/ 0 w 332"/>
                <a:gd name="T27" fmla="*/ 0 h 217"/>
                <a:gd name="T28" fmla="*/ 0 w 332"/>
                <a:gd name="T29" fmla="*/ 0 h 217"/>
                <a:gd name="T30" fmla="*/ 0 w 332"/>
                <a:gd name="T31" fmla="*/ 0 h 217"/>
                <a:gd name="T32" fmla="*/ 0 w 332"/>
                <a:gd name="T33" fmla="*/ 0 h 217"/>
                <a:gd name="T34" fmla="*/ 0 w 332"/>
                <a:gd name="T35" fmla="*/ 0 h 217"/>
                <a:gd name="T36" fmla="*/ 0 w 332"/>
                <a:gd name="T37" fmla="*/ 0 h 217"/>
                <a:gd name="T38" fmla="*/ 0 w 332"/>
                <a:gd name="T39" fmla="*/ 0 h 2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32"/>
                <a:gd name="T61" fmla="*/ 0 h 217"/>
                <a:gd name="T62" fmla="*/ 332 w 332"/>
                <a:gd name="T63" fmla="*/ 217 h 2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32" h="217">
                  <a:moveTo>
                    <a:pt x="19" y="125"/>
                  </a:moveTo>
                  <a:lnTo>
                    <a:pt x="0" y="125"/>
                  </a:lnTo>
                  <a:lnTo>
                    <a:pt x="11" y="94"/>
                  </a:lnTo>
                  <a:lnTo>
                    <a:pt x="79" y="87"/>
                  </a:lnTo>
                  <a:lnTo>
                    <a:pt x="114" y="105"/>
                  </a:lnTo>
                  <a:lnTo>
                    <a:pt x="141" y="94"/>
                  </a:lnTo>
                  <a:lnTo>
                    <a:pt x="134" y="28"/>
                  </a:lnTo>
                  <a:lnTo>
                    <a:pt x="72" y="28"/>
                  </a:lnTo>
                  <a:lnTo>
                    <a:pt x="108" y="0"/>
                  </a:lnTo>
                  <a:lnTo>
                    <a:pt x="147" y="28"/>
                  </a:lnTo>
                  <a:lnTo>
                    <a:pt x="154" y="68"/>
                  </a:lnTo>
                  <a:lnTo>
                    <a:pt x="202" y="117"/>
                  </a:lnTo>
                  <a:lnTo>
                    <a:pt x="242" y="125"/>
                  </a:lnTo>
                  <a:lnTo>
                    <a:pt x="332" y="217"/>
                  </a:lnTo>
                  <a:lnTo>
                    <a:pt x="251" y="204"/>
                  </a:lnTo>
                  <a:lnTo>
                    <a:pt x="193" y="167"/>
                  </a:lnTo>
                  <a:lnTo>
                    <a:pt x="147" y="108"/>
                  </a:lnTo>
                  <a:lnTo>
                    <a:pt x="114" y="117"/>
                  </a:lnTo>
                  <a:lnTo>
                    <a:pt x="72" y="105"/>
                  </a:lnTo>
                  <a:lnTo>
                    <a:pt x="19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6" name="Freeform 244">
              <a:extLst>
                <a:ext uri="{FF2B5EF4-FFF2-40B4-BE49-F238E27FC236}">
                  <a16:creationId xmlns:a16="http://schemas.microsoft.com/office/drawing/2014/main" id="{10D63F26-7047-3E4D-BDE5-042BC403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824"/>
              <a:ext cx="7" cy="13"/>
            </a:xfrm>
            <a:custGeom>
              <a:avLst/>
              <a:gdLst>
                <a:gd name="T0" fmla="*/ 0 w 55"/>
                <a:gd name="T1" fmla="*/ 0 h 106"/>
                <a:gd name="T2" fmla="*/ 0 w 55"/>
                <a:gd name="T3" fmla="*/ 0 h 106"/>
                <a:gd name="T4" fmla="*/ 0 w 55"/>
                <a:gd name="T5" fmla="*/ 0 h 106"/>
                <a:gd name="T6" fmla="*/ 0 w 55"/>
                <a:gd name="T7" fmla="*/ 0 h 106"/>
                <a:gd name="T8" fmla="*/ 0 w 55"/>
                <a:gd name="T9" fmla="*/ 0 h 106"/>
                <a:gd name="T10" fmla="*/ 0 w 55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106"/>
                <a:gd name="T20" fmla="*/ 55 w 55"/>
                <a:gd name="T21" fmla="*/ 106 h 1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106">
                  <a:moveTo>
                    <a:pt x="0" y="33"/>
                  </a:moveTo>
                  <a:lnTo>
                    <a:pt x="44" y="106"/>
                  </a:lnTo>
                  <a:lnTo>
                    <a:pt x="55" y="47"/>
                  </a:lnTo>
                  <a:lnTo>
                    <a:pt x="20" y="33"/>
                  </a:lnTo>
                  <a:lnTo>
                    <a:pt x="2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7" name="Freeform 245">
              <a:extLst>
                <a:ext uri="{FF2B5EF4-FFF2-40B4-BE49-F238E27FC236}">
                  <a16:creationId xmlns:a16="http://schemas.microsoft.com/office/drawing/2014/main" id="{32D7BCA9-D02E-6F4E-BC0F-53B16506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775"/>
              <a:ext cx="28" cy="30"/>
            </a:xfrm>
            <a:custGeom>
              <a:avLst/>
              <a:gdLst>
                <a:gd name="T0" fmla="*/ 0 w 225"/>
                <a:gd name="T1" fmla="*/ 0 h 238"/>
                <a:gd name="T2" fmla="*/ 0 w 225"/>
                <a:gd name="T3" fmla="*/ 0 h 238"/>
                <a:gd name="T4" fmla="*/ 0 w 225"/>
                <a:gd name="T5" fmla="*/ 0 h 238"/>
                <a:gd name="T6" fmla="*/ 0 w 225"/>
                <a:gd name="T7" fmla="*/ 0 h 238"/>
                <a:gd name="T8" fmla="*/ 0 w 225"/>
                <a:gd name="T9" fmla="*/ 0 h 238"/>
                <a:gd name="T10" fmla="*/ 0 w 225"/>
                <a:gd name="T11" fmla="*/ 0 h 238"/>
                <a:gd name="T12" fmla="*/ 0 w 225"/>
                <a:gd name="T13" fmla="*/ 0 h 238"/>
                <a:gd name="T14" fmla="*/ 0 w 225"/>
                <a:gd name="T15" fmla="*/ 0 h 238"/>
                <a:gd name="T16" fmla="*/ 0 w 225"/>
                <a:gd name="T17" fmla="*/ 0 h 238"/>
                <a:gd name="T18" fmla="*/ 0 w 225"/>
                <a:gd name="T19" fmla="*/ 0 h 238"/>
                <a:gd name="T20" fmla="*/ 0 w 225"/>
                <a:gd name="T21" fmla="*/ 0 h 238"/>
                <a:gd name="T22" fmla="*/ 0 w 225"/>
                <a:gd name="T23" fmla="*/ 0 h 238"/>
                <a:gd name="T24" fmla="*/ 0 w 225"/>
                <a:gd name="T25" fmla="*/ 0 h 238"/>
                <a:gd name="T26" fmla="*/ 0 w 225"/>
                <a:gd name="T27" fmla="*/ 0 h 238"/>
                <a:gd name="T28" fmla="*/ 0 w 225"/>
                <a:gd name="T29" fmla="*/ 0 h 238"/>
                <a:gd name="T30" fmla="*/ 0 w 225"/>
                <a:gd name="T31" fmla="*/ 0 h 238"/>
                <a:gd name="T32" fmla="*/ 0 w 225"/>
                <a:gd name="T33" fmla="*/ 0 h 238"/>
                <a:gd name="T34" fmla="*/ 0 w 225"/>
                <a:gd name="T35" fmla="*/ 0 h 2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5"/>
                <a:gd name="T55" fmla="*/ 0 h 238"/>
                <a:gd name="T56" fmla="*/ 225 w 225"/>
                <a:gd name="T57" fmla="*/ 238 h 23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5" h="238">
                  <a:moveTo>
                    <a:pt x="14" y="212"/>
                  </a:moveTo>
                  <a:lnTo>
                    <a:pt x="0" y="141"/>
                  </a:lnTo>
                  <a:lnTo>
                    <a:pt x="55" y="189"/>
                  </a:lnTo>
                  <a:lnTo>
                    <a:pt x="20" y="83"/>
                  </a:lnTo>
                  <a:lnTo>
                    <a:pt x="92" y="164"/>
                  </a:lnTo>
                  <a:lnTo>
                    <a:pt x="55" y="43"/>
                  </a:lnTo>
                  <a:lnTo>
                    <a:pt x="128" y="131"/>
                  </a:lnTo>
                  <a:lnTo>
                    <a:pt x="104" y="16"/>
                  </a:lnTo>
                  <a:lnTo>
                    <a:pt x="163" y="83"/>
                  </a:lnTo>
                  <a:lnTo>
                    <a:pt x="154" y="7"/>
                  </a:lnTo>
                  <a:lnTo>
                    <a:pt x="187" y="49"/>
                  </a:lnTo>
                  <a:lnTo>
                    <a:pt x="203" y="0"/>
                  </a:lnTo>
                  <a:lnTo>
                    <a:pt x="225" y="21"/>
                  </a:lnTo>
                  <a:lnTo>
                    <a:pt x="165" y="138"/>
                  </a:lnTo>
                  <a:lnTo>
                    <a:pt x="128" y="198"/>
                  </a:lnTo>
                  <a:lnTo>
                    <a:pt x="92" y="225"/>
                  </a:lnTo>
                  <a:lnTo>
                    <a:pt x="42" y="238"/>
                  </a:lnTo>
                  <a:lnTo>
                    <a:pt x="14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8" name="Freeform 246">
              <a:extLst>
                <a:ext uri="{FF2B5EF4-FFF2-40B4-BE49-F238E27FC236}">
                  <a16:creationId xmlns:a16="http://schemas.microsoft.com/office/drawing/2014/main" id="{B60188B2-B066-CF47-978D-334992EF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810"/>
              <a:ext cx="4" cy="11"/>
            </a:xfrm>
            <a:custGeom>
              <a:avLst/>
              <a:gdLst>
                <a:gd name="T0" fmla="*/ 0 w 33"/>
                <a:gd name="T1" fmla="*/ 0 h 90"/>
                <a:gd name="T2" fmla="*/ 0 w 33"/>
                <a:gd name="T3" fmla="*/ 0 h 90"/>
                <a:gd name="T4" fmla="*/ 0 w 33"/>
                <a:gd name="T5" fmla="*/ 0 h 90"/>
                <a:gd name="T6" fmla="*/ 0 w 33"/>
                <a:gd name="T7" fmla="*/ 0 h 90"/>
                <a:gd name="T8" fmla="*/ 0 w 33"/>
                <a:gd name="T9" fmla="*/ 0 h 90"/>
                <a:gd name="T10" fmla="*/ 0 w 33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90"/>
                <a:gd name="T20" fmla="*/ 33 w 33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90">
                  <a:moveTo>
                    <a:pt x="0" y="0"/>
                  </a:moveTo>
                  <a:lnTo>
                    <a:pt x="11" y="48"/>
                  </a:lnTo>
                  <a:lnTo>
                    <a:pt x="33" y="90"/>
                  </a:lnTo>
                  <a:lnTo>
                    <a:pt x="33" y="48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59" name="Freeform 247">
              <a:extLst>
                <a:ext uri="{FF2B5EF4-FFF2-40B4-BE49-F238E27FC236}">
                  <a16:creationId xmlns:a16="http://schemas.microsoft.com/office/drawing/2014/main" id="{F579C37F-8B0C-2B48-96DA-7D39083A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817"/>
              <a:ext cx="13" cy="7"/>
            </a:xfrm>
            <a:custGeom>
              <a:avLst/>
              <a:gdLst>
                <a:gd name="T0" fmla="*/ 0 w 101"/>
                <a:gd name="T1" fmla="*/ 0 h 57"/>
                <a:gd name="T2" fmla="*/ 0 w 101"/>
                <a:gd name="T3" fmla="*/ 0 h 57"/>
                <a:gd name="T4" fmla="*/ 0 w 101"/>
                <a:gd name="T5" fmla="*/ 0 h 57"/>
                <a:gd name="T6" fmla="*/ 0 w 10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"/>
                <a:gd name="T13" fmla="*/ 0 h 57"/>
                <a:gd name="T14" fmla="*/ 101 w 101"/>
                <a:gd name="T15" fmla="*/ 57 h 5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" h="57">
                  <a:moveTo>
                    <a:pt x="0" y="57"/>
                  </a:moveTo>
                  <a:lnTo>
                    <a:pt x="101" y="0"/>
                  </a:lnTo>
                  <a:lnTo>
                    <a:pt x="81" y="38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0" name="Freeform 248">
              <a:extLst>
                <a:ext uri="{FF2B5EF4-FFF2-40B4-BE49-F238E27FC236}">
                  <a16:creationId xmlns:a16="http://schemas.microsoft.com/office/drawing/2014/main" id="{85E80B79-78E8-7E4B-8D46-A2AFB0A9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881"/>
              <a:ext cx="4" cy="8"/>
            </a:xfrm>
            <a:custGeom>
              <a:avLst/>
              <a:gdLst>
                <a:gd name="T0" fmla="*/ 0 w 34"/>
                <a:gd name="T1" fmla="*/ 0 h 66"/>
                <a:gd name="T2" fmla="*/ 0 w 34"/>
                <a:gd name="T3" fmla="*/ 0 h 66"/>
                <a:gd name="T4" fmla="*/ 0 w 34"/>
                <a:gd name="T5" fmla="*/ 0 h 66"/>
                <a:gd name="T6" fmla="*/ 0 w 34"/>
                <a:gd name="T7" fmla="*/ 0 h 66"/>
                <a:gd name="T8" fmla="*/ 0 w 3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66"/>
                <a:gd name="T17" fmla="*/ 34 w 34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66">
                  <a:moveTo>
                    <a:pt x="0" y="0"/>
                  </a:moveTo>
                  <a:lnTo>
                    <a:pt x="21" y="66"/>
                  </a:lnTo>
                  <a:lnTo>
                    <a:pt x="34" y="59"/>
                  </a:lnTo>
                  <a:lnTo>
                    <a:pt x="2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1" name="Freeform 249">
              <a:extLst>
                <a:ext uri="{FF2B5EF4-FFF2-40B4-BE49-F238E27FC236}">
                  <a16:creationId xmlns:a16="http://schemas.microsoft.com/office/drawing/2014/main" id="{80595B35-FFDC-CA41-84CC-3573FB6DA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89"/>
              <a:ext cx="210" cy="269"/>
            </a:xfrm>
            <a:custGeom>
              <a:avLst/>
              <a:gdLst>
                <a:gd name="T0" fmla="*/ 0 w 1681"/>
                <a:gd name="T1" fmla="*/ 0 h 2155"/>
                <a:gd name="T2" fmla="*/ 0 w 1681"/>
                <a:gd name="T3" fmla="*/ 0 h 2155"/>
                <a:gd name="T4" fmla="*/ 0 w 1681"/>
                <a:gd name="T5" fmla="*/ 0 h 2155"/>
                <a:gd name="T6" fmla="*/ 0 w 1681"/>
                <a:gd name="T7" fmla="*/ 0 h 2155"/>
                <a:gd name="T8" fmla="*/ 0 w 1681"/>
                <a:gd name="T9" fmla="*/ 0 h 2155"/>
                <a:gd name="T10" fmla="*/ 0 w 1681"/>
                <a:gd name="T11" fmla="*/ 0 h 2155"/>
                <a:gd name="T12" fmla="*/ 0 w 1681"/>
                <a:gd name="T13" fmla="*/ 0 h 2155"/>
                <a:gd name="T14" fmla="*/ 0 w 1681"/>
                <a:gd name="T15" fmla="*/ 0 h 2155"/>
                <a:gd name="T16" fmla="*/ 0 w 1681"/>
                <a:gd name="T17" fmla="*/ 0 h 2155"/>
                <a:gd name="T18" fmla="*/ 0 w 1681"/>
                <a:gd name="T19" fmla="*/ 0 h 2155"/>
                <a:gd name="T20" fmla="*/ 0 w 1681"/>
                <a:gd name="T21" fmla="*/ 0 h 2155"/>
                <a:gd name="T22" fmla="*/ 0 w 1681"/>
                <a:gd name="T23" fmla="*/ 0 h 2155"/>
                <a:gd name="T24" fmla="*/ 0 w 1681"/>
                <a:gd name="T25" fmla="*/ 0 h 2155"/>
                <a:gd name="T26" fmla="*/ 0 w 1681"/>
                <a:gd name="T27" fmla="*/ 0 h 2155"/>
                <a:gd name="T28" fmla="*/ 0 w 1681"/>
                <a:gd name="T29" fmla="*/ 0 h 2155"/>
                <a:gd name="T30" fmla="*/ 0 w 1681"/>
                <a:gd name="T31" fmla="*/ 0 h 2155"/>
                <a:gd name="T32" fmla="*/ 0 w 1681"/>
                <a:gd name="T33" fmla="*/ 0 h 2155"/>
                <a:gd name="T34" fmla="*/ 0 w 1681"/>
                <a:gd name="T35" fmla="*/ 0 h 2155"/>
                <a:gd name="T36" fmla="*/ 0 w 1681"/>
                <a:gd name="T37" fmla="*/ 0 h 2155"/>
                <a:gd name="T38" fmla="*/ 0 w 1681"/>
                <a:gd name="T39" fmla="*/ 0 h 2155"/>
                <a:gd name="T40" fmla="*/ 0 w 1681"/>
                <a:gd name="T41" fmla="*/ 0 h 2155"/>
                <a:gd name="T42" fmla="*/ 0 w 1681"/>
                <a:gd name="T43" fmla="*/ 0 h 2155"/>
                <a:gd name="T44" fmla="*/ 0 w 1681"/>
                <a:gd name="T45" fmla="*/ 0 h 2155"/>
                <a:gd name="T46" fmla="*/ 0 w 1681"/>
                <a:gd name="T47" fmla="*/ 0 h 2155"/>
                <a:gd name="T48" fmla="*/ 0 w 1681"/>
                <a:gd name="T49" fmla="*/ 0 h 2155"/>
                <a:gd name="T50" fmla="*/ 0 w 1681"/>
                <a:gd name="T51" fmla="*/ 0 h 2155"/>
                <a:gd name="T52" fmla="*/ 0 w 1681"/>
                <a:gd name="T53" fmla="*/ 0 h 2155"/>
                <a:gd name="T54" fmla="*/ 0 w 1681"/>
                <a:gd name="T55" fmla="*/ 0 h 2155"/>
                <a:gd name="T56" fmla="*/ 0 w 1681"/>
                <a:gd name="T57" fmla="*/ 0 h 2155"/>
                <a:gd name="T58" fmla="*/ 0 w 1681"/>
                <a:gd name="T59" fmla="*/ 0 h 2155"/>
                <a:gd name="T60" fmla="*/ 0 w 1681"/>
                <a:gd name="T61" fmla="*/ 0 h 2155"/>
                <a:gd name="T62" fmla="*/ 0 w 1681"/>
                <a:gd name="T63" fmla="*/ 0 h 2155"/>
                <a:gd name="T64" fmla="*/ 0 w 1681"/>
                <a:gd name="T65" fmla="*/ 0 h 2155"/>
                <a:gd name="T66" fmla="*/ 0 w 1681"/>
                <a:gd name="T67" fmla="*/ 0 h 2155"/>
                <a:gd name="T68" fmla="*/ 0 w 1681"/>
                <a:gd name="T69" fmla="*/ 0 h 2155"/>
                <a:gd name="T70" fmla="*/ 0 w 1681"/>
                <a:gd name="T71" fmla="*/ 0 h 2155"/>
                <a:gd name="T72" fmla="*/ 0 w 1681"/>
                <a:gd name="T73" fmla="*/ 0 h 2155"/>
                <a:gd name="T74" fmla="*/ 0 w 1681"/>
                <a:gd name="T75" fmla="*/ 0 h 2155"/>
                <a:gd name="T76" fmla="*/ 0 w 1681"/>
                <a:gd name="T77" fmla="*/ 0 h 2155"/>
                <a:gd name="T78" fmla="*/ 0 w 1681"/>
                <a:gd name="T79" fmla="*/ 0 h 2155"/>
                <a:gd name="T80" fmla="*/ 0 w 1681"/>
                <a:gd name="T81" fmla="*/ 0 h 2155"/>
                <a:gd name="T82" fmla="*/ 0 w 1681"/>
                <a:gd name="T83" fmla="*/ 0 h 2155"/>
                <a:gd name="T84" fmla="*/ 0 w 1681"/>
                <a:gd name="T85" fmla="*/ 0 h 2155"/>
                <a:gd name="T86" fmla="*/ 0 w 1681"/>
                <a:gd name="T87" fmla="*/ 0 h 2155"/>
                <a:gd name="T88" fmla="*/ 0 w 1681"/>
                <a:gd name="T89" fmla="*/ 0 h 21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681"/>
                <a:gd name="T136" fmla="*/ 0 h 2155"/>
                <a:gd name="T137" fmla="*/ 1681 w 1681"/>
                <a:gd name="T138" fmla="*/ 2155 h 215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681" h="2155">
                  <a:moveTo>
                    <a:pt x="212" y="1558"/>
                  </a:moveTo>
                  <a:lnTo>
                    <a:pt x="189" y="1584"/>
                  </a:lnTo>
                  <a:lnTo>
                    <a:pt x="79" y="1617"/>
                  </a:lnTo>
                  <a:lnTo>
                    <a:pt x="17" y="1659"/>
                  </a:lnTo>
                  <a:lnTo>
                    <a:pt x="10" y="1731"/>
                  </a:lnTo>
                  <a:lnTo>
                    <a:pt x="79" y="1745"/>
                  </a:lnTo>
                  <a:lnTo>
                    <a:pt x="151" y="1641"/>
                  </a:lnTo>
                  <a:lnTo>
                    <a:pt x="140" y="1698"/>
                  </a:lnTo>
                  <a:lnTo>
                    <a:pt x="162" y="1698"/>
                  </a:lnTo>
                  <a:lnTo>
                    <a:pt x="111" y="1758"/>
                  </a:lnTo>
                  <a:lnTo>
                    <a:pt x="162" y="1793"/>
                  </a:lnTo>
                  <a:lnTo>
                    <a:pt x="192" y="1839"/>
                  </a:lnTo>
                  <a:lnTo>
                    <a:pt x="241" y="1839"/>
                  </a:lnTo>
                  <a:lnTo>
                    <a:pt x="254" y="1817"/>
                  </a:lnTo>
                  <a:lnTo>
                    <a:pt x="289" y="1817"/>
                  </a:lnTo>
                  <a:lnTo>
                    <a:pt x="270" y="1793"/>
                  </a:lnTo>
                  <a:lnTo>
                    <a:pt x="289" y="1770"/>
                  </a:lnTo>
                  <a:lnTo>
                    <a:pt x="283" y="1738"/>
                  </a:lnTo>
                  <a:lnTo>
                    <a:pt x="283" y="1661"/>
                  </a:lnTo>
                  <a:lnTo>
                    <a:pt x="314" y="1751"/>
                  </a:lnTo>
                  <a:lnTo>
                    <a:pt x="358" y="1797"/>
                  </a:lnTo>
                  <a:lnTo>
                    <a:pt x="402" y="1760"/>
                  </a:lnTo>
                  <a:lnTo>
                    <a:pt x="483" y="1733"/>
                  </a:lnTo>
                  <a:lnTo>
                    <a:pt x="519" y="1680"/>
                  </a:lnTo>
                  <a:lnTo>
                    <a:pt x="575" y="1643"/>
                  </a:lnTo>
                  <a:lnTo>
                    <a:pt x="660" y="1299"/>
                  </a:lnTo>
                  <a:lnTo>
                    <a:pt x="619" y="1367"/>
                  </a:lnTo>
                  <a:lnTo>
                    <a:pt x="492" y="1422"/>
                  </a:lnTo>
                  <a:lnTo>
                    <a:pt x="454" y="1389"/>
                  </a:lnTo>
                  <a:lnTo>
                    <a:pt x="514" y="1391"/>
                  </a:lnTo>
                  <a:lnTo>
                    <a:pt x="485" y="1349"/>
                  </a:lnTo>
                  <a:lnTo>
                    <a:pt x="538" y="1373"/>
                  </a:lnTo>
                  <a:lnTo>
                    <a:pt x="514" y="1311"/>
                  </a:lnTo>
                  <a:lnTo>
                    <a:pt x="577" y="1349"/>
                  </a:lnTo>
                  <a:lnTo>
                    <a:pt x="544" y="1267"/>
                  </a:lnTo>
                  <a:lnTo>
                    <a:pt x="613" y="1307"/>
                  </a:lnTo>
                  <a:lnTo>
                    <a:pt x="565" y="1219"/>
                  </a:lnTo>
                  <a:lnTo>
                    <a:pt x="637" y="1246"/>
                  </a:lnTo>
                  <a:lnTo>
                    <a:pt x="577" y="1158"/>
                  </a:lnTo>
                  <a:lnTo>
                    <a:pt x="660" y="1184"/>
                  </a:lnTo>
                  <a:lnTo>
                    <a:pt x="586" y="1101"/>
                  </a:lnTo>
                  <a:lnTo>
                    <a:pt x="667" y="1103"/>
                  </a:lnTo>
                  <a:lnTo>
                    <a:pt x="575" y="1039"/>
                  </a:lnTo>
                  <a:lnTo>
                    <a:pt x="575" y="942"/>
                  </a:lnTo>
                  <a:lnTo>
                    <a:pt x="553" y="788"/>
                  </a:lnTo>
                  <a:lnTo>
                    <a:pt x="701" y="567"/>
                  </a:lnTo>
                  <a:lnTo>
                    <a:pt x="736" y="456"/>
                  </a:lnTo>
                  <a:lnTo>
                    <a:pt x="736" y="349"/>
                  </a:lnTo>
                  <a:lnTo>
                    <a:pt x="701" y="255"/>
                  </a:lnTo>
                  <a:lnTo>
                    <a:pt x="634" y="209"/>
                  </a:lnTo>
                  <a:lnTo>
                    <a:pt x="553" y="193"/>
                  </a:lnTo>
                  <a:lnTo>
                    <a:pt x="443" y="202"/>
                  </a:lnTo>
                  <a:lnTo>
                    <a:pt x="309" y="255"/>
                  </a:lnTo>
                  <a:lnTo>
                    <a:pt x="261" y="283"/>
                  </a:lnTo>
                  <a:lnTo>
                    <a:pt x="309" y="193"/>
                  </a:lnTo>
                  <a:lnTo>
                    <a:pt x="381" y="121"/>
                  </a:lnTo>
                  <a:lnTo>
                    <a:pt x="496" y="52"/>
                  </a:lnTo>
                  <a:lnTo>
                    <a:pt x="660" y="20"/>
                  </a:lnTo>
                  <a:lnTo>
                    <a:pt x="879" y="0"/>
                  </a:lnTo>
                  <a:lnTo>
                    <a:pt x="1160" y="27"/>
                  </a:lnTo>
                  <a:lnTo>
                    <a:pt x="1375" y="108"/>
                  </a:lnTo>
                  <a:lnTo>
                    <a:pt x="1520" y="226"/>
                  </a:lnTo>
                  <a:lnTo>
                    <a:pt x="1601" y="336"/>
                  </a:lnTo>
                  <a:lnTo>
                    <a:pt x="1654" y="463"/>
                  </a:lnTo>
                  <a:lnTo>
                    <a:pt x="1681" y="619"/>
                  </a:lnTo>
                  <a:lnTo>
                    <a:pt x="1660" y="832"/>
                  </a:lnTo>
                  <a:lnTo>
                    <a:pt x="1612" y="991"/>
                  </a:lnTo>
                  <a:lnTo>
                    <a:pt x="1511" y="1159"/>
                  </a:lnTo>
                  <a:lnTo>
                    <a:pt x="1430" y="1267"/>
                  </a:lnTo>
                  <a:lnTo>
                    <a:pt x="1340" y="1437"/>
                  </a:lnTo>
                  <a:lnTo>
                    <a:pt x="1356" y="1475"/>
                  </a:lnTo>
                  <a:lnTo>
                    <a:pt x="1349" y="1523"/>
                  </a:lnTo>
                  <a:lnTo>
                    <a:pt x="1362" y="1558"/>
                  </a:lnTo>
                  <a:lnTo>
                    <a:pt x="1268" y="1617"/>
                  </a:lnTo>
                  <a:lnTo>
                    <a:pt x="1127" y="1611"/>
                  </a:lnTo>
                  <a:lnTo>
                    <a:pt x="1316" y="1527"/>
                  </a:lnTo>
                  <a:lnTo>
                    <a:pt x="1320" y="1487"/>
                  </a:lnTo>
                  <a:lnTo>
                    <a:pt x="1300" y="1475"/>
                  </a:lnTo>
                  <a:lnTo>
                    <a:pt x="984" y="1538"/>
                  </a:lnTo>
                  <a:lnTo>
                    <a:pt x="1300" y="1441"/>
                  </a:lnTo>
                  <a:lnTo>
                    <a:pt x="1300" y="1391"/>
                  </a:lnTo>
                  <a:lnTo>
                    <a:pt x="1254" y="1341"/>
                  </a:lnTo>
                  <a:lnTo>
                    <a:pt x="1179" y="1281"/>
                  </a:lnTo>
                  <a:lnTo>
                    <a:pt x="1081" y="1224"/>
                  </a:lnTo>
                  <a:lnTo>
                    <a:pt x="984" y="1349"/>
                  </a:lnTo>
                  <a:lnTo>
                    <a:pt x="938" y="1389"/>
                  </a:lnTo>
                  <a:lnTo>
                    <a:pt x="856" y="1391"/>
                  </a:lnTo>
                  <a:lnTo>
                    <a:pt x="929" y="1367"/>
                  </a:lnTo>
                  <a:lnTo>
                    <a:pt x="964" y="1332"/>
                  </a:lnTo>
                  <a:lnTo>
                    <a:pt x="1026" y="1272"/>
                  </a:lnTo>
                  <a:lnTo>
                    <a:pt x="1081" y="1193"/>
                  </a:lnTo>
                  <a:lnTo>
                    <a:pt x="1111" y="1125"/>
                  </a:lnTo>
                  <a:lnTo>
                    <a:pt x="1120" y="1059"/>
                  </a:lnTo>
                  <a:lnTo>
                    <a:pt x="1111" y="991"/>
                  </a:lnTo>
                  <a:lnTo>
                    <a:pt x="1081" y="942"/>
                  </a:lnTo>
                  <a:lnTo>
                    <a:pt x="1033" y="903"/>
                  </a:lnTo>
                  <a:lnTo>
                    <a:pt x="971" y="894"/>
                  </a:lnTo>
                  <a:lnTo>
                    <a:pt x="890" y="903"/>
                  </a:lnTo>
                  <a:lnTo>
                    <a:pt x="803" y="942"/>
                  </a:lnTo>
                  <a:lnTo>
                    <a:pt x="747" y="1021"/>
                  </a:lnTo>
                  <a:lnTo>
                    <a:pt x="736" y="1111"/>
                  </a:lnTo>
                  <a:lnTo>
                    <a:pt x="736" y="1239"/>
                  </a:lnTo>
                  <a:lnTo>
                    <a:pt x="757" y="1353"/>
                  </a:lnTo>
                  <a:lnTo>
                    <a:pt x="742" y="1413"/>
                  </a:lnTo>
                  <a:lnTo>
                    <a:pt x="757" y="1500"/>
                  </a:lnTo>
                  <a:lnTo>
                    <a:pt x="742" y="1584"/>
                  </a:lnTo>
                  <a:lnTo>
                    <a:pt x="742" y="1637"/>
                  </a:lnTo>
                  <a:lnTo>
                    <a:pt x="715" y="1683"/>
                  </a:lnTo>
                  <a:lnTo>
                    <a:pt x="706" y="1719"/>
                  </a:lnTo>
                  <a:lnTo>
                    <a:pt x="687" y="1777"/>
                  </a:lnTo>
                  <a:lnTo>
                    <a:pt x="648" y="1804"/>
                  </a:lnTo>
                  <a:lnTo>
                    <a:pt x="637" y="1859"/>
                  </a:lnTo>
                  <a:lnTo>
                    <a:pt x="586" y="1878"/>
                  </a:lnTo>
                  <a:lnTo>
                    <a:pt x="558" y="1918"/>
                  </a:lnTo>
                  <a:lnTo>
                    <a:pt x="538" y="1947"/>
                  </a:lnTo>
                  <a:lnTo>
                    <a:pt x="613" y="2010"/>
                  </a:lnTo>
                  <a:lnTo>
                    <a:pt x="687" y="2097"/>
                  </a:lnTo>
                  <a:lnTo>
                    <a:pt x="637" y="2155"/>
                  </a:lnTo>
                  <a:lnTo>
                    <a:pt x="625" y="2070"/>
                  </a:lnTo>
                  <a:lnTo>
                    <a:pt x="565" y="2008"/>
                  </a:lnTo>
                  <a:lnTo>
                    <a:pt x="505" y="1966"/>
                  </a:lnTo>
                  <a:lnTo>
                    <a:pt x="430" y="1947"/>
                  </a:lnTo>
                  <a:lnTo>
                    <a:pt x="169" y="1959"/>
                  </a:lnTo>
                  <a:lnTo>
                    <a:pt x="127" y="1947"/>
                  </a:lnTo>
                  <a:lnTo>
                    <a:pt x="92" y="1908"/>
                  </a:lnTo>
                  <a:lnTo>
                    <a:pt x="79" y="1826"/>
                  </a:lnTo>
                  <a:lnTo>
                    <a:pt x="79" y="1797"/>
                  </a:lnTo>
                  <a:lnTo>
                    <a:pt x="5" y="1751"/>
                  </a:lnTo>
                  <a:lnTo>
                    <a:pt x="0" y="1731"/>
                  </a:lnTo>
                  <a:lnTo>
                    <a:pt x="5" y="1678"/>
                  </a:lnTo>
                  <a:lnTo>
                    <a:pt x="17" y="1641"/>
                  </a:lnTo>
                  <a:lnTo>
                    <a:pt x="58" y="1611"/>
                  </a:lnTo>
                  <a:lnTo>
                    <a:pt x="151" y="1576"/>
                  </a:lnTo>
                  <a:lnTo>
                    <a:pt x="192" y="1558"/>
                  </a:lnTo>
                  <a:lnTo>
                    <a:pt x="212" y="15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2" name="Freeform 250">
              <a:extLst>
                <a:ext uri="{FF2B5EF4-FFF2-40B4-BE49-F238E27FC236}">
                  <a16:creationId xmlns:a16="http://schemas.microsoft.com/office/drawing/2014/main" id="{9335A739-4293-464E-9ECB-5A40CDC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08"/>
              <a:ext cx="33" cy="38"/>
            </a:xfrm>
            <a:custGeom>
              <a:avLst/>
              <a:gdLst>
                <a:gd name="T0" fmla="*/ 0 w 265"/>
                <a:gd name="T1" fmla="*/ 0 h 304"/>
                <a:gd name="T2" fmla="*/ 0 w 265"/>
                <a:gd name="T3" fmla="*/ 0 h 304"/>
                <a:gd name="T4" fmla="*/ 0 w 265"/>
                <a:gd name="T5" fmla="*/ 0 h 304"/>
                <a:gd name="T6" fmla="*/ 0 w 265"/>
                <a:gd name="T7" fmla="*/ 0 h 304"/>
                <a:gd name="T8" fmla="*/ 0 w 265"/>
                <a:gd name="T9" fmla="*/ 0 h 304"/>
                <a:gd name="T10" fmla="*/ 0 w 265"/>
                <a:gd name="T11" fmla="*/ 0 h 304"/>
                <a:gd name="T12" fmla="*/ 0 w 265"/>
                <a:gd name="T13" fmla="*/ 0 h 304"/>
                <a:gd name="T14" fmla="*/ 0 w 265"/>
                <a:gd name="T15" fmla="*/ 0 h 304"/>
                <a:gd name="T16" fmla="*/ 0 w 265"/>
                <a:gd name="T17" fmla="*/ 0 h 304"/>
                <a:gd name="T18" fmla="*/ 0 w 265"/>
                <a:gd name="T19" fmla="*/ 0 h 304"/>
                <a:gd name="T20" fmla="*/ 0 w 265"/>
                <a:gd name="T21" fmla="*/ 0 h 304"/>
                <a:gd name="T22" fmla="*/ 0 w 265"/>
                <a:gd name="T23" fmla="*/ 0 h 304"/>
                <a:gd name="T24" fmla="*/ 0 w 265"/>
                <a:gd name="T25" fmla="*/ 0 h 304"/>
                <a:gd name="T26" fmla="*/ 0 w 265"/>
                <a:gd name="T27" fmla="*/ 0 h 304"/>
                <a:gd name="T28" fmla="*/ 0 w 265"/>
                <a:gd name="T29" fmla="*/ 0 h 304"/>
                <a:gd name="T30" fmla="*/ 0 w 265"/>
                <a:gd name="T31" fmla="*/ 0 h 304"/>
                <a:gd name="T32" fmla="*/ 0 w 265"/>
                <a:gd name="T33" fmla="*/ 0 h 304"/>
                <a:gd name="T34" fmla="*/ 0 w 265"/>
                <a:gd name="T35" fmla="*/ 0 h 304"/>
                <a:gd name="T36" fmla="*/ 0 w 265"/>
                <a:gd name="T37" fmla="*/ 0 h 304"/>
                <a:gd name="T38" fmla="*/ 0 w 265"/>
                <a:gd name="T39" fmla="*/ 0 h 304"/>
                <a:gd name="T40" fmla="*/ 0 w 265"/>
                <a:gd name="T41" fmla="*/ 0 h 30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5"/>
                <a:gd name="T64" fmla="*/ 0 h 304"/>
                <a:gd name="T65" fmla="*/ 265 w 265"/>
                <a:gd name="T66" fmla="*/ 304 h 30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5" h="304">
                  <a:moveTo>
                    <a:pt x="27" y="85"/>
                  </a:moveTo>
                  <a:lnTo>
                    <a:pt x="111" y="28"/>
                  </a:lnTo>
                  <a:lnTo>
                    <a:pt x="265" y="0"/>
                  </a:lnTo>
                  <a:lnTo>
                    <a:pt x="176" y="48"/>
                  </a:lnTo>
                  <a:lnTo>
                    <a:pt x="222" y="105"/>
                  </a:lnTo>
                  <a:lnTo>
                    <a:pt x="222" y="177"/>
                  </a:lnTo>
                  <a:lnTo>
                    <a:pt x="170" y="285"/>
                  </a:lnTo>
                  <a:lnTo>
                    <a:pt x="203" y="182"/>
                  </a:lnTo>
                  <a:lnTo>
                    <a:pt x="203" y="136"/>
                  </a:lnTo>
                  <a:lnTo>
                    <a:pt x="141" y="105"/>
                  </a:lnTo>
                  <a:lnTo>
                    <a:pt x="115" y="63"/>
                  </a:lnTo>
                  <a:lnTo>
                    <a:pt x="69" y="99"/>
                  </a:lnTo>
                  <a:lnTo>
                    <a:pt x="81" y="136"/>
                  </a:lnTo>
                  <a:lnTo>
                    <a:pt x="141" y="166"/>
                  </a:lnTo>
                  <a:lnTo>
                    <a:pt x="141" y="230"/>
                  </a:lnTo>
                  <a:lnTo>
                    <a:pt x="35" y="304"/>
                  </a:lnTo>
                  <a:lnTo>
                    <a:pt x="35" y="270"/>
                  </a:lnTo>
                  <a:lnTo>
                    <a:pt x="69" y="239"/>
                  </a:lnTo>
                  <a:lnTo>
                    <a:pt x="7" y="171"/>
                  </a:lnTo>
                  <a:lnTo>
                    <a:pt x="0" y="124"/>
                  </a:lnTo>
                  <a:lnTo>
                    <a:pt x="27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3" name="Freeform 251">
              <a:extLst>
                <a:ext uri="{FF2B5EF4-FFF2-40B4-BE49-F238E27FC236}">
                  <a16:creationId xmlns:a16="http://schemas.microsoft.com/office/drawing/2014/main" id="{04C22AD3-FC58-8C46-A905-E3C273B76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847"/>
              <a:ext cx="8" cy="5"/>
            </a:xfrm>
            <a:custGeom>
              <a:avLst/>
              <a:gdLst>
                <a:gd name="T0" fmla="*/ 0 w 62"/>
                <a:gd name="T1" fmla="*/ 0 h 40"/>
                <a:gd name="T2" fmla="*/ 0 w 62"/>
                <a:gd name="T3" fmla="*/ 0 h 40"/>
                <a:gd name="T4" fmla="*/ 0 w 62"/>
                <a:gd name="T5" fmla="*/ 0 h 40"/>
                <a:gd name="T6" fmla="*/ 0 w 62"/>
                <a:gd name="T7" fmla="*/ 0 h 40"/>
                <a:gd name="T8" fmla="*/ 0 w 6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40"/>
                <a:gd name="T17" fmla="*/ 62 w 62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40">
                  <a:moveTo>
                    <a:pt x="62" y="0"/>
                  </a:moveTo>
                  <a:lnTo>
                    <a:pt x="0" y="21"/>
                  </a:lnTo>
                  <a:lnTo>
                    <a:pt x="0" y="40"/>
                  </a:lnTo>
                  <a:lnTo>
                    <a:pt x="28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4" name="Freeform 252">
              <a:extLst>
                <a:ext uri="{FF2B5EF4-FFF2-40B4-BE49-F238E27FC236}">
                  <a16:creationId xmlns:a16="http://schemas.microsoft.com/office/drawing/2014/main" id="{F348A60A-285B-4544-9BC6-51B53A95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845"/>
              <a:ext cx="49" cy="33"/>
            </a:xfrm>
            <a:custGeom>
              <a:avLst/>
              <a:gdLst>
                <a:gd name="T0" fmla="*/ 0 w 390"/>
                <a:gd name="T1" fmla="*/ 0 h 264"/>
                <a:gd name="T2" fmla="*/ 0 w 390"/>
                <a:gd name="T3" fmla="*/ 0 h 264"/>
                <a:gd name="T4" fmla="*/ 0 w 390"/>
                <a:gd name="T5" fmla="*/ 0 h 264"/>
                <a:gd name="T6" fmla="*/ 0 w 390"/>
                <a:gd name="T7" fmla="*/ 0 h 264"/>
                <a:gd name="T8" fmla="*/ 0 w 390"/>
                <a:gd name="T9" fmla="*/ 0 h 264"/>
                <a:gd name="T10" fmla="*/ 0 w 390"/>
                <a:gd name="T11" fmla="*/ 0 h 264"/>
                <a:gd name="T12" fmla="*/ 0 w 390"/>
                <a:gd name="T13" fmla="*/ 0 h 264"/>
                <a:gd name="T14" fmla="*/ 0 w 390"/>
                <a:gd name="T15" fmla="*/ 0 h 264"/>
                <a:gd name="T16" fmla="*/ 0 w 390"/>
                <a:gd name="T17" fmla="*/ 0 h 2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0"/>
                <a:gd name="T28" fmla="*/ 0 h 264"/>
                <a:gd name="T29" fmla="*/ 390 w 390"/>
                <a:gd name="T30" fmla="*/ 264 h 2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0" h="264">
                  <a:moveTo>
                    <a:pt x="390" y="0"/>
                  </a:moveTo>
                  <a:lnTo>
                    <a:pt x="228" y="153"/>
                  </a:lnTo>
                  <a:lnTo>
                    <a:pt x="99" y="215"/>
                  </a:lnTo>
                  <a:lnTo>
                    <a:pt x="0" y="233"/>
                  </a:lnTo>
                  <a:lnTo>
                    <a:pt x="9" y="264"/>
                  </a:lnTo>
                  <a:lnTo>
                    <a:pt x="99" y="243"/>
                  </a:lnTo>
                  <a:lnTo>
                    <a:pt x="219" y="189"/>
                  </a:lnTo>
                  <a:lnTo>
                    <a:pt x="362" y="63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65" name="Freeform 253">
              <a:extLst>
                <a:ext uri="{FF2B5EF4-FFF2-40B4-BE49-F238E27FC236}">
                  <a16:creationId xmlns:a16="http://schemas.microsoft.com/office/drawing/2014/main" id="{660584F0-6DBD-804A-BE09-7861100B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71"/>
              <a:ext cx="36" cy="19"/>
            </a:xfrm>
            <a:custGeom>
              <a:avLst/>
              <a:gdLst>
                <a:gd name="T0" fmla="*/ 0 w 284"/>
                <a:gd name="T1" fmla="*/ 0 h 154"/>
                <a:gd name="T2" fmla="*/ 0 w 284"/>
                <a:gd name="T3" fmla="*/ 0 h 154"/>
                <a:gd name="T4" fmla="*/ 0 w 284"/>
                <a:gd name="T5" fmla="*/ 0 h 154"/>
                <a:gd name="T6" fmla="*/ 0 w 284"/>
                <a:gd name="T7" fmla="*/ 0 h 154"/>
                <a:gd name="T8" fmla="*/ 0 w 284"/>
                <a:gd name="T9" fmla="*/ 0 h 154"/>
                <a:gd name="T10" fmla="*/ 0 w 284"/>
                <a:gd name="T11" fmla="*/ 0 h 154"/>
                <a:gd name="T12" fmla="*/ 0 w 284"/>
                <a:gd name="T13" fmla="*/ 0 h 154"/>
                <a:gd name="T14" fmla="*/ 0 w 284"/>
                <a:gd name="T15" fmla="*/ 0 h 154"/>
                <a:gd name="T16" fmla="*/ 0 w 284"/>
                <a:gd name="T17" fmla="*/ 0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4"/>
                <a:gd name="T28" fmla="*/ 0 h 154"/>
                <a:gd name="T29" fmla="*/ 284 w 284"/>
                <a:gd name="T30" fmla="*/ 154 h 15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4" h="154">
                  <a:moveTo>
                    <a:pt x="0" y="127"/>
                  </a:moveTo>
                  <a:lnTo>
                    <a:pt x="101" y="108"/>
                  </a:lnTo>
                  <a:lnTo>
                    <a:pt x="203" y="64"/>
                  </a:lnTo>
                  <a:lnTo>
                    <a:pt x="284" y="0"/>
                  </a:lnTo>
                  <a:lnTo>
                    <a:pt x="284" y="21"/>
                  </a:lnTo>
                  <a:lnTo>
                    <a:pt x="203" y="84"/>
                  </a:lnTo>
                  <a:lnTo>
                    <a:pt x="101" y="127"/>
                  </a:lnTo>
                  <a:lnTo>
                    <a:pt x="0" y="154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53252" name="Group 349">
            <a:extLst>
              <a:ext uri="{FF2B5EF4-FFF2-40B4-BE49-F238E27FC236}">
                <a16:creationId xmlns:a16="http://schemas.microsoft.com/office/drawing/2014/main" id="{397C5D90-1715-4A4B-A52E-ADA63DAA2243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5118100"/>
            <a:ext cx="1546225" cy="1303338"/>
            <a:chOff x="408" y="2293"/>
            <a:chExt cx="1922" cy="1621"/>
          </a:xfrm>
        </p:grpSpPr>
        <p:sp>
          <p:nvSpPr>
            <p:cNvPr id="53328" name="Freeform 258">
              <a:extLst>
                <a:ext uri="{FF2B5EF4-FFF2-40B4-BE49-F238E27FC236}">
                  <a16:creationId xmlns:a16="http://schemas.microsoft.com/office/drawing/2014/main" id="{4B531071-57D3-7848-A45D-240815BA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117"/>
              <a:ext cx="68" cy="46"/>
            </a:xfrm>
            <a:custGeom>
              <a:avLst/>
              <a:gdLst>
                <a:gd name="T0" fmla="*/ 0 w 538"/>
                <a:gd name="T1" fmla="*/ 0 h 367"/>
                <a:gd name="T2" fmla="*/ 0 w 538"/>
                <a:gd name="T3" fmla="*/ 0 h 367"/>
                <a:gd name="T4" fmla="*/ 0 w 538"/>
                <a:gd name="T5" fmla="*/ 0 h 367"/>
                <a:gd name="T6" fmla="*/ 0 w 538"/>
                <a:gd name="T7" fmla="*/ 0 h 367"/>
                <a:gd name="T8" fmla="*/ 0 w 538"/>
                <a:gd name="T9" fmla="*/ 0 h 367"/>
                <a:gd name="T10" fmla="*/ 0 w 538"/>
                <a:gd name="T11" fmla="*/ 0 h 367"/>
                <a:gd name="T12" fmla="*/ 0 w 538"/>
                <a:gd name="T13" fmla="*/ 0 h 367"/>
                <a:gd name="T14" fmla="*/ 0 w 538"/>
                <a:gd name="T15" fmla="*/ 0 h 367"/>
                <a:gd name="T16" fmla="*/ 0 w 538"/>
                <a:gd name="T17" fmla="*/ 0 h 367"/>
                <a:gd name="T18" fmla="*/ 0 w 538"/>
                <a:gd name="T19" fmla="*/ 0 h 367"/>
                <a:gd name="T20" fmla="*/ 0 w 538"/>
                <a:gd name="T21" fmla="*/ 0 h 367"/>
                <a:gd name="T22" fmla="*/ 0 w 538"/>
                <a:gd name="T23" fmla="*/ 0 h 367"/>
                <a:gd name="T24" fmla="*/ 0 w 538"/>
                <a:gd name="T25" fmla="*/ 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38"/>
                <a:gd name="T40" fmla="*/ 0 h 367"/>
                <a:gd name="T41" fmla="*/ 538 w 538"/>
                <a:gd name="T42" fmla="*/ 367 h 36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38" h="367">
                  <a:moveTo>
                    <a:pt x="87" y="38"/>
                  </a:moveTo>
                  <a:lnTo>
                    <a:pt x="25" y="95"/>
                  </a:lnTo>
                  <a:lnTo>
                    <a:pt x="0" y="204"/>
                  </a:lnTo>
                  <a:lnTo>
                    <a:pt x="16" y="250"/>
                  </a:lnTo>
                  <a:lnTo>
                    <a:pt x="82" y="323"/>
                  </a:lnTo>
                  <a:lnTo>
                    <a:pt x="212" y="367"/>
                  </a:lnTo>
                  <a:lnTo>
                    <a:pt x="426" y="347"/>
                  </a:lnTo>
                  <a:lnTo>
                    <a:pt x="514" y="239"/>
                  </a:lnTo>
                  <a:lnTo>
                    <a:pt x="538" y="125"/>
                  </a:lnTo>
                  <a:lnTo>
                    <a:pt x="510" y="69"/>
                  </a:lnTo>
                  <a:lnTo>
                    <a:pt x="438" y="8"/>
                  </a:lnTo>
                  <a:lnTo>
                    <a:pt x="347" y="0"/>
                  </a:lnTo>
                  <a:lnTo>
                    <a:pt x="8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9" name="Freeform 259">
              <a:extLst>
                <a:ext uri="{FF2B5EF4-FFF2-40B4-BE49-F238E27FC236}">
                  <a16:creationId xmlns:a16="http://schemas.microsoft.com/office/drawing/2014/main" id="{C4C3C4C8-759D-474C-B987-3D366650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3344"/>
              <a:ext cx="289" cy="232"/>
            </a:xfrm>
            <a:custGeom>
              <a:avLst/>
              <a:gdLst>
                <a:gd name="T0" fmla="*/ 0 w 2316"/>
                <a:gd name="T1" fmla="*/ 0 h 1860"/>
                <a:gd name="T2" fmla="*/ 0 w 2316"/>
                <a:gd name="T3" fmla="*/ 0 h 1860"/>
                <a:gd name="T4" fmla="*/ 0 w 2316"/>
                <a:gd name="T5" fmla="*/ 0 h 1860"/>
                <a:gd name="T6" fmla="*/ 0 w 2316"/>
                <a:gd name="T7" fmla="*/ 0 h 1860"/>
                <a:gd name="T8" fmla="*/ 0 w 2316"/>
                <a:gd name="T9" fmla="*/ 0 h 1860"/>
                <a:gd name="T10" fmla="*/ 0 w 2316"/>
                <a:gd name="T11" fmla="*/ 0 h 1860"/>
                <a:gd name="T12" fmla="*/ 0 w 2316"/>
                <a:gd name="T13" fmla="*/ 0 h 1860"/>
                <a:gd name="T14" fmla="*/ 0 w 2316"/>
                <a:gd name="T15" fmla="*/ 0 h 1860"/>
                <a:gd name="T16" fmla="*/ 0 w 2316"/>
                <a:gd name="T17" fmla="*/ 0 h 1860"/>
                <a:gd name="T18" fmla="*/ 0 w 2316"/>
                <a:gd name="T19" fmla="*/ 0 h 1860"/>
                <a:gd name="T20" fmla="*/ 0 w 2316"/>
                <a:gd name="T21" fmla="*/ 0 h 1860"/>
                <a:gd name="T22" fmla="*/ 0 w 2316"/>
                <a:gd name="T23" fmla="*/ 0 h 1860"/>
                <a:gd name="T24" fmla="*/ 0 w 2316"/>
                <a:gd name="T25" fmla="*/ 0 h 1860"/>
                <a:gd name="T26" fmla="*/ 0 w 2316"/>
                <a:gd name="T27" fmla="*/ 0 h 1860"/>
                <a:gd name="T28" fmla="*/ 0 w 2316"/>
                <a:gd name="T29" fmla="*/ 0 h 18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16"/>
                <a:gd name="T46" fmla="*/ 0 h 1860"/>
                <a:gd name="T47" fmla="*/ 2316 w 2316"/>
                <a:gd name="T48" fmla="*/ 1860 h 186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16" h="1860">
                  <a:moveTo>
                    <a:pt x="0" y="545"/>
                  </a:moveTo>
                  <a:lnTo>
                    <a:pt x="0" y="1860"/>
                  </a:lnTo>
                  <a:lnTo>
                    <a:pt x="1745" y="1860"/>
                  </a:lnTo>
                  <a:lnTo>
                    <a:pt x="1745" y="883"/>
                  </a:lnTo>
                  <a:lnTo>
                    <a:pt x="1948" y="883"/>
                  </a:lnTo>
                  <a:lnTo>
                    <a:pt x="1948" y="1129"/>
                  </a:lnTo>
                  <a:lnTo>
                    <a:pt x="2316" y="1129"/>
                  </a:lnTo>
                  <a:lnTo>
                    <a:pt x="2316" y="0"/>
                  </a:lnTo>
                  <a:lnTo>
                    <a:pt x="1948" y="0"/>
                  </a:lnTo>
                  <a:lnTo>
                    <a:pt x="1948" y="267"/>
                  </a:lnTo>
                  <a:lnTo>
                    <a:pt x="1745" y="267"/>
                  </a:lnTo>
                  <a:lnTo>
                    <a:pt x="1745" y="0"/>
                  </a:lnTo>
                  <a:lnTo>
                    <a:pt x="1312" y="0"/>
                  </a:lnTo>
                  <a:lnTo>
                    <a:pt x="1312" y="545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0" name="Freeform 260">
              <a:extLst>
                <a:ext uri="{FF2B5EF4-FFF2-40B4-BE49-F238E27FC236}">
                  <a16:creationId xmlns:a16="http://schemas.microsoft.com/office/drawing/2014/main" id="{CDD1A544-CDDC-4043-87CD-A4FB2E96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2300"/>
              <a:ext cx="425" cy="948"/>
            </a:xfrm>
            <a:custGeom>
              <a:avLst/>
              <a:gdLst>
                <a:gd name="T0" fmla="*/ 0 w 3401"/>
                <a:gd name="T1" fmla="*/ 0 h 7583"/>
                <a:gd name="T2" fmla="*/ 0 w 3401"/>
                <a:gd name="T3" fmla="*/ 0 h 7583"/>
                <a:gd name="T4" fmla="*/ 0 w 3401"/>
                <a:gd name="T5" fmla="*/ 0 h 7583"/>
                <a:gd name="T6" fmla="*/ 0 w 3401"/>
                <a:gd name="T7" fmla="*/ 0 h 7583"/>
                <a:gd name="T8" fmla="*/ 0 w 3401"/>
                <a:gd name="T9" fmla="*/ 0 h 7583"/>
                <a:gd name="T10" fmla="*/ 0 w 3401"/>
                <a:gd name="T11" fmla="*/ 0 h 7583"/>
                <a:gd name="T12" fmla="*/ 0 w 3401"/>
                <a:gd name="T13" fmla="*/ 0 h 7583"/>
                <a:gd name="T14" fmla="*/ 0 w 3401"/>
                <a:gd name="T15" fmla="*/ 0 h 7583"/>
                <a:gd name="T16" fmla="*/ 0 w 3401"/>
                <a:gd name="T17" fmla="*/ 0 h 7583"/>
                <a:gd name="T18" fmla="*/ 0 w 3401"/>
                <a:gd name="T19" fmla="*/ 0 h 7583"/>
                <a:gd name="T20" fmla="*/ 0 w 3401"/>
                <a:gd name="T21" fmla="*/ 0 h 7583"/>
                <a:gd name="T22" fmla="*/ 0 w 3401"/>
                <a:gd name="T23" fmla="*/ 0 h 7583"/>
                <a:gd name="T24" fmla="*/ 0 w 3401"/>
                <a:gd name="T25" fmla="*/ 0 h 7583"/>
                <a:gd name="T26" fmla="*/ 0 w 3401"/>
                <a:gd name="T27" fmla="*/ 0 h 7583"/>
                <a:gd name="T28" fmla="*/ 0 w 3401"/>
                <a:gd name="T29" fmla="*/ 0 h 75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401"/>
                <a:gd name="T46" fmla="*/ 0 h 7583"/>
                <a:gd name="T47" fmla="*/ 3401 w 3401"/>
                <a:gd name="T48" fmla="*/ 7583 h 758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401" h="7583">
                  <a:moveTo>
                    <a:pt x="8" y="1005"/>
                  </a:moveTo>
                  <a:lnTo>
                    <a:pt x="1247" y="1005"/>
                  </a:lnTo>
                  <a:lnTo>
                    <a:pt x="1247" y="12"/>
                  </a:lnTo>
                  <a:lnTo>
                    <a:pt x="2777" y="0"/>
                  </a:lnTo>
                  <a:lnTo>
                    <a:pt x="2777" y="1912"/>
                  </a:lnTo>
                  <a:lnTo>
                    <a:pt x="3401" y="1912"/>
                  </a:lnTo>
                  <a:lnTo>
                    <a:pt x="3401" y="2253"/>
                  </a:lnTo>
                  <a:lnTo>
                    <a:pt x="2741" y="2253"/>
                  </a:lnTo>
                  <a:lnTo>
                    <a:pt x="2741" y="3497"/>
                  </a:lnTo>
                  <a:lnTo>
                    <a:pt x="3068" y="3497"/>
                  </a:lnTo>
                  <a:lnTo>
                    <a:pt x="3068" y="3968"/>
                  </a:lnTo>
                  <a:lnTo>
                    <a:pt x="2741" y="3968"/>
                  </a:lnTo>
                  <a:lnTo>
                    <a:pt x="2741" y="7583"/>
                  </a:lnTo>
                  <a:lnTo>
                    <a:pt x="0" y="7583"/>
                  </a:lnTo>
                  <a:lnTo>
                    <a:pt x="8" y="10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1" name="Freeform 261">
              <a:extLst>
                <a:ext uri="{FF2B5EF4-FFF2-40B4-BE49-F238E27FC236}">
                  <a16:creationId xmlns:a16="http://schemas.microsoft.com/office/drawing/2014/main" id="{E4702DE3-94C1-144C-9835-54078228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46"/>
              <a:ext cx="749" cy="760"/>
            </a:xfrm>
            <a:custGeom>
              <a:avLst/>
              <a:gdLst>
                <a:gd name="T0" fmla="*/ 0 w 5989"/>
                <a:gd name="T1" fmla="*/ 0 h 6082"/>
                <a:gd name="T2" fmla="*/ 0 w 5989"/>
                <a:gd name="T3" fmla="*/ 0 h 6082"/>
                <a:gd name="T4" fmla="*/ 0 w 5989"/>
                <a:gd name="T5" fmla="*/ 0 h 6082"/>
                <a:gd name="T6" fmla="*/ 0 w 5989"/>
                <a:gd name="T7" fmla="*/ 0 h 6082"/>
                <a:gd name="T8" fmla="*/ 0 w 5989"/>
                <a:gd name="T9" fmla="*/ 0 h 6082"/>
                <a:gd name="T10" fmla="*/ 0 w 5989"/>
                <a:gd name="T11" fmla="*/ 0 h 6082"/>
                <a:gd name="T12" fmla="*/ 0 w 5989"/>
                <a:gd name="T13" fmla="*/ 0 h 6082"/>
                <a:gd name="T14" fmla="*/ 0 w 5989"/>
                <a:gd name="T15" fmla="*/ 0 h 6082"/>
                <a:gd name="T16" fmla="*/ 0 w 5989"/>
                <a:gd name="T17" fmla="*/ 0 h 6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989"/>
                <a:gd name="T28" fmla="*/ 0 h 6082"/>
                <a:gd name="T29" fmla="*/ 5989 w 5989"/>
                <a:gd name="T30" fmla="*/ 6082 h 60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989" h="6082">
                  <a:moveTo>
                    <a:pt x="5979" y="6058"/>
                  </a:moveTo>
                  <a:lnTo>
                    <a:pt x="0" y="6082"/>
                  </a:lnTo>
                  <a:lnTo>
                    <a:pt x="220" y="5204"/>
                  </a:lnTo>
                  <a:lnTo>
                    <a:pt x="465" y="4384"/>
                  </a:lnTo>
                  <a:lnTo>
                    <a:pt x="3977" y="21"/>
                  </a:lnTo>
                  <a:lnTo>
                    <a:pt x="4830" y="0"/>
                  </a:lnTo>
                  <a:lnTo>
                    <a:pt x="5560" y="955"/>
                  </a:lnTo>
                  <a:lnTo>
                    <a:pt x="5989" y="3229"/>
                  </a:lnTo>
                  <a:lnTo>
                    <a:pt x="5979" y="60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2" name="Freeform 262">
              <a:extLst>
                <a:ext uri="{FF2B5EF4-FFF2-40B4-BE49-F238E27FC236}">
                  <a16:creationId xmlns:a16="http://schemas.microsoft.com/office/drawing/2014/main" id="{5795E006-409B-1045-8EA4-6C91FF86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024"/>
              <a:ext cx="869" cy="784"/>
            </a:xfrm>
            <a:custGeom>
              <a:avLst/>
              <a:gdLst>
                <a:gd name="T0" fmla="*/ 0 w 6956"/>
                <a:gd name="T1" fmla="*/ 0 h 6275"/>
                <a:gd name="T2" fmla="*/ 0 w 6956"/>
                <a:gd name="T3" fmla="*/ 0 h 6275"/>
                <a:gd name="T4" fmla="*/ 0 w 6956"/>
                <a:gd name="T5" fmla="*/ 0 h 6275"/>
                <a:gd name="T6" fmla="*/ 0 w 6956"/>
                <a:gd name="T7" fmla="*/ 0 h 6275"/>
                <a:gd name="T8" fmla="*/ 0 w 6956"/>
                <a:gd name="T9" fmla="*/ 0 h 6275"/>
                <a:gd name="T10" fmla="*/ 0 w 6956"/>
                <a:gd name="T11" fmla="*/ 0 h 6275"/>
                <a:gd name="T12" fmla="*/ 0 w 6956"/>
                <a:gd name="T13" fmla="*/ 0 h 6275"/>
                <a:gd name="T14" fmla="*/ 0 w 6956"/>
                <a:gd name="T15" fmla="*/ 0 h 6275"/>
                <a:gd name="T16" fmla="*/ 0 w 6956"/>
                <a:gd name="T17" fmla="*/ 0 h 6275"/>
                <a:gd name="T18" fmla="*/ 0 w 6956"/>
                <a:gd name="T19" fmla="*/ 0 h 6275"/>
                <a:gd name="T20" fmla="*/ 0 w 6956"/>
                <a:gd name="T21" fmla="*/ 0 h 6275"/>
                <a:gd name="T22" fmla="*/ 0 w 6956"/>
                <a:gd name="T23" fmla="*/ 0 h 6275"/>
                <a:gd name="T24" fmla="*/ 0 w 6956"/>
                <a:gd name="T25" fmla="*/ 0 h 6275"/>
                <a:gd name="T26" fmla="*/ 0 w 6956"/>
                <a:gd name="T27" fmla="*/ 0 h 6275"/>
                <a:gd name="T28" fmla="*/ 0 w 6956"/>
                <a:gd name="T29" fmla="*/ 0 h 6275"/>
                <a:gd name="T30" fmla="*/ 0 w 6956"/>
                <a:gd name="T31" fmla="*/ 0 h 6275"/>
                <a:gd name="T32" fmla="*/ 0 w 6956"/>
                <a:gd name="T33" fmla="*/ 0 h 6275"/>
                <a:gd name="T34" fmla="*/ 0 w 6956"/>
                <a:gd name="T35" fmla="*/ 0 h 6275"/>
                <a:gd name="T36" fmla="*/ 0 w 6956"/>
                <a:gd name="T37" fmla="*/ 0 h 6275"/>
                <a:gd name="T38" fmla="*/ 0 w 6956"/>
                <a:gd name="T39" fmla="*/ 0 h 6275"/>
                <a:gd name="T40" fmla="*/ 0 w 6956"/>
                <a:gd name="T41" fmla="*/ 0 h 6275"/>
                <a:gd name="T42" fmla="*/ 0 w 6956"/>
                <a:gd name="T43" fmla="*/ 0 h 6275"/>
                <a:gd name="T44" fmla="*/ 0 w 6956"/>
                <a:gd name="T45" fmla="*/ 0 h 6275"/>
                <a:gd name="T46" fmla="*/ 0 w 6956"/>
                <a:gd name="T47" fmla="*/ 0 h 6275"/>
                <a:gd name="T48" fmla="*/ 0 w 6956"/>
                <a:gd name="T49" fmla="*/ 0 h 6275"/>
                <a:gd name="T50" fmla="*/ 0 w 6956"/>
                <a:gd name="T51" fmla="*/ 0 h 6275"/>
                <a:gd name="T52" fmla="*/ 0 w 6956"/>
                <a:gd name="T53" fmla="*/ 0 h 6275"/>
                <a:gd name="T54" fmla="*/ 0 w 6956"/>
                <a:gd name="T55" fmla="*/ 0 h 6275"/>
                <a:gd name="T56" fmla="*/ 0 w 6956"/>
                <a:gd name="T57" fmla="*/ 0 h 6275"/>
                <a:gd name="T58" fmla="*/ 0 w 6956"/>
                <a:gd name="T59" fmla="*/ 0 h 6275"/>
                <a:gd name="T60" fmla="*/ 0 w 6956"/>
                <a:gd name="T61" fmla="*/ 0 h 6275"/>
                <a:gd name="T62" fmla="*/ 0 w 6956"/>
                <a:gd name="T63" fmla="*/ 0 h 6275"/>
                <a:gd name="T64" fmla="*/ 0 w 6956"/>
                <a:gd name="T65" fmla="*/ 0 h 6275"/>
                <a:gd name="T66" fmla="*/ 0 w 6956"/>
                <a:gd name="T67" fmla="*/ 0 h 6275"/>
                <a:gd name="T68" fmla="*/ 0 w 6956"/>
                <a:gd name="T69" fmla="*/ 0 h 6275"/>
                <a:gd name="T70" fmla="*/ 0 w 6956"/>
                <a:gd name="T71" fmla="*/ 0 h 6275"/>
                <a:gd name="T72" fmla="*/ 0 w 6956"/>
                <a:gd name="T73" fmla="*/ 0 h 6275"/>
                <a:gd name="T74" fmla="*/ 0 w 6956"/>
                <a:gd name="T75" fmla="*/ 0 h 6275"/>
                <a:gd name="T76" fmla="*/ 0 w 6956"/>
                <a:gd name="T77" fmla="*/ 0 h 6275"/>
                <a:gd name="T78" fmla="*/ 0 w 6956"/>
                <a:gd name="T79" fmla="*/ 0 h 6275"/>
                <a:gd name="T80" fmla="*/ 0 w 6956"/>
                <a:gd name="T81" fmla="*/ 0 h 6275"/>
                <a:gd name="T82" fmla="*/ 0 w 6956"/>
                <a:gd name="T83" fmla="*/ 0 h 6275"/>
                <a:gd name="T84" fmla="*/ 0 w 6956"/>
                <a:gd name="T85" fmla="*/ 0 h 6275"/>
                <a:gd name="T86" fmla="*/ 0 w 6956"/>
                <a:gd name="T87" fmla="*/ 0 h 6275"/>
                <a:gd name="T88" fmla="*/ 0 w 6956"/>
                <a:gd name="T89" fmla="*/ 0 h 6275"/>
                <a:gd name="T90" fmla="*/ 0 w 6956"/>
                <a:gd name="T91" fmla="*/ 0 h 6275"/>
                <a:gd name="T92" fmla="*/ 0 w 6956"/>
                <a:gd name="T93" fmla="*/ 0 h 6275"/>
                <a:gd name="T94" fmla="*/ 0 w 6956"/>
                <a:gd name="T95" fmla="*/ 0 h 6275"/>
                <a:gd name="T96" fmla="*/ 0 w 6956"/>
                <a:gd name="T97" fmla="*/ 0 h 62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56"/>
                <a:gd name="T148" fmla="*/ 0 h 6275"/>
                <a:gd name="T149" fmla="*/ 6956 w 6956"/>
                <a:gd name="T150" fmla="*/ 6275 h 62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56" h="6275">
                  <a:moveTo>
                    <a:pt x="0" y="2326"/>
                  </a:moveTo>
                  <a:lnTo>
                    <a:pt x="63" y="2810"/>
                  </a:lnTo>
                  <a:lnTo>
                    <a:pt x="361" y="3779"/>
                  </a:lnTo>
                  <a:lnTo>
                    <a:pt x="720" y="4481"/>
                  </a:lnTo>
                  <a:lnTo>
                    <a:pt x="1098" y="5450"/>
                  </a:lnTo>
                  <a:lnTo>
                    <a:pt x="1461" y="5469"/>
                  </a:lnTo>
                  <a:lnTo>
                    <a:pt x="1461" y="5659"/>
                  </a:lnTo>
                  <a:lnTo>
                    <a:pt x="1425" y="6082"/>
                  </a:lnTo>
                  <a:lnTo>
                    <a:pt x="1614" y="6209"/>
                  </a:lnTo>
                  <a:lnTo>
                    <a:pt x="1719" y="6209"/>
                  </a:lnTo>
                  <a:lnTo>
                    <a:pt x="1754" y="5365"/>
                  </a:lnTo>
                  <a:lnTo>
                    <a:pt x="2037" y="5240"/>
                  </a:lnTo>
                  <a:lnTo>
                    <a:pt x="2037" y="6229"/>
                  </a:lnTo>
                  <a:lnTo>
                    <a:pt x="2635" y="6275"/>
                  </a:lnTo>
                  <a:lnTo>
                    <a:pt x="3382" y="6145"/>
                  </a:lnTo>
                  <a:lnTo>
                    <a:pt x="3791" y="5998"/>
                  </a:lnTo>
                  <a:lnTo>
                    <a:pt x="3681" y="4899"/>
                  </a:lnTo>
                  <a:lnTo>
                    <a:pt x="3965" y="5216"/>
                  </a:lnTo>
                  <a:lnTo>
                    <a:pt x="4185" y="5365"/>
                  </a:lnTo>
                  <a:lnTo>
                    <a:pt x="4527" y="5532"/>
                  </a:lnTo>
                  <a:lnTo>
                    <a:pt x="4669" y="5532"/>
                  </a:lnTo>
                  <a:lnTo>
                    <a:pt x="4873" y="5258"/>
                  </a:lnTo>
                  <a:lnTo>
                    <a:pt x="5311" y="4522"/>
                  </a:lnTo>
                  <a:lnTo>
                    <a:pt x="5719" y="2934"/>
                  </a:lnTo>
                  <a:lnTo>
                    <a:pt x="5672" y="1835"/>
                  </a:lnTo>
                  <a:lnTo>
                    <a:pt x="5408" y="1268"/>
                  </a:lnTo>
                  <a:lnTo>
                    <a:pt x="4828" y="1034"/>
                  </a:lnTo>
                  <a:lnTo>
                    <a:pt x="5168" y="931"/>
                  </a:lnTo>
                  <a:lnTo>
                    <a:pt x="5530" y="1011"/>
                  </a:lnTo>
                  <a:lnTo>
                    <a:pt x="6013" y="1479"/>
                  </a:lnTo>
                  <a:lnTo>
                    <a:pt x="6454" y="2405"/>
                  </a:lnTo>
                  <a:lnTo>
                    <a:pt x="6704" y="3294"/>
                  </a:lnTo>
                  <a:lnTo>
                    <a:pt x="6908" y="4203"/>
                  </a:lnTo>
                  <a:lnTo>
                    <a:pt x="6908" y="2914"/>
                  </a:lnTo>
                  <a:lnTo>
                    <a:pt x="6956" y="2512"/>
                  </a:lnTo>
                  <a:lnTo>
                    <a:pt x="6704" y="1901"/>
                  </a:lnTo>
                  <a:lnTo>
                    <a:pt x="6267" y="1076"/>
                  </a:lnTo>
                  <a:lnTo>
                    <a:pt x="5813" y="637"/>
                  </a:lnTo>
                  <a:lnTo>
                    <a:pt x="5922" y="41"/>
                  </a:lnTo>
                  <a:lnTo>
                    <a:pt x="5560" y="0"/>
                  </a:lnTo>
                  <a:lnTo>
                    <a:pt x="4606" y="0"/>
                  </a:lnTo>
                  <a:lnTo>
                    <a:pt x="3761" y="695"/>
                  </a:lnTo>
                  <a:lnTo>
                    <a:pt x="3336" y="1543"/>
                  </a:lnTo>
                  <a:lnTo>
                    <a:pt x="3119" y="1501"/>
                  </a:lnTo>
                  <a:lnTo>
                    <a:pt x="2869" y="1501"/>
                  </a:lnTo>
                  <a:lnTo>
                    <a:pt x="1848" y="1858"/>
                  </a:lnTo>
                  <a:lnTo>
                    <a:pt x="1461" y="2112"/>
                  </a:lnTo>
                  <a:lnTo>
                    <a:pt x="782" y="2112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3" name="Freeform 263">
              <a:extLst>
                <a:ext uri="{FF2B5EF4-FFF2-40B4-BE49-F238E27FC236}">
                  <a16:creationId xmlns:a16="http://schemas.microsoft.com/office/drawing/2014/main" id="{FED2849B-8C68-D247-ADA0-40459B63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949"/>
              <a:ext cx="109" cy="148"/>
            </a:xfrm>
            <a:custGeom>
              <a:avLst/>
              <a:gdLst>
                <a:gd name="T0" fmla="*/ 0 w 869"/>
                <a:gd name="T1" fmla="*/ 0 h 1183"/>
                <a:gd name="T2" fmla="*/ 0 w 869"/>
                <a:gd name="T3" fmla="*/ 0 h 1183"/>
                <a:gd name="T4" fmla="*/ 0 w 869"/>
                <a:gd name="T5" fmla="*/ 0 h 1183"/>
                <a:gd name="T6" fmla="*/ 0 w 869"/>
                <a:gd name="T7" fmla="*/ 0 h 1183"/>
                <a:gd name="T8" fmla="*/ 0 w 869"/>
                <a:gd name="T9" fmla="*/ 0 h 1183"/>
                <a:gd name="T10" fmla="*/ 0 w 869"/>
                <a:gd name="T11" fmla="*/ 0 h 1183"/>
                <a:gd name="T12" fmla="*/ 0 w 869"/>
                <a:gd name="T13" fmla="*/ 0 h 1183"/>
                <a:gd name="T14" fmla="*/ 0 w 869"/>
                <a:gd name="T15" fmla="*/ 0 h 1183"/>
                <a:gd name="T16" fmla="*/ 0 w 869"/>
                <a:gd name="T17" fmla="*/ 0 h 1183"/>
                <a:gd name="T18" fmla="*/ 0 w 869"/>
                <a:gd name="T19" fmla="*/ 0 h 1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69"/>
                <a:gd name="T31" fmla="*/ 0 h 1183"/>
                <a:gd name="T32" fmla="*/ 869 w 869"/>
                <a:gd name="T33" fmla="*/ 1183 h 118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69" h="1183">
                  <a:moveTo>
                    <a:pt x="0" y="786"/>
                  </a:moveTo>
                  <a:lnTo>
                    <a:pt x="0" y="1066"/>
                  </a:lnTo>
                  <a:lnTo>
                    <a:pt x="181" y="1163"/>
                  </a:lnTo>
                  <a:lnTo>
                    <a:pt x="326" y="1183"/>
                  </a:lnTo>
                  <a:lnTo>
                    <a:pt x="609" y="1183"/>
                  </a:lnTo>
                  <a:lnTo>
                    <a:pt x="790" y="1118"/>
                  </a:lnTo>
                  <a:lnTo>
                    <a:pt x="869" y="1019"/>
                  </a:lnTo>
                  <a:lnTo>
                    <a:pt x="609" y="0"/>
                  </a:lnTo>
                  <a:lnTo>
                    <a:pt x="0" y="166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4" name="Freeform 264">
              <a:extLst>
                <a:ext uri="{FF2B5EF4-FFF2-40B4-BE49-F238E27FC236}">
                  <a16:creationId xmlns:a16="http://schemas.microsoft.com/office/drawing/2014/main" id="{72170A42-77F9-B54D-8E66-B8D1A7C01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92"/>
              <a:ext cx="256" cy="116"/>
            </a:xfrm>
            <a:custGeom>
              <a:avLst/>
              <a:gdLst>
                <a:gd name="T0" fmla="*/ 0 w 2054"/>
                <a:gd name="T1" fmla="*/ 0 h 931"/>
                <a:gd name="T2" fmla="*/ 0 w 2054"/>
                <a:gd name="T3" fmla="*/ 0 h 931"/>
                <a:gd name="T4" fmla="*/ 0 w 2054"/>
                <a:gd name="T5" fmla="*/ 0 h 931"/>
                <a:gd name="T6" fmla="*/ 0 w 2054"/>
                <a:gd name="T7" fmla="*/ 0 h 931"/>
                <a:gd name="T8" fmla="*/ 0 w 2054"/>
                <a:gd name="T9" fmla="*/ 0 h 931"/>
                <a:gd name="T10" fmla="*/ 0 w 2054"/>
                <a:gd name="T11" fmla="*/ 0 h 931"/>
                <a:gd name="T12" fmla="*/ 0 w 2054"/>
                <a:gd name="T13" fmla="*/ 0 h 931"/>
                <a:gd name="T14" fmla="*/ 0 w 2054"/>
                <a:gd name="T15" fmla="*/ 0 h 931"/>
                <a:gd name="T16" fmla="*/ 0 w 2054"/>
                <a:gd name="T17" fmla="*/ 0 h 931"/>
                <a:gd name="T18" fmla="*/ 0 w 2054"/>
                <a:gd name="T19" fmla="*/ 0 h 931"/>
                <a:gd name="T20" fmla="*/ 0 w 2054"/>
                <a:gd name="T21" fmla="*/ 0 h 9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54"/>
                <a:gd name="T34" fmla="*/ 0 h 931"/>
                <a:gd name="T35" fmla="*/ 2054 w 2054"/>
                <a:gd name="T36" fmla="*/ 931 h 93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54" h="931">
                  <a:moveTo>
                    <a:pt x="0" y="618"/>
                  </a:moveTo>
                  <a:lnTo>
                    <a:pt x="297" y="717"/>
                  </a:lnTo>
                  <a:lnTo>
                    <a:pt x="649" y="717"/>
                  </a:lnTo>
                  <a:lnTo>
                    <a:pt x="788" y="931"/>
                  </a:lnTo>
                  <a:lnTo>
                    <a:pt x="1308" y="867"/>
                  </a:lnTo>
                  <a:lnTo>
                    <a:pt x="2054" y="540"/>
                  </a:lnTo>
                  <a:lnTo>
                    <a:pt x="2054" y="99"/>
                  </a:lnTo>
                  <a:lnTo>
                    <a:pt x="1840" y="0"/>
                  </a:lnTo>
                  <a:lnTo>
                    <a:pt x="323" y="0"/>
                  </a:lnTo>
                  <a:lnTo>
                    <a:pt x="0" y="99"/>
                  </a:lnTo>
                  <a:lnTo>
                    <a:pt x="0" y="618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5" name="Freeform 265">
              <a:extLst>
                <a:ext uri="{FF2B5EF4-FFF2-40B4-BE49-F238E27FC236}">
                  <a16:creationId xmlns:a16="http://schemas.microsoft.com/office/drawing/2014/main" id="{732CCC2E-C27E-604C-A261-8BF3A12C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799"/>
              <a:ext cx="143" cy="76"/>
            </a:xfrm>
            <a:custGeom>
              <a:avLst/>
              <a:gdLst>
                <a:gd name="T0" fmla="*/ 0 w 1148"/>
                <a:gd name="T1" fmla="*/ 0 h 606"/>
                <a:gd name="T2" fmla="*/ 0 w 1148"/>
                <a:gd name="T3" fmla="*/ 0 h 606"/>
                <a:gd name="T4" fmla="*/ 0 w 1148"/>
                <a:gd name="T5" fmla="*/ 0 h 606"/>
                <a:gd name="T6" fmla="*/ 0 w 1148"/>
                <a:gd name="T7" fmla="*/ 0 h 606"/>
                <a:gd name="T8" fmla="*/ 0 w 1148"/>
                <a:gd name="T9" fmla="*/ 0 h 606"/>
                <a:gd name="T10" fmla="*/ 0 w 1148"/>
                <a:gd name="T11" fmla="*/ 0 h 606"/>
                <a:gd name="T12" fmla="*/ 0 w 1148"/>
                <a:gd name="T13" fmla="*/ 0 h 6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48"/>
                <a:gd name="T22" fmla="*/ 0 h 606"/>
                <a:gd name="T23" fmla="*/ 1148 w 1148"/>
                <a:gd name="T24" fmla="*/ 606 h 6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48" h="606">
                  <a:moveTo>
                    <a:pt x="0" y="0"/>
                  </a:moveTo>
                  <a:lnTo>
                    <a:pt x="1077" y="0"/>
                  </a:lnTo>
                  <a:lnTo>
                    <a:pt x="1148" y="52"/>
                  </a:lnTo>
                  <a:lnTo>
                    <a:pt x="1148" y="545"/>
                  </a:lnTo>
                  <a:lnTo>
                    <a:pt x="1064" y="606"/>
                  </a:lnTo>
                  <a:lnTo>
                    <a:pt x="0" y="6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6" name="Rectangle 266">
              <a:extLst>
                <a:ext uri="{FF2B5EF4-FFF2-40B4-BE49-F238E27FC236}">
                  <a16:creationId xmlns:a16="http://schemas.microsoft.com/office/drawing/2014/main" id="{4110FE23-A996-8A43-AE27-C04A4DA57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825"/>
              <a:ext cx="199" cy="2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337" name="Freeform 267">
              <a:extLst>
                <a:ext uri="{FF2B5EF4-FFF2-40B4-BE49-F238E27FC236}">
                  <a16:creationId xmlns:a16="http://schemas.microsoft.com/office/drawing/2014/main" id="{6C23C864-0585-904A-83A7-E372095F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2941"/>
              <a:ext cx="1077" cy="568"/>
            </a:xfrm>
            <a:custGeom>
              <a:avLst/>
              <a:gdLst>
                <a:gd name="T0" fmla="*/ 0 w 8618"/>
                <a:gd name="T1" fmla="*/ 0 h 4544"/>
                <a:gd name="T2" fmla="*/ 0 w 8618"/>
                <a:gd name="T3" fmla="*/ 0 h 4544"/>
                <a:gd name="T4" fmla="*/ 0 w 8618"/>
                <a:gd name="T5" fmla="*/ 0 h 4544"/>
                <a:gd name="T6" fmla="*/ 0 w 8618"/>
                <a:gd name="T7" fmla="*/ 0 h 4544"/>
                <a:gd name="T8" fmla="*/ 0 w 8618"/>
                <a:gd name="T9" fmla="*/ 0 h 4544"/>
                <a:gd name="T10" fmla="*/ 0 w 8618"/>
                <a:gd name="T11" fmla="*/ 0 h 4544"/>
                <a:gd name="T12" fmla="*/ 0 w 8618"/>
                <a:gd name="T13" fmla="*/ 0 h 4544"/>
                <a:gd name="T14" fmla="*/ 0 w 8618"/>
                <a:gd name="T15" fmla="*/ 0 h 4544"/>
                <a:gd name="T16" fmla="*/ 0 w 8618"/>
                <a:gd name="T17" fmla="*/ 0 h 4544"/>
                <a:gd name="T18" fmla="*/ 0 w 8618"/>
                <a:gd name="T19" fmla="*/ 0 h 4544"/>
                <a:gd name="T20" fmla="*/ 0 w 8618"/>
                <a:gd name="T21" fmla="*/ 0 h 4544"/>
                <a:gd name="T22" fmla="*/ 0 w 8618"/>
                <a:gd name="T23" fmla="*/ 0 h 4544"/>
                <a:gd name="T24" fmla="*/ 0 w 8618"/>
                <a:gd name="T25" fmla="*/ 0 h 4544"/>
                <a:gd name="T26" fmla="*/ 0 w 8618"/>
                <a:gd name="T27" fmla="*/ 0 h 4544"/>
                <a:gd name="T28" fmla="*/ 0 w 8618"/>
                <a:gd name="T29" fmla="*/ 0 h 4544"/>
                <a:gd name="T30" fmla="*/ 0 w 8618"/>
                <a:gd name="T31" fmla="*/ 0 h 4544"/>
                <a:gd name="T32" fmla="*/ 0 w 8618"/>
                <a:gd name="T33" fmla="*/ 0 h 4544"/>
                <a:gd name="T34" fmla="*/ 0 w 8618"/>
                <a:gd name="T35" fmla="*/ 0 h 4544"/>
                <a:gd name="T36" fmla="*/ 0 w 8618"/>
                <a:gd name="T37" fmla="*/ 0 h 4544"/>
                <a:gd name="T38" fmla="*/ 0 w 8618"/>
                <a:gd name="T39" fmla="*/ 0 h 4544"/>
                <a:gd name="T40" fmla="*/ 0 w 8618"/>
                <a:gd name="T41" fmla="*/ 0 h 4544"/>
                <a:gd name="T42" fmla="*/ 0 w 8618"/>
                <a:gd name="T43" fmla="*/ 0 h 45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618"/>
                <a:gd name="T67" fmla="*/ 0 h 4544"/>
                <a:gd name="T68" fmla="*/ 8618 w 8618"/>
                <a:gd name="T69" fmla="*/ 4544 h 454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618" h="4544">
                  <a:moveTo>
                    <a:pt x="8618" y="4220"/>
                  </a:moveTo>
                  <a:lnTo>
                    <a:pt x="8341" y="3460"/>
                  </a:lnTo>
                  <a:lnTo>
                    <a:pt x="8307" y="3088"/>
                  </a:lnTo>
                  <a:lnTo>
                    <a:pt x="7914" y="3068"/>
                  </a:lnTo>
                  <a:lnTo>
                    <a:pt x="7045" y="2538"/>
                  </a:lnTo>
                  <a:lnTo>
                    <a:pt x="5775" y="2055"/>
                  </a:lnTo>
                  <a:lnTo>
                    <a:pt x="4155" y="1132"/>
                  </a:lnTo>
                  <a:lnTo>
                    <a:pt x="2802" y="280"/>
                  </a:lnTo>
                  <a:lnTo>
                    <a:pt x="1998" y="139"/>
                  </a:lnTo>
                  <a:lnTo>
                    <a:pt x="1161" y="139"/>
                  </a:lnTo>
                  <a:lnTo>
                    <a:pt x="478" y="0"/>
                  </a:lnTo>
                  <a:lnTo>
                    <a:pt x="66" y="233"/>
                  </a:lnTo>
                  <a:lnTo>
                    <a:pt x="0" y="646"/>
                  </a:lnTo>
                  <a:lnTo>
                    <a:pt x="598" y="1684"/>
                  </a:lnTo>
                  <a:lnTo>
                    <a:pt x="1602" y="1803"/>
                  </a:lnTo>
                  <a:lnTo>
                    <a:pt x="2854" y="1803"/>
                  </a:lnTo>
                  <a:lnTo>
                    <a:pt x="3277" y="2010"/>
                  </a:lnTo>
                  <a:lnTo>
                    <a:pt x="4547" y="2931"/>
                  </a:lnTo>
                  <a:lnTo>
                    <a:pt x="5212" y="3416"/>
                  </a:lnTo>
                  <a:lnTo>
                    <a:pt x="7081" y="4383"/>
                  </a:lnTo>
                  <a:lnTo>
                    <a:pt x="8529" y="4544"/>
                  </a:lnTo>
                  <a:lnTo>
                    <a:pt x="8618" y="422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8" name="Freeform 268">
              <a:extLst>
                <a:ext uri="{FF2B5EF4-FFF2-40B4-BE49-F238E27FC236}">
                  <a16:creationId xmlns:a16="http://schemas.microsoft.com/office/drawing/2014/main" id="{99985C7A-D3FB-F34E-88F4-015C5F98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785"/>
              <a:ext cx="78" cy="20"/>
            </a:xfrm>
            <a:custGeom>
              <a:avLst/>
              <a:gdLst>
                <a:gd name="T0" fmla="*/ 0 w 619"/>
                <a:gd name="T1" fmla="*/ 0 h 164"/>
                <a:gd name="T2" fmla="*/ 0 w 619"/>
                <a:gd name="T3" fmla="*/ 0 h 164"/>
                <a:gd name="T4" fmla="*/ 0 w 619"/>
                <a:gd name="T5" fmla="*/ 0 h 164"/>
                <a:gd name="T6" fmla="*/ 0 w 619"/>
                <a:gd name="T7" fmla="*/ 0 h 164"/>
                <a:gd name="T8" fmla="*/ 0 w 619"/>
                <a:gd name="T9" fmla="*/ 0 h 164"/>
                <a:gd name="T10" fmla="*/ 0 w 619"/>
                <a:gd name="T11" fmla="*/ 0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9"/>
                <a:gd name="T19" fmla="*/ 0 h 164"/>
                <a:gd name="T20" fmla="*/ 619 w 619"/>
                <a:gd name="T21" fmla="*/ 164 h 1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9" h="164">
                  <a:moveTo>
                    <a:pt x="0" y="164"/>
                  </a:moveTo>
                  <a:lnTo>
                    <a:pt x="306" y="164"/>
                  </a:lnTo>
                  <a:lnTo>
                    <a:pt x="619" y="74"/>
                  </a:lnTo>
                  <a:lnTo>
                    <a:pt x="217" y="0"/>
                  </a:lnTo>
                  <a:lnTo>
                    <a:pt x="66" y="61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39" name="Freeform 269">
              <a:extLst>
                <a:ext uri="{FF2B5EF4-FFF2-40B4-BE49-F238E27FC236}">
                  <a16:creationId xmlns:a16="http://schemas.microsoft.com/office/drawing/2014/main" id="{D3ACFB65-D288-F24D-AD07-86E0CB7C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879"/>
              <a:ext cx="518" cy="406"/>
            </a:xfrm>
            <a:custGeom>
              <a:avLst/>
              <a:gdLst>
                <a:gd name="T0" fmla="*/ 0 w 4149"/>
                <a:gd name="T1" fmla="*/ 0 h 3249"/>
                <a:gd name="T2" fmla="*/ 0 w 4149"/>
                <a:gd name="T3" fmla="*/ 0 h 3249"/>
                <a:gd name="T4" fmla="*/ 0 w 4149"/>
                <a:gd name="T5" fmla="*/ 0 h 3249"/>
                <a:gd name="T6" fmla="*/ 0 w 4149"/>
                <a:gd name="T7" fmla="*/ 0 h 3249"/>
                <a:gd name="T8" fmla="*/ 0 w 4149"/>
                <a:gd name="T9" fmla="*/ 0 h 3249"/>
                <a:gd name="T10" fmla="*/ 0 w 4149"/>
                <a:gd name="T11" fmla="*/ 0 h 3249"/>
                <a:gd name="T12" fmla="*/ 0 w 4149"/>
                <a:gd name="T13" fmla="*/ 0 h 3249"/>
                <a:gd name="T14" fmla="*/ 0 w 4149"/>
                <a:gd name="T15" fmla="*/ 0 h 3249"/>
                <a:gd name="T16" fmla="*/ 0 w 4149"/>
                <a:gd name="T17" fmla="*/ 0 h 3249"/>
                <a:gd name="T18" fmla="*/ 0 w 4149"/>
                <a:gd name="T19" fmla="*/ 0 h 3249"/>
                <a:gd name="T20" fmla="*/ 0 w 4149"/>
                <a:gd name="T21" fmla="*/ 0 h 3249"/>
                <a:gd name="T22" fmla="*/ 0 w 4149"/>
                <a:gd name="T23" fmla="*/ 0 h 3249"/>
                <a:gd name="T24" fmla="*/ 0 w 4149"/>
                <a:gd name="T25" fmla="*/ 0 h 3249"/>
                <a:gd name="T26" fmla="*/ 0 w 4149"/>
                <a:gd name="T27" fmla="*/ 0 h 3249"/>
                <a:gd name="T28" fmla="*/ 0 w 4149"/>
                <a:gd name="T29" fmla="*/ 0 h 3249"/>
                <a:gd name="T30" fmla="*/ 0 w 4149"/>
                <a:gd name="T31" fmla="*/ 0 h 3249"/>
                <a:gd name="T32" fmla="*/ 0 w 4149"/>
                <a:gd name="T33" fmla="*/ 0 h 3249"/>
                <a:gd name="T34" fmla="*/ 0 w 4149"/>
                <a:gd name="T35" fmla="*/ 0 h 3249"/>
                <a:gd name="T36" fmla="*/ 0 w 4149"/>
                <a:gd name="T37" fmla="*/ 0 h 3249"/>
                <a:gd name="T38" fmla="*/ 0 w 4149"/>
                <a:gd name="T39" fmla="*/ 0 h 3249"/>
                <a:gd name="T40" fmla="*/ 0 w 4149"/>
                <a:gd name="T41" fmla="*/ 0 h 3249"/>
                <a:gd name="T42" fmla="*/ 0 w 4149"/>
                <a:gd name="T43" fmla="*/ 0 h 3249"/>
                <a:gd name="T44" fmla="*/ 0 w 4149"/>
                <a:gd name="T45" fmla="*/ 0 h 3249"/>
                <a:gd name="T46" fmla="*/ 0 w 4149"/>
                <a:gd name="T47" fmla="*/ 0 h 3249"/>
                <a:gd name="T48" fmla="*/ 0 w 4149"/>
                <a:gd name="T49" fmla="*/ 0 h 3249"/>
                <a:gd name="T50" fmla="*/ 0 w 4149"/>
                <a:gd name="T51" fmla="*/ 0 h 3249"/>
                <a:gd name="T52" fmla="*/ 0 w 4149"/>
                <a:gd name="T53" fmla="*/ 0 h 3249"/>
                <a:gd name="T54" fmla="*/ 0 w 4149"/>
                <a:gd name="T55" fmla="*/ 0 h 3249"/>
                <a:gd name="T56" fmla="*/ 0 w 4149"/>
                <a:gd name="T57" fmla="*/ 0 h 3249"/>
                <a:gd name="T58" fmla="*/ 0 w 4149"/>
                <a:gd name="T59" fmla="*/ 0 h 3249"/>
                <a:gd name="T60" fmla="*/ 0 w 4149"/>
                <a:gd name="T61" fmla="*/ 0 h 3249"/>
                <a:gd name="T62" fmla="*/ 0 w 4149"/>
                <a:gd name="T63" fmla="*/ 0 h 3249"/>
                <a:gd name="T64" fmla="*/ 0 w 4149"/>
                <a:gd name="T65" fmla="*/ 0 h 3249"/>
                <a:gd name="T66" fmla="*/ 0 w 4149"/>
                <a:gd name="T67" fmla="*/ 0 h 3249"/>
                <a:gd name="T68" fmla="*/ 0 w 4149"/>
                <a:gd name="T69" fmla="*/ 0 h 3249"/>
                <a:gd name="T70" fmla="*/ 0 w 4149"/>
                <a:gd name="T71" fmla="*/ 0 h 3249"/>
                <a:gd name="T72" fmla="*/ 0 w 4149"/>
                <a:gd name="T73" fmla="*/ 0 h 32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149"/>
                <a:gd name="T112" fmla="*/ 0 h 3249"/>
                <a:gd name="T113" fmla="*/ 4149 w 4149"/>
                <a:gd name="T114" fmla="*/ 3249 h 324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149" h="3249">
                  <a:moveTo>
                    <a:pt x="371" y="10"/>
                  </a:moveTo>
                  <a:lnTo>
                    <a:pt x="371" y="244"/>
                  </a:lnTo>
                  <a:lnTo>
                    <a:pt x="571" y="244"/>
                  </a:lnTo>
                  <a:lnTo>
                    <a:pt x="1002" y="157"/>
                  </a:lnTo>
                  <a:lnTo>
                    <a:pt x="1155" y="86"/>
                  </a:lnTo>
                  <a:lnTo>
                    <a:pt x="1625" y="0"/>
                  </a:lnTo>
                  <a:lnTo>
                    <a:pt x="1715" y="135"/>
                  </a:lnTo>
                  <a:lnTo>
                    <a:pt x="2032" y="414"/>
                  </a:lnTo>
                  <a:lnTo>
                    <a:pt x="2509" y="742"/>
                  </a:lnTo>
                  <a:lnTo>
                    <a:pt x="2710" y="995"/>
                  </a:lnTo>
                  <a:lnTo>
                    <a:pt x="3204" y="1694"/>
                  </a:lnTo>
                  <a:lnTo>
                    <a:pt x="3398" y="1922"/>
                  </a:lnTo>
                  <a:lnTo>
                    <a:pt x="4149" y="2681"/>
                  </a:lnTo>
                  <a:lnTo>
                    <a:pt x="4088" y="2727"/>
                  </a:lnTo>
                  <a:lnTo>
                    <a:pt x="3891" y="3129"/>
                  </a:lnTo>
                  <a:lnTo>
                    <a:pt x="3677" y="3249"/>
                  </a:lnTo>
                  <a:lnTo>
                    <a:pt x="3439" y="3119"/>
                  </a:lnTo>
                  <a:lnTo>
                    <a:pt x="3314" y="3070"/>
                  </a:lnTo>
                  <a:lnTo>
                    <a:pt x="3048" y="3091"/>
                  </a:lnTo>
                  <a:lnTo>
                    <a:pt x="1697" y="1536"/>
                  </a:lnTo>
                  <a:lnTo>
                    <a:pt x="1496" y="1536"/>
                  </a:lnTo>
                  <a:lnTo>
                    <a:pt x="1407" y="1513"/>
                  </a:lnTo>
                  <a:lnTo>
                    <a:pt x="1163" y="550"/>
                  </a:lnTo>
                  <a:lnTo>
                    <a:pt x="800" y="646"/>
                  </a:lnTo>
                  <a:lnTo>
                    <a:pt x="1055" y="806"/>
                  </a:lnTo>
                  <a:lnTo>
                    <a:pt x="1088" y="973"/>
                  </a:lnTo>
                  <a:lnTo>
                    <a:pt x="895" y="1263"/>
                  </a:lnTo>
                  <a:lnTo>
                    <a:pt x="589" y="1362"/>
                  </a:lnTo>
                  <a:lnTo>
                    <a:pt x="335" y="1203"/>
                  </a:lnTo>
                  <a:lnTo>
                    <a:pt x="278" y="1084"/>
                  </a:lnTo>
                  <a:lnTo>
                    <a:pt x="266" y="936"/>
                  </a:lnTo>
                  <a:lnTo>
                    <a:pt x="156" y="844"/>
                  </a:lnTo>
                  <a:lnTo>
                    <a:pt x="108" y="646"/>
                  </a:lnTo>
                  <a:lnTo>
                    <a:pt x="0" y="414"/>
                  </a:lnTo>
                  <a:lnTo>
                    <a:pt x="0" y="221"/>
                  </a:lnTo>
                  <a:lnTo>
                    <a:pt x="314" y="0"/>
                  </a:lnTo>
                  <a:lnTo>
                    <a:pt x="371" y="1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0" name="Freeform 270">
              <a:extLst>
                <a:ext uri="{FF2B5EF4-FFF2-40B4-BE49-F238E27FC236}">
                  <a16:creationId xmlns:a16="http://schemas.microsoft.com/office/drawing/2014/main" id="{F9E61A37-F1C3-184F-AAC6-1EC3A9ED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73"/>
              <a:ext cx="424" cy="508"/>
            </a:xfrm>
            <a:custGeom>
              <a:avLst/>
              <a:gdLst>
                <a:gd name="T0" fmla="*/ 0 w 3386"/>
                <a:gd name="T1" fmla="*/ 0 h 4067"/>
                <a:gd name="T2" fmla="*/ 0 w 3386"/>
                <a:gd name="T3" fmla="*/ 0 h 4067"/>
                <a:gd name="T4" fmla="*/ 0 w 3386"/>
                <a:gd name="T5" fmla="*/ 0 h 4067"/>
                <a:gd name="T6" fmla="*/ 0 w 3386"/>
                <a:gd name="T7" fmla="*/ 0 h 4067"/>
                <a:gd name="T8" fmla="*/ 0 w 3386"/>
                <a:gd name="T9" fmla="*/ 0 h 4067"/>
                <a:gd name="T10" fmla="*/ 0 w 3386"/>
                <a:gd name="T11" fmla="*/ 0 h 4067"/>
                <a:gd name="T12" fmla="*/ 0 w 3386"/>
                <a:gd name="T13" fmla="*/ 0 h 4067"/>
                <a:gd name="T14" fmla="*/ 0 w 3386"/>
                <a:gd name="T15" fmla="*/ 0 h 4067"/>
                <a:gd name="T16" fmla="*/ 0 w 3386"/>
                <a:gd name="T17" fmla="*/ 0 h 4067"/>
                <a:gd name="T18" fmla="*/ 0 w 3386"/>
                <a:gd name="T19" fmla="*/ 0 h 4067"/>
                <a:gd name="T20" fmla="*/ 0 w 3386"/>
                <a:gd name="T21" fmla="*/ 0 h 4067"/>
                <a:gd name="T22" fmla="*/ 0 w 3386"/>
                <a:gd name="T23" fmla="*/ 0 h 4067"/>
                <a:gd name="T24" fmla="*/ 0 w 3386"/>
                <a:gd name="T25" fmla="*/ 0 h 4067"/>
                <a:gd name="T26" fmla="*/ 0 w 3386"/>
                <a:gd name="T27" fmla="*/ 0 h 4067"/>
                <a:gd name="T28" fmla="*/ 0 w 3386"/>
                <a:gd name="T29" fmla="*/ 0 h 4067"/>
                <a:gd name="T30" fmla="*/ 0 w 3386"/>
                <a:gd name="T31" fmla="*/ 0 h 4067"/>
                <a:gd name="T32" fmla="*/ 0 w 3386"/>
                <a:gd name="T33" fmla="*/ 0 h 4067"/>
                <a:gd name="T34" fmla="*/ 0 w 3386"/>
                <a:gd name="T35" fmla="*/ 0 h 4067"/>
                <a:gd name="T36" fmla="*/ 0 w 3386"/>
                <a:gd name="T37" fmla="*/ 0 h 4067"/>
                <a:gd name="T38" fmla="*/ 0 w 3386"/>
                <a:gd name="T39" fmla="*/ 0 h 4067"/>
                <a:gd name="T40" fmla="*/ 0 w 3386"/>
                <a:gd name="T41" fmla="*/ 0 h 4067"/>
                <a:gd name="T42" fmla="*/ 0 w 3386"/>
                <a:gd name="T43" fmla="*/ 0 h 4067"/>
                <a:gd name="T44" fmla="*/ 0 w 3386"/>
                <a:gd name="T45" fmla="*/ 0 h 4067"/>
                <a:gd name="T46" fmla="*/ 0 w 3386"/>
                <a:gd name="T47" fmla="*/ 0 h 4067"/>
                <a:gd name="T48" fmla="*/ 0 w 3386"/>
                <a:gd name="T49" fmla="*/ 0 h 4067"/>
                <a:gd name="T50" fmla="*/ 0 w 3386"/>
                <a:gd name="T51" fmla="*/ 0 h 4067"/>
                <a:gd name="T52" fmla="*/ 0 w 3386"/>
                <a:gd name="T53" fmla="*/ 0 h 4067"/>
                <a:gd name="T54" fmla="*/ 0 w 3386"/>
                <a:gd name="T55" fmla="*/ 0 h 406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386"/>
                <a:gd name="T85" fmla="*/ 0 h 4067"/>
                <a:gd name="T86" fmla="*/ 3386 w 3386"/>
                <a:gd name="T87" fmla="*/ 4067 h 406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386" h="4067">
                  <a:moveTo>
                    <a:pt x="400" y="0"/>
                  </a:moveTo>
                  <a:lnTo>
                    <a:pt x="338" y="333"/>
                  </a:lnTo>
                  <a:lnTo>
                    <a:pt x="338" y="594"/>
                  </a:lnTo>
                  <a:lnTo>
                    <a:pt x="400" y="780"/>
                  </a:lnTo>
                  <a:lnTo>
                    <a:pt x="400" y="863"/>
                  </a:lnTo>
                  <a:lnTo>
                    <a:pt x="51" y="1553"/>
                  </a:lnTo>
                  <a:lnTo>
                    <a:pt x="0" y="1640"/>
                  </a:lnTo>
                  <a:lnTo>
                    <a:pt x="82" y="1823"/>
                  </a:lnTo>
                  <a:lnTo>
                    <a:pt x="122" y="1851"/>
                  </a:lnTo>
                  <a:lnTo>
                    <a:pt x="199" y="1851"/>
                  </a:lnTo>
                  <a:lnTo>
                    <a:pt x="293" y="1942"/>
                  </a:lnTo>
                  <a:lnTo>
                    <a:pt x="293" y="2257"/>
                  </a:lnTo>
                  <a:lnTo>
                    <a:pt x="467" y="2387"/>
                  </a:lnTo>
                  <a:lnTo>
                    <a:pt x="338" y="2529"/>
                  </a:lnTo>
                  <a:lnTo>
                    <a:pt x="346" y="2586"/>
                  </a:lnTo>
                  <a:lnTo>
                    <a:pt x="456" y="2713"/>
                  </a:lnTo>
                  <a:lnTo>
                    <a:pt x="563" y="2817"/>
                  </a:lnTo>
                  <a:lnTo>
                    <a:pt x="509" y="2876"/>
                  </a:lnTo>
                  <a:lnTo>
                    <a:pt x="487" y="2973"/>
                  </a:lnTo>
                  <a:lnTo>
                    <a:pt x="487" y="3074"/>
                  </a:lnTo>
                  <a:lnTo>
                    <a:pt x="580" y="3207"/>
                  </a:lnTo>
                  <a:lnTo>
                    <a:pt x="1785" y="3374"/>
                  </a:lnTo>
                  <a:lnTo>
                    <a:pt x="1867" y="4067"/>
                  </a:lnTo>
                  <a:lnTo>
                    <a:pt x="2285" y="3517"/>
                  </a:lnTo>
                  <a:lnTo>
                    <a:pt x="2660" y="3173"/>
                  </a:lnTo>
                  <a:lnTo>
                    <a:pt x="3182" y="2830"/>
                  </a:lnTo>
                  <a:lnTo>
                    <a:pt x="3386" y="78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1" name="Freeform 271">
              <a:extLst>
                <a:ext uri="{FF2B5EF4-FFF2-40B4-BE49-F238E27FC236}">
                  <a16:creationId xmlns:a16="http://schemas.microsoft.com/office/drawing/2014/main" id="{FAAE22B7-884F-CD44-B8DD-8C4710A67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71"/>
              <a:ext cx="33" cy="18"/>
            </a:xfrm>
            <a:custGeom>
              <a:avLst/>
              <a:gdLst>
                <a:gd name="T0" fmla="*/ 0 w 270"/>
                <a:gd name="T1" fmla="*/ 0 h 142"/>
                <a:gd name="T2" fmla="*/ 0 w 270"/>
                <a:gd name="T3" fmla="*/ 0 h 142"/>
                <a:gd name="T4" fmla="*/ 0 w 270"/>
                <a:gd name="T5" fmla="*/ 0 h 142"/>
                <a:gd name="T6" fmla="*/ 0 w 270"/>
                <a:gd name="T7" fmla="*/ 0 h 142"/>
                <a:gd name="T8" fmla="*/ 0 w 270"/>
                <a:gd name="T9" fmla="*/ 0 h 142"/>
                <a:gd name="T10" fmla="*/ 0 w 270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0"/>
                <a:gd name="T19" fmla="*/ 0 h 142"/>
                <a:gd name="T20" fmla="*/ 270 w 270"/>
                <a:gd name="T21" fmla="*/ 142 h 1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0" h="142">
                  <a:moveTo>
                    <a:pt x="0" y="142"/>
                  </a:moveTo>
                  <a:lnTo>
                    <a:pt x="107" y="115"/>
                  </a:lnTo>
                  <a:lnTo>
                    <a:pt x="270" y="0"/>
                  </a:lnTo>
                  <a:lnTo>
                    <a:pt x="75" y="0"/>
                  </a:lnTo>
                  <a:lnTo>
                    <a:pt x="19" y="57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2" name="Freeform 272">
              <a:extLst>
                <a:ext uri="{FF2B5EF4-FFF2-40B4-BE49-F238E27FC236}">
                  <a16:creationId xmlns:a16="http://schemas.microsoft.com/office/drawing/2014/main" id="{387FB328-3D63-884C-8B92-7F72334A5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71"/>
              <a:ext cx="16" cy="9"/>
            </a:xfrm>
            <a:custGeom>
              <a:avLst/>
              <a:gdLst>
                <a:gd name="T0" fmla="*/ 0 w 130"/>
                <a:gd name="T1" fmla="*/ 0 h 69"/>
                <a:gd name="T2" fmla="*/ 0 w 130"/>
                <a:gd name="T3" fmla="*/ 0 h 69"/>
                <a:gd name="T4" fmla="*/ 0 w 130"/>
                <a:gd name="T5" fmla="*/ 0 h 69"/>
                <a:gd name="T6" fmla="*/ 0 w 130"/>
                <a:gd name="T7" fmla="*/ 0 h 69"/>
                <a:gd name="T8" fmla="*/ 0 w 130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0"/>
                <a:gd name="T16" fmla="*/ 0 h 69"/>
                <a:gd name="T17" fmla="*/ 130 w 130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0" h="69">
                  <a:moveTo>
                    <a:pt x="0" y="69"/>
                  </a:moveTo>
                  <a:lnTo>
                    <a:pt x="88" y="43"/>
                  </a:lnTo>
                  <a:lnTo>
                    <a:pt x="130" y="0"/>
                  </a:lnTo>
                  <a:lnTo>
                    <a:pt x="56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3" name="Freeform 273">
              <a:extLst>
                <a:ext uri="{FF2B5EF4-FFF2-40B4-BE49-F238E27FC236}">
                  <a16:creationId xmlns:a16="http://schemas.microsoft.com/office/drawing/2014/main" id="{930E45B4-11A3-3B4F-9EC8-1CDB2780E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783"/>
              <a:ext cx="26" cy="21"/>
            </a:xfrm>
            <a:custGeom>
              <a:avLst/>
              <a:gdLst>
                <a:gd name="T0" fmla="*/ 0 w 209"/>
                <a:gd name="T1" fmla="*/ 0 h 171"/>
                <a:gd name="T2" fmla="*/ 0 w 209"/>
                <a:gd name="T3" fmla="*/ 0 h 171"/>
                <a:gd name="T4" fmla="*/ 0 w 209"/>
                <a:gd name="T5" fmla="*/ 0 h 171"/>
                <a:gd name="T6" fmla="*/ 0 w 209"/>
                <a:gd name="T7" fmla="*/ 0 h 171"/>
                <a:gd name="T8" fmla="*/ 0 w 209"/>
                <a:gd name="T9" fmla="*/ 0 h 171"/>
                <a:gd name="T10" fmla="*/ 0 w 209"/>
                <a:gd name="T11" fmla="*/ 0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171"/>
                <a:gd name="T20" fmla="*/ 209 w 209"/>
                <a:gd name="T21" fmla="*/ 171 h 1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171">
                  <a:moveTo>
                    <a:pt x="0" y="171"/>
                  </a:moveTo>
                  <a:lnTo>
                    <a:pt x="122" y="171"/>
                  </a:lnTo>
                  <a:lnTo>
                    <a:pt x="209" y="140"/>
                  </a:lnTo>
                  <a:lnTo>
                    <a:pt x="147" y="54"/>
                  </a:lnTo>
                  <a:lnTo>
                    <a:pt x="0" y="0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4" name="Freeform 274">
              <a:extLst>
                <a:ext uri="{FF2B5EF4-FFF2-40B4-BE49-F238E27FC236}">
                  <a16:creationId xmlns:a16="http://schemas.microsoft.com/office/drawing/2014/main" id="{98D19B8E-AE26-5C4B-8F7F-BBBC9999B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66"/>
              <a:ext cx="46" cy="60"/>
            </a:xfrm>
            <a:custGeom>
              <a:avLst/>
              <a:gdLst>
                <a:gd name="T0" fmla="*/ 0 w 370"/>
                <a:gd name="T1" fmla="*/ 0 h 484"/>
                <a:gd name="T2" fmla="*/ 0 w 370"/>
                <a:gd name="T3" fmla="*/ 0 h 484"/>
                <a:gd name="T4" fmla="*/ 0 w 370"/>
                <a:gd name="T5" fmla="*/ 0 h 484"/>
                <a:gd name="T6" fmla="*/ 0 w 370"/>
                <a:gd name="T7" fmla="*/ 0 h 484"/>
                <a:gd name="T8" fmla="*/ 0 w 370"/>
                <a:gd name="T9" fmla="*/ 0 h 484"/>
                <a:gd name="T10" fmla="*/ 0 w 370"/>
                <a:gd name="T11" fmla="*/ 0 h 484"/>
                <a:gd name="T12" fmla="*/ 0 w 370"/>
                <a:gd name="T13" fmla="*/ 0 h 484"/>
                <a:gd name="T14" fmla="*/ 0 w 370"/>
                <a:gd name="T15" fmla="*/ 0 h 484"/>
                <a:gd name="T16" fmla="*/ 0 w 370"/>
                <a:gd name="T17" fmla="*/ 0 h 484"/>
                <a:gd name="T18" fmla="*/ 0 w 370"/>
                <a:gd name="T19" fmla="*/ 0 h 484"/>
                <a:gd name="T20" fmla="*/ 0 w 370"/>
                <a:gd name="T21" fmla="*/ 0 h 484"/>
                <a:gd name="T22" fmla="*/ 0 w 370"/>
                <a:gd name="T23" fmla="*/ 0 h 484"/>
                <a:gd name="T24" fmla="*/ 0 w 370"/>
                <a:gd name="T25" fmla="*/ 0 h 4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0"/>
                <a:gd name="T40" fmla="*/ 0 h 484"/>
                <a:gd name="T41" fmla="*/ 370 w 370"/>
                <a:gd name="T42" fmla="*/ 484 h 48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0" h="484">
                  <a:moveTo>
                    <a:pt x="42" y="70"/>
                  </a:moveTo>
                  <a:lnTo>
                    <a:pt x="118" y="0"/>
                  </a:lnTo>
                  <a:lnTo>
                    <a:pt x="227" y="0"/>
                  </a:lnTo>
                  <a:lnTo>
                    <a:pt x="336" y="70"/>
                  </a:lnTo>
                  <a:lnTo>
                    <a:pt x="370" y="184"/>
                  </a:lnTo>
                  <a:lnTo>
                    <a:pt x="370" y="309"/>
                  </a:lnTo>
                  <a:lnTo>
                    <a:pt x="336" y="428"/>
                  </a:lnTo>
                  <a:lnTo>
                    <a:pt x="286" y="469"/>
                  </a:lnTo>
                  <a:lnTo>
                    <a:pt x="223" y="484"/>
                  </a:lnTo>
                  <a:lnTo>
                    <a:pt x="118" y="456"/>
                  </a:lnTo>
                  <a:lnTo>
                    <a:pt x="11" y="356"/>
                  </a:lnTo>
                  <a:lnTo>
                    <a:pt x="0" y="242"/>
                  </a:lnTo>
                  <a:lnTo>
                    <a:pt x="42" y="7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5" name="Freeform 275">
              <a:extLst>
                <a:ext uri="{FF2B5EF4-FFF2-40B4-BE49-F238E27FC236}">
                  <a16:creationId xmlns:a16="http://schemas.microsoft.com/office/drawing/2014/main" id="{774F9D29-76F9-224C-97A3-F016FA65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736"/>
              <a:ext cx="82" cy="71"/>
            </a:xfrm>
            <a:custGeom>
              <a:avLst/>
              <a:gdLst>
                <a:gd name="T0" fmla="*/ 0 w 655"/>
                <a:gd name="T1" fmla="*/ 0 h 563"/>
                <a:gd name="T2" fmla="*/ 0 w 655"/>
                <a:gd name="T3" fmla="*/ 0 h 563"/>
                <a:gd name="T4" fmla="*/ 0 w 655"/>
                <a:gd name="T5" fmla="*/ 0 h 563"/>
                <a:gd name="T6" fmla="*/ 0 w 655"/>
                <a:gd name="T7" fmla="*/ 0 h 563"/>
                <a:gd name="T8" fmla="*/ 0 w 655"/>
                <a:gd name="T9" fmla="*/ 0 h 563"/>
                <a:gd name="T10" fmla="*/ 0 w 655"/>
                <a:gd name="T11" fmla="*/ 0 h 563"/>
                <a:gd name="T12" fmla="*/ 0 w 655"/>
                <a:gd name="T13" fmla="*/ 0 h 563"/>
                <a:gd name="T14" fmla="*/ 0 w 655"/>
                <a:gd name="T15" fmla="*/ 0 h 563"/>
                <a:gd name="T16" fmla="*/ 0 w 655"/>
                <a:gd name="T17" fmla="*/ 0 h 563"/>
                <a:gd name="T18" fmla="*/ 0 w 655"/>
                <a:gd name="T19" fmla="*/ 0 h 563"/>
                <a:gd name="T20" fmla="*/ 0 w 655"/>
                <a:gd name="T21" fmla="*/ 0 h 563"/>
                <a:gd name="T22" fmla="*/ 0 w 655"/>
                <a:gd name="T23" fmla="*/ 0 h 563"/>
                <a:gd name="T24" fmla="*/ 0 w 655"/>
                <a:gd name="T25" fmla="*/ 0 h 563"/>
                <a:gd name="T26" fmla="*/ 0 w 655"/>
                <a:gd name="T27" fmla="*/ 0 h 563"/>
                <a:gd name="T28" fmla="*/ 0 w 655"/>
                <a:gd name="T29" fmla="*/ 0 h 563"/>
                <a:gd name="T30" fmla="*/ 0 w 655"/>
                <a:gd name="T31" fmla="*/ 0 h 563"/>
                <a:gd name="T32" fmla="*/ 0 w 655"/>
                <a:gd name="T33" fmla="*/ 0 h 563"/>
                <a:gd name="T34" fmla="*/ 0 w 655"/>
                <a:gd name="T35" fmla="*/ 0 h 563"/>
                <a:gd name="T36" fmla="*/ 0 w 655"/>
                <a:gd name="T37" fmla="*/ 0 h 563"/>
                <a:gd name="T38" fmla="*/ 0 w 655"/>
                <a:gd name="T39" fmla="*/ 0 h 563"/>
                <a:gd name="T40" fmla="*/ 0 w 655"/>
                <a:gd name="T41" fmla="*/ 0 h 563"/>
                <a:gd name="T42" fmla="*/ 0 w 655"/>
                <a:gd name="T43" fmla="*/ 0 h 563"/>
                <a:gd name="T44" fmla="*/ 0 w 655"/>
                <a:gd name="T45" fmla="*/ 0 h 563"/>
                <a:gd name="T46" fmla="*/ 0 w 655"/>
                <a:gd name="T47" fmla="*/ 0 h 563"/>
                <a:gd name="T48" fmla="*/ 0 w 655"/>
                <a:gd name="T49" fmla="*/ 0 h 563"/>
                <a:gd name="T50" fmla="*/ 0 w 655"/>
                <a:gd name="T51" fmla="*/ 0 h 563"/>
                <a:gd name="T52" fmla="*/ 0 w 655"/>
                <a:gd name="T53" fmla="*/ 0 h 563"/>
                <a:gd name="T54" fmla="*/ 0 w 655"/>
                <a:gd name="T55" fmla="*/ 0 h 563"/>
                <a:gd name="T56" fmla="*/ 0 w 655"/>
                <a:gd name="T57" fmla="*/ 0 h 563"/>
                <a:gd name="T58" fmla="*/ 0 w 655"/>
                <a:gd name="T59" fmla="*/ 0 h 56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55"/>
                <a:gd name="T91" fmla="*/ 0 h 563"/>
                <a:gd name="T92" fmla="*/ 655 w 655"/>
                <a:gd name="T93" fmla="*/ 563 h 5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55" h="563">
                  <a:moveTo>
                    <a:pt x="641" y="470"/>
                  </a:moveTo>
                  <a:lnTo>
                    <a:pt x="542" y="430"/>
                  </a:lnTo>
                  <a:lnTo>
                    <a:pt x="450" y="321"/>
                  </a:lnTo>
                  <a:lnTo>
                    <a:pt x="222" y="244"/>
                  </a:lnTo>
                  <a:lnTo>
                    <a:pt x="97" y="170"/>
                  </a:lnTo>
                  <a:lnTo>
                    <a:pt x="212" y="76"/>
                  </a:lnTo>
                  <a:lnTo>
                    <a:pt x="295" y="76"/>
                  </a:lnTo>
                  <a:lnTo>
                    <a:pt x="450" y="184"/>
                  </a:lnTo>
                  <a:lnTo>
                    <a:pt x="517" y="206"/>
                  </a:lnTo>
                  <a:lnTo>
                    <a:pt x="655" y="206"/>
                  </a:lnTo>
                  <a:lnTo>
                    <a:pt x="472" y="170"/>
                  </a:lnTo>
                  <a:lnTo>
                    <a:pt x="335" y="53"/>
                  </a:lnTo>
                  <a:lnTo>
                    <a:pt x="252" y="0"/>
                  </a:lnTo>
                  <a:lnTo>
                    <a:pt x="180" y="15"/>
                  </a:lnTo>
                  <a:lnTo>
                    <a:pt x="28" y="15"/>
                  </a:lnTo>
                  <a:lnTo>
                    <a:pt x="0" y="94"/>
                  </a:lnTo>
                  <a:lnTo>
                    <a:pt x="71" y="301"/>
                  </a:lnTo>
                  <a:lnTo>
                    <a:pt x="191" y="430"/>
                  </a:lnTo>
                  <a:lnTo>
                    <a:pt x="265" y="430"/>
                  </a:lnTo>
                  <a:lnTo>
                    <a:pt x="306" y="506"/>
                  </a:lnTo>
                  <a:lnTo>
                    <a:pt x="306" y="563"/>
                  </a:lnTo>
                  <a:lnTo>
                    <a:pt x="347" y="563"/>
                  </a:lnTo>
                  <a:lnTo>
                    <a:pt x="394" y="450"/>
                  </a:lnTo>
                  <a:lnTo>
                    <a:pt x="517" y="486"/>
                  </a:lnTo>
                  <a:lnTo>
                    <a:pt x="347" y="394"/>
                  </a:lnTo>
                  <a:lnTo>
                    <a:pt x="212" y="394"/>
                  </a:lnTo>
                  <a:lnTo>
                    <a:pt x="295" y="301"/>
                  </a:lnTo>
                  <a:lnTo>
                    <a:pt x="418" y="336"/>
                  </a:lnTo>
                  <a:lnTo>
                    <a:pt x="558" y="470"/>
                  </a:lnTo>
                  <a:lnTo>
                    <a:pt x="641" y="4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6" name="Freeform 276">
              <a:extLst>
                <a:ext uri="{FF2B5EF4-FFF2-40B4-BE49-F238E27FC236}">
                  <a16:creationId xmlns:a16="http://schemas.microsoft.com/office/drawing/2014/main" id="{5C627D92-7479-2348-9664-F5251787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795"/>
              <a:ext cx="20" cy="12"/>
            </a:xfrm>
            <a:custGeom>
              <a:avLst/>
              <a:gdLst>
                <a:gd name="T0" fmla="*/ 0 w 161"/>
                <a:gd name="T1" fmla="*/ 0 h 93"/>
                <a:gd name="T2" fmla="*/ 0 w 161"/>
                <a:gd name="T3" fmla="*/ 0 h 93"/>
                <a:gd name="T4" fmla="*/ 0 w 161"/>
                <a:gd name="T5" fmla="*/ 0 h 93"/>
                <a:gd name="T6" fmla="*/ 0 w 161"/>
                <a:gd name="T7" fmla="*/ 0 h 93"/>
                <a:gd name="T8" fmla="*/ 0 w 161"/>
                <a:gd name="T9" fmla="*/ 0 h 93"/>
                <a:gd name="T10" fmla="*/ 0 w 161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1"/>
                <a:gd name="T19" fmla="*/ 0 h 93"/>
                <a:gd name="T20" fmla="*/ 161 w 161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1" h="93">
                  <a:moveTo>
                    <a:pt x="0" y="0"/>
                  </a:moveTo>
                  <a:lnTo>
                    <a:pt x="22" y="93"/>
                  </a:lnTo>
                  <a:lnTo>
                    <a:pt x="108" y="57"/>
                  </a:lnTo>
                  <a:lnTo>
                    <a:pt x="161" y="57"/>
                  </a:lnTo>
                  <a:lnTo>
                    <a:pt x="8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7" name="Freeform 277">
              <a:extLst>
                <a:ext uri="{FF2B5EF4-FFF2-40B4-BE49-F238E27FC236}">
                  <a16:creationId xmlns:a16="http://schemas.microsoft.com/office/drawing/2014/main" id="{45AB1BF5-FFBA-7247-AE51-3123EC6B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14"/>
              <a:ext cx="24" cy="14"/>
            </a:xfrm>
            <a:custGeom>
              <a:avLst/>
              <a:gdLst>
                <a:gd name="T0" fmla="*/ 0 w 194"/>
                <a:gd name="T1" fmla="*/ 0 h 111"/>
                <a:gd name="T2" fmla="*/ 0 w 194"/>
                <a:gd name="T3" fmla="*/ 0 h 111"/>
                <a:gd name="T4" fmla="*/ 0 w 194"/>
                <a:gd name="T5" fmla="*/ 0 h 111"/>
                <a:gd name="T6" fmla="*/ 0 w 194"/>
                <a:gd name="T7" fmla="*/ 0 h 111"/>
                <a:gd name="T8" fmla="*/ 0 w 194"/>
                <a:gd name="T9" fmla="*/ 0 h 111"/>
                <a:gd name="T10" fmla="*/ 0 w 194"/>
                <a:gd name="T11" fmla="*/ 0 h 111"/>
                <a:gd name="T12" fmla="*/ 0 w 194"/>
                <a:gd name="T13" fmla="*/ 0 h 111"/>
                <a:gd name="T14" fmla="*/ 0 w 194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4"/>
                <a:gd name="T25" fmla="*/ 0 h 111"/>
                <a:gd name="T26" fmla="*/ 194 w 194"/>
                <a:gd name="T27" fmla="*/ 111 h 1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4" h="111">
                  <a:moveTo>
                    <a:pt x="0" y="0"/>
                  </a:moveTo>
                  <a:lnTo>
                    <a:pt x="57" y="17"/>
                  </a:lnTo>
                  <a:lnTo>
                    <a:pt x="172" y="17"/>
                  </a:lnTo>
                  <a:lnTo>
                    <a:pt x="194" y="55"/>
                  </a:lnTo>
                  <a:lnTo>
                    <a:pt x="140" y="111"/>
                  </a:lnTo>
                  <a:lnTo>
                    <a:pt x="57" y="111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8" name="Freeform 278">
              <a:extLst>
                <a:ext uri="{FF2B5EF4-FFF2-40B4-BE49-F238E27FC236}">
                  <a16:creationId xmlns:a16="http://schemas.microsoft.com/office/drawing/2014/main" id="{3B74716A-4960-E247-A347-3018C379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786"/>
              <a:ext cx="44" cy="85"/>
            </a:xfrm>
            <a:custGeom>
              <a:avLst/>
              <a:gdLst>
                <a:gd name="T0" fmla="*/ 0 w 349"/>
                <a:gd name="T1" fmla="*/ 0 h 682"/>
                <a:gd name="T2" fmla="*/ 0 w 349"/>
                <a:gd name="T3" fmla="*/ 0 h 682"/>
                <a:gd name="T4" fmla="*/ 0 w 349"/>
                <a:gd name="T5" fmla="*/ 0 h 682"/>
                <a:gd name="T6" fmla="*/ 0 w 349"/>
                <a:gd name="T7" fmla="*/ 0 h 682"/>
                <a:gd name="T8" fmla="*/ 0 w 349"/>
                <a:gd name="T9" fmla="*/ 0 h 6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9"/>
                <a:gd name="T16" fmla="*/ 0 h 682"/>
                <a:gd name="T17" fmla="*/ 349 w 349"/>
                <a:gd name="T18" fmla="*/ 682 h 6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9" h="682">
                  <a:moveTo>
                    <a:pt x="349" y="0"/>
                  </a:moveTo>
                  <a:lnTo>
                    <a:pt x="0" y="682"/>
                  </a:lnTo>
                  <a:lnTo>
                    <a:pt x="100" y="604"/>
                  </a:lnTo>
                  <a:lnTo>
                    <a:pt x="209" y="338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49" name="Freeform 279">
              <a:extLst>
                <a:ext uri="{FF2B5EF4-FFF2-40B4-BE49-F238E27FC236}">
                  <a16:creationId xmlns:a16="http://schemas.microsoft.com/office/drawing/2014/main" id="{6FF15CCA-2D03-ED4A-BBF2-2FBC0D43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736"/>
              <a:ext cx="3" cy="26"/>
            </a:xfrm>
            <a:custGeom>
              <a:avLst/>
              <a:gdLst>
                <a:gd name="T0" fmla="*/ 0 w 26"/>
                <a:gd name="T1" fmla="*/ 0 h 206"/>
                <a:gd name="T2" fmla="*/ 0 w 26"/>
                <a:gd name="T3" fmla="*/ 0 h 206"/>
                <a:gd name="T4" fmla="*/ 0 w 26"/>
                <a:gd name="T5" fmla="*/ 0 h 206"/>
                <a:gd name="T6" fmla="*/ 0 60000 65536"/>
                <a:gd name="T7" fmla="*/ 0 60000 65536"/>
                <a:gd name="T8" fmla="*/ 0 60000 65536"/>
                <a:gd name="T9" fmla="*/ 0 w 26"/>
                <a:gd name="T10" fmla="*/ 0 h 206"/>
                <a:gd name="T11" fmla="*/ 26 w 26"/>
                <a:gd name="T12" fmla="*/ 206 h 2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206">
                  <a:moveTo>
                    <a:pt x="26" y="206"/>
                  </a:moveTo>
                  <a:lnTo>
                    <a:pt x="0" y="11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0" name="Freeform 280">
              <a:extLst>
                <a:ext uri="{FF2B5EF4-FFF2-40B4-BE49-F238E27FC236}">
                  <a16:creationId xmlns:a16="http://schemas.microsoft.com/office/drawing/2014/main" id="{8E28FC35-A785-3F45-8AED-3253D3DB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883"/>
              <a:ext cx="38" cy="49"/>
            </a:xfrm>
            <a:custGeom>
              <a:avLst/>
              <a:gdLst>
                <a:gd name="T0" fmla="*/ 0 w 306"/>
                <a:gd name="T1" fmla="*/ 0 h 394"/>
                <a:gd name="T2" fmla="*/ 0 w 306"/>
                <a:gd name="T3" fmla="*/ 0 h 394"/>
                <a:gd name="T4" fmla="*/ 0 w 306"/>
                <a:gd name="T5" fmla="*/ 0 h 394"/>
                <a:gd name="T6" fmla="*/ 0 w 306"/>
                <a:gd name="T7" fmla="*/ 0 h 394"/>
                <a:gd name="T8" fmla="*/ 0 w 306"/>
                <a:gd name="T9" fmla="*/ 0 h 394"/>
                <a:gd name="T10" fmla="*/ 0 w 306"/>
                <a:gd name="T11" fmla="*/ 0 h 3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6"/>
                <a:gd name="T19" fmla="*/ 0 h 394"/>
                <a:gd name="T20" fmla="*/ 306 w 306"/>
                <a:gd name="T21" fmla="*/ 394 h 39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6" h="394">
                  <a:moveTo>
                    <a:pt x="0" y="0"/>
                  </a:moveTo>
                  <a:lnTo>
                    <a:pt x="82" y="166"/>
                  </a:lnTo>
                  <a:lnTo>
                    <a:pt x="119" y="203"/>
                  </a:lnTo>
                  <a:lnTo>
                    <a:pt x="208" y="203"/>
                  </a:lnTo>
                  <a:lnTo>
                    <a:pt x="306" y="300"/>
                  </a:lnTo>
                  <a:lnTo>
                    <a:pt x="306" y="39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1" name="Freeform 281">
              <a:extLst>
                <a:ext uri="{FF2B5EF4-FFF2-40B4-BE49-F238E27FC236}">
                  <a16:creationId xmlns:a16="http://schemas.microsoft.com/office/drawing/2014/main" id="{91277CE2-CD8F-614A-A279-B7AB88F4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896"/>
              <a:ext cx="35" cy="12"/>
            </a:xfrm>
            <a:custGeom>
              <a:avLst/>
              <a:gdLst>
                <a:gd name="T0" fmla="*/ 0 w 280"/>
                <a:gd name="T1" fmla="*/ 0 h 95"/>
                <a:gd name="T2" fmla="*/ 0 w 280"/>
                <a:gd name="T3" fmla="*/ 0 h 95"/>
                <a:gd name="T4" fmla="*/ 0 w 280"/>
                <a:gd name="T5" fmla="*/ 0 h 95"/>
                <a:gd name="T6" fmla="*/ 0 w 280"/>
                <a:gd name="T7" fmla="*/ 0 h 95"/>
                <a:gd name="T8" fmla="*/ 0 w 280"/>
                <a:gd name="T9" fmla="*/ 0 h 95"/>
                <a:gd name="T10" fmla="*/ 0 w 280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0"/>
                <a:gd name="T19" fmla="*/ 0 h 95"/>
                <a:gd name="T20" fmla="*/ 280 w 280"/>
                <a:gd name="T21" fmla="*/ 95 h 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0" h="95">
                  <a:moveTo>
                    <a:pt x="0" y="58"/>
                  </a:moveTo>
                  <a:lnTo>
                    <a:pt x="56" y="0"/>
                  </a:lnTo>
                  <a:lnTo>
                    <a:pt x="140" y="0"/>
                  </a:lnTo>
                  <a:lnTo>
                    <a:pt x="280" y="95"/>
                  </a:lnTo>
                  <a:lnTo>
                    <a:pt x="186" y="58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2" name="Freeform 282">
              <a:extLst>
                <a:ext uri="{FF2B5EF4-FFF2-40B4-BE49-F238E27FC236}">
                  <a16:creationId xmlns:a16="http://schemas.microsoft.com/office/drawing/2014/main" id="{DCD6A4CF-A530-B346-ABA0-BFF479EF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908"/>
              <a:ext cx="16" cy="5"/>
            </a:xfrm>
            <a:custGeom>
              <a:avLst/>
              <a:gdLst>
                <a:gd name="T0" fmla="*/ 0 w 130"/>
                <a:gd name="T1" fmla="*/ 0 h 36"/>
                <a:gd name="T2" fmla="*/ 0 w 130"/>
                <a:gd name="T3" fmla="*/ 0 h 36"/>
                <a:gd name="T4" fmla="*/ 0 w 130"/>
                <a:gd name="T5" fmla="*/ 0 h 36"/>
                <a:gd name="T6" fmla="*/ 0 w 130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0"/>
                <a:gd name="T13" fmla="*/ 0 h 36"/>
                <a:gd name="T14" fmla="*/ 130 w 130"/>
                <a:gd name="T15" fmla="*/ 36 h 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0" h="36">
                  <a:moveTo>
                    <a:pt x="0" y="0"/>
                  </a:moveTo>
                  <a:lnTo>
                    <a:pt x="130" y="0"/>
                  </a:lnTo>
                  <a:lnTo>
                    <a:pt x="61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3" name="Line 283">
              <a:extLst>
                <a:ext uri="{FF2B5EF4-FFF2-40B4-BE49-F238E27FC236}">
                  <a16:creationId xmlns:a16="http://schemas.microsoft.com/office/drawing/2014/main" id="{D94CBF5F-487F-7744-8DF9-834FE307F7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4" y="2894"/>
              <a:ext cx="1" cy="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4" name="Freeform 284">
              <a:extLst>
                <a:ext uri="{FF2B5EF4-FFF2-40B4-BE49-F238E27FC236}">
                  <a16:creationId xmlns:a16="http://schemas.microsoft.com/office/drawing/2014/main" id="{CCCB806A-3D2C-E34A-B51F-B4BB85A9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60"/>
              <a:ext cx="54" cy="31"/>
            </a:xfrm>
            <a:custGeom>
              <a:avLst/>
              <a:gdLst>
                <a:gd name="T0" fmla="*/ 0 w 434"/>
                <a:gd name="T1" fmla="*/ 0 h 251"/>
                <a:gd name="T2" fmla="*/ 0 w 434"/>
                <a:gd name="T3" fmla="*/ 0 h 251"/>
                <a:gd name="T4" fmla="*/ 0 w 434"/>
                <a:gd name="T5" fmla="*/ 0 h 251"/>
                <a:gd name="T6" fmla="*/ 0 w 434"/>
                <a:gd name="T7" fmla="*/ 0 h 251"/>
                <a:gd name="T8" fmla="*/ 0 w 434"/>
                <a:gd name="T9" fmla="*/ 0 h 251"/>
                <a:gd name="T10" fmla="*/ 0 w 434"/>
                <a:gd name="T11" fmla="*/ 0 h 251"/>
                <a:gd name="T12" fmla="*/ 0 w 434"/>
                <a:gd name="T13" fmla="*/ 0 h 251"/>
                <a:gd name="T14" fmla="*/ 0 w 434"/>
                <a:gd name="T15" fmla="*/ 0 h 251"/>
                <a:gd name="T16" fmla="*/ 0 w 434"/>
                <a:gd name="T17" fmla="*/ 0 h 251"/>
                <a:gd name="T18" fmla="*/ 0 w 434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4"/>
                <a:gd name="T31" fmla="*/ 0 h 251"/>
                <a:gd name="T32" fmla="*/ 434 w 434"/>
                <a:gd name="T33" fmla="*/ 251 h 2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4" h="251">
                  <a:moveTo>
                    <a:pt x="434" y="251"/>
                  </a:moveTo>
                  <a:lnTo>
                    <a:pt x="405" y="152"/>
                  </a:lnTo>
                  <a:lnTo>
                    <a:pt x="321" y="79"/>
                  </a:lnTo>
                  <a:lnTo>
                    <a:pt x="267" y="59"/>
                  </a:lnTo>
                  <a:lnTo>
                    <a:pt x="41" y="0"/>
                  </a:lnTo>
                  <a:lnTo>
                    <a:pt x="0" y="0"/>
                  </a:lnTo>
                  <a:lnTo>
                    <a:pt x="31" y="59"/>
                  </a:lnTo>
                  <a:lnTo>
                    <a:pt x="127" y="134"/>
                  </a:lnTo>
                  <a:lnTo>
                    <a:pt x="338" y="134"/>
                  </a:lnTo>
                  <a:lnTo>
                    <a:pt x="434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5" name="Freeform 285">
              <a:extLst>
                <a:ext uri="{FF2B5EF4-FFF2-40B4-BE49-F238E27FC236}">
                  <a16:creationId xmlns:a16="http://schemas.microsoft.com/office/drawing/2014/main" id="{6C18D760-205F-7B42-9594-BDB6A43B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77"/>
              <a:ext cx="9" cy="16"/>
            </a:xfrm>
            <a:custGeom>
              <a:avLst/>
              <a:gdLst>
                <a:gd name="T0" fmla="*/ 0 w 68"/>
                <a:gd name="T1" fmla="*/ 0 h 128"/>
                <a:gd name="T2" fmla="*/ 0 w 68"/>
                <a:gd name="T3" fmla="*/ 0 h 128"/>
                <a:gd name="T4" fmla="*/ 0 w 68"/>
                <a:gd name="T5" fmla="*/ 0 h 128"/>
                <a:gd name="T6" fmla="*/ 0 w 68"/>
                <a:gd name="T7" fmla="*/ 0 h 128"/>
                <a:gd name="T8" fmla="*/ 0 w 68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128"/>
                <a:gd name="T17" fmla="*/ 68 w 68"/>
                <a:gd name="T18" fmla="*/ 128 h 1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128">
                  <a:moveTo>
                    <a:pt x="0" y="128"/>
                  </a:moveTo>
                  <a:lnTo>
                    <a:pt x="26" y="56"/>
                  </a:lnTo>
                  <a:lnTo>
                    <a:pt x="68" y="0"/>
                  </a:lnTo>
                  <a:lnTo>
                    <a:pt x="0" y="3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6" name="Freeform 286">
              <a:extLst>
                <a:ext uri="{FF2B5EF4-FFF2-40B4-BE49-F238E27FC236}">
                  <a16:creationId xmlns:a16="http://schemas.microsoft.com/office/drawing/2014/main" id="{79730D29-9F19-AD4A-BC35-EA20FF48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77"/>
              <a:ext cx="28" cy="14"/>
            </a:xfrm>
            <a:custGeom>
              <a:avLst/>
              <a:gdLst>
                <a:gd name="T0" fmla="*/ 0 w 222"/>
                <a:gd name="T1" fmla="*/ 0 h 117"/>
                <a:gd name="T2" fmla="*/ 0 w 222"/>
                <a:gd name="T3" fmla="*/ 0 h 117"/>
                <a:gd name="T4" fmla="*/ 0 w 222"/>
                <a:gd name="T5" fmla="*/ 0 h 117"/>
                <a:gd name="T6" fmla="*/ 0 w 222"/>
                <a:gd name="T7" fmla="*/ 0 h 117"/>
                <a:gd name="T8" fmla="*/ 0 w 222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2"/>
                <a:gd name="T16" fmla="*/ 0 h 117"/>
                <a:gd name="T17" fmla="*/ 222 w 222"/>
                <a:gd name="T18" fmla="*/ 117 h 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2" h="117">
                  <a:moveTo>
                    <a:pt x="0" y="117"/>
                  </a:moveTo>
                  <a:lnTo>
                    <a:pt x="180" y="0"/>
                  </a:lnTo>
                  <a:lnTo>
                    <a:pt x="222" y="0"/>
                  </a:lnTo>
                  <a:lnTo>
                    <a:pt x="109" y="74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7" name="Freeform 287">
              <a:extLst>
                <a:ext uri="{FF2B5EF4-FFF2-40B4-BE49-F238E27FC236}">
                  <a16:creationId xmlns:a16="http://schemas.microsoft.com/office/drawing/2014/main" id="{0AE8AAA7-BF10-4349-A29B-02D39E7BE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000"/>
              <a:ext cx="32" cy="28"/>
            </a:xfrm>
            <a:custGeom>
              <a:avLst/>
              <a:gdLst>
                <a:gd name="T0" fmla="*/ 0 w 255"/>
                <a:gd name="T1" fmla="*/ 0 h 224"/>
                <a:gd name="T2" fmla="*/ 0 w 255"/>
                <a:gd name="T3" fmla="*/ 0 h 224"/>
                <a:gd name="T4" fmla="*/ 0 w 255"/>
                <a:gd name="T5" fmla="*/ 0 h 224"/>
                <a:gd name="T6" fmla="*/ 0 w 255"/>
                <a:gd name="T7" fmla="*/ 0 h 224"/>
                <a:gd name="T8" fmla="*/ 0 w 255"/>
                <a:gd name="T9" fmla="*/ 0 h 224"/>
                <a:gd name="T10" fmla="*/ 0 w 255"/>
                <a:gd name="T11" fmla="*/ 0 h 224"/>
                <a:gd name="T12" fmla="*/ 0 w 255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5"/>
                <a:gd name="T22" fmla="*/ 0 h 224"/>
                <a:gd name="T23" fmla="*/ 255 w 255"/>
                <a:gd name="T24" fmla="*/ 224 h 2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5" h="224">
                  <a:moveTo>
                    <a:pt x="0" y="0"/>
                  </a:moveTo>
                  <a:lnTo>
                    <a:pt x="53" y="94"/>
                  </a:lnTo>
                  <a:lnTo>
                    <a:pt x="183" y="224"/>
                  </a:lnTo>
                  <a:lnTo>
                    <a:pt x="255" y="224"/>
                  </a:lnTo>
                  <a:lnTo>
                    <a:pt x="183" y="150"/>
                  </a:lnTo>
                  <a:lnTo>
                    <a:pt x="114" y="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8" name="Line 288">
              <a:extLst>
                <a:ext uri="{FF2B5EF4-FFF2-40B4-BE49-F238E27FC236}">
                  <a16:creationId xmlns:a16="http://schemas.microsoft.com/office/drawing/2014/main" id="{890A8545-E68E-2947-A9D4-7C3B96875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0" y="3016"/>
              <a:ext cx="13" cy="1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59" name="Freeform 289">
              <a:extLst>
                <a:ext uri="{FF2B5EF4-FFF2-40B4-BE49-F238E27FC236}">
                  <a16:creationId xmlns:a16="http://schemas.microsoft.com/office/drawing/2014/main" id="{8BC3153C-D9F9-A849-A88C-556047C0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834"/>
              <a:ext cx="327" cy="369"/>
            </a:xfrm>
            <a:custGeom>
              <a:avLst/>
              <a:gdLst>
                <a:gd name="T0" fmla="*/ 0 w 2615"/>
                <a:gd name="T1" fmla="*/ 0 h 2949"/>
                <a:gd name="T2" fmla="*/ 0 w 2615"/>
                <a:gd name="T3" fmla="*/ 0 h 2949"/>
                <a:gd name="T4" fmla="*/ 0 w 2615"/>
                <a:gd name="T5" fmla="*/ 0 h 2949"/>
                <a:gd name="T6" fmla="*/ 0 w 2615"/>
                <a:gd name="T7" fmla="*/ 0 h 2949"/>
                <a:gd name="T8" fmla="*/ 0 w 2615"/>
                <a:gd name="T9" fmla="*/ 0 h 2949"/>
                <a:gd name="T10" fmla="*/ 0 w 2615"/>
                <a:gd name="T11" fmla="*/ 0 h 2949"/>
                <a:gd name="T12" fmla="*/ 0 w 2615"/>
                <a:gd name="T13" fmla="*/ 0 h 2949"/>
                <a:gd name="T14" fmla="*/ 0 w 2615"/>
                <a:gd name="T15" fmla="*/ 0 h 2949"/>
                <a:gd name="T16" fmla="*/ 0 w 2615"/>
                <a:gd name="T17" fmla="*/ 0 h 2949"/>
                <a:gd name="T18" fmla="*/ 0 w 2615"/>
                <a:gd name="T19" fmla="*/ 0 h 2949"/>
                <a:gd name="T20" fmla="*/ 0 w 2615"/>
                <a:gd name="T21" fmla="*/ 0 h 2949"/>
                <a:gd name="T22" fmla="*/ 0 w 2615"/>
                <a:gd name="T23" fmla="*/ 0 h 2949"/>
                <a:gd name="T24" fmla="*/ 0 w 2615"/>
                <a:gd name="T25" fmla="*/ 0 h 2949"/>
                <a:gd name="T26" fmla="*/ 0 w 2615"/>
                <a:gd name="T27" fmla="*/ 0 h 2949"/>
                <a:gd name="T28" fmla="*/ 0 w 2615"/>
                <a:gd name="T29" fmla="*/ 0 h 2949"/>
                <a:gd name="T30" fmla="*/ 0 w 2615"/>
                <a:gd name="T31" fmla="*/ 0 h 2949"/>
                <a:gd name="T32" fmla="*/ 0 w 2615"/>
                <a:gd name="T33" fmla="*/ 0 h 2949"/>
                <a:gd name="T34" fmla="*/ 0 w 2615"/>
                <a:gd name="T35" fmla="*/ 0 h 2949"/>
                <a:gd name="T36" fmla="*/ 0 w 2615"/>
                <a:gd name="T37" fmla="*/ 0 h 2949"/>
                <a:gd name="T38" fmla="*/ 0 w 2615"/>
                <a:gd name="T39" fmla="*/ 0 h 2949"/>
                <a:gd name="T40" fmla="*/ 0 w 2615"/>
                <a:gd name="T41" fmla="*/ 0 h 2949"/>
                <a:gd name="T42" fmla="*/ 0 w 2615"/>
                <a:gd name="T43" fmla="*/ 0 h 2949"/>
                <a:gd name="T44" fmla="*/ 0 w 2615"/>
                <a:gd name="T45" fmla="*/ 0 h 2949"/>
                <a:gd name="T46" fmla="*/ 0 w 2615"/>
                <a:gd name="T47" fmla="*/ 0 h 2949"/>
                <a:gd name="T48" fmla="*/ 0 w 2615"/>
                <a:gd name="T49" fmla="*/ 0 h 2949"/>
                <a:gd name="T50" fmla="*/ 0 w 2615"/>
                <a:gd name="T51" fmla="*/ 0 h 2949"/>
                <a:gd name="T52" fmla="*/ 0 w 2615"/>
                <a:gd name="T53" fmla="*/ 0 h 2949"/>
                <a:gd name="T54" fmla="*/ 0 w 2615"/>
                <a:gd name="T55" fmla="*/ 0 h 2949"/>
                <a:gd name="T56" fmla="*/ 0 w 2615"/>
                <a:gd name="T57" fmla="*/ 0 h 2949"/>
                <a:gd name="T58" fmla="*/ 0 w 2615"/>
                <a:gd name="T59" fmla="*/ 0 h 2949"/>
                <a:gd name="T60" fmla="*/ 0 w 2615"/>
                <a:gd name="T61" fmla="*/ 0 h 2949"/>
                <a:gd name="T62" fmla="*/ 0 w 2615"/>
                <a:gd name="T63" fmla="*/ 0 h 2949"/>
                <a:gd name="T64" fmla="*/ 0 w 2615"/>
                <a:gd name="T65" fmla="*/ 0 h 2949"/>
                <a:gd name="T66" fmla="*/ 0 w 2615"/>
                <a:gd name="T67" fmla="*/ 0 h 2949"/>
                <a:gd name="T68" fmla="*/ 0 w 2615"/>
                <a:gd name="T69" fmla="*/ 0 h 2949"/>
                <a:gd name="T70" fmla="*/ 0 w 2615"/>
                <a:gd name="T71" fmla="*/ 0 h 2949"/>
                <a:gd name="T72" fmla="*/ 0 w 2615"/>
                <a:gd name="T73" fmla="*/ 0 h 2949"/>
                <a:gd name="T74" fmla="*/ 0 w 2615"/>
                <a:gd name="T75" fmla="*/ 0 h 2949"/>
                <a:gd name="T76" fmla="*/ 0 w 2615"/>
                <a:gd name="T77" fmla="*/ 0 h 2949"/>
                <a:gd name="T78" fmla="*/ 0 w 2615"/>
                <a:gd name="T79" fmla="*/ 0 h 2949"/>
                <a:gd name="T80" fmla="*/ 0 w 2615"/>
                <a:gd name="T81" fmla="*/ 0 h 2949"/>
                <a:gd name="T82" fmla="*/ 0 w 2615"/>
                <a:gd name="T83" fmla="*/ 0 h 2949"/>
                <a:gd name="T84" fmla="*/ 0 w 2615"/>
                <a:gd name="T85" fmla="*/ 0 h 2949"/>
                <a:gd name="T86" fmla="*/ 0 w 2615"/>
                <a:gd name="T87" fmla="*/ 0 h 2949"/>
                <a:gd name="T88" fmla="*/ 0 w 2615"/>
                <a:gd name="T89" fmla="*/ 0 h 2949"/>
                <a:gd name="T90" fmla="*/ 0 w 2615"/>
                <a:gd name="T91" fmla="*/ 0 h 2949"/>
                <a:gd name="T92" fmla="*/ 0 w 2615"/>
                <a:gd name="T93" fmla="*/ 0 h 2949"/>
                <a:gd name="T94" fmla="*/ 0 w 2615"/>
                <a:gd name="T95" fmla="*/ 0 h 2949"/>
                <a:gd name="T96" fmla="*/ 0 w 2615"/>
                <a:gd name="T97" fmla="*/ 0 h 2949"/>
                <a:gd name="T98" fmla="*/ 0 w 2615"/>
                <a:gd name="T99" fmla="*/ 0 h 2949"/>
                <a:gd name="T100" fmla="*/ 0 w 2615"/>
                <a:gd name="T101" fmla="*/ 0 h 2949"/>
                <a:gd name="T102" fmla="*/ 0 w 2615"/>
                <a:gd name="T103" fmla="*/ 0 h 2949"/>
                <a:gd name="T104" fmla="*/ 0 w 2615"/>
                <a:gd name="T105" fmla="*/ 0 h 2949"/>
                <a:gd name="T106" fmla="*/ 0 w 2615"/>
                <a:gd name="T107" fmla="*/ 0 h 2949"/>
                <a:gd name="T108" fmla="*/ 0 w 2615"/>
                <a:gd name="T109" fmla="*/ 0 h 2949"/>
                <a:gd name="T110" fmla="*/ 0 w 2615"/>
                <a:gd name="T111" fmla="*/ 0 h 2949"/>
                <a:gd name="T112" fmla="*/ 0 w 2615"/>
                <a:gd name="T113" fmla="*/ 0 h 29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15"/>
                <a:gd name="T172" fmla="*/ 0 h 2949"/>
                <a:gd name="T173" fmla="*/ 2615 w 2615"/>
                <a:gd name="T174" fmla="*/ 2949 h 29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15" h="2949">
                  <a:moveTo>
                    <a:pt x="11" y="1825"/>
                  </a:moveTo>
                  <a:lnTo>
                    <a:pt x="86" y="1899"/>
                  </a:lnTo>
                  <a:lnTo>
                    <a:pt x="225" y="1899"/>
                  </a:lnTo>
                  <a:lnTo>
                    <a:pt x="338" y="1812"/>
                  </a:lnTo>
                  <a:lnTo>
                    <a:pt x="464" y="1597"/>
                  </a:lnTo>
                  <a:lnTo>
                    <a:pt x="578" y="1718"/>
                  </a:lnTo>
                  <a:lnTo>
                    <a:pt x="1342" y="1359"/>
                  </a:lnTo>
                  <a:lnTo>
                    <a:pt x="1673" y="914"/>
                  </a:lnTo>
                  <a:lnTo>
                    <a:pt x="1821" y="525"/>
                  </a:lnTo>
                  <a:lnTo>
                    <a:pt x="1783" y="191"/>
                  </a:lnTo>
                  <a:lnTo>
                    <a:pt x="1886" y="360"/>
                  </a:lnTo>
                  <a:lnTo>
                    <a:pt x="1886" y="550"/>
                  </a:lnTo>
                  <a:lnTo>
                    <a:pt x="1963" y="700"/>
                  </a:lnTo>
                  <a:lnTo>
                    <a:pt x="2065" y="763"/>
                  </a:lnTo>
                  <a:lnTo>
                    <a:pt x="2118" y="763"/>
                  </a:lnTo>
                  <a:lnTo>
                    <a:pt x="2172" y="716"/>
                  </a:lnTo>
                  <a:lnTo>
                    <a:pt x="2206" y="642"/>
                  </a:lnTo>
                  <a:lnTo>
                    <a:pt x="2206" y="459"/>
                  </a:lnTo>
                  <a:lnTo>
                    <a:pt x="2172" y="360"/>
                  </a:lnTo>
                  <a:lnTo>
                    <a:pt x="2098" y="298"/>
                  </a:lnTo>
                  <a:lnTo>
                    <a:pt x="2029" y="298"/>
                  </a:lnTo>
                  <a:lnTo>
                    <a:pt x="1973" y="298"/>
                  </a:lnTo>
                  <a:lnTo>
                    <a:pt x="2007" y="286"/>
                  </a:lnTo>
                  <a:lnTo>
                    <a:pt x="2098" y="286"/>
                  </a:lnTo>
                  <a:lnTo>
                    <a:pt x="2195" y="326"/>
                  </a:lnTo>
                  <a:lnTo>
                    <a:pt x="2238" y="431"/>
                  </a:lnTo>
                  <a:lnTo>
                    <a:pt x="2430" y="239"/>
                  </a:lnTo>
                  <a:lnTo>
                    <a:pt x="2539" y="0"/>
                  </a:lnTo>
                  <a:lnTo>
                    <a:pt x="2448" y="431"/>
                  </a:lnTo>
                  <a:lnTo>
                    <a:pt x="2226" y="672"/>
                  </a:lnTo>
                  <a:lnTo>
                    <a:pt x="2172" y="763"/>
                  </a:lnTo>
                  <a:lnTo>
                    <a:pt x="2073" y="792"/>
                  </a:lnTo>
                  <a:lnTo>
                    <a:pt x="2007" y="777"/>
                  </a:lnTo>
                  <a:lnTo>
                    <a:pt x="1907" y="733"/>
                  </a:lnTo>
                  <a:lnTo>
                    <a:pt x="1886" y="672"/>
                  </a:lnTo>
                  <a:lnTo>
                    <a:pt x="1696" y="1291"/>
                  </a:lnTo>
                  <a:lnTo>
                    <a:pt x="1472" y="1762"/>
                  </a:lnTo>
                  <a:lnTo>
                    <a:pt x="1416" y="2186"/>
                  </a:lnTo>
                  <a:lnTo>
                    <a:pt x="1541" y="1825"/>
                  </a:lnTo>
                  <a:lnTo>
                    <a:pt x="1783" y="1432"/>
                  </a:lnTo>
                  <a:lnTo>
                    <a:pt x="1509" y="2199"/>
                  </a:lnTo>
                  <a:lnTo>
                    <a:pt x="1398" y="2738"/>
                  </a:lnTo>
                  <a:lnTo>
                    <a:pt x="1742" y="2286"/>
                  </a:lnTo>
                  <a:lnTo>
                    <a:pt x="2187" y="1899"/>
                  </a:lnTo>
                  <a:lnTo>
                    <a:pt x="2615" y="1616"/>
                  </a:lnTo>
                  <a:lnTo>
                    <a:pt x="2187" y="1917"/>
                  </a:lnTo>
                  <a:lnTo>
                    <a:pt x="1821" y="2255"/>
                  </a:lnTo>
                  <a:lnTo>
                    <a:pt x="1398" y="2853"/>
                  </a:lnTo>
                  <a:lnTo>
                    <a:pt x="1352" y="2949"/>
                  </a:lnTo>
                  <a:lnTo>
                    <a:pt x="1228" y="2466"/>
                  </a:lnTo>
                  <a:lnTo>
                    <a:pt x="1031" y="2214"/>
                  </a:lnTo>
                  <a:lnTo>
                    <a:pt x="919" y="2169"/>
                  </a:lnTo>
                  <a:lnTo>
                    <a:pt x="311" y="2118"/>
                  </a:lnTo>
                  <a:lnTo>
                    <a:pt x="155" y="2064"/>
                  </a:lnTo>
                  <a:lnTo>
                    <a:pt x="66" y="1973"/>
                  </a:lnTo>
                  <a:lnTo>
                    <a:pt x="0" y="1853"/>
                  </a:lnTo>
                  <a:lnTo>
                    <a:pt x="11" y="18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0" name="Freeform 290">
              <a:extLst>
                <a:ext uri="{FF2B5EF4-FFF2-40B4-BE49-F238E27FC236}">
                  <a16:creationId xmlns:a16="http://schemas.microsoft.com/office/drawing/2014/main" id="{6363608E-6960-094F-8701-1DAB7433E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028"/>
              <a:ext cx="8" cy="38"/>
            </a:xfrm>
            <a:custGeom>
              <a:avLst/>
              <a:gdLst>
                <a:gd name="T0" fmla="*/ 0 w 66"/>
                <a:gd name="T1" fmla="*/ 0 h 303"/>
                <a:gd name="T2" fmla="*/ 0 w 66"/>
                <a:gd name="T3" fmla="*/ 0 h 303"/>
                <a:gd name="T4" fmla="*/ 0 w 66"/>
                <a:gd name="T5" fmla="*/ 0 h 303"/>
                <a:gd name="T6" fmla="*/ 0 w 66"/>
                <a:gd name="T7" fmla="*/ 0 h 3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6"/>
                <a:gd name="T13" fmla="*/ 0 h 303"/>
                <a:gd name="T14" fmla="*/ 66 w 66"/>
                <a:gd name="T15" fmla="*/ 303 h 3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6" h="303">
                  <a:moveTo>
                    <a:pt x="0" y="303"/>
                  </a:moveTo>
                  <a:lnTo>
                    <a:pt x="0" y="152"/>
                  </a:lnTo>
                  <a:lnTo>
                    <a:pt x="21" y="66"/>
                  </a:lnTo>
                  <a:lnTo>
                    <a:pt x="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1" name="Freeform 291">
              <a:extLst>
                <a:ext uri="{FF2B5EF4-FFF2-40B4-BE49-F238E27FC236}">
                  <a16:creationId xmlns:a16="http://schemas.microsoft.com/office/drawing/2014/main" id="{76BAE07F-7CEA-4742-8B13-71A13FC2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9"/>
              <a:ext cx="36" cy="41"/>
            </a:xfrm>
            <a:custGeom>
              <a:avLst/>
              <a:gdLst>
                <a:gd name="T0" fmla="*/ 0 w 290"/>
                <a:gd name="T1" fmla="*/ 0 h 329"/>
                <a:gd name="T2" fmla="*/ 0 w 290"/>
                <a:gd name="T3" fmla="*/ 0 h 329"/>
                <a:gd name="T4" fmla="*/ 0 w 290"/>
                <a:gd name="T5" fmla="*/ 0 h 329"/>
                <a:gd name="T6" fmla="*/ 0 w 290"/>
                <a:gd name="T7" fmla="*/ 0 h 329"/>
                <a:gd name="T8" fmla="*/ 0 w 290"/>
                <a:gd name="T9" fmla="*/ 0 h 329"/>
                <a:gd name="T10" fmla="*/ 0 w 290"/>
                <a:gd name="T11" fmla="*/ 0 h 329"/>
                <a:gd name="T12" fmla="*/ 0 w 290"/>
                <a:gd name="T13" fmla="*/ 0 h 329"/>
                <a:gd name="T14" fmla="*/ 0 w 290"/>
                <a:gd name="T15" fmla="*/ 0 h 329"/>
                <a:gd name="T16" fmla="*/ 0 w 290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0"/>
                <a:gd name="T28" fmla="*/ 0 h 329"/>
                <a:gd name="T29" fmla="*/ 290 w 290"/>
                <a:gd name="T30" fmla="*/ 329 h 32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0" h="329">
                  <a:moveTo>
                    <a:pt x="32" y="329"/>
                  </a:moveTo>
                  <a:lnTo>
                    <a:pt x="0" y="268"/>
                  </a:lnTo>
                  <a:lnTo>
                    <a:pt x="44" y="194"/>
                  </a:lnTo>
                  <a:lnTo>
                    <a:pt x="123" y="194"/>
                  </a:lnTo>
                  <a:lnTo>
                    <a:pt x="256" y="103"/>
                  </a:lnTo>
                  <a:lnTo>
                    <a:pt x="290" y="0"/>
                  </a:lnTo>
                  <a:lnTo>
                    <a:pt x="256" y="131"/>
                  </a:lnTo>
                  <a:lnTo>
                    <a:pt x="90" y="282"/>
                  </a:lnTo>
                  <a:lnTo>
                    <a:pt x="32" y="3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2" name="Freeform 292">
              <a:extLst>
                <a:ext uri="{FF2B5EF4-FFF2-40B4-BE49-F238E27FC236}">
                  <a16:creationId xmlns:a16="http://schemas.microsoft.com/office/drawing/2014/main" id="{B1E60629-6677-A842-B18A-3113AEE49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380"/>
              <a:ext cx="674" cy="700"/>
            </a:xfrm>
            <a:custGeom>
              <a:avLst/>
              <a:gdLst>
                <a:gd name="T0" fmla="*/ 0 w 5388"/>
                <a:gd name="T1" fmla="*/ 0 h 5598"/>
                <a:gd name="T2" fmla="*/ 0 w 5388"/>
                <a:gd name="T3" fmla="*/ 0 h 5598"/>
                <a:gd name="T4" fmla="*/ 0 w 5388"/>
                <a:gd name="T5" fmla="*/ 0 h 5598"/>
                <a:gd name="T6" fmla="*/ 0 w 5388"/>
                <a:gd name="T7" fmla="*/ 0 h 5598"/>
                <a:gd name="T8" fmla="*/ 0 w 5388"/>
                <a:gd name="T9" fmla="*/ 0 h 5598"/>
                <a:gd name="T10" fmla="*/ 0 w 5388"/>
                <a:gd name="T11" fmla="*/ 0 h 5598"/>
                <a:gd name="T12" fmla="*/ 0 w 5388"/>
                <a:gd name="T13" fmla="*/ 0 h 5598"/>
                <a:gd name="T14" fmla="*/ 0 w 5388"/>
                <a:gd name="T15" fmla="*/ 0 h 5598"/>
                <a:gd name="T16" fmla="*/ 0 w 5388"/>
                <a:gd name="T17" fmla="*/ 0 h 5598"/>
                <a:gd name="T18" fmla="*/ 0 w 5388"/>
                <a:gd name="T19" fmla="*/ 0 h 5598"/>
                <a:gd name="T20" fmla="*/ 0 w 5388"/>
                <a:gd name="T21" fmla="*/ 0 h 5598"/>
                <a:gd name="T22" fmla="*/ 0 w 5388"/>
                <a:gd name="T23" fmla="*/ 0 h 5598"/>
                <a:gd name="T24" fmla="*/ 0 w 5388"/>
                <a:gd name="T25" fmla="*/ 0 h 5598"/>
                <a:gd name="T26" fmla="*/ 0 w 5388"/>
                <a:gd name="T27" fmla="*/ 0 h 5598"/>
                <a:gd name="T28" fmla="*/ 0 w 5388"/>
                <a:gd name="T29" fmla="*/ 0 h 5598"/>
                <a:gd name="T30" fmla="*/ 0 w 5388"/>
                <a:gd name="T31" fmla="*/ 0 h 5598"/>
                <a:gd name="T32" fmla="*/ 0 w 5388"/>
                <a:gd name="T33" fmla="*/ 0 h 5598"/>
                <a:gd name="T34" fmla="*/ 0 w 5388"/>
                <a:gd name="T35" fmla="*/ 0 h 5598"/>
                <a:gd name="T36" fmla="*/ 0 w 5388"/>
                <a:gd name="T37" fmla="*/ 0 h 5598"/>
                <a:gd name="T38" fmla="*/ 0 w 5388"/>
                <a:gd name="T39" fmla="*/ 0 h 5598"/>
                <a:gd name="T40" fmla="*/ 0 w 5388"/>
                <a:gd name="T41" fmla="*/ 0 h 5598"/>
                <a:gd name="T42" fmla="*/ 0 w 5388"/>
                <a:gd name="T43" fmla="*/ 0 h 5598"/>
                <a:gd name="T44" fmla="*/ 0 w 5388"/>
                <a:gd name="T45" fmla="*/ 0 h 5598"/>
                <a:gd name="T46" fmla="*/ 0 w 5388"/>
                <a:gd name="T47" fmla="*/ 0 h 5598"/>
                <a:gd name="T48" fmla="*/ 0 w 5388"/>
                <a:gd name="T49" fmla="*/ 0 h 5598"/>
                <a:gd name="T50" fmla="*/ 0 w 5388"/>
                <a:gd name="T51" fmla="*/ 0 h 5598"/>
                <a:gd name="T52" fmla="*/ 0 w 5388"/>
                <a:gd name="T53" fmla="*/ 0 h 5598"/>
                <a:gd name="T54" fmla="*/ 0 w 5388"/>
                <a:gd name="T55" fmla="*/ 0 h 5598"/>
                <a:gd name="T56" fmla="*/ 0 w 5388"/>
                <a:gd name="T57" fmla="*/ 0 h 5598"/>
                <a:gd name="T58" fmla="*/ 0 w 5388"/>
                <a:gd name="T59" fmla="*/ 0 h 5598"/>
                <a:gd name="T60" fmla="*/ 0 w 5388"/>
                <a:gd name="T61" fmla="*/ 0 h 5598"/>
                <a:gd name="T62" fmla="*/ 0 w 5388"/>
                <a:gd name="T63" fmla="*/ 0 h 5598"/>
                <a:gd name="T64" fmla="*/ 0 w 5388"/>
                <a:gd name="T65" fmla="*/ 0 h 5598"/>
                <a:gd name="T66" fmla="*/ 0 w 5388"/>
                <a:gd name="T67" fmla="*/ 0 h 5598"/>
                <a:gd name="T68" fmla="*/ 0 w 5388"/>
                <a:gd name="T69" fmla="*/ 0 h 5598"/>
                <a:gd name="T70" fmla="*/ 0 w 5388"/>
                <a:gd name="T71" fmla="*/ 0 h 5598"/>
                <a:gd name="T72" fmla="*/ 0 w 5388"/>
                <a:gd name="T73" fmla="*/ 0 h 5598"/>
                <a:gd name="T74" fmla="*/ 0 w 5388"/>
                <a:gd name="T75" fmla="*/ 0 h 5598"/>
                <a:gd name="T76" fmla="*/ 0 w 5388"/>
                <a:gd name="T77" fmla="*/ 0 h 5598"/>
                <a:gd name="T78" fmla="*/ 0 w 5388"/>
                <a:gd name="T79" fmla="*/ 0 h 5598"/>
                <a:gd name="T80" fmla="*/ 0 w 5388"/>
                <a:gd name="T81" fmla="*/ 0 h 5598"/>
                <a:gd name="T82" fmla="*/ 0 w 5388"/>
                <a:gd name="T83" fmla="*/ 0 h 5598"/>
                <a:gd name="T84" fmla="*/ 0 w 5388"/>
                <a:gd name="T85" fmla="*/ 0 h 5598"/>
                <a:gd name="T86" fmla="*/ 0 w 5388"/>
                <a:gd name="T87" fmla="*/ 0 h 5598"/>
                <a:gd name="T88" fmla="*/ 0 w 5388"/>
                <a:gd name="T89" fmla="*/ 0 h 559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88"/>
                <a:gd name="T136" fmla="*/ 0 h 5598"/>
                <a:gd name="T137" fmla="*/ 5388 w 5388"/>
                <a:gd name="T138" fmla="*/ 5598 h 559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88" h="5598">
                  <a:moveTo>
                    <a:pt x="175" y="1778"/>
                  </a:moveTo>
                  <a:lnTo>
                    <a:pt x="52" y="1740"/>
                  </a:lnTo>
                  <a:lnTo>
                    <a:pt x="0" y="1926"/>
                  </a:lnTo>
                  <a:lnTo>
                    <a:pt x="92" y="2104"/>
                  </a:lnTo>
                  <a:lnTo>
                    <a:pt x="250" y="2104"/>
                  </a:lnTo>
                  <a:lnTo>
                    <a:pt x="282" y="2252"/>
                  </a:lnTo>
                  <a:lnTo>
                    <a:pt x="456" y="2379"/>
                  </a:lnTo>
                  <a:lnTo>
                    <a:pt x="659" y="2325"/>
                  </a:lnTo>
                  <a:lnTo>
                    <a:pt x="697" y="2394"/>
                  </a:lnTo>
                  <a:lnTo>
                    <a:pt x="659" y="2689"/>
                  </a:lnTo>
                  <a:lnTo>
                    <a:pt x="723" y="2467"/>
                  </a:lnTo>
                  <a:lnTo>
                    <a:pt x="848" y="2664"/>
                  </a:lnTo>
                  <a:lnTo>
                    <a:pt x="1141" y="2664"/>
                  </a:lnTo>
                  <a:lnTo>
                    <a:pt x="1372" y="2868"/>
                  </a:lnTo>
                  <a:lnTo>
                    <a:pt x="1546" y="2741"/>
                  </a:lnTo>
                  <a:lnTo>
                    <a:pt x="1630" y="2832"/>
                  </a:lnTo>
                  <a:lnTo>
                    <a:pt x="1642" y="3126"/>
                  </a:lnTo>
                  <a:lnTo>
                    <a:pt x="1872" y="3305"/>
                  </a:lnTo>
                  <a:lnTo>
                    <a:pt x="2074" y="3285"/>
                  </a:lnTo>
                  <a:lnTo>
                    <a:pt x="2113" y="3485"/>
                  </a:lnTo>
                  <a:lnTo>
                    <a:pt x="2491" y="3706"/>
                  </a:lnTo>
                  <a:lnTo>
                    <a:pt x="2733" y="3543"/>
                  </a:lnTo>
                  <a:lnTo>
                    <a:pt x="2762" y="3613"/>
                  </a:lnTo>
                  <a:lnTo>
                    <a:pt x="2676" y="3742"/>
                  </a:lnTo>
                  <a:lnTo>
                    <a:pt x="2719" y="3817"/>
                  </a:lnTo>
                  <a:lnTo>
                    <a:pt x="2936" y="3631"/>
                  </a:lnTo>
                  <a:lnTo>
                    <a:pt x="3058" y="3631"/>
                  </a:lnTo>
                  <a:lnTo>
                    <a:pt x="3152" y="3523"/>
                  </a:lnTo>
                  <a:lnTo>
                    <a:pt x="3165" y="3414"/>
                  </a:lnTo>
                  <a:lnTo>
                    <a:pt x="3233" y="3251"/>
                  </a:lnTo>
                  <a:lnTo>
                    <a:pt x="3381" y="3392"/>
                  </a:lnTo>
                  <a:lnTo>
                    <a:pt x="3394" y="3543"/>
                  </a:lnTo>
                  <a:lnTo>
                    <a:pt x="3233" y="3869"/>
                  </a:lnTo>
                  <a:lnTo>
                    <a:pt x="3216" y="4086"/>
                  </a:lnTo>
                  <a:lnTo>
                    <a:pt x="3407" y="4453"/>
                  </a:lnTo>
                  <a:lnTo>
                    <a:pt x="3344" y="4615"/>
                  </a:lnTo>
                  <a:lnTo>
                    <a:pt x="3180" y="4628"/>
                  </a:lnTo>
                  <a:lnTo>
                    <a:pt x="3243" y="4776"/>
                  </a:lnTo>
                  <a:lnTo>
                    <a:pt x="3422" y="4887"/>
                  </a:lnTo>
                  <a:lnTo>
                    <a:pt x="3243" y="4903"/>
                  </a:lnTo>
                  <a:lnTo>
                    <a:pt x="3152" y="4852"/>
                  </a:lnTo>
                  <a:lnTo>
                    <a:pt x="3274" y="5159"/>
                  </a:lnTo>
                  <a:lnTo>
                    <a:pt x="3432" y="5231"/>
                  </a:lnTo>
                  <a:lnTo>
                    <a:pt x="3274" y="5356"/>
                  </a:lnTo>
                  <a:lnTo>
                    <a:pt x="3786" y="5340"/>
                  </a:lnTo>
                  <a:lnTo>
                    <a:pt x="4013" y="5213"/>
                  </a:lnTo>
                  <a:lnTo>
                    <a:pt x="4058" y="5356"/>
                  </a:lnTo>
                  <a:lnTo>
                    <a:pt x="3987" y="5598"/>
                  </a:lnTo>
                  <a:lnTo>
                    <a:pt x="4163" y="5577"/>
                  </a:lnTo>
                  <a:lnTo>
                    <a:pt x="4339" y="5304"/>
                  </a:lnTo>
                  <a:lnTo>
                    <a:pt x="4729" y="5213"/>
                  </a:lnTo>
                  <a:lnTo>
                    <a:pt x="4919" y="4887"/>
                  </a:lnTo>
                  <a:lnTo>
                    <a:pt x="4985" y="5032"/>
                  </a:lnTo>
                  <a:lnTo>
                    <a:pt x="5082" y="4687"/>
                  </a:lnTo>
                  <a:lnTo>
                    <a:pt x="5037" y="4302"/>
                  </a:lnTo>
                  <a:lnTo>
                    <a:pt x="5065" y="4012"/>
                  </a:lnTo>
                  <a:lnTo>
                    <a:pt x="5307" y="3690"/>
                  </a:lnTo>
                  <a:lnTo>
                    <a:pt x="5347" y="3505"/>
                  </a:lnTo>
                  <a:lnTo>
                    <a:pt x="5240" y="3285"/>
                  </a:lnTo>
                  <a:lnTo>
                    <a:pt x="5255" y="3088"/>
                  </a:lnTo>
                  <a:lnTo>
                    <a:pt x="5388" y="2779"/>
                  </a:lnTo>
                  <a:lnTo>
                    <a:pt x="5380" y="2542"/>
                  </a:lnTo>
                  <a:lnTo>
                    <a:pt x="5269" y="2379"/>
                  </a:lnTo>
                  <a:lnTo>
                    <a:pt x="5281" y="2181"/>
                  </a:lnTo>
                  <a:lnTo>
                    <a:pt x="5269" y="1926"/>
                  </a:lnTo>
                  <a:lnTo>
                    <a:pt x="4955" y="1472"/>
                  </a:lnTo>
                  <a:lnTo>
                    <a:pt x="4774" y="1366"/>
                  </a:lnTo>
                  <a:lnTo>
                    <a:pt x="4630" y="1325"/>
                  </a:lnTo>
                  <a:lnTo>
                    <a:pt x="4649" y="1000"/>
                  </a:lnTo>
                  <a:lnTo>
                    <a:pt x="4382" y="564"/>
                  </a:lnTo>
                  <a:lnTo>
                    <a:pt x="3947" y="381"/>
                  </a:lnTo>
                  <a:lnTo>
                    <a:pt x="3422" y="303"/>
                  </a:lnTo>
                  <a:lnTo>
                    <a:pt x="3152" y="340"/>
                  </a:lnTo>
                  <a:lnTo>
                    <a:pt x="3058" y="70"/>
                  </a:lnTo>
                  <a:lnTo>
                    <a:pt x="2856" y="0"/>
                  </a:lnTo>
                  <a:lnTo>
                    <a:pt x="2451" y="197"/>
                  </a:lnTo>
                  <a:lnTo>
                    <a:pt x="2370" y="269"/>
                  </a:lnTo>
                  <a:lnTo>
                    <a:pt x="2209" y="251"/>
                  </a:lnTo>
                  <a:lnTo>
                    <a:pt x="2029" y="127"/>
                  </a:lnTo>
                  <a:lnTo>
                    <a:pt x="1762" y="237"/>
                  </a:lnTo>
                  <a:lnTo>
                    <a:pt x="1630" y="435"/>
                  </a:lnTo>
                  <a:lnTo>
                    <a:pt x="1212" y="381"/>
                  </a:lnTo>
                  <a:lnTo>
                    <a:pt x="901" y="634"/>
                  </a:lnTo>
                  <a:lnTo>
                    <a:pt x="807" y="1015"/>
                  </a:lnTo>
                  <a:lnTo>
                    <a:pt x="591" y="1068"/>
                  </a:lnTo>
                  <a:lnTo>
                    <a:pt x="417" y="1033"/>
                  </a:lnTo>
                  <a:lnTo>
                    <a:pt x="217" y="1182"/>
                  </a:lnTo>
                  <a:lnTo>
                    <a:pt x="163" y="1366"/>
                  </a:lnTo>
                  <a:lnTo>
                    <a:pt x="226" y="1724"/>
                  </a:lnTo>
                  <a:lnTo>
                    <a:pt x="175" y="17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3" name="Line 293">
              <a:extLst>
                <a:ext uri="{FF2B5EF4-FFF2-40B4-BE49-F238E27FC236}">
                  <a16:creationId xmlns:a16="http://schemas.microsoft.com/office/drawing/2014/main" id="{1C79EFDC-E3E8-8D4C-80DC-EB6E1C6E22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802"/>
              <a:ext cx="33" cy="5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4" name="Line 294">
              <a:extLst>
                <a:ext uri="{FF2B5EF4-FFF2-40B4-BE49-F238E27FC236}">
                  <a16:creationId xmlns:a16="http://schemas.microsoft.com/office/drawing/2014/main" id="{E24665F0-F96C-C349-9282-8A35E439BD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814"/>
              <a:ext cx="42" cy="6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5" name="Line 295">
              <a:extLst>
                <a:ext uri="{FF2B5EF4-FFF2-40B4-BE49-F238E27FC236}">
                  <a16:creationId xmlns:a16="http://schemas.microsoft.com/office/drawing/2014/main" id="{0578FA74-527E-704F-976B-65ED4EB4B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3" y="2825"/>
              <a:ext cx="32" cy="4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6" name="Line 296">
              <a:extLst>
                <a:ext uri="{FF2B5EF4-FFF2-40B4-BE49-F238E27FC236}">
                  <a16:creationId xmlns:a16="http://schemas.microsoft.com/office/drawing/2014/main" id="{49393A72-2644-6F43-B722-19CAE818C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1" y="2834"/>
              <a:ext cx="22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7" name="Rectangle 297">
              <a:extLst>
                <a:ext uri="{FF2B5EF4-FFF2-40B4-BE49-F238E27FC236}">
                  <a16:creationId xmlns:a16="http://schemas.microsoft.com/office/drawing/2014/main" id="{BD91EE82-F951-FF4C-ABEC-BF0F6451F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2809"/>
              <a:ext cx="94" cy="6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368" name="Freeform 298">
              <a:extLst>
                <a:ext uri="{FF2B5EF4-FFF2-40B4-BE49-F238E27FC236}">
                  <a16:creationId xmlns:a16="http://schemas.microsoft.com/office/drawing/2014/main" id="{56391F60-54C6-E34C-BBEC-89CD5394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859"/>
              <a:ext cx="245" cy="68"/>
            </a:xfrm>
            <a:custGeom>
              <a:avLst/>
              <a:gdLst>
                <a:gd name="T0" fmla="*/ 0 w 1960"/>
                <a:gd name="T1" fmla="*/ 0 h 545"/>
                <a:gd name="T2" fmla="*/ 0 w 1960"/>
                <a:gd name="T3" fmla="*/ 0 h 545"/>
                <a:gd name="T4" fmla="*/ 0 w 1960"/>
                <a:gd name="T5" fmla="*/ 0 h 545"/>
                <a:gd name="T6" fmla="*/ 0 w 1960"/>
                <a:gd name="T7" fmla="*/ 0 h 545"/>
                <a:gd name="T8" fmla="*/ 0 w 1960"/>
                <a:gd name="T9" fmla="*/ 0 h 545"/>
                <a:gd name="T10" fmla="*/ 0 w 1960"/>
                <a:gd name="T11" fmla="*/ 0 h 545"/>
                <a:gd name="T12" fmla="*/ 0 w 1960"/>
                <a:gd name="T13" fmla="*/ 0 h 545"/>
                <a:gd name="T14" fmla="*/ 0 w 1960"/>
                <a:gd name="T15" fmla="*/ 0 h 545"/>
                <a:gd name="T16" fmla="*/ 0 w 1960"/>
                <a:gd name="T17" fmla="*/ 0 h 545"/>
                <a:gd name="T18" fmla="*/ 0 w 1960"/>
                <a:gd name="T19" fmla="*/ 0 h 545"/>
                <a:gd name="T20" fmla="*/ 0 w 1960"/>
                <a:gd name="T21" fmla="*/ 0 h 545"/>
                <a:gd name="T22" fmla="*/ 0 w 1960"/>
                <a:gd name="T23" fmla="*/ 0 h 545"/>
                <a:gd name="T24" fmla="*/ 0 w 1960"/>
                <a:gd name="T25" fmla="*/ 0 h 545"/>
                <a:gd name="T26" fmla="*/ 0 w 1960"/>
                <a:gd name="T27" fmla="*/ 0 h 545"/>
                <a:gd name="T28" fmla="*/ 0 w 1960"/>
                <a:gd name="T29" fmla="*/ 0 h 545"/>
                <a:gd name="T30" fmla="*/ 0 w 1960"/>
                <a:gd name="T31" fmla="*/ 0 h 545"/>
                <a:gd name="T32" fmla="*/ 0 w 1960"/>
                <a:gd name="T33" fmla="*/ 0 h 545"/>
                <a:gd name="T34" fmla="*/ 0 w 1960"/>
                <a:gd name="T35" fmla="*/ 0 h 545"/>
                <a:gd name="T36" fmla="*/ 0 w 1960"/>
                <a:gd name="T37" fmla="*/ 0 h 545"/>
                <a:gd name="T38" fmla="*/ 0 w 1960"/>
                <a:gd name="T39" fmla="*/ 0 h 545"/>
                <a:gd name="T40" fmla="*/ 0 w 1960"/>
                <a:gd name="T41" fmla="*/ 0 h 5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960"/>
                <a:gd name="T64" fmla="*/ 0 h 545"/>
                <a:gd name="T65" fmla="*/ 1960 w 1960"/>
                <a:gd name="T66" fmla="*/ 545 h 54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960" h="545">
                  <a:moveTo>
                    <a:pt x="0" y="142"/>
                  </a:moveTo>
                  <a:lnTo>
                    <a:pt x="193" y="213"/>
                  </a:lnTo>
                  <a:lnTo>
                    <a:pt x="506" y="213"/>
                  </a:lnTo>
                  <a:lnTo>
                    <a:pt x="506" y="285"/>
                  </a:lnTo>
                  <a:lnTo>
                    <a:pt x="315" y="496"/>
                  </a:lnTo>
                  <a:lnTo>
                    <a:pt x="419" y="496"/>
                  </a:lnTo>
                  <a:lnTo>
                    <a:pt x="468" y="545"/>
                  </a:lnTo>
                  <a:lnTo>
                    <a:pt x="537" y="450"/>
                  </a:lnTo>
                  <a:lnTo>
                    <a:pt x="731" y="450"/>
                  </a:lnTo>
                  <a:lnTo>
                    <a:pt x="1171" y="356"/>
                  </a:lnTo>
                  <a:lnTo>
                    <a:pt x="768" y="379"/>
                  </a:lnTo>
                  <a:lnTo>
                    <a:pt x="717" y="262"/>
                  </a:lnTo>
                  <a:lnTo>
                    <a:pt x="804" y="213"/>
                  </a:lnTo>
                  <a:lnTo>
                    <a:pt x="1326" y="213"/>
                  </a:lnTo>
                  <a:lnTo>
                    <a:pt x="1255" y="307"/>
                  </a:lnTo>
                  <a:lnTo>
                    <a:pt x="1522" y="262"/>
                  </a:lnTo>
                  <a:lnTo>
                    <a:pt x="1715" y="262"/>
                  </a:lnTo>
                  <a:lnTo>
                    <a:pt x="1960" y="117"/>
                  </a:lnTo>
                  <a:lnTo>
                    <a:pt x="1960" y="0"/>
                  </a:lnTo>
                  <a:lnTo>
                    <a:pt x="0" y="0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69" name="Freeform 299">
              <a:extLst>
                <a:ext uri="{FF2B5EF4-FFF2-40B4-BE49-F238E27FC236}">
                  <a16:creationId xmlns:a16="http://schemas.microsoft.com/office/drawing/2014/main" id="{8BD2AA5B-D1D8-0B43-A576-5344E89CF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797"/>
              <a:ext cx="256" cy="62"/>
            </a:xfrm>
            <a:custGeom>
              <a:avLst/>
              <a:gdLst>
                <a:gd name="T0" fmla="*/ 0 w 2049"/>
                <a:gd name="T1" fmla="*/ 0 h 494"/>
                <a:gd name="T2" fmla="*/ 0 w 2049"/>
                <a:gd name="T3" fmla="*/ 0 h 494"/>
                <a:gd name="T4" fmla="*/ 0 w 2049"/>
                <a:gd name="T5" fmla="*/ 0 h 494"/>
                <a:gd name="T6" fmla="*/ 0 w 2049"/>
                <a:gd name="T7" fmla="*/ 0 h 494"/>
                <a:gd name="T8" fmla="*/ 0 w 2049"/>
                <a:gd name="T9" fmla="*/ 0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49"/>
                <a:gd name="T16" fmla="*/ 0 h 494"/>
                <a:gd name="T17" fmla="*/ 2049 w 2049"/>
                <a:gd name="T18" fmla="*/ 494 h 4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49" h="494">
                  <a:moveTo>
                    <a:pt x="0" y="94"/>
                  </a:moveTo>
                  <a:lnTo>
                    <a:pt x="335" y="0"/>
                  </a:lnTo>
                  <a:lnTo>
                    <a:pt x="1838" y="0"/>
                  </a:lnTo>
                  <a:lnTo>
                    <a:pt x="2049" y="94"/>
                  </a:lnTo>
                  <a:lnTo>
                    <a:pt x="2049" y="49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0" name="Freeform 300">
              <a:extLst>
                <a:ext uri="{FF2B5EF4-FFF2-40B4-BE49-F238E27FC236}">
                  <a16:creationId xmlns:a16="http://schemas.microsoft.com/office/drawing/2014/main" id="{E46B562D-639F-D346-82F4-4C00DFF1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803"/>
              <a:ext cx="88" cy="76"/>
            </a:xfrm>
            <a:custGeom>
              <a:avLst/>
              <a:gdLst>
                <a:gd name="T0" fmla="*/ 0 w 702"/>
                <a:gd name="T1" fmla="*/ 0 h 611"/>
                <a:gd name="T2" fmla="*/ 0 w 702"/>
                <a:gd name="T3" fmla="*/ 0 h 611"/>
                <a:gd name="T4" fmla="*/ 0 w 702"/>
                <a:gd name="T5" fmla="*/ 0 h 611"/>
                <a:gd name="T6" fmla="*/ 0 w 702"/>
                <a:gd name="T7" fmla="*/ 0 h 611"/>
                <a:gd name="T8" fmla="*/ 0 w 702"/>
                <a:gd name="T9" fmla="*/ 0 h 611"/>
                <a:gd name="T10" fmla="*/ 0 w 702"/>
                <a:gd name="T11" fmla="*/ 0 h 611"/>
                <a:gd name="T12" fmla="*/ 0 w 702"/>
                <a:gd name="T13" fmla="*/ 0 h 611"/>
                <a:gd name="T14" fmla="*/ 0 w 702"/>
                <a:gd name="T15" fmla="*/ 0 h 611"/>
                <a:gd name="T16" fmla="*/ 0 w 702"/>
                <a:gd name="T17" fmla="*/ 0 h 6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02"/>
                <a:gd name="T28" fmla="*/ 0 h 611"/>
                <a:gd name="T29" fmla="*/ 702 w 702"/>
                <a:gd name="T30" fmla="*/ 611 h 6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02" h="611">
                  <a:moveTo>
                    <a:pt x="702" y="0"/>
                  </a:moveTo>
                  <a:lnTo>
                    <a:pt x="702" y="611"/>
                  </a:lnTo>
                  <a:lnTo>
                    <a:pt x="628" y="611"/>
                  </a:lnTo>
                  <a:lnTo>
                    <a:pt x="628" y="494"/>
                  </a:lnTo>
                  <a:lnTo>
                    <a:pt x="0" y="494"/>
                  </a:lnTo>
                  <a:lnTo>
                    <a:pt x="0" y="117"/>
                  </a:lnTo>
                  <a:lnTo>
                    <a:pt x="628" y="117"/>
                  </a:lnTo>
                  <a:lnTo>
                    <a:pt x="628" y="0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1" name="Freeform 301">
              <a:extLst>
                <a:ext uri="{FF2B5EF4-FFF2-40B4-BE49-F238E27FC236}">
                  <a16:creationId xmlns:a16="http://schemas.microsoft.com/office/drawing/2014/main" id="{736A3D8C-0F09-F84F-BA44-6F69ACBF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03"/>
              <a:ext cx="139" cy="6"/>
            </a:xfrm>
            <a:custGeom>
              <a:avLst/>
              <a:gdLst>
                <a:gd name="T0" fmla="*/ 0 w 1115"/>
                <a:gd name="T1" fmla="*/ 0 h 45"/>
                <a:gd name="T2" fmla="*/ 0 w 1115"/>
                <a:gd name="T3" fmla="*/ 0 h 45"/>
                <a:gd name="T4" fmla="*/ 0 w 1115"/>
                <a:gd name="T5" fmla="*/ 0 h 45"/>
                <a:gd name="T6" fmla="*/ 0 60000 65536"/>
                <a:gd name="T7" fmla="*/ 0 60000 65536"/>
                <a:gd name="T8" fmla="*/ 0 60000 65536"/>
                <a:gd name="T9" fmla="*/ 0 w 1115"/>
                <a:gd name="T10" fmla="*/ 0 h 45"/>
                <a:gd name="T11" fmla="*/ 1115 w 1115"/>
                <a:gd name="T12" fmla="*/ 45 h 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15" h="45">
                  <a:moveTo>
                    <a:pt x="0" y="0"/>
                  </a:moveTo>
                  <a:lnTo>
                    <a:pt x="1044" y="0"/>
                  </a:lnTo>
                  <a:lnTo>
                    <a:pt x="1115" y="4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2" name="Freeform 302">
              <a:extLst>
                <a:ext uri="{FF2B5EF4-FFF2-40B4-BE49-F238E27FC236}">
                  <a16:creationId xmlns:a16="http://schemas.microsoft.com/office/drawing/2014/main" id="{CD60AE38-49D6-4049-A083-AED0256C6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873"/>
              <a:ext cx="142" cy="6"/>
            </a:xfrm>
            <a:custGeom>
              <a:avLst/>
              <a:gdLst>
                <a:gd name="T0" fmla="*/ 0 w 1140"/>
                <a:gd name="T1" fmla="*/ 0 h 49"/>
                <a:gd name="T2" fmla="*/ 0 w 1140"/>
                <a:gd name="T3" fmla="*/ 0 h 49"/>
                <a:gd name="T4" fmla="*/ 0 w 1140"/>
                <a:gd name="T5" fmla="*/ 0 h 49"/>
                <a:gd name="T6" fmla="*/ 0 60000 65536"/>
                <a:gd name="T7" fmla="*/ 0 60000 65536"/>
                <a:gd name="T8" fmla="*/ 0 60000 65536"/>
                <a:gd name="T9" fmla="*/ 0 w 1140"/>
                <a:gd name="T10" fmla="*/ 0 h 49"/>
                <a:gd name="T11" fmla="*/ 1140 w 1140"/>
                <a:gd name="T12" fmla="*/ 49 h 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40" h="49">
                  <a:moveTo>
                    <a:pt x="1140" y="0"/>
                  </a:moveTo>
                  <a:lnTo>
                    <a:pt x="1069" y="49"/>
                  </a:lnTo>
                  <a:lnTo>
                    <a:pt x="0" y="4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3" name="Line 303">
              <a:extLst>
                <a:ext uri="{FF2B5EF4-FFF2-40B4-BE49-F238E27FC236}">
                  <a16:creationId xmlns:a16="http://schemas.microsoft.com/office/drawing/2014/main" id="{BD98C87B-2087-F244-8F93-8ACB91DB0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" y="2829"/>
              <a:ext cx="19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4" name="Rectangle 304">
              <a:extLst>
                <a:ext uri="{FF2B5EF4-FFF2-40B4-BE49-F238E27FC236}">
                  <a16:creationId xmlns:a16="http://schemas.microsoft.com/office/drawing/2014/main" id="{24E52AF4-E5D3-A14D-8AC3-0E9652DAF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844"/>
              <a:ext cx="201" cy="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375" name="Freeform 305">
              <a:extLst>
                <a:ext uri="{FF2B5EF4-FFF2-40B4-BE49-F238E27FC236}">
                  <a16:creationId xmlns:a16="http://schemas.microsoft.com/office/drawing/2014/main" id="{910EA9F1-1F6C-524E-9CE4-474E09821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936"/>
              <a:ext cx="181" cy="199"/>
            </a:xfrm>
            <a:custGeom>
              <a:avLst/>
              <a:gdLst>
                <a:gd name="T0" fmla="*/ 0 w 1442"/>
                <a:gd name="T1" fmla="*/ 0 h 1593"/>
                <a:gd name="T2" fmla="*/ 0 w 1442"/>
                <a:gd name="T3" fmla="*/ 0 h 1593"/>
                <a:gd name="T4" fmla="*/ 0 w 1442"/>
                <a:gd name="T5" fmla="*/ 0 h 1593"/>
                <a:gd name="T6" fmla="*/ 0 w 1442"/>
                <a:gd name="T7" fmla="*/ 0 h 1593"/>
                <a:gd name="T8" fmla="*/ 0 w 1442"/>
                <a:gd name="T9" fmla="*/ 0 h 1593"/>
                <a:gd name="T10" fmla="*/ 0 w 1442"/>
                <a:gd name="T11" fmla="*/ 0 h 1593"/>
                <a:gd name="T12" fmla="*/ 0 w 1442"/>
                <a:gd name="T13" fmla="*/ 0 h 1593"/>
                <a:gd name="T14" fmla="*/ 0 w 1442"/>
                <a:gd name="T15" fmla="*/ 0 h 1593"/>
                <a:gd name="T16" fmla="*/ 0 w 1442"/>
                <a:gd name="T17" fmla="*/ 0 h 1593"/>
                <a:gd name="T18" fmla="*/ 0 w 1442"/>
                <a:gd name="T19" fmla="*/ 0 h 1593"/>
                <a:gd name="T20" fmla="*/ 0 w 1442"/>
                <a:gd name="T21" fmla="*/ 0 h 1593"/>
                <a:gd name="T22" fmla="*/ 0 w 1442"/>
                <a:gd name="T23" fmla="*/ 0 h 1593"/>
                <a:gd name="T24" fmla="*/ 0 w 1442"/>
                <a:gd name="T25" fmla="*/ 0 h 1593"/>
                <a:gd name="T26" fmla="*/ 0 w 1442"/>
                <a:gd name="T27" fmla="*/ 0 h 1593"/>
                <a:gd name="T28" fmla="*/ 0 w 1442"/>
                <a:gd name="T29" fmla="*/ 0 h 1593"/>
                <a:gd name="T30" fmla="*/ 0 w 1442"/>
                <a:gd name="T31" fmla="*/ 0 h 1593"/>
                <a:gd name="T32" fmla="*/ 0 w 1442"/>
                <a:gd name="T33" fmla="*/ 0 h 1593"/>
                <a:gd name="T34" fmla="*/ 0 w 1442"/>
                <a:gd name="T35" fmla="*/ 0 h 1593"/>
                <a:gd name="T36" fmla="*/ 0 w 1442"/>
                <a:gd name="T37" fmla="*/ 0 h 1593"/>
                <a:gd name="T38" fmla="*/ 0 w 1442"/>
                <a:gd name="T39" fmla="*/ 0 h 1593"/>
                <a:gd name="T40" fmla="*/ 0 w 1442"/>
                <a:gd name="T41" fmla="*/ 0 h 1593"/>
                <a:gd name="T42" fmla="*/ 0 w 1442"/>
                <a:gd name="T43" fmla="*/ 0 h 1593"/>
                <a:gd name="T44" fmla="*/ 0 w 1442"/>
                <a:gd name="T45" fmla="*/ 0 h 1593"/>
                <a:gd name="T46" fmla="*/ 0 w 1442"/>
                <a:gd name="T47" fmla="*/ 0 h 1593"/>
                <a:gd name="T48" fmla="*/ 0 w 1442"/>
                <a:gd name="T49" fmla="*/ 0 h 1593"/>
                <a:gd name="T50" fmla="*/ 0 w 1442"/>
                <a:gd name="T51" fmla="*/ 0 h 1593"/>
                <a:gd name="T52" fmla="*/ 0 w 1442"/>
                <a:gd name="T53" fmla="*/ 0 h 1593"/>
                <a:gd name="T54" fmla="*/ 0 w 1442"/>
                <a:gd name="T55" fmla="*/ 0 h 1593"/>
                <a:gd name="T56" fmla="*/ 0 w 1442"/>
                <a:gd name="T57" fmla="*/ 0 h 1593"/>
                <a:gd name="T58" fmla="*/ 0 w 1442"/>
                <a:gd name="T59" fmla="*/ 0 h 1593"/>
                <a:gd name="T60" fmla="*/ 0 w 1442"/>
                <a:gd name="T61" fmla="*/ 0 h 1593"/>
                <a:gd name="T62" fmla="*/ 0 w 1442"/>
                <a:gd name="T63" fmla="*/ 0 h 1593"/>
                <a:gd name="T64" fmla="*/ 0 w 1442"/>
                <a:gd name="T65" fmla="*/ 0 h 1593"/>
                <a:gd name="T66" fmla="*/ 0 w 1442"/>
                <a:gd name="T67" fmla="*/ 0 h 1593"/>
                <a:gd name="T68" fmla="*/ 0 w 1442"/>
                <a:gd name="T69" fmla="*/ 0 h 1593"/>
                <a:gd name="T70" fmla="*/ 0 w 1442"/>
                <a:gd name="T71" fmla="*/ 0 h 1593"/>
                <a:gd name="T72" fmla="*/ 0 w 1442"/>
                <a:gd name="T73" fmla="*/ 0 h 1593"/>
                <a:gd name="T74" fmla="*/ 0 w 1442"/>
                <a:gd name="T75" fmla="*/ 0 h 1593"/>
                <a:gd name="T76" fmla="*/ 0 w 1442"/>
                <a:gd name="T77" fmla="*/ 0 h 1593"/>
                <a:gd name="T78" fmla="*/ 0 w 1442"/>
                <a:gd name="T79" fmla="*/ 0 h 1593"/>
                <a:gd name="T80" fmla="*/ 0 w 1442"/>
                <a:gd name="T81" fmla="*/ 0 h 1593"/>
                <a:gd name="T82" fmla="*/ 0 w 1442"/>
                <a:gd name="T83" fmla="*/ 0 h 1593"/>
                <a:gd name="T84" fmla="*/ 0 w 1442"/>
                <a:gd name="T85" fmla="*/ 0 h 1593"/>
                <a:gd name="T86" fmla="*/ 0 w 1442"/>
                <a:gd name="T87" fmla="*/ 0 h 1593"/>
                <a:gd name="T88" fmla="*/ 0 w 1442"/>
                <a:gd name="T89" fmla="*/ 0 h 1593"/>
                <a:gd name="T90" fmla="*/ 0 w 1442"/>
                <a:gd name="T91" fmla="*/ 0 h 1593"/>
                <a:gd name="T92" fmla="*/ 0 w 1442"/>
                <a:gd name="T93" fmla="*/ 0 h 1593"/>
                <a:gd name="T94" fmla="*/ 0 w 1442"/>
                <a:gd name="T95" fmla="*/ 0 h 1593"/>
                <a:gd name="T96" fmla="*/ 0 w 1442"/>
                <a:gd name="T97" fmla="*/ 0 h 1593"/>
                <a:gd name="T98" fmla="*/ 0 w 1442"/>
                <a:gd name="T99" fmla="*/ 0 h 15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42"/>
                <a:gd name="T151" fmla="*/ 0 h 1593"/>
                <a:gd name="T152" fmla="*/ 1442 w 1442"/>
                <a:gd name="T153" fmla="*/ 1593 h 159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42" h="1593">
                  <a:moveTo>
                    <a:pt x="82" y="0"/>
                  </a:moveTo>
                  <a:lnTo>
                    <a:pt x="157" y="104"/>
                  </a:lnTo>
                  <a:lnTo>
                    <a:pt x="294" y="165"/>
                  </a:lnTo>
                  <a:lnTo>
                    <a:pt x="571" y="165"/>
                  </a:lnTo>
                  <a:lnTo>
                    <a:pt x="943" y="56"/>
                  </a:lnTo>
                  <a:lnTo>
                    <a:pt x="1228" y="56"/>
                  </a:lnTo>
                  <a:lnTo>
                    <a:pt x="1389" y="186"/>
                  </a:lnTo>
                  <a:lnTo>
                    <a:pt x="943" y="186"/>
                  </a:lnTo>
                  <a:lnTo>
                    <a:pt x="1210" y="547"/>
                  </a:lnTo>
                  <a:lnTo>
                    <a:pt x="1442" y="639"/>
                  </a:lnTo>
                  <a:lnTo>
                    <a:pt x="1365" y="639"/>
                  </a:lnTo>
                  <a:lnTo>
                    <a:pt x="1131" y="563"/>
                  </a:lnTo>
                  <a:lnTo>
                    <a:pt x="1095" y="751"/>
                  </a:lnTo>
                  <a:lnTo>
                    <a:pt x="1210" y="1206"/>
                  </a:lnTo>
                  <a:lnTo>
                    <a:pt x="1119" y="1278"/>
                  </a:lnTo>
                  <a:lnTo>
                    <a:pt x="1190" y="1522"/>
                  </a:lnTo>
                  <a:lnTo>
                    <a:pt x="1058" y="1593"/>
                  </a:lnTo>
                  <a:lnTo>
                    <a:pt x="925" y="1578"/>
                  </a:lnTo>
                  <a:lnTo>
                    <a:pt x="891" y="1540"/>
                  </a:lnTo>
                  <a:lnTo>
                    <a:pt x="828" y="1339"/>
                  </a:lnTo>
                  <a:lnTo>
                    <a:pt x="586" y="1339"/>
                  </a:lnTo>
                  <a:lnTo>
                    <a:pt x="472" y="1316"/>
                  </a:lnTo>
                  <a:lnTo>
                    <a:pt x="294" y="1206"/>
                  </a:lnTo>
                  <a:lnTo>
                    <a:pt x="294" y="1184"/>
                  </a:lnTo>
                  <a:lnTo>
                    <a:pt x="480" y="1293"/>
                  </a:lnTo>
                  <a:lnTo>
                    <a:pt x="623" y="1305"/>
                  </a:lnTo>
                  <a:lnTo>
                    <a:pt x="857" y="1305"/>
                  </a:lnTo>
                  <a:lnTo>
                    <a:pt x="1042" y="1258"/>
                  </a:lnTo>
                  <a:lnTo>
                    <a:pt x="1131" y="1161"/>
                  </a:lnTo>
                  <a:lnTo>
                    <a:pt x="881" y="186"/>
                  </a:lnTo>
                  <a:lnTo>
                    <a:pt x="675" y="241"/>
                  </a:lnTo>
                  <a:lnTo>
                    <a:pt x="643" y="241"/>
                  </a:lnTo>
                  <a:lnTo>
                    <a:pt x="675" y="298"/>
                  </a:lnTo>
                  <a:lnTo>
                    <a:pt x="800" y="372"/>
                  </a:lnTo>
                  <a:lnTo>
                    <a:pt x="867" y="547"/>
                  </a:lnTo>
                  <a:lnTo>
                    <a:pt x="795" y="656"/>
                  </a:lnTo>
                  <a:lnTo>
                    <a:pt x="821" y="479"/>
                  </a:lnTo>
                  <a:lnTo>
                    <a:pt x="762" y="372"/>
                  </a:lnTo>
                  <a:lnTo>
                    <a:pt x="675" y="320"/>
                  </a:lnTo>
                  <a:lnTo>
                    <a:pt x="561" y="320"/>
                  </a:lnTo>
                  <a:lnTo>
                    <a:pt x="441" y="445"/>
                  </a:lnTo>
                  <a:lnTo>
                    <a:pt x="264" y="445"/>
                  </a:lnTo>
                  <a:lnTo>
                    <a:pt x="0" y="346"/>
                  </a:lnTo>
                  <a:lnTo>
                    <a:pt x="262" y="417"/>
                  </a:lnTo>
                  <a:lnTo>
                    <a:pt x="393" y="346"/>
                  </a:lnTo>
                  <a:lnTo>
                    <a:pt x="438" y="241"/>
                  </a:lnTo>
                  <a:lnTo>
                    <a:pt x="294" y="241"/>
                  </a:lnTo>
                  <a:lnTo>
                    <a:pt x="156" y="186"/>
                  </a:lnTo>
                  <a:lnTo>
                    <a:pt x="70" y="56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6" name="Freeform 306">
              <a:extLst>
                <a:ext uri="{FF2B5EF4-FFF2-40B4-BE49-F238E27FC236}">
                  <a16:creationId xmlns:a16="http://schemas.microsoft.com/office/drawing/2014/main" id="{48F00545-7359-CE48-A237-E8ED7AB2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886"/>
              <a:ext cx="40" cy="90"/>
            </a:xfrm>
            <a:custGeom>
              <a:avLst/>
              <a:gdLst>
                <a:gd name="T0" fmla="*/ 0 w 316"/>
                <a:gd name="T1" fmla="*/ 0 h 719"/>
                <a:gd name="T2" fmla="*/ 0 w 316"/>
                <a:gd name="T3" fmla="*/ 0 h 719"/>
                <a:gd name="T4" fmla="*/ 0 w 316"/>
                <a:gd name="T5" fmla="*/ 0 h 719"/>
                <a:gd name="T6" fmla="*/ 0 w 316"/>
                <a:gd name="T7" fmla="*/ 0 h 719"/>
                <a:gd name="T8" fmla="*/ 0 w 316"/>
                <a:gd name="T9" fmla="*/ 0 h 719"/>
                <a:gd name="T10" fmla="*/ 0 w 316"/>
                <a:gd name="T11" fmla="*/ 0 h 719"/>
                <a:gd name="T12" fmla="*/ 0 w 316"/>
                <a:gd name="T13" fmla="*/ 0 h 719"/>
                <a:gd name="T14" fmla="*/ 0 w 316"/>
                <a:gd name="T15" fmla="*/ 0 h 719"/>
                <a:gd name="T16" fmla="*/ 0 w 316"/>
                <a:gd name="T17" fmla="*/ 0 h 719"/>
                <a:gd name="T18" fmla="*/ 0 w 316"/>
                <a:gd name="T19" fmla="*/ 0 h 719"/>
                <a:gd name="T20" fmla="*/ 0 w 316"/>
                <a:gd name="T21" fmla="*/ 0 h 719"/>
                <a:gd name="T22" fmla="*/ 0 w 316"/>
                <a:gd name="T23" fmla="*/ 0 h 719"/>
                <a:gd name="T24" fmla="*/ 0 w 316"/>
                <a:gd name="T25" fmla="*/ 0 h 7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6"/>
                <a:gd name="T40" fmla="*/ 0 h 719"/>
                <a:gd name="T41" fmla="*/ 316 w 316"/>
                <a:gd name="T42" fmla="*/ 719 h 7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6" h="719">
                  <a:moveTo>
                    <a:pt x="316" y="0"/>
                  </a:moveTo>
                  <a:lnTo>
                    <a:pt x="201" y="96"/>
                  </a:lnTo>
                  <a:lnTo>
                    <a:pt x="26" y="213"/>
                  </a:lnTo>
                  <a:lnTo>
                    <a:pt x="26" y="382"/>
                  </a:lnTo>
                  <a:lnTo>
                    <a:pt x="120" y="585"/>
                  </a:lnTo>
                  <a:lnTo>
                    <a:pt x="237" y="719"/>
                  </a:lnTo>
                  <a:lnTo>
                    <a:pt x="107" y="585"/>
                  </a:lnTo>
                  <a:lnTo>
                    <a:pt x="3" y="430"/>
                  </a:lnTo>
                  <a:lnTo>
                    <a:pt x="0" y="372"/>
                  </a:lnTo>
                  <a:lnTo>
                    <a:pt x="0" y="229"/>
                  </a:lnTo>
                  <a:lnTo>
                    <a:pt x="26" y="168"/>
                  </a:lnTo>
                  <a:lnTo>
                    <a:pt x="201" y="60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7" name="Freeform 307">
              <a:extLst>
                <a:ext uri="{FF2B5EF4-FFF2-40B4-BE49-F238E27FC236}">
                  <a16:creationId xmlns:a16="http://schemas.microsoft.com/office/drawing/2014/main" id="{0878156F-872D-2740-90A9-F477C56B6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961"/>
              <a:ext cx="87" cy="60"/>
            </a:xfrm>
            <a:custGeom>
              <a:avLst/>
              <a:gdLst>
                <a:gd name="T0" fmla="*/ 0 w 698"/>
                <a:gd name="T1" fmla="*/ 0 h 477"/>
                <a:gd name="T2" fmla="*/ 0 w 698"/>
                <a:gd name="T3" fmla="*/ 0 h 477"/>
                <a:gd name="T4" fmla="*/ 0 w 698"/>
                <a:gd name="T5" fmla="*/ 0 h 477"/>
                <a:gd name="T6" fmla="*/ 0 w 698"/>
                <a:gd name="T7" fmla="*/ 0 h 477"/>
                <a:gd name="T8" fmla="*/ 0 w 698"/>
                <a:gd name="T9" fmla="*/ 0 h 477"/>
                <a:gd name="T10" fmla="*/ 0 w 698"/>
                <a:gd name="T11" fmla="*/ 0 h 477"/>
                <a:gd name="T12" fmla="*/ 0 w 698"/>
                <a:gd name="T13" fmla="*/ 0 h 477"/>
                <a:gd name="T14" fmla="*/ 0 w 698"/>
                <a:gd name="T15" fmla="*/ 0 h 4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98"/>
                <a:gd name="T25" fmla="*/ 0 h 477"/>
                <a:gd name="T26" fmla="*/ 698 w 698"/>
                <a:gd name="T27" fmla="*/ 477 h 4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98" h="477">
                  <a:moveTo>
                    <a:pt x="0" y="0"/>
                  </a:moveTo>
                  <a:lnTo>
                    <a:pt x="58" y="214"/>
                  </a:lnTo>
                  <a:lnTo>
                    <a:pt x="318" y="436"/>
                  </a:lnTo>
                  <a:lnTo>
                    <a:pt x="698" y="477"/>
                  </a:lnTo>
                  <a:lnTo>
                    <a:pt x="319" y="417"/>
                  </a:lnTo>
                  <a:lnTo>
                    <a:pt x="71" y="214"/>
                  </a:lnTo>
                  <a:lnTo>
                    <a:pt x="43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8" name="Line 308">
              <a:extLst>
                <a:ext uri="{FF2B5EF4-FFF2-40B4-BE49-F238E27FC236}">
                  <a16:creationId xmlns:a16="http://schemas.microsoft.com/office/drawing/2014/main" id="{9D1AE4CB-1B84-FB43-A67C-EBA132535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3" y="3007"/>
              <a:ext cx="35" cy="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79" name="Freeform 309">
              <a:extLst>
                <a:ext uri="{FF2B5EF4-FFF2-40B4-BE49-F238E27FC236}">
                  <a16:creationId xmlns:a16="http://schemas.microsoft.com/office/drawing/2014/main" id="{77CD22A5-7FF8-5A4F-98FC-B5345768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009"/>
              <a:ext cx="27" cy="40"/>
            </a:xfrm>
            <a:custGeom>
              <a:avLst/>
              <a:gdLst>
                <a:gd name="T0" fmla="*/ 0 w 216"/>
                <a:gd name="T1" fmla="*/ 0 h 323"/>
                <a:gd name="T2" fmla="*/ 0 w 216"/>
                <a:gd name="T3" fmla="*/ 0 h 323"/>
                <a:gd name="T4" fmla="*/ 0 w 216"/>
                <a:gd name="T5" fmla="*/ 0 h 323"/>
                <a:gd name="T6" fmla="*/ 0 w 216"/>
                <a:gd name="T7" fmla="*/ 0 h 3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"/>
                <a:gd name="T13" fmla="*/ 0 h 323"/>
                <a:gd name="T14" fmla="*/ 216 w 216"/>
                <a:gd name="T15" fmla="*/ 323 h 3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" h="323">
                  <a:moveTo>
                    <a:pt x="0" y="0"/>
                  </a:moveTo>
                  <a:lnTo>
                    <a:pt x="0" y="89"/>
                  </a:lnTo>
                  <a:lnTo>
                    <a:pt x="56" y="206"/>
                  </a:lnTo>
                  <a:lnTo>
                    <a:pt x="216" y="32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0" name="Freeform 310">
              <a:extLst>
                <a:ext uri="{FF2B5EF4-FFF2-40B4-BE49-F238E27FC236}">
                  <a16:creationId xmlns:a16="http://schemas.microsoft.com/office/drawing/2014/main" id="{42FD2FC9-3041-7540-B992-164E32D9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07"/>
              <a:ext cx="73" cy="49"/>
            </a:xfrm>
            <a:custGeom>
              <a:avLst/>
              <a:gdLst>
                <a:gd name="T0" fmla="*/ 0 w 586"/>
                <a:gd name="T1" fmla="*/ 0 h 386"/>
                <a:gd name="T2" fmla="*/ 0 w 586"/>
                <a:gd name="T3" fmla="*/ 0 h 386"/>
                <a:gd name="T4" fmla="*/ 0 w 586"/>
                <a:gd name="T5" fmla="*/ 0 h 386"/>
                <a:gd name="T6" fmla="*/ 0 w 586"/>
                <a:gd name="T7" fmla="*/ 0 h 386"/>
                <a:gd name="T8" fmla="*/ 0 w 586"/>
                <a:gd name="T9" fmla="*/ 0 h 386"/>
                <a:gd name="T10" fmla="*/ 0 w 586"/>
                <a:gd name="T11" fmla="*/ 0 h 386"/>
                <a:gd name="T12" fmla="*/ 0 w 586"/>
                <a:gd name="T13" fmla="*/ 0 h 386"/>
                <a:gd name="T14" fmla="*/ 0 w 586"/>
                <a:gd name="T15" fmla="*/ 0 h 386"/>
                <a:gd name="T16" fmla="*/ 0 w 586"/>
                <a:gd name="T17" fmla="*/ 0 h 386"/>
                <a:gd name="T18" fmla="*/ 0 w 586"/>
                <a:gd name="T19" fmla="*/ 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86"/>
                <a:gd name="T31" fmla="*/ 0 h 386"/>
                <a:gd name="T32" fmla="*/ 586 w 586"/>
                <a:gd name="T33" fmla="*/ 386 h 38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86" h="386">
                  <a:moveTo>
                    <a:pt x="0" y="333"/>
                  </a:moveTo>
                  <a:lnTo>
                    <a:pt x="199" y="333"/>
                  </a:lnTo>
                  <a:lnTo>
                    <a:pt x="381" y="254"/>
                  </a:lnTo>
                  <a:lnTo>
                    <a:pt x="474" y="35"/>
                  </a:lnTo>
                  <a:lnTo>
                    <a:pt x="586" y="0"/>
                  </a:lnTo>
                  <a:lnTo>
                    <a:pt x="538" y="99"/>
                  </a:lnTo>
                  <a:lnTo>
                    <a:pt x="482" y="216"/>
                  </a:lnTo>
                  <a:lnTo>
                    <a:pt x="418" y="289"/>
                  </a:lnTo>
                  <a:lnTo>
                    <a:pt x="95" y="386"/>
                  </a:lnTo>
                  <a:lnTo>
                    <a:pt x="0" y="3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1" name="Freeform 311">
              <a:extLst>
                <a:ext uri="{FF2B5EF4-FFF2-40B4-BE49-F238E27FC236}">
                  <a16:creationId xmlns:a16="http://schemas.microsoft.com/office/drawing/2014/main" id="{055027A1-BE94-7545-A4BA-EFF85929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138"/>
              <a:ext cx="100" cy="166"/>
            </a:xfrm>
            <a:custGeom>
              <a:avLst/>
              <a:gdLst>
                <a:gd name="T0" fmla="*/ 0 w 802"/>
                <a:gd name="T1" fmla="*/ 0 h 1332"/>
                <a:gd name="T2" fmla="*/ 0 w 802"/>
                <a:gd name="T3" fmla="*/ 0 h 1332"/>
                <a:gd name="T4" fmla="*/ 0 w 802"/>
                <a:gd name="T5" fmla="*/ 0 h 1332"/>
                <a:gd name="T6" fmla="*/ 0 w 802"/>
                <a:gd name="T7" fmla="*/ 0 h 1332"/>
                <a:gd name="T8" fmla="*/ 0 w 802"/>
                <a:gd name="T9" fmla="*/ 0 h 1332"/>
                <a:gd name="T10" fmla="*/ 0 w 802"/>
                <a:gd name="T11" fmla="*/ 0 h 1332"/>
                <a:gd name="T12" fmla="*/ 0 w 802"/>
                <a:gd name="T13" fmla="*/ 0 h 1332"/>
                <a:gd name="T14" fmla="*/ 0 w 802"/>
                <a:gd name="T15" fmla="*/ 0 h 1332"/>
                <a:gd name="T16" fmla="*/ 0 w 802"/>
                <a:gd name="T17" fmla="*/ 0 h 1332"/>
                <a:gd name="T18" fmla="*/ 0 w 802"/>
                <a:gd name="T19" fmla="*/ 0 h 1332"/>
                <a:gd name="T20" fmla="*/ 0 w 802"/>
                <a:gd name="T21" fmla="*/ 0 h 1332"/>
                <a:gd name="T22" fmla="*/ 0 w 802"/>
                <a:gd name="T23" fmla="*/ 0 h 1332"/>
                <a:gd name="T24" fmla="*/ 0 w 802"/>
                <a:gd name="T25" fmla="*/ 0 h 1332"/>
                <a:gd name="T26" fmla="*/ 0 w 802"/>
                <a:gd name="T27" fmla="*/ 0 h 1332"/>
                <a:gd name="T28" fmla="*/ 0 w 802"/>
                <a:gd name="T29" fmla="*/ 0 h 1332"/>
                <a:gd name="T30" fmla="*/ 0 w 802"/>
                <a:gd name="T31" fmla="*/ 0 h 1332"/>
                <a:gd name="T32" fmla="*/ 0 w 802"/>
                <a:gd name="T33" fmla="*/ 0 h 1332"/>
                <a:gd name="T34" fmla="*/ 0 w 802"/>
                <a:gd name="T35" fmla="*/ 0 h 1332"/>
                <a:gd name="T36" fmla="*/ 0 w 802"/>
                <a:gd name="T37" fmla="*/ 0 h 1332"/>
                <a:gd name="T38" fmla="*/ 0 w 802"/>
                <a:gd name="T39" fmla="*/ 0 h 1332"/>
                <a:gd name="T40" fmla="*/ 0 w 802"/>
                <a:gd name="T41" fmla="*/ 0 h 1332"/>
                <a:gd name="T42" fmla="*/ 0 w 802"/>
                <a:gd name="T43" fmla="*/ 0 h 1332"/>
                <a:gd name="T44" fmla="*/ 0 w 802"/>
                <a:gd name="T45" fmla="*/ 0 h 1332"/>
                <a:gd name="T46" fmla="*/ 0 w 802"/>
                <a:gd name="T47" fmla="*/ 0 h 1332"/>
                <a:gd name="T48" fmla="*/ 0 w 802"/>
                <a:gd name="T49" fmla="*/ 0 h 1332"/>
                <a:gd name="T50" fmla="*/ 0 w 802"/>
                <a:gd name="T51" fmla="*/ 0 h 1332"/>
                <a:gd name="T52" fmla="*/ 0 w 802"/>
                <a:gd name="T53" fmla="*/ 0 h 1332"/>
                <a:gd name="T54" fmla="*/ 0 w 802"/>
                <a:gd name="T55" fmla="*/ 0 h 1332"/>
                <a:gd name="T56" fmla="*/ 0 w 802"/>
                <a:gd name="T57" fmla="*/ 0 h 13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02"/>
                <a:gd name="T88" fmla="*/ 0 h 1332"/>
                <a:gd name="T89" fmla="*/ 802 w 802"/>
                <a:gd name="T90" fmla="*/ 1332 h 133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02" h="1332">
                  <a:moveTo>
                    <a:pt x="0" y="119"/>
                  </a:moveTo>
                  <a:lnTo>
                    <a:pt x="70" y="179"/>
                  </a:lnTo>
                  <a:lnTo>
                    <a:pt x="191" y="218"/>
                  </a:lnTo>
                  <a:lnTo>
                    <a:pt x="320" y="218"/>
                  </a:lnTo>
                  <a:lnTo>
                    <a:pt x="415" y="169"/>
                  </a:lnTo>
                  <a:lnTo>
                    <a:pt x="486" y="95"/>
                  </a:lnTo>
                  <a:lnTo>
                    <a:pt x="524" y="0"/>
                  </a:lnTo>
                  <a:lnTo>
                    <a:pt x="649" y="405"/>
                  </a:lnTo>
                  <a:lnTo>
                    <a:pt x="642" y="528"/>
                  </a:lnTo>
                  <a:lnTo>
                    <a:pt x="592" y="586"/>
                  </a:lnTo>
                  <a:lnTo>
                    <a:pt x="568" y="612"/>
                  </a:lnTo>
                  <a:lnTo>
                    <a:pt x="616" y="717"/>
                  </a:lnTo>
                  <a:lnTo>
                    <a:pt x="690" y="683"/>
                  </a:lnTo>
                  <a:lnTo>
                    <a:pt x="723" y="767"/>
                  </a:lnTo>
                  <a:lnTo>
                    <a:pt x="675" y="851"/>
                  </a:lnTo>
                  <a:lnTo>
                    <a:pt x="723" y="1101"/>
                  </a:lnTo>
                  <a:lnTo>
                    <a:pt x="802" y="1116"/>
                  </a:lnTo>
                  <a:lnTo>
                    <a:pt x="802" y="1259"/>
                  </a:lnTo>
                  <a:lnTo>
                    <a:pt x="576" y="1332"/>
                  </a:lnTo>
                  <a:lnTo>
                    <a:pt x="560" y="1152"/>
                  </a:lnTo>
                  <a:lnTo>
                    <a:pt x="604" y="1101"/>
                  </a:lnTo>
                  <a:lnTo>
                    <a:pt x="552" y="920"/>
                  </a:lnTo>
                  <a:lnTo>
                    <a:pt x="407" y="920"/>
                  </a:lnTo>
                  <a:lnTo>
                    <a:pt x="381" y="826"/>
                  </a:lnTo>
                  <a:lnTo>
                    <a:pt x="506" y="782"/>
                  </a:lnTo>
                  <a:lnTo>
                    <a:pt x="415" y="673"/>
                  </a:lnTo>
                  <a:lnTo>
                    <a:pt x="274" y="683"/>
                  </a:lnTo>
                  <a:lnTo>
                    <a:pt x="191" y="648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2" name="Freeform 312">
              <a:extLst>
                <a:ext uri="{FF2B5EF4-FFF2-40B4-BE49-F238E27FC236}">
                  <a16:creationId xmlns:a16="http://schemas.microsoft.com/office/drawing/2014/main" id="{5AE60345-841A-3641-9D4C-B8195DB39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066"/>
              <a:ext cx="213" cy="234"/>
            </a:xfrm>
            <a:custGeom>
              <a:avLst/>
              <a:gdLst>
                <a:gd name="T0" fmla="*/ 0 w 1701"/>
                <a:gd name="T1" fmla="*/ 0 h 1871"/>
                <a:gd name="T2" fmla="*/ 0 w 1701"/>
                <a:gd name="T3" fmla="*/ 0 h 1871"/>
                <a:gd name="T4" fmla="*/ 0 w 1701"/>
                <a:gd name="T5" fmla="*/ 0 h 1871"/>
                <a:gd name="T6" fmla="*/ 0 w 1701"/>
                <a:gd name="T7" fmla="*/ 0 h 1871"/>
                <a:gd name="T8" fmla="*/ 0 w 1701"/>
                <a:gd name="T9" fmla="*/ 0 h 1871"/>
                <a:gd name="T10" fmla="*/ 0 w 1701"/>
                <a:gd name="T11" fmla="*/ 0 h 1871"/>
                <a:gd name="T12" fmla="*/ 0 w 1701"/>
                <a:gd name="T13" fmla="*/ 0 h 1871"/>
                <a:gd name="T14" fmla="*/ 0 w 1701"/>
                <a:gd name="T15" fmla="*/ 0 h 1871"/>
                <a:gd name="T16" fmla="*/ 0 w 1701"/>
                <a:gd name="T17" fmla="*/ 0 h 1871"/>
                <a:gd name="T18" fmla="*/ 0 w 1701"/>
                <a:gd name="T19" fmla="*/ 0 h 1871"/>
                <a:gd name="T20" fmla="*/ 0 w 1701"/>
                <a:gd name="T21" fmla="*/ 0 h 1871"/>
                <a:gd name="T22" fmla="*/ 0 w 1701"/>
                <a:gd name="T23" fmla="*/ 0 h 1871"/>
                <a:gd name="T24" fmla="*/ 0 w 1701"/>
                <a:gd name="T25" fmla="*/ 0 h 1871"/>
                <a:gd name="T26" fmla="*/ 0 w 1701"/>
                <a:gd name="T27" fmla="*/ 0 h 18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701"/>
                <a:gd name="T43" fmla="*/ 0 h 1871"/>
                <a:gd name="T44" fmla="*/ 1701 w 1701"/>
                <a:gd name="T45" fmla="*/ 1871 h 187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701" h="1871">
                  <a:moveTo>
                    <a:pt x="0" y="50"/>
                  </a:moveTo>
                  <a:lnTo>
                    <a:pt x="160" y="50"/>
                  </a:lnTo>
                  <a:lnTo>
                    <a:pt x="262" y="0"/>
                  </a:lnTo>
                  <a:lnTo>
                    <a:pt x="605" y="465"/>
                  </a:lnTo>
                  <a:lnTo>
                    <a:pt x="1012" y="933"/>
                  </a:lnTo>
                  <a:lnTo>
                    <a:pt x="1701" y="1629"/>
                  </a:lnTo>
                  <a:lnTo>
                    <a:pt x="1478" y="1765"/>
                  </a:lnTo>
                  <a:lnTo>
                    <a:pt x="1237" y="1871"/>
                  </a:lnTo>
                  <a:lnTo>
                    <a:pt x="1343" y="1753"/>
                  </a:lnTo>
                  <a:lnTo>
                    <a:pt x="899" y="1188"/>
                  </a:lnTo>
                  <a:lnTo>
                    <a:pt x="511" y="537"/>
                  </a:lnTo>
                  <a:lnTo>
                    <a:pt x="238" y="111"/>
                  </a:lnTo>
                  <a:lnTo>
                    <a:pt x="111" y="12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3" name="Freeform 313">
              <a:extLst>
                <a:ext uri="{FF2B5EF4-FFF2-40B4-BE49-F238E27FC236}">
                  <a16:creationId xmlns:a16="http://schemas.microsoft.com/office/drawing/2014/main" id="{47F42DE6-8EBD-3841-A95F-6BBFDD72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994"/>
              <a:ext cx="27" cy="19"/>
            </a:xfrm>
            <a:custGeom>
              <a:avLst/>
              <a:gdLst>
                <a:gd name="T0" fmla="*/ 0 w 220"/>
                <a:gd name="T1" fmla="*/ 0 h 154"/>
                <a:gd name="T2" fmla="*/ 0 w 220"/>
                <a:gd name="T3" fmla="*/ 0 h 154"/>
                <a:gd name="T4" fmla="*/ 0 w 220"/>
                <a:gd name="T5" fmla="*/ 0 h 154"/>
                <a:gd name="T6" fmla="*/ 0 w 220"/>
                <a:gd name="T7" fmla="*/ 0 h 154"/>
                <a:gd name="T8" fmla="*/ 0 w 22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0"/>
                <a:gd name="T16" fmla="*/ 0 h 154"/>
                <a:gd name="T17" fmla="*/ 220 w 220"/>
                <a:gd name="T18" fmla="*/ 154 h 1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0" h="154">
                  <a:moveTo>
                    <a:pt x="0" y="154"/>
                  </a:moveTo>
                  <a:lnTo>
                    <a:pt x="220" y="0"/>
                  </a:lnTo>
                  <a:lnTo>
                    <a:pt x="220" y="43"/>
                  </a:lnTo>
                  <a:lnTo>
                    <a:pt x="113" y="130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4" name="Freeform 314">
              <a:extLst>
                <a:ext uri="{FF2B5EF4-FFF2-40B4-BE49-F238E27FC236}">
                  <a16:creationId xmlns:a16="http://schemas.microsoft.com/office/drawing/2014/main" id="{3CB6129D-669E-CB49-AF6D-807F7439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886"/>
              <a:ext cx="135" cy="123"/>
            </a:xfrm>
            <a:custGeom>
              <a:avLst/>
              <a:gdLst>
                <a:gd name="T0" fmla="*/ 0 w 1076"/>
                <a:gd name="T1" fmla="*/ 0 h 982"/>
                <a:gd name="T2" fmla="*/ 0 w 1076"/>
                <a:gd name="T3" fmla="*/ 0 h 982"/>
                <a:gd name="T4" fmla="*/ 0 w 1076"/>
                <a:gd name="T5" fmla="*/ 0 h 982"/>
                <a:gd name="T6" fmla="*/ 0 w 1076"/>
                <a:gd name="T7" fmla="*/ 0 h 982"/>
                <a:gd name="T8" fmla="*/ 0 w 1076"/>
                <a:gd name="T9" fmla="*/ 0 h 982"/>
                <a:gd name="T10" fmla="*/ 0 w 1076"/>
                <a:gd name="T11" fmla="*/ 0 h 982"/>
                <a:gd name="T12" fmla="*/ 0 w 1076"/>
                <a:gd name="T13" fmla="*/ 0 h 982"/>
                <a:gd name="T14" fmla="*/ 0 w 1076"/>
                <a:gd name="T15" fmla="*/ 0 h 982"/>
                <a:gd name="T16" fmla="*/ 0 w 1076"/>
                <a:gd name="T17" fmla="*/ 0 h 982"/>
                <a:gd name="T18" fmla="*/ 0 w 1076"/>
                <a:gd name="T19" fmla="*/ 0 h 9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76"/>
                <a:gd name="T31" fmla="*/ 0 h 982"/>
                <a:gd name="T32" fmla="*/ 1076 w 1076"/>
                <a:gd name="T33" fmla="*/ 982 h 98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76" h="982">
                  <a:moveTo>
                    <a:pt x="0" y="0"/>
                  </a:moveTo>
                  <a:lnTo>
                    <a:pt x="371" y="361"/>
                  </a:lnTo>
                  <a:lnTo>
                    <a:pt x="746" y="564"/>
                  </a:lnTo>
                  <a:lnTo>
                    <a:pt x="913" y="733"/>
                  </a:lnTo>
                  <a:lnTo>
                    <a:pt x="1076" y="982"/>
                  </a:lnTo>
                  <a:lnTo>
                    <a:pt x="881" y="745"/>
                  </a:lnTo>
                  <a:lnTo>
                    <a:pt x="530" y="585"/>
                  </a:lnTo>
                  <a:lnTo>
                    <a:pt x="409" y="420"/>
                  </a:lnTo>
                  <a:lnTo>
                    <a:pt x="89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5" name="Freeform 315">
              <a:extLst>
                <a:ext uri="{FF2B5EF4-FFF2-40B4-BE49-F238E27FC236}">
                  <a16:creationId xmlns:a16="http://schemas.microsoft.com/office/drawing/2014/main" id="{982239AC-85DD-3A40-BC02-52AA1902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3020"/>
              <a:ext cx="176" cy="202"/>
            </a:xfrm>
            <a:custGeom>
              <a:avLst/>
              <a:gdLst>
                <a:gd name="T0" fmla="*/ 0 w 1409"/>
                <a:gd name="T1" fmla="*/ 0 h 1618"/>
                <a:gd name="T2" fmla="*/ 0 w 1409"/>
                <a:gd name="T3" fmla="*/ 0 h 1618"/>
                <a:gd name="T4" fmla="*/ 0 w 1409"/>
                <a:gd name="T5" fmla="*/ 0 h 1618"/>
                <a:gd name="T6" fmla="*/ 0 w 1409"/>
                <a:gd name="T7" fmla="*/ 0 h 1618"/>
                <a:gd name="T8" fmla="*/ 0 w 1409"/>
                <a:gd name="T9" fmla="*/ 0 h 1618"/>
                <a:gd name="T10" fmla="*/ 0 w 1409"/>
                <a:gd name="T11" fmla="*/ 0 h 1618"/>
                <a:gd name="T12" fmla="*/ 0 w 1409"/>
                <a:gd name="T13" fmla="*/ 0 h 1618"/>
                <a:gd name="T14" fmla="*/ 0 w 1409"/>
                <a:gd name="T15" fmla="*/ 0 h 16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09"/>
                <a:gd name="T25" fmla="*/ 0 h 1618"/>
                <a:gd name="T26" fmla="*/ 1409 w 1409"/>
                <a:gd name="T27" fmla="*/ 1618 h 16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09" h="1618">
                  <a:moveTo>
                    <a:pt x="0" y="0"/>
                  </a:moveTo>
                  <a:lnTo>
                    <a:pt x="462" y="621"/>
                  </a:lnTo>
                  <a:lnTo>
                    <a:pt x="988" y="1175"/>
                  </a:lnTo>
                  <a:lnTo>
                    <a:pt x="1409" y="1593"/>
                  </a:lnTo>
                  <a:lnTo>
                    <a:pt x="1363" y="1618"/>
                  </a:lnTo>
                  <a:lnTo>
                    <a:pt x="688" y="906"/>
                  </a:lnTo>
                  <a:lnTo>
                    <a:pt x="358" y="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6" name="Freeform 316">
              <a:extLst>
                <a:ext uri="{FF2B5EF4-FFF2-40B4-BE49-F238E27FC236}">
                  <a16:creationId xmlns:a16="http://schemas.microsoft.com/office/drawing/2014/main" id="{6CAC380F-9F72-2148-BB18-7BB8CC6BC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788"/>
              <a:ext cx="81" cy="21"/>
            </a:xfrm>
            <a:custGeom>
              <a:avLst/>
              <a:gdLst>
                <a:gd name="T0" fmla="*/ 0 w 647"/>
                <a:gd name="T1" fmla="*/ 0 h 167"/>
                <a:gd name="T2" fmla="*/ 0 w 647"/>
                <a:gd name="T3" fmla="*/ 0 h 167"/>
                <a:gd name="T4" fmla="*/ 0 w 647"/>
                <a:gd name="T5" fmla="*/ 0 h 167"/>
                <a:gd name="T6" fmla="*/ 0 w 647"/>
                <a:gd name="T7" fmla="*/ 0 h 167"/>
                <a:gd name="T8" fmla="*/ 0 w 647"/>
                <a:gd name="T9" fmla="*/ 0 h 167"/>
                <a:gd name="T10" fmla="*/ 0 w 647"/>
                <a:gd name="T11" fmla="*/ 0 h 167"/>
                <a:gd name="T12" fmla="*/ 0 w 647"/>
                <a:gd name="T13" fmla="*/ 0 h 167"/>
                <a:gd name="T14" fmla="*/ 0 w 647"/>
                <a:gd name="T15" fmla="*/ 0 h 167"/>
                <a:gd name="T16" fmla="*/ 0 w 647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47"/>
                <a:gd name="T28" fmla="*/ 0 h 167"/>
                <a:gd name="T29" fmla="*/ 647 w 647"/>
                <a:gd name="T30" fmla="*/ 167 h 1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47" h="167">
                  <a:moveTo>
                    <a:pt x="27" y="160"/>
                  </a:moveTo>
                  <a:lnTo>
                    <a:pt x="79" y="76"/>
                  </a:lnTo>
                  <a:lnTo>
                    <a:pt x="218" y="24"/>
                  </a:lnTo>
                  <a:lnTo>
                    <a:pt x="553" y="104"/>
                  </a:lnTo>
                  <a:lnTo>
                    <a:pt x="647" y="76"/>
                  </a:lnTo>
                  <a:lnTo>
                    <a:pt x="231" y="0"/>
                  </a:lnTo>
                  <a:lnTo>
                    <a:pt x="67" y="60"/>
                  </a:lnTo>
                  <a:lnTo>
                    <a:pt x="0" y="167"/>
                  </a:lnTo>
                  <a:lnTo>
                    <a:pt x="27" y="1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7" name="Freeform 317">
              <a:extLst>
                <a:ext uri="{FF2B5EF4-FFF2-40B4-BE49-F238E27FC236}">
                  <a16:creationId xmlns:a16="http://schemas.microsoft.com/office/drawing/2014/main" id="{A67BF816-2D00-A443-BA44-07060EC7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216"/>
              <a:ext cx="105" cy="74"/>
            </a:xfrm>
            <a:custGeom>
              <a:avLst/>
              <a:gdLst>
                <a:gd name="T0" fmla="*/ 0 w 842"/>
                <a:gd name="T1" fmla="*/ 0 h 596"/>
                <a:gd name="T2" fmla="*/ 0 w 842"/>
                <a:gd name="T3" fmla="*/ 0 h 596"/>
                <a:gd name="T4" fmla="*/ 0 w 842"/>
                <a:gd name="T5" fmla="*/ 0 h 596"/>
                <a:gd name="T6" fmla="*/ 0 w 842"/>
                <a:gd name="T7" fmla="*/ 0 h 596"/>
                <a:gd name="T8" fmla="*/ 0 w 842"/>
                <a:gd name="T9" fmla="*/ 0 h 596"/>
                <a:gd name="T10" fmla="*/ 0 w 842"/>
                <a:gd name="T11" fmla="*/ 0 h 596"/>
                <a:gd name="T12" fmla="*/ 0 w 842"/>
                <a:gd name="T13" fmla="*/ 0 h 596"/>
                <a:gd name="T14" fmla="*/ 0 w 842"/>
                <a:gd name="T15" fmla="*/ 0 h 596"/>
                <a:gd name="T16" fmla="*/ 0 w 842"/>
                <a:gd name="T17" fmla="*/ 0 h 596"/>
                <a:gd name="T18" fmla="*/ 0 w 842"/>
                <a:gd name="T19" fmla="*/ 0 h 596"/>
                <a:gd name="T20" fmla="*/ 0 w 842"/>
                <a:gd name="T21" fmla="*/ 0 h 596"/>
                <a:gd name="T22" fmla="*/ 0 w 842"/>
                <a:gd name="T23" fmla="*/ 0 h 596"/>
                <a:gd name="T24" fmla="*/ 0 w 842"/>
                <a:gd name="T25" fmla="*/ 0 h 596"/>
                <a:gd name="T26" fmla="*/ 0 w 842"/>
                <a:gd name="T27" fmla="*/ 0 h 596"/>
                <a:gd name="T28" fmla="*/ 0 w 842"/>
                <a:gd name="T29" fmla="*/ 0 h 5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42"/>
                <a:gd name="T46" fmla="*/ 0 h 596"/>
                <a:gd name="T47" fmla="*/ 842 w 842"/>
                <a:gd name="T48" fmla="*/ 596 h 59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42" h="596">
                  <a:moveTo>
                    <a:pt x="842" y="471"/>
                  </a:moveTo>
                  <a:lnTo>
                    <a:pt x="721" y="329"/>
                  </a:lnTo>
                  <a:lnTo>
                    <a:pt x="522" y="199"/>
                  </a:lnTo>
                  <a:lnTo>
                    <a:pt x="381" y="199"/>
                  </a:lnTo>
                  <a:lnTo>
                    <a:pt x="475" y="61"/>
                  </a:lnTo>
                  <a:lnTo>
                    <a:pt x="566" y="16"/>
                  </a:lnTo>
                  <a:lnTo>
                    <a:pt x="737" y="0"/>
                  </a:lnTo>
                  <a:lnTo>
                    <a:pt x="505" y="0"/>
                  </a:lnTo>
                  <a:lnTo>
                    <a:pt x="381" y="81"/>
                  </a:lnTo>
                  <a:lnTo>
                    <a:pt x="199" y="389"/>
                  </a:lnTo>
                  <a:lnTo>
                    <a:pt x="199" y="453"/>
                  </a:lnTo>
                  <a:lnTo>
                    <a:pt x="0" y="596"/>
                  </a:lnTo>
                  <a:lnTo>
                    <a:pt x="550" y="367"/>
                  </a:lnTo>
                  <a:lnTo>
                    <a:pt x="701" y="389"/>
                  </a:lnTo>
                  <a:lnTo>
                    <a:pt x="842" y="4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8" name="Freeform 318">
              <a:extLst>
                <a:ext uri="{FF2B5EF4-FFF2-40B4-BE49-F238E27FC236}">
                  <a16:creationId xmlns:a16="http://schemas.microsoft.com/office/drawing/2014/main" id="{62FD147A-B8F7-7046-A8DB-4E9DCC6C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264"/>
              <a:ext cx="234" cy="101"/>
            </a:xfrm>
            <a:custGeom>
              <a:avLst/>
              <a:gdLst>
                <a:gd name="T0" fmla="*/ 0 w 1870"/>
                <a:gd name="T1" fmla="*/ 0 h 807"/>
                <a:gd name="T2" fmla="*/ 0 w 1870"/>
                <a:gd name="T3" fmla="*/ 0 h 807"/>
                <a:gd name="T4" fmla="*/ 0 w 1870"/>
                <a:gd name="T5" fmla="*/ 0 h 807"/>
                <a:gd name="T6" fmla="*/ 0 w 1870"/>
                <a:gd name="T7" fmla="*/ 0 h 807"/>
                <a:gd name="T8" fmla="*/ 0 w 1870"/>
                <a:gd name="T9" fmla="*/ 0 h 807"/>
                <a:gd name="T10" fmla="*/ 0 w 1870"/>
                <a:gd name="T11" fmla="*/ 0 h 807"/>
                <a:gd name="T12" fmla="*/ 0 w 1870"/>
                <a:gd name="T13" fmla="*/ 0 h 807"/>
                <a:gd name="T14" fmla="*/ 0 w 1870"/>
                <a:gd name="T15" fmla="*/ 0 h 807"/>
                <a:gd name="T16" fmla="*/ 0 w 1870"/>
                <a:gd name="T17" fmla="*/ 0 h 807"/>
                <a:gd name="T18" fmla="*/ 0 w 1870"/>
                <a:gd name="T19" fmla="*/ 0 h 807"/>
                <a:gd name="T20" fmla="*/ 0 w 1870"/>
                <a:gd name="T21" fmla="*/ 0 h 807"/>
                <a:gd name="T22" fmla="*/ 0 w 1870"/>
                <a:gd name="T23" fmla="*/ 0 h 807"/>
                <a:gd name="T24" fmla="*/ 0 w 1870"/>
                <a:gd name="T25" fmla="*/ 0 h 807"/>
                <a:gd name="T26" fmla="*/ 0 w 1870"/>
                <a:gd name="T27" fmla="*/ 0 h 807"/>
                <a:gd name="T28" fmla="*/ 0 w 1870"/>
                <a:gd name="T29" fmla="*/ 0 h 807"/>
                <a:gd name="T30" fmla="*/ 0 w 1870"/>
                <a:gd name="T31" fmla="*/ 0 h 807"/>
                <a:gd name="T32" fmla="*/ 0 w 1870"/>
                <a:gd name="T33" fmla="*/ 0 h 807"/>
                <a:gd name="T34" fmla="*/ 0 w 1870"/>
                <a:gd name="T35" fmla="*/ 0 h 807"/>
                <a:gd name="T36" fmla="*/ 0 w 1870"/>
                <a:gd name="T37" fmla="*/ 0 h 8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70"/>
                <a:gd name="T58" fmla="*/ 0 h 807"/>
                <a:gd name="T59" fmla="*/ 1870 w 1870"/>
                <a:gd name="T60" fmla="*/ 807 h 80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70" h="807">
                  <a:moveTo>
                    <a:pt x="0" y="42"/>
                  </a:moveTo>
                  <a:lnTo>
                    <a:pt x="74" y="0"/>
                  </a:lnTo>
                  <a:lnTo>
                    <a:pt x="229" y="0"/>
                  </a:lnTo>
                  <a:lnTo>
                    <a:pt x="522" y="143"/>
                  </a:lnTo>
                  <a:lnTo>
                    <a:pt x="812" y="415"/>
                  </a:lnTo>
                  <a:lnTo>
                    <a:pt x="1289" y="500"/>
                  </a:lnTo>
                  <a:lnTo>
                    <a:pt x="1489" y="458"/>
                  </a:lnTo>
                  <a:lnTo>
                    <a:pt x="1549" y="351"/>
                  </a:lnTo>
                  <a:lnTo>
                    <a:pt x="1500" y="186"/>
                  </a:lnTo>
                  <a:lnTo>
                    <a:pt x="1713" y="415"/>
                  </a:lnTo>
                  <a:lnTo>
                    <a:pt x="1870" y="639"/>
                  </a:lnTo>
                  <a:lnTo>
                    <a:pt x="1870" y="766"/>
                  </a:lnTo>
                  <a:lnTo>
                    <a:pt x="1780" y="807"/>
                  </a:lnTo>
                  <a:lnTo>
                    <a:pt x="1684" y="807"/>
                  </a:lnTo>
                  <a:lnTo>
                    <a:pt x="1253" y="721"/>
                  </a:lnTo>
                  <a:lnTo>
                    <a:pt x="571" y="313"/>
                  </a:lnTo>
                  <a:lnTo>
                    <a:pt x="357" y="125"/>
                  </a:lnTo>
                  <a:lnTo>
                    <a:pt x="138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89" name="Freeform 319">
              <a:extLst>
                <a:ext uri="{FF2B5EF4-FFF2-40B4-BE49-F238E27FC236}">
                  <a16:creationId xmlns:a16="http://schemas.microsoft.com/office/drawing/2014/main" id="{3DAE4B27-0A26-B547-A903-B38EBF72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290"/>
              <a:ext cx="193" cy="178"/>
            </a:xfrm>
            <a:custGeom>
              <a:avLst/>
              <a:gdLst>
                <a:gd name="T0" fmla="*/ 0 w 1547"/>
                <a:gd name="T1" fmla="*/ 0 h 1425"/>
                <a:gd name="T2" fmla="*/ 0 w 1547"/>
                <a:gd name="T3" fmla="*/ 0 h 1425"/>
                <a:gd name="T4" fmla="*/ 0 w 1547"/>
                <a:gd name="T5" fmla="*/ 0 h 1425"/>
                <a:gd name="T6" fmla="*/ 0 w 1547"/>
                <a:gd name="T7" fmla="*/ 0 h 1425"/>
                <a:gd name="T8" fmla="*/ 0 w 1547"/>
                <a:gd name="T9" fmla="*/ 0 h 1425"/>
                <a:gd name="T10" fmla="*/ 0 w 1547"/>
                <a:gd name="T11" fmla="*/ 0 h 1425"/>
                <a:gd name="T12" fmla="*/ 0 w 1547"/>
                <a:gd name="T13" fmla="*/ 0 h 1425"/>
                <a:gd name="T14" fmla="*/ 0 w 1547"/>
                <a:gd name="T15" fmla="*/ 0 h 1425"/>
                <a:gd name="T16" fmla="*/ 0 w 1547"/>
                <a:gd name="T17" fmla="*/ 0 h 1425"/>
                <a:gd name="T18" fmla="*/ 0 w 1547"/>
                <a:gd name="T19" fmla="*/ 0 h 1425"/>
                <a:gd name="T20" fmla="*/ 0 w 1547"/>
                <a:gd name="T21" fmla="*/ 0 h 14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47"/>
                <a:gd name="T34" fmla="*/ 0 h 1425"/>
                <a:gd name="T35" fmla="*/ 1547 w 1547"/>
                <a:gd name="T36" fmla="*/ 1425 h 14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47" h="1425">
                  <a:moveTo>
                    <a:pt x="1547" y="0"/>
                  </a:moveTo>
                  <a:lnTo>
                    <a:pt x="873" y="0"/>
                  </a:lnTo>
                  <a:lnTo>
                    <a:pt x="325" y="106"/>
                  </a:lnTo>
                  <a:lnTo>
                    <a:pt x="0" y="208"/>
                  </a:lnTo>
                  <a:lnTo>
                    <a:pt x="76" y="686"/>
                  </a:lnTo>
                  <a:lnTo>
                    <a:pt x="339" y="1425"/>
                  </a:lnTo>
                  <a:lnTo>
                    <a:pt x="140" y="745"/>
                  </a:lnTo>
                  <a:lnTo>
                    <a:pt x="76" y="231"/>
                  </a:lnTo>
                  <a:lnTo>
                    <a:pt x="858" y="41"/>
                  </a:lnTo>
                  <a:lnTo>
                    <a:pt x="1458" y="83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0" name="Freeform 320">
              <a:extLst>
                <a:ext uri="{FF2B5EF4-FFF2-40B4-BE49-F238E27FC236}">
                  <a16:creationId xmlns:a16="http://schemas.microsoft.com/office/drawing/2014/main" id="{3569825E-3A97-4A4E-8F3A-0F5C07DB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306"/>
              <a:ext cx="670" cy="423"/>
            </a:xfrm>
            <a:custGeom>
              <a:avLst/>
              <a:gdLst>
                <a:gd name="T0" fmla="*/ 0 w 5360"/>
                <a:gd name="T1" fmla="*/ 0 h 3389"/>
                <a:gd name="T2" fmla="*/ 0 w 5360"/>
                <a:gd name="T3" fmla="*/ 0 h 3389"/>
                <a:gd name="T4" fmla="*/ 0 w 5360"/>
                <a:gd name="T5" fmla="*/ 0 h 3389"/>
                <a:gd name="T6" fmla="*/ 0 w 5360"/>
                <a:gd name="T7" fmla="*/ 0 h 3389"/>
                <a:gd name="T8" fmla="*/ 0 w 5360"/>
                <a:gd name="T9" fmla="*/ 0 h 3389"/>
                <a:gd name="T10" fmla="*/ 0 w 5360"/>
                <a:gd name="T11" fmla="*/ 0 h 3389"/>
                <a:gd name="T12" fmla="*/ 0 w 5360"/>
                <a:gd name="T13" fmla="*/ 0 h 3389"/>
                <a:gd name="T14" fmla="*/ 0 w 5360"/>
                <a:gd name="T15" fmla="*/ 0 h 3389"/>
                <a:gd name="T16" fmla="*/ 0 w 5360"/>
                <a:gd name="T17" fmla="*/ 0 h 3389"/>
                <a:gd name="T18" fmla="*/ 0 w 5360"/>
                <a:gd name="T19" fmla="*/ 0 h 3389"/>
                <a:gd name="T20" fmla="*/ 0 w 5360"/>
                <a:gd name="T21" fmla="*/ 0 h 3389"/>
                <a:gd name="T22" fmla="*/ 0 w 5360"/>
                <a:gd name="T23" fmla="*/ 0 h 3389"/>
                <a:gd name="T24" fmla="*/ 0 w 5360"/>
                <a:gd name="T25" fmla="*/ 0 h 3389"/>
                <a:gd name="T26" fmla="*/ 0 w 5360"/>
                <a:gd name="T27" fmla="*/ 0 h 3389"/>
                <a:gd name="T28" fmla="*/ 0 w 5360"/>
                <a:gd name="T29" fmla="*/ 0 h 3389"/>
                <a:gd name="T30" fmla="*/ 0 w 5360"/>
                <a:gd name="T31" fmla="*/ 0 h 3389"/>
                <a:gd name="T32" fmla="*/ 0 w 5360"/>
                <a:gd name="T33" fmla="*/ 0 h 3389"/>
                <a:gd name="T34" fmla="*/ 0 w 5360"/>
                <a:gd name="T35" fmla="*/ 0 h 3389"/>
                <a:gd name="T36" fmla="*/ 0 w 5360"/>
                <a:gd name="T37" fmla="*/ 0 h 3389"/>
                <a:gd name="T38" fmla="*/ 0 w 5360"/>
                <a:gd name="T39" fmla="*/ 0 h 3389"/>
                <a:gd name="T40" fmla="*/ 0 w 5360"/>
                <a:gd name="T41" fmla="*/ 0 h 3389"/>
                <a:gd name="T42" fmla="*/ 0 w 5360"/>
                <a:gd name="T43" fmla="*/ 0 h 3389"/>
                <a:gd name="T44" fmla="*/ 0 w 5360"/>
                <a:gd name="T45" fmla="*/ 0 h 3389"/>
                <a:gd name="T46" fmla="*/ 0 w 5360"/>
                <a:gd name="T47" fmla="*/ 0 h 3389"/>
                <a:gd name="T48" fmla="*/ 0 w 5360"/>
                <a:gd name="T49" fmla="*/ 0 h 3389"/>
                <a:gd name="T50" fmla="*/ 0 w 5360"/>
                <a:gd name="T51" fmla="*/ 0 h 3389"/>
                <a:gd name="T52" fmla="*/ 0 w 5360"/>
                <a:gd name="T53" fmla="*/ 0 h 3389"/>
                <a:gd name="T54" fmla="*/ 0 w 5360"/>
                <a:gd name="T55" fmla="*/ 0 h 3389"/>
                <a:gd name="T56" fmla="*/ 0 w 5360"/>
                <a:gd name="T57" fmla="*/ 0 h 3389"/>
                <a:gd name="T58" fmla="*/ 0 w 5360"/>
                <a:gd name="T59" fmla="*/ 0 h 3389"/>
                <a:gd name="T60" fmla="*/ 0 w 5360"/>
                <a:gd name="T61" fmla="*/ 0 h 3389"/>
                <a:gd name="T62" fmla="*/ 0 w 5360"/>
                <a:gd name="T63" fmla="*/ 0 h 338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360"/>
                <a:gd name="T97" fmla="*/ 0 h 3389"/>
                <a:gd name="T98" fmla="*/ 5360 w 5360"/>
                <a:gd name="T99" fmla="*/ 3389 h 338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360" h="3389">
                  <a:moveTo>
                    <a:pt x="3586" y="0"/>
                  </a:moveTo>
                  <a:lnTo>
                    <a:pt x="3695" y="228"/>
                  </a:lnTo>
                  <a:lnTo>
                    <a:pt x="3725" y="389"/>
                  </a:lnTo>
                  <a:lnTo>
                    <a:pt x="3695" y="536"/>
                  </a:lnTo>
                  <a:lnTo>
                    <a:pt x="3614" y="620"/>
                  </a:lnTo>
                  <a:lnTo>
                    <a:pt x="3415" y="663"/>
                  </a:lnTo>
                  <a:lnTo>
                    <a:pt x="2910" y="663"/>
                  </a:lnTo>
                  <a:lnTo>
                    <a:pt x="3275" y="806"/>
                  </a:lnTo>
                  <a:lnTo>
                    <a:pt x="3725" y="806"/>
                  </a:lnTo>
                  <a:lnTo>
                    <a:pt x="3586" y="969"/>
                  </a:lnTo>
                  <a:lnTo>
                    <a:pt x="3246" y="1099"/>
                  </a:lnTo>
                  <a:lnTo>
                    <a:pt x="2709" y="1157"/>
                  </a:lnTo>
                  <a:lnTo>
                    <a:pt x="2189" y="1157"/>
                  </a:lnTo>
                  <a:lnTo>
                    <a:pt x="1558" y="1099"/>
                  </a:lnTo>
                  <a:lnTo>
                    <a:pt x="1841" y="1467"/>
                  </a:lnTo>
                  <a:lnTo>
                    <a:pt x="1194" y="1443"/>
                  </a:lnTo>
                  <a:lnTo>
                    <a:pt x="766" y="1342"/>
                  </a:lnTo>
                  <a:lnTo>
                    <a:pt x="1252" y="1610"/>
                  </a:lnTo>
                  <a:lnTo>
                    <a:pt x="1900" y="1799"/>
                  </a:lnTo>
                  <a:lnTo>
                    <a:pt x="2511" y="1862"/>
                  </a:lnTo>
                  <a:lnTo>
                    <a:pt x="2973" y="1862"/>
                  </a:lnTo>
                  <a:lnTo>
                    <a:pt x="3661" y="1673"/>
                  </a:lnTo>
                  <a:lnTo>
                    <a:pt x="3323" y="2128"/>
                  </a:lnTo>
                  <a:lnTo>
                    <a:pt x="2788" y="2460"/>
                  </a:lnTo>
                  <a:lnTo>
                    <a:pt x="1851" y="2661"/>
                  </a:lnTo>
                  <a:lnTo>
                    <a:pt x="1439" y="2910"/>
                  </a:lnTo>
                  <a:lnTo>
                    <a:pt x="718" y="3121"/>
                  </a:lnTo>
                  <a:lnTo>
                    <a:pt x="364" y="2192"/>
                  </a:lnTo>
                  <a:lnTo>
                    <a:pt x="0" y="1508"/>
                  </a:lnTo>
                  <a:lnTo>
                    <a:pt x="550" y="2791"/>
                  </a:lnTo>
                  <a:lnTo>
                    <a:pt x="766" y="3389"/>
                  </a:lnTo>
                  <a:lnTo>
                    <a:pt x="2036" y="2933"/>
                  </a:lnTo>
                  <a:lnTo>
                    <a:pt x="2523" y="2827"/>
                  </a:lnTo>
                  <a:lnTo>
                    <a:pt x="2973" y="2646"/>
                  </a:lnTo>
                  <a:lnTo>
                    <a:pt x="3303" y="2686"/>
                  </a:lnTo>
                  <a:lnTo>
                    <a:pt x="3753" y="2827"/>
                  </a:lnTo>
                  <a:lnTo>
                    <a:pt x="3911" y="2854"/>
                  </a:lnTo>
                  <a:lnTo>
                    <a:pt x="4443" y="3095"/>
                  </a:lnTo>
                  <a:lnTo>
                    <a:pt x="4273" y="3262"/>
                  </a:lnTo>
                  <a:lnTo>
                    <a:pt x="4136" y="3262"/>
                  </a:lnTo>
                  <a:lnTo>
                    <a:pt x="3763" y="3095"/>
                  </a:lnTo>
                  <a:lnTo>
                    <a:pt x="3430" y="2873"/>
                  </a:lnTo>
                  <a:lnTo>
                    <a:pt x="3802" y="3159"/>
                  </a:lnTo>
                  <a:lnTo>
                    <a:pt x="4213" y="3347"/>
                  </a:lnTo>
                  <a:lnTo>
                    <a:pt x="4378" y="3286"/>
                  </a:lnTo>
                  <a:lnTo>
                    <a:pt x="4672" y="2890"/>
                  </a:lnTo>
                  <a:lnTo>
                    <a:pt x="4978" y="2313"/>
                  </a:lnTo>
                  <a:lnTo>
                    <a:pt x="5360" y="726"/>
                  </a:lnTo>
                  <a:lnTo>
                    <a:pt x="4934" y="2293"/>
                  </a:lnTo>
                  <a:lnTo>
                    <a:pt x="4583" y="2806"/>
                  </a:lnTo>
                  <a:lnTo>
                    <a:pt x="4408" y="2646"/>
                  </a:lnTo>
                  <a:lnTo>
                    <a:pt x="4086" y="2747"/>
                  </a:lnTo>
                  <a:lnTo>
                    <a:pt x="3875" y="2704"/>
                  </a:lnTo>
                  <a:lnTo>
                    <a:pt x="3737" y="2747"/>
                  </a:lnTo>
                  <a:lnTo>
                    <a:pt x="3340" y="2625"/>
                  </a:lnTo>
                  <a:lnTo>
                    <a:pt x="4058" y="2561"/>
                  </a:lnTo>
                  <a:lnTo>
                    <a:pt x="4583" y="2128"/>
                  </a:lnTo>
                  <a:lnTo>
                    <a:pt x="4336" y="2128"/>
                  </a:lnTo>
                  <a:lnTo>
                    <a:pt x="3646" y="2498"/>
                  </a:lnTo>
                  <a:lnTo>
                    <a:pt x="3875" y="1755"/>
                  </a:lnTo>
                  <a:lnTo>
                    <a:pt x="3939" y="1134"/>
                  </a:lnTo>
                  <a:lnTo>
                    <a:pt x="3832" y="514"/>
                  </a:lnTo>
                  <a:lnTo>
                    <a:pt x="3737" y="228"/>
                  </a:lnTo>
                  <a:lnTo>
                    <a:pt x="35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1" name="Freeform 321">
              <a:extLst>
                <a:ext uri="{FF2B5EF4-FFF2-40B4-BE49-F238E27FC236}">
                  <a16:creationId xmlns:a16="http://schemas.microsoft.com/office/drawing/2014/main" id="{82C1C28F-8AAF-9B4B-BBE2-F3ECEEF7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226"/>
              <a:ext cx="78" cy="77"/>
            </a:xfrm>
            <a:custGeom>
              <a:avLst/>
              <a:gdLst>
                <a:gd name="T0" fmla="*/ 0 w 629"/>
                <a:gd name="T1" fmla="*/ 0 h 621"/>
                <a:gd name="T2" fmla="*/ 0 w 629"/>
                <a:gd name="T3" fmla="*/ 0 h 621"/>
                <a:gd name="T4" fmla="*/ 0 w 629"/>
                <a:gd name="T5" fmla="*/ 0 h 621"/>
                <a:gd name="T6" fmla="*/ 0 60000 65536"/>
                <a:gd name="T7" fmla="*/ 0 60000 65536"/>
                <a:gd name="T8" fmla="*/ 0 60000 65536"/>
                <a:gd name="T9" fmla="*/ 0 w 629"/>
                <a:gd name="T10" fmla="*/ 0 h 621"/>
                <a:gd name="T11" fmla="*/ 629 w 629"/>
                <a:gd name="T12" fmla="*/ 621 h 6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9" h="621">
                  <a:moveTo>
                    <a:pt x="0" y="0"/>
                  </a:moveTo>
                  <a:lnTo>
                    <a:pt x="292" y="184"/>
                  </a:lnTo>
                  <a:lnTo>
                    <a:pt x="629" y="62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2" name="Freeform 322">
              <a:extLst>
                <a:ext uri="{FF2B5EF4-FFF2-40B4-BE49-F238E27FC236}">
                  <a16:creationId xmlns:a16="http://schemas.microsoft.com/office/drawing/2014/main" id="{15E4E267-31CC-DF4F-8FDC-C5E51E9B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35"/>
              <a:ext cx="433" cy="302"/>
            </a:xfrm>
            <a:custGeom>
              <a:avLst/>
              <a:gdLst>
                <a:gd name="T0" fmla="*/ 0 w 3459"/>
                <a:gd name="T1" fmla="*/ 0 h 2417"/>
                <a:gd name="T2" fmla="*/ 0 w 3459"/>
                <a:gd name="T3" fmla="*/ 0 h 2417"/>
                <a:gd name="T4" fmla="*/ 0 w 3459"/>
                <a:gd name="T5" fmla="*/ 0 h 2417"/>
                <a:gd name="T6" fmla="*/ 0 w 3459"/>
                <a:gd name="T7" fmla="*/ 0 h 2417"/>
                <a:gd name="T8" fmla="*/ 0 w 3459"/>
                <a:gd name="T9" fmla="*/ 0 h 2417"/>
                <a:gd name="T10" fmla="*/ 0 w 3459"/>
                <a:gd name="T11" fmla="*/ 0 h 2417"/>
                <a:gd name="T12" fmla="*/ 0 w 3459"/>
                <a:gd name="T13" fmla="*/ 0 h 2417"/>
                <a:gd name="T14" fmla="*/ 0 w 3459"/>
                <a:gd name="T15" fmla="*/ 0 h 2417"/>
                <a:gd name="T16" fmla="*/ 0 w 3459"/>
                <a:gd name="T17" fmla="*/ 0 h 2417"/>
                <a:gd name="T18" fmla="*/ 0 w 3459"/>
                <a:gd name="T19" fmla="*/ 0 h 2417"/>
                <a:gd name="T20" fmla="*/ 0 w 3459"/>
                <a:gd name="T21" fmla="*/ 0 h 2417"/>
                <a:gd name="T22" fmla="*/ 0 w 3459"/>
                <a:gd name="T23" fmla="*/ 0 h 2417"/>
                <a:gd name="T24" fmla="*/ 0 w 3459"/>
                <a:gd name="T25" fmla="*/ 0 h 2417"/>
                <a:gd name="T26" fmla="*/ 0 w 3459"/>
                <a:gd name="T27" fmla="*/ 0 h 2417"/>
                <a:gd name="T28" fmla="*/ 0 w 3459"/>
                <a:gd name="T29" fmla="*/ 0 h 2417"/>
                <a:gd name="T30" fmla="*/ 0 w 3459"/>
                <a:gd name="T31" fmla="*/ 0 h 2417"/>
                <a:gd name="T32" fmla="*/ 0 w 3459"/>
                <a:gd name="T33" fmla="*/ 0 h 2417"/>
                <a:gd name="T34" fmla="*/ 0 w 3459"/>
                <a:gd name="T35" fmla="*/ 0 h 2417"/>
                <a:gd name="T36" fmla="*/ 0 w 3459"/>
                <a:gd name="T37" fmla="*/ 0 h 2417"/>
                <a:gd name="T38" fmla="*/ 0 w 3459"/>
                <a:gd name="T39" fmla="*/ 0 h 2417"/>
                <a:gd name="T40" fmla="*/ 0 w 3459"/>
                <a:gd name="T41" fmla="*/ 0 h 2417"/>
                <a:gd name="T42" fmla="*/ 0 w 3459"/>
                <a:gd name="T43" fmla="*/ 0 h 2417"/>
                <a:gd name="T44" fmla="*/ 0 w 3459"/>
                <a:gd name="T45" fmla="*/ 0 h 2417"/>
                <a:gd name="T46" fmla="*/ 0 w 3459"/>
                <a:gd name="T47" fmla="*/ 0 h 24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459"/>
                <a:gd name="T73" fmla="*/ 0 h 2417"/>
                <a:gd name="T74" fmla="*/ 3459 w 3459"/>
                <a:gd name="T75" fmla="*/ 2417 h 241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459" h="2417">
                  <a:moveTo>
                    <a:pt x="0" y="687"/>
                  </a:moveTo>
                  <a:lnTo>
                    <a:pt x="623" y="519"/>
                  </a:lnTo>
                  <a:lnTo>
                    <a:pt x="793" y="544"/>
                  </a:lnTo>
                  <a:lnTo>
                    <a:pt x="1025" y="314"/>
                  </a:lnTo>
                  <a:lnTo>
                    <a:pt x="1881" y="0"/>
                  </a:lnTo>
                  <a:lnTo>
                    <a:pt x="2635" y="189"/>
                  </a:lnTo>
                  <a:lnTo>
                    <a:pt x="2313" y="147"/>
                  </a:lnTo>
                  <a:lnTo>
                    <a:pt x="2817" y="580"/>
                  </a:lnTo>
                  <a:lnTo>
                    <a:pt x="3230" y="1509"/>
                  </a:lnTo>
                  <a:lnTo>
                    <a:pt x="3459" y="2417"/>
                  </a:lnTo>
                  <a:lnTo>
                    <a:pt x="3199" y="1535"/>
                  </a:lnTo>
                  <a:lnTo>
                    <a:pt x="2798" y="662"/>
                  </a:lnTo>
                  <a:lnTo>
                    <a:pt x="2201" y="147"/>
                  </a:lnTo>
                  <a:lnTo>
                    <a:pt x="1695" y="171"/>
                  </a:lnTo>
                  <a:lnTo>
                    <a:pt x="2186" y="377"/>
                  </a:lnTo>
                  <a:lnTo>
                    <a:pt x="2448" y="993"/>
                  </a:lnTo>
                  <a:lnTo>
                    <a:pt x="2171" y="475"/>
                  </a:lnTo>
                  <a:lnTo>
                    <a:pt x="1791" y="249"/>
                  </a:lnTo>
                  <a:lnTo>
                    <a:pt x="1435" y="249"/>
                  </a:lnTo>
                  <a:lnTo>
                    <a:pt x="964" y="544"/>
                  </a:lnTo>
                  <a:lnTo>
                    <a:pt x="1359" y="603"/>
                  </a:lnTo>
                  <a:lnTo>
                    <a:pt x="778" y="580"/>
                  </a:lnTo>
                  <a:lnTo>
                    <a:pt x="116" y="745"/>
                  </a:lnTo>
                  <a:lnTo>
                    <a:pt x="0" y="6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3" name="Freeform 323">
              <a:extLst>
                <a:ext uri="{FF2B5EF4-FFF2-40B4-BE49-F238E27FC236}">
                  <a16:creationId xmlns:a16="http://schemas.microsoft.com/office/drawing/2014/main" id="{B8B8B905-5087-A74E-AFE7-CAD85C4E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055"/>
              <a:ext cx="229" cy="287"/>
            </a:xfrm>
            <a:custGeom>
              <a:avLst/>
              <a:gdLst>
                <a:gd name="T0" fmla="*/ 0 w 1838"/>
                <a:gd name="T1" fmla="*/ 0 h 2293"/>
                <a:gd name="T2" fmla="*/ 0 w 1838"/>
                <a:gd name="T3" fmla="*/ 0 h 2293"/>
                <a:gd name="T4" fmla="*/ 0 w 1838"/>
                <a:gd name="T5" fmla="*/ 0 h 2293"/>
                <a:gd name="T6" fmla="*/ 0 w 1838"/>
                <a:gd name="T7" fmla="*/ 0 h 2293"/>
                <a:gd name="T8" fmla="*/ 0 w 1838"/>
                <a:gd name="T9" fmla="*/ 0 h 2293"/>
                <a:gd name="T10" fmla="*/ 0 w 1838"/>
                <a:gd name="T11" fmla="*/ 0 h 2293"/>
                <a:gd name="T12" fmla="*/ 0 w 1838"/>
                <a:gd name="T13" fmla="*/ 0 h 2293"/>
                <a:gd name="T14" fmla="*/ 0 w 1838"/>
                <a:gd name="T15" fmla="*/ 0 h 2293"/>
                <a:gd name="T16" fmla="*/ 0 w 1838"/>
                <a:gd name="T17" fmla="*/ 0 h 2293"/>
                <a:gd name="T18" fmla="*/ 0 w 1838"/>
                <a:gd name="T19" fmla="*/ 0 h 2293"/>
                <a:gd name="T20" fmla="*/ 0 w 1838"/>
                <a:gd name="T21" fmla="*/ 0 h 2293"/>
                <a:gd name="T22" fmla="*/ 0 w 1838"/>
                <a:gd name="T23" fmla="*/ 0 h 2293"/>
                <a:gd name="T24" fmla="*/ 0 w 1838"/>
                <a:gd name="T25" fmla="*/ 0 h 2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38"/>
                <a:gd name="T40" fmla="*/ 0 h 2293"/>
                <a:gd name="T41" fmla="*/ 1838 w 1838"/>
                <a:gd name="T42" fmla="*/ 2293 h 229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38" h="2293">
                  <a:moveTo>
                    <a:pt x="0" y="603"/>
                  </a:moveTo>
                  <a:lnTo>
                    <a:pt x="320" y="372"/>
                  </a:lnTo>
                  <a:lnTo>
                    <a:pt x="703" y="351"/>
                  </a:lnTo>
                  <a:lnTo>
                    <a:pt x="781" y="0"/>
                  </a:lnTo>
                  <a:lnTo>
                    <a:pt x="733" y="372"/>
                  </a:lnTo>
                  <a:lnTo>
                    <a:pt x="1163" y="828"/>
                  </a:lnTo>
                  <a:lnTo>
                    <a:pt x="1637" y="1738"/>
                  </a:lnTo>
                  <a:lnTo>
                    <a:pt x="1838" y="2293"/>
                  </a:lnTo>
                  <a:lnTo>
                    <a:pt x="1611" y="1738"/>
                  </a:lnTo>
                  <a:lnTo>
                    <a:pt x="1087" y="810"/>
                  </a:lnTo>
                  <a:lnTo>
                    <a:pt x="703" y="438"/>
                  </a:lnTo>
                  <a:lnTo>
                    <a:pt x="399" y="438"/>
                  </a:lnTo>
                  <a:lnTo>
                    <a:pt x="0" y="6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4" name="Freeform 324">
              <a:extLst>
                <a:ext uri="{FF2B5EF4-FFF2-40B4-BE49-F238E27FC236}">
                  <a16:creationId xmlns:a16="http://schemas.microsoft.com/office/drawing/2014/main" id="{550456FA-FC37-E64A-B498-810FFBDD8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81"/>
              <a:ext cx="686" cy="359"/>
            </a:xfrm>
            <a:custGeom>
              <a:avLst/>
              <a:gdLst>
                <a:gd name="T0" fmla="*/ 0 w 5490"/>
                <a:gd name="T1" fmla="*/ 0 h 2867"/>
                <a:gd name="T2" fmla="*/ 0 w 5490"/>
                <a:gd name="T3" fmla="*/ 0 h 2867"/>
                <a:gd name="T4" fmla="*/ 0 w 5490"/>
                <a:gd name="T5" fmla="*/ 0 h 2867"/>
                <a:gd name="T6" fmla="*/ 0 w 5490"/>
                <a:gd name="T7" fmla="*/ 0 h 2867"/>
                <a:gd name="T8" fmla="*/ 0 w 5490"/>
                <a:gd name="T9" fmla="*/ 0 h 2867"/>
                <a:gd name="T10" fmla="*/ 0 w 5490"/>
                <a:gd name="T11" fmla="*/ 0 h 2867"/>
                <a:gd name="T12" fmla="*/ 0 w 5490"/>
                <a:gd name="T13" fmla="*/ 0 h 2867"/>
                <a:gd name="T14" fmla="*/ 0 w 5490"/>
                <a:gd name="T15" fmla="*/ 0 h 2867"/>
                <a:gd name="T16" fmla="*/ 0 w 5490"/>
                <a:gd name="T17" fmla="*/ 0 h 2867"/>
                <a:gd name="T18" fmla="*/ 0 w 5490"/>
                <a:gd name="T19" fmla="*/ 0 h 2867"/>
                <a:gd name="T20" fmla="*/ 0 w 5490"/>
                <a:gd name="T21" fmla="*/ 0 h 2867"/>
                <a:gd name="T22" fmla="*/ 0 w 5490"/>
                <a:gd name="T23" fmla="*/ 0 h 28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490"/>
                <a:gd name="T37" fmla="*/ 0 h 2867"/>
                <a:gd name="T38" fmla="*/ 5490 w 5490"/>
                <a:gd name="T39" fmla="*/ 2867 h 286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490" h="2867">
                  <a:moveTo>
                    <a:pt x="5446" y="2733"/>
                  </a:moveTo>
                  <a:lnTo>
                    <a:pt x="5133" y="2733"/>
                  </a:lnTo>
                  <a:lnTo>
                    <a:pt x="4442" y="2351"/>
                  </a:lnTo>
                  <a:lnTo>
                    <a:pt x="2986" y="1738"/>
                  </a:lnTo>
                  <a:lnTo>
                    <a:pt x="1388" y="870"/>
                  </a:lnTo>
                  <a:lnTo>
                    <a:pt x="0" y="0"/>
                  </a:lnTo>
                  <a:lnTo>
                    <a:pt x="1675" y="1094"/>
                  </a:lnTo>
                  <a:lnTo>
                    <a:pt x="2890" y="1773"/>
                  </a:lnTo>
                  <a:lnTo>
                    <a:pt x="4180" y="2287"/>
                  </a:lnTo>
                  <a:lnTo>
                    <a:pt x="5091" y="2800"/>
                  </a:lnTo>
                  <a:lnTo>
                    <a:pt x="5490" y="2867"/>
                  </a:lnTo>
                  <a:lnTo>
                    <a:pt x="5446" y="2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5" name="Freeform 325">
              <a:extLst>
                <a:ext uri="{FF2B5EF4-FFF2-40B4-BE49-F238E27FC236}">
                  <a16:creationId xmlns:a16="http://schemas.microsoft.com/office/drawing/2014/main" id="{E164402A-FD84-A64F-8F1C-5C7581BB5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182"/>
              <a:ext cx="720" cy="363"/>
            </a:xfrm>
            <a:custGeom>
              <a:avLst/>
              <a:gdLst>
                <a:gd name="T0" fmla="*/ 0 w 5757"/>
                <a:gd name="T1" fmla="*/ 0 h 2900"/>
                <a:gd name="T2" fmla="*/ 0 w 5757"/>
                <a:gd name="T3" fmla="*/ 0 h 2900"/>
                <a:gd name="T4" fmla="*/ 0 w 5757"/>
                <a:gd name="T5" fmla="*/ 0 h 2900"/>
                <a:gd name="T6" fmla="*/ 0 w 5757"/>
                <a:gd name="T7" fmla="*/ 0 h 2900"/>
                <a:gd name="T8" fmla="*/ 0 w 5757"/>
                <a:gd name="T9" fmla="*/ 0 h 2900"/>
                <a:gd name="T10" fmla="*/ 0 w 5757"/>
                <a:gd name="T11" fmla="*/ 0 h 2900"/>
                <a:gd name="T12" fmla="*/ 0 w 5757"/>
                <a:gd name="T13" fmla="*/ 0 h 2900"/>
                <a:gd name="T14" fmla="*/ 0 w 5757"/>
                <a:gd name="T15" fmla="*/ 0 h 2900"/>
                <a:gd name="T16" fmla="*/ 0 w 5757"/>
                <a:gd name="T17" fmla="*/ 0 h 2900"/>
                <a:gd name="T18" fmla="*/ 0 w 5757"/>
                <a:gd name="T19" fmla="*/ 0 h 2900"/>
                <a:gd name="T20" fmla="*/ 0 w 5757"/>
                <a:gd name="T21" fmla="*/ 0 h 2900"/>
                <a:gd name="T22" fmla="*/ 0 w 5757"/>
                <a:gd name="T23" fmla="*/ 0 h 2900"/>
                <a:gd name="T24" fmla="*/ 0 w 5757"/>
                <a:gd name="T25" fmla="*/ 0 h 2900"/>
                <a:gd name="T26" fmla="*/ 0 w 5757"/>
                <a:gd name="T27" fmla="*/ 0 h 2900"/>
                <a:gd name="T28" fmla="*/ 0 w 5757"/>
                <a:gd name="T29" fmla="*/ 0 h 2900"/>
                <a:gd name="T30" fmla="*/ 0 w 5757"/>
                <a:gd name="T31" fmla="*/ 0 h 2900"/>
                <a:gd name="T32" fmla="*/ 0 w 5757"/>
                <a:gd name="T33" fmla="*/ 0 h 2900"/>
                <a:gd name="T34" fmla="*/ 0 w 5757"/>
                <a:gd name="T35" fmla="*/ 0 h 2900"/>
                <a:gd name="T36" fmla="*/ 0 w 5757"/>
                <a:gd name="T37" fmla="*/ 0 h 2900"/>
                <a:gd name="T38" fmla="*/ 0 w 5757"/>
                <a:gd name="T39" fmla="*/ 0 h 2900"/>
                <a:gd name="T40" fmla="*/ 0 w 5757"/>
                <a:gd name="T41" fmla="*/ 0 h 2900"/>
                <a:gd name="T42" fmla="*/ 0 w 5757"/>
                <a:gd name="T43" fmla="*/ 0 h 2900"/>
                <a:gd name="T44" fmla="*/ 0 w 5757"/>
                <a:gd name="T45" fmla="*/ 0 h 29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757"/>
                <a:gd name="T70" fmla="*/ 0 h 2900"/>
                <a:gd name="T71" fmla="*/ 5757 w 5757"/>
                <a:gd name="T72" fmla="*/ 2900 h 290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757" h="2900">
                  <a:moveTo>
                    <a:pt x="0" y="0"/>
                  </a:moveTo>
                  <a:lnTo>
                    <a:pt x="674" y="420"/>
                  </a:lnTo>
                  <a:lnTo>
                    <a:pt x="1698" y="1162"/>
                  </a:lnTo>
                  <a:lnTo>
                    <a:pt x="2849" y="1776"/>
                  </a:lnTo>
                  <a:lnTo>
                    <a:pt x="3844" y="2320"/>
                  </a:lnTo>
                  <a:lnTo>
                    <a:pt x="4275" y="2449"/>
                  </a:lnTo>
                  <a:lnTo>
                    <a:pt x="4540" y="2417"/>
                  </a:lnTo>
                  <a:lnTo>
                    <a:pt x="4753" y="2257"/>
                  </a:lnTo>
                  <a:lnTo>
                    <a:pt x="4229" y="2093"/>
                  </a:lnTo>
                  <a:lnTo>
                    <a:pt x="4089" y="1967"/>
                  </a:lnTo>
                  <a:lnTo>
                    <a:pt x="4562" y="1997"/>
                  </a:lnTo>
                  <a:lnTo>
                    <a:pt x="4848" y="2093"/>
                  </a:lnTo>
                  <a:lnTo>
                    <a:pt x="5205" y="2221"/>
                  </a:lnTo>
                  <a:lnTo>
                    <a:pt x="5492" y="2290"/>
                  </a:lnTo>
                  <a:lnTo>
                    <a:pt x="5566" y="2516"/>
                  </a:lnTo>
                  <a:lnTo>
                    <a:pt x="5757" y="2900"/>
                  </a:lnTo>
                  <a:lnTo>
                    <a:pt x="5280" y="2773"/>
                  </a:lnTo>
                  <a:lnTo>
                    <a:pt x="4275" y="2674"/>
                  </a:lnTo>
                  <a:lnTo>
                    <a:pt x="3943" y="2580"/>
                  </a:lnTo>
                  <a:lnTo>
                    <a:pt x="2725" y="1936"/>
                  </a:lnTo>
                  <a:lnTo>
                    <a:pt x="1986" y="1514"/>
                  </a:lnTo>
                  <a:lnTo>
                    <a:pt x="859" y="6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6" name="Freeform 326">
              <a:extLst>
                <a:ext uri="{FF2B5EF4-FFF2-40B4-BE49-F238E27FC236}">
                  <a16:creationId xmlns:a16="http://schemas.microsoft.com/office/drawing/2014/main" id="{257A82C8-F478-864F-A2B9-25148EA1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293"/>
              <a:ext cx="349" cy="229"/>
            </a:xfrm>
            <a:custGeom>
              <a:avLst/>
              <a:gdLst>
                <a:gd name="T0" fmla="*/ 0 w 2796"/>
                <a:gd name="T1" fmla="*/ 0 h 1832"/>
                <a:gd name="T2" fmla="*/ 0 w 2796"/>
                <a:gd name="T3" fmla="*/ 0 h 1832"/>
                <a:gd name="T4" fmla="*/ 0 w 2796"/>
                <a:gd name="T5" fmla="*/ 0 h 1832"/>
                <a:gd name="T6" fmla="*/ 0 w 2796"/>
                <a:gd name="T7" fmla="*/ 0 h 1832"/>
                <a:gd name="T8" fmla="*/ 0 w 2796"/>
                <a:gd name="T9" fmla="*/ 0 h 1832"/>
                <a:gd name="T10" fmla="*/ 0 w 2796"/>
                <a:gd name="T11" fmla="*/ 0 h 1832"/>
                <a:gd name="T12" fmla="*/ 0 w 2796"/>
                <a:gd name="T13" fmla="*/ 0 h 1832"/>
                <a:gd name="T14" fmla="*/ 0 w 2796"/>
                <a:gd name="T15" fmla="*/ 0 h 1832"/>
                <a:gd name="T16" fmla="*/ 0 w 2796"/>
                <a:gd name="T17" fmla="*/ 0 h 1832"/>
                <a:gd name="T18" fmla="*/ 0 w 2796"/>
                <a:gd name="T19" fmla="*/ 0 h 1832"/>
                <a:gd name="T20" fmla="*/ 0 w 2796"/>
                <a:gd name="T21" fmla="*/ 0 h 1832"/>
                <a:gd name="T22" fmla="*/ 0 w 2796"/>
                <a:gd name="T23" fmla="*/ 0 h 1832"/>
                <a:gd name="T24" fmla="*/ 0 w 2796"/>
                <a:gd name="T25" fmla="*/ 0 h 1832"/>
                <a:gd name="T26" fmla="*/ 0 w 2796"/>
                <a:gd name="T27" fmla="*/ 0 h 1832"/>
                <a:gd name="T28" fmla="*/ 0 w 2796"/>
                <a:gd name="T29" fmla="*/ 0 h 1832"/>
                <a:gd name="T30" fmla="*/ 0 w 2796"/>
                <a:gd name="T31" fmla="*/ 0 h 1832"/>
                <a:gd name="T32" fmla="*/ 0 w 2796"/>
                <a:gd name="T33" fmla="*/ 0 h 1832"/>
                <a:gd name="T34" fmla="*/ 0 w 2796"/>
                <a:gd name="T35" fmla="*/ 0 h 1832"/>
                <a:gd name="T36" fmla="*/ 0 w 2796"/>
                <a:gd name="T37" fmla="*/ 0 h 1832"/>
                <a:gd name="T38" fmla="*/ 0 w 2796"/>
                <a:gd name="T39" fmla="*/ 0 h 1832"/>
                <a:gd name="T40" fmla="*/ 0 w 2796"/>
                <a:gd name="T41" fmla="*/ 0 h 18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796"/>
                <a:gd name="T64" fmla="*/ 0 h 1832"/>
                <a:gd name="T65" fmla="*/ 2796 w 2796"/>
                <a:gd name="T66" fmla="*/ 1832 h 183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796" h="1832">
                  <a:moveTo>
                    <a:pt x="2796" y="1832"/>
                  </a:moveTo>
                  <a:lnTo>
                    <a:pt x="2508" y="1832"/>
                  </a:lnTo>
                  <a:lnTo>
                    <a:pt x="2508" y="129"/>
                  </a:lnTo>
                  <a:lnTo>
                    <a:pt x="2386" y="129"/>
                  </a:lnTo>
                  <a:lnTo>
                    <a:pt x="2386" y="898"/>
                  </a:lnTo>
                  <a:lnTo>
                    <a:pt x="2007" y="1190"/>
                  </a:lnTo>
                  <a:lnTo>
                    <a:pt x="2007" y="1832"/>
                  </a:lnTo>
                  <a:lnTo>
                    <a:pt x="1765" y="1832"/>
                  </a:lnTo>
                  <a:lnTo>
                    <a:pt x="1765" y="1190"/>
                  </a:lnTo>
                  <a:lnTo>
                    <a:pt x="1242" y="1190"/>
                  </a:lnTo>
                  <a:lnTo>
                    <a:pt x="1242" y="1832"/>
                  </a:lnTo>
                  <a:lnTo>
                    <a:pt x="1004" y="1832"/>
                  </a:lnTo>
                  <a:lnTo>
                    <a:pt x="1004" y="1190"/>
                  </a:lnTo>
                  <a:lnTo>
                    <a:pt x="479" y="1190"/>
                  </a:lnTo>
                  <a:lnTo>
                    <a:pt x="479" y="1832"/>
                  </a:lnTo>
                  <a:lnTo>
                    <a:pt x="0" y="1832"/>
                  </a:lnTo>
                  <a:lnTo>
                    <a:pt x="5" y="952"/>
                  </a:lnTo>
                  <a:lnTo>
                    <a:pt x="1242" y="952"/>
                  </a:lnTo>
                  <a:lnTo>
                    <a:pt x="1242" y="4"/>
                  </a:lnTo>
                  <a:lnTo>
                    <a:pt x="2796" y="0"/>
                  </a:lnTo>
                  <a:lnTo>
                    <a:pt x="2796" y="18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7" name="Rectangle 327">
              <a:extLst>
                <a:ext uri="{FF2B5EF4-FFF2-40B4-BE49-F238E27FC236}">
                  <a16:creationId xmlns:a16="http://schemas.microsoft.com/office/drawing/2014/main" id="{A75EE4FF-5EC6-804F-854D-C0B143619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2514"/>
              <a:ext cx="349" cy="2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398" name="Freeform 328">
              <a:extLst>
                <a:ext uri="{FF2B5EF4-FFF2-40B4-BE49-F238E27FC236}">
                  <a16:creationId xmlns:a16="http://schemas.microsoft.com/office/drawing/2014/main" id="{D098D0C4-234B-BC4C-B7BE-0C074DF6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587"/>
              <a:ext cx="456" cy="728"/>
            </a:xfrm>
            <a:custGeom>
              <a:avLst/>
              <a:gdLst>
                <a:gd name="T0" fmla="*/ 0 w 3654"/>
                <a:gd name="T1" fmla="*/ 0 h 5828"/>
                <a:gd name="T2" fmla="*/ 0 w 3654"/>
                <a:gd name="T3" fmla="*/ 0 h 5828"/>
                <a:gd name="T4" fmla="*/ 0 w 3654"/>
                <a:gd name="T5" fmla="*/ 0 h 5828"/>
                <a:gd name="T6" fmla="*/ 0 w 3654"/>
                <a:gd name="T7" fmla="*/ 0 h 5828"/>
                <a:gd name="T8" fmla="*/ 0 w 3654"/>
                <a:gd name="T9" fmla="*/ 0 h 5828"/>
                <a:gd name="T10" fmla="*/ 0 w 3654"/>
                <a:gd name="T11" fmla="*/ 0 h 5828"/>
                <a:gd name="T12" fmla="*/ 0 w 3654"/>
                <a:gd name="T13" fmla="*/ 0 h 5828"/>
                <a:gd name="T14" fmla="*/ 0 w 3654"/>
                <a:gd name="T15" fmla="*/ 0 h 5828"/>
                <a:gd name="T16" fmla="*/ 0 w 3654"/>
                <a:gd name="T17" fmla="*/ 0 h 5828"/>
                <a:gd name="T18" fmla="*/ 0 w 3654"/>
                <a:gd name="T19" fmla="*/ 0 h 5828"/>
                <a:gd name="T20" fmla="*/ 0 w 3654"/>
                <a:gd name="T21" fmla="*/ 0 h 5828"/>
                <a:gd name="T22" fmla="*/ 0 w 3654"/>
                <a:gd name="T23" fmla="*/ 0 h 5828"/>
                <a:gd name="T24" fmla="*/ 0 w 3654"/>
                <a:gd name="T25" fmla="*/ 0 h 5828"/>
                <a:gd name="T26" fmla="*/ 0 w 3654"/>
                <a:gd name="T27" fmla="*/ 0 h 5828"/>
                <a:gd name="T28" fmla="*/ 0 w 3654"/>
                <a:gd name="T29" fmla="*/ 0 h 5828"/>
                <a:gd name="T30" fmla="*/ 0 w 3654"/>
                <a:gd name="T31" fmla="*/ 0 h 5828"/>
                <a:gd name="T32" fmla="*/ 0 w 3654"/>
                <a:gd name="T33" fmla="*/ 0 h 5828"/>
                <a:gd name="T34" fmla="*/ 0 w 3654"/>
                <a:gd name="T35" fmla="*/ 0 h 5828"/>
                <a:gd name="T36" fmla="*/ 0 w 3654"/>
                <a:gd name="T37" fmla="*/ 0 h 5828"/>
                <a:gd name="T38" fmla="*/ 0 w 3654"/>
                <a:gd name="T39" fmla="*/ 0 h 5828"/>
                <a:gd name="T40" fmla="*/ 0 w 3654"/>
                <a:gd name="T41" fmla="*/ 0 h 5828"/>
                <a:gd name="T42" fmla="*/ 0 w 3654"/>
                <a:gd name="T43" fmla="*/ 0 h 5828"/>
                <a:gd name="T44" fmla="*/ 0 w 3654"/>
                <a:gd name="T45" fmla="*/ 0 h 5828"/>
                <a:gd name="T46" fmla="*/ 0 w 3654"/>
                <a:gd name="T47" fmla="*/ 0 h 5828"/>
                <a:gd name="T48" fmla="*/ 0 w 3654"/>
                <a:gd name="T49" fmla="*/ 0 h 5828"/>
                <a:gd name="T50" fmla="*/ 0 w 3654"/>
                <a:gd name="T51" fmla="*/ 0 h 5828"/>
                <a:gd name="T52" fmla="*/ 0 w 3654"/>
                <a:gd name="T53" fmla="*/ 0 h 5828"/>
                <a:gd name="T54" fmla="*/ 0 w 3654"/>
                <a:gd name="T55" fmla="*/ 0 h 5828"/>
                <a:gd name="T56" fmla="*/ 0 w 3654"/>
                <a:gd name="T57" fmla="*/ 0 h 5828"/>
                <a:gd name="T58" fmla="*/ 0 w 3654"/>
                <a:gd name="T59" fmla="*/ 0 h 5828"/>
                <a:gd name="T60" fmla="*/ 0 w 3654"/>
                <a:gd name="T61" fmla="*/ 0 h 5828"/>
                <a:gd name="T62" fmla="*/ 0 w 3654"/>
                <a:gd name="T63" fmla="*/ 0 h 5828"/>
                <a:gd name="T64" fmla="*/ 0 w 3654"/>
                <a:gd name="T65" fmla="*/ 0 h 5828"/>
                <a:gd name="T66" fmla="*/ 0 w 3654"/>
                <a:gd name="T67" fmla="*/ 0 h 5828"/>
                <a:gd name="T68" fmla="*/ 0 w 3654"/>
                <a:gd name="T69" fmla="*/ 0 h 5828"/>
                <a:gd name="T70" fmla="*/ 0 w 3654"/>
                <a:gd name="T71" fmla="*/ 0 h 5828"/>
                <a:gd name="T72" fmla="*/ 0 w 3654"/>
                <a:gd name="T73" fmla="*/ 0 h 58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654"/>
                <a:gd name="T112" fmla="*/ 0 h 5828"/>
                <a:gd name="T113" fmla="*/ 3654 w 3654"/>
                <a:gd name="T114" fmla="*/ 5828 h 582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654" h="5828">
                  <a:moveTo>
                    <a:pt x="766" y="1356"/>
                  </a:moveTo>
                  <a:lnTo>
                    <a:pt x="766" y="582"/>
                  </a:lnTo>
                  <a:lnTo>
                    <a:pt x="2745" y="582"/>
                  </a:lnTo>
                  <a:lnTo>
                    <a:pt x="2745" y="0"/>
                  </a:lnTo>
                  <a:lnTo>
                    <a:pt x="0" y="0"/>
                  </a:lnTo>
                  <a:lnTo>
                    <a:pt x="0" y="5828"/>
                  </a:lnTo>
                  <a:lnTo>
                    <a:pt x="2745" y="5828"/>
                  </a:lnTo>
                  <a:lnTo>
                    <a:pt x="2745" y="5280"/>
                  </a:lnTo>
                  <a:lnTo>
                    <a:pt x="1436" y="5280"/>
                  </a:lnTo>
                  <a:lnTo>
                    <a:pt x="1436" y="4895"/>
                  </a:lnTo>
                  <a:lnTo>
                    <a:pt x="1337" y="4895"/>
                  </a:lnTo>
                  <a:lnTo>
                    <a:pt x="1337" y="5280"/>
                  </a:lnTo>
                  <a:lnTo>
                    <a:pt x="1004" y="5280"/>
                  </a:lnTo>
                  <a:lnTo>
                    <a:pt x="1004" y="4640"/>
                  </a:lnTo>
                  <a:lnTo>
                    <a:pt x="1405" y="4700"/>
                  </a:lnTo>
                  <a:lnTo>
                    <a:pt x="2459" y="4700"/>
                  </a:lnTo>
                  <a:lnTo>
                    <a:pt x="2745" y="4668"/>
                  </a:lnTo>
                  <a:lnTo>
                    <a:pt x="2893" y="4668"/>
                  </a:lnTo>
                  <a:lnTo>
                    <a:pt x="3150" y="4734"/>
                  </a:lnTo>
                  <a:lnTo>
                    <a:pt x="2961" y="4640"/>
                  </a:lnTo>
                  <a:lnTo>
                    <a:pt x="2961" y="4506"/>
                  </a:lnTo>
                  <a:lnTo>
                    <a:pt x="3654" y="4668"/>
                  </a:lnTo>
                  <a:lnTo>
                    <a:pt x="2745" y="4060"/>
                  </a:lnTo>
                  <a:lnTo>
                    <a:pt x="1814" y="3963"/>
                  </a:lnTo>
                  <a:lnTo>
                    <a:pt x="2193" y="4090"/>
                  </a:lnTo>
                  <a:lnTo>
                    <a:pt x="2554" y="4284"/>
                  </a:lnTo>
                  <a:lnTo>
                    <a:pt x="2076" y="4251"/>
                  </a:lnTo>
                  <a:lnTo>
                    <a:pt x="2173" y="4506"/>
                  </a:lnTo>
                  <a:lnTo>
                    <a:pt x="1864" y="4640"/>
                  </a:lnTo>
                  <a:lnTo>
                    <a:pt x="1599" y="4640"/>
                  </a:lnTo>
                  <a:lnTo>
                    <a:pt x="812" y="4541"/>
                  </a:lnTo>
                  <a:lnTo>
                    <a:pt x="812" y="4414"/>
                  </a:lnTo>
                  <a:lnTo>
                    <a:pt x="933" y="4350"/>
                  </a:lnTo>
                  <a:lnTo>
                    <a:pt x="1028" y="4350"/>
                  </a:lnTo>
                  <a:lnTo>
                    <a:pt x="1383" y="4414"/>
                  </a:lnTo>
                  <a:lnTo>
                    <a:pt x="1913" y="4414"/>
                  </a:lnTo>
                  <a:lnTo>
                    <a:pt x="812" y="4122"/>
                  </a:lnTo>
                  <a:lnTo>
                    <a:pt x="431" y="3963"/>
                  </a:lnTo>
                  <a:lnTo>
                    <a:pt x="431" y="3834"/>
                  </a:lnTo>
                  <a:lnTo>
                    <a:pt x="1504" y="3963"/>
                  </a:lnTo>
                  <a:lnTo>
                    <a:pt x="1717" y="4027"/>
                  </a:lnTo>
                  <a:lnTo>
                    <a:pt x="1553" y="3933"/>
                  </a:lnTo>
                  <a:lnTo>
                    <a:pt x="285" y="3703"/>
                  </a:lnTo>
                  <a:lnTo>
                    <a:pt x="168" y="3445"/>
                  </a:lnTo>
                  <a:lnTo>
                    <a:pt x="266" y="3348"/>
                  </a:lnTo>
                  <a:lnTo>
                    <a:pt x="1383" y="3480"/>
                  </a:lnTo>
                  <a:lnTo>
                    <a:pt x="1698" y="3480"/>
                  </a:lnTo>
                  <a:lnTo>
                    <a:pt x="1765" y="3445"/>
                  </a:lnTo>
                  <a:lnTo>
                    <a:pt x="1526" y="3445"/>
                  </a:lnTo>
                  <a:lnTo>
                    <a:pt x="334" y="3157"/>
                  </a:lnTo>
                  <a:lnTo>
                    <a:pt x="334" y="3030"/>
                  </a:lnTo>
                  <a:lnTo>
                    <a:pt x="479" y="2966"/>
                  </a:lnTo>
                  <a:lnTo>
                    <a:pt x="479" y="1969"/>
                  </a:lnTo>
                  <a:lnTo>
                    <a:pt x="479" y="1902"/>
                  </a:lnTo>
                  <a:lnTo>
                    <a:pt x="440" y="1902"/>
                  </a:lnTo>
                  <a:lnTo>
                    <a:pt x="403" y="1890"/>
                  </a:lnTo>
                  <a:lnTo>
                    <a:pt x="361" y="1874"/>
                  </a:lnTo>
                  <a:lnTo>
                    <a:pt x="329" y="1852"/>
                  </a:lnTo>
                  <a:lnTo>
                    <a:pt x="298" y="1826"/>
                  </a:lnTo>
                  <a:lnTo>
                    <a:pt x="270" y="1791"/>
                  </a:lnTo>
                  <a:lnTo>
                    <a:pt x="246" y="1753"/>
                  </a:lnTo>
                  <a:lnTo>
                    <a:pt x="227" y="1712"/>
                  </a:lnTo>
                  <a:lnTo>
                    <a:pt x="219" y="1674"/>
                  </a:lnTo>
                  <a:lnTo>
                    <a:pt x="216" y="1628"/>
                  </a:lnTo>
                  <a:lnTo>
                    <a:pt x="219" y="1587"/>
                  </a:lnTo>
                  <a:lnTo>
                    <a:pt x="227" y="1541"/>
                  </a:lnTo>
                  <a:lnTo>
                    <a:pt x="242" y="1505"/>
                  </a:lnTo>
                  <a:lnTo>
                    <a:pt x="270" y="1467"/>
                  </a:lnTo>
                  <a:lnTo>
                    <a:pt x="295" y="1437"/>
                  </a:lnTo>
                  <a:lnTo>
                    <a:pt x="324" y="1409"/>
                  </a:lnTo>
                  <a:lnTo>
                    <a:pt x="357" y="1382"/>
                  </a:lnTo>
                  <a:lnTo>
                    <a:pt x="395" y="1370"/>
                  </a:lnTo>
                  <a:lnTo>
                    <a:pt x="435" y="1356"/>
                  </a:lnTo>
                  <a:lnTo>
                    <a:pt x="479" y="1356"/>
                  </a:lnTo>
                  <a:lnTo>
                    <a:pt x="766" y="1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99" name="Freeform 329">
              <a:extLst>
                <a:ext uri="{FF2B5EF4-FFF2-40B4-BE49-F238E27FC236}">
                  <a16:creationId xmlns:a16="http://schemas.microsoft.com/office/drawing/2014/main" id="{4179E571-03AD-904C-AEE8-C38362270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728"/>
              <a:ext cx="182" cy="241"/>
            </a:xfrm>
            <a:custGeom>
              <a:avLst/>
              <a:gdLst>
                <a:gd name="T0" fmla="*/ 0 w 1454"/>
                <a:gd name="T1" fmla="*/ 0 h 1928"/>
                <a:gd name="T2" fmla="*/ 0 w 1454"/>
                <a:gd name="T3" fmla="*/ 0 h 1928"/>
                <a:gd name="T4" fmla="*/ 0 w 1454"/>
                <a:gd name="T5" fmla="*/ 0 h 1928"/>
                <a:gd name="T6" fmla="*/ 0 w 1454"/>
                <a:gd name="T7" fmla="*/ 0 h 1928"/>
                <a:gd name="T8" fmla="*/ 0 w 1454"/>
                <a:gd name="T9" fmla="*/ 0 h 1928"/>
                <a:gd name="T10" fmla="*/ 0 w 1454"/>
                <a:gd name="T11" fmla="*/ 0 h 1928"/>
                <a:gd name="T12" fmla="*/ 0 w 1454"/>
                <a:gd name="T13" fmla="*/ 0 h 1928"/>
                <a:gd name="T14" fmla="*/ 0 w 1454"/>
                <a:gd name="T15" fmla="*/ 0 h 1928"/>
                <a:gd name="T16" fmla="*/ 0 w 1454"/>
                <a:gd name="T17" fmla="*/ 0 h 1928"/>
                <a:gd name="T18" fmla="*/ 0 w 1454"/>
                <a:gd name="T19" fmla="*/ 0 h 1928"/>
                <a:gd name="T20" fmla="*/ 0 w 1454"/>
                <a:gd name="T21" fmla="*/ 0 h 1928"/>
                <a:gd name="T22" fmla="*/ 0 w 1454"/>
                <a:gd name="T23" fmla="*/ 0 h 1928"/>
                <a:gd name="T24" fmla="*/ 0 w 1454"/>
                <a:gd name="T25" fmla="*/ 0 h 1928"/>
                <a:gd name="T26" fmla="*/ 0 w 1454"/>
                <a:gd name="T27" fmla="*/ 0 h 1928"/>
                <a:gd name="T28" fmla="*/ 0 w 1454"/>
                <a:gd name="T29" fmla="*/ 0 h 1928"/>
                <a:gd name="T30" fmla="*/ 0 w 1454"/>
                <a:gd name="T31" fmla="*/ 0 h 1928"/>
                <a:gd name="T32" fmla="*/ 0 w 1454"/>
                <a:gd name="T33" fmla="*/ 0 h 1928"/>
                <a:gd name="T34" fmla="*/ 0 w 1454"/>
                <a:gd name="T35" fmla="*/ 0 h 1928"/>
                <a:gd name="T36" fmla="*/ 0 w 1454"/>
                <a:gd name="T37" fmla="*/ 0 h 1928"/>
                <a:gd name="T38" fmla="*/ 0 w 1454"/>
                <a:gd name="T39" fmla="*/ 0 h 1928"/>
                <a:gd name="T40" fmla="*/ 0 w 1454"/>
                <a:gd name="T41" fmla="*/ 0 h 1928"/>
                <a:gd name="T42" fmla="*/ 0 w 1454"/>
                <a:gd name="T43" fmla="*/ 0 h 1928"/>
                <a:gd name="T44" fmla="*/ 0 w 1454"/>
                <a:gd name="T45" fmla="*/ 0 h 1928"/>
                <a:gd name="T46" fmla="*/ 0 w 1454"/>
                <a:gd name="T47" fmla="*/ 0 h 1928"/>
                <a:gd name="T48" fmla="*/ 0 w 1454"/>
                <a:gd name="T49" fmla="*/ 0 h 1928"/>
                <a:gd name="T50" fmla="*/ 0 w 1454"/>
                <a:gd name="T51" fmla="*/ 0 h 1928"/>
                <a:gd name="T52" fmla="*/ 0 w 1454"/>
                <a:gd name="T53" fmla="*/ 0 h 1928"/>
                <a:gd name="T54" fmla="*/ 0 w 1454"/>
                <a:gd name="T55" fmla="*/ 0 h 1928"/>
                <a:gd name="T56" fmla="*/ 0 w 1454"/>
                <a:gd name="T57" fmla="*/ 0 h 1928"/>
                <a:gd name="T58" fmla="*/ 0 w 1454"/>
                <a:gd name="T59" fmla="*/ 0 h 1928"/>
                <a:gd name="T60" fmla="*/ 0 w 1454"/>
                <a:gd name="T61" fmla="*/ 0 h 1928"/>
                <a:gd name="T62" fmla="*/ 0 w 1454"/>
                <a:gd name="T63" fmla="*/ 0 h 1928"/>
                <a:gd name="T64" fmla="*/ 0 w 1454"/>
                <a:gd name="T65" fmla="*/ 0 h 1928"/>
                <a:gd name="T66" fmla="*/ 0 w 1454"/>
                <a:gd name="T67" fmla="*/ 0 h 1928"/>
                <a:gd name="T68" fmla="*/ 0 w 1454"/>
                <a:gd name="T69" fmla="*/ 0 h 1928"/>
                <a:gd name="T70" fmla="*/ 0 w 1454"/>
                <a:gd name="T71" fmla="*/ 0 h 19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54"/>
                <a:gd name="T109" fmla="*/ 0 h 1928"/>
                <a:gd name="T110" fmla="*/ 1454 w 1454"/>
                <a:gd name="T111" fmla="*/ 1928 h 19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54" h="1928">
                  <a:moveTo>
                    <a:pt x="144" y="0"/>
                  </a:moveTo>
                  <a:lnTo>
                    <a:pt x="789" y="0"/>
                  </a:lnTo>
                  <a:lnTo>
                    <a:pt x="789" y="1030"/>
                  </a:lnTo>
                  <a:lnTo>
                    <a:pt x="573" y="1030"/>
                  </a:lnTo>
                  <a:lnTo>
                    <a:pt x="573" y="1801"/>
                  </a:lnTo>
                  <a:lnTo>
                    <a:pt x="931" y="1866"/>
                  </a:lnTo>
                  <a:lnTo>
                    <a:pt x="1454" y="1928"/>
                  </a:lnTo>
                  <a:lnTo>
                    <a:pt x="881" y="1928"/>
                  </a:lnTo>
                  <a:lnTo>
                    <a:pt x="262" y="1801"/>
                  </a:lnTo>
                  <a:lnTo>
                    <a:pt x="144" y="1801"/>
                  </a:lnTo>
                  <a:lnTo>
                    <a:pt x="0" y="1866"/>
                  </a:lnTo>
                  <a:lnTo>
                    <a:pt x="0" y="839"/>
                  </a:lnTo>
                  <a:lnTo>
                    <a:pt x="0" y="772"/>
                  </a:lnTo>
                  <a:lnTo>
                    <a:pt x="40" y="778"/>
                  </a:lnTo>
                  <a:lnTo>
                    <a:pt x="81" y="775"/>
                  </a:lnTo>
                  <a:lnTo>
                    <a:pt x="119" y="764"/>
                  </a:lnTo>
                  <a:lnTo>
                    <a:pt x="157" y="748"/>
                  </a:lnTo>
                  <a:lnTo>
                    <a:pt x="196" y="726"/>
                  </a:lnTo>
                  <a:lnTo>
                    <a:pt x="231" y="697"/>
                  </a:lnTo>
                  <a:lnTo>
                    <a:pt x="256" y="665"/>
                  </a:lnTo>
                  <a:lnTo>
                    <a:pt x="279" y="627"/>
                  </a:lnTo>
                  <a:lnTo>
                    <a:pt x="299" y="590"/>
                  </a:lnTo>
                  <a:lnTo>
                    <a:pt x="307" y="544"/>
                  </a:lnTo>
                  <a:lnTo>
                    <a:pt x="310" y="502"/>
                  </a:lnTo>
                  <a:lnTo>
                    <a:pt x="307" y="457"/>
                  </a:lnTo>
                  <a:lnTo>
                    <a:pt x="299" y="411"/>
                  </a:lnTo>
                  <a:lnTo>
                    <a:pt x="282" y="379"/>
                  </a:lnTo>
                  <a:lnTo>
                    <a:pt x="262" y="337"/>
                  </a:lnTo>
                  <a:lnTo>
                    <a:pt x="234" y="307"/>
                  </a:lnTo>
                  <a:lnTo>
                    <a:pt x="204" y="279"/>
                  </a:lnTo>
                  <a:lnTo>
                    <a:pt x="163" y="252"/>
                  </a:lnTo>
                  <a:lnTo>
                    <a:pt x="127" y="238"/>
                  </a:lnTo>
                  <a:lnTo>
                    <a:pt x="85" y="226"/>
                  </a:lnTo>
                  <a:lnTo>
                    <a:pt x="48" y="222"/>
                  </a:lnTo>
                  <a:lnTo>
                    <a:pt x="20" y="22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0" name="Freeform 330">
              <a:extLst>
                <a:ext uri="{FF2B5EF4-FFF2-40B4-BE49-F238E27FC236}">
                  <a16:creationId xmlns:a16="http://schemas.microsoft.com/office/drawing/2014/main" id="{5D848889-CB75-8943-B850-EEC79F160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651"/>
              <a:ext cx="194" cy="330"/>
            </a:xfrm>
            <a:custGeom>
              <a:avLst/>
              <a:gdLst>
                <a:gd name="T0" fmla="*/ 0 w 1551"/>
                <a:gd name="T1" fmla="*/ 0 h 2639"/>
                <a:gd name="T2" fmla="*/ 0 w 1551"/>
                <a:gd name="T3" fmla="*/ 0 h 2639"/>
                <a:gd name="T4" fmla="*/ 0 w 1551"/>
                <a:gd name="T5" fmla="*/ 0 h 2639"/>
                <a:gd name="T6" fmla="*/ 0 w 1551"/>
                <a:gd name="T7" fmla="*/ 0 h 2639"/>
                <a:gd name="T8" fmla="*/ 0 w 1551"/>
                <a:gd name="T9" fmla="*/ 0 h 2639"/>
                <a:gd name="T10" fmla="*/ 0 w 1551"/>
                <a:gd name="T11" fmla="*/ 0 h 2639"/>
                <a:gd name="T12" fmla="*/ 0 w 1551"/>
                <a:gd name="T13" fmla="*/ 0 h 26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51"/>
                <a:gd name="T22" fmla="*/ 0 h 2639"/>
                <a:gd name="T23" fmla="*/ 1551 w 1551"/>
                <a:gd name="T24" fmla="*/ 2639 h 26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51" h="2639">
                  <a:moveTo>
                    <a:pt x="0" y="0"/>
                  </a:moveTo>
                  <a:lnTo>
                    <a:pt x="0" y="2540"/>
                  </a:lnTo>
                  <a:lnTo>
                    <a:pt x="688" y="2512"/>
                  </a:lnTo>
                  <a:lnTo>
                    <a:pt x="1551" y="2639"/>
                  </a:lnTo>
                  <a:lnTo>
                    <a:pt x="1383" y="2512"/>
                  </a:lnTo>
                  <a:lnTo>
                    <a:pt x="13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1" name="Freeform 331">
              <a:extLst>
                <a:ext uri="{FF2B5EF4-FFF2-40B4-BE49-F238E27FC236}">
                  <a16:creationId xmlns:a16="http://schemas.microsoft.com/office/drawing/2014/main" id="{8B0731F5-9BCA-3048-9B9A-21A9BFEA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167"/>
              <a:ext cx="21" cy="84"/>
            </a:xfrm>
            <a:custGeom>
              <a:avLst/>
              <a:gdLst>
                <a:gd name="T0" fmla="*/ 0 w 163"/>
                <a:gd name="T1" fmla="*/ 0 h 672"/>
                <a:gd name="T2" fmla="*/ 0 w 163"/>
                <a:gd name="T3" fmla="*/ 0 h 672"/>
                <a:gd name="T4" fmla="*/ 0 w 163"/>
                <a:gd name="T5" fmla="*/ 0 h 672"/>
                <a:gd name="T6" fmla="*/ 0 w 163"/>
                <a:gd name="T7" fmla="*/ 0 h 672"/>
                <a:gd name="T8" fmla="*/ 0 w 163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3"/>
                <a:gd name="T16" fmla="*/ 0 h 672"/>
                <a:gd name="T17" fmla="*/ 163 w 163"/>
                <a:gd name="T18" fmla="*/ 672 h 6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3" h="672">
                  <a:moveTo>
                    <a:pt x="0" y="28"/>
                  </a:moveTo>
                  <a:lnTo>
                    <a:pt x="0" y="672"/>
                  </a:lnTo>
                  <a:lnTo>
                    <a:pt x="163" y="672"/>
                  </a:lnTo>
                  <a:lnTo>
                    <a:pt x="163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2" name="Freeform 332">
              <a:extLst>
                <a:ext uri="{FF2B5EF4-FFF2-40B4-BE49-F238E27FC236}">
                  <a16:creationId xmlns:a16="http://schemas.microsoft.com/office/drawing/2014/main" id="{C682A92B-0755-F041-8D17-ACC0CAA3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293"/>
              <a:ext cx="298" cy="443"/>
            </a:xfrm>
            <a:custGeom>
              <a:avLst/>
              <a:gdLst>
                <a:gd name="T0" fmla="*/ 0 w 2383"/>
                <a:gd name="T1" fmla="*/ 0 h 3541"/>
                <a:gd name="T2" fmla="*/ 0 w 2383"/>
                <a:gd name="T3" fmla="*/ 0 h 3541"/>
                <a:gd name="T4" fmla="*/ 0 w 2383"/>
                <a:gd name="T5" fmla="*/ 0 h 3541"/>
                <a:gd name="T6" fmla="*/ 0 w 2383"/>
                <a:gd name="T7" fmla="*/ 0 h 3541"/>
                <a:gd name="T8" fmla="*/ 0 w 2383"/>
                <a:gd name="T9" fmla="*/ 0 h 3541"/>
                <a:gd name="T10" fmla="*/ 0 w 2383"/>
                <a:gd name="T11" fmla="*/ 0 h 3541"/>
                <a:gd name="T12" fmla="*/ 0 w 2383"/>
                <a:gd name="T13" fmla="*/ 0 h 3541"/>
                <a:gd name="T14" fmla="*/ 0 w 2383"/>
                <a:gd name="T15" fmla="*/ 0 h 3541"/>
                <a:gd name="T16" fmla="*/ 0 w 2383"/>
                <a:gd name="T17" fmla="*/ 0 h 3541"/>
                <a:gd name="T18" fmla="*/ 0 w 2383"/>
                <a:gd name="T19" fmla="*/ 0 h 3541"/>
                <a:gd name="T20" fmla="*/ 0 w 2383"/>
                <a:gd name="T21" fmla="*/ 0 h 3541"/>
                <a:gd name="T22" fmla="*/ 0 w 2383"/>
                <a:gd name="T23" fmla="*/ 0 h 3541"/>
                <a:gd name="T24" fmla="*/ 0 w 2383"/>
                <a:gd name="T25" fmla="*/ 0 h 3541"/>
                <a:gd name="T26" fmla="*/ 0 w 2383"/>
                <a:gd name="T27" fmla="*/ 0 h 3541"/>
                <a:gd name="T28" fmla="*/ 0 w 2383"/>
                <a:gd name="T29" fmla="*/ 0 h 3541"/>
                <a:gd name="T30" fmla="*/ 0 w 2383"/>
                <a:gd name="T31" fmla="*/ 0 h 3541"/>
                <a:gd name="T32" fmla="*/ 0 w 2383"/>
                <a:gd name="T33" fmla="*/ 0 h 3541"/>
                <a:gd name="T34" fmla="*/ 0 w 2383"/>
                <a:gd name="T35" fmla="*/ 0 h 3541"/>
                <a:gd name="T36" fmla="*/ 0 w 2383"/>
                <a:gd name="T37" fmla="*/ 0 h 3541"/>
                <a:gd name="T38" fmla="*/ 0 w 2383"/>
                <a:gd name="T39" fmla="*/ 0 h 3541"/>
                <a:gd name="T40" fmla="*/ 0 w 2383"/>
                <a:gd name="T41" fmla="*/ 0 h 3541"/>
                <a:gd name="T42" fmla="*/ 0 w 2383"/>
                <a:gd name="T43" fmla="*/ 0 h 35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383"/>
                <a:gd name="T67" fmla="*/ 0 h 3541"/>
                <a:gd name="T68" fmla="*/ 2383 w 2383"/>
                <a:gd name="T69" fmla="*/ 3541 h 354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383" h="3541">
                  <a:moveTo>
                    <a:pt x="20" y="2770"/>
                  </a:moveTo>
                  <a:lnTo>
                    <a:pt x="188" y="3088"/>
                  </a:lnTo>
                  <a:lnTo>
                    <a:pt x="404" y="3251"/>
                  </a:lnTo>
                  <a:lnTo>
                    <a:pt x="667" y="3283"/>
                  </a:lnTo>
                  <a:lnTo>
                    <a:pt x="929" y="3251"/>
                  </a:lnTo>
                  <a:lnTo>
                    <a:pt x="1265" y="3025"/>
                  </a:lnTo>
                  <a:lnTo>
                    <a:pt x="1500" y="2671"/>
                  </a:lnTo>
                  <a:lnTo>
                    <a:pt x="1787" y="1997"/>
                  </a:lnTo>
                  <a:lnTo>
                    <a:pt x="1978" y="1285"/>
                  </a:lnTo>
                  <a:lnTo>
                    <a:pt x="2145" y="0"/>
                  </a:lnTo>
                  <a:lnTo>
                    <a:pt x="2383" y="0"/>
                  </a:lnTo>
                  <a:lnTo>
                    <a:pt x="2240" y="1160"/>
                  </a:lnTo>
                  <a:lnTo>
                    <a:pt x="1978" y="2155"/>
                  </a:lnTo>
                  <a:lnTo>
                    <a:pt x="1692" y="2864"/>
                  </a:lnTo>
                  <a:lnTo>
                    <a:pt x="1355" y="3283"/>
                  </a:lnTo>
                  <a:lnTo>
                    <a:pt x="1026" y="3508"/>
                  </a:lnTo>
                  <a:lnTo>
                    <a:pt x="812" y="3541"/>
                  </a:lnTo>
                  <a:lnTo>
                    <a:pt x="595" y="3541"/>
                  </a:lnTo>
                  <a:lnTo>
                    <a:pt x="259" y="3442"/>
                  </a:lnTo>
                  <a:lnTo>
                    <a:pt x="96" y="3283"/>
                  </a:lnTo>
                  <a:lnTo>
                    <a:pt x="0" y="3088"/>
                  </a:lnTo>
                  <a:lnTo>
                    <a:pt x="20" y="27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3" name="Freeform 333">
              <a:extLst>
                <a:ext uri="{FF2B5EF4-FFF2-40B4-BE49-F238E27FC236}">
                  <a16:creationId xmlns:a16="http://schemas.microsoft.com/office/drawing/2014/main" id="{5A6F1B14-4C8A-0C43-B06E-98C4A638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293"/>
              <a:ext cx="316" cy="347"/>
            </a:xfrm>
            <a:custGeom>
              <a:avLst/>
              <a:gdLst>
                <a:gd name="T0" fmla="*/ 0 w 2530"/>
                <a:gd name="T1" fmla="*/ 0 h 2770"/>
                <a:gd name="T2" fmla="*/ 0 w 2530"/>
                <a:gd name="T3" fmla="*/ 0 h 2770"/>
                <a:gd name="T4" fmla="*/ 0 w 2530"/>
                <a:gd name="T5" fmla="*/ 0 h 2770"/>
                <a:gd name="T6" fmla="*/ 0 w 2530"/>
                <a:gd name="T7" fmla="*/ 0 h 2770"/>
                <a:gd name="T8" fmla="*/ 0 w 2530"/>
                <a:gd name="T9" fmla="*/ 0 h 2770"/>
                <a:gd name="T10" fmla="*/ 0 w 2530"/>
                <a:gd name="T11" fmla="*/ 0 h 2770"/>
                <a:gd name="T12" fmla="*/ 0 w 2530"/>
                <a:gd name="T13" fmla="*/ 0 h 2770"/>
                <a:gd name="T14" fmla="*/ 0 w 2530"/>
                <a:gd name="T15" fmla="*/ 0 h 2770"/>
                <a:gd name="T16" fmla="*/ 0 w 2530"/>
                <a:gd name="T17" fmla="*/ 0 h 2770"/>
                <a:gd name="T18" fmla="*/ 0 w 2530"/>
                <a:gd name="T19" fmla="*/ 0 h 2770"/>
                <a:gd name="T20" fmla="*/ 0 w 2530"/>
                <a:gd name="T21" fmla="*/ 0 h 2770"/>
                <a:gd name="T22" fmla="*/ 0 w 2530"/>
                <a:gd name="T23" fmla="*/ 0 h 2770"/>
                <a:gd name="T24" fmla="*/ 0 w 2530"/>
                <a:gd name="T25" fmla="*/ 0 h 2770"/>
                <a:gd name="T26" fmla="*/ 0 w 2530"/>
                <a:gd name="T27" fmla="*/ 0 h 2770"/>
                <a:gd name="T28" fmla="*/ 0 w 2530"/>
                <a:gd name="T29" fmla="*/ 0 h 2770"/>
                <a:gd name="T30" fmla="*/ 0 w 2530"/>
                <a:gd name="T31" fmla="*/ 0 h 2770"/>
                <a:gd name="T32" fmla="*/ 0 w 2530"/>
                <a:gd name="T33" fmla="*/ 0 h 2770"/>
                <a:gd name="T34" fmla="*/ 0 w 2530"/>
                <a:gd name="T35" fmla="*/ 0 h 2770"/>
                <a:gd name="T36" fmla="*/ 0 w 2530"/>
                <a:gd name="T37" fmla="*/ 0 h 2770"/>
                <a:gd name="T38" fmla="*/ 0 w 2530"/>
                <a:gd name="T39" fmla="*/ 0 h 2770"/>
                <a:gd name="T40" fmla="*/ 0 w 2530"/>
                <a:gd name="T41" fmla="*/ 0 h 27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530"/>
                <a:gd name="T64" fmla="*/ 0 h 2770"/>
                <a:gd name="T65" fmla="*/ 2530 w 2530"/>
                <a:gd name="T66" fmla="*/ 2770 h 27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530" h="2770">
                  <a:moveTo>
                    <a:pt x="214" y="0"/>
                  </a:moveTo>
                  <a:lnTo>
                    <a:pt x="476" y="1704"/>
                  </a:lnTo>
                  <a:lnTo>
                    <a:pt x="641" y="2124"/>
                  </a:lnTo>
                  <a:lnTo>
                    <a:pt x="857" y="2381"/>
                  </a:lnTo>
                  <a:lnTo>
                    <a:pt x="1051" y="2480"/>
                  </a:lnTo>
                  <a:lnTo>
                    <a:pt x="1361" y="2480"/>
                  </a:lnTo>
                  <a:lnTo>
                    <a:pt x="1596" y="2316"/>
                  </a:lnTo>
                  <a:lnTo>
                    <a:pt x="1836" y="1931"/>
                  </a:lnTo>
                  <a:lnTo>
                    <a:pt x="2006" y="1349"/>
                  </a:lnTo>
                  <a:lnTo>
                    <a:pt x="2245" y="0"/>
                  </a:lnTo>
                  <a:lnTo>
                    <a:pt x="2530" y="0"/>
                  </a:lnTo>
                  <a:lnTo>
                    <a:pt x="2222" y="1542"/>
                  </a:lnTo>
                  <a:lnTo>
                    <a:pt x="2028" y="2187"/>
                  </a:lnTo>
                  <a:lnTo>
                    <a:pt x="1718" y="2606"/>
                  </a:lnTo>
                  <a:lnTo>
                    <a:pt x="1410" y="2770"/>
                  </a:lnTo>
                  <a:lnTo>
                    <a:pt x="1072" y="2770"/>
                  </a:lnTo>
                  <a:lnTo>
                    <a:pt x="713" y="2606"/>
                  </a:lnTo>
                  <a:lnTo>
                    <a:pt x="498" y="2316"/>
                  </a:lnTo>
                  <a:lnTo>
                    <a:pt x="310" y="1895"/>
                  </a:lnTo>
                  <a:lnTo>
                    <a:pt x="0" y="0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4" name="Freeform 334">
              <a:extLst>
                <a:ext uri="{FF2B5EF4-FFF2-40B4-BE49-F238E27FC236}">
                  <a16:creationId xmlns:a16="http://schemas.microsoft.com/office/drawing/2014/main" id="{6ECB90D6-FF60-3D40-874D-67ADFA90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543"/>
              <a:ext cx="93" cy="44"/>
            </a:xfrm>
            <a:custGeom>
              <a:avLst/>
              <a:gdLst>
                <a:gd name="T0" fmla="*/ 0 w 739"/>
                <a:gd name="T1" fmla="*/ 0 h 349"/>
                <a:gd name="T2" fmla="*/ 0 w 739"/>
                <a:gd name="T3" fmla="*/ 0 h 349"/>
                <a:gd name="T4" fmla="*/ 0 w 739"/>
                <a:gd name="T5" fmla="*/ 0 h 349"/>
                <a:gd name="T6" fmla="*/ 0 w 739"/>
                <a:gd name="T7" fmla="*/ 0 h 3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9"/>
                <a:gd name="T13" fmla="*/ 0 h 349"/>
                <a:gd name="T14" fmla="*/ 739 w 739"/>
                <a:gd name="T15" fmla="*/ 349 h 3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9" h="349">
                  <a:moveTo>
                    <a:pt x="72" y="0"/>
                  </a:moveTo>
                  <a:lnTo>
                    <a:pt x="739" y="0"/>
                  </a:lnTo>
                  <a:lnTo>
                    <a:pt x="739" y="349"/>
                  </a:lnTo>
                  <a:lnTo>
                    <a:pt x="0" y="34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5" name="Freeform 335">
              <a:extLst>
                <a:ext uri="{FF2B5EF4-FFF2-40B4-BE49-F238E27FC236}">
                  <a16:creationId xmlns:a16="http://schemas.microsoft.com/office/drawing/2014/main" id="{A1E8D56E-AD48-AF4D-9A22-F5A08211B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740"/>
              <a:ext cx="45" cy="60"/>
            </a:xfrm>
            <a:custGeom>
              <a:avLst/>
              <a:gdLst>
                <a:gd name="T0" fmla="*/ 0 w 359"/>
                <a:gd name="T1" fmla="*/ 0 h 482"/>
                <a:gd name="T2" fmla="*/ 0 w 359"/>
                <a:gd name="T3" fmla="*/ 0 h 482"/>
                <a:gd name="T4" fmla="*/ 0 w 359"/>
                <a:gd name="T5" fmla="*/ 0 h 482"/>
                <a:gd name="T6" fmla="*/ 0 w 359"/>
                <a:gd name="T7" fmla="*/ 0 h 4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9"/>
                <a:gd name="T13" fmla="*/ 0 h 482"/>
                <a:gd name="T14" fmla="*/ 359 w 359"/>
                <a:gd name="T15" fmla="*/ 482 h 4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9" h="482">
                  <a:moveTo>
                    <a:pt x="0" y="0"/>
                  </a:moveTo>
                  <a:lnTo>
                    <a:pt x="359" y="0"/>
                  </a:lnTo>
                  <a:lnTo>
                    <a:pt x="359" y="482"/>
                  </a:lnTo>
                  <a:lnTo>
                    <a:pt x="0" y="48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6" name="Freeform 336">
              <a:extLst>
                <a:ext uri="{FF2B5EF4-FFF2-40B4-BE49-F238E27FC236}">
                  <a16:creationId xmlns:a16="http://schemas.microsoft.com/office/drawing/2014/main" id="{E9E72F3D-13A5-6D41-90C5-1D917978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3348"/>
              <a:ext cx="218" cy="232"/>
            </a:xfrm>
            <a:custGeom>
              <a:avLst/>
              <a:gdLst>
                <a:gd name="T0" fmla="*/ 0 w 1741"/>
                <a:gd name="T1" fmla="*/ 0 h 1854"/>
                <a:gd name="T2" fmla="*/ 0 w 1741"/>
                <a:gd name="T3" fmla="*/ 0 h 1854"/>
                <a:gd name="T4" fmla="*/ 0 w 1741"/>
                <a:gd name="T5" fmla="*/ 0 h 1854"/>
                <a:gd name="T6" fmla="*/ 0 w 1741"/>
                <a:gd name="T7" fmla="*/ 0 h 1854"/>
                <a:gd name="T8" fmla="*/ 0 w 1741"/>
                <a:gd name="T9" fmla="*/ 0 h 1854"/>
                <a:gd name="T10" fmla="*/ 0 w 1741"/>
                <a:gd name="T11" fmla="*/ 0 h 18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41"/>
                <a:gd name="T19" fmla="*/ 0 h 1854"/>
                <a:gd name="T20" fmla="*/ 1741 w 1741"/>
                <a:gd name="T21" fmla="*/ 1854 h 185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41" h="1854">
                  <a:moveTo>
                    <a:pt x="0" y="544"/>
                  </a:moveTo>
                  <a:lnTo>
                    <a:pt x="1303" y="544"/>
                  </a:lnTo>
                  <a:lnTo>
                    <a:pt x="1303" y="0"/>
                  </a:lnTo>
                  <a:lnTo>
                    <a:pt x="1741" y="0"/>
                  </a:lnTo>
                  <a:lnTo>
                    <a:pt x="1741" y="1854"/>
                  </a:lnTo>
                  <a:lnTo>
                    <a:pt x="0" y="185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07" name="Rectangle 337">
              <a:extLst>
                <a:ext uri="{FF2B5EF4-FFF2-40B4-BE49-F238E27FC236}">
                  <a16:creationId xmlns:a16="http://schemas.microsoft.com/office/drawing/2014/main" id="{596B2BEA-A79F-A048-86DC-32BE434C4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3348"/>
              <a:ext cx="46" cy="141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408" name="Rectangle 338">
              <a:extLst>
                <a:ext uri="{FF2B5EF4-FFF2-40B4-BE49-F238E27FC236}">
                  <a16:creationId xmlns:a16="http://schemas.microsoft.com/office/drawing/2014/main" id="{EF8C2E12-FC56-0441-8429-03ACBA468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3377"/>
              <a:ext cx="25" cy="8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3409" name="Freeform 339">
              <a:extLst>
                <a:ext uri="{FF2B5EF4-FFF2-40B4-BE49-F238E27FC236}">
                  <a16:creationId xmlns:a16="http://schemas.microsoft.com/office/drawing/2014/main" id="{2BCEA9D7-F414-5C46-B39F-56DB2189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513"/>
              <a:ext cx="237" cy="401"/>
            </a:xfrm>
            <a:custGeom>
              <a:avLst/>
              <a:gdLst>
                <a:gd name="T0" fmla="*/ 0 w 1897"/>
                <a:gd name="T1" fmla="*/ 0 h 3208"/>
                <a:gd name="T2" fmla="*/ 0 w 1897"/>
                <a:gd name="T3" fmla="*/ 0 h 3208"/>
                <a:gd name="T4" fmla="*/ 0 w 1897"/>
                <a:gd name="T5" fmla="*/ 0 h 3208"/>
                <a:gd name="T6" fmla="*/ 0 w 1897"/>
                <a:gd name="T7" fmla="*/ 0 h 3208"/>
                <a:gd name="T8" fmla="*/ 0 w 1897"/>
                <a:gd name="T9" fmla="*/ 0 h 3208"/>
                <a:gd name="T10" fmla="*/ 0 w 1897"/>
                <a:gd name="T11" fmla="*/ 0 h 3208"/>
                <a:gd name="T12" fmla="*/ 0 w 1897"/>
                <a:gd name="T13" fmla="*/ 0 h 3208"/>
                <a:gd name="T14" fmla="*/ 0 w 1897"/>
                <a:gd name="T15" fmla="*/ 0 h 3208"/>
                <a:gd name="T16" fmla="*/ 0 w 1897"/>
                <a:gd name="T17" fmla="*/ 0 h 3208"/>
                <a:gd name="T18" fmla="*/ 0 w 1897"/>
                <a:gd name="T19" fmla="*/ 0 h 3208"/>
                <a:gd name="T20" fmla="*/ 0 w 1897"/>
                <a:gd name="T21" fmla="*/ 0 h 3208"/>
                <a:gd name="T22" fmla="*/ 0 w 1897"/>
                <a:gd name="T23" fmla="*/ 0 h 3208"/>
                <a:gd name="T24" fmla="*/ 0 w 1897"/>
                <a:gd name="T25" fmla="*/ 0 h 3208"/>
                <a:gd name="T26" fmla="*/ 0 w 1897"/>
                <a:gd name="T27" fmla="*/ 0 h 3208"/>
                <a:gd name="T28" fmla="*/ 0 w 1897"/>
                <a:gd name="T29" fmla="*/ 0 h 3208"/>
                <a:gd name="T30" fmla="*/ 0 w 1897"/>
                <a:gd name="T31" fmla="*/ 0 h 3208"/>
                <a:gd name="T32" fmla="*/ 0 w 1897"/>
                <a:gd name="T33" fmla="*/ 0 h 3208"/>
                <a:gd name="T34" fmla="*/ 0 w 1897"/>
                <a:gd name="T35" fmla="*/ 0 h 3208"/>
                <a:gd name="T36" fmla="*/ 0 w 1897"/>
                <a:gd name="T37" fmla="*/ 0 h 3208"/>
                <a:gd name="T38" fmla="*/ 0 w 1897"/>
                <a:gd name="T39" fmla="*/ 0 h 3208"/>
                <a:gd name="T40" fmla="*/ 0 w 1897"/>
                <a:gd name="T41" fmla="*/ 0 h 3208"/>
                <a:gd name="T42" fmla="*/ 0 w 1897"/>
                <a:gd name="T43" fmla="*/ 0 h 3208"/>
                <a:gd name="T44" fmla="*/ 0 w 1897"/>
                <a:gd name="T45" fmla="*/ 0 h 3208"/>
                <a:gd name="T46" fmla="*/ 0 w 1897"/>
                <a:gd name="T47" fmla="*/ 0 h 3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897"/>
                <a:gd name="T73" fmla="*/ 0 h 3208"/>
                <a:gd name="T74" fmla="*/ 1897 w 1897"/>
                <a:gd name="T75" fmla="*/ 3208 h 320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897" h="3208">
                  <a:moveTo>
                    <a:pt x="0" y="0"/>
                  </a:moveTo>
                  <a:lnTo>
                    <a:pt x="334" y="135"/>
                  </a:lnTo>
                  <a:lnTo>
                    <a:pt x="533" y="580"/>
                  </a:lnTo>
                  <a:lnTo>
                    <a:pt x="533" y="1124"/>
                  </a:lnTo>
                  <a:lnTo>
                    <a:pt x="494" y="1570"/>
                  </a:lnTo>
                  <a:lnTo>
                    <a:pt x="554" y="1941"/>
                  </a:lnTo>
                  <a:lnTo>
                    <a:pt x="774" y="2218"/>
                  </a:lnTo>
                  <a:lnTo>
                    <a:pt x="1177" y="2466"/>
                  </a:lnTo>
                  <a:lnTo>
                    <a:pt x="1607" y="2750"/>
                  </a:lnTo>
                  <a:lnTo>
                    <a:pt x="1806" y="2934"/>
                  </a:lnTo>
                  <a:lnTo>
                    <a:pt x="1897" y="3117"/>
                  </a:lnTo>
                  <a:lnTo>
                    <a:pt x="1897" y="3208"/>
                  </a:lnTo>
                  <a:lnTo>
                    <a:pt x="1737" y="3208"/>
                  </a:lnTo>
                  <a:lnTo>
                    <a:pt x="1554" y="2929"/>
                  </a:lnTo>
                  <a:lnTo>
                    <a:pt x="1271" y="2714"/>
                  </a:lnTo>
                  <a:lnTo>
                    <a:pt x="864" y="2529"/>
                  </a:lnTo>
                  <a:lnTo>
                    <a:pt x="554" y="2251"/>
                  </a:lnTo>
                  <a:lnTo>
                    <a:pt x="334" y="1941"/>
                  </a:lnTo>
                  <a:lnTo>
                    <a:pt x="301" y="1483"/>
                  </a:lnTo>
                  <a:lnTo>
                    <a:pt x="370" y="898"/>
                  </a:lnTo>
                  <a:lnTo>
                    <a:pt x="370" y="539"/>
                  </a:lnTo>
                  <a:lnTo>
                    <a:pt x="266" y="310"/>
                  </a:lnTo>
                  <a:lnTo>
                    <a:pt x="0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0" name="Freeform 340">
              <a:extLst>
                <a:ext uri="{FF2B5EF4-FFF2-40B4-BE49-F238E27FC236}">
                  <a16:creationId xmlns:a16="http://schemas.microsoft.com/office/drawing/2014/main" id="{E86A56A0-CA58-4B41-A8E3-D69FC0DB2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3439"/>
              <a:ext cx="109" cy="332"/>
            </a:xfrm>
            <a:custGeom>
              <a:avLst/>
              <a:gdLst>
                <a:gd name="T0" fmla="*/ 0 w 868"/>
                <a:gd name="T1" fmla="*/ 0 h 2657"/>
                <a:gd name="T2" fmla="*/ 0 w 868"/>
                <a:gd name="T3" fmla="*/ 0 h 2657"/>
                <a:gd name="T4" fmla="*/ 0 w 868"/>
                <a:gd name="T5" fmla="*/ 0 h 2657"/>
                <a:gd name="T6" fmla="*/ 0 w 868"/>
                <a:gd name="T7" fmla="*/ 0 h 2657"/>
                <a:gd name="T8" fmla="*/ 0 w 868"/>
                <a:gd name="T9" fmla="*/ 0 h 2657"/>
                <a:gd name="T10" fmla="*/ 0 w 868"/>
                <a:gd name="T11" fmla="*/ 0 h 2657"/>
                <a:gd name="T12" fmla="*/ 0 w 868"/>
                <a:gd name="T13" fmla="*/ 0 h 2657"/>
                <a:gd name="T14" fmla="*/ 0 w 868"/>
                <a:gd name="T15" fmla="*/ 0 h 2657"/>
                <a:gd name="T16" fmla="*/ 0 w 868"/>
                <a:gd name="T17" fmla="*/ 0 h 2657"/>
                <a:gd name="T18" fmla="*/ 0 w 868"/>
                <a:gd name="T19" fmla="*/ 0 h 2657"/>
                <a:gd name="T20" fmla="*/ 0 w 868"/>
                <a:gd name="T21" fmla="*/ 0 h 2657"/>
                <a:gd name="T22" fmla="*/ 0 w 868"/>
                <a:gd name="T23" fmla="*/ 0 h 2657"/>
                <a:gd name="T24" fmla="*/ 0 w 868"/>
                <a:gd name="T25" fmla="*/ 0 h 2657"/>
                <a:gd name="T26" fmla="*/ 0 w 868"/>
                <a:gd name="T27" fmla="*/ 0 h 2657"/>
                <a:gd name="T28" fmla="*/ 0 w 868"/>
                <a:gd name="T29" fmla="*/ 0 h 26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68"/>
                <a:gd name="T46" fmla="*/ 0 h 2657"/>
                <a:gd name="T47" fmla="*/ 868 w 868"/>
                <a:gd name="T48" fmla="*/ 2657 h 265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68" h="2657">
                  <a:moveTo>
                    <a:pt x="0" y="0"/>
                  </a:moveTo>
                  <a:lnTo>
                    <a:pt x="466" y="267"/>
                  </a:lnTo>
                  <a:lnTo>
                    <a:pt x="769" y="674"/>
                  </a:lnTo>
                  <a:lnTo>
                    <a:pt x="868" y="1303"/>
                  </a:lnTo>
                  <a:lnTo>
                    <a:pt x="736" y="1804"/>
                  </a:lnTo>
                  <a:lnTo>
                    <a:pt x="435" y="2206"/>
                  </a:lnTo>
                  <a:lnTo>
                    <a:pt x="0" y="2657"/>
                  </a:lnTo>
                  <a:lnTo>
                    <a:pt x="0" y="2345"/>
                  </a:lnTo>
                  <a:lnTo>
                    <a:pt x="334" y="1936"/>
                  </a:lnTo>
                  <a:lnTo>
                    <a:pt x="533" y="1578"/>
                  </a:lnTo>
                  <a:lnTo>
                    <a:pt x="570" y="1127"/>
                  </a:lnTo>
                  <a:lnTo>
                    <a:pt x="505" y="633"/>
                  </a:lnTo>
                  <a:lnTo>
                    <a:pt x="267" y="402"/>
                  </a:lnTo>
                  <a:lnTo>
                    <a:pt x="0" y="2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1" name="Freeform 341">
              <a:extLst>
                <a:ext uri="{FF2B5EF4-FFF2-40B4-BE49-F238E27FC236}">
                  <a16:creationId xmlns:a16="http://schemas.microsoft.com/office/drawing/2014/main" id="{3B841992-4EE5-8745-891A-9F0991940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518"/>
              <a:ext cx="125" cy="394"/>
            </a:xfrm>
            <a:custGeom>
              <a:avLst/>
              <a:gdLst>
                <a:gd name="T0" fmla="*/ 0 w 1003"/>
                <a:gd name="T1" fmla="*/ 0 h 3150"/>
                <a:gd name="T2" fmla="*/ 0 w 1003"/>
                <a:gd name="T3" fmla="*/ 0 h 3150"/>
                <a:gd name="T4" fmla="*/ 0 w 1003"/>
                <a:gd name="T5" fmla="*/ 0 h 3150"/>
                <a:gd name="T6" fmla="*/ 0 w 1003"/>
                <a:gd name="T7" fmla="*/ 0 h 3150"/>
                <a:gd name="T8" fmla="*/ 0 w 1003"/>
                <a:gd name="T9" fmla="*/ 0 h 3150"/>
                <a:gd name="T10" fmla="*/ 0 w 1003"/>
                <a:gd name="T11" fmla="*/ 0 h 3150"/>
                <a:gd name="T12" fmla="*/ 0 w 1003"/>
                <a:gd name="T13" fmla="*/ 0 h 3150"/>
                <a:gd name="T14" fmla="*/ 0 w 1003"/>
                <a:gd name="T15" fmla="*/ 0 h 3150"/>
                <a:gd name="T16" fmla="*/ 0 w 1003"/>
                <a:gd name="T17" fmla="*/ 0 h 3150"/>
                <a:gd name="T18" fmla="*/ 0 w 1003"/>
                <a:gd name="T19" fmla="*/ 0 h 3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03"/>
                <a:gd name="T31" fmla="*/ 0 h 3150"/>
                <a:gd name="T32" fmla="*/ 1003 w 1003"/>
                <a:gd name="T33" fmla="*/ 3150 h 31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03" h="3150">
                  <a:moveTo>
                    <a:pt x="800" y="0"/>
                  </a:moveTo>
                  <a:lnTo>
                    <a:pt x="766" y="898"/>
                  </a:lnTo>
                  <a:lnTo>
                    <a:pt x="534" y="1891"/>
                  </a:lnTo>
                  <a:lnTo>
                    <a:pt x="0" y="3150"/>
                  </a:lnTo>
                  <a:lnTo>
                    <a:pt x="199" y="3150"/>
                  </a:lnTo>
                  <a:lnTo>
                    <a:pt x="499" y="2478"/>
                  </a:lnTo>
                  <a:lnTo>
                    <a:pt x="736" y="1801"/>
                  </a:lnTo>
                  <a:lnTo>
                    <a:pt x="901" y="1126"/>
                  </a:lnTo>
                  <a:lnTo>
                    <a:pt x="1003" y="90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2" name="Freeform 342">
              <a:extLst>
                <a:ext uri="{FF2B5EF4-FFF2-40B4-BE49-F238E27FC236}">
                  <a16:creationId xmlns:a16="http://schemas.microsoft.com/office/drawing/2014/main" id="{6D346E0F-5FB5-9C45-89D0-74683FCCB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712"/>
              <a:ext cx="52" cy="192"/>
            </a:xfrm>
            <a:custGeom>
              <a:avLst/>
              <a:gdLst>
                <a:gd name="T0" fmla="*/ 0 w 411"/>
                <a:gd name="T1" fmla="*/ 0 h 1537"/>
                <a:gd name="T2" fmla="*/ 0 w 411"/>
                <a:gd name="T3" fmla="*/ 0 h 1537"/>
                <a:gd name="T4" fmla="*/ 0 w 411"/>
                <a:gd name="T5" fmla="*/ 0 h 1537"/>
                <a:gd name="T6" fmla="*/ 0 w 411"/>
                <a:gd name="T7" fmla="*/ 0 h 1537"/>
                <a:gd name="T8" fmla="*/ 0 w 411"/>
                <a:gd name="T9" fmla="*/ 0 h 1537"/>
                <a:gd name="T10" fmla="*/ 0 w 411"/>
                <a:gd name="T11" fmla="*/ 0 h 1537"/>
                <a:gd name="T12" fmla="*/ 0 w 411"/>
                <a:gd name="T13" fmla="*/ 0 h 1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1"/>
                <a:gd name="T22" fmla="*/ 0 h 1537"/>
                <a:gd name="T23" fmla="*/ 411 w 411"/>
                <a:gd name="T24" fmla="*/ 1537 h 15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1" h="1537">
                  <a:moveTo>
                    <a:pt x="0" y="1537"/>
                  </a:moveTo>
                  <a:lnTo>
                    <a:pt x="102" y="985"/>
                  </a:lnTo>
                  <a:lnTo>
                    <a:pt x="252" y="472"/>
                  </a:lnTo>
                  <a:lnTo>
                    <a:pt x="411" y="0"/>
                  </a:lnTo>
                  <a:lnTo>
                    <a:pt x="270" y="510"/>
                  </a:lnTo>
                  <a:lnTo>
                    <a:pt x="113" y="111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3" name="Freeform 343">
              <a:extLst>
                <a:ext uri="{FF2B5EF4-FFF2-40B4-BE49-F238E27FC236}">
                  <a16:creationId xmlns:a16="http://schemas.microsoft.com/office/drawing/2014/main" id="{BD4A5740-E167-D245-9B1A-6F4C5B10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713"/>
              <a:ext cx="10" cy="195"/>
            </a:xfrm>
            <a:custGeom>
              <a:avLst/>
              <a:gdLst>
                <a:gd name="T0" fmla="*/ 0 w 76"/>
                <a:gd name="T1" fmla="*/ 0 h 1559"/>
                <a:gd name="T2" fmla="*/ 0 w 76"/>
                <a:gd name="T3" fmla="*/ 0 h 1559"/>
                <a:gd name="T4" fmla="*/ 0 w 76"/>
                <a:gd name="T5" fmla="*/ 0 h 1559"/>
                <a:gd name="T6" fmla="*/ 0 w 76"/>
                <a:gd name="T7" fmla="*/ 0 h 1559"/>
                <a:gd name="T8" fmla="*/ 0 w 76"/>
                <a:gd name="T9" fmla="*/ 0 h 1559"/>
                <a:gd name="T10" fmla="*/ 0 w 76"/>
                <a:gd name="T11" fmla="*/ 0 h 1559"/>
                <a:gd name="T12" fmla="*/ 0 w 76"/>
                <a:gd name="T13" fmla="*/ 0 h 1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"/>
                <a:gd name="T22" fmla="*/ 0 h 1559"/>
                <a:gd name="T23" fmla="*/ 76 w 76"/>
                <a:gd name="T24" fmla="*/ 1559 h 155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" h="1559">
                  <a:moveTo>
                    <a:pt x="58" y="0"/>
                  </a:moveTo>
                  <a:lnTo>
                    <a:pt x="0" y="478"/>
                  </a:lnTo>
                  <a:lnTo>
                    <a:pt x="0" y="826"/>
                  </a:lnTo>
                  <a:lnTo>
                    <a:pt x="76" y="1559"/>
                  </a:lnTo>
                  <a:lnTo>
                    <a:pt x="32" y="800"/>
                  </a:lnTo>
                  <a:lnTo>
                    <a:pt x="32" y="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4" name="Freeform 344">
              <a:extLst>
                <a:ext uri="{FF2B5EF4-FFF2-40B4-BE49-F238E27FC236}">
                  <a16:creationId xmlns:a16="http://schemas.microsoft.com/office/drawing/2014/main" id="{B44EF43F-C1DA-CA4F-A769-21908BBE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700"/>
              <a:ext cx="11" cy="210"/>
            </a:xfrm>
            <a:custGeom>
              <a:avLst/>
              <a:gdLst>
                <a:gd name="T0" fmla="*/ 0 w 85"/>
                <a:gd name="T1" fmla="*/ 0 h 1684"/>
                <a:gd name="T2" fmla="*/ 0 w 85"/>
                <a:gd name="T3" fmla="*/ 0 h 1684"/>
                <a:gd name="T4" fmla="*/ 0 w 85"/>
                <a:gd name="T5" fmla="*/ 0 h 1684"/>
                <a:gd name="T6" fmla="*/ 0 w 85"/>
                <a:gd name="T7" fmla="*/ 0 h 1684"/>
                <a:gd name="T8" fmla="*/ 0 w 85"/>
                <a:gd name="T9" fmla="*/ 0 h 16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684"/>
                <a:gd name="T17" fmla="*/ 85 w 85"/>
                <a:gd name="T18" fmla="*/ 1684 h 16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684">
                  <a:moveTo>
                    <a:pt x="85" y="0"/>
                  </a:moveTo>
                  <a:lnTo>
                    <a:pt x="73" y="496"/>
                  </a:lnTo>
                  <a:lnTo>
                    <a:pt x="0" y="1684"/>
                  </a:lnTo>
                  <a:lnTo>
                    <a:pt x="32" y="57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5" name="Freeform 345">
              <a:extLst>
                <a:ext uri="{FF2B5EF4-FFF2-40B4-BE49-F238E27FC236}">
                  <a16:creationId xmlns:a16="http://schemas.microsoft.com/office/drawing/2014/main" id="{25231C9A-E7A1-AD4B-B10B-9201ED0A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682"/>
              <a:ext cx="19" cy="230"/>
            </a:xfrm>
            <a:custGeom>
              <a:avLst/>
              <a:gdLst>
                <a:gd name="T0" fmla="*/ 0 w 150"/>
                <a:gd name="T1" fmla="*/ 0 h 1839"/>
                <a:gd name="T2" fmla="*/ 0 w 150"/>
                <a:gd name="T3" fmla="*/ 0 h 1839"/>
                <a:gd name="T4" fmla="*/ 0 w 150"/>
                <a:gd name="T5" fmla="*/ 0 h 1839"/>
                <a:gd name="T6" fmla="*/ 0 w 150"/>
                <a:gd name="T7" fmla="*/ 0 h 1839"/>
                <a:gd name="T8" fmla="*/ 0 w 150"/>
                <a:gd name="T9" fmla="*/ 0 h 1839"/>
                <a:gd name="T10" fmla="*/ 0 w 150"/>
                <a:gd name="T11" fmla="*/ 0 h 1839"/>
                <a:gd name="T12" fmla="*/ 0 w 150"/>
                <a:gd name="T13" fmla="*/ 0 h 1839"/>
                <a:gd name="T14" fmla="*/ 0 w 150"/>
                <a:gd name="T15" fmla="*/ 0 h 1839"/>
                <a:gd name="T16" fmla="*/ 0 w 150"/>
                <a:gd name="T17" fmla="*/ 0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0"/>
                <a:gd name="T28" fmla="*/ 0 h 1839"/>
                <a:gd name="T29" fmla="*/ 150 w 150"/>
                <a:gd name="T30" fmla="*/ 1839 h 18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0" h="1839">
                  <a:moveTo>
                    <a:pt x="150" y="0"/>
                  </a:moveTo>
                  <a:lnTo>
                    <a:pt x="68" y="238"/>
                  </a:lnTo>
                  <a:lnTo>
                    <a:pt x="42" y="883"/>
                  </a:lnTo>
                  <a:lnTo>
                    <a:pt x="42" y="1560"/>
                  </a:lnTo>
                  <a:lnTo>
                    <a:pt x="60" y="1839"/>
                  </a:lnTo>
                  <a:lnTo>
                    <a:pt x="23" y="1578"/>
                  </a:lnTo>
                  <a:lnTo>
                    <a:pt x="0" y="685"/>
                  </a:lnTo>
                  <a:lnTo>
                    <a:pt x="33" y="36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6" name="Freeform 346">
              <a:extLst>
                <a:ext uri="{FF2B5EF4-FFF2-40B4-BE49-F238E27FC236}">
                  <a16:creationId xmlns:a16="http://schemas.microsoft.com/office/drawing/2014/main" id="{C257528B-07D0-4B4E-A1A0-D57CD332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647"/>
              <a:ext cx="43" cy="261"/>
            </a:xfrm>
            <a:custGeom>
              <a:avLst/>
              <a:gdLst>
                <a:gd name="T0" fmla="*/ 0 w 339"/>
                <a:gd name="T1" fmla="*/ 0 h 2089"/>
                <a:gd name="T2" fmla="*/ 0 w 339"/>
                <a:gd name="T3" fmla="*/ 0 h 2089"/>
                <a:gd name="T4" fmla="*/ 0 w 339"/>
                <a:gd name="T5" fmla="*/ 0 h 2089"/>
                <a:gd name="T6" fmla="*/ 0 w 339"/>
                <a:gd name="T7" fmla="*/ 0 h 2089"/>
                <a:gd name="T8" fmla="*/ 0 w 339"/>
                <a:gd name="T9" fmla="*/ 0 h 2089"/>
                <a:gd name="T10" fmla="*/ 0 w 339"/>
                <a:gd name="T11" fmla="*/ 0 h 20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9"/>
                <a:gd name="T19" fmla="*/ 0 h 2089"/>
                <a:gd name="T20" fmla="*/ 339 w 339"/>
                <a:gd name="T21" fmla="*/ 2089 h 20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9" h="2089">
                  <a:moveTo>
                    <a:pt x="0" y="0"/>
                  </a:moveTo>
                  <a:lnTo>
                    <a:pt x="199" y="1420"/>
                  </a:lnTo>
                  <a:lnTo>
                    <a:pt x="339" y="2089"/>
                  </a:lnTo>
                  <a:lnTo>
                    <a:pt x="168" y="1368"/>
                  </a:lnTo>
                  <a:lnTo>
                    <a:pt x="57" y="6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7" name="Freeform 347">
              <a:extLst>
                <a:ext uri="{FF2B5EF4-FFF2-40B4-BE49-F238E27FC236}">
                  <a16:creationId xmlns:a16="http://schemas.microsoft.com/office/drawing/2014/main" id="{ADCC311F-1EE4-3941-987C-31A724C1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789"/>
              <a:ext cx="34" cy="16"/>
            </a:xfrm>
            <a:custGeom>
              <a:avLst/>
              <a:gdLst>
                <a:gd name="T0" fmla="*/ 0 w 274"/>
                <a:gd name="T1" fmla="*/ 0 h 135"/>
                <a:gd name="T2" fmla="*/ 0 w 274"/>
                <a:gd name="T3" fmla="*/ 0 h 135"/>
                <a:gd name="T4" fmla="*/ 0 w 274"/>
                <a:gd name="T5" fmla="*/ 0 h 135"/>
                <a:gd name="T6" fmla="*/ 0 w 274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4"/>
                <a:gd name="T13" fmla="*/ 0 h 135"/>
                <a:gd name="T14" fmla="*/ 274 w 274"/>
                <a:gd name="T15" fmla="*/ 135 h 1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4" h="135">
                  <a:moveTo>
                    <a:pt x="0" y="0"/>
                  </a:moveTo>
                  <a:lnTo>
                    <a:pt x="51" y="61"/>
                  </a:lnTo>
                  <a:lnTo>
                    <a:pt x="192" y="127"/>
                  </a:lnTo>
                  <a:lnTo>
                    <a:pt x="274" y="13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18" name="Freeform 348">
              <a:extLst>
                <a:ext uri="{FF2B5EF4-FFF2-40B4-BE49-F238E27FC236}">
                  <a16:creationId xmlns:a16="http://schemas.microsoft.com/office/drawing/2014/main" id="{A3F99325-3002-2B4E-AB6E-5AF8FF15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776"/>
              <a:ext cx="200" cy="38"/>
            </a:xfrm>
            <a:custGeom>
              <a:avLst/>
              <a:gdLst>
                <a:gd name="T0" fmla="*/ 0 w 1594"/>
                <a:gd name="T1" fmla="*/ 0 h 302"/>
                <a:gd name="T2" fmla="*/ 0 w 1594"/>
                <a:gd name="T3" fmla="*/ 0 h 302"/>
                <a:gd name="T4" fmla="*/ 0 w 1594"/>
                <a:gd name="T5" fmla="*/ 0 h 302"/>
                <a:gd name="T6" fmla="*/ 0 w 1594"/>
                <a:gd name="T7" fmla="*/ 0 h 302"/>
                <a:gd name="T8" fmla="*/ 0 w 1594"/>
                <a:gd name="T9" fmla="*/ 0 h 302"/>
                <a:gd name="T10" fmla="*/ 0 w 1594"/>
                <a:gd name="T11" fmla="*/ 0 h 302"/>
                <a:gd name="T12" fmla="*/ 0 w 1594"/>
                <a:gd name="T13" fmla="*/ 0 h 302"/>
                <a:gd name="T14" fmla="*/ 0 w 1594"/>
                <a:gd name="T15" fmla="*/ 0 h 3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94"/>
                <a:gd name="T25" fmla="*/ 0 h 302"/>
                <a:gd name="T26" fmla="*/ 1594 w 1594"/>
                <a:gd name="T27" fmla="*/ 302 h 3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94" h="302">
                  <a:moveTo>
                    <a:pt x="0" y="274"/>
                  </a:moveTo>
                  <a:lnTo>
                    <a:pt x="398" y="274"/>
                  </a:lnTo>
                  <a:lnTo>
                    <a:pt x="1094" y="163"/>
                  </a:lnTo>
                  <a:lnTo>
                    <a:pt x="1594" y="0"/>
                  </a:lnTo>
                  <a:lnTo>
                    <a:pt x="1594" y="64"/>
                  </a:lnTo>
                  <a:lnTo>
                    <a:pt x="1106" y="199"/>
                  </a:lnTo>
                  <a:lnTo>
                    <a:pt x="436" y="30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53253" name="Group 425">
            <a:extLst>
              <a:ext uri="{FF2B5EF4-FFF2-40B4-BE49-F238E27FC236}">
                <a16:creationId xmlns:a16="http://schemas.microsoft.com/office/drawing/2014/main" id="{9F269CBD-053E-4A49-AEAC-BB6C25AF2499}"/>
              </a:ext>
            </a:extLst>
          </p:cNvPr>
          <p:cNvGrpSpPr>
            <a:grpSpLocks/>
          </p:cNvGrpSpPr>
          <p:nvPr/>
        </p:nvGrpSpPr>
        <p:grpSpPr bwMode="auto">
          <a:xfrm>
            <a:off x="4005263" y="3689350"/>
            <a:ext cx="2060575" cy="1938338"/>
            <a:chOff x="2238" y="2798"/>
            <a:chExt cx="1553" cy="1491"/>
          </a:xfrm>
        </p:grpSpPr>
        <p:sp>
          <p:nvSpPr>
            <p:cNvPr id="53256" name="Freeform 353">
              <a:extLst>
                <a:ext uri="{FF2B5EF4-FFF2-40B4-BE49-F238E27FC236}">
                  <a16:creationId xmlns:a16="http://schemas.microsoft.com/office/drawing/2014/main" id="{80CE47A0-FF74-354A-9356-25BEF908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086"/>
              <a:ext cx="1309" cy="1062"/>
            </a:xfrm>
            <a:custGeom>
              <a:avLst/>
              <a:gdLst>
                <a:gd name="T0" fmla="*/ 0 w 10476"/>
                <a:gd name="T1" fmla="*/ 0 h 8496"/>
                <a:gd name="T2" fmla="*/ 0 w 10476"/>
                <a:gd name="T3" fmla="*/ 0 h 8496"/>
                <a:gd name="T4" fmla="*/ 0 w 10476"/>
                <a:gd name="T5" fmla="*/ 0 h 8496"/>
                <a:gd name="T6" fmla="*/ 0 w 10476"/>
                <a:gd name="T7" fmla="*/ 0 h 8496"/>
                <a:gd name="T8" fmla="*/ 0 w 10476"/>
                <a:gd name="T9" fmla="*/ 0 h 8496"/>
                <a:gd name="T10" fmla="*/ 0 w 10476"/>
                <a:gd name="T11" fmla="*/ 0 h 8496"/>
                <a:gd name="T12" fmla="*/ 0 w 10476"/>
                <a:gd name="T13" fmla="*/ 0 h 8496"/>
                <a:gd name="T14" fmla="*/ 0 w 10476"/>
                <a:gd name="T15" fmla="*/ 0 h 8496"/>
                <a:gd name="T16" fmla="*/ 0 w 10476"/>
                <a:gd name="T17" fmla="*/ 0 h 8496"/>
                <a:gd name="T18" fmla="*/ 0 w 10476"/>
                <a:gd name="T19" fmla="*/ 0 h 8496"/>
                <a:gd name="T20" fmla="*/ 0 w 10476"/>
                <a:gd name="T21" fmla="*/ 0 h 8496"/>
                <a:gd name="T22" fmla="*/ 0 w 10476"/>
                <a:gd name="T23" fmla="*/ 0 h 8496"/>
                <a:gd name="T24" fmla="*/ 0 w 10476"/>
                <a:gd name="T25" fmla="*/ 0 h 8496"/>
                <a:gd name="T26" fmla="*/ 0 w 10476"/>
                <a:gd name="T27" fmla="*/ 0 h 8496"/>
                <a:gd name="T28" fmla="*/ 0 w 10476"/>
                <a:gd name="T29" fmla="*/ 0 h 8496"/>
                <a:gd name="T30" fmla="*/ 0 w 10476"/>
                <a:gd name="T31" fmla="*/ 0 h 8496"/>
                <a:gd name="T32" fmla="*/ 0 w 10476"/>
                <a:gd name="T33" fmla="*/ 0 h 8496"/>
                <a:gd name="T34" fmla="*/ 0 w 10476"/>
                <a:gd name="T35" fmla="*/ 0 h 8496"/>
                <a:gd name="T36" fmla="*/ 0 w 10476"/>
                <a:gd name="T37" fmla="*/ 0 h 8496"/>
                <a:gd name="T38" fmla="*/ 0 w 10476"/>
                <a:gd name="T39" fmla="*/ 0 h 8496"/>
                <a:gd name="T40" fmla="*/ 0 w 10476"/>
                <a:gd name="T41" fmla="*/ 0 h 8496"/>
                <a:gd name="T42" fmla="*/ 0 w 10476"/>
                <a:gd name="T43" fmla="*/ 0 h 8496"/>
                <a:gd name="T44" fmla="*/ 0 w 10476"/>
                <a:gd name="T45" fmla="*/ 0 h 8496"/>
                <a:gd name="T46" fmla="*/ 0 w 10476"/>
                <a:gd name="T47" fmla="*/ 0 h 8496"/>
                <a:gd name="T48" fmla="*/ 0 w 10476"/>
                <a:gd name="T49" fmla="*/ 0 h 8496"/>
                <a:gd name="T50" fmla="*/ 0 w 10476"/>
                <a:gd name="T51" fmla="*/ 0 h 8496"/>
                <a:gd name="T52" fmla="*/ 0 w 10476"/>
                <a:gd name="T53" fmla="*/ 0 h 8496"/>
                <a:gd name="T54" fmla="*/ 0 w 10476"/>
                <a:gd name="T55" fmla="*/ 0 h 8496"/>
                <a:gd name="T56" fmla="*/ 0 w 10476"/>
                <a:gd name="T57" fmla="*/ 0 h 8496"/>
                <a:gd name="T58" fmla="*/ 0 w 10476"/>
                <a:gd name="T59" fmla="*/ 0 h 8496"/>
                <a:gd name="T60" fmla="*/ 0 w 10476"/>
                <a:gd name="T61" fmla="*/ 0 h 8496"/>
                <a:gd name="T62" fmla="*/ 0 w 10476"/>
                <a:gd name="T63" fmla="*/ 0 h 8496"/>
                <a:gd name="T64" fmla="*/ 0 w 10476"/>
                <a:gd name="T65" fmla="*/ 0 h 8496"/>
                <a:gd name="T66" fmla="*/ 0 w 10476"/>
                <a:gd name="T67" fmla="*/ 0 h 8496"/>
                <a:gd name="T68" fmla="*/ 0 w 10476"/>
                <a:gd name="T69" fmla="*/ 0 h 8496"/>
                <a:gd name="T70" fmla="*/ 0 w 10476"/>
                <a:gd name="T71" fmla="*/ 0 h 84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76"/>
                <a:gd name="T109" fmla="*/ 0 h 8496"/>
                <a:gd name="T110" fmla="*/ 10476 w 10476"/>
                <a:gd name="T111" fmla="*/ 8496 h 849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76" h="8496">
                  <a:moveTo>
                    <a:pt x="247" y="4883"/>
                  </a:moveTo>
                  <a:lnTo>
                    <a:pt x="0" y="4767"/>
                  </a:lnTo>
                  <a:lnTo>
                    <a:pt x="88" y="4205"/>
                  </a:lnTo>
                  <a:lnTo>
                    <a:pt x="532" y="2607"/>
                  </a:lnTo>
                  <a:lnTo>
                    <a:pt x="862" y="2517"/>
                  </a:lnTo>
                  <a:lnTo>
                    <a:pt x="1151" y="2485"/>
                  </a:lnTo>
                  <a:lnTo>
                    <a:pt x="1525" y="2070"/>
                  </a:lnTo>
                  <a:lnTo>
                    <a:pt x="1947" y="1717"/>
                  </a:lnTo>
                  <a:lnTo>
                    <a:pt x="2211" y="1304"/>
                  </a:lnTo>
                  <a:lnTo>
                    <a:pt x="3050" y="594"/>
                  </a:lnTo>
                  <a:lnTo>
                    <a:pt x="3560" y="269"/>
                  </a:lnTo>
                  <a:lnTo>
                    <a:pt x="4067" y="32"/>
                  </a:lnTo>
                  <a:lnTo>
                    <a:pt x="7318" y="0"/>
                  </a:lnTo>
                  <a:lnTo>
                    <a:pt x="8401" y="475"/>
                  </a:lnTo>
                  <a:lnTo>
                    <a:pt x="9082" y="974"/>
                  </a:lnTo>
                  <a:lnTo>
                    <a:pt x="9265" y="1185"/>
                  </a:lnTo>
                  <a:lnTo>
                    <a:pt x="9750" y="2070"/>
                  </a:lnTo>
                  <a:lnTo>
                    <a:pt x="10476" y="4235"/>
                  </a:lnTo>
                  <a:lnTo>
                    <a:pt x="10344" y="5743"/>
                  </a:lnTo>
                  <a:lnTo>
                    <a:pt x="9789" y="7370"/>
                  </a:lnTo>
                  <a:lnTo>
                    <a:pt x="7076" y="8496"/>
                  </a:lnTo>
                  <a:lnTo>
                    <a:pt x="6873" y="8349"/>
                  </a:lnTo>
                  <a:lnTo>
                    <a:pt x="6591" y="7432"/>
                  </a:lnTo>
                  <a:lnTo>
                    <a:pt x="5837" y="6989"/>
                  </a:lnTo>
                  <a:lnTo>
                    <a:pt x="6142" y="6839"/>
                  </a:lnTo>
                  <a:lnTo>
                    <a:pt x="8047" y="6158"/>
                  </a:lnTo>
                  <a:lnTo>
                    <a:pt x="8111" y="6010"/>
                  </a:lnTo>
                  <a:lnTo>
                    <a:pt x="4664" y="3608"/>
                  </a:lnTo>
                  <a:lnTo>
                    <a:pt x="3692" y="2754"/>
                  </a:lnTo>
                  <a:lnTo>
                    <a:pt x="3182" y="2870"/>
                  </a:lnTo>
                  <a:lnTo>
                    <a:pt x="2986" y="3018"/>
                  </a:lnTo>
                  <a:lnTo>
                    <a:pt x="2608" y="3018"/>
                  </a:lnTo>
                  <a:lnTo>
                    <a:pt x="2033" y="3877"/>
                  </a:lnTo>
                  <a:lnTo>
                    <a:pt x="1525" y="5063"/>
                  </a:lnTo>
                  <a:lnTo>
                    <a:pt x="1374" y="5092"/>
                  </a:lnTo>
                  <a:lnTo>
                    <a:pt x="247" y="48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57" name="Freeform 354">
              <a:extLst>
                <a:ext uri="{FF2B5EF4-FFF2-40B4-BE49-F238E27FC236}">
                  <a16:creationId xmlns:a16="http://schemas.microsoft.com/office/drawing/2014/main" id="{77C3AECF-B56A-5344-BEF6-1ED9ADBB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17"/>
              <a:ext cx="372" cy="287"/>
            </a:xfrm>
            <a:custGeom>
              <a:avLst/>
              <a:gdLst>
                <a:gd name="T0" fmla="*/ 0 w 2976"/>
                <a:gd name="T1" fmla="*/ 0 h 2297"/>
                <a:gd name="T2" fmla="*/ 0 w 2976"/>
                <a:gd name="T3" fmla="*/ 0 h 2297"/>
                <a:gd name="T4" fmla="*/ 0 w 2976"/>
                <a:gd name="T5" fmla="*/ 0 h 2297"/>
                <a:gd name="T6" fmla="*/ 0 w 2976"/>
                <a:gd name="T7" fmla="*/ 0 h 2297"/>
                <a:gd name="T8" fmla="*/ 0 w 2976"/>
                <a:gd name="T9" fmla="*/ 0 h 2297"/>
                <a:gd name="T10" fmla="*/ 0 w 2976"/>
                <a:gd name="T11" fmla="*/ 0 h 2297"/>
                <a:gd name="T12" fmla="*/ 0 w 2976"/>
                <a:gd name="T13" fmla="*/ 0 h 2297"/>
                <a:gd name="T14" fmla="*/ 0 w 2976"/>
                <a:gd name="T15" fmla="*/ 0 h 2297"/>
                <a:gd name="T16" fmla="*/ 0 w 2976"/>
                <a:gd name="T17" fmla="*/ 0 h 2297"/>
                <a:gd name="T18" fmla="*/ 0 w 2976"/>
                <a:gd name="T19" fmla="*/ 0 h 2297"/>
                <a:gd name="T20" fmla="*/ 0 w 2976"/>
                <a:gd name="T21" fmla="*/ 0 h 2297"/>
                <a:gd name="T22" fmla="*/ 0 w 2976"/>
                <a:gd name="T23" fmla="*/ 0 h 2297"/>
                <a:gd name="T24" fmla="*/ 0 w 2976"/>
                <a:gd name="T25" fmla="*/ 0 h 2297"/>
                <a:gd name="T26" fmla="*/ 0 w 2976"/>
                <a:gd name="T27" fmla="*/ 0 h 2297"/>
                <a:gd name="T28" fmla="*/ 0 w 2976"/>
                <a:gd name="T29" fmla="*/ 0 h 2297"/>
                <a:gd name="T30" fmla="*/ 0 w 2976"/>
                <a:gd name="T31" fmla="*/ 0 h 2297"/>
                <a:gd name="T32" fmla="*/ 0 w 2976"/>
                <a:gd name="T33" fmla="*/ 0 h 2297"/>
                <a:gd name="T34" fmla="*/ 0 w 2976"/>
                <a:gd name="T35" fmla="*/ 0 h 2297"/>
                <a:gd name="T36" fmla="*/ 0 w 2976"/>
                <a:gd name="T37" fmla="*/ 0 h 2297"/>
                <a:gd name="T38" fmla="*/ 0 w 2976"/>
                <a:gd name="T39" fmla="*/ 0 h 2297"/>
                <a:gd name="T40" fmla="*/ 0 w 2976"/>
                <a:gd name="T41" fmla="*/ 0 h 2297"/>
                <a:gd name="T42" fmla="*/ 0 w 2976"/>
                <a:gd name="T43" fmla="*/ 0 h 2297"/>
                <a:gd name="T44" fmla="*/ 0 w 2976"/>
                <a:gd name="T45" fmla="*/ 0 h 22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976"/>
                <a:gd name="T70" fmla="*/ 0 h 2297"/>
                <a:gd name="T71" fmla="*/ 2976 w 2976"/>
                <a:gd name="T72" fmla="*/ 2297 h 229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976" h="2297">
                  <a:moveTo>
                    <a:pt x="2976" y="593"/>
                  </a:moveTo>
                  <a:lnTo>
                    <a:pt x="2776" y="936"/>
                  </a:lnTo>
                  <a:lnTo>
                    <a:pt x="2748" y="1257"/>
                  </a:lnTo>
                  <a:lnTo>
                    <a:pt x="2482" y="1671"/>
                  </a:lnTo>
                  <a:lnTo>
                    <a:pt x="2266" y="1868"/>
                  </a:lnTo>
                  <a:lnTo>
                    <a:pt x="2014" y="2246"/>
                  </a:lnTo>
                  <a:lnTo>
                    <a:pt x="1704" y="2139"/>
                  </a:lnTo>
                  <a:lnTo>
                    <a:pt x="1260" y="2297"/>
                  </a:lnTo>
                  <a:lnTo>
                    <a:pt x="1058" y="2227"/>
                  </a:lnTo>
                  <a:lnTo>
                    <a:pt x="832" y="2082"/>
                  </a:lnTo>
                  <a:lnTo>
                    <a:pt x="673" y="1798"/>
                  </a:lnTo>
                  <a:lnTo>
                    <a:pt x="563" y="1761"/>
                  </a:lnTo>
                  <a:lnTo>
                    <a:pt x="495" y="1708"/>
                  </a:lnTo>
                  <a:lnTo>
                    <a:pt x="466" y="1616"/>
                  </a:lnTo>
                  <a:lnTo>
                    <a:pt x="466" y="1492"/>
                  </a:lnTo>
                  <a:lnTo>
                    <a:pt x="311" y="1273"/>
                  </a:lnTo>
                  <a:lnTo>
                    <a:pt x="148" y="846"/>
                  </a:lnTo>
                  <a:lnTo>
                    <a:pt x="148" y="682"/>
                  </a:lnTo>
                  <a:lnTo>
                    <a:pt x="16" y="396"/>
                  </a:lnTo>
                  <a:lnTo>
                    <a:pt x="16" y="268"/>
                  </a:lnTo>
                  <a:lnTo>
                    <a:pt x="0" y="0"/>
                  </a:lnTo>
                  <a:lnTo>
                    <a:pt x="2937" y="217"/>
                  </a:lnTo>
                  <a:lnTo>
                    <a:pt x="2976" y="593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58" name="Freeform 355">
              <a:extLst>
                <a:ext uri="{FF2B5EF4-FFF2-40B4-BE49-F238E27FC236}">
                  <a16:creationId xmlns:a16="http://schemas.microsoft.com/office/drawing/2014/main" id="{77A1B8E8-EBBF-2B4A-8F4A-D5C2C9B57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800"/>
              <a:ext cx="352" cy="398"/>
            </a:xfrm>
            <a:custGeom>
              <a:avLst/>
              <a:gdLst>
                <a:gd name="T0" fmla="*/ 0 w 2815"/>
                <a:gd name="T1" fmla="*/ 0 h 3179"/>
                <a:gd name="T2" fmla="*/ 0 w 2815"/>
                <a:gd name="T3" fmla="*/ 0 h 3179"/>
                <a:gd name="T4" fmla="*/ 0 w 2815"/>
                <a:gd name="T5" fmla="*/ 0 h 3179"/>
                <a:gd name="T6" fmla="*/ 0 w 2815"/>
                <a:gd name="T7" fmla="*/ 0 h 3179"/>
                <a:gd name="T8" fmla="*/ 0 w 2815"/>
                <a:gd name="T9" fmla="*/ 0 h 3179"/>
                <a:gd name="T10" fmla="*/ 0 w 2815"/>
                <a:gd name="T11" fmla="*/ 0 h 3179"/>
                <a:gd name="T12" fmla="*/ 0 w 2815"/>
                <a:gd name="T13" fmla="*/ 0 h 3179"/>
                <a:gd name="T14" fmla="*/ 0 w 2815"/>
                <a:gd name="T15" fmla="*/ 0 h 3179"/>
                <a:gd name="T16" fmla="*/ 0 w 2815"/>
                <a:gd name="T17" fmla="*/ 0 h 3179"/>
                <a:gd name="T18" fmla="*/ 0 w 2815"/>
                <a:gd name="T19" fmla="*/ 0 h 3179"/>
                <a:gd name="T20" fmla="*/ 0 w 2815"/>
                <a:gd name="T21" fmla="*/ 0 h 3179"/>
                <a:gd name="T22" fmla="*/ 0 w 2815"/>
                <a:gd name="T23" fmla="*/ 0 h 3179"/>
                <a:gd name="T24" fmla="*/ 0 w 2815"/>
                <a:gd name="T25" fmla="*/ 0 h 31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15"/>
                <a:gd name="T40" fmla="*/ 0 h 3179"/>
                <a:gd name="T41" fmla="*/ 2815 w 2815"/>
                <a:gd name="T42" fmla="*/ 3179 h 31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15" h="3179">
                  <a:moveTo>
                    <a:pt x="657" y="3142"/>
                  </a:moveTo>
                  <a:lnTo>
                    <a:pt x="336" y="2729"/>
                  </a:lnTo>
                  <a:lnTo>
                    <a:pt x="215" y="2764"/>
                  </a:lnTo>
                  <a:lnTo>
                    <a:pt x="0" y="2156"/>
                  </a:lnTo>
                  <a:lnTo>
                    <a:pt x="349" y="899"/>
                  </a:lnTo>
                  <a:lnTo>
                    <a:pt x="1128" y="0"/>
                  </a:lnTo>
                  <a:lnTo>
                    <a:pt x="1661" y="0"/>
                  </a:lnTo>
                  <a:lnTo>
                    <a:pt x="2401" y="182"/>
                  </a:lnTo>
                  <a:lnTo>
                    <a:pt x="2815" y="1237"/>
                  </a:lnTo>
                  <a:lnTo>
                    <a:pt x="2279" y="2604"/>
                  </a:lnTo>
                  <a:lnTo>
                    <a:pt x="750" y="2837"/>
                  </a:lnTo>
                  <a:lnTo>
                    <a:pt x="846" y="3179"/>
                  </a:lnTo>
                  <a:lnTo>
                    <a:pt x="657" y="3142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59" name="Freeform 356">
              <a:extLst>
                <a:ext uri="{FF2B5EF4-FFF2-40B4-BE49-F238E27FC236}">
                  <a16:creationId xmlns:a16="http://schemas.microsoft.com/office/drawing/2014/main" id="{1C569E1D-3B23-C648-9DB0-1A5061D5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192"/>
              <a:ext cx="404" cy="867"/>
            </a:xfrm>
            <a:custGeom>
              <a:avLst/>
              <a:gdLst>
                <a:gd name="T0" fmla="*/ 0 w 3231"/>
                <a:gd name="T1" fmla="*/ 0 h 6941"/>
                <a:gd name="T2" fmla="*/ 0 w 3231"/>
                <a:gd name="T3" fmla="*/ 0 h 6941"/>
                <a:gd name="T4" fmla="*/ 0 w 3231"/>
                <a:gd name="T5" fmla="*/ 0 h 6941"/>
                <a:gd name="T6" fmla="*/ 0 w 3231"/>
                <a:gd name="T7" fmla="*/ 0 h 6941"/>
                <a:gd name="T8" fmla="*/ 0 w 3231"/>
                <a:gd name="T9" fmla="*/ 0 h 6941"/>
                <a:gd name="T10" fmla="*/ 0 w 3231"/>
                <a:gd name="T11" fmla="*/ 0 h 6941"/>
                <a:gd name="T12" fmla="*/ 0 w 3231"/>
                <a:gd name="T13" fmla="*/ 0 h 6941"/>
                <a:gd name="T14" fmla="*/ 0 w 3231"/>
                <a:gd name="T15" fmla="*/ 0 h 6941"/>
                <a:gd name="T16" fmla="*/ 0 w 3231"/>
                <a:gd name="T17" fmla="*/ 0 h 6941"/>
                <a:gd name="T18" fmla="*/ 0 w 3231"/>
                <a:gd name="T19" fmla="*/ 0 h 6941"/>
                <a:gd name="T20" fmla="*/ 0 w 3231"/>
                <a:gd name="T21" fmla="*/ 0 h 6941"/>
                <a:gd name="T22" fmla="*/ 0 w 3231"/>
                <a:gd name="T23" fmla="*/ 0 h 6941"/>
                <a:gd name="T24" fmla="*/ 0 w 3231"/>
                <a:gd name="T25" fmla="*/ 0 h 6941"/>
                <a:gd name="T26" fmla="*/ 0 w 3231"/>
                <a:gd name="T27" fmla="*/ 0 h 6941"/>
                <a:gd name="T28" fmla="*/ 0 w 3231"/>
                <a:gd name="T29" fmla="*/ 0 h 6941"/>
                <a:gd name="T30" fmla="*/ 0 w 3231"/>
                <a:gd name="T31" fmla="*/ 0 h 6941"/>
                <a:gd name="T32" fmla="*/ 0 w 3231"/>
                <a:gd name="T33" fmla="*/ 0 h 6941"/>
                <a:gd name="T34" fmla="*/ 0 w 3231"/>
                <a:gd name="T35" fmla="*/ 0 h 6941"/>
                <a:gd name="T36" fmla="*/ 0 w 3231"/>
                <a:gd name="T37" fmla="*/ 0 h 6941"/>
                <a:gd name="T38" fmla="*/ 0 w 3231"/>
                <a:gd name="T39" fmla="*/ 0 h 6941"/>
                <a:gd name="T40" fmla="*/ 0 w 3231"/>
                <a:gd name="T41" fmla="*/ 0 h 6941"/>
                <a:gd name="T42" fmla="*/ 0 w 3231"/>
                <a:gd name="T43" fmla="*/ 0 h 6941"/>
                <a:gd name="T44" fmla="*/ 0 w 3231"/>
                <a:gd name="T45" fmla="*/ 0 h 6941"/>
                <a:gd name="T46" fmla="*/ 0 w 3231"/>
                <a:gd name="T47" fmla="*/ 0 h 6941"/>
                <a:gd name="T48" fmla="*/ 0 w 3231"/>
                <a:gd name="T49" fmla="*/ 0 h 69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231"/>
                <a:gd name="T76" fmla="*/ 0 h 6941"/>
                <a:gd name="T77" fmla="*/ 3231 w 3231"/>
                <a:gd name="T78" fmla="*/ 6941 h 694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231" h="6941">
                  <a:moveTo>
                    <a:pt x="0" y="0"/>
                  </a:moveTo>
                  <a:lnTo>
                    <a:pt x="281" y="256"/>
                  </a:lnTo>
                  <a:lnTo>
                    <a:pt x="774" y="1245"/>
                  </a:lnTo>
                  <a:lnTo>
                    <a:pt x="871" y="1646"/>
                  </a:lnTo>
                  <a:lnTo>
                    <a:pt x="1057" y="2130"/>
                  </a:lnTo>
                  <a:lnTo>
                    <a:pt x="1057" y="2762"/>
                  </a:lnTo>
                  <a:lnTo>
                    <a:pt x="1154" y="3038"/>
                  </a:lnTo>
                  <a:lnTo>
                    <a:pt x="1154" y="3191"/>
                  </a:lnTo>
                  <a:lnTo>
                    <a:pt x="1057" y="3545"/>
                  </a:lnTo>
                  <a:lnTo>
                    <a:pt x="1228" y="3776"/>
                  </a:lnTo>
                  <a:lnTo>
                    <a:pt x="1212" y="3875"/>
                  </a:lnTo>
                  <a:lnTo>
                    <a:pt x="1360" y="4306"/>
                  </a:lnTo>
                  <a:lnTo>
                    <a:pt x="1360" y="4486"/>
                  </a:lnTo>
                  <a:lnTo>
                    <a:pt x="1134" y="4788"/>
                  </a:lnTo>
                  <a:lnTo>
                    <a:pt x="1002" y="6459"/>
                  </a:lnTo>
                  <a:lnTo>
                    <a:pt x="1666" y="6941"/>
                  </a:lnTo>
                  <a:lnTo>
                    <a:pt x="2173" y="6510"/>
                  </a:lnTo>
                  <a:lnTo>
                    <a:pt x="2305" y="6331"/>
                  </a:lnTo>
                  <a:lnTo>
                    <a:pt x="2932" y="4156"/>
                  </a:lnTo>
                  <a:lnTo>
                    <a:pt x="3231" y="2330"/>
                  </a:lnTo>
                  <a:lnTo>
                    <a:pt x="3121" y="1800"/>
                  </a:lnTo>
                  <a:lnTo>
                    <a:pt x="2591" y="1319"/>
                  </a:lnTo>
                  <a:lnTo>
                    <a:pt x="1494" y="609"/>
                  </a:lnTo>
                  <a:lnTo>
                    <a:pt x="606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0" name="Freeform 357">
              <a:extLst>
                <a:ext uri="{FF2B5EF4-FFF2-40B4-BE49-F238E27FC236}">
                  <a16:creationId xmlns:a16="http://schemas.microsoft.com/office/drawing/2014/main" id="{EEA194A3-08CF-3644-93D5-D43E0D0B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965"/>
              <a:ext cx="657" cy="317"/>
            </a:xfrm>
            <a:custGeom>
              <a:avLst/>
              <a:gdLst>
                <a:gd name="T0" fmla="*/ 0 w 5254"/>
                <a:gd name="T1" fmla="*/ 0 h 2536"/>
                <a:gd name="T2" fmla="*/ 0 w 5254"/>
                <a:gd name="T3" fmla="*/ 0 h 2536"/>
                <a:gd name="T4" fmla="*/ 0 w 5254"/>
                <a:gd name="T5" fmla="*/ 0 h 2536"/>
                <a:gd name="T6" fmla="*/ 0 w 5254"/>
                <a:gd name="T7" fmla="*/ 0 h 2536"/>
                <a:gd name="T8" fmla="*/ 0 w 5254"/>
                <a:gd name="T9" fmla="*/ 0 h 2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54"/>
                <a:gd name="T16" fmla="*/ 0 h 2536"/>
                <a:gd name="T17" fmla="*/ 5254 w 5254"/>
                <a:gd name="T18" fmla="*/ 2536 h 2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54" h="2536">
                  <a:moveTo>
                    <a:pt x="5254" y="2263"/>
                  </a:moveTo>
                  <a:lnTo>
                    <a:pt x="0" y="0"/>
                  </a:lnTo>
                  <a:lnTo>
                    <a:pt x="259" y="435"/>
                  </a:lnTo>
                  <a:lnTo>
                    <a:pt x="5077" y="2536"/>
                  </a:lnTo>
                  <a:lnTo>
                    <a:pt x="5254" y="22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1" name="Freeform 358">
              <a:extLst>
                <a:ext uri="{FF2B5EF4-FFF2-40B4-BE49-F238E27FC236}">
                  <a16:creationId xmlns:a16="http://schemas.microsoft.com/office/drawing/2014/main" id="{68E01985-42DD-704A-B27B-5EA9B6B1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952"/>
              <a:ext cx="450" cy="217"/>
            </a:xfrm>
            <a:custGeom>
              <a:avLst/>
              <a:gdLst>
                <a:gd name="T0" fmla="*/ 0 w 3598"/>
                <a:gd name="T1" fmla="*/ 0 h 1732"/>
                <a:gd name="T2" fmla="*/ 0 w 3598"/>
                <a:gd name="T3" fmla="*/ 0 h 1732"/>
                <a:gd name="T4" fmla="*/ 0 w 3598"/>
                <a:gd name="T5" fmla="*/ 0 h 1732"/>
                <a:gd name="T6" fmla="*/ 0 w 3598"/>
                <a:gd name="T7" fmla="*/ 0 h 1732"/>
                <a:gd name="T8" fmla="*/ 0 w 3598"/>
                <a:gd name="T9" fmla="*/ 0 h 1732"/>
                <a:gd name="T10" fmla="*/ 0 w 3598"/>
                <a:gd name="T11" fmla="*/ 0 h 1732"/>
                <a:gd name="T12" fmla="*/ 0 w 3598"/>
                <a:gd name="T13" fmla="*/ 0 h 1732"/>
                <a:gd name="T14" fmla="*/ 0 w 3598"/>
                <a:gd name="T15" fmla="*/ 0 h 1732"/>
                <a:gd name="T16" fmla="*/ 0 w 3598"/>
                <a:gd name="T17" fmla="*/ 0 h 1732"/>
                <a:gd name="T18" fmla="*/ 0 w 3598"/>
                <a:gd name="T19" fmla="*/ 0 h 1732"/>
                <a:gd name="T20" fmla="*/ 0 w 3598"/>
                <a:gd name="T21" fmla="*/ 0 h 1732"/>
                <a:gd name="T22" fmla="*/ 0 w 3598"/>
                <a:gd name="T23" fmla="*/ 0 h 1732"/>
                <a:gd name="T24" fmla="*/ 0 w 3598"/>
                <a:gd name="T25" fmla="*/ 0 h 1732"/>
                <a:gd name="T26" fmla="*/ 0 w 3598"/>
                <a:gd name="T27" fmla="*/ 0 h 1732"/>
                <a:gd name="T28" fmla="*/ 0 w 3598"/>
                <a:gd name="T29" fmla="*/ 0 h 1732"/>
                <a:gd name="T30" fmla="*/ 0 w 3598"/>
                <a:gd name="T31" fmla="*/ 0 h 1732"/>
                <a:gd name="T32" fmla="*/ 0 w 3598"/>
                <a:gd name="T33" fmla="*/ 0 h 1732"/>
                <a:gd name="T34" fmla="*/ 0 w 3598"/>
                <a:gd name="T35" fmla="*/ 0 h 1732"/>
                <a:gd name="T36" fmla="*/ 0 w 3598"/>
                <a:gd name="T37" fmla="*/ 0 h 1732"/>
                <a:gd name="T38" fmla="*/ 0 w 3598"/>
                <a:gd name="T39" fmla="*/ 0 h 1732"/>
                <a:gd name="T40" fmla="*/ 0 w 3598"/>
                <a:gd name="T41" fmla="*/ 0 h 1732"/>
                <a:gd name="T42" fmla="*/ 0 w 3598"/>
                <a:gd name="T43" fmla="*/ 0 h 17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598"/>
                <a:gd name="T67" fmla="*/ 0 h 1732"/>
                <a:gd name="T68" fmla="*/ 3598 w 3598"/>
                <a:gd name="T69" fmla="*/ 1732 h 173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598" h="1732">
                  <a:moveTo>
                    <a:pt x="851" y="1497"/>
                  </a:moveTo>
                  <a:lnTo>
                    <a:pt x="1236" y="1059"/>
                  </a:lnTo>
                  <a:lnTo>
                    <a:pt x="835" y="1220"/>
                  </a:lnTo>
                  <a:lnTo>
                    <a:pt x="457" y="1655"/>
                  </a:lnTo>
                  <a:lnTo>
                    <a:pt x="0" y="965"/>
                  </a:lnTo>
                  <a:lnTo>
                    <a:pt x="178" y="455"/>
                  </a:lnTo>
                  <a:lnTo>
                    <a:pt x="871" y="0"/>
                  </a:lnTo>
                  <a:lnTo>
                    <a:pt x="1001" y="0"/>
                  </a:lnTo>
                  <a:lnTo>
                    <a:pt x="2218" y="296"/>
                  </a:lnTo>
                  <a:lnTo>
                    <a:pt x="2981" y="79"/>
                  </a:lnTo>
                  <a:lnTo>
                    <a:pt x="3158" y="79"/>
                  </a:lnTo>
                  <a:lnTo>
                    <a:pt x="3301" y="158"/>
                  </a:lnTo>
                  <a:lnTo>
                    <a:pt x="3598" y="651"/>
                  </a:lnTo>
                  <a:lnTo>
                    <a:pt x="3553" y="1004"/>
                  </a:lnTo>
                  <a:lnTo>
                    <a:pt x="2585" y="1200"/>
                  </a:lnTo>
                  <a:lnTo>
                    <a:pt x="2275" y="1396"/>
                  </a:lnTo>
                  <a:lnTo>
                    <a:pt x="1956" y="1497"/>
                  </a:lnTo>
                  <a:lnTo>
                    <a:pt x="1497" y="1497"/>
                  </a:lnTo>
                  <a:lnTo>
                    <a:pt x="1176" y="1732"/>
                  </a:lnTo>
                  <a:lnTo>
                    <a:pt x="957" y="1732"/>
                  </a:lnTo>
                  <a:lnTo>
                    <a:pt x="851" y="1594"/>
                  </a:lnTo>
                  <a:lnTo>
                    <a:pt x="851" y="1497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2" name="Freeform 359">
              <a:extLst>
                <a:ext uri="{FF2B5EF4-FFF2-40B4-BE49-F238E27FC236}">
                  <a16:creationId xmlns:a16="http://schemas.microsoft.com/office/drawing/2014/main" id="{B0042DC1-BB43-F04C-8413-635D28B17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3623"/>
              <a:ext cx="204" cy="413"/>
            </a:xfrm>
            <a:custGeom>
              <a:avLst/>
              <a:gdLst>
                <a:gd name="T0" fmla="*/ 0 w 1634"/>
                <a:gd name="T1" fmla="*/ 0 h 3306"/>
                <a:gd name="T2" fmla="*/ 0 w 1634"/>
                <a:gd name="T3" fmla="*/ 0 h 3306"/>
                <a:gd name="T4" fmla="*/ 0 w 1634"/>
                <a:gd name="T5" fmla="*/ 0 h 3306"/>
                <a:gd name="T6" fmla="*/ 0 w 1634"/>
                <a:gd name="T7" fmla="*/ 0 h 3306"/>
                <a:gd name="T8" fmla="*/ 0 w 1634"/>
                <a:gd name="T9" fmla="*/ 0 h 3306"/>
                <a:gd name="T10" fmla="*/ 0 w 1634"/>
                <a:gd name="T11" fmla="*/ 0 h 3306"/>
                <a:gd name="T12" fmla="*/ 0 w 1634"/>
                <a:gd name="T13" fmla="*/ 0 h 3306"/>
                <a:gd name="T14" fmla="*/ 0 w 1634"/>
                <a:gd name="T15" fmla="*/ 0 h 3306"/>
                <a:gd name="T16" fmla="*/ 0 w 1634"/>
                <a:gd name="T17" fmla="*/ 0 h 3306"/>
                <a:gd name="T18" fmla="*/ 0 w 1634"/>
                <a:gd name="T19" fmla="*/ 0 h 3306"/>
                <a:gd name="T20" fmla="*/ 0 w 1634"/>
                <a:gd name="T21" fmla="*/ 0 h 3306"/>
                <a:gd name="T22" fmla="*/ 0 w 1634"/>
                <a:gd name="T23" fmla="*/ 0 h 3306"/>
                <a:gd name="T24" fmla="*/ 0 w 1634"/>
                <a:gd name="T25" fmla="*/ 0 h 3306"/>
                <a:gd name="T26" fmla="*/ 0 w 1634"/>
                <a:gd name="T27" fmla="*/ 0 h 3306"/>
                <a:gd name="T28" fmla="*/ 0 w 1634"/>
                <a:gd name="T29" fmla="*/ 0 h 3306"/>
                <a:gd name="T30" fmla="*/ 0 w 1634"/>
                <a:gd name="T31" fmla="*/ 0 h 3306"/>
                <a:gd name="T32" fmla="*/ 0 w 1634"/>
                <a:gd name="T33" fmla="*/ 0 h 3306"/>
                <a:gd name="T34" fmla="*/ 0 w 1634"/>
                <a:gd name="T35" fmla="*/ 0 h 3306"/>
                <a:gd name="T36" fmla="*/ 0 w 1634"/>
                <a:gd name="T37" fmla="*/ 0 h 3306"/>
                <a:gd name="T38" fmla="*/ 0 w 1634"/>
                <a:gd name="T39" fmla="*/ 0 h 3306"/>
                <a:gd name="T40" fmla="*/ 0 w 1634"/>
                <a:gd name="T41" fmla="*/ 0 h 3306"/>
                <a:gd name="T42" fmla="*/ 0 w 1634"/>
                <a:gd name="T43" fmla="*/ 0 h 3306"/>
                <a:gd name="T44" fmla="*/ 0 w 1634"/>
                <a:gd name="T45" fmla="*/ 0 h 3306"/>
                <a:gd name="T46" fmla="*/ 0 w 1634"/>
                <a:gd name="T47" fmla="*/ 0 h 3306"/>
                <a:gd name="T48" fmla="*/ 0 w 1634"/>
                <a:gd name="T49" fmla="*/ 0 h 3306"/>
                <a:gd name="T50" fmla="*/ 0 w 1634"/>
                <a:gd name="T51" fmla="*/ 0 h 3306"/>
                <a:gd name="T52" fmla="*/ 0 w 1634"/>
                <a:gd name="T53" fmla="*/ 0 h 3306"/>
                <a:gd name="T54" fmla="*/ 0 w 1634"/>
                <a:gd name="T55" fmla="*/ 0 h 33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34"/>
                <a:gd name="T85" fmla="*/ 0 h 3306"/>
                <a:gd name="T86" fmla="*/ 1634 w 1634"/>
                <a:gd name="T87" fmla="*/ 3306 h 330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34" h="3306">
                  <a:moveTo>
                    <a:pt x="400" y="277"/>
                  </a:moveTo>
                  <a:lnTo>
                    <a:pt x="444" y="1146"/>
                  </a:lnTo>
                  <a:lnTo>
                    <a:pt x="412" y="1340"/>
                  </a:lnTo>
                  <a:lnTo>
                    <a:pt x="121" y="1773"/>
                  </a:lnTo>
                  <a:lnTo>
                    <a:pt x="0" y="2048"/>
                  </a:lnTo>
                  <a:lnTo>
                    <a:pt x="0" y="2167"/>
                  </a:lnTo>
                  <a:lnTo>
                    <a:pt x="48" y="2325"/>
                  </a:lnTo>
                  <a:lnTo>
                    <a:pt x="105" y="2363"/>
                  </a:lnTo>
                  <a:lnTo>
                    <a:pt x="180" y="2558"/>
                  </a:lnTo>
                  <a:lnTo>
                    <a:pt x="679" y="2873"/>
                  </a:lnTo>
                  <a:lnTo>
                    <a:pt x="778" y="3013"/>
                  </a:lnTo>
                  <a:lnTo>
                    <a:pt x="898" y="3013"/>
                  </a:lnTo>
                  <a:lnTo>
                    <a:pt x="1090" y="3306"/>
                  </a:lnTo>
                  <a:lnTo>
                    <a:pt x="1149" y="3306"/>
                  </a:lnTo>
                  <a:lnTo>
                    <a:pt x="1253" y="3207"/>
                  </a:lnTo>
                  <a:lnTo>
                    <a:pt x="1253" y="2852"/>
                  </a:lnTo>
                  <a:lnTo>
                    <a:pt x="1323" y="2795"/>
                  </a:lnTo>
                  <a:lnTo>
                    <a:pt x="1396" y="2619"/>
                  </a:lnTo>
                  <a:lnTo>
                    <a:pt x="1443" y="2382"/>
                  </a:lnTo>
                  <a:lnTo>
                    <a:pt x="1588" y="2011"/>
                  </a:lnTo>
                  <a:lnTo>
                    <a:pt x="1588" y="1893"/>
                  </a:lnTo>
                  <a:lnTo>
                    <a:pt x="1443" y="1261"/>
                  </a:lnTo>
                  <a:lnTo>
                    <a:pt x="1443" y="1125"/>
                  </a:lnTo>
                  <a:lnTo>
                    <a:pt x="1634" y="591"/>
                  </a:lnTo>
                  <a:lnTo>
                    <a:pt x="1428" y="143"/>
                  </a:lnTo>
                  <a:lnTo>
                    <a:pt x="942" y="0"/>
                  </a:lnTo>
                  <a:lnTo>
                    <a:pt x="504" y="161"/>
                  </a:lnTo>
                  <a:lnTo>
                    <a:pt x="400" y="277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3" name="Freeform 360">
              <a:extLst>
                <a:ext uri="{FF2B5EF4-FFF2-40B4-BE49-F238E27FC236}">
                  <a16:creationId xmlns:a16="http://schemas.microsoft.com/office/drawing/2014/main" id="{1E417E3B-F9B9-8942-A8CB-9F001A64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154"/>
              <a:ext cx="78" cy="175"/>
            </a:xfrm>
            <a:custGeom>
              <a:avLst/>
              <a:gdLst>
                <a:gd name="T0" fmla="*/ 0 w 625"/>
                <a:gd name="T1" fmla="*/ 0 h 1406"/>
                <a:gd name="T2" fmla="*/ 0 w 625"/>
                <a:gd name="T3" fmla="*/ 0 h 1406"/>
                <a:gd name="T4" fmla="*/ 0 w 625"/>
                <a:gd name="T5" fmla="*/ 0 h 1406"/>
                <a:gd name="T6" fmla="*/ 0 w 625"/>
                <a:gd name="T7" fmla="*/ 0 h 1406"/>
                <a:gd name="T8" fmla="*/ 0 w 625"/>
                <a:gd name="T9" fmla="*/ 0 h 1406"/>
                <a:gd name="T10" fmla="*/ 0 w 625"/>
                <a:gd name="T11" fmla="*/ 0 h 1406"/>
                <a:gd name="T12" fmla="*/ 0 w 625"/>
                <a:gd name="T13" fmla="*/ 0 h 1406"/>
                <a:gd name="T14" fmla="*/ 0 w 625"/>
                <a:gd name="T15" fmla="*/ 0 h 1406"/>
                <a:gd name="T16" fmla="*/ 0 w 625"/>
                <a:gd name="T17" fmla="*/ 0 h 1406"/>
                <a:gd name="T18" fmla="*/ 0 w 625"/>
                <a:gd name="T19" fmla="*/ 0 h 1406"/>
                <a:gd name="T20" fmla="*/ 0 w 625"/>
                <a:gd name="T21" fmla="*/ 0 h 1406"/>
                <a:gd name="T22" fmla="*/ 0 w 625"/>
                <a:gd name="T23" fmla="*/ 0 h 1406"/>
                <a:gd name="T24" fmla="*/ 0 w 625"/>
                <a:gd name="T25" fmla="*/ 0 h 1406"/>
                <a:gd name="T26" fmla="*/ 0 w 625"/>
                <a:gd name="T27" fmla="*/ 0 h 1406"/>
                <a:gd name="T28" fmla="*/ 0 w 625"/>
                <a:gd name="T29" fmla="*/ 0 h 1406"/>
                <a:gd name="T30" fmla="*/ 0 w 625"/>
                <a:gd name="T31" fmla="*/ 0 h 1406"/>
                <a:gd name="T32" fmla="*/ 0 w 625"/>
                <a:gd name="T33" fmla="*/ 0 h 1406"/>
                <a:gd name="T34" fmla="*/ 0 w 625"/>
                <a:gd name="T35" fmla="*/ 0 h 1406"/>
                <a:gd name="T36" fmla="*/ 0 w 625"/>
                <a:gd name="T37" fmla="*/ 0 h 1406"/>
                <a:gd name="T38" fmla="*/ 0 w 625"/>
                <a:gd name="T39" fmla="*/ 0 h 1406"/>
                <a:gd name="T40" fmla="*/ 0 w 625"/>
                <a:gd name="T41" fmla="*/ 0 h 1406"/>
                <a:gd name="T42" fmla="*/ 0 w 625"/>
                <a:gd name="T43" fmla="*/ 0 h 1406"/>
                <a:gd name="T44" fmla="*/ 0 w 625"/>
                <a:gd name="T45" fmla="*/ 0 h 1406"/>
                <a:gd name="T46" fmla="*/ 0 w 625"/>
                <a:gd name="T47" fmla="*/ 0 h 1406"/>
                <a:gd name="T48" fmla="*/ 0 w 625"/>
                <a:gd name="T49" fmla="*/ 0 h 1406"/>
                <a:gd name="T50" fmla="*/ 0 w 625"/>
                <a:gd name="T51" fmla="*/ 0 h 1406"/>
                <a:gd name="T52" fmla="*/ 0 w 625"/>
                <a:gd name="T53" fmla="*/ 0 h 1406"/>
                <a:gd name="T54" fmla="*/ 0 w 625"/>
                <a:gd name="T55" fmla="*/ 0 h 1406"/>
                <a:gd name="T56" fmla="*/ 0 w 625"/>
                <a:gd name="T57" fmla="*/ 0 h 14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25"/>
                <a:gd name="T88" fmla="*/ 0 h 1406"/>
                <a:gd name="T89" fmla="*/ 625 w 625"/>
                <a:gd name="T90" fmla="*/ 1406 h 140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25" h="1406">
                  <a:moveTo>
                    <a:pt x="0" y="0"/>
                  </a:moveTo>
                  <a:lnTo>
                    <a:pt x="85" y="108"/>
                  </a:lnTo>
                  <a:lnTo>
                    <a:pt x="111" y="233"/>
                  </a:lnTo>
                  <a:lnTo>
                    <a:pt x="207" y="360"/>
                  </a:lnTo>
                  <a:lnTo>
                    <a:pt x="295" y="435"/>
                  </a:lnTo>
                  <a:lnTo>
                    <a:pt x="491" y="523"/>
                  </a:lnTo>
                  <a:lnTo>
                    <a:pt x="625" y="738"/>
                  </a:lnTo>
                  <a:lnTo>
                    <a:pt x="625" y="826"/>
                  </a:lnTo>
                  <a:lnTo>
                    <a:pt x="500" y="1224"/>
                  </a:lnTo>
                  <a:lnTo>
                    <a:pt x="500" y="1333"/>
                  </a:lnTo>
                  <a:lnTo>
                    <a:pt x="558" y="1406"/>
                  </a:lnTo>
                  <a:lnTo>
                    <a:pt x="491" y="1333"/>
                  </a:lnTo>
                  <a:lnTo>
                    <a:pt x="491" y="1206"/>
                  </a:lnTo>
                  <a:lnTo>
                    <a:pt x="572" y="883"/>
                  </a:lnTo>
                  <a:lnTo>
                    <a:pt x="572" y="720"/>
                  </a:lnTo>
                  <a:lnTo>
                    <a:pt x="530" y="648"/>
                  </a:lnTo>
                  <a:lnTo>
                    <a:pt x="460" y="615"/>
                  </a:lnTo>
                  <a:lnTo>
                    <a:pt x="366" y="615"/>
                  </a:lnTo>
                  <a:lnTo>
                    <a:pt x="295" y="576"/>
                  </a:lnTo>
                  <a:lnTo>
                    <a:pt x="260" y="523"/>
                  </a:lnTo>
                  <a:lnTo>
                    <a:pt x="231" y="473"/>
                  </a:lnTo>
                  <a:lnTo>
                    <a:pt x="192" y="473"/>
                  </a:lnTo>
                  <a:lnTo>
                    <a:pt x="192" y="560"/>
                  </a:lnTo>
                  <a:lnTo>
                    <a:pt x="163" y="397"/>
                  </a:lnTo>
                  <a:lnTo>
                    <a:pt x="163" y="360"/>
                  </a:lnTo>
                  <a:lnTo>
                    <a:pt x="97" y="307"/>
                  </a:lnTo>
                  <a:lnTo>
                    <a:pt x="30" y="217"/>
                  </a:lnTo>
                  <a:lnTo>
                    <a:pt x="0" y="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4" name="Freeform 361">
              <a:extLst>
                <a:ext uri="{FF2B5EF4-FFF2-40B4-BE49-F238E27FC236}">
                  <a16:creationId xmlns:a16="http://schemas.microsoft.com/office/drawing/2014/main" id="{F06E61C5-FB94-5746-9553-59397CBF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226"/>
              <a:ext cx="35" cy="76"/>
            </a:xfrm>
            <a:custGeom>
              <a:avLst/>
              <a:gdLst>
                <a:gd name="T0" fmla="*/ 0 w 284"/>
                <a:gd name="T1" fmla="*/ 0 h 614"/>
                <a:gd name="T2" fmla="*/ 0 w 284"/>
                <a:gd name="T3" fmla="*/ 0 h 614"/>
                <a:gd name="T4" fmla="*/ 0 w 284"/>
                <a:gd name="T5" fmla="*/ 0 h 614"/>
                <a:gd name="T6" fmla="*/ 0 w 284"/>
                <a:gd name="T7" fmla="*/ 0 h 614"/>
                <a:gd name="T8" fmla="*/ 0 w 284"/>
                <a:gd name="T9" fmla="*/ 0 h 6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"/>
                <a:gd name="T16" fmla="*/ 0 h 614"/>
                <a:gd name="T17" fmla="*/ 284 w 284"/>
                <a:gd name="T18" fmla="*/ 614 h 6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" h="614">
                  <a:moveTo>
                    <a:pt x="0" y="0"/>
                  </a:moveTo>
                  <a:lnTo>
                    <a:pt x="121" y="395"/>
                  </a:lnTo>
                  <a:lnTo>
                    <a:pt x="284" y="614"/>
                  </a:lnTo>
                  <a:lnTo>
                    <a:pt x="134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5" name="Freeform 362">
              <a:extLst>
                <a:ext uri="{FF2B5EF4-FFF2-40B4-BE49-F238E27FC236}">
                  <a16:creationId xmlns:a16="http://schemas.microsoft.com/office/drawing/2014/main" id="{B7F67185-4D8D-D84B-B8B2-3159E5A3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241"/>
              <a:ext cx="139" cy="39"/>
            </a:xfrm>
            <a:custGeom>
              <a:avLst/>
              <a:gdLst>
                <a:gd name="T0" fmla="*/ 0 w 1117"/>
                <a:gd name="T1" fmla="*/ 0 h 305"/>
                <a:gd name="T2" fmla="*/ 0 w 1117"/>
                <a:gd name="T3" fmla="*/ 0 h 305"/>
                <a:gd name="T4" fmla="*/ 0 w 1117"/>
                <a:gd name="T5" fmla="*/ 0 h 305"/>
                <a:gd name="T6" fmla="*/ 0 w 1117"/>
                <a:gd name="T7" fmla="*/ 0 h 305"/>
                <a:gd name="T8" fmla="*/ 0 w 1117"/>
                <a:gd name="T9" fmla="*/ 0 h 305"/>
                <a:gd name="T10" fmla="*/ 0 w 1117"/>
                <a:gd name="T11" fmla="*/ 0 h 305"/>
                <a:gd name="T12" fmla="*/ 0 w 1117"/>
                <a:gd name="T13" fmla="*/ 0 h 305"/>
                <a:gd name="T14" fmla="*/ 0 w 1117"/>
                <a:gd name="T15" fmla="*/ 0 h 305"/>
                <a:gd name="T16" fmla="*/ 0 w 1117"/>
                <a:gd name="T17" fmla="*/ 0 h 305"/>
                <a:gd name="T18" fmla="*/ 0 w 1117"/>
                <a:gd name="T19" fmla="*/ 0 h 305"/>
                <a:gd name="T20" fmla="*/ 0 w 1117"/>
                <a:gd name="T21" fmla="*/ 0 h 305"/>
                <a:gd name="T22" fmla="*/ 0 w 1117"/>
                <a:gd name="T23" fmla="*/ 0 h 305"/>
                <a:gd name="T24" fmla="*/ 0 w 1117"/>
                <a:gd name="T25" fmla="*/ 0 h 305"/>
                <a:gd name="T26" fmla="*/ 0 w 1117"/>
                <a:gd name="T27" fmla="*/ 0 h 305"/>
                <a:gd name="T28" fmla="*/ 0 w 1117"/>
                <a:gd name="T29" fmla="*/ 0 h 305"/>
                <a:gd name="T30" fmla="*/ 0 w 1117"/>
                <a:gd name="T31" fmla="*/ 0 h 305"/>
                <a:gd name="T32" fmla="*/ 0 w 1117"/>
                <a:gd name="T33" fmla="*/ 0 h 305"/>
                <a:gd name="T34" fmla="*/ 0 w 1117"/>
                <a:gd name="T35" fmla="*/ 0 h 305"/>
                <a:gd name="T36" fmla="*/ 0 w 1117"/>
                <a:gd name="T37" fmla="*/ 0 h 305"/>
                <a:gd name="T38" fmla="*/ 0 w 1117"/>
                <a:gd name="T39" fmla="*/ 0 h 305"/>
                <a:gd name="T40" fmla="*/ 0 w 1117"/>
                <a:gd name="T41" fmla="*/ 0 h 305"/>
                <a:gd name="T42" fmla="*/ 0 w 1117"/>
                <a:gd name="T43" fmla="*/ 0 h 305"/>
                <a:gd name="T44" fmla="*/ 0 w 1117"/>
                <a:gd name="T45" fmla="*/ 0 h 305"/>
                <a:gd name="T46" fmla="*/ 0 w 1117"/>
                <a:gd name="T47" fmla="*/ 0 h 3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17"/>
                <a:gd name="T73" fmla="*/ 0 h 305"/>
                <a:gd name="T74" fmla="*/ 1117 w 1117"/>
                <a:gd name="T75" fmla="*/ 305 h 30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17" h="305">
                  <a:moveTo>
                    <a:pt x="0" y="35"/>
                  </a:moveTo>
                  <a:lnTo>
                    <a:pt x="82" y="0"/>
                  </a:lnTo>
                  <a:lnTo>
                    <a:pt x="135" y="0"/>
                  </a:lnTo>
                  <a:lnTo>
                    <a:pt x="214" y="35"/>
                  </a:lnTo>
                  <a:lnTo>
                    <a:pt x="378" y="35"/>
                  </a:lnTo>
                  <a:lnTo>
                    <a:pt x="497" y="0"/>
                  </a:lnTo>
                  <a:lnTo>
                    <a:pt x="1079" y="0"/>
                  </a:lnTo>
                  <a:lnTo>
                    <a:pt x="1117" y="35"/>
                  </a:lnTo>
                  <a:lnTo>
                    <a:pt x="836" y="35"/>
                  </a:lnTo>
                  <a:lnTo>
                    <a:pt x="647" y="90"/>
                  </a:lnTo>
                  <a:lnTo>
                    <a:pt x="565" y="123"/>
                  </a:lnTo>
                  <a:lnTo>
                    <a:pt x="473" y="123"/>
                  </a:lnTo>
                  <a:lnTo>
                    <a:pt x="334" y="72"/>
                  </a:lnTo>
                  <a:lnTo>
                    <a:pt x="283" y="72"/>
                  </a:lnTo>
                  <a:lnTo>
                    <a:pt x="310" y="123"/>
                  </a:lnTo>
                  <a:lnTo>
                    <a:pt x="486" y="217"/>
                  </a:lnTo>
                  <a:lnTo>
                    <a:pt x="378" y="305"/>
                  </a:lnTo>
                  <a:lnTo>
                    <a:pt x="403" y="217"/>
                  </a:lnTo>
                  <a:lnTo>
                    <a:pt x="334" y="254"/>
                  </a:lnTo>
                  <a:lnTo>
                    <a:pt x="214" y="160"/>
                  </a:lnTo>
                  <a:lnTo>
                    <a:pt x="227" y="123"/>
                  </a:lnTo>
                  <a:lnTo>
                    <a:pt x="147" y="72"/>
                  </a:lnTo>
                  <a:lnTo>
                    <a:pt x="135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6" name="Freeform 363">
              <a:extLst>
                <a:ext uri="{FF2B5EF4-FFF2-40B4-BE49-F238E27FC236}">
                  <a16:creationId xmlns:a16="http://schemas.microsoft.com/office/drawing/2014/main" id="{42D149DC-E94D-9544-84EE-B97FF45F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250"/>
              <a:ext cx="56" cy="34"/>
            </a:xfrm>
            <a:custGeom>
              <a:avLst/>
              <a:gdLst>
                <a:gd name="T0" fmla="*/ 0 w 442"/>
                <a:gd name="T1" fmla="*/ 0 h 271"/>
                <a:gd name="T2" fmla="*/ 0 w 442"/>
                <a:gd name="T3" fmla="*/ 0 h 271"/>
                <a:gd name="T4" fmla="*/ 0 w 442"/>
                <a:gd name="T5" fmla="*/ 0 h 271"/>
                <a:gd name="T6" fmla="*/ 0 w 442"/>
                <a:gd name="T7" fmla="*/ 0 h 271"/>
                <a:gd name="T8" fmla="*/ 0 w 442"/>
                <a:gd name="T9" fmla="*/ 0 h 271"/>
                <a:gd name="T10" fmla="*/ 0 w 442"/>
                <a:gd name="T11" fmla="*/ 0 h 271"/>
                <a:gd name="T12" fmla="*/ 0 w 442"/>
                <a:gd name="T13" fmla="*/ 0 h 271"/>
                <a:gd name="T14" fmla="*/ 0 w 442"/>
                <a:gd name="T15" fmla="*/ 0 h 271"/>
                <a:gd name="T16" fmla="*/ 0 w 442"/>
                <a:gd name="T17" fmla="*/ 0 h 271"/>
                <a:gd name="T18" fmla="*/ 0 w 442"/>
                <a:gd name="T19" fmla="*/ 0 h 271"/>
                <a:gd name="T20" fmla="*/ 0 w 442"/>
                <a:gd name="T21" fmla="*/ 0 h 271"/>
                <a:gd name="T22" fmla="*/ 0 w 442"/>
                <a:gd name="T23" fmla="*/ 0 h 271"/>
                <a:gd name="T24" fmla="*/ 0 w 442"/>
                <a:gd name="T25" fmla="*/ 0 h 271"/>
                <a:gd name="T26" fmla="*/ 0 w 442"/>
                <a:gd name="T27" fmla="*/ 0 h 271"/>
                <a:gd name="T28" fmla="*/ 0 w 442"/>
                <a:gd name="T29" fmla="*/ 0 h 271"/>
                <a:gd name="T30" fmla="*/ 0 w 442"/>
                <a:gd name="T31" fmla="*/ 0 h 27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42"/>
                <a:gd name="T49" fmla="*/ 0 h 271"/>
                <a:gd name="T50" fmla="*/ 442 w 442"/>
                <a:gd name="T51" fmla="*/ 271 h 27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42" h="271">
                  <a:moveTo>
                    <a:pt x="0" y="145"/>
                  </a:moveTo>
                  <a:lnTo>
                    <a:pt x="132" y="145"/>
                  </a:lnTo>
                  <a:lnTo>
                    <a:pt x="212" y="71"/>
                  </a:lnTo>
                  <a:lnTo>
                    <a:pt x="442" y="0"/>
                  </a:lnTo>
                  <a:lnTo>
                    <a:pt x="392" y="71"/>
                  </a:lnTo>
                  <a:lnTo>
                    <a:pt x="325" y="71"/>
                  </a:lnTo>
                  <a:lnTo>
                    <a:pt x="325" y="108"/>
                  </a:lnTo>
                  <a:lnTo>
                    <a:pt x="378" y="145"/>
                  </a:lnTo>
                  <a:lnTo>
                    <a:pt x="242" y="145"/>
                  </a:lnTo>
                  <a:lnTo>
                    <a:pt x="242" y="233"/>
                  </a:lnTo>
                  <a:lnTo>
                    <a:pt x="147" y="182"/>
                  </a:lnTo>
                  <a:lnTo>
                    <a:pt x="147" y="271"/>
                  </a:lnTo>
                  <a:lnTo>
                    <a:pt x="95" y="196"/>
                  </a:lnTo>
                  <a:lnTo>
                    <a:pt x="79" y="271"/>
                  </a:lnTo>
                  <a:lnTo>
                    <a:pt x="55" y="27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7" name="Freeform 364">
              <a:extLst>
                <a:ext uri="{FF2B5EF4-FFF2-40B4-BE49-F238E27FC236}">
                  <a16:creationId xmlns:a16="http://schemas.microsoft.com/office/drawing/2014/main" id="{D01E9D22-1931-6D4F-A938-A0C393624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307"/>
              <a:ext cx="114" cy="70"/>
            </a:xfrm>
            <a:custGeom>
              <a:avLst/>
              <a:gdLst>
                <a:gd name="T0" fmla="*/ 0 w 916"/>
                <a:gd name="T1" fmla="*/ 0 h 560"/>
                <a:gd name="T2" fmla="*/ 0 w 916"/>
                <a:gd name="T3" fmla="*/ 0 h 560"/>
                <a:gd name="T4" fmla="*/ 0 w 916"/>
                <a:gd name="T5" fmla="*/ 0 h 560"/>
                <a:gd name="T6" fmla="*/ 0 w 916"/>
                <a:gd name="T7" fmla="*/ 0 h 560"/>
                <a:gd name="T8" fmla="*/ 0 w 916"/>
                <a:gd name="T9" fmla="*/ 0 h 560"/>
                <a:gd name="T10" fmla="*/ 0 w 916"/>
                <a:gd name="T11" fmla="*/ 0 h 560"/>
                <a:gd name="T12" fmla="*/ 0 w 916"/>
                <a:gd name="T13" fmla="*/ 0 h 560"/>
                <a:gd name="T14" fmla="*/ 0 w 916"/>
                <a:gd name="T15" fmla="*/ 0 h 560"/>
                <a:gd name="T16" fmla="*/ 0 w 916"/>
                <a:gd name="T17" fmla="*/ 0 h 560"/>
                <a:gd name="T18" fmla="*/ 0 w 916"/>
                <a:gd name="T19" fmla="*/ 0 h 560"/>
                <a:gd name="T20" fmla="*/ 0 w 916"/>
                <a:gd name="T21" fmla="*/ 0 h 560"/>
                <a:gd name="T22" fmla="*/ 0 w 916"/>
                <a:gd name="T23" fmla="*/ 0 h 560"/>
                <a:gd name="T24" fmla="*/ 0 w 916"/>
                <a:gd name="T25" fmla="*/ 0 h 560"/>
                <a:gd name="T26" fmla="*/ 0 w 916"/>
                <a:gd name="T27" fmla="*/ 0 h 560"/>
                <a:gd name="T28" fmla="*/ 0 w 916"/>
                <a:gd name="T29" fmla="*/ 0 h 560"/>
                <a:gd name="T30" fmla="*/ 0 w 916"/>
                <a:gd name="T31" fmla="*/ 0 h 560"/>
                <a:gd name="T32" fmla="*/ 0 w 916"/>
                <a:gd name="T33" fmla="*/ 0 h 560"/>
                <a:gd name="T34" fmla="*/ 0 w 916"/>
                <a:gd name="T35" fmla="*/ 0 h 560"/>
                <a:gd name="T36" fmla="*/ 0 w 916"/>
                <a:gd name="T37" fmla="*/ 0 h 560"/>
                <a:gd name="T38" fmla="*/ 0 w 916"/>
                <a:gd name="T39" fmla="*/ 0 h 560"/>
                <a:gd name="T40" fmla="*/ 0 w 916"/>
                <a:gd name="T41" fmla="*/ 0 h 560"/>
                <a:gd name="T42" fmla="*/ 0 w 916"/>
                <a:gd name="T43" fmla="*/ 0 h 560"/>
                <a:gd name="T44" fmla="*/ 0 w 916"/>
                <a:gd name="T45" fmla="*/ 0 h 560"/>
                <a:gd name="T46" fmla="*/ 0 w 916"/>
                <a:gd name="T47" fmla="*/ 0 h 560"/>
                <a:gd name="T48" fmla="*/ 0 w 916"/>
                <a:gd name="T49" fmla="*/ 0 h 5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16"/>
                <a:gd name="T76" fmla="*/ 0 h 560"/>
                <a:gd name="T77" fmla="*/ 916 w 916"/>
                <a:gd name="T78" fmla="*/ 560 h 56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16" h="560">
                  <a:moveTo>
                    <a:pt x="916" y="523"/>
                  </a:moveTo>
                  <a:lnTo>
                    <a:pt x="817" y="378"/>
                  </a:lnTo>
                  <a:lnTo>
                    <a:pt x="633" y="270"/>
                  </a:lnTo>
                  <a:lnTo>
                    <a:pt x="552" y="270"/>
                  </a:lnTo>
                  <a:lnTo>
                    <a:pt x="455" y="167"/>
                  </a:lnTo>
                  <a:lnTo>
                    <a:pt x="494" y="92"/>
                  </a:lnTo>
                  <a:lnTo>
                    <a:pt x="455" y="0"/>
                  </a:lnTo>
                  <a:lnTo>
                    <a:pt x="374" y="0"/>
                  </a:lnTo>
                  <a:lnTo>
                    <a:pt x="429" y="58"/>
                  </a:lnTo>
                  <a:lnTo>
                    <a:pt x="429" y="127"/>
                  </a:lnTo>
                  <a:lnTo>
                    <a:pt x="402" y="167"/>
                  </a:lnTo>
                  <a:lnTo>
                    <a:pt x="349" y="167"/>
                  </a:lnTo>
                  <a:lnTo>
                    <a:pt x="65" y="233"/>
                  </a:lnTo>
                  <a:lnTo>
                    <a:pt x="0" y="233"/>
                  </a:lnTo>
                  <a:lnTo>
                    <a:pt x="0" y="270"/>
                  </a:lnTo>
                  <a:lnTo>
                    <a:pt x="37" y="328"/>
                  </a:lnTo>
                  <a:lnTo>
                    <a:pt x="136" y="365"/>
                  </a:lnTo>
                  <a:lnTo>
                    <a:pt x="176" y="365"/>
                  </a:lnTo>
                  <a:lnTo>
                    <a:pt x="226" y="328"/>
                  </a:lnTo>
                  <a:lnTo>
                    <a:pt x="307" y="328"/>
                  </a:lnTo>
                  <a:lnTo>
                    <a:pt x="674" y="397"/>
                  </a:lnTo>
                  <a:lnTo>
                    <a:pt x="817" y="560"/>
                  </a:lnTo>
                  <a:lnTo>
                    <a:pt x="846" y="560"/>
                  </a:lnTo>
                  <a:lnTo>
                    <a:pt x="807" y="473"/>
                  </a:lnTo>
                  <a:lnTo>
                    <a:pt x="916" y="5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8" name="Freeform 365">
              <a:extLst>
                <a:ext uri="{FF2B5EF4-FFF2-40B4-BE49-F238E27FC236}">
                  <a16:creationId xmlns:a16="http://schemas.microsoft.com/office/drawing/2014/main" id="{AF63326B-72E6-374B-9C4B-33BBA9E0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361"/>
              <a:ext cx="31" cy="11"/>
            </a:xfrm>
            <a:custGeom>
              <a:avLst/>
              <a:gdLst>
                <a:gd name="T0" fmla="*/ 0 w 243"/>
                <a:gd name="T1" fmla="*/ 0 h 87"/>
                <a:gd name="T2" fmla="*/ 0 w 243"/>
                <a:gd name="T3" fmla="*/ 0 h 87"/>
                <a:gd name="T4" fmla="*/ 0 w 243"/>
                <a:gd name="T5" fmla="*/ 0 h 87"/>
                <a:gd name="T6" fmla="*/ 0 w 243"/>
                <a:gd name="T7" fmla="*/ 0 h 87"/>
                <a:gd name="T8" fmla="*/ 0 w 243"/>
                <a:gd name="T9" fmla="*/ 0 h 87"/>
                <a:gd name="T10" fmla="*/ 0 w 243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3"/>
                <a:gd name="T19" fmla="*/ 0 h 87"/>
                <a:gd name="T20" fmla="*/ 243 w 243"/>
                <a:gd name="T21" fmla="*/ 87 h 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3" h="87">
                  <a:moveTo>
                    <a:pt x="0" y="0"/>
                  </a:moveTo>
                  <a:lnTo>
                    <a:pt x="92" y="37"/>
                  </a:lnTo>
                  <a:lnTo>
                    <a:pt x="199" y="37"/>
                  </a:lnTo>
                  <a:lnTo>
                    <a:pt x="243" y="87"/>
                  </a:lnTo>
                  <a:lnTo>
                    <a:pt x="120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69" name="Freeform 366">
              <a:extLst>
                <a:ext uri="{FF2B5EF4-FFF2-40B4-BE49-F238E27FC236}">
                  <a16:creationId xmlns:a16="http://schemas.microsoft.com/office/drawing/2014/main" id="{F82F7E68-F935-FF43-B939-B47A8E126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347"/>
              <a:ext cx="45" cy="45"/>
            </a:xfrm>
            <a:custGeom>
              <a:avLst/>
              <a:gdLst>
                <a:gd name="T0" fmla="*/ 0 w 363"/>
                <a:gd name="T1" fmla="*/ 0 h 360"/>
                <a:gd name="T2" fmla="*/ 0 w 363"/>
                <a:gd name="T3" fmla="*/ 0 h 360"/>
                <a:gd name="T4" fmla="*/ 0 w 363"/>
                <a:gd name="T5" fmla="*/ 0 h 360"/>
                <a:gd name="T6" fmla="*/ 0 w 363"/>
                <a:gd name="T7" fmla="*/ 0 h 360"/>
                <a:gd name="T8" fmla="*/ 0 w 363"/>
                <a:gd name="T9" fmla="*/ 0 h 360"/>
                <a:gd name="T10" fmla="*/ 0 w 363"/>
                <a:gd name="T11" fmla="*/ 0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3"/>
                <a:gd name="T19" fmla="*/ 0 h 360"/>
                <a:gd name="T20" fmla="*/ 363 w 363"/>
                <a:gd name="T21" fmla="*/ 360 h 3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3" h="360">
                  <a:moveTo>
                    <a:pt x="0" y="16"/>
                  </a:moveTo>
                  <a:lnTo>
                    <a:pt x="150" y="232"/>
                  </a:lnTo>
                  <a:lnTo>
                    <a:pt x="363" y="360"/>
                  </a:lnTo>
                  <a:lnTo>
                    <a:pt x="134" y="195"/>
                  </a:lnTo>
                  <a:lnTo>
                    <a:pt x="68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0" name="Freeform 367">
              <a:extLst>
                <a:ext uri="{FF2B5EF4-FFF2-40B4-BE49-F238E27FC236}">
                  <a16:creationId xmlns:a16="http://schemas.microsoft.com/office/drawing/2014/main" id="{CEFEE4CC-9275-5040-962A-F8D86544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98"/>
              <a:ext cx="193" cy="415"/>
            </a:xfrm>
            <a:custGeom>
              <a:avLst/>
              <a:gdLst>
                <a:gd name="T0" fmla="*/ 0 w 1538"/>
                <a:gd name="T1" fmla="*/ 0 h 3319"/>
                <a:gd name="T2" fmla="*/ 0 w 1538"/>
                <a:gd name="T3" fmla="*/ 0 h 3319"/>
                <a:gd name="T4" fmla="*/ 0 w 1538"/>
                <a:gd name="T5" fmla="*/ 0 h 3319"/>
                <a:gd name="T6" fmla="*/ 0 w 1538"/>
                <a:gd name="T7" fmla="*/ 0 h 3319"/>
                <a:gd name="T8" fmla="*/ 0 w 1538"/>
                <a:gd name="T9" fmla="*/ 0 h 3319"/>
                <a:gd name="T10" fmla="*/ 0 w 1538"/>
                <a:gd name="T11" fmla="*/ 0 h 3319"/>
                <a:gd name="T12" fmla="*/ 0 w 1538"/>
                <a:gd name="T13" fmla="*/ 0 h 3319"/>
                <a:gd name="T14" fmla="*/ 0 w 1538"/>
                <a:gd name="T15" fmla="*/ 0 h 3319"/>
                <a:gd name="T16" fmla="*/ 0 w 1538"/>
                <a:gd name="T17" fmla="*/ 0 h 3319"/>
                <a:gd name="T18" fmla="*/ 0 w 1538"/>
                <a:gd name="T19" fmla="*/ 0 h 3319"/>
                <a:gd name="T20" fmla="*/ 0 w 1538"/>
                <a:gd name="T21" fmla="*/ 0 h 3319"/>
                <a:gd name="T22" fmla="*/ 0 w 1538"/>
                <a:gd name="T23" fmla="*/ 0 h 3319"/>
                <a:gd name="T24" fmla="*/ 0 w 1538"/>
                <a:gd name="T25" fmla="*/ 0 h 3319"/>
                <a:gd name="T26" fmla="*/ 0 w 1538"/>
                <a:gd name="T27" fmla="*/ 0 h 3319"/>
                <a:gd name="T28" fmla="*/ 0 w 1538"/>
                <a:gd name="T29" fmla="*/ 0 h 3319"/>
                <a:gd name="T30" fmla="*/ 0 w 1538"/>
                <a:gd name="T31" fmla="*/ 0 h 3319"/>
                <a:gd name="T32" fmla="*/ 0 w 1538"/>
                <a:gd name="T33" fmla="*/ 0 h 3319"/>
                <a:gd name="T34" fmla="*/ 0 w 1538"/>
                <a:gd name="T35" fmla="*/ 0 h 3319"/>
                <a:gd name="T36" fmla="*/ 0 w 1538"/>
                <a:gd name="T37" fmla="*/ 0 h 3319"/>
                <a:gd name="T38" fmla="*/ 0 w 1538"/>
                <a:gd name="T39" fmla="*/ 0 h 3319"/>
                <a:gd name="T40" fmla="*/ 0 w 1538"/>
                <a:gd name="T41" fmla="*/ 0 h 3319"/>
                <a:gd name="T42" fmla="*/ 0 w 1538"/>
                <a:gd name="T43" fmla="*/ 0 h 3319"/>
                <a:gd name="T44" fmla="*/ 0 w 1538"/>
                <a:gd name="T45" fmla="*/ 0 h 3319"/>
                <a:gd name="T46" fmla="*/ 0 w 1538"/>
                <a:gd name="T47" fmla="*/ 0 h 3319"/>
                <a:gd name="T48" fmla="*/ 0 w 1538"/>
                <a:gd name="T49" fmla="*/ 0 h 3319"/>
                <a:gd name="T50" fmla="*/ 0 w 1538"/>
                <a:gd name="T51" fmla="*/ 0 h 3319"/>
                <a:gd name="T52" fmla="*/ 0 w 1538"/>
                <a:gd name="T53" fmla="*/ 0 h 3319"/>
                <a:gd name="T54" fmla="*/ 0 w 1538"/>
                <a:gd name="T55" fmla="*/ 0 h 3319"/>
                <a:gd name="T56" fmla="*/ 0 w 1538"/>
                <a:gd name="T57" fmla="*/ 0 h 3319"/>
                <a:gd name="T58" fmla="*/ 0 w 1538"/>
                <a:gd name="T59" fmla="*/ 0 h 3319"/>
                <a:gd name="T60" fmla="*/ 0 w 1538"/>
                <a:gd name="T61" fmla="*/ 0 h 3319"/>
                <a:gd name="T62" fmla="*/ 0 w 1538"/>
                <a:gd name="T63" fmla="*/ 0 h 3319"/>
                <a:gd name="T64" fmla="*/ 0 w 1538"/>
                <a:gd name="T65" fmla="*/ 0 h 3319"/>
                <a:gd name="T66" fmla="*/ 0 w 1538"/>
                <a:gd name="T67" fmla="*/ 0 h 3319"/>
                <a:gd name="T68" fmla="*/ 0 w 1538"/>
                <a:gd name="T69" fmla="*/ 0 h 33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538"/>
                <a:gd name="T106" fmla="*/ 0 h 3319"/>
                <a:gd name="T107" fmla="*/ 1538 w 1538"/>
                <a:gd name="T108" fmla="*/ 3319 h 331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538" h="3319">
                  <a:moveTo>
                    <a:pt x="497" y="3319"/>
                  </a:moveTo>
                  <a:lnTo>
                    <a:pt x="131" y="2650"/>
                  </a:lnTo>
                  <a:lnTo>
                    <a:pt x="0" y="2070"/>
                  </a:lnTo>
                  <a:lnTo>
                    <a:pt x="175" y="1187"/>
                  </a:lnTo>
                  <a:lnTo>
                    <a:pt x="756" y="271"/>
                  </a:lnTo>
                  <a:lnTo>
                    <a:pt x="1212" y="0"/>
                  </a:lnTo>
                  <a:lnTo>
                    <a:pt x="1443" y="71"/>
                  </a:lnTo>
                  <a:lnTo>
                    <a:pt x="1538" y="702"/>
                  </a:lnTo>
                  <a:lnTo>
                    <a:pt x="1426" y="428"/>
                  </a:lnTo>
                  <a:lnTo>
                    <a:pt x="1345" y="523"/>
                  </a:lnTo>
                  <a:lnTo>
                    <a:pt x="1454" y="864"/>
                  </a:lnTo>
                  <a:lnTo>
                    <a:pt x="1321" y="649"/>
                  </a:lnTo>
                  <a:lnTo>
                    <a:pt x="1292" y="901"/>
                  </a:lnTo>
                  <a:lnTo>
                    <a:pt x="1345" y="1332"/>
                  </a:lnTo>
                  <a:lnTo>
                    <a:pt x="1118" y="846"/>
                  </a:lnTo>
                  <a:lnTo>
                    <a:pt x="1064" y="449"/>
                  </a:lnTo>
                  <a:lnTo>
                    <a:pt x="1011" y="739"/>
                  </a:lnTo>
                  <a:lnTo>
                    <a:pt x="1023" y="1117"/>
                  </a:lnTo>
                  <a:lnTo>
                    <a:pt x="945" y="935"/>
                  </a:lnTo>
                  <a:lnTo>
                    <a:pt x="914" y="1117"/>
                  </a:lnTo>
                  <a:lnTo>
                    <a:pt x="1064" y="1640"/>
                  </a:lnTo>
                  <a:lnTo>
                    <a:pt x="958" y="1602"/>
                  </a:lnTo>
                  <a:lnTo>
                    <a:pt x="793" y="1242"/>
                  </a:lnTo>
                  <a:lnTo>
                    <a:pt x="740" y="1440"/>
                  </a:lnTo>
                  <a:lnTo>
                    <a:pt x="822" y="2090"/>
                  </a:lnTo>
                  <a:lnTo>
                    <a:pt x="622" y="1406"/>
                  </a:lnTo>
                  <a:lnTo>
                    <a:pt x="631" y="2017"/>
                  </a:lnTo>
                  <a:lnTo>
                    <a:pt x="562" y="1765"/>
                  </a:lnTo>
                  <a:lnTo>
                    <a:pt x="539" y="2037"/>
                  </a:lnTo>
                  <a:lnTo>
                    <a:pt x="391" y="1512"/>
                  </a:lnTo>
                  <a:lnTo>
                    <a:pt x="338" y="2017"/>
                  </a:lnTo>
                  <a:lnTo>
                    <a:pt x="283" y="1837"/>
                  </a:lnTo>
                  <a:lnTo>
                    <a:pt x="216" y="2198"/>
                  </a:lnTo>
                  <a:lnTo>
                    <a:pt x="402" y="2773"/>
                  </a:lnTo>
                  <a:lnTo>
                    <a:pt x="497" y="33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1" name="Freeform 368">
              <a:extLst>
                <a:ext uri="{FF2B5EF4-FFF2-40B4-BE49-F238E27FC236}">
                  <a16:creationId xmlns:a16="http://schemas.microsoft.com/office/drawing/2014/main" id="{132E3DD4-D36A-2548-A127-5B761993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07"/>
              <a:ext cx="406" cy="698"/>
            </a:xfrm>
            <a:custGeom>
              <a:avLst/>
              <a:gdLst>
                <a:gd name="T0" fmla="*/ 0 w 3246"/>
                <a:gd name="T1" fmla="*/ 0 h 5588"/>
                <a:gd name="T2" fmla="*/ 0 w 3246"/>
                <a:gd name="T3" fmla="*/ 0 h 5588"/>
                <a:gd name="T4" fmla="*/ 0 w 3246"/>
                <a:gd name="T5" fmla="*/ 0 h 5588"/>
                <a:gd name="T6" fmla="*/ 0 w 3246"/>
                <a:gd name="T7" fmla="*/ 0 h 5588"/>
                <a:gd name="T8" fmla="*/ 0 w 3246"/>
                <a:gd name="T9" fmla="*/ 0 h 5588"/>
                <a:gd name="T10" fmla="*/ 0 w 3246"/>
                <a:gd name="T11" fmla="*/ 0 h 5588"/>
                <a:gd name="T12" fmla="*/ 0 w 3246"/>
                <a:gd name="T13" fmla="*/ 0 h 5588"/>
                <a:gd name="T14" fmla="*/ 0 w 3246"/>
                <a:gd name="T15" fmla="*/ 0 h 5588"/>
                <a:gd name="T16" fmla="*/ 0 w 3246"/>
                <a:gd name="T17" fmla="*/ 0 h 5588"/>
                <a:gd name="T18" fmla="*/ 0 w 3246"/>
                <a:gd name="T19" fmla="*/ 0 h 5588"/>
                <a:gd name="T20" fmla="*/ 0 w 3246"/>
                <a:gd name="T21" fmla="*/ 0 h 5588"/>
                <a:gd name="T22" fmla="*/ 0 w 3246"/>
                <a:gd name="T23" fmla="*/ 0 h 5588"/>
                <a:gd name="T24" fmla="*/ 0 w 3246"/>
                <a:gd name="T25" fmla="*/ 0 h 5588"/>
                <a:gd name="T26" fmla="*/ 0 w 3246"/>
                <a:gd name="T27" fmla="*/ 0 h 5588"/>
                <a:gd name="T28" fmla="*/ 0 w 3246"/>
                <a:gd name="T29" fmla="*/ 0 h 5588"/>
                <a:gd name="T30" fmla="*/ 0 w 3246"/>
                <a:gd name="T31" fmla="*/ 0 h 5588"/>
                <a:gd name="T32" fmla="*/ 0 w 3246"/>
                <a:gd name="T33" fmla="*/ 0 h 5588"/>
                <a:gd name="T34" fmla="*/ 0 w 3246"/>
                <a:gd name="T35" fmla="*/ 0 h 5588"/>
                <a:gd name="T36" fmla="*/ 0 w 3246"/>
                <a:gd name="T37" fmla="*/ 0 h 5588"/>
                <a:gd name="T38" fmla="*/ 0 w 3246"/>
                <a:gd name="T39" fmla="*/ 0 h 5588"/>
                <a:gd name="T40" fmla="*/ 0 w 3246"/>
                <a:gd name="T41" fmla="*/ 0 h 5588"/>
                <a:gd name="T42" fmla="*/ 0 w 3246"/>
                <a:gd name="T43" fmla="*/ 0 h 5588"/>
                <a:gd name="T44" fmla="*/ 0 w 3246"/>
                <a:gd name="T45" fmla="*/ 0 h 5588"/>
                <a:gd name="T46" fmla="*/ 0 w 3246"/>
                <a:gd name="T47" fmla="*/ 0 h 5588"/>
                <a:gd name="T48" fmla="*/ 0 w 3246"/>
                <a:gd name="T49" fmla="*/ 0 h 5588"/>
                <a:gd name="T50" fmla="*/ 0 w 3246"/>
                <a:gd name="T51" fmla="*/ 0 h 5588"/>
                <a:gd name="T52" fmla="*/ 0 w 3246"/>
                <a:gd name="T53" fmla="*/ 0 h 5588"/>
                <a:gd name="T54" fmla="*/ 0 w 3246"/>
                <a:gd name="T55" fmla="*/ 0 h 5588"/>
                <a:gd name="T56" fmla="*/ 0 w 3246"/>
                <a:gd name="T57" fmla="*/ 0 h 5588"/>
                <a:gd name="T58" fmla="*/ 0 w 3246"/>
                <a:gd name="T59" fmla="*/ 0 h 5588"/>
                <a:gd name="T60" fmla="*/ 0 w 3246"/>
                <a:gd name="T61" fmla="*/ 0 h 5588"/>
                <a:gd name="T62" fmla="*/ 0 w 3246"/>
                <a:gd name="T63" fmla="*/ 0 h 5588"/>
                <a:gd name="T64" fmla="*/ 0 w 3246"/>
                <a:gd name="T65" fmla="*/ 0 h 5588"/>
                <a:gd name="T66" fmla="*/ 0 w 3246"/>
                <a:gd name="T67" fmla="*/ 0 h 5588"/>
                <a:gd name="T68" fmla="*/ 0 w 3246"/>
                <a:gd name="T69" fmla="*/ 0 h 5588"/>
                <a:gd name="T70" fmla="*/ 0 w 3246"/>
                <a:gd name="T71" fmla="*/ 0 h 5588"/>
                <a:gd name="T72" fmla="*/ 0 w 3246"/>
                <a:gd name="T73" fmla="*/ 0 h 5588"/>
                <a:gd name="T74" fmla="*/ 0 w 3246"/>
                <a:gd name="T75" fmla="*/ 0 h 5588"/>
                <a:gd name="T76" fmla="*/ 0 w 3246"/>
                <a:gd name="T77" fmla="*/ 0 h 5588"/>
                <a:gd name="T78" fmla="*/ 0 w 3246"/>
                <a:gd name="T79" fmla="*/ 0 h 5588"/>
                <a:gd name="T80" fmla="*/ 0 w 3246"/>
                <a:gd name="T81" fmla="*/ 0 h 5588"/>
                <a:gd name="T82" fmla="*/ 0 w 3246"/>
                <a:gd name="T83" fmla="*/ 0 h 5588"/>
                <a:gd name="T84" fmla="*/ 0 w 3246"/>
                <a:gd name="T85" fmla="*/ 0 h 5588"/>
                <a:gd name="T86" fmla="*/ 0 w 3246"/>
                <a:gd name="T87" fmla="*/ 0 h 5588"/>
                <a:gd name="T88" fmla="*/ 0 w 3246"/>
                <a:gd name="T89" fmla="*/ 0 h 5588"/>
                <a:gd name="T90" fmla="*/ 0 w 3246"/>
                <a:gd name="T91" fmla="*/ 0 h 5588"/>
                <a:gd name="T92" fmla="*/ 0 w 3246"/>
                <a:gd name="T93" fmla="*/ 0 h 5588"/>
                <a:gd name="T94" fmla="*/ 0 w 3246"/>
                <a:gd name="T95" fmla="*/ 0 h 55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246"/>
                <a:gd name="T145" fmla="*/ 0 h 5588"/>
                <a:gd name="T146" fmla="*/ 3246 w 3246"/>
                <a:gd name="T147" fmla="*/ 5588 h 558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246" h="5588">
                  <a:moveTo>
                    <a:pt x="1671" y="0"/>
                  </a:moveTo>
                  <a:lnTo>
                    <a:pt x="2064" y="320"/>
                  </a:lnTo>
                  <a:lnTo>
                    <a:pt x="2264" y="808"/>
                  </a:lnTo>
                  <a:lnTo>
                    <a:pt x="1780" y="345"/>
                  </a:lnTo>
                  <a:lnTo>
                    <a:pt x="2374" y="1063"/>
                  </a:lnTo>
                  <a:lnTo>
                    <a:pt x="2280" y="1134"/>
                  </a:lnTo>
                  <a:lnTo>
                    <a:pt x="1847" y="721"/>
                  </a:lnTo>
                  <a:lnTo>
                    <a:pt x="2147" y="1153"/>
                  </a:lnTo>
                  <a:lnTo>
                    <a:pt x="1873" y="1063"/>
                  </a:lnTo>
                  <a:lnTo>
                    <a:pt x="1579" y="721"/>
                  </a:lnTo>
                  <a:lnTo>
                    <a:pt x="1805" y="1153"/>
                  </a:lnTo>
                  <a:lnTo>
                    <a:pt x="2156" y="1496"/>
                  </a:lnTo>
                  <a:lnTo>
                    <a:pt x="2020" y="1512"/>
                  </a:lnTo>
                  <a:lnTo>
                    <a:pt x="1671" y="1281"/>
                  </a:lnTo>
                  <a:lnTo>
                    <a:pt x="1981" y="1676"/>
                  </a:lnTo>
                  <a:lnTo>
                    <a:pt x="1833" y="1713"/>
                  </a:lnTo>
                  <a:lnTo>
                    <a:pt x="1390" y="1316"/>
                  </a:lnTo>
                  <a:lnTo>
                    <a:pt x="1902" y="1892"/>
                  </a:lnTo>
                  <a:lnTo>
                    <a:pt x="1605" y="1821"/>
                  </a:lnTo>
                  <a:lnTo>
                    <a:pt x="1163" y="1441"/>
                  </a:lnTo>
                  <a:lnTo>
                    <a:pt x="1495" y="1892"/>
                  </a:lnTo>
                  <a:lnTo>
                    <a:pt x="1943" y="2162"/>
                  </a:lnTo>
                  <a:lnTo>
                    <a:pt x="1455" y="1982"/>
                  </a:lnTo>
                  <a:lnTo>
                    <a:pt x="1252" y="1854"/>
                  </a:lnTo>
                  <a:lnTo>
                    <a:pt x="1095" y="1929"/>
                  </a:lnTo>
                  <a:lnTo>
                    <a:pt x="1240" y="2142"/>
                  </a:lnTo>
                  <a:lnTo>
                    <a:pt x="1027" y="2217"/>
                  </a:lnTo>
                  <a:lnTo>
                    <a:pt x="1068" y="2452"/>
                  </a:lnTo>
                  <a:lnTo>
                    <a:pt x="689" y="2199"/>
                  </a:lnTo>
                  <a:lnTo>
                    <a:pt x="983" y="2505"/>
                  </a:lnTo>
                  <a:lnTo>
                    <a:pt x="754" y="2505"/>
                  </a:lnTo>
                  <a:lnTo>
                    <a:pt x="431" y="2324"/>
                  </a:lnTo>
                  <a:lnTo>
                    <a:pt x="431" y="2597"/>
                  </a:lnTo>
                  <a:lnTo>
                    <a:pt x="256" y="2344"/>
                  </a:lnTo>
                  <a:lnTo>
                    <a:pt x="300" y="2650"/>
                  </a:lnTo>
                  <a:lnTo>
                    <a:pt x="431" y="2992"/>
                  </a:lnTo>
                  <a:lnTo>
                    <a:pt x="231" y="2738"/>
                  </a:lnTo>
                  <a:lnTo>
                    <a:pt x="122" y="2542"/>
                  </a:lnTo>
                  <a:lnTo>
                    <a:pt x="0" y="2650"/>
                  </a:lnTo>
                  <a:lnTo>
                    <a:pt x="203" y="3008"/>
                  </a:lnTo>
                  <a:lnTo>
                    <a:pt x="743" y="3335"/>
                  </a:lnTo>
                  <a:lnTo>
                    <a:pt x="1522" y="3335"/>
                  </a:lnTo>
                  <a:lnTo>
                    <a:pt x="1390" y="3153"/>
                  </a:lnTo>
                  <a:lnTo>
                    <a:pt x="1805" y="3153"/>
                  </a:lnTo>
                  <a:lnTo>
                    <a:pt x="1550" y="2847"/>
                  </a:lnTo>
                  <a:lnTo>
                    <a:pt x="1955" y="3008"/>
                  </a:lnTo>
                  <a:lnTo>
                    <a:pt x="2091" y="3368"/>
                  </a:lnTo>
                  <a:lnTo>
                    <a:pt x="2036" y="3746"/>
                  </a:lnTo>
                  <a:lnTo>
                    <a:pt x="1873" y="4144"/>
                  </a:lnTo>
                  <a:lnTo>
                    <a:pt x="1379" y="4631"/>
                  </a:lnTo>
                  <a:lnTo>
                    <a:pt x="1095" y="4739"/>
                  </a:lnTo>
                  <a:lnTo>
                    <a:pt x="1442" y="4652"/>
                  </a:lnTo>
                  <a:lnTo>
                    <a:pt x="1943" y="4126"/>
                  </a:lnTo>
                  <a:lnTo>
                    <a:pt x="2135" y="3713"/>
                  </a:lnTo>
                  <a:lnTo>
                    <a:pt x="2374" y="3441"/>
                  </a:lnTo>
                  <a:lnTo>
                    <a:pt x="2334" y="3351"/>
                  </a:lnTo>
                  <a:lnTo>
                    <a:pt x="2440" y="3065"/>
                  </a:lnTo>
                  <a:lnTo>
                    <a:pt x="2697" y="2937"/>
                  </a:lnTo>
                  <a:lnTo>
                    <a:pt x="2708" y="3045"/>
                  </a:lnTo>
                  <a:lnTo>
                    <a:pt x="2481" y="3368"/>
                  </a:lnTo>
                  <a:lnTo>
                    <a:pt x="2563" y="3317"/>
                  </a:lnTo>
                  <a:lnTo>
                    <a:pt x="2481" y="3658"/>
                  </a:lnTo>
                  <a:lnTo>
                    <a:pt x="2294" y="4057"/>
                  </a:lnTo>
                  <a:lnTo>
                    <a:pt x="2036" y="4327"/>
                  </a:lnTo>
                  <a:lnTo>
                    <a:pt x="1432" y="5263"/>
                  </a:lnTo>
                  <a:lnTo>
                    <a:pt x="2064" y="4343"/>
                  </a:lnTo>
                  <a:lnTo>
                    <a:pt x="2387" y="4071"/>
                  </a:lnTo>
                  <a:lnTo>
                    <a:pt x="1955" y="5117"/>
                  </a:lnTo>
                  <a:lnTo>
                    <a:pt x="1736" y="5117"/>
                  </a:lnTo>
                  <a:lnTo>
                    <a:pt x="1495" y="5242"/>
                  </a:lnTo>
                  <a:lnTo>
                    <a:pt x="1649" y="5282"/>
                  </a:lnTo>
                  <a:lnTo>
                    <a:pt x="1805" y="5189"/>
                  </a:lnTo>
                  <a:lnTo>
                    <a:pt x="2064" y="5173"/>
                  </a:lnTo>
                  <a:lnTo>
                    <a:pt x="2185" y="5139"/>
                  </a:lnTo>
                  <a:lnTo>
                    <a:pt x="2467" y="5371"/>
                  </a:lnTo>
                  <a:lnTo>
                    <a:pt x="2387" y="5588"/>
                  </a:lnTo>
                  <a:lnTo>
                    <a:pt x="2576" y="5408"/>
                  </a:lnTo>
                  <a:lnTo>
                    <a:pt x="3060" y="5443"/>
                  </a:lnTo>
                  <a:lnTo>
                    <a:pt x="3235" y="5300"/>
                  </a:lnTo>
                  <a:lnTo>
                    <a:pt x="2600" y="5228"/>
                  </a:lnTo>
                  <a:lnTo>
                    <a:pt x="2251" y="4900"/>
                  </a:lnTo>
                  <a:lnTo>
                    <a:pt x="2119" y="4850"/>
                  </a:lnTo>
                  <a:lnTo>
                    <a:pt x="2587" y="3695"/>
                  </a:lnTo>
                  <a:lnTo>
                    <a:pt x="2587" y="3513"/>
                  </a:lnTo>
                  <a:lnTo>
                    <a:pt x="2847" y="3008"/>
                  </a:lnTo>
                  <a:lnTo>
                    <a:pt x="2912" y="2738"/>
                  </a:lnTo>
                  <a:lnTo>
                    <a:pt x="3073" y="2810"/>
                  </a:lnTo>
                  <a:lnTo>
                    <a:pt x="3193" y="3065"/>
                  </a:lnTo>
                  <a:lnTo>
                    <a:pt x="3193" y="3891"/>
                  </a:lnTo>
                  <a:lnTo>
                    <a:pt x="3246" y="2810"/>
                  </a:lnTo>
                  <a:lnTo>
                    <a:pt x="3132" y="2559"/>
                  </a:lnTo>
                  <a:lnTo>
                    <a:pt x="3060" y="2522"/>
                  </a:lnTo>
                  <a:lnTo>
                    <a:pt x="3156" y="1657"/>
                  </a:lnTo>
                  <a:lnTo>
                    <a:pt x="2847" y="738"/>
                  </a:lnTo>
                  <a:lnTo>
                    <a:pt x="2156" y="108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2" name="Line 369">
              <a:extLst>
                <a:ext uri="{FF2B5EF4-FFF2-40B4-BE49-F238E27FC236}">
                  <a16:creationId xmlns:a16="http://schemas.microsoft.com/office/drawing/2014/main" id="{3C07DD47-6186-7E47-A211-92394A443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3224"/>
              <a:ext cx="1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3" name="Line 370">
              <a:extLst>
                <a:ext uri="{FF2B5EF4-FFF2-40B4-BE49-F238E27FC236}">
                  <a16:creationId xmlns:a16="http://schemas.microsoft.com/office/drawing/2014/main" id="{C0F5B778-A29E-F84D-93D1-F41C26850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3" y="3237"/>
              <a:ext cx="7" cy="4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4" name="Line 371">
              <a:extLst>
                <a:ext uri="{FF2B5EF4-FFF2-40B4-BE49-F238E27FC236}">
                  <a16:creationId xmlns:a16="http://schemas.microsoft.com/office/drawing/2014/main" id="{E28817BF-6535-6E4F-AFCB-5BFE7DCD1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9" y="3257"/>
              <a:ext cx="1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5" name="Line 372">
              <a:extLst>
                <a:ext uri="{FF2B5EF4-FFF2-40B4-BE49-F238E27FC236}">
                  <a16:creationId xmlns:a16="http://schemas.microsoft.com/office/drawing/2014/main" id="{BD2164D8-054E-A24A-9E42-CB2561C881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8" y="3273"/>
              <a:ext cx="3" cy="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6" name="Line 373">
              <a:extLst>
                <a:ext uri="{FF2B5EF4-FFF2-40B4-BE49-F238E27FC236}">
                  <a16:creationId xmlns:a16="http://schemas.microsoft.com/office/drawing/2014/main" id="{F5B971D1-896E-6E4F-81F7-2C6D13BB5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2" y="3293"/>
              <a:ext cx="9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7" name="Freeform 374">
              <a:extLst>
                <a:ext uri="{FF2B5EF4-FFF2-40B4-BE49-F238E27FC236}">
                  <a16:creationId xmlns:a16="http://schemas.microsoft.com/office/drawing/2014/main" id="{DC698D9D-8E4A-7349-914A-8F2F01CE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95"/>
              <a:ext cx="69" cy="89"/>
            </a:xfrm>
            <a:custGeom>
              <a:avLst/>
              <a:gdLst>
                <a:gd name="T0" fmla="*/ 0 w 553"/>
                <a:gd name="T1" fmla="*/ 0 h 717"/>
                <a:gd name="T2" fmla="*/ 0 w 553"/>
                <a:gd name="T3" fmla="*/ 0 h 717"/>
                <a:gd name="T4" fmla="*/ 0 w 553"/>
                <a:gd name="T5" fmla="*/ 0 h 717"/>
                <a:gd name="T6" fmla="*/ 0 w 553"/>
                <a:gd name="T7" fmla="*/ 0 h 717"/>
                <a:gd name="T8" fmla="*/ 0 w 553"/>
                <a:gd name="T9" fmla="*/ 0 h 717"/>
                <a:gd name="T10" fmla="*/ 0 w 553"/>
                <a:gd name="T11" fmla="*/ 0 h 717"/>
                <a:gd name="T12" fmla="*/ 0 w 553"/>
                <a:gd name="T13" fmla="*/ 0 h 717"/>
                <a:gd name="T14" fmla="*/ 0 w 553"/>
                <a:gd name="T15" fmla="*/ 0 h 717"/>
                <a:gd name="T16" fmla="*/ 0 w 553"/>
                <a:gd name="T17" fmla="*/ 0 h 717"/>
                <a:gd name="T18" fmla="*/ 0 w 553"/>
                <a:gd name="T19" fmla="*/ 0 h 7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53"/>
                <a:gd name="T31" fmla="*/ 0 h 717"/>
                <a:gd name="T32" fmla="*/ 553 w 553"/>
                <a:gd name="T33" fmla="*/ 717 h 7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53" h="717">
                  <a:moveTo>
                    <a:pt x="0" y="0"/>
                  </a:moveTo>
                  <a:lnTo>
                    <a:pt x="200" y="52"/>
                  </a:lnTo>
                  <a:lnTo>
                    <a:pt x="172" y="157"/>
                  </a:lnTo>
                  <a:lnTo>
                    <a:pt x="373" y="322"/>
                  </a:lnTo>
                  <a:lnTo>
                    <a:pt x="553" y="537"/>
                  </a:lnTo>
                  <a:lnTo>
                    <a:pt x="416" y="717"/>
                  </a:lnTo>
                  <a:lnTo>
                    <a:pt x="322" y="468"/>
                  </a:lnTo>
                  <a:lnTo>
                    <a:pt x="308" y="322"/>
                  </a:lnTo>
                  <a:lnTo>
                    <a:pt x="67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8" name="Freeform 375">
              <a:extLst>
                <a:ext uri="{FF2B5EF4-FFF2-40B4-BE49-F238E27FC236}">
                  <a16:creationId xmlns:a16="http://schemas.microsoft.com/office/drawing/2014/main" id="{E437286B-C670-5644-A868-58E47B0A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350"/>
              <a:ext cx="51" cy="87"/>
            </a:xfrm>
            <a:custGeom>
              <a:avLst/>
              <a:gdLst>
                <a:gd name="T0" fmla="*/ 0 w 401"/>
                <a:gd name="T1" fmla="*/ 0 h 702"/>
                <a:gd name="T2" fmla="*/ 0 w 401"/>
                <a:gd name="T3" fmla="*/ 0 h 702"/>
                <a:gd name="T4" fmla="*/ 0 w 401"/>
                <a:gd name="T5" fmla="*/ 0 h 702"/>
                <a:gd name="T6" fmla="*/ 0 w 401"/>
                <a:gd name="T7" fmla="*/ 0 h 702"/>
                <a:gd name="T8" fmla="*/ 0 w 401"/>
                <a:gd name="T9" fmla="*/ 0 h 702"/>
                <a:gd name="T10" fmla="*/ 0 w 401"/>
                <a:gd name="T11" fmla="*/ 0 h 702"/>
                <a:gd name="T12" fmla="*/ 0 w 401"/>
                <a:gd name="T13" fmla="*/ 0 h 7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1"/>
                <a:gd name="T22" fmla="*/ 0 h 702"/>
                <a:gd name="T23" fmla="*/ 401 w 401"/>
                <a:gd name="T24" fmla="*/ 702 h 70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1" h="702">
                  <a:moveTo>
                    <a:pt x="0" y="309"/>
                  </a:moveTo>
                  <a:lnTo>
                    <a:pt x="63" y="376"/>
                  </a:lnTo>
                  <a:lnTo>
                    <a:pt x="147" y="702"/>
                  </a:lnTo>
                  <a:lnTo>
                    <a:pt x="401" y="309"/>
                  </a:lnTo>
                  <a:lnTo>
                    <a:pt x="217" y="198"/>
                  </a:lnTo>
                  <a:lnTo>
                    <a:pt x="265" y="0"/>
                  </a:lnTo>
                  <a:lnTo>
                    <a:pt x="0" y="3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79" name="Freeform 376">
              <a:extLst>
                <a:ext uri="{FF2B5EF4-FFF2-40B4-BE49-F238E27FC236}">
                  <a16:creationId xmlns:a16="http://schemas.microsoft.com/office/drawing/2014/main" id="{EF2585D9-F73D-8E48-BBC0-A8D3B860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097"/>
              <a:ext cx="333" cy="202"/>
            </a:xfrm>
            <a:custGeom>
              <a:avLst/>
              <a:gdLst>
                <a:gd name="T0" fmla="*/ 0 w 2663"/>
                <a:gd name="T1" fmla="*/ 0 h 1613"/>
                <a:gd name="T2" fmla="*/ 0 w 2663"/>
                <a:gd name="T3" fmla="*/ 0 h 1613"/>
                <a:gd name="T4" fmla="*/ 0 w 2663"/>
                <a:gd name="T5" fmla="*/ 0 h 1613"/>
                <a:gd name="T6" fmla="*/ 0 w 2663"/>
                <a:gd name="T7" fmla="*/ 0 h 1613"/>
                <a:gd name="T8" fmla="*/ 0 w 2663"/>
                <a:gd name="T9" fmla="*/ 0 h 1613"/>
                <a:gd name="T10" fmla="*/ 0 w 2663"/>
                <a:gd name="T11" fmla="*/ 0 h 1613"/>
                <a:gd name="T12" fmla="*/ 0 w 2663"/>
                <a:gd name="T13" fmla="*/ 0 h 1613"/>
                <a:gd name="T14" fmla="*/ 0 w 2663"/>
                <a:gd name="T15" fmla="*/ 0 h 1613"/>
                <a:gd name="T16" fmla="*/ 0 w 2663"/>
                <a:gd name="T17" fmla="*/ 0 h 1613"/>
                <a:gd name="T18" fmla="*/ 0 w 2663"/>
                <a:gd name="T19" fmla="*/ 0 h 1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63"/>
                <a:gd name="T31" fmla="*/ 0 h 1613"/>
                <a:gd name="T32" fmla="*/ 2663 w 2663"/>
                <a:gd name="T33" fmla="*/ 1613 h 16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63" h="1613">
                  <a:moveTo>
                    <a:pt x="2663" y="0"/>
                  </a:moveTo>
                  <a:lnTo>
                    <a:pt x="0" y="1083"/>
                  </a:lnTo>
                  <a:lnTo>
                    <a:pt x="745" y="1613"/>
                  </a:lnTo>
                  <a:lnTo>
                    <a:pt x="1003" y="1216"/>
                  </a:lnTo>
                  <a:lnTo>
                    <a:pt x="1461" y="899"/>
                  </a:lnTo>
                  <a:lnTo>
                    <a:pt x="1503" y="1031"/>
                  </a:lnTo>
                  <a:lnTo>
                    <a:pt x="1777" y="633"/>
                  </a:lnTo>
                  <a:lnTo>
                    <a:pt x="2129" y="501"/>
                  </a:lnTo>
                  <a:lnTo>
                    <a:pt x="2250" y="290"/>
                  </a:lnTo>
                  <a:lnTo>
                    <a:pt x="26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0" name="Freeform 377">
              <a:extLst>
                <a:ext uri="{FF2B5EF4-FFF2-40B4-BE49-F238E27FC236}">
                  <a16:creationId xmlns:a16="http://schemas.microsoft.com/office/drawing/2014/main" id="{F02F980C-32AF-A64C-9FDF-07DC51C5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258"/>
              <a:ext cx="74" cy="205"/>
            </a:xfrm>
            <a:custGeom>
              <a:avLst/>
              <a:gdLst>
                <a:gd name="T0" fmla="*/ 0 w 592"/>
                <a:gd name="T1" fmla="*/ 0 h 1640"/>
                <a:gd name="T2" fmla="*/ 0 w 592"/>
                <a:gd name="T3" fmla="*/ 0 h 1640"/>
                <a:gd name="T4" fmla="*/ 0 w 592"/>
                <a:gd name="T5" fmla="*/ 0 h 1640"/>
                <a:gd name="T6" fmla="*/ 0 w 592"/>
                <a:gd name="T7" fmla="*/ 0 h 1640"/>
                <a:gd name="T8" fmla="*/ 0 w 592"/>
                <a:gd name="T9" fmla="*/ 0 h 1640"/>
                <a:gd name="T10" fmla="*/ 0 w 592"/>
                <a:gd name="T11" fmla="*/ 0 h 1640"/>
                <a:gd name="T12" fmla="*/ 0 w 592"/>
                <a:gd name="T13" fmla="*/ 0 h 1640"/>
                <a:gd name="T14" fmla="*/ 0 w 592"/>
                <a:gd name="T15" fmla="*/ 0 h 1640"/>
                <a:gd name="T16" fmla="*/ 0 w 592"/>
                <a:gd name="T17" fmla="*/ 0 h 1640"/>
                <a:gd name="T18" fmla="*/ 0 w 592"/>
                <a:gd name="T19" fmla="*/ 0 h 16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92"/>
                <a:gd name="T31" fmla="*/ 0 h 1640"/>
                <a:gd name="T32" fmla="*/ 592 w 592"/>
                <a:gd name="T33" fmla="*/ 1640 h 16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92" h="1640">
                  <a:moveTo>
                    <a:pt x="592" y="1640"/>
                  </a:moveTo>
                  <a:lnTo>
                    <a:pt x="355" y="1323"/>
                  </a:lnTo>
                  <a:lnTo>
                    <a:pt x="177" y="875"/>
                  </a:lnTo>
                  <a:lnTo>
                    <a:pt x="0" y="849"/>
                  </a:lnTo>
                  <a:lnTo>
                    <a:pt x="21" y="321"/>
                  </a:lnTo>
                  <a:lnTo>
                    <a:pt x="177" y="0"/>
                  </a:lnTo>
                  <a:lnTo>
                    <a:pt x="198" y="477"/>
                  </a:lnTo>
                  <a:lnTo>
                    <a:pt x="337" y="875"/>
                  </a:lnTo>
                  <a:lnTo>
                    <a:pt x="355" y="1196"/>
                  </a:lnTo>
                  <a:lnTo>
                    <a:pt x="592" y="1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1" name="Freeform 378">
              <a:extLst>
                <a:ext uri="{FF2B5EF4-FFF2-40B4-BE49-F238E27FC236}">
                  <a16:creationId xmlns:a16="http://schemas.microsoft.com/office/drawing/2014/main" id="{7983B596-6275-754F-9D84-B9A2FC9E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206"/>
              <a:ext cx="353" cy="453"/>
            </a:xfrm>
            <a:custGeom>
              <a:avLst/>
              <a:gdLst>
                <a:gd name="T0" fmla="*/ 0 w 2821"/>
                <a:gd name="T1" fmla="*/ 0 h 3624"/>
                <a:gd name="T2" fmla="*/ 0 w 2821"/>
                <a:gd name="T3" fmla="*/ 0 h 3624"/>
                <a:gd name="T4" fmla="*/ 0 w 2821"/>
                <a:gd name="T5" fmla="*/ 0 h 3624"/>
                <a:gd name="T6" fmla="*/ 0 w 2821"/>
                <a:gd name="T7" fmla="*/ 0 h 3624"/>
                <a:gd name="T8" fmla="*/ 0 w 2821"/>
                <a:gd name="T9" fmla="*/ 0 h 3624"/>
                <a:gd name="T10" fmla="*/ 0 w 2821"/>
                <a:gd name="T11" fmla="*/ 0 h 3624"/>
                <a:gd name="T12" fmla="*/ 0 w 2821"/>
                <a:gd name="T13" fmla="*/ 0 h 3624"/>
                <a:gd name="T14" fmla="*/ 0 w 2821"/>
                <a:gd name="T15" fmla="*/ 0 h 3624"/>
                <a:gd name="T16" fmla="*/ 0 w 2821"/>
                <a:gd name="T17" fmla="*/ 0 h 3624"/>
                <a:gd name="T18" fmla="*/ 0 w 2821"/>
                <a:gd name="T19" fmla="*/ 0 h 3624"/>
                <a:gd name="T20" fmla="*/ 0 w 2821"/>
                <a:gd name="T21" fmla="*/ 0 h 3624"/>
                <a:gd name="T22" fmla="*/ 0 w 2821"/>
                <a:gd name="T23" fmla="*/ 0 h 3624"/>
                <a:gd name="T24" fmla="*/ 0 w 2821"/>
                <a:gd name="T25" fmla="*/ 0 h 3624"/>
                <a:gd name="T26" fmla="*/ 0 w 2821"/>
                <a:gd name="T27" fmla="*/ 0 h 3624"/>
                <a:gd name="T28" fmla="*/ 0 w 2821"/>
                <a:gd name="T29" fmla="*/ 0 h 3624"/>
                <a:gd name="T30" fmla="*/ 0 w 2821"/>
                <a:gd name="T31" fmla="*/ 0 h 3624"/>
                <a:gd name="T32" fmla="*/ 0 w 2821"/>
                <a:gd name="T33" fmla="*/ 0 h 3624"/>
                <a:gd name="T34" fmla="*/ 0 w 2821"/>
                <a:gd name="T35" fmla="*/ 0 h 3624"/>
                <a:gd name="T36" fmla="*/ 0 w 2821"/>
                <a:gd name="T37" fmla="*/ 0 h 3624"/>
                <a:gd name="T38" fmla="*/ 0 w 2821"/>
                <a:gd name="T39" fmla="*/ 0 h 3624"/>
                <a:gd name="T40" fmla="*/ 0 w 2821"/>
                <a:gd name="T41" fmla="*/ 0 h 3624"/>
                <a:gd name="T42" fmla="*/ 0 w 2821"/>
                <a:gd name="T43" fmla="*/ 0 h 3624"/>
                <a:gd name="T44" fmla="*/ 0 w 2821"/>
                <a:gd name="T45" fmla="*/ 0 h 3624"/>
                <a:gd name="T46" fmla="*/ 0 w 2821"/>
                <a:gd name="T47" fmla="*/ 0 h 3624"/>
                <a:gd name="T48" fmla="*/ 0 w 2821"/>
                <a:gd name="T49" fmla="*/ 0 h 3624"/>
                <a:gd name="T50" fmla="*/ 0 w 2821"/>
                <a:gd name="T51" fmla="*/ 0 h 3624"/>
                <a:gd name="T52" fmla="*/ 0 w 2821"/>
                <a:gd name="T53" fmla="*/ 0 h 3624"/>
                <a:gd name="T54" fmla="*/ 0 w 2821"/>
                <a:gd name="T55" fmla="*/ 0 h 3624"/>
                <a:gd name="T56" fmla="*/ 0 w 2821"/>
                <a:gd name="T57" fmla="*/ 0 h 3624"/>
                <a:gd name="T58" fmla="*/ 0 w 2821"/>
                <a:gd name="T59" fmla="*/ 0 h 3624"/>
                <a:gd name="T60" fmla="*/ 0 w 2821"/>
                <a:gd name="T61" fmla="*/ 0 h 3624"/>
                <a:gd name="T62" fmla="*/ 0 w 2821"/>
                <a:gd name="T63" fmla="*/ 0 h 3624"/>
                <a:gd name="T64" fmla="*/ 0 w 2821"/>
                <a:gd name="T65" fmla="*/ 0 h 3624"/>
                <a:gd name="T66" fmla="*/ 0 w 2821"/>
                <a:gd name="T67" fmla="*/ 0 h 3624"/>
                <a:gd name="T68" fmla="*/ 0 w 2821"/>
                <a:gd name="T69" fmla="*/ 0 h 3624"/>
                <a:gd name="T70" fmla="*/ 0 w 2821"/>
                <a:gd name="T71" fmla="*/ 0 h 3624"/>
                <a:gd name="T72" fmla="*/ 0 w 2821"/>
                <a:gd name="T73" fmla="*/ 0 h 3624"/>
                <a:gd name="T74" fmla="*/ 0 w 2821"/>
                <a:gd name="T75" fmla="*/ 0 h 3624"/>
                <a:gd name="T76" fmla="*/ 0 w 2821"/>
                <a:gd name="T77" fmla="*/ 0 h 3624"/>
                <a:gd name="T78" fmla="*/ 0 w 2821"/>
                <a:gd name="T79" fmla="*/ 0 h 3624"/>
                <a:gd name="T80" fmla="*/ 0 w 2821"/>
                <a:gd name="T81" fmla="*/ 0 h 36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821"/>
                <a:gd name="T124" fmla="*/ 0 h 3624"/>
                <a:gd name="T125" fmla="*/ 2821 w 2821"/>
                <a:gd name="T126" fmla="*/ 3624 h 362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821" h="3624">
                  <a:moveTo>
                    <a:pt x="2626" y="1271"/>
                  </a:moveTo>
                  <a:lnTo>
                    <a:pt x="2111" y="1718"/>
                  </a:lnTo>
                  <a:lnTo>
                    <a:pt x="2093" y="1826"/>
                  </a:lnTo>
                  <a:lnTo>
                    <a:pt x="1835" y="1930"/>
                  </a:lnTo>
                  <a:lnTo>
                    <a:pt x="1736" y="2090"/>
                  </a:lnTo>
                  <a:lnTo>
                    <a:pt x="1401" y="2119"/>
                  </a:lnTo>
                  <a:lnTo>
                    <a:pt x="1362" y="2327"/>
                  </a:lnTo>
                  <a:lnTo>
                    <a:pt x="1245" y="2460"/>
                  </a:lnTo>
                  <a:lnTo>
                    <a:pt x="1143" y="2460"/>
                  </a:lnTo>
                  <a:lnTo>
                    <a:pt x="966" y="2749"/>
                  </a:lnTo>
                  <a:lnTo>
                    <a:pt x="707" y="2857"/>
                  </a:lnTo>
                  <a:lnTo>
                    <a:pt x="670" y="2986"/>
                  </a:lnTo>
                  <a:lnTo>
                    <a:pt x="373" y="3624"/>
                  </a:lnTo>
                  <a:lnTo>
                    <a:pt x="491" y="3200"/>
                  </a:lnTo>
                  <a:lnTo>
                    <a:pt x="509" y="3066"/>
                  </a:lnTo>
                  <a:lnTo>
                    <a:pt x="590" y="2800"/>
                  </a:lnTo>
                  <a:lnTo>
                    <a:pt x="373" y="2409"/>
                  </a:lnTo>
                  <a:lnTo>
                    <a:pt x="76" y="2195"/>
                  </a:lnTo>
                  <a:lnTo>
                    <a:pt x="392" y="2276"/>
                  </a:lnTo>
                  <a:lnTo>
                    <a:pt x="687" y="2488"/>
                  </a:lnTo>
                  <a:lnTo>
                    <a:pt x="415" y="2009"/>
                  </a:lnTo>
                  <a:lnTo>
                    <a:pt x="0" y="1666"/>
                  </a:lnTo>
                  <a:lnTo>
                    <a:pt x="549" y="1985"/>
                  </a:lnTo>
                  <a:lnTo>
                    <a:pt x="867" y="2433"/>
                  </a:lnTo>
                  <a:lnTo>
                    <a:pt x="846" y="2143"/>
                  </a:lnTo>
                  <a:lnTo>
                    <a:pt x="749" y="2009"/>
                  </a:lnTo>
                  <a:lnTo>
                    <a:pt x="1104" y="1774"/>
                  </a:lnTo>
                  <a:lnTo>
                    <a:pt x="1401" y="1930"/>
                  </a:lnTo>
                  <a:lnTo>
                    <a:pt x="1694" y="1930"/>
                  </a:lnTo>
                  <a:lnTo>
                    <a:pt x="1164" y="1349"/>
                  </a:lnTo>
                  <a:lnTo>
                    <a:pt x="1678" y="1510"/>
                  </a:lnTo>
                  <a:lnTo>
                    <a:pt x="2151" y="1510"/>
                  </a:lnTo>
                  <a:lnTo>
                    <a:pt x="2291" y="1405"/>
                  </a:lnTo>
                  <a:lnTo>
                    <a:pt x="1812" y="1137"/>
                  </a:lnTo>
                  <a:lnTo>
                    <a:pt x="1715" y="480"/>
                  </a:lnTo>
                  <a:lnTo>
                    <a:pt x="1876" y="847"/>
                  </a:lnTo>
                  <a:lnTo>
                    <a:pt x="2250" y="1005"/>
                  </a:lnTo>
                  <a:lnTo>
                    <a:pt x="1812" y="0"/>
                  </a:lnTo>
                  <a:lnTo>
                    <a:pt x="2485" y="1137"/>
                  </a:lnTo>
                  <a:lnTo>
                    <a:pt x="2821" y="1192"/>
                  </a:lnTo>
                  <a:lnTo>
                    <a:pt x="2626" y="1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2" name="Freeform 379">
              <a:extLst>
                <a:ext uri="{FF2B5EF4-FFF2-40B4-BE49-F238E27FC236}">
                  <a16:creationId xmlns:a16="http://schemas.microsoft.com/office/drawing/2014/main" id="{484AAEB1-618B-E949-AA13-E1DFC2C4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48"/>
              <a:ext cx="82" cy="60"/>
            </a:xfrm>
            <a:custGeom>
              <a:avLst/>
              <a:gdLst>
                <a:gd name="T0" fmla="*/ 0 w 655"/>
                <a:gd name="T1" fmla="*/ 0 h 479"/>
                <a:gd name="T2" fmla="*/ 0 w 655"/>
                <a:gd name="T3" fmla="*/ 0 h 479"/>
                <a:gd name="T4" fmla="*/ 0 w 655"/>
                <a:gd name="T5" fmla="*/ 0 h 479"/>
                <a:gd name="T6" fmla="*/ 0 w 655"/>
                <a:gd name="T7" fmla="*/ 0 h 479"/>
                <a:gd name="T8" fmla="*/ 0 w 655"/>
                <a:gd name="T9" fmla="*/ 0 h 479"/>
                <a:gd name="T10" fmla="*/ 0 w 655"/>
                <a:gd name="T11" fmla="*/ 0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55"/>
                <a:gd name="T19" fmla="*/ 0 h 479"/>
                <a:gd name="T20" fmla="*/ 655 w 655"/>
                <a:gd name="T21" fmla="*/ 479 h 4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55" h="479">
                  <a:moveTo>
                    <a:pt x="438" y="479"/>
                  </a:moveTo>
                  <a:lnTo>
                    <a:pt x="0" y="397"/>
                  </a:lnTo>
                  <a:lnTo>
                    <a:pt x="235" y="374"/>
                  </a:lnTo>
                  <a:lnTo>
                    <a:pt x="655" y="0"/>
                  </a:lnTo>
                  <a:lnTo>
                    <a:pt x="356" y="397"/>
                  </a:lnTo>
                  <a:lnTo>
                    <a:pt x="438" y="4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3" name="Freeform 380">
              <a:extLst>
                <a:ext uri="{FF2B5EF4-FFF2-40B4-BE49-F238E27FC236}">
                  <a16:creationId xmlns:a16="http://schemas.microsoft.com/office/drawing/2014/main" id="{B56E5701-81E8-D04A-B5D5-D77D8571F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071"/>
              <a:ext cx="373" cy="228"/>
            </a:xfrm>
            <a:custGeom>
              <a:avLst/>
              <a:gdLst>
                <a:gd name="T0" fmla="*/ 0 w 2984"/>
                <a:gd name="T1" fmla="*/ 0 h 1821"/>
                <a:gd name="T2" fmla="*/ 0 w 2984"/>
                <a:gd name="T3" fmla="*/ 0 h 1821"/>
                <a:gd name="T4" fmla="*/ 0 w 2984"/>
                <a:gd name="T5" fmla="*/ 0 h 1821"/>
                <a:gd name="T6" fmla="*/ 0 60000 65536"/>
                <a:gd name="T7" fmla="*/ 0 60000 65536"/>
                <a:gd name="T8" fmla="*/ 0 60000 65536"/>
                <a:gd name="T9" fmla="*/ 0 w 2984"/>
                <a:gd name="T10" fmla="*/ 0 h 1821"/>
                <a:gd name="T11" fmla="*/ 2984 w 2984"/>
                <a:gd name="T12" fmla="*/ 1821 h 18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84" h="1821">
                  <a:moveTo>
                    <a:pt x="1084" y="1821"/>
                  </a:moveTo>
                  <a:lnTo>
                    <a:pt x="0" y="1054"/>
                  </a:lnTo>
                  <a:lnTo>
                    <a:pt x="298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4" name="Line 381">
              <a:extLst>
                <a:ext uri="{FF2B5EF4-FFF2-40B4-BE49-F238E27FC236}">
                  <a16:creationId xmlns:a16="http://schemas.microsoft.com/office/drawing/2014/main" id="{D7877EA8-071C-C24A-BBC1-1CA53CA277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41" y="2822"/>
              <a:ext cx="298" cy="10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5" name="Line 382">
              <a:extLst>
                <a:ext uri="{FF2B5EF4-FFF2-40B4-BE49-F238E27FC236}">
                  <a16:creationId xmlns:a16="http://schemas.microsoft.com/office/drawing/2014/main" id="{CBC67F1C-B7AC-AD41-B947-7823E3A3D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0" y="3434"/>
              <a:ext cx="567" cy="39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6" name="Line 383">
              <a:extLst>
                <a:ext uri="{FF2B5EF4-FFF2-40B4-BE49-F238E27FC236}">
                  <a16:creationId xmlns:a16="http://schemas.microsoft.com/office/drawing/2014/main" id="{DDB6010A-F665-5E4A-BA93-A768608383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" y="3988"/>
              <a:ext cx="187" cy="1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7" name="Freeform 384">
              <a:extLst>
                <a:ext uri="{FF2B5EF4-FFF2-40B4-BE49-F238E27FC236}">
                  <a16:creationId xmlns:a16="http://schemas.microsoft.com/office/drawing/2014/main" id="{274E0340-5779-E24A-95CA-0D8A61877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388"/>
              <a:ext cx="164" cy="161"/>
            </a:xfrm>
            <a:custGeom>
              <a:avLst/>
              <a:gdLst>
                <a:gd name="T0" fmla="*/ 0 w 1307"/>
                <a:gd name="T1" fmla="*/ 0 h 1287"/>
                <a:gd name="T2" fmla="*/ 0 w 1307"/>
                <a:gd name="T3" fmla="*/ 0 h 1287"/>
                <a:gd name="T4" fmla="*/ 0 w 1307"/>
                <a:gd name="T5" fmla="*/ 0 h 1287"/>
                <a:gd name="T6" fmla="*/ 0 w 1307"/>
                <a:gd name="T7" fmla="*/ 0 h 1287"/>
                <a:gd name="T8" fmla="*/ 0 w 1307"/>
                <a:gd name="T9" fmla="*/ 0 h 1287"/>
                <a:gd name="T10" fmla="*/ 0 w 1307"/>
                <a:gd name="T11" fmla="*/ 0 h 1287"/>
                <a:gd name="T12" fmla="*/ 0 w 1307"/>
                <a:gd name="T13" fmla="*/ 0 h 1287"/>
                <a:gd name="T14" fmla="*/ 0 w 1307"/>
                <a:gd name="T15" fmla="*/ 0 h 1287"/>
                <a:gd name="T16" fmla="*/ 0 w 1307"/>
                <a:gd name="T17" fmla="*/ 0 h 1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07"/>
                <a:gd name="T28" fmla="*/ 0 h 1287"/>
                <a:gd name="T29" fmla="*/ 1307 w 1307"/>
                <a:gd name="T30" fmla="*/ 1287 h 128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07" h="1287">
                  <a:moveTo>
                    <a:pt x="0" y="369"/>
                  </a:moveTo>
                  <a:lnTo>
                    <a:pt x="1307" y="1287"/>
                  </a:lnTo>
                  <a:lnTo>
                    <a:pt x="1127" y="1000"/>
                  </a:lnTo>
                  <a:lnTo>
                    <a:pt x="1110" y="784"/>
                  </a:lnTo>
                  <a:lnTo>
                    <a:pt x="767" y="477"/>
                  </a:lnTo>
                  <a:lnTo>
                    <a:pt x="554" y="0"/>
                  </a:lnTo>
                  <a:lnTo>
                    <a:pt x="262" y="108"/>
                  </a:lnTo>
                  <a:lnTo>
                    <a:pt x="182" y="281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8" name="Freeform 385">
              <a:extLst>
                <a:ext uri="{FF2B5EF4-FFF2-40B4-BE49-F238E27FC236}">
                  <a16:creationId xmlns:a16="http://schemas.microsoft.com/office/drawing/2014/main" id="{0D6CE541-D5BF-0F47-9F3C-D22573D6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407"/>
              <a:ext cx="89" cy="183"/>
            </a:xfrm>
            <a:custGeom>
              <a:avLst/>
              <a:gdLst>
                <a:gd name="T0" fmla="*/ 0 w 716"/>
                <a:gd name="T1" fmla="*/ 0 h 1464"/>
                <a:gd name="T2" fmla="*/ 0 w 716"/>
                <a:gd name="T3" fmla="*/ 0 h 1464"/>
                <a:gd name="T4" fmla="*/ 0 w 716"/>
                <a:gd name="T5" fmla="*/ 0 h 1464"/>
                <a:gd name="T6" fmla="*/ 0 w 716"/>
                <a:gd name="T7" fmla="*/ 0 h 1464"/>
                <a:gd name="T8" fmla="*/ 0 w 716"/>
                <a:gd name="T9" fmla="*/ 0 h 14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6"/>
                <a:gd name="T16" fmla="*/ 0 h 1464"/>
                <a:gd name="T17" fmla="*/ 716 w 716"/>
                <a:gd name="T18" fmla="*/ 1464 h 14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6" h="1464">
                  <a:moveTo>
                    <a:pt x="0" y="0"/>
                  </a:moveTo>
                  <a:lnTo>
                    <a:pt x="390" y="1246"/>
                  </a:lnTo>
                  <a:lnTo>
                    <a:pt x="716" y="1464"/>
                  </a:lnTo>
                  <a:lnTo>
                    <a:pt x="259" y="7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89" name="Freeform 386">
              <a:extLst>
                <a:ext uri="{FF2B5EF4-FFF2-40B4-BE49-F238E27FC236}">
                  <a16:creationId xmlns:a16="http://schemas.microsoft.com/office/drawing/2014/main" id="{CE039BEA-5693-BB47-970F-6B48EFCD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590"/>
              <a:ext cx="64" cy="68"/>
            </a:xfrm>
            <a:custGeom>
              <a:avLst/>
              <a:gdLst>
                <a:gd name="T0" fmla="*/ 0 w 506"/>
                <a:gd name="T1" fmla="*/ 0 h 545"/>
                <a:gd name="T2" fmla="*/ 0 w 506"/>
                <a:gd name="T3" fmla="*/ 0 h 545"/>
                <a:gd name="T4" fmla="*/ 0 w 506"/>
                <a:gd name="T5" fmla="*/ 0 h 545"/>
                <a:gd name="T6" fmla="*/ 0 w 506"/>
                <a:gd name="T7" fmla="*/ 0 h 545"/>
                <a:gd name="T8" fmla="*/ 0 w 506"/>
                <a:gd name="T9" fmla="*/ 0 h 545"/>
                <a:gd name="T10" fmla="*/ 0 w 506"/>
                <a:gd name="T11" fmla="*/ 0 h 545"/>
                <a:gd name="T12" fmla="*/ 0 w 506"/>
                <a:gd name="T13" fmla="*/ 0 h 5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06"/>
                <a:gd name="T22" fmla="*/ 0 h 545"/>
                <a:gd name="T23" fmla="*/ 506 w 506"/>
                <a:gd name="T24" fmla="*/ 545 h 5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06" h="545">
                  <a:moveTo>
                    <a:pt x="506" y="545"/>
                  </a:moveTo>
                  <a:lnTo>
                    <a:pt x="409" y="371"/>
                  </a:lnTo>
                  <a:lnTo>
                    <a:pt x="375" y="239"/>
                  </a:lnTo>
                  <a:lnTo>
                    <a:pt x="0" y="0"/>
                  </a:lnTo>
                  <a:lnTo>
                    <a:pt x="179" y="176"/>
                  </a:lnTo>
                  <a:lnTo>
                    <a:pt x="211" y="347"/>
                  </a:lnTo>
                  <a:lnTo>
                    <a:pt x="506" y="5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0" name="Freeform 387">
              <a:extLst>
                <a:ext uri="{FF2B5EF4-FFF2-40B4-BE49-F238E27FC236}">
                  <a16:creationId xmlns:a16="http://schemas.microsoft.com/office/drawing/2014/main" id="{CC32B2B1-5EBD-924F-9323-B53A10CE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467"/>
              <a:ext cx="73" cy="123"/>
            </a:xfrm>
            <a:custGeom>
              <a:avLst/>
              <a:gdLst>
                <a:gd name="T0" fmla="*/ 0 w 589"/>
                <a:gd name="T1" fmla="*/ 0 h 983"/>
                <a:gd name="T2" fmla="*/ 0 w 589"/>
                <a:gd name="T3" fmla="*/ 0 h 983"/>
                <a:gd name="T4" fmla="*/ 0 w 589"/>
                <a:gd name="T5" fmla="*/ 0 h 983"/>
                <a:gd name="T6" fmla="*/ 0 60000 65536"/>
                <a:gd name="T7" fmla="*/ 0 60000 65536"/>
                <a:gd name="T8" fmla="*/ 0 60000 65536"/>
                <a:gd name="T9" fmla="*/ 0 w 589"/>
                <a:gd name="T10" fmla="*/ 0 h 983"/>
                <a:gd name="T11" fmla="*/ 589 w 589"/>
                <a:gd name="T12" fmla="*/ 983 h 9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9" h="983">
                  <a:moveTo>
                    <a:pt x="589" y="983"/>
                  </a:moveTo>
                  <a:lnTo>
                    <a:pt x="165" y="41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1" name="Line 388">
              <a:extLst>
                <a:ext uri="{FF2B5EF4-FFF2-40B4-BE49-F238E27FC236}">
                  <a16:creationId xmlns:a16="http://schemas.microsoft.com/office/drawing/2014/main" id="{CF8DCB41-E817-F74E-AB48-367239CD3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8" y="3480"/>
              <a:ext cx="26" cy="7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2" name="Freeform 389">
              <a:extLst>
                <a:ext uri="{FF2B5EF4-FFF2-40B4-BE49-F238E27FC236}">
                  <a16:creationId xmlns:a16="http://schemas.microsoft.com/office/drawing/2014/main" id="{A328A4DE-4A2E-9349-A62E-646920BE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552"/>
              <a:ext cx="251" cy="284"/>
            </a:xfrm>
            <a:custGeom>
              <a:avLst/>
              <a:gdLst>
                <a:gd name="T0" fmla="*/ 0 w 2006"/>
                <a:gd name="T1" fmla="*/ 0 h 2273"/>
                <a:gd name="T2" fmla="*/ 0 w 2006"/>
                <a:gd name="T3" fmla="*/ 0 h 2273"/>
                <a:gd name="T4" fmla="*/ 0 w 2006"/>
                <a:gd name="T5" fmla="*/ 0 h 2273"/>
                <a:gd name="T6" fmla="*/ 0 w 2006"/>
                <a:gd name="T7" fmla="*/ 0 h 2273"/>
                <a:gd name="T8" fmla="*/ 0 w 2006"/>
                <a:gd name="T9" fmla="*/ 0 h 2273"/>
                <a:gd name="T10" fmla="*/ 0 w 2006"/>
                <a:gd name="T11" fmla="*/ 0 h 2273"/>
                <a:gd name="T12" fmla="*/ 0 w 2006"/>
                <a:gd name="T13" fmla="*/ 0 h 2273"/>
                <a:gd name="T14" fmla="*/ 0 w 2006"/>
                <a:gd name="T15" fmla="*/ 0 h 2273"/>
                <a:gd name="T16" fmla="*/ 0 w 2006"/>
                <a:gd name="T17" fmla="*/ 0 h 2273"/>
                <a:gd name="T18" fmla="*/ 0 w 2006"/>
                <a:gd name="T19" fmla="*/ 0 h 2273"/>
                <a:gd name="T20" fmla="*/ 0 w 2006"/>
                <a:gd name="T21" fmla="*/ 0 h 2273"/>
                <a:gd name="T22" fmla="*/ 0 w 2006"/>
                <a:gd name="T23" fmla="*/ 0 h 2273"/>
                <a:gd name="T24" fmla="*/ 0 w 2006"/>
                <a:gd name="T25" fmla="*/ 0 h 2273"/>
                <a:gd name="T26" fmla="*/ 0 w 2006"/>
                <a:gd name="T27" fmla="*/ 0 h 2273"/>
                <a:gd name="T28" fmla="*/ 0 w 2006"/>
                <a:gd name="T29" fmla="*/ 0 h 2273"/>
                <a:gd name="T30" fmla="*/ 0 w 2006"/>
                <a:gd name="T31" fmla="*/ 0 h 2273"/>
                <a:gd name="T32" fmla="*/ 0 w 2006"/>
                <a:gd name="T33" fmla="*/ 0 h 2273"/>
                <a:gd name="T34" fmla="*/ 0 w 2006"/>
                <a:gd name="T35" fmla="*/ 0 h 2273"/>
                <a:gd name="T36" fmla="*/ 0 w 2006"/>
                <a:gd name="T37" fmla="*/ 0 h 2273"/>
                <a:gd name="T38" fmla="*/ 0 w 2006"/>
                <a:gd name="T39" fmla="*/ 0 h 2273"/>
                <a:gd name="T40" fmla="*/ 0 w 2006"/>
                <a:gd name="T41" fmla="*/ 0 h 2273"/>
                <a:gd name="T42" fmla="*/ 0 w 2006"/>
                <a:gd name="T43" fmla="*/ 0 h 2273"/>
                <a:gd name="T44" fmla="*/ 0 w 2006"/>
                <a:gd name="T45" fmla="*/ 0 h 2273"/>
                <a:gd name="T46" fmla="*/ 0 w 2006"/>
                <a:gd name="T47" fmla="*/ 0 h 2273"/>
                <a:gd name="T48" fmla="*/ 0 w 2006"/>
                <a:gd name="T49" fmla="*/ 0 h 22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06"/>
                <a:gd name="T76" fmla="*/ 0 h 2273"/>
                <a:gd name="T77" fmla="*/ 2006 w 2006"/>
                <a:gd name="T78" fmla="*/ 2273 h 227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06" h="2273">
                  <a:moveTo>
                    <a:pt x="878" y="0"/>
                  </a:moveTo>
                  <a:lnTo>
                    <a:pt x="782" y="521"/>
                  </a:lnTo>
                  <a:lnTo>
                    <a:pt x="894" y="763"/>
                  </a:lnTo>
                  <a:lnTo>
                    <a:pt x="878" y="1049"/>
                  </a:lnTo>
                  <a:lnTo>
                    <a:pt x="997" y="1266"/>
                  </a:lnTo>
                  <a:lnTo>
                    <a:pt x="1614" y="1482"/>
                  </a:lnTo>
                  <a:lnTo>
                    <a:pt x="1355" y="1528"/>
                  </a:lnTo>
                  <a:lnTo>
                    <a:pt x="487" y="1199"/>
                  </a:lnTo>
                  <a:lnTo>
                    <a:pt x="0" y="828"/>
                  </a:lnTo>
                  <a:lnTo>
                    <a:pt x="553" y="1288"/>
                  </a:lnTo>
                  <a:lnTo>
                    <a:pt x="1058" y="1549"/>
                  </a:lnTo>
                  <a:lnTo>
                    <a:pt x="878" y="1681"/>
                  </a:lnTo>
                  <a:lnTo>
                    <a:pt x="1727" y="2273"/>
                  </a:lnTo>
                  <a:lnTo>
                    <a:pt x="1874" y="2180"/>
                  </a:lnTo>
                  <a:lnTo>
                    <a:pt x="2006" y="2180"/>
                  </a:lnTo>
                  <a:lnTo>
                    <a:pt x="1775" y="1987"/>
                  </a:lnTo>
                  <a:lnTo>
                    <a:pt x="1713" y="1659"/>
                  </a:lnTo>
                  <a:lnTo>
                    <a:pt x="1727" y="1244"/>
                  </a:lnTo>
                  <a:lnTo>
                    <a:pt x="1775" y="941"/>
                  </a:lnTo>
                  <a:lnTo>
                    <a:pt x="1568" y="851"/>
                  </a:lnTo>
                  <a:lnTo>
                    <a:pt x="1208" y="567"/>
                  </a:lnTo>
                  <a:lnTo>
                    <a:pt x="1503" y="894"/>
                  </a:lnTo>
                  <a:lnTo>
                    <a:pt x="1289" y="941"/>
                  </a:lnTo>
                  <a:lnTo>
                    <a:pt x="1074" y="78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3" name="Freeform 390">
              <a:extLst>
                <a:ext uri="{FF2B5EF4-FFF2-40B4-BE49-F238E27FC236}">
                  <a16:creationId xmlns:a16="http://schemas.microsoft.com/office/drawing/2014/main" id="{AC3BE5E0-BCF1-784C-A239-3DD98709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549"/>
              <a:ext cx="200" cy="109"/>
            </a:xfrm>
            <a:custGeom>
              <a:avLst/>
              <a:gdLst>
                <a:gd name="T0" fmla="*/ 0 w 1597"/>
                <a:gd name="T1" fmla="*/ 0 h 871"/>
                <a:gd name="T2" fmla="*/ 0 w 1597"/>
                <a:gd name="T3" fmla="*/ 0 h 871"/>
                <a:gd name="T4" fmla="*/ 0 w 1597"/>
                <a:gd name="T5" fmla="*/ 0 h 871"/>
                <a:gd name="T6" fmla="*/ 0 w 1597"/>
                <a:gd name="T7" fmla="*/ 0 h 871"/>
                <a:gd name="T8" fmla="*/ 0 w 1597"/>
                <a:gd name="T9" fmla="*/ 0 h 871"/>
                <a:gd name="T10" fmla="*/ 0 w 1597"/>
                <a:gd name="T11" fmla="*/ 0 h 871"/>
                <a:gd name="T12" fmla="*/ 0 w 1597"/>
                <a:gd name="T13" fmla="*/ 0 h 871"/>
                <a:gd name="T14" fmla="*/ 0 w 1597"/>
                <a:gd name="T15" fmla="*/ 0 h 8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97"/>
                <a:gd name="T25" fmla="*/ 0 h 871"/>
                <a:gd name="T26" fmla="*/ 1597 w 1597"/>
                <a:gd name="T27" fmla="*/ 871 h 8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97" h="871">
                  <a:moveTo>
                    <a:pt x="0" y="871"/>
                  </a:moveTo>
                  <a:lnTo>
                    <a:pt x="195" y="697"/>
                  </a:lnTo>
                  <a:lnTo>
                    <a:pt x="1435" y="172"/>
                  </a:lnTo>
                  <a:lnTo>
                    <a:pt x="1597" y="0"/>
                  </a:lnTo>
                  <a:lnTo>
                    <a:pt x="1435" y="260"/>
                  </a:lnTo>
                  <a:lnTo>
                    <a:pt x="650" y="565"/>
                  </a:lnTo>
                  <a:lnTo>
                    <a:pt x="290" y="871"/>
                  </a:lnTo>
                  <a:lnTo>
                    <a:pt x="0" y="8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4" name="Line 391">
              <a:extLst>
                <a:ext uri="{FF2B5EF4-FFF2-40B4-BE49-F238E27FC236}">
                  <a16:creationId xmlns:a16="http://schemas.microsoft.com/office/drawing/2014/main" id="{69095A8D-9B6B-454A-86A8-E41650EFAF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" y="3699"/>
              <a:ext cx="36" cy="2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5" name="Line 392">
              <a:extLst>
                <a:ext uri="{FF2B5EF4-FFF2-40B4-BE49-F238E27FC236}">
                  <a16:creationId xmlns:a16="http://schemas.microsoft.com/office/drawing/2014/main" id="{A7467FD1-610D-4146-8B9A-254043E66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704"/>
              <a:ext cx="20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6" name="Line 393">
              <a:extLst>
                <a:ext uri="{FF2B5EF4-FFF2-40B4-BE49-F238E27FC236}">
                  <a16:creationId xmlns:a16="http://schemas.microsoft.com/office/drawing/2014/main" id="{F48E5F9C-CB91-0243-86F9-58AD8CBB3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9" y="3715"/>
              <a:ext cx="21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7" name="Line 394">
              <a:extLst>
                <a:ext uri="{FF2B5EF4-FFF2-40B4-BE49-F238E27FC236}">
                  <a16:creationId xmlns:a16="http://schemas.microsoft.com/office/drawing/2014/main" id="{15588931-AADB-1B4B-920B-0690A36E8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0" y="3726"/>
              <a:ext cx="20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8" name="Line 395">
              <a:extLst>
                <a:ext uri="{FF2B5EF4-FFF2-40B4-BE49-F238E27FC236}">
                  <a16:creationId xmlns:a16="http://schemas.microsoft.com/office/drawing/2014/main" id="{EF1EF197-8735-7C4A-9219-E9959473A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3742"/>
              <a:ext cx="16" cy="2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99" name="Line 396">
              <a:extLst>
                <a:ext uri="{FF2B5EF4-FFF2-40B4-BE49-F238E27FC236}">
                  <a16:creationId xmlns:a16="http://schemas.microsoft.com/office/drawing/2014/main" id="{BF48F510-2FC5-C446-A11A-60CFD2319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3759"/>
              <a:ext cx="28" cy="1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0" name="Freeform 397">
              <a:extLst>
                <a:ext uri="{FF2B5EF4-FFF2-40B4-BE49-F238E27FC236}">
                  <a16:creationId xmlns:a16="http://schemas.microsoft.com/office/drawing/2014/main" id="{87379D3C-7E4A-194B-A072-51AFC513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388"/>
              <a:ext cx="98" cy="208"/>
            </a:xfrm>
            <a:custGeom>
              <a:avLst/>
              <a:gdLst>
                <a:gd name="T0" fmla="*/ 0 w 784"/>
                <a:gd name="T1" fmla="*/ 0 h 1659"/>
                <a:gd name="T2" fmla="*/ 0 w 784"/>
                <a:gd name="T3" fmla="*/ 0 h 1659"/>
                <a:gd name="T4" fmla="*/ 0 w 784"/>
                <a:gd name="T5" fmla="*/ 0 h 1659"/>
                <a:gd name="T6" fmla="*/ 0 w 784"/>
                <a:gd name="T7" fmla="*/ 0 h 1659"/>
                <a:gd name="T8" fmla="*/ 0 w 784"/>
                <a:gd name="T9" fmla="*/ 0 h 1659"/>
                <a:gd name="T10" fmla="*/ 0 w 784"/>
                <a:gd name="T11" fmla="*/ 0 h 1659"/>
                <a:gd name="T12" fmla="*/ 0 w 784"/>
                <a:gd name="T13" fmla="*/ 0 h 1659"/>
                <a:gd name="T14" fmla="*/ 0 w 784"/>
                <a:gd name="T15" fmla="*/ 0 h 16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84"/>
                <a:gd name="T25" fmla="*/ 0 h 1659"/>
                <a:gd name="T26" fmla="*/ 784 w 784"/>
                <a:gd name="T27" fmla="*/ 1659 h 16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84" h="1659">
                  <a:moveTo>
                    <a:pt x="0" y="1659"/>
                  </a:moveTo>
                  <a:lnTo>
                    <a:pt x="130" y="1373"/>
                  </a:lnTo>
                  <a:lnTo>
                    <a:pt x="522" y="913"/>
                  </a:lnTo>
                  <a:lnTo>
                    <a:pt x="193" y="1175"/>
                  </a:lnTo>
                  <a:lnTo>
                    <a:pt x="259" y="959"/>
                  </a:lnTo>
                  <a:lnTo>
                    <a:pt x="784" y="0"/>
                  </a:lnTo>
                  <a:lnTo>
                    <a:pt x="178" y="1023"/>
                  </a:lnTo>
                  <a:lnTo>
                    <a:pt x="0" y="16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1" name="Freeform 398">
              <a:extLst>
                <a:ext uri="{FF2B5EF4-FFF2-40B4-BE49-F238E27FC236}">
                  <a16:creationId xmlns:a16="http://schemas.microsoft.com/office/drawing/2014/main" id="{115E5E77-7CA6-7841-BFBD-217D4A73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383"/>
              <a:ext cx="85" cy="400"/>
            </a:xfrm>
            <a:custGeom>
              <a:avLst/>
              <a:gdLst>
                <a:gd name="T0" fmla="*/ 0 w 685"/>
                <a:gd name="T1" fmla="*/ 0 h 3204"/>
                <a:gd name="T2" fmla="*/ 0 w 685"/>
                <a:gd name="T3" fmla="*/ 0 h 3204"/>
                <a:gd name="T4" fmla="*/ 0 w 685"/>
                <a:gd name="T5" fmla="*/ 0 h 3204"/>
                <a:gd name="T6" fmla="*/ 0 w 685"/>
                <a:gd name="T7" fmla="*/ 0 h 3204"/>
                <a:gd name="T8" fmla="*/ 0 w 685"/>
                <a:gd name="T9" fmla="*/ 0 h 3204"/>
                <a:gd name="T10" fmla="*/ 0 w 685"/>
                <a:gd name="T11" fmla="*/ 0 h 3204"/>
                <a:gd name="T12" fmla="*/ 0 w 685"/>
                <a:gd name="T13" fmla="*/ 0 h 3204"/>
                <a:gd name="T14" fmla="*/ 0 w 685"/>
                <a:gd name="T15" fmla="*/ 0 h 3204"/>
                <a:gd name="T16" fmla="*/ 0 w 685"/>
                <a:gd name="T17" fmla="*/ 0 h 3204"/>
                <a:gd name="T18" fmla="*/ 0 w 685"/>
                <a:gd name="T19" fmla="*/ 0 h 3204"/>
                <a:gd name="T20" fmla="*/ 0 w 685"/>
                <a:gd name="T21" fmla="*/ 0 h 3204"/>
                <a:gd name="T22" fmla="*/ 0 w 685"/>
                <a:gd name="T23" fmla="*/ 0 h 3204"/>
                <a:gd name="T24" fmla="*/ 0 w 685"/>
                <a:gd name="T25" fmla="*/ 0 h 3204"/>
                <a:gd name="T26" fmla="*/ 0 w 685"/>
                <a:gd name="T27" fmla="*/ 0 h 3204"/>
                <a:gd name="T28" fmla="*/ 0 w 685"/>
                <a:gd name="T29" fmla="*/ 0 h 3204"/>
                <a:gd name="T30" fmla="*/ 0 w 685"/>
                <a:gd name="T31" fmla="*/ 0 h 3204"/>
                <a:gd name="T32" fmla="*/ 0 w 685"/>
                <a:gd name="T33" fmla="*/ 0 h 3204"/>
                <a:gd name="T34" fmla="*/ 0 w 685"/>
                <a:gd name="T35" fmla="*/ 0 h 3204"/>
                <a:gd name="T36" fmla="*/ 0 w 685"/>
                <a:gd name="T37" fmla="*/ 0 h 3204"/>
                <a:gd name="T38" fmla="*/ 0 w 685"/>
                <a:gd name="T39" fmla="*/ 0 h 3204"/>
                <a:gd name="T40" fmla="*/ 0 w 685"/>
                <a:gd name="T41" fmla="*/ 0 h 3204"/>
                <a:gd name="T42" fmla="*/ 0 w 685"/>
                <a:gd name="T43" fmla="*/ 0 h 32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85"/>
                <a:gd name="T67" fmla="*/ 0 h 3204"/>
                <a:gd name="T68" fmla="*/ 685 w 685"/>
                <a:gd name="T69" fmla="*/ 3204 h 320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85" h="3204">
                  <a:moveTo>
                    <a:pt x="293" y="0"/>
                  </a:moveTo>
                  <a:lnTo>
                    <a:pt x="470" y="584"/>
                  </a:lnTo>
                  <a:lnTo>
                    <a:pt x="470" y="1241"/>
                  </a:lnTo>
                  <a:lnTo>
                    <a:pt x="553" y="1480"/>
                  </a:lnTo>
                  <a:lnTo>
                    <a:pt x="553" y="1635"/>
                  </a:lnTo>
                  <a:lnTo>
                    <a:pt x="487" y="1833"/>
                  </a:lnTo>
                  <a:lnTo>
                    <a:pt x="97" y="2356"/>
                  </a:lnTo>
                  <a:lnTo>
                    <a:pt x="0" y="2702"/>
                  </a:lnTo>
                  <a:lnTo>
                    <a:pt x="360" y="2222"/>
                  </a:lnTo>
                  <a:lnTo>
                    <a:pt x="392" y="2810"/>
                  </a:lnTo>
                  <a:lnTo>
                    <a:pt x="457" y="3204"/>
                  </a:lnTo>
                  <a:lnTo>
                    <a:pt x="470" y="2856"/>
                  </a:lnTo>
                  <a:lnTo>
                    <a:pt x="685" y="2222"/>
                  </a:lnTo>
                  <a:lnTo>
                    <a:pt x="570" y="2070"/>
                  </a:lnTo>
                  <a:lnTo>
                    <a:pt x="632" y="2202"/>
                  </a:lnTo>
                  <a:lnTo>
                    <a:pt x="470" y="2683"/>
                  </a:lnTo>
                  <a:lnTo>
                    <a:pt x="457" y="2094"/>
                  </a:lnTo>
                  <a:lnTo>
                    <a:pt x="617" y="1678"/>
                  </a:lnTo>
                  <a:lnTo>
                    <a:pt x="617" y="1524"/>
                  </a:lnTo>
                  <a:lnTo>
                    <a:pt x="518" y="1261"/>
                  </a:lnTo>
                  <a:lnTo>
                    <a:pt x="487" y="565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2" name="Line 399">
              <a:extLst>
                <a:ext uri="{FF2B5EF4-FFF2-40B4-BE49-F238E27FC236}">
                  <a16:creationId xmlns:a16="http://schemas.microsoft.com/office/drawing/2014/main" id="{C6DE678F-DA9B-ED4C-9F37-28D0EDAEB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1" y="3865"/>
              <a:ext cx="213" cy="7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3" name="Freeform 400">
              <a:extLst>
                <a:ext uri="{FF2B5EF4-FFF2-40B4-BE49-F238E27FC236}">
                  <a16:creationId xmlns:a16="http://schemas.microsoft.com/office/drawing/2014/main" id="{86EF0EE5-4E22-124D-B892-F60EFADF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930"/>
              <a:ext cx="318" cy="205"/>
            </a:xfrm>
            <a:custGeom>
              <a:avLst/>
              <a:gdLst>
                <a:gd name="T0" fmla="*/ 0 w 2545"/>
                <a:gd name="T1" fmla="*/ 0 h 1639"/>
                <a:gd name="T2" fmla="*/ 0 w 2545"/>
                <a:gd name="T3" fmla="*/ 0 h 1639"/>
                <a:gd name="T4" fmla="*/ 0 w 2545"/>
                <a:gd name="T5" fmla="*/ 0 h 1639"/>
                <a:gd name="T6" fmla="*/ 0 w 2545"/>
                <a:gd name="T7" fmla="*/ 0 h 1639"/>
                <a:gd name="T8" fmla="*/ 0 w 2545"/>
                <a:gd name="T9" fmla="*/ 0 h 1639"/>
                <a:gd name="T10" fmla="*/ 0 w 2545"/>
                <a:gd name="T11" fmla="*/ 0 h 1639"/>
                <a:gd name="T12" fmla="*/ 0 w 2545"/>
                <a:gd name="T13" fmla="*/ 0 h 1639"/>
                <a:gd name="T14" fmla="*/ 0 w 2545"/>
                <a:gd name="T15" fmla="*/ 0 h 1639"/>
                <a:gd name="T16" fmla="*/ 0 w 2545"/>
                <a:gd name="T17" fmla="*/ 0 h 1639"/>
                <a:gd name="T18" fmla="*/ 0 w 2545"/>
                <a:gd name="T19" fmla="*/ 0 h 1639"/>
                <a:gd name="T20" fmla="*/ 0 w 2545"/>
                <a:gd name="T21" fmla="*/ 0 h 1639"/>
                <a:gd name="T22" fmla="*/ 0 w 2545"/>
                <a:gd name="T23" fmla="*/ 0 h 1639"/>
                <a:gd name="T24" fmla="*/ 0 w 2545"/>
                <a:gd name="T25" fmla="*/ 0 h 1639"/>
                <a:gd name="T26" fmla="*/ 0 w 2545"/>
                <a:gd name="T27" fmla="*/ 0 h 1639"/>
                <a:gd name="T28" fmla="*/ 0 w 2545"/>
                <a:gd name="T29" fmla="*/ 0 h 1639"/>
                <a:gd name="T30" fmla="*/ 0 w 2545"/>
                <a:gd name="T31" fmla="*/ 0 h 1639"/>
                <a:gd name="T32" fmla="*/ 0 w 2545"/>
                <a:gd name="T33" fmla="*/ 0 h 16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45"/>
                <a:gd name="T52" fmla="*/ 0 h 1639"/>
                <a:gd name="T53" fmla="*/ 2545 w 2545"/>
                <a:gd name="T54" fmla="*/ 1639 h 16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45" h="1639">
                  <a:moveTo>
                    <a:pt x="0" y="1639"/>
                  </a:moveTo>
                  <a:lnTo>
                    <a:pt x="2411" y="742"/>
                  </a:lnTo>
                  <a:lnTo>
                    <a:pt x="2545" y="549"/>
                  </a:lnTo>
                  <a:lnTo>
                    <a:pt x="2186" y="349"/>
                  </a:lnTo>
                  <a:lnTo>
                    <a:pt x="2218" y="549"/>
                  </a:lnTo>
                  <a:lnTo>
                    <a:pt x="2036" y="678"/>
                  </a:lnTo>
                  <a:lnTo>
                    <a:pt x="1743" y="678"/>
                  </a:lnTo>
                  <a:lnTo>
                    <a:pt x="844" y="0"/>
                  </a:lnTo>
                  <a:lnTo>
                    <a:pt x="910" y="134"/>
                  </a:lnTo>
                  <a:lnTo>
                    <a:pt x="1338" y="549"/>
                  </a:lnTo>
                  <a:lnTo>
                    <a:pt x="1319" y="808"/>
                  </a:lnTo>
                  <a:lnTo>
                    <a:pt x="1125" y="1004"/>
                  </a:lnTo>
                  <a:lnTo>
                    <a:pt x="372" y="678"/>
                  </a:lnTo>
                  <a:lnTo>
                    <a:pt x="863" y="1004"/>
                  </a:lnTo>
                  <a:lnTo>
                    <a:pt x="602" y="1158"/>
                  </a:lnTo>
                  <a:lnTo>
                    <a:pt x="519" y="1375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4" name="Freeform 401">
              <a:extLst>
                <a:ext uri="{FF2B5EF4-FFF2-40B4-BE49-F238E27FC236}">
                  <a16:creationId xmlns:a16="http://schemas.microsoft.com/office/drawing/2014/main" id="{D2864E1A-B5B9-2A48-B58E-5AEF2111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846"/>
              <a:ext cx="190" cy="117"/>
            </a:xfrm>
            <a:custGeom>
              <a:avLst/>
              <a:gdLst>
                <a:gd name="T0" fmla="*/ 0 w 1519"/>
                <a:gd name="T1" fmla="*/ 0 h 940"/>
                <a:gd name="T2" fmla="*/ 0 w 1519"/>
                <a:gd name="T3" fmla="*/ 0 h 940"/>
                <a:gd name="T4" fmla="*/ 0 w 1519"/>
                <a:gd name="T5" fmla="*/ 0 h 940"/>
                <a:gd name="T6" fmla="*/ 0 w 1519"/>
                <a:gd name="T7" fmla="*/ 0 h 940"/>
                <a:gd name="T8" fmla="*/ 0 w 1519"/>
                <a:gd name="T9" fmla="*/ 0 h 940"/>
                <a:gd name="T10" fmla="*/ 0 w 1519"/>
                <a:gd name="T11" fmla="*/ 0 h 940"/>
                <a:gd name="T12" fmla="*/ 0 w 1519"/>
                <a:gd name="T13" fmla="*/ 0 h 940"/>
                <a:gd name="T14" fmla="*/ 0 w 1519"/>
                <a:gd name="T15" fmla="*/ 0 h 9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19"/>
                <a:gd name="T25" fmla="*/ 0 h 940"/>
                <a:gd name="T26" fmla="*/ 1519 w 1519"/>
                <a:gd name="T27" fmla="*/ 940 h 94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19" h="940">
                  <a:moveTo>
                    <a:pt x="0" y="0"/>
                  </a:moveTo>
                  <a:lnTo>
                    <a:pt x="732" y="219"/>
                  </a:lnTo>
                  <a:lnTo>
                    <a:pt x="1092" y="549"/>
                  </a:lnTo>
                  <a:lnTo>
                    <a:pt x="1288" y="852"/>
                  </a:lnTo>
                  <a:lnTo>
                    <a:pt x="1519" y="940"/>
                  </a:lnTo>
                  <a:lnTo>
                    <a:pt x="1205" y="507"/>
                  </a:lnTo>
                  <a:lnTo>
                    <a:pt x="701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5" name="Freeform 402">
              <a:extLst>
                <a:ext uri="{FF2B5EF4-FFF2-40B4-BE49-F238E27FC236}">
                  <a16:creationId xmlns:a16="http://schemas.microsoft.com/office/drawing/2014/main" id="{5693696B-9E16-5442-A9F0-2E0F3FDD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786"/>
              <a:ext cx="157" cy="46"/>
            </a:xfrm>
            <a:custGeom>
              <a:avLst/>
              <a:gdLst>
                <a:gd name="T0" fmla="*/ 0 w 1259"/>
                <a:gd name="T1" fmla="*/ 0 h 371"/>
                <a:gd name="T2" fmla="*/ 0 w 1259"/>
                <a:gd name="T3" fmla="*/ 0 h 371"/>
                <a:gd name="T4" fmla="*/ 0 w 1259"/>
                <a:gd name="T5" fmla="*/ 0 h 371"/>
                <a:gd name="T6" fmla="*/ 0 w 1259"/>
                <a:gd name="T7" fmla="*/ 0 h 371"/>
                <a:gd name="T8" fmla="*/ 0 w 1259"/>
                <a:gd name="T9" fmla="*/ 0 h 371"/>
                <a:gd name="T10" fmla="*/ 0 w 1259"/>
                <a:gd name="T11" fmla="*/ 0 h 371"/>
                <a:gd name="T12" fmla="*/ 0 w 1259"/>
                <a:gd name="T13" fmla="*/ 0 h 371"/>
                <a:gd name="T14" fmla="*/ 0 w 1259"/>
                <a:gd name="T15" fmla="*/ 0 h 371"/>
                <a:gd name="T16" fmla="*/ 0 w 1259"/>
                <a:gd name="T17" fmla="*/ 0 h 371"/>
                <a:gd name="T18" fmla="*/ 0 w 1259"/>
                <a:gd name="T19" fmla="*/ 0 h 371"/>
                <a:gd name="T20" fmla="*/ 0 w 1259"/>
                <a:gd name="T21" fmla="*/ 0 h 371"/>
                <a:gd name="T22" fmla="*/ 0 w 1259"/>
                <a:gd name="T23" fmla="*/ 0 h 371"/>
                <a:gd name="T24" fmla="*/ 0 w 1259"/>
                <a:gd name="T25" fmla="*/ 0 h 3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59"/>
                <a:gd name="T40" fmla="*/ 0 h 371"/>
                <a:gd name="T41" fmla="*/ 1259 w 1259"/>
                <a:gd name="T42" fmla="*/ 371 h 3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59" h="371">
                  <a:moveTo>
                    <a:pt x="296" y="371"/>
                  </a:moveTo>
                  <a:lnTo>
                    <a:pt x="19" y="173"/>
                  </a:lnTo>
                  <a:lnTo>
                    <a:pt x="0" y="85"/>
                  </a:lnTo>
                  <a:lnTo>
                    <a:pt x="164" y="0"/>
                  </a:lnTo>
                  <a:lnTo>
                    <a:pt x="519" y="66"/>
                  </a:lnTo>
                  <a:lnTo>
                    <a:pt x="1259" y="350"/>
                  </a:lnTo>
                  <a:lnTo>
                    <a:pt x="701" y="195"/>
                  </a:lnTo>
                  <a:lnTo>
                    <a:pt x="720" y="327"/>
                  </a:lnTo>
                  <a:lnTo>
                    <a:pt x="556" y="327"/>
                  </a:lnTo>
                  <a:lnTo>
                    <a:pt x="277" y="110"/>
                  </a:lnTo>
                  <a:lnTo>
                    <a:pt x="164" y="134"/>
                  </a:lnTo>
                  <a:lnTo>
                    <a:pt x="132" y="195"/>
                  </a:lnTo>
                  <a:lnTo>
                    <a:pt x="296" y="3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6" name="Line 403">
              <a:extLst>
                <a:ext uri="{FF2B5EF4-FFF2-40B4-BE49-F238E27FC236}">
                  <a16:creationId xmlns:a16="http://schemas.microsoft.com/office/drawing/2014/main" id="{EE4B6AC4-4494-4B4B-87F0-2C28063DE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1" y="3381"/>
              <a:ext cx="64" cy="1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7" name="Freeform 404">
              <a:extLst>
                <a:ext uri="{FF2B5EF4-FFF2-40B4-BE49-F238E27FC236}">
                  <a16:creationId xmlns:a16="http://schemas.microsoft.com/office/drawing/2014/main" id="{E4906A7F-26F2-DB42-A843-7B20231EF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35"/>
              <a:ext cx="118" cy="92"/>
            </a:xfrm>
            <a:custGeom>
              <a:avLst/>
              <a:gdLst>
                <a:gd name="T0" fmla="*/ 0 w 943"/>
                <a:gd name="T1" fmla="*/ 0 h 736"/>
                <a:gd name="T2" fmla="*/ 0 w 943"/>
                <a:gd name="T3" fmla="*/ 0 h 736"/>
                <a:gd name="T4" fmla="*/ 0 w 943"/>
                <a:gd name="T5" fmla="*/ 0 h 736"/>
                <a:gd name="T6" fmla="*/ 0 w 943"/>
                <a:gd name="T7" fmla="*/ 0 h 736"/>
                <a:gd name="T8" fmla="*/ 0 w 943"/>
                <a:gd name="T9" fmla="*/ 0 h 7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3"/>
                <a:gd name="T16" fmla="*/ 0 h 736"/>
                <a:gd name="T17" fmla="*/ 943 w 943"/>
                <a:gd name="T18" fmla="*/ 736 h 7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3" h="736">
                  <a:moveTo>
                    <a:pt x="943" y="736"/>
                  </a:moveTo>
                  <a:lnTo>
                    <a:pt x="846" y="551"/>
                  </a:lnTo>
                  <a:lnTo>
                    <a:pt x="510" y="341"/>
                  </a:lnTo>
                  <a:lnTo>
                    <a:pt x="101" y="20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8" name="Freeform 405">
              <a:extLst>
                <a:ext uri="{FF2B5EF4-FFF2-40B4-BE49-F238E27FC236}">
                  <a16:creationId xmlns:a16="http://schemas.microsoft.com/office/drawing/2014/main" id="{364358EF-1FBC-E24F-9C64-6D15E449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191"/>
              <a:ext cx="101" cy="144"/>
            </a:xfrm>
            <a:custGeom>
              <a:avLst/>
              <a:gdLst>
                <a:gd name="T0" fmla="*/ 0 w 809"/>
                <a:gd name="T1" fmla="*/ 0 h 1157"/>
                <a:gd name="T2" fmla="*/ 0 w 809"/>
                <a:gd name="T3" fmla="*/ 0 h 1157"/>
                <a:gd name="T4" fmla="*/ 0 w 809"/>
                <a:gd name="T5" fmla="*/ 0 h 1157"/>
                <a:gd name="T6" fmla="*/ 0 w 809"/>
                <a:gd name="T7" fmla="*/ 0 h 1157"/>
                <a:gd name="T8" fmla="*/ 0 w 809"/>
                <a:gd name="T9" fmla="*/ 0 h 1157"/>
                <a:gd name="T10" fmla="*/ 0 w 809"/>
                <a:gd name="T11" fmla="*/ 0 h 1157"/>
                <a:gd name="T12" fmla="*/ 0 w 809"/>
                <a:gd name="T13" fmla="*/ 0 h 1157"/>
                <a:gd name="T14" fmla="*/ 0 w 809"/>
                <a:gd name="T15" fmla="*/ 0 h 1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9"/>
                <a:gd name="T25" fmla="*/ 0 h 1157"/>
                <a:gd name="T26" fmla="*/ 809 w 809"/>
                <a:gd name="T27" fmla="*/ 1157 h 115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9" h="1157">
                  <a:moveTo>
                    <a:pt x="0" y="1157"/>
                  </a:moveTo>
                  <a:lnTo>
                    <a:pt x="334" y="500"/>
                  </a:lnTo>
                  <a:lnTo>
                    <a:pt x="809" y="0"/>
                  </a:lnTo>
                  <a:lnTo>
                    <a:pt x="765" y="104"/>
                  </a:lnTo>
                  <a:lnTo>
                    <a:pt x="648" y="235"/>
                  </a:lnTo>
                  <a:lnTo>
                    <a:pt x="627" y="422"/>
                  </a:lnTo>
                  <a:lnTo>
                    <a:pt x="357" y="659"/>
                  </a:lnTo>
                  <a:lnTo>
                    <a:pt x="0" y="1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09" name="Freeform 406">
              <a:extLst>
                <a:ext uri="{FF2B5EF4-FFF2-40B4-BE49-F238E27FC236}">
                  <a16:creationId xmlns:a16="http://schemas.microsoft.com/office/drawing/2014/main" id="{359D6ABF-8FCC-E24C-8604-D074B09D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83"/>
              <a:ext cx="302" cy="262"/>
            </a:xfrm>
            <a:custGeom>
              <a:avLst/>
              <a:gdLst>
                <a:gd name="T0" fmla="*/ 0 w 2414"/>
                <a:gd name="T1" fmla="*/ 0 h 2098"/>
                <a:gd name="T2" fmla="*/ 0 w 2414"/>
                <a:gd name="T3" fmla="*/ 0 h 2098"/>
                <a:gd name="T4" fmla="*/ 0 w 2414"/>
                <a:gd name="T5" fmla="*/ 0 h 2098"/>
                <a:gd name="T6" fmla="*/ 0 w 2414"/>
                <a:gd name="T7" fmla="*/ 0 h 2098"/>
                <a:gd name="T8" fmla="*/ 0 w 2414"/>
                <a:gd name="T9" fmla="*/ 0 h 2098"/>
                <a:gd name="T10" fmla="*/ 0 w 2414"/>
                <a:gd name="T11" fmla="*/ 0 h 2098"/>
                <a:gd name="T12" fmla="*/ 0 w 2414"/>
                <a:gd name="T13" fmla="*/ 0 h 2098"/>
                <a:gd name="T14" fmla="*/ 0 w 2414"/>
                <a:gd name="T15" fmla="*/ 0 h 2098"/>
                <a:gd name="T16" fmla="*/ 0 w 2414"/>
                <a:gd name="T17" fmla="*/ 0 h 2098"/>
                <a:gd name="T18" fmla="*/ 0 w 2414"/>
                <a:gd name="T19" fmla="*/ 0 h 2098"/>
                <a:gd name="T20" fmla="*/ 0 w 2414"/>
                <a:gd name="T21" fmla="*/ 0 h 2098"/>
                <a:gd name="T22" fmla="*/ 0 w 2414"/>
                <a:gd name="T23" fmla="*/ 0 h 2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14"/>
                <a:gd name="T37" fmla="*/ 0 h 2098"/>
                <a:gd name="T38" fmla="*/ 2414 w 2414"/>
                <a:gd name="T39" fmla="*/ 2098 h 209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14" h="2098">
                  <a:moveTo>
                    <a:pt x="0" y="0"/>
                  </a:moveTo>
                  <a:lnTo>
                    <a:pt x="922" y="446"/>
                  </a:lnTo>
                  <a:lnTo>
                    <a:pt x="1865" y="1813"/>
                  </a:lnTo>
                  <a:lnTo>
                    <a:pt x="1845" y="1653"/>
                  </a:lnTo>
                  <a:lnTo>
                    <a:pt x="1219" y="681"/>
                  </a:lnTo>
                  <a:lnTo>
                    <a:pt x="1750" y="998"/>
                  </a:lnTo>
                  <a:lnTo>
                    <a:pt x="2024" y="1365"/>
                  </a:lnTo>
                  <a:lnTo>
                    <a:pt x="2414" y="2098"/>
                  </a:lnTo>
                  <a:lnTo>
                    <a:pt x="1922" y="1074"/>
                  </a:lnTo>
                  <a:lnTo>
                    <a:pt x="1593" y="761"/>
                  </a:lnTo>
                  <a:lnTo>
                    <a:pt x="984" y="3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0" name="Freeform 407">
              <a:extLst>
                <a:ext uri="{FF2B5EF4-FFF2-40B4-BE49-F238E27FC236}">
                  <a16:creationId xmlns:a16="http://schemas.microsoft.com/office/drawing/2014/main" id="{31A27CA5-3B32-F74A-80F3-C90794D2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171"/>
              <a:ext cx="446" cy="908"/>
            </a:xfrm>
            <a:custGeom>
              <a:avLst/>
              <a:gdLst>
                <a:gd name="T0" fmla="*/ 0 w 3571"/>
                <a:gd name="T1" fmla="*/ 0 h 7262"/>
                <a:gd name="T2" fmla="*/ 0 w 3571"/>
                <a:gd name="T3" fmla="*/ 0 h 7262"/>
                <a:gd name="T4" fmla="*/ 0 w 3571"/>
                <a:gd name="T5" fmla="*/ 0 h 7262"/>
                <a:gd name="T6" fmla="*/ 0 w 3571"/>
                <a:gd name="T7" fmla="*/ 0 h 7262"/>
                <a:gd name="T8" fmla="*/ 0 w 3571"/>
                <a:gd name="T9" fmla="*/ 0 h 7262"/>
                <a:gd name="T10" fmla="*/ 0 w 3571"/>
                <a:gd name="T11" fmla="*/ 0 h 7262"/>
                <a:gd name="T12" fmla="*/ 0 w 3571"/>
                <a:gd name="T13" fmla="*/ 0 h 7262"/>
                <a:gd name="T14" fmla="*/ 0 w 3571"/>
                <a:gd name="T15" fmla="*/ 0 h 7262"/>
                <a:gd name="T16" fmla="*/ 0 w 3571"/>
                <a:gd name="T17" fmla="*/ 0 h 7262"/>
                <a:gd name="T18" fmla="*/ 0 w 3571"/>
                <a:gd name="T19" fmla="*/ 0 h 7262"/>
                <a:gd name="T20" fmla="*/ 0 w 3571"/>
                <a:gd name="T21" fmla="*/ 0 h 7262"/>
                <a:gd name="T22" fmla="*/ 0 w 3571"/>
                <a:gd name="T23" fmla="*/ 0 h 7262"/>
                <a:gd name="T24" fmla="*/ 0 w 3571"/>
                <a:gd name="T25" fmla="*/ 0 h 7262"/>
                <a:gd name="T26" fmla="*/ 0 w 3571"/>
                <a:gd name="T27" fmla="*/ 0 h 7262"/>
                <a:gd name="T28" fmla="*/ 0 w 3571"/>
                <a:gd name="T29" fmla="*/ 0 h 7262"/>
                <a:gd name="T30" fmla="*/ 0 w 3571"/>
                <a:gd name="T31" fmla="*/ 0 h 7262"/>
                <a:gd name="T32" fmla="*/ 0 w 3571"/>
                <a:gd name="T33" fmla="*/ 0 h 7262"/>
                <a:gd name="T34" fmla="*/ 0 w 3571"/>
                <a:gd name="T35" fmla="*/ 0 h 7262"/>
                <a:gd name="T36" fmla="*/ 0 w 3571"/>
                <a:gd name="T37" fmla="*/ 0 h 7262"/>
                <a:gd name="T38" fmla="*/ 0 w 3571"/>
                <a:gd name="T39" fmla="*/ 0 h 7262"/>
                <a:gd name="T40" fmla="*/ 0 w 3571"/>
                <a:gd name="T41" fmla="*/ 0 h 7262"/>
                <a:gd name="T42" fmla="*/ 0 w 3571"/>
                <a:gd name="T43" fmla="*/ 0 h 7262"/>
                <a:gd name="T44" fmla="*/ 0 w 3571"/>
                <a:gd name="T45" fmla="*/ 0 h 7262"/>
                <a:gd name="T46" fmla="*/ 0 w 3571"/>
                <a:gd name="T47" fmla="*/ 0 h 7262"/>
                <a:gd name="T48" fmla="*/ 0 w 3571"/>
                <a:gd name="T49" fmla="*/ 0 h 7262"/>
                <a:gd name="T50" fmla="*/ 0 w 3571"/>
                <a:gd name="T51" fmla="*/ 0 h 7262"/>
                <a:gd name="T52" fmla="*/ 0 w 3571"/>
                <a:gd name="T53" fmla="*/ 0 h 7262"/>
                <a:gd name="T54" fmla="*/ 0 w 3571"/>
                <a:gd name="T55" fmla="*/ 0 h 7262"/>
                <a:gd name="T56" fmla="*/ 0 w 3571"/>
                <a:gd name="T57" fmla="*/ 0 h 72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571"/>
                <a:gd name="T88" fmla="*/ 0 h 7262"/>
                <a:gd name="T89" fmla="*/ 3571 w 3571"/>
                <a:gd name="T90" fmla="*/ 7262 h 72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571" h="7262">
                  <a:moveTo>
                    <a:pt x="528" y="235"/>
                  </a:moveTo>
                  <a:lnTo>
                    <a:pt x="1451" y="630"/>
                  </a:lnTo>
                  <a:lnTo>
                    <a:pt x="2451" y="1233"/>
                  </a:lnTo>
                  <a:lnTo>
                    <a:pt x="3216" y="1835"/>
                  </a:lnTo>
                  <a:lnTo>
                    <a:pt x="3394" y="2072"/>
                  </a:lnTo>
                  <a:lnTo>
                    <a:pt x="3431" y="2361"/>
                  </a:lnTo>
                  <a:lnTo>
                    <a:pt x="3374" y="2965"/>
                  </a:lnTo>
                  <a:lnTo>
                    <a:pt x="3101" y="4329"/>
                  </a:lnTo>
                  <a:lnTo>
                    <a:pt x="1512" y="5902"/>
                  </a:lnTo>
                  <a:lnTo>
                    <a:pt x="1844" y="6166"/>
                  </a:lnTo>
                  <a:lnTo>
                    <a:pt x="2805" y="5272"/>
                  </a:lnTo>
                  <a:lnTo>
                    <a:pt x="2434" y="6453"/>
                  </a:lnTo>
                  <a:lnTo>
                    <a:pt x="2257" y="6660"/>
                  </a:lnTo>
                  <a:lnTo>
                    <a:pt x="1825" y="7006"/>
                  </a:lnTo>
                  <a:lnTo>
                    <a:pt x="2178" y="7262"/>
                  </a:lnTo>
                  <a:lnTo>
                    <a:pt x="2667" y="6688"/>
                  </a:lnTo>
                  <a:lnTo>
                    <a:pt x="2767" y="6480"/>
                  </a:lnTo>
                  <a:lnTo>
                    <a:pt x="3571" y="4300"/>
                  </a:lnTo>
                  <a:lnTo>
                    <a:pt x="3534" y="4249"/>
                  </a:lnTo>
                  <a:lnTo>
                    <a:pt x="3295" y="4171"/>
                  </a:lnTo>
                  <a:lnTo>
                    <a:pt x="3571" y="2386"/>
                  </a:lnTo>
                  <a:lnTo>
                    <a:pt x="3571" y="2151"/>
                  </a:lnTo>
                  <a:lnTo>
                    <a:pt x="3475" y="1916"/>
                  </a:lnTo>
                  <a:lnTo>
                    <a:pt x="2861" y="1418"/>
                  </a:lnTo>
                  <a:lnTo>
                    <a:pt x="1904" y="786"/>
                  </a:lnTo>
                  <a:lnTo>
                    <a:pt x="1137" y="390"/>
                  </a:lnTo>
                  <a:lnTo>
                    <a:pt x="429" y="127"/>
                  </a:lnTo>
                  <a:lnTo>
                    <a:pt x="0" y="0"/>
                  </a:lnTo>
                  <a:lnTo>
                    <a:pt x="528" y="2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1" name="Freeform 408">
              <a:extLst>
                <a:ext uri="{FF2B5EF4-FFF2-40B4-BE49-F238E27FC236}">
                  <a16:creationId xmlns:a16="http://schemas.microsoft.com/office/drawing/2014/main" id="{EF5BCFD3-3286-2B4B-AC5E-34A50C3F8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693"/>
              <a:ext cx="91" cy="337"/>
            </a:xfrm>
            <a:custGeom>
              <a:avLst/>
              <a:gdLst>
                <a:gd name="T0" fmla="*/ 0 w 729"/>
                <a:gd name="T1" fmla="*/ 0 h 2702"/>
                <a:gd name="T2" fmla="*/ 0 w 729"/>
                <a:gd name="T3" fmla="*/ 0 h 2702"/>
                <a:gd name="T4" fmla="*/ 0 w 729"/>
                <a:gd name="T5" fmla="*/ 0 h 2702"/>
                <a:gd name="T6" fmla="*/ 0 w 729"/>
                <a:gd name="T7" fmla="*/ 0 h 2702"/>
                <a:gd name="T8" fmla="*/ 0 w 729"/>
                <a:gd name="T9" fmla="*/ 0 h 2702"/>
                <a:gd name="T10" fmla="*/ 0 w 729"/>
                <a:gd name="T11" fmla="*/ 0 h 2702"/>
                <a:gd name="T12" fmla="*/ 0 w 729"/>
                <a:gd name="T13" fmla="*/ 0 h 2702"/>
                <a:gd name="T14" fmla="*/ 0 w 729"/>
                <a:gd name="T15" fmla="*/ 0 h 2702"/>
                <a:gd name="T16" fmla="*/ 0 w 729"/>
                <a:gd name="T17" fmla="*/ 0 h 2702"/>
                <a:gd name="T18" fmla="*/ 0 w 729"/>
                <a:gd name="T19" fmla="*/ 0 h 2702"/>
                <a:gd name="T20" fmla="*/ 0 w 729"/>
                <a:gd name="T21" fmla="*/ 0 h 2702"/>
                <a:gd name="T22" fmla="*/ 0 w 729"/>
                <a:gd name="T23" fmla="*/ 0 h 2702"/>
                <a:gd name="T24" fmla="*/ 0 w 729"/>
                <a:gd name="T25" fmla="*/ 0 h 2702"/>
                <a:gd name="T26" fmla="*/ 0 w 729"/>
                <a:gd name="T27" fmla="*/ 0 h 2702"/>
                <a:gd name="T28" fmla="*/ 0 w 729"/>
                <a:gd name="T29" fmla="*/ 0 h 2702"/>
                <a:gd name="T30" fmla="*/ 0 w 729"/>
                <a:gd name="T31" fmla="*/ 0 h 2702"/>
                <a:gd name="T32" fmla="*/ 0 w 729"/>
                <a:gd name="T33" fmla="*/ 0 h 2702"/>
                <a:gd name="T34" fmla="*/ 0 w 729"/>
                <a:gd name="T35" fmla="*/ 0 h 2702"/>
                <a:gd name="T36" fmla="*/ 0 w 729"/>
                <a:gd name="T37" fmla="*/ 0 h 2702"/>
                <a:gd name="T38" fmla="*/ 0 w 729"/>
                <a:gd name="T39" fmla="*/ 0 h 2702"/>
                <a:gd name="T40" fmla="*/ 0 w 729"/>
                <a:gd name="T41" fmla="*/ 0 h 2702"/>
                <a:gd name="T42" fmla="*/ 0 w 729"/>
                <a:gd name="T43" fmla="*/ 0 h 2702"/>
                <a:gd name="T44" fmla="*/ 0 w 729"/>
                <a:gd name="T45" fmla="*/ 0 h 27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29"/>
                <a:gd name="T70" fmla="*/ 0 h 2702"/>
                <a:gd name="T71" fmla="*/ 729 w 729"/>
                <a:gd name="T72" fmla="*/ 2702 h 270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29" h="2702">
                  <a:moveTo>
                    <a:pt x="613" y="2702"/>
                  </a:moveTo>
                  <a:lnTo>
                    <a:pt x="650" y="2362"/>
                  </a:lnTo>
                  <a:lnTo>
                    <a:pt x="691" y="2282"/>
                  </a:lnTo>
                  <a:lnTo>
                    <a:pt x="729" y="2175"/>
                  </a:lnTo>
                  <a:lnTo>
                    <a:pt x="415" y="1913"/>
                  </a:lnTo>
                  <a:lnTo>
                    <a:pt x="531" y="1680"/>
                  </a:lnTo>
                  <a:lnTo>
                    <a:pt x="452" y="998"/>
                  </a:lnTo>
                  <a:lnTo>
                    <a:pt x="394" y="760"/>
                  </a:lnTo>
                  <a:lnTo>
                    <a:pt x="630" y="470"/>
                  </a:lnTo>
                  <a:lnTo>
                    <a:pt x="630" y="313"/>
                  </a:lnTo>
                  <a:lnTo>
                    <a:pt x="509" y="0"/>
                  </a:lnTo>
                  <a:lnTo>
                    <a:pt x="613" y="313"/>
                  </a:lnTo>
                  <a:lnTo>
                    <a:pt x="551" y="470"/>
                  </a:lnTo>
                  <a:lnTo>
                    <a:pt x="295" y="813"/>
                  </a:lnTo>
                  <a:lnTo>
                    <a:pt x="217" y="1182"/>
                  </a:lnTo>
                  <a:lnTo>
                    <a:pt x="0" y="1153"/>
                  </a:lnTo>
                  <a:lnTo>
                    <a:pt x="102" y="1364"/>
                  </a:lnTo>
                  <a:lnTo>
                    <a:pt x="0" y="1810"/>
                  </a:lnTo>
                  <a:lnTo>
                    <a:pt x="39" y="2151"/>
                  </a:lnTo>
                  <a:lnTo>
                    <a:pt x="239" y="1628"/>
                  </a:lnTo>
                  <a:lnTo>
                    <a:pt x="199" y="2074"/>
                  </a:lnTo>
                  <a:lnTo>
                    <a:pt x="140" y="2362"/>
                  </a:lnTo>
                  <a:lnTo>
                    <a:pt x="613" y="27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2" name="Freeform 409">
              <a:extLst>
                <a:ext uri="{FF2B5EF4-FFF2-40B4-BE49-F238E27FC236}">
                  <a16:creationId xmlns:a16="http://schemas.microsoft.com/office/drawing/2014/main" id="{F95119E5-A1AB-374E-922B-395687D59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765"/>
              <a:ext cx="111" cy="76"/>
            </a:xfrm>
            <a:custGeom>
              <a:avLst/>
              <a:gdLst>
                <a:gd name="T0" fmla="*/ 0 w 886"/>
                <a:gd name="T1" fmla="*/ 0 h 606"/>
                <a:gd name="T2" fmla="*/ 0 w 886"/>
                <a:gd name="T3" fmla="*/ 0 h 606"/>
                <a:gd name="T4" fmla="*/ 0 w 886"/>
                <a:gd name="T5" fmla="*/ 0 h 606"/>
                <a:gd name="T6" fmla="*/ 0 w 886"/>
                <a:gd name="T7" fmla="*/ 0 h 606"/>
                <a:gd name="T8" fmla="*/ 0 w 88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6"/>
                <a:gd name="T16" fmla="*/ 0 h 606"/>
                <a:gd name="T17" fmla="*/ 886 w 88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6" h="606">
                  <a:moveTo>
                    <a:pt x="0" y="133"/>
                  </a:moveTo>
                  <a:lnTo>
                    <a:pt x="765" y="606"/>
                  </a:lnTo>
                  <a:lnTo>
                    <a:pt x="886" y="474"/>
                  </a:lnTo>
                  <a:lnTo>
                    <a:pt x="99" y="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3" name="Freeform 410">
              <a:extLst>
                <a:ext uri="{FF2B5EF4-FFF2-40B4-BE49-F238E27FC236}">
                  <a16:creationId xmlns:a16="http://schemas.microsoft.com/office/drawing/2014/main" id="{E7F71FA1-5C39-7B44-B787-72EA877A2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527"/>
              <a:ext cx="22" cy="90"/>
            </a:xfrm>
            <a:custGeom>
              <a:avLst/>
              <a:gdLst>
                <a:gd name="T0" fmla="*/ 0 w 174"/>
                <a:gd name="T1" fmla="*/ 0 h 726"/>
                <a:gd name="T2" fmla="*/ 0 w 174"/>
                <a:gd name="T3" fmla="*/ 0 h 726"/>
                <a:gd name="T4" fmla="*/ 0 w 174"/>
                <a:gd name="T5" fmla="*/ 0 h 726"/>
                <a:gd name="T6" fmla="*/ 0 w 174"/>
                <a:gd name="T7" fmla="*/ 0 h 7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4"/>
                <a:gd name="T13" fmla="*/ 0 h 726"/>
                <a:gd name="T14" fmla="*/ 174 w 174"/>
                <a:gd name="T15" fmla="*/ 726 h 7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4" h="726">
                  <a:moveTo>
                    <a:pt x="174" y="0"/>
                  </a:moveTo>
                  <a:lnTo>
                    <a:pt x="89" y="504"/>
                  </a:lnTo>
                  <a:lnTo>
                    <a:pt x="0" y="726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4" name="Freeform 411">
              <a:extLst>
                <a:ext uri="{FF2B5EF4-FFF2-40B4-BE49-F238E27FC236}">
                  <a16:creationId xmlns:a16="http://schemas.microsoft.com/office/drawing/2014/main" id="{4ADB7DB7-44C0-D946-B258-FA198559B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615"/>
              <a:ext cx="183" cy="356"/>
            </a:xfrm>
            <a:custGeom>
              <a:avLst/>
              <a:gdLst>
                <a:gd name="T0" fmla="*/ 0 w 1466"/>
                <a:gd name="T1" fmla="*/ 0 h 2849"/>
                <a:gd name="T2" fmla="*/ 0 w 1466"/>
                <a:gd name="T3" fmla="*/ 0 h 2849"/>
                <a:gd name="T4" fmla="*/ 0 w 1466"/>
                <a:gd name="T5" fmla="*/ 0 h 2849"/>
                <a:gd name="T6" fmla="*/ 0 w 1466"/>
                <a:gd name="T7" fmla="*/ 0 h 2849"/>
                <a:gd name="T8" fmla="*/ 0 w 1466"/>
                <a:gd name="T9" fmla="*/ 0 h 2849"/>
                <a:gd name="T10" fmla="*/ 0 w 1466"/>
                <a:gd name="T11" fmla="*/ 0 h 2849"/>
                <a:gd name="T12" fmla="*/ 0 w 1466"/>
                <a:gd name="T13" fmla="*/ 0 h 2849"/>
                <a:gd name="T14" fmla="*/ 0 w 1466"/>
                <a:gd name="T15" fmla="*/ 0 h 2849"/>
                <a:gd name="T16" fmla="*/ 0 w 1466"/>
                <a:gd name="T17" fmla="*/ 0 h 2849"/>
                <a:gd name="T18" fmla="*/ 0 w 1466"/>
                <a:gd name="T19" fmla="*/ 0 h 2849"/>
                <a:gd name="T20" fmla="*/ 0 w 1466"/>
                <a:gd name="T21" fmla="*/ 0 h 2849"/>
                <a:gd name="T22" fmla="*/ 0 w 1466"/>
                <a:gd name="T23" fmla="*/ 0 h 2849"/>
                <a:gd name="T24" fmla="*/ 0 w 1466"/>
                <a:gd name="T25" fmla="*/ 0 h 2849"/>
                <a:gd name="T26" fmla="*/ 0 w 1466"/>
                <a:gd name="T27" fmla="*/ 0 h 2849"/>
                <a:gd name="T28" fmla="*/ 0 w 1466"/>
                <a:gd name="T29" fmla="*/ 0 h 2849"/>
                <a:gd name="T30" fmla="*/ 0 w 1466"/>
                <a:gd name="T31" fmla="*/ 0 h 2849"/>
                <a:gd name="T32" fmla="*/ 0 w 1466"/>
                <a:gd name="T33" fmla="*/ 0 h 2849"/>
                <a:gd name="T34" fmla="*/ 0 w 1466"/>
                <a:gd name="T35" fmla="*/ 0 h 2849"/>
                <a:gd name="T36" fmla="*/ 0 w 1466"/>
                <a:gd name="T37" fmla="*/ 0 h 2849"/>
                <a:gd name="T38" fmla="*/ 0 w 1466"/>
                <a:gd name="T39" fmla="*/ 0 h 2849"/>
                <a:gd name="T40" fmla="*/ 0 w 1466"/>
                <a:gd name="T41" fmla="*/ 0 h 2849"/>
                <a:gd name="T42" fmla="*/ 0 w 1466"/>
                <a:gd name="T43" fmla="*/ 0 h 28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66"/>
                <a:gd name="T67" fmla="*/ 0 h 2849"/>
                <a:gd name="T68" fmla="*/ 1466 w 1466"/>
                <a:gd name="T69" fmla="*/ 2849 h 28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66" h="2849">
                  <a:moveTo>
                    <a:pt x="0" y="506"/>
                  </a:moveTo>
                  <a:lnTo>
                    <a:pt x="301" y="183"/>
                  </a:lnTo>
                  <a:lnTo>
                    <a:pt x="725" y="0"/>
                  </a:lnTo>
                  <a:lnTo>
                    <a:pt x="1273" y="161"/>
                  </a:lnTo>
                  <a:lnTo>
                    <a:pt x="1466" y="486"/>
                  </a:lnTo>
                  <a:lnTo>
                    <a:pt x="1466" y="750"/>
                  </a:lnTo>
                  <a:lnTo>
                    <a:pt x="1285" y="1312"/>
                  </a:lnTo>
                  <a:lnTo>
                    <a:pt x="1433" y="1978"/>
                  </a:lnTo>
                  <a:lnTo>
                    <a:pt x="1423" y="2082"/>
                  </a:lnTo>
                  <a:lnTo>
                    <a:pt x="1255" y="2464"/>
                  </a:lnTo>
                  <a:lnTo>
                    <a:pt x="1211" y="2706"/>
                  </a:lnTo>
                  <a:lnTo>
                    <a:pt x="1149" y="2849"/>
                  </a:lnTo>
                  <a:lnTo>
                    <a:pt x="1211" y="2647"/>
                  </a:lnTo>
                  <a:lnTo>
                    <a:pt x="1255" y="2444"/>
                  </a:lnTo>
                  <a:lnTo>
                    <a:pt x="1391" y="2003"/>
                  </a:lnTo>
                  <a:lnTo>
                    <a:pt x="1225" y="1312"/>
                  </a:lnTo>
                  <a:lnTo>
                    <a:pt x="1239" y="1068"/>
                  </a:lnTo>
                  <a:lnTo>
                    <a:pt x="1423" y="627"/>
                  </a:lnTo>
                  <a:lnTo>
                    <a:pt x="1239" y="203"/>
                  </a:lnTo>
                  <a:lnTo>
                    <a:pt x="787" y="62"/>
                  </a:lnTo>
                  <a:lnTo>
                    <a:pt x="317" y="223"/>
                  </a:lnTo>
                  <a:lnTo>
                    <a:pt x="0" y="5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5" name="Freeform 412">
              <a:extLst>
                <a:ext uri="{FF2B5EF4-FFF2-40B4-BE49-F238E27FC236}">
                  <a16:creationId xmlns:a16="http://schemas.microsoft.com/office/drawing/2014/main" id="{13852EE5-1177-A04A-B700-9DE99802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643"/>
              <a:ext cx="47" cy="207"/>
            </a:xfrm>
            <a:custGeom>
              <a:avLst/>
              <a:gdLst>
                <a:gd name="T0" fmla="*/ 0 w 378"/>
                <a:gd name="T1" fmla="*/ 0 h 1656"/>
                <a:gd name="T2" fmla="*/ 0 w 378"/>
                <a:gd name="T3" fmla="*/ 0 h 1656"/>
                <a:gd name="T4" fmla="*/ 0 w 378"/>
                <a:gd name="T5" fmla="*/ 0 h 1656"/>
                <a:gd name="T6" fmla="*/ 0 w 378"/>
                <a:gd name="T7" fmla="*/ 0 h 1656"/>
                <a:gd name="T8" fmla="*/ 0 w 378"/>
                <a:gd name="T9" fmla="*/ 0 h 1656"/>
                <a:gd name="T10" fmla="*/ 0 w 378"/>
                <a:gd name="T11" fmla="*/ 0 h 1656"/>
                <a:gd name="T12" fmla="*/ 0 w 378"/>
                <a:gd name="T13" fmla="*/ 0 h 1656"/>
                <a:gd name="T14" fmla="*/ 0 w 378"/>
                <a:gd name="T15" fmla="*/ 0 h 16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8"/>
                <a:gd name="T25" fmla="*/ 0 h 1656"/>
                <a:gd name="T26" fmla="*/ 378 w 378"/>
                <a:gd name="T27" fmla="*/ 1656 h 16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8" h="1656">
                  <a:moveTo>
                    <a:pt x="270" y="98"/>
                  </a:moveTo>
                  <a:lnTo>
                    <a:pt x="342" y="969"/>
                  </a:lnTo>
                  <a:lnTo>
                    <a:pt x="327" y="1133"/>
                  </a:lnTo>
                  <a:lnTo>
                    <a:pt x="0" y="1656"/>
                  </a:lnTo>
                  <a:lnTo>
                    <a:pt x="327" y="1174"/>
                  </a:lnTo>
                  <a:lnTo>
                    <a:pt x="378" y="988"/>
                  </a:lnTo>
                  <a:lnTo>
                    <a:pt x="342" y="0"/>
                  </a:lnTo>
                  <a:lnTo>
                    <a:pt x="27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6" name="Freeform 413">
              <a:extLst>
                <a:ext uri="{FF2B5EF4-FFF2-40B4-BE49-F238E27FC236}">
                  <a16:creationId xmlns:a16="http://schemas.microsoft.com/office/drawing/2014/main" id="{C1E506B7-560E-CA44-98F2-761D1E68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839"/>
              <a:ext cx="104" cy="157"/>
            </a:xfrm>
            <a:custGeom>
              <a:avLst/>
              <a:gdLst>
                <a:gd name="T0" fmla="*/ 0 w 830"/>
                <a:gd name="T1" fmla="*/ 0 h 1254"/>
                <a:gd name="T2" fmla="*/ 0 w 830"/>
                <a:gd name="T3" fmla="*/ 0 h 1254"/>
                <a:gd name="T4" fmla="*/ 0 w 830"/>
                <a:gd name="T5" fmla="*/ 0 h 1254"/>
                <a:gd name="T6" fmla="*/ 0 w 830"/>
                <a:gd name="T7" fmla="*/ 0 h 1254"/>
                <a:gd name="T8" fmla="*/ 0 w 830"/>
                <a:gd name="T9" fmla="*/ 0 h 1254"/>
                <a:gd name="T10" fmla="*/ 0 w 830"/>
                <a:gd name="T11" fmla="*/ 0 h 1254"/>
                <a:gd name="T12" fmla="*/ 0 w 830"/>
                <a:gd name="T13" fmla="*/ 0 h 1254"/>
                <a:gd name="T14" fmla="*/ 0 w 830"/>
                <a:gd name="T15" fmla="*/ 0 h 1254"/>
                <a:gd name="T16" fmla="*/ 0 w 830"/>
                <a:gd name="T17" fmla="*/ 0 h 1254"/>
                <a:gd name="T18" fmla="*/ 0 w 830"/>
                <a:gd name="T19" fmla="*/ 0 h 1254"/>
                <a:gd name="T20" fmla="*/ 0 w 830"/>
                <a:gd name="T21" fmla="*/ 0 h 1254"/>
                <a:gd name="T22" fmla="*/ 0 w 830"/>
                <a:gd name="T23" fmla="*/ 0 h 1254"/>
                <a:gd name="T24" fmla="*/ 0 w 830"/>
                <a:gd name="T25" fmla="*/ 0 h 1254"/>
                <a:gd name="T26" fmla="*/ 0 w 830"/>
                <a:gd name="T27" fmla="*/ 0 h 1254"/>
                <a:gd name="T28" fmla="*/ 0 w 830"/>
                <a:gd name="T29" fmla="*/ 0 h 1254"/>
                <a:gd name="T30" fmla="*/ 0 w 830"/>
                <a:gd name="T31" fmla="*/ 0 h 1254"/>
                <a:gd name="T32" fmla="*/ 0 w 830"/>
                <a:gd name="T33" fmla="*/ 0 h 1254"/>
                <a:gd name="T34" fmla="*/ 0 w 830"/>
                <a:gd name="T35" fmla="*/ 0 h 1254"/>
                <a:gd name="T36" fmla="*/ 0 w 830"/>
                <a:gd name="T37" fmla="*/ 0 h 12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30"/>
                <a:gd name="T58" fmla="*/ 0 h 1254"/>
                <a:gd name="T59" fmla="*/ 830 w 830"/>
                <a:gd name="T60" fmla="*/ 1254 h 12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30" h="1254">
                  <a:moveTo>
                    <a:pt x="164" y="0"/>
                  </a:moveTo>
                  <a:lnTo>
                    <a:pt x="213" y="263"/>
                  </a:lnTo>
                  <a:lnTo>
                    <a:pt x="213" y="789"/>
                  </a:lnTo>
                  <a:lnTo>
                    <a:pt x="272" y="813"/>
                  </a:lnTo>
                  <a:lnTo>
                    <a:pt x="334" y="747"/>
                  </a:lnTo>
                  <a:lnTo>
                    <a:pt x="348" y="304"/>
                  </a:lnTo>
                  <a:lnTo>
                    <a:pt x="391" y="690"/>
                  </a:lnTo>
                  <a:lnTo>
                    <a:pt x="494" y="668"/>
                  </a:lnTo>
                  <a:lnTo>
                    <a:pt x="602" y="789"/>
                  </a:lnTo>
                  <a:lnTo>
                    <a:pt x="830" y="1254"/>
                  </a:lnTo>
                  <a:lnTo>
                    <a:pt x="723" y="1254"/>
                  </a:lnTo>
                  <a:lnTo>
                    <a:pt x="646" y="1215"/>
                  </a:lnTo>
                  <a:lnTo>
                    <a:pt x="484" y="1009"/>
                  </a:lnTo>
                  <a:lnTo>
                    <a:pt x="152" y="813"/>
                  </a:lnTo>
                  <a:lnTo>
                    <a:pt x="120" y="648"/>
                  </a:lnTo>
                  <a:lnTo>
                    <a:pt x="90" y="385"/>
                  </a:lnTo>
                  <a:lnTo>
                    <a:pt x="13" y="385"/>
                  </a:lnTo>
                  <a:lnTo>
                    <a:pt x="0" y="263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7" name="Freeform 414">
              <a:extLst>
                <a:ext uri="{FF2B5EF4-FFF2-40B4-BE49-F238E27FC236}">
                  <a16:creationId xmlns:a16="http://schemas.microsoft.com/office/drawing/2014/main" id="{975FA289-8691-CE42-97FA-59921DE8C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872"/>
              <a:ext cx="21" cy="54"/>
            </a:xfrm>
            <a:custGeom>
              <a:avLst/>
              <a:gdLst>
                <a:gd name="T0" fmla="*/ 0 w 164"/>
                <a:gd name="T1" fmla="*/ 0 h 427"/>
                <a:gd name="T2" fmla="*/ 0 w 164"/>
                <a:gd name="T3" fmla="*/ 0 h 427"/>
                <a:gd name="T4" fmla="*/ 0 w 164"/>
                <a:gd name="T5" fmla="*/ 0 h 427"/>
                <a:gd name="T6" fmla="*/ 0 60000 65536"/>
                <a:gd name="T7" fmla="*/ 0 60000 65536"/>
                <a:gd name="T8" fmla="*/ 0 60000 65536"/>
                <a:gd name="T9" fmla="*/ 0 w 164"/>
                <a:gd name="T10" fmla="*/ 0 h 427"/>
                <a:gd name="T11" fmla="*/ 164 w 164"/>
                <a:gd name="T12" fmla="*/ 427 h 4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4" h="427">
                  <a:moveTo>
                    <a:pt x="0" y="0"/>
                  </a:moveTo>
                  <a:lnTo>
                    <a:pt x="46" y="284"/>
                  </a:lnTo>
                  <a:lnTo>
                    <a:pt x="164" y="42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8" name="Freeform 415">
              <a:extLst>
                <a:ext uri="{FF2B5EF4-FFF2-40B4-BE49-F238E27FC236}">
                  <a16:creationId xmlns:a16="http://schemas.microsoft.com/office/drawing/2014/main" id="{7C1B4965-038F-AD47-A685-318F0CAB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832"/>
              <a:ext cx="57" cy="202"/>
            </a:xfrm>
            <a:custGeom>
              <a:avLst/>
              <a:gdLst>
                <a:gd name="T0" fmla="*/ 0 w 455"/>
                <a:gd name="T1" fmla="*/ 0 h 1616"/>
                <a:gd name="T2" fmla="*/ 0 w 455"/>
                <a:gd name="T3" fmla="*/ 0 h 1616"/>
                <a:gd name="T4" fmla="*/ 0 w 455"/>
                <a:gd name="T5" fmla="*/ 0 h 1616"/>
                <a:gd name="T6" fmla="*/ 0 w 455"/>
                <a:gd name="T7" fmla="*/ 0 h 1616"/>
                <a:gd name="T8" fmla="*/ 0 w 455"/>
                <a:gd name="T9" fmla="*/ 0 h 1616"/>
                <a:gd name="T10" fmla="*/ 0 w 455"/>
                <a:gd name="T11" fmla="*/ 0 h 1616"/>
                <a:gd name="T12" fmla="*/ 0 w 455"/>
                <a:gd name="T13" fmla="*/ 0 h 1616"/>
                <a:gd name="T14" fmla="*/ 0 w 455"/>
                <a:gd name="T15" fmla="*/ 0 h 1616"/>
                <a:gd name="T16" fmla="*/ 0 w 455"/>
                <a:gd name="T17" fmla="*/ 0 h 1616"/>
                <a:gd name="T18" fmla="*/ 0 w 455"/>
                <a:gd name="T19" fmla="*/ 0 h 1616"/>
                <a:gd name="T20" fmla="*/ 0 w 455"/>
                <a:gd name="T21" fmla="*/ 0 h 1616"/>
                <a:gd name="T22" fmla="*/ 0 w 455"/>
                <a:gd name="T23" fmla="*/ 0 h 1616"/>
                <a:gd name="T24" fmla="*/ 0 w 455"/>
                <a:gd name="T25" fmla="*/ 0 h 1616"/>
                <a:gd name="T26" fmla="*/ 0 w 455"/>
                <a:gd name="T27" fmla="*/ 0 h 16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55"/>
                <a:gd name="T43" fmla="*/ 0 h 1616"/>
                <a:gd name="T44" fmla="*/ 455 w 455"/>
                <a:gd name="T45" fmla="*/ 1616 h 16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55" h="1616">
                  <a:moveTo>
                    <a:pt x="35" y="21"/>
                  </a:moveTo>
                  <a:lnTo>
                    <a:pt x="0" y="689"/>
                  </a:lnTo>
                  <a:lnTo>
                    <a:pt x="123" y="1275"/>
                  </a:lnTo>
                  <a:lnTo>
                    <a:pt x="316" y="1616"/>
                  </a:lnTo>
                  <a:lnTo>
                    <a:pt x="406" y="1616"/>
                  </a:lnTo>
                  <a:lnTo>
                    <a:pt x="455" y="1517"/>
                  </a:lnTo>
                  <a:lnTo>
                    <a:pt x="363" y="1275"/>
                  </a:lnTo>
                  <a:lnTo>
                    <a:pt x="363" y="1093"/>
                  </a:lnTo>
                  <a:lnTo>
                    <a:pt x="347" y="970"/>
                  </a:lnTo>
                  <a:lnTo>
                    <a:pt x="336" y="669"/>
                  </a:lnTo>
                  <a:lnTo>
                    <a:pt x="211" y="284"/>
                  </a:lnTo>
                  <a:lnTo>
                    <a:pt x="149" y="40"/>
                  </a:lnTo>
                  <a:lnTo>
                    <a:pt x="107" y="0"/>
                  </a:lnTo>
                  <a:lnTo>
                    <a:pt x="35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19" name="Freeform 416">
              <a:extLst>
                <a:ext uri="{FF2B5EF4-FFF2-40B4-BE49-F238E27FC236}">
                  <a16:creationId xmlns:a16="http://schemas.microsoft.com/office/drawing/2014/main" id="{162EF8A2-99F2-F44F-A822-CB4A375DA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839"/>
              <a:ext cx="641" cy="450"/>
            </a:xfrm>
            <a:custGeom>
              <a:avLst/>
              <a:gdLst>
                <a:gd name="T0" fmla="*/ 0 w 5129"/>
                <a:gd name="T1" fmla="*/ 0 h 3597"/>
                <a:gd name="T2" fmla="*/ 0 w 5129"/>
                <a:gd name="T3" fmla="*/ 0 h 3597"/>
                <a:gd name="T4" fmla="*/ 0 w 5129"/>
                <a:gd name="T5" fmla="*/ 0 h 3597"/>
                <a:gd name="T6" fmla="*/ 0 w 5129"/>
                <a:gd name="T7" fmla="*/ 0 h 3597"/>
                <a:gd name="T8" fmla="*/ 0 w 5129"/>
                <a:gd name="T9" fmla="*/ 0 h 3597"/>
                <a:gd name="T10" fmla="*/ 0 w 5129"/>
                <a:gd name="T11" fmla="*/ 0 h 3597"/>
                <a:gd name="T12" fmla="*/ 0 w 5129"/>
                <a:gd name="T13" fmla="*/ 0 h 3597"/>
                <a:gd name="T14" fmla="*/ 0 w 5129"/>
                <a:gd name="T15" fmla="*/ 0 h 3597"/>
                <a:gd name="T16" fmla="*/ 0 w 5129"/>
                <a:gd name="T17" fmla="*/ 0 h 3597"/>
                <a:gd name="T18" fmla="*/ 0 w 5129"/>
                <a:gd name="T19" fmla="*/ 0 h 3597"/>
                <a:gd name="T20" fmla="*/ 0 w 5129"/>
                <a:gd name="T21" fmla="*/ 0 h 3597"/>
                <a:gd name="T22" fmla="*/ 0 w 5129"/>
                <a:gd name="T23" fmla="*/ 0 h 3597"/>
                <a:gd name="T24" fmla="*/ 0 w 5129"/>
                <a:gd name="T25" fmla="*/ 0 h 3597"/>
                <a:gd name="T26" fmla="*/ 0 w 5129"/>
                <a:gd name="T27" fmla="*/ 0 h 3597"/>
                <a:gd name="T28" fmla="*/ 0 w 5129"/>
                <a:gd name="T29" fmla="*/ 0 h 3597"/>
                <a:gd name="T30" fmla="*/ 0 w 5129"/>
                <a:gd name="T31" fmla="*/ 0 h 3597"/>
                <a:gd name="T32" fmla="*/ 0 w 5129"/>
                <a:gd name="T33" fmla="*/ 0 h 3597"/>
                <a:gd name="T34" fmla="*/ 0 w 5129"/>
                <a:gd name="T35" fmla="*/ 0 h 3597"/>
                <a:gd name="T36" fmla="*/ 0 w 5129"/>
                <a:gd name="T37" fmla="*/ 0 h 3597"/>
                <a:gd name="T38" fmla="*/ 0 w 5129"/>
                <a:gd name="T39" fmla="*/ 0 h 3597"/>
                <a:gd name="T40" fmla="*/ 0 w 5129"/>
                <a:gd name="T41" fmla="*/ 0 h 3597"/>
                <a:gd name="T42" fmla="*/ 0 w 5129"/>
                <a:gd name="T43" fmla="*/ 0 h 3597"/>
                <a:gd name="T44" fmla="*/ 0 w 5129"/>
                <a:gd name="T45" fmla="*/ 0 h 3597"/>
                <a:gd name="T46" fmla="*/ 0 w 5129"/>
                <a:gd name="T47" fmla="*/ 0 h 3597"/>
                <a:gd name="T48" fmla="*/ 0 w 5129"/>
                <a:gd name="T49" fmla="*/ 0 h 3597"/>
                <a:gd name="T50" fmla="*/ 0 w 5129"/>
                <a:gd name="T51" fmla="*/ 0 h 3597"/>
                <a:gd name="T52" fmla="*/ 0 w 5129"/>
                <a:gd name="T53" fmla="*/ 0 h 3597"/>
                <a:gd name="T54" fmla="*/ 0 w 5129"/>
                <a:gd name="T55" fmla="*/ 0 h 35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129"/>
                <a:gd name="T85" fmla="*/ 0 h 3597"/>
                <a:gd name="T86" fmla="*/ 5129 w 5129"/>
                <a:gd name="T87" fmla="*/ 3597 h 359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129" h="3597">
                  <a:moveTo>
                    <a:pt x="132" y="0"/>
                  </a:moveTo>
                  <a:lnTo>
                    <a:pt x="60" y="304"/>
                  </a:lnTo>
                  <a:lnTo>
                    <a:pt x="0" y="789"/>
                  </a:lnTo>
                  <a:lnTo>
                    <a:pt x="90" y="1233"/>
                  </a:lnTo>
                  <a:lnTo>
                    <a:pt x="90" y="1457"/>
                  </a:lnTo>
                  <a:lnTo>
                    <a:pt x="29" y="1536"/>
                  </a:lnTo>
                  <a:lnTo>
                    <a:pt x="168" y="1519"/>
                  </a:lnTo>
                  <a:lnTo>
                    <a:pt x="2038" y="2323"/>
                  </a:lnTo>
                  <a:lnTo>
                    <a:pt x="2038" y="2441"/>
                  </a:lnTo>
                  <a:lnTo>
                    <a:pt x="2125" y="2465"/>
                  </a:lnTo>
                  <a:lnTo>
                    <a:pt x="2218" y="2465"/>
                  </a:lnTo>
                  <a:lnTo>
                    <a:pt x="2294" y="2423"/>
                  </a:lnTo>
                  <a:lnTo>
                    <a:pt x="2321" y="2607"/>
                  </a:lnTo>
                  <a:lnTo>
                    <a:pt x="2433" y="2628"/>
                  </a:lnTo>
                  <a:lnTo>
                    <a:pt x="2580" y="2566"/>
                  </a:lnTo>
                  <a:lnTo>
                    <a:pt x="2820" y="2668"/>
                  </a:lnTo>
                  <a:lnTo>
                    <a:pt x="2820" y="2707"/>
                  </a:lnTo>
                  <a:lnTo>
                    <a:pt x="2866" y="2729"/>
                  </a:lnTo>
                  <a:lnTo>
                    <a:pt x="2971" y="2729"/>
                  </a:lnTo>
                  <a:lnTo>
                    <a:pt x="4977" y="3597"/>
                  </a:lnTo>
                  <a:lnTo>
                    <a:pt x="5129" y="3331"/>
                  </a:lnTo>
                  <a:lnTo>
                    <a:pt x="5129" y="3230"/>
                  </a:lnTo>
                  <a:lnTo>
                    <a:pt x="4952" y="3497"/>
                  </a:lnTo>
                  <a:lnTo>
                    <a:pt x="132" y="1415"/>
                  </a:lnTo>
                  <a:lnTo>
                    <a:pt x="132" y="1254"/>
                  </a:lnTo>
                  <a:lnTo>
                    <a:pt x="29" y="789"/>
                  </a:lnTo>
                  <a:lnTo>
                    <a:pt x="73" y="30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0" name="Freeform 417">
              <a:extLst>
                <a:ext uri="{FF2B5EF4-FFF2-40B4-BE49-F238E27FC236}">
                  <a16:creationId xmlns:a16="http://schemas.microsoft.com/office/drawing/2014/main" id="{BBB8133D-D63A-6840-9905-C82C85D2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953"/>
              <a:ext cx="136" cy="197"/>
            </a:xfrm>
            <a:custGeom>
              <a:avLst/>
              <a:gdLst>
                <a:gd name="T0" fmla="*/ 0 w 1086"/>
                <a:gd name="T1" fmla="*/ 0 h 1573"/>
                <a:gd name="T2" fmla="*/ 0 w 1086"/>
                <a:gd name="T3" fmla="*/ 0 h 1573"/>
                <a:gd name="T4" fmla="*/ 0 w 1086"/>
                <a:gd name="T5" fmla="*/ 0 h 1573"/>
                <a:gd name="T6" fmla="*/ 0 w 1086"/>
                <a:gd name="T7" fmla="*/ 0 h 1573"/>
                <a:gd name="T8" fmla="*/ 0 w 1086"/>
                <a:gd name="T9" fmla="*/ 0 h 1573"/>
                <a:gd name="T10" fmla="*/ 0 w 1086"/>
                <a:gd name="T11" fmla="*/ 0 h 1573"/>
                <a:gd name="T12" fmla="*/ 0 w 1086"/>
                <a:gd name="T13" fmla="*/ 0 h 1573"/>
                <a:gd name="T14" fmla="*/ 0 w 1086"/>
                <a:gd name="T15" fmla="*/ 0 h 1573"/>
                <a:gd name="T16" fmla="*/ 0 w 1086"/>
                <a:gd name="T17" fmla="*/ 0 h 1573"/>
                <a:gd name="T18" fmla="*/ 0 w 1086"/>
                <a:gd name="T19" fmla="*/ 0 h 1573"/>
                <a:gd name="T20" fmla="*/ 0 w 1086"/>
                <a:gd name="T21" fmla="*/ 0 h 1573"/>
                <a:gd name="T22" fmla="*/ 0 w 1086"/>
                <a:gd name="T23" fmla="*/ 0 h 1573"/>
                <a:gd name="T24" fmla="*/ 0 w 1086"/>
                <a:gd name="T25" fmla="*/ 0 h 1573"/>
                <a:gd name="T26" fmla="*/ 0 w 1086"/>
                <a:gd name="T27" fmla="*/ 0 h 1573"/>
                <a:gd name="T28" fmla="*/ 0 w 1086"/>
                <a:gd name="T29" fmla="*/ 0 h 1573"/>
                <a:gd name="T30" fmla="*/ 0 w 1086"/>
                <a:gd name="T31" fmla="*/ 0 h 1573"/>
                <a:gd name="T32" fmla="*/ 0 w 1086"/>
                <a:gd name="T33" fmla="*/ 0 h 1573"/>
                <a:gd name="T34" fmla="*/ 0 w 1086"/>
                <a:gd name="T35" fmla="*/ 0 h 1573"/>
                <a:gd name="T36" fmla="*/ 0 w 1086"/>
                <a:gd name="T37" fmla="*/ 0 h 1573"/>
                <a:gd name="T38" fmla="*/ 0 w 1086"/>
                <a:gd name="T39" fmla="*/ 0 h 1573"/>
                <a:gd name="T40" fmla="*/ 0 w 1086"/>
                <a:gd name="T41" fmla="*/ 0 h 15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86"/>
                <a:gd name="T64" fmla="*/ 0 h 1573"/>
                <a:gd name="T65" fmla="*/ 1086 w 1086"/>
                <a:gd name="T66" fmla="*/ 1573 h 15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86" h="1573">
                  <a:moveTo>
                    <a:pt x="0" y="1174"/>
                  </a:moveTo>
                  <a:lnTo>
                    <a:pt x="240" y="427"/>
                  </a:lnTo>
                  <a:lnTo>
                    <a:pt x="950" y="0"/>
                  </a:lnTo>
                  <a:lnTo>
                    <a:pt x="260" y="443"/>
                  </a:lnTo>
                  <a:lnTo>
                    <a:pt x="286" y="522"/>
                  </a:lnTo>
                  <a:lnTo>
                    <a:pt x="372" y="563"/>
                  </a:lnTo>
                  <a:lnTo>
                    <a:pt x="992" y="323"/>
                  </a:lnTo>
                  <a:lnTo>
                    <a:pt x="873" y="466"/>
                  </a:lnTo>
                  <a:lnTo>
                    <a:pt x="332" y="667"/>
                  </a:lnTo>
                  <a:lnTo>
                    <a:pt x="332" y="789"/>
                  </a:lnTo>
                  <a:lnTo>
                    <a:pt x="436" y="909"/>
                  </a:lnTo>
                  <a:lnTo>
                    <a:pt x="588" y="909"/>
                  </a:lnTo>
                  <a:lnTo>
                    <a:pt x="1086" y="749"/>
                  </a:lnTo>
                  <a:lnTo>
                    <a:pt x="572" y="971"/>
                  </a:lnTo>
                  <a:lnTo>
                    <a:pt x="572" y="1089"/>
                  </a:lnTo>
                  <a:lnTo>
                    <a:pt x="680" y="1213"/>
                  </a:lnTo>
                  <a:lnTo>
                    <a:pt x="696" y="1312"/>
                  </a:lnTo>
                  <a:lnTo>
                    <a:pt x="618" y="1573"/>
                  </a:lnTo>
                  <a:lnTo>
                    <a:pt x="43" y="1354"/>
                  </a:lnTo>
                  <a:lnTo>
                    <a:pt x="58" y="1230"/>
                  </a:lnTo>
                  <a:lnTo>
                    <a:pt x="0" y="1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1" name="Freeform 418">
              <a:extLst>
                <a:ext uri="{FF2B5EF4-FFF2-40B4-BE49-F238E27FC236}">
                  <a16:creationId xmlns:a16="http://schemas.microsoft.com/office/drawing/2014/main" id="{3CA17C00-096C-4F44-8F98-FAF64C35A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4079"/>
              <a:ext cx="128" cy="99"/>
            </a:xfrm>
            <a:custGeom>
              <a:avLst/>
              <a:gdLst>
                <a:gd name="T0" fmla="*/ 0 w 1026"/>
                <a:gd name="T1" fmla="*/ 0 h 789"/>
                <a:gd name="T2" fmla="*/ 0 w 1026"/>
                <a:gd name="T3" fmla="*/ 0 h 789"/>
                <a:gd name="T4" fmla="*/ 0 w 1026"/>
                <a:gd name="T5" fmla="*/ 0 h 789"/>
                <a:gd name="T6" fmla="*/ 0 w 1026"/>
                <a:gd name="T7" fmla="*/ 0 h 789"/>
                <a:gd name="T8" fmla="*/ 0 w 1026"/>
                <a:gd name="T9" fmla="*/ 0 h 789"/>
                <a:gd name="T10" fmla="*/ 0 w 1026"/>
                <a:gd name="T11" fmla="*/ 0 h 789"/>
                <a:gd name="T12" fmla="*/ 0 w 1026"/>
                <a:gd name="T13" fmla="*/ 0 h 789"/>
                <a:gd name="T14" fmla="*/ 0 w 1026"/>
                <a:gd name="T15" fmla="*/ 0 h 789"/>
                <a:gd name="T16" fmla="*/ 0 w 1026"/>
                <a:gd name="T17" fmla="*/ 0 h 789"/>
                <a:gd name="T18" fmla="*/ 0 w 1026"/>
                <a:gd name="T19" fmla="*/ 0 h 789"/>
                <a:gd name="T20" fmla="*/ 0 w 1026"/>
                <a:gd name="T21" fmla="*/ 0 h 789"/>
                <a:gd name="T22" fmla="*/ 0 w 1026"/>
                <a:gd name="T23" fmla="*/ 0 h 789"/>
                <a:gd name="T24" fmla="*/ 0 w 1026"/>
                <a:gd name="T25" fmla="*/ 0 h 789"/>
                <a:gd name="T26" fmla="*/ 0 w 1026"/>
                <a:gd name="T27" fmla="*/ 0 h 789"/>
                <a:gd name="T28" fmla="*/ 0 w 1026"/>
                <a:gd name="T29" fmla="*/ 0 h 789"/>
                <a:gd name="T30" fmla="*/ 0 w 1026"/>
                <a:gd name="T31" fmla="*/ 0 h 789"/>
                <a:gd name="T32" fmla="*/ 0 w 1026"/>
                <a:gd name="T33" fmla="*/ 0 h 789"/>
                <a:gd name="T34" fmla="*/ 0 w 1026"/>
                <a:gd name="T35" fmla="*/ 0 h 7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26"/>
                <a:gd name="T55" fmla="*/ 0 h 789"/>
                <a:gd name="T56" fmla="*/ 1026 w 1026"/>
                <a:gd name="T57" fmla="*/ 789 h 78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26" h="789">
                  <a:moveTo>
                    <a:pt x="0" y="590"/>
                  </a:moveTo>
                  <a:lnTo>
                    <a:pt x="420" y="183"/>
                  </a:lnTo>
                  <a:lnTo>
                    <a:pt x="664" y="104"/>
                  </a:lnTo>
                  <a:lnTo>
                    <a:pt x="622" y="166"/>
                  </a:lnTo>
                  <a:lnTo>
                    <a:pt x="301" y="466"/>
                  </a:lnTo>
                  <a:lnTo>
                    <a:pt x="200" y="689"/>
                  </a:lnTo>
                  <a:lnTo>
                    <a:pt x="409" y="789"/>
                  </a:lnTo>
                  <a:lnTo>
                    <a:pt x="622" y="772"/>
                  </a:lnTo>
                  <a:lnTo>
                    <a:pt x="1026" y="466"/>
                  </a:lnTo>
                  <a:lnTo>
                    <a:pt x="679" y="648"/>
                  </a:lnTo>
                  <a:lnTo>
                    <a:pt x="528" y="648"/>
                  </a:lnTo>
                  <a:lnTo>
                    <a:pt x="468" y="590"/>
                  </a:lnTo>
                  <a:lnTo>
                    <a:pt x="438" y="445"/>
                  </a:lnTo>
                  <a:lnTo>
                    <a:pt x="800" y="42"/>
                  </a:lnTo>
                  <a:lnTo>
                    <a:pt x="772" y="0"/>
                  </a:lnTo>
                  <a:lnTo>
                    <a:pt x="378" y="166"/>
                  </a:lnTo>
                  <a:lnTo>
                    <a:pt x="240" y="244"/>
                  </a:lnTo>
                  <a:lnTo>
                    <a:pt x="0" y="5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2" name="Line 419">
              <a:extLst>
                <a:ext uri="{FF2B5EF4-FFF2-40B4-BE49-F238E27FC236}">
                  <a16:creationId xmlns:a16="http://schemas.microsoft.com/office/drawing/2014/main" id="{0F46E110-A26E-844F-BF43-A5D16C17D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2" y="3976"/>
              <a:ext cx="239" cy="10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3" name="Line 420">
              <a:extLst>
                <a:ext uri="{FF2B5EF4-FFF2-40B4-BE49-F238E27FC236}">
                  <a16:creationId xmlns:a16="http://schemas.microsoft.com/office/drawing/2014/main" id="{838212D3-DCD1-DD4C-90F2-6BC4EEF23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4120"/>
              <a:ext cx="24" cy="1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4" name="Line 421">
              <a:extLst>
                <a:ext uri="{FF2B5EF4-FFF2-40B4-BE49-F238E27FC236}">
                  <a16:creationId xmlns:a16="http://schemas.microsoft.com/office/drawing/2014/main" id="{F076D299-20B5-CB4B-831D-FB194A8A3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" y="4153"/>
              <a:ext cx="211" cy="9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5" name="Line 422">
              <a:extLst>
                <a:ext uri="{FF2B5EF4-FFF2-40B4-BE49-F238E27FC236}">
                  <a16:creationId xmlns:a16="http://schemas.microsoft.com/office/drawing/2014/main" id="{B867D6DC-B732-6F4B-9693-0F0698546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3996"/>
              <a:ext cx="614" cy="26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6" name="Freeform 423">
              <a:extLst>
                <a:ext uri="{FF2B5EF4-FFF2-40B4-BE49-F238E27FC236}">
                  <a16:creationId xmlns:a16="http://schemas.microsoft.com/office/drawing/2014/main" id="{FD546782-9995-1140-A4BC-B0A81C11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958"/>
              <a:ext cx="296" cy="187"/>
            </a:xfrm>
            <a:custGeom>
              <a:avLst/>
              <a:gdLst>
                <a:gd name="T0" fmla="*/ 0 w 2368"/>
                <a:gd name="T1" fmla="*/ 0 h 1491"/>
                <a:gd name="T2" fmla="*/ 0 w 2368"/>
                <a:gd name="T3" fmla="*/ 0 h 1491"/>
                <a:gd name="T4" fmla="*/ 0 w 2368"/>
                <a:gd name="T5" fmla="*/ 0 h 1491"/>
                <a:gd name="T6" fmla="*/ 0 w 2368"/>
                <a:gd name="T7" fmla="*/ 0 h 1491"/>
                <a:gd name="T8" fmla="*/ 0 w 2368"/>
                <a:gd name="T9" fmla="*/ 0 h 1491"/>
                <a:gd name="T10" fmla="*/ 0 w 2368"/>
                <a:gd name="T11" fmla="*/ 0 h 1491"/>
                <a:gd name="T12" fmla="*/ 0 w 2368"/>
                <a:gd name="T13" fmla="*/ 0 h 1491"/>
                <a:gd name="T14" fmla="*/ 0 w 2368"/>
                <a:gd name="T15" fmla="*/ 0 h 1491"/>
                <a:gd name="T16" fmla="*/ 0 w 2368"/>
                <a:gd name="T17" fmla="*/ 0 h 1491"/>
                <a:gd name="T18" fmla="*/ 0 w 2368"/>
                <a:gd name="T19" fmla="*/ 0 h 1491"/>
                <a:gd name="T20" fmla="*/ 0 w 2368"/>
                <a:gd name="T21" fmla="*/ 0 h 1491"/>
                <a:gd name="T22" fmla="*/ 0 w 2368"/>
                <a:gd name="T23" fmla="*/ 0 h 1491"/>
                <a:gd name="T24" fmla="*/ 0 w 2368"/>
                <a:gd name="T25" fmla="*/ 0 h 1491"/>
                <a:gd name="T26" fmla="*/ 0 w 2368"/>
                <a:gd name="T27" fmla="*/ 0 h 1491"/>
                <a:gd name="T28" fmla="*/ 0 w 2368"/>
                <a:gd name="T29" fmla="*/ 0 h 1491"/>
                <a:gd name="T30" fmla="*/ 0 w 2368"/>
                <a:gd name="T31" fmla="*/ 0 h 1491"/>
                <a:gd name="T32" fmla="*/ 0 w 2368"/>
                <a:gd name="T33" fmla="*/ 0 h 1491"/>
                <a:gd name="T34" fmla="*/ 0 w 2368"/>
                <a:gd name="T35" fmla="*/ 0 h 1491"/>
                <a:gd name="T36" fmla="*/ 0 w 2368"/>
                <a:gd name="T37" fmla="*/ 0 h 1491"/>
                <a:gd name="T38" fmla="*/ 0 w 2368"/>
                <a:gd name="T39" fmla="*/ 0 h 1491"/>
                <a:gd name="T40" fmla="*/ 0 w 2368"/>
                <a:gd name="T41" fmla="*/ 0 h 14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368"/>
                <a:gd name="T64" fmla="*/ 0 h 1491"/>
                <a:gd name="T65" fmla="*/ 2368 w 2368"/>
                <a:gd name="T66" fmla="*/ 1491 h 149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368" h="1491">
                  <a:moveTo>
                    <a:pt x="1478" y="19"/>
                  </a:moveTo>
                  <a:lnTo>
                    <a:pt x="1614" y="0"/>
                  </a:lnTo>
                  <a:lnTo>
                    <a:pt x="1750" y="103"/>
                  </a:lnTo>
                  <a:lnTo>
                    <a:pt x="2080" y="709"/>
                  </a:lnTo>
                  <a:lnTo>
                    <a:pt x="2185" y="1355"/>
                  </a:lnTo>
                  <a:lnTo>
                    <a:pt x="2368" y="1491"/>
                  </a:lnTo>
                  <a:lnTo>
                    <a:pt x="2174" y="1392"/>
                  </a:lnTo>
                  <a:lnTo>
                    <a:pt x="2066" y="1173"/>
                  </a:lnTo>
                  <a:lnTo>
                    <a:pt x="1660" y="1134"/>
                  </a:lnTo>
                  <a:lnTo>
                    <a:pt x="1023" y="1173"/>
                  </a:lnTo>
                  <a:lnTo>
                    <a:pt x="634" y="1392"/>
                  </a:lnTo>
                  <a:lnTo>
                    <a:pt x="344" y="1454"/>
                  </a:lnTo>
                  <a:lnTo>
                    <a:pt x="0" y="1434"/>
                  </a:lnTo>
                  <a:lnTo>
                    <a:pt x="330" y="1413"/>
                  </a:lnTo>
                  <a:lnTo>
                    <a:pt x="706" y="1293"/>
                  </a:lnTo>
                  <a:lnTo>
                    <a:pt x="1054" y="1010"/>
                  </a:lnTo>
                  <a:lnTo>
                    <a:pt x="1930" y="749"/>
                  </a:lnTo>
                  <a:lnTo>
                    <a:pt x="1900" y="443"/>
                  </a:lnTo>
                  <a:lnTo>
                    <a:pt x="1702" y="142"/>
                  </a:lnTo>
                  <a:lnTo>
                    <a:pt x="1598" y="41"/>
                  </a:lnTo>
                  <a:lnTo>
                    <a:pt x="1478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27" name="Freeform 424">
              <a:extLst>
                <a:ext uri="{FF2B5EF4-FFF2-40B4-BE49-F238E27FC236}">
                  <a16:creationId xmlns:a16="http://schemas.microsoft.com/office/drawing/2014/main" id="{A474C84C-1026-8B4C-94E0-3BBD8C12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950"/>
              <a:ext cx="299" cy="39"/>
            </a:xfrm>
            <a:custGeom>
              <a:avLst/>
              <a:gdLst>
                <a:gd name="T0" fmla="*/ 0 w 2386"/>
                <a:gd name="T1" fmla="*/ 0 h 306"/>
                <a:gd name="T2" fmla="*/ 0 w 2386"/>
                <a:gd name="T3" fmla="*/ 0 h 306"/>
                <a:gd name="T4" fmla="*/ 0 w 2386"/>
                <a:gd name="T5" fmla="*/ 0 h 306"/>
                <a:gd name="T6" fmla="*/ 0 w 2386"/>
                <a:gd name="T7" fmla="*/ 0 h 306"/>
                <a:gd name="T8" fmla="*/ 0 w 2386"/>
                <a:gd name="T9" fmla="*/ 0 h 306"/>
                <a:gd name="T10" fmla="*/ 0 w 2386"/>
                <a:gd name="T11" fmla="*/ 0 h 306"/>
                <a:gd name="T12" fmla="*/ 0 w 2386"/>
                <a:gd name="T13" fmla="*/ 0 h 306"/>
                <a:gd name="T14" fmla="*/ 0 w 2386"/>
                <a:gd name="T15" fmla="*/ 0 h 306"/>
                <a:gd name="T16" fmla="*/ 0 w 2386"/>
                <a:gd name="T17" fmla="*/ 0 h 306"/>
                <a:gd name="T18" fmla="*/ 0 w 2386"/>
                <a:gd name="T19" fmla="*/ 0 h 306"/>
                <a:gd name="T20" fmla="*/ 0 w 2386"/>
                <a:gd name="T21" fmla="*/ 0 h 3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86"/>
                <a:gd name="T34" fmla="*/ 0 h 306"/>
                <a:gd name="T35" fmla="*/ 2386 w 2386"/>
                <a:gd name="T36" fmla="*/ 306 h 30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86" h="306">
                  <a:moveTo>
                    <a:pt x="0" y="0"/>
                  </a:moveTo>
                  <a:lnTo>
                    <a:pt x="196" y="0"/>
                  </a:lnTo>
                  <a:lnTo>
                    <a:pt x="1286" y="265"/>
                  </a:lnTo>
                  <a:lnTo>
                    <a:pt x="1918" y="62"/>
                  </a:lnTo>
                  <a:lnTo>
                    <a:pt x="2112" y="41"/>
                  </a:lnTo>
                  <a:lnTo>
                    <a:pt x="2266" y="41"/>
                  </a:lnTo>
                  <a:lnTo>
                    <a:pt x="2386" y="145"/>
                  </a:lnTo>
                  <a:lnTo>
                    <a:pt x="2099" y="103"/>
                  </a:lnTo>
                  <a:lnTo>
                    <a:pt x="1251" y="306"/>
                  </a:lnTo>
                  <a:lnTo>
                    <a:pt x="2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53254" name="AutoShape 426">
            <a:extLst>
              <a:ext uri="{FF2B5EF4-FFF2-40B4-BE49-F238E27FC236}">
                <a16:creationId xmlns:a16="http://schemas.microsoft.com/office/drawing/2014/main" id="{33F261F0-B48F-B947-97C5-42DED883C18A}"/>
              </a:ext>
            </a:extLst>
          </p:cNvPr>
          <p:cNvSpPr>
            <a:spLocks noChangeArrowheads="1"/>
          </p:cNvSpPr>
          <p:nvPr/>
        </p:nvSpPr>
        <p:spPr bwMode="auto">
          <a:xfrm rot="-1838315">
            <a:off x="2951163" y="4340225"/>
            <a:ext cx="1041400" cy="474663"/>
          </a:xfrm>
          <a:prstGeom prst="leftRightArrow">
            <a:avLst>
              <a:gd name="adj1" fmla="val 50000"/>
              <a:gd name="adj2" fmla="val 43880"/>
            </a:avLst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3255" name="AutoShape 427">
            <a:extLst>
              <a:ext uri="{FF2B5EF4-FFF2-40B4-BE49-F238E27FC236}">
                <a16:creationId xmlns:a16="http://schemas.microsoft.com/office/drawing/2014/main" id="{E15307CF-5217-C942-822F-453EE5F4F240}"/>
              </a:ext>
            </a:extLst>
          </p:cNvPr>
          <p:cNvSpPr>
            <a:spLocks noChangeArrowheads="1"/>
          </p:cNvSpPr>
          <p:nvPr/>
        </p:nvSpPr>
        <p:spPr bwMode="auto">
          <a:xfrm rot="2015607">
            <a:off x="6249988" y="4537075"/>
            <a:ext cx="717550" cy="520700"/>
          </a:xfrm>
          <a:prstGeom prst="rightArrow">
            <a:avLst>
              <a:gd name="adj1" fmla="val 50000"/>
              <a:gd name="adj2" fmla="val 34451"/>
            </a:avLst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Rectangle 2">
            <a:extLst>
              <a:ext uri="{FF2B5EF4-FFF2-40B4-BE49-F238E27FC236}">
                <a16:creationId xmlns:a16="http://schemas.microsoft.com/office/drawing/2014/main" id="{40A22826-11C2-9E4C-833B-014999D924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Desenvolver processo de produção</a:t>
            </a:r>
          </a:p>
        </p:txBody>
      </p:sp>
      <p:grpSp>
        <p:nvGrpSpPr>
          <p:cNvPr id="55298" name="Group 3">
            <a:extLst>
              <a:ext uri="{FF2B5EF4-FFF2-40B4-BE49-F238E27FC236}">
                <a16:creationId xmlns:a16="http://schemas.microsoft.com/office/drawing/2014/main" id="{192EEF10-FB1A-8549-883B-720FE3AE35E1}"/>
              </a:ext>
            </a:extLst>
          </p:cNvPr>
          <p:cNvGrpSpPr>
            <a:grpSpLocks/>
          </p:cNvGrpSpPr>
          <p:nvPr/>
        </p:nvGrpSpPr>
        <p:grpSpPr bwMode="auto">
          <a:xfrm>
            <a:off x="463550" y="2105025"/>
            <a:ext cx="8428038" cy="1503363"/>
            <a:chOff x="311" y="650"/>
            <a:chExt cx="5309" cy="947"/>
          </a:xfrm>
        </p:grpSpPr>
        <p:grpSp>
          <p:nvGrpSpPr>
            <p:cNvPr id="55306" name="Group 4">
              <a:extLst>
                <a:ext uri="{FF2B5EF4-FFF2-40B4-BE49-F238E27FC236}">
                  <a16:creationId xmlns:a16="http://schemas.microsoft.com/office/drawing/2014/main" id="{8A74DA3F-4ECC-A64C-91AE-5C9C0ECFF8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" y="650"/>
              <a:ext cx="1127" cy="654"/>
              <a:chOff x="385" y="119"/>
              <a:chExt cx="1746" cy="1013"/>
            </a:xfrm>
          </p:grpSpPr>
          <p:pic>
            <p:nvPicPr>
              <p:cNvPr id="55544" name="Picture 5">
                <a:extLst>
                  <a:ext uri="{FF2B5EF4-FFF2-40B4-BE49-F238E27FC236}">
                    <a16:creationId xmlns:a16="http://schemas.microsoft.com/office/drawing/2014/main" id="{8DA8D2CC-1B8E-5744-8050-9D62186A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1860" y="499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545" name="Rectangle 6">
                <a:extLst>
                  <a:ext uri="{FF2B5EF4-FFF2-40B4-BE49-F238E27FC236}">
                    <a16:creationId xmlns:a16="http://schemas.microsoft.com/office/drawing/2014/main" id="{7ECFA1E5-CC82-104F-BF7A-6EC22A23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" y="386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grpSp>
            <p:nvGrpSpPr>
              <p:cNvPr id="55546" name="Group 7">
                <a:extLst>
                  <a:ext uri="{FF2B5EF4-FFF2-40B4-BE49-F238E27FC236}">
                    <a16:creationId xmlns:a16="http://schemas.microsoft.com/office/drawing/2014/main" id="{DC5353E0-CDC1-4A49-B3EE-43D21ADC92F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912" y="471"/>
                <a:ext cx="379" cy="301"/>
                <a:chOff x="1728" y="3306"/>
                <a:chExt cx="1205" cy="894"/>
              </a:xfrm>
            </p:grpSpPr>
            <p:sp>
              <p:nvSpPr>
                <p:cNvPr id="55833" name="Freeform 8">
                  <a:extLst>
                    <a:ext uri="{FF2B5EF4-FFF2-40B4-BE49-F238E27FC236}">
                      <a16:creationId xmlns:a16="http://schemas.microsoft.com/office/drawing/2014/main" id="{0DDA021C-BEAF-B74B-BB38-45B842DCC2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20" y="3322"/>
                  <a:ext cx="413" cy="758"/>
                </a:xfrm>
                <a:custGeom>
                  <a:avLst/>
                  <a:gdLst>
                    <a:gd name="T0" fmla="*/ 0 w 413"/>
                    <a:gd name="T1" fmla="*/ 0 h 758"/>
                    <a:gd name="T2" fmla="*/ 0 w 413"/>
                    <a:gd name="T3" fmla="*/ 757 h 758"/>
                    <a:gd name="T4" fmla="*/ 412 w 413"/>
                    <a:gd name="T5" fmla="*/ 674 h 758"/>
                    <a:gd name="T6" fmla="*/ 412 w 413"/>
                    <a:gd name="T7" fmla="*/ 48 h 758"/>
                    <a:gd name="T8" fmla="*/ 0 w 413"/>
                    <a:gd name="T9" fmla="*/ 0 h 7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758"/>
                    <a:gd name="T17" fmla="*/ 413 w 413"/>
                    <a:gd name="T18" fmla="*/ 758 h 7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758">
                      <a:moveTo>
                        <a:pt x="0" y="0"/>
                      </a:moveTo>
                      <a:lnTo>
                        <a:pt x="0" y="757"/>
                      </a:lnTo>
                      <a:lnTo>
                        <a:pt x="412" y="674"/>
                      </a:lnTo>
                      <a:lnTo>
                        <a:pt x="412" y="4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4" name="Line 9">
                  <a:extLst>
                    <a:ext uri="{FF2B5EF4-FFF2-40B4-BE49-F238E27FC236}">
                      <a16:creationId xmlns:a16="http://schemas.microsoft.com/office/drawing/2014/main" id="{FA4C3E9F-FBB7-7B45-9B24-3DC61EACD8C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89" y="3348"/>
                  <a:ext cx="0" cy="69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35" name="Freeform 10">
                  <a:extLst>
                    <a:ext uri="{FF2B5EF4-FFF2-40B4-BE49-F238E27FC236}">
                      <a16:creationId xmlns:a16="http://schemas.microsoft.com/office/drawing/2014/main" id="{0308D46D-30A3-344C-887D-3B8D73C647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8" y="3306"/>
                  <a:ext cx="198" cy="514"/>
                </a:xfrm>
                <a:custGeom>
                  <a:avLst/>
                  <a:gdLst>
                    <a:gd name="T0" fmla="*/ 0 w 198"/>
                    <a:gd name="T1" fmla="*/ 22 h 514"/>
                    <a:gd name="T2" fmla="*/ 0 w 198"/>
                    <a:gd name="T3" fmla="*/ 482 h 514"/>
                    <a:gd name="T4" fmla="*/ 197 w 198"/>
                    <a:gd name="T5" fmla="*/ 513 h 514"/>
                    <a:gd name="T6" fmla="*/ 197 w 198"/>
                    <a:gd name="T7" fmla="*/ 0 h 514"/>
                    <a:gd name="T8" fmla="*/ 0 w 198"/>
                    <a:gd name="T9" fmla="*/ 22 h 5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14"/>
                    <a:gd name="T17" fmla="*/ 198 w 198"/>
                    <a:gd name="T18" fmla="*/ 514 h 5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14">
                      <a:moveTo>
                        <a:pt x="0" y="22"/>
                      </a:moveTo>
                      <a:lnTo>
                        <a:pt x="0" y="482"/>
                      </a:lnTo>
                      <a:lnTo>
                        <a:pt x="197" y="513"/>
                      </a:lnTo>
                      <a:lnTo>
                        <a:pt x="197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6" name="Freeform 11">
                  <a:extLst>
                    <a:ext uri="{FF2B5EF4-FFF2-40B4-BE49-F238E27FC236}">
                      <a16:creationId xmlns:a16="http://schemas.microsoft.com/office/drawing/2014/main" id="{7B3020AD-CF3B-9041-9DCE-41A018B6DE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9" y="3491"/>
                  <a:ext cx="138" cy="334"/>
                </a:xfrm>
                <a:custGeom>
                  <a:avLst/>
                  <a:gdLst>
                    <a:gd name="T0" fmla="*/ 44 w 138"/>
                    <a:gd name="T1" fmla="*/ 0 h 334"/>
                    <a:gd name="T2" fmla="*/ 42 w 138"/>
                    <a:gd name="T3" fmla="*/ 183 h 334"/>
                    <a:gd name="T4" fmla="*/ 0 w 138"/>
                    <a:gd name="T5" fmla="*/ 333 h 334"/>
                    <a:gd name="T6" fmla="*/ 137 w 138"/>
                    <a:gd name="T7" fmla="*/ 299 h 334"/>
                    <a:gd name="T8" fmla="*/ 137 w 138"/>
                    <a:gd name="T9" fmla="*/ 0 h 334"/>
                    <a:gd name="T10" fmla="*/ 44 w 138"/>
                    <a:gd name="T11" fmla="*/ 0 h 3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8"/>
                    <a:gd name="T19" fmla="*/ 0 h 334"/>
                    <a:gd name="T20" fmla="*/ 138 w 138"/>
                    <a:gd name="T21" fmla="*/ 334 h 3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8" h="334">
                      <a:moveTo>
                        <a:pt x="44" y="0"/>
                      </a:moveTo>
                      <a:lnTo>
                        <a:pt x="42" y="183"/>
                      </a:lnTo>
                      <a:lnTo>
                        <a:pt x="0" y="333"/>
                      </a:lnTo>
                      <a:lnTo>
                        <a:pt x="137" y="299"/>
                      </a:lnTo>
                      <a:lnTo>
                        <a:pt x="137" y="0"/>
                      </a:lnTo>
                      <a:lnTo>
                        <a:pt x="44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7" name="Rectangle 12">
                  <a:extLst>
                    <a:ext uri="{FF2B5EF4-FFF2-40B4-BE49-F238E27FC236}">
                      <a16:creationId xmlns:a16="http://schemas.microsoft.com/office/drawing/2014/main" id="{2AF02CDB-9210-A94D-8681-87C9FC6D2AEF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08" y="3326"/>
                  <a:ext cx="3" cy="740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38" name="Line 13">
                  <a:extLst>
                    <a:ext uri="{FF2B5EF4-FFF2-40B4-BE49-F238E27FC236}">
                      <a16:creationId xmlns:a16="http://schemas.microsoft.com/office/drawing/2014/main" id="{23A8C53D-7797-FE42-848C-531713C16FF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890" y="3368"/>
                  <a:ext cx="0" cy="6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39" name="Line 14">
                  <a:extLst>
                    <a:ext uri="{FF2B5EF4-FFF2-40B4-BE49-F238E27FC236}">
                      <a16:creationId xmlns:a16="http://schemas.microsoft.com/office/drawing/2014/main" id="{5EA3BEE4-348A-8343-89A8-6144FC0C7CF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98" y="3360"/>
                  <a:ext cx="0" cy="65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40" name="Freeform 15">
                  <a:extLst>
                    <a:ext uri="{FF2B5EF4-FFF2-40B4-BE49-F238E27FC236}">
                      <a16:creationId xmlns:a16="http://schemas.microsoft.com/office/drawing/2014/main" id="{463C7198-97D8-2B41-B60E-FCF2567D20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46" y="3522"/>
                  <a:ext cx="33" cy="242"/>
                </a:xfrm>
                <a:custGeom>
                  <a:avLst/>
                  <a:gdLst>
                    <a:gd name="T0" fmla="*/ 0 w 33"/>
                    <a:gd name="T1" fmla="*/ 0 h 242"/>
                    <a:gd name="T2" fmla="*/ 0 w 33"/>
                    <a:gd name="T3" fmla="*/ 241 h 242"/>
                    <a:gd name="T4" fmla="*/ 32 w 33"/>
                    <a:gd name="T5" fmla="*/ 235 h 242"/>
                    <a:gd name="T6" fmla="*/ 32 w 33"/>
                    <a:gd name="T7" fmla="*/ 4 h 242"/>
                    <a:gd name="T8" fmla="*/ 0 w 33"/>
                    <a:gd name="T9" fmla="*/ 0 h 2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242"/>
                    <a:gd name="T17" fmla="*/ 33 w 33"/>
                    <a:gd name="T18" fmla="*/ 242 h 2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242">
                      <a:moveTo>
                        <a:pt x="0" y="0"/>
                      </a:moveTo>
                      <a:lnTo>
                        <a:pt x="0" y="241"/>
                      </a:lnTo>
                      <a:lnTo>
                        <a:pt x="32" y="235"/>
                      </a:lnTo>
                      <a:lnTo>
                        <a:pt x="32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1" name="Freeform 16">
                  <a:extLst>
                    <a:ext uri="{FF2B5EF4-FFF2-40B4-BE49-F238E27FC236}">
                      <a16:creationId xmlns:a16="http://schemas.microsoft.com/office/drawing/2014/main" id="{B587251B-61ED-F947-A4DA-FCCBA9A02C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66" y="3665"/>
                  <a:ext cx="27" cy="90"/>
                </a:xfrm>
                <a:custGeom>
                  <a:avLst/>
                  <a:gdLst>
                    <a:gd name="T0" fmla="*/ 0 w 27"/>
                    <a:gd name="T1" fmla="*/ 0 h 90"/>
                    <a:gd name="T2" fmla="*/ 0 w 27"/>
                    <a:gd name="T3" fmla="*/ 8 h 90"/>
                    <a:gd name="T4" fmla="*/ 19 w 27"/>
                    <a:gd name="T5" fmla="*/ 10 h 90"/>
                    <a:gd name="T6" fmla="*/ 19 w 27"/>
                    <a:gd name="T7" fmla="*/ 81 h 90"/>
                    <a:gd name="T8" fmla="*/ 2 w 27"/>
                    <a:gd name="T9" fmla="*/ 77 h 90"/>
                    <a:gd name="T10" fmla="*/ 2 w 27"/>
                    <a:gd name="T11" fmla="*/ 83 h 90"/>
                    <a:gd name="T12" fmla="*/ 26 w 27"/>
                    <a:gd name="T13" fmla="*/ 89 h 90"/>
                    <a:gd name="T14" fmla="*/ 26 w 27"/>
                    <a:gd name="T15" fmla="*/ 6 h 90"/>
                    <a:gd name="T16" fmla="*/ 0 w 27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7"/>
                    <a:gd name="T28" fmla="*/ 0 h 90"/>
                    <a:gd name="T29" fmla="*/ 27 w 27"/>
                    <a:gd name="T30" fmla="*/ 90 h 9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7" h="90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19" y="10"/>
                      </a:lnTo>
                      <a:lnTo>
                        <a:pt x="19" y="81"/>
                      </a:lnTo>
                      <a:lnTo>
                        <a:pt x="2" y="77"/>
                      </a:lnTo>
                      <a:lnTo>
                        <a:pt x="2" y="83"/>
                      </a:lnTo>
                      <a:lnTo>
                        <a:pt x="26" y="89"/>
                      </a:lnTo>
                      <a:lnTo>
                        <a:pt x="26" y="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2" name="Freeform 17">
                  <a:extLst>
                    <a:ext uri="{FF2B5EF4-FFF2-40B4-BE49-F238E27FC236}">
                      <a16:creationId xmlns:a16="http://schemas.microsoft.com/office/drawing/2014/main" id="{415271A4-67B0-404C-AFE0-D5457072DE3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40" y="3806"/>
                  <a:ext cx="270" cy="44"/>
                </a:xfrm>
                <a:custGeom>
                  <a:avLst/>
                  <a:gdLst>
                    <a:gd name="T0" fmla="*/ 80 w 270"/>
                    <a:gd name="T1" fmla="*/ 0 h 44"/>
                    <a:gd name="T2" fmla="*/ 0 w 270"/>
                    <a:gd name="T3" fmla="*/ 19 h 44"/>
                    <a:gd name="T4" fmla="*/ 172 w 270"/>
                    <a:gd name="T5" fmla="*/ 43 h 44"/>
                    <a:gd name="T6" fmla="*/ 269 w 270"/>
                    <a:gd name="T7" fmla="*/ 19 h 44"/>
                    <a:gd name="T8" fmla="*/ 80 w 270"/>
                    <a:gd name="T9" fmla="*/ 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0"/>
                    <a:gd name="T16" fmla="*/ 0 h 44"/>
                    <a:gd name="T17" fmla="*/ 270 w 27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0" h="44">
                      <a:moveTo>
                        <a:pt x="80" y="0"/>
                      </a:moveTo>
                      <a:lnTo>
                        <a:pt x="0" y="19"/>
                      </a:lnTo>
                      <a:lnTo>
                        <a:pt x="172" y="43"/>
                      </a:lnTo>
                      <a:lnTo>
                        <a:pt x="269" y="19"/>
                      </a:lnTo>
                      <a:lnTo>
                        <a:pt x="8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3" name="Freeform 18">
                  <a:extLst>
                    <a:ext uri="{FF2B5EF4-FFF2-40B4-BE49-F238E27FC236}">
                      <a16:creationId xmlns:a16="http://schemas.microsoft.com/office/drawing/2014/main" id="{01C6310F-51F6-9F4E-87F0-554310EBB36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52"/>
                  <a:ext cx="26" cy="33"/>
                </a:xfrm>
                <a:custGeom>
                  <a:avLst/>
                  <a:gdLst>
                    <a:gd name="T0" fmla="*/ 2 w 26"/>
                    <a:gd name="T1" fmla="*/ 0 h 33"/>
                    <a:gd name="T2" fmla="*/ 0 w 26"/>
                    <a:gd name="T3" fmla="*/ 32 h 33"/>
                    <a:gd name="T4" fmla="*/ 25 w 26"/>
                    <a:gd name="T5" fmla="*/ 28 h 33"/>
                    <a:gd name="T6" fmla="*/ 25 w 26"/>
                    <a:gd name="T7" fmla="*/ 4 h 33"/>
                    <a:gd name="T8" fmla="*/ 2 w 26"/>
                    <a:gd name="T9" fmla="*/ 0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3"/>
                    <a:gd name="T17" fmla="*/ 26 w 26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3">
                      <a:moveTo>
                        <a:pt x="2" y="0"/>
                      </a:moveTo>
                      <a:lnTo>
                        <a:pt x="0" y="32"/>
                      </a:lnTo>
                      <a:lnTo>
                        <a:pt x="25" y="28"/>
                      </a:lnTo>
                      <a:lnTo>
                        <a:pt x="25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4" name="Freeform 19">
                  <a:extLst>
                    <a:ext uri="{FF2B5EF4-FFF2-40B4-BE49-F238E27FC236}">
                      <a16:creationId xmlns:a16="http://schemas.microsoft.com/office/drawing/2014/main" id="{3436A35D-E3E0-5E44-8A3A-B6052E0B4D3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7" y="4056"/>
                  <a:ext cx="28" cy="31"/>
                </a:xfrm>
                <a:custGeom>
                  <a:avLst/>
                  <a:gdLst>
                    <a:gd name="T0" fmla="*/ 0 w 28"/>
                    <a:gd name="T1" fmla="*/ 0 h 31"/>
                    <a:gd name="T2" fmla="*/ 0 w 28"/>
                    <a:gd name="T3" fmla="*/ 24 h 31"/>
                    <a:gd name="T4" fmla="*/ 27 w 28"/>
                    <a:gd name="T5" fmla="*/ 30 h 31"/>
                    <a:gd name="T6" fmla="*/ 27 w 28"/>
                    <a:gd name="T7" fmla="*/ 4 h 31"/>
                    <a:gd name="T8" fmla="*/ 0 w 28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"/>
                    <a:gd name="T16" fmla="*/ 0 h 31"/>
                    <a:gd name="T17" fmla="*/ 28 w 28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" h="31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27" y="30"/>
                      </a:lnTo>
                      <a:lnTo>
                        <a:pt x="27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5" name="Freeform 20">
                  <a:extLst>
                    <a:ext uri="{FF2B5EF4-FFF2-40B4-BE49-F238E27FC236}">
                      <a16:creationId xmlns:a16="http://schemas.microsoft.com/office/drawing/2014/main" id="{36EDBAEB-BC23-4C44-A438-6E79F4D1EC3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79"/>
                  <a:ext cx="97" cy="17"/>
                </a:xfrm>
                <a:custGeom>
                  <a:avLst/>
                  <a:gdLst>
                    <a:gd name="T0" fmla="*/ 25 w 97"/>
                    <a:gd name="T1" fmla="*/ 0 h 17"/>
                    <a:gd name="T2" fmla="*/ 0 w 97"/>
                    <a:gd name="T3" fmla="*/ 6 h 17"/>
                    <a:gd name="T4" fmla="*/ 65 w 97"/>
                    <a:gd name="T5" fmla="*/ 16 h 17"/>
                    <a:gd name="T6" fmla="*/ 96 w 97"/>
                    <a:gd name="T7" fmla="*/ 12 h 17"/>
                    <a:gd name="T8" fmla="*/ 51 w 97"/>
                    <a:gd name="T9" fmla="*/ 8 h 17"/>
                    <a:gd name="T10" fmla="*/ 25 w 97"/>
                    <a:gd name="T11" fmla="*/ 0 h 1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"/>
                    <a:gd name="T19" fmla="*/ 0 h 17"/>
                    <a:gd name="T20" fmla="*/ 97 w 97"/>
                    <a:gd name="T21" fmla="*/ 17 h 1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" h="17">
                      <a:moveTo>
                        <a:pt x="25" y="0"/>
                      </a:moveTo>
                      <a:lnTo>
                        <a:pt x="0" y="6"/>
                      </a:lnTo>
                      <a:lnTo>
                        <a:pt x="65" y="16"/>
                      </a:lnTo>
                      <a:lnTo>
                        <a:pt x="96" y="12"/>
                      </a:lnTo>
                      <a:lnTo>
                        <a:pt x="51" y="8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6" name="Freeform 21">
                  <a:extLst>
                    <a:ext uri="{FF2B5EF4-FFF2-40B4-BE49-F238E27FC236}">
                      <a16:creationId xmlns:a16="http://schemas.microsoft.com/office/drawing/2014/main" id="{9293C39F-7722-3246-99E2-241216F55F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727"/>
                  <a:ext cx="189" cy="70"/>
                </a:xfrm>
                <a:custGeom>
                  <a:avLst/>
                  <a:gdLst>
                    <a:gd name="T0" fmla="*/ 16 w 189"/>
                    <a:gd name="T1" fmla="*/ 0 h 70"/>
                    <a:gd name="T2" fmla="*/ 0 w 189"/>
                    <a:gd name="T3" fmla="*/ 53 h 70"/>
                    <a:gd name="T4" fmla="*/ 171 w 189"/>
                    <a:gd name="T5" fmla="*/ 69 h 70"/>
                    <a:gd name="T6" fmla="*/ 188 w 189"/>
                    <a:gd name="T7" fmla="*/ 14 h 70"/>
                    <a:gd name="T8" fmla="*/ 16 w 189"/>
                    <a:gd name="T9" fmla="*/ 0 h 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70"/>
                    <a:gd name="T17" fmla="*/ 189 w 189"/>
                    <a:gd name="T18" fmla="*/ 70 h 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70">
                      <a:moveTo>
                        <a:pt x="16" y="0"/>
                      </a:moveTo>
                      <a:lnTo>
                        <a:pt x="0" y="53"/>
                      </a:lnTo>
                      <a:lnTo>
                        <a:pt x="171" y="69"/>
                      </a:lnTo>
                      <a:lnTo>
                        <a:pt x="188" y="14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7" name="Line 22">
                  <a:extLst>
                    <a:ext uri="{FF2B5EF4-FFF2-40B4-BE49-F238E27FC236}">
                      <a16:creationId xmlns:a16="http://schemas.microsoft.com/office/drawing/2014/main" id="{EA063B71-1221-D84A-9CEA-32D297CC841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445" y="3724"/>
                  <a:ext cx="177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48" name="Freeform 23">
                  <a:extLst>
                    <a:ext uri="{FF2B5EF4-FFF2-40B4-BE49-F238E27FC236}">
                      <a16:creationId xmlns:a16="http://schemas.microsoft.com/office/drawing/2014/main" id="{B8CBB28C-5046-104F-8E1B-108361588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0" y="3335"/>
                  <a:ext cx="22" cy="439"/>
                </a:xfrm>
                <a:custGeom>
                  <a:avLst/>
                  <a:gdLst>
                    <a:gd name="T0" fmla="*/ 0 w 22"/>
                    <a:gd name="T1" fmla="*/ 2 h 439"/>
                    <a:gd name="T2" fmla="*/ 7 w 22"/>
                    <a:gd name="T3" fmla="*/ 438 h 439"/>
                    <a:gd name="T4" fmla="*/ 21 w 22"/>
                    <a:gd name="T5" fmla="*/ 394 h 439"/>
                    <a:gd name="T6" fmla="*/ 17 w 22"/>
                    <a:gd name="T7" fmla="*/ 0 h 439"/>
                    <a:gd name="T8" fmla="*/ 0 w 22"/>
                    <a:gd name="T9" fmla="*/ 2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439"/>
                    <a:gd name="T17" fmla="*/ 22 w 22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439">
                      <a:moveTo>
                        <a:pt x="0" y="2"/>
                      </a:moveTo>
                      <a:lnTo>
                        <a:pt x="7" y="438"/>
                      </a:lnTo>
                      <a:lnTo>
                        <a:pt x="21" y="394"/>
                      </a:lnTo>
                      <a:lnTo>
                        <a:pt x="17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49" name="Freeform 24">
                  <a:extLst>
                    <a:ext uri="{FF2B5EF4-FFF2-40B4-BE49-F238E27FC236}">
                      <a16:creationId xmlns:a16="http://schemas.microsoft.com/office/drawing/2014/main" id="{97C87496-7093-854E-BA2D-5B23BFF7F4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6" y="3786"/>
                  <a:ext cx="133" cy="116"/>
                </a:xfrm>
                <a:custGeom>
                  <a:avLst/>
                  <a:gdLst>
                    <a:gd name="T0" fmla="*/ 0 w 133"/>
                    <a:gd name="T1" fmla="*/ 0 h 116"/>
                    <a:gd name="T2" fmla="*/ 0 w 133"/>
                    <a:gd name="T3" fmla="*/ 54 h 116"/>
                    <a:gd name="T4" fmla="*/ 50 w 133"/>
                    <a:gd name="T5" fmla="*/ 99 h 116"/>
                    <a:gd name="T6" fmla="*/ 126 w 133"/>
                    <a:gd name="T7" fmla="*/ 115 h 116"/>
                    <a:gd name="T8" fmla="*/ 107 w 133"/>
                    <a:gd name="T9" fmla="*/ 78 h 116"/>
                    <a:gd name="T10" fmla="*/ 27 w 133"/>
                    <a:gd name="T11" fmla="*/ 65 h 116"/>
                    <a:gd name="T12" fmla="*/ 25 w 133"/>
                    <a:gd name="T13" fmla="*/ 28 h 116"/>
                    <a:gd name="T14" fmla="*/ 132 w 133"/>
                    <a:gd name="T15" fmla="*/ 22 h 116"/>
                    <a:gd name="T16" fmla="*/ 0 w 133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3"/>
                    <a:gd name="T28" fmla="*/ 0 h 116"/>
                    <a:gd name="T29" fmla="*/ 133 w 133"/>
                    <a:gd name="T30" fmla="*/ 116 h 1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3" h="116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50" y="99"/>
                      </a:lnTo>
                      <a:lnTo>
                        <a:pt x="126" y="115"/>
                      </a:lnTo>
                      <a:lnTo>
                        <a:pt x="107" y="78"/>
                      </a:lnTo>
                      <a:lnTo>
                        <a:pt x="27" y="65"/>
                      </a:lnTo>
                      <a:lnTo>
                        <a:pt x="25" y="28"/>
                      </a:lnTo>
                      <a:lnTo>
                        <a:pt x="132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0" name="Freeform 25">
                  <a:extLst>
                    <a:ext uri="{FF2B5EF4-FFF2-40B4-BE49-F238E27FC236}">
                      <a16:creationId xmlns:a16="http://schemas.microsoft.com/office/drawing/2014/main" id="{7053BEE7-A24C-8D47-9698-D322D9E976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36" y="3885"/>
                  <a:ext cx="89" cy="37"/>
                </a:xfrm>
                <a:custGeom>
                  <a:avLst/>
                  <a:gdLst>
                    <a:gd name="T0" fmla="*/ 0 w 89"/>
                    <a:gd name="T1" fmla="*/ 0 h 37"/>
                    <a:gd name="T2" fmla="*/ 0 w 89"/>
                    <a:gd name="T3" fmla="*/ 18 h 37"/>
                    <a:gd name="T4" fmla="*/ 88 w 89"/>
                    <a:gd name="T5" fmla="*/ 36 h 37"/>
                    <a:gd name="T6" fmla="*/ 76 w 89"/>
                    <a:gd name="T7" fmla="*/ 16 h 37"/>
                    <a:gd name="T8" fmla="*/ 0 w 89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7"/>
                    <a:gd name="T17" fmla="*/ 89 w 89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7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88" y="36"/>
                      </a:lnTo>
                      <a:lnTo>
                        <a:pt x="76" y="1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1" name="Freeform 26">
                  <a:extLst>
                    <a:ext uri="{FF2B5EF4-FFF2-40B4-BE49-F238E27FC236}">
                      <a16:creationId xmlns:a16="http://schemas.microsoft.com/office/drawing/2014/main" id="{45567F3F-B872-D24D-A47F-FB0AB5A36CF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65"/>
                  <a:ext cx="401" cy="55"/>
                </a:xfrm>
                <a:custGeom>
                  <a:avLst/>
                  <a:gdLst>
                    <a:gd name="T0" fmla="*/ 56 w 401"/>
                    <a:gd name="T1" fmla="*/ 0 h 55"/>
                    <a:gd name="T2" fmla="*/ 0 w 401"/>
                    <a:gd name="T3" fmla="*/ 13 h 55"/>
                    <a:gd name="T4" fmla="*/ 168 w 401"/>
                    <a:gd name="T5" fmla="*/ 38 h 55"/>
                    <a:gd name="T6" fmla="*/ 217 w 401"/>
                    <a:gd name="T7" fmla="*/ 33 h 55"/>
                    <a:gd name="T8" fmla="*/ 381 w 401"/>
                    <a:gd name="T9" fmla="*/ 54 h 55"/>
                    <a:gd name="T10" fmla="*/ 400 w 401"/>
                    <a:gd name="T11" fmla="*/ 51 h 55"/>
                    <a:gd name="T12" fmla="*/ 89 w 401"/>
                    <a:gd name="T13" fmla="*/ 4 h 55"/>
                    <a:gd name="T14" fmla="*/ 56 w 401"/>
                    <a:gd name="T15" fmla="*/ 0 h 5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01"/>
                    <a:gd name="T25" fmla="*/ 0 h 55"/>
                    <a:gd name="T26" fmla="*/ 401 w 401"/>
                    <a:gd name="T27" fmla="*/ 55 h 5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01" h="55">
                      <a:moveTo>
                        <a:pt x="56" y="0"/>
                      </a:moveTo>
                      <a:lnTo>
                        <a:pt x="0" y="13"/>
                      </a:lnTo>
                      <a:lnTo>
                        <a:pt x="168" y="38"/>
                      </a:lnTo>
                      <a:lnTo>
                        <a:pt x="217" y="33"/>
                      </a:lnTo>
                      <a:lnTo>
                        <a:pt x="381" y="54"/>
                      </a:lnTo>
                      <a:lnTo>
                        <a:pt x="400" y="51"/>
                      </a:lnTo>
                      <a:lnTo>
                        <a:pt x="89" y="4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2" name="Freeform 27">
                  <a:extLst>
                    <a:ext uri="{FF2B5EF4-FFF2-40B4-BE49-F238E27FC236}">
                      <a16:creationId xmlns:a16="http://schemas.microsoft.com/office/drawing/2014/main" id="{1145F4A6-9F7E-9744-B176-6D705FC21E7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6" y="3866"/>
                  <a:ext cx="43" cy="44"/>
                </a:xfrm>
                <a:custGeom>
                  <a:avLst/>
                  <a:gdLst>
                    <a:gd name="T0" fmla="*/ 0 w 43"/>
                    <a:gd name="T1" fmla="*/ 6 h 44"/>
                    <a:gd name="T2" fmla="*/ 0 w 43"/>
                    <a:gd name="T3" fmla="*/ 43 h 44"/>
                    <a:gd name="T4" fmla="*/ 42 w 43"/>
                    <a:gd name="T5" fmla="*/ 35 h 44"/>
                    <a:gd name="T6" fmla="*/ 42 w 43"/>
                    <a:gd name="T7" fmla="*/ 0 h 44"/>
                    <a:gd name="T8" fmla="*/ 0 w 43"/>
                    <a:gd name="T9" fmla="*/ 6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44"/>
                    <a:gd name="T17" fmla="*/ 43 w 43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44">
                      <a:moveTo>
                        <a:pt x="0" y="6"/>
                      </a:moveTo>
                      <a:lnTo>
                        <a:pt x="0" y="43"/>
                      </a:lnTo>
                      <a:lnTo>
                        <a:pt x="42" y="35"/>
                      </a:lnTo>
                      <a:lnTo>
                        <a:pt x="42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3" name="Freeform 28">
                  <a:extLst>
                    <a:ext uri="{FF2B5EF4-FFF2-40B4-BE49-F238E27FC236}">
                      <a16:creationId xmlns:a16="http://schemas.microsoft.com/office/drawing/2014/main" id="{2FBC1018-4AE4-8B43-A3A4-DCD539DB91F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4" y="3840"/>
                  <a:ext cx="255" cy="62"/>
                </a:xfrm>
                <a:custGeom>
                  <a:avLst/>
                  <a:gdLst>
                    <a:gd name="T0" fmla="*/ 2 w 255"/>
                    <a:gd name="T1" fmla="*/ 4 h 62"/>
                    <a:gd name="T2" fmla="*/ 0 w 255"/>
                    <a:gd name="T3" fmla="*/ 47 h 62"/>
                    <a:gd name="T4" fmla="*/ 154 w 255"/>
                    <a:gd name="T5" fmla="*/ 26 h 62"/>
                    <a:gd name="T6" fmla="*/ 154 w 255"/>
                    <a:gd name="T7" fmla="*/ 61 h 62"/>
                    <a:gd name="T8" fmla="*/ 254 w 255"/>
                    <a:gd name="T9" fmla="*/ 45 h 62"/>
                    <a:gd name="T10" fmla="*/ 254 w 255"/>
                    <a:gd name="T11" fmla="*/ 23 h 62"/>
                    <a:gd name="T12" fmla="*/ 79 w 255"/>
                    <a:gd name="T13" fmla="*/ 0 h 62"/>
                    <a:gd name="T14" fmla="*/ 2 w 255"/>
                    <a:gd name="T15" fmla="*/ 4 h 6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55"/>
                    <a:gd name="T25" fmla="*/ 0 h 62"/>
                    <a:gd name="T26" fmla="*/ 255 w 255"/>
                    <a:gd name="T27" fmla="*/ 62 h 6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55" h="62">
                      <a:moveTo>
                        <a:pt x="2" y="4"/>
                      </a:moveTo>
                      <a:lnTo>
                        <a:pt x="0" y="47"/>
                      </a:lnTo>
                      <a:lnTo>
                        <a:pt x="154" y="26"/>
                      </a:lnTo>
                      <a:lnTo>
                        <a:pt x="154" y="61"/>
                      </a:lnTo>
                      <a:lnTo>
                        <a:pt x="254" y="45"/>
                      </a:lnTo>
                      <a:lnTo>
                        <a:pt x="254" y="23"/>
                      </a:lnTo>
                      <a:lnTo>
                        <a:pt x="79" y="0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4" name="Freeform 29">
                  <a:extLst>
                    <a:ext uri="{FF2B5EF4-FFF2-40B4-BE49-F238E27FC236}">
                      <a16:creationId xmlns:a16="http://schemas.microsoft.com/office/drawing/2014/main" id="{41220272-179B-3B42-A396-0A9B407B40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2" y="3763"/>
                  <a:ext cx="244" cy="40"/>
                </a:xfrm>
                <a:custGeom>
                  <a:avLst/>
                  <a:gdLst>
                    <a:gd name="T0" fmla="*/ 2 w 244"/>
                    <a:gd name="T1" fmla="*/ 0 h 40"/>
                    <a:gd name="T2" fmla="*/ 0 w 244"/>
                    <a:gd name="T3" fmla="*/ 3 h 40"/>
                    <a:gd name="T4" fmla="*/ 243 w 244"/>
                    <a:gd name="T5" fmla="*/ 39 h 40"/>
                    <a:gd name="T6" fmla="*/ 243 w 244"/>
                    <a:gd name="T7" fmla="*/ 33 h 40"/>
                    <a:gd name="T8" fmla="*/ 2 w 244"/>
                    <a:gd name="T9" fmla="*/ 0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40"/>
                    <a:gd name="T17" fmla="*/ 244 w 244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40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43" y="39"/>
                      </a:lnTo>
                      <a:lnTo>
                        <a:pt x="243" y="3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5" name="Freeform 30">
                  <a:extLst>
                    <a:ext uri="{FF2B5EF4-FFF2-40B4-BE49-F238E27FC236}">
                      <a16:creationId xmlns:a16="http://schemas.microsoft.com/office/drawing/2014/main" id="{E621E299-87AF-6745-BDBB-D7ECE0B7A2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45"/>
                  <a:ext cx="240" cy="52"/>
                </a:xfrm>
                <a:custGeom>
                  <a:avLst/>
                  <a:gdLst>
                    <a:gd name="T0" fmla="*/ 0 w 240"/>
                    <a:gd name="T1" fmla="*/ 0 h 52"/>
                    <a:gd name="T2" fmla="*/ 0 w 240"/>
                    <a:gd name="T3" fmla="*/ 18 h 52"/>
                    <a:gd name="T4" fmla="*/ 239 w 240"/>
                    <a:gd name="T5" fmla="*/ 51 h 52"/>
                    <a:gd name="T6" fmla="*/ 239 w 240"/>
                    <a:gd name="T7" fmla="*/ 30 h 52"/>
                    <a:gd name="T8" fmla="*/ 0 w 24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52"/>
                    <a:gd name="T17" fmla="*/ 240 w 24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52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239" y="51"/>
                      </a:lnTo>
                      <a:lnTo>
                        <a:pt x="239" y="3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6" name="Freeform 31">
                  <a:extLst>
                    <a:ext uri="{FF2B5EF4-FFF2-40B4-BE49-F238E27FC236}">
                      <a16:creationId xmlns:a16="http://schemas.microsoft.com/office/drawing/2014/main" id="{68458CA1-10D1-6542-AC1A-026B17B565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27"/>
                  <a:ext cx="240" cy="48"/>
                </a:xfrm>
                <a:custGeom>
                  <a:avLst/>
                  <a:gdLst>
                    <a:gd name="T0" fmla="*/ 0 w 240"/>
                    <a:gd name="T1" fmla="*/ 0 h 48"/>
                    <a:gd name="T2" fmla="*/ 0 w 240"/>
                    <a:gd name="T3" fmla="*/ 17 h 48"/>
                    <a:gd name="T4" fmla="*/ 239 w 240"/>
                    <a:gd name="T5" fmla="*/ 47 h 48"/>
                    <a:gd name="T6" fmla="*/ 239 w 240"/>
                    <a:gd name="T7" fmla="*/ 24 h 48"/>
                    <a:gd name="T8" fmla="*/ 0 w 240"/>
                    <a:gd name="T9" fmla="*/ 0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8"/>
                    <a:gd name="T17" fmla="*/ 240 w 240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8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39" y="47"/>
                      </a:lnTo>
                      <a:lnTo>
                        <a:pt x="239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7" name="Freeform 32">
                  <a:extLst>
                    <a:ext uri="{FF2B5EF4-FFF2-40B4-BE49-F238E27FC236}">
                      <a16:creationId xmlns:a16="http://schemas.microsoft.com/office/drawing/2014/main" id="{C0296852-F417-B84D-A3C3-4FE7F6E2B6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03"/>
                  <a:ext cx="240" cy="49"/>
                </a:xfrm>
                <a:custGeom>
                  <a:avLst/>
                  <a:gdLst>
                    <a:gd name="T0" fmla="*/ 0 w 240"/>
                    <a:gd name="T1" fmla="*/ 0 h 49"/>
                    <a:gd name="T2" fmla="*/ 0 w 240"/>
                    <a:gd name="T3" fmla="*/ 23 h 49"/>
                    <a:gd name="T4" fmla="*/ 239 w 240"/>
                    <a:gd name="T5" fmla="*/ 48 h 49"/>
                    <a:gd name="T6" fmla="*/ 239 w 240"/>
                    <a:gd name="T7" fmla="*/ 21 h 49"/>
                    <a:gd name="T8" fmla="*/ 0 w 240"/>
                    <a:gd name="T9" fmla="*/ 0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9"/>
                    <a:gd name="T17" fmla="*/ 240 w 240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9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48"/>
                      </a:lnTo>
                      <a:lnTo>
                        <a:pt x="239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8" name="Freeform 33">
                  <a:extLst>
                    <a:ext uri="{FF2B5EF4-FFF2-40B4-BE49-F238E27FC236}">
                      <a16:creationId xmlns:a16="http://schemas.microsoft.com/office/drawing/2014/main" id="{2480A4E1-FE2D-3443-BEC8-C5EDAF81252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89"/>
                  <a:ext cx="240" cy="34"/>
                </a:xfrm>
                <a:custGeom>
                  <a:avLst/>
                  <a:gdLst>
                    <a:gd name="T0" fmla="*/ 0 w 240"/>
                    <a:gd name="T1" fmla="*/ 0 h 34"/>
                    <a:gd name="T2" fmla="*/ 0 w 240"/>
                    <a:gd name="T3" fmla="*/ 16 h 34"/>
                    <a:gd name="T4" fmla="*/ 239 w 240"/>
                    <a:gd name="T5" fmla="*/ 33 h 34"/>
                    <a:gd name="T6" fmla="*/ 239 w 240"/>
                    <a:gd name="T7" fmla="*/ 14 h 34"/>
                    <a:gd name="T8" fmla="*/ 0 w 240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4"/>
                    <a:gd name="T17" fmla="*/ 240 w 240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4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239" y="33"/>
                      </a:lnTo>
                      <a:lnTo>
                        <a:pt x="239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59" name="Freeform 34">
                  <a:extLst>
                    <a:ext uri="{FF2B5EF4-FFF2-40B4-BE49-F238E27FC236}">
                      <a16:creationId xmlns:a16="http://schemas.microsoft.com/office/drawing/2014/main" id="{4B99DB35-CDA6-6F44-A04B-4485763214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66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19 h 35"/>
                    <a:gd name="T4" fmla="*/ 239 w 240"/>
                    <a:gd name="T5" fmla="*/ 34 h 35"/>
                    <a:gd name="T6" fmla="*/ 239 w 240"/>
                    <a:gd name="T7" fmla="*/ 10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4"/>
                      </a:lnTo>
                      <a:lnTo>
                        <a:pt x="239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0" name="Freeform 35">
                  <a:extLst>
                    <a:ext uri="{FF2B5EF4-FFF2-40B4-BE49-F238E27FC236}">
                      <a16:creationId xmlns:a16="http://schemas.microsoft.com/office/drawing/2014/main" id="{5C7FFEB7-CF7B-8F4F-887A-6AB8D07A34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44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23 h 35"/>
                    <a:gd name="T4" fmla="*/ 239 w 240"/>
                    <a:gd name="T5" fmla="*/ 34 h 35"/>
                    <a:gd name="T6" fmla="*/ 239 w 240"/>
                    <a:gd name="T7" fmla="*/ 13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34"/>
                      </a:lnTo>
                      <a:lnTo>
                        <a:pt x="239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1" name="Freeform 36">
                  <a:extLst>
                    <a:ext uri="{FF2B5EF4-FFF2-40B4-BE49-F238E27FC236}">
                      <a16:creationId xmlns:a16="http://schemas.microsoft.com/office/drawing/2014/main" id="{E30643BF-A43C-D743-8D54-8E1211A0BA4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26"/>
                  <a:ext cx="240" cy="31"/>
                </a:xfrm>
                <a:custGeom>
                  <a:avLst/>
                  <a:gdLst>
                    <a:gd name="T0" fmla="*/ 0 w 240"/>
                    <a:gd name="T1" fmla="*/ 0 h 31"/>
                    <a:gd name="T2" fmla="*/ 0 w 240"/>
                    <a:gd name="T3" fmla="*/ 19 h 31"/>
                    <a:gd name="T4" fmla="*/ 239 w 240"/>
                    <a:gd name="T5" fmla="*/ 30 h 31"/>
                    <a:gd name="T6" fmla="*/ 239 w 240"/>
                    <a:gd name="T7" fmla="*/ 9 h 31"/>
                    <a:gd name="T8" fmla="*/ 0 w 240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1"/>
                    <a:gd name="T17" fmla="*/ 240 w 240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1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0"/>
                      </a:lnTo>
                      <a:lnTo>
                        <a:pt x="239" y="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2" name="Freeform 37">
                  <a:extLst>
                    <a:ext uri="{FF2B5EF4-FFF2-40B4-BE49-F238E27FC236}">
                      <a16:creationId xmlns:a16="http://schemas.microsoft.com/office/drawing/2014/main" id="{B2BC8302-F113-6146-8F8A-4C581E4861F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9" y="3607"/>
                  <a:ext cx="234" cy="30"/>
                </a:xfrm>
                <a:custGeom>
                  <a:avLst/>
                  <a:gdLst>
                    <a:gd name="T0" fmla="*/ 2 w 234"/>
                    <a:gd name="T1" fmla="*/ 0 h 30"/>
                    <a:gd name="T2" fmla="*/ 0 w 234"/>
                    <a:gd name="T3" fmla="*/ 20 h 30"/>
                    <a:gd name="T4" fmla="*/ 233 w 234"/>
                    <a:gd name="T5" fmla="*/ 29 h 30"/>
                    <a:gd name="T6" fmla="*/ 233 w 234"/>
                    <a:gd name="T7" fmla="*/ 8 h 30"/>
                    <a:gd name="T8" fmla="*/ 2 w 234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4"/>
                    <a:gd name="T16" fmla="*/ 0 h 30"/>
                    <a:gd name="T17" fmla="*/ 234 w 234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4" h="30">
                      <a:moveTo>
                        <a:pt x="2" y="0"/>
                      </a:moveTo>
                      <a:lnTo>
                        <a:pt x="0" y="20"/>
                      </a:lnTo>
                      <a:lnTo>
                        <a:pt x="233" y="29"/>
                      </a:lnTo>
                      <a:lnTo>
                        <a:pt x="233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3" name="Freeform 38">
                  <a:extLst>
                    <a:ext uri="{FF2B5EF4-FFF2-40B4-BE49-F238E27FC236}">
                      <a16:creationId xmlns:a16="http://schemas.microsoft.com/office/drawing/2014/main" id="{623F7B52-401B-BA45-9B37-29D475429A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5" y="3773"/>
                  <a:ext cx="124" cy="44"/>
                </a:xfrm>
                <a:custGeom>
                  <a:avLst/>
                  <a:gdLst>
                    <a:gd name="T0" fmla="*/ 0 w 124"/>
                    <a:gd name="T1" fmla="*/ 0 h 44"/>
                    <a:gd name="T2" fmla="*/ 0 w 124"/>
                    <a:gd name="T3" fmla="*/ 28 h 44"/>
                    <a:gd name="T4" fmla="*/ 96 w 124"/>
                    <a:gd name="T5" fmla="*/ 43 h 44"/>
                    <a:gd name="T6" fmla="*/ 117 w 124"/>
                    <a:gd name="T7" fmla="*/ 37 h 44"/>
                    <a:gd name="T8" fmla="*/ 123 w 124"/>
                    <a:gd name="T9" fmla="*/ 17 h 44"/>
                    <a:gd name="T10" fmla="*/ 0 w 124"/>
                    <a:gd name="T11" fmla="*/ 0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44"/>
                    <a:gd name="T20" fmla="*/ 124 w 124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44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96" y="43"/>
                      </a:lnTo>
                      <a:lnTo>
                        <a:pt x="117" y="37"/>
                      </a:lnTo>
                      <a:lnTo>
                        <a:pt x="123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4" name="Freeform 39">
                  <a:extLst>
                    <a:ext uri="{FF2B5EF4-FFF2-40B4-BE49-F238E27FC236}">
                      <a16:creationId xmlns:a16="http://schemas.microsoft.com/office/drawing/2014/main" id="{7B4C461A-246E-EE41-99B5-91B270FE74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601"/>
                  <a:ext cx="119" cy="186"/>
                </a:xfrm>
                <a:custGeom>
                  <a:avLst/>
                  <a:gdLst>
                    <a:gd name="T0" fmla="*/ 0 w 119"/>
                    <a:gd name="T1" fmla="*/ 0 h 186"/>
                    <a:gd name="T2" fmla="*/ 0 w 119"/>
                    <a:gd name="T3" fmla="*/ 170 h 186"/>
                    <a:gd name="T4" fmla="*/ 118 w 119"/>
                    <a:gd name="T5" fmla="*/ 185 h 186"/>
                    <a:gd name="T6" fmla="*/ 118 w 119"/>
                    <a:gd name="T7" fmla="*/ 2 h 186"/>
                    <a:gd name="T8" fmla="*/ 0 w 119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"/>
                    <a:gd name="T16" fmla="*/ 0 h 186"/>
                    <a:gd name="T17" fmla="*/ 119 w 119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" h="186">
                      <a:moveTo>
                        <a:pt x="0" y="0"/>
                      </a:moveTo>
                      <a:lnTo>
                        <a:pt x="0" y="170"/>
                      </a:lnTo>
                      <a:lnTo>
                        <a:pt x="118" y="185"/>
                      </a:lnTo>
                      <a:lnTo>
                        <a:pt x="118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5" name="Freeform 40">
                  <a:extLst>
                    <a:ext uri="{FF2B5EF4-FFF2-40B4-BE49-F238E27FC236}">
                      <a16:creationId xmlns:a16="http://schemas.microsoft.com/office/drawing/2014/main" id="{4D0D08EB-6A36-AE4C-81F4-6098C2BA9F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508"/>
                  <a:ext cx="127" cy="94"/>
                </a:xfrm>
                <a:custGeom>
                  <a:avLst/>
                  <a:gdLst>
                    <a:gd name="T0" fmla="*/ 0 w 127"/>
                    <a:gd name="T1" fmla="*/ 0 h 94"/>
                    <a:gd name="T2" fmla="*/ 0 w 127"/>
                    <a:gd name="T3" fmla="*/ 89 h 94"/>
                    <a:gd name="T4" fmla="*/ 126 w 127"/>
                    <a:gd name="T5" fmla="*/ 93 h 94"/>
                    <a:gd name="T6" fmla="*/ 126 w 127"/>
                    <a:gd name="T7" fmla="*/ 2 h 94"/>
                    <a:gd name="T8" fmla="*/ 0 w 127"/>
                    <a:gd name="T9" fmla="*/ 0 h 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94"/>
                    <a:gd name="T17" fmla="*/ 127 w 127"/>
                    <a:gd name="T18" fmla="*/ 94 h 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94">
                      <a:moveTo>
                        <a:pt x="0" y="0"/>
                      </a:moveTo>
                      <a:lnTo>
                        <a:pt x="0" y="89"/>
                      </a:lnTo>
                      <a:lnTo>
                        <a:pt x="126" y="93"/>
                      </a:lnTo>
                      <a:lnTo>
                        <a:pt x="126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6" name="Freeform 41">
                  <a:extLst>
                    <a:ext uri="{FF2B5EF4-FFF2-40B4-BE49-F238E27FC236}">
                      <a16:creationId xmlns:a16="http://schemas.microsoft.com/office/drawing/2014/main" id="{7163391D-1A38-4F45-BBAD-064FE8521EB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1" y="3839"/>
                  <a:ext cx="33" cy="139"/>
                </a:xfrm>
                <a:custGeom>
                  <a:avLst/>
                  <a:gdLst>
                    <a:gd name="T0" fmla="*/ 0 w 33"/>
                    <a:gd name="T1" fmla="*/ 7 h 139"/>
                    <a:gd name="T2" fmla="*/ 0 w 33"/>
                    <a:gd name="T3" fmla="*/ 124 h 139"/>
                    <a:gd name="T4" fmla="*/ 32 w 33"/>
                    <a:gd name="T5" fmla="*/ 138 h 139"/>
                    <a:gd name="T6" fmla="*/ 32 w 33"/>
                    <a:gd name="T7" fmla="*/ 0 h 139"/>
                    <a:gd name="T8" fmla="*/ 0 w 33"/>
                    <a:gd name="T9" fmla="*/ 7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139"/>
                    <a:gd name="T17" fmla="*/ 33 w 33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139">
                      <a:moveTo>
                        <a:pt x="0" y="7"/>
                      </a:moveTo>
                      <a:lnTo>
                        <a:pt x="0" y="124"/>
                      </a:lnTo>
                      <a:lnTo>
                        <a:pt x="32" y="138"/>
                      </a:lnTo>
                      <a:lnTo>
                        <a:pt x="32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7" name="Freeform 42">
                  <a:extLst>
                    <a:ext uri="{FF2B5EF4-FFF2-40B4-BE49-F238E27FC236}">
                      <a16:creationId xmlns:a16="http://schemas.microsoft.com/office/drawing/2014/main" id="{E04E1A1C-28A6-4946-A1AE-F27794B0F3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71"/>
                  <a:ext cx="56" cy="132"/>
                </a:xfrm>
                <a:custGeom>
                  <a:avLst/>
                  <a:gdLst>
                    <a:gd name="T0" fmla="*/ 0 w 56"/>
                    <a:gd name="T1" fmla="*/ 0 h 132"/>
                    <a:gd name="T2" fmla="*/ 0 w 56"/>
                    <a:gd name="T3" fmla="*/ 117 h 132"/>
                    <a:gd name="T4" fmla="*/ 14 w 56"/>
                    <a:gd name="T5" fmla="*/ 131 h 132"/>
                    <a:gd name="T6" fmla="*/ 47 w 56"/>
                    <a:gd name="T7" fmla="*/ 131 h 132"/>
                    <a:gd name="T8" fmla="*/ 55 w 56"/>
                    <a:gd name="T9" fmla="*/ 123 h 132"/>
                    <a:gd name="T10" fmla="*/ 55 w 56"/>
                    <a:gd name="T11" fmla="*/ 0 h 132"/>
                    <a:gd name="T12" fmla="*/ 0 w 56"/>
                    <a:gd name="T13" fmla="*/ 0 h 13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6"/>
                    <a:gd name="T22" fmla="*/ 0 h 132"/>
                    <a:gd name="T23" fmla="*/ 56 w 56"/>
                    <a:gd name="T24" fmla="*/ 132 h 13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6" h="132">
                      <a:moveTo>
                        <a:pt x="0" y="0"/>
                      </a:moveTo>
                      <a:lnTo>
                        <a:pt x="0" y="117"/>
                      </a:lnTo>
                      <a:lnTo>
                        <a:pt x="14" y="131"/>
                      </a:lnTo>
                      <a:lnTo>
                        <a:pt x="47" y="131"/>
                      </a:lnTo>
                      <a:lnTo>
                        <a:pt x="55" y="123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68" name="Rectangle 43">
                  <a:extLst>
                    <a:ext uri="{FF2B5EF4-FFF2-40B4-BE49-F238E27FC236}">
                      <a16:creationId xmlns:a16="http://schemas.microsoft.com/office/drawing/2014/main" id="{2F26F153-34E6-4B4B-824A-05A2922B8B2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13" y="3582"/>
                  <a:ext cx="5" cy="2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69" name="Freeform 44">
                  <a:extLst>
                    <a:ext uri="{FF2B5EF4-FFF2-40B4-BE49-F238E27FC236}">
                      <a16:creationId xmlns:a16="http://schemas.microsoft.com/office/drawing/2014/main" id="{38B3C1E0-D025-7843-8D8B-2F25F611A6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03"/>
                  <a:ext cx="35" cy="69"/>
                </a:xfrm>
                <a:custGeom>
                  <a:avLst/>
                  <a:gdLst>
                    <a:gd name="T0" fmla="*/ 0 w 35"/>
                    <a:gd name="T1" fmla="*/ 2 h 69"/>
                    <a:gd name="T2" fmla="*/ 0 w 35"/>
                    <a:gd name="T3" fmla="*/ 68 h 69"/>
                    <a:gd name="T4" fmla="*/ 34 w 35"/>
                    <a:gd name="T5" fmla="*/ 68 h 69"/>
                    <a:gd name="T6" fmla="*/ 34 w 35"/>
                    <a:gd name="T7" fmla="*/ 0 h 69"/>
                    <a:gd name="T8" fmla="*/ 0 w 35"/>
                    <a:gd name="T9" fmla="*/ 2 h 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69"/>
                    <a:gd name="T17" fmla="*/ 35 w 35"/>
                    <a:gd name="T18" fmla="*/ 69 h 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69">
                      <a:moveTo>
                        <a:pt x="0" y="2"/>
                      </a:moveTo>
                      <a:lnTo>
                        <a:pt x="0" y="68"/>
                      </a:lnTo>
                      <a:lnTo>
                        <a:pt x="34" y="68"/>
                      </a:lnTo>
                      <a:lnTo>
                        <a:pt x="3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0" name="Freeform 45">
                  <a:extLst>
                    <a:ext uri="{FF2B5EF4-FFF2-40B4-BE49-F238E27FC236}">
                      <a16:creationId xmlns:a16="http://schemas.microsoft.com/office/drawing/2014/main" id="{3538D09F-9588-4845-9607-F91EDAAAF89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19" y="3399"/>
                  <a:ext cx="41" cy="73"/>
                </a:xfrm>
                <a:custGeom>
                  <a:avLst/>
                  <a:gdLst>
                    <a:gd name="T0" fmla="*/ 0 w 41"/>
                    <a:gd name="T1" fmla="*/ 4 h 73"/>
                    <a:gd name="T2" fmla="*/ 0 w 41"/>
                    <a:gd name="T3" fmla="*/ 72 h 73"/>
                    <a:gd name="T4" fmla="*/ 4 w 41"/>
                    <a:gd name="T5" fmla="*/ 72 h 73"/>
                    <a:gd name="T6" fmla="*/ 6 w 41"/>
                    <a:gd name="T7" fmla="*/ 67 h 73"/>
                    <a:gd name="T8" fmla="*/ 40 w 41"/>
                    <a:gd name="T9" fmla="*/ 67 h 73"/>
                    <a:gd name="T10" fmla="*/ 40 w 41"/>
                    <a:gd name="T11" fmla="*/ 0 h 73"/>
                    <a:gd name="T12" fmla="*/ 0 w 41"/>
                    <a:gd name="T13" fmla="*/ 4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1"/>
                    <a:gd name="T22" fmla="*/ 0 h 73"/>
                    <a:gd name="T23" fmla="*/ 41 w 41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1" h="73">
                      <a:moveTo>
                        <a:pt x="0" y="4"/>
                      </a:moveTo>
                      <a:lnTo>
                        <a:pt x="0" y="72"/>
                      </a:lnTo>
                      <a:lnTo>
                        <a:pt x="4" y="72"/>
                      </a:lnTo>
                      <a:lnTo>
                        <a:pt x="6" y="67"/>
                      </a:lnTo>
                      <a:lnTo>
                        <a:pt x="40" y="67"/>
                      </a:lnTo>
                      <a:lnTo>
                        <a:pt x="4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1" name="Rectangle 46">
                  <a:extLst>
                    <a:ext uri="{FF2B5EF4-FFF2-40B4-BE49-F238E27FC236}">
                      <a16:creationId xmlns:a16="http://schemas.microsoft.com/office/drawing/2014/main" id="{FA9CDD82-3ACA-FF4F-9AE4-8EAB192B27CE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43" y="3469"/>
                  <a:ext cx="5" cy="10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72" name="Freeform 47">
                  <a:extLst>
                    <a:ext uri="{FF2B5EF4-FFF2-40B4-BE49-F238E27FC236}">
                      <a16:creationId xmlns:a16="http://schemas.microsoft.com/office/drawing/2014/main" id="{912FC849-37F8-594A-AE47-64958A81D4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22" y="3465"/>
                  <a:ext cx="32" cy="16"/>
                </a:xfrm>
                <a:custGeom>
                  <a:avLst/>
                  <a:gdLst>
                    <a:gd name="T0" fmla="*/ 0 w 32"/>
                    <a:gd name="T1" fmla="*/ 0 h 16"/>
                    <a:gd name="T2" fmla="*/ 0 w 32"/>
                    <a:gd name="T3" fmla="*/ 5 h 16"/>
                    <a:gd name="T4" fmla="*/ 18 w 32"/>
                    <a:gd name="T5" fmla="*/ 5 h 16"/>
                    <a:gd name="T6" fmla="*/ 18 w 32"/>
                    <a:gd name="T7" fmla="*/ 15 h 16"/>
                    <a:gd name="T8" fmla="*/ 31 w 32"/>
                    <a:gd name="T9" fmla="*/ 15 h 16"/>
                    <a:gd name="T10" fmla="*/ 31 w 32"/>
                    <a:gd name="T11" fmla="*/ 0 h 16"/>
                    <a:gd name="T12" fmla="*/ 0 w 32"/>
                    <a:gd name="T13" fmla="*/ 0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2"/>
                    <a:gd name="T22" fmla="*/ 0 h 16"/>
                    <a:gd name="T23" fmla="*/ 32 w 32"/>
                    <a:gd name="T24" fmla="*/ 16 h 1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2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8" y="5"/>
                      </a:lnTo>
                      <a:lnTo>
                        <a:pt x="18" y="15"/>
                      </a:lnTo>
                      <a:lnTo>
                        <a:pt x="31" y="15"/>
                      </a:lnTo>
                      <a:lnTo>
                        <a:pt x="3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3" name="Freeform 48">
                  <a:extLst>
                    <a:ext uri="{FF2B5EF4-FFF2-40B4-BE49-F238E27FC236}">
                      <a16:creationId xmlns:a16="http://schemas.microsoft.com/office/drawing/2014/main" id="{EAC2A515-5CBE-1244-B97E-EE18EFE3A3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3495"/>
                  <a:ext cx="24" cy="83"/>
                </a:xfrm>
                <a:custGeom>
                  <a:avLst/>
                  <a:gdLst>
                    <a:gd name="T0" fmla="*/ 8 w 24"/>
                    <a:gd name="T1" fmla="*/ 0 h 83"/>
                    <a:gd name="T2" fmla="*/ 8 w 24"/>
                    <a:gd name="T3" fmla="*/ 2 h 83"/>
                    <a:gd name="T4" fmla="*/ 10 w 24"/>
                    <a:gd name="T5" fmla="*/ 2 h 83"/>
                    <a:gd name="T6" fmla="*/ 10 w 24"/>
                    <a:gd name="T7" fmla="*/ 4 h 83"/>
                    <a:gd name="T8" fmla="*/ 13 w 24"/>
                    <a:gd name="T9" fmla="*/ 4 h 83"/>
                    <a:gd name="T10" fmla="*/ 13 w 24"/>
                    <a:gd name="T11" fmla="*/ 7 h 83"/>
                    <a:gd name="T12" fmla="*/ 15 w 24"/>
                    <a:gd name="T13" fmla="*/ 7 h 83"/>
                    <a:gd name="T14" fmla="*/ 15 w 24"/>
                    <a:gd name="T15" fmla="*/ 11 h 83"/>
                    <a:gd name="T16" fmla="*/ 17 w 24"/>
                    <a:gd name="T17" fmla="*/ 11 h 83"/>
                    <a:gd name="T18" fmla="*/ 17 w 24"/>
                    <a:gd name="T19" fmla="*/ 15 h 83"/>
                    <a:gd name="T20" fmla="*/ 19 w 24"/>
                    <a:gd name="T21" fmla="*/ 17 h 83"/>
                    <a:gd name="T22" fmla="*/ 19 w 24"/>
                    <a:gd name="T23" fmla="*/ 21 h 83"/>
                    <a:gd name="T24" fmla="*/ 21 w 24"/>
                    <a:gd name="T25" fmla="*/ 21 h 83"/>
                    <a:gd name="T26" fmla="*/ 21 w 24"/>
                    <a:gd name="T27" fmla="*/ 30 h 83"/>
                    <a:gd name="T28" fmla="*/ 23 w 24"/>
                    <a:gd name="T29" fmla="*/ 32 h 83"/>
                    <a:gd name="T30" fmla="*/ 23 w 24"/>
                    <a:gd name="T31" fmla="*/ 50 h 83"/>
                    <a:gd name="T32" fmla="*/ 21 w 24"/>
                    <a:gd name="T33" fmla="*/ 50 h 83"/>
                    <a:gd name="T34" fmla="*/ 21 w 24"/>
                    <a:gd name="T35" fmla="*/ 66 h 83"/>
                    <a:gd name="T36" fmla="*/ 19 w 24"/>
                    <a:gd name="T37" fmla="*/ 66 h 83"/>
                    <a:gd name="T38" fmla="*/ 19 w 24"/>
                    <a:gd name="T39" fmla="*/ 70 h 83"/>
                    <a:gd name="T40" fmla="*/ 17 w 24"/>
                    <a:gd name="T41" fmla="*/ 70 h 83"/>
                    <a:gd name="T42" fmla="*/ 17 w 24"/>
                    <a:gd name="T43" fmla="*/ 73 h 83"/>
                    <a:gd name="T44" fmla="*/ 15 w 24"/>
                    <a:gd name="T45" fmla="*/ 73 h 83"/>
                    <a:gd name="T46" fmla="*/ 15 w 24"/>
                    <a:gd name="T47" fmla="*/ 80 h 83"/>
                    <a:gd name="T48" fmla="*/ 13 w 24"/>
                    <a:gd name="T49" fmla="*/ 80 h 83"/>
                    <a:gd name="T50" fmla="*/ 13 w 24"/>
                    <a:gd name="T51" fmla="*/ 82 h 83"/>
                    <a:gd name="T52" fmla="*/ 4 w 24"/>
                    <a:gd name="T53" fmla="*/ 82 h 83"/>
                    <a:gd name="T54" fmla="*/ 4 w 24"/>
                    <a:gd name="T55" fmla="*/ 80 h 83"/>
                    <a:gd name="T56" fmla="*/ 6 w 24"/>
                    <a:gd name="T57" fmla="*/ 80 h 83"/>
                    <a:gd name="T58" fmla="*/ 6 w 24"/>
                    <a:gd name="T59" fmla="*/ 73 h 83"/>
                    <a:gd name="T60" fmla="*/ 8 w 24"/>
                    <a:gd name="T61" fmla="*/ 73 h 83"/>
                    <a:gd name="T62" fmla="*/ 8 w 24"/>
                    <a:gd name="T63" fmla="*/ 70 h 83"/>
                    <a:gd name="T64" fmla="*/ 10 w 24"/>
                    <a:gd name="T65" fmla="*/ 70 h 83"/>
                    <a:gd name="T66" fmla="*/ 10 w 24"/>
                    <a:gd name="T67" fmla="*/ 66 h 83"/>
                    <a:gd name="T68" fmla="*/ 13 w 24"/>
                    <a:gd name="T69" fmla="*/ 66 h 83"/>
                    <a:gd name="T70" fmla="*/ 13 w 24"/>
                    <a:gd name="T71" fmla="*/ 50 h 83"/>
                    <a:gd name="T72" fmla="*/ 15 w 24"/>
                    <a:gd name="T73" fmla="*/ 50 h 83"/>
                    <a:gd name="T74" fmla="*/ 13 w 24"/>
                    <a:gd name="T75" fmla="*/ 48 h 83"/>
                    <a:gd name="T76" fmla="*/ 13 w 24"/>
                    <a:gd name="T77" fmla="*/ 32 h 83"/>
                    <a:gd name="T78" fmla="*/ 10 w 24"/>
                    <a:gd name="T79" fmla="*/ 30 h 83"/>
                    <a:gd name="T80" fmla="*/ 10 w 24"/>
                    <a:gd name="T81" fmla="*/ 17 h 83"/>
                    <a:gd name="T82" fmla="*/ 8 w 24"/>
                    <a:gd name="T83" fmla="*/ 15 h 83"/>
                    <a:gd name="T84" fmla="*/ 8 w 24"/>
                    <a:gd name="T85" fmla="*/ 11 h 83"/>
                    <a:gd name="T86" fmla="*/ 6 w 24"/>
                    <a:gd name="T87" fmla="*/ 11 h 83"/>
                    <a:gd name="T88" fmla="*/ 6 w 24"/>
                    <a:gd name="T89" fmla="*/ 7 h 83"/>
                    <a:gd name="T90" fmla="*/ 4 w 24"/>
                    <a:gd name="T91" fmla="*/ 7 h 83"/>
                    <a:gd name="T92" fmla="*/ 4 w 24"/>
                    <a:gd name="T93" fmla="*/ 4 h 83"/>
                    <a:gd name="T94" fmla="*/ 2 w 24"/>
                    <a:gd name="T95" fmla="*/ 4 h 83"/>
                    <a:gd name="T96" fmla="*/ 2 w 24"/>
                    <a:gd name="T97" fmla="*/ 2 h 83"/>
                    <a:gd name="T98" fmla="*/ 0 w 24"/>
                    <a:gd name="T99" fmla="*/ 2 h 83"/>
                    <a:gd name="T100" fmla="*/ 0 w 24"/>
                    <a:gd name="T101" fmla="*/ 0 h 83"/>
                    <a:gd name="T102" fmla="*/ 8 w 24"/>
                    <a:gd name="T103" fmla="*/ 0 h 8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4"/>
                    <a:gd name="T157" fmla="*/ 0 h 83"/>
                    <a:gd name="T158" fmla="*/ 24 w 24"/>
                    <a:gd name="T159" fmla="*/ 83 h 8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4" h="83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3" y="4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7" y="15"/>
                      </a:lnTo>
                      <a:lnTo>
                        <a:pt x="19" y="17"/>
                      </a:lnTo>
                      <a:lnTo>
                        <a:pt x="19" y="21"/>
                      </a:lnTo>
                      <a:lnTo>
                        <a:pt x="21" y="21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9" y="70"/>
                      </a:lnTo>
                      <a:lnTo>
                        <a:pt x="17" y="70"/>
                      </a:lnTo>
                      <a:lnTo>
                        <a:pt x="17" y="73"/>
                      </a:lnTo>
                      <a:lnTo>
                        <a:pt x="15" y="73"/>
                      </a:lnTo>
                      <a:lnTo>
                        <a:pt x="15" y="80"/>
                      </a:lnTo>
                      <a:lnTo>
                        <a:pt x="13" y="80"/>
                      </a:lnTo>
                      <a:lnTo>
                        <a:pt x="13" y="82"/>
                      </a:lnTo>
                      <a:lnTo>
                        <a:pt x="4" y="82"/>
                      </a:lnTo>
                      <a:lnTo>
                        <a:pt x="4" y="80"/>
                      </a:lnTo>
                      <a:lnTo>
                        <a:pt x="6" y="80"/>
                      </a:lnTo>
                      <a:lnTo>
                        <a:pt x="6" y="73"/>
                      </a:lnTo>
                      <a:lnTo>
                        <a:pt x="8" y="73"/>
                      </a:lnTo>
                      <a:lnTo>
                        <a:pt x="8" y="70"/>
                      </a:lnTo>
                      <a:lnTo>
                        <a:pt x="10" y="70"/>
                      </a:lnTo>
                      <a:lnTo>
                        <a:pt x="10" y="66"/>
                      </a:lnTo>
                      <a:lnTo>
                        <a:pt x="13" y="66"/>
                      </a:lnTo>
                      <a:lnTo>
                        <a:pt x="13" y="50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3" y="32"/>
                      </a:lnTo>
                      <a:lnTo>
                        <a:pt x="10" y="30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4" name="Freeform 49">
                  <a:extLst>
                    <a:ext uri="{FF2B5EF4-FFF2-40B4-BE49-F238E27FC236}">
                      <a16:creationId xmlns:a16="http://schemas.microsoft.com/office/drawing/2014/main" id="{BC4FC617-FA87-C047-9F08-6997AB5215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9" y="3399"/>
                  <a:ext cx="15" cy="203"/>
                </a:xfrm>
                <a:custGeom>
                  <a:avLst/>
                  <a:gdLst>
                    <a:gd name="T0" fmla="*/ 0 w 15"/>
                    <a:gd name="T1" fmla="*/ 2 h 203"/>
                    <a:gd name="T2" fmla="*/ 0 w 15"/>
                    <a:gd name="T3" fmla="*/ 190 h 203"/>
                    <a:gd name="T4" fmla="*/ 2 w 15"/>
                    <a:gd name="T5" fmla="*/ 193 h 203"/>
                    <a:gd name="T6" fmla="*/ 4 w 15"/>
                    <a:gd name="T7" fmla="*/ 198 h 203"/>
                    <a:gd name="T8" fmla="*/ 8 w 15"/>
                    <a:gd name="T9" fmla="*/ 200 h 203"/>
                    <a:gd name="T10" fmla="*/ 12 w 15"/>
                    <a:gd name="T11" fmla="*/ 202 h 203"/>
                    <a:gd name="T12" fmla="*/ 14 w 15"/>
                    <a:gd name="T13" fmla="*/ 202 h 203"/>
                    <a:gd name="T14" fmla="*/ 14 w 15"/>
                    <a:gd name="T15" fmla="*/ 0 h 203"/>
                    <a:gd name="T16" fmla="*/ 0 w 15"/>
                    <a:gd name="T17" fmla="*/ 2 h 20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03"/>
                    <a:gd name="T29" fmla="*/ 15 w 15"/>
                    <a:gd name="T30" fmla="*/ 203 h 20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03">
                      <a:moveTo>
                        <a:pt x="0" y="2"/>
                      </a:moveTo>
                      <a:lnTo>
                        <a:pt x="0" y="190"/>
                      </a:lnTo>
                      <a:lnTo>
                        <a:pt x="2" y="193"/>
                      </a:lnTo>
                      <a:lnTo>
                        <a:pt x="4" y="198"/>
                      </a:lnTo>
                      <a:lnTo>
                        <a:pt x="8" y="200"/>
                      </a:lnTo>
                      <a:lnTo>
                        <a:pt x="12" y="202"/>
                      </a:lnTo>
                      <a:lnTo>
                        <a:pt x="14" y="202"/>
                      </a:lnTo>
                      <a:lnTo>
                        <a:pt x="1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5" name="Freeform 50">
                  <a:extLst>
                    <a:ext uri="{FF2B5EF4-FFF2-40B4-BE49-F238E27FC236}">
                      <a16:creationId xmlns:a16="http://schemas.microsoft.com/office/drawing/2014/main" id="{381E596B-B8EC-C841-8FEF-651039FD1DF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59"/>
                  <a:ext cx="127" cy="151"/>
                </a:xfrm>
                <a:custGeom>
                  <a:avLst/>
                  <a:gdLst>
                    <a:gd name="T0" fmla="*/ 0 w 127"/>
                    <a:gd name="T1" fmla="*/ 6 h 151"/>
                    <a:gd name="T2" fmla="*/ 0 w 127"/>
                    <a:gd name="T3" fmla="*/ 148 h 151"/>
                    <a:gd name="T4" fmla="*/ 126 w 127"/>
                    <a:gd name="T5" fmla="*/ 150 h 151"/>
                    <a:gd name="T6" fmla="*/ 124 w 127"/>
                    <a:gd name="T7" fmla="*/ 0 h 151"/>
                    <a:gd name="T8" fmla="*/ 0 w 127"/>
                    <a:gd name="T9" fmla="*/ 6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51"/>
                    <a:gd name="T17" fmla="*/ 127 w 127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51">
                      <a:moveTo>
                        <a:pt x="0" y="6"/>
                      </a:moveTo>
                      <a:lnTo>
                        <a:pt x="0" y="148"/>
                      </a:lnTo>
                      <a:lnTo>
                        <a:pt x="126" y="150"/>
                      </a:lnTo>
                      <a:lnTo>
                        <a:pt x="124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6" name="Freeform 51">
                  <a:extLst>
                    <a:ext uri="{FF2B5EF4-FFF2-40B4-BE49-F238E27FC236}">
                      <a16:creationId xmlns:a16="http://schemas.microsoft.com/office/drawing/2014/main" id="{B04CFC52-0179-D84C-BDA2-0777F754CCC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359"/>
                  <a:ext cx="14" cy="14"/>
                </a:xfrm>
                <a:custGeom>
                  <a:avLst/>
                  <a:gdLst>
                    <a:gd name="T0" fmla="*/ 0 w 14"/>
                    <a:gd name="T1" fmla="*/ 0 h 14"/>
                    <a:gd name="T2" fmla="*/ 0 w 14"/>
                    <a:gd name="T3" fmla="*/ 9 h 14"/>
                    <a:gd name="T4" fmla="*/ 6 w 14"/>
                    <a:gd name="T5" fmla="*/ 11 h 14"/>
                    <a:gd name="T6" fmla="*/ 8 w 14"/>
                    <a:gd name="T7" fmla="*/ 13 h 14"/>
                    <a:gd name="T8" fmla="*/ 13 w 14"/>
                    <a:gd name="T9" fmla="*/ 13 h 14"/>
                    <a:gd name="T10" fmla="*/ 13 w 14"/>
                    <a:gd name="T11" fmla="*/ 0 h 14"/>
                    <a:gd name="T12" fmla="*/ 0 w 14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6" y="11"/>
                      </a:lnTo>
                      <a:lnTo>
                        <a:pt x="8" y="13"/>
                      </a:lnTo>
                      <a:lnTo>
                        <a:pt x="13" y="13"/>
                      </a:lnTo>
                      <a:lnTo>
                        <a:pt x="1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7" name="Freeform 52">
                  <a:extLst>
                    <a:ext uri="{FF2B5EF4-FFF2-40B4-BE49-F238E27FC236}">
                      <a16:creationId xmlns:a16="http://schemas.microsoft.com/office/drawing/2014/main" id="{D2C7E812-79D6-5140-BE4A-74346520613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59"/>
                  <a:ext cx="122" cy="23"/>
                </a:xfrm>
                <a:custGeom>
                  <a:avLst/>
                  <a:gdLst>
                    <a:gd name="T0" fmla="*/ 0 w 122"/>
                    <a:gd name="T1" fmla="*/ 7 h 23"/>
                    <a:gd name="T2" fmla="*/ 0 w 122"/>
                    <a:gd name="T3" fmla="*/ 18 h 23"/>
                    <a:gd name="T4" fmla="*/ 10 w 122"/>
                    <a:gd name="T5" fmla="*/ 22 h 23"/>
                    <a:gd name="T6" fmla="*/ 104 w 122"/>
                    <a:gd name="T7" fmla="*/ 14 h 23"/>
                    <a:gd name="T8" fmla="*/ 107 w 122"/>
                    <a:gd name="T9" fmla="*/ 9 h 23"/>
                    <a:gd name="T10" fmla="*/ 119 w 122"/>
                    <a:gd name="T11" fmla="*/ 9 h 23"/>
                    <a:gd name="T12" fmla="*/ 121 w 122"/>
                    <a:gd name="T13" fmla="*/ 0 h 23"/>
                    <a:gd name="T14" fmla="*/ 0 w 122"/>
                    <a:gd name="T15" fmla="*/ 7 h 2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22"/>
                    <a:gd name="T25" fmla="*/ 0 h 23"/>
                    <a:gd name="T26" fmla="*/ 122 w 122"/>
                    <a:gd name="T27" fmla="*/ 23 h 2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22" h="23">
                      <a:moveTo>
                        <a:pt x="0" y="7"/>
                      </a:moveTo>
                      <a:lnTo>
                        <a:pt x="0" y="18"/>
                      </a:lnTo>
                      <a:lnTo>
                        <a:pt x="10" y="22"/>
                      </a:lnTo>
                      <a:lnTo>
                        <a:pt x="104" y="14"/>
                      </a:lnTo>
                      <a:lnTo>
                        <a:pt x="107" y="9"/>
                      </a:lnTo>
                      <a:lnTo>
                        <a:pt x="119" y="9"/>
                      </a:lnTo>
                      <a:lnTo>
                        <a:pt x="121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78" name="Oval 53">
                  <a:extLst>
                    <a:ext uri="{FF2B5EF4-FFF2-40B4-BE49-F238E27FC236}">
                      <a16:creationId xmlns:a16="http://schemas.microsoft.com/office/drawing/2014/main" id="{CF705B8D-262F-0146-9444-7743F0AD946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15" y="4070"/>
                  <a:ext cx="7" cy="2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79" name="Oval 54">
                  <a:extLst>
                    <a:ext uri="{FF2B5EF4-FFF2-40B4-BE49-F238E27FC236}">
                      <a16:creationId xmlns:a16="http://schemas.microsoft.com/office/drawing/2014/main" id="{0A344133-12F3-4243-AB44-8D7C06269C4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85" y="4099"/>
                  <a:ext cx="8" cy="1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80" name="Freeform 55">
                  <a:extLst>
                    <a:ext uri="{FF2B5EF4-FFF2-40B4-BE49-F238E27FC236}">
                      <a16:creationId xmlns:a16="http://schemas.microsoft.com/office/drawing/2014/main" id="{11C98CA0-8259-A54D-B73C-994E8173204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86"/>
                  <a:ext cx="9" cy="20"/>
                </a:xfrm>
                <a:custGeom>
                  <a:avLst/>
                  <a:gdLst>
                    <a:gd name="T0" fmla="*/ 0 w 9"/>
                    <a:gd name="T1" fmla="*/ 0 h 20"/>
                    <a:gd name="T2" fmla="*/ 0 w 9"/>
                    <a:gd name="T3" fmla="*/ 17 h 20"/>
                    <a:gd name="T4" fmla="*/ 2 w 9"/>
                    <a:gd name="T5" fmla="*/ 19 h 20"/>
                    <a:gd name="T6" fmla="*/ 6 w 9"/>
                    <a:gd name="T7" fmla="*/ 19 h 20"/>
                    <a:gd name="T8" fmla="*/ 8 w 9"/>
                    <a:gd name="T9" fmla="*/ 17 h 20"/>
                    <a:gd name="T10" fmla="*/ 8 w 9"/>
                    <a:gd name="T11" fmla="*/ 0 h 20"/>
                    <a:gd name="T12" fmla="*/ 0 w 9"/>
                    <a:gd name="T13" fmla="*/ 0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"/>
                    <a:gd name="T22" fmla="*/ 0 h 20"/>
                    <a:gd name="T23" fmla="*/ 9 w 9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" h="20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1" name="Freeform 56">
                  <a:extLst>
                    <a:ext uri="{FF2B5EF4-FFF2-40B4-BE49-F238E27FC236}">
                      <a16:creationId xmlns:a16="http://schemas.microsoft.com/office/drawing/2014/main" id="{F1F4689D-57F9-9149-A6ED-692A3C5157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1" y="4056"/>
                  <a:ext cx="6" cy="20"/>
                </a:xfrm>
                <a:custGeom>
                  <a:avLst/>
                  <a:gdLst>
                    <a:gd name="T0" fmla="*/ 0 w 6"/>
                    <a:gd name="T1" fmla="*/ 2 h 20"/>
                    <a:gd name="T2" fmla="*/ 0 w 6"/>
                    <a:gd name="T3" fmla="*/ 17 h 20"/>
                    <a:gd name="T4" fmla="*/ 2 w 6"/>
                    <a:gd name="T5" fmla="*/ 19 h 20"/>
                    <a:gd name="T6" fmla="*/ 3 w 6"/>
                    <a:gd name="T7" fmla="*/ 19 h 20"/>
                    <a:gd name="T8" fmla="*/ 5 w 6"/>
                    <a:gd name="T9" fmla="*/ 17 h 20"/>
                    <a:gd name="T10" fmla="*/ 5 w 6"/>
                    <a:gd name="T11" fmla="*/ 0 h 20"/>
                    <a:gd name="T12" fmla="*/ 0 w 6"/>
                    <a:gd name="T13" fmla="*/ 2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"/>
                    <a:gd name="T22" fmla="*/ 0 h 20"/>
                    <a:gd name="T23" fmla="*/ 6 w 6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" h="20">
                      <a:moveTo>
                        <a:pt x="0" y="2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3" y="19"/>
                      </a:lnTo>
                      <a:lnTo>
                        <a:pt x="5" y="17"/>
                      </a:lnTo>
                      <a:lnTo>
                        <a:pt x="5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2" name="Oval 57">
                  <a:extLst>
                    <a:ext uri="{FF2B5EF4-FFF2-40B4-BE49-F238E27FC236}">
                      <a16:creationId xmlns:a16="http://schemas.microsoft.com/office/drawing/2014/main" id="{C2E29432-0369-D247-A8F9-89754515E410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899" y="4025"/>
                  <a:ext cx="6" cy="5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83" name="Freeform 58">
                  <a:extLst>
                    <a:ext uri="{FF2B5EF4-FFF2-40B4-BE49-F238E27FC236}">
                      <a16:creationId xmlns:a16="http://schemas.microsoft.com/office/drawing/2014/main" id="{1F59002E-9B31-2F41-82AA-CB3EBEF114E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900" y="4014"/>
                  <a:ext cx="8" cy="18"/>
                </a:xfrm>
                <a:custGeom>
                  <a:avLst/>
                  <a:gdLst>
                    <a:gd name="T0" fmla="*/ 0 w 8"/>
                    <a:gd name="T1" fmla="*/ 0 h 18"/>
                    <a:gd name="T2" fmla="*/ 0 w 8"/>
                    <a:gd name="T3" fmla="*/ 15 h 18"/>
                    <a:gd name="T4" fmla="*/ 2 w 8"/>
                    <a:gd name="T5" fmla="*/ 17 h 18"/>
                    <a:gd name="T6" fmla="*/ 7 w 8"/>
                    <a:gd name="T7" fmla="*/ 17 h 18"/>
                    <a:gd name="T8" fmla="*/ 7 w 8"/>
                    <a:gd name="T9" fmla="*/ 15 h 18"/>
                    <a:gd name="T10" fmla="*/ 7 w 8"/>
                    <a:gd name="T11" fmla="*/ 0 h 18"/>
                    <a:gd name="T12" fmla="*/ 0 w 8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"/>
                    <a:gd name="T22" fmla="*/ 0 h 18"/>
                    <a:gd name="T23" fmla="*/ 8 w 8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" h="18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4" name="Freeform 59">
                  <a:extLst>
                    <a:ext uri="{FF2B5EF4-FFF2-40B4-BE49-F238E27FC236}">
                      <a16:creationId xmlns:a16="http://schemas.microsoft.com/office/drawing/2014/main" id="{E25FE1B2-C4A3-0445-B448-9958B369ED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896" y="3998"/>
                  <a:ext cx="22" cy="18"/>
                </a:xfrm>
                <a:custGeom>
                  <a:avLst/>
                  <a:gdLst>
                    <a:gd name="T0" fmla="*/ 0 w 22"/>
                    <a:gd name="T1" fmla="*/ 2 h 18"/>
                    <a:gd name="T2" fmla="*/ 0 w 22"/>
                    <a:gd name="T3" fmla="*/ 15 h 18"/>
                    <a:gd name="T4" fmla="*/ 7 w 22"/>
                    <a:gd name="T5" fmla="*/ 17 h 18"/>
                    <a:gd name="T6" fmla="*/ 21 w 22"/>
                    <a:gd name="T7" fmla="*/ 15 h 18"/>
                    <a:gd name="T8" fmla="*/ 21 w 22"/>
                    <a:gd name="T9" fmla="*/ 0 h 18"/>
                    <a:gd name="T10" fmla="*/ 0 w 22"/>
                    <a:gd name="T11" fmla="*/ 2 h 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18"/>
                    <a:gd name="T20" fmla="*/ 22 w 22"/>
                    <a:gd name="T21" fmla="*/ 18 h 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18">
                      <a:moveTo>
                        <a:pt x="0" y="2"/>
                      </a:moveTo>
                      <a:lnTo>
                        <a:pt x="0" y="15"/>
                      </a:lnTo>
                      <a:lnTo>
                        <a:pt x="7" y="17"/>
                      </a:lnTo>
                      <a:lnTo>
                        <a:pt x="21" y="15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5" name="Line 60">
                  <a:extLst>
                    <a:ext uri="{FF2B5EF4-FFF2-40B4-BE49-F238E27FC236}">
                      <a16:creationId xmlns:a16="http://schemas.microsoft.com/office/drawing/2014/main" id="{90B14315-BBDA-3148-AA49-5699F458E3A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903" y="3998"/>
                  <a:ext cx="0" cy="2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86" name="Freeform 61">
                  <a:extLst>
                    <a:ext uri="{FF2B5EF4-FFF2-40B4-BE49-F238E27FC236}">
                      <a16:creationId xmlns:a16="http://schemas.microsoft.com/office/drawing/2014/main" id="{8AF252D8-8AE6-294F-A916-98F197CD0D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606"/>
                  <a:ext cx="189" cy="13"/>
                </a:xfrm>
                <a:custGeom>
                  <a:avLst/>
                  <a:gdLst>
                    <a:gd name="T0" fmla="*/ 2 w 189"/>
                    <a:gd name="T1" fmla="*/ 0 h 13"/>
                    <a:gd name="T2" fmla="*/ 0 w 189"/>
                    <a:gd name="T3" fmla="*/ 5 h 13"/>
                    <a:gd name="T4" fmla="*/ 188 w 189"/>
                    <a:gd name="T5" fmla="*/ 12 h 13"/>
                    <a:gd name="T6" fmla="*/ 188 w 189"/>
                    <a:gd name="T7" fmla="*/ 8 h 13"/>
                    <a:gd name="T8" fmla="*/ 2 w 189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13"/>
                    <a:gd name="T17" fmla="*/ 189 w 189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13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88" y="12"/>
                      </a:lnTo>
                      <a:lnTo>
                        <a:pt x="188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7" name="Freeform 62">
                  <a:extLst>
                    <a:ext uri="{FF2B5EF4-FFF2-40B4-BE49-F238E27FC236}">
                      <a16:creationId xmlns:a16="http://schemas.microsoft.com/office/drawing/2014/main" id="{4790C449-B62D-A242-B6EE-DE1E1A09D67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2" y="3602"/>
                  <a:ext cx="32" cy="12"/>
                </a:xfrm>
                <a:custGeom>
                  <a:avLst/>
                  <a:gdLst>
                    <a:gd name="T0" fmla="*/ 31 w 32"/>
                    <a:gd name="T1" fmla="*/ 7 h 12"/>
                    <a:gd name="T2" fmla="*/ 31 w 32"/>
                    <a:gd name="T3" fmla="*/ 0 h 12"/>
                    <a:gd name="T4" fmla="*/ 0 w 32"/>
                    <a:gd name="T5" fmla="*/ 0 h 12"/>
                    <a:gd name="T6" fmla="*/ 0 w 32"/>
                    <a:gd name="T7" fmla="*/ 6 h 12"/>
                    <a:gd name="T8" fmla="*/ 8 w 32"/>
                    <a:gd name="T9" fmla="*/ 9 h 12"/>
                    <a:gd name="T10" fmla="*/ 18 w 32"/>
                    <a:gd name="T11" fmla="*/ 11 h 12"/>
                    <a:gd name="T12" fmla="*/ 25 w 32"/>
                    <a:gd name="T13" fmla="*/ 9 h 12"/>
                    <a:gd name="T14" fmla="*/ 31 w 32"/>
                    <a:gd name="T15" fmla="*/ 7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2"/>
                    <a:gd name="T25" fmla="*/ 0 h 12"/>
                    <a:gd name="T26" fmla="*/ 32 w 32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2" h="12">
                      <a:moveTo>
                        <a:pt x="31" y="7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9"/>
                      </a:lnTo>
                      <a:lnTo>
                        <a:pt x="18" y="11"/>
                      </a:lnTo>
                      <a:lnTo>
                        <a:pt x="25" y="9"/>
                      </a:lnTo>
                      <a:lnTo>
                        <a:pt x="31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8" name="Freeform 63">
                  <a:extLst>
                    <a:ext uri="{FF2B5EF4-FFF2-40B4-BE49-F238E27FC236}">
                      <a16:creationId xmlns:a16="http://schemas.microsoft.com/office/drawing/2014/main" id="{49E2656A-7AEF-ED47-A26A-842A56E5E2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24"/>
                  <a:ext cx="223" cy="26"/>
                </a:xfrm>
                <a:custGeom>
                  <a:avLst/>
                  <a:gdLst>
                    <a:gd name="T0" fmla="*/ 0 w 223"/>
                    <a:gd name="T1" fmla="*/ 19 h 26"/>
                    <a:gd name="T2" fmla="*/ 0 w 223"/>
                    <a:gd name="T3" fmla="*/ 25 h 26"/>
                    <a:gd name="T4" fmla="*/ 222 w 223"/>
                    <a:gd name="T5" fmla="*/ 8 h 26"/>
                    <a:gd name="T6" fmla="*/ 222 w 223"/>
                    <a:gd name="T7" fmla="*/ 0 h 26"/>
                    <a:gd name="T8" fmla="*/ 0 w 223"/>
                    <a:gd name="T9" fmla="*/ 19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"/>
                    <a:gd name="T16" fmla="*/ 0 h 26"/>
                    <a:gd name="T17" fmla="*/ 223 w 223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" h="26">
                      <a:moveTo>
                        <a:pt x="0" y="19"/>
                      </a:moveTo>
                      <a:lnTo>
                        <a:pt x="0" y="25"/>
                      </a:lnTo>
                      <a:lnTo>
                        <a:pt x="222" y="8"/>
                      </a:lnTo>
                      <a:lnTo>
                        <a:pt x="222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89" name="Freeform 64">
                  <a:extLst>
                    <a:ext uri="{FF2B5EF4-FFF2-40B4-BE49-F238E27FC236}">
                      <a16:creationId xmlns:a16="http://schemas.microsoft.com/office/drawing/2014/main" id="{F5D43229-5EFF-A546-BE75-BF7A9F26E0E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2" y="3322"/>
                  <a:ext cx="26" cy="466"/>
                </a:xfrm>
                <a:custGeom>
                  <a:avLst/>
                  <a:gdLst>
                    <a:gd name="T0" fmla="*/ 0 w 26"/>
                    <a:gd name="T1" fmla="*/ 0 h 466"/>
                    <a:gd name="T2" fmla="*/ 4 w 26"/>
                    <a:gd name="T3" fmla="*/ 463 h 466"/>
                    <a:gd name="T4" fmla="*/ 10 w 26"/>
                    <a:gd name="T5" fmla="*/ 465 h 466"/>
                    <a:gd name="T6" fmla="*/ 16 w 26"/>
                    <a:gd name="T7" fmla="*/ 443 h 466"/>
                    <a:gd name="T8" fmla="*/ 10 w 26"/>
                    <a:gd name="T9" fmla="*/ 13 h 466"/>
                    <a:gd name="T10" fmla="*/ 25 w 26"/>
                    <a:gd name="T11" fmla="*/ 13 h 466"/>
                    <a:gd name="T12" fmla="*/ 25 w 26"/>
                    <a:gd name="T13" fmla="*/ 0 h 466"/>
                    <a:gd name="T14" fmla="*/ 0 w 26"/>
                    <a:gd name="T15" fmla="*/ 0 h 46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"/>
                    <a:gd name="T25" fmla="*/ 0 h 466"/>
                    <a:gd name="T26" fmla="*/ 26 w 26"/>
                    <a:gd name="T27" fmla="*/ 466 h 46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" h="466">
                      <a:moveTo>
                        <a:pt x="0" y="0"/>
                      </a:moveTo>
                      <a:lnTo>
                        <a:pt x="4" y="463"/>
                      </a:lnTo>
                      <a:lnTo>
                        <a:pt x="10" y="465"/>
                      </a:lnTo>
                      <a:lnTo>
                        <a:pt x="16" y="443"/>
                      </a:lnTo>
                      <a:lnTo>
                        <a:pt x="10" y="13"/>
                      </a:lnTo>
                      <a:lnTo>
                        <a:pt x="25" y="13"/>
                      </a:lnTo>
                      <a:lnTo>
                        <a:pt x="2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0" name="Freeform 65">
                  <a:extLst>
                    <a:ext uri="{FF2B5EF4-FFF2-40B4-BE49-F238E27FC236}">
                      <a16:creationId xmlns:a16="http://schemas.microsoft.com/office/drawing/2014/main" id="{A6A66C79-1911-0D4B-BF0A-BB894B7BA17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1" y="3827"/>
                  <a:ext cx="51" cy="162"/>
                </a:xfrm>
                <a:custGeom>
                  <a:avLst/>
                  <a:gdLst>
                    <a:gd name="T0" fmla="*/ 2 w 51"/>
                    <a:gd name="T1" fmla="*/ 146 h 162"/>
                    <a:gd name="T2" fmla="*/ 4 w 51"/>
                    <a:gd name="T3" fmla="*/ 144 h 162"/>
                    <a:gd name="T4" fmla="*/ 8 w 51"/>
                    <a:gd name="T5" fmla="*/ 142 h 162"/>
                    <a:gd name="T6" fmla="*/ 11 w 51"/>
                    <a:gd name="T7" fmla="*/ 139 h 162"/>
                    <a:gd name="T8" fmla="*/ 17 w 51"/>
                    <a:gd name="T9" fmla="*/ 131 h 162"/>
                    <a:gd name="T10" fmla="*/ 21 w 51"/>
                    <a:gd name="T11" fmla="*/ 120 h 162"/>
                    <a:gd name="T12" fmla="*/ 25 w 51"/>
                    <a:gd name="T13" fmla="*/ 111 h 162"/>
                    <a:gd name="T14" fmla="*/ 29 w 51"/>
                    <a:gd name="T15" fmla="*/ 90 h 162"/>
                    <a:gd name="T16" fmla="*/ 31 w 51"/>
                    <a:gd name="T17" fmla="*/ 64 h 162"/>
                    <a:gd name="T18" fmla="*/ 33 w 51"/>
                    <a:gd name="T19" fmla="*/ 54 h 162"/>
                    <a:gd name="T20" fmla="*/ 33 w 51"/>
                    <a:gd name="T21" fmla="*/ 46 h 162"/>
                    <a:gd name="T22" fmla="*/ 34 w 51"/>
                    <a:gd name="T23" fmla="*/ 39 h 162"/>
                    <a:gd name="T24" fmla="*/ 34 w 51"/>
                    <a:gd name="T25" fmla="*/ 28 h 162"/>
                    <a:gd name="T26" fmla="*/ 36 w 51"/>
                    <a:gd name="T27" fmla="*/ 2 h 162"/>
                    <a:gd name="T28" fmla="*/ 48 w 51"/>
                    <a:gd name="T29" fmla="*/ 0 h 162"/>
                    <a:gd name="T30" fmla="*/ 50 w 51"/>
                    <a:gd name="T31" fmla="*/ 26 h 162"/>
                    <a:gd name="T32" fmla="*/ 48 w 51"/>
                    <a:gd name="T33" fmla="*/ 42 h 162"/>
                    <a:gd name="T34" fmla="*/ 48 w 51"/>
                    <a:gd name="T35" fmla="*/ 52 h 162"/>
                    <a:gd name="T36" fmla="*/ 46 w 51"/>
                    <a:gd name="T37" fmla="*/ 63 h 162"/>
                    <a:gd name="T38" fmla="*/ 44 w 51"/>
                    <a:gd name="T39" fmla="*/ 74 h 162"/>
                    <a:gd name="T40" fmla="*/ 42 w 51"/>
                    <a:gd name="T41" fmla="*/ 89 h 162"/>
                    <a:gd name="T42" fmla="*/ 40 w 51"/>
                    <a:gd name="T43" fmla="*/ 111 h 162"/>
                    <a:gd name="T44" fmla="*/ 33 w 51"/>
                    <a:gd name="T45" fmla="*/ 131 h 162"/>
                    <a:gd name="T46" fmla="*/ 27 w 51"/>
                    <a:gd name="T47" fmla="*/ 144 h 162"/>
                    <a:gd name="T48" fmla="*/ 19 w 51"/>
                    <a:gd name="T49" fmla="*/ 159 h 162"/>
                    <a:gd name="T50" fmla="*/ 17 w 51"/>
                    <a:gd name="T51" fmla="*/ 161 h 162"/>
                    <a:gd name="T52" fmla="*/ 11 w 51"/>
                    <a:gd name="T53" fmla="*/ 159 h 162"/>
                    <a:gd name="T54" fmla="*/ 2 w 51"/>
                    <a:gd name="T55" fmla="*/ 155 h 162"/>
                    <a:gd name="T56" fmla="*/ 0 w 51"/>
                    <a:gd name="T57" fmla="*/ 148 h 162"/>
                    <a:gd name="T58" fmla="*/ 2 w 51"/>
                    <a:gd name="T59" fmla="*/ 146 h 162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51"/>
                    <a:gd name="T91" fmla="*/ 0 h 162"/>
                    <a:gd name="T92" fmla="*/ 51 w 51"/>
                    <a:gd name="T93" fmla="*/ 162 h 162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51" h="162">
                      <a:moveTo>
                        <a:pt x="2" y="146"/>
                      </a:moveTo>
                      <a:lnTo>
                        <a:pt x="4" y="144"/>
                      </a:lnTo>
                      <a:lnTo>
                        <a:pt x="8" y="142"/>
                      </a:lnTo>
                      <a:lnTo>
                        <a:pt x="11" y="139"/>
                      </a:lnTo>
                      <a:lnTo>
                        <a:pt x="17" y="131"/>
                      </a:lnTo>
                      <a:lnTo>
                        <a:pt x="21" y="120"/>
                      </a:lnTo>
                      <a:lnTo>
                        <a:pt x="25" y="111"/>
                      </a:lnTo>
                      <a:lnTo>
                        <a:pt x="29" y="90"/>
                      </a:lnTo>
                      <a:lnTo>
                        <a:pt x="31" y="64"/>
                      </a:lnTo>
                      <a:lnTo>
                        <a:pt x="33" y="54"/>
                      </a:lnTo>
                      <a:lnTo>
                        <a:pt x="33" y="46"/>
                      </a:lnTo>
                      <a:lnTo>
                        <a:pt x="34" y="39"/>
                      </a:lnTo>
                      <a:lnTo>
                        <a:pt x="34" y="28"/>
                      </a:lnTo>
                      <a:lnTo>
                        <a:pt x="36" y="2"/>
                      </a:lnTo>
                      <a:lnTo>
                        <a:pt x="48" y="0"/>
                      </a:lnTo>
                      <a:lnTo>
                        <a:pt x="50" y="26"/>
                      </a:lnTo>
                      <a:lnTo>
                        <a:pt x="48" y="42"/>
                      </a:lnTo>
                      <a:lnTo>
                        <a:pt x="48" y="52"/>
                      </a:lnTo>
                      <a:lnTo>
                        <a:pt x="46" y="63"/>
                      </a:lnTo>
                      <a:lnTo>
                        <a:pt x="44" y="74"/>
                      </a:lnTo>
                      <a:lnTo>
                        <a:pt x="42" y="89"/>
                      </a:lnTo>
                      <a:lnTo>
                        <a:pt x="40" y="111"/>
                      </a:lnTo>
                      <a:lnTo>
                        <a:pt x="33" y="131"/>
                      </a:lnTo>
                      <a:lnTo>
                        <a:pt x="27" y="144"/>
                      </a:lnTo>
                      <a:lnTo>
                        <a:pt x="19" y="159"/>
                      </a:lnTo>
                      <a:lnTo>
                        <a:pt x="17" y="161"/>
                      </a:lnTo>
                      <a:lnTo>
                        <a:pt x="11" y="159"/>
                      </a:lnTo>
                      <a:lnTo>
                        <a:pt x="2" y="155"/>
                      </a:lnTo>
                      <a:lnTo>
                        <a:pt x="0" y="148"/>
                      </a:lnTo>
                      <a:lnTo>
                        <a:pt x="2" y="14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1" name="Freeform 66">
                  <a:extLst>
                    <a:ext uri="{FF2B5EF4-FFF2-40B4-BE49-F238E27FC236}">
                      <a16:creationId xmlns:a16="http://schemas.microsoft.com/office/drawing/2014/main" id="{02B80617-F052-BC45-A64F-BBE6154DBD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2"/>
                  <a:ext cx="51" cy="5"/>
                </a:xfrm>
                <a:custGeom>
                  <a:avLst/>
                  <a:gdLst>
                    <a:gd name="T0" fmla="*/ 0 w 51"/>
                    <a:gd name="T1" fmla="*/ 2 h 5"/>
                    <a:gd name="T2" fmla="*/ 25 w 51"/>
                    <a:gd name="T3" fmla="*/ 4 h 5"/>
                    <a:gd name="T4" fmla="*/ 50 w 51"/>
                    <a:gd name="T5" fmla="*/ 2 h 5"/>
                    <a:gd name="T6" fmla="*/ 21 w 51"/>
                    <a:gd name="T7" fmla="*/ 0 h 5"/>
                    <a:gd name="T8" fmla="*/ 0 w 51"/>
                    <a:gd name="T9" fmla="*/ 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5"/>
                    <a:gd name="T17" fmla="*/ 51 w 51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5">
                      <a:moveTo>
                        <a:pt x="0" y="2"/>
                      </a:moveTo>
                      <a:lnTo>
                        <a:pt x="25" y="4"/>
                      </a:lnTo>
                      <a:lnTo>
                        <a:pt x="50" y="2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2" name="Rectangle 67">
                  <a:extLst>
                    <a:ext uri="{FF2B5EF4-FFF2-40B4-BE49-F238E27FC236}">
                      <a16:creationId xmlns:a16="http://schemas.microsoft.com/office/drawing/2014/main" id="{1B0FF291-A34F-E743-A823-42F10444439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31"/>
                  <a:ext cx="1" cy="9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93" name="Oval 68">
                  <a:extLst>
                    <a:ext uri="{FF2B5EF4-FFF2-40B4-BE49-F238E27FC236}">
                      <a16:creationId xmlns:a16="http://schemas.microsoft.com/office/drawing/2014/main" id="{08A6329D-0D9A-4D4B-84C0-82AD7E43112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26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94" name="Freeform 69">
                  <a:extLst>
                    <a:ext uri="{FF2B5EF4-FFF2-40B4-BE49-F238E27FC236}">
                      <a16:creationId xmlns:a16="http://schemas.microsoft.com/office/drawing/2014/main" id="{3C31AC11-C034-774C-9D14-7D8E927FDA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69" y="3676"/>
                  <a:ext cx="15" cy="19"/>
                </a:xfrm>
                <a:custGeom>
                  <a:avLst/>
                  <a:gdLst>
                    <a:gd name="T0" fmla="*/ 4 w 15"/>
                    <a:gd name="T1" fmla="*/ 0 h 19"/>
                    <a:gd name="T2" fmla="*/ 0 w 15"/>
                    <a:gd name="T3" fmla="*/ 18 h 19"/>
                    <a:gd name="T4" fmla="*/ 11 w 15"/>
                    <a:gd name="T5" fmla="*/ 18 h 19"/>
                    <a:gd name="T6" fmla="*/ 14 w 15"/>
                    <a:gd name="T7" fmla="*/ 2 h 19"/>
                    <a:gd name="T8" fmla="*/ 4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9"/>
                    <a:gd name="T17" fmla="*/ 15 w 15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1" y="18"/>
                      </a:lnTo>
                      <a:lnTo>
                        <a:pt x="14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5" name="Freeform 70">
                  <a:extLst>
                    <a:ext uri="{FF2B5EF4-FFF2-40B4-BE49-F238E27FC236}">
                      <a16:creationId xmlns:a16="http://schemas.microsoft.com/office/drawing/2014/main" id="{66D6D49B-BA68-834D-B0B7-0755521177D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38" y="3789"/>
                  <a:ext cx="19" cy="19"/>
                </a:xfrm>
                <a:custGeom>
                  <a:avLst/>
                  <a:gdLst>
                    <a:gd name="T0" fmla="*/ 4 w 19"/>
                    <a:gd name="T1" fmla="*/ 0 h 19"/>
                    <a:gd name="T2" fmla="*/ 0 w 19"/>
                    <a:gd name="T3" fmla="*/ 18 h 19"/>
                    <a:gd name="T4" fmla="*/ 12 w 19"/>
                    <a:gd name="T5" fmla="*/ 18 h 19"/>
                    <a:gd name="T6" fmla="*/ 18 w 19"/>
                    <a:gd name="T7" fmla="*/ 0 h 19"/>
                    <a:gd name="T8" fmla="*/ 4 w 19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19"/>
                    <a:gd name="T17" fmla="*/ 19 w 19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2" y="18"/>
                      </a:lnTo>
                      <a:lnTo>
                        <a:pt x="18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6" name="Freeform 71">
                  <a:extLst>
                    <a:ext uri="{FF2B5EF4-FFF2-40B4-BE49-F238E27FC236}">
                      <a16:creationId xmlns:a16="http://schemas.microsoft.com/office/drawing/2014/main" id="{874C125A-3E89-EA4F-9FCB-72D51D3055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8" y="3613"/>
                  <a:ext cx="39" cy="226"/>
                </a:xfrm>
                <a:custGeom>
                  <a:avLst/>
                  <a:gdLst>
                    <a:gd name="T0" fmla="*/ 16 w 39"/>
                    <a:gd name="T1" fmla="*/ 1 h 226"/>
                    <a:gd name="T2" fmla="*/ 18 w 39"/>
                    <a:gd name="T3" fmla="*/ 18 h 226"/>
                    <a:gd name="T4" fmla="*/ 18 w 39"/>
                    <a:gd name="T5" fmla="*/ 32 h 226"/>
                    <a:gd name="T6" fmla="*/ 20 w 39"/>
                    <a:gd name="T7" fmla="*/ 38 h 226"/>
                    <a:gd name="T8" fmla="*/ 20 w 39"/>
                    <a:gd name="T9" fmla="*/ 46 h 226"/>
                    <a:gd name="T10" fmla="*/ 22 w 39"/>
                    <a:gd name="T11" fmla="*/ 58 h 226"/>
                    <a:gd name="T12" fmla="*/ 26 w 39"/>
                    <a:gd name="T13" fmla="*/ 78 h 226"/>
                    <a:gd name="T14" fmla="*/ 31 w 39"/>
                    <a:gd name="T15" fmla="*/ 99 h 226"/>
                    <a:gd name="T16" fmla="*/ 32 w 39"/>
                    <a:gd name="T17" fmla="*/ 121 h 226"/>
                    <a:gd name="T18" fmla="*/ 34 w 39"/>
                    <a:gd name="T19" fmla="*/ 142 h 226"/>
                    <a:gd name="T20" fmla="*/ 36 w 39"/>
                    <a:gd name="T21" fmla="*/ 155 h 226"/>
                    <a:gd name="T22" fmla="*/ 38 w 39"/>
                    <a:gd name="T23" fmla="*/ 168 h 226"/>
                    <a:gd name="T24" fmla="*/ 38 w 39"/>
                    <a:gd name="T25" fmla="*/ 180 h 226"/>
                    <a:gd name="T26" fmla="*/ 38 w 39"/>
                    <a:gd name="T27" fmla="*/ 199 h 226"/>
                    <a:gd name="T28" fmla="*/ 34 w 39"/>
                    <a:gd name="T29" fmla="*/ 214 h 226"/>
                    <a:gd name="T30" fmla="*/ 26 w 39"/>
                    <a:gd name="T31" fmla="*/ 223 h 226"/>
                    <a:gd name="T32" fmla="*/ 22 w 39"/>
                    <a:gd name="T33" fmla="*/ 225 h 226"/>
                    <a:gd name="T34" fmla="*/ 18 w 39"/>
                    <a:gd name="T35" fmla="*/ 225 h 226"/>
                    <a:gd name="T36" fmla="*/ 10 w 39"/>
                    <a:gd name="T37" fmla="*/ 219 h 226"/>
                    <a:gd name="T38" fmla="*/ 7 w 39"/>
                    <a:gd name="T39" fmla="*/ 214 h 226"/>
                    <a:gd name="T40" fmla="*/ 4 w 39"/>
                    <a:gd name="T41" fmla="*/ 210 h 226"/>
                    <a:gd name="T42" fmla="*/ 0 w 39"/>
                    <a:gd name="T43" fmla="*/ 206 h 226"/>
                    <a:gd name="T44" fmla="*/ 0 w 39"/>
                    <a:gd name="T45" fmla="*/ 203 h 226"/>
                    <a:gd name="T46" fmla="*/ 0 w 39"/>
                    <a:gd name="T47" fmla="*/ 201 h 226"/>
                    <a:gd name="T48" fmla="*/ 2 w 39"/>
                    <a:gd name="T49" fmla="*/ 199 h 226"/>
                    <a:gd name="T50" fmla="*/ 4 w 39"/>
                    <a:gd name="T51" fmla="*/ 199 h 226"/>
                    <a:gd name="T52" fmla="*/ 6 w 39"/>
                    <a:gd name="T53" fmla="*/ 201 h 226"/>
                    <a:gd name="T54" fmla="*/ 7 w 39"/>
                    <a:gd name="T55" fmla="*/ 204 h 226"/>
                    <a:gd name="T56" fmla="*/ 12 w 39"/>
                    <a:gd name="T57" fmla="*/ 212 h 226"/>
                    <a:gd name="T58" fmla="*/ 16 w 39"/>
                    <a:gd name="T59" fmla="*/ 214 h 226"/>
                    <a:gd name="T60" fmla="*/ 22 w 39"/>
                    <a:gd name="T61" fmla="*/ 214 h 226"/>
                    <a:gd name="T62" fmla="*/ 26 w 39"/>
                    <a:gd name="T63" fmla="*/ 212 h 226"/>
                    <a:gd name="T64" fmla="*/ 29 w 39"/>
                    <a:gd name="T65" fmla="*/ 208 h 226"/>
                    <a:gd name="T66" fmla="*/ 32 w 39"/>
                    <a:gd name="T67" fmla="*/ 199 h 226"/>
                    <a:gd name="T68" fmla="*/ 32 w 39"/>
                    <a:gd name="T69" fmla="*/ 186 h 226"/>
                    <a:gd name="T70" fmla="*/ 31 w 39"/>
                    <a:gd name="T71" fmla="*/ 176 h 226"/>
                    <a:gd name="T72" fmla="*/ 31 w 39"/>
                    <a:gd name="T73" fmla="*/ 166 h 226"/>
                    <a:gd name="T74" fmla="*/ 31 w 39"/>
                    <a:gd name="T75" fmla="*/ 148 h 226"/>
                    <a:gd name="T76" fmla="*/ 31 w 39"/>
                    <a:gd name="T77" fmla="*/ 153 h 226"/>
                    <a:gd name="T78" fmla="*/ 31 w 39"/>
                    <a:gd name="T79" fmla="*/ 148 h 226"/>
                    <a:gd name="T80" fmla="*/ 29 w 39"/>
                    <a:gd name="T81" fmla="*/ 137 h 226"/>
                    <a:gd name="T82" fmla="*/ 26 w 39"/>
                    <a:gd name="T83" fmla="*/ 115 h 226"/>
                    <a:gd name="T84" fmla="*/ 24 w 39"/>
                    <a:gd name="T85" fmla="*/ 97 h 226"/>
                    <a:gd name="T86" fmla="*/ 20 w 39"/>
                    <a:gd name="T87" fmla="*/ 77 h 226"/>
                    <a:gd name="T88" fmla="*/ 18 w 39"/>
                    <a:gd name="T89" fmla="*/ 54 h 226"/>
                    <a:gd name="T90" fmla="*/ 14 w 39"/>
                    <a:gd name="T91" fmla="*/ 36 h 226"/>
                    <a:gd name="T92" fmla="*/ 12 w 39"/>
                    <a:gd name="T93" fmla="*/ 26 h 226"/>
                    <a:gd name="T94" fmla="*/ 12 w 39"/>
                    <a:gd name="T95" fmla="*/ 18 h 226"/>
                    <a:gd name="T96" fmla="*/ 12 w 39"/>
                    <a:gd name="T97" fmla="*/ 7 h 226"/>
                    <a:gd name="T98" fmla="*/ 10 w 39"/>
                    <a:gd name="T99" fmla="*/ 1 h 226"/>
                    <a:gd name="T100" fmla="*/ 12 w 39"/>
                    <a:gd name="T101" fmla="*/ 0 h 226"/>
                    <a:gd name="T102" fmla="*/ 14 w 39"/>
                    <a:gd name="T103" fmla="*/ 0 h 226"/>
                    <a:gd name="T104" fmla="*/ 16 w 39"/>
                    <a:gd name="T105" fmla="*/ 0 h 226"/>
                    <a:gd name="T106" fmla="*/ 16 w 39"/>
                    <a:gd name="T107" fmla="*/ 1 h 22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9"/>
                    <a:gd name="T163" fmla="*/ 0 h 226"/>
                    <a:gd name="T164" fmla="*/ 39 w 39"/>
                    <a:gd name="T165" fmla="*/ 226 h 22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9" h="226">
                      <a:moveTo>
                        <a:pt x="16" y="1"/>
                      </a:moveTo>
                      <a:lnTo>
                        <a:pt x="18" y="18"/>
                      </a:lnTo>
                      <a:lnTo>
                        <a:pt x="18" y="32"/>
                      </a:lnTo>
                      <a:lnTo>
                        <a:pt x="20" y="38"/>
                      </a:lnTo>
                      <a:lnTo>
                        <a:pt x="20" y="46"/>
                      </a:lnTo>
                      <a:lnTo>
                        <a:pt x="22" y="58"/>
                      </a:lnTo>
                      <a:lnTo>
                        <a:pt x="26" y="78"/>
                      </a:lnTo>
                      <a:lnTo>
                        <a:pt x="31" y="99"/>
                      </a:lnTo>
                      <a:lnTo>
                        <a:pt x="32" y="121"/>
                      </a:lnTo>
                      <a:lnTo>
                        <a:pt x="34" y="142"/>
                      </a:lnTo>
                      <a:lnTo>
                        <a:pt x="36" y="155"/>
                      </a:lnTo>
                      <a:lnTo>
                        <a:pt x="38" y="168"/>
                      </a:lnTo>
                      <a:lnTo>
                        <a:pt x="38" y="180"/>
                      </a:lnTo>
                      <a:lnTo>
                        <a:pt x="38" y="199"/>
                      </a:lnTo>
                      <a:lnTo>
                        <a:pt x="34" y="214"/>
                      </a:lnTo>
                      <a:lnTo>
                        <a:pt x="26" y="223"/>
                      </a:lnTo>
                      <a:lnTo>
                        <a:pt x="22" y="225"/>
                      </a:lnTo>
                      <a:lnTo>
                        <a:pt x="18" y="225"/>
                      </a:lnTo>
                      <a:lnTo>
                        <a:pt x="10" y="219"/>
                      </a:lnTo>
                      <a:lnTo>
                        <a:pt x="7" y="214"/>
                      </a:lnTo>
                      <a:lnTo>
                        <a:pt x="4" y="210"/>
                      </a:lnTo>
                      <a:lnTo>
                        <a:pt x="0" y="206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99"/>
                      </a:lnTo>
                      <a:lnTo>
                        <a:pt x="4" y="199"/>
                      </a:lnTo>
                      <a:lnTo>
                        <a:pt x="6" y="201"/>
                      </a:lnTo>
                      <a:lnTo>
                        <a:pt x="7" y="204"/>
                      </a:lnTo>
                      <a:lnTo>
                        <a:pt x="12" y="212"/>
                      </a:lnTo>
                      <a:lnTo>
                        <a:pt x="16" y="214"/>
                      </a:lnTo>
                      <a:lnTo>
                        <a:pt x="22" y="214"/>
                      </a:lnTo>
                      <a:lnTo>
                        <a:pt x="26" y="212"/>
                      </a:lnTo>
                      <a:lnTo>
                        <a:pt x="29" y="208"/>
                      </a:lnTo>
                      <a:lnTo>
                        <a:pt x="32" y="199"/>
                      </a:lnTo>
                      <a:lnTo>
                        <a:pt x="32" y="186"/>
                      </a:lnTo>
                      <a:lnTo>
                        <a:pt x="31" y="176"/>
                      </a:lnTo>
                      <a:lnTo>
                        <a:pt x="31" y="166"/>
                      </a:lnTo>
                      <a:lnTo>
                        <a:pt x="31" y="148"/>
                      </a:lnTo>
                      <a:lnTo>
                        <a:pt x="31" y="153"/>
                      </a:lnTo>
                      <a:lnTo>
                        <a:pt x="31" y="148"/>
                      </a:lnTo>
                      <a:lnTo>
                        <a:pt x="29" y="137"/>
                      </a:lnTo>
                      <a:lnTo>
                        <a:pt x="26" y="115"/>
                      </a:lnTo>
                      <a:lnTo>
                        <a:pt x="24" y="97"/>
                      </a:lnTo>
                      <a:lnTo>
                        <a:pt x="20" y="77"/>
                      </a:lnTo>
                      <a:lnTo>
                        <a:pt x="18" y="54"/>
                      </a:lnTo>
                      <a:lnTo>
                        <a:pt x="14" y="36"/>
                      </a:lnTo>
                      <a:lnTo>
                        <a:pt x="12" y="26"/>
                      </a:lnTo>
                      <a:lnTo>
                        <a:pt x="12" y="18"/>
                      </a:lnTo>
                      <a:lnTo>
                        <a:pt x="12" y="7"/>
                      </a:lnTo>
                      <a:lnTo>
                        <a:pt x="10" y="1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7" name="Rectangle 72">
                  <a:extLst>
                    <a:ext uri="{FF2B5EF4-FFF2-40B4-BE49-F238E27FC236}">
                      <a16:creationId xmlns:a16="http://schemas.microsoft.com/office/drawing/2014/main" id="{E2724AD3-2D36-F440-83A8-5EED4972FE5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06" y="3602"/>
                  <a:ext cx="2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98" name="Freeform 73">
                  <a:extLst>
                    <a:ext uri="{FF2B5EF4-FFF2-40B4-BE49-F238E27FC236}">
                      <a16:creationId xmlns:a16="http://schemas.microsoft.com/office/drawing/2014/main" id="{103413C0-8067-DB4E-93DA-47535B2DE47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6"/>
                  <a:ext cx="26" cy="59"/>
                </a:xfrm>
                <a:custGeom>
                  <a:avLst/>
                  <a:gdLst>
                    <a:gd name="T0" fmla="*/ 0 w 26"/>
                    <a:gd name="T1" fmla="*/ 0 h 59"/>
                    <a:gd name="T2" fmla="*/ 0 w 26"/>
                    <a:gd name="T3" fmla="*/ 54 h 59"/>
                    <a:gd name="T4" fmla="*/ 25 w 26"/>
                    <a:gd name="T5" fmla="*/ 58 h 59"/>
                    <a:gd name="T6" fmla="*/ 25 w 26"/>
                    <a:gd name="T7" fmla="*/ 2 h 59"/>
                    <a:gd name="T8" fmla="*/ 0 w 26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59"/>
                    <a:gd name="T17" fmla="*/ 26 w 26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59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25" y="58"/>
                      </a:lnTo>
                      <a:lnTo>
                        <a:pt x="25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99" name="Freeform 74">
                  <a:extLst>
                    <a:ext uri="{FF2B5EF4-FFF2-40B4-BE49-F238E27FC236}">
                      <a16:creationId xmlns:a16="http://schemas.microsoft.com/office/drawing/2014/main" id="{ED1297A7-D1F4-8A43-8DB9-6DD8703FFC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15" y="3546"/>
                  <a:ext cx="23" cy="59"/>
                </a:xfrm>
                <a:custGeom>
                  <a:avLst/>
                  <a:gdLst>
                    <a:gd name="T0" fmla="*/ 0 w 23"/>
                    <a:gd name="T1" fmla="*/ 0 h 59"/>
                    <a:gd name="T2" fmla="*/ 0 w 23"/>
                    <a:gd name="T3" fmla="*/ 58 h 59"/>
                    <a:gd name="T4" fmla="*/ 22 w 23"/>
                    <a:gd name="T5" fmla="*/ 56 h 59"/>
                    <a:gd name="T6" fmla="*/ 22 w 23"/>
                    <a:gd name="T7" fmla="*/ 0 h 59"/>
                    <a:gd name="T8" fmla="*/ 0 w 23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59"/>
                    <a:gd name="T17" fmla="*/ 23 w 23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59">
                      <a:moveTo>
                        <a:pt x="0" y="0"/>
                      </a:moveTo>
                      <a:lnTo>
                        <a:pt x="0" y="58"/>
                      </a:lnTo>
                      <a:lnTo>
                        <a:pt x="22" y="56"/>
                      </a:lnTo>
                      <a:lnTo>
                        <a:pt x="2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0" name="Freeform 75">
                  <a:extLst>
                    <a:ext uri="{FF2B5EF4-FFF2-40B4-BE49-F238E27FC236}">
                      <a16:creationId xmlns:a16="http://schemas.microsoft.com/office/drawing/2014/main" id="{A60AEC30-3E6B-B44C-834F-1021A5E70A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13" y="3797"/>
                  <a:ext cx="209" cy="66"/>
                </a:xfrm>
                <a:custGeom>
                  <a:avLst/>
                  <a:gdLst>
                    <a:gd name="T0" fmla="*/ 0 w 209"/>
                    <a:gd name="T1" fmla="*/ 50 h 66"/>
                    <a:gd name="T2" fmla="*/ 0 w 209"/>
                    <a:gd name="T3" fmla="*/ 65 h 66"/>
                    <a:gd name="T4" fmla="*/ 208 w 209"/>
                    <a:gd name="T5" fmla="*/ 8 h 66"/>
                    <a:gd name="T6" fmla="*/ 208 w 209"/>
                    <a:gd name="T7" fmla="*/ 0 h 66"/>
                    <a:gd name="T8" fmla="*/ 0 w 209"/>
                    <a:gd name="T9" fmla="*/ 50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66"/>
                    <a:gd name="T17" fmla="*/ 209 w 209"/>
                    <a:gd name="T18" fmla="*/ 66 h 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66">
                      <a:moveTo>
                        <a:pt x="0" y="50"/>
                      </a:moveTo>
                      <a:lnTo>
                        <a:pt x="0" y="65"/>
                      </a:lnTo>
                      <a:lnTo>
                        <a:pt x="208" y="8"/>
                      </a:lnTo>
                      <a:lnTo>
                        <a:pt x="208" y="0"/>
                      </a:lnTo>
                      <a:lnTo>
                        <a:pt x="0" y="5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1" name="Freeform 76">
                  <a:extLst>
                    <a:ext uri="{FF2B5EF4-FFF2-40B4-BE49-F238E27FC236}">
                      <a16:creationId xmlns:a16="http://schemas.microsoft.com/office/drawing/2014/main" id="{3DFBB063-4C04-9547-A38E-3F900EA66F5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49"/>
                  <a:ext cx="17" cy="13"/>
                </a:xfrm>
                <a:custGeom>
                  <a:avLst/>
                  <a:gdLst>
                    <a:gd name="T0" fmla="*/ 0 w 17"/>
                    <a:gd name="T1" fmla="*/ 2 h 13"/>
                    <a:gd name="T2" fmla="*/ 0 w 17"/>
                    <a:gd name="T3" fmla="*/ 12 h 13"/>
                    <a:gd name="T4" fmla="*/ 16 w 17"/>
                    <a:gd name="T5" fmla="*/ 10 h 13"/>
                    <a:gd name="T6" fmla="*/ 16 w 17"/>
                    <a:gd name="T7" fmla="*/ 0 h 13"/>
                    <a:gd name="T8" fmla="*/ 0 w 17"/>
                    <a:gd name="T9" fmla="*/ 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3"/>
                    <a:gd name="T17" fmla="*/ 17 w 1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3">
                      <a:moveTo>
                        <a:pt x="0" y="2"/>
                      </a:moveTo>
                      <a:lnTo>
                        <a:pt x="0" y="12"/>
                      </a:lnTo>
                      <a:lnTo>
                        <a:pt x="16" y="10"/>
                      </a:lnTo>
                      <a:lnTo>
                        <a:pt x="16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2" name="Freeform 77">
                  <a:extLst>
                    <a:ext uri="{FF2B5EF4-FFF2-40B4-BE49-F238E27FC236}">
                      <a16:creationId xmlns:a16="http://schemas.microsoft.com/office/drawing/2014/main" id="{1994AA79-8A38-AB4C-A063-A521A300E1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0" y="3786"/>
                  <a:ext cx="149" cy="84"/>
                </a:xfrm>
                <a:custGeom>
                  <a:avLst/>
                  <a:gdLst>
                    <a:gd name="T0" fmla="*/ 0 w 149"/>
                    <a:gd name="T1" fmla="*/ 0 h 84"/>
                    <a:gd name="T2" fmla="*/ 53 w 149"/>
                    <a:gd name="T3" fmla="*/ 64 h 84"/>
                    <a:gd name="T4" fmla="*/ 148 w 149"/>
                    <a:gd name="T5" fmla="*/ 83 h 84"/>
                    <a:gd name="T6" fmla="*/ 86 w 149"/>
                    <a:gd name="T7" fmla="*/ 13 h 84"/>
                    <a:gd name="T8" fmla="*/ 0 w 149"/>
                    <a:gd name="T9" fmla="*/ 0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9"/>
                    <a:gd name="T16" fmla="*/ 0 h 84"/>
                    <a:gd name="T17" fmla="*/ 149 w 14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9" h="84">
                      <a:moveTo>
                        <a:pt x="0" y="0"/>
                      </a:moveTo>
                      <a:lnTo>
                        <a:pt x="53" y="64"/>
                      </a:lnTo>
                      <a:lnTo>
                        <a:pt x="148" y="83"/>
                      </a:lnTo>
                      <a:lnTo>
                        <a:pt x="86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3" name="Freeform 78">
                  <a:extLst>
                    <a:ext uri="{FF2B5EF4-FFF2-40B4-BE49-F238E27FC236}">
                      <a16:creationId xmlns:a16="http://schemas.microsoft.com/office/drawing/2014/main" id="{7784F32D-7F19-BC49-B419-B96A2E83D7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27" y="3410"/>
                  <a:ext cx="87" cy="372"/>
                </a:xfrm>
                <a:custGeom>
                  <a:avLst/>
                  <a:gdLst>
                    <a:gd name="T0" fmla="*/ 0 w 87"/>
                    <a:gd name="T1" fmla="*/ 0 h 372"/>
                    <a:gd name="T2" fmla="*/ 0 w 87"/>
                    <a:gd name="T3" fmla="*/ 363 h 372"/>
                    <a:gd name="T4" fmla="*/ 51 w 87"/>
                    <a:gd name="T5" fmla="*/ 371 h 372"/>
                    <a:gd name="T6" fmla="*/ 86 w 87"/>
                    <a:gd name="T7" fmla="*/ 323 h 372"/>
                    <a:gd name="T8" fmla="*/ 86 w 87"/>
                    <a:gd name="T9" fmla="*/ 46 h 372"/>
                    <a:gd name="T10" fmla="*/ 37 w 87"/>
                    <a:gd name="T11" fmla="*/ 0 h 372"/>
                    <a:gd name="T12" fmla="*/ 0 w 87"/>
                    <a:gd name="T13" fmla="*/ 0 h 3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7"/>
                    <a:gd name="T22" fmla="*/ 0 h 372"/>
                    <a:gd name="T23" fmla="*/ 87 w 87"/>
                    <a:gd name="T24" fmla="*/ 372 h 3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7" h="372">
                      <a:moveTo>
                        <a:pt x="0" y="0"/>
                      </a:moveTo>
                      <a:lnTo>
                        <a:pt x="0" y="363"/>
                      </a:lnTo>
                      <a:lnTo>
                        <a:pt x="51" y="371"/>
                      </a:lnTo>
                      <a:lnTo>
                        <a:pt x="86" y="323"/>
                      </a:lnTo>
                      <a:lnTo>
                        <a:pt x="86" y="46"/>
                      </a:lnTo>
                      <a:lnTo>
                        <a:pt x="3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4" name="Freeform 79">
                  <a:extLst>
                    <a:ext uri="{FF2B5EF4-FFF2-40B4-BE49-F238E27FC236}">
                      <a16:creationId xmlns:a16="http://schemas.microsoft.com/office/drawing/2014/main" id="{83A48FD2-1BEE-F342-84BB-D98795178F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8" y="3410"/>
                  <a:ext cx="68" cy="360"/>
                </a:xfrm>
                <a:custGeom>
                  <a:avLst/>
                  <a:gdLst>
                    <a:gd name="T0" fmla="*/ 29 w 68"/>
                    <a:gd name="T1" fmla="*/ 0 h 360"/>
                    <a:gd name="T2" fmla="*/ 0 w 68"/>
                    <a:gd name="T3" fmla="*/ 42 h 360"/>
                    <a:gd name="T4" fmla="*/ 2 w 68"/>
                    <a:gd name="T5" fmla="*/ 311 h 360"/>
                    <a:gd name="T6" fmla="*/ 36 w 68"/>
                    <a:gd name="T7" fmla="*/ 350 h 360"/>
                    <a:gd name="T8" fmla="*/ 67 w 68"/>
                    <a:gd name="T9" fmla="*/ 359 h 360"/>
                    <a:gd name="T10" fmla="*/ 67 w 68"/>
                    <a:gd name="T11" fmla="*/ 0 h 360"/>
                    <a:gd name="T12" fmla="*/ 29 w 68"/>
                    <a:gd name="T13" fmla="*/ 0 h 36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8"/>
                    <a:gd name="T22" fmla="*/ 0 h 360"/>
                    <a:gd name="T23" fmla="*/ 68 w 68"/>
                    <a:gd name="T24" fmla="*/ 360 h 36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8" h="360">
                      <a:moveTo>
                        <a:pt x="29" y="0"/>
                      </a:moveTo>
                      <a:lnTo>
                        <a:pt x="0" y="42"/>
                      </a:lnTo>
                      <a:lnTo>
                        <a:pt x="2" y="311"/>
                      </a:lnTo>
                      <a:lnTo>
                        <a:pt x="36" y="350"/>
                      </a:lnTo>
                      <a:lnTo>
                        <a:pt x="67" y="359"/>
                      </a:lnTo>
                      <a:lnTo>
                        <a:pt x="67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5" name="Freeform 80">
                  <a:extLst>
                    <a:ext uri="{FF2B5EF4-FFF2-40B4-BE49-F238E27FC236}">
                      <a16:creationId xmlns:a16="http://schemas.microsoft.com/office/drawing/2014/main" id="{B132CBF0-9E8D-EB46-B012-4A8CCF4CFE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19" y="3797"/>
                  <a:ext cx="188" cy="103"/>
                </a:xfrm>
                <a:custGeom>
                  <a:avLst/>
                  <a:gdLst>
                    <a:gd name="T0" fmla="*/ 0 w 188"/>
                    <a:gd name="T1" fmla="*/ 0 h 103"/>
                    <a:gd name="T2" fmla="*/ 61 w 188"/>
                    <a:gd name="T3" fmla="*/ 73 h 103"/>
                    <a:gd name="T4" fmla="*/ 187 w 188"/>
                    <a:gd name="T5" fmla="*/ 102 h 103"/>
                    <a:gd name="T6" fmla="*/ 108 w 188"/>
                    <a:gd name="T7" fmla="*/ 18 h 103"/>
                    <a:gd name="T8" fmla="*/ 0 w 188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8"/>
                    <a:gd name="T16" fmla="*/ 0 h 103"/>
                    <a:gd name="T17" fmla="*/ 188 w 188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8" h="103">
                      <a:moveTo>
                        <a:pt x="0" y="0"/>
                      </a:moveTo>
                      <a:lnTo>
                        <a:pt x="61" y="73"/>
                      </a:lnTo>
                      <a:lnTo>
                        <a:pt x="187" y="102"/>
                      </a:lnTo>
                      <a:lnTo>
                        <a:pt x="10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6" name="Freeform 81">
                  <a:extLst>
                    <a:ext uri="{FF2B5EF4-FFF2-40B4-BE49-F238E27FC236}">
                      <a16:creationId xmlns:a16="http://schemas.microsoft.com/office/drawing/2014/main" id="{DB3218B6-B83D-E94D-9EB8-12E4C14830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78"/>
                  <a:ext cx="166" cy="29"/>
                </a:xfrm>
                <a:custGeom>
                  <a:avLst/>
                  <a:gdLst>
                    <a:gd name="T0" fmla="*/ 0 w 166"/>
                    <a:gd name="T1" fmla="*/ 0 h 29"/>
                    <a:gd name="T2" fmla="*/ 0 w 166"/>
                    <a:gd name="T3" fmla="*/ 7 h 29"/>
                    <a:gd name="T4" fmla="*/ 134 w 166"/>
                    <a:gd name="T5" fmla="*/ 28 h 29"/>
                    <a:gd name="T6" fmla="*/ 165 w 166"/>
                    <a:gd name="T7" fmla="*/ 26 h 29"/>
                    <a:gd name="T8" fmla="*/ 0 w 166"/>
                    <a:gd name="T9" fmla="*/ 0 h 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6"/>
                    <a:gd name="T16" fmla="*/ 0 h 29"/>
                    <a:gd name="T17" fmla="*/ 166 w 166"/>
                    <a:gd name="T18" fmla="*/ 29 h 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6" h="29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34" y="28"/>
                      </a:lnTo>
                      <a:lnTo>
                        <a:pt x="165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7" name="Freeform 82">
                  <a:extLst>
                    <a:ext uri="{FF2B5EF4-FFF2-40B4-BE49-F238E27FC236}">
                      <a16:creationId xmlns:a16="http://schemas.microsoft.com/office/drawing/2014/main" id="{32F28895-14D8-7E41-AD87-95C8E4590BF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01"/>
                  <a:ext cx="350" cy="44"/>
                </a:xfrm>
                <a:custGeom>
                  <a:avLst/>
                  <a:gdLst>
                    <a:gd name="T0" fmla="*/ 187 w 350"/>
                    <a:gd name="T1" fmla="*/ 0 h 44"/>
                    <a:gd name="T2" fmla="*/ 0 w 350"/>
                    <a:gd name="T3" fmla="*/ 12 h 44"/>
                    <a:gd name="T4" fmla="*/ 246 w 350"/>
                    <a:gd name="T5" fmla="*/ 43 h 44"/>
                    <a:gd name="T6" fmla="*/ 322 w 350"/>
                    <a:gd name="T7" fmla="*/ 39 h 44"/>
                    <a:gd name="T8" fmla="*/ 328 w 350"/>
                    <a:gd name="T9" fmla="*/ 24 h 44"/>
                    <a:gd name="T10" fmla="*/ 349 w 350"/>
                    <a:gd name="T11" fmla="*/ 19 h 44"/>
                    <a:gd name="T12" fmla="*/ 187 w 350"/>
                    <a:gd name="T13" fmla="*/ 0 h 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50"/>
                    <a:gd name="T22" fmla="*/ 0 h 44"/>
                    <a:gd name="T23" fmla="*/ 350 w 350"/>
                    <a:gd name="T24" fmla="*/ 44 h 4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50" h="44">
                      <a:moveTo>
                        <a:pt x="187" y="0"/>
                      </a:moveTo>
                      <a:lnTo>
                        <a:pt x="0" y="12"/>
                      </a:lnTo>
                      <a:lnTo>
                        <a:pt x="246" y="43"/>
                      </a:lnTo>
                      <a:lnTo>
                        <a:pt x="322" y="39"/>
                      </a:lnTo>
                      <a:lnTo>
                        <a:pt x="328" y="24"/>
                      </a:lnTo>
                      <a:lnTo>
                        <a:pt x="349" y="19"/>
                      </a:lnTo>
                      <a:lnTo>
                        <a:pt x="18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8" name="Freeform 83">
                  <a:extLst>
                    <a:ext uri="{FF2B5EF4-FFF2-40B4-BE49-F238E27FC236}">
                      <a16:creationId xmlns:a16="http://schemas.microsoft.com/office/drawing/2014/main" id="{4B574EE1-68CB-FB43-B17D-5597B0AED3A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12"/>
                  <a:ext cx="244" cy="74"/>
                </a:xfrm>
                <a:custGeom>
                  <a:avLst/>
                  <a:gdLst>
                    <a:gd name="T0" fmla="*/ 0 w 244"/>
                    <a:gd name="T1" fmla="*/ 0 h 74"/>
                    <a:gd name="T2" fmla="*/ 2 w 244"/>
                    <a:gd name="T3" fmla="*/ 37 h 74"/>
                    <a:gd name="T4" fmla="*/ 243 w 244"/>
                    <a:gd name="T5" fmla="*/ 73 h 74"/>
                    <a:gd name="T6" fmla="*/ 243 w 244"/>
                    <a:gd name="T7" fmla="*/ 31 h 74"/>
                    <a:gd name="T8" fmla="*/ 0 w 244"/>
                    <a:gd name="T9" fmla="*/ 0 h 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74"/>
                    <a:gd name="T17" fmla="*/ 244 w 244"/>
                    <a:gd name="T18" fmla="*/ 74 h 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74">
                      <a:moveTo>
                        <a:pt x="0" y="0"/>
                      </a:moveTo>
                      <a:lnTo>
                        <a:pt x="2" y="37"/>
                      </a:lnTo>
                      <a:lnTo>
                        <a:pt x="243" y="73"/>
                      </a:lnTo>
                      <a:lnTo>
                        <a:pt x="243" y="3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09" name="Freeform 84">
                  <a:extLst>
                    <a:ext uri="{FF2B5EF4-FFF2-40B4-BE49-F238E27FC236}">
                      <a16:creationId xmlns:a16="http://schemas.microsoft.com/office/drawing/2014/main" id="{B9412E5A-23BA-DC46-BB7D-18D99EBCEAE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862"/>
                  <a:ext cx="156" cy="76"/>
                </a:xfrm>
                <a:custGeom>
                  <a:avLst/>
                  <a:gdLst>
                    <a:gd name="T0" fmla="*/ 0 w 156"/>
                    <a:gd name="T1" fmla="*/ 0 h 76"/>
                    <a:gd name="T2" fmla="*/ 31 w 156"/>
                    <a:gd name="T3" fmla="*/ 58 h 76"/>
                    <a:gd name="T4" fmla="*/ 58 w 156"/>
                    <a:gd name="T5" fmla="*/ 64 h 76"/>
                    <a:gd name="T6" fmla="*/ 40 w 156"/>
                    <a:gd name="T7" fmla="*/ 27 h 76"/>
                    <a:gd name="T8" fmla="*/ 64 w 156"/>
                    <a:gd name="T9" fmla="*/ 32 h 76"/>
                    <a:gd name="T10" fmla="*/ 80 w 156"/>
                    <a:gd name="T11" fmla="*/ 69 h 76"/>
                    <a:gd name="T12" fmla="*/ 105 w 156"/>
                    <a:gd name="T13" fmla="*/ 75 h 76"/>
                    <a:gd name="T14" fmla="*/ 112 w 156"/>
                    <a:gd name="T15" fmla="*/ 73 h 76"/>
                    <a:gd name="T16" fmla="*/ 99 w 156"/>
                    <a:gd name="T17" fmla="*/ 36 h 76"/>
                    <a:gd name="T18" fmla="*/ 122 w 156"/>
                    <a:gd name="T19" fmla="*/ 40 h 76"/>
                    <a:gd name="T20" fmla="*/ 135 w 156"/>
                    <a:gd name="T21" fmla="*/ 69 h 76"/>
                    <a:gd name="T22" fmla="*/ 155 w 156"/>
                    <a:gd name="T23" fmla="*/ 67 h 76"/>
                    <a:gd name="T24" fmla="*/ 149 w 156"/>
                    <a:gd name="T25" fmla="*/ 22 h 76"/>
                    <a:gd name="T26" fmla="*/ 0 w 156"/>
                    <a:gd name="T27" fmla="*/ 0 h 7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56"/>
                    <a:gd name="T43" fmla="*/ 0 h 76"/>
                    <a:gd name="T44" fmla="*/ 156 w 156"/>
                    <a:gd name="T45" fmla="*/ 76 h 7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56" h="76">
                      <a:moveTo>
                        <a:pt x="0" y="0"/>
                      </a:moveTo>
                      <a:lnTo>
                        <a:pt x="31" y="58"/>
                      </a:lnTo>
                      <a:lnTo>
                        <a:pt x="58" y="64"/>
                      </a:lnTo>
                      <a:lnTo>
                        <a:pt x="40" y="27"/>
                      </a:lnTo>
                      <a:lnTo>
                        <a:pt x="64" y="32"/>
                      </a:lnTo>
                      <a:lnTo>
                        <a:pt x="80" y="69"/>
                      </a:lnTo>
                      <a:lnTo>
                        <a:pt x="105" y="75"/>
                      </a:lnTo>
                      <a:lnTo>
                        <a:pt x="112" y="73"/>
                      </a:lnTo>
                      <a:lnTo>
                        <a:pt x="99" y="36"/>
                      </a:lnTo>
                      <a:lnTo>
                        <a:pt x="122" y="40"/>
                      </a:lnTo>
                      <a:lnTo>
                        <a:pt x="135" y="69"/>
                      </a:lnTo>
                      <a:lnTo>
                        <a:pt x="155" y="67"/>
                      </a:lnTo>
                      <a:lnTo>
                        <a:pt x="149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0" name="Freeform 85">
                  <a:extLst>
                    <a:ext uri="{FF2B5EF4-FFF2-40B4-BE49-F238E27FC236}">
                      <a16:creationId xmlns:a16="http://schemas.microsoft.com/office/drawing/2014/main" id="{9C7ECEBA-7070-AB47-9911-DB50F60D7D8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43" y="3874"/>
                  <a:ext cx="124" cy="58"/>
                </a:xfrm>
                <a:custGeom>
                  <a:avLst/>
                  <a:gdLst>
                    <a:gd name="T0" fmla="*/ 0 w 124"/>
                    <a:gd name="T1" fmla="*/ 13 h 58"/>
                    <a:gd name="T2" fmla="*/ 6 w 124"/>
                    <a:gd name="T3" fmla="*/ 57 h 58"/>
                    <a:gd name="T4" fmla="*/ 123 w 124"/>
                    <a:gd name="T5" fmla="*/ 37 h 58"/>
                    <a:gd name="T6" fmla="*/ 123 w 124"/>
                    <a:gd name="T7" fmla="*/ 0 h 58"/>
                    <a:gd name="T8" fmla="*/ 15 w 124"/>
                    <a:gd name="T9" fmla="*/ 15 h 58"/>
                    <a:gd name="T10" fmla="*/ 0 w 124"/>
                    <a:gd name="T11" fmla="*/ 13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58"/>
                    <a:gd name="T20" fmla="*/ 124 w 124"/>
                    <a:gd name="T21" fmla="*/ 58 h 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58">
                      <a:moveTo>
                        <a:pt x="0" y="13"/>
                      </a:moveTo>
                      <a:lnTo>
                        <a:pt x="6" y="57"/>
                      </a:lnTo>
                      <a:lnTo>
                        <a:pt x="123" y="37"/>
                      </a:lnTo>
                      <a:lnTo>
                        <a:pt x="123" y="0"/>
                      </a:lnTo>
                      <a:lnTo>
                        <a:pt x="15" y="15"/>
                      </a:lnTo>
                      <a:lnTo>
                        <a:pt x="0" y="13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1" name="Freeform 86">
                  <a:extLst>
                    <a:ext uri="{FF2B5EF4-FFF2-40B4-BE49-F238E27FC236}">
                      <a16:creationId xmlns:a16="http://schemas.microsoft.com/office/drawing/2014/main" id="{4617C255-311C-854D-861B-9DD09FDA841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93" y="4043"/>
                  <a:ext cx="413" cy="157"/>
                </a:xfrm>
                <a:custGeom>
                  <a:avLst/>
                  <a:gdLst>
                    <a:gd name="T0" fmla="*/ 0 w 413"/>
                    <a:gd name="T1" fmla="*/ 0 h 157"/>
                    <a:gd name="T2" fmla="*/ 0 w 413"/>
                    <a:gd name="T3" fmla="*/ 43 h 157"/>
                    <a:gd name="T4" fmla="*/ 412 w 413"/>
                    <a:gd name="T5" fmla="*/ 156 h 157"/>
                    <a:gd name="T6" fmla="*/ 412 w 413"/>
                    <a:gd name="T7" fmla="*/ 105 h 157"/>
                    <a:gd name="T8" fmla="*/ 409 w 413"/>
                    <a:gd name="T9" fmla="*/ 105 h 157"/>
                    <a:gd name="T10" fmla="*/ 0 w 413"/>
                    <a:gd name="T11" fmla="*/ 0 h 1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3"/>
                    <a:gd name="T19" fmla="*/ 0 h 157"/>
                    <a:gd name="T20" fmla="*/ 413 w 413"/>
                    <a:gd name="T21" fmla="*/ 157 h 1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3" h="157">
                      <a:moveTo>
                        <a:pt x="0" y="0"/>
                      </a:moveTo>
                      <a:lnTo>
                        <a:pt x="0" y="43"/>
                      </a:lnTo>
                      <a:lnTo>
                        <a:pt x="412" y="156"/>
                      </a:lnTo>
                      <a:lnTo>
                        <a:pt x="412" y="105"/>
                      </a:lnTo>
                      <a:lnTo>
                        <a:pt x="409" y="10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2" name="Freeform 87">
                  <a:extLst>
                    <a:ext uri="{FF2B5EF4-FFF2-40B4-BE49-F238E27FC236}">
                      <a16:creationId xmlns:a16="http://schemas.microsoft.com/office/drawing/2014/main" id="{DADA1156-4BEF-5846-8CC2-72C8E54BD6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4" y="4141"/>
                  <a:ext cx="14" cy="52"/>
                </a:xfrm>
                <a:custGeom>
                  <a:avLst/>
                  <a:gdLst>
                    <a:gd name="T0" fmla="*/ 0 w 14"/>
                    <a:gd name="T1" fmla="*/ 0 h 52"/>
                    <a:gd name="T2" fmla="*/ 0 w 14"/>
                    <a:gd name="T3" fmla="*/ 47 h 52"/>
                    <a:gd name="T4" fmla="*/ 13 w 14"/>
                    <a:gd name="T5" fmla="*/ 51 h 52"/>
                    <a:gd name="T6" fmla="*/ 13 w 14"/>
                    <a:gd name="T7" fmla="*/ 3 h 52"/>
                    <a:gd name="T8" fmla="*/ 0 w 14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52"/>
                    <a:gd name="T17" fmla="*/ 14 w 14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52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13" y="51"/>
                      </a:lnTo>
                      <a:lnTo>
                        <a:pt x="13" y="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3" name="Freeform 88">
                  <a:extLst>
                    <a:ext uri="{FF2B5EF4-FFF2-40B4-BE49-F238E27FC236}">
                      <a16:creationId xmlns:a16="http://schemas.microsoft.com/office/drawing/2014/main" id="{34F662EE-FB3F-4443-ABEB-6C58A222A6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7" y="4090"/>
                  <a:ext cx="53" cy="29"/>
                </a:xfrm>
                <a:custGeom>
                  <a:avLst/>
                  <a:gdLst>
                    <a:gd name="T0" fmla="*/ 0 w 53"/>
                    <a:gd name="T1" fmla="*/ 4 h 29"/>
                    <a:gd name="T2" fmla="*/ 0 w 53"/>
                    <a:gd name="T3" fmla="*/ 28 h 29"/>
                    <a:gd name="T4" fmla="*/ 52 w 53"/>
                    <a:gd name="T5" fmla="*/ 20 h 29"/>
                    <a:gd name="T6" fmla="*/ 52 w 53"/>
                    <a:gd name="T7" fmla="*/ 2 h 29"/>
                    <a:gd name="T8" fmla="*/ 30 w 53"/>
                    <a:gd name="T9" fmla="*/ 0 h 29"/>
                    <a:gd name="T10" fmla="*/ 0 w 53"/>
                    <a:gd name="T11" fmla="*/ 4 h 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29"/>
                    <a:gd name="T20" fmla="*/ 53 w 53"/>
                    <a:gd name="T21" fmla="*/ 29 h 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29">
                      <a:moveTo>
                        <a:pt x="0" y="4"/>
                      </a:moveTo>
                      <a:lnTo>
                        <a:pt x="0" y="28"/>
                      </a:lnTo>
                      <a:lnTo>
                        <a:pt x="52" y="20"/>
                      </a:lnTo>
                      <a:lnTo>
                        <a:pt x="52" y="2"/>
                      </a:lnTo>
                      <a:lnTo>
                        <a:pt x="3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4" name="Freeform 89">
                  <a:extLst>
                    <a:ext uri="{FF2B5EF4-FFF2-40B4-BE49-F238E27FC236}">
                      <a16:creationId xmlns:a16="http://schemas.microsoft.com/office/drawing/2014/main" id="{332300FD-47D2-B24D-B7C5-395643BC7B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68" y="3856"/>
                  <a:ext cx="436" cy="277"/>
                </a:xfrm>
                <a:custGeom>
                  <a:avLst/>
                  <a:gdLst>
                    <a:gd name="T0" fmla="*/ 2 w 436"/>
                    <a:gd name="T1" fmla="*/ 0 h 277"/>
                    <a:gd name="T2" fmla="*/ 0 w 436"/>
                    <a:gd name="T3" fmla="*/ 170 h 277"/>
                    <a:gd name="T4" fmla="*/ 435 w 436"/>
                    <a:gd name="T5" fmla="*/ 276 h 277"/>
                    <a:gd name="T6" fmla="*/ 435 w 436"/>
                    <a:gd name="T7" fmla="*/ 259 h 277"/>
                    <a:gd name="T8" fmla="*/ 431 w 436"/>
                    <a:gd name="T9" fmla="*/ 259 h 277"/>
                    <a:gd name="T10" fmla="*/ 431 w 436"/>
                    <a:gd name="T11" fmla="*/ 240 h 277"/>
                    <a:gd name="T12" fmla="*/ 365 w 436"/>
                    <a:gd name="T13" fmla="*/ 228 h 277"/>
                    <a:gd name="T14" fmla="*/ 367 w 436"/>
                    <a:gd name="T15" fmla="*/ 196 h 277"/>
                    <a:gd name="T16" fmla="*/ 431 w 436"/>
                    <a:gd name="T17" fmla="*/ 206 h 277"/>
                    <a:gd name="T18" fmla="*/ 431 w 436"/>
                    <a:gd name="T19" fmla="*/ 94 h 277"/>
                    <a:gd name="T20" fmla="*/ 2 w 436"/>
                    <a:gd name="T21" fmla="*/ 0 h 27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36"/>
                    <a:gd name="T34" fmla="*/ 0 h 277"/>
                    <a:gd name="T35" fmla="*/ 436 w 436"/>
                    <a:gd name="T36" fmla="*/ 277 h 27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36" h="277">
                      <a:moveTo>
                        <a:pt x="2" y="0"/>
                      </a:moveTo>
                      <a:lnTo>
                        <a:pt x="0" y="170"/>
                      </a:lnTo>
                      <a:lnTo>
                        <a:pt x="435" y="276"/>
                      </a:lnTo>
                      <a:lnTo>
                        <a:pt x="435" y="259"/>
                      </a:lnTo>
                      <a:lnTo>
                        <a:pt x="431" y="259"/>
                      </a:lnTo>
                      <a:lnTo>
                        <a:pt x="431" y="240"/>
                      </a:lnTo>
                      <a:lnTo>
                        <a:pt x="365" y="228"/>
                      </a:lnTo>
                      <a:lnTo>
                        <a:pt x="367" y="196"/>
                      </a:lnTo>
                      <a:lnTo>
                        <a:pt x="431" y="206"/>
                      </a:lnTo>
                      <a:lnTo>
                        <a:pt x="431" y="9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5" name="Freeform 90">
                  <a:extLst>
                    <a:ext uri="{FF2B5EF4-FFF2-40B4-BE49-F238E27FC236}">
                      <a16:creationId xmlns:a16="http://schemas.microsoft.com/office/drawing/2014/main" id="{41067390-CFF9-954A-A47E-6799BB4082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4058"/>
                  <a:ext cx="18" cy="59"/>
                </a:xfrm>
                <a:custGeom>
                  <a:avLst/>
                  <a:gdLst>
                    <a:gd name="T0" fmla="*/ 11 w 18"/>
                    <a:gd name="T1" fmla="*/ 0 h 59"/>
                    <a:gd name="T2" fmla="*/ 0 w 18"/>
                    <a:gd name="T3" fmla="*/ 12 h 59"/>
                    <a:gd name="T4" fmla="*/ 3 w 18"/>
                    <a:gd name="T5" fmla="*/ 58 h 59"/>
                    <a:gd name="T6" fmla="*/ 17 w 18"/>
                    <a:gd name="T7" fmla="*/ 49 h 59"/>
                    <a:gd name="T8" fmla="*/ 11 w 18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59"/>
                    <a:gd name="T17" fmla="*/ 18 w 18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59">
                      <a:moveTo>
                        <a:pt x="11" y="0"/>
                      </a:moveTo>
                      <a:lnTo>
                        <a:pt x="0" y="12"/>
                      </a:lnTo>
                      <a:lnTo>
                        <a:pt x="3" y="58"/>
                      </a:lnTo>
                      <a:lnTo>
                        <a:pt x="17" y="49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6" name="Freeform 91">
                  <a:extLst>
                    <a:ext uri="{FF2B5EF4-FFF2-40B4-BE49-F238E27FC236}">
                      <a16:creationId xmlns:a16="http://schemas.microsoft.com/office/drawing/2014/main" id="{B5D29710-AFF3-0F49-943B-6C534B4289E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6" y="4107"/>
                  <a:ext cx="147" cy="21"/>
                </a:xfrm>
                <a:custGeom>
                  <a:avLst/>
                  <a:gdLst>
                    <a:gd name="T0" fmla="*/ 14 w 147"/>
                    <a:gd name="T1" fmla="*/ 0 h 21"/>
                    <a:gd name="T2" fmla="*/ 0 w 147"/>
                    <a:gd name="T3" fmla="*/ 9 h 21"/>
                    <a:gd name="T4" fmla="*/ 137 w 147"/>
                    <a:gd name="T5" fmla="*/ 20 h 21"/>
                    <a:gd name="T6" fmla="*/ 146 w 147"/>
                    <a:gd name="T7" fmla="*/ 9 h 21"/>
                    <a:gd name="T8" fmla="*/ 14 w 147"/>
                    <a:gd name="T9" fmla="*/ 0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21"/>
                    <a:gd name="T17" fmla="*/ 147 w 147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21">
                      <a:moveTo>
                        <a:pt x="14" y="0"/>
                      </a:moveTo>
                      <a:lnTo>
                        <a:pt x="0" y="9"/>
                      </a:lnTo>
                      <a:lnTo>
                        <a:pt x="137" y="20"/>
                      </a:lnTo>
                      <a:lnTo>
                        <a:pt x="146" y="9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7" name="Freeform 92">
                  <a:extLst>
                    <a:ext uri="{FF2B5EF4-FFF2-40B4-BE49-F238E27FC236}">
                      <a16:creationId xmlns:a16="http://schemas.microsoft.com/office/drawing/2014/main" id="{BACB3985-CA44-7548-ACB4-25CA855326D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90" y="4079"/>
                  <a:ext cx="172" cy="38"/>
                </a:xfrm>
                <a:custGeom>
                  <a:avLst/>
                  <a:gdLst>
                    <a:gd name="T0" fmla="*/ 0 w 172"/>
                    <a:gd name="T1" fmla="*/ 26 h 38"/>
                    <a:gd name="T2" fmla="*/ 134 w 172"/>
                    <a:gd name="T3" fmla="*/ 37 h 38"/>
                    <a:gd name="T4" fmla="*/ 171 w 172"/>
                    <a:gd name="T5" fmla="*/ 0 h 38"/>
                    <a:gd name="T6" fmla="*/ 0 w 172"/>
                    <a:gd name="T7" fmla="*/ 26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72"/>
                    <a:gd name="T13" fmla="*/ 0 h 38"/>
                    <a:gd name="T14" fmla="*/ 172 w 172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72" h="38">
                      <a:moveTo>
                        <a:pt x="0" y="26"/>
                      </a:moveTo>
                      <a:lnTo>
                        <a:pt x="134" y="37"/>
                      </a:lnTo>
                      <a:lnTo>
                        <a:pt x="17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8" name="Freeform 93">
                  <a:extLst>
                    <a:ext uri="{FF2B5EF4-FFF2-40B4-BE49-F238E27FC236}">
                      <a16:creationId xmlns:a16="http://schemas.microsoft.com/office/drawing/2014/main" id="{A42FDEE3-73AD-384D-B4AF-14899A0DF1D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6"/>
                  <a:ext cx="12" cy="20"/>
                </a:xfrm>
                <a:custGeom>
                  <a:avLst/>
                  <a:gdLst>
                    <a:gd name="T0" fmla="*/ 0 w 12"/>
                    <a:gd name="T1" fmla="*/ 1 h 20"/>
                    <a:gd name="T2" fmla="*/ 0 w 12"/>
                    <a:gd name="T3" fmla="*/ 19 h 20"/>
                    <a:gd name="T4" fmla="*/ 11 w 12"/>
                    <a:gd name="T5" fmla="*/ 15 h 20"/>
                    <a:gd name="T6" fmla="*/ 11 w 12"/>
                    <a:gd name="T7" fmla="*/ 0 h 20"/>
                    <a:gd name="T8" fmla="*/ 0 w 12"/>
                    <a:gd name="T9" fmla="*/ 1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0"/>
                    <a:gd name="T17" fmla="*/ 12 w 12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0">
                      <a:moveTo>
                        <a:pt x="0" y="1"/>
                      </a:moveTo>
                      <a:lnTo>
                        <a:pt x="0" y="19"/>
                      </a:lnTo>
                      <a:lnTo>
                        <a:pt x="11" y="15"/>
                      </a:lnTo>
                      <a:lnTo>
                        <a:pt x="11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19" name="Freeform 94">
                  <a:extLst>
                    <a:ext uri="{FF2B5EF4-FFF2-40B4-BE49-F238E27FC236}">
                      <a16:creationId xmlns:a16="http://schemas.microsoft.com/office/drawing/2014/main" id="{DA9B5B63-E154-3549-AA57-C13217C55F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3"/>
                  <a:ext cx="151" cy="87"/>
                </a:xfrm>
                <a:custGeom>
                  <a:avLst/>
                  <a:gdLst>
                    <a:gd name="T0" fmla="*/ 13 w 151"/>
                    <a:gd name="T1" fmla="*/ 18 h 87"/>
                    <a:gd name="T2" fmla="*/ 0 w 151"/>
                    <a:gd name="T3" fmla="*/ 20 h 87"/>
                    <a:gd name="T4" fmla="*/ 0 w 151"/>
                    <a:gd name="T5" fmla="*/ 36 h 87"/>
                    <a:gd name="T6" fmla="*/ 3 w 151"/>
                    <a:gd name="T7" fmla="*/ 36 h 87"/>
                    <a:gd name="T8" fmla="*/ 3 w 151"/>
                    <a:gd name="T9" fmla="*/ 86 h 87"/>
                    <a:gd name="T10" fmla="*/ 150 w 151"/>
                    <a:gd name="T11" fmla="*/ 52 h 87"/>
                    <a:gd name="T12" fmla="*/ 54 w 151"/>
                    <a:gd name="T13" fmla="*/ 46 h 87"/>
                    <a:gd name="T14" fmla="*/ 33 w 151"/>
                    <a:gd name="T15" fmla="*/ 0 h 87"/>
                    <a:gd name="T16" fmla="*/ 13 w 151"/>
                    <a:gd name="T17" fmla="*/ 2 h 87"/>
                    <a:gd name="T18" fmla="*/ 13 w 151"/>
                    <a:gd name="T19" fmla="*/ 18 h 8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1"/>
                    <a:gd name="T31" fmla="*/ 0 h 87"/>
                    <a:gd name="T32" fmla="*/ 151 w 151"/>
                    <a:gd name="T33" fmla="*/ 87 h 8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1" h="87">
                      <a:moveTo>
                        <a:pt x="13" y="18"/>
                      </a:moveTo>
                      <a:lnTo>
                        <a:pt x="0" y="20"/>
                      </a:lnTo>
                      <a:lnTo>
                        <a:pt x="0" y="36"/>
                      </a:lnTo>
                      <a:lnTo>
                        <a:pt x="3" y="36"/>
                      </a:lnTo>
                      <a:lnTo>
                        <a:pt x="3" y="86"/>
                      </a:lnTo>
                      <a:lnTo>
                        <a:pt x="150" y="52"/>
                      </a:lnTo>
                      <a:lnTo>
                        <a:pt x="54" y="46"/>
                      </a:lnTo>
                      <a:lnTo>
                        <a:pt x="33" y="0"/>
                      </a:lnTo>
                      <a:lnTo>
                        <a:pt x="13" y="2"/>
                      </a:lnTo>
                      <a:lnTo>
                        <a:pt x="13" y="18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0" name="Freeform 95">
                  <a:extLst>
                    <a:ext uri="{FF2B5EF4-FFF2-40B4-BE49-F238E27FC236}">
                      <a16:creationId xmlns:a16="http://schemas.microsoft.com/office/drawing/2014/main" id="{07BDBD68-977A-604E-A1BA-6EC25F5E39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4" y="3960"/>
                  <a:ext cx="206" cy="208"/>
                </a:xfrm>
                <a:custGeom>
                  <a:avLst/>
                  <a:gdLst>
                    <a:gd name="T0" fmla="*/ 155 w 206"/>
                    <a:gd name="T1" fmla="*/ 0 h 208"/>
                    <a:gd name="T2" fmla="*/ 0 w 206"/>
                    <a:gd name="T3" fmla="*/ 167 h 208"/>
                    <a:gd name="T4" fmla="*/ 15 w 206"/>
                    <a:gd name="T5" fmla="*/ 207 h 208"/>
                    <a:gd name="T6" fmla="*/ 205 w 206"/>
                    <a:gd name="T7" fmla="*/ 26 h 208"/>
                    <a:gd name="T8" fmla="*/ 155 w 206"/>
                    <a:gd name="T9" fmla="*/ 0 h 2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6"/>
                    <a:gd name="T16" fmla="*/ 0 h 208"/>
                    <a:gd name="T17" fmla="*/ 206 w 206"/>
                    <a:gd name="T18" fmla="*/ 208 h 2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6" h="208">
                      <a:moveTo>
                        <a:pt x="155" y="0"/>
                      </a:moveTo>
                      <a:lnTo>
                        <a:pt x="0" y="167"/>
                      </a:lnTo>
                      <a:lnTo>
                        <a:pt x="15" y="207"/>
                      </a:lnTo>
                      <a:lnTo>
                        <a:pt x="205" y="26"/>
                      </a:lnTo>
                      <a:lnTo>
                        <a:pt x="15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1" name="Freeform 96">
                  <a:extLst>
                    <a:ext uri="{FF2B5EF4-FFF2-40B4-BE49-F238E27FC236}">
                      <a16:creationId xmlns:a16="http://schemas.microsoft.com/office/drawing/2014/main" id="{A11D1FDC-36BB-6D41-8CF1-216172A44F5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0" y="4065"/>
                  <a:ext cx="129" cy="77"/>
                </a:xfrm>
                <a:custGeom>
                  <a:avLst/>
                  <a:gdLst>
                    <a:gd name="T0" fmla="*/ 67 w 129"/>
                    <a:gd name="T1" fmla="*/ 11 h 77"/>
                    <a:gd name="T2" fmla="*/ 0 w 129"/>
                    <a:gd name="T3" fmla="*/ 76 h 77"/>
                    <a:gd name="T4" fmla="*/ 127 w 129"/>
                    <a:gd name="T5" fmla="*/ 48 h 77"/>
                    <a:gd name="T6" fmla="*/ 128 w 129"/>
                    <a:gd name="T7" fmla="*/ 0 h 77"/>
                    <a:gd name="T8" fmla="*/ 67 w 129"/>
                    <a:gd name="T9" fmla="*/ 11 h 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9"/>
                    <a:gd name="T16" fmla="*/ 0 h 77"/>
                    <a:gd name="T17" fmla="*/ 129 w 129"/>
                    <a:gd name="T18" fmla="*/ 77 h 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9" h="77">
                      <a:moveTo>
                        <a:pt x="67" y="11"/>
                      </a:moveTo>
                      <a:lnTo>
                        <a:pt x="0" y="76"/>
                      </a:lnTo>
                      <a:lnTo>
                        <a:pt x="127" y="48"/>
                      </a:lnTo>
                      <a:lnTo>
                        <a:pt x="128" y="0"/>
                      </a:lnTo>
                      <a:lnTo>
                        <a:pt x="67" y="1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2" name="Freeform 97">
                  <a:extLst>
                    <a:ext uri="{FF2B5EF4-FFF2-40B4-BE49-F238E27FC236}">
                      <a16:creationId xmlns:a16="http://schemas.microsoft.com/office/drawing/2014/main" id="{DC17E00E-21AC-6C49-9599-A5007866DEB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63"/>
                  <a:ext cx="14" cy="27"/>
                </a:xfrm>
                <a:custGeom>
                  <a:avLst/>
                  <a:gdLst>
                    <a:gd name="T0" fmla="*/ 0 w 14"/>
                    <a:gd name="T1" fmla="*/ 2 h 27"/>
                    <a:gd name="T2" fmla="*/ 0 w 14"/>
                    <a:gd name="T3" fmla="*/ 26 h 27"/>
                    <a:gd name="T4" fmla="*/ 13 w 14"/>
                    <a:gd name="T5" fmla="*/ 22 h 27"/>
                    <a:gd name="T6" fmla="*/ 13 w 14"/>
                    <a:gd name="T7" fmla="*/ 0 h 27"/>
                    <a:gd name="T8" fmla="*/ 9 w 14"/>
                    <a:gd name="T9" fmla="*/ 0 h 27"/>
                    <a:gd name="T10" fmla="*/ 0 w 14"/>
                    <a:gd name="T11" fmla="*/ 2 h 2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27"/>
                    <a:gd name="T20" fmla="*/ 14 w 14"/>
                    <a:gd name="T21" fmla="*/ 27 h 2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27">
                      <a:moveTo>
                        <a:pt x="0" y="2"/>
                      </a:moveTo>
                      <a:lnTo>
                        <a:pt x="0" y="26"/>
                      </a:lnTo>
                      <a:lnTo>
                        <a:pt x="13" y="22"/>
                      </a:lnTo>
                      <a:lnTo>
                        <a:pt x="13" y="0"/>
                      </a:lnTo>
                      <a:lnTo>
                        <a:pt x="9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3" name="Freeform 98">
                  <a:extLst>
                    <a:ext uri="{FF2B5EF4-FFF2-40B4-BE49-F238E27FC236}">
                      <a16:creationId xmlns:a16="http://schemas.microsoft.com/office/drawing/2014/main" id="{CC70AA88-8A48-EE49-BA49-8487B810C9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6" y="3890"/>
                  <a:ext cx="313" cy="218"/>
                </a:xfrm>
                <a:custGeom>
                  <a:avLst/>
                  <a:gdLst>
                    <a:gd name="T0" fmla="*/ 0 w 313"/>
                    <a:gd name="T1" fmla="*/ 59 h 218"/>
                    <a:gd name="T2" fmla="*/ 0 w 313"/>
                    <a:gd name="T3" fmla="*/ 120 h 218"/>
                    <a:gd name="T4" fmla="*/ 0 w 313"/>
                    <a:gd name="T5" fmla="*/ 171 h 218"/>
                    <a:gd name="T6" fmla="*/ 11 w 313"/>
                    <a:gd name="T7" fmla="*/ 173 h 218"/>
                    <a:gd name="T8" fmla="*/ 73 w 313"/>
                    <a:gd name="T9" fmla="*/ 164 h 218"/>
                    <a:gd name="T10" fmla="*/ 86 w 313"/>
                    <a:gd name="T11" fmla="*/ 166 h 218"/>
                    <a:gd name="T12" fmla="*/ 88 w 313"/>
                    <a:gd name="T13" fmla="*/ 169 h 218"/>
                    <a:gd name="T14" fmla="*/ 94 w 313"/>
                    <a:gd name="T15" fmla="*/ 217 h 218"/>
                    <a:gd name="T16" fmla="*/ 266 w 313"/>
                    <a:gd name="T17" fmla="*/ 189 h 218"/>
                    <a:gd name="T18" fmla="*/ 312 w 313"/>
                    <a:gd name="T19" fmla="*/ 138 h 218"/>
                    <a:gd name="T20" fmla="*/ 312 w 313"/>
                    <a:gd name="T21" fmla="*/ 0 h 218"/>
                    <a:gd name="T22" fmla="*/ 0 w 313"/>
                    <a:gd name="T23" fmla="*/ 59 h 21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13"/>
                    <a:gd name="T37" fmla="*/ 0 h 218"/>
                    <a:gd name="T38" fmla="*/ 313 w 313"/>
                    <a:gd name="T39" fmla="*/ 218 h 218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13" h="218">
                      <a:moveTo>
                        <a:pt x="0" y="59"/>
                      </a:moveTo>
                      <a:lnTo>
                        <a:pt x="0" y="120"/>
                      </a:lnTo>
                      <a:lnTo>
                        <a:pt x="0" y="171"/>
                      </a:lnTo>
                      <a:lnTo>
                        <a:pt x="11" y="173"/>
                      </a:lnTo>
                      <a:lnTo>
                        <a:pt x="73" y="164"/>
                      </a:lnTo>
                      <a:lnTo>
                        <a:pt x="86" y="166"/>
                      </a:lnTo>
                      <a:lnTo>
                        <a:pt x="88" y="169"/>
                      </a:lnTo>
                      <a:lnTo>
                        <a:pt x="94" y="217"/>
                      </a:lnTo>
                      <a:lnTo>
                        <a:pt x="266" y="189"/>
                      </a:lnTo>
                      <a:lnTo>
                        <a:pt x="312" y="138"/>
                      </a:lnTo>
                      <a:lnTo>
                        <a:pt x="312" y="0"/>
                      </a:lnTo>
                      <a:lnTo>
                        <a:pt x="0" y="5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4" name="Freeform 99">
                  <a:extLst>
                    <a:ext uri="{FF2B5EF4-FFF2-40B4-BE49-F238E27FC236}">
                      <a16:creationId xmlns:a16="http://schemas.microsoft.com/office/drawing/2014/main" id="{5205673E-C998-D74A-A2FB-C0F67E324E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629"/>
                  <a:ext cx="36" cy="158"/>
                </a:xfrm>
                <a:custGeom>
                  <a:avLst/>
                  <a:gdLst>
                    <a:gd name="T0" fmla="*/ 29 w 36"/>
                    <a:gd name="T1" fmla="*/ 0 h 158"/>
                    <a:gd name="T2" fmla="*/ 26 w 36"/>
                    <a:gd name="T3" fmla="*/ 2 h 158"/>
                    <a:gd name="T4" fmla="*/ 20 w 36"/>
                    <a:gd name="T5" fmla="*/ 4 h 158"/>
                    <a:gd name="T6" fmla="*/ 11 w 36"/>
                    <a:gd name="T7" fmla="*/ 8 h 158"/>
                    <a:gd name="T8" fmla="*/ 5 w 36"/>
                    <a:gd name="T9" fmla="*/ 14 h 158"/>
                    <a:gd name="T10" fmla="*/ 2 w 36"/>
                    <a:gd name="T11" fmla="*/ 20 h 158"/>
                    <a:gd name="T12" fmla="*/ 0 w 36"/>
                    <a:gd name="T13" fmla="*/ 24 h 158"/>
                    <a:gd name="T14" fmla="*/ 0 w 36"/>
                    <a:gd name="T15" fmla="*/ 38 h 158"/>
                    <a:gd name="T16" fmla="*/ 0 w 36"/>
                    <a:gd name="T17" fmla="*/ 118 h 158"/>
                    <a:gd name="T18" fmla="*/ 0 w 36"/>
                    <a:gd name="T19" fmla="*/ 124 h 158"/>
                    <a:gd name="T20" fmla="*/ 2 w 36"/>
                    <a:gd name="T21" fmla="*/ 130 h 158"/>
                    <a:gd name="T22" fmla="*/ 2 w 36"/>
                    <a:gd name="T23" fmla="*/ 135 h 158"/>
                    <a:gd name="T24" fmla="*/ 3 w 36"/>
                    <a:gd name="T25" fmla="*/ 137 h 158"/>
                    <a:gd name="T26" fmla="*/ 11 w 36"/>
                    <a:gd name="T27" fmla="*/ 144 h 158"/>
                    <a:gd name="T28" fmla="*/ 22 w 36"/>
                    <a:gd name="T29" fmla="*/ 153 h 158"/>
                    <a:gd name="T30" fmla="*/ 28 w 36"/>
                    <a:gd name="T31" fmla="*/ 157 h 158"/>
                    <a:gd name="T32" fmla="*/ 31 w 36"/>
                    <a:gd name="T33" fmla="*/ 153 h 158"/>
                    <a:gd name="T34" fmla="*/ 33 w 36"/>
                    <a:gd name="T35" fmla="*/ 149 h 158"/>
                    <a:gd name="T36" fmla="*/ 29 w 36"/>
                    <a:gd name="T37" fmla="*/ 142 h 158"/>
                    <a:gd name="T38" fmla="*/ 26 w 36"/>
                    <a:gd name="T39" fmla="*/ 140 h 158"/>
                    <a:gd name="T40" fmla="*/ 24 w 36"/>
                    <a:gd name="T41" fmla="*/ 138 h 158"/>
                    <a:gd name="T42" fmla="*/ 20 w 36"/>
                    <a:gd name="T43" fmla="*/ 137 h 158"/>
                    <a:gd name="T44" fmla="*/ 15 w 36"/>
                    <a:gd name="T45" fmla="*/ 133 h 158"/>
                    <a:gd name="T46" fmla="*/ 13 w 36"/>
                    <a:gd name="T47" fmla="*/ 126 h 158"/>
                    <a:gd name="T48" fmla="*/ 11 w 36"/>
                    <a:gd name="T49" fmla="*/ 120 h 158"/>
                    <a:gd name="T50" fmla="*/ 11 w 36"/>
                    <a:gd name="T51" fmla="*/ 102 h 158"/>
                    <a:gd name="T52" fmla="*/ 9 w 36"/>
                    <a:gd name="T53" fmla="*/ 36 h 158"/>
                    <a:gd name="T54" fmla="*/ 11 w 36"/>
                    <a:gd name="T55" fmla="*/ 27 h 158"/>
                    <a:gd name="T56" fmla="*/ 13 w 36"/>
                    <a:gd name="T57" fmla="*/ 22 h 158"/>
                    <a:gd name="T58" fmla="*/ 15 w 36"/>
                    <a:gd name="T59" fmla="*/ 20 h 158"/>
                    <a:gd name="T60" fmla="*/ 22 w 36"/>
                    <a:gd name="T61" fmla="*/ 16 h 158"/>
                    <a:gd name="T62" fmla="*/ 29 w 36"/>
                    <a:gd name="T63" fmla="*/ 14 h 158"/>
                    <a:gd name="T64" fmla="*/ 33 w 36"/>
                    <a:gd name="T65" fmla="*/ 12 h 158"/>
                    <a:gd name="T66" fmla="*/ 35 w 36"/>
                    <a:gd name="T67" fmla="*/ 6 h 158"/>
                    <a:gd name="T68" fmla="*/ 31 w 36"/>
                    <a:gd name="T69" fmla="*/ 0 h 158"/>
                    <a:gd name="T70" fmla="*/ 29 w 36"/>
                    <a:gd name="T71" fmla="*/ 0 h 15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6"/>
                    <a:gd name="T109" fmla="*/ 0 h 158"/>
                    <a:gd name="T110" fmla="*/ 36 w 36"/>
                    <a:gd name="T111" fmla="*/ 158 h 15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6" h="158">
                      <a:moveTo>
                        <a:pt x="29" y="0"/>
                      </a:moveTo>
                      <a:lnTo>
                        <a:pt x="26" y="2"/>
                      </a:lnTo>
                      <a:lnTo>
                        <a:pt x="20" y="4"/>
                      </a:lnTo>
                      <a:lnTo>
                        <a:pt x="11" y="8"/>
                      </a:lnTo>
                      <a:lnTo>
                        <a:pt x="5" y="14"/>
                      </a:lnTo>
                      <a:lnTo>
                        <a:pt x="2" y="20"/>
                      </a:lnTo>
                      <a:lnTo>
                        <a:pt x="0" y="24"/>
                      </a:lnTo>
                      <a:lnTo>
                        <a:pt x="0" y="38"/>
                      </a:lnTo>
                      <a:lnTo>
                        <a:pt x="0" y="118"/>
                      </a:lnTo>
                      <a:lnTo>
                        <a:pt x="0" y="124"/>
                      </a:lnTo>
                      <a:lnTo>
                        <a:pt x="2" y="130"/>
                      </a:lnTo>
                      <a:lnTo>
                        <a:pt x="2" y="135"/>
                      </a:lnTo>
                      <a:lnTo>
                        <a:pt x="3" y="137"/>
                      </a:lnTo>
                      <a:lnTo>
                        <a:pt x="11" y="144"/>
                      </a:lnTo>
                      <a:lnTo>
                        <a:pt x="22" y="153"/>
                      </a:lnTo>
                      <a:lnTo>
                        <a:pt x="28" y="157"/>
                      </a:lnTo>
                      <a:lnTo>
                        <a:pt x="31" y="153"/>
                      </a:lnTo>
                      <a:lnTo>
                        <a:pt x="33" y="149"/>
                      </a:lnTo>
                      <a:lnTo>
                        <a:pt x="29" y="142"/>
                      </a:lnTo>
                      <a:lnTo>
                        <a:pt x="26" y="140"/>
                      </a:lnTo>
                      <a:lnTo>
                        <a:pt x="24" y="138"/>
                      </a:lnTo>
                      <a:lnTo>
                        <a:pt x="20" y="137"/>
                      </a:lnTo>
                      <a:lnTo>
                        <a:pt x="15" y="133"/>
                      </a:lnTo>
                      <a:lnTo>
                        <a:pt x="13" y="126"/>
                      </a:lnTo>
                      <a:lnTo>
                        <a:pt x="11" y="120"/>
                      </a:lnTo>
                      <a:lnTo>
                        <a:pt x="11" y="102"/>
                      </a:lnTo>
                      <a:lnTo>
                        <a:pt x="9" y="36"/>
                      </a:lnTo>
                      <a:lnTo>
                        <a:pt x="11" y="27"/>
                      </a:lnTo>
                      <a:lnTo>
                        <a:pt x="13" y="22"/>
                      </a:lnTo>
                      <a:lnTo>
                        <a:pt x="15" y="20"/>
                      </a:lnTo>
                      <a:lnTo>
                        <a:pt x="22" y="16"/>
                      </a:lnTo>
                      <a:lnTo>
                        <a:pt x="29" y="14"/>
                      </a:lnTo>
                      <a:lnTo>
                        <a:pt x="33" y="12"/>
                      </a:lnTo>
                      <a:lnTo>
                        <a:pt x="35" y="6"/>
                      </a:lnTo>
                      <a:lnTo>
                        <a:pt x="31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5" name="Freeform 100">
                  <a:extLst>
                    <a:ext uri="{FF2B5EF4-FFF2-40B4-BE49-F238E27FC236}">
                      <a16:creationId xmlns:a16="http://schemas.microsoft.com/office/drawing/2014/main" id="{B3EDC59B-6308-4645-B07E-862C616DA7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0" y="3354"/>
                  <a:ext cx="35" cy="253"/>
                </a:xfrm>
                <a:custGeom>
                  <a:avLst/>
                  <a:gdLst>
                    <a:gd name="T0" fmla="*/ 2 w 35"/>
                    <a:gd name="T1" fmla="*/ 8 h 253"/>
                    <a:gd name="T2" fmla="*/ 0 w 35"/>
                    <a:gd name="T3" fmla="*/ 252 h 253"/>
                    <a:gd name="T4" fmla="*/ 34 w 35"/>
                    <a:gd name="T5" fmla="*/ 252 h 253"/>
                    <a:gd name="T6" fmla="*/ 34 w 35"/>
                    <a:gd name="T7" fmla="*/ 0 h 253"/>
                    <a:gd name="T8" fmla="*/ 2 w 35"/>
                    <a:gd name="T9" fmla="*/ 8 h 2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3"/>
                    <a:gd name="T17" fmla="*/ 35 w 35"/>
                    <a:gd name="T18" fmla="*/ 253 h 2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3">
                      <a:moveTo>
                        <a:pt x="2" y="8"/>
                      </a:moveTo>
                      <a:lnTo>
                        <a:pt x="0" y="252"/>
                      </a:lnTo>
                      <a:lnTo>
                        <a:pt x="34" y="252"/>
                      </a:lnTo>
                      <a:lnTo>
                        <a:pt x="34" y="0"/>
                      </a:lnTo>
                      <a:lnTo>
                        <a:pt x="2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6" name="Freeform 101">
                  <a:extLst>
                    <a:ext uri="{FF2B5EF4-FFF2-40B4-BE49-F238E27FC236}">
                      <a16:creationId xmlns:a16="http://schemas.microsoft.com/office/drawing/2014/main" id="{4F4E8070-AE75-7A4D-9B5F-DDB1625930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25" y="3306"/>
                  <a:ext cx="377" cy="598"/>
                </a:xfrm>
                <a:custGeom>
                  <a:avLst/>
                  <a:gdLst>
                    <a:gd name="T0" fmla="*/ 0 w 377"/>
                    <a:gd name="T1" fmla="*/ 0 h 598"/>
                    <a:gd name="T2" fmla="*/ 2 w 377"/>
                    <a:gd name="T3" fmla="*/ 512 h 598"/>
                    <a:gd name="T4" fmla="*/ 81 w 377"/>
                    <a:gd name="T5" fmla="*/ 591 h 598"/>
                    <a:gd name="T6" fmla="*/ 111 w 377"/>
                    <a:gd name="T7" fmla="*/ 597 h 598"/>
                    <a:gd name="T8" fmla="*/ 111 w 377"/>
                    <a:gd name="T9" fmla="*/ 579 h 598"/>
                    <a:gd name="T10" fmla="*/ 62 w 377"/>
                    <a:gd name="T11" fmla="*/ 533 h 598"/>
                    <a:gd name="T12" fmla="*/ 62 w 377"/>
                    <a:gd name="T13" fmla="*/ 479 h 598"/>
                    <a:gd name="T14" fmla="*/ 56 w 377"/>
                    <a:gd name="T15" fmla="*/ 479 h 598"/>
                    <a:gd name="T16" fmla="*/ 56 w 377"/>
                    <a:gd name="T17" fmla="*/ 472 h 598"/>
                    <a:gd name="T18" fmla="*/ 116 w 377"/>
                    <a:gd name="T19" fmla="*/ 460 h 598"/>
                    <a:gd name="T20" fmla="*/ 116 w 377"/>
                    <a:gd name="T21" fmla="*/ 322 h 598"/>
                    <a:gd name="T22" fmla="*/ 122 w 377"/>
                    <a:gd name="T23" fmla="*/ 322 h 598"/>
                    <a:gd name="T24" fmla="*/ 126 w 377"/>
                    <a:gd name="T25" fmla="*/ 306 h 598"/>
                    <a:gd name="T26" fmla="*/ 166 w 377"/>
                    <a:gd name="T27" fmla="*/ 306 h 598"/>
                    <a:gd name="T28" fmla="*/ 168 w 377"/>
                    <a:gd name="T29" fmla="*/ 54 h 598"/>
                    <a:gd name="T30" fmla="*/ 199 w 377"/>
                    <a:gd name="T31" fmla="*/ 46 h 598"/>
                    <a:gd name="T32" fmla="*/ 253 w 377"/>
                    <a:gd name="T33" fmla="*/ 50 h 598"/>
                    <a:gd name="T34" fmla="*/ 253 w 377"/>
                    <a:gd name="T35" fmla="*/ 38 h 598"/>
                    <a:gd name="T36" fmla="*/ 376 w 377"/>
                    <a:gd name="T37" fmla="*/ 28 h 598"/>
                    <a:gd name="T38" fmla="*/ 0 w 377"/>
                    <a:gd name="T39" fmla="*/ 0 h 59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77"/>
                    <a:gd name="T61" fmla="*/ 0 h 598"/>
                    <a:gd name="T62" fmla="*/ 377 w 377"/>
                    <a:gd name="T63" fmla="*/ 598 h 59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77" h="598">
                      <a:moveTo>
                        <a:pt x="0" y="0"/>
                      </a:moveTo>
                      <a:lnTo>
                        <a:pt x="2" y="512"/>
                      </a:lnTo>
                      <a:lnTo>
                        <a:pt x="81" y="591"/>
                      </a:lnTo>
                      <a:lnTo>
                        <a:pt x="111" y="597"/>
                      </a:lnTo>
                      <a:lnTo>
                        <a:pt x="111" y="579"/>
                      </a:lnTo>
                      <a:lnTo>
                        <a:pt x="62" y="533"/>
                      </a:lnTo>
                      <a:lnTo>
                        <a:pt x="62" y="479"/>
                      </a:lnTo>
                      <a:lnTo>
                        <a:pt x="56" y="479"/>
                      </a:lnTo>
                      <a:lnTo>
                        <a:pt x="56" y="472"/>
                      </a:lnTo>
                      <a:lnTo>
                        <a:pt x="116" y="460"/>
                      </a:lnTo>
                      <a:lnTo>
                        <a:pt x="116" y="322"/>
                      </a:lnTo>
                      <a:lnTo>
                        <a:pt x="122" y="322"/>
                      </a:lnTo>
                      <a:lnTo>
                        <a:pt x="126" y="306"/>
                      </a:lnTo>
                      <a:lnTo>
                        <a:pt x="166" y="306"/>
                      </a:lnTo>
                      <a:lnTo>
                        <a:pt x="168" y="54"/>
                      </a:lnTo>
                      <a:lnTo>
                        <a:pt x="199" y="46"/>
                      </a:lnTo>
                      <a:lnTo>
                        <a:pt x="253" y="50"/>
                      </a:lnTo>
                      <a:lnTo>
                        <a:pt x="253" y="38"/>
                      </a:lnTo>
                      <a:lnTo>
                        <a:pt x="376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7" name="Freeform 102">
                  <a:extLst>
                    <a:ext uri="{FF2B5EF4-FFF2-40B4-BE49-F238E27FC236}">
                      <a16:creationId xmlns:a16="http://schemas.microsoft.com/office/drawing/2014/main" id="{C5DB2AE9-2893-BB43-8423-552351A52A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75"/>
                  <a:ext cx="44" cy="272"/>
                </a:xfrm>
                <a:custGeom>
                  <a:avLst/>
                  <a:gdLst>
                    <a:gd name="T0" fmla="*/ 33 w 44"/>
                    <a:gd name="T1" fmla="*/ 0 h 272"/>
                    <a:gd name="T2" fmla="*/ 33 w 44"/>
                    <a:gd name="T3" fmla="*/ 216 h 272"/>
                    <a:gd name="T4" fmla="*/ 0 w 44"/>
                    <a:gd name="T5" fmla="*/ 249 h 272"/>
                    <a:gd name="T6" fmla="*/ 0 w 44"/>
                    <a:gd name="T7" fmla="*/ 271 h 272"/>
                    <a:gd name="T8" fmla="*/ 43 w 44"/>
                    <a:gd name="T9" fmla="*/ 225 h 272"/>
                    <a:gd name="T10" fmla="*/ 43 w 44"/>
                    <a:gd name="T11" fmla="*/ 8 h 272"/>
                    <a:gd name="T12" fmla="*/ 33 w 44"/>
                    <a:gd name="T13" fmla="*/ 0 h 2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4"/>
                    <a:gd name="T22" fmla="*/ 0 h 272"/>
                    <a:gd name="T23" fmla="*/ 44 w 44"/>
                    <a:gd name="T24" fmla="*/ 272 h 2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4" h="272">
                      <a:moveTo>
                        <a:pt x="33" y="0"/>
                      </a:moveTo>
                      <a:lnTo>
                        <a:pt x="33" y="216"/>
                      </a:lnTo>
                      <a:lnTo>
                        <a:pt x="0" y="249"/>
                      </a:lnTo>
                      <a:lnTo>
                        <a:pt x="0" y="271"/>
                      </a:lnTo>
                      <a:lnTo>
                        <a:pt x="43" y="225"/>
                      </a:lnTo>
                      <a:lnTo>
                        <a:pt x="43" y="8"/>
                      </a:lnTo>
                      <a:lnTo>
                        <a:pt x="3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8" name="Freeform 103">
                  <a:extLst>
                    <a:ext uri="{FF2B5EF4-FFF2-40B4-BE49-F238E27FC236}">
                      <a16:creationId xmlns:a16="http://schemas.microsoft.com/office/drawing/2014/main" id="{A7F002B5-E5E4-7D4D-AED1-1672B806B3F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7" y="3415"/>
                  <a:ext cx="22" cy="109"/>
                </a:xfrm>
                <a:custGeom>
                  <a:avLst/>
                  <a:gdLst>
                    <a:gd name="T0" fmla="*/ 0 w 22"/>
                    <a:gd name="T1" fmla="*/ 2 h 109"/>
                    <a:gd name="T2" fmla="*/ 0 w 22"/>
                    <a:gd name="T3" fmla="*/ 108 h 109"/>
                    <a:gd name="T4" fmla="*/ 21 w 22"/>
                    <a:gd name="T5" fmla="*/ 108 h 109"/>
                    <a:gd name="T6" fmla="*/ 21 w 22"/>
                    <a:gd name="T7" fmla="*/ 0 h 109"/>
                    <a:gd name="T8" fmla="*/ 0 w 22"/>
                    <a:gd name="T9" fmla="*/ 2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109"/>
                    <a:gd name="T17" fmla="*/ 22 w 22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109">
                      <a:moveTo>
                        <a:pt x="0" y="2"/>
                      </a:moveTo>
                      <a:lnTo>
                        <a:pt x="0" y="108"/>
                      </a:lnTo>
                      <a:lnTo>
                        <a:pt x="21" y="108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29" name="Freeform 104">
                  <a:extLst>
                    <a:ext uri="{FF2B5EF4-FFF2-40B4-BE49-F238E27FC236}">
                      <a16:creationId xmlns:a16="http://schemas.microsoft.com/office/drawing/2014/main" id="{FE597D3C-BF56-3F45-B872-CD2386BDDD3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8" y="3661"/>
                  <a:ext cx="246" cy="164"/>
                </a:xfrm>
                <a:custGeom>
                  <a:avLst/>
                  <a:gdLst>
                    <a:gd name="T0" fmla="*/ 42 w 246"/>
                    <a:gd name="T1" fmla="*/ 0 h 164"/>
                    <a:gd name="T2" fmla="*/ 0 w 246"/>
                    <a:gd name="T3" fmla="*/ 141 h 164"/>
                    <a:gd name="T4" fmla="*/ 202 w 246"/>
                    <a:gd name="T5" fmla="*/ 163 h 164"/>
                    <a:gd name="T6" fmla="*/ 245 w 246"/>
                    <a:gd name="T7" fmla="*/ 14 h 164"/>
                    <a:gd name="T8" fmla="*/ 42 w 246"/>
                    <a:gd name="T9" fmla="*/ 0 h 1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6"/>
                    <a:gd name="T16" fmla="*/ 0 h 164"/>
                    <a:gd name="T17" fmla="*/ 246 w 246"/>
                    <a:gd name="T18" fmla="*/ 164 h 1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6" h="164">
                      <a:moveTo>
                        <a:pt x="42" y="0"/>
                      </a:moveTo>
                      <a:lnTo>
                        <a:pt x="0" y="141"/>
                      </a:lnTo>
                      <a:lnTo>
                        <a:pt x="202" y="163"/>
                      </a:lnTo>
                      <a:lnTo>
                        <a:pt x="245" y="14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0" name="Freeform 105">
                  <a:extLst>
                    <a:ext uri="{FF2B5EF4-FFF2-40B4-BE49-F238E27FC236}">
                      <a16:creationId xmlns:a16="http://schemas.microsoft.com/office/drawing/2014/main" id="{BC40D2EC-ADA8-B449-823B-E2B99E899C2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8" y="3665"/>
                  <a:ext cx="225" cy="143"/>
                </a:xfrm>
                <a:custGeom>
                  <a:avLst/>
                  <a:gdLst>
                    <a:gd name="T0" fmla="*/ 35 w 225"/>
                    <a:gd name="T1" fmla="*/ 0 h 143"/>
                    <a:gd name="T2" fmla="*/ 0 w 225"/>
                    <a:gd name="T3" fmla="*/ 124 h 143"/>
                    <a:gd name="T4" fmla="*/ 186 w 225"/>
                    <a:gd name="T5" fmla="*/ 142 h 143"/>
                    <a:gd name="T6" fmla="*/ 224 w 225"/>
                    <a:gd name="T7" fmla="*/ 13 h 143"/>
                    <a:gd name="T8" fmla="*/ 35 w 225"/>
                    <a:gd name="T9" fmla="*/ 0 h 1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5"/>
                    <a:gd name="T16" fmla="*/ 0 h 143"/>
                    <a:gd name="T17" fmla="*/ 225 w 225"/>
                    <a:gd name="T18" fmla="*/ 143 h 1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5" h="143">
                      <a:moveTo>
                        <a:pt x="35" y="0"/>
                      </a:moveTo>
                      <a:lnTo>
                        <a:pt x="0" y="124"/>
                      </a:lnTo>
                      <a:lnTo>
                        <a:pt x="186" y="142"/>
                      </a:lnTo>
                      <a:lnTo>
                        <a:pt x="224" y="13"/>
                      </a:lnTo>
                      <a:lnTo>
                        <a:pt x="3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1" name="Freeform 106">
                  <a:extLst>
                    <a:ext uri="{FF2B5EF4-FFF2-40B4-BE49-F238E27FC236}">
                      <a16:creationId xmlns:a16="http://schemas.microsoft.com/office/drawing/2014/main" id="{7FD4B06F-9246-5D4B-8E67-E2574328E41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3" y="3746"/>
                  <a:ext cx="24" cy="29"/>
                </a:xfrm>
                <a:custGeom>
                  <a:avLst/>
                  <a:gdLst>
                    <a:gd name="T0" fmla="*/ 0 w 24"/>
                    <a:gd name="T1" fmla="*/ 10 h 29"/>
                    <a:gd name="T2" fmla="*/ 0 w 24"/>
                    <a:gd name="T3" fmla="*/ 20 h 29"/>
                    <a:gd name="T4" fmla="*/ 5 w 24"/>
                    <a:gd name="T5" fmla="*/ 28 h 29"/>
                    <a:gd name="T6" fmla="*/ 15 w 24"/>
                    <a:gd name="T7" fmla="*/ 26 h 29"/>
                    <a:gd name="T8" fmla="*/ 23 w 24"/>
                    <a:gd name="T9" fmla="*/ 19 h 29"/>
                    <a:gd name="T10" fmla="*/ 23 w 24"/>
                    <a:gd name="T11" fmla="*/ 8 h 29"/>
                    <a:gd name="T12" fmla="*/ 15 w 24"/>
                    <a:gd name="T13" fmla="*/ 0 h 29"/>
                    <a:gd name="T14" fmla="*/ 5 w 24"/>
                    <a:gd name="T15" fmla="*/ 2 h 29"/>
                    <a:gd name="T16" fmla="*/ 0 w 24"/>
                    <a:gd name="T17" fmla="*/ 10 h 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"/>
                    <a:gd name="T28" fmla="*/ 0 h 29"/>
                    <a:gd name="T29" fmla="*/ 24 w 24"/>
                    <a:gd name="T30" fmla="*/ 29 h 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" h="29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5" y="28"/>
                      </a:lnTo>
                      <a:lnTo>
                        <a:pt x="15" y="26"/>
                      </a:lnTo>
                      <a:lnTo>
                        <a:pt x="23" y="19"/>
                      </a:lnTo>
                      <a:lnTo>
                        <a:pt x="23" y="8"/>
                      </a:lnTo>
                      <a:lnTo>
                        <a:pt x="15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2" name="Freeform 107">
                  <a:extLst>
                    <a:ext uri="{FF2B5EF4-FFF2-40B4-BE49-F238E27FC236}">
                      <a16:creationId xmlns:a16="http://schemas.microsoft.com/office/drawing/2014/main" id="{30FB3449-7371-2B49-82F8-31327B5447C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9" y="3745"/>
                  <a:ext cx="19" cy="25"/>
                </a:xfrm>
                <a:custGeom>
                  <a:avLst/>
                  <a:gdLst>
                    <a:gd name="T0" fmla="*/ 0 w 19"/>
                    <a:gd name="T1" fmla="*/ 10 h 25"/>
                    <a:gd name="T2" fmla="*/ 0 w 19"/>
                    <a:gd name="T3" fmla="*/ 19 h 25"/>
                    <a:gd name="T4" fmla="*/ 6 w 19"/>
                    <a:gd name="T5" fmla="*/ 24 h 25"/>
                    <a:gd name="T6" fmla="*/ 12 w 19"/>
                    <a:gd name="T7" fmla="*/ 24 h 25"/>
                    <a:gd name="T8" fmla="*/ 18 w 19"/>
                    <a:gd name="T9" fmla="*/ 17 h 25"/>
                    <a:gd name="T10" fmla="*/ 18 w 19"/>
                    <a:gd name="T11" fmla="*/ 6 h 25"/>
                    <a:gd name="T12" fmla="*/ 12 w 19"/>
                    <a:gd name="T13" fmla="*/ 0 h 25"/>
                    <a:gd name="T14" fmla="*/ 6 w 19"/>
                    <a:gd name="T15" fmla="*/ 2 h 25"/>
                    <a:gd name="T16" fmla="*/ 0 w 19"/>
                    <a:gd name="T17" fmla="*/ 10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5"/>
                    <a:gd name="T29" fmla="*/ 19 w 19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5">
                      <a:moveTo>
                        <a:pt x="0" y="10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2" y="24"/>
                      </a:lnTo>
                      <a:lnTo>
                        <a:pt x="18" y="17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3" name="Freeform 108">
                  <a:extLst>
                    <a:ext uri="{FF2B5EF4-FFF2-40B4-BE49-F238E27FC236}">
                      <a16:creationId xmlns:a16="http://schemas.microsoft.com/office/drawing/2014/main" id="{44AB3E30-C85C-1241-A24A-0C037931BD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7" y="3675"/>
                  <a:ext cx="187" cy="53"/>
                </a:xfrm>
                <a:custGeom>
                  <a:avLst/>
                  <a:gdLst>
                    <a:gd name="T0" fmla="*/ 12 w 187"/>
                    <a:gd name="T1" fmla="*/ 0 h 53"/>
                    <a:gd name="T2" fmla="*/ 0 w 187"/>
                    <a:gd name="T3" fmla="*/ 41 h 53"/>
                    <a:gd name="T4" fmla="*/ 174 w 187"/>
                    <a:gd name="T5" fmla="*/ 52 h 53"/>
                    <a:gd name="T6" fmla="*/ 186 w 187"/>
                    <a:gd name="T7" fmla="*/ 12 h 53"/>
                    <a:gd name="T8" fmla="*/ 12 w 187"/>
                    <a:gd name="T9" fmla="*/ 0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53"/>
                    <a:gd name="T17" fmla="*/ 187 w 18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53">
                      <a:moveTo>
                        <a:pt x="12" y="0"/>
                      </a:moveTo>
                      <a:lnTo>
                        <a:pt x="0" y="41"/>
                      </a:lnTo>
                      <a:lnTo>
                        <a:pt x="174" y="52"/>
                      </a:lnTo>
                      <a:lnTo>
                        <a:pt x="186" y="1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4" name="Freeform 109">
                  <a:extLst>
                    <a:ext uri="{FF2B5EF4-FFF2-40B4-BE49-F238E27FC236}">
                      <a16:creationId xmlns:a16="http://schemas.microsoft.com/office/drawing/2014/main" id="{6E410DEE-67DD-714E-9DA9-249821A082B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676"/>
                  <a:ext cx="50" cy="38"/>
                </a:xfrm>
                <a:custGeom>
                  <a:avLst/>
                  <a:gdLst>
                    <a:gd name="T0" fmla="*/ 10 w 50"/>
                    <a:gd name="T1" fmla="*/ 0 h 38"/>
                    <a:gd name="T2" fmla="*/ 0 w 50"/>
                    <a:gd name="T3" fmla="*/ 35 h 38"/>
                    <a:gd name="T4" fmla="*/ 39 w 50"/>
                    <a:gd name="T5" fmla="*/ 37 h 38"/>
                    <a:gd name="T6" fmla="*/ 49 w 50"/>
                    <a:gd name="T7" fmla="*/ 4 h 38"/>
                    <a:gd name="T8" fmla="*/ 10 w 50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38"/>
                    <a:gd name="T17" fmla="*/ 50 w 50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9" y="37"/>
                      </a:lnTo>
                      <a:lnTo>
                        <a:pt x="49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5" name="Freeform 110">
                  <a:extLst>
                    <a:ext uri="{FF2B5EF4-FFF2-40B4-BE49-F238E27FC236}">
                      <a16:creationId xmlns:a16="http://schemas.microsoft.com/office/drawing/2014/main" id="{4E00905B-4D24-724A-8AF2-691E1AFE2A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0" y="3689"/>
                  <a:ext cx="37" cy="30"/>
                </a:xfrm>
                <a:custGeom>
                  <a:avLst/>
                  <a:gdLst>
                    <a:gd name="T0" fmla="*/ 12 w 37"/>
                    <a:gd name="T1" fmla="*/ 0 h 30"/>
                    <a:gd name="T2" fmla="*/ 0 w 37"/>
                    <a:gd name="T3" fmla="*/ 27 h 30"/>
                    <a:gd name="T4" fmla="*/ 24 w 37"/>
                    <a:gd name="T5" fmla="*/ 29 h 30"/>
                    <a:gd name="T6" fmla="*/ 36 w 37"/>
                    <a:gd name="T7" fmla="*/ 2 h 30"/>
                    <a:gd name="T8" fmla="*/ 12 w 37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0"/>
                    <a:gd name="T17" fmla="*/ 37 w 37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0">
                      <a:moveTo>
                        <a:pt x="12" y="0"/>
                      </a:moveTo>
                      <a:lnTo>
                        <a:pt x="0" y="27"/>
                      </a:lnTo>
                      <a:lnTo>
                        <a:pt x="24" y="29"/>
                      </a:lnTo>
                      <a:lnTo>
                        <a:pt x="36" y="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6" name="Freeform 111">
                  <a:extLst>
                    <a:ext uri="{FF2B5EF4-FFF2-40B4-BE49-F238E27FC236}">
                      <a16:creationId xmlns:a16="http://schemas.microsoft.com/office/drawing/2014/main" id="{0CA47F05-08FA-9244-A428-6C416D3936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03" y="3680"/>
                  <a:ext cx="44" cy="36"/>
                </a:xfrm>
                <a:custGeom>
                  <a:avLst/>
                  <a:gdLst>
                    <a:gd name="T0" fmla="*/ 9 w 44"/>
                    <a:gd name="T1" fmla="*/ 0 h 36"/>
                    <a:gd name="T2" fmla="*/ 0 w 44"/>
                    <a:gd name="T3" fmla="*/ 33 h 36"/>
                    <a:gd name="T4" fmla="*/ 34 w 44"/>
                    <a:gd name="T5" fmla="*/ 35 h 36"/>
                    <a:gd name="T6" fmla="*/ 43 w 44"/>
                    <a:gd name="T7" fmla="*/ 2 h 36"/>
                    <a:gd name="T8" fmla="*/ 9 w 44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"/>
                    <a:gd name="T16" fmla="*/ 0 h 36"/>
                    <a:gd name="T17" fmla="*/ 44 w 44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" h="36">
                      <a:moveTo>
                        <a:pt x="9" y="0"/>
                      </a:moveTo>
                      <a:lnTo>
                        <a:pt x="0" y="33"/>
                      </a:lnTo>
                      <a:lnTo>
                        <a:pt x="34" y="35"/>
                      </a:lnTo>
                      <a:lnTo>
                        <a:pt x="43" y="2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7" name="Freeform 112">
                  <a:extLst>
                    <a:ext uri="{FF2B5EF4-FFF2-40B4-BE49-F238E27FC236}">
                      <a16:creationId xmlns:a16="http://schemas.microsoft.com/office/drawing/2014/main" id="{BE1147A4-FE93-2842-9CB7-61A27293E3C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46" y="3681"/>
                  <a:ext cx="43" cy="38"/>
                </a:xfrm>
                <a:custGeom>
                  <a:avLst/>
                  <a:gdLst>
                    <a:gd name="T0" fmla="*/ 10 w 43"/>
                    <a:gd name="T1" fmla="*/ 0 h 38"/>
                    <a:gd name="T2" fmla="*/ 0 w 43"/>
                    <a:gd name="T3" fmla="*/ 35 h 38"/>
                    <a:gd name="T4" fmla="*/ 31 w 43"/>
                    <a:gd name="T5" fmla="*/ 37 h 38"/>
                    <a:gd name="T6" fmla="*/ 42 w 43"/>
                    <a:gd name="T7" fmla="*/ 4 h 38"/>
                    <a:gd name="T8" fmla="*/ 10 w 43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38"/>
                    <a:gd name="T17" fmla="*/ 43 w 43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1" y="37"/>
                      </a:lnTo>
                      <a:lnTo>
                        <a:pt x="42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8" name="Freeform 113">
                  <a:extLst>
                    <a:ext uri="{FF2B5EF4-FFF2-40B4-BE49-F238E27FC236}">
                      <a16:creationId xmlns:a16="http://schemas.microsoft.com/office/drawing/2014/main" id="{1B202BE3-0FF3-F246-BF61-E4136D9B898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736"/>
                  <a:ext cx="21" cy="28"/>
                </a:xfrm>
                <a:custGeom>
                  <a:avLst/>
                  <a:gdLst>
                    <a:gd name="T0" fmla="*/ 0 w 21"/>
                    <a:gd name="T1" fmla="*/ 10 h 28"/>
                    <a:gd name="T2" fmla="*/ 0 w 21"/>
                    <a:gd name="T3" fmla="*/ 21 h 28"/>
                    <a:gd name="T4" fmla="*/ 5 w 21"/>
                    <a:gd name="T5" fmla="*/ 27 h 28"/>
                    <a:gd name="T6" fmla="*/ 14 w 21"/>
                    <a:gd name="T7" fmla="*/ 27 h 28"/>
                    <a:gd name="T8" fmla="*/ 20 w 21"/>
                    <a:gd name="T9" fmla="*/ 18 h 28"/>
                    <a:gd name="T10" fmla="*/ 20 w 21"/>
                    <a:gd name="T11" fmla="*/ 5 h 28"/>
                    <a:gd name="T12" fmla="*/ 14 w 21"/>
                    <a:gd name="T13" fmla="*/ 0 h 28"/>
                    <a:gd name="T14" fmla="*/ 5 w 21"/>
                    <a:gd name="T15" fmla="*/ 2 h 28"/>
                    <a:gd name="T16" fmla="*/ 0 w 21"/>
                    <a:gd name="T17" fmla="*/ 10 h 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8"/>
                    <a:gd name="T29" fmla="*/ 21 w 21"/>
                    <a:gd name="T30" fmla="*/ 28 h 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8">
                      <a:moveTo>
                        <a:pt x="0" y="10"/>
                      </a:moveTo>
                      <a:lnTo>
                        <a:pt x="0" y="21"/>
                      </a:lnTo>
                      <a:lnTo>
                        <a:pt x="5" y="27"/>
                      </a:lnTo>
                      <a:lnTo>
                        <a:pt x="14" y="27"/>
                      </a:lnTo>
                      <a:lnTo>
                        <a:pt x="20" y="18"/>
                      </a:lnTo>
                      <a:lnTo>
                        <a:pt x="20" y="5"/>
                      </a:lnTo>
                      <a:lnTo>
                        <a:pt x="14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39" name="Freeform 114">
                  <a:extLst>
                    <a:ext uri="{FF2B5EF4-FFF2-40B4-BE49-F238E27FC236}">
                      <a16:creationId xmlns:a16="http://schemas.microsoft.com/office/drawing/2014/main" id="{2BC71A3A-D2AD-FD4A-80E5-CFC9A8F5F1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9" y="3735"/>
                  <a:ext cx="19" cy="24"/>
                </a:xfrm>
                <a:custGeom>
                  <a:avLst/>
                  <a:gdLst>
                    <a:gd name="T0" fmla="*/ 0 w 19"/>
                    <a:gd name="T1" fmla="*/ 7 h 24"/>
                    <a:gd name="T2" fmla="*/ 0 w 19"/>
                    <a:gd name="T3" fmla="*/ 17 h 24"/>
                    <a:gd name="T4" fmla="*/ 5 w 19"/>
                    <a:gd name="T5" fmla="*/ 23 h 24"/>
                    <a:gd name="T6" fmla="*/ 12 w 19"/>
                    <a:gd name="T7" fmla="*/ 23 h 24"/>
                    <a:gd name="T8" fmla="*/ 18 w 19"/>
                    <a:gd name="T9" fmla="*/ 15 h 24"/>
                    <a:gd name="T10" fmla="*/ 18 w 19"/>
                    <a:gd name="T11" fmla="*/ 6 h 24"/>
                    <a:gd name="T12" fmla="*/ 12 w 19"/>
                    <a:gd name="T13" fmla="*/ 0 h 24"/>
                    <a:gd name="T14" fmla="*/ 5 w 19"/>
                    <a:gd name="T15" fmla="*/ 2 h 24"/>
                    <a:gd name="T16" fmla="*/ 0 w 19"/>
                    <a:gd name="T17" fmla="*/ 7 h 2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4"/>
                    <a:gd name="T29" fmla="*/ 19 w 19"/>
                    <a:gd name="T30" fmla="*/ 24 h 2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4">
                      <a:moveTo>
                        <a:pt x="0" y="7"/>
                      </a:moveTo>
                      <a:lnTo>
                        <a:pt x="0" y="17"/>
                      </a:lnTo>
                      <a:lnTo>
                        <a:pt x="5" y="23"/>
                      </a:lnTo>
                      <a:lnTo>
                        <a:pt x="12" y="23"/>
                      </a:lnTo>
                      <a:lnTo>
                        <a:pt x="18" y="15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0" name="Freeform 115">
                  <a:extLst>
                    <a:ext uri="{FF2B5EF4-FFF2-40B4-BE49-F238E27FC236}">
                      <a16:creationId xmlns:a16="http://schemas.microsoft.com/office/drawing/2014/main" id="{494E3BB1-86B0-DC47-A242-B5A593D6A0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6" y="3765"/>
                  <a:ext cx="18" cy="14"/>
                </a:xfrm>
                <a:custGeom>
                  <a:avLst/>
                  <a:gdLst>
                    <a:gd name="T0" fmla="*/ 2 w 18"/>
                    <a:gd name="T1" fmla="*/ 0 h 14"/>
                    <a:gd name="T2" fmla="*/ 0 w 18"/>
                    <a:gd name="T3" fmla="*/ 10 h 14"/>
                    <a:gd name="T4" fmla="*/ 15 w 18"/>
                    <a:gd name="T5" fmla="*/ 13 h 14"/>
                    <a:gd name="T6" fmla="*/ 17 w 18"/>
                    <a:gd name="T7" fmla="*/ 3 h 14"/>
                    <a:gd name="T8" fmla="*/ 2 w 18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"/>
                    <a:gd name="T17" fmla="*/ 18 w 18"/>
                    <a:gd name="T18" fmla="*/ 14 h 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5" y="13"/>
                      </a:lnTo>
                      <a:lnTo>
                        <a:pt x="17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1" name="Freeform 116">
                  <a:extLst>
                    <a:ext uri="{FF2B5EF4-FFF2-40B4-BE49-F238E27FC236}">
                      <a16:creationId xmlns:a16="http://schemas.microsoft.com/office/drawing/2014/main" id="{2D4F6A20-EBBA-C944-9E9E-F21C4BFDC3C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737"/>
                  <a:ext cx="89" cy="50"/>
                </a:xfrm>
                <a:custGeom>
                  <a:avLst/>
                  <a:gdLst>
                    <a:gd name="T0" fmla="*/ 14 w 89"/>
                    <a:gd name="T1" fmla="*/ 0 h 50"/>
                    <a:gd name="T2" fmla="*/ 0 w 89"/>
                    <a:gd name="T3" fmla="*/ 42 h 50"/>
                    <a:gd name="T4" fmla="*/ 74 w 89"/>
                    <a:gd name="T5" fmla="*/ 49 h 50"/>
                    <a:gd name="T6" fmla="*/ 88 w 89"/>
                    <a:gd name="T7" fmla="*/ 3 h 50"/>
                    <a:gd name="T8" fmla="*/ 14 w 89"/>
                    <a:gd name="T9" fmla="*/ 0 h 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50"/>
                    <a:gd name="T17" fmla="*/ 89 w 89"/>
                    <a:gd name="T18" fmla="*/ 50 h 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50">
                      <a:moveTo>
                        <a:pt x="14" y="0"/>
                      </a:moveTo>
                      <a:lnTo>
                        <a:pt x="0" y="42"/>
                      </a:lnTo>
                      <a:lnTo>
                        <a:pt x="74" y="49"/>
                      </a:lnTo>
                      <a:lnTo>
                        <a:pt x="88" y="3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2" name="Freeform 117">
                  <a:extLst>
                    <a:ext uri="{FF2B5EF4-FFF2-40B4-BE49-F238E27FC236}">
                      <a16:creationId xmlns:a16="http://schemas.microsoft.com/office/drawing/2014/main" id="{FC43EE8D-44DB-F747-B56C-D4B92DCF5C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78"/>
                  <a:ext cx="13" cy="9"/>
                </a:xfrm>
                <a:custGeom>
                  <a:avLst/>
                  <a:gdLst>
                    <a:gd name="T0" fmla="*/ 2 w 13"/>
                    <a:gd name="T1" fmla="*/ 0 h 9"/>
                    <a:gd name="T2" fmla="*/ 0 w 13"/>
                    <a:gd name="T3" fmla="*/ 8 h 9"/>
                    <a:gd name="T4" fmla="*/ 10 w 13"/>
                    <a:gd name="T5" fmla="*/ 8 h 9"/>
                    <a:gd name="T6" fmla="*/ 12 w 13"/>
                    <a:gd name="T7" fmla="*/ 0 h 9"/>
                    <a:gd name="T8" fmla="*/ 2 w 13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"/>
                    <a:gd name="T16" fmla="*/ 0 h 9"/>
                    <a:gd name="T17" fmla="*/ 13 w 13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" h="9">
                      <a:moveTo>
                        <a:pt x="2" y="0"/>
                      </a:moveTo>
                      <a:lnTo>
                        <a:pt x="0" y="8"/>
                      </a:lnTo>
                      <a:lnTo>
                        <a:pt x="10" y="8"/>
                      </a:lnTo>
                      <a:lnTo>
                        <a:pt x="12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3" name="Freeform 118">
                  <a:extLst>
                    <a:ext uri="{FF2B5EF4-FFF2-40B4-BE49-F238E27FC236}">
                      <a16:creationId xmlns:a16="http://schemas.microsoft.com/office/drawing/2014/main" id="{FB01574F-EA25-B546-8CF7-81D8B991C8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3" y="3778"/>
                  <a:ext cx="16" cy="10"/>
                </a:xfrm>
                <a:custGeom>
                  <a:avLst/>
                  <a:gdLst>
                    <a:gd name="T0" fmla="*/ 2 w 16"/>
                    <a:gd name="T1" fmla="*/ 0 h 10"/>
                    <a:gd name="T2" fmla="*/ 0 w 16"/>
                    <a:gd name="T3" fmla="*/ 7 h 10"/>
                    <a:gd name="T4" fmla="*/ 13 w 16"/>
                    <a:gd name="T5" fmla="*/ 9 h 10"/>
                    <a:gd name="T6" fmla="*/ 15 w 16"/>
                    <a:gd name="T7" fmla="*/ 2 h 10"/>
                    <a:gd name="T8" fmla="*/ 2 w 16"/>
                    <a:gd name="T9" fmla="*/ 0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"/>
                    <a:gd name="T16" fmla="*/ 0 h 10"/>
                    <a:gd name="T17" fmla="*/ 16 w 16"/>
                    <a:gd name="T18" fmla="*/ 10 h 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" h="10">
                      <a:moveTo>
                        <a:pt x="2" y="0"/>
                      </a:moveTo>
                      <a:lnTo>
                        <a:pt x="0" y="7"/>
                      </a:lnTo>
                      <a:lnTo>
                        <a:pt x="13" y="9"/>
                      </a:lnTo>
                      <a:lnTo>
                        <a:pt x="15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4" name="Freeform 119">
                  <a:extLst>
                    <a:ext uri="{FF2B5EF4-FFF2-40B4-BE49-F238E27FC236}">
                      <a16:creationId xmlns:a16="http://schemas.microsoft.com/office/drawing/2014/main" id="{3B3CCD69-C610-1A45-9738-597394C8F87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0" y="3491"/>
                  <a:ext cx="205" cy="186"/>
                </a:xfrm>
                <a:custGeom>
                  <a:avLst/>
                  <a:gdLst>
                    <a:gd name="T0" fmla="*/ 0 w 205"/>
                    <a:gd name="T1" fmla="*/ 0 h 186"/>
                    <a:gd name="T2" fmla="*/ 0 w 205"/>
                    <a:gd name="T3" fmla="*/ 171 h 186"/>
                    <a:gd name="T4" fmla="*/ 204 w 205"/>
                    <a:gd name="T5" fmla="*/ 185 h 186"/>
                    <a:gd name="T6" fmla="*/ 202 w 205"/>
                    <a:gd name="T7" fmla="*/ 0 h 186"/>
                    <a:gd name="T8" fmla="*/ 0 w 205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5"/>
                    <a:gd name="T16" fmla="*/ 0 h 186"/>
                    <a:gd name="T17" fmla="*/ 205 w 205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5" h="186">
                      <a:moveTo>
                        <a:pt x="0" y="0"/>
                      </a:moveTo>
                      <a:lnTo>
                        <a:pt x="0" y="171"/>
                      </a:lnTo>
                      <a:lnTo>
                        <a:pt x="204" y="185"/>
                      </a:lnTo>
                      <a:lnTo>
                        <a:pt x="20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5" name="Freeform 120">
                  <a:extLst>
                    <a:ext uri="{FF2B5EF4-FFF2-40B4-BE49-F238E27FC236}">
                      <a16:creationId xmlns:a16="http://schemas.microsoft.com/office/drawing/2014/main" id="{CAEF10C5-7D53-054B-BEF9-E7458CE303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500"/>
                  <a:ext cx="194" cy="177"/>
                </a:xfrm>
                <a:custGeom>
                  <a:avLst/>
                  <a:gdLst>
                    <a:gd name="T0" fmla="*/ 4 w 194"/>
                    <a:gd name="T1" fmla="*/ 0 h 177"/>
                    <a:gd name="T2" fmla="*/ 0 w 194"/>
                    <a:gd name="T3" fmla="*/ 165 h 177"/>
                    <a:gd name="T4" fmla="*/ 191 w 194"/>
                    <a:gd name="T5" fmla="*/ 176 h 177"/>
                    <a:gd name="T6" fmla="*/ 193 w 194"/>
                    <a:gd name="T7" fmla="*/ 0 h 177"/>
                    <a:gd name="T8" fmla="*/ 4 w 194"/>
                    <a:gd name="T9" fmla="*/ 0 h 1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177"/>
                    <a:gd name="T17" fmla="*/ 194 w 194"/>
                    <a:gd name="T18" fmla="*/ 177 h 1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177">
                      <a:moveTo>
                        <a:pt x="4" y="0"/>
                      </a:moveTo>
                      <a:lnTo>
                        <a:pt x="0" y="165"/>
                      </a:lnTo>
                      <a:lnTo>
                        <a:pt x="191" y="176"/>
                      </a:lnTo>
                      <a:lnTo>
                        <a:pt x="193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6" name="Freeform 121">
                  <a:extLst>
                    <a:ext uri="{FF2B5EF4-FFF2-40B4-BE49-F238E27FC236}">
                      <a16:creationId xmlns:a16="http://schemas.microsoft.com/office/drawing/2014/main" id="{26913A8D-5300-704B-BCF2-46CAF4AB65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509"/>
                  <a:ext cx="168" cy="158"/>
                </a:xfrm>
                <a:custGeom>
                  <a:avLst/>
                  <a:gdLst>
                    <a:gd name="T0" fmla="*/ 2 w 168"/>
                    <a:gd name="T1" fmla="*/ 0 h 158"/>
                    <a:gd name="T2" fmla="*/ 0 w 168"/>
                    <a:gd name="T3" fmla="*/ 143 h 158"/>
                    <a:gd name="T4" fmla="*/ 166 w 168"/>
                    <a:gd name="T5" fmla="*/ 157 h 158"/>
                    <a:gd name="T6" fmla="*/ 167 w 168"/>
                    <a:gd name="T7" fmla="*/ 0 h 158"/>
                    <a:gd name="T8" fmla="*/ 2 w 168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58"/>
                    <a:gd name="T17" fmla="*/ 168 w 168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58">
                      <a:moveTo>
                        <a:pt x="2" y="0"/>
                      </a:moveTo>
                      <a:lnTo>
                        <a:pt x="0" y="143"/>
                      </a:lnTo>
                      <a:lnTo>
                        <a:pt x="166" y="157"/>
                      </a:lnTo>
                      <a:lnTo>
                        <a:pt x="16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7" name="Oval 122">
                  <a:extLst>
                    <a:ext uri="{FF2B5EF4-FFF2-40B4-BE49-F238E27FC236}">
                      <a16:creationId xmlns:a16="http://schemas.microsoft.com/office/drawing/2014/main" id="{999B7D55-D4E7-4B48-9F82-E118AA779B5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487" y="3509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948" name="Freeform 123">
                  <a:extLst>
                    <a:ext uri="{FF2B5EF4-FFF2-40B4-BE49-F238E27FC236}">
                      <a16:creationId xmlns:a16="http://schemas.microsoft.com/office/drawing/2014/main" id="{E8566633-763F-B74F-8BDB-70A14AF939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529"/>
                  <a:ext cx="127" cy="111"/>
                </a:xfrm>
                <a:custGeom>
                  <a:avLst/>
                  <a:gdLst>
                    <a:gd name="T0" fmla="*/ 2 w 127"/>
                    <a:gd name="T1" fmla="*/ 0 h 111"/>
                    <a:gd name="T2" fmla="*/ 0 w 127"/>
                    <a:gd name="T3" fmla="*/ 102 h 111"/>
                    <a:gd name="T4" fmla="*/ 122 w 127"/>
                    <a:gd name="T5" fmla="*/ 110 h 111"/>
                    <a:gd name="T6" fmla="*/ 126 w 127"/>
                    <a:gd name="T7" fmla="*/ 4 h 111"/>
                    <a:gd name="T8" fmla="*/ 2 w 127"/>
                    <a:gd name="T9" fmla="*/ 0 h 1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11"/>
                    <a:gd name="T17" fmla="*/ 127 w 127"/>
                    <a:gd name="T18" fmla="*/ 111 h 1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11">
                      <a:moveTo>
                        <a:pt x="2" y="0"/>
                      </a:moveTo>
                      <a:lnTo>
                        <a:pt x="0" y="102"/>
                      </a:lnTo>
                      <a:lnTo>
                        <a:pt x="122" y="110"/>
                      </a:lnTo>
                      <a:lnTo>
                        <a:pt x="126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49" name="Freeform 124">
                  <a:extLst>
                    <a:ext uri="{FF2B5EF4-FFF2-40B4-BE49-F238E27FC236}">
                      <a16:creationId xmlns:a16="http://schemas.microsoft.com/office/drawing/2014/main" id="{E8442A32-48F8-4F4F-9065-CE18FF7D2B9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0" y="3535"/>
                  <a:ext cx="117" cy="100"/>
                </a:xfrm>
                <a:custGeom>
                  <a:avLst/>
                  <a:gdLst>
                    <a:gd name="T0" fmla="*/ 2 w 117"/>
                    <a:gd name="T1" fmla="*/ 0 h 100"/>
                    <a:gd name="T2" fmla="*/ 0 w 117"/>
                    <a:gd name="T3" fmla="*/ 91 h 100"/>
                    <a:gd name="T4" fmla="*/ 114 w 117"/>
                    <a:gd name="T5" fmla="*/ 99 h 100"/>
                    <a:gd name="T6" fmla="*/ 116 w 117"/>
                    <a:gd name="T7" fmla="*/ 2 h 100"/>
                    <a:gd name="T8" fmla="*/ 2 w 117"/>
                    <a:gd name="T9" fmla="*/ 0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100"/>
                    <a:gd name="T17" fmla="*/ 117 w 117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100">
                      <a:moveTo>
                        <a:pt x="2" y="0"/>
                      </a:moveTo>
                      <a:lnTo>
                        <a:pt x="0" y="91"/>
                      </a:lnTo>
                      <a:lnTo>
                        <a:pt x="114" y="99"/>
                      </a:lnTo>
                      <a:lnTo>
                        <a:pt x="116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0" name="Freeform 125">
                  <a:extLst>
                    <a:ext uri="{FF2B5EF4-FFF2-40B4-BE49-F238E27FC236}">
                      <a16:creationId xmlns:a16="http://schemas.microsoft.com/office/drawing/2014/main" id="{0CD48D74-08ED-114E-9CFA-580110F566B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6" y="3540"/>
                  <a:ext cx="105" cy="87"/>
                </a:xfrm>
                <a:custGeom>
                  <a:avLst/>
                  <a:gdLst>
                    <a:gd name="T0" fmla="*/ 2 w 105"/>
                    <a:gd name="T1" fmla="*/ 0 h 87"/>
                    <a:gd name="T2" fmla="*/ 0 w 105"/>
                    <a:gd name="T3" fmla="*/ 80 h 87"/>
                    <a:gd name="T4" fmla="*/ 102 w 105"/>
                    <a:gd name="T5" fmla="*/ 86 h 87"/>
                    <a:gd name="T6" fmla="*/ 104 w 105"/>
                    <a:gd name="T7" fmla="*/ 3 h 87"/>
                    <a:gd name="T8" fmla="*/ 2 w 105"/>
                    <a:gd name="T9" fmla="*/ 0 h 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5"/>
                    <a:gd name="T16" fmla="*/ 0 h 87"/>
                    <a:gd name="T17" fmla="*/ 105 w 105"/>
                    <a:gd name="T18" fmla="*/ 87 h 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5" h="87">
                      <a:moveTo>
                        <a:pt x="2" y="0"/>
                      </a:moveTo>
                      <a:lnTo>
                        <a:pt x="0" y="80"/>
                      </a:lnTo>
                      <a:lnTo>
                        <a:pt x="102" y="86"/>
                      </a:lnTo>
                      <a:lnTo>
                        <a:pt x="104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1" name="Freeform 126">
                  <a:extLst>
                    <a:ext uri="{FF2B5EF4-FFF2-40B4-BE49-F238E27FC236}">
                      <a16:creationId xmlns:a16="http://schemas.microsoft.com/office/drawing/2014/main" id="{F6BAA437-2DFA-3342-8410-97E52DBBDA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636"/>
                  <a:ext cx="127" cy="16"/>
                </a:xfrm>
                <a:custGeom>
                  <a:avLst/>
                  <a:gdLst>
                    <a:gd name="T0" fmla="*/ 0 w 127"/>
                    <a:gd name="T1" fmla="*/ 0 h 16"/>
                    <a:gd name="T2" fmla="*/ 0 w 127"/>
                    <a:gd name="T3" fmla="*/ 5 h 16"/>
                    <a:gd name="T4" fmla="*/ 124 w 127"/>
                    <a:gd name="T5" fmla="*/ 15 h 16"/>
                    <a:gd name="T6" fmla="*/ 126 w 127"/>
                    <a:gd name="T7" fmla="*/ 7 h 16"/>
                    <a:gd name="T8" fmla="*/ 0 w 127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6"/>
                    <a:gd name="T17" fmla="*/ 127 w 12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24" y="15"/>
                      </a:lnTo>
                      <a:lnTo>
                        <a:pt x="126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2" name="Freeform 127">
                  <a:extLst>
                    <a:ext uri="{FF2B5EF4-FFF2-40B4-BE49-F238E27FC236}">
                      <a16:creationId xmlns:a16="http://schemas.microsoft.com/office/drawing/2014/main" id="{2EF8FF62-57FB-BA44-93EB-713C8FB11D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6" y="3561"/>
                  <a:ext cx="8" cy="64"/>
                </a:xfrm>
                <a:custGeom>
                  <a:avLst/>
                  <a:gdLst>
                    <a:gd name="T0" fmla="*/ 2 w 8"/>
                    <a:gd name="T1" fmla="*/ 0 h 64"/>
                    <a:gd name="T2" fmla="*/ 0 w 8"/>
                    <a:gd name="T3" fmla="*/ 61 h 64"/>
                    <a:gd name="T4" fmla="*/ 5 w 8"/>
                    <a:gd name="T5" fmla="*/ 63 h 64"/>
                    <a:gd name="T6" fmla="*/ 7 w 8"/>
                    <a:gd name="T7" fmla="*/ 0 h 64"/>
                    <a:gd name="T8" fmla="*/ 2 w 8"/>
                    <a:gd name="T9" fmla="*/ 0 h 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"/>
                    <a:gd name="T16" fmla="*/ 0 h 64"/>
                    <a:gd name="T17" fmla="*/ 8 w 8"/>
                    <a:gd name="T18" fmla="*/ 64 h 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" h="64">
                      <a:moveTo>
                        <a:pt x="2" y="0"/>
                      </a:moveTo>
                      <a:lnTo>
                        <a:pt x="0" y="61"/>
                      </a:lnTo>
                      <a:lnTo>
                        <a:pt x="5" y="63"/>
                      </a:lnTo>
                      <a:lnTo>
                        <a:pt x="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3" name="Freeform 128">
                  <a:extLst>
                    <a:ext uri="{FF2B5EF4-FFF2-40B4-BE49-F238E27FC236}">
                      <a16:creationId xmlns:a16="http://schemas.microsoft.com/office/drawing/2014/main" id="{13042A61-F128-A644-B5DC-078D7E4AC8E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588"/>
                  <a:ext cx="45" cy="15"/>
                </a:xfrm>
                <a:custGeom>
                  <a:avLst/>
                  <a:gdLst>
                    <a:gd name="T0" fmla="*/ 0 w 45"/>
                    <a:gd name="T1" fmla="*/ 0 h 15"/>
                    <a:gd name="T2" fmla="*/ 13 w 45"/>
                    <a:gd name="T3" fmla="*/ 14 h 15"/>
                    <a:gd name="T4" fmla="*/ 44 w 45"/>
                    <a:gd name="T5" fmla="*/ 14 h 15"/>
                    <a:gd name="T6" fmla="*/ 30 w 45"/>
                    <a:gd name="T7" fmla="*/ 0 h 15"/>
                    <a:gd name="T8" fmla="*/ 0 w 45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15"/>
                    <a:gd name="T17" fmla="*/ 45 w 45"/>
                    <a:gd name="T18" fmla="*/ 15 h 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15">
                      <a:moveTo>
                        <a:pt x="0" y="0"/>
                      </a:moveTo>
                      <a:lnTo>
                        <a:pt x="13" y="14"/>
                      </a:lnTo>
                      <a:lnTo>
                        <a:pt x="44" y="14"/>
                      </a:lnTo>
                      <a:lnTo>
                        <a:pt x="3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4" name="Line 129">
                  <a:extLst>
                    <a:ext uri="{FF2B5EF4-FFF2-40B4-BE49-F238E27FC236}">
                      <a16:creationId xmlns:a16="http://schemas.microsoft.com/office/drawing/2014/main" id="{54C2C2D1-E406-3147-AA8F-43833D01D32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16" y="3323"/>
                  <a:ext cx="0" cy="47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55" name="Freeform 130">
                  <a:extLst>
                    <a:ext uri="{FF2B5EF4-FFF2-40B4-BE49-F238E27FC236}">
                      <a16:creationId xmlns:a16="http://schemas.microsoft.com/office/drawing/2014/main" id="{C13E86AD-378D-0349-9A61-742F750619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00" y="3620"/>
                  <a:ext cx="38" cy="177"/>
                </a:xfrm>
                <a:custGeom>
                  <a:avLst/>
                  <a:gdLst>
                    <a:gd name="T0" fmla="*/ 8 w 38"/>
                    <a:gd name="T1" fmla="*/ 4 h 177"/>
                    <a:gd name="T2" fmla="*/ 2 w 38"/>
                    <a:gd name="T3" fmla="*/ 10 h 177"/>
                    <a:gd name="T4" fmla="*/ 4 w 38"/>
                    <a:gd name="T5" fmla="*/ 21 h 177"/>
                    <a:gd name="T6" fmla="*/ 8 w 38"/>
                    <a:gd name="T7" fmla="*/ 26 h 177"/>
                    <a:gd name="T8" fmla="*/ 13 w 38"/>
                    <a:gd name="T9" fmla="*/ 34 h 177"/>
                    <a:gd name="T10" fmla="*/ 21 w 38"/>
                    <a:gd name="T11" fmla="*/ 43 h 177"/>
                    <a:gd name="T12" fmla="*/ 22 w 38"/>
                    <a:gd name="T13" fmla="*/ 50 h 177"/>
                    <a:gd name="T14" fmla="*/ 24 w 38"/>
                    <a:gd name="T15" fmla="*/ 72 h 177"/>
                    <a:gd name="T16" fmla="*/ 26 w 38"/>
                    <a:gd name="T17" fmla="*/ 122 h 177"/>
                    <a:gd name="T18" fmla="*/ 24 w 38"/>
                    <a:gd name="T19" fmla="*/ 134 h 177"/>
                    <a:gd name="T20" fmla="*/ 19 w 38"/>
                    <a:gd name="T21" fmla="*/ 143 h 177"/>
                    <a:gd name="T22" fmla="*/ 9 w 38"/>
                    <a:gd name="T23" fmla="*/ 152 h 177"/>
                    <a:gd name="T24" fmla="*/ 0 w 38"/>
                    <a:gd name="T25" fmla="*/ 162 h 177"/>
                    <a:gd name="T26" fmla="*/ 4 w 38"/>
                    <a:gd name="T27" fmla="*/ 170 h 177"/>
                    <a:gd name="T28" fmla="*/ 13 w 38"/>
                    <a:gd name="T29" fmla="*/ 176 h 177"/>
                    <a:gd name="T30" fmla="*/ 26 w 38"/>
                    <a:gd name="T31" fmla="*/ 174 h 177"/>
                    <a:gd name="T32" fmla="*/ 28 w 38"/>
                    <a:gd name="T33" fmla="*/ 167 h 177"/>
                    <a:gd name="T34" fmla="*/ 21 w 38"/>
                    <a:gd name="T35" fmla="*/ 162 h 177"/>
                    <a:gd name="T36" fmla="*/ 21 w 38"/>
                    <a:gd name="T37" fmla="*/ 160 h 177"/>
                    <a:gd name="T38" fmla="*/ 24 w 38"/>
                    <a:gd name="T39" fmla="*/ 154 h 177"/>
                    <a:gd name="T40" fmla="*/ 31 w 38"/>
                    <a:gd name="T41" fmla="*/ 148 h 177"/>
                    <a:gd name="T42" fmla="*/ 35 w 38"/>
                    <a:gd name="T43" fmla="*/ 141 h 177"/>
                    <a:gd name="T44" fmla="*/ 37 w 38"/>
                    <a:gd name="T45" fmla="*/ 134 h 177"/>
                    <a:gd name="T46" fmla="*/ 37 w 38"/>
                    <a:gd name="T47" fmla="*/ 60 h 177"/>
                    <a:gd name="T48" fmla="*/ 35 w 38"/>
                    <a:gd name="T49" fmla="*/ 48 h 177"/>
                    <a:gd name="T50" fmla="*/ 33 w 38"/>
                    <a:gd name="T51" fmla="*/ 41 h 177"/>
                    <a:gd name="T52" fmla="*/ 28 w 38"/>
                    <a:gd name="T53" fmla="*/ 28 h 177"/>
                    <a:gd name="T54" fmla="*/ 19 w 38"/>
                    <a:gd name="T55" fmla="*/ 19 h 177"/>
                    <a:gd name="T56" fmla="*/ 19 w 38"/>
                    <a:gd name="T57" fmla="*/ 15 h 177"/>
                    <a:gd name="T58" fmla="*/ 22 w 38"/>
                    <a:gd name="T59" fmla="*/ 12 h 177"/>
                    <a:gd name="T60" fmla="*/ 24 w 38"/>
                    <a:gd name="T61" fmla="*/ 4 h 177"/>
                    <a:gd name="T62" fmla="*/ 13 w 38"/>
                    <a:gd name="T63" fmla="*/ 2 h 1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"/>
                    <a:gd name="T97" fmla="*/ 0 h 177"/>
                    <a:gd name="T98" fmla="*/ 38 w 38"/>
                    <a:gd name="T99" fmla="*/ 177 h 17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" h="177">
                      <a:moveTo>
                        <a:pt x="11" y="2"/>
                      </a:moveTo>
                      <a:lnTo>
                        <a:pt x="8" y="4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2" y="17"/>
                      </a:lnTo>
                      <a:lnTo>
                        <a:pt x="4" y="21"/>
                      </a:lnTo>
                      <a:lnTo>
                        <a:pt x="4" y="22"/>
                      </a:lnTo>
                      <a:lnTo>
                        <a:pt x="8" y="26"/>
                      </a:lnTo>
                      <a:lnTo>
                        <a:pt x="11" y="30"/>
                      </a:lnTo>
                      <a:lnTo>
                        <a:pt x="13" y="34"/>
                      </a:lnTo>
                      <a:lnTo>
                        <a:pt x="15" y="36"/>
                      </a:lnTo>
                      <a:lnTo>
                        <a:pt x="21" y="43"/>
                      </a:lnTo>
                      <a:lnTo>
                        <a:pt x="22" y="46"/>
                      </a:lnTo>
                      <a:lnTo>
                        <a:pt x="22" y="50"/>
                      </a:lnTo>
                      <a:lnTo>
                        <a:pt x="24" y="58"/>
                      </a:lnTo>
                      <a:lnTo>
                        <a:pt x="24" y="72"/>
                      </a:lnTo>
                      <a:lnTo>
                        <a:pt x="26" y="91"/>
                      </a:lnTo>
                      <a:lnTo>
                        <a:pt x="26" y="122"/>
                      </a:lnTo>
                      <a:lnTo>
                        <a:pt x="26" y="132"/>
                      </a:lnTo>
                      <a:lnTo>
                        <a:pt x="24" y="134"/>
                      </a:lnTo>
                      <a:lnTo>
                        <a:pt x="22" y="139"/>
                      </a:lnTo>
                      <a:lnTo>
                        <a:pt x="19" y="143"/>
                      </a:lnTo>
                      <a:lnTo>
                        <a:pt x="15" y="148"/>
                      </a:lnTo>
                      <a:lnTo>
                        <a:pt x="9" y="152"/>
                      </a:lnTo>
                      <a:lnTo>
                        <a:pt x="4" y="158"/>
                      </a:lnTo>
                      <a:lnTo>
                        <a:pt x="0" y="162"/>
                      </a:lnTo>
                      <a:lnTo>
                        <a:pt x="2" y="169"/>
                      </a:lnTo>
                      <a:lnTo>
                        <a:pt x="4" y="170"/>
                      </a:lnTo>
                      <a:lnTo>
                        <a:pt x="8" y="172"/>
                      </a:lnTo>
                      <a:lnTo>
                        <a:pt x="13" y="176"/>
                      </a:lnTo>
                      <a:lnTo>
                        <a:pt x="22" y="176"/>
                      </a:lnTo>
                      <a:lnTo>
                        <a:pt x="26" y="174"/>
                      </a:lnTo>
                      <a:lnTo>
                        <a:pt x="28" y="170"/>
                      </a:lnTo>
                      <a:lnTo>
                        <a:pt x="28" y="167"/>
                      </a:lnTo>
                      <a:lnTo>
                        <a:pt x="24" y="162"/>
                      </a:lnTo>
                      <a:lnTo>
                        <a:pt x="21" y="162"/>
                      </a:lnTo>
                      <a:lnTo>
                        <a:pt x="17" y="162"/>
                      </a:lnTo>
                      <a:lnTo>
                        <a:pt x="21" y="160"/>
                      </a:lnTo>
                      <a:lnTo>
                        <a:pt x="22" y="158"/>
                      </a:lnTo>
                      <a:lnTo>
                        <a:pt x="24" y="154"/>
                      </a:lnTo>
                      <a:lnTo>
                        <a:pt x="29" y="150"/>
                      </a:lnTo>
                      <a:lnTo>
                        <a:pt x="31" y="148"/>
                      </a:lnTo>
                      <a:lnTo>
                        <a:pt x="33" y="145"/>
                      </a:lnTo>
                      <a:lnTo>
                        <a:pt x="35" y="141"/>
                      </a:lnTo>
                      <a:lnTo>
                        <a:pt x="35" y="136"/>
                      </a:lnTo>
                      <a:lnTo>
                        <a:pt x="37" y="134"/>
                      </a:lnTo>
                      <a:lnTo>
                        <a:pt x="37" y="124"/>
                      </a:lnTo>
                      <a:lnTo>
                        <a:pt x="37" y="60"/>
                      </a:lnTo>
                      <a:lnTo>
                        <a:pt x="35" y="52"/>
                      </a:lnTo>
                      <a:lnTo>
                        <a:pt x="35" y="48"/>
                      </a:lnTo>
                      <a:lnTo>
                        <a:pt x="33" y="45"/>
                      </a:lnTo>
                      <a:lnTo>
                        <a:pt x="33" y="41"/>
                      </a:lnTo>
                      <a:lnTo>
                        <a:pt x="31" y="36"/>
                      </a:lnTo>
                      <a:lnTo>
                        <a:pt x="28" y="28"/>
                      </a:lnTo>
                      <a:lnTo>
                        <a:pt x="21" y="22"/>
                      </a:lnTo>
                      <a:lnTo>
                        <a:pt x="19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2" y="15"/>
                      </a:lnTo>
                      <a:lnTo>
                        <a:pt x="22" y="12"/>
                      </a:lnTo>
                      <a:lnTo>
                        <a:pt x="26" y="8"/>
                      </a:lnTo>
                      <a:lnTo>
                        <a:pt x="24" y="4"/>
                      </a:lnTo>
                      <a:lnTo>
                        <a:pt x="19" y="0"/>
                      </a:lnTo>
                      <a:lnTo>
                        <a:pt x="13" y="2"/>
                      </a:lnTo>
                      <a:lnTo>
                        <a:pt x="11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6" name="Freeform 131">
                  <a:extLst>
                    <a:ext uri="{FF2B5EF4-FFF2-40B4-BE49-F238E27FC236}">
                      <a16:creationId xmlns:a16="http://schemas.microsoft.com/office/drawing/2014/main" id="{9E0553F6-8901-BE47-AC5D-535CDA5B75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9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5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9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5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7" name="Freeform 132">
                  <a:extLst>
                    <a:ext uri="{FF2B5EF4-FFF2-40B4-BE49-F238E27FC236}">
                      <a16:creationId xmlns:a16="http://schemas.microsoft.com/office/drawing/2014/main" id="{7055BE02-4D3F-5840-A737-F1AD59B62E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9" y="3377"/>
                  <a:ext cx="14" cy="34"/>
                </a:xfrm>
                <a:custGeom>
                  <a:avLst/>
                  <a:gdLst>
                    <a:gd name="T0" fmla="*/ 0 w 14"/>
                    <a:gd name="T1" fmla="*/ 0 h 34"/>
                    <a:gd name="T2" fmla="*/ 2 w 14"/>
                    <a:gd name="T3" fmla="*/ 33 h 34"/>
                    <a:gd name="T4" fmla="*/ 13 w 14"/>
                    <a:gd name="T5" fmla="*/ 33 h 34"/>
                    <a:gd name="T6" fmla="*/ 11 w 14"/>
                    <a:gd name="T7" fmla="*/ 0 h 34"/>
                    <a:gd name="T8" fmla="*/ 0 w 14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34"/>
                    <a:gd name="T17" fmla="*/ 14 w 14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34">
                      <a:moveTo>
                        <a:pt x="0" y="0"/>
                      </a:moveTo>
                      <a:lnTo>
                        <a:pt x="2" y="33"/>
                      </a:lnTo>
                      <a:lnTo>
                        <a:pt x="13" y="33"/>
                      </a:lnTo>
                      <a:lnTo>
                        <a:pt x="1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8" name="Freeform 133">
                  <a:extLst>
                    <a:ext uri="{FF2B5EF4-FFF2-40B4-BE49-F238E27FC236}">
                      <a16:creationId xmlns:a16="http://schemas.microsoft.com/office/drawing/2014/main" id="{56045CCE-B8AB-3949-8504-779ABBE323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3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11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6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6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59" name="Freeform 134">
                  <a:extLst>
                    <a:ext uri="{FF2B5EF4-FFF2-40B4-BE49-F238E27FC236}">
                      <a16:creationId xmlns:a16="http://schemas.microsoft.com/office/drawing/2014/main" id="{3B46E549-2883-0C4D-801D-DD97BF3E702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5" y="3372"/>
                  <a:ext cx="3" cy="34"/>
                </a:xfrm>
                <a:custGeom>
                  <a:avLst/>
                  <a:gdLst>
                    <a:gd name="T0" fmla="*/ 2 w 3"/>
                    <a:gd name="T1" fmla="*/ 5 h 34"/>
                    <a:gd name="T2" fmla="*/ 2 w 3"/>
                    <a:gd name="T3" fmla="*/ 3 h 34"/>
                    <a:gd name="T4" fmla="*/ 1 w 3"/>
                    <a:gd name="T5" fmla="*/ 0 h 34"/>
                    <a:gd name="T6" fmla="*/ 0 w 3"/>
                    <a:gd name="T7" fmla="*/ 0 h 34"/>
                    <a:gd name="T8" fmla="*/ 0 w 3"/>
                    <a:gd name="T9" fmla="*/ 3 h 34"/>
                    <a:gd name="T10" fmla="*/ 0 w 3"/>
                    <a:gd name="T11" fmla="*/ 5 h 34"/>
                    <a:gd name="T12" fmla="*/ 0 w 3"/>
                    <a:gd name="T13" fmla="*/ 29 h 34"/>
                    <a:gd name="T14" fmla="*/ 0 w 3"/>
                    <a:gd name="T15" fmla="*/ 31 h 34"/>
                    <a:gd name="T16" fmla="*/ 1 w 3"/>
                    <a:gd name="T17" fmla="*/ 33 h 34"/>
                    <a:gd name="T18" fmla="*/ 2 w 3"/>
                    <a:gd name="T19" fmla="*/ 31 h 34"/>
                    <a:gd name="T20" fmla="*/ 2 w 3"/>
                    <a:gd name="T21" fmla="*/ 29 h 34"/>
                    <a:gd name="T22" fmla="*/ 2 w 3"/>
                    <a:gd name="T23" fmla="*/ 5 h 3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34"/>
                    <a:gd name="T38" fmla="*/ 3 w 3"/>
                    <a:gd name="T39" fmla="*/ 34 h 3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34">
                      <a:moveTo>
                        <a:pt x="2" y="5"/>
                      </a:moveTo>
                      <a:lnTo>
                        <a:pt x="2" y="3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1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0" name="Freeform 135">
                  <a:extLst>
                    <a:ext uri="{FF2B5EF4-FFF2-40B4-BE49-F238E27FC236}">
                      <a16:creationId xmlns:a16="http://schemas.microsoft.com/office/drawing/2014/main" id="{CAE6EFB7-08CC-7A4B-AAD8-1CB9B86D72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71" y="3372"/>
                  <a:ext cx="107" cy="34"/>
                </a:xfrm>
                <a:custGeom>
                  <a:avLst/>
                  <a:gdLst>
                    <a:gd name="T0" fmla="*/ 8 w 107"/>
                    <a:gd name="T1" fmla="*/ 6 h 34"/>
                    <a:gd name="T2" fmla="*/ 2 w 107"/>
                    <a:gd name="T3" fmla="*/ 10 h 34"/>
                    <a:gd name="T4" fmla="*/ 0 w 107"/>
                    <a:gd name="T5" fmla="*/ 17 h 34"/>
                    <a:gd name="T6" fmla="*/ 0 w 107"/>
                    <a:gd name="T7" fmla="*/ 23 h 34"/>
                    <a:gd name="T8" fmla="*/ 2 w 107"/>
                    <a:gd name="T9" fmla="*/ 31 h 34"/>
                    <a:gd name="T10" fmla="*/ 8 w 107"/>
                    <a:gd name="T11" fmla="*/ 33 h 34"/>
                    <a:gd name="T12" fmla="*/ 99 w 107"/>
                    <a:gd name="T13" fmla="*/ 27 h 34"/>
                    <a:gd name="T14" fmla="*/ 104 w 107"/>
                    <a:gd name="T15" fmla="*/ 23 h 34"/>
                    <a:gd name="T16" fmla="*/ 106 w 107"/>
                    <a:gd name="T17" fmla="*/ 16 h 34"/>
                    <a:gd name="T18" fmla="*/ 106 w 107"/>
                    <a:gd name="T19" fmla="*/ 10 h 34"/>
                    <a:gd name="T20" fmla="*/ 103 w 107"/>
                    <a:gd name="T21" fmla="*/ 4 h 34"/>
                    <a:gd name="T22" fmla="*/ 97 w 107"/>
                    <a:gd name="T23" fmla="*/ 0 h 34"/>
                    <a:gd name="T24" fmla="*/ 8 w 107"/>
                    <a:gd name="T25" fmla="*/ 6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7"/>
                    <a:gd name="T40" fmla="*/ 0 h 34"/>
                    <a:gd name="T41" fmla="*/ 107 w 107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7" h="34">
                      <a:moveTo>
                        <a:pt x="8" y="6"/>
                      </a:moveTo>
                      <a:lnTo>
                        <a:pt x="2" y="10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2" y="31"/>
                      </a:lnTo>
                      <a:lnTo>
                        <a:pt x="8" y="33"/>
                      </a:lnTo>
                      <a:lnTo>
                        <a:pt x="99" y="27"/>
                      </a:lnTo>
                      <a:lnTo>
                        <a:pt x="104" y="23"/>
                      </a:lnTo>
                      <a:lnTo>
                        <a:pt x="106" y="16"/>
                      </a:lnTo>
                      <a:lnTo>
                        <a:pt x="106" y="10"/>
                      </a:lnTo>
                      <a:lnTo>
                        <a:pt x="103" y="4"/>
                      </a:lnTo>
                      <a:lnTo>
                        <a:pt x="97" y="0"/>
                      </a:lnTo>
                      <a:lnTo>
                        <a:pt x="8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1" name="Freeform 136">
                  <a:extLst>
                    <a:ext uri="{FF2B5EF4-FFF2-40B4-BE49-F238E27FC236}">
                      <a16:creationId xmlns:a16="http://schemas.microsoft.com/office/drawing/2014/main" id="{532D6446-F88C-F847-82FB-646CE6E5A9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9 w 22"/>
                    <a:gd name="T3" fmla="*/ 29 h 36"/>
                    <a:gd name="T4" fmla="*/ 11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9 w 22"/>
                    <a:gd name="T13" fmla="*/ 0 h 36"/>
                    <a:gd name="T14" fmla="*/ 17 w 22"/>
                    <a:gd name="T15" fmla="*/ 6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9" y="29"/>
                      </a:lnTo>
                      <a:lnTo>
                        <a:pt x="11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7" y="6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2" name="Freeform 137">
                  <a:extLst>
                    <a:ext uri="{FF2B5EF4-FFF2-40B4-BE49-F238E27FC236}">
                      <a16:creationId xmlns:a16="http://schemas.microsoft.com/office/drawing/2014/main" id="{720366C3-AC50-7C44-BB93-0BF4D14EB3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67"/>
                  <a:ext cx="15" cy="36"/>
                </a:xfrm>
                <a:custGeom>
                  <a:avLst/>
                  <a:gdLst>
                    <a:gd name="T0" fmla="*/ 0 w 15"/>
                    <a:gd name="T1" fmla="*/ 0 h 36"/>
                    <a:gd name="T2" fmla="*/ 2 w 15"/>
                    <a:gd name="T3" fmla="*/ 35 h 36"/>
                    <a:gd name="T4" fmla="*/ 14 w 15"/>
                    <a:gd name="T5" fmla="*/ 35 h 36"/>
                    <a:gd name="T6" fmla="*/ 12 w 15"/>
                    <a:gd name="T7" fmla="*/ 0 h 36"/>
                    <a:gd name="T8" fmla="*/ 0 w 15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36"/>
                    <a:gd name="T17" fmla="*/ 15 w 15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36">
                      <a:moveTo>
                        <a:pt x="0" y="0"/>
                      </a:moveTo>
                      <a:lnTo>
                        <a:pt x="2" y="35"/>
                      </a:lnTo>
                      <a:lnTo>
                        <a:pt x="14" y="35"/>
                      </a:lnTo>
                      <a:lnTo>
                        <a:pt x="1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3" name="Freeform 138">
                  <a:extLst>
                    <a:ext uri="{FF2B5EF4-FFF2-40B4-BE49-F238E27FC236}">
                      <a16:creationId xmlns:a16="http://schemas.microsoft.com/office/drawing/2014/main" id="{B8764FE4-8611-3D41-8381-F08E569A45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0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8 w 22"/>
                    <a:gd name="T3" fmla="*/ 29 h 36"/>
                    <a:gd name="T4" fmla="*/ 12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10 w 22"/>
                    <a:gd name="T13" fmla="*/ 0 h 36"/>
                    <a:gd name="T14" fmla="*/ 18 w 22"/>
                    <a:gd name="T15" fmla="*/ 4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8" y="29"/>
                      </a:lnTo>
                      <a:lnTo>
                        <a:pt x="12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10" y="0"/>
                      </a:lnTo>
                      <a:lnTo>
                        <a:pt x="18" y="4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4" name="Freeform 139">
                  <a:extLst>
                    <a:ext uri="{FF2B5EF4-FFF2-40B4-BE49-F238E27FC236}">
                      <a16:creationId xmlns:a16="http://schemas.microsoft.com/office/drawing/2014/main" id="{F0F1E024-4244-434A-B448-52CF43F52C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3362"/>
                  <a:ext cx="4" cy="37"/>
                </a:xfrm>
                <a:custGeom>
                  <a:avLst/>
                  <a:gdLst>
                    <a:gd name="T0" fmla="*/ 3 w 4"/>
                    <a:gd name="T1" fmla="*/ 4 h 37"/>
                    <a:gd name="T2" fmla="*/ 3 w 4"/>
                    <a:gd name="T3" fmla="*/ 2 h 37"/>
                    <a:gd name="T4" fmla="*/ 2 w 4"/>
                    <a:gd name="T5" fmla="*/ 2 h 37"/>
                    <a:gd name="T6" fmla="*/ 2 w 4"/>
                    <a:gd name="T7" fmla="*/ 0 h 37"/>
                    <a:gd name="T8" fmla="*/ 0 w 4"/>
                    <a:gd name="T9" fmla="*/ 0 h 37"/>
                    <a:gd name="T10" fmla="*/ 0 w 4"/>
                    <a:gd name="T11" fmla="*/ 2 h 37"/>
                    <a:gd name="T12" fmla="*/ 0 w 4"/>
                    <a:gd name="T13" fmla="*/ 4 h 37"/>
                    <a:gd name="T14" fmla="*/ 0 w 4"/>
                    <a:gd name="T15" fmla="*/ 31 h 37"/>
                    <a:gd name="T16" fmla="*/ 0 w 4"/>
                    <a:gd name="T17" fmla="*/ 34 h 37"/>
                    <a:gd name="T18" fmla="*/ 1 w 4"/>
                    <a:gd name="T19" fmla="*/ 34 h 37"/>
                    <a:gd name="T20" fmla="*/ 1 w 4"/>
                    <a:gd name="T21" fmla="*/ 36 h 37"/>
                    <a:gd name="T22" fmla="*/ 3 w 4"/>
                    <a:gd name="T23" fmla="*/ 36 h 37"/>
                    <a:gd name="T24" fmla="*/ 3 w 4"/>
                    <a:gd name="T25" fmla="*/ 34 h 37"/>
                    <a:gd name="T26" fmla="*/ 3 w 4"/>
                    <a:gd name="T27" fmla="*/ 33 h 37"/>
                    <a:gd name="T28" fmla="*/ 3 w 4"/>
                    <a:gd name="T29" fmla="*/ 31 h 37"/>
                    <a:gd name="T30" fmla="*/ 3 w 4"/>
                    <a:gd name="T31" fmla="*/ 4 h 3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37"/>
                    <a:gd name="T50" fmla="*/ 4 w 4"/>
                    <a:gd name="T51" fmla="*/ 37 h 3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37">
                      <a:moveTo>
                        <a:pt x="3" y="4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31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1" y="36"/>
                      </a:lnTo>
                      <a:lnTo>
                        <a:pt x="3" y="36"/>
                      </a:lnTo>
                      <a:lnTo>
                        <a:pt x="3" y="34"/>
                      </a:lnTo>
                      <a:lnTo>
                        <a:pt x="3" y="33"/>
                      </a:lnTo>
                      <a:lnTo>
                        <a:pt x="3" y="31"/>
                      </a:lnTo>
                      <a:lnTo>
                        <a:pt x="3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5" name="Freeform 140">
                  <a:extLst>
                    <a:ext uri="{FF2B5EF4-FFF2-40B4-BE49-F238E27FC236}">
                      <a16:creationId xmlns:a16="http://schemas.microsoft.com/office/drawing/2014/main" id="{3156CFBF-9266-534C-8B85-DF1E21D8B8D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44"/>
                  <a:ext cx="202" cy="21"/>
                </a:xfrm>
                <a:custGeom>
                  <a:avLst/>
                  <a:gdLst>
                    <a:gd name="T0" fmla="*/ 10 w 202"/>
                    <a:gd name="T1" fmla="*/ 11 h 21"/>
                    <a:gd name="T2" fmla="*/ 6 w 202"/>
                    <a:gd name="T3" fmla="*/ 13 h 21"/>
                    <a:gd name="T4" fmla="*/ 4 w 202"/>
                    <a:gd name="T5" fmla="*/ 15 h 21"/>
                    <a:gd name="T6" fmla="*/ 2 w 202"/>
                    <a:gd name="T7" fmla="*/ 17 h 21"/>
                    <a:gd name="T8" fmla="*/ 0 w 202"/>
                    <a:gd name="T9" fmla="*/ 20 h 21"/>
                    <a:gd name="T10" fmla="*/ 201 w 202"/>
                    <a:gd name="T11" fmla="*/ 10 h 21"/>
                    <a:gd name="T12" fmla="*/ 199 w 202"/>
                    <a:gd name="T13" fmla="*/ 0 h 21"/>
                    <a:gd name="T14" fmla="*/ 10 w 202"/>
                    <a:gd name="T15" fmla="*/ 11 h 2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02"/>
                    <a:gd name="T25" fmla="*/ 0 h 21"/>
                    <a:gd name="T26" fmla="*/ 202 w 202"/>
                    <a:gd name="T27" fmla="*/ 21 h 2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02" h="21">
                      <a:moveTo>
                        <a:pt x="10" y="11"/>
                      </a:move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2" y="17"/>
                      </a:lnTo>
                      <a:lnTo>
                        <a:pt x="0" y="20"/>
                      </a:lnTo>
                      <a:lnTo>
                        <a:pt x="201" y="10"/>
                      </a:lnTo>
                      <a:lnTo>
                        <a:pt x="199" y="0"/>
                      </a:lnTo>
                      <a:lnTo>
                        <a:pt x="10" y="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6" name="Freeform 141">
                  <a:extLst>
                    <a:ext uri="{FF2B5EF4-FFF2-40B4-BE49-F238E27FC236}">
                      <a16:creationId xmlns:a16="http://schemas.microsoft.com/office/drawing/2014/main" id="{B74AC0AB-E909-6247-8CBC-69FC488F2F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01" y="3354"/>
                  <a:ext cx="78" cy="9"/>
                </a:xfrm>
                <a:custGeom>
                  <a:avLst/>
                  <a:gdLst>
                    <a:gd name="T0" fmla="*/ 0 w 78"/>
                    <a:gd name="T1" fmla="*/ 5 h 9"/>
                    <a:gd name="T2" fmla="*/ 0 w 78"/>
                    <a:gd name="T3" fmla="*/ 8 h 9"/>
                    <a:gd name="T4" fmla="*/ 77 w 78"/>
                    <a:gd name="T5" fmla="*/ 5 h 9"/>
                    <a:gd name="T6" fmla="*/ 68 w 78"/>
                    <a:gd name="T7" fmla="*/ 0 h 9"/>
                    <a:gd name="T8" fmla="*/ 0 w 78"/>
                    <a:gd name="T9" fmla="*/ 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9"/>
                    <a:gd name="T17" fmla="*/ 78 w 78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9">
                      <a:moveTo>
                        <a:pt x="0" y="5"/>
                      </a:moveTo>
                      <a:lnTo>
                        <a:pt x="0" y="8"/>
                      </a:lnTo>
                      <a:lnTo>
                        <a:pt x="77" y="5"/>
                      </a:lnTo>
                      <a:lnTo>
                        <a:pt x="68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7" name="Freeform 142">
                  <a:extLst>
                    <a:ext uri="{FF2B5EF4-FFF2-40B4-BE49-F238E27FC236}">
                      <a16:creationId xmlns:a16="http://schemas.microsoft.com/office/drawing/2014/main" id="{98C09C80-236C-0B4A-992A-0073FAC319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32"/>
                  <a:ext cx="223" cy="28"/>
                </a:xfrm>
                <a:custGeom>
                  <a:avLst/>
                  <a:gdLst>
                    <a:gd name="T0" fmla="*/ 0 w 223"/>
                    <a:gd name="T1" fmla="*/ 18 h 28"/>
                    <a:gd name="T2" fmla="*/ 0 w 223"/>
                    <a:gd name="T3" fmla="*/ 25 h 28"/>
                    <a:gd name="T4" fmla="*/ 188 w 223"/>
                    <a:gd name="T5" fmla="*/ 10 h 28"/>
                    <a:gd name="T6" fmla="*/ 197 w 223"/>
                    <a:gd name="T7" fmla="*/ 12 h 28"/>
                    <a:gd name="T8" fmla="*/ 197 w 223"/>
                    <a:gd name="T9" fmla="*/ 27 h 28"/>
                    <a:gd name="T10" fmla="*/ 222 w 223"/>
                    <a:gd name="T11" fmla="*/ 27 h 28"/>
                    <a:gd name="T12" fmla="*/ 222 w 223"/>
                    <a:gd name="T13" fmla="*/ 0 h 28"/>
                    <a:gd name="T14" fmla="*/ 0 w 223"/>
                    <a:gd name="T15" fmla="*/ 18 h 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23"/>
                    <a:gd name="T25" fmla="*/ 0 h 28"/>
                    <a:gd name="T26" fmla="*/ 223 w 223"/>
                    <a:gd name="T27" fmla="*/ 28 h 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23" h="28">
                      <a:moveTo>
                        <a:pt x="0" y="18"/>
                      </a:moveTo>
                      <a:lnTo>
                        <a:pt x="0" y="25"/>
                      </a:lnTo>
                      <a:lnTo>
                        <a:pt x="188" y="10"/>
                      </a:lnTo>
                      <a:lnTo>
                        <a:pt x="197" y="12"/>
                      </a:lnTo>
                      <a:lnTo>
                        <a:pt x="197" y="27"/>
                      </a:lnTo>
                      <a:lnTo>
                        <a:pt x="222" y="27"/>
                      </a:lnTo>
                      <a:lnTo>
                        <a:pt x="222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8" name="Freeform 143">
                  <a:extLst>
                    <a:ext uri="{FF2B5EF4-FFF2-40B4-BE49-F238E27FC236}">
                      <a16:creationId xmlns:a16="http://schemas.microsoft.com/office/drawing/2014/main" id="{F1F9BD7C-5C6A-3E47-8F6B-91FDEA6751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8" y="3344"/>
                  <a:ext cx="11" cy="16"/>
                </a:xfrm>
                <a:custGeom>
                  <a:avLst/>
                  <a:gdLst>
                    <a:gd name="T0" fmla="*/ 0 w 11"/>
                    <a:gd name="T1" fmla="*/ 0 h 16"/>
                    <a:gd name="T2" fmla="*/ 0 w 11"/>
                    <a:gd name="T3" fmla="*/ 9 h 16"/>
                    <a:gd name="T4" fmla="*/ 10 w 11"/>
                    <a:gd name="T5" fmla="*/ 15 h 16"/>
                    <a:gd name="T6" fmla="*/ 10 w 11"/>
                    <a:gd name="T7" fmla="*/ 2 h 16"/>
                    <a:gd name="T8" fmla="*/ 0 w 11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6"/>
                    <a:gd name="T17" fmla="*/ 11 w 11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6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5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69" name="Freeform 144">
                  <a:extLst>
                    <a:ext uri="{FF2B5EF4-FFF2-40B4-BE49-F238E27FC236}">
                      <a16:creationId xmlns:a16="http://schemas.microsoft.com/office/drawing/2014/main" id="{C62199EC-7E75-5A47-90D9-4C3E7875DF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4110"/>
                  <a:ext cx="25" cy="50"/>
                </a:xfrm>
                <a:custGeom>
                  <a:avLst/>
                  <a:gdLst>
                    <a:gd name="T0" fmla="*/ 2 w 25"/>
                    <a:gd name="T1" fmla="*/ 2 h 50"/>
                    <a:gd name="T2" fmla="*/ 0 w 25"/>
                    <a:gd name="T3" fmla="*/ 23 h 50"/>
                    <a:gd name="T4" fmla="*/ 6 w 25"/>
                    <a:gd name="T5" fmla="*/ 36 h 50"/>
                    <a:gd name="T6" fmla="*/ 13 w 25"/>
                    <a:gd name="T7" fmla="*/ 45 h 50"/>
                    <a:gd name="T8" fmla="*/ 17 w 25"/>
                    <a:gd name="T9" fmla="*/ 47 h 50"/>
                    <a:gd name="T10" fmla="*/ 22 w 25"/>
                    <a:gd name="T11" fmla="*/ 49 h 50"/>
                    <a:gd name="T12" fmla="*/ 24 w 25"/>
                    <a:gd name="T13" fmla="*/ 49 h 50"/>
                    <a:gd name="T14" fmla="*/ 24 w 25"/>
                    <a:gd name="T15" fmla="*/ 32 h 50"/>
                    <a:gd name="T16" fmla="*/ 19 w 25"/>
                    <a:gd name="T17" fmla="*/ 32 h 50"/>
                    <a:gd name="T18" fmla="*/ 17 w 25"/>
                    <a:gd name="T19" fmla="*/ 0 h 50"/>
                    <a:gd name="T20" fmla="*/ 2 w 25"/>
                    <a:gd name="T21" fmla="*/ 2 h 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50"/>
                    <a:gd name="T35" fmla="*/ 25 w 25"/>
                    <a:gd name="T36" fmla="*/ 50 h 5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50">
                      <a:moveTo>
                        <a:pt x="2" y="2"/>
                      </a:moveTo>
                      <a:lnTo>
                        <a:pt x="0" y="23"/>
                      </a:lnTo>
                      <a:lnTo>
                        <a:pt x="6" y="36"/>
                      </a:lnTo>
                      <a:lnTo>
                        <a:pt x="13" y="45"/>
                      </a:lnTo>
                      <a:lnTo>
                        <a:pt x="17" y="47"/>
                      </a:lnTo>
                      <a:lnTo>
                        <a:pt x="22" y="49"/>
                      </a:lnTo>
                      <a:lnTo>
                        <a:pt x="24" y="49"/>
                      </a:lnTo>
                      <a:lnTo>
                        <a:pt x="24" y="32"/>
                      </a:lnTo>
                      <a:lnTo>
                        <a:pt x="19" y="32"/>
                      </a:lnTo>
                      <a:lnTo>
                        <a:pt x="17" y="0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970" name="Oval 145">
                  <a:extLst>
                    <a:ext uri="{FF2B5EF4-FFF2-40B4-BE49-F238E27FC236}">
                      <a16:creationId xmlns:a16="http://schemas.microsoft.com/office/drawing/2014/main" id="{0F3782C3-DE68-CB4A-A623-2AD64160B97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78" y="3496"/>
                  <a:ext cx="16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971" name="Oval 146">
                  <a:extLst>
                    <a:ext uri="{FF2B5EF4-FFF2-40B4-BE49-F238E27FC236}">
                      <a16:creationId xmlns:a16="http://schemas.microsoft.com/office/drawing/2014/main" id="{5D87D4A4-D294-8E48-9ED8-7DE62F9FEAA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83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972" name="Oval 147">
                  <a:extLst>
                    <a:ext uri="{FF2B5EF4-FFF2-40B4-BE49-F238E27FC236}">
                      <a16:creationId xmlns:a16="http://schemas.microsoft.com/office/drawing/2014/main" id="{CA31128A-25BB-C04B-8FB5-8D9438FCA715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49" y="3496"/>
                  <a:ext cx="13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973" name="Oval 148">
                  <a:extLst>
                    <a:ext uri="{FF2B5EF4-FFF2-40B4-BE49-F238E27FC236}">
                      <a16:creationId xmlns:a16="http://schemas.microsoft.com/office/drawing/2014/main" id="{4654C5E9-98C0-DB4B-8F01-B15F2E30127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11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974" name="Line 149">
                  <a:extLst>
                    <a:ext uri="{FF2B5EF4-FFF2-40B4-BE49-F238E27FC236}">
                      <a16:creationId xmlns:a16="http://schemas.microsoft.com/office/drawing/2014/main" id="{3CC5C6AF-C0C2-874F-B8B7-8C7490E892A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16"/>
                  <a:ext cx="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75" name="Line 150">
                  <a:extLst>
                    <a:ext uri="{FF2B5EF4-FFF2-40B4-BE49-F238E27FC236}">
                      <a16:creationId xmlns:a16="http://schemas.microsoft.com/office/drawing/2014/main" id="{7A620197-1FF5-4143-960E-02FC35BA20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24"/>
                  <a:ext cx="1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76" name="Line 151">
                  <a:extLst>
                    <a:ext uri="{FF2B5EF4-FFF2-40B4-BE49-F238E27FC236}">
                      <a16:creationId xmlns:a16="http://schemas.microsoft.com/office/drawing/2014/main" id="{CBC35806-0540-1E40-94A3-E4B4D1158E2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5" y="4124"/>
                  <a:ext cx="10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77" name="Line 152">
                  <a:extLst>
                    <a:ext uri="{FF2B5EF4-FFF2-40B4-BE49-F238E27FC236}">
                      <a16:creationId xmlns:a16="http://schemas.microsoft.com/office/drawing/2014/main" id="{2B7F01AE-628A-B148-8481-94AFA45ED3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9" y="4132"/>
                  <a:ext cx="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78" name="Line 153">
                  <a:extLst>
                    <a:ext uri="{FF2B5EF4-FFF2-40B4-BE49-F238E27FC236}">
                      <a16:creationId xmlns:a16="http://schemas.microsoft.com/office/drawing/2014/main" id="{F9E660FD-0034-B14C-B357-A5C07D3782F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48" y="4138"/>
                  <a:ext cx="0" cy="1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79" name="Line 154">
                  <a:extLst>
                    <a:ext uri="{FF2B5EF4-FFF2-40B4-BE49-F238E27FC236}">
                      <a16:creationId xmlns:a16="http://schemas.microsoft.com/office/drawing/2014/main" id="{DF27E42D-33CE-7240-8819-C1088354BF4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53" y="4141"/>
                  <a:ext cx="0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0" name="Line 155">
                  <a:extLst>
                    <a:ext uri="{FF2B5EF4-FFF2-40B4-BE49-F238E27FC236}">
                      <a16:creationId xmlns:a16="http://schemas.microsoft.com/office/drawing/2014/main" id="{E69EA2A3-8554-FE40-9604-ABFD47CBD87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3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1" name="Line 156">
                  <a:extLst>
                    <a:ext uri="{FF2B5EF4-FFF2-40B4-BE49-F238E27FC236}">
                      <a16:creationId xmlns:a16="http://schemas.microsoft.com/office/drawing/2014/main" id="{06338F80-A86B-1C49-A13C-D2E97FEA44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8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2" name="Line 157">
                  <a:extLst>
                    <a:ext uri="{FF2B5EF4-FFF2-40B4-BE49-F238E27FC236}">
                      <a16:creationId xmlns:a16="http://schemas.microsoft.com/office/drawing/2014/main" id="{6A6BBFFD-C4A6-DC47-B8AF-DD27DAD21CD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4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3" name="Line 158">
                  <a:extLst>
                    <a:ext uri="{FF2B5EF4-FFF2-40B4-BE49-F238E27FC236}">
                      <a16:creationId xmlns:a16="http://schemas.microsoft.com/office/drawing/2014/main" id="{F53159C3-616A-C648-B255-AFCB6EE55B1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4" name="Line 159">
                  <a:extLst>
                    <a:ext uri="{FF2B5EF4-FFF2-40B4-BE49-F238E27FC236}">
                      <a16:creationId xmlns:a16="http://schemas.microsoft.com/office/drawing/2014/main" id="{7169D354-2A72-2B46-8230-B2425F0E60B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6" y="387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5" name="Line 160">
                  <a:extLst>
                    <a:ext uri="{FF2B5EF4-FFF2-40B4-BE49-F238E27FC236}">
                      <a16:creationId xmlns:a16="http://schemas.microsoft.com/office/drawing/2014/main" id="{357D41A8-C9A7-FA4B-B36F-EDBC2394E7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2" y="387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6" name="Line 161">
                  <a:extLst>
                    <a:ext uri="{FF2B5EF4-FFF2-40B4-BE49-F238E27FC236}">
                      <a16:creationId xmlns:a16="http://schemas.microsoft.com/office/drawing/2014/main" id="{162B1611-34A7-B346-8E28-0A890C01169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5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7" name="Line 162">
                  <a:extLst>
                    <a:ext uri="{FF2B5EF4-FFF2-40B4-BE49-F238E27FC236}">
                      <a16:creationId xmlns:a16="http://schemas.microsoft.com/office/drawing/2014/main" id="{B20DAD0D-2E43-3342-901C-A36728A2536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9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8" name="Line 163">
                  <a:extLst>
                    <a:ext uri="{FF2B5EF4-FFF2-40B4-BE49-F238E27FC236}">
                      <a16:creationId xmlns:a16="http://schemas.microsoft.com/office/drawing/2014/main" id="{B27DFB53-6111-BB43-9281-5202B2728C8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98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89" name="Line 164">
                  <a:extLst>
                    <a:ext uri="{FF2B5EF4-FFF2-40B4-BE49-F238E27FC236}">
                      <a16:creationId xmlns:a16="http://schemas.microsoft.com/office/drawing/2014/main" id="{2B17E035-3F99-4547-A2BA-1AC2DF24E7C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2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0" name="Line 165">
                  <a:extLst>
                    <a:ext uri="{FF2B5EF4-FFF2-40B4-BE49-F238E27FC236}">
                      <a16:creationId xmlns:a16="http://schemas.microsoft.com/office/drawing/2014/main" id="{B15DA7E5-6AF4-6941-B684-CA7986B630E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1" name="Line 166">
                  <a:extLst>
                    <a:ext uri="{FF2B5EF4-FFF2-40B4-BE49-F238E27FC236}">
                      <a16:creationId xmlns:a16="http://schemas.microsoft.com/office/drawing/2014/main" id="{2047ACBB-CF66-BF47-8B3A-0AFED430F8A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2" name="Line 167">
                  <a:extLst>
                    <a:ext uri="{FF2B5EF4-FFF2-40B4-BE49-F238E27FC236}">
                      <a16:creationId xmlns:a16="http://schemas.microsoft.com/office/drawing/2014/main" id="{FBE616E5-3CA2-4142-8499-243992D8F50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6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3" name="Line 168">
                  <a:extLst>
                    <a:ext uri="{FF2B5EF4-FFF2-40B4-BE49-F238E27FC236}">
                      <a16:creationId xmlns:a16="http://schemas.microsoft.com/office/drawing/2014/main" id="{BDD39BD6-9207-9645-9FC1-5A1A23A4095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2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4" name="Line 169">
                  <a:extLst>
                    <a:ext uri="{FF2B5EF4-FFF2-40B4-BE49-F238E27FC236}">
                      <a16:creationId xmlns:a16="http://schemas.microsoft.com/office/drawing/2014/main" id="{432F5248-C51D-BF4D-B949-B61FB1E7956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24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5" name="Line 170">
                  <a:extLst>
                    <a:ext uri="{FF2B5EF4-FFF2-40B4-BE49-F238E27FC236}">
                      <a16:creationId xmlns:a16="http://schemas.microsoft.com/office/drawing/2014/main" id="{1277D15F-2813-1744-9B0F-2B10BCD8AF5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31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6" name="Line 171">
                  <a:extLst>
                    <a:ext uri="{FF2B5EF4-FFF2-40B4-BE49-F238E27FC236}">
                      <a16:creationId xmlns:a16="http://schemas.microsoft.com/office/drawing/2014/main" id="{D2A22CE1-F629-1640-B154-8347B322F27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38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7" name="Line 172">
                  <a:extLst>
                    <a:ext uri="{FF2B5EF4-FFF2-40B4-BE49-F238E27FC236}">
                      <a16:creationId xmlns:a16="http://schemas.microsoft.com/office/drawing/2014/main" id="{34568A20-88E1-1C46-8BD2-59F01D5F535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43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8" name="Line 173">
                  <a:extLst>
                    <a:ext uri="{FF2B5EF4-FFF2-40B4-BE49-F238E27FC236}">
                      <a16:creationId xmlns:a16="http://schemas.microsoft.com/office/drawing/2014/main" id="{813C647B-767A-A149-BA0F-21AF8C9F358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7" y="3949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999" name="Line 174">
                  <a:extLst>
                    <a:ext uri="{FF2B5EF4-FFF2-40B4-BE49-F238E27FC236}">
                      <a16:creationId xmlns:a16="http://schemas.microsoft.com/office/drawing/2014/main" id="{C710DB61-7AEE-F846-92B9-A0FBE1BA926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5" y="3956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0" name="Line 175">
                  <a:extLst>
                    <a:ext uri="{FF2B5EF4-FFF2-40B4-BE49-F238E27FC236}">
                      <a16:creationId xmlns:a16="http://schemas.microsoft.com/office/drawing/2014/main" id="{F53E5351-B21E-B542-9EEE-12398B8BC84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3" y="3962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1" name="Line 176">
                  <a:extLst>
                    <a:ext uri="{FF2B5EF4-FFF2-40B4-BE49-F238E27FC236}">
                      <a16:creationId xmlns:a16="http://schemas.microsoft.com/office/drawing/2014/main" id="{120F729F-12E5-034A-AA8D-16A47FF06BE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1" y="3966"/>
                  <a:ext cx="3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2" name="Line 177">
                  <a:extLst>
                    <a:ext uri="{FF2B5EF4-FFF2-40B4-BE49-F238E27FC236}">
                      <a16:creationId xmlns:a16="http://schemas.microsoft.com/office/drawing/2014/main" id="{91A07ADC-A3AA-F54B-812A-BEFBF9649A8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15" y="3973"/>
                  <a:ext cx="2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3" name="Line 178">
                  <a:extLst>
                    <a:ext uri="{FF2B5EF4-FFF2-40B4-BE49-F238E27FC236}">
                      <a16:creationId xmlns:a16="http://schemas.microsoft.com/office/drawing/2014/main" id="{DFE6E90B-AA0D-544D-8BAD-949D47DFBC9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08" y="3977"/>
                  <a:ext cx="1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4" name="Line 179">
                  <a:extLst>
                    <a:ext uri="{FF2B5EF4-FFF2-40B4-BE49-F238E27FC236}">
                      <a16:creationId xmlns:a16="http://schemas.microsoft.com/office/drawing/2014/main" id="{2C255AB1-0AE9-E646-9769-8DBA599B5F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0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5" name="Line 180">
                  <a:extLst>
                    <a:ext uri="{FF2B5EF4-FFF2-40B4-BE49-F238E27FC236}">
                      <a16:creationId xmlns:a16="http://schemas.microsoft.com/office/drawing/2014/main" id="{D0EDD5DB-D14E-3942-B2E4-C73913C4830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6" name="Line 181">
                  <a:extLst>
                    <a:ext uri="{FF2B5EF4-FFF2-40B4-BE49-F238E27FC236}">
                      <a16:creationId xmlns:a16="http://schemas.microsoft.com/office/drawing/2014/main" id="{98BF07A7-6F48-F441-B6AA-1F9D614F2B4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2" y="3621"/>
                  <a:ext cx="2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7" name="Line 182">
                  <a:extLst>
                    <a:ext uri="{FF2B5EF4-FFF2-40B4-BE49-F238E27FC236}">
                      <a16:creationId xmlns:a16="http://schemas.microsoft.com/office/drawing/2014/main" id="{0C94C51E-4CAA-234C-9920-E21E1A2B74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29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8" name="Line 183">
                  <a:extLst>
                    <a:ext uri="{FF2B5EF4-FFF2-40B4-BE49-F238E27FC236}">
                      <a16:creationId xmlns:a16="http://schemas.microsoft.com/office/drawing/2014/main" id="{07C3B31A-E3F2-B34E-B339-179710F3D67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09" name="Line 184">
                  <a:extLst>
                    <a:ext uri="{FF2B5EF4-FFF2-40B4-BE49-F238E27FC236}">
                      <a16:creationId xmlns:a16="http://schemas.microsoft.com/office/drawing/2014/main" id="{A79A2E02-0834-964D-9BC5-AE049EFCD74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6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0" name="Line 185">
                  <a:extLst>
                    <a:ext uri="{FF2B5EF4-FFF2-40B4-BE49-F238E27FC236}">
                      <a16:creationId xmlns:a16="http://schemas.microsoft.com/office/drawing/2014/main" id="{950F8D01-C6CA-CF41-8416-149343C1270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1" name="Line 186">
                  <a:extLst>
                    <a:ext uri="{FF2B5EF4-FFF2-40B4-BE49-F238E27FC236}">
                      <a16:creationId xmlns:a16="http://schemas.microsoft.com/office/drawing/2014/main" id="{484F5166-2ABE-B548-8A55-62BAB0A080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3" y="3640"/>
                  <a:ext cx="2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2" name="Line 187">
                  <a:extLst>
                    <a:ext uri="{FF2B5EF4-FFF2-40B4-BE49-F238E27FC236}">
                      <a16:creationId xmlns:a16="http://schemas.microsoft.com/office/drawing/2014/main" id="{E344D419-6AE0-C34D-A44A-C2C246E5A7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4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3" name="Line 188">
                  <a:extLst>
                    <a:ext uri="{FF2B5EF4-FFF2-40B4-BE49-F238E27FC236}">
                      <a16:creationId xmlns:a16="http://schemas.microsoft.com/office/drawing/2014/main" id="{5F702118-D374-D94B-B4E4-C3D22A2B106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1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4" name="Line 189">
                  <a:extLst>
                    <a:ext uri="{FF2B5EF4-FFF2-40B4-BE49-F238E27FC236}">
                      <a16:creationId xmlns:a16="http://schemas.microsoft.com/office/drawing/2014/main" id="{E70EAE35-4AC0-0E4A-B7E1-C2521D8506F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6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5" name="Line 190">
                  <a:extLst>
                    <a:ext uri="{FF2B5EF4-FFF2-40B4-BE49-F238E27FC236}">
                      <a16:creationId xmlns:a16="http://schemas.microsoft.com/office/drawing/2014/main" id="{4B5FD8FC-7217-9640-A0A8-63515E2CA9B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6" name="Line 191">
                  <a:extLst>
                    <a:ext uri="{FF2B5EF4-FFF2-40B4-BE49-F238E27FC236}">
                      <a16:creationId xmlns:a16="http://schemas.microsoft.com/office/drawing/2014/main" id="{8CD08867-AE21-3040-996A-B5C74A85002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1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7" name="Line 192">
                  <a:extLst>
                    <a:ext uri="{FF2B5EF4-FFF2-40B4-BE49-F238E27FC236}">
                      <a16:creationId xmlns:a16="http://schemas.microsoft.com/office/drawing/2014/main" id="{02F37C39-0B2C-9B45-8174-0787BDDC5A0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8" name="Line 193">
                  <a:extLst>
                    <a:ext uri="{FF2B5EF4-FFF2-40B4-BE49-F238E27FC236}">
                      <a16:creationId xmlns:a16="http://schemas.microsoft.com/office/drawing/2014/main" id="{F261605D-D6F1-7E42-B205-1B6D0658B4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19" name="Line 194">
                  <a:extLst>
                    <a:ext uri="{FF2B5EF4-FFF2-40B4-BE49-F238E27FC236}">
                      <a16:creationId xmlns:a16="http://schemas.microsoft.com/office/drawing/2014/main" id="{A7911EC9-EF33-B04B-9670-FED30DD5A16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6" y="3667"/>
                  <a:ext cx="4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0" name="Line 195">
                  <a:extLst>
                    <a:ext uri="{FF2B5EF4-FFF2-40B4-BE49-F238E27FC236}">
                      <a16:creationId xmlns:a16="http://schemas.microsoft.com/office/drawing/2014/main" id="{6C433770-1617-8D4C-985E-023E88E430A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5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1" name="Line 196">
                  <a:extLst>
                    <a:ext uri="{FF2B5EF4-FFF2-40B4-BE49-F238E27FC236}">
                      <a16:creationId xmlns:a16="http://schemas.microsoft.com/office/drawing/2014/main" id="{05DFA492-6CAA-8646-B731-39B101C5365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2" name="Line 197">
                  <a:extLst>
                    <a:ext uri="{FF2B5EF4-FFF2-40B4-BE49-F238E27FC236}">
                      <a16:creationId xmlns:a16="http://schemas.microsoft.com/office/drawing/2014/main" id="{44C74F29-88B4-3E48-A462-5C9AB540921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1" y="3675"/>
                  <a:ext cx="0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3" name="Line 198">
                  <a:extLst>
                    <a:ext uri="{FF2B5EF4-FFF2-40B4-BE49-F238E27FC236}">
                      <a16:creationId xmlns:a16="http://schemas.microsoft.com/office/drawing/2014/main" id="{2ABEE340-B724-1541-AE87-E9C2318CD7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1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4" name="Line 199">
                  <a:extLst>
                    <a:ext uri="{FF2B5EF4-FFF2-40B4-BE49-F238E27FC236}">
                      <a16:creationId xmlns:a16="http://schemas.microsoft.com/office/drawing/2014/main" id="{A5579D52-601B-464D-AB00-08DD6B5F96C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5" name="Line 200">
                  <a:extLst>
                    <a:ext uri="{FF2B5EF4-FFF2-40B4-BE49-F238E27FC236}">
                      <a16:creationId xmlns:a16="http://schemas.microsoft.com/office/drawing/2014/main" id="{46A433E5-B56D-C74D-93BC-B6D30E4B2C9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6" name="Line 201">
                  <a:extLst>
                    <a:ext uri="{FF2B5EF4-FFF2-40B4-BE49-F238E27FC236}">
                      <a16:creationId xmlns:a16="http://schemas.microsoft.com/office/drawing/2014/main" id="{B5DC8340-FB23-B646-8934-585AEAE119F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93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7" name="Line 202">
                  <a:extLst>
                    <a:ext uri="{FF2B5EF4-FFF2-40B4-BE49-F238E27FC236}">
                      <a16:creationId xmlns:a16="http://schemas.microsoft.com/office/drawing/2014/main" id="{98E68A32-A00D-4446-910E-AAE8322329E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8" name="Line 203">
                  <a:extLst>
                    <a:ext uri="{FF2B5EF4-FFF2-40B4-BE49-F238E27FC236}">
                      <a16:creationId xmlns:a16="http://schemas.microsoft.com/office/drawing/2014/main" id="{4ADF33D7-C839-2947-8E64-C2BD1179DF7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29" name="Line 204">
                  <a:extLst>
                    <a:ext uri="{FF2B5EF4-FFF2-40B4-BE49-F238E27FC236}">
                      <a16:creationId xmlns:a16="http://schemas.microsoft.com/office/drawing/2014/main" id="{C71CE570-9A78-2446-A138-EC2E171B13C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70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0" name="Line 205">
                  <a:extLst>
                    <a:ext uri="{FF2B5EF4-FFF2-40B4-BE49-F238E27FC236}">
                      <a16:creationId xmlns:a16="http://schemas.microsoft.com/office/drawing/2014/main" id="{69744077-4A71-A14E-A4DF-AF4036396DA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0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1" name="Line 206">
                  <a:extLst>
                    <a:ext uri="{FF2B5EF4-FFF2-40B4-BE49-F238E27FC236}">
                      <a16:creationId xmlns:a16="http://schemas.microsoft.com/office/drawing/2014/main" id="{766FF3A2-A2D9-BE47-A1EA-6F8A5578DF5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08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2" name="Line 207">
                  <a:extLst>
                    <a:ext uri="{FF2B5EF4-FFF2-40B4-BE49-F238E27FC236}">
                      <a16:creationId xmlns:a16="http://schemas.microsoft.com/office/drawing/2014/main" id="{532E44DF-05CB-6440-BEBE-3D8067CFB29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13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3" name="Line 208">
                  <a:extLst>
                    <a:ext uri="{FF2B5EF4-FFF2-40B4-BE49-F238E27FC236}">
                      <a16:creationId xmlns:a16="http://schemas.microsoft.com/office/drawing/2014/main" id="{4193161E-B8D5-8F4E-B19D-15CAD9229AC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4" name="Line 209">
                  <a:extLst>
                    <a:ext uri="{FF2B5EF4-FFF2-40B4-BE49-F238E27FC236}">
                      <a16:creationId xmlns:a16="http://schemas.microsoft.com/office/drawing/2014/main" id="{7A207875-D566-0B41-AEEB-97B8C8D9D75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8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5" name="Line 210">
                  <a:extLst>
                    <a:ext uri="{FF2B5EF4-FFF2-40B4-BE49-F238E27FC236}">
                      <a16:creationId xmlns:a16="http://schemas.microsoft.com/office/drawing/2014/main" id="{3B4FB639-CACD-D348-A688-223E1D9C0AF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6" name="Line 211">
                  <a:extLst>
                    <a:ext uri="{FF2B5EF4-FFF2-40B4-BE49-F238E27FC236}">
                      <a16:creationId xmlns:a16="http://schemas.microsoft.com/office/drawing/2014/main" id="{A8E66244-9320-9B41-A7D8-6372EE0EAF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7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7" name="Line 212">
                  <a:extLst>
                    <a:ext uri="{FF2B5EF4-FFF2-40B4-BE49-F238E27FC236}">
                      <a16:creationId xmlns:a16="http://schemas.microsoft.com/office/drawing/2014/main" id="{7C81D323-3F13-564F-9F8A-53F78B1601C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3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8" name="Line 213">
                  <a:extLst>
                    <a:ext uri="{FF2B5EF4-FFF2-40B4-BE49-F238E27FC236}">
                      <a16:creationId xmlns:a16="http://schemas.microsoft.com/office/drawing/2014/main" id="{AF664D76-7E32-8949-83EE-FCACD32F1B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3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39" name="Line 214">
                  <a:extLst>
                    <a:ext uri="{FF2B5EF4-FFF2-40B4-BE49-F238E27FC236}">
                      <a16:creationId xmlns:a16="http://schemas.microsoft.com/office/drawing/2014/main" id="{94A61127-95F8-CE46-99D9-CA003A53B6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4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0" name="Line 215">
                  <a:extLst>
                    <a:ext uri="{FF2B5EF4-FFF2-40B4-BE49-F238E27FC236}">
                      <a16:creationId xmlns:a16="http://schemas.microsoft.com/office/drawing/2014/main" id="{922F689C-F80B-D242-B9FC-DA5016F944E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4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1" name="Line 216">
                  <a:extLst>
                    <a:ext uri="{FF2B5EF4-FFF2-40B4-BE49-F238E27FC236}">
                      <a16:creationId xmlns:a16="http://schemas.microsoft.com/office/drawing/2014/main" id="{2ED3C10D-A297-0746-AA64-3950F9229AE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2" name="Line 217">
                  <a:extLst>
                    <a:ext uri="{FF2B5EF4-FFF2-40B4-BE49-F238E27FC236}">
                      <a16:creationId xmlns:a16="http://schemas.microsoft.com/office/drawing/2014/main" id="{E3F2AE43-2FC8-344E-A190-25EFFDDD296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3" name="Line 218">
                  <a:extLst>
                    <a:ext uri="{FF2B5EF4-FFF2-40B4-BE49-F238E27FC236}">
                      <a16:creationId xmlns:a16="http://schemas.microsoft.com/office/drawing/2014/main" id="{95330018-250B-DE4C-A90D-198A18C8E43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4" name="Line 219">
                  <a:extLst>
                    <a:ext uri="{FF2B5EF4-FFF2-40B4-BE49-F238E27FC236}">
                      <a16:creationId xmlns:a16="http://schemas.microsoft.com/office/drawing/2014/main" id="{4F25C41F-BB04-EA42-BF3B-E20ADD75686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30" y="3762"/>
                  <a:ext cx="3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5" name="Line 220">
                  <a:extLst>
                    <a:ext uri="{FF2B5EF4-FFF2-40B4-BE49-F238E27FC236}">
                      <a16:creationId xmlns:a16="http://schemas.microsoft.com/office/drawing/2014/main" id="{D663D0C6-E75E-674C-8C85-6B12049FFFC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3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6" name="Line 221">
                  <a:extLst>
                    <a:ext uri="{FF2B5EF4-FFF2-40B4-BE49-F238E27FC236}">
                      <a16:creationId xmlns:a16="http://schemas.microsoft.com/office/drawing/2014/main" id="{020394E8-E001-1540-AD76-227CDAEF22C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8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7" name="Line 222">
                  <a:extLst>
                    <a:ext uri="{FF2B5EF4-FFF2-40B4-BE49-F238E27FC236}">
                      <a16:creationId xmlns:a16="http://schemas.microsoft.com/office/drawing/2014/main" id="{5C4361E4-19B5-4C4A-9ED0-5978E88B842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8" name="Line 223">
                  <a:extLst>
                    <a:ext uri="{FF2B5EF4-FFF2-40B4-BE49-F238E27FC236}">
                      <a16:creationId xmlns:a16="http://schemas.microsoft.com/office/drawing/2014/main" id="{946245C5-ACFB-8C4C-9F2C-B89A09B15BF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6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49" name="Line 224">
                  <a:extLst>
                    <a:ext uri="{FF2B5EF4-FFF2-40B4-BE49-F238E27FC236}">
                      <a16:creationId xmlns:a16="http://schemas.microsoft.com/office/drawing/2014/main" id="{3B80680D-4263-9F4C-AECE-359578A1F53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0" name="Line 225">
                  <a:extLst>
                    <a:ext uri="{FF2B5EF4-FFF2-40B4-BE49-F238E27FC236}">
                      <a16:creationId xmlns:a16="http://schemas.microsoft.com/office/drawing/2014/main" id="{9BE5D85A-C76F-8B44-8D4E-6566E4FA0F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1" name="Line 226">
                  <a:extLst>
                    <a:ext uri="{FF2B5EF4-FFF2-40B4-BE49-F238E27FC236}">
                      <a16:creationId xmlns:a16="http://schemas.microsoft.com/office/drawing/2014/main" id="{35C3C28C-F936-DD48-877F-9453C1887F0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2" name="Line 227">
                  <a:extLst>
                    <a:ext uri="{FF2B5EF4-FFF2-40B4-BE49-F238E27FC236}">
                      <a16:creationId xmlns:a16="http://schemas.microsoft.com/office/drawing/2014/main" id="{AE5F3959-1109-044A-80DB-493686EC2BB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3" name="Line 228">
                  <a:extLst>
                    <a:ext uri="{FF2B5EF4-FFF2-40B4-BE49-F238E27FC236}">
                      <a16:creationId xmlns:a16="http://schemas.microsoft.com/office/drawing/2014/main" id="{38DF8364-623B-3441-A76C-6283C07B0EA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1" y="3829"/>
                  <a:ext cx="0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4" name="Line 229">
                  <a:extLst>
                    <a:ext uri="{FF2B5EF4-FFF2-40B4-BE49-F238E27FC236}">
                      <a16:creationId xmlns:a16="http://schemas.microsoft.com/office/drawing/2014/main" id="{D6D1379E-75F1-7244-86E2-B45CC697AFC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13" y="3829"/>
                  <a:ext cx="11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5" name="Line 230">
                  <a:extLst>
                    <a:ext uri="{FF2B5EF4-FFF2-40B4-BE49-F238E27FC236}">
                      <a16:creationId xmlns:a16="http://schemas.microsoft.com/office/drawing/2014/main" id="{2F6FE5AB-B6F4-9445-9ECB-C5288BD89BB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6" y="3826"/>
                  <a:ext cx="10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6" name="Line 231">
                  <a:extLst>
                    <a:ext uri="{FF2B5EF4-FFF2-40B4-BE49-F238E27FC236}">
                      <a16:creationId xmlns:a16="http://schemas.microsoft.com/office/drawing/2014/main" id="{478FF920-2728-3E41-AC52-33AECAEFF89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2" y="3823"/>
                  <a:ext cx="10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7" name="Line 232">
                  <a:extLst>
                    <a:ext uri="{FF2B5EF4-FFF2-40B4-BE49-F238E27FC236}">
                      <a16:creationId xmlns:a16="http://schemas.microsoft.com/office/drawing/2014/main" id="{AC633EB1-2E11-4840-8452-42618A9921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1" y="3818"/>
                  <a:ext cx="9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8" name="Line 233">
                  <a:extLst>
                    <a:ext uri="{FF2B5EF4-FFF2-40B4-BE49-F238E27FC236}">
                      <a16:creationId xmlns:a16="http://schemas.microsoft.com/office/drawing/2014/main" id="{84857CDC-F688-8743-81E5-023810E00EA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696" y="3814"/>
                  <a:ext cx="12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59" name="Line 234">
                  <a:extLst>
                    <a:ext uri="{FF2B5EF4-FFF2-40B4-BE49-F238E27FC236}">
                      <a16:creationId xmlns:a16="http://schemas.microsoft.com/office/drawing/2014/main" id="{1547E494-1BDC-304F-BBCF-3A736CD38E6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829"/>
                  <a:ext cx="1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0" name="Line 235">
                  <a:extLst>
                    <a:ext uri="{FF2B5EF4-FFF2-40B4-BE49-F238E27FC236}">
                      <a16:creationId xmlns:a16="http://schemas.microsoft.com/office/drawing/2014/main" id="{89DFBF49-BEB2-C542-813F-97BCE528A43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823"/>
                  <a:ext cx="3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1" name="Line 236">
                  <a:extLst>
                    <a:ext uri="{FF2B5EF4-FFF2-40B4-BE49-F238E27FC236}">
                      <a16:creationId xmlns:a16="http://schemas.microsoft.com/office/drawing/2014/main" id="{CBC67043-F174-3B4F-BC50-F100D6C17F9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2" name="Line 237">
                  <a:extLst>
                    <a:ext uri="{FF2B5EF4-FFF2-40B4-BE49-F238E27FC236}">
                      <a16:creationId xmlns:a16="http://schemas.microsoft.com/office/drawing/2014/main" id="{C030C8E8-05F2-A24A-81B2-FE64476625A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3" name="Line 238">
                  <a:extLst>
                    <a:ext uri="{FF2B5EF4-FFF2-40B4-BE49-F238E27FC236}">
                      <a16:creationId xmlns:a16="http://schemas.microsoft.com/office/drawing/2014/main" id="{28F6BDC2-7C2B-524F-AF64-69DC7F3365C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4" name="Freeform 239">
                  <a:extLst>
                    <a:ext uri="{FF2B5EF4-FFF2-40B4-BE49-F238E27FC236}">
                      <a16:creationId xmlns:a16="http://schemas.microsoft.com/office/drawing/2014/main" id="{5E168648-58A0-0E49-A8A1-6ED5922A29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39" y="3316"/>
                  <a:ext cx="284" cy="585"/>
                </a:xfrm>
                <a:custGeom>
                  <a:avLst/>
                  <a:gdLst>
                    <a:gd name="T0" fmla="*/ 283 w 284"/>
                    <a:gd name="T1" fmla="*/ 26 h 585"/>
                    <a:gd name="T2" fmla="*/ 0 w 284"/>
                    <a:gd name="T3" fmla="*/ 0 h 585"/>
                    <a:gd name="T4" fmla="*/ 0 w 284"/>
                    <a:gd name="T5" fmla="*/ 501 h 585"/>
                    <a:gd name="T6" fmla="*/ 79 w 284"/>
                    <a:gd name="T7" fmla="*/ 584 h 58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4"/>
                    <a:gd name="T13" fmla="*/ 0 h 585"/>
                    <a:gd name="T14" fmla="*/ 284 w 284"/>
                    <a:gd name="T15" fmla="*/ 585 h 58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4" h="585">
                      <a:moveTo>
                        <a:pt x="283" y="26"/>
                      </a:moveTo>
                      <a:lnTo>
                        <a:pt x="0" y="0"/>
                      </a:lnTo>
                      <a:lnTo>
                        <a:pt x="0" y="501"/>
                      </a:lnTo>
                      <a:lnTo>
                        <a:pt x="79" y="584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65" name="Freeform 240">
                  <a:extLst>
                    <a:ext uri="{FF2B5EF4-FFF2-40B4-BE49-F238E27FC236}">
                      <a16:creationId xmlns:a16="http://schemas.microsoft.com/office/drawing/2014/main" id="{F67F20DF-EC8E-B442-B781-F8388D23B2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48" y="3324"/>
                  <a:ext cx="233" cy="578"/>
                </a:xfrm>
                <a:custGeom>
                  <a:avLst/>
                  <a:gdLst>
                    <a:gd name="T0" fmla="*/ 232 w 233"/>
                    <a:gd name="T1" fmla="*/ 20 h 578"/>
                    <a:gd name="T2" fmla="*/ 0 w 233"/>
                    <a:gd name="T3" fmla="*/ 0 h 578"/>
                    <a:gd name="T4" fmla="*/ 0 w 233"/>
                    <a:gd name="T5" fmla="*/ 492 h 578"/>
                    <a:gd name="T6" fmla="*/ 89 w 233"/>
                    <a:gd name="T7" fmla="*/ 577 h 57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33"/>
                    <a:gd name="T13" fmla="*/ 0 h 578"/>
                    <a:gd name="T14" fmla="*/ 233 w 233"/>
                    <a:gd name="T15" fmla="*/ 578 h 57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33" h="578">
                      <a:moveTo>
                        <a:pt x="232" y="20"/>
                      </a:moveTo>
                      <a:lnTo>
                        <a:pt x="0" y="0"/>
                      </a:lnTo>
                      <a:lnTo>
                        <a:pt x="0" y="492"/>
                      </a:lnTo>
                      <a:lnTo>
                        <a:pt x="89" y="57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66" name="Line 241">
                  <a:extLst>
                    <a:ext uri="{FF2B5EF4-FFF2-40B4-BE49-F238E27FC236}">
                      <a16:creationId xmlns:a16="http://schemas.microsoft.com/office/drawing/2014/main" id="{34176543-D3C1-A14C-8F1D-E66A65FB380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02" y="3341"/>
                  <a:ext cx="0" cy="43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7" name="Line 242">
                  <a:extLst>
                    <a:ext uri="{FF2B5EF4-FFF2-40B4-BE49-F238E27FC236}">
                      <a16:creationId xmlns:a16="http://schemas.microsoft.com/office/drawing/2014/main" id="{1C28E99E-F035-494B-8131-3FED8CB19FA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43" y="3343"/>
                  <a:ext cx="0" cy="42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8" name="Line 243">
                  <a:extLst>
                    <a:ext uri="{FF2B5EF4-FFF2-40B4-BE49-F238E27FC236}">
                      <a16:creationId xmlns:a16="http://schemas.microsoft.com/office/drawing/2014/main" id="{C8EEFD0F-0815-B348-80EC-64A2772A38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2039" y="3353"/>
                  <a:ext cx="58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69" name="Freeform 244">
                  <a:extLst>
                    <a:ext uri="{FF2B5EF4-FFF2-40B4-BE49-F238E27FC236}">
                      <a16:creationId xmlns:a16="http://schemas.microsoft.com/office/drawing/2014/main" id="{EF26B9F6-1C14-0F45-AE9C-9926062BB73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0" y="3582"/>
                  <a:ext cx="141" cy="26"/>
                </a:xfrm>
                <a:custGeom>
                  <a:avLst/>
                  <a:gdLst>
                    <a:gd name="T0" fmla="*/ 16 w 141"/>
                    <a:gd name="T1" fmla="*/ 0 h 26"/>
                    <a:gd name="T2" fmla="*/ 12 w 141"/>
                    <a:gd name="T3" fmla="*/ 0 h 26"/>
                    <a:gd name="T4" fmla="*/ 8 w 141"/>
                    <a:gd name="T5" fmla="*/ 1 h 26"/>
                    <a:gd name="T6" fmla="*/ 5 w 141"/>
                    <a:gd name="T7" fmla="*/ 4 h 26"/>
                    <a:gd name="T8" fmla="*/ 2 w 141"/>
                    <a:gd name="T9" fmla="*/ 6 h 26"/>
                    <a:gd name="T10" fmla="*/ 0 w 141"/>
                    <a:gd name="T11" fmla="*/ 9 h 26"/>
                    <a:gd name="T12" fmla="*/ 0 w 141"/>
                    <a:gd name="T13" fmla="*/ 15 h 26"/>
                    <a:gd name="T14" fmla="*/ 2 w 141"/>
                    <a:gd name="T15" fmla="*/ 17 h 26"/>
                    <a:gd name="T16" fmla="*/ 5 w 141"/>
                    <a:gd name="T17" fmla="*/ 20 h 26"/>
                    <a:gd name="T18" fmla="*/ 6 w 141"/>
                    <a:gd name="T19" fmla="*/ 22 h 26"/>
                    <a:gd name="T20" fmla="*/ 12 w 141"/>
                    <a:gd name="T21" fmla="*/ 24 h 26"/>
                    <a:gd name="T22" fmla="*/ 16 w 141"/>
                    <a:gd name="T23" fmla="*/ 24 h 26"/>
                    <a:gd name="T24" fmla="*/ 124 w 141"/>
                    <a:gd name="T25" fmla="*/ 25 h 26"/>
                    <a:gd name="T26" fmla="*/ 128 w 141"/>
                    <a:gd name="T27" fmla="*/ 25 h 26"/>
                    <a:gd name="T28" fmla="*/ 132 w 141"/>
                    <a:gd name="T29" fmla="*/ 24 h 26"/>
                    <a:gd name="T30" fmla="*/ 135 w 141"/>
                    <a:gd name="T31" fmla="*/ 22 h 26"/>
                    <a:gd name="T32" fmla="*/ 138 w 141"/>
                    <a:gd name="T33" fmla="*/ 20 h 26"/>
                    <a:gd name="T34" fmla="*/ 140 w 141"/>
                    <a:gd name="T35" fmla="*/ 16 h 26"/>
                    <a:gd name="T36" fmla="*/ 140 w 141"/>
                    <a:gd name="T37" fmla="*/ 10 h 26"/>
                    <a:gd name="T38" fmla="*/ 138 w 141"/>
                    <a:gd name="T39" fmla="*/ 8 h 26"/>
                    <a:gd name="T40" fmla="*/ 135 w 141"/>
                    <a:gd name="T41" fmla="*/ 6 h 26"/>
                    <a:gd name="T42" fmla="*/ 134 w 141"/>
                    <a:gd name="T43" fmla="*/ 3 h 26"/>
                    <a:gd name="T44" fmla="*/ 128 w 141"/>
                    <a:gd name="T45" fmla="*/ 1 h 26"/>
                    <a:gd name="T46" fmla="*/ 124 w 141"/>
                    <a:gd name="T47" fmla="*/ 1 h 26"/>
                    <a:gd name="T48" fmla="*/ 16 w 141"/>
                    <a:gd name="T49" fmla="*/ 0 h 2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1"/>
                    <a:gd name="T76" fmla="*/ 0 h 26"/>
                    <a:gd name="T77" fmla="*/ 141 w 141"/>
                    <a:gd name="T78" fmla="*/ 26 h 2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1" h="26">
                      <a:moveTo>
                        <a:pt x="16" y="0"/>
                      </a:moveTo>
                      <a:lnTo>
                        <a:pt x="12" y="0"/>
                      </a:lnTo>
                      <a:lnTo>
                        <a:pt x="8" y="1"/>
                      </a:lnTo>
                      <a:lnTo>
                        <a:pt x="5" y="4"/>
                      </a:lnTo>
                      <a:lnTo>
                        <a:pt x="2" y="6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6" y="22"/>
                      </a:lnTo>
                      <a:lnTo>
                        <a:pt x="12" y="24"/>
                      </a:lnTo>
                      <a:lnTo>
                        <a:pt x="16" y="24"/>
                      </a:lnTo>
                      <a:lnTo>
                        <a:pt x="124" y="25"/>
                      </a:lnTo>
                      <a:lnTo>
                        <a:pt x="128" y="25"/>
                      </a:lnTo>
                      <a:lnTo>
                        <a:pt x="132" y="24"/>
                      </a:lnTo>
                      <a:lnTo>
                        <a:pt x="135" y="22"/>
                      </a:lnTo>
                      <a:lnTo>
                        <a:pt x="138" y="20"/>
                      </a:lnTo>
                      <a:lnTo>
                        <a:pt x="140" y="16"/>
                      </a:lnTo>
                      <a:lnTo>
                        <a:pt x="140" y="10"/>
                      </a:lnTo>
                      <a:lnTo>
                        <a:pt x="138" y="8"/>
                      </a:lnTo>
                      <a:lnTo>
                        <a:pt x="135" y="6"/>
                      </a:lnTo>
                      <a:lnTo>
                        <a:pt x="134" y="3"/>
                      </a:lnTo>
                      <a:lnTo>
                        <a:pt x="128" y="1"/>
                      </a:lnTo>
                      <a:lnTo>
                        <a:pt x="124" y="1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0" name="Freeform 245">
                  <a:extLst>
                    <a:ext uri="{FF2B5EF4-FFF2-40B4-BE49-F238E27FC236}">
                      <a16:creationId xmlns:a16="http://schemas.microsoft.com/office/drawing/2014/main" id="{58E09846-1706-4943-AEC2-39C68A81FD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753"/>
                  <a:ext cx="143" cy="40"/>
                </a:xfrm>
                <a:custGeom>
                  <a:avLst/>
                  <a:gdLst>
                    <a:gd name="T0" fmla="*/ 17 w 143"/>
                    <a:gd name="T1" fmla="*/ 0 h 40"/>
                    <a:gd name="T2" fmla="*/ 14 w 143"/>
                    <a:gd name="T3" fmla="*/ 0 h 40"/>
                    <a:gd name="T4" fmla="*/ 10 w 143"/>
                    <a:gd name="T5" fmla="*/ 2 h 40"/>
                    <a:gd name="T6" fmla="*/ 5 w 143"/>
                    <a:gd name="T7" fmla="*/ 3 h 40"/>
                    <a:gd name="T8" fmla="*/ 4 w 143"/>
                    <a:gd name="T9" fmla="*/ 6 h 40"/>
                    <a:gd name="T10" fmla="*/ 2 w 143"/>
                    <a:gd name="T11" fmla="*/ 9 h 40"/>
                    <a:gd name="T12" fmla="*/ 0 w 143"/>
                    <a:gd name="T13" fmla="*/ 12 h 40"/>
                    <a:gd name="T14" fmla="*/ 0 w 143"/>
                    <a:gd name="T15" fmla="*/ 15 h 40"/>
                    <a:gd name="T16" fmla="*/ 2 w 143"/>
                    <a:gd name="T17" fmla="*/ 18 h 40"/>
                    <a:gd name="T18" fmla="*/ 4 w 143"/>
                    <a:gd name="T19" fmla="*/ 23 h 40"/>
                    <a:gd name="T20" fmla="*/ 6 w 143"/>
                    <a:gd name="T21" fmla="*/ 24 h 40"/>
                    <a:gd name="T22" fmla="*/ 10 w 143"/>
                    <a:gd name="T23" fmla="*/ 26 h 40"/>
                    <a:gd name="T24" fmla="*/ 14 w 143"/>
                    <a:gd name="T25" fmla="*/ 27 h 40"/>
                    <a:gd name="T26" fmla="*/ 125 w 143"/>
                    <a:gd name="T27" fmla="*/ 39 h 40"/>
                    <a:gd name="T28" fmla="*/ 128 w 143"/>
                    <a:gd name="T29" fmla="*/ 39 h 40"/>
                    <a:gd name="T30" fmla="*/ 132 w 143"/>
                    <a:gd name="T31" fmla="*/ 37 h 40"/>
                    <a:gd name="T32" fmla="*/ 137 w 143"/>
                    <a:gd name="T33" fmla="*/ 36 h 40"/>
                    <a:gd name="T34" fmla="*/ 138 w 143"/>
                    <a:gd name="T35" fmla="*/ 33 h 40"/>
                    <a:gd name="T36" fmla="*/ 140 w 143"/>
                    <a:gd name="T37" fmla="*/ 30 h 40"/>
                    <a:gd name="T38" fmla="*/ 142 w 143"/>
                    <a:gd name="T39" fmla="*/ 27 h 40"/>
                    <a:gd name="T40" fmla="*/ 142 w 143"/>
                    <a:gd name="T41" fmla="*/ 24 h 40"/>
                    <a:gd name="T42" fmla="*/ 140 w 143"/>
                    <a:gd name="T43" fmla="*/ 21 h 40"/>
                    <a:gd name="T44" fmla="*/ 138 w 143"/>
                    <a:gd name="T45" fmla="*/ 16 h 40"/>
                    <a:gd name="T46" fmla="*/ 136 w 143"/>
                    <a:gd name="T47" fmla="*/ 15 h 40"/>
                    <a:gd name="T48" fmla="*/ 132 w 143"/>
                    <a:gd name="T49" fmla="*/ 13 h 40"/>
                    <a:gd name="T50" fmla="*/ 128 w 143"/>
                    <a:gd name="T51" fmla="*/ 12 h 40"/>
                    <a:gd name="T52" fmla="*/ 17 w 143"/>
                    <a:gd name="T53" fmla="*/ 0 h 4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3"/>
                    <a:gd name="T82" fmla="*/ 0 h 40"/>
                    <a:gd name="T83" fmla="*/ 143 w 143"/>
                    <a:gd name="T84" fmla="*/ 40 h 4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3" h="40">
                      <a:moveTo>
                        <a:pt x="17" y="0"/>
                      </a:moveTo>
                      <a:lnTo>
                        <a:pt x="14" y="0"/>
                      </a:lnTo>
                      <a:lnTo>
                        <a:pt x="10" y="2"/>
                      </a:ln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4" y="23"/>
                      </a:lnTo>
                      <a:lnTo>
                        <a:pt x="6" y="24"/>
                      </a:lnTo>
                      <a:lnTo>
                        <a:pt x="10" y="26"/>
                      </a:lnTo>
                      <a:lnTo>
                        <a:pt x="14" y="27"/>
                      </a:lnTo>
                      <a:lnTo>
                        <a:pt x="125" y="39"/>
                      </a:lnTo>
                      <a:lnTo>
                        <a:pt x="128" y="39"/>
                      </a:lnTo>
                      <a:lnTo>
                        <a:pt x="132" y="37"/>
                      </a:lnTo>
                      <a:lnTo>
                        <a:pt x="137" y="36"/>
                      </a:lnTo>
                      <a:lnTo>
                        <a:pt x="138" y="33"/>
                      </a:lnTo>
                      <a:lnTo>
                        <a:pt x="140" y="30"/>
                      </a:lnTo>
                      <a:lnTo>
                        <a:pt x="142" y="27"/>
                      </a:lnTo>
                      <a:lnTo>
                        <a:pt x="142" y="24"/>
                      </a:lnTo>
                      <a:lnTo>
                        <a:pt x="140" y="21"/>
                      </a:lnTo>
                      <a:lnTo>
                        <a:pt x="138" y="16"/>
                      </a:lnTo>
                      <a:lnTo>
                        <a:pt x="136" y="15"/>
                      </a:lnTo>
                      <a:lnTo>
                        <a:pt x="132" y="13"/>
                      </a:lnTo>
                      <a:lnTo>
                        <a:pt x="128" y="12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1" name="Freeform 246">
                  <a:extLst>
                    <a:ext uri="{FF2B5EF4-FFF2-40B4-BE49-F238E27FC236}">
                      <a16:creationId xmlns:a16="http://schemas.microsoft.com/office/drawing/2014/main" id="{F70E0F89-D516-CD40-9EB6-C3113D4FF97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337"/>
                  <a:ext cx="82" cy="391"/>
                </a:xfrm>
                <a:custGeom>
                  <a:avLst/>
                  <a:gdLst>
                    <a:gd name="T0" fmla="*/ 0 w 82"/>
                    <a:gd name="T1" fmla="*/ 0 h 391"/>
                    <a:gd name="T2" fmla="*/ 4 w 82"/>
                    <a:gd name="T3" fmla="*/ 390 h 391"/>
                    <a:gd name="T4" fmla="*/ 16 w 82"/>
                    <a:gd name="T5" fmla="*/ 348 h 391"/>
                    <a:gd name="T6" fmla="*/ 16 w 82"/>
                    <a:gd name="T7" fmla="*/ 128 h 391"/>
                    <a:gd name="T8" fmla="*/ 71 w 82"/>
                    <a:gd name="T9" fmla="*/ 78 h 391"/>
                    <a:gd name="T10" fmla="*/ 81 w 82"/>
                    <a:gd name="T11" fmla="*/ 78 h 391"/>
                    <a:gd name="T12" fmla="*/ 81 w 82"/>
                    <a:gd name="T13" fmla="*/ 0 h 391"/>
                    <a:gd name="T14" fmla="*/ 0 w 82"/>
                    <a:gd name="T15" fmla="*/ 0 h 39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2"/>
                    <a:gd name="T25" fmla="*/ 0 h 391"/>
                    <a:gd name="T26" fmla="*/ 82 w 82"/>
                    <a:gd name="T27" fmla="*/ 391 h 39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2" h="391">
                      <a:moveTo>
                        <a:pt x="0" y="0"/>
                      </a:moveTo>
                      <a:lnTo>
                        <a:pt x="4" y="390"/>
                      </a:lnTo>
                      <a:lnTo>
                        <a:pt x="16" y="348"/>
                      </a:lnTo>
                      <a:lnTo>
                        <a:pt x="16" y="128"/>
                      </a:lnTo>
                      <a:lnTo>
                        <a:pt x="71" y="78"/>
                      </a:lnTo>
                      <a:lnTo>
                        <a:pt x="81" y="78"/>
                      </a:lnTo>
                      <a:lnTo>
                        <a:pt x="8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2" name="Freeform 247">
                  <a:extLst>
                    <a:ext uri="{FF2B5EF4-FFF2-40B4-BE49-F238E27FC236}">
                      <a16:creationId xmlns:a16="http://schemas.microsoft.com/office/drawing/2014/main" id="{9D865DE9-3FDE-6644-B448-7E43D37A83F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8"/>
                  <a:ext cx="15" cy="22"/>
                </a:xfrm>
                <a:custGeom>
                  <a:avLst/>
                  <a:gdLst>
                    <a:gd name="T0" fmla="*/ 14 w 15"/>
                    <a:gd name="T1" fmla="*/ 10 h 22"/>
                    <a:gd name="T2" fmla="*/ 10 w 15"/>
                    <a:gd name="T3" fmla="*/ 18 h 22"/>
                    <a:gd name="T4" fmla="*/ 7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7 w 15"/>
                    <a:gd name="T13" fmla="*/ 0 h 22"/>
                    <a:gd name="T14" fmla="*/ 12 w 15"/>
                    <a:gd name="T15" fmla="*/ 2 h 22"/>
                    <a:gd name="T16" fmla="*/ 14 w 15"/>
                    <a:gd name="T17" fmla="*/ 10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0"/>
                      </a:moveTo>
                      <a:lnTo>
                        <a:pt x="10" y="18"/>
                      </a:lnTo>
                      <a:lnTo>
                        <a:pt x="7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12" y="2"/>
                      </a:lnTo>
                      <a:lnTo>
                        <a:pt x="14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3" name="Freeform 248">
                  <a:extLst>
                    <a:ext uri="{FF2B5EF4-FFF2-40B4-BE49-F238E27FC236}">
                      <a16:creationId xmlns:a16="http://schemas.microsoft.com/office/drawing/2014/main" id="{ED3D6BFF-B2EC-5F43-9284-B1A8F1DE2F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3" y="3568"/>
                  <a:ext cx="12" cy="22"/>
                </a:xfrm>
                <a:custGeom>
                  <a:avLst/>
                  <a:gdLst>
                    <a:gd name="T0" fmla="*/ 2 w 12"/>
                    <a:gd name="T1" fmla="*/ 0 h 22"/>
                    <a:gd name="T2" fmla="*/ 0 w 12"/>
                    <a:gd name="T3" fmla="*/ 21 h 22"/>
                    <a:gd name="T4" fmla="*/ 9 w 12"/>
                    <a:gd name="T5" fmla="*/ 21 h 22"/>
                    <a:gd name="T6" fmla="*/ 11 w 12"/>
                    <a:gd name="T7" fmla="*/ 0 h 22"/>
                    <a:gd name="T8" fmla="*/ 2 w 12"/>
                    <a:gd name="T9" fmla="*/ 0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2"/>
                    <a:gd name="T17" fmla="*/ 12 w 12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2">
                      <a:moveTo>
                        <a:pt x="2" y="0"/>
                      </a:moveTo>
                      <a:lnTo>
                        <a:pt x="0" y="21"/>
                      </a:lnTo>
                      <a:lnTo>
                        <a:pt x="9" y="21"/>
                      </a:lnTo>
                      <a:lnTo>
                        <a:pt x="11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4" name="Freeform 249">
                  <a:extLst>
                    <a:ext uri="{FF2B5EF4-FFF2-40B4-BE49-F238E27FC236}">
                      <a16:creationId xmlns:a16="http://schemas.microsoft.com/office/drawing/2014/main" id="{E302BF03-239E-6240-B322-082D2EE51B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6" y="3568"/>
                  <a:ext cx="15" cy="22"/>
                </a:xfrm>
                <a:custGeom>
                  <a:avLst/>
                  <a:gdLst>
                    <a:gd name="T0" fmla="*/ 14 w 15"/>
                    <a:gd name="T1" fmla="*/ 12 h 22"/>
                    <a:gd name="T2" fmla="*/ 12 w 15"/>
                    <a:gd name="T3" fmla="*/ 20 h 22"/>
                    <a:gd name="T4" fmla="*/ 8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8 w 15"/>
                    <a:gd name="T13" fmla="*/ 0 h 22"/>
                    <a:gd name="T14" fmla="*/ 14 w 15"/>
                    <a:gd name="T15" fmla="*/ 4 h 22"/>
                    <a:gd name="T16" fmla="*/ 14 w 15"/>
                    <a:gd name="T17" fmla="*/ 12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2"/>
                      </a:moveTo>
                      <a:lnTo>
                        <a:pt x="12" y="20"/>
                      </a:lnTo>
                      <a:lnTo>
                        <a:pt x="8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8" y="0"/>
                      </a:lnTo>
                      <a:lnTo>
                        <a:pt x="14" y="4"/>
                      </a:lnTo>
                      <a:lnTo>
                        <a:pt x="14" y="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5" name="Freeform 250">
                  <a:extLst>
                    <a:ext uri="{FF2B5EF4-FFF2-40B4-BE49-F238E27FC236}">
                      <a16:creationId xmlns:a16="http://schemas.microsoft.com/office/drawing/2014/main" id="{300699B8-5D4E-284B-A246-392925FD89C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4"/>
                  <a:ext cx="2" cy="24"/>
                </a:xfrm>
                <a:custGeom>
                  <a:avLst/>
                  <a:gdLst>
                    <a:gd name="T0" fmla="*/ 1 w 2"/>
                    <a:gd name="T1" fmla="*/ 4 h 24"/>
                    <a:gd name="T2" fmla="*/ 1 w 2"/>
                    <a:gd name="T3" fmla="*/ 2 h 24"/>
                    <a:gd name="T4" fmla="*/ 1 w 2"/>
                    <a:gd name="T5" fmla="*/ 0 h 24"/>
                    <a:gd name="T6" fmla="*/ 0 w 2"/>
                    <a:gd name="T7" fmla="*/ 0 h 24"/>
                    <a:gd name="T8" fmla="*/ 0 w 2"/>
                    <a:gd name="T9" fmla="*/ 2 h 24"/>
                    <a:gd name="T10" fmla="*/ 0 w 2"/>
                    <a:gd name="T11" fmla="*/ 4 h 24"/>
                    <a:gd name="T12" fmla="*/ 0 w 2"/>
                    <a:gd name="T13" fmla="*/ 19 h 24"/>
                    <a:gd name="T14" fmla="*/ 0 w 2"/>
                    <a:gd name="T15" fmla="*/ 20 h 24"/>
                    <a:gd name="T16" fmla="*/ 0 w 2"/>
                    <a:gd name="T17" fmla="*/ 23 h 24"/>
                    <a:gd name="T18" fmla="*/ 1 w 2"/>
                    <a:gd name="T19" fmla="*/ 23 h 24"/>
                    <a:gd name="T20" fmla="*/ 1 w 2"/>
                    <a:gd name="T21" fmla="*/ 20 h 24"/>
                    <a:gd name="T22" fmla="*/ 1 w 2"/>
                    <a:gd name="T23" fmla="*/ 19 h 24"/>
                    <a:gd name="T24" fmla="*/ 1 w 2"/>
                    <a:gd name="T25" fmla="*/ 4 h 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4"/>
                    <a:gd name="T41" fmla="*/ 2 w 2"/>
                    <a:gd name="T42" fmla="*/ 24 h 2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4">
                      <a:moveTo>
                        <a:pt x="1" y="4"/>
                      </a:move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6" name="Freeform 251">
                  <a:extLst>
                    <a:ext uri="{FF2B5EF4-FFF2-40B4-BE49-F238E27FC236}">
                      <a16:creationId xmlns:a16="http://schemas.microsoft.com/office/drawing/2014/main" id="{77B411AC-F9C2-E143-A986-EB6B90AD546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6" y="4051"/>
                  <a:ext cx="63" cy="29"/>
                </a:xfrm>
                <a:custGeom>
                  <a:avLst/>
                  <a:gdLst>
                    <a:gd name="T0" fmla="*/ 0 w 63"/>
                    <a:gd name="T1" fmla="*/ 12 h 29"/>
                    <a:gd name="T2" fmla="*/ 62 w 63"/>
                    <a:gd name="T3" fmla="*/ 28 h 29"/>
                    <a:gd name="T4" fmla="*/ 62 w 63"/>
                    <a:gd name="T5" fmla="*/ 0 h 29"/>
                    <a:gd name="T6" fmla="*/ 0 w 63"/>
                    <a:gd name="T7" fmla="*/ 12 h 2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3"/>
                    <a:gd name="T13" fmla="*/ 0 h 29"/>
                    <a:gd name="T14" fmla="*/ 63 w 63"/>
                    <a:gd name="T15" fmla="*/ 29 h 2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3" h="29">
                      <a:moveTo>
                        <a:pt x="0" y="12"/>
                      </a:moveTo>
                      <a:lnTo>
                        <a:pt x="62" y="28"/>
                      </a:lnTo>
                      <a:lnTo>
                        <a:pt x="62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7" name="Freeform 252">
                  <a:extLst>
                    <a:ext uri="{FF2B5EF4-FFF2-40B4-BE49-F238E27FC236}">
                      <a16:creationId xmlns:a16="http://schemas.microsoft.com/office/drawing/2014/main" id="{86E86D78-A2F6-0443-A09F-381EEECF0B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58" y="4032"/>
                  <a:ext cx="83" cy="48"/>
                </a:xfrm>
                <a:custGeom>
                  <a:avLst/>
                  <a:gdLst>
                    <a:gd name="T0" fmla="*/ 0 w 83"/>
                    <a:gd name="T1" fmla="*/ 17 h 48"/>
                    <a:gd name="T2" fmla="*/ 0 w 83"/>
                    <a:gd name="T3" fmla="*/ 47 h 48"/>
                    <a:gd name="T4" fmla="*/ 82 w 83"/>
                    <a:gd name="T5" fmla="*/ 30 h 48"/>
                    <a:gd name="T6" fmla="*/ 82 w 83"/>
                    <a:gd name="T7" fmla="*/ 0 h 48"/>
                    <a:gd name="T8" fmla="*/ 0 w 83"/>
                    <a:gd name="T9" fmla="*/ 17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3"/>
                    <a:gd name="T16" fmla="*/ 0 h 48"/>
                    <a:gd name="T17" fmla="*/ 83 w 83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3" h="48">
                      <a:moveTo>
                        <a:pt x="0" y="17"/>
                      </a:moveTo>
                      <a:lnTo>
                        <a:pt x="0" y="47"/>
                      </a:lnTo>
                      <a:lnTo>
                        <a:pt x="82" y="30"/>
                      </a:lnTo>
                      <a:lnTo>
                        <a:pt x="82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8" name="Freeform 253">
                  <a:extLst>
                    <a:ext uri="{FF2B5EF4-FFF2-40B4-BE49-F238E27FC236}">
                      <a16:creationId xmlns:a16="http://schemas.microsoft.com/office/drawing/2014/main" id="{C877B07E-16ED-B14F-BCF1-9B30C2F176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415"/>
                  <a:ext cx="65" cy="275"/>
                </a:xfrm>
                <a:custGeom>
                  <a:avLst/>
                  <a:gdLst>
                    <a:gd name="T0" fmla="*/ 54 w 65"/>
                    <a:gd name="T1" fmla="*/ 0 h 275"/>
                    <a:gd name="T2" fmla="*/ 0 w 65"/>
                    <a:gd name="T3" fmla="*/ 51 h 275"/>
                    <a:gd name="T4" fmla="*/ 0 w 65"/>
                    <a:gd name="T5" fmla="*/ 274 h 275"/>
                    <a:gd name="T6" fmla="*/ 7 w 65"/>
                    <a:gd name="T7" fmla="*/ 248 h 275"/>
                    <a:gd name="T8" fmla="*/ 7 w 65"/>
                    <a:gd name="T9" fmla="*/ 76 h 275"/>
                    <a:gd name="T10" fmla="*/ 64 w 65"/>
                    <a:gd name="T11" fmla="*/ 78 h 275"/>
                    <a:gd name="T12" fmla="*/ 64 w 65"/>
                    <a:gd name="T13" fmla="*/ 0 h 275"/>
                    <a:gd name="T14" fmla="*/ 54 w 65"/>
                    <a:gd name="T15" fmla="*/ 0 h 27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5"/>
                    <a:gd name="T25" fmla="*/ 0 h 275"/>
                    <a:gd name="T26" fmla="*/ 65 w 65"/>
                    <a:gd name="T27" fmla="*/ 275 h 27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5" h="275">
                      <a:moveTo>
                        <a:pt x="54" y="0"/>
                      </a:moveTo>
                      <a:lnTo>
                        <a:pt x="0" y="51"/>
                      </a:lnTo>
                      <a:lnTo>
                        <a:pt x="0" y="274"/>
                      </a:lnTo>
                      <a:lnTo>
                        <a:pt x="7" y="248"/>
                      </a:lnTo>
                      <a:lnTo>
                        <a:pt x="7" y="76"/>
                      </a:lnTo>
                      <a:lnTo>
                        <a:pt x="64" y="78"/>
                      </a:lnTo>
                      <a:lnTo>
                        <a:pt x="64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79" name="Freeform 254">
                  <a:extLst>
                    <a:ext uri="{FF2B5EF4-FFF2-40B4-BE49-F238E27FC236}">
                      <a16:creationId xmlns:a16="http://schemas.microsoft.com/office/drawing/2014/main" id="{708300D5-6FF2-5840-85C9-3257190708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53"/>
                  <a:ext cx="34" cy="270"/>
                </a:xfrm>
                <a:custGeom>
                  <a:avLst/>
                  <a:gdLst>
                    <a:gd name="T0" fmla="*/ 0 w 34"/>
                    <a:gd name="T1" fmla="*/ 0 h 270"/>
                    <a:gd name="T2" fmla="*/ 0 w 34"/>
                    <a:gd name="T3" fmla="*/ 269 h 270"/>
                    <a:gd name="T4" fmla="*/ 33 w 34"/>
                    <a:gd name="T5" fmla="*/ 236 h 270"/>
                    <a:gd name="T6" fmla="*/ 33 w 34"/>
                    <a:gd name="T7" fmla="*/ 24 h 270"/>
                    <a:gd name="T8" fmla="*/ 0 w 34"/>
                    <a:gd name="T9" fmla="*/ 0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4"/>
                    <a:gd name="T16" fmla="*/ 0 h 270"/>
                    <a:gd name="T17" fmla="*/ 34 w 34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4" h="270">
                      <a:moveTo>
                        <a:pt x="0" y="0"/>
                      </a:moveTo>
                      <a:lnTo>
                        <a:pt x="0" y="269"/>
                      </a:lnTo>
                      <a:lnTo>
                        <a:pt x="33" y="236"/>
                      </a:lnTo>
                      <a:lnTo>
                        <a:pt x="33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0" name="Freeform 255">
                  <a:extLst>
                    <a:ext uri="{FF2B5EF4-FFF2-40B4-BE49-F238E27FC236}">
                      <a16:creationId xmlns:a16="http://schemas.microsoft.com/office/drawing/2014/main" id="{24A7BE08-BF50-DF4F-9115-F2DB99CF87E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471"/>
                  <a:ext cx="40" cy="118"/>
                </a:xfrm>
                <a:custGeom>
                  <a:avLst/>
                  <a:gdLst>
                    <a:gd name="T0" fmla="*/ 0 w 40"/>
                    <a:gd name="T1" fmla="*/ 0 h 118"/>
                    <a:gd name="T2" fmla="*/ 0 w 40"/>
                    <a:gd name="T3" fmla="*/ 111 h 118"/>
                    <a:gd name="T4" fmla="*/ 10 w 40"/>
                    <a:gd name="T5" fmla="*/ 117 h 118"/>
                    <a:gd name="T6" fmla="*/ 39 w 40"/>
                    <a:gd name="T7" fmla="*/ 117 h 118"/>
                    <a:gd name="T8" fmla="*/ 39 w 40"/>
                    <a:gd name="T9" fmla="*/ 0 h 118"/>
                    <a:gd name="T10" fmla="*/ 0 w 40"/>
                    <a:gd name="T11" fmla="*/ 0 h 1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"/>
                    <a:gd name="T19" fmla="*/ 0 h 118"/>
                    <a:gd name="T20" fmla="*/ 40 w 40"/>
                    <a:gd name="T21" fmla="*/ 118 h 1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" h="118">
                      <a:moveTo>
                        <a:pt x="0" y="0"/>
                      </a:moveTo>
                      <a:lnTo>
                        <a:pt x="0" y="111"/>
                      </a:lnTo>
                      <a:lnTo>
                        <a:pt x="10" y="117"/>
                      </a:lnTo>
                      <a:lnTo>
                        <a:pt x="39" y="117"/>
                      </a:lnTo>
                      <a:lnTo>
                        <a:pt x="3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1" name="Freeform 256">
                  <a:extLst>
                    <a:ext uri="{FF2B5EF4-FFF2-40B4-BE49-F238E27FC236}">
                      <a16:creationId xmlns:a16="http://schemas.microsoft.com/office/drawing/2014/main" id="{620B33C2-773A-B942-AD41-FB00EBFF294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0" y="3546"/>
                  <a:ext cx="26" cy="34"/>
                </a:xfrm>
                <a:custGeom>
                  <a:avLst/>
                  <a:gdLst>
                    <a:gd name="T0" fmla="*/ 4 w 26"/>
                    <a:gd name="T1" fmla="*/ 0 h 34"/>
                    <a:gd name="T2" fmla="*/ 12 w 26"/>
                    <a:gd name="T3" fmla="*/ 0 h 34"/>
                    <a:gd name="T4" fmla="*/ 17 w 26"/>
                    <a:gd name="T5" fmla="*/ 2 h 34"/>
                    <a:gd name="T6" fmla="*/ 21 w 26"/>
                    <a:gd name="T7" fmla="*/ 4 h 34"/>
                    <a:gd name="T8" fmla="*/ 25 w 26"/>
                    <a:gd name="T9" fmla="*/ 14 h 34"/>
                    <a:gd name="T10" fmla="*/ 25 w 26"/>
                    <a:gd name="T11" fmla="*/ 25 h 34"/>
                    <a:gd name="T12" fmla="*/ 23 w 26"/>
                    <a:gd name="T13" fmla="*/ 29 h 34"/>
                    <a:gd name="T14" fmla="*/ 21 w 26"/>
                    <a:gd name="T15" fmla="*/ 33 h 34"/>
                    <a:gd name="T16" fmla="*/ 16 w 26"/>
                    <a:gd name="T17" fmla="*/ 33 h 34"/>
                    <a:gd name="T18" fmla="*/ 14 w 26"/>
                    <a:gd name="T19" fmla="*/ 31 h 34"/>
                    <a:gd name="T20" fmla="*/ 12 w 26"/>
                    <a:gd name="T21" fmla="*/ 27 h 34"/>
                    <a:gd name="T22" fmla="*/ 14 w 26"/>
                    <a:gd name="T23" fmla="*/ 21 h 34"/>
                    <a:gd name="T24" fmla="*/ 12 w 26"/>
                    <a:gd name="T25" fmla="*/ 16 h 34"/>
                    <a:gd name="T26" fmla="*/ 10 w 26"/>
                    <a:gd name="T27" fmla="*/ 12 h 34"/>
                    <a:gd name="T28" fmla="*/ 6 w 26"/>
                    <a:gd name="T29" fmla="*/ 10 h 34"/>
                    <a:gd name="T30" fmla="*/ 2 w 26"/>
                    <a:gd name="T31" fmla="*/ 10 h 34"/>
                    <a:gd name="T32" fmla="*/ 0 w 26"/>
                    <a:gd name="T33" fmla="*/ 6 h 34"/>
                    <a:gd name="T34" fmla="*/ 2 w 26"/>
                    <a:gd name="T35" fmla="*/ 2 h 34"/>
                    <a:gd name="T36" fmla="*/ 4 w 26"/>
                    <a:gd name="T37" fmla="*/ 0 h 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6"/>
                    <a:gd name="T58" fmla="*/ 0 h 34"/>
                    <a:gd name="T59" fmla="*/ 26 w 26"/>
                    <a:gd name="T60" fmla="*/ 34 h 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6" h="34">
                      <a:moveTo>
                        <a:pt x="4" y="0"/>
                      </a:moveTo>
                      <a:lnTo>
                        <a:pt x="12" y="0"/>
                      </a:lnTo>
                      <a:lnTo>
                        <a:pt x="17" y="2"/>
                      </a:lnTo>
                      <a:lnTo>
                        <a:pt x="21" y="4"/>
                      </a:lnTo>
                      <a:lnTo>
                        <a:pt x="25" y="14"/>
                      </a:lnTo>
                      <a:lnTo>
                        <a:pt x="25" y="25"/>
                      </a:lnTo>
                      <a:lnTo>
                        <a:pt x="23" y="29"/>
                      </a:lnTo>
                      <a:lnTo>
                        <a:pt x="21" y="33"/>
                      </a:lnTo>
                      <a:lnTo>
                        <a:pt x="16" y="33"/>
                      </a:lnTo>
                      <a:lnTo>
                        <a:pt x="14" y="31"/>
                      </a:lnTo>
                      <a:lnTo>
                        <a:pt x="12" y="27"/>
                      </a:lnTo>
                      <a:lnTo>
                        <a:pt x="14" y="21"/>
                      </a:lnTo>
                      <a:lnTo>
                        <a:pt x="12" y="16"/>
                      </a:lnTo>
                      <a:lnTo>
                        <a:pt x="10" y="12"/>
                      </a:lnTo>
                      <a:lnTo>
                        <a:pt x="6" y="10"/>
                      </a:lnTo>
                      <a:lnTo>
                        <a:pt x="2" y="10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2" name="Freeform 257">
                  <a:extLst>
                    <a:ext uri="{FF2B5EF4-FFF2-40B4-BE49-F238E27FC236}">
                      <a16:creationId xmlns:a16="http://schemas.microsoft.com/office/drawing/2014/main" id="{76A89483-7272-0D4C-BAEC-27A345A52A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4" y="3525"/>
                  <a:ext cx="20" cy="34"/>
                </a:xfrm>
                <a:custGeom>
                  <a:avLst/>
                  <a:gdLst>
                    <a:gd name="T0" fmla="*/ 0 w 20"/>
                    <a:gd name="T1" fmla="*/ 33 h 34"/>
                    <a:gd name="T2" fmla="*/ 4 w 20"/>
                    <a:gd name="T3" fmla="*/ 29 h 34"/>
                    <a:gd name="T4" fmla="*/ 11 w 20"/>
                    <a:gd name="T5" fmla="*/ 16 h 34"/>
                    <a:gd name="T6" fmla="*/ 17 w 20"/>
                    <a:gd name="T7" fmla="*/ 6 h 34"/>
                    <a:gd name="T8" fmla="*/ 19 w 20"/>
                    <a:gd name="T9" fmla="*/ 0 h 34"/>
                    <a:gd name="T10" fmla="*/ 15 w 20"/>
                    <a:gd name="T11" fmla="*/ 4 h 34"/>
                    <a:gd name="T12" fmla="*/ 9 w 20"/>
                    <a:gd name="T13" fmla="*/ 16 h 34"/>
                    <a:gd name="T14" fmla="*/ 2 w 20"/>
                    <a:gd name="T15" fmla="*/ 27 h 34"/>
                    <a:gd name="T16" fmla="*/ 0 w 20"/>
                    <a:gd name="T17" fmla="*/ 33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0" y="33"/>
                      </a:moveTo>
                      <a:lnTo>
                        <a:pt x="4" y="29"/>
                      </a:lnTo>
                      <a:lnTo>
                        <a:pt x="11" y="16"/>
                      </a:lnTo>
                      <a:lnTo>
                        <a:pt x="17" y="6"/>
                      </a:lnTo>
                      <a:lnTo>
                        <a:pt x="19" y="0"/>
                      </a:lnTo>
                      <a:lnTo>
                        <a:pt x="15" y="4"/>
                      </a:lnTo>
                      <a:lnTo>
                        <a:pt x="9" y="16"/>
                      </a:lnTo>
                      <a:lnTo>
                        <a:pt x="2" y="27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3" name="Line 258">
                  <a:extLst>
                    <a:ext uri="{FF2B5EF4-FFF2-40B4-BE49-F238E27FC236}">
                      <a16:creationId xmlns:a16="http://schemas.microsoft.com/office/drawing/2014/main" id="{E8650764-89DC-BB47-8946-EE6159DDB29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51" y="3577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84" name="Freeform 259">
                  <a:extLst>
                    <a:ext uri="{FF2B5EF4-FFF2-40B4-BE49-F238E27FC236}">
                      <a16:creationId xmlns:a16="http://schemas.microsoft.com/office/drawing/2014/main" id="{6ADBDC2E-A248-0349-A720-72568BAEEC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30"/>
                  <a:ext cx="19" cy="34"/>
                </a:xfrm>
                <a:custGeom>
                  <a:avLst/>
                  <a:gdLst>
                    <a:gd name="T0" fmla="*/ 0 w 19"/>
                    <a:gd name="T1" fmla="*/ 0 h 34"/>
                    <a:gd name="T2" fmla="*/ 2 w 19"/>
                    <a:gd name="T3" fmla="*/ 7 h 34"/>
                    <a:gd name="T4" fmla="*/ 8 w 19"/>
                    <a:gd name="T5" fmla="*/ 17 h 34"/>
                    <a:gd name="T6" fmla="*/ 14 w 19"/>
                    <a:gd name="T7" fmla="*/ 28 h 34"/>
                    <a:gd name="T8" fmla="*/ 16 w 19"/>
                    <a:gd name="T9" fmla="*/ 33 h 34"/>
                    <a:gd name="T10" fmla="*/ 18 w 19"/>
                    <a:gd name="T11" fmla="*/ 33 h 34"/>
                    <a:gd name="T12" fmla="*/ 18 w 19"/>
                    <a:gd name="T13" fmla="*/ 28 h 34"/>
                    <a:gd name="T14" fmla="*/ 13 w 19"/>
                    <a:gd name="T15" fmla="*/ 15 h 34"/>
                    <a:gd name="T16" fmla="*/ 4 w 19"/>
                    <a:gd name="T17" fmla="*/ 5 h 34"/>
                    <a:gd name="T18" fmla="*/ 0 w 19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34"/>
                    <a:gd name="T32" fmla="*/ 19 w 19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34">
                      <a:moveTo>
                        <a:pt x="0" y="0"/>
                      </a:moveTo>
                      <a:lnTo>
                        <a:pt x="2" y="7"/>
                      </a:lnTo>
                      <a:lnTo>
                        <a:pt x="8" y="17"/>
                      </a:lnTo>
                      <a:lnTo>
                        <a:pt x="14" y="28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18" y="28"/>
                      </a:lnTo>
                      <a:lnTo>
                        <a:pt x="13" y="15"/>
                      </a:lnTo>
                      <a:lnTo>
                        <a:pt x="4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5" name="Freeform 260">
                  <a:extLst>
                    <a:ext uri="{FF2B5EF4-FFF2-40B4-BE49-F238E27FC236}">
                      <a16:creationId xmlns:a16="http://schemas.microsoft.com/office/drawing/2014/main" id="{ABFA9B7B-DF3A-0A4A-9F15-E80A347309C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72"/>
                  <a:ext cx="17" cy="33"/>
                </a:xfrm>
                <a:custGeom>
                  <a:avLst/>
                  <a:gdLst>
                    <a:gd name="T0" fmla="*/ 0 w 17"/>
                    <a:gd name="T1" fmla="*/ 32 h 33"/>
                    <a:gd name="T2" fmla="*/ 2 w 17"/>
                    <a:gd name="T3" fmla="*/ 28 h 33"/>
                    <a:gd name="T4" fmla="*/ 6 w 17"/>
                    <a:gd name="T5" fmla="*/ 23 h 33"/>
                    <a:gd name="T6" fmla="*/ 11 w 17"/>
                    <a:gd name="T7" fmla="*/ 18 h 33"/>
                    <a:gd name="T8" fmla="*/ 16 w 17"/>
                    <a:gd name="T9" fmla="*/ 7 h 33"/>
                    <a:gd name="T10" fmla="*/ 16 w 17"/>
                    <a:gd name="T11" fmla="*/ 0 h 33"/>
                    <a:gd name="T12" fmla="*/ 14 w 17"/>
                    <a:gd name="T13" fmla="*/ 4 h 33"/>
                    <a:gd name="T14" fmla="*/ 6 w 17"/>
                    <a:gd name="T15" fmla="*/ 15 h 33"/>
                    <a:gd name="T16" fmla="*/ 0 w 17"/>
                    <a:gd name="T17" fmla="*/ 28 h 33"/>
                    <a:gd name="T18" fmla="*/ 0 w 17"/>
                    <a:gd name="T19" fmla="*/ 32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7"/>
                    <a:gd name="T31" fmla="*/ 0 h 33"/>
                    <a:gd name="T32" fmla="*/ 17 w 1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7" h="33">
                      <a:moveTo>
                        <a:pt x="0" y="32"/>
                      </a:moveTo>
                      <a:lnTo>
                        <a:pt x="2" y="28"/>
                      </a:lnTo>
                      <a:lnTo>
                        <a:pt x="6" y="23"/>
                      </a:lnTo>
                      <a:lnTo>
                        <a:pt x="11" y="18"/>
                      </a:lnTo>
                      <a:lnTo>
                        <a:pt x="16" y="7"/>
                      </a:lnTo>
                      <a:lnTo>
                        <a:pt x="16" y="0"/>
                      </a:lnTo>
                      <a:lnTo>
                        <a:pt x="14" y="4"/>
                      </a:lnTo>
                      <a:lnTo>
                        <a:pt x="6" y="15"/>
                      </a:lnTo>
                      <a:lnTo>
                        <a:pt x="0" y="28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6" name="Freeform 261">
                  <a:extLst>
                    <a:ext uri="{FF2B5EF4-FFF2-40B4-BE49-F238E27FC236}">
                      <a16:creationId xmlns:a16="http://schemas.microsoft.com/office/drawing/2014/main" id="{C8DB875B-818C-6B4D-9C72-2728286044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5" y="3556"/>
                  <a:ext cx="15" cy="22"/>
                </a:xfrm>
                <a:custGeom>
                  <a:avLst/>
                  <a:gdLst>
                    <a:gd name="T0" fmla="*/ 0 w 15"/>
                    <a:gd name="T1" fmla="*/ 9 h 22"/>
                    <a:gd name="T2" fmla="*/ 2 w 15"/>
                    <a:gd name="T3" fmla="*/ 17 h 22"/>
                    <a:gd name="T4" fmla="*/ 6 w 15"/>
                    <a:gd name="T5" fmla="*/ 21 h 22"/>
                    <a:gd name="T6" fmla="*/ 12 w 15"/>
                    <a:gd name="T7" fmla="*/ 17 h 22"/>
                    <a:gd name="T8" fmla="*/ 14 w 15"/>
                    <a:gd name="T9" fmla="*/ 9 h 22"/>
                    <a:gd name="T10" fmla="*/ 12 w 15"/>
                    <a:gd name="T11" fmla="*/ 2 h 22"/>
                    <a:gd name="T12" fmla="*/ 6 w 15"/>
                    <a:gd name="T13" fmla="*/ 0 h 22"/>
                    <a:gd name="T14" fmla="*/ 2 w 15"/>
                    <a:gd name="T15" fmla="*/ 2 h 22"/>
                    <a:gd name="T16" fmla="*/ 0 w 15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6" y="21"/>
                      </a:lnTo>
                      <a:lnTo>
                        <a:pt x="12" y="17"/>
                      </a:lnTo>
                      <a:lnTo>
                        <a:pt x="14" y="9"/>
                      </a:lnTo>
                      <a:lnTo>
                        <a:pt x="12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7" name="Rectangle 262">
                  <a:extLst>
                    <a:ext uri="{FF2B5EF4-FFF2-40B4-BE49-F238E27FC236}">
                      <a16:creationId xmlns:a16="http://schemas.microsoft.com/office/drawing/2014/main" id="{8549E8BC-9802-9D42-9C41-9AF99EA8E65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32" y="3560"/>
                  <a:ext cx="1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88" name="Freeform 263">
                  <a:extLst>
                    <a:ext uri="{FF2B5EF4-FFF2-40B4-BE49-F238E27FC236}">
                      <a16:creationId xmlns:a16="http://schemas.microsoft.com/office/drawing/2014/main" id="{B7CEB8E8-4C40-124E-AF05-657DE8293EA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27" y="3556"/>
                  <a:ext cx="14" cy="22"/>
                </a:xfrm>
                <a:custGeom>
                  <a:avLst/>
                  <a:gdLst>
                    <a:gd name="T0" fmla="*/ 0 w 14"/>
                    <a:gd name="T1" fmla="*/ 9 h 22"/>
                    <a:gd name="T2" fmla="*/ 2 w 14"/>
                    <a:gd name="T3" fmla="*/ 17 h 22"/>
                    <a:gd name="T4" fmla="*/ 5 w 14"/>
                    <a:gd name="T5" fmla="*/ 21 h 22"/>
                    <a:gd name="T6" fmla="*/ 11 w 14"/>
                    <a:gd name="T7" fmla="*/ 17 h 22"/>
                    <a:gd name="T8" fmla="*/ 13 w 14"/>
                    <a:gd name="T9" fmla="*/ 9 h 22"/>
                    <a:gd name="T10" fmla="*/ 11 w 14"/>
                    <a:gd name="T11" fmla="*/ 2 h 22"/>
                    <a:gd name="T12" fmla="*/ 5 w 14"/>
                    <a:gd name="T13" fmla="*/ 0 h 22"/>
                    <a:gd name="T14" fmla="*/ 2 w 14"/>
                    <a:gd name="T15" fmla="*/ 2 h 22"/>
                    <a:gd name="T16" fmla="*/ 0 w 14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22"/>
                    <a:gd name="T29" fmla="*/ 14 w 14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5" y="21"/>
                      </a:lnTo>
                      <a:lnTo>
                        <a:pt x="11" y="17"/>
                      </a:lnTo>
                      <a:lnTo>
                        <a:pt x="13" y="9"/>
                      </a:lnTo>
                      <a:lnTo>
                        <a:pt x="11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89" name="Line 264">
                  <a:extLst>
                    <a:ext uri="{FF2B5EF4-FFF2-40B4-BE49-F238E27FC236}">
                      <a16:creationId xmlns:a16="http://schemas.microsoft.com/office/drawing/2014/main" id="{3C946AEA-72E1-FB4B-9053-CD0FA892557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40" y="3562"/>
                  <a:ext cx="0" cy="11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90" name="Oval 265">
                  <a:extLst>
                    <a:ext uri="{FF2B5EF4-FFF2-40B4-BE49-F238E27FC236}">
                      <a16:creationId xmlns:a16="http://schemas.microsoft.com/office/drawing/2014/main" id="{B2315351-7F1F-9F43-A58E-F93A44C6E6E5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57" y="3518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91" name="Oval 266">
                  <a:extLst>
                    <a:ext uri="{FF2B5EF4-FFF2-40B4-BE49-F238E27FC236}">
                      <a16:creationId xmlns:a16="http://schemas.microsoft.com/office/drawing/2014/main" id="{2A75A927-EE6F-2848-ABF7-C5AF2569D88E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14" y="3525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92" name="Oval 267">
                  <a:extLst>
                    <a:ext uri="{FF2B5EF4-FFF2-40B4-BE49-F238E27FC236}">
                      <a16:creationId xmlns:a16="http://schemas.microsoft.com/office/drawing/2014/main" id="{39FF7705-79AF-F649-A8C7-7B502BAED16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14" y="3597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93" name="Freeform 268">
                  <a:extLst>
                    <a:ext uri="{FF2B5EF4-FFF2-40B4-BE49-F238E27FC236}">
                      <a16:creationId xmlns:a16="http://schemas.microsoft.com/office/drawing/2014/main" id="{88588732-2825-994D-9E7E-D3CEE7F66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569"/>
                  <a:ext cx="20" cy="37"/>
                </a:xfrm>
                <a:custGeom>
                  <a:avLst/>
                  <a:gdLst>
                    <a:gd name="T0" fmla="*/ 0 w 20"/>
                    <a:gd name="T1" fmla="*/ 0 h 37"/>
                    <a:gd name="T2" fmla="*/ 0 w 20"/>
                    <a:gd name="T3" fmla="*/ 7 h 37"/>
                    <a:gd name="T4" fmla="*/ 7 w 20"/>
                    <a:gd name="T5" fmla="*/ 20 h 37"/>
                    <a:gd name="T6" fmla="*/ 15 w 20"/>
                    <a:gd name="T7" fmla="*/ 32 h 37"/>
                    <a:gd name="T8" fmla="*/ 19 w 20"/>
                    <a:gd name="T9" fmla="*/ 36 h 37"/>
                    <a:gd name="T10" fmla="*/ 19 w 20"/>
                    <a:gd name="T11" fmla="*/ 29 h 37"/>
                    <a:gd name="T12" fmla="*/ 12 w 20"/>
                    <a:gd name="T13" fmla="*/ 17 h 37"/>
                    <a:gd name="T14" fmla="*/ 4 w 20"/>
                    <a:gd name="T15" fmla="*/ 4 h 37"/>
                    <a:gd name="T16" fmla="*/ 0 w 20"/>
                    <a:gd name="T17" fmla="*/ 0 h 3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7"/>
                    <a:gd name="T29" fmla="*/ 20 w 20"/>
                    <a:gd name="T30" fmla="*/ 37 h 3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7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7" y="20"/>
                      </a:lnTo>
                      <a:lnTo>
                        <a:pt x="15" y="32"/>
                      </a:lnTo>
                      <a:lnTo>
                        <a:pt x="19" y="36"/>
                      </a:lnTo>
                      <a:lnTo>
                        <a:pt x="19" y="29"/>
                      </a:lnTo>
                      <a:lnTo>
                        <a:pt x="12" y="17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94" name="Oval 269">
                  <a:extLst>
                    <a:ext uri="{FF2B5EF4-FFF2-40B4-BE49-F238E27FC236}">
                      <a16:creationId xmlns:a16="http://schemas.microsoft.com/office/drawing/2014/main" id="{E1B27861-97E5-0F47-A3F6-F012C0E29E4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59" y="3602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95" name="Freeform 270">
                  <a:extLst>
                    <a:ext uri="{FF2B5EF4-FFF2-40B4-BE49-F238E27FC236}">
                      <a16:creationId xmlns:a16="http://schemas.microsoft.com/office/drawing/2014/main" id="{B2873735-1C66-CD45-8CB9-B844461AA27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536"/>
                  <a:ext cx="20" cy="31"/>
                </a:xfrm>
                <a:custGeom>
                  <a:avLst/>
                  <a:gdLst>
                    <a:gd name="T0" fmla="*/ 19 w 20"/>
                    <a:gd name="T1" fmla="*/ 15 h 31"/>
                    <a:gd name="T2" fmla="*/ 17 w 20"/>
                    <a:gd name="T3" fmla="*/ 27 h 31"/>
                    <a:gd name="T4" fmla="*/ 11 w 20"/>
                    <a:gd name="T5" fmla="*/ 30 h 31"/>
                    <a:gd name="T6" fmla="*/ 2 w 20"/>
                    <a:gd name="T7" fmla="*/ 27 h 31"/>
                    <a:gd name="T8" fmla="*/ 0 w 20"/>
                    <a:gd name="T9" fmla="*/ 15 h 31"/>
                    <a:gd name="T10" fmla="*/ 2 w 20"/>
                    <a:gd name="T11" fmla="*/ 3 h 31"/>
                    <a:gd name="T12" fmla="*/ 11 w 20"/>
                    <a:gd name="T13" fmla="*/ 0 h 31"/>
                    <a:gd name="T14" fmla="*/ 17 w 20"/>
                    <a:gd name="T15" fmla="*/ 3 h 31"/>
                    <a:gd name="T16" fmla="*/ 19 w 20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1"/>
                    <a:gd name="T29" fmla="*/ 20 w 20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1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11" y="0"/>
                      </a:lnTo>
                      <a:lnTo>
                        <a:pt x="17" y="3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96" name="Rectangle 271">
                  <a:extLst>
                    <a:ext uri="{FF2B5EF4-FFF2-40B4-BE49-F238E27FC236}">
                      <a16:creationId xmlns:a16="http://schemas.microsoft.com/office/drawing/2014/main" id="{91592A78-018E-5A4A-88F8-CF96B91549C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94" y="3540"/>
                  <a:ext cx="1" cy="1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097" name="Freeform 272">
                  <a:extLst>
                    <a:ext uri="{FF2B5EF4-FFF2-40B4-BE49-F238E27FC236}">
                      <a16:creationId xmlns:a16="http://schemas.microsoft.com/office/drawing/2014/main" id="{B310FDFE-C221-D847-84B1-DC2653C5CF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4" y="3536"/>
                  <a:ext cx="17" cy="31"/>
                </a:xfrm>
                <a:custGeom>
                  <a:avLst/>
                  <a:gdLst>
                    <a:gd name="T0" fmla="*/ 16 w 17"/>
                    <a:gd name="T1" fmla="*/ 15 h 31"/>
                    <a:gd name="T2" fmla="*/ 14 w 17"/>
                    <a:gd name="T3" fmla="*/ 27 h 31"/>
                    <a:gd name="T4" fmla="*/ 8 w 17"/>
                    <a:gd name="T5" fmla="*/ 30 h 31"/>
                    <a:gd name="T6" fmla="*/ 2 w 17"/>
                    <a:gd name="T7" fmla="*/ 27 h 31"/>
                    <a:gd name="T8" fmla="*/ 0 w 17"/>
                    <a:gd name="T9" fmla="*/ 15 h 31"/>
                    <a:gd name="T10" fmla="*/ 2 w 17"/>
                    <a:gd name="T11" fmla="*/ 3 h 31"/>
                    <a:gd name="T12" fmla="*/ 8 w 17"/>
                    <a:gd name="T13" fmla="*/ 0 h 31"/>
                    <a:gd name="T14" fmla="*/ 14 w 17"/>
                    <a:gd name="T15" fmla="*/ 3 h 31"/>
                    <a:gd name="T16" fmla="*/ 16 w 17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31"/>
                    <a:gd name="T29" fmla="*/ 17 w 17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31">
                      <a:moveTo>
                        <a:pt x="16" y="15"/>
                      </a:moveTo>
                      <a:lnTo>
                        <a:pt x="14" y="27"/>
                      </a:lnTo>
                      <a:lnTo>
                        <a:pt x="8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8" y="0"/>
                      </a:lnTo>
                      <a:lnTo>
                        <a:pt x="14" y="3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098" name="Line 273">
                  <a:extLst>
                    <a:ext uri="{FF2B5EF4-FFF2-40B4-BE49-F238E27FC236}">
                      <a16:creationId xmlns:a16="http://schemas.microsoft.com/office/drawing/2014/main" id="{4816A677-601C-D942-B10A-0EFF9AAF4AE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94" y="3546"/>
                  <a:ext cx="0" cy="16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6099" name="Rectangle 274">
                  <a:extLst>
                    <a:ext uri="{FF2B5EF4-FFF2-40B4-BE49-F238E27FC236}">
                      <a16:creationId xmlns:a16="http://schemas.microsoft.com/office/drawing/2014/main" id="{0D50017A-0F09-214B-8D3B-4B23FBE39A1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203" y="3529"/>
                  <a:ext cx="6" cy="15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6100" name="Freeform 275">
                  <a:extLst>
                    <a:ext uri="{FF2B5EF4-FFF2-40B4-BE49-F238E27FC236}">
                      <a16:creationId xmlns:a16="http://schemas.microsoft.com/office/drawing/2014/main" id="{53D7AF8C-5550-034F-A453-EEA5FAE897A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45"/>
                  <a:ext cx="21" cy="26"/>
                </a:xfrm>
                <a:custGeom>
                  <a:avLst/>
                  <a:gdLst>
                    <a:gd name="T0" fmla="*/ 0 w 21"/>
                    <a:gd name="T1" fmla="*/ 10 h 26"/>
                    <a:gd name="T2" fmla="*/ 0 w 21"/>
                    <a:gd name="T3" fmla="*/ 20 h 26"/>
                    <a:gd name="T4" fmla="*/ 6 w 21"/>
                    <a:gd name="T5" fmla="*/ 25 h 26"/>
                    <a:gd name="T6" fmla="*/ 14 w 21"/>
                    <a:gd name="T7" fmla="*/ 25 h 26"/>
                    <a:gd name="T8" fmla="*/ 20 w 21"/>
                    <a:gd name="T9" fmla="*/ 18 h 26"/>
                    <a:gd name="T10" fmla="*/ 20 w 21"/>
                    <a:gd name="T11" fmla="*/ 6 h 26"/>
                    <a:gd name="T12" fmla="*/ 14 w 21"/>
                    <a:gd name="T13" fmla="*/ 0 h 26"/>
                    <a:gd name="T14" fmla="*/ 6 w 21"/>
                    <a:gd name="T15" fmla="*/ 2 h 26"/>
                    <a:gd name="T16" fmla="*/ 0 w 21"/>
                    <a:gd name="T17" fmla="*/ 1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6"/>
                    <a:gd name="T29" fmla="*/ 21 w 21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6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6" y="25"/>
                      </a:lnTo>
                      <a:lnTo>
                        <a:pt x="14" y="25"/>
                      </a:lnTo>
                      <a:lnTo>
                        <a:pt x="20" y="18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1" name="Freeform 276">
                  <a:extLst>
                    <a:ext uri="{FF2B5EF4-FFF2-40B4-BE49-F238E27FC236}">
                      <a16:creationId xmlns:a16="http://schemas.microsoft.com/office/drawing/2014/main" id="{88BF0AC0-F174-DF46-B02A-54FBD910D24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0" y="3741"/>
                  <a:ext cx="21" cy="25"/>
                </a:xfrm>
                <a:custGeom>
                  <a:avLst/>
                  <a:gdLst>
                    <a:gd name="T0" fmla="*/ 0 w 21"/>
                    <a:gd name="T1" fmla="*/ 8 h 25"/>
                    <a:gd name="T2" fmla="*/ 0 w 21"/>
                    <a:gd name="T3" fmla="*/ 19 h 25"/>
                    <a:gd name="T4" fmla="*/ 6 w 21"/>
                    <a:gd name="T5" fmla="*/ 24 h 25"/>
                    <a:gd name="T6" fmla="*/ 14 w 21"/>
                    <a:gd name="T7" fmla="*/ 24 h 25"/>
                    <a:gd name="T8" fmla="*/ 20 w 21"/>
                    <a:gd name="T9" fmla="*/ 17 h 25"/>
                    <a:gd name="T10" fmla="*/ 20 w 21"/>
                    <a:gd name="T11" fmla="*/ 6 h 25"/>
                    <a:gd name="T12" fmla="*/ 14 w 21"/>
                    <a:gd name="T13" fmla="*/ 0 h 25"/>
                    <a:gd name="T14" fmla="*/ 6 w 21"/>
                    <a:gd name="T15" fmla="*/ 2 h 25"/>
                    <a:gd name="T16" fmla="*/ 0 w 21"/>
                    <a:gd name="T17" fmla="*/ 8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5"/>
                    <a:gd name="T29" fmla="*/ 21 w 21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5">
                      <a:moveTo>
                        <a:pt x="0" y="8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4" y="24"/>
                      </a:lnTo>
                      <a:lnTo>
                        <a:pt x="20" y="17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2" name="Freeform 277">
                  <a:extLst>
                    <a:ext uri="{FF2B5EF4-FFF2-40B4-BE49-F238E27FC236}">
                      <a16:creationId xmlns:a16="http://schemas.microsoft.com/office/drawing/2014/main" id="{33670983-CC59-A242-9E47-595F82C60E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342"/>
                  <a:ext cx="166" cy="548"/>
                </a:xfrm>
                <a:custGeom>
                  <a:avLst/>
                  <a:gdLst>
                    <a:gd name="T0" fmla="*/ 165 w 166"/>
                    <a:gd name="T1" fmla="*/ 13 h 548"/>
                    <a:gd name="T2" fmla="*/ 0 w 166"/>
                    <a:gd name="T3" fmla="*/ 0 h 548"/>
                    <a:gd name="T4" fmla="*/ 0 w 166"/>
                    <a:gd name="T5" fmla="*/ 473 h 548"/>
                    <a:gd name="T6" fmla="*/ 78 w 166"/>
                    <a:gd name="T7" fmla="*/ 547 h 54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6"/>
                    <a:gd name="T13" fmla="*/ 0 h 548"/>
                    <a:gd name="T14" fmla="*/ 166 w 166"/>
                    <a:gd name="T15" fmla="*/ 548 h 54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6" h="548">
                      <a:moveTo>
                        <a:pt x="165" y="13"/>
                      </a:moveTo>
                      <a:lnTo>
                        <a:pt x="0" y="0"/>
                      </a:lnTo>
                      <a:lnTo>
                        <a:pt x="0" y="473"/>
                      </a:lnTo>
                      <a:lnTo>
                        <a:pt x="78" y="54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3" name="Freeform 278">
                  <a:extLst>
                    <a:ext uri="{FF2B5EF4-FFF2-40B4-BE49-F238E27FC236}">
                      <a16:creationId xmlns:a16="http://schemas.microsoft.com/office/drawing/2014/main" id="{EE560A50-2B67-174C-AF5D-448A34F779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18" y="3624"/>
                  <a:ext cx="50" cy="189"/>
                </a:xfrm>
                <a:custGeom>
                  <a:avLst/>
                  <a:gdLst>
                    <a:gd name="T0" fmla="*/ 40 w 50"/>
                    <a:gd name="T1" fmla="*/ 186 h 189"/>
                    <a:gd name="T2" fmla="*/ 46 w 50"/>
                    <a:gd name="T3" fmla="*/ 175 h 189"/>
                    <a:gd name="T4" fmla="*/ 42 w 50"/>
                    <a:gd name="T5" fmla="*/ 167 h 189"/>
                    <a:gd name="T6" fmla="*/ 28 w 50"/>
                    <a:gd name="T7" fmla="*/ 158 h 189"/>
                    <a:gd name="T8" fmla="*/ 18 w 50"/>
                    <a:gd name="T9" fmla="*/ 151 h 189"/>
                    <a:gd name="T10" fmla="*/ 12 w 50"/>
                    <a:gd name="T11" fmla="*/ 143 h 189"/>
                    <a:gd name="T12" fmla="*/ 10 w 50"/>
                    <a:gd name="T13" fmla="*/ 70 h 189"/>
                    <a:gd name="T14" fmla="*/ 12 w 50"/>
                    <a:gd name="T15" fmla="*/ 55 h 189"/>
                    <a:gd name="T16" fmla="*/ 14 w 50"/>
                    <a:gd name="T17" fmla="*/ 42 h 189"/>
                    <a:gd name="T18" fmla="*/ 28 w 50"/>
                    <a:gd name="T19" fmla="*/ 24 h 189"/>
                    <a:gd name="T20" fmla="*/ 38 w 50"/>
                    <a:gd name="T21" fmla="*/ 18 h 189"/>
                    <a:gd name="T22" fmla="*/ 47 w 50"/>
                    <a:gd name="T23" fmla="*/ 11 h 189"/>
                    <a:gd name="T24" fmla="*/ 49 w 50"/>
                    <a:gd name="T25" fmla="*/ 6 h 189"/>
                    <a:gd name="T26" fmla="*/ 42 w 50"/>
                    <a:gd name="T27" fmla="*/ 0 h 189"/>
                    <a:gd name="T28" fmla="*/ 28 w 50"/>
                    <a:gd name="T29" fmla="*/ 0 h 189"/>
                    <a:gd name="T30" fmla="*/ 22 w 50"/>
                    <a:gd name="T31" fmla="*/ 4 h 189"/>
                    <a:gd name="T32" fmla="*/ 22 w 50"/>
                    <a:gd name="T33" fmla="*/ 11 h 189"/>
                    <a:gd name="T34" fmla="*/ 26 w 50"/>
                    <a:gd name="T35" fmla="*/ 13 h 189"/>
                    <a:gd name="T36" fmla="*/ 32 w 50"/>
                    <a:gd name="T37" fmla="*/ 11 h 189"/>
                    <a:gd name="T38" fmla="*/ 26 w 50"/>
                    <a:gd name="T39" fmla="*/ 16 h 189"/>
                    <a:gd name="T40" fmla="*/ 18 w 50"/>
                    <a:gd name="T41" fmla="*/ 20 h 189"/>
                    <a:gd name="T42" fmla="*/ 6 w 50"/>
                    <a:gd name="T43" fmla="*/ 28 h 189"/>
                    <a:gd name="T44" fmla="*/ 2 w 50"/>
                    <a:gd name="T45" fmla="*/ 35 h 189"/>
                    <a:gd name="T46" fmla="*/ 0 w 50"/>
                    <a:gd name="T47" fmla="*/ 40 h 189"/>
                    <a:gd name="T48" fmla="*/ 2 w 50"/>
                    <a:gd name="T49" fmla="*/ 48 h 189"/>
                    <a:gd name="T50" fmla="*/ 2 w 50"/>
                    <a:gd name="T51" fmla="*/ 145 h 189"/>
                    <a:gd name="T52" fmla="*/ 6 w 50"/>
                    <a:gd name="T53" fmla="*/ 155 h 189"/>
                    <a:gd name="T54" fmla="*/ 12 w 50"/>
                    <a:gd name="T55" fmla="*/ 162 h 189"/>
                    <a:gd name="T56" fmla="*/ 26 w 50"/>
                    <a:gd name="T57" fmla="*/ 171 h 189"/>
                    <a:gd name="T58" fmla="*/ 32 w 50"/>
                    <a:gd name="T59" fmla="*/ 175 h 189"/>
                    <a:gd name="T60" fmla="*/ 26 w 50"/>
                    <a:gd name="T61" fmla="*/ 175 h 189"/>
                    <a:gd name="T62" fmla="*/ 23 w 50"/>
                    <a:gd name="T63" fmla="*/ 182 h 189"/>
                    <a:gd name="T64" fmla="*/ 32 w 50"/>
                    <a:gd name="T65" fmla="*/ 188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0"/>
                    <a:gd name="T100" fmla="*/ 0 h 189"/>
                    <a:gd name="T101" fmla="*/ 50 w 50"/>
                    <a:gd name="T102" fmla="*/ 189 h 18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0" h="189">
                      <a:moveTo>
                        <a:pt x="34" y="188"/>
                      </a:moveTo>
                      <a:lnTo>
                        <a:pt x="40" y="186"/>
                      </a:lnTo>
                      <a:lnTo>
                        <a:pt x="44" y="182"/>
                      </a:lnTo>
                      <a:lnTo>
                        <a:pt x="46" y="175"/>
                      </a:lnTo>
                      <a:lnTo>
                        <a:pt x="44" y="169"/>
                      </a:lnTo>
                      <a:lnTo>
                        <a:pt x="42" y="167"/>
                      </a:lnTo>
                      <a:lnTo>
                        <a:pt x="38" y="165"/>
                      </a:lnTo>
                      <a:lnTo>
                        <a:pt x="28" y="158"/>
                      </a:lnTo>
                      <a:lnTo>
                        <a:pt x="23" y="155"/>
                      </a:lnTo>
                      <a:lnTo>
                        <a:pt x="18" y="151"/>
                      </a:lnTo>
                      <a:lnTo>
                        <a:pt x="14" y="147"/>
                      </a:lnTo>
                      <a:lnTo>
                        <a:pt x="12" y="143"/>
                      </a:lnTo>
                      <a:lnTo>
                        <a:pt x="12" y="131"/>
                      </a:lnTo>
                      <a:lnTo>
                        <a:pt x="10" y="70"/>
                      </a:lnTo>
                      <a:lnTo>
                        <a:pt x="10" y="59"/>
                      </a:lnTo>
                      <a:lnTo>
                        <a:pt x="12" y="55"/>
                      </a:lnTo>
                      <a:lnTo>
                        <a:pt x="12" y="46"/>
                      </a:lnTo>
                      <a:lnTo>
                        <a:pt x="14" y="42"/>
                      </a:lnTo>
                      <a:lnTo>
                        <a:pt x="20" y="33"/>
                      </a:lnTo>
                      <a:lnTo>
                        <a:pt x="28" y="24"/>
                      </a:lnTo>
                      <a:lnTo>
                        <a:pt x="34" y="22"/>
                      </a:lnTo>
                      <a:lnTo>
                        <a:pt x="38" y="18"/>
                      </a:lnTo>
                      <a:lnTo>
                        <a:pt x="46" y="15"/>
                      </a:lnTo>
                      <a:lnTo>
                        <a:pt x="47" y="11"/>
                      </a:lnTo>
                      <a:lnTo>
                        <a:pt x="49" y="8"/>
                      </a:lnTo>
                      <a:lnTo>
                        <a:pt x="49" y="6"/>
                      </a:lnTo>
                      <a:lnTo>
                        <a:pt x="47" y="2"/>
                      </a:lnTo>
                      <a:lnTo>
                        <a:pt x="42" y="0"/>
                      </a:ln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3" y="0"/>
                      </a:lnTo>
                      <a:lnTo>
                        <a:pt x="22" y="4"/>
                      </a:lnTo>
                      <a:lnTo>
                        <a:pt x="20" y="8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6" y="13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0" y="13"/>
                      </a:lnTo>
                      <a:lnTo>
                        <a:pt x="26" y="16"/>
                      </a:lnTo>
                      <a:lnTo>
                        <a:pt x="22" y="18"/>
                      </a:lnTo>
                      <a:lnTo>
                        <a:pt x="18" y="20"/>
                      </a:lnTo>
                      <a:lnTo>
                        <a:pt x="14" y="22"/>
                      </a:lnTo>
                      <a:lnTo>
                        <a:pt x="6" y="28"/>
                      </a:lnTo>
                      <a:lnTo>
                        <a:pt x="4" y="33"/>
                      </a:lnTo>
                      <a:lnTo>
                        <a:pt x="2" y="35"/>
                      </a:lnTo>
                      <a:lnTo>
                        <a:pt x="2" y="39"/>
                      </a:lnTo>
                      <a:lnTo>
                        <a:pt x="0" y="40"/>
                      </a:lnTo>
                      <a:lnTo>
                        <a:pt x="2" y="42"/>
                      </a:lnTo>
                      <a:lnTo>
                        <a:pt x="2" y="48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4" y="151"/>
                      </a:lnTo>
                      <a:lnTo>
                        <a:pt x="6" y="155"/>
                      </a:lnTo>
                      <a:lnTo>
                        <a:pt x="8" y="160"/>
                      </a:lnTo>
                      <a:lnTo>
                        <a:pt x="12" y="162"/>
                      </a:lnTo>
                      <a:lnTo>
                        <a:pt x="18" y="167"/>
                      </a:lnTo>
                      <a:lnTo>
                        <a:pt x="26" y="171"/>
                      </a:lnTo>
                      <a:lnTo>
                        <a:pt x="30" y="173"/>
                      </a:lnTo>
                      <a:lnTo>
                        <a:pt x="32" y="175"/>
                      </a:lnTo>
                      <a:lnTo>
                        <a:pt x="30" y="175"/>
                      </a:lnTo>
                      <a:lnTo>
                        <a:pt x="26" y="175"/>
                      </a:lnTo>
                      <a:lnTo>
                        <a:pt x="23" y="177"/>
                      </a:lnTo>
                      <a:lnTo>
                        <a:pt x="23" y="182"/>
                      </a:lnTo>
                      <a:lnTo>
                        <a:pt x="28" y="186"/>
                      </a:lnTo>
                      <a:lnTo>
                        <a:pt x="32" y="188"/>
                      </a:lnTo>
                      <a:lnTo>
                        <a:pt x="34" y="18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4" name="Freeform 279">
                  <a:extLst>
                    <a:ext uri="{FF2B5EF4-FFF2-40B4-BE49-F238E27FC236}">
                      <a16:creationId xmlns:a16="http://schemas.microsoft.com/office/drawing/2014/main" id="{6A974F95-846E-144C-8671-130C767E2A6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70" y="3665"/>
                  <a:ext cx="334" cy="221"/>
                </a:xfrm>
                <a:custGeom>
                  <a:avLst/>
                  <a:gdLst>
                    <a:gd name="T0" fmla="*/ 1 w 334"/>
                    <a:gd name="T1" fmla="*/ 185 h 221"/>
                    <a:gd name="T2" fmla="*/ 19 w 334"/>
                    <a:gd name="T3" fmla="*/ 194 h 221"/>
                    <a:gd name="T4" fmla="*/ 48 w 334"/>
                    <a:gd name="T5" fmla="*/ 200 h 221"/>
                    <a:gd name="T6" fmla="*/ 82 w 334"/>
                    <a:gd name="T7" fmla="*/ 203 h 221"/>
                    <a:gd name="T8" fmla="*/ 149 w 334"/>
                    <a:gd name="T9" fmla="*/ 210 h 221"/>
                    <a:gd name="T10" fmla="*/ 185 w 334"/>
                    <a:gd name="T11" fmla="*/ 214 h 221"/>
                    <a:gd name="T12" fmla="*/ 225 w 334"/>
                    <a:gd name="T13" fmla="*/ 220 h 221"/>
                    <a:gd name="T14" fmla="*/ 258 w 334"/>
                    <a:gd name="T15" fmla="*/ 220 h 221"/>
                    <a:gd name="T16" fmla="*/ 267 w 334"/>
                    <a:gd name="T17" fmla="*/ 216 h 221"/>
                    <a:gd name="T18" fmla="*/ 275 w 334"/>
                    <a:gd name="T19" fmla="*/ 210 h 221"/>
                    <a:gd name="T20" fmla="*/ 283 w 334"/>
                    <a:gd name="T21" fmla="*/ 194 h 221"/>
                    <a:gd name="T22" fmla="*/ 292 w 334"/>
                    <a:gd name="T23" fmla="*/ 157 h 221"/>
                    <a:gd name="T24" fmla="*/ 302 w 334"/>
                    <a:gd name="T25" fmla="*/ 119 h 221"/>
                    <a:gd name="T26" fmla="*/ 306 w 334"/>
                    <a:gd name="T27" fmla="*/ 107 h 221"/>
                    <a:gd name="T28" fmla="*/ 317 w 334"/>
                    <a:gd name="T29" fmla="*/ 63 h 221"/>
                    <a:gd name="T30" fmla="*/ 327 w 334"/>
                    <a:gd name="T31" fmla="*/ 25 h 221"/>
                    <a:gd name="T32" fmla="*/ 331 w 334"/>
                    <a:gd name="T33" fmla="*/ 10 h 221"/>
                    <a:gd name="T34" fmla="*/ 333 w 334"/>
                    <a:gd name="T35" fmla="*/ 4 h 221"/>
                    <a:gd name="T36" fmla="*/ 325 w 334"/>
                    <a:gd name="T37" fmla="*/ 0 h 221"/>
                    <a:gd name="T38" fmla="*/ 317 w 334"/>
                    <a:gd name="T39" fmla="*/ 4 h 221"/>
                    <a:gd name="T40" fmla="*/ 313 w 334"/>
                    <a:gd name="T41" fmla="*/ 21 h 221"/>
                    <a:gd name="T42" fmla="*/ 308 w 334"/>
                    <a:gd name="T43" fmla="*/ 39 h 221"/>
                    <a:gd name="T44" fmla="*/ 302 w 334"/>
                    <a:gd name="T45" fmla="*/ 61 h 221"/>
                    <a:gd name="T46" fmla="*/ 294 w 334"/>
                    <a:gd name="T47" fmla="*/ 95 h 221"/>
                    <a:gd name="T48" fmla="*/ 285 w 334"/>
                    <a:gd name="T49" fmla="*/ 131 h 221"/>
                    <a:gd name="T50" fmla="*/ 275 w 334"/>
                    <a:gd name="T51" fmla="*/ 166 h 221"/>
                    <a:gd name="T52" fmla="*/ 269 w 334"/>
                    <a:gd name="T53" fmla="*/ 179 h 221"/>
                    <a:gd name="T54" fmla="*/ 267 w 334"/>
                    <a:gd name="T55" fmla="*/ 190 h 221"/>
                    <a:gd name="T56" fmla="*/ 264 w 334"/>
                    <a:gd name="T57" fmla="*/ 198 h 221"/>
                    <a:gd name="T58" fmla="*/ 260 w 334"/>
                    <a:gd name="T59" fmla="*/ 200 h 221"/>
                    <a:gd name="T60" fmla="*/ 250 w 334"/>
                    <a:gd name="T61" fmla="*/ 201 h 221"/>
                    <a:gd name="T62" fmla="*/ 242 w 334"/>
                    <a:gd name="T63" fmla="*/ 203 h 221"/>
                    <a:gd name="T64" fmla="*/ 206 w 334"/>
                    <a:gd name="T65" fmla="*/ 201 h 221"/>
                    <a:gd name="T66" fmla="*/ 159 w 334"/>
                    <a:gd name="T67" fmla="*/ 198 h 221"/>
                    <a:gd name="T68" fmla="*/ 121 w 334"/>
                    <a:gd name="T69" fmla="*/ 196 h 221"/>
                    <a:gd name="T70" fmla="*/ 73 w 334"/>
                    <a:gd name="T71" fmla="*/ 190 h 221"/>
                    <a:gd name="T72" fmla="*/ 0 w 334"/>
                    <a:gd name="T73" fmla="*/ 179 h 22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34"/>
                    <a:gd name="T112" fmla="*/ 0 h 221"/>
                    <a:gd name="T113" fmla="*/ 334 w 334"/>
                    <a:gd name="T114" fmla="*/ 221 h 22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34" h="221">
                      <a:moveTo>
                        <a:pt x="0" y="179"/>
                      </a:moveTo>
                      <a:lnTo>
                        <a:pt x="1" y="185"/>
                      </a:lnTo>
                      <a:lnTo>
                        <a:pt x="7" y="190"/>
                      </a:lnTo>
                      <a:lnTo>
                        <a:pt x="19" y="194"/>
                      </a:lnTo>
                      <a:lnTo>
                        <a:pt x="34" y="196"/>
                      </a:lnTo>
                      <a:lnTo>
                        <a:pt x="48" y="200"/>
                      </a:lnTo>
                      <a:lnTo>
                        <a:pt x="63" y="201"/>
                      </a:lnTo>
                      <a:lnTo>
                        <a:pt x="82" y="203"/>
                      </a:lnTo>
                      <a:lnTo>
                        <a:pt x="105" y="205"/>
                      </a:lnTo>
                      <a:lnTo>
                        <a:pt x="149" y="210"/>
                      </a:lnTo>
                      <a:lnTo>
                        <a:pt x="168" y="212"/>
                      </a:lnTo>
                      <a:lnTo>
                        <a:pt x="185" y="214"/>
                      </a:lnTo>
                      <a:lnTo>
                        <a:pt x="206" y="218"/>
                      </a:lnTo>
                      <a:lnTo>
                        <a:pt x="225" y="220"/>
                      </a:lnTo>
                      <a:lnTo>
                        <a:pt x="248" y="220"/>
                      </a:lnTo>
                      <a:lnTo>
                        <a:pt x="258" y="220"/>
                      </a:lnTo>
                      <a:lnTo>
                        <a:pt x="264" y="218"/>
                      </a:lnTo>
                      <a:lnTo>
                        <a:pt x="267" y="216"/>
                      </a:lnTo>
                      <a:lnTo>
                        <a:pt x="271" y="214"/>
                      </a:lnTo>
                      <a:lnTo>
                        <a:pt x="275" y="210"/>
                      </a:lnTo>
                      <a:lnTo>
                        <a:pt x="279" y="203"/>
                      </a:lnTo>
                      <a:lnTo>
                        <a:pt x="283" y="194"/>
                      </a:lnTo>
                      <a:lnTo>
                        <a:pt x="287" y="177"/>
                      </a:lnTo>
                      <a:lnTo>
                        <a:pt x="292" y="157"/>
                      </a:lnTo>
                      <a:lnTo>
                        <a:pt x="298" y="137"/>
                      </a:lnTo>
                      <a:lnTo>
                        <a:pt x="302" y="119"/>
                      </a:lnTo>
                      <a:lnTo>
                        <a:pt x="304" y="113"/>
                      </a:lnTo>
                      <a:lnTo>
                        <a:pt x="306" y="107"/>
                      </a:lnTo>
                      <a:lnTo>
                        <a:pt x="312" y="87"/>
                      </a:lnTo>
                      <a:lnTo>
                        <a:pt x="317" y="63"/>
                      </a:lnTo>
                      <a:lnTo>
                        <a:pt x="323" y="37"/>
                      </a:lnTo>
                      <a:lnTo>
                        <a:pt x="327" y="25"/>
                      </a:lnTo>
                      <a:lnTo>
                        <a:pt x="329" y="17"/>
                      </a:lnTo>
                      <a:lnTo>
                        <a:pt x="331" y="10"/>
                      </a:lnTo>
                      <a:lnTo>
                        <a:pt x="333" y="8"/>
                      </a:lnTo>
                      <a:lnTo>
                        <a:pt x="333" y="4"/>
                      </a:lnTo>
                      <a:lnTo>
                        <a:pt x="329" y="0"/>
                      </a:lnTo>
                      <a:lnTo>
                        <a:pt x="325" y="0"/>
                      </a:lnTo>
                      <a:lnTo>
                        <a:pt x="321" y="0"/>
                      </a:lnTo>
                      <a:lnTo>
                        <a:pt x="317" y="4"/>
                      </a:lnTo>
                      <a:lnTo>
                        <a:pt x="317" y="8"/>
                      </a:lnTo>
                      <a:lnTo>
                        <a:pt x="313" y="21"/>
                      </a:lnTo>
                      <a:lnTo>
                        <a:pt x="310" y="32"/>
                      </a:lnTo>
                      <a:lnTo>
                        <a:pt x="308" y="39"/>
                      </a:lnTo>
                      <a:lnTo>
                        <a:pt x="306" y="45"/>
                      </a:lnTo>
                      <a:lnTo>
                        <a:pt x="302" y="61"/>
                      </a:lnTo>
                      <a:lnTo>
                        <a:pt x="296" y="81"/>
                      </a:lnTo>
                      <a:lnTo>
                        <a:pt x="294" y="95"/>
                      </a:lnTo>
                      <a:lnTo>
                        <a:pt x="290" y="109"/>
                      </a:lnTo>
                      <a:lnTo>
                        <a:pt x="285" y="131"/>
                      </a:lnTo>
                      <a:lnTo>
                        <a:pt x="277" y="153"/>
                      </a:lnTo>
                      <a:lnTo>
                        <a:pt x="275" y="166"/>
                      </a:lnTo>
                      <a:lnTo>
                        <a:pt x="271" y="174"/>
                      </a:lnTo>
                      <a:lnTo>
                        <a:pt x="269" y="179"/>
                      </a:lnTo>
                      <a:lnTo>
                        <a:pt x="267" y="185"/>
                      </a:lnTo>
                      <a:lnTo>
                        <a:pt x="267" y="190"/>
                      </a:lnTo>
                      <a:lnTo>
                        <a:pt x="265" y="194"/>
                      </a:lnTo>
                      <a:lnTo>
                        <a:pt x="264" y="198"/>
                      </a:lnTo>
                      <a:lnTo>
                        <a:pt x="262" y="200"/>
                      </a:lnTo>
                      <a:lnTo>
                        <a:pt x="260" y="200"/>
                      </a:lnTo>
                      <a:lnTo>
                        <a:pt x="256" y="201"/>
                      </a:lnTo>
                      <a:lnTo>
                        <a:pt x="250" y="201"/>
                      </a:lnTo>
                      <a:lnTo>
                        <a:pt x="248" y="203"/>
                      </a:lnTo>
                      <a:lnTo>
                        <a:pt x="242" y="203"/>
                      </a:lnTo>
                      <a:lnTo>
                        <a:pt x="221" y="203"/>
                      </a:lnTo>
                      <a:lnTo>
                        <a:pt x="206" y="201"/>
                      </a:lnTo>
                      <a:lnTo>
                        <a:pt x="179" y="200"/>
                      </a:lnTo>
                      <a:lnTo>
                        <a:pt x="159" y="198"/>
                      </a:lnTo>
                      <a:lnTo>
                        <a:pt x="140" y="198"/>
                      </a:lnTo>
                      <a:lnTo>
                        <a:pt x="121" y="196"/>
                      </a:lnTo>
                      <a:lnTo>
                        <a:pt x="97" y="192"/>
                      </a:lnTo>
                      <a:lnTo>
                        <a:pt x="73" y="190"/>
                      </a:lnTo>
                      <a:lnTo>
                        <a:pt x="46" y="185"/>
                      </a:lnTo>
                      <a:lnTo>
                        <a:pt x="0" y="17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5" name="Freeform 280">
                  <a:extLst>
                    <a:ext uri="{FF2B5EF4-FFF2-40B4-BE49-F238E27FC236}">
                      <a16:creationId xmlns:a16="http://schemas.microsoft.com/office/drawing/2014/main" id="{F5BF2B56-8241-C84F-BCBD-A7959EB31A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32" y="3824"/>
                  <a:ext cx="182" cy="39"/>
                </a:xfrm>
                <a:custGeom>
                  <a:avLst/>
                  <a:gdLst>
                    <a:gd name="T0" fmla="*/ 8 w 182"/>
                    <a:gd name="T1" fmla="*/ 0 h 39"/>
                    <a:gd name="T2" fmla="*/ 0 w 182"/>
                    <a:gd name="T3" fmla="*/ 15 h 39"/>
                    <a:gd name="T4" fmla="*/ 179 w 182"/>
                    <a:gd name="T5" fmla="*/ 38 h 39"/>
                    <a:gd name="T6" fmla="*/ 181 w 182"/>
                    <a:gd name="T7" fmla="*/ 24 h 39"/>
                    <a:gd name="T8" fmla="*/ 8 w 182"/>
                    <a:gd name="T9" fmla="*/ 0 h 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9"/>
                    <a:gd name="T17" fmla="*/ 182 w 182"/>
                    <a:gd name="T18" fmla="*/ 39 h 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9">
                      <a:moveTo>
                        <a:pt x="8" y="0"/>
                      </a:moveTo>
                      <a:lnTo>
                        <a:pt x="0" y="15"/>
                      </a:lnTo>
                      <a:lnTo>
                        <a:pt x="179" y="38"/>
                      </a:lnTo>
                      <a:lnTo>
                        <a:pt x="181" y="24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6" name="Freeform 281">
                  <a:extLst>
                    <a:ext uri="{FF2B5EF4-FFF2-40B4-BE49-F238E27FC236}">
                      <a16:creationId xmlns:a16="http://schemas.microsoft.com/office/drawing/2014/main" id="{0C89C84D-2FC4-984D-9C32-AD05BCD749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849"/>
                  <a:ext cx="739" cy="100"/>
                </a:xfrm>
                <a:custGeom>
                  <a:avLst/>
                  <a:gdLst>
                    <a:gd name="T0" fmla="*/ 13 w 739"/>
                    <a:gd name="T1" fmla="*/ 0 h 100"/>
                    <a:gd name="T2" fmla="*/ 0 w 739"/>
                    <a:gd name="T3" fmla="*/ 4 h 100"/>
                    <a:gd name="T4" fmla="*/ 426 w 739"/>
                    <a:gd name="T5" fmla="*/ 99 h 100"/>
                    <a:gd name="T6" fmla="*/ 738 w 739"/>
                    <a:gd name="T7" fmla="*/ 40 h 100"/>
                    <a:gd name="T8" fmla="*/ 738 w 739"/>
                    <a:gd name="T9" fmla="*/ 33 h 100"/>
                    <a:gd name="T10" fmla="*/ 428 w 739"/>
                    <a:gd name="T11" fmla="*/ 87 h 100"/>
                    <a:gd name="T12" fmla="*/ 13 w 739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39"/>
                    <a:gd name="T22" fmla="*/ 0 h 100"/>
                    <a:gd name="T23" fmla="*/ 739 w 739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39" h="100">
                      <a:moveTo>
                        <a:pt x="13" y="0"/>
                      </a:moveTo>
                      <a:lnTo>
                        <a:pt x="0" y="4"/>
                      </a:lnTo>
                      <a:lnTo>
                        <a:pt x="426" y="99"/>
                      </a:lnTo>
                      <a:lnTo>
                        <a:pt x="738" y="40"/>
                      </a:lnTo>
                      <a:lnTo>
                        <a:pt x="738" y="33"/>
                      </a:lnTo>
                      <a:lnTo>
                        <a:pt x="428" y="87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7" name="Freeform 282">
                  <a:extLst>
                    <a:ext uri="{FF2B5EF4-FFF2-40B4-BE49-F238E27FC236}">
                      <a16:creationId xmlns:a16="http://schemas.microsoft.com/office/drawing/2014/main" id="{7ACCDC75-6ECE-FD4E-845D-2D7D8D4137E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3890"/>
                  <a:ext cx="41" cy="43"/>
                </a:xfrm>
                <a:custGeom>
                  <a:avLst/>
                  <a:gdLst>
                    <a:gd name="T0" fmla="*/ 0 w 41"/>
                    <a:gd name="T1" fmla="*/ 0 h 43"/>
                    <a:gd name="T2" fmla="*/ 18 w 41"/>
                    <a:gd name="T3" fmla="*/ 38 h 43"/>
                    <a:gd name="T4" fmla="*/ 40 w 41"/>
                    <a:gd name="T5" fmla="*/ 42 h 43"/>
                    <a:gd name="T6" fmla="*/ 23 w 41"/>
                    <a:gd name="T7" fmla="*/ 2 h 43"/>
                    <a:gd name="T8" fmla="*/ 0 w 41"/>
                    <a:gd name="T9" fmla="*/ 0 h 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43"/>
                    <a:gd name="T17" fmla="*/ 41 w 41"/>
                    <a:gd name="T18" fmla="*/ 43 h 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43">
                      <a:moveTo>
                        <a:pt x="0" y="0"/>
                      </a:moveTo>
                      <a:lnTo>
                        <a:pt x="18" y="38"/>
                      </a:lnTo>
                      <a:lnTo>
                        <a:pt x="40" y="4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8" name="Freeform 283">
                  <a:extLst>
                    <a:ext uri="{FF2B5EF4-FFF2-40B4-BE49-F238E27FC236}">
                      <a16:creationId xmlns:a16="http://schemas.microsoft.com/office/drawing/2014/main" id="{15E7E3ED-9517-064E-9632-1847FAD6E2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2" y="3901"/>
                  <a:ext cx="37" cy="37"/>
                </a:xfrm>
                <a:custGeom>
                  <a:avLst/>
                  <a:gdLst>
                    <a:gd name="T0" fmla="*/ 0 w 37"/>
                    <a:gd name="T1" fmla="*/ 0 h 37"/>
                    <a:gd name="T2" fmla="*/ 13 w 37"/>
                    <a:gd name="T3" fmla="*/ 36 h 37"/>
                    <a:gd name="T4" fmla="*/ 36 w 37"/>
                    <a:gd name="T5" fmla="*/ 32 h 37"/>
                    <a:gd name="T6" fmla="*/ 23 w 37"/>
                    <a:gd name="T7" fmla="*/ 2 h 37"/>
                    <a:gd name="T8" fmla="*/ 0 w 37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7"/>
                    <a:gd name="T17" fmla="*/ 37 w 37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7">
                      <a:moveTo>
                        <a:pt x="0" y="0"/>
                      </a:moveTo>
                      <a:lnTo>
                        <a:pt x="13" y="36"/>
                      </a:lnTo>
                      <a:lnTo>
                        <a:pt x="36" y="3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09" name="Freeform 284">
                  <a:extLst>
                    <a:ext uri="{FF2B5EF4-FFF2-40B4-BE49-F238E27FC236}">
                      <a16:creationId xmlns:a16="http://schemas.microsoft.com/office/drawing/2014/main" id="{316AD96C-64D9-5248-AB1B-EAED7C4AAA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4061"/>
                  <a:ext cx="246" cy="107"/>
                </a:xfrm>
                <a:custGeom>
                  <a:avLst/>
                  <a:gdLst>
                    <a:gd name="T0" fmla="*/ 0 w 246"/>
                    <a:gd name="T1" fmla="*/ 0 h 107"/>
                    <a:gd name="T2" fmla="*/ 0 w 246"/>
                    <a:gd name="T3" fmla="*/ 26 h 107"/>
                    <a:gd name="T4" fmla="*/ 64 w 246"/>
                    <a:gd name="T5" fmla="*/ 33 h 107"/>
                    <a:gd name="T6" fmla="*/ 68 w 246"/>
                    <a:gd name="T7" fmla="*/ 79 h 107"/>
                    <a:gd name="T8" fmla="*/ 73 w 246"/>
                    <a:gd name="T9" fmla="*/ 79 h 107"/>
                    <a:gd name="T10" fmla="*/ 73 w 246"/>
                    <a:gd name="T11" fmla="*/ 97 h 107"/>
                    <a:gd name="T12" fmla="*/ 245 w 246"/>
                    <a:gd name="T13" fmla="*/ 106 h 107"/>
                    <a:gd name="T14" fmla="*/ 230 w 246"/>
                    <a:gd name="T15" fmla="*/ 67 h 107"/>
                    <a:gd name="T16" fmla="*/ 92 w 246"/>
                    <a:gd name="T17" fmla="*/ 54 h 107"/>
                    <a:gd name="T18" fmla="*/ 89 w 246"/>
                    <a:gd name="T19" fmla="*/ 9 h 107"/>
                    <a:gd name="T20" fmla="*/ 14 w 246"/>
                    <a:gd name="T21" fmla="*/ 2 h 107"/>
                    <a:gd name="T22" fmla="*/ 0 w 246"/>
                    <a:gd name="T23" fmla="*/ 0 h 10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46"/>
                    <a:gd name="T37" fmla="*/ 0 h 107"/>
                    <a:gd name="T38" fmla="*/ 246 w 246"/>
                    <a:gd name="T39" fmla="*/ 107 h 10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46" h="107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64" y="33"/>
                      </a:lnTo>
                      <a:lnTo>
                        <a:pt x="68" y="79"/>
                      </a:lnTo>
                      <a:lnTo>
                        <a:pt x="73" y="79"/>
                      </a:lnTo>
                      <a:lnTo>
                        <a:pt x="73" y="97"/>
                      </a:lnTo>
                      <a:lnTo>
                        <a:pt x="245" y="106"/>
                      </a:lnTo>
                      <a:lnTo>
                        <a:pt x="230" y="67"/>
                      </a:lnTo>
                      <a:lnTo>
                        <a:pt x="92" y="54"/>
                      </a:lnTo>
                      <a:lnTo>
                        <a:pt x="89" y="9"/>
                      </a:lnTo>
                      <a:lnTo>
                        <a:pt x="14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10" name="Freeform 285">
                  <a:extLst>
                    <a:ext uri="{FF2B5EF4-FFF2-40B4-BE49-F238E27FC236}">
                      <a16:creationId xmlns:a16="http://schemas.microsoft.com/office/drawing/2014/main" id="{F9C23695-2C7C-2C4B-B160-135BC06B61C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4" y="4074"/>
                  <a:ext cx="11" cy="12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9 h 12"/>
                    <a:gd name="T4" fmla="*/ 10 w 11"/>
                    <a:gd name="T5" fmla="*/ 11 h 12"/>
                    <a:gd name="T6" fmla="*/ 10 w 11"/>
                    <a:gd name="T7" fmla="*/ 2 h 12"/>
                    <a:gd name="T8" fmla="*/ 0 w 1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1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6111" name="Freeform 286">
                  <a:extLst>
                    <a:ext uri="{FF2B5EF4-FFF2-40B4-BE49-F238E27FC236}">
                      <a16:creationId xmlns:a16="http://schemas.microsoft.com/office/drawing/2014/main" id="{2DB1181A-3B19-6444-B1DC-0CCD70D261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88" y="4030"/>
                  <a:ext cx="416" cy="117"/>
                </a:xfrm>
                <a:custGeom>
                  <a:avLst/>
                  <a:gdLst>
                    <a:gd name="T0" fmla="*/ 0 w 416"/>
                    <a:gd name="T1" fmla="*/ 0 h 117"/>
                    <a:gd name="T2" fmla="*/ 0 w 416"/>
                    <a:gd name="T3" fmla="*/ 11 h 117"/>
                    <a:gd name="T4" fmla="*/ 415 w 416"/>
                    <a:gd name="T5" fmla="*/ 116 h 117"/>
                    <a:gd name="T6" fmla="*/ 415 w 416"/>
                    <a:gd name="T7" fmla="*/ 103 h 117"/>
                    <a:gd name="T8" fmla="*/ 0 w 416"/>
                    <a:gd name="T9" fmla="*/ 0 h 1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6"/>
                    <a:gd name="T16" fmla="*/ 0 h 117"/>
                    <a:gd name="T17" fmla="*/ 416 w 416"/>
                    <a:gd name="T18" fmla="*/ 117 h 1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6" h="117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415" y="116"/>
                      </a:lnTo>
                      <a:lnTo>
                        <a:pt x="415" y="10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55547" name="Picture 287">
                <a:extLst>
                  <a:ext uri="{FF2B5EF4-FFF2-40B4-BE49-F238E27FC236}">
                    <a16:creationId xmlns:a16="http://schemas.microsoft.com/office/drawing/2014/main" id="{F40C70B0-1A7A-0E4B-ACCA-3B4FB2FFB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385" y="271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548" name="Picture 288">
                <a:extLst>
                  <a:ext uri="{FF2B5EF4-FFF2-40B4-BE49-F238E27FC236}">
                    <a16:creationId xmlns:a16="http://schemas.microsoft.com/office/drawing/2014/main" id="{1EE6A4D9-FD47-FA42-A21A-5E9336BE1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1427" y="442"/>
                <a:ext cx="246" cy="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5549" name="Group 289">
                <a:extLst>
                  <a:ext uri="{FF2B5EF4-FFF2-40B4-BE49-F238E27FC236}">
                    <a16:creationId xmlns:a16="http://schemas.microsoft.com/office/drawing/2014/main" id="{BF260E9B-83E7-8542-ADDE-4C6483B87DB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5" y="557"/>
                <a:ext cx="243" cy="193"/>
                <a:chOff x="1728" y="3306"/>
                <a:chExt cx="1205" cy="894"/>
              </a:xfrm>
            </p:grpSpPr>
            <p:sp>
              <p:nvSpPr>
                <p:cNvPr id="55554" name="Freeform 290">
                  <a:extLst>
                    <a:ext uri="{FF2B5EF4-FFF2-40B4-BE49-F238E27FC236}">
                      <a16:creationId xmlns:a16="http://schemas.microsoft.com/office/drawing/2014/main" id="{54BEC0D0-F26C-0C40-9643-BE9B7573E6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20" y="3322"/>
                  <a:ext cx="413" cy="758"/>
                </a:xfrm>
                <a:custGeom>
                  <a:avLst/>
                  <a:gdLst>
                    <a:gd name="T0" fmla="*/ 0 w 413"/>
                    <a:gd name="T1" fmla="*/ 0 h 758"/>
                    <a:gd name="T2" fmla="*/ 0 w 413"/>
                    <a:gd name="T3" fmla="*/ 757 h 758"/>
                    <a:gd name="T4" fmla="*/ 412 w 413"/>
                    <a:gd name="T5" fmla="*/ 674 h 758"/>
                    <a:gd name="T6" fmla="*/ 412 w 413"/>
                    <a:gd name="T7" fmla="*/ 48 h 758"/>
                    <a:gd name="T8" fmla="*/ 0 w 413"/>
                    <a:gd name="T9" fmla="*/ 0 h 7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758"/>
                    <a:gd name="T17" fmla="*/ 413 w 413"/>
                    <a:gd name="T18" fmla="*/ 758 h 7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758">
                      <a:moveTo>
                        <a:pt x="0" y="0"/>
                      </a:moveTo>
                      <a:lnTo>
                        <a:pt x="0" y="757"/>
                      </a:lnTo>
                      <a:lnTo>
                        <a:pt x="412" y="674"/>
                      </a:lnTo>
                      <a:lnTo>
                        <a:pt x="412" y="4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55" name="Line 291">
                  <a:extLst>
                    <a:ext uri="{FF2B5EF4-FFF2-40B4-BE49-F238E27FC236}">
                      <a16:creationId xmlns:a16="http://schemas.microsoft.com/office/drawing/2014/main" id="{CA97CEDF-02CB-5047-B916-71A1C379CD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89" y="3348"/>
                  <a:ext cx="0" cy="69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556" name="Freeform 292">
                  <a:extLst>
                    <a:ext uri="{FF2B5EF4-FFF2-40B4-BE49-F238E27FC236}">
                      <a16:creationId xmlns:a16="http://schemas.microsoft.com/office/drawing/2014/main" id="{1DAB98B7-C50B-E94E-A8AC-C1304BD435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8" y="3306"/>
                  <a:ext cx="198" cy="514"/>
                </a:xfrm>
                <a:custGeom>
                  <a:avLst/>
                  <a:gdLst>
                    <a:gd name="T0" fmla="*/ 0 w 198"/>
                    <a:gd name="T1" fmla="*/ 22 h 514"/>
                    <a:gd name="T2" fmla="*/ 0 w 198"/>
                    <a:gd name="T3" fmla="*/ 482 h 514"/>
                    <a:gd name="T4" fmla="*/ 197 w 198"/>
                    <a:gd name="T5" fmla="*/ 513 h 514"/>
                    <a:gd name="T6" fmla="*/ 197 w 198"/>
                    <a:gd name="T7" fmla="*/ 0 h 514"/>
                    <a:gd name="T8" fmla="*/ 0 w 198"/>
                    <a:gd name="T9" fmla="*/ 22 h 5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14"/>
                    <a:gd name="T17" fmla="*/ 198 w 198"/>
                    <a:gd name="T18" fmla="*/ 514 h 5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14">
                      <a:moveTo>
                        <a:pt x="0" y="22"/>
                      </a:moveTo>
                      <a:lnTo>
                        <a:pt x="0" y="482"/>
                      </a:lnTo>
                      <a:lnTo>
                        <a:pt x="197" y="513"/>
                      </a:lnTo>
                      <a:lnTo>
                        <a:pt x="197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57" name="Freeform 293">
                  <a:extLst>
                    <a:ext uri="{FF2B5EF4-FFF2-40B4-BE49-F238E27FC236}">
                      <a16:creationId xmlns:a16="http://schemas.microsoft.com/office/drawing/2014/main" id="{34BA9368-0700-F94B-AF2B-E22513A35A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9" y="3491"/>
                  <a:ext cx="138" cy="334"/>
                </a:xfrm>
                <a:custGeom>
                  <a:avLst/>
                  <a:gdLst>
                    <a:gd name="T0" fmla="*/ 44 w 138"/>
                    <a:gd name="T1" fmla="*/ 0 h 334"/>
                    <a:gd name="T2" fmla="*/ 42 w 138"/>
                    <a:gd name="T3" fmla="*/ 183 h 334"/>
                    <a:gd name="T4" fmla="*/ 0 w 138"/>
                    <a:gd name="T5" fmla="*/ 333 h 334"/>
                    <a:gd name="T6" fmla="*/ 137 w 138"/>
                    <a:gd name="T7" fmla="*/ 299 h 334"/>
                    <a:gd name="T8" fmla="*/ 137 w 138"/>
                    <a:gd name="T9" fmla="*/ 0 h 334"/>
                    <a:gd name="T10" fmla="*/ 44 w 138"/>
                    <a:gd name="T11" fmla="*/ 0 h 3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8"/>
                    <a:gd name="T19" fmla="*/ 0 h 334"/>
                    <a:gd name="T20" fmla="*/ 138 w 138"/>
                    <a:gd name="T21" fmla="*/ 334 h 3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8" h="334">
                      <a:moveTo>
                        <a:pt x="44" y="0"/>
                      </a:moveTo>
                      <a:lnTo>
                        <a:pt x="42" y="183"/>
                      </a:lnTo>
                      <a:lnTo>
                        <a:pt x="0" y="333"/>
                      </a:lnTo>
                      <a:lnTo>
                        <a:pt x="137" y="299"/>
                      </a:lnTo>
                      <a:lnTo>
                        <a:pt x="137" y="0"/>
                      </a:lnTo>
                      <a:lnTo>
                        <a:pt x="44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58" name="Rectangle 294">
                  <a:extLst>
                    <a:ext uri="{FF2B5EF4-FFF2-40B4-BE49-F238E27FC236}">
                      <a16:creationId xmlns:a16="http://schemas.microsoft.com/office/drawing/2014/main" id="{1696511D-35BE-A44D-AA95-B53957AFEA8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08" y="3326"/>
                  <a:ext cx="3" cy="740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559" name="Line 295">
                  <a:extLst>
                    <a:ext uri="{FF2B5EF4-FFF2-40B4-BE49-F238E27FC236}">
                      <a16:creationId xmlns:a16="http://schemas.microsoft.com/office/drawing/2014/main" id="{A9EC6578-1258-C64A-A665-2A66C2EC900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890" y="3368"/>
                  <a:ext cx="0" cy="6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560" name="Line 296">
                  <a:extLst>
                    <a:ext uri="{FF2B5EF4-FFF2-40B4-BE49-F238E27FC236}">
                      <a16:creationId xmlns:a16="http://schemas.microsoft.com/office/drawing/2014/main" id="{92A84A07-0D27-9245-8935-3D304C44FC8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98" y="3360"/>
                  <a:ext cx="0" cy="65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561" name="Freeform 297">
                  <a:extLst>
                    <a:ext uri="{FF2B5EF4-FFF2-40B4-BE49-F238E27FC236}">
                      <a16:creationId xmlns:a16="http://schemas.microsoft.com/office/drawing/2014/main" id="{ED610767-6483-B045-80B2-09B6F80FD2D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46" y="3522"/>
                  <a:ext cx="33" cy="242"/>
                </a:xfrm>
                <a:custGeom>
                  <a:avLst/>
                  <a:gdLst>
                    <a:gd name="T0" fmla="*/ 0 w 33"/>
                    <a:gd name="T1" fmla="*/ 0 h 242"/>
                    <a:gd name="T2" fmla="*/ 0 w 33"/>
                    <a:gd name="T3" fmla="*/ 241 h 242"/>
                    <a:gd name="T4" fmla="*/ 32 w 33"/>
                    <a:gd name="T5" fmla="*/ 235 h 242"/>
                    <a:gd name="T6" fmla="*/ 32 w 33"/>
                    <a:gd name="T7" fmla="*/ 4 h 242"/>
                    <a:gd name="T8" fmla="*/ 0 w 33"/>
                    <a:gd name="T9" fmla="*/ 0 h 2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242"/>
                    <a:gd name="T17" fmla="*/ 33 w 33"/>
                    <a:gd name="T18" fmla="*/ 242 h 2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242">
                      <a:moveTo>
                        <a:pt x="0" y="0"/>
                      </a:moveTo>
                      <a:lnTo>
                        <a:pt x="0" y="241"/>
                      </a:lnTo>
                      <a:lnTo>
                        <a:pt x="32" y="235"/>
                      </a:lnTo>
                      <a:lnTo>
                        <a:pt x="32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2" name="Freeform 298">
                  <a:extLst>
                    <a:ext uri="{FF2B5EF4-FFF2-40B4-BE49-F238E27FC236}">
                      <a16:creationId xmlns:a16="http://schemas.microsoft.com/office/drawing/2014/main" id="{B4B8FF73-E753-E246-A6F1-BC6B5EF432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66" y="3665"/>
                  <a:ext cx="27" cy="90"/>
                </a:xfrm>
                <a:custGeom>
                  <a:avLst/>
                  <a:gdLst>
                    <a:gd name="T0" fmla="*/ 0 w 27"/>
                    <a:gd name="T1" fmla="*/ 0 h 90"/>
                    <a:gd name="T2" fmla="*/ 0 w 27"/>
                    <a:gd name="T3" fmla="*/ 8 h 90"/>
                    <a:gd name="T4" fmla="*/ 19 w 27"/>
                    <a:gd name="T5" fmla="*/ 10 h 90"/>
                    <a:gd name="T6" fmla="*/ 19 w 27"/>
                    <a:gd name="T7" fmla="*/ 81 h 90"/>
                    <a:gd name="T8" fmla="*/ 2 w 27"/>
                    <a:gd name="T9" fmla="*/ 77 h 90"/>
                    <a:gd name="T10" fmla="*/ 2 w 27"/>
                    <a:gd name="T11" fmla="*/ 83 h 90"/>
                    <a:gd name="T12" fmla="*/ 26 w 27"/>
                    <a:gd name="T13" fmla="*/ 89 h 90"/>
                    <a:gd name="T14" fmla="*/ 26 w 27"/>
                    <a:gd name="T15" fmla="*/ 6 h 90"/>
                    <a:gd name="T16" fmla="*/ 0 w 27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7"/>
                    <a:gd name="T28" fmla="*/ 0 h 90"/>
                    <a:gd name="T29" fmla="*/ 27 w 27"/>
                    <a:gd name="T30" fmla="*/ 90 h 9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7" h="90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19" y="10"/>
                      </a:lnTo>
                      <a:lnTo>
                        <a:pt x="19" y="81"/>
                      </a:lnTo>
                      <a:lnTo>
                        <a:pt x="2" y="77"/>
                      </a:lnTo>
                      <a:lnTo>
                        <a:pt x="2" y="83"/>
                      </a:lnTo>
                      <a:lnTo>
                        <a:pt x="26" y="89"/>
                      </a:lnTo>
                      <a:lnTo>
                        <a:pt x="26" y="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3" name="Freeform 299">
                  <a:extLst>
                    <a:ext uri="{FF2B5EF4-FFF2-40B4-BE49-F238E27FC236}">
                      <a16:creationId xmlns:a16="http://schemas.microsoft.com/office/drawing/2014/main" id="{DEE9C8A5-E0E4-B94E-AE9D-78022E7274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40" y="3806"/>
                  <a:ext cx="270" cy="44"/>
                </a:xfrm>
                <a:custGeom>
                  <a:avLst/>
                  <a:gdLst>
                    <a:gd name="T0" fmla="*/ 80 w 270"/>
                    <a:gd name="T1" fmla="*/ 0 h 44"/>
                    <a:gd name="T2" fmla="*/ 0 w 270"/>
                    <a:gd name="T3" fmla="*/ 19 h 44"/>
                    <a:gd name="T4" fmla="*/ 172 w 270"/>
                    <a:gd name="T5" fmla="*/ 43 h 44"/>
                    <a:gd name="T6" fmla="*/ 269 w 270"/>
                    <a:gd name="T7" fmla="*/ 19 h 44"/>
                    <a:gd name="T8" fmla="*/ 80 w 270"/>
                    <a:gd name="T9" fmla="*/ 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0"/>
                    <a:gd name="T16" fmla="*/ 0 h 44"/>
                    <a:gd name="T17" fmla="*/ 270 w 27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0" h="44">
                      <a:moveTo>
                        <a:pt x="80" y="0"/>
                      </a:moveTo>
                      <a:lnTo>
                        <a:pt x="0" y="19"/>
                      </a:lnTo>
                      <a:lnTo>
                        <a:pt x="172" y="43"/>
                      </a:lnTo>
                      <a:lnTo>
                        <a:pt x="269" y="19"/>
                      </a:lnTo>
                      <a:lnTo>
                        <a:pt x="8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4" name="Freeform 300">
                  <a:extLst>
                    <a:ext uri="{FF2B5EF4-FFF2-40B4-BE49-F238E27FC236}">
                      <a16:creationId xmlns:a16="http://schemas.microsoft.com/office/drawing/2014/main" id="{6CB7B256-F21B-7942-AB9E-2074448B73E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52"/>
                  <a:ext cx="26" cy="33"/>
                </a:xfrm>
                <a:custGeom>
                  <a:avLst/>
                  <a:gdLst>
                    <a:gd name="T0" fmla="*/ 2 w 26"/>
                    <a:gd name="T1" fmla="*/ 0 h 33"/>
                    <a:gd name="T2" fmla="*/ 0 w 26"/>
                    <a:gd name="T3" fmla="*/ 32 h 33"/>
                    <a:gd name="T4" fmla="*/ 25 w 26"/>
                    <a:gd name="T5" fmla="*/ 28 h 33"/>
                    <a:gd name="T6" fmla="*/ 25 w 26"/>
                    <a:gd name="T7" fmla="*/ 4 h 33"/>
                    <a:gd name="T8" fmla="*/ 2 w 26"/>
                    <a:gd name="T9" fmla="*/ 0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3"/>
                    <a:gd name="T17" fmla="*/ 26 w 26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3">
                      <a:moveTo>
                        <a:pt x="2" y="0"/>
                      </a:moveTo>
                      <a:lnTo>
                        <a:pt x="0" y="32"/>
                      </a:lnTo>
                      <a:lnTo>
                        <a:pt x="25" y="28"/>
                      </a:lnTo>
                      <a:lnTo>
                        <a:pt x="25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5" name="Freeform 301">
                  <a:extLst>
                    <a:ext uri="{FF2B5EF4-FFF2-40B4-BE49-F238E27FC236}">
                      <a16:creationId xmlns:a16="http://schemas.microsoft.com/office/drawing/2014/main" id="{8610C7F8-93D7-4946-A8CD-58F2CD2BF9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7" y="4056"/>
                  <a:ext cx="28" cy="31"/>
                </a:xfrm>
                <a:custGeom>
                  <a:avLst/>
                  <a:gdLst>
                    <a:gd name="T0" fmla="*/ 0 w 28"/>
                    <a:gd name="T1" fmla="*/ 0 h 31"/>
                    <a:gd name="T2" fmla="*/ 0 w 28"/>
                    <a:gd name="T3" fmla="*/ 24 h 31"/>
                    <a:gd name="T4" fmla="*/ 27 w 28"/>
                    <a:gd name="T5" fmla="*/ 30 h 31"/>
                    <a:gd name="T6" fmla="*/ 27 w 28"/>
                    <a:gd name="T7" fmla="*/ 4 h 31"/>
                    <a:gd name="T8" fmla="*/ 0 w 28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"/>
                    <a:gd name="T16" fmla="*/ 0 h 31"/>
                    <a:gd name="T17" fmla="*/ 28 w 28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" h="31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27" y="30"/>
                      </a:lnTo>
                      <a:lnTo>
                        <a:pt x="27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6" name="Freeform 302">
                  <a:extLst>
                    <a:ext uri="{FF2B5EF4-FFF2-40B4-BE49-F238E27FC236}">
                      <a16:creationId xmlns:a16="http://schemas.microsoft.com/office/drawing/2014/main" id="{0446F1EE-5736-694A-8A4D-4B036E8096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4079"/>
                  <a:ext cx="97" cy="17"/>
                </a:xfrm>
                <a:custGeom>
                  <a:avLst/>
                  <a:gdLst>
                    <a:gd name="T0" fmla="*/ 25 w 97"/>
                    <a:gd name="T1" fmla="*/ 0 h 17"/>
                    <a:gd name="T2" fmla="*/ 0 w 97"/>
                    <a:gd name="T3" fmla="*/ 6 h 17"/>
                    <a:gd name="T4" fmla="*/ 65 w 97"/>
                    <a:gd name="T5" fmla="*/ 16 h 17"/>
                    <a:gd name="T6" fmla="*/ 96 w 97"/>
                    <a:gd name="T7" fmla="*/ 12 h 17"/>
                    <a:gd name="T8" fmla="*/ 51 w 97"/>
                    <a:gd name="T9" fmla="*/ 8 h 17"/>
                    <a:gd name="T10" fmla="*/ 25 w 97"/>
                    <a:gd name="T11" fmla="*/ 0 h 1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"/>
                    <a:gd name="T19" fmla="*/ 0 h 17"/>
                    <a:gd name="T20" fmla="*/ 97 w 97"/>
                    <a:gd name="T21" fmla="*/ 17 h 1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" h="17">
                      <a:moveTo>
                        <a:pt x="25" y="0"/>
                      </a:moveTo>
                      <a:lnTo>
                        <a:pt x="0" y="6"/>
                      </a:lnTo>
                      <a:lnTo>
                        <a:pt x="65" y="16"/>
                      </a:lnTo>
                      <a:lnTo>
                        <a:pt x="96" y="12"/>
                      </a:lnTo>
                      <a:lnTo>
                        <a:pt x="51" y="8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7" name="Freeform 303">
                  <a:extLst>
                    <a:ext uri="{FF2B5EF4-FFF2-40B4-BE49-F238E27FC236}">
                      <a16:creationId xmlns:a16="http://schemas.microsoft.com/office/drawing/2014/main" id="{9CFE2C05-F40D-F34D-8799-567A74B8E37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727"/>
                  <a:ext cx="189" cy="70"/>
                </a:xfrm>
                <a:custGeom>
                  <a:avLst/>
                  <a:gdLst>
                    <a:gd name="T0" fmla="*/ 16 w 189"/>
                    <a:gd name="T1" fmla="*/ 0 h 70"/>
                    <a:gd name="T2" fmla="*/ 0 w 189"/>
                    <a:gd name="T3" fmla="*/ 53 h 70"/>
                    <a:gd name="T4" fmla="*/ 171 w 189"/>
                    <a:gd name="T5" fmla="*/ 69 h 70"/>
                    <a:gd name="T6" fmla="*/ 188 w 189"/>
                    <a:gd name="T7" fmla="*/ 14 h 70"/>
                    <a:gd name="T8" fmla="*/ 16 w 189"/>
                    <a:gd name="T9" fmla="*/ 0 h 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70"/>
                    <a:gd name="T17" fmla="*/ 189 w 189"/>
                    <a:gd name="T18" fmla="*/ 70 h 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70">
                      <a:moveTo>
                        <a:pt x="16" y="0"/>
                      </a:moveTo>
                      <a:lnTo>
                        <a:pt x="0" y="53"/>
                      </a:lnTo>
                      <a:lnTo>
                        <a:pt x="171" y="69"/>
                      </a:lnTo>
                      <a:lnTo>
                        <a:pt x="188" y="14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68" name="Line 304">
                  <a:extLst>
                    <a:ext uri="{FF2B5EF4-FFF2-40B4-BE49-F238E27FC236}">
                      <a16:creationId xmlns:a16="http://schemas.microsoft.com/office/drawing/2014/main" id="{AD127A51-5A95-EA4F-9936-715EA9D8634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445" y="3724"/>
                  <a:ext cx="177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569" name="Freeform 305">
                  <a:extLst>
                    <a:ext uri="{FF2B5EF4-FFF2-40B4-BE49-F238E27FC236}">
                      <a16:creationId xmlns:a16="http://schemas.microsoft.com/office/drawing/2014/main" id="{93F05382-CC52-E642-9C56-BEEE8E2797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0" y="3335"/>
                  <a:ext cx="22" cy="439"/>
                </a:xfrm>
                <a:custGeom>
                  <a:avLst/>
                  <a:gdLst>
                    <a:gd name="T0" fmla="*/ 0 w 22"/>
                    <a:gd name="T1" fmla="*/ 2 h 439"/>
                    <a:gd name="T2" fmla="*/ 7 w 22"/>
                    <a:gd name="T3" fmla="*/ 438 h 439"/>
                    <a:gd name="T4" fmla="*/ 21 w 22"/>
                    <a:gd name="T5" fmla="*/ 394 h 439"/>
                    <a:gd name="T6" fmla="*/ 17 w 22"/>
                    <a:gd name="T7" fmla="*/ 0 h 439"/>
                    <a:gd name="T8" fmla="*/ 0 w 22"/>
                    <a:gd name="T9" fmla="*/ 2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439"/>
                    <a:gd name="T17" fmla="*/ 22 w 22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439">
                      <a:moveTo>
                        <a:pt x="0" y="2"/>
                      </a:moveTo>
                      <a:lnTo>
                        <a:pt x="7" y="438"/>
                      </a:lnTo>
                      <a:lnTo>
                        <a:pt x="21" y="394"/>
                      </a:lnTo>
                      <a:lnTo>
                        <a:pt x="17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0" name="Freeform 306">
                  <a:extLst>
                    <a:ext uri="{FF2B5EF4-FFF2-40B4-BE49-F238E27FC236}">
                      <a16:creationId xmlns:a16="http://schemas.microsoft.com/office/drawing/2014/main" id="{639F0724-0EE4-8644-9329-D9CDFBC178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6" y="3786"/>
                  <a:ext cx="133" cy="116"/>
                </a:xfrm>
                <a:custGeom>
                  <a:avLst/>
                  <a:gdLst>
                    <a:gd name="T0" fmla="*/ 0 w 133"/>
                    <a:gd name="T1" fmla="*/ 0 h 116"/>
                    <a:gd name="T2" fmla="*/ 0 w 133"/>
                    <a:gd name="T3" fmla="*/ 54 h 116"/>
                    <a:gd name="T4" fmla="*/ 50 w 133"/>
                    <a:gd name="T5" fmla="*/ 99 h 116"/>
                    <a:gd name="T6" fmla="*/ 126 w 133"/>
                    <a:gd name="T7" fmla="*/ 115 h 116"/>
                    <a:gd name="T8" fmla="*/ 107 w 133"/>
                    <a:gd name="T9" fmla="*/ 78 h 116"/>
                    <a:gd name="T10" fmla="*/ 27 w 133"/>
                    <a:gd name="T11" fmla="*/ 65 h 116"/>
                    <a:gd name="T12" fmla="*/ 25 w 133"/>
                    <a:gd name="T13" fmla="*/ 28 h 116"/>
                    <a:gd name="T14" fmla="*/ 132 w 133"/>
                    <a:gd name="T15" fmla="*/ 22 h 116"/>
                    <a:gd name="T16" fmla="*/ 0 w 133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3"/>
                    <a:gd name="T28" fmla="*/ 0 h 116"/>
                    <a:gd name="T29" fmla="*/ 133 w 133"/>
                    <a:gd name="T30" fmla="*/ 116 h 1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3" h="116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50" y="99"/>
                      </a:lnTo>
                      <a:lnTo>
                        <a:pt x="126" y="115"/>
                      </a:lnTo>
                      <a:lnTo>
                        <a:pt x="107" y="78"/>
                      </a:lnTo>
                      <a:lnTo>
                        <a:pt x="27" y="65"/>
                      </a:lnTo>
                      <a:lnTo>
                        <a:pt x="25" y="28"/>
                      </a:lnTo>
                      <a:lnTo>
                        <a:pt x="132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1" name="Freeform 307">
                  <a:extLst>
                    <a:ext uri="{FF2B5EF4-FFF2-40B4-BE49-F238E27FC236}">
                      <a16:creationId xmlns:a16="http://schemas.microsoft.com/office/drawing/2014/main" id="{BC293B59-F866-0142-9D97-7DFC1CD16C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36" y="3885"/>
                  <a:ext cx="89" cy="37"/>
                </a:xfrm>
                <a:custGeom>
                  <a:avLst/>
                  <a:gdLst>
                    <a:gd name="T0" fmla="*/ 0 w 89"/>
                    <a:gd name="T1" fmla="*/ 0 h 37"/>
                    <a:gd name="T2" fmla="*/ 0 w 89"/>
                    <a:gd name="T3" fmla="*/ 18 h 37"/>
                    <a:gd name="T4" fmla="*/ 88 w 89"/>
                    <a:gd name="T5" fmla="*/ 36 h 37"/>
                    <a:gd name="T6" fmla="*/ 76 w 89"/>
                    <a:gd name="T7" fmla="*/ 16 h 37"/>
                    <a:gd name="T8" fmla="*/ 0 w 89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7"/>
                    <a:gd name="T17" fmla="*/ 89 w 89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7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88" y="36"/>
                      </a:lnTo>
                      <a:lnTo>
                        <a:pt x="76" y="1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2" name="Freeform 308">
                  <a:extLst>
                    <a:ext uri="{FF2B5EF4-FFF2-40B4-BE49-F238E27FC236}">
                      <a16:creationId xmlns:a16="http://schemas.microsoft.com/office/drawing/2014/main" id="{43A5D3D3-851E-9543-AE24-26A02391FF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65"/>
                  <a:ext cx="401" cy="55"/>
                </a:xfrm>
                <a:custGeom>
                  <a:avLst/>
                  <a:gdLst>
                    <a:gd name="T0" fmla="*/ 56 w 401"/>
                    <a:gd name="T1" fmla="*/ 0 h 55"/>
                    <a:gd name="T2" fmla="*/ 0 w 401"/>
                    <a:gd name="T3" fmla="*/ 13 h 55"/>
                    <a:gd name="T4" fmla="*/ 168 w 401"/>
                    <a:gd name="T5" fmla="*/ 38 h 55"/>
                    <a:gd name="T6" fmla="*/ 217 w 401"/>
                    <a:gd name="T7" fmla="*/ 33 h 55"/>
                    <a:gd name="T8" fmla="*/ 381 w 401"/>
                    <a:gd name="T9" fmla="*/ 54 h 55"/>
                    <a:gd name="T10" fmla="*/ 400 w 401"/>
                    <a:gd name="T11" fmla="*/ 51 h 55"/>
                    <a:gd name="T12" fmla="*/ 89 w 401"/>
                    <a:gd name="T13" fmla="*/ 4 h 55"/>
                    <a:gd name="T14" fmla="*/ 56 w 401"/>
                    <a:gd name="T15" fmla="*/ 0 h 5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01"/>
                    <a:gd name="T25" fmla="*/ 0 h 55"/>
                    <a:gd name="T26" fmla="*/ 401 w 401"/>
                    <a:gd name="T27" fmla="*/ 55 h 5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01" h="55">
                      <a:moveTo>
                        <a:pt x="56" y="0"/>
                      </a:moveTo>
                      <a:lnTo>
                        <a:pt x="0" y="13"/>
                      </a:lnTo>
                      <a:lnTo>
                        <a:pt x="168" y="38"/>
                      </a:lnTo>
                      <a:lnTo>
                        <a:pt x="217" y="33"/>
                      </a:lnTo>
                      <a:lnTo>
                        <a:pt x="381" y="54"/>
                      </a:lnTo>
                      <a:lnTo>
                        <a:pt x="400" y="51"/>
                      </a:lnTo>
                      <a:lnTo>
                        <a:pt x="89" y="4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3" name="Freeform 309">
                  <a:extLst>
                    <a:ext uri="{FF2B5EF4-FFF2-40B4-BE49-F238E27FC236}">
                      <a16:creationId xmlns:a16="http://schemas.microsoft.com/office/drawing/2014/main" id="{02C772D7-C655-654E-88CC-9861B55BED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6" y="3866"/>
                  <a:ext cx="43" cy="44"/>
                </a:xfrm>
                <a:custGeom>
                  <a:avLst/>
                  <a:gdLst>
                    <a:gd name="T0" fmla="*/ 0 w 43"/>
                    <a:gd name="T1" fmla="*/ 6 h 44"/>
                    <a:gd name="T2" fmla="*/ 0 w 43"/>
                    <a:gd name="T3" fmla="*/ 43 h 44"/>
                    <a:gd name="T4" fmla="*/ 42 w 43"/>
                    <a:gd name="T5" fmla="*/ 35 h 44"/>
                    <a:gd name="T6" fmla="*/ 42 w 43"/>
                    <a:gd name="T7" fmla="*/ 0 h 44"/>
                    <a:gd name="T8" fmla="*/ 0 w 43"/>
                    <a:gd name="T9" fmla="*/ 6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44"/>
                    <a:gd name="T17" fmla="*/ 43 w 43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44">
                      <a:moveTo>
                        <a:pt x="0" y="6"/>
                      </a:moveTo>
                      <a:lnTo>
                        <a:pt x="0" y="43"/>
                      </a:lnTo>
                      <a:lnTo>
                        <a:pt x="42" y="35"/>
                      </a:lnTo>
                      <a:lnTo>
                        <a:pt x="42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4" name="Freeform 310">
                  <a:extLst>
                    <a:ext uri="{FF2B5EF4-FFF2-40B4-BE49-F238E27FC236}">
                      <a16:creationId xmlns:a16="http://schemas.microsoft.com/office/drawing/2014/main" id="{0B9579BB-0705-7D46-A2F0-3BBA1E3E2B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4" y="3840"/>
                  <a:ext cx="255" cy="62"/>
                </a:xfrm>
                <a:custGeom>
                  <a:avLst/>
                  <a:gdLst>
                    <a:gd name="T0" fmla="*/ 2 w 255"/>
                    <a:gd name="T1" fmla="*/ 4 h 62"/>
                    <a:gd name="T2" fmla="*/ 0 w 255"/>
                    <a:gd name="T3" fmla="*/ 47 h 62"/>
                    <a:gd name="T4" fmla="*/ 154 w 255"/>
                    <a:gd name="T5" fmla="*/ 26 h 62"/>
                    <a:gd name="T6" fmla="*/ 154 w 255"/>
                    <a:gd name="T7" fmla="*/ 61 h 62"/>
                    <a:gd name="T8" fmla="*/ 254 w 255"/>
                    <a:gd name="T9" fmla="*/ 45 h 62"/>
                    <a:gd name="T10" fmla="*/ 254 w 255"/>
                    <a:gd name="T11" fmla="*/ 23 h 62"/>
                    <a:gd name="T12" fmla="*/ 79 w 255"/>
                    <a:gd name="T13" fmla="*/ 0 h 62"/>
                    <a:gd name="T14" fmla="*/ 2 w 255"/>
                    <a:gd name="T15" fmla="*/ 4 h 6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55"/>
                    <a:gd name="T25" fmla="*/ 0 h 62"/>
                    <a:gd name="T26" fmla="*/ 255 w 255"/>
                    <a:gd name="T27" fmla="*/ 62 h 6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55" h="62">
                      <a:moveTo>
                        <a:pt x="2" y="4"/>
                      </a:moveTo>
                      <a:lnTo>
                        <a:pt x="0" y="47"/>
                      </a:lnTo>
                      <a:lnTo>
                        <a:pt x="154" y="26"/>
                      </a:lnTo>
                      <a:lnTo>
                        <a:pt x="154" y="61"/>
                      </a:lnTo>
                      <a:lnTo>
                        <a:pt x="254" y="45"/>
                      </a:lnTo>
                      <a:lnTo>
                        <a:pt x="254" y="23"/>
                      </a:lnTo>
                      <a:lnTo>
                        <a:pt x="79" y="0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5" name="Freeform 311">
                  <a:extLst>
                    <a:ext uri="{FF2B5EF4-FFF2-40B4-BE49-F238E27FC236}">
                      <a16:creationId xmlns:a16="http://schemas.microsoft.com/office/drawing/2014/main" id="{4B164E7E-3259-AC46-9867-50174C151DA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2" y="3763"/>
                  <a:ext cx="244" cy="40"/>
                </a:xfrm>
                <a:custGeom>
                  <a:avLst/>
                  <a:gdLst>
                    <a:gd name="T0" fmla="*/ 2 w 244"/>
                    <a:gd name="T1" fmla="*/ 0 h 40"/>
                    <a:gd name="T2" fmla="*/ 0 w 244"/>
                    <a:gd name="T3" fmla="*/ 3 h 40"/>
                    <a:gd name="T4" fmla="*/ 243 w 244"/>
                    <a:gd name="T5" fmla="*/ 39 h 40"/>
                    <a:gd name="T6" fmla="*/ 243 w 244"/>
                    <a:gd name="T7" fmla="*/ 33 h 40"/>
                    <a:gd name="T8" fmla="*/ 2 w 244"/>
                    <a:gd name="T9" fmla="*/ 0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40"/>
                    <a:gd name="T17" fmla="*/ 244 w 244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40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43" y="39"/>
                      </a:lnTo>
                      <a:lnTo>
                        <a:pt x="243" y="3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6" name="Freeform 312">
                  <a:extLst>
                    <a:ext uri="{FF2B5EF4-FFF2-40B4-BE49-F238E27FC236}">
                      <a16:creationId xmlns:a16="http://schemas.microsoft.com/office/drawing/2014/main" id="{17FE96F7-4C49-2B45-9ADA-E5E99E33C6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45"/>
                  <a:ext cx="240" cy="52"/>
                </a:xfrm>
                <a:custGeom>
                  <a:avLst/>
                  <a:gdLst>
                    <a:gd name="T0" fmla="*/ 0 w 240"/>
                    <a:gd name="T1" fmla="*/ 0 h 52"/>
                    <a:gd name="T2" fmla="*/ 0 w 240"/>
                    <a:gd name="T3" fmla="*/ 18 h 52"/>
                    <a:gd name="T4" fmla="*/ 239 w 240"/>
                    <a:gd name="T5" fmla="*/ 51 h 52"/>
                    <a:gd name="T6" fmla="*/ 239 w 240"/>
                    <a:gd name="T7" fmla="*/ 30 h 52"/>
                    <a:gd name="T8" fmla="*/ 0 w 24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52"/>
                    <a:gd name="T17" fmla="*/ 240 w 24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52">
                      <a:moveTo>
                        <a:pt x="0" y="0"/>
                      </a:moveTo>
                      <a:lnTo>
                        <a:pt x="0" y="18"/>
                      </a:lnTo>
                      <a:lnTo>
                        <a:pt x="239" y="51"/>
                      </a:lnTo>
                      <a:lnTo>
                        <a:pt x="239" y="3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7" name="Freeform 313">
                  <a:extLst>
                    <a:ext uri="{FF2B5EF4-FFF2-40B4-BE49-F238E27FC236}">
                      <a16:creationId xmlns:a16="http://schemas.microsoft.com/office/drawing/2014/main" id="{398E354B-CBA5-6545-B6F1-4C7B12E2E6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27"/>
                  <a:ext cx="240" cy="48"/>
                </a:xfrm>
                <a:custGeom>
                  <a:avLst/>
                  <a:gdLst>
                    <a:gd name="T0" fmla="*/ 0 w 240"/>
                    <a:gd name="T1" fmla="*/ 0 h 48"/>
                    <a:gd name="T2" fmla="*/ 0 w 240"/>
                    <a:gd name="T3" fmla="*/ 17 h 48"/>
                    <a:gd name="T4" fmla="*/ 239 w 240"/>
                    <a:gd name="T5" fmla="*/ 47 h 48"/>
                    <a:gd name="T6" fmla="*/ 239 w 240"/>
                    <a:gd name="T7" fmla="*/ 24 h 48"/>
                    <a:gd name="T8" fmla="*/ 0 w 240"/>
                    <a:gd name="T9" fmla="*/ 0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8"/>
                    <a:gd name="T17" fmla="*/ 240 w 240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8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39" y="47"/>
                      </a:lnTo>
                      <a:lnTo>
                        <a:pt x="239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8" name="Freeform 314">
                  <a:extLst>
                    <a:ext uri="{FF2B5EF4-FFF2-40B4-BE49-F238E27FC236}">
                      <a16:creationId xmlns:a16="http://schemas.microsoft.com/office/drawing/2014/main" id="{E704587C-6891-014B-A21C-8D8F4B7B1B2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703"/>
                  <a:ext cx="240" cy="49"/>
                </a:xfrm>
                <a:custGeom>
                  <a:avLst/>
                  <a:gdLst>
                    <a:gd name="T0" fmla="*/ 0 w 240"/>
                    <a:gd name="T1" fmla="*/ 0 h 49"/>
                    <a:gd name="T2" fmla="*/ 0 w 240"/>
                    <a:gd name="T3" fmla="*/ 23 h 49"/>
                    <a:gd name="T4" fmla="*/ 239 w 240"/>
                    <a:gd name="T5" fmla="*/ 48 h 49"/>
                    <a:gd name="T6" fmla="*/ 239 w 240"/>
                    <a:gd name="T7" fmla="*/ 21 h 49"/>
                    <a:gd name="T8" fmla="*/ 0 w 240"/>
                    <a:gd name="T9" fmla="*/ 0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49"/>
                    <a:gd name="T17" fmla="*/ 240 w 240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49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48"/>
                      </a:lnTo>
                      <a:lnTo>
                        <a:pt x="239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79" name="Freeform 315">
                  <a:extLst>
                    <a:ext uri="{FF2B5EF4-FFF2-40B4-BE49-F238E27FC236}">
                      <a16:creationId xmlns:a16="http://schemas.microsoft.com/office/drawing/2014/main" id="{8D422479-CC87-2D4E-B747-5CF9037D24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89"/>
                  <a:ext cx="240" cy="34"/>
                </a:xfrm>
                <a:custGeom>
                  <a:avLst/>
                  <a:gdLst>
                    <a:gd name="T0" fmla="*/ 0 w 240"/>
                    <a:gd name="T1" fmla="*/ 0 h 34"/>
                    <a:gd name="T2" fmla="*/ 0 w 240"/>
                    <a:gd name="T3" fmla="*/ 16 h 34"/>
                    <a:gd name="T4" fmla="*/ 239 w 240"/>
                    <a:gd name="T5" fmla="*/ 33 h 34"/>
                    <a:gd name="T6" fmla="*/ 239 w 240"/>
                    <a:gd name="T7" fmla="*/ 14 h 34"/>
                    <a:gd name="T8" fmla="*/ 0 w 240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4"/>
                    <a:gd name="T17" fmla="*/ 240 w 240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4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239" y="33"/>
                      </a:lnTo>
                      <a:lnTo>
                        <a:pt x="239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0" name="Freeform 316">
                  <a:extLst>
                    <a:ext uri="{FF2B5EF4-FFF2-40B4-BE49-F238E27FC236}">
                      <a16:creationId xmlns:a16="http://schemas.microsoft.com/office/drawing/2014/main" id="{F756F208-9D04-EF41-98F0-980BEB6D4CC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66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19 h 35"/>
                    <a:gd name="T4" fmla="*/ 239 w 240"/>
                    <a:gd name="T5" fmla="*/ 34 h 35"/>
                    <a:gd name="T6" fmla="*/ 239 w 240"/>
                    <a:gd name="T7" fmla="*/ 10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4"/>
                      </a:lnTo>
                      <a:lnTo>
                        <a:pt x="239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1" name="Freeform 317">
                  <a:extLst>
                    <a:ext uri="{FF2B5EF4-FFF2-40B4-BE49-F238E27FC236}">
                      <a16:creationId xmlns:a16="http://schemas.microsoft.com/office/drawing/2014/main" id="{9CFF8E13-763D-3347-A6C3-0675E5C6E3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44"/>
                  <a:ext cx="240" cy="35"/>
                </a:xfrm>
                <a:custGeom>
                  <a:avLst/>
                  <a:gdLst>
                    <a:gd name="T0" fmla="*/ 0 w 240"/>
                    <a:gd name="T1" fmla="*/ 0 h 35"/>
                    <a:gd name="T2" fmla="*/ 0 w 240"/>
                    <a:gd name="T3" fmla="*/ 23 h 35"/>
                    <a:gd name="T4" fmla="*/ 239 w 240"/>
                    <a:gd name="T5" fmla="*/ 34 h 35"/>
                    <a:gd name="T6" fmla="*/ 239 w 240"/>
                    <a:gd name="T7" fmla="*/ 13 h 35"/>
                    <a:gd name="T8" fmla="*/ 0 w 240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5"/>
                    <a:gd name="T17" fmla="*/ 240 w 240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5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239" y="34"/>
                      </a:lnTo>
                      <a:lnTo>
                        <a:pt x="239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2" name="Freeform 318">
                  <a:extLst>
                    <a:ext uri="{FF2B5EF4-FFF2-40B4-BE49-F238E27FC236}">
                      <a16:creationId xmlns:a16="http://schemas.microsoft.com/office/drawing/2014/main" id="{2B0F64F1-06AE-3F4D-8A8D-429076191A6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3" y="3626"/>
                  <a:ext cx="240" cy="31"/>
                </a:xfrm>
                <a:custGeom>
                  <a:avLst/>
                  <a:gdLst>
                    <a:gd name="T0" fmla="*/ 0 w 240"/>
                    <a:gd name="T1" fmla="*/ 0 h 31"/>
                    <a:gd name="T2" fmla="*/ 0 w 240"/>
                    <a:gd name="T3" fmla="*/ 19 h 31"/>
                    <a:gd name="T4" fmla="*/ 239 w 240"/>
                    <a:gd name="T5" fmla="*/ 30 h 31"/>
                    <a:gd name="T6" fmla="*/ 239 w 240"/>
                    <a:gd name="T7" fmla="*/ 9 h 31"/>
                    <a:gd name="T8" fmla="*/ 0 w 240"/>
                    <a:gd name="T9" fmla="*/ 0 h 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0"/>
                    <a:gd name="T16" fmla="*/ 0 h 31"/>
                    <a:gd name="T17" fmla="*/ 240 w 240"/>
                    <a:gd name="T18" fmla="*/ 31 h 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0" h="31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239" y="30"/>
                      </a:lnTo>
                      <a:lnTo>
                        <a:pt x="239" y="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3" name="Freeform 319">
                  <a:extLst>
                    <a:ext uri="{FF2B5EF4-FFF2-40B4-BE49-F238E27FC236}">
                      <a16:creationId xmlns:a16="http://schemas.microsoft.com/office/drawing/2014/main" id="{B00E1E66-DF79-F543-91EC-15F56C5A5A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49" y="3607"/>
                  <a:ext cx="234" cy="30"/>
                </a:xfrm>
                <a:custGeom>
                  <a:avLst/>
                  <a:gdLst>
                    <a:gd name="T0" fmla="*/ 2 w 234"/>
                    <a:gd name="T1" fmla="*/ 0 h 30"/>
                    <a:gd name="T2" fmla="*/ 0 w 234"/>
                    <a:gd name="T3" fmla="*/ 20 h 30"/>
                    <a:gd name="T4" fmla="*/ 233 w 234"/>
                    <a:gd name="T5" fmla="*/ 29 h 30"/>
                    <a:gd name="T6" fmla="*/ 233 w 234"/>
                    <a:gd name="T7" fmla="*/ 8 h 30"/>
                    <a:gd name="T8" fmla="*/ 2 w 234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4"/>
                    <a:gd name="T16" fmla="*/ 0 h 30"/>
                    <a:gd name="T17" fmla="*/ 234 w 234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4" h="30">
                      <a:moveTo>
                        <a:pt x="2" y="0"/>
                      </a:moveTo>
                      <a:lnTo>
                        <a:pt x="0" y="20"/>
                      </a:lnTo>
                      <a:lnTo>
                        <a:pt x="233" y="29"/>
                      </a:lnTo>
                      <a:lnTo>
                        <a:pt x="233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4" name="Freeform 320">
                  <a:extLst>
                    <a:ext uri="{FF2B5EF4-FFF2-40B4-BE49-F238E27FC236}">
                      <a16:creationId xmlns:a16="http://schemas.microsoft.com/office/drawing/2014/main" id="{13F082A5-01A4-2049-BE2E-99515349A4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5" y="3773"/>
                  <a:ext cx="124" cy="44"/>
                </a:xfrm>
                <a:custGeom>
                  <a:avLst/>
                  <a:gdLst>
                    <a:gd name="T0" fmla="*/ 0 w 124"/>
                    <a:gd name="T1" fmla="*/ 0 h 44"/>
                    <a:gd name="T2" fmla="*/ 0 w 124"/>
                    <a:gd name="T3" fmla="*/ 28 h 44"/>
                    <a:gd name="T4" fmla="*/ 96 w 124"/>
                    <a:gd name="T5" fmla="*/ 43 h 44"/>
                    <a:gd name="T6" fmla="*/ 117 w 124"/>
                    <a:gd name="T7" fmla="*/ 37 h 44"/>
                    <a:gd name="T8" fmla="*/ 123 w 124"/>
                    <a:gd name="T9" fmla="*/ 17 h 44"/>
                    <a:gd name="T10" fmla="*/ 0 w 124"/>
                    <a:gd name="T11" fmla="*/ 0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44"/>
                    <a:gd name="T20" fmla="*/ 124 w 124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44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96" y="43"/>
                      </a:lnTo>
                      <a:lnTo>
                        <a:pt x="117" y="37"/>
                      </a:lnTo>
                      <a:lnTo>
                        <a:pt x="123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5" name="Freeform 321">
                  <a:extLst>
                    <a:ext uri="{FF2B5EF4-FFF2-40B4-BE49-F238E27FC236}">
                      <a16:creationId xmlns:a16="http://schemas.microsoft.com/office/drawing/2014/main" id="{89D23C2A-0B99-A345-969A-9AC0538186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601"/>
                  <a:ext cx="119" cy="186"/>
                </a:xfrm>
                <a:custGeom>
                  <a:avLst/>
                  <a:gdLst>
                    <a:gd name="T0" fmla="*/ 0 w 119"/>
                    <a:gd name="T1" fmla="*/ 0 h 186"/>
                    <a:gd name="T2" fmla="*/ 0 w 119"/>
                    <a:gd name="T3" fmla="*/ 170 h 186"/>
                    <a:gd name="T4" fmla="*/ 118 w 119"/>
                    <a:gd name="T5" fmla="*/ 185 h 186"/>
                    <a:gd name="T6" fmla="*/ 118 w 119"/>
                    <a:gd name="T7" fmla="*/ 2 h 186"/>
                    <a:gd name="T8" fmla="*/ 0 w 119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"/>
                    <a:gd name="T16" fmla="*/ 0 h 186"/>
                    <a:gd name="T17" fmla="*/ 119 w 119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" h="186">
                      <a:moveTo>
                        <a:pt x="0" y="0"/>
                      </a:moveTo>
                      <a:lnTo>
                        <a:pt x="0" y="170"/>
                      </a:lnTo>
                      <a:lnTo>
                        <a:pt x="118" y="185"/>
                      </a:lnTo>
                      <a:lnTo>
                        <a:pt x="118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6" name="Freeform 322">
                  <a:extLst>
                    <a:ext uri="{FF2B5EF4-FFF2-40B4-BE49-F238E27FC236}">
                      <a16:creationId xmlns:a16="http://schemas.microsoft.com/office/drawing/2014/main" id="{F0F05A21-AE97-2F49-9973-A35B8BABE8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508"/>
                  <a:ext cx="127" cy="94"/>
                </a:xfrm>
                <a:custGeom>
                  <a:avLst/>
                  <a:gdLst>
                    <a:gd name="T0" fmla="*/ 0 w 127"/>
                    <a:gd name="T1" fmla="*/ 0 h 94"/>
                    <a:gd name="T2" fmla="*/ 0 w 127"/>
                    <a:gd name="T3" fmla="*/ 89 h 94"/>
                    <a:gd name="T4" fmla="*/ 126 w 127"/>
                    <a:gd name="T5" fmla="*/ 93 h 94"/>
                    <a:gd name="T6" fmla="*/ 126 w 127"/>
                    <a:gd name="T7" fmla="*/ 2 h 94"/>
                    <a:gd name="T8" fmla="*/ 0 w 127"/>
                    <a:gd name="T9" fmla="*/ 0 h 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94"/>
                    <a:gd name="T17" fmla="*/ 127 w 127"/>
                    <a:gd name="T18" fmla="*/ 94 h 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94">
                      <a:moveTo>
                        <a:pt x="0" y="0"/>
                      </a:moveTo>
                      <a:lnTo>
                        <a:pt x="0" y="89"/>
                      </a:lnTo>
                      <a:lnTo>
                        <a:pt x="126" y="93"/>
                      </a:lnTo>
                      <a:lnTo>
                        <a:pt x="126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7" name="Freeform 323">
                  <a:extLst>
                    <a:ext uri="{FF2B5EF4-FFF2-40B4-BE49-F238E27FC236}">
                      <a16:creationId xmlns:a16="http://schemas.microsoft.com/office/drawing/2014/main" id="{AE33E799-219D-9A4D-8009-D785FC5207F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1" y="3839"/>
                  <a:ext cx="33" cy="139"/>
                </a:xfrm>
                <a:custGeom>
                  <a:avLst/>
                  <a:gdLst>
                    <a:gd name="T0" fmla="*/ 0 w 33"/>
                    <a:gd name="T1" fmla="*/ 7 h 139"/>
                    <a:gd name="T2" fmla="*/ 0 w 33"/>
                    <a:gd name="T3" fmla="*/ 124 h 139"/>
                    <a:gd name="T4" fmla="*/ 32 w 33"/>
                    <a:gd name="T5" fmla="*/ 138 h 139"/>
                    <a:gd name="T6" fmla="*/ 32 w 33"/>
                    <a:gd name="T7" fmla="*/ 0 h 139"/>
                    <a:gd name="T8" fmla="*/ 0 w 33"/>
                    <a:gd name="T9" fmla="*/ 7 h 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139"/>
                    <a:gd name="T17" fmla="*/ 33 w 33"/>
                    <a:gd name="T18" fmla="*/ 139 h 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139">
                      <a:moveTo>
                        <a:pt x="0" y="7"/>
                      </a:moveTo>
                      <a:lnTo>
                        <a:pt x="0" y="124"/>
                      </a:lnTo>
                      <a:lnTo>
                        <a:pt x="32" y="138"/>
                      </a:lnTo>
                      <a:lnTo>
                        <a:pt x="32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8" name="Freeform 324">
                  <a:extLst>
                    <a:ext uri="{FF2B5EF4-FFF2-40B4-BE49-F238E27FC236}">
                      <a16:creationId xmlns:a16="http://schemas.microsoft.com/office/drawing/2014/main" id="{0424F7FE-7975-8E4B-95D2-1E3F3D43F3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71"/>
                  <a:ext cx="56" cy="132"/>
                </a:xfrm>
                <a:custGeom>
                  <a:avLst/>
                  <a:gdLst>
                    <a:gd name="T0" fmla="*/ 0 w 56"/>
                    <a:gd name="T1" fmla="*/ 0 h 132"/>
                    <a:gd name="T2" fmla="*/ 0 w 56"/>
                    <a:gd name="T3" fmla="*/ 117 h 132"/>
                    <a:gd name="T4" fmla="*/ 14 w 56"/>
                    <a:gd name="T5" fmla="*/ 131 h 132"/>
                    <a:gd name="T6" fmla="*/ 47 w 56"/>
                    <a:gd name="T7" fmla="*/ 131 h 132"/>
                    <a:gd name="T8" fmla="*/ 55 w 56"/>
                    <a:gd name="T9" fmla="*/ 123 h 132"/>
                    <a:gd name="T10" fmla="*/ 55 w 56"/>
                    <a:gd name="T11" fmla="*/ 0 h 132"/>
                    <a:gd name="T12" fmla="*/ 0 w 56"/>
                    <a:gd name="T13" fmla="*/ 0 h 13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6"/>
                    <a:gd name="T22" fmla="*/ 0 h 132"/>
                    <a:gd name="T23" fmla="*/ 56 w 56"/>
                    <a:gd name="T24" fmla="*/ 132 h 13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6" h="132">
                      <a:moveTo>
                        <a:pt x="0" y="0"/>
                      </a:moveTo>
                      <a:lnTo>
                        <a:pt x="0" y="117"/>
                      </a:lnTo>
                      <a:lnTo>
                        <a:pt x="14" y="131"/>
                      </a:lnTo>
                      <a:lnTo>
                        <a:pt x="47" y="131"/>
                      </a:lnTo>
                      <a:lnTo>
                        <a:pt x="55" y="123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89" name="Rectangle 325">
                  <a:extLst>
                    <a:ext uri="{FF2B5EF4-FFF2-40B4-BE49-F238E27FC236}">
                      <a16:creationId xmlns:a16="http://schemas.microsoft.com/office/drawing/2014/main" id="{7CDB6047-C523-FE40-B539-D9B0FACA1E0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13" y="3582"/>
                  <a:ext cx="5" cy="2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590" name="Freeform 326">
                  <a:extLst>
                    <a:ext uri="{FF2B5EF4-FFF2-40B4-BE49-F238E27FC236}">
                      <a16:creationId xmlns:a16="http://schemas.microsoft.com/office/drawing/2014/main" id="{64BE4DA8-148E-8A4E-BC3A-972E89D0BF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403"/>
                  <a:ext cx="35" cy="69"/>
                </a:xfrm>
                <a:custGeom>
                  <a:avLst/>
                  <a:gdLst>
                    <a:gd name="T0" fmla="*/ 0 w 35"/>
                    <a:gd name="T1" fmla="*/ 2 h 69"/>
                    <a:gd name="T2" fmla="*/ 0 w 35"/>
                    <a:gd name="T3" fmla="*/ 68 h 69"/>
                    <a:gd name="T4" fmla="*/ 34 w 35"/>
                    <a:gd name="T5" fmla="*/ 68 h 69"/>
                    <a:gd name="T6" fmla="*/ 34 w 35"/>
                    <a:gd name="T7" fmla="*/ 0 h 69"/>
                    <a:gd name="T8" fmla="*/ 0 w 35"/>
                    <a:gd name="T9" fmla="*/ 2 h 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69"/>
                    <a:gd name="T17" fmla="*/ 35 w 35"/>
                    <a:gd name="T18" fmla="*/ 69 h 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69">
                      <a:moveTo>
                        <a:pt x="0" y="2"/>
                      </a:moveTo>
                      <a:lnTo>
                        <a:pt x="0" y="68"/>
                      </a:lnTo>
                      <a:lnTo>
                        <a:pt x="34" y="68"/>
                      </a:lnTo>
                      <a:lnTo>
                        <a:pt x="3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1" name="Freeform 327">
                  <a:extLst>
                    <a:ext uri="{FF2B5EF4-FFF2-40B4-BE49-F238E27FC236}">
                      <a16:creationId xmlns:a16="http://schemas.microsoft.com/office/drawing/2014/main" id="{9269880C-6BE2-AE4C-B73A-B2FA8391065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19" y="3399"/>
                  <a:ext cx="41" cy="73"/>
                </a:xfrm>
                <a:custGeom>
                  <a:avLst/>
                  <a:gdLst>
                    <a:gd name="T0" fmla="*/ 0 w 41"/>
                    <a:gd name="T1" fmla="*/ 4 h 73"/>
                    <a:gd name="T2" fmla="*/ 0 w 41"/>
                    <a:gd name="T3" fmla="*/ 72 h 73"/>
                    <a:gd name="T4" fmla="*/ 4 w 41"/>
                    <a:gd name="T5" fmla="*/ 72 h 73"/>
                    <a:gd name="T6" fmla="*/ 6 w 41"/>
                    <a:gd name="T7" fmla="*/ 67 h 73"/>
                    <a:gd name="T8" fmla="*/ 40 w 41"/>
                    <a:gd name="T9" fmla="*/ 67 h 73"/>
                    <a:gd name="T10" fmla="*/ 40 w 41"/>
                    <a:gd name="T11" fmla="*/ 0 h 73"/>
                    <a:gd name="T12" fmla="*/ 0 w 41"/>
                    <a:gd name="T13" fmla="*/ 4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1"/>
                    <a:gd name="T22" fmla="*/ 0 h 73"/>
                    <a:gd name="T23" fmla="*/ 41 w 41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1" h="73">
                      <a:moveTo>
                        <a:pt x="0" y="4"/>
                      </a:moveTo>
                      <a:lnTo>
                        <a:pt x="0" y="72"/>
                      </a:lnTo>
                      <a:lnTo>
                        <a:pt x="4" y="72"/>
                      </a:lnTo>
                      <a:lnTo>
                        <a:pt x="6" y="67"/>
                      </a:lnTo>
                      <a:lnTo>
                        <a:pt x="40" y="67"/>
                      </a:lnTo>
                      <a:lnTo>
                        <a:pt x="4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2" name="Rectangle 328">
                  <a:extLst>
                    <a:ext uri="{FF2B5EF4-FFF2-40B4-BE49-F238E27FC236}">
                      <a16:creationId xmlns:a16="http://schemas.microsoft.com/office/drawing/2014/main" id="{A5FBC7B9-13B3-4944-9C97-80C7A05928E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43" y="3469"/>
                  <a:ext cx="5" cy="10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593" name="Freeform 329">
                  <a:extLst>
                    <a:ext uri="{FF2B5EF4-FFF2-40B4-BE49-F238E27FC236}">
                      <a16:creationId xmlns:a16="http://schemas.microsoft.com/office/drawing/2014/main" id="{A1EB7D63-728B-BB44-9249-84038C2E6F7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22" y="3465"/>
                  <a:ext cx="32" cy="16"/>
                </a:xfrm>
                <a:custGeom>
                  <a:avLst/>
                  <a:gdLst>
                    <a:gd name="T0" fmla="*/ 0 w 32"/>
                    <a:gd name="T1" fmla="*/ 0 h 16"/>
                    <a:gd name="T2" fmla="*/ 0 w 32"/>
                    <a:gd name="T3" fmla="*/ 5 h 16"/>
                    <a:gd name="T4" fmla="*/ 18 w 32"/>
                    <a:gd name="T5" fmla="*/ 5 h 16"/>
                    <a:gd name="T6" fmla="*/ 18 w 32"/>
                    <a:gd name="T7" fmla="*/ 15 h 16"/>
                    <a:gd name="T8" fmla="*/ 31 w 32"/>
                    <a:gd name="T9" fmla="*/ 15 h 16"/>
                    <a:gd name="T10" fmla="*/ 31 w 32"/>
                    <a:gd name="T11" fmla="*/ 0 h 16"/>
                    <a:gd name="T12" fmla="*/ 0 w 32"/>
                    <a:gd name="T13" fmla="*/ 0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2"/>
                    <a:gd name="T22" fmla="*/ 0 h 16"/>
                    <a:gd name="T23" fmla="*/ 32 w 32"/>
                    <a:gd name="T24" fmla="*/ 16 h 1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2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8" y="5"/>
                      </a:lnTo>
                      <a:lnTo>
                        <a:pt x="18" y="15"/>
                      </a:lnTo>
                      <a:lnTo>
                        <a:pt x="31" y="15"/>
                      </a:lnTo>
                      <a:lnTo>
                        <a:pt x="3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4" name="Freeform 330">
                  <a:extLst>
                    <a:ext uri="{FF2B5EF4-FFF2-40B4-BE49-F238E27FC236}">
                      <a16:creationId xmlns:a16="http://schemas.microsoft.com/office/drawing/2014/main" id="{0BDBAFCC-0D10-B545-9BB2-325063B3C8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3495"/>
                  <a:ext cx="24" cy="83"/>
                </a:xfrm>
                <a:custGeom>
                  <a:avLst/>
                  <a:gdLst>
                    <a:gd name="T0" fmla="*/ 8 w 24"/>
                    <a:gd name="T1" fmla="*/ 0 h 83"/>
                    <a:gd name="T2" fmla="*/ 8 w 24"/>
                    <a:gd name="T3" fmla="*/ 2 h 83"/>
                    <a:gd name="T4" fmla="*/ 10 w 24"/>
                    <a:gd name="T5" fmla="*/ 2 h 83"/>
                    <a:gd name="T6" fmla="*/ 10 w 24"/>
                    <a:gd name="T7" fmla="*/ 4 h 83"/>
                    <a:gd name="T8" fmla="*/ 13 w 24"/>
                    <a:gd name="T9" fmla="*/ 4 h 83"/>
                    <a:gd name="T10" fmla="*/ 13 w 24"/>
                    <a:gd name="T11" fmla="*/ 7 h 83"/>
                    <a:gd name="T12" fmla="*/ 15 w 24"/>
                    <a:gd name="T13" fmla="*/ 7 h 83"/>
                    <a:gd name="T14" fmla="*/ 15 w 24"/>
                    <a:gd name="T15" fmla="*/ 11 h 83"/>
                    <a:gd name="T16" fmla="*/ 17 w 24"/>
                    <a:gd name="T17" fmla="*/ 11 h 83"/>
                    <a:gd name="T18" fmla="*/ 17 w 24"/>
                    <a:gd name="T19" fmla="*/ 15 h 83"/>
                    <a:gd name="T20" fmla="*/ 19 w 24"/>
                    <a:gd name="T21" fmla="*/ 17 h 83"/>
                    <a:gd name="T22" fmla="*/ 19 w 24"/>
                    <a:gd name="T23" fmla="*/ 21 h 83"/>
                    <a:gd name="T24" fmla="*/ 21 w 24"/>
                    <a:gd name="T25" fmla="*/ 21 h 83"/>
                    <a:gd name="T26" fmla="*/ 21 w 24"/>
                    <a:gd name="T27" fmla="*/ 30 h 83"/>
                    <a:gd name="T28" fmla="*/ 23 w 24"/>
                    <a:gd name="T29" fmla="*/ 32 h 83"/>
                    <a:gd name="T30" fmla="*/ 23 w 24"/>
                    <a:gd name="T31" fmla="*/ 50 h 83"/>
                    <a:gd name="T32" fmla="*/ 21 w 24"/>
                    <a:gd name="T33" fmla="*/ 50 h 83"/>
                    <a:gd name="T34" fmla="*/ 21 w 24"/>
                    <a:gd name="T35" fmla="*/ 66 h 83"/>
                    <a:gd name="T36" fmla="*/ 19 w 24"/>
                    <a:gd name="T37" fmla="*/ 66 h 83"/>
                    <a:gd name="T38" fmla="*/ 19 w 24"/>
                    <a:gd name="T39" fmla="*/ 70 h 83"/>
                    <a:gd name="T40" fmla="*/ 17 w 24"/>
                    <a:gd name="T41" fmla="*/ 70 h 83"/>
                    <a:gd name="T42" fmla="*/ 17 w 24"/>
                    <a:gd name="T43" fmla="*/ 73 h 83"/>
                    <a:gd name="T44" fmla="*/ 15 w 24"/>
                    <a:gd name="T45" fmla="*/ 73 h 83"/>
                    <a:gd name="T46" fmla="*/ 15 w 24"/>
                    <a:gd name="T47" fmla="*/ 80 h 83"/>
                    <a:gd name="T48" fmla="*/ 13 w 24"/>
                    <a:gd name="T49" fmla="*/ 80 h 83"/>
                    <a:gd name="T50" fmla="*/ 13 w 24"/>
                    <a:gd name="T51" fmla="*/ 82 h 83"/>
                    <a:gd name="T52" fmla="*/ 4 w 24"/>
                    <a:gd name="T53" fmla="*/ 82 h 83"/>
                    <a:gd name="T54" fmla="*/ 4 w 24"/>
                    <a:gd name="T55" fmla="*/ 80 h 83"/>
                    <a:gd name="T56" fmla="*/ 6 w 24"/>
                    <a:gd name="T57" fmla="*/ 80 h 83"/>
                    <a:gd name="T58" fmla="*/ 6 w 24"/>
                    <a:gd name="T59" fmla="*/ 73 h 83"/>
                    <a:gd name="T60" fmla="*/ 8 w 24"/>
                    <a:gd name="T61" fmla="*/ 73 h 83"/>
                    <a:gd name="T62" fmla="*/ 8 w 24"/>
                    <a:gd name="T63" fmla="*/ 70 h 83"/>
                    <a:gd name="T64" fmla="*/ 10 w 24"/>
                    <a:gd name="T65" fmla="*/ 70 h 83"/>
                    <a:gd name="T66" fmla="*/ 10 w 24"/>
                    <a:gd name="T67" fmla="*/ 66 h 83"/>
                    <a:gd name="T68" fmla="*/ 13 w 24"/>
                    <a:gd name="T69" fmla="*/ 66 h 83"/>
                    <a:gd name="T70" fmla="*/ 13 w 24"/>
                    <a:gd name="T71" fmla="*/ 50 h 83"/>
                    <a:gd name="T72" fmla="*/ 15 w 24"/>
                    <a:gd name="T73" fmla="*/ 50 h 83"/>
                    <a:gd name="T74" fmla="*/ 13 w 24"/>
                    <a:gd name="T75" fmla="*/ 48 h 83"/>
                    <a:gd name="T76" fmla="*/ 13 w 24"/>
                    <a:gd name="T77" fmla="*/ 32 h 83"/>
                    <a:gd name="T78" fmla="*/ 10 w 24"/>
                    <a:gd name="T79" fmla="*/ 30 h 83"/>
                    <a:gd name="T80" fmla="*/ 10 w 24"/>
                    <a:gd name="T81" fmla="*/ 17 h 83"/>
                    <a:gd name="T82" fmla="*/ 8 w 24"/>
                    <a:gd name="T83" fmla="*/ 15 h 83"/>
                    <a:gd name="T84" fmla="*/ 8 w 24"/>
                    <a:gd name="T85" fmla="*/ 11 h 83"/>
                    <a:gd name="T86" fmla="*/ 6 w 24"/>
                    <a:gd name="T87" fmla="*/ 11 h 83"/>
                    <a:gd name="T88" fmla="*/ 6 w 24"/>
                    <a:gd name="T89" fmla="*/ 7 h 83"/>
                    <a:gd name="T90" fmla="*/ 4 w 24"/>
                    <a:gd name="T91" fmla="*/ 7 h 83"/>
                    <a:gd name="T92" fmla="*/ 4 w 24"/>
                    <a:gd name="T93" fmla="*/ 4 h 83"/>
                    <a:gd name="T94" fmla="*/ 2 w 24"/>
                    <a:gd name="T95" fmla="*/ 4 h 83"/>
                    <a:gd name="T96" fmla="*/ 2 w 24"/>
                    <a:gd name="T97" fmla="*/ 2 h 83"/>
                    <a:gd name="T98" fmla="*/ 0 w 24"/>
                    <a:gd name="T99" fmla="*/ 2 h 83"/>
                    <a:gd name="T100" fmla="*/ 0 w 24"/>
                    <a:gd name="T101" fmla="*/ 0 h 83"/>
                    <a:gd name="T102" fmla="*/ 8 w 24"/>
                    <a:gd name="T103" fmla="*/ 0 h 8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4"/>
                    <a:gd name="T157" fmla="*/ 0 h 83"/>
                    <a:gd name="T158" fmla="*/ 24 w 24"/>
                    <a:gd name="T159" fmla="*/ 83 h 8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4" h="83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3" y="4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7" y="15"/>
                      </a:lnTo>
                      <a:lnTo>
                        <a:pt x="19" y="17"/>
                      </a:lnTo>
                      <a:lnTo>
                        <a:pt x="19" y="21"/>
                      </a:lnTo>
                      <a:lnTo>
                        <a:pt x="21" y="21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9" y="70"/>
                      </a:lnTo>
                      <a:lnTo>
                        <a:pt x="17" y="70"/>
                      </a:lnTo>
                      <a:lnTo>
                        <a:pt x="17" y="73"/>
                      </a:lnTo>
                      <a:lnTo>
                        <a:pt x="15" y="73"/>
                      </a:lnTo>
                      <a:lnTo>
                        <a:pt x="15" y="80"/>
                      </a:lnTo>
                      <a:lnTo>
                        <a:pt x="13" y="80"/>
                      </a:lnTo>
                      <a:lnTo>
                        <a:pt x="13" y="82"/>
                      </a:lnTo>
                      <a:lnTo>
                        <a:pt x="4" y="82"/>
                      </a:lnTo>
                      <a:lnTo>
                        <a:pt x="4" y="80"/>
                      </a:lnTo>
                      <a:lnTo>
                        <a:pt x="6" y="80"/>
                      </a:lnTo>
                      <a:lnTo>
                        <a:pt x="6" y="73"/>
                      </a:lnTo>
                      <a:lnTo>
                        <a:pt x="8" y="73"/>
                      </a:lnTo>
                      <a:lnTo>
                        <a:pt x="8" y="70"/>
                      </a:lnTo>
                      <a:lnTo>
                        <a:pt x="10" y="70"/>
                      </a:lnTo>
                      <a:lnTo>
                        <a:pt x="10" y="66"/>
                      </a:lnTo>
                      <a:lnTo>
                        <a:pt x="13" y="66"/>
                      </a:lnTo>
                      <a:lnTo>
                        <a:pt x="13" y="50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3" y="32"/>
                      </a:lnTo>
                      <a:lnTo>
                        <a:pt x="10" y="30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5" name="Freeform 331">
                  <a:extLst>
                    <a:ext uri="{FF2B5EF4-FFF2-40B4-BE49-F238E27FC236}">
                      <a16:creationId xmlns:a16="http://schemas.microsoft.com/office/drawing/2014/main" id="{3237CE22-EA52-A540-8420-99CAC7C7B9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59" y="3399"/>
                  <a:ext cx="15" cy="203"/>
                </a:xfrm>
                <a:custGeom>
                  <a:avLst/>
                  <a:gdLst>
                    <a:gd name="T0" fmla="*/ 0 w 15"/>
                    <a:gd name="T1" fmla="*/ 2 h 203"/>
                    <a:gd name="T2" fmla="*/ 0 w 15"/>
                    <a:gd name="T3" fmla="*/ 190 h 203"/>
                    <a:gd name="T4" fmla="*/ 2 w 15"/>
                    <a:gd name="T5" fmla="*/ 193 h 203"/>
                    <a:gd name="T6" fmla="*/ 4 w 15"/>
                    <a:gd name="T7" fmla="*/ 198 h 203"/>
                    <a:gd name="T8" fmla="*/ 8 w 15"/>
                    <a:gd name="T9" fmla="*/ 200 h 203"/>
                    <a:gd name="T10" fmla="*/ 12 w 15"/>
                    <a:gd name="T11" fmla="*/ 202 h 203"/>
                    <a:gd name="T12" fmla="*/ 14 w 15"/>
                    <a:gd name="T13" fmla="*/ 202 h 203"/>
                    <a:gd name="T14" fmla="*/ 14 w 15"/>
                    <a:gd name="T15" fmla="*/ 0 h 203"/>
                    <a:gd name="T16" fmla="*/ 0 w 15"/>
                    <a:gd name="T17" fmla="*/ 2 h 20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03"/>
                    <a:gd name="T29" fmla="*/ 15 w 15"/>
                    <a:gd name="T30" fmla="*/ 203 h 20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03">
                      <a:moveTo>
                        <a:pt x="0" y="2"/>
                      </a:moveTo>
                      <a:lnTo>
                        <a:pt x="0" y="190"/>
                      </a:lnTo>
                      <a:lnTo>
                        <a:pt x="2" y="193"/>
                      </a:lnTo>
                      <a:lnTo>
                        <a:pt x="4" y="198"/>
                      </a:lnTo>
                      <a:lnTo>
                        <a:pt x="8" y="200"/>
                      </a:lnTo>
                      <a:lnTo>
                        <a:pt x="12" y="202"/>
                      </a:lnTo>
                      <a:lnTo>
                        <a:pt x="14" y="202"/>
                      </a:lnTo>
                      <a:lnTo>
                        <a:pt x="1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6" name="Freeform 332">
                  <a:extLst>
                    <a:ext uri="{FF2B5EF4-FFF2-40B4-BE49-F238E27FC236}">
                      <a16:creationId xmlns:a16="http://schemas.microsoft.com/office/drawing/2014/main" id="{0CDC2AB5-8AB9-154E-A8E5-C25891C1CBF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59"/>
                  <a:ext cx="127" cy="151"/>
                </a:xfrm>
                <a:custGeom>
                  <a:avLst/>
                  <a:gdLst>
                    <a:gd name="T0" fmla="*/ 0 w 127"/>
                    <a:gd name="T1" fmla="*/ 6 h 151"/>
                    <a:gd name="T2" fmla="*/ 0 w 127"/>
                    <a:gd name="T3" fmla="*/ 148 h 151"/>
                    <a:gd name="T4" fmla="*/ 126 w 127"/>
                    <a:gd name="T5" fmla="*/ 150 h 151"/>
                    <a:gd name="T6" fmla="*/ 124 w 127"/>
                    <a:gd name="T7" fmla="*/ 0 h 151"/>
                    <a:gd name="T8" fmla="*/ 0 w 127"/>
                    <a:gd name="T9" fmla="*/ 6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51"/>
                    <a:gd name="T17" fmla="*/ 127 w 127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51">
                      <a:moveTo>
                        <a:pt x="0" y="6"/>
                      </a:moveTo>
                      <a:lnTo>
                        <a:pt x="0" y="148"/>
                      </a:lnTo>
                      <a:lnTo>
                        <a:pt x="126" y="150"/>
                      </a:lnTo>
                      <a:lnTo>
                        <a:pt x="124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7" name="Freeform 333">
                  <a:extLst>
                    <a:ext uri="{FF2B5EF4-FFF2-40B4-BE49-F238E27FC236}">
                      <a16:creationId xmlns:a16="http://schemas.microsoft.com/office/drawing/2014/main" id="{3B2F86C5-A8F6-144F-A110-1207545169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8" y="3359"/>
                  <a:ext cx="14" cy="14"/>
                </a:xfrm>
                <a:custGeom>
                  <a:avLst/>
                  <a:gdLst>
                    <a:gd name="T0" fmla="*/ 0 w 14"/>
                    <a:gd name="T1" fmla="*/ 0 h 14"/>
                    <a:gd name="T2" fmla="*/ 0 w 14"/>
                    <a:gd name="T3" fmla="*/ 9 h 14"/>
                    <a:gd name="T4" fmla="*/ 6 w 14"/>
                    <a:gd name="T5" fmla="*/ 11 h 14"/>
                    <a:gd name="T6" fmla="*/ 8 w 14"/>
                    <a:gd name="T7" fmla="*/ 13 h 14"/>
                    <a:gd name="T8" fmla="*/ 13 w 14"/>
                    <a:gd name="T9" fmla="*/ 13 h 14"/>
                    <a:gd name="T10" fmla="*/ 13 w 14"/>
                    <a:gd name="T11" fmla="*/ 0 h 14"/>
                    <a:gd name="T12" fmla="*/ 0 w 14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6" y="11"/>
                      </a:lnTo>
                      <a:lnTo>
                        <a:pt x="8" y="13"/>
                      </a:lnTo>
                      <a:lnTo>
                        <a:pt x="13" y="13"/>
                      </a:lnTo>
                      <a:lnTo>
                        <a:pt x="1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8" name="Freeform 334">
                  <a:extLst>
                    <a:ext uri="{FF2B5EF4-FFF2-40B4-BE49-F238E27FC236}">
                      <a16:creationId xmlns:a16="http://schemas.microsoft.com/office/drawing/2014/main" id="{0B34B846-DC0C-CD43-90F8-1AE2B93F66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59"/>
                  <a:ext cx="122" cy="23"/>
                </a:xfrm>
                <a:custGeom>
                  <a:avLst/>
                  <a:gdLst>
                    <a:gd name="T0" fmla="*/ 0 w 122"/>
                    <a:gd name="T1" fmla="*/ 7 h 23"/>
                    <a:gd name="T2" fmla="*/ 0 w 122"/>
                    <a:gd name="T3" fmla="*/ 18 h 23"/>
                    <a:gd name="T4" fmla="*/ 10 w 122"/>
                    <a:gd name="T5" fmla="*/ 22 h 23"/>
                    <a:gd name="T6" fmla="*/ 104 w 122"/>
                    <a:gd name="T7" fmla="*/ 14 h 23"/>
                    <a:gd name="T8" fmla="*/ 107 w 122"/>
                    <a:gd name="T9" fmla="*/ 9 h 23"/>
                    <a:gd name="T10" fmla="*/ 119 w 122"/>
                    <a:gd name="T11" fmla="*/ 9 h 23"/>
                    <a:gd name="T12" fmla="*/ 121 w 122"/>
                    <a:gd name="T13" fmla="*/ 0 h 23"/>
                    <a:gd name="T14" fmla="*/ 0 w 122"/>
                    <a:gd name="T15" fmla="*/ 7 h 2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22"/>
                    <a:gd name="T25" fmla="*/ 0 h 23"/>
                    <a:gd name="T26" fmla="*/ 122 w 122"/>
                    <a:gd name="T27" fmla="*/ 23 h 2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22" h="23">
                      <a:moveTo>
                        <a:pt x="0" y="7"/>
                      </a:moveTo>
                      <a:lnTo>
                        <a:pt x="0" y="18"/>
                      </a:lnTo>
                      <a:lnTo>
                        <a:pt x="10" y="22"/>
                      </a:lnTo>
                      <a:lnTo>
                        <a:pt x="104" y="14"/>
                      </a:lnTo>
                      <a:lnTo>
                        <a:pt x="107" y="9"/>
                      </a:lnTo>
                      <a:lnTo>
                        <a:pt x="119" y="9"/>
                      </a:lnTo>
                      <a:lnTo>
                        <a:pt x="121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599" name="Oval 335">
                  <a:extLst>
                    <a:ext uri="{FF2B5EF4-FFF2-40B4-BE49-F238E27FC236}">
                      <a16:creationId xmlns:a16="http://schemas.microsoft.com/office/drawing/2014/main" id="{C6608007-3CE2-6C40-A2A5-12D97C171F9C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15" y="4070"/>
                  <a:ext cx="7" cy="2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00" name="Oval 336">
                  <a:extLst>
                    <a:ext uri="{FF2B5EF4-FFF2-40B4-BE49-F238E27FC236}">
                      <a16:creationId xmlns:a16="http://schemas.microsoft.com/office/drawing/2014/main" id="{5CCE2D91-4407-4947-BCAB-C0BC328D395F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585" y="4099"/>
                  <a:ext cx="8" cy="1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01" name="Freeform 337">
                  <a:extLst>
                    <a:ext uri="{FF2B5EF4-FFF2-40B4-BE49-F238E27FC236}">
                      <a16:creationId xmlns:a16="http://schemas.microsoft.com/office/drawing/2014/main" id="{874F8A07-FC0A-3341-8934-1263637C98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86"/>
                  <a:ext cx="9" cy="20"/>
                </a:xfrm>
                <a:custGeom>
                  <a:avLst/>
                  <a:gdLst>
                    <a:gd name="T0" fmla="*/ 0 w 9"/>
                    <a:gd name="T1" fmla="*/ 0 h 20"/>
                    <a:gd name="T2" fmla="*/ 0 w 9"/>
                    <a:gd name="T3" fmla="*/ 17 h 20"/>
                    <a:gd name="T4" fmla="*/ 2 w 9"/>
                    <a:gd name="T5" fmla="*/ 19 h 20"/>
                    <a:gd name="T6" fmla="*/ 6 w 9"/>
                    <a:gd name="T7" fmla="*/ 19 h 20"/>
                    <a:gd name="T8" fmla="*/ 8 w 9"/>
                    <a:gd name="T9" fmla="*/ 17 h 20"/>
                    <a:gd name="T10" fmla="*/ 8 w 9"/>
                    <a:gd name="T11" fmla="*/ 0 h 20"/>
                    <a:gd name="T12" fmla="*/ 0 w 9"/>
                    <a:gd name="T13" fmla="*/ 0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"/>
                    <a:gd name="T22" fmla="*/ 0 h 20"/>
                    <a:gd name="T23" fmla="*/ 9 w 9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" h="20">
                      <a:moveTo>
                        <a:pt x="0" y="0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2" name="Freeform 338">
                  <a:extLst>
                    <a:ext uri="{FF2B5EF4-FFF2-40B4-BE49-F238E27FC236}">
                      <a16:creationId xmlns:a16="http://schemas.microsoft.com/office/drawing/2014/main" id="{778F1FC7-D53B-9F44-BE7E-8AB3674B00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1" y="4056"/>
                  <a:ext cx="6" cy="20"/>
                </a:xfrm>
                <a:custGeom>
                  <a:avLst/>
                  <a:gdLst>
                    <a:gd name="T0" fmla="*/ 0 w 6"/>
                    <a:gd name="T1" fmla="*/ 2 h 20"/>
                    <a:gd name="T2" fmla="*/ 0 w 6"/>
                    <a:gd name="T3" fmla="*/ 17 h 20"/>
                    <a:gd name="T4" fmla="*/ 2 w 6"/>
                    <a:gd name="T5" fmla="*/ 19 h 20"/>
                    <a:gd name="T6" fmla="*/ 3 w 6"/>
                    <a:gd name="T7" fmla="*/ 19 h 20"/>
                    <a:gd name="T8" fmla="*/ 5 w 6"/>
                    <a:gd name="T9" fmla="*/ 17 h 20"/>
                    <a:gd name="T10" fmla="*/ 5 w 6"/>
                    <a:gd name="T11" fmla="*/ 0 h 20"/>
                    <a:gd name="T12" fmla="*/ 0 w 6"/>
                    <a:gd name="T13" fmla="*/ 2 h 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"/>
                    <a:gd name="T22" fmla="*/ 0 h 20"/>
                    <a:gd name="T23" fmla="*/ 6 w 6"/>
                    <a:gd name="T24" fmla="*/ 20 h 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" h="20">
                      <a:moveTo>
                        <a:pt x="0" y="2"/>
                      </a:moveTo>
                      <a:lnTo>
                        <a:pt x="0" y="17"/>
                      </a:lnTo>
                      <a:lnTo>
                        <a:pt x="2" y="19"/>
                      </a:lnTo>
                      <a:lnTo>
                        <a:pt x="3" y="19"/>
                      </a:lnTo>
                      <a:lnTo>
                        <a:pt x="5" y="17"/>
                      </a:lnTo>
                      <a:lnTo>
                        <a:pt x="5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3" name="Oval 339">
                  <a:extLst>
                    <a:ext uri="{FF2B5EF4-FFF2-40B4-BE49-F238E27FC236}">
                      <a16:creationId xmlns:a16="http://schemas.microsoft.com/office/drawing/2014/main" id="{C3D83D69-1034-FD46-9CA8-C349852B2F2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899" y="4025"/>
                  <a:ext cx="6" cy="5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04" name="Freeform 340">
                  <a:extLst>
                    <a:ext uri="{FF2B5EF4-FFF2-40B4-BE49-F238E27FC236}">
                      <a16:creationId xmlns:a16="http://schemas.microsoft.com/office/drawing/2014/main" id="{FA2743EE-CC8C-AD48-B788-4A24C6F4FC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900" y="4014"/>
                  <a:ext cx="8" cy="18"/>
                </a:xfrm>
                <a:custGeom>
                  <a:avLst/>
                  <a:gdLst>
                    <a:gd name="T0" fmla="*/ 0 w 8"/>
                    <a:gd name="T1" fmla="*/ 0 h 18"/>
                    <a:gd name="T2" fmla="*/ 0 w 8"/>
                    <a:gd name="T3" fmla="*/ 15 h 18"/>
                    <a:gd name="T4" fmla="*/ 2 w 8"/>
                    <a:gd name="T5" fmla="*/ 17 h 18"/>
                    <a:gd name="T6" fmla="*/ 7 w 8"/>
                    <a:gd name="T7" fmla="*/ 17 h 18"/>
                    <a:gd name="T8" fmla="*/ 7 w 8"/>
                    <a:gd name="T9" fmla="*/ 15 h 18"/>
                    <a:gd name="T10" fmla="*/ 7 w 8"/>
                    <a:gd name="T11" fmla="*/ 0 h 18"/>
                    <a:gd name="T12" fmla="*/ 0 w 8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"/>
                    <a:gd name="T22" fmla="*/ 0 h 18"/>
                    <a:gd name="T23" fmla="*/ 8 w 8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" h="18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5" name="Freeform 341">
                  <a:extLst>
                    <a:ext uri="{FF2B5EF4-FFF2-40B4-BE49-F238E27FC236}">
                      <a16:creationId xmlns:a16="http://schemas.microsoft.com/office/drawing/2014/main" id="{E094F6C5-C444-7A42-934B-8063E2A3640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896" y="3998"/>
                  <a:ext cx="22" cy="18"/>
                </a:xfrm>
                <a:custGeom>
                  <a:avLst/>
                  <a:gdLst>
                    <a:gd name="T0" fmla="*/ 0 w 22"/>
                    <a:gd name="T1" fmla="*/ 2 h 18"/>
                    <a:gd name="T2" fmla="*/ 0 w 22"/>
                    <a:gd name="T3" fmla="*/ 15 h 18"/>
                    <a:gd name="T4" fmla="*/ 7 w 22"/>
                    <a:gd name="T5" fmla="*/ 17 h 18"/>
                    <a:gd name="T6" fmla="*/ 21 w 22"/>
                    <a:gd name="T7" fmla="*/ 15 h 18"/>
                    <a:gd name="T8" fmla="*/ 21 w 22"/>
                    <a:gd name="T9" fmla="*/ 0 h 18"/>
                    <a:gd name="T10" fmla="*/ 0 w 22"/>
                    <a:gd name="T11" fmla="*/ 2 h 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18"/>
                    <a:gd name="T20" fmla="*/ 22 w 22"/>
                    <a:gd name="T21" fmla="*/ 18 h 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18">
                      <a:moveTo>
                        <a:pt x="0" y="2"/>
                      </a:moveTo>
                      <a:lnTo>
                        <a:pt x="0" y="15"/>
                      </a:lnTo>
                      <a:lnTo>
                        <a:pt x="7" y="17"/>
                      </a:lnTo>
                      <a:lnTo>
                        <a:pt x="21" y="15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6" name="Line 342">
                  <a:extLst>
                    <a:ext uri="{FF2B5EF4-FFF2-40B4-BE49-F238E27FC236}">
                      <a16:creationId xmlns:a16="http://schemas.microsoft.com/office/drawing/2014/main" id="{BD3A9F9E-EAC7-2840-97D2-6C08B959143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903" y="3998"/>
                  <a:ext cx="0" cy="2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07" name="Freeform 343">
                  <a:extLst>
                    <a:ext uri="{FF2B5EF4-FFF2-40B4-BE49-F238E27FC236}">
                      <a16:creationId xmlns:a16="http://schemas.microsoft.com/office/drawing/2014/main" id="{CB686715-D989-0C46-8BF7-CAEC460A6A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606"/>
                  <a:ext cx="189" cy="13"/>
                </a:xfrm>
                <a:custGeom>
                  <a:avLst/>
                  <a:gdLst>
                    <a:gd name="T0" fmla="*/ 2 w 189"/>
                    <a:gd name="T1" fmla="*/ 0 h 13"/>
                    <a:gd name="T2" fmla="*/ 0 w 189"/>
                    <a:gd name="T3" fmla="*/ 5 h 13"/>
                    <a:gd name="T4" fmla="*/ 188 w 189"/>
                    <a:gd name="T5" fmla="*/ 12 h 13"/>
                    <a:gd name="T6" fmla="*/ 188 w 189"/>
                    <a:gd name="T7" fmla="*/ 8 h 13"/>
                    <a:gd name="T8" fmla="*/ 2 w 189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9"/>
                    <a:gd name="T16" fmla="*/ 0 h 13"/>
                    <a:gd name="T17" fmla="*/ 189 w 189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9" h="13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88" y="12"/>
                      </a:lnTo>
                      <a:lnTo>
                        <a:pt x="188" y="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8" name="Freeform 344">
                  <a:extLst>
                    <a:ext uri="{FF2B5EF4-FFF2-40B4-BE49-F238E27FC236}">
                      <a16:creationId xmlns:a16="http://schemas.microsoft.com/office/drawing/2014/main" id="{E8273BDF-ECA5-AA45-8D94-522EB2B888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2" y="3602"/>
                  <a:ext cx="32" cy="12"/>
                </a:xfrm>
                <a:custGeom>
                  <a:avLst/>
                  <a:gdLst>
                    <a:gd name="T0" fmla="*/ 31 w 32"/>
                    <a:gd name="T1" fmla="*/ 7 h 12"/>
                    <a:gd name="T2" fmla="*/ 31 w 32"/>
                    <a:gd name="T3" fmla="*/ 0 h 12"/>
                    <a:gd name="T4" fmla="*/ 0 w 32"/>
                    <a:gd name="T5" fmla="*/ 0 h 12"/>
                    <a:gd name="T6" fmla="*/ 0 w 32"/>
                    <a:gd name="T7" fmla="*/ 6 h 12"/>
                    <a:gd name="T8" fmla="*/ 8 w 32"/>
                    <a:gd name="T9" fmla="*/ 9 h 12"/>
                    <a:gd name="T10" fmla="*/ 18 w 32"/>
                    <a:gd name="T11" fmla="*/ 11 h 12"/>
                    <a:gd name="T12" fmla="*/ 25 w 32"/>
                    <a:gd name="T13" fmla="*/ 9 h 12"/>
                    <a:gd name="T14" fmla="*/ 31 w 32"/>
                    <a:gd name="T15" fmla="*/ 7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2"/>
                    <a:gd name="T25" fmla="*/ 0 h 12"/>
                    <a:gd name="T26" fmla="*/ 32 w 32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2" h="12">
                      <a:moveTo>
                        <a:pt x="31" y="7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9"/>
                      </a:lnTo>
                      <a:lnTo>
                        <a:pt x="18" y="11"/>
                      </a:lnTo>
                      <a:lnTo>
                        <a:pt x="25" y="9"/>
                      </a:lnTo>
                      <a:lnTo>
                        <a:pt x="31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09" name="Freeform 345">
                  <a:extLst>
                    <a:ext uri="{FF2B5EF4-FFF2-40B4-BE49-F238E27FC236}">
                      <a16:creationId xmlns:a16="http://schemas.microsoft.com/office/drawing/2014/main" id="{6D95EBB0-C062-6F44-81F1-92289D54DB1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24"/>
                  <a:ext cx="223" cy="26"/>
                </a:xfrm>
                <a:custGeom>
                  <a:avLst/>
                  <a:gdLst>
                    <a:gd name="T0" fmla="*/ 0 w 223"/>
                    <a:gd name="T1" fmla="*/ 19 h 26"/>
                    <a:gd name="T2" fmla="*/ 0 w 223"/>
                    <a:gd name="T3" fmla="*/ 25 h 26"/>
                    <a:gd name="T4" fmla="*/ 222 w 223"/>
                    <a:gd name="T5" fmla="*/ 8 h 26"/>
                    <a:gd name="T6" fmla="*/ 222 w 223"/>
                    <a:gd name="T7" fmla="*/ 0 h 26"/>
                    <a:gd name="T8" fmla="*/ 0 w 223"/>
                    <a:gd name="T9" fmla="*/ 19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"/>
                    <a:gd name="T16" fmla="*/ 0 h 26"/>
                    <a:gd name="T17" fmla="*/ 223 w 223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" h="26">
                      <a:moveTo>
                        <a:pt x="0" y="19"/>
                      </a:moveTo>
                      <a:lnTo>
                        <a:pt x="0" y="25"/>
                      </a:lnTo>
                      <a:lnTo>
                        <a:pt x="222" y="8"/>
                      </a:lnTo>
                      <a:lnTo>
                        <a:pt x="222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0" name="Freeform 346">
                  <a:extLst>
                    <a:ext uri="{FF2B5EF4-FFF2-40B4-BE49-F238E27FC236}">
                      <a16:creationId xmlns:a16="http://schemas.microsoft.com/office/drawing/2014/main" id="{A905E8F9-E7C5-3E4A-B164-5046963594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2" y="3322"/>
                  <a:ext cx="26" cy="466"/>
                </a:xfrm>
                <a:custGeom>
                  <a:avLst/>
                  <a:gdLst>
                    <a:gd name="T0" fmla="*/ 0 w 26"/>
                    <a:gd name="T1" fmla="*/ 0 h 466"/>
                    <a:gd name="T2" fmla="*/ 4 w 26"/>
                    <a:gd name="T3" fmla="*/ 463 h 466"/>
                    <a:gd name="T4" fmla="*/ 10 w 26"/>
                    <a:gd name="T5" fmla="*/ 465 h 466"/>
                    <a:gd name="T6" fmla="*/ 16 w 26"/>
                    <a:gd name="T7" fmla="*/ 443 h 466"/>
                    <a:gd name="T8" fmla="*/ 10 w 26"/>
                    <a:gd name="T9" fmla="*/ 13 h 466"/>
                    <a:gd name="T10" fmla="*/ 25 w 26"/>
                    <a:gd name="T11" fmla="*/ 13 h 466"/>
                    <a:gd name="T12" fmla="*/ 25 w 26"/>
                    <a:gd name="T13" fmla="*/ 0 h 466"/>
                    <a:gd name="T14" fmla="*/ 0 w 26"/>
                    <a:gd name="T15" fmla="*/ 0 h 46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"/>
                    <a:gd name="T25" fmla="*/ 0 h 466"/>
                    <a:gd name="T26" fmla="*/ 26 w 26"/>
                    <a:gd name="T27" fmla="*/ 466 h 46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" h="466">
                      <a:moveTo>
                        <a:pt x="0" y="0"/>
                      </a:moveTo>
                      <a:lnTo>
                        <a:pt x="4" y="463"/>
                      </a:lnTo>
                      <a:lnTo>
                        <a:pt x="10" y="465"/>
                      </a:lnTo>
                      <a:lnTo>
                        <a:pt x="16" y="443"/>
                      </a:lnTo>
                      <a:lnTo>
                        <a:pt x="10" y="13"/>
                      </a:lnTo>
                      <a:lnTo>
                        <a:pt x="25" y="13"/>
                      </a:lnTo>
                      <a:lnTo>
                        <a:pt x="2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1" name="Freeform 347">
                  <a:extLst>
                    <a:ext uri="{FF2B5EF4-FFF2-40B4-BE49-F238E27FC236}">
                      <a16:creationId xmlns:a16="http://schemas.microsoft.com/office/drawing/2014/main" id="{0D397046-D865-0C46-AEE2-2616F9C00E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1" y="3827"/>
                  <a:ext cx="51" cy="162"/>
                </a:xfrm>
                <a:custGeom>
                  <a:avLst/>
                  <a:gdLst>
                    <a:gd name="T0" fmla="*/ 2 w 51"/>
                    <a:gd name="T1" fmla="*/ 146 h 162"/>
                    <a:gd name="T2" fmla="*/ 4 w 51"/>
                    <a:gd name="T3" fmla="*/ 144 h 162"/>
                    <a:gd name="T4" fmla="*/ 8 w 51"/>
                    <a:gd name="T5" fmla="*/ 142 h 162"/>
                    <a:gd name="T6" fmla="*/ 11 w 51"/>
                    <a:gd name="T7" fmla="*/ 139 h 162"/>
                    <a:gd name="T8" fmla="*/ 17 w 51"/>
                    <a:gd name="T9" fmla="*/ 131 h 162"/>
                    <a:gd name="T10" fmla="*/ 21 w 51"/>
                    <a:gd name="T11" fmla="*/ 120 h 162"/>
                    <a:gd name="T12" fmla="*/ 25 w 51"/>
                    <a:gd name="T13" fmla="*/ 111 h 162"/>
                    <a:gd name="T14" fmla="*/ 29 w 51"/>
                    <a:gd name="T15" fmla="*/ 90 h 162"/>
                    <a:gd name="T16" fmla="*/ 31 w 51"/>
                    <a:gd name="T17" fmla="*/ 64 h 162"/>
                    <a:gd name="T18" fmla="*/ 33 w 51"/>
                    <a:gd name="T19" fmla="*/ 54 h 162"/>
                    <a:gd name="T20" fmla="*/ 33 w 51"/>
                    <a:gd name="T21" fmla="*/ 46 h 162"/>
                    <a:gd name="T22" fmla="*/ 34 w 51"/>
                    <a:gd name="T23" fmla="*/ 39 h 162"/>
                    <a:gd name="T24" fmla="*/ 34 w 51"/>
                    <a:gd name="T25" fmla="*/ 28 h 162"/>
                    <a:gd name="T26" fmla="*/ 36 w 51"/>
                    <a:gd name="T27" fmla="*/ 2 h 162"/>
                    <a:gd name="T28" fmla="*/ 48 w 51"/>
                    <a:gd name="T29" fmla="*/ 0 h 162"/>
                    <a:gd name="T30" fmla="*/ 50 w 51"/>
                    <a:gd name="T31" fmla="*/ 26 h 162"/>
                    <a:gd name="T32" fmla="*/ 48 w 51"/>
                    <a:gd name="T33" fmla="*/ 42 h 162"/>
                    <a:gd name="T34" fmla="*/ 48 w 51"/>
                    <a:gd name="T35" fmla="*/ 52 h 162"/>
                    <a:gd name="T36" fmla="*/ 46 w 51"/>
                    <a:gd name="T37" fmla="*/ 63 h 162"/>
                    <a:gd name="T38" fmla="*/ 44 w 51"/>
                    <a:gd name="T39" fmla="*/ 74 h 162"/>
                    <a:gd name="T40" fmla="*/ 42 w 51"/>
                    <a:gd name="T41" fmla="*/ 89 h 162"/>
                    <a:gd name="T42" fmla="*/ 40 w 51"/>
                    <a:gd name="T43" fmla="*/ 111 h 162"/>
                    <a:gd name="T44" fmla="*/ 33 w 51"/>
                    <a:gd name="T45" fmla="*/ 131 h 162"/>
                    <a:gd name="T46" fmla="*/ 27 w 51"/>
                    <a:gd name="T47" fmla="*/ 144 h 162"/>
                    <a:gd name="T48" fmla="*/ 19 w 51"/>
                    <a:gd name="T49" fmla="*/ 159 h 162"/>
                    <a:gd name="T50" fmla="*/ 17 w 51"/>
                    <a:gd name="T51" fmla="*/ 161 h 162"/>
                    <a:gd name="T52" fmla="*/ 11 w 51"/>
                    <a:gd name="T53" fmla="*/ 159 h 162"/>
                    <a:gd name="T54" fmla="*/ 2 w 51"/>
                    <a:gd name="T55" fmla="*/ 155 h 162"/>
                    <a:gd name="T56" fmla="*/ 0 w 51"/>
                    <a:gd name="T57" fmla="*/ 148 h 162"/>
                    <a:gd name="T58" fmla="*/ 2 w 51"/>
                    <a:gd name="T59" fmla="*/ 146 h 162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51"/>
                    <a:gd name="T91" fmla="*/ 0 h 162"/>
                    <a:gd name="T92" fmla="*/ 51 w 51"/>
                    <a:gd name="T93" fmla="*/ 162 h 162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51" h="162">
                      <a:moveTo>
                        <a:pt x="2" y="146"/>
                      </a:moveTo>
                      <a:lnTo>
                        <a:pt x="4" y="144"/>
                      </a:lnTo>
                      <a:lnTo>
                        <a:pt x="8" y="142"/>
                      </a:lnTo>
                      <a:lnTo>
                        <a:pt x="11" y="139"/>
                      </a:lnTo>
                      <a:lnTo>
                        <a:pt x="17" y="131"/>
                      </a:lnTo>
                      <a:lnTo>
                        <a:pt x="21" y="120"/>
                      </a:lnTo>
                      <a:lnTo>
                        <a:pt x="25" y="111"/>
                      </a:lnTo>
                      <a:lnTo>
                        <a:pt x="29" y="90"/>
                      </a:lnTo>
                      <a:lnTo>
                        <a:pt x="31" y="64"/>
                      </a:lnTo>
                      <a:lnTo>
                        <a:pt x="33" y="54"/>
                      </a:lnTo>
                      <a:lnTo>
                        <a:pt x="33" y="46"/>
                      </a:lnTo>
                      <a:lnTo>
                        <a:pt x="34" y="39"/>
                      </a:lnTo>
                      <a:lnTo>
                        <a:pt x="34" y="28"/>
                      </a:lnTo>
                      <a:lnTo>
                        <a:pt x="36" y="2"/>
                      </a:lnTo>
                      <a:lnTo>
                        <a:pt x="48" y="0"/>
                      </a:lnTo>
                      <a:lnTo>
                        <a:pt x="50" y="26"/>
                      </a:lnTo>
                      <a:lnTo>
                        <a:pt x="48" y="42"/>
                      </a:lnTo>
                      <a:lnTo>
                        <a:pt x="48" y="52"/>
                      </a:lnTo>
                      <a:lnTo>
                        <a:pt x="46" y="63"/>
                      </a:lnTo>
                      <a:lnTo>
                        <a:pt x="44" y="74"/>
                      </a:lnTo>
                      <a:lnTo>
                        <a:pt x="42" y="89"/>
                      </a:lnTo>
                      <a:lnTo>
                        <a:pt x="40" y="111"/>
                      </a:lnTo>
                      <a:lnTo>
                        <a:pt x="33" y="131"/>
                      </a:lnTo>
                      <a:lnTo>
                        <a:pt x="27" y="144"/>
                      </a:lnTo>
                      <a:lnTo>
                        <a:pt x="19" y="159"/>
                      </a:lnTo>
                      <a:lnTo>
                        <a:pt x="17" y="161"/>
                      </a:lnTo>
                      <a:lnTo>
                        <a:pt x="11" y="159"/>
                      </a:lnTo>
                      <a:lnTo>
                        <a:pt x="2" y="155"/>
                      </a:lnTo>
                      <a:lnTo>
                        <a:pt x="0" y="148"/>
                      </a:lnTo>
                      <a:lnTo>
                        <a:pt x="2" y="14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2" name="Freeform 348">
                  <a:extLst>
                    <a:ext uri="{FF2B5EF4-FFF2-40B4-BE49-F238E27FC236}">
                      <a16:creationId xmlns:a16="http://schemas.microsoft.com/office/drawing/2014/main" id="{0F771E94-4F7F-1E41-9BF9-C43038F0CB5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2"/>
                  <a:ext cx="51" cy="5"/>
                </a:xfrm>
                <a:custGeom>
                  <a:avLst/>
                  <a:gdLst>
                    <a:gd name="T0" fmla="*/ 0 w 51"/>
                    <a:gd name="T1" fmla="*/ 2 h 5"/>
                    <a:gd name="T2" fmla="*/ 25 w 51"/>
                    <a:gd name="T3" fmla="*/ 4 h 5"/>
                    <a:gd name="T4" fmla="*/ 50 w 51"/>
                    <a:gd name="T5" fmla="*/ 2 h 5"/>
                    <a:gd name="T6" fmla="*/ 21 w 51"/>
                    <a:gd name="T7" fmla="*/ 0 h 5"/>
                    <a:gd name="T8" fmla="*/ 0 w 51"/>
                    <a:gd name="T9" fmla="*/ 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5"/>
                    <a:gd name="T17" fmla="*/ 51 w 51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5">
                      <a:moveTo>
                        <a:pt x="0" y="2"/>
                      </a:moveTo>
                      <a:lnTo>
                        <a:pt x="25" y="4"/>
                      </a:lnTo>
                      <a:lnTo>
                        <a:pt x="50" y="2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3" name="Rectangle 349">
                  <a:extLst>
                    <a:ext uri="{FF2B5EF4-FFF2-40B4-BE49-F238E27FC236}">
                      <a16:creationId xmlns:a16="http://schemas.microsoft.com/office/drawing/2014/main" id="{11F52724-5787-5A45-9C7A-8BB8F6D4B6E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31"/>
                  <a:ext cx="1" cy="9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14" name="Oval 350">
                  <a:extLst>
                    <a:ext uri="{FF2B5EF4-FFF2-40B4-BE49-F238E27FC236}">
                      <a16:creationId xmlns:a16="http://schemas.microsoft.com/office/drawing/2014/main" id="{1A355956-01E4-654F-AB24-D354FF5CD31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712" y="3526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15" name="Freeform 351">
                  <a:extLst>
                    <a:ext uri="{FF2B5EF4-FFF2-40B4-BE49-F238E27FC236}">
                      <a16:creationId xmlns:a16="http://schemas.microsoft.com/office/drawing/2014/main" id="{7A966F34-C75C-6743-B7EC-1B3A459EF0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69" y="3676"/>
                  <a:ext cx="15" cy="19"/>
                </a:xfrm>
                <a:custGeom>
                  <a:avLst/>
                  <a:gdLst>
                    <a:gd name="T0" fmla="*/ 4 w 15"/>
                    <a:gd name="T1" fmla="*/ 0 h 19"/>
                    <a:gd name="T2" fmla="*/ 0 w 15"/>
                    <a:gd name="T3" fmla="*/ 18 h 19"/>
                    <a:gd name="T4" fmla="*/ 11 w 15"/>
                    <a:gd name="T5" fmla="*/ 18 h 19"/>
                    <a:gd name="T6" fmla="*/ 14 w 15"/>
                    <a:gd name="T7" fmla="*/ 2 h 19"/>
                    <a:gd name="T8" fmla="*/ 4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9"/>
                    <a:gd name="T17" fmla="*/ 15 w 15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1" y="18"/>
                      </a:lnTo>
                      <a:lnTo>
                        <a:pt x="14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6" name="Freeform 352">
                  <a:extLst>
                    <a:ext uri="{FF2B5EF4-FFF2-40B4-BE49-F238E27FC236}">
                      <a16:creationId xmlns:a16="http://schemas.microsoft.com/office/drawing/2014/main" id="{1443E706-D724-5F43-9886-7EEFE677C7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38" y="3789"/>
                  <a:ext cx="19" cy="19"/>
                </a:xfrm>
                <a:custGeom>
                  <a:avLst/>
                  <a:gdLst>
                    <a:gd name="T0" fmla="*/ 4 w 19"/>
                    <a:gd name="T1" fmla="*/ 0 h 19"/>
                    <a:gd name="T2" fmla="*/ 0 w 19"/>
                    <a:gd name="T3" fmla="*/ 18 h 19"/>
                    <a:gd name="T4" fmla="*/ 12 w 19"/>
                    <a:gd name="T5" fmla="*/ 18 h 19"/>
                    <a:gd name="T6" fmla="*/ 18 w 19"/>
                    <a:gd name="T7" fmla="*/ 0 h 19"/>
                    <a:gd name="T8" fmla="*/ 4 w 19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19"/>
                    <a:gd name="T17" fmla="*/ 19 w 19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19">
                      <a:moveTo>
                        <a:pt x="4" y="0"/>
                      </a:moveTo>
                      <a:lnTo>
                        <a:pt x="0" y="18"/>
                      </a:lnTo>
                      <a:lnTo>
                        <a:pt x="12" y="18"/>
                      </a:lnTo>
                      <a:lnTo>
                        <a:pt x="18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7" name="Freeform 353">
                  <a:extLst>
                    <a:ext uri="{FF2B5EF4-FFF2-40B4-BE49-F238E27FC236}">
                      <a16:creationId xmlns:a16="http://schemas.microsoft.com/office/drawing/2014/main" id="{789C0658-62D2-AB45-828E-3B6BF3FDE7B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8" y="3613"/>
                  <a:ext cx="39" cy="226"/>
                </a:xfrm>
                <a:custGeom>
                  <a:avLst/>
                  <a:gdLst>
                    <a:gd name="T0" fmla="*/ 16 w 39"/>
                    <a:gd name="T1" fmla="*/ 1 h 226"/>
                    <a:gd name="T2" fmla="*/ 18 w 39"/>
                    <a:gd name="T3" fmla="*/ 18 h 226"/>
                    <a:gd name="T4" fmla="*/ 18 w 39"/>
                    <a:gd name="T5" fmla="*/ 32 h 226"/>
                    <a:gd name="T6" fmla="*/ 20 w 39"/>
                    <a:gd name="T7" fmla="*/ 38 h 226"/>
                    <a:gd name="T8" fmla="*/ 20 w 39"/>
                    <a:gd name="T9" fmla="*/ 46 h 226"/>
                    <a:gd name="T10" fmla="*/ 22 w 39"/>
                    <a:gd name="T11" fmla="*/ 58 h 226"/>
                    <a:gd name="T12" fmla="*/ 26 w 39"/>
                    <a:gd name="T13" fmla="*/ 78 h 226"/>
                    <a:gd name="T14" fmla="*/ 31 w 39"/>
                    <a:gd name="T15" fmla="*/ 99 h 226"/>
                    <a:gd name="T16" fmla="*/ 32 w 39"/>
                    <a:gd name="T17" fmla="*/ 121 h 226"/>
                    <a:gd name="T18" fmla="*/ 34 w 39"/>
                    <a:gd name="T19" fmla="*/ 142 h 226"/>
                    <a:gd name="T20" fmla="*/ 36 w 39"/>
                    <a:gd name="T21" fmla="*/ 155 h 226"/>
                    <a:gd name="T22" fmla="*/ 38 w 39"/>
                    <a:gd name="T23" fmla="*/ 168 h 226"/>
                    <a:gd name="T24" fmla="*/ 38 w 39"/>
                    <a:gd name="T25" fmla="*/ 180 h 226"/>
                    <a:gd name="T26" fmla="*/ 38 w 39"/>
                    <a:gd name="T27" fmla="*/ 199 h 226"/>
                    <a:gd name="T28" fmla="*/ 34 w 39"/>
                    <a:gd name="T29" fmla="*/ 214 h 226"/>
                    <a:gd name="T30" fmla="*/ 26 w 39"/>
                    <a:gd name="T31" fmla="*/ 223 h 226"/>
                    <a:gd name="T32" fmla="*/ 22 w 39"/>
                    <a:gd name="T33" fmla="*/ 225 h 226"/>
                    <a:gd name="T34" fmla="*/ 18 w 39"/>
                    <a:gd name="T35" fmla="*/ 225 h 226"/>
                    <a:gd name="T36" fmla="*/ 10 w 39"/>
                    <a:gd name="T37" fmla="*/ 219 h 226"/>
                    <a:gd name="T38" fmla="*/ 7 w 39"/>
                    <a:gd name="T39" fmla="*/ 214 h 226"/>
                    <a:gd name="T40" fmla="*/ 4 w 39"/>
                    <a:gd name="T41" fmla="*/ 210 h 226"/>
                    <a:gd name="T42" fmla="*/ 0 w 39"/>
                    <a:gd name="T43" fmla="*/ 206 h 226"/>
                    <a:gd name="T44" fmla="*/ 0 w 39"/>
                    <a:gd name="T45" fmla="*/ 203 h 226"/>
                    <a:gd name="T46" fmla="*/ 0 w 39"/>
                    <a:gd name="T47" fmla="*/ 201 h 226"/>
                    <a:gd name="T48" fmla="*/ 2 w 39"/>
                    <a:gd name="T49" fmla="*/ 199 h 226"/>
                    <a:gd name="T50" fmla="*/ 4 w 39"/>
                    <a:gd name="T51" fmla="*/ 199 h 226"/>
                    <a:gd name="T52" fmla="*/ 6 w 39"/>
                    <a:gd name="T53" fmla="*/ 201 h 226"/>
                    <a:gd name="T54" fmla="*/ 7 w 39"/>
                    <a:gd name="T55" fmla="*/ 204 h 226"/>
                    <a:gd name="T56" fmla="*/ 12 w 39"/>
                    <a:gd name="T57" fmla="*/ 212 h 226"/>
                    <a:gd name="T58" fmla="*/ 16 w 39"/>
                    <a:gd name="T59" fmla="*/ 214 h 226"/>
                    <a:gd name="T60" fmla="*/ 22 w 39"/>
                    <a:gd name="T61" fmla="*/ 214 h 226"/>
                    <a:gd name="T62" fmla="*/ 26 w 39"/>
                    <a:gd name="T63" fmla="*/ 212 h 226"/>
                    <a:gd name="T64" fmla="*/ 29 w 39"/>
                    <a:gd name="T65" fmla="*/ 208 h 226"/>
                    <a:gd name="T66" fmla="*/ 32 w 39"/>
                    <a:gd name="T67" fmla="*/ 199 h 226"/>
                    <a:gd name="T68" fmla="*/ 32 w 39"/>
                    <a:gd name="T69" fmla="*/ 186 h 226"/>
                    <a:gd name="T70" fmla="*/ 31 w 39"/>
                    <a:gd name="T71" fmla="*/ 176 h 226"/>
                    <a:gd name="T72" fmla="*/ 31 w 39"/>
                    <a:gd name="T73" fmla="*/ 166 h 226"/>
                    <a:gd name="T74" fmla="*/ 31 w 39"/>
                    <a:gd name="T75" fmla="*/ 148 h 226"/>
                    <a:gd name="T76" fmla="*/ 31 w 39"/>
                    <a:gd name="T77" fmla="*/ 153 h 226"/>
                    <a:gd name="T78" fmla="*/ 31 w 39"/>
                    <a:gd name="T79" fmla="*/ 148 h 226"/>
                    <a:gd name="T80" fmla="*/ 29 w 39"/>
                    <a:gd name="T81" fmla="*/ 137 h 226"/>
                    <a:gd name="T82" fmla="*/ 26 w 39"/>
                    <a:gd name="T83" fmla="*/ 115 h 226"/>
                    <a:gd name="T84" fmla="*/ 24 w 39"/>
                    <a:gd name="T85" fmla="*/ 97 h 226"/>
                    <a:gd name="T86" fmla="*/ 20 w 39"/>
                    <a:gd name="T87" fmla="*/ 77 h 226"/>
                    <a:gd name="T88" fmla="*/ 18 w 39"/>
                    <a:gd name="T89" fmla="*/ 54 h 226"/>
                    <a:gd name="T90" fmla="*/ 14 w 39"/>
                    <a:gd name="T91" fmla="*/ 36 h 226"/>
                    <a:gd name="T92" fmla="*/ 12 w 39"/>
                    <a:gd name="T93" fmla="*/ 26 h 226"/>
                    <a:gd name="T94" fmla="*/ 12 w 39"/>
                    <a:gd name="T95" fmla="*/ 18 h 226"/>
                    <a:gd name="T96" fmla="*/ 12 w 39"/>
                    <a:gd name="T97" fmla="*/ 7 h 226"/>
                    <a:gd name="T98" fmla="*/ 10 w 39"/>
                    <a:gd name="T99" fmla="*/ 1 h 226"/>
                    <a:gd name="T100" fmla="*/ 12 w 39"/>
                    <a:gd name="T101" fmla="*/ 0 h 226"/>
                    <a:gd name="T102" fmla="*/ 14 w 39"/>
                    <a:gd name="T103" fmla="*/ 0 h 226"/>
                    <a:gd name="T104" fmla="*/ 16 w 39"/>
                    <a:gd name="T105" fmla="*/ 0 h 226"/>
                    <a:gd name="T106" fmla="*/ 16 w 39"/>
                    <a:gd name="T107" fmla="*/ 1 h 22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9"/>
                    <a:gd name="T163" fmla="*/ 0 h 226"/>
                    <a:gd name="T164" fmla="*/ 39 w 39"/>
                    <a:gd name="T165" fmla="*/ 226 h 22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9" h="226">
                      <a:moveTo>
                        <a:pt x="16" y="1"/>
                      </a:moveTo>
                      <a:lnTo>
                        <a:pt x="18" y="18"/>
                      </a:lnTo>
                      <a:lnTo>
                        <a:pt x="18" y="32"/>
                      </a:lnTo>
                      <a:lnTo>
                        <a:pt x="20" y="38"/>
                      </a:lnTo>
                      <a:lnTo>
                        <a:pt x="20" y="46"/>
                      </a:lnTo>
                      <a:lnTo>
                        <a:pt x="22" y="58"/>
                      </a:lnTo>
                      <a:lnTo>
                        <a:pt x="26" y="78"/>
                      </a:lnTo>
                      <a:lnTo>
                        <a:pt x="31" y="99"/>
                      </a:lnTo>
                      <a:lnTo>
                        <a:pt x="32" y="121"/>
                      </a:lnTo>
                      <a:lnTo>
                        <a:pt x="34" y="142"/>
                      </a:lnTo>
                      <a:lnTo>
                        <a:pt x="36" y="155"/>
                      </a:lnTo>
                      <a:lnTo>
                        <a:pt x="38" y="168"/>
                      </a:lnTo>
                      <a:lnTo>
                        <a:pt x="38" y="180"/>
                      </a:lnTo>
                      <a:lnTo>
                        <a:pt x="38" y="199"/>
                      </a:lnTo>
                      <a:lnTo>
                        <a:pt x="34" y="214"/>
                      </a:lnTo>
                      <a:lnTo>
                        <a:pt x="26" y="223"/>
                      </a:lnTo>
                      <a:lnTo>
                        <a:pt x="22" y="225"/>
                      </a:lnTo>
                      <a:lnTo>
                        <a:pt x="18" y="225"/>
                      </a:lnTo>
                      <a:lnTo>
                        <a:pt x="10" y="219"/>
                      </a:lnTo>
                      <a:lnTo>
                        <a:pt x="7" y="214"/>
                      </a:lnTo>
                      <a:lnTo>
                        <a:pt x="4" y="210"/>
                      </a:lnTo>
                      <a:lnTo>
                        <a:pt x="0" y="206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99"/>
                      </a:lnTo>
                      <a:lnTo>
                        <a:pt x="4" y="199"/>
                      </a:lnTo>
                      <a:lnTo>
                        <a:pt x="6" y="201"/>
                      </a:lnTo>
                      <a:lnTo>
                        <a:pt x="7" y="204"/>
                      </a:lnTo>
                      <a:lnTo>
                        <a:pt x="12" y="212"/>
                      </a:lnTo>
                      <a:lnTo>
                        <a:pt x="16" y="214"/>
                      </a:lnTo>
                      <a:lnTo>
                        <a:pt x="22" y="214"/>
                      </a:lnTo>
                      <a:lnTo>
                        <a:pt x="26" y="212"/>
                      </a:lnTo>
                      <a:lnTo>
                        <a:pt x="29" y="208"/>
                      </a:lnTo>
                      <a:lnTo>
                        <a:pt x="32" y="199"/>
                      </a:lnTo>
                      <a:lnTo>
                        <a:pt x="32" y="186"/>
                      </a:lnTo>
                      <a:lnTo>
                        <a:pt x="31" y="176"/>
                      </a:lnTo>
                      <a:lnTo>
                        <a:pt x="31" y="166"/>
                      </a:lnTo>
                      <a:lnTo>
                        <a:pt x="31" y="148"/>
                      </a:lnTo>
                      <a:lnTo>
                        <a:pt x="31" y="153"/>
                      </a:lnTo>
                      <a:lnTo>
                        <a:pt x="31" y="148"/>
                      </a:lnTo>
                      <a:lnTo>
                        <a:pt x="29" y="137"/>
                      </a:lnTo>
                      <a:lnTo>
                        <a:pt x="26" y="115"/>
                      </a:lnTo>
                      <a:lnTo>
                        <a:pt x="24" y="97"/>
                      </a:lnTo>
                      <a:lnTo>
                        <a:pt x="20" y="77"/>
                      </a:lnTo>
                      <a:lnTo>
                        <a:pt x="18" y="54"/>
                      </a:lnTo>
                      <a:lnTo>
                        <a:pt x="14" y="36"/>
                      </a:lnTo>
                      <a:lnTo>
                        <a:pt x="12" y="26"/>
                      </a:lnTo>
                      <a:lnTo>
                        <a:pt x="12" y="18"/>
                      </a:lnTo>
                      <a:lnTo>
                        <a:pt x="12" y="7"/>
                      </a:lnTo>
                      <a:lnTo>
                        <a:pt x="10" y="1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18" name="Rectangle 354">
                  <a:extLst>
                    <a:ext uri="{FF2B5EF4-FFF2-40B4-BE49-F238E27FC236}">
                      <a16:creationId xmlns:a16="http://schemas.microsoft.com/office/drawing/2014/main" id="{DE8C3F78-818B-6247-A017-DCA8536E452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706" y="3602"/>
                  <a:ext cx="2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19" name="Freeform 355">
                  <a:extLst>
                    <a:ext uri="{FF2B5EF4-FFF2-40B4-BE49-F238E27FC236}">
                      <a16:creationId xmlns:a16="http://schemas.microsoft.com/office/drawing/2014/main" id="{C645C03B-D025-E34E-9FFE-30E6585730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90" y="3546"/>
                  <a:ext cx="26" cy="59"/>
                </a:xfrm>
                <a:custGeom>
                  <a:avLst/>
                  <a:gdLst>
                    <a:gd name="T0" fmla="*/ 0 w 26"/>
                    <a:gd name="T1" fmla="*/ 0 h 59"/>
                    <a:gd name="T2" fmla="*/ 0 w 26"/>
                    <a:gd name="T3" fmla="*/ 54 h 59"/>
                    <a:gd name="T4" fmla="*/ 25 w 26"/>
                    <a:gd name="T5" fmla="*/ 58 h 59"/>
                    <a:gd name="T6" fmla="*/ 25 w 26"/>
                    <a:gd name="T7" fmla="*/ 2 h 59"/>
                    <a:gd name="T8" fmla="*/ 0 w 26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59"/>
                    <a:gd name="T17" fmla="*/ 26 w 26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59">
                      <a:moveTo>
                        <a:pt x="0" y="0"/>
                      </a:moveTo>
                      <a:lnTo>
                        <a:pt x="0" y="54"/>
                      </a:lnTo>
                      <a:lnTo>
                        <a:pt x="25" y="58"/>
                      </a:lnTo>
                      <a:lnTo>
                        <a:pt x="25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0" name="Freeform 356">
                  <a:extLst>
                    <a:ext uri="{FF2B5EF4-FFF2-40B4-BE49-F238E27FC236}">
                      <a16:creationId xmlns:a16="http://schemas.microsoft.com/office/drawing/2014/main" id="{012FE9B0-DD92-6D41-BA14-98838C2C50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15" y="3546"/>
                  <a:ext cx="23" cy="59"/>
                </a:xfrm>
                <a:custGeom>
                  <a:avLst/>
                  <a:gdLst>
                    <a:gd name="T0" fmla="*/ 0 w 23"/>
                    <a:gd name="T1" fmla="*/ 0 h 59"/>
                    <a:gd name="T2" fmla="*/ 0 w 23"/>
                    <a:gd name="T3" fmla="*/ 58 h 59"/>
                    <a:gd name="T4" fmla="*/ 22 w 23"/>
                    <a:gd name="T5" fmla="*/ 56 h 59"/>
                    <a:gd name="T6" fmla="*/ 22 w 23"/>
                    <a:gd name="T7" fmla="*/ 0 h 59"/>
                    <a:gd name="T8" fmla="*/ 0 w 23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59"/>
                    <a:gd name="T17" fmla="*/ 23 w 23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59">
                      <a:moveTo>
                        <a:pt x="0" y="0"/>
                      </a:moveTo>
                      <a:lnTo>
                        <a:pt x="0" y="58"/>
                      </a:lnTo>
                      <a:lnTo>
                        <a:pt x="22" y="56"/>
                      </a:lnTo>
                      <a:lnTo>
                        <a:pt x="2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1" name="Freeform 357">
                  <a:extLst>
                    <a:ext uri="{FF2B5EF4-FFF2-40B4-BE49-F238E27FC236}">
                      <a16:creationId xmlns:a16="http://schemas.microsoft.com/office/drawing/2014/main" id="{34B5F15E-8DB8-F346-9528-14ECAA2555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13" y="3797"/>
                  <a:ext cx="209" cy="66"/>
                </a:xfrm>
                <a:custGeom>
                  <a:avLst/>
                  <a:gdLst>
                    <a:gd name="T0" fmla="*/ 0 w 209"/>
                    <a:gd name="T1" fmla="*/ 50 h 66"/>
                    <a:gd name="T2" fmla="*/ 0 w 209"/>
                    <a:gd name="T3" fmla="*/ 65 h 66"/>
                    <a:gd name="T4" fmla="*/ 208 w 209"/>
                    <a:gd name="T5" fmla="*/ 8 h 66"/>
                    <a:gd name="T6" fmla="*/ 208 w 209"/>
                    <a:gd name="T7" fmla="*/ 0 h 66"/>
                    <a:gd name="T8" fmla="*/ 0 w 209"/>
                    <a:gd name="T9" fmla="*/ 50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66"/>
                    <a:gd name="T17" fmla="*/ 209 w 209"/>
                    <a:gd name="T18" fmla="*/ 66 h 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66">
                      <a:moveTo>
                        <a:pt x="0" y="50"/>
                      </a:moveTo>
                      <a:lnTo>
                        <a:pt x="0" y="65"/>
                      </a:lnTo>
                      <a:lnTo>
                        <a:pt x="208" y="8"/>
                      </a:lnTo>
                      <a:lnTo>
                        <a:pt x="208" y="0"/>
                      </a:lnTo>
                      <a:lnTo>
                        <a:pt x="0" y="5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2" name="Freeform 358">
                  <a:extLst>
                    <a:ext uri="{FF2B5EF4-FFF2-40B4-BE49-F238E27FC236}">
                      <a16:creationId xmlns:a16="http://schemas.microsoft.com/office/drawing/2014/main" id="{D38272C0-D6FF-F148-B0EC-9FA7D919D29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49"/>
                  <a:ext cx="17" cy="13"/>
                </a:xfrm>
                <a:custGeom>
                  <a:avLst/>
                  <a:gdLst>
                    <a:gd name="T0" fmla="*/ 0 w 17"/>
                    <a:gd name="T1" fmla="*/ 2 h 13"/>
                    <a:gd name="T2" fmla="*/ 0 w 17"/>
                    <a:gd name="T3" fmla="*/ 12 h 13"/>
                    <a:gd name="T4" fmla="*/ 16 w 17"/>
                    <a:gd name="T5" fmla="*/ 10 h 13"/>
                    <a:gd name="T6" fmla="*/ 16 w 17"/>
                    <a:gd name="T7" fmla="*/ 0 h 13"/>
                    <a:gd name="T8" fmla="*/ 0 w 17"/>
                    <a:gd name="T9" fmla="*/ 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13"/>
                    <a:gd name="T17" fmla="*/ 17 w 1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13">
                      <a:moveTo>
                        <a:pt x="0" y="2"/>
                      </a:moveTo>
                      <a:lnTo>
                        <a:pt x="0" y="12"/>
                      </a:lnTo>
                      <a:lnTo>
                        <a:pt x="16" y="10"/>
                      </a:lnTo>
                      <a:lnTo>
                        <a:pt x="16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3" name="Freeform 359">
                  <a:extLst>
                    <a:ext uri="{FF2B5EF4-FFF2-40B4-BE49-F238E27FC236}">
                      <a16:creationId xmlns:a16="http://schemas.microsoft.com/office/drawing/2014/main" id="{53462CA3-F567-3344-912C-A468271C2B2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0" y="3786"/>
                  <a:ext cx="149" cy="84"/>
                </a:xfrm>
                <a:custGeom>
                  <a:avLst/>
                  <a:gdLst>
                    <a:gd name="T0" fmla="*/ 0 w 149"/>
                    <a:gd name="T1" fmla="*/ 0 h 84"/>
                    <a:gd name="T2" fmla="*/ 53 w 149"/>
                    <a:gd name="T3" fmla="*/ 64 h 84"/>
                    <a:gd name="T4" fmla="*/ 148 w 149"/>
                    <a:gd name="T5" fmla="*/ 83 h 84"/>
                    <a:gd name="T6" fmla="*/ 86 w 149"/>
                    <a:gd name="T7" fmla="*/ 13 h 84"/>
                    <a:gd name="T8" fmla="*/ 0 w 149"/>
                    <a:gd name="T9" fmla="*/ 0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9"/>
                    <a:gd name="T16" fmla="*/ 0 h 84"/>
                    <a:gd name="T17" fmla="*/ 149 w 14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9" h="84">
                      <a:moveTo>
                        <a:pt x="0" y="0"/>
                      </a:moveTo>
                      <a:lnTo>
                        <a:pt x="53" y="64"/>
                      </a:lnTo>
                      <a:lnTo>
                        <a:pt x="148" y="83"/>
                      </a:lnTo>
                      <a:lnTo>
                        <a:pt x="86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4" name="Freeform 360">
                  <a:extLst>
                    <a:ext uri="{FF2B5EF4-FFF2-40B4-BE49-F238E27FC236}">
                      <a16:creationId xmlns:a16="http://schemas.microsoft.com/office/drawing/2014/main" id="{B44B767C-6748-F243-B1A2-0526520867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27" y="3410"/>
                  <a:ext cx="87" cy="372"/>
                </a:xfrm>
                <a:custGeom>
                  <a:avLst/>
                  <a:gdLst>
                    <a:gd name="T0" fmla="*/ 0 w 87"/>
                    <a:gd name="T1" fmla="*/ 0 h 372"/>
                    <a:gd name="T2" fmla="*/ 0 w 87"/>
                    <a:gd name="T3" fmla="*/ 363 h 372"/>
                    <a:gd name="T4" fmla="*/ 51 w 87"/>
                    <a:gd name="T5" fmla="*/ 371 h 372"/>
                    <a:gd name="T6" fmla="*/ 86 w 87"/>
                    <a:gd name="T7" fmla="*/ 323 h 372"/>
                    <a:gd name="T8" fmla="*/ 86 w 87"/>
                    <a:gd name="T9" fmla="*/ 46 h 372"/>
                    <a:gd name="T10" fmla="*/ 37 w 87"/>
                    <a:gd name="T11" fmla="*/ 0 h 372"/>
                    <a:gd name="T12" fmla="*/ 0 w 87"/>
                    <a:gd name="T13" fmla="*/ 0 h 3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7"/>
                    <a:gd name="T22" fmla="*/ 0 h 372"/>
                    <a:gd name="T23" fmla="*/ 87 w 87"/>
                    <a:gd name="T24" fmla="*/ 372 h 3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7" h="372">
                      <a:moveTo>
                        <a:pt x="0" y="0"/>
                      </a:moveTo>
                      <a:lnTo>
                        <a:pt x="0" y="363"/>
                      </a:lnTo>
                      <a:lnTo>
                        <a:pt x="51" y="371"/>
                      </a:lnTo>
                      <a:lnTo>
                        <a:pt x="86" y="323"/>
                      </a:lnTo>
                      <a:lnTo>
                        <a:pt x="86" y="46"/>
                      </a:lnTo>
                      <a:lnTo>
                        <a:pt x="37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5" name="Freeform 361">
                  <a:extLst>
                    <a:ext uri="{FF2B5EF4-FFF2-40B4-BE49-F238E27FC236}">
                      <a16:creationId xmlns:a16="http://schemas.microsoft.com/office/drawing/2014/main" id="{EDA3AE1E-71F0-AA4B-AC8B-0EE38BAC44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38" y="3410"/>
                  <a:ext cx="68" cy="360"/>
                </a:xfrm>
                <a:custGeom>
                  <a:avLst/>
                  <a:gdLst>
                    <a:gd name="T0" fmla="*/ 29 w 68"/>
                    <a:gd name="T1" fmla="*/ 0 h 360"/>
                    <a:gd name="T2" fmla="*/ 0 w 68"/>
                    <a:gd name="T3" fmla="*/ 42 h 360"/>
                    <a:gd name="T4" fmla="*/ 2 w 68"/>
                    <a:gd name="T5" fmla="*/ 311 h 360"/>
                    <a:gd name="T6" fmla="*/ 36 w 68"/>
                    <a:gd name="T7" fmla="*/ 350 h 360"/>
                    <a:gd name="T8" fmla="*/ 67 w 68"/>
                    <a:gd name="T9" fmla="*/ 359 h 360"/>
                    <a:gd name="T10" fmla="*/ 67 w 68"/>
                    <a:gd name="T11" fmla="*/ 0 h 360"/>
                    <a:gd name="T12" fmla="*/ 29 w 68"/>
                    <a:gd name="T13" fmla="*/ 0 h 36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8"/>
                    <a:gd name="T22" fmla="*/ 0 h 360"/>
                    <a:gd name="T23" fmla="*/ 68 w 68"/>
                    <a:gd name="T24" fmla="*/ 360 h 36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8" h="360">
                      <a:moveTo>
                        <a:pt x="29" y="0"/>
                      </a:moveTo>
                      <a:lnTo>
                        <a:pt x="0" y="42"/>
                      </a:lnTo>
                      <a:lnTo>
                        <a:pt x="2" y="311"/>
                      </a:lnTo>
                      <a:lnTo>
                        <a:pt x="36" y="350"/>
                      </a:lnTo>
                      <a:lnTo>
                        <a:pt x="67" y="359"/>
                      </a:lnTo>
                      <a:lnTo>
                        <a:pt x="67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6" name="Freeform 362">
                  <a:extLst>
                    <a:ext uri="{FF2B5EF4-FFF2-40B4-BE49-F238E27FC236}">
                      <a16:creationId xmlns:a16="http://schemas.microsoft.com/office/drawing/2014/main" id="{15A83972-8F00-174D-B3ED-9C47534D06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19" y="3797"/>
                  <a:ext cx="188" cy="103"/>
                </a:xfrm>
                <a:custGeom>
                  <a:avLst/>
                  <a:gdLst>
                    <a:gd name="T0" fmla="*/ 0 w 188"/>
                    <a:gd name="T1" fmla="*/ 0 h 103"/>
                    <a:gd name="T2" fmla="*/ 61 w 188"/>
                    <a:gd name="T3" fmla="*/ 73 h 103"/>
                    <a:gd name="T4" fmla="*/ 187 w 188"/>
                    <a:gd name="T5" fmla="*/ 102 h 103"/>
                    <a:gd name="T6" fmla="*/ 108 w 188"/>
                    <a:gd name="T7" fmla="*/ 18 h 103"/>
                    <a:gd name="T8" fmla="*/ 0 w 188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8"/>
                    <a:gd name="T16" fmla="*/ 0 h 103"/>
                    <a:gd name="T17" fmla="*/ 188 w 188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8" h="103">
                      <a:moveTo>
                        <a:pt x="0" y="0"/>
                      </a:moveTo>
                      <a:lnTo>
                        <a:pt x="61" y="73"/>
                      </a:lnTo>
                      <a:lnTo>
                        <a:pt x="187" y="102"/>
                      </a:lnTo>
                      <a:lnTo>
                        <a:pt x="10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7" name="Freeform 363">
                  <a:extLst>
                    <a:ext uri="{FF2B5EF4-FFF2-40B4-BE49-F238E27FC236}">
                      <a16:creationId xmlns:a16="http://schemas.microsoft.com/office/drawing/2014/main" id="{E658CA48-0866-F64C-B364-4378158E1C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80" y="3778"/>
                  <a:ext cx="166" cy="29"/>
                </a:xfrm>
                <a:custGeom>
                  <a:avLst/>
                  <a:gdLst>
                    <a:gd name="T0" fmla="*/ 0 w 166"/>
                    <a:gd name="T1" fmla="*/ 0 h 29"/>
                    <a:gd name="T2" fmla="*/ 0 w 166"/>
                    <a:gd name="T3" fmla="*/ 7 h 29"/>
                    <a:gd name="T4" fmla="*/ 134 w 166"/>
                    <a:gd name="T5" fmla="*/ 28 h 29"/>
                    <a:gd name="T6" fmla="*/ 165 w 166"/>
                    <a:gd name="T7" fmla="*/ 26 h 29"/>
                    <a:gd name="T8" fmla="*/ 0 w 166"/>
                    <a:gd name="T9" fmla="*/ 0 h 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6"/>
                    <a:gd name="T16" fmla="*/ 0 h 29"/>
                    <a:gd name="T17" fmla="*/ 166 w 166"/>
                    <a:gd name="T18" fmla="*/ 29 h 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6" h="29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34" y="28"/>
                      </a:lnTo>
                      <a:lnTo>
                        <a:pt x="165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8" name="Freeform 364">
                  <a:extLst>
                    <a:ext uri="{FF2B5EF4-FFF2-40B4-BE49-F238E27FC236}">
                      <a16:creationId xmlns:a16="http://schemas.microsoft.com/office/drawing/2014/main" id="{13846E08-6091-AB41-B4E5-7037F4FE63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01"/>
                  <a:ext cx="350" cy="44"/>
                </a:xfrm>
                <a:custGeom>
                  <a:avLst/>
                  <a:gdLst>
                    <a:gd name="T0" fmla="*/ 187 w 350"/>
                    <a:gd name="T1" fmla="*/ 0 h 44"/>
                    <a:gd name="T2" fmla="*/ 0 w 350"/>
                    <a:gd name="T3" fmla="*/ 12 h 44"/>
                    <a:gd name="T4" fmla="*/ 246 w 350"/>
                    <a:gd name="T5" fmla="*/ 43 h 44"/>
                    <a:gd name="T6" fmla="*/ 322 w 350"/>
                    <a:gd name="T7" fmla="*/ 39 h 44"/>
                    <a:gd name="T8" fmla="*/ 328 w 350"/>
                    <a:gd name="T9" fmla="*/ 24 h 44"/>
                    <a:gd name="T10" fmla="*/ 349 w 350"/>
                    <a:gd name="T11" fmla="*/ 19 h 44"/>
                    <a:gd name="T12" fmla="*/ 187 w 350"/>
                    <a:gd name="T13" fmla="*/ 0 h 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50"/>
                    <a:gd name="T22" fmla="*/ 0 h 44"/>
                    <a:gd name="T23" fmla="*/ 350 w 350"/>
                    <a:gd name="T24" fmla="*/ 44 h 4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50" h="44">
                      <a:moveTo>
                        <a:pt x="187" y="0"/>
                      </a:moveTo>
                      <a:lnTo>
                        <a:pt x="0" y="12"/>
                      </a:lnTo>
                      <a:lnTo>
                        <a:pt x="246" y="43"/>
                      </a:lnTo>
                      <a:lnTo>
                        <a:pt x="322" y="39"/>
                      </a:lnTo>
                      <a:lnTo>
                        <a:pt x="328" y="24"/>
                      </a:lnTo>
                      <a:lnTo>
                        <a:pt x="349" y="19"/>
                      </a:lnTo>
                      <a:lnTo>
                        <a:pt x="18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29" name="Freeform 365">
                  <a:extLst>
                    <a:ext uri="{FF2B5EF4-FFF2-40B4-BE49-F238E27FC236}">
                      <a16:creationId xmlns:a16="http://schemas.microsoft.com/office/drawing/2014/main" id="{14679495-D8F4-F748-B3BB-6E0429BC2A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11" y="3812"/>
                  <a:ext cx="244" cy="74"/>
                </a:xfrm>
                <a:custGeom>
                  <a:avLst/>
                  <a:gdLst>
                    <a:gd name="T0" fmla="*/ 0 w 244"/>
                    <a:gd name="T1" fmla="*/ 0 h 74"/>
                    <a:gd name="T2" fmla="*/ 2 w 244"/>
                    <a:gd name="T3" fmla="*/ 37 h 74"/>
                    <a:gd name="T4" fmla="*/ 243 w 244"/>
                    <a:gd name="T5" fmla="*/ 73 h 74"/>
                    <a:gd name="T6" fmla="*/ 243 w 244"/>
                    <a:gd name="T7" fmla="*/ 31 h 74"/>
                    <a:gd name="T8" fmla="*/ 0 w 244"/>
                    <a:gd name="T9" fmla="*/ 0 h 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4"/>
                    <a:gd name="T16" fmla="*/ 0 h 74"/>
                    <a:gd name="T17" fmla="*/ 244 w 244"/>
                    <a:gd name="T18" fmla="*/ 74 h 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4" h="74">
                      <a:moveTo>
                        <a:pt x="0" y="0"/>
                      </a:moveTo>
                      <a:lnTo>
                        <a:pt x="2" y="37"/>
                      </a:lnTo>
                      <a:lnTo>
                        <a:pt x="243" y="73"/>
                      </a:lnTo>
                      <a:lnTo>
                        <a:pt x="243" y="3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0" name="Freeform 366">
                  <a:extLst>
                    <a:ext uri="{FF2B5EF4-FFF2-40B4-BE49-F238E27FC236}">
                      <a16:creationId xmlns:a16="http://schemas.microsoft.com/office/drawing/2014/main" id="{195E532B-5C68-6B40-B83C-5A667B411F3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4" y="3862"/>
                  <a:ext cx="156" cy="76"/>
                </a:xfrm>
                <a:custGeom>
                  <a:avLst/>
                  <a:gdLst>
                    <a:gd name="T0" fmla="*/ 0 w 156"/>
                    <a:gd name="T1" fmla="*/ 0 h 76"/>
                    <a:gd name="T2" fmla="*/ 31 w 156"/>
                    <a:gd name="T3" fmla="*/ 58 h 76"/>
                    <a:gd name="T4" fmla="*/ 58 w 156"/>
                    <a:gd name="T5" fmla="*/ 64 h 76"/>
                    <a:gd name="T6" fmla="*/ 40 w 156"/>
                    <a:gd name="T7" fmla="*/ 27 h 76"/>
                    <a:gd name="T8" fmla="*/ 64 w 156"/>
                    <a:gd name="T9" fmla="*/ 32 h 76"/>
                    <a:gd name="T10" fmla="*/ 80 w 156"/>
                    <a:gd name="T11" fmla="*/ 69 h 76"/>
                    <a:gd name="T12" fmla="*/ 105 w 156"/>
                    <a:gd name="T13" fmla="*/ 75 h 76"/>
                    <a:gd name="T14" fmla="*/ 112 w 156"/>
                    <a:gd name="T15" fmla="*/ 73 h 76"/>
                    <a:gd name="T16" fmla="*/ 99 w 156"/>
                    <a:gd name="T17" fmla="*/ 36 h 76"/>
                    <a:gd name="T18" fmla="*/ 122 w 156"/>
                    <a:gd name="T19" fmla="*/ 40 h 76"/>
                    <a:gd name="T20" fmla="*/ 135 w 156"/>
                    <a:gd name="T21" fmla="*/ 69 h 76"/>
                    <a:gd name="T22" fmla="*/ 155 w 156"/>
                    <a:gd name="T23" fmla="*/ 67 h 76"/>
                    <a:gd name="T24" fmla="*/ 149 w 156"/>
                    <a:gd name="T25" fmla="*/ 22 h 76"/>
                    <a:gd name="T26" fmla="*/ 0 w 156"/>
                    <a:gd name="T27" fmla="*/ 0 h 7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56"/>
                    <a:gd name="T43" fmla="*/ 0 h 76"/>
                    <a:gd name="T44" fmla="*/ 156 w 156"/>
                    <a:gd name="T45" fmla="*/ 76 h 7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56" h="76">
                      <a:moveTo>
                        <a:pt x="0" y="0"/>
                      </a:moveTo>
                      <a:lnTo>
                        <a:pt x="31" y="58"/>
                      </a:lnTo>
                      <a:lnTo>
                        <a:pt x="58" y="64"/>
                      </a:lnTo>
                      <a:lnTo>
                        <a:pt x="40" y="27"/>
                      </a:lnTo>
                      <a:lnTo>
                        <a:pt x="64" y="32"/>
                      </a:lnTo>
                      <a:lnTo>
                        <a:pt x="80" y="69"/>
                      </a:lnTo>
                      <a:lnTo>
                        <a:pt x="105" y="75"/>
                      </a:lnTo>
                      <a:lnTo>
                        <a:pt x="112" y="73"/>
                      </a:lnTo>
                      <a:lnTo>
                        <a:pt x="99" y="36"/>
                      </a:lnTo>
                      <a:lnTo>
                        <a:pt x="122" y="40"/>
                      </a:lnTo>
                      <a:lnTo>
                        <a:pt x="135" y="69"/>
                      </a:lnTo>
                      <a:lnTo>
                        <a:pt x="155" y="67"/>
                      </a:lnTo>
                      <a:lnTo>
                        <a:pt x="149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1" name="Freeform 367">
                  <a:extLst>
                    <a:ext uri="{FF2B5EF4-FFF2-40B4-BE49-F238E27FC236}">
                      <a16:creationId xmlns:a16="http://schemas.microsoft.com/office/drawing/2014/main" id="{B44F5F50-9B27-3E4B-BCF3-F6C5F296ED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43" y="3874"/>
                  <a:ext cx="124" cy="58"/>
                </a:xfrm>
                <a:custGeom>
                  <a:avLst/>
                  <a:gdLst>
                    <a:gd name="T0" fmla="*/ 0 w 124"/>
                    <a:gd name="T1" fmla="*/ 13 h 58"/>
                    <a:gd name="T2" fmla="*/ 6 w 124"/>
                    <a:gd name="T3" fmla="*/ 57 h 58"/>
                    <a:gd name="T4" fmla="*/ 123 w 124"/>
                    <a:gd name="T5" fmla="*/ 37 h 58"/>
                    <a:gd name="T6" fmla="*/ 123 w 124"/>
                    <a:gd name="T7" fmla="*/ 0 h 58"/>
                    <a:gd name="T8" fmla="*/ 15 w 124"/>
                    <a:gd name="T9" fmla="*/ 15 h 58"/>
                    <a:gd name="T10" fmla="*/ 0 w 124"/>
                    <a:gd name="T11" fmla="*/ 13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4"/>
                    <a:gd name="T19" fmla="*/ 0 h 58"/>
                    <a:gd name="T20" fmla="*/ 124 w 124"/>
                    <a:gd name="T21" fmla="*/ 58 h 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4" h="58">
                      <a:moveTo>
                        <a:pt x="0" y="13"/>
                      </a:moveTo>
                      <a:lnTo>
                        <a:pt x="6" y="57"/>
                      </a:lnTo>
                      <a:lnTo>
                        <a:pt x="123" y="37"/>
                      </a:lnTo>
                      <a:lnTo>
                        <a:pt x="123" y="0"/>
                      </a:lnTo>
                      <a:lnTo>
                        <a:pt x="15" y="15"/>
                      </a:lnTo>
                      <a:lnTo>
                        <a:pt x="0" y="13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2" name="Freeform 368">
                  <a:extLst>
                    <a:ext uri="{FF2B5EF4-FFF2-40B4-BE49-F238E27FC236}">
                      <a16:creationId xmlns:a16="http://schemas.microsoft.com/office/drawing/2014/main" id="{6844B969-0680-A045-8801-CA78C61D96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93" y="4043"/>
                  <a:ext cx="413" cy="157"/>
                </a:xfrm>
                <a:custGeom>
                  <a:avLst/>
                  <a:gdLst>
                    <a:gd name="T0" fmla="*/ 0 w 413"/>
                    <a:gd name="T1" fmla="*/ 0 h 157"/>
                    <a:gd name="T2" fmla="*/ 0 w 413"/>
                    <a:gd name="T3" fmla="*/ 43 h 157"/>
                    <a:gd name="T4" fmla="*/ 412 w 413"/>
                    <a:gd name="T5" fmla="*/ 156 h 157"/>
                    <a:gd name="T6" fmla="*/ 412 w 413"/>
                    <a:gd name="T7" fmla="*/ 105 h 157"/>
                    <a:gd name="T8" fmla="*/ 409 w 413"/>
                    <a:gd name="T9" fmla="*/ 105 h 157"/>
                    <a:gd name="T10" fmla="*/ 0 w 413"/>
                    <a:gd name="T11" fmla="*/ 0 h 1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3"/>
                    <a:gd name="T19" fmla="*/ 0 h 157"/>
                    <a:gd name="T20" fmla="*/ 413 w 413"/>
                    <a:gd name="T21" fmla="*/ 157 h 1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3" h="157">
                      <a:moveTo>
                        <a:pt x="0" y="0"/>
                      </a:moveTo>
                      <a:lnTo>
                        <a:pt x="0" y="43"/>
                      </a:lnTo>
                      <a:lnTo>
                        <a:pt x="412" y="156"/>
                      </a:lnTo>
                      <a:lnTo>
                        <a:pt x="412" y="105"/>
                      </a:lnTo>
                      <a:lnTo>
                        <a:pt x="409" y="10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3" name="Freeform 369">
                  <a:extLst>
                    <a:ext uri="{FF2B5EF4-FFF2-40B4-BE49-F238E27FC236}">
                      <a16:creationId xmlns:a16="http://schemas.microsoft.com/office/drawing/2014/main" id="{9EBA67C6-0DBC-624B-A39E-EA92E34A345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4" y="4141"/>
                  <a:ext cx="14" cy="52"/>
                </a:xfrm>
                <a:custGeom>
                  <a:avLst/>
                  <a:gdLst>
                    <a:gd name="T0" fmla="*/ 0 w 14"/>
                    <a:gd name="T1" fmla="*/ 0 h 52"/>
                    <a:gd name="T2" fmla="*/ 0 w 14"/>
                    <a:gd name="T3" fmla="*/ 47 h 52"/>
                    <a:gd name="T4" fmla="*/ 13 w 14"/>
                    <a:gd name="T5" fmla="*/ 51 h 52"/>
                    <a:gd name="T6" fmla="*/ 13 w 14"/>
                    <a:gd name="T7" fmla="*/ 3 h 52"/>
                    <a:gd name="T8" fmla="*/ 0 w 14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52"/>
                    <a:gd name="T17" fmla="*/ 14 w 14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52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13" y="51"/>
                      </a:lnTo>
                      <a:lnTo>
                        <a:pt x="13" y="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4" name="Freeform 370">
                  <a:extLst>
                    <a:ext uri="{FF2B5EF4-FFF2-40B4-BE49-F238E27FC236}">
                      <a16:creationId xmlns:a16="http://schemas.microsoft.com/office/drawing/2014/main" id="{C781D2CE-F78F-944A-8368-09CDF25411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7" y="4090"/>
                  <a:ext cx="53" cy="29"/>
                </a:xfrm>
                <a:custGeom>
                  <a:avLst/>
                  <a:gdLst>
                    <a:gd name="T0" fmla="*/ 0 w 53"/>
                    <a:gd name="T1" fmla="*/ 4 h 29"/>
                    <a:gd name="T2" fmla="*/ 0 w 53"/>
                    <a:gd name="T3" fmla="*/ 28 h 29"/>
                    <a:gd name="T4" fmla="*/ 52 w 53"/>
                    <a:gd name="T5" fmla="*/ 20 h 29"/>
                    <a:gd name="T6" fmla="*/ 52 w 53"/>
                    <a:gd name="T7" fmla="*/ 2 h 29"/>
                    <a:gd name="T8" fmla="*/ 30 w 53"/>
                    <a:gd name="T9" fmla="*/ 0 h 29"/>
                    <a:gd name="T10" fmla="*/ 0 w 53"/>
                    <a:gd name="T11" fmla="*/ 4 h 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29"/>
                    <a:gd name="T20" fmla="*/ 53 w 53"/>
                    <a:gd name="T21" fmla="*/ 29 h 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29">
                      <a:moveTo>
                        <a:pt x="0" y="4"/>
                      </a:moveTo>
                      <a:lnTo>
                        <a:pt x="0" y="28"/>
                      </a:lnTo>
                      <a:lnTo>
                        <a:pt x="52" y="20"/>
                      </a:lnTo>
                      <a:lnTo>
                        <a:pt x="52" y="2"/>
                      </a:lnTo>
                      <a:lnTo>
                        <a:pt x="30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5" name="Freeform 371">
                  <a:extLst>
                    <a:ext uri="{FF2B5EF4-FFF2-40B4-BE49-F238E27FC236}">
                      <a16:creationId xmlns:a16="http://schemas.microsoft.com/office/drawing/2014/main" id="{C9C3B126-6EA4-954E-A8AD-D77ADD1E90C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68" y="3856"/>
                  <a:ext cx="436" cy="277"/>
                </a:xfrm>
                <a:custGeom>
                  <a:avLst/>
                  <a:gdLst>
                    <a:gd name="T0" fmla="*/ 2 w 436"/>
                    <a:gd name="T1" fmla="*/ 0 h 277"/>
                    <a:gd name="T2" fmla="*/ 0 w 436"/>
                    <a:gd name="T3" fmla="*/ 170 h 277"/>
                    <a:gd name="T4" fmla="*/ 435 w 436"/>
                    <a:gd name="T5" fmla="*/ 276 h 277"/>
                    <a:gd name="T6" fmla="*/ 435 w 436"/>
                    <a:gd name="T7" fmla="*/ 259 h 277"/>
                    <a:gd name="T8" fmla="*/ 431 w 436"/>
                    <a:gd name="T9" fmla="*/ 259 h 277"/>
                    <a:gd name="T10" fmla="*/ 431 w 436"/>
                    <a:gd name="T11" fmla="*/ 240 h 277"/>
                    <a:gd name="T12" fmla="*/ 365 w 436"/>
                    <a:gd name="T13" fmla="*/ 228 h 277"/>
                    <a:gd name="T14" fmla="*/ 367 w 436"/>
                    <a:gd name="T15" fmla="*/ 196 h 277"/>
                    <a:gd name="T16" fmla="*/ 431 w 436"/>
                    <a:gd name="T17" fmla="*/ 206 h 277"/>
                    <a:gd name="T18" fmla="*/ 431 w 436"/>
                    <a:gd name="T19" fmla="*/ 94 h 277"/>
                    <a:gd name="T20" fmla="*/ 2 w 436"/>
                    <a:gd name="T21" fmla="*/ 0 h 27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36"/>
                    <a:gd name="T34" fmla="*/ 0 h 277"/>
                    <a:gd name="T35" fmla="*/ 436 w 436"/>
                    <a:gd name="T36" fmla="*/ 277 h 27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36" h="277">
                      <a:moveTo>
                        <a:pt x="2" y="0"/>
                      </a:moveTo>
                      <a:lnTo>
                        <a:pt x="0" y="170"/>
                      </a:lnTo>
                      <a:lnTo>
                        <a:pt x="435" y="276"/>
                      </a:lnTo>
                      <a:lnTo>
                        <a:pt x="435" y="259"/>
                      </a:lnTo>
                      <a:lnTo>
                        <a:pt x="431" y="259"/>
                      </a:lnTo>
                      <a:lnTo>
                        <a:pt x="431" y="240"/>
                      </a:lnTo>
                      <a:lnTo>
                        <a:pt x="365" y="228"/>
                      </a:lnTo>
                      <a:lnTo>
                        <a:pt x="367" y="196"/>
                      </a:lnTo>
                      <a:lnTo>
                        <a:pt x="431" y="206"/>
                      </a:lnTo>
                      <a:lnTo>
                        <a:pt x="431" y="9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6" name="Freeform 372">
                  <a:extLst>
                    <a:ext uri="{FF2B5EF4-FFF2-40B4-BE49-F238E27FC236}">
                      <a16:creationId xmlns:a16="http://schemas.microsoft.com/office/drawing/2014/main" id="{FCCF2704-AA20-004F-B9CC-65E2F16E05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4058"/>
                  <a:ext cx="18" cy="59"/>
                </a:xfrm>
                <a:custGeom>
                  <a:avLst/>
                  <a:gdLst>
                    <a:gd name="T0" fmla="*/ 11 w 18"/>
                    <a:gd name="T1" fmla="*/ 0 h 59"/>
                    <a:gd name="T2" fmla="*/ 0 w 18"/>
                    <a:gd name="T3" fmla="*/ 12 h 59"/>
                    <a:gd name="T4" fmla="*/ 3 w 18"/>
                    <a:gd name="T5" fmla="*/ 58 h 59"/>
                    <a:gd name="T6" fmla="*/ 17 w 18"/>
                    <a:gd name="T7" fmla="*/ 49 h 59"/>
                    <a:gd name="T8" fmla="*/ 11 w 18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59"/>
                    <a:gd name="T17" fmla="*/ 18 w 18"/>
                    <a:gd name="T18" fmla="*/ 59 h 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59">
                      <a:moveTo>
                        <a:pt x="11" y="0"/>
                      </a:moveTo>
                      <a:lnTo>
                        <a:pt x="0" y="12"/>
                      </a:lnTo>
                      <a:lnTo>
                        <a:pt x="3" y="58"/>
                      </a:lnTo>
                      <a:lnTo>
                        <a:pt x="17" y="49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7" name="Freeform 373">
                  <a:extLst>
                    <a:ext uri="{FF2B5EF4-FFF2-40B4-BE49-F238E27FC236}">
                      <a16:creationId xmlns:a16="http://schemas.microsoft.com/office/drawing/2014/main" id="{1BF51D85-91F5-4342-802C-86A9FC861A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6" y="4107"/>
                  <a:ext cx="147" cy="21"/>
                </a:xfrm>
                <a:custGeom>
                  <a:avLst/>
                  <a:gdLst>
                    <a:gd name="T0" fmla="*/ 14 w 147"/>
                    <a:gd name="T1" fmla="*/ 0 h 21"/>
                    <a:gd name="T2" fmla="*/ 0 w 147"/>
                    <a:gd name="T3" fmla="*/ 9 h 21"/>
                    <a:gd name="T4" fmla="*/ 137 w 147"/>
                    <a:gd name="T5" fmla="*/ 20 h 21"/>
                    <a:gd name="T6" fmla="*/ 146 w 147"/>
                    <a:gd name="T7" fmla="*/ 9 h 21"/>
                    <a:gd name="T8" fmla="*/ 14 w 147"/>
                    <a:gd name="T9" fmla="*/ 0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21"/>
                    <a:gd name="T17" fmla="*/ 147 w 147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21">
                      <a:moveTo>
                        <a:pt x="14" y="0"/>
                      </a:moveTo>
                      <a:lnTo>
                        <a:pt x="0" y="9"/>
                      </a:lnTo>
                      <a:lnTo>
                        <a:pt x="137" y="20"/>
                      </a:lnTo>
                      <a:lnTo>
                        <a:pt x="146" y="9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8" name="Freeform 374">
                  <a:extLst>
                    <a:ext uri="{FF2B5EF4-FFF2-40B4-BE49-F238E27FC236}">
                      <a16:creationId xmlns:a16="http://schemas.microsoft.com/office/drawing/2014/main" id="{AA4C880E-F829-F44C-AF69-CBAA61DDC8C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90" y="4079"/>
                  <a:ext cx="172" cy="38"/>
                </a:xfrm>
                <a:custGeom>
                  <a:avLst/>
                  <a:gdLst>
                    <a:gd name="T0" fmla="*/ 0 w 172"/>
                    <a:gd name="T1" fmla="*/ 26 h 38"/>
                    <a:gd name="T2" fmla="*/ 134 w 172"/>
                    <a:gd name="T3" fmla="*/ 37 h 38"/>
                    <a:gd name="T4" fmla="*/ 171 w 172"/>
                    <a:gd name="T5" fmla="*/ 0 h 38"/>
                    <a:gd name="T6" fmla="*/ 0 w 172"/>
                    <a:gd name="T7" fmla="*/ 26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72"/>
                    <a:gd name="T13" fmla="*/ 0 h 38"/>
                    <a:gd name="T14" fmla="*/ 172 w 172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72" h="38">
                      <a:moveTo>
                        <a:pt x="0" y="26"/>
                      </a:moveTo>
                      <a:lnTo>
                        <a:pt x="134" y="37"/>
                      </a:lnTo>
                      <a:lnTo>
                        <a:pt x="17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39" name="Freeform 375">
                  <a:extLst>
                    <a:ext uri="{FF2B5EF4-FFF2-40B4-BE49-F238E27FC236}">
                      <a16:creationId xmlns:a16="http://schemas.microsoft.com/office/drawing/2014/main" id="{F72E5A1A-0D23-614A-A78E-8129E64B47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6"/>
                  <a:ext cx="12" cy="20"/>
                </a:xfrm>
                <a:custGeom>
                  <a:avLst/>
                  <a:gdLst>
                    <a:gd name="T0" fmla="*/ 0 w 12"/>
                    <a:gd name="T1" fmla="*/ 1 h 20"/>
                    <a:gd name="T2" fmla="*/ 0 w 12"/>
                    <a:gd name="T3" fmla="*/ 19 h 20"/>
                    <a:gd name="T4" fmla="*/ 11 w 12"/>
                    <a:gd name="T5" fmla="*/ 15 h 20"/>
                    <a:gd name="T6" fmla="*/ 11 w 12"/>
                    <a:gd name="T7" fmla="*/ 0 h 20"/>
                    <a:gd name="T8" fmla="*/ 0 w 12"/>
                    <a:gd name="T9" fmla="*/ 1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0"/>
                    <a:gd name="T17" fmla="*/ 12 w 12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0">
                      <a:moveTo>
                        <a:pt x="0" y="1"/>
                      </a:moveTo>
                      <a:lnTo>
                        <a:pt x="0" y="19"/>
                      </a:lnTo>
                      <a:lnTo>
                        <a:pt x="11" y="15"/>
                      </a:lnTo>
                      <a:lnTo>
                        <a:pt x="11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0" name="Freeform 376">
                  <a:extLst>
                    <a:ext uri="{FF2B5EF4-FFF2-40B4-BE49-F238E27FC236}">
                      <a16:creationId xmlns:a16="http://schemas.microsoft.com/office/drawing/2014/main" id="{5C593C1C-0080-6E41-942E-BC769313B7D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03" y="4113"/>
                  <a:ext cx="151" cy="87"/>
                </a:xfrm>
                <a:custGeom>
                  <a:avLst/>
                  <a:gdLst>
                    <a:gd name="T0" fmla="*/ 13 w 151"/>
                    <a:gd name="T1" fmla="*/ 18 h 87"/>
                    <a:gd name="T2" fmla="*/ 0 w 151"/>
                    <a:gd name="T3" fmla="*/ 20 h 87"/>
                    <a:gd name="T4" fmla="*/ 0 w 151"/>
                    <a:gd name="T5" fmla="*/ 36 h 87"/>
                    <a:gd name="T6" fmla="*/ 3 w 151"/>
                    <a:gd name="T7" fmla="*/ 36 h 87"/>
                    <a:gd name="T8" fmla="*/ 3 w 151"/>
                    <a:gd name="T9" fmla="*/ 86 h 87"/>
                    <a:gd name="T10" fmla="*/ 150 w 151"/>
                    <a:gd name="T11" fmla="*/ 52 h 87"/>
                    <a:gd name="T12" fmla="*/ 54 w 151"/>
                    <a:gd name="T13" fmla="*/ 46 h 87"/>
                    <a:gd name="T14" fmla="*/ 33 w 151"/>
                    <a:gd name="T15" fmla="*/ 0 h 87"/>
                    <a:gd name="T16" fmla="*/ 13 w 151"/>
                    <a:gd name="T17" fmla="*/ 2 h 87"/>
                    <a:gd name="T18" fmla="*/ 13 w 151"/>
                    <a:gd name="T19" fmla="*/ 18 h 8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1"/>
                    <a:gd name="T31" fmla="*/ 0 h 87"/>
                    <a:gd name="T32" fmla="*/ 151 w 151"/>
                    <a:gd name="T33" fmla="*/ 87 h 8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1" h="87">
                      <a:moveTo>
                        <a:pt x="13" y="18"/>
                      </a:moveTo>
                      <a:lnTo>
                        <a:pt x="0" y="20"/>
                      </a:lnTo>
                      <a:lnTo>
                        <a:pt x="0" y="36"/>
                      </a:lnTo>
                      <a:lnTo>
                        <a:pt x="3" y="36"/>
                      </a:lnTo>
                      <a:lnTo>
                        <a:pt x="3" y="86"/>
                      </a:lnTo>
                      <a:lnTo>
                        <a:pt x="150" y="52"/>
                      </a:lnTo>
                      <a:lnTo>
                        <a:pt x="54" y="46"/>
                      </a:lnTo>
                      <a:lnTo>
                        <a:pt x="33" y="0"/>
                      </a:lnTo>
                      <a:lnTo>
                        <a:pt x="13" y="2"/>
                      </a:lnTo>
                      <a:lnTo>
                        <a:pt x="13" y="18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1" name="Freeform 377">
                  <a:extLst>
                    <a:ext uri="{FF2B5EF4-FFF2-40B4-BE49-F238E27FC236}">
                      <a16:creationId xmlns:a16="http://schemas.microsoft.com/office/drawing/2014/main" id="{D76B2A63-1457-394F-8EC2-6DB04906A0F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4" y="3960"/>
                  <a:ext cx="206" cy="208"/>
                </a:xfrm>
                <a:custGeom>
                  <a:avLst/>
                  <a:gdLst>
                    <a:gd name="T0" fmla="*/ 155 w 206"/>
                    <a:gd name="T1" fmla="*/ 0 h 208"/>
                    <a:gd name="T2" fmla="*/ 0 w 206"/>
                    <a:gd name="T3" fmla="*/ 167 h 208"/>
                    <a:gd name="T4" fmla="*/ 15 w 206"/>
                    <a:gd name="T5" fmla="*/ 207 h 208"/>
                    <a:gd name="T6" fmla="*/ 205 w 206"/>
                    <a:gd name="T7" fmla="*/ 26 h 208"/>
                    <a:gd name="T8" fmla="*/ 155 w 206"/>
                    <a:gd name="T9" fmla="*/ 0 h 2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6"/>
                    <a:gd name="T16" fmla="*/ 0 h 208"/>
                    <a:gd name="T17" fmla="*/ 206 w 206"/>
                    <a:gd name="T18" fmla="*/ 208 h 2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6" h="208">
                      <a:moveTo>
                        <a:pt x="155" y="0"/>
                      </a:moveTo>
                      <a:lnTo>
                        <a:pt x="0" y="167"/>
                      </a:lnTo>
                      <a:lnTo>
                        <a:pt x="15" y="207"/>
                      </a:lnTo>
                      <a:lnTo>
                        <a:pt x="205" y="26"/>
                      </a:lnTo>
                      <a:lnTo>
                        <a:pt x="15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2" name="Freeform 378">
                  <a:extLst>
                    <a:ext uri="{FF2B5EF4-FFF2-40B4-BE49-F238E27FC236}">
                      <a16:creationId xmlns:a16="http://schemas.microsoft.com/office/drawing/2014/main" id="{1F81E0B7-9A12-9F45-9F35-7B56C5C6BF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0" y="4065"/>
                  <a:ext cx="129" cy="77"/>
                </a:xfrm>
                <a:custGeom>
                  <a:avLst/>
                  <a:gdLst>
                    <a:gd name="T0" fmla="*/ 67 w 129"/>
                    <a:gd name="T1" fmla="*/ 11 h 77"/>
                    <a:gd name="T2" fmla="*/ 0 w 129"/>
                    <a:gd name="T3" fmla="*/ 76 h 77"/>
                    <a:gd name="T4" fmla="*/ 127 w 129"/>
                    <a:gd name="T5" fmla="*/ 48 h 77"/>
                    <a:gd name="T6" fmla="*/ 128 w 129"/>
                    <a:gd name="T7" fmla="*/ 0 h 77"/>
                    <a:gd name="T8" fmla="*/ 67 w 129"/>
                    <a:gd name="T9" fmla="*/ 11 h 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9"/>
                    <a:gd name="T16" fmla="*/ 0 h 77"/>
                    <a:gd name="T17" fmla="*/ 129 w 129"/>
                    <a:gd name="T18" fmla="*/ 77 h 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9" h="77">
                      <a:moveTo>
                        <a:pt x="67" y="11"/>
                      </a:moveTo>
                      <a:lnTo>
                        <a:pt x="0" y="76"/>
                      </a:lnTo>
                      <a:lnTo>
                        <a:pt x="127" y="48"/>
                      </a:lnTo>
                      <a:lnTo>
                        <a:pt x="128" y="0"/>
                      </a:lnTo>
                      <a:lnTo>
                        <a:pt x="67" y="11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3" name="Freeform 379">
                  <a:extLst>
                    <a:ext uri="{FF2B5EF4-FFF2-40B4-BE49-F238E27FC236}">
                      <a16:creationId xmlns:a16="http://schemas.microsoft.com/office/drawing/2014/main" id="{3CF0CA1F-6172-0C4D-93F5-6218A28B14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8" y="4063"/>
                  <a:ext cx="14" cy="27"/>
                </a:xfrm>
                <a:custGeom>
                  <a:avLst/>
                  <a:gdLst>
                    <a:gd name="T0" fmla="*/ 0 w 14"/>
                    <a:gd name="T1" fmla="*/ 2 h 27"/>
                    <a:gd name="T2" fmla="*/ 0 w 14"/>
                    <a:gd name="T3" fmla="*/ 26 h 27"/>
                    <a:gd name="T4" fmla="*/ 13 w 14"/>
                    <a:gd name="T5" fmla="*/ 22 h 27"/>
                    <a:gd name="T6" fmla="*/ 13 w 14"/>
                    <a:gd name="T7" fmla="*/ 0 h 27"/>
                    <a:gd name="T8" fmla="*/ 9 w 14"/>
                    <a:gd name="T9" fmla="*/ 0 h 27"/>
                    <a:gd name="T10" fmla="*/ 0 w 14"/>
                    <a:gd name="T11" fmla="*/ 2 h 2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27"/>
                    <a:gd name="T20" fmla="*/ 14 w 14"/>
                    <a:gd name="T21" fmla="*/ 27 h 2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27">
                      <a:moveTo>
                        <a:pt x="0" y="2"/>
                      </a:moveTo>
                      <a:lnTo>
                        <a:pt x="0" y="26"/>
                      </a:lnTo>
                      <a:lnTo>
                        <a:pt x="13" y="22"/>
                      </a:lnTo>
                      <a:lnTo>
                        <a:pt x="13" y="0"/>
                      </a:lnTo>
                      <a:lnTo>
                        <a:pt x="9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4" name="Freeform 380">
                  <a:extLst>
                    <a:ext uri="{FF2B5EF4-FFF2-40B4-BE49-F238E27FC236}">
                      <a16:creationId xmlns:a16="http://schemas.microsoft.com/office/drawing/2014/main" id="{3D886A91-847E-EB4A-BD2A-C0E412A8C4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6" y="3890"/>
                  <a:ext cx="313" cy="218"/>
                </a:xfrm>
                <a:custGeom>
                  <a:avLst/>
                  <a:gdLst>
                    <a:gd name="T0" fmla="*/ 0 w 313"/>
                    <a:gd name="T1" fmla="*/ 59 h 218"/>
                    <a:gd name="T2" fmla="*/ 0 w 313"/>
                    <a:gd name="T3" fmla="*/ 120 h 218"/>
                    <a:gd name="T4" fmla="*/ 0 w 313"/>
                    <a:gd name="T5" fmla="*/ 171 h 218"/>
                    <a:gd name="T6" fmla="*/ 11 w 313"/>
                    <a:gd name="T7" fmla="*/ 173 h 218"/>
                    <a:gd name="T8" fmla="*/ 73 w 313"/>
                    <a:gd name="T9" fmla="*/ 164 h 218"/>
                    <a:gd name="T10" fmla="*/ 86 w 313"/>
                    <a:gd name="T11" fmla="*/ 166 h 218"/>
                    <a:gd name="T12" fmla="*/ 88 w 313"/>
                    <a:gd name="T13" fmla="*/ 169 h 218"/>
                    <a:gd name="T14" fmla="*/ 94 w 313"/>
                    <a:gd name="T15" fmla="*/ 217 h 218"/>
                    <a:gd name="T16" fmla="*/ 266 w 313"/>
                    <a:gd name="T17" fmla="*/ 189 h 218"/>
                    <a:gd name="T18" fmla="*/ 312 w 313"/>
                    <a:gd name="T19" fmla="*/ 138 h 218"/>
                    <a:gd name="T20" fmla="*/ 312 w 313"/>
                    <a:gd name="T21" fmla="*/ 0 h 218"/>
                    <a:gd name="T22" fmla="*/ 0 w 313"/>
                    <a:gd name="T23" fmla="*/ 59 h 21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13"/>
                    <a:gd name="T37" fmla="*/ 0 h 218"/>
                    <a:gd name="T38" fmla="*/ 313 w 313"/>
                    <a:gd name="T39" fmla="*/ 218 h 218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13" h="218">
                      <a:moveTo>
                        <a:pt x="0" y="59"/>
                      </a:moveTo>
                      <a:lnTo>
                        <a:pt x="0" y="120"/>
                      </a:lnTo>
                      <a:lnTo>
                        <a:pt x="0" y="171"/>
                      </a:lnTo>
                      <a:lnTo>
                        <a:pt x="11" y="173"/>
                      </a:lnTo>
                      <a:lnTo>
                        <a:pt x="73" y="164"/>
                      </a:lnTo>
                      <a:lnTo>
                        <a:pt x="86" y="166"/>
                      </a:lnTo>
                      <a:lnTo>
                        <a:pt x="88" y="169"/>
                      </a:lnTo>
                      <a:lnTo>
                        <a:pt x="94" y="217"/>
                      </a:lnTo>
                      <a:lnTo>
                        <a:pt x="266" y="189"/>
                      </a:lnTo>
                      <a:lnTo>
                        <a:pt x="312" y="138"/>
                      </a:lnTo>
                      <a:lnTo>
                        <a:pt x="312" y="0"/>
                      </a:lnTo>
                      <a:lnTo>
                        <a:pt x="0" y="5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5" name="Freeform 381">
                  <a:extLst>
                    <a:ext uri="{FF2B5EF4-FFF2-40B4-BE49-F238E27FC236}">
                      <a16:creationId xmlns:a16="http://schemas.microsoft.com/office/drawing/2014/main" id="{C5AFE9BE-721E-9545-BEB9-AB27660A2C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629"/>
                  <a:ext cx="36" cy="158"/>
                </a:xfrm>
                <a:custGeom>
                  <a:avLst/>
                  <a:gdLst>
                    <a:gd name="T0" fmla="*/ 29 w 36"/>
                    <a:gd name="T1" fmla="*/ 0 h 158"/>
                    <a:gd name="T2" fmla="*/ 26 w 36"/>
                    <a:gd name="T3" fmla="*/ 2 h 158"/>
                    <a:gd name="T4" fmla="*/ 20 w 36"/>
                    <a:gd name="T5" fmla="*/ 4 h 158"/>
                    <a:gd name="T6" fmla="*/ 11 w 36"/>
                    <a:gd name="T7" fmla="*/ 8 h 158"/>
                    <a:gd name="T8" fmla="*/ 5 w 36"/>
                    <a:gd name="T9" fmla="*/ 14 h 158"/>
                    <a:gd name="T10" fmla="*/ 2 w 36"/>
                    <a:gd name="T11" fmla="*/ 20 h 158"/>
                    <a:gd name="T12" fmla="*/ 0 w 36"/>
                    <a:gd name="T13" fmla="*/ 24 h 158"/>
                    <a:gd name="T14" fmla="*/ 0 w 36"/>
                    <a:gd name="T15" fmla="*/ 38 h 158"/>
                    <a:gd name="T16" fmla="*/ 0 w 36"/>
                    <a:gd name="T17" fmla="*/ 118 h 158"/>
                    <a:gd name="T18" fmla="*/ 0 w 36"/>
                    <a:gd name="T19" fmla="*/ 124 h 158"/>
                    <a:gd name="T20" fmla="*/ 2 w 36"/>
                    <a:gd name="T21" fmla="*/ 130 h 158"/>
                    <a:gd name="T22" fmla="*/ 2 w 36"/>
                    <a:gd name="T23" fmla="*/ 135 h 158"/>
                    <a:gd name="T24" fmla="*/ 3 w 36"/>
                    <a:gd name="T25" fmla="*/ 137 h 158"/>
                    <a:gd name="T26" fmla="*/ 11 w 36"/>
                    <a:gd name="T27" fmla="*/ 144 h 158"/>
                    <a:gd name="T28" fmla="*/ 22 w 36"/>
                    <a:gd name="T29" fmla="*/ 153 h 158"/>
                    <a:gd name="T30" fmla="*/ 28 w 36"/>
                    <a:gd name="T31" fmla="*/ 157 h 158"/>
                    <a:gd name="T32" fmla="*/ 31 w 36"/>
                    <a:gd name="T33" fmla="*/ 153 h 158"/>
                    <a:gd name="T34" fmla="*/ 33 w 36"/>
                    <a:gd name="T35" fmla="*/ 149 h 158"/>
                    <a:gd name="T36" fmla="*/ 29 w 36"/>
                    <a:gd name="T37" fmla="*/ 142 h 158"/>
                    <a:gd name="T38" fmla="*/ 26 w 36"/>
                    <a:gd name="T39" fmla="*/ 140 h 158"/>
                    <a:gd name="T40" fmla="*/ 24 w 36"/>
                    <a:gd name="T41" fmla="*/ 138 h 158"/>
                    <a:gd name="T42" fmla="*/ 20 w 36"/>
                    <a:gd name="T43" fmla="*/ 137 h 158"/>
                    <a:gd name="T44" fmla="*/ 15 w 36"/>
                    <a:gd name="T45" fmla="*/ 133 h 158"/>
                    <a:gd name="T46" fmla="*/ 13 w 36"/>
                    <a:gd name="T47" fmla="*/ 126 h 158"/>
                    <a:gd name="T48" fmla="*/ 11 w 36"/>
                    <a:gd name="T49" fmla="*/ 120 h 158"/>
                    <a:gd name="T50" fmla="*/ 11 w 36"/>
                    <a:gd name="T51" fmla="*/ 102 h 158"/>
                    <a:gd name="T52" fmla="*/ 9 w 36"/>
                    <a:gd name="T53" fmla="*/ 36 h 158"/>
                    <a:gd name="T54" fmla="*/ 11 w 36"/>
                    <a:gd name="T55" fmla="*/ 27 h 158"/>
                    <a:gd name="T56" fmla="*/ 13 w 36"/>
                    <a:gd name="T57" fmla="*/ 22 h 158"/>
                    <a:gd name="T58" fmla="*/ 15 w 36"/>
                    <a:gd name="T59" fmla="*/ 20 h 158"/>
                    <a:gd name="T60" fmla="*/ 22 w 36"/>
                    <a:gd name="T61" fmla="*/ 16 h 158"/>
                    <a:gd name="T62" fmla="*/ 29 w 36"/>
                    <a:gd name="T63" fmla="*/ 14 h 158"/>
                    <a:gd name="T64" fmla="*/ 33 w 36"/>
                    <a:gd name="T65" fmla="*/ 12 h 158"/>
                    <a:gd name="T66" fmla="*/ 35 w 36"/>
                    <a:gd name="T67" fmla="*/ 6 h 158"/>
                    <a:gd name="T68" fmla="*/ 31 w 36"/>
                    <a:gd name="T69" fmla="*/ 0 h 158"/>
                    <a:gd name="T70" fmla="*/ 29 w 36"/>
                    <a:gd name="T71" fmla="*/ 0 h 15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6"/>
                    <a:gd name="T109" fmla="*/ 0 h 158"/>
                    <a:gd name="T110" fmla="*/ 36 w 36"/>
                    <a:gd name="T111" fmla="*/ 158 h 15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6" h="158">
                      <a:moveTo>
                        <a:pt x="29" y="0"/>
                      </a:moveTo>
                      <a:lnTo>
                        <a:pt x="26" y="2"/>
                      </a:lnTo>
                      <a:lnTo>
                        <a:pt x="20" y="4"/>
                      </a:lnTo>
                      <a:lnTo>
                        <a:pt x="11" y="8"/>
                      </a:lnTo>
                      <a:lnTo>
                        <a:pt x="5" y="14"/>
                      </a:lnTo>
                      <a:lnTo>
                        <a:pt x="2" y="20"/>
                      </a:lnTo>
                      <a:lnTo>
                        <a:pt x="0" y="24"/>
                      </a:lnTo>
                      <a:lnTo>
                        <a:pt x="0" y="38"/>
                      </a:lnTo>
                      <a:lnTo>
                        <a:pt x="0" y="118"/>
                      </a:lnTo>
                      <a:lnTo>
                        <a:pt x="0" y="124"/>
                      </a:lnTo>
                      <a:lnTo>
                        <a:pt x="2" y="130"/>
                      </a:lnTo>
                      <a:lnTo>
                        <a:pt x="2" y="135"/>
                      </a:lnTo>
                      <a:lnTo>
                        <a:pt x="3" y="137"/>
                      </a:lnTo>
                      <a:lnTo>
                        <a:pt x="11" y="144"/>
                      </a:lnTo>
                      <a:lnTo>
                        <a:pt x="22" y="153"/>
                      </a:lnTo>
                      <a:lnTo>
                        <a:pt x="28" y="157"/>
                      </a:lnTo>
                      <a:lnTo>
                        <a:pt x="31" y="153"/>
                      </a:lnTo>
                      <a:lnTo>
                        <a:pt x="33" y="149"/>
                      </a:lnTo>
                      <a:lnTo>
                        <a:pt x="29" y="142"/>
                      </a:lnTo>
                      <a:lnTo>
                        <a:pt x="26" y="140"/>
                      </a:lnTo>
                      <a:lnTo>
                        <a:pt x="24" y="138"/>
                      </a:lnTo>
                      <a:lnTo>
                        <a:pt x="20" y="137"/>
                      </a:lnTo>
                      <a:lnTo>
                        <a:pt x="15" y="133"/>
                      </a:lnTo>
                      <a:lnTo>
                        <a:pt x="13" y="126"/>
                      </a:lnTo>
                      <a:lnTo>
                        <a:pt x="11" y="120"/>
                      </a:lnTo>
                      <a:lnTo>
                        <a:pt x="11" y="102"/>
                      </a:lnTo>
                      <a:lnTo>
                        <a:pt x="9" y="36"/>
                      </a:lnTo>
                      <a:lnTo>
                        <a:pt x="11" y="27"/>
                      </a:lnTo>
                      <a:lnTo>
                        <a:pt x="13" y="22"/>
                      </a:lnTo>
                      <a:lnTo>
                        <a:pt x="15" y="20"/>
                      </a:lnTo>
                      <a:lnTo>
                        <a:pt x="22" y="16"/>
                      </a:lnTo>
                      <a:lnTo>
                        <a:pt x="29" y="14"/>
                      </a:lnTo>
                      <a:lnTo>
                        <a:pt x="33" y="12"/>
                      </a:lnTo>
                      <a:lnTo>
                        <a:pt x="35" y="6"/>
                      </a:lnTo>
                      <a:lnTo>
                        <a:pt x="31" y="0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6" name="Freeform 382">
                  <a:extLst>
                    <a:ext uri="{FF2B5EF4-FFF2-40B4-BE49-F238E27FC236}">
                      <a16:creationId xmlns:a16="http://schemas.microsoft.com/office/drawing/2014/main" id="{C6BB18CB-7478-B84D-98D5-4F2235FC7C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0" y="3354"/>
                  <a:ext cx="35" cy="253"/>
                </a:xfrm>
                <a:custGeom>
                  <a:avLst/>
                  <a:gdLst>
                    <a:gd name="T0" fmla="*/ 2 w 35"/>
                    <a:gd name="T1" fmla="*/ 8 h 253"/>
                    <a:gd name="T2" fmla="*/ 0 w 35"/>
                    <a:gd name="T3" fmla="*/ 252 h 253"/>
                    <a:gd name="T4" fmla="*/ 34 w 35"/>
                    <a:gd name="T5" fmla="*/ 252 h 253"/>
                    <a:gd name="T6" fmla="*/ 34 w 35"/>
                    <a:gd name="T7" fmla="*/ 0 h 253"/>
                    <a:gd name="T8" fmla="*/ 2 w 35"/>
                    <a:gd name="T9" fmla="*/ 8 h 2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3"/>
                    <a:gd name="T17" fmla="*/ 35 w 35"/>
                    <a:gd name="T18" fmla="*/ 253 h 2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3">
                      <a:moveTo>
                        <a:pt x="2" y="8"/>
                      </a:moveTo>
                      <a:lnTo>
                        <a:pt x="0" y="252"/>
                      </a:lnTo>
                      <a:lnTo>
                        <a:pt x="34" y="252"/>
                      </a:lnTo>
                      <a:lnTo>
                        <a:pt x="34" y="0"/>
                      </a:lnTo>
                      <a:lnTo>
                        <a:pt x="2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7" name="Freeform 383">
                  <a:extLst>
                    <a:ext uri="{FF2B5EF4-FFF2-40B4-BE49-F238E27FC236}">
                      <a16:creationId xmlns:a16="http://schemas.microsoft.com/office/drawing/2014/main" id="{0D05021D-D5F6-8040-AA38-2B2C89D8F79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25" y="3306"/>
                  <a:ext cx="377" cy="598"/>
                </a:xfrm>
                <a:custGeom>
                  <a:avLst/>
                  <a:gdLst>
                    <a:gd name="T0" fmla="*/ 0 w 377"/>
                    <a:gd name="T1" fmla="*/ 0 h 598"/>
                    <a:gd name="T2" fmla="*/ 2 w 377"/>
                    <a:gd name="T3" fmla="*/ 512 h 598"/>
                    <a:gd name="T4" fmla="*/ 81 w 377"/>
                    <a:gd name="T5" fmla="*/ 591 h 598"/>
                    <a:gd name="T6" fmla="*/ 111 w 377"/>
                    <a:gd name="T7" fmla="*/ 597 h 598"/>
                    <a:gd name="T8" fmla="*/ 111 w 377"/>
                    <a:gd name="T9" fmla="*/ 579 h 598"/>
                    <a:gd name="T10" fmla="*/ 62 w 377"/>
                    <a:gd name="T11" fmla="*/ 533 h 598"/>
                    <a:gd name="T12" fmla="*/ 62 w 377"/>
                    <a:gd name="T13" fmla="*/ 479 h 598"/>
                    <a:gd name="T14" fmla="*/ 56 w 377"/>
                    <a:gd name="T15" fmla="*/ 479 h 598"/>
                    <a:gd name="T16" fmla="*/ 56 w 377"/>
                    <a:gd name="T17" fmla="*/ 472 h 598"/>
                    <a:gd name="T18" fmla="*/ 116 w 377"/>
                    <a:gd name="T19" fmla="*/ 460 h 598"/>
                    <a:gd name="T20" fmla="*/ 116 w 377"/>
                    <a:gd name="T21" fmla="*/ 322 h 598"/>
                    <a:gd name="T22" fmla="*/ 122 w 377"/>
                    <a:gd name="T23" fmla="*/ 322 h 598"/>
                    <a:gd name="T24" fmla="*/ 126 w 377"/>
                    <a:gd name="T25" fmla="*/ 306 h 598"/>
                    <a:gd name="T26" fmla="*/ 166 w 377"/>
                    <a:gd name="T27" fmla="*/ 306 h 598"/>
                    <a:gd name="T28" fmla="*/ 168 w 377"/>
                    <a:gd name="T29" fmla="*/ 54 h 598"/>
                    <a:gd name="T30" fmla="*/ 199 w 377"/>
                    <a:gd name="T31" fmla="*/ 46 h 598"/>
                    <a:gd name="T32" fmla="*/ 253 w 377"/>
                    <a:gd name="T33" fmla="*/ 50 h 598"/>
                    <a:gd name="T34" fmla="*/ 253 w 377"/>
                    <a:gd name="T35" fmla="*/ 38 h 598"/>
                    <a:gd name="T36" fmla="*/ 376 w 377"/>
                    <a:gd name="T37" fmla="*/ 28 h 598"/>
                    <a:gd name="T38" fmla="*/ 0 w 377"/>
                    <a:gd name="T39" fmla="*/ 0 h 59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77"/>
                    <a:gd name="T61" fmla="*/ 0 h 598"/>
                    <a:gd name="T62" fmla="*/ 377 w 377"/>
                    <a:gd name="T63" fmla="*/ 598 h 59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77" h="598">
                      <a:moveTo>
                        <a:pt x="0" y="0"/>
                      </a:moveTo>
                      <a:lnTo>
                        <a:pt x="2" y="512"/>
                      </a:lnTo>
                      <a:lnTo>
                        <a:pt x="81" y="591"/>
                      </a:lnTo>
                      <a:lnTo>
                        <a:pt x="111" y="597"/>
                      </a:lnTo>
                      <a:lnTo>
                        <a:pt x="111" y="579"/>
                      </a:lnTo>
                      <a:lnTo>
                        <a:pt x="62" y="533"/>
                      </a:lnTo>
                      <a:lnTo>
                        <a:pt x="62" y="479"/>
                      </a:lnTo>
                      <a:lnTo>
                        <a:pt x="56" y="479"/>
                      </a:lnTo>
                      <a:lnTo>
                        <a:pt x="56" y="472"/>
                      </a:lnTo>
                      <a:lnTo>
                        <a:pt x="116" y="460"/>
                      </a:lnTo>
                      <a:lnTo>
                        <a:pt x="116" y="322"/>
                      </a:lnTo>
                      <a:lnTo>
                        <a:pt x="122" y="322"/>
                      </a:lnTo>
                      <a:lnTo>
                        <a:pt x="126" y="306"/>
                      </a:lnTo>
                      <a:lnTo>
                        <a:pt x="166" y="306"/>
                      </a:lnTo>
                      <a:lnTo>
                        <a:pt x="168" y="54"/>
                      </a:lnTo>
                      <a:lnTo>
                        <a:pt x="199" y="46"/>
                      </a:lnTo>
                      <a:lnTo>
                        <a:pt x="253" y="50"/>
                      </a:lnTo>
                      <a:lnTo>
                        <a:pt x="253" y="38"/>
                      </a:lnTo>
                      <a:lnTo>
                        <a:pt x="376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8" name="Freeform 384">
                  <a:extLst>
                    <a:ext uri="{FF2B5EF4-FFF2-40B4-BE49-F238E27FC236}">
                      <a16:creationId xmlns:a16="http://schemas.microsoft.com/office/drawing/2014/main" id="{CD65D990-2C34-5B4F-8F70-48A68465804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75"/>
                  <a:ext cx="44" cy="272"/>
                </a:xfrm>
                <a:custGeom>
                  <a:avLst/>
                  <a:gdLst>
                    <a:gd name="T0" fmla="*/ 33 w 44"/>
                    <a:gd name="T1" fmla="*/ 0 h 272"/>
                    <a:gd name="T2" fmla="*/ 33 w 44"/>
                    <a:gd name="T3" fmla="*/ 216 h 272"/>
                    <a:gd name="T4" fmla="*/ 0 w 44"/>
                    <a:gd name="T5" fmla="*/ 249 h 272"/>
                    <a:gd name="T6" fmla="*/ 0 w 44"/>
                    <a:gd name="T7" fmla="*/ 271 h 272"/>
                    <a:gd name="T8" fmla="*/ 43 w 44"/>
                    <a:gd name="T9" fmla="*/ 225 h 272"/>
                    <a:gd name="T10" fmla="*/ 43 w 44"/>
                    <a:gd name="T11" fmla="*/ 8 h 272"/>
                    <a:gd name="T12" fmla="*/ 33 w 44"/>
                    <a:gd name="T13" fmla="*/ 0 h 2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4"/>
                    <a:gd name="T22" fmla="*/ 0 h 272"/>
                    <a:gd name="T23" fmla="*/ 44 w 44"/>
                    <a:gd name="T24" fmla="*/ 272 h 2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4" h="272">
                      <a:moveTo>
                        <a:pt x="33" y="0"/>
                      </a:moveTo>
                      <a:lnTo>
                        <a:pt x="33" y="216"/>
                      </a:lnTo>
                      <a:lnTo>
                        <a:pt x="0" y="249"/>
                      </a:lnTo>
                      <a:lnTo>
                        <a:pt x="0" y="271"/>
                      </a:lnTo>
                      <a:lnTo>
                        <a:pt x="43" y="225"/>
                      </a:lnTo>
                      <a:lnTo>
                        <a:pt x="43" y="8"/>
                      </a:lnTo>
                      <a:lnTo>
                        <a:pt x="3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49" name="Freeform 385">
                  <a:extLst>
                    <a:ext uri="{FF2B5EF4-FFF2-40B4-BE49-F238E27FC236}">
                      <a16:creationId xmlns:a16="http://schemas.microsoft.com/office/drawing/2014/main" id="{89B2116F-F90F-A549-B9E7-4C0C01314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097" y="3415"/>
                  <a:ext cx="22" cy="109"/>
                </a:xfrm>
                <a:custGeom>
                  <a:avLst/>
                  <a:gdLst>
                    <a:gd name="T0" fmla="*/ 0 w 22"/>
                    <a:gd name="T1" fmla="*/ 2 h 109"/>
                    <a:gd name="T2" fmla="*/ 0 w 22"/>
                    <a:gd name="T3" fmla="*/ 108 h 109"/>
                    <a:gd name="T4" fmla="*/ 21 w 22"/>
                    <a:gd name="T5" fmla="*/ 108 h 109"/>
                    <a:gd name="T6" fmla="*/ 21 w 22"/>
                    <a:gd name="T7" fmla="*/ 0 h 109"/>
                    <a:gd name="T8" fmla="*/ 0 w 22"/>
                    <a:gd name="T9" fmla="*/ 2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109"/>
                    <a:gd name="T17" fmla="*/ 22 w 22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109">
                      <a:moveTo>
                        <a:pt x="0" y="2"/>
                      </a:moveTo>
                      <a:lnTo>
                        <a:pt x="0" y="108"/>
                      </a:lnTo>
                      <a:lnTo>
                        <a:pt x="21" y="108"/>
                      </a:lnTo>
                      <a:lnTo>
                        <a:pt x="21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0" name="Freeform 386">
                  <a:extLst>
                    <a:ext uri="{FF2B5EF4-FFF2-40B4-BE49-F238E27FC236}">
                      <a16:creationId xmlns:a16="http://schemas.microsoft.com/office/drawing/2014/main" id="{026CDA8A-2FD1-FF45-8991-AD78E298C1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08" y="3661"/>
                  <a:ext cx="246" cy="164"/>
                </a:xfrm>
                <a:custGeom>
                  <a:avLst/>
                  <a:gdLst>
                    <a:gd name="T0" fmla="*/ 42 w 246"/>
                    <a:gd name="T1" fmla="*/ 0 h 164"/>
                    <a:gd name="T2" fmla="*/ 0 w 246"/>
                    <a:gd name="T3" fmla="*/ 141 h 164"/>
                    <a:gd name="T4" fmla="*/ 202 w 246"/>
                    <a:gd name="T5" fmla="*/ 163 h 164"/>
                    <a:gd name="T6" fmla="*/ 245 w 246"/>
                    <a:gd name="T7" fmla="*/ 14 h 164"/>
                    <a:gd name="T8" fmla="*/ 42 w 246"/>
                    <a:gd name="T9" fmla="*/ 0 h 1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6"/>
                    <a:gd name="T16" fmla="*/ 0 h 164"/>
                    <a:gd name="T17" fmla="*/ 246 w 246"/>
                    <a:gd name="T18" fmla="*/ 164 h 1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6" h="164">
                      <a:moveTo>
                        <a:pt x="42" y="0"/>
                      </a:moveTo>
                      <a:lnTo>
                        <a:pt x="0" y="141"/>
                      </a:lnTo>
                      <a:lnTo>
                        <a:pt x="202" y="163"/>
                      </a:lnTo>
                      <a:lnTo>
                        <a:pt x="245" y="14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1" name="Freeform 387">
                  <a:extLst>
                    <a:ext uri="{FF2B5EF4-FFF2-40B4-BE49-F238E27FC236}">
                      <a16:creationId xmlns:a16="http://schemas.microsoft.com/office/drawing/2014/main" id="{A7F427F6-C8AD-234A-909B-95CC92AB5A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18" y="3665"/>
                  <a:ext cx="225" cy="143"/>
                </a:xfrm>
                <a:custGeom>
                  <a:avLst/>
                  <a:gdLst>
                    <a:gd name="T0" fmla="*/ 35 w 225"/>
                    <a:gd name="T1" fmla="*/ 0 h 143"/>
                    <a:gd name="T2" fmla="*/ 0 w 225"/>
                    <a:gd name="T3" fmla="*/ 124 h 143"/>
                    <a:gd name="T4" fmla="*/ 186 w 225"/>
                    <a:gd name="T5" fmla="*/ 142 h 143"/>
                    <a:gd name="T6" fmla="*/ 224 w 225"/>
                    <a:gd name="T7" fmla="*/ 13 h 143"/>
                    <a:gd name="T8" fmla="*/ 35 w 225"/>
                    <a:gd name="T9" fmla="*/ 0 h 1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5"/>
                    <a:gd name="T16" fmla="*/ 0 h 143"/>
                    <a:gd name="T17" fmla="*/ 225 w 225"/>
                    <a:gd name="T18" fmla="*/ 143 h 1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5" h="143">
                      <a:moveTo>
                        <a:pt x="35" y="0"/>
                      </a:moveTo>
                      <a:lnTo>
                        <a:pt x="0" y="124"/>
                      </a:lnTo>
                      <a:lnTo>
                        <a:pt x="186" y="142"/>
                      </a:lnTo>
                      <a:lnTo>
                        <a:pt x="224" y="13"/>
                      </a:lnTo>
                      <a:lnTo>
                        <a:pt x="35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2" name="Freeform 388">
                  <a:extLst>
                    <a:ext uri="{FF2B5EF4-FFF2-40B4-BE49-F238E27FC236}">
                      <a16:creationId xmlns:a16="http://schemas.microsoft.com/office/drawing/2014/main" id="{E11642A6-EFD9-9744-AB0C-A70BFF6D121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83" y="3746"/>
                  <a:ext cx="24" cy="29"/>
                </a:xfrm>
                <a:custGeom>
                  <a:avLst/>
                  <a:gdLst>
                    <a:gd name="T0" fmla="*/ 0 w 24"/>
                    <a:gd name="T1" fmla="*/ 10 h 29"/>
                    <a:gd name="T2" fmla="*/ 0 w 24"/>
                    <a:gd name="T3" fmla="*/ 20 h 29"/>
                    <a:gd name="T4" fmla="*/ 5 w 24"/>
                    <a:gd name="T5" fmla="*/ 28 h 29"/>
                    <a:gd name="T6" fmla="*/ 15 w 24"/>
                    <a:gd name="T7" fmla="*/ 26 h 29"/>
                    <a:gd name="T8" fmla="*/ 23 w 24"/>
                    <a:gd name="T9" fmla="*/ 19 h 29"/>
                    <a:gd name="T10" fmla="*/ 23 w 24"/>
                    <a:gd name="T11" fmla="*/ 8 h 29"/>
                    <a:gd name="T12" fmla="*/ 15 w 24"/>
                    <a:gd name="T13" fmla="*/ 0 h 29"/>
                    <a:gd name="T14" fmla="*/ 5 w 24"/>
                    <a:gd name="T15" fmla="*/ 2 h 29"/>
                    <a:gd name="T16" fmla="*/ 0 w 24"/>
                    <a:gd name="T17" fmla="*/ 10 h 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"/>
                    <a:gd name="T28" fmla="*/ 0 h 29"/>
                    <a:gd name="T29" fmla="*/ 24 w 24"/>
                    <a:gd name="T30" fmla="*/ 29 h 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" h="29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5" y="28"/>
                      </a:lnTo>
                      <a:lnTo>
                        <a:pt x="15" y="26"/>
                      </a:lnTo>
                      <a:lnTo>
                        <a:pt x="23" y="19"/>
                      </a:lnTo>
                      <a:lnTo>
                        <a:pt x="23" y="8"/>
                      </a:lnTo>
                      <a:lnTo>
                        <a:pt x="15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3" name="Freeform 389">
                  <a:extLst>
                    <a:ext uri="{FF2B5EF4-FFF2-40B4-BE49-F238E27FC236}">
                      <a16:creationId xmlns:a16="http://schemas.microsoft.com/office/drawing/2014/main" id="{3D1E01BA-81C1-404A-840C-3D384BA6675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9" y="3745"/>
                  <a:ext cx="19" cy="25"/>
                </a:xfrm>
                <a:custGeom>
                  <a:avLst/>
                  <a:gdLst>
                    <a:gd name="T0" fmla="*/ 0 w 19"/>
                    <a:gd name="T1" fmla="*/ 10 h 25"/>
                    <a:gd name="T2" fmla="*/ 0 w 19"/>
                    <a:gd name="T3" fmla="*/ 19 h 25"/>
                    <a:gd name="T4" fmla="*/ 6 w 19"/>
                    <a:gd name="T5" fmla="*/ 24 h 25"/>
                    <a:gd name="T6" fmla="*/ 12 w 19"/>
                    <a:gd name="T7" fmla="*/ 24 h 25"/>
                    <a:gd name="T8" fmla="*/ 18 w 19"/>
                    <a:gd name="T9" fmla="*/ 17 h 25"/>
                    <a:gd name="T10" fmla="*/ 18 w 19"/>
                    <a:gd name="T11" fmla="*/ 6 h 25"/>
                    <a:gd name="T12" fmla="*/ 12 w 19"/>
                    <a:gd name="T13" fmla="*/ 0 h 25"/>
                    <a:gd name="T14" fmla="*/ 6 w 19"/>
                    <a:gd name="T15" fmla="*/ 2 h 25"/>
                    <a:gd name="T16" fmla="*/ 0 w 19"/>
                    <a:gd name="T17" fmla="*/ 10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5"/>
                    <a:gd name="T29" fmla="*/ 19 w 19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5">
                      <a:moveTo>
                        <a:pt x="0" y="10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2" y="24"/>
                      </a:lnTo>
                      <a:lnTo>
                        <a:pt x="18" y="17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4" name="Freeform 390">
                  <a:extLst>
                    <a:ext uri="{FF2B5EF4-FFF2-40B4-BE49-F238E27FC236}">
                      <a16:creationId xmlns:a16="http://schemas.microsoft.com/office/drawing/2014/main" id="{2407AE09-38C4-C64F-A039-051B17A84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7" y="3675"/>
                  <a:ext cx="187" cy="53"/>
                </a:xfrm>
                <a:custGeom>
                  <a:avLst/>
                  <a:gdLst>
                    <a:gd name="T0" fmla="*/ 12 w 187"/>
                    <a:gd name="T1" fmla="*/ 0 h 53"/>
                    <a:gd name="T2" fmla="*/ 0 w 187"/>
                    <a:gd name="T3" fmla="*/ 41 h 53"/>
                    <a:gd name="T4" fmla="*/ 174 w 187"/>
                    <a:gd name="T5" fmla="*/ 52 h 53"/>
                    <a:gd name="T6" fmla="*/ 186 w 187"/>
                    <a:gd name="T7" fmla="*/ 12 h 53"/>
                    <a:gd name="T8" fmla="*/ 12 w 187"/>
                    <a:gd name="T9" fmla="*/ 0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53"/>
                    <a:gd name="T17" fmla="*/ 187 w 18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53">
                      <a:moveTo>
                        <a:pt x="12" y="0"/>
                      </a:moveTo>
                      <a:lnTo>
                        <a:pt x="0" y="41"/>
                      </a:lnTo>
                      <a:lnTo>
                        <a:pt x="174" y="52"/>
                      </a:lnTo>
                      <a:lnTo>
                        <a:pt x="186" y="1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5" name="Freeform 391">
                  <a:extLst>
                    <a:ext uri="{FF2B5EF4-FFF2-40B4-BE49-F238E27FC236}">
                      <a16:creationId xmlns:a16="http://schemas.microsoft.com/office/drawing/2014/main" id="{004CE1ED-FA0C-5F4D-A934-CE72FADA40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676"/>
                  <a:ext cx="50" cy="38"/>
                </a:xfrm>
                <a:custGeom>
                  <a:avLst/>
                  <a:gdLst>
                    <a:gd name="T0" fmla="*/ 10 w 50"/>
                    <a:gd name="T1" fmla="*/ 0 h 38"/>
                    <a:gd name="T2" fmla="*/ 0 w 50"/>
                    <a:gd name="T3" fmla="*/ 35 h 38"/>
                    <a:gd name="T4" fmla="*/ 39 w 50"/>
                    <a:gd name="T5" fmla="*/ 37 h 38"/>
                    <a:gd name="T6" fmla="*/ 49 w 50"/>
                    <a:gd name="T7" fmla="*/ 4 h 38"/>
                    <a:gd name="T8" fmla="*/ 10 w 50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38"/>
                    <a:gd name="T17" fmla="*/ 50 w 50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9" y="37"/>
                      </a:lnTo>
                      <a:lnTo>
                        <a:pt x="49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6" name="Freeform 392">
                  <a:extLst>
                    <a:ext uri="{FF2B5EF4-FFF2-40B4-BE49-F238E27FC236}">
                      <a16:creationId xmlns:a16="http://schemas.microsoft.com/office/drawing/2014/main" id="{289AEEC1-E6C4-0041-902D-110BA8007A8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0" y="3689"/>
                  <a:ext cx="37" cy="30"/>
                </a:xfrm>
                <a:custGeom>
                  <a:avLst/>
                  <a:gdLst>
                    <a:gd name="T0" fmla="*/ 12 w 37"/>
                    <a:gd name="T1" fmla="*/ 0 h 30"/>
                    <a:gd name="T2" fmla="*/ 0 w 37"/>
                    <a:gd name="T3" fmla="*/ 27 h 30"/>
                    <a:gd name="T4" fmla="*/ 24 w 37"/>
                    <a:gd name="T5" fmla="*/ 29 h 30"/>
                    <a:gd name="T6" fmla="*/ 36 w 37"/>
                    <a:gd name="T7" fmla="*/ 2 h 30"/>
                    <a:gd name="T8" fmla="*/ 12 w 37"/>
                    <a:gd name="T9" fmla="*/ 0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0"/>
                    <a:gd name="T17" fmla="*/ 37 w 37"/>
                    <a:gd name="T18" fmla="*/ 30 h 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0">
                      <a:moveTo>
                        <a:pt x="12" y="0"/>
                      </a:moveTo>
                      <a:lnTo>
                        <a:pt x="0" y="27"/>
                      </a:lnTo>
                      <a:lnTo>
                        <a:pt x="24" y="29"/>
                      </a:lnTo>
                      <a:lnTo>
                        <a:pt x="36" y="2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7" name="Freeform 393">
                  <a:extLst>
                    <a:ext uri="{FF2B5EF4-FFF2-40B4-BE49-F238E27FC236}">
                      <a16:creationId xmlns:a16="http://schemas.microsoft.com/office/drawing/2014/main" id="{778C2DD7-61E8-124F-A65B-5C23A4B824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03" y="3680"/>
                  <a:ext cx="44" cy="36"/>
                </a:xfrm>
                <a:custGeom>
                  <a:avLst/>
                  <a:gdLst>
                    <a:gd name="T0" fmla="*/ 9 w 44"/>
                    <a:gd name="T1" fmla="*/ 0 h 36"/>
                    <a:gd name="T2" fmla="*/ 0 w 44"/>
                    <a:gd name="T3" fmla="*/ 33 h 36"/>
                    <a:gd name="T4" fmla="*/ 34 w 44"/>
                    <a:gd name="T5" fmla="*/ 35 h 36"/>
                    <a:gd name="T6" fmla="*/ 43 w 44"/>
                    <a:gd name="T7" fmla="*/ 2 h 36"/>
                    <a:gd name="T8" fmla="*/ 9 w 44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"/>
                    <a:gd name="T16" fmla="*/ 0 h 36"/>
                    <a:gd name="T17" fmla="*/ 44 w 44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" h="36">
                      <a:moveTo>
                        <a:pt x="9" y="0"/>
                      </a:moveTo>
                      <a:lnTo>
                        <a:pt x="0" y="33"/>
                      </a:lnTo>
                      <a:lnTo>
                        <a:pt x="34" y="35"/>
                      </a:lnTo>
                      <a:lnTo>
                        <a:pt x="43" y="2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8" name="Freeform 394">
                  <a:extLst>
                    <a:ext uri="{FF2B5EF4-FFF2-40B4-BE49-F238E27FC236}">
                      <a16:creationId xmlns:a16="http://schemas.microsoft.com/office/drawing/2014/main" id="{A5D249BB-B4E1-4D4A-9603-AD7E779AB13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46" y="3681"/>
                  <a:ext cx="43" cy="38"/>
                </a:xfrm>
                <a:custGeom>
                  <a:avLst/>
                  <a:gdLst>
                    <a:gd name="T0" fmla="*/ 10 w 43"/>
                    <a:gd name="T1" fmla="*/ 0 h 38"/>
                    <a:gd name="T2" fmla="*/ 0 w 43"/>
                    <a:gd name="T3" fmla="*/ 35 h 38"/>
                    <a:gd name="T4" fmla="*/ 31 w 43"/>
                    <a:gd name="T5" fmla="*/ 37 h 38"/>
                    <a:gd name="T6" fmla="*/ 42 w 43"/>
                    <a:gd name="T7" fmla="*/ 4 h 38"/>
                    <a:gd name="T8" fmla="*/ 10 w 43"/>
                    <a:gd name="T9" fmla="*/ 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"/>
                    <a:gd name="T16" fmla="*/ 0 h 38"/>
                    <a:gd name="T17" fmla="*/ 43 w 43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" h="38">
                      <a:moveTo>
                        <a:pt x="10" y="0"/>
                      </a:moveTo>
                      <a:lnTo>
                        <a:pt x="0" y="35"/>
                      </a:lnTo>
                      <a:lnTo>
                        <a:pt x="31" y="37"/>
                      </a:lnTo>
                      <a:lnTo>
                        <a:pt x="42" y="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59" name="Freeform 395">
                  <a:extLst>
                    <a:ext uri="{FF2B5EF4-FFF2-40B4-BE49-F238E27FC236}">
                      <a16:creationId xmlns:a16="http://schemas.microsoft.com/office/drawing/2014/main" id="{8A7E78A2-7913-C944-AB9D-060663FE4F2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736"/>
                  <a:ext cx="21" cy="28"/>
                </a:xfrm>
                <a:custGeom>
                  <a:avLst/>
                  <a:gdLst>
                    <a:gd name="T0" fmla="*/ 0 w 21"/>
                    <a:gd name="T1" fmla="*/ 10 h 28"/>
                    <a:gd name="T2" fmla="*/ 0 w 21"/>
                    <a:gd name="T3" fmla="*/ 21 h 28"/>
                    <a:gd name="T4" fmla="*/ 5 w 21"/>
                    <a:gd name="T5" fmla="*/ 27 h 28"/>
                    <a:gd name="T6" fmla="*/ 14 w 21"/>
                    <a:gd name="T7" fmla="*/ 27 h 28"/>
                    <a:gd name="T8" fmla="*/ 20 w 21"/>
                    <a:gd name="T9" fmla="*/ 18 h 28"/>
                    <a:gd name="T10" fmla="*/ 20 w 21"/>
                    <a:gd name="T11" fmla="*/ 5 h 28"/>
                    <a:gd name="T12" fmla="*/ 14 w 21"/>
                    <a:gd name="T13" fmla="*/ 0 h 28"/>
                    <a:gd name="T14" fmla="*/ 5 w 21"/>
                    <a:gd name="T15" fmla="*/ 2 h 28"/>
                    <a:gd name="T16" fmla="*/ 0 w 21"/>
                    <a:gd name="T17" fmla="*/ 10 h 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8"/>
                    <a:gd name="T29" fmla="*/ 21 w 21"/>
                    <a:gd name="T30" fmla="*/ 28 h 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8">
                      <a:moveTo>
                        <a:pt x="0" y="10"/>
                      </a:moveTo>
                      <a:lnTo>
                        <a:pt x="0" y="21"/>
                      </a:lnTo>
                      <a:lnTo>
                        <a:pt x="5" y="27"/>
                      </a:lnTo>
                      <a:lnTo>
                        <a:pt x="14" y="27"/>
                      </a:lnTo>
                      <a:lnTo>
                        <a:pt x="20" y="18"/>
                      </a:lnTo>
                      <a:lnTo>
                        <a:pt x="20" y="5"/>
                      </a:lnTo>
                      <a:lnTo>
                        <a:pt x="14" y="0"/>
                      </a:lnTo>
                      <a:lnTo>
                        <a:pt x="5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0" name="Freeform 396">
                  <a:extLst>
                    <a:ext uri="{FF2B5EF4-FFF2-40B4-BE49-F238E27FC236}">
                      <a16:creationId xmlns:a16="http://schemas.microsoft.com/office/drawing/2014/main" id="{C399339B-698B-9042-9EEF-940D0AE6B72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9" y="3735"/>
                  <a:ext cx="19" cy="24"/>
                </a:xfrm>
                <a:custGeom>
                  <a:avLst/>
                  <a:gdLst>
                    <a:gd name="T0" fmla="*/ 0 w 19"/>
                    <a:gd name="T1" fmla="*/ 7 h 24"/>
                    <a:gd name="T2" fmla="*/ 0 w 19"/>
                    <a:gd name="T3" fmla="*/ 17 h 24"/>
                    <a:gd name="T4" fmla="*/ 5 w 19"/>
                    <a:gd name="T5" fmla="*/ 23 h 24"/>
                    <a:gd name="T6" fmla="*/ 12 w 19"/>
                    <a:gd name="T7" fmla="*/ 23 h 24"/>
                    <a:gd name="T8" fmla="*/ 18 w 19"/>
                    <a:gd name="T9" fmla="*/ 15 h 24"/>
                    <a:gd name="T10" fmla="*/ 18 w 19"/>
                    <a:gd name="T11" fmla="*/ 6 h 24"/>
                    <a:gd name="T12" fmla="*/ 12 w 19"/>
                    <a:gd name="T13" fmla="*/ 0 h 24"/>
                    <a:gd name="T14" fmla="*/ 5 w 19"/>
                    <a:gd name="T15" fmla="*/ 2 h 24"/>
                    <a:gd name="T16" fmla="*/ 0 w 19"/>
                    <a:gd name="T17" fmla="*/ 7 h 2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4"/>
                    <a:gd name="T29" fmla="*/ 19 w 19"/>
                    <a:gd name="T30" fmla="*/ 24 h 2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4">
                      <a:moveTo>
                        <a:pt x="0" y="7"/>
                      </a:moveTo>
                      <a:lnTo>
                        <a:pt x="0" y="17"/>
                      </a:lnTo>
                      <a:lnTo>
                        <a:pt x="5" y="23"/>
                      </a:lnTo>
                      <a:lnTo>
                        <a:pt x="12" y="23"/>
                      </a:lnTo>
                      <a:lnTo>
                        <a:pt x="18" y="15"/>
                      </a:lnTo>
                      <a:lnTo>
                        <a:pt x="18" y="6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1" name="Freeform 397">
                  <a:extLst>
                    <a:ext uri="{FF2B5EF4-FFF2-40B4-BE49-F238E27FC236}">
                      <a16:creationId xmlns:a16="http://schemas.microsoft.com/office/drawing/2014/main" id="{38412F99-9CB7-F04F-AED2-B130853786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36" y="3765"/>
                  <a:ext cx="18" cy="14"/>
                </a:xfrm>
                <a:custGeom>
                  <a:avLst/>
                  <a:gdLst>
                    <a:gd name="T0" fmla="*/ 2 w 18"/>
                    <a:gd name="T1" fmla="*/ 0 h 14"/>
                    <a:gd name="T2" fmla="*/ 0 w 18"/>
                    <a:gd name="T3" fmla="*/ 10 h 14"/>
                    <a:gd name="T4" fmla="*/ 15 w 18"/>
                    <a:gd name="T5" fmla="*/ 13 h 14"/>
                    <a:gd name="T6" fmla="*/ 17 w 18"/>
                    <a:gd name="T7" fmla="*/ 3 h 14"/>
                    <a:gd name="T8" fmla="*/ 2 w 18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"/>
                    <a:gd name="T17" fmla="*/ 18 w 18"/>
                    <a:gd name="T18" fmla="*/ 14 h 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5" y="13"/>
                      </a:lnTo>
                      <a:lnTo>
                        <a:pt x="17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2" name="Freeform 398">
                  <a:extLst>
                    <a:ext uri="{FF2B5EF4-FFF2-40B4-BE49-F238E27FC236}">
                      <a16:creationId xmlns:a16="http://schemas.microsoft.com/office/drawing/2014/main" id="{1E029F63-035C-D347-9B63-19FF8C87DE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737"/>
                  <a:ext cx="89" cy="50"/>
                </a:xfrm>
                <a:custGeom>
                  <a:avLst/>
                  <a:gdLst>
                    <a:gd name="T0" fmla="*/ 14 w 89"/>
                    <a:gd name="T1" fmla="*/ 0 h 50"/>
                    <a:gd name="T2" fmla="*/ 0 w 89"/>
                    <a:gd name="T3" fmla="*/ 42 h 50"/>
                    <a:gd name="T4" fmla="*/ 74 w 89"/>
                    <a:gd name="T5" fmla="*/ 49 h 50"/>
                    <a:gd name="T6" fmla="*/ 88 w 89"/>
                    <a:gd name="T7" fmla="*/ 3 h 50"/>
                    <a:gd name="T8" fmla="*/ 14 w 89"/>
                    <a:gd name="T9" fmla="*/ 0 h 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50"/>
                    <a:gd name="T17" fmla="*/ 89 w 89"/>
                    <a:gd name="T18" fmla="*/ 50 h 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50">
                      <a:moveTo>
                        <a:pt x="14" y="0"/>
                      </a:moveTo>
                      <a:lnTo>
                        <a:pt x="0" y="42"/>
                      </a:lnTo>
                      <a:lnTo>
                        <a:pt x="74" y="49"/>
                      </a:lnTo>
                      <a:lnTo>
                        <a:pt x="88" y="3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3" name="Freeform 399">
                  <a:extLst>
                    <a:ext uri="{FF2B5EF4-FFF2-40B4-BE49-F238E27FC236}">
                      <a16:creationId xmlns:a16="http://schemas.microsoft.com/office/drawing/2014/main" id="{6A3F061D-9204-9E49-9636-3A2004D477E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78"/>
                  <a:ext cx="13" cy="9"/>
                </a:xfrm>
                <a:custGeom>
                  <a:avLst/>
                  <a:gdLst>
                    <a:gd name="T0" fmla="*/ 2 w 13"/>
                    <a:gd name="T1" fmla="*/ 0 h 9"/>
                    <a:gd name="T2" fmla="*/ 0 w 13"/>
                    <a:gd name="T3" fmla="*/ 8 h 9"/>
                    <a:gd name="T4" fmla="*/ 10 w 13"/>
                    <a:gd name="T5" fmla="*/ 8 h 9"/>
                    <a:gd name="T6" fmla="*/ 12 w 13"/>
                    <a:gd name="T7" fmla="*/ 0 h 9"/>
                    <a:gd name="T8" fmla="*/ 2 w 13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"/>
                    <a:gd name="T16" fmla="*/ 0 h 9"/>
                    <a:gd name="T17" fmla="*/ 13 w 13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" h="9">
                      <a:moveTo>
                        <a:pt x="2" y="0"/>
                      </a:moveTo>
                      <a:lnTo>
                        <a:pt x="0" y="8"/>
                      </a:lnTo>
                      <a:lnTo>
                        <a:pt x="10" y="8"/>
                      </a:lnTo>
                      <a:lnTo>
                        <a:pt x="12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4" name="Freeform 400">
                  <a:extLst>
                    <a:ext uri="{FF2B5EF4-FFF2-40B4-BE49-F238E27FC236}">
                      <a16:creationId xmlns:a16="http://schemas.microsoft.com/office/drawing/2014/main" id="{66BE5D7B-483E-4749-AFAD-A2981A1DF7C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73" y="3778"/>
                  <a:ext cx="16" cy="10"/>
                </a:xfrm>
                <a:custGeom>
                  <a:avLst/>
                  <a:gdLst>
                    <a:gd name="T0" fmla="*/ 2 w 16"/>
                    <a:gd name="T1" fmla="*/ 0 h 10"/>
                    <a:gd name="T2" fmla="*/ 0 w 16"/>
                    <a:gd name="T3" fmla="*/ 7 h 10"/>
                    <a:gd name="T4" fmla="*/ 13 w 16"/>
                    <a:gd name="T5" fmla="*/ 9 h 10"/>
                    <a:gd name="T6" fmla="*/ 15 w 16"/>
                    <a:gd name="T7" fmla="*/ 2 h 10"/>
                    <a:gd name="T8" fmla="*/ 2 w 16"/>
                    <a:gd name="T9" fmla="*/ 0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"/>
                    <a:gd name="T16" fmla="*/ 0 h 10"/>
                    <a:gd name="T17" fmla="*/ 16 w 16"/>
                    <a:gd name="T18" fmla="*/ 10 h 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" h="10">
                      <a:moveTo>
                        <a:pt x="2" y="0"/>
                      </a:moveTo>
                      <a:lnTo>
                        <a:pt x="0" y="7"/>
                      </a:lnTo>
                      <a:lnTo>
                        <a:pt x="13" y="9"/>
                      </a:lnTo>
                      <a:lnTo>
                        <a:pt x="15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5" name="Freeform 401">
                  <a:extLst>
                    <a:ext uri="{FF2B5EF4-FFF2-40B4-BE49-F238E27FC236}">
                      <a16:creationId xmlns:a16="http://schemas.microsoft.com/office/drawing/2014/main" id="{74AC8096-8937-DA4F-B488-81F5695069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0" y="3491"/>
                  <a:ext cx="205" cy="186"/>
                </a:xfrm>
                <a:custGeom>
                  <a:avLst/>
                  <a:gdLst>
                    <a:gd name="T0" fmla="*/ 0 w 205"/>
                    <a:gd name="T1" fmla="*/ 0 h 186"/>
                    <a:gd name="T2" fmla="*/ 0 w 205"/>
                    <a:gd name="T3" fmla="*/ 171 h 186"/>
                    <a:gd name="T4" fmla="*/ 204 w 205"/>
                    <a:gd name="T5" fmla="*/ 185 h 186"/>
                    <a:gd name="T6" fmla="*/ 202 w 205"/>
                    <a:gd name="T7" fmla="*/ 0 h 186"/>
                    <a:gd name="T8" fmla="*/ 0 w 205"/>
                    <a:gd name="T9" fmla="*/ 0 h 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5"/>
                    <a:gd name="T16" fmla="*/ 0 h 186"/>
                    <a:gd name="T17" fmla="*/ 205 w 205"/>
                    <a:gd name="T18" fmla="*/ 186 h 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5" h="186">
                      <a:moveTo>
                        <a:pt x="0" y="0"/>
                      </a:moveTo>
                      <a:lnTo>
                        <a:pt x="0" y="171"/>
                      </a:lnTo>
                      <a:lnTo>
                        <a:pt x="204" y="185"/>
                      </a:lnTo>
                      <a:lnTo>
                        <a:pt x="20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6" name="Freeform 402">
                  <a:extLst>
                    <a:ext uri="{FF2B5EF4-FFF2-40B4-BE49-F238E27FC236}">
                      <a16:creationId xmlns:a16="http://schemas.microsoft.com/office/drawing/2014/main" id="{08478E1D-0861-D74C-9E4A-2C6706E3A33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54" y="3500"/>
                  <a:ext cx="194" cy="177"/>
                </a:xfrm>
                <a:custGeom>
                  <a:avLst/>
                  <a:gdLst>
                    <a:gd name="T0" fmla="*/ 4 w 194"/>
                    <a:gd name="T1" fmla="*/ 0 h 177"/>
                    <a:gd name="T2" fmla="*/ 0 w 194"/>
                    <a:gd name="T3" fmla="*/ 165 h 177"/>
                    <a:gd name="T4" fmla="*/ 191 w 194"/>
                    <a:gd name="T5" fmla="*/ 176 h 177"/>
                    <a:gd name="T6" fmla="*/ 193 w 194"/>
                    <a:gd name="T7" fmla="*/ 0 h 177"/>
                    <a:gd name="T8" fmla="*/ 4 w 194"/>
                    <a:gd name="T9" fmla="*/ 0 h 1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177"/>
                    <a:gd name="T17" fmla="*/ 194 w 194"/>
                    <a:gd name="T18" fmla="*/ 177 h 1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177">
                      <a:moveTo>
                        <a:pt x="4" y="0"/>
                      </a:moveTo>
                      <a:lnTo>
                        <a:pt x="0" y="165"/>
                      </a:lnTo>
                      <a:lnTo>
                        <a:pt x="191" y="176"/>
                      </a:lnTo>
                      <a:lnTo>
                        <a:pt x="193" y="0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7" name="Freeform 403">
                  <a:extLst>
                    <a:ext uri="{FF2B5EF4-FFF2-40B4-BE49-F238E27FC236}">
                      <a16:creationId xmlns:a16="http://schemas.microsoft.com/office/drawing/2014/main" id="{256FF39E-8E75-6544-8C55-0147CC63F11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66" y="3509"/>
                  <a:ext cx="168" cy="158"/>
                </a:xfrm>
                <a:custGeom>
                  <a:avLst/>
                  <a:gdLst>
                    <a:gd name="T0" fmla="*/ 2 w 168"/>
                    <a:gd name="T1" fmla="*/ 0 h 158"/>
                    <a:gd name="T2" fmla="*/ 0 w 168"/>
                    <a:gd name="T3" fmla="*/ 143 h 158"/>
                    <a:gd name="T4" fmla="*/ 166 w 168"/>
                    <a:gd name="T5" fmla="*/ 157 h 158"/>
                    <a:gd name="T6" fmla="*/ 167 w 168"/>
                    <a:gd name="T7" fmla="*/ 0 h 158"/>
                    <a:gd name="T8" fmla="*/ 2 w 168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58"/>
                    <a:gd name="T17" fmla="*/ 168 w 168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58">
                      <a:moveTo>
                        <a:pt x="2" y="0"/>
                      </a:moveTo>
                      <a:lnTo>
                        <a:pt x="0" y="143"/>
                      </a:lnTo>
                      <a:lnTo>
                        <a:pt x="166" y="157"/>
                      </a:lnTo>
                      <a:lnTo>
                        <a:pt x="16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68" name="Oval 404">
                  <a:extLst>
                    <a:ext uri="{FF2B5EF4-FFF2-40B4-BE49-F238E27FC236}">
                      <a16:creationId xmlns:a16="http://schemas.microsoft.com/office/drawing/2014/main" id="{28E28F0B-400F-684D-A095-866D2AF605C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487" y="3509"/>
                  <a:ext cx="4" cy="9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69" name="Freeform 405">
                  <a:extLst>
                    <a:ext uri="{FF2B5EF4-FFF2-40B4-BE49-F238E27FC236}">
                      <a16:creationId xmlns:a16="http://schemas.microsoft.com/office/drawing/2014/main" id="{4E9D0CA7-3F07-F44C-923A-C0090D5503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529"/>
                  <a:ext cx="127" cy="111"/>
                </a:xfrm>
                <a:custGeom>
                  <a:avLst/>
                  <a:gdLst>
                    <a:gd name="T0" fmla="*/ 2 w 127"/>
                    <a:gd name="T1" fmla="*/ 0 h 111"/>
                    <a:gd name="T2" fmla="*/ 0 w 127"/>
                    <a:gd name="T3" fmla="*/ 102 h 111"/>
                    <a:gd name="T4" fmla="*/ 122 w 127"/>
                    <a:gd name="T5" fmla="*/ 110 h 111"/>
                    <a:gd name="T6" fmla="*/ 126 w 127"/>
                    <a:gd name="T7" fmla="*/ 4 h 111"/>
                    <a:gd name="T8" fmla="*/ 2 w 127"/>
                    <a:gd name="T9" fmla="*/ 0 h 1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11"/>
                    <a:gd name="T17" fmla="*/ 127 w 127"/>
                    <a:gd name="T18" fmla="*/ 111 h 1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11">
                      <a:moveTo>
                        <a:pt x="2" y="0"/>
                      </a:moveTo>
                      <a:lnTo>
                        <a:pt x="0" y="102"/>
                      </a:lnTo>
                      <a:lnTo>
                        <a:pt x="122" y="110"/>
                      </a:lnTo>
                      <a:lnTo>
                        <a:pt x="126" y="4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0" name="Freeform 406">
                  <a:extLst>
                    <a:ext uri="{FF2B5EF4-FFF2-40B4-BE49-F238E27FC236}">
                      <a16:creationId xmlns:a16="http://schemas.microsoft.com/office/drawing/2014/main" id="{B511D48D-77CD-C14A-A5AB-F75311185A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0" y="3535"/>
                  <a:ext cx="117" cy="100"/>
                </a:xfrm>
                <a:custGeom>
                  <a:avLst/>
                  <a:gdLst>
                    <a:gd name="T0" fmla="*/ 2 w 117"/>
                    <a:gd name="T1" fmla="*/ 0 h 100"/>
                    <a:gd name="T2" fmla="*/ 0 w 117"/>
                    <a:gd name="T3" fmla="*/ 91 h 100"/>
                    <a:gd name="T4" fmla="*/ 114 w 117"/>
                    <a:gd name="T5" fmla="*/ 99 h 100"/>
                    <a:gd name="T6" fmla="*/ 116 w 117"/>
                    <a:gd name="T7" fmla="*/ 2 h 100"/>
                    <a:gd name="T8" fmla="*/ 2 w 117"/>
                    <a:gd name="T9" fmla="*/ 0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100"/>
                    <a:gd name="T17" fmla="*/ 117 w 117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100">
                      <a:moveTo>
                        <a:pt x="2" y="0"/>
                      </a:moveTo>
                      <a:lnTo>
                        <a:pt x="0" y="91"/>
                      </a:lnTo>
                      <a:lnTo>
                        <a:pt x="114" y="99"/>
                      </a:lnTo>
                      <a:lnTo>
                        <a:pt x="116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1" name="Freeform 407">
                  <a:extLst>
                    <a:ext uri="{FF2B5EF4-FFF2-40B4-BE49-F238E27FC236}">
                      <a16:creationId xmlns:a16="http://schemas.microsoft.com/office/drawing/2014/main" id="{95205A0E-9907-5641-8924-0450066DEB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86" y="3540"/>
                  <a:ext cx="105" cy="87"/>
                </a:xfrm>
                <a:custGeom>
                  <a:avLst/>
                  <a:gdLst>
                    <a:gd name="T0" fmla="*/ 2 w 105"/>
                    <a:gd name="T1" fmla="*/ 0 h 87"/>
                    <a:gd name="T2" fmla="*/ 0 w 105"/>
                    <a:gd name="T3" fmla="*/ 80 h 87"/>
                    <a:gd name="T4" fmla="*/ 102 w 105"/>
                    <a:gd name="T5" fmla="*/ 86 h 87"/>
                    <a:gd name="T6" fmla="*/ 104 w 105"/>
                    <a:gd name="T7" fmla="*/ 3 h 87"/>
                    <a:gd name="T8" fmla="*/ 2 w 105"/>
                    <a:gd name="T9" fmla="*/ 0 h 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5"/>
                    <a:gd name="T16" fmla="*/ 0 h 87"/>
                    <a:gd name="T17" fmla="*/ 105 w 105"/>
                    <a:gd name="T18" fmla="*/ 87 h 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5" h="87">
                      <a:moveTo>
                        <a:pt x="2" y="0"/>
                      </a:moveTo>
                      <a:lnTo>
                        <a:pt x="0" y="80"/>
                      </a:lnTo>
                      <a:lnTo>
                        <a:pt x="102" y="86"/>
                      </a:lnTo>
                      <a:lnTo>
                        <a:pt x="104" y="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2" name="Freeform 408">
                  <a:extLst>
                    <a:ext uri="{FF2B5EF4-FFF2-40B4-BE49-F238E27FC236}">
                      <a16:creationId xmlns:a16="http://schemas.microsoft.com/office/drawing/2014/main" id="{1042C460-541F-1F4E-A2F9-395A1F47B6C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77" y="3636"/>
                  <a:ext cx="127" cy="16"/>
                </a:xfrm>
                <a:custGeom>
                  <a:avLst/>
                  <a:gdLst>
                    <a:gd name="T0" fmla="*/ 0 w 127"/>
                    <a:gd name="T1" fmla="*/ 0 h 16"/>
                    <a:gd name="T2" fmla="*/ 0 w 127"/>
                    <a:gd name="T3" fmla="*/ 5 h 16"/>
                    <a:gd name="T4" fmla="*/ 124 w 127"/>
                    <a:gd name="T5" fmla="*/ 15 h 16"/>
                    <a:gd name="T6" fmla="*/ 126 w 127"/>
                    <a:gd name="T7" fmla="*/ 7 h 16"/>
                    <a:gd name="T8" fmla="*/ 0 w 127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16"/>
                    <a:gd name="T17" fmla="*/ 127 w 12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16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124" y="15"/>
                      </a:lnTo>
                      <a:lnTo>
                        <a:pt x="126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3" name="Freeform 409">
                  <a:extLst>
                    <a:ext uri="{FF2B5EF4-FFF2-40B4-BE49-F238E27FC236}">
                      <a16:creationId xmlns:a16="http://schemas.microsoft.com/office/drawing/2014/main" id="{30B87244-4E1C-E54E-954F-EA709EB26A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06" y="3561"/>
                  <a:ext cx="8" cy="64"/>
                </a:xfrm>
                <a:custGeom>
                  <a:avLst/>
                  <a:gdLst>
                    <a:gd name="T0" fmla="*/ 2 w 8"/>
                    <a:gd name="T1" fmla="*/ 0 h 64"/>
                    <a:gd name="T2" fmla="*/ 0 w 8"/>
                    <a:gd name="T3" fmla="*/ 61 h 64"/>
                    <a:gd name="T4" fmla="*/ 5 w 8"/>
                    <a:gd name="T5" fmla="*/ 63 h 64"/>
                    <a:gd name="T6" fmla="*/ 7 w 8"/>
                    <a:gd name="T7" fmla="*/ 0 h 64"/>
                    <a:gd name="T8" fmla="*/ 2 w 8"/>
                    <a:gd name="T9" fmla="*/ 0 h 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"/>
                    <a:gd name="T16" fmla="*/ 0 h 64"/>
                    <a:gd name="T17" fmla="*/ 8 w 8"/>
                    <a:gd name="T18" fmla="*/ 64 h 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" h="64">
                      <a:moveTo>
                        <a:pt x="2" y="0"/>
                      </a:moveTo>
                      <a:lnTo>
                        <a:pt x="0" y="61"/>
                      </a:lnTo>
                      <a:lnTo>
                        <a:pt x="5" y="63"/>
                      </a:lnTo>
                      <a:lnTo>
                        <a:pt x="7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4" name="Freeform 410">
                  <a:extLst>
                    <a:ext uri="{FF2B5EF4-FFF2-40B4-BE49-F238E27FC236}">
                      <a16:creationId xmlns:a16="http://schemas.microsoft.com/office/drawing/2014/main" id="{D1EA79F8-BA1E-BD46-B8B9-5A32B28F26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588"/>
                  <a:ext cx="45" cy="15"/>
                </a:xfrm>
                <a:custGeom>
                  <a:avLst/>
                  <a:gdLst>
                    <a:gd name="T0" fmla="*/ 0 w 45"/>
                    <a:gd name="T1" fmla="*/ 0 h 15"/>
                    <a:gd name="T2" fmla="*/ 13 w 45"/>
                    <a:gd name="T3" fmla="*/ 14 h 15"/>
                    <a:gd name="T4" fmla="*/ 44 w 45"/>
                    <a:gd name="T5" fmla="*/ 14 h 15"/>
                    <a:gd name="T6" fmla="*/ 30 w 45"/>
                    <a:gd name="T7" fmla="*/ 0 h 15"/>
                    <a:gd name="T8" fmla="*/ 0 w 45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15"/>
                    <a:gd name="T17" fmla="*/ 45 w 45"/>
                    <a:gd name="T18" fmla="*/ 15 h 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15">
                      <a:moveTo>
                        <a:pt x="0" y="0"/>
                      </a:moveTo>
                      <a:lnTo>
                        <a:pt x="13" y="14"/>
                      </a:lnTo>
                      <a:lnTo>
                        <a:pt x="44" y="14"/>
                      </a:lnTo>
                      <a:lnTo>
                        <a:pt x="3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5" name="Line 411">
                  <a:extLst>
                    <a:ext uri="{FF2B5EF4-FFF2-40B4-BE49-F238E27FC236}">
                      <a16:creationId xmlns:a16="http://schemas.microsoft.com/office/drawing/2014/main" id="{2AB99F58-46E0-7C46-A3FC-3DD889F7605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16" y="3323"/>
                  <a:ext cx="0" cy="47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76" name="Freeform 412">
                  <a:extLst>
                    <a:ext uri="{FF2B5EF4-FFF2-40B4-BE49-F238E27FC236}">
                      <a16:creationId xmlns:a16="http://schemas.microsoft.com/office/drawing/2014/main" id="{1F909501-4319-1646-A61F-E2CDB4847A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00" y="3620"/>
                  <a:ext cx="38" cy="177"/>
                </a:xfrm>
                <a:custGeom>
                  <a:avLst/>
                  <a:gdLst>
                    <a:gd name="T0" fmla="*/ 8 w 38"/>
                    <a:gd name="T1" fmla="*/ 4 h 177"/>
                    <a:gd name="T2" fmla="*/ 2 w 38"/>
                    <a:gd name="T3" fmla="*/ 10 h 177"/>
                    <a:gd name="T4" fmla="*/ 4 w 38"/>
                    <a:gd name="T5" fmla="*/ 21 h 177"/>
                    <a:gd name="T6" fmla="*/ 8 w 38"/>
                    <a:gd name="T7" fmla="*/ 26 h 177"/>
                    <a:gd name="T8" fmla="*/ 13 w 38"/>
                    <a:gd name="T9" fmla="*/ 34 h 177"/>
                    <a:gd name="T10" fmla="*/ 21 w 38"/>
                    <a:gd name="T11" fmla="*/ 43 h 177"/>
                    <a:gd name="T12" fmla="*/ 22 w 38"/>
                    <a:gd name="T13" fmla="*/ 50 h 177"/>
                    <a:gd name="T14" fmla="*/ 24 w 38"/>
                    <a:gd name="T15" fmla="*/ 72 h 177"/>
                    <a:gd name="T16" fmla="*/ 26 w 38"/>
                    <a:gd name="T17" fmla="*/ 122 h 177"/>
                    <a:gd name="T18" fmla="*/ 24 w 38"/>
                    <a:gd name="T19" fmla="*/ 134 h 177"/>
                    <a:gd name="T20" fmla="*/ 19 w 38"/>
                    <a:gd name="T21" fmla="*/ 143 h 177"/>
                    <a:gd name="T22" fmla="*/ 9 w 38"/>
                    <a:gd name="T23" fmla="*/ 152 h 177"/>
                    <a:gd name="T24" fmla="*/ 0 w 38"/>
                    <a:gd name="T25" fmla="*/ 162 h 177"/>
                    <a:gd name="T26" fmla="*/ 4 w 38"/>
                    <a:gd name="T27" fmla="*/ 170 h 177"/>
                    <a:gd name="T28" fmla="*/ 13 w 38"/>
                    <a:gd name="T29" fmla="*/ 176 h 177"/>
                    <a:gd name="T30" fmla="*/ 26 w 38"/>
                    <a:gd name="T31" fmla="*/ 174 h 177"/>
                    <a:gd name="T32" fmla="*/ 28 w 38"/>
                    <a:gd name="T33" fmla="*/ 167 h 177"/>
                    <a:gd name="T34" fmla="*/ 21 w 38"/>
                    <a:gd name="T35" fmla="*/ 162 h 177"/>
                    <a:gd name="T36" fmla="*/ 21 w 38"/>
                    <a:gd name="T37" fmla="*/ 160 h 177"/>
                    <a:gd name="T38" fmla="*/ 24 w 38"/>
                    <a:gd name="T39" fmla="*/ 154 h 177"/>
                    <a:gd name="T40" fmla="*/ 31 w 38"/>
                    <a:gd name="T41" fmla="*/ 148 h 177"/>
                    <a:gd name="T42" fmla="*/ 35 w 38"/>
                    <a:gd name="T43" fmla="*/ 141 h 177"/>
                    <a:gd name="T44" fmla="*/ 37 w 38"/>
                    <a:gd name="T45" fmla="*/ 134 h 177"/>
                    <a:gd name="T46" fmla="*/ 37 w 38"/>
                    <a:gd name="T47" fmla="*/ 60 h 177"/>
                    <a:gd name="T48" fmla="*/ 35 w 38"/>
                    <a:gd name="T49" fmla="*/ 48 h 177"/>
                    <a:gd name="T50" fmla="*/ 33 w 38"/>
                    <a:gd name="T51" fmla="*/ 41 h 177"/>
                    <a:gd name="T52" fmla="*/ 28 w 38"/>
                    <a:gd name="T53" fmla="*/ 28 h 177"/>
                    <a:gd name="T54" fmla="*/ 19 w 38"/>
                    <a:gd name="T55" fmla="*/ 19 h 177"/>
                    <a:gd name="T56" fmla="*/ 19 w 38"/>
                    <a:gd name="T57" fmla="*/ 15 h 177"/>
                    <a:gd name="T58" fmla="*/ 22 w 38"/>
                    <a:gd name="T59" fmla="*/ 12 h 177"/>
                    <a:gd name="T60" fmla="*/ 24 w 38"/>
                    <a:gd name="T61" fmla="*/ 4 h 177"/>
                    <a:gd name="T62" fmla="*/ 13 w 38"/>
                    <a:gd name="T63" fmla="*/ 2 h 1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"/>
                    <a:gd name="T97" fmla="*/ 0 h 177"/>
                    <a:gd name="T98" fmla="*/ 38 w 38"/>
                    <a:gd name="T99" fmla="*/ 177 h 17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" h="177">
                      <a:moveTo>
                        <a:pt x="11" y="2"/>
                      </a:moveTo>
                      <a:lnTo>
                        <a:pt x="8" y="4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2" y="17"/>
                      </a:lnTo>
                      <a:lnTo>
                        <a:pt x="4" y="21"/>
                      </a:lnTo>
                      <a:lnTo>
                        <a:pt x="4" y="22"/>
                      </a:lnTo>
                      <a:lnTo>
                        <a:pt x="8" y="26"/>
                      </a:lnTo>
                      <a:lnTo>
                        <a:pt x="11" y="30"/>
                      </a:lnTo>
                      <a:lnTo>
                        <a:pt x="13" y="34"/>
                      </a:lnTo>
                      <a:lnTo>
                        <a:pt x="15" y="36"/>
                      </a:lnTo>
                      <a:lnTo>
                        <a:pt x="21" y="43"/>
                      </a:lnTo>
                      <a:lnTo>
                        <a:pt x="22" y="46"/>
                      </a:lnTo>
                      <a:lnTo>
                        <a:pt x="22" y="50"/>
                      </a:lnTo>
                      <a:lnTo>
                        <a:pt x="24" y="58"/>
                      </a:lnTo>
                      <a:lnTo>
                        <a:pt x="24" y="72"/>
                      </a:lnTo>
                      <a:lnTo>
                        <a:pt x="26" y="91"/>
                      </a:lnTo>
                      <a:lnTo>
                        <a:pt x="26" y="122"/>
                      </a:lnTo>
                      <a:lnTo>
                        <a:pt x="26" y="132"/>
                      </a:lnTo>
                      <a:lnTo>
                        <a:pt x="24" y="134"/>
                      </a:lnTo>
                      <a:lnTo>
                        <a:pt x="22" y="139"/>
                      </a:lnTo>
                      <a:lnTo>
                        <a:pt x="19" y="143"/>
                      </a:lnTo>
                      <a:lnTo>
                        <a:pt x="15" y="148"/>
                      </a:lnTo>
                      <a:lnTo>
                        <a:pt x="9" y="152"/>
                      </a:lnTo>
                      <a:lnTo>
                        <a:pt x="4" y="158"/>
                      </a:lnTo>
                      <a:lnTo>
                        <a:pt x="0" y="162"/>
                      </a:lnTo>
                      <a:lnTo>
                        <a:pt x="2" y="169"/>
                      </a:lnTo>
                      <a:lnTo>
                        <a:pt x="4" y="170"/>
                      </a:lnTo>
                      <a:lnTo>
                        <a:pt x="8" y="172"/>
                      </a:lnTo>
                      <a:lnTo>
                        <a:pt x="13" y="176"/>
                      </a:lnTo>
                      <a:lnTo>
                        <a:pt x="22" y="176"/>
                      </a:lnTo>
                      <a:lnTo>
                        <a:pt x="26" y="174"/>
                      </a:lnTo>
                      <a:lnTo>
                        <a:pt x="28" y="170"/>
                      </a:lnTo>
                      <a:lnTo>
                        <a:pt x="28" y="167"/>
                      </a:lnTo>
                      <a:lnTo>
                        <a:pt x="24" y="162"/>
                      </a:lnTo>
                      <a:lnTo>
                        <a:pt x="21" y="162"/>
                      </a:lnTo>
                      <a:lnTo>
                        <a:pt x="17" y="162"/>
                      </a:lnTo>
                      <a:lnTo>
                        <a:pt x="21" y="160"/>
                      </a:lnTo>
                      <a:lnTo>
                        <a:pt x="22" y="158"/>
                      </a:lnTo>
                      <a:lnTo>
                        <a:pt x="24" y="154"/>
                      </a:lnTo>
                      <a:lnTo>
                        <a:pt x="29" y="150"/>
                      </a:lnTo>
                      <a:lnTo>
                        <a:pt x="31" y="148"/>
                      </a:lnTo>
                      <a:lnTo>
                        <a:pt x="33" y="145"/>
                      </a:lnTo>
                      <a:lnTo>
                        <a:pt x="35" y="141"/>
                      </a:lnTo>
                      <a:lnTo>
                        <a:pt x="35" y="136"/>
                      </a:lnTo>
                      <a:lnTo>
                        <a:pt x="37" y="134"/>
                      </a:lnTo>
                      <a:lnTo>
                        <a:pt x="37" y="124"/>
                      </a:lnTo>
                      <a:lnTo>
                        <a:pt x="37" y="60"/>
                      </a:lnTo>
                      <a:lnTo>
                        <a:pt x="35" y="52"/>
                      </a:lnTo>
                      <a:lnTo>
                        <a:pt x="35" y="48"/>
                      </a:lnTo>
                      <a:lnTo>
                        <a:pt x="33" y="45"/>
                      </a:lnTo>
                      <a:lnTo>
                        <a:pt x="33" y="41"/>
                      </a:lnTo>
                      <a:lnTo>
                        <a:pt x="31" y="36"/>
                      </a:lnTo>
                      <a:lnTo>
                        <a:pt x="28" y="28"/>
                      </a:lnTo>
                      <a:lnTo>
                        <a:pt x="21" y="22"/>
                      </a:lnTo>
                      <a:lnTo>
                        <a:pt x="19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2" y="15"/>
                      </a:lnTo>
                      <a:lnTo>
                        <a:pt x="22" y="12"/>
                      </a:lnTo>
                      <a:lnTo>
                        <a:pt x="26" y="8"/>
                      </a:lnTo>
                      <a:lnTo>
                        <a:pt x="24" y="4"/>
                      </a:lnTo>
                      <a:lnTo>
                        <a:pt x="19" y="0"/>
                      </a:lnTo>
                      <a:lnTo>
                        <a:pt x="13" y="2"/>
                      </a:lnTo>
                      <a:lnTo>
                        <a:pt x="11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7" name="Freeform 413">
                  <a:extLst>
                    <a:ext uri="{FF2B5EF4-FFF2-40B4-BE49-F238E27FC236}">
                      <a16:creationId xmlns:a16="http://schemas.microsoft.com/office/drawing/2014/main" id="{6FFF3FC6-D418-134F-965D-A9537E12FF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2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9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5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9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5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8" name="Freeform 414">
                  <a:extLst>
                    <a:ext uri="{FF2B5EF4-FFF2-40B4-BE49-F238E27FC236}">
                      <a16:creationId xmlns:a16="http://schemas.microsoft.com/office/drawing/2014/main" id="{A4923BA5-B3FE-5F40-ADFD-6DDF3C23418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9" y="3377"/>
                  <a:ext cx="14" cy="34"/>
                </a:xfrm>
                <a:custGeom>
                  <a:avLst/>
                  <a:gdLst>
                    <a:gd name="T0" fmla="*/ 0 w 14"/>
                    <a:gd name="T1" fmla="*/ 0 h 34"/>
                    <a:gd name="T2" fmla="*/ 2 w 14"/>
                    <a:gd name="T3" fmla="*/ 33 h 34"/>
                    <a:gd name="T4" fmla="*/ 13 w 14"/>
                    <a:gd name="T5" fmla="*/ 33 h 34"/>
                    <a:gd name="T6" fmla="*/ 11 w 14"/>
                    <a:gd name="T7" fmla="*/ 0 h 34"/>
                    <a:gd name="T8" fmla="*/ 0 w 14"/>
                    <a:gd name="T9" fmla="*/ 0 h 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"/>
                    <a:gd name="T16" fmla="*/ 0 h 34"/>
                    <a:gd name="T17" fmla="*/ 14 w 14"/>
                    <a:gd name="T18" fmla="*/ 34 h 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" h="34">
                      <a:moveTo>
                        <a:pt x="0" y="0"/>
                      </a:moveTo>
                      <a:lnTo>
                        <a:pt x="2" y="33"/>
                      </a:lnTo>
                      <a:lnTo>
                        <a:pt x="13" y="33"/>
                      </a:lnTo>
                      <a:lnTo>
                        <a:pt x="1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79" name="Freeform 415">
                  <a:extLst>
                    <a:ext uri="{FF2B5EF4-FFF2-40B4-BE49-F238E27FC236}">
                      <a16:creationId xmlns:a16="http://schemas.microsoft.com/office/drawing/2014/main" id="{A24B6F04-E830-B941-B79C-74BA89E6D4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3" y="3377"/>
                  <a:ext cx="20" cy="34"/>
                </a:xfrm>
                <a:custGeom>
                  <a:avLst/>
                  <a:gdLst>
                    <a:gd name="T0" fmla="*/ 19 w 20"/>
                    <a:gd name="T1" fmla="*/ 15 h 34"/>
                    <a:gd name="T2" fmla="*/ 17 w 20"/>
                    <a:gd name="T3" fmla="*/ 27 h 34"/>
                    <a:gd name="T4" fmla="*/ 11 w 20"/>
                    <a:gd name="T5" fmla="*/ 33 h 34"/>
                    <a:gd name="T6" fmla="*/ 4 w 20"/>
                    <a:gd name="T7" fmla="*/ 29 h 34"/>
                    <a:gd name="T8" fmla="*/ 0 w 20"/>
                    <a:gd name="T9" fmla="*/ 17 h 34"/>
                    <a:gd name="T10" fmla="*/ 2 w 20"/>
                    <a:gd name="T11" fmla="*/ 6 h 34"/>
                    <a:gd name="T12" fmla="*/ 9 w 20"/>
                    <a:gd name="T13" fmla="*/ 0 h 34"/>
                    <a:gd name="T14" fmla="*/ 16 w 20"/>
                    <a:gd name="T15" fmla="*/ 6 h 34"/>
                    <a:gd name="T16" fmla="*/ 19 w 20"/>
                    <a:gd name="T17" fmla="*/ 15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3"/>
                      </a:lnTo>
                      <a:lnTo>
                        <a:pt x="4" y="29"/>
                      </a:lnTo>
                      <a:lnTo>
                        <a:pt x="0" y="17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6" y="6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0" name="Freeform 416">
                  <a:extLst>
                    <a:ext uri="{FF2B5EF4-FFF2-40B4-BE49-F238E27FC236}">
                      <a16:creationId xmlns:a16="http://schemas.microsoft.com/office/drawing/2014/main" id="{1EF126EF-14DE-AF48-AEE8-C11A5144738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55" y="3372"/>
                  <a:ext cx="3" cy="34"/>
                </a:xfrm>
                <a:custGeom>
                  <a:avLst/>
                  <a:gdLst>
                    <a:gd name="T0" fmla="*/ 2 w 3"/>
                    <a:gd name="T1" fmla="*/ 5 h 34"/>
                    <a:gd name="T2" fmla="*/ 2 w 3"/>
                    <a:gd name="T3" fmla="*/ 3 h 34"/>
                    <a:gd name="T4" fmla="*/ 1 w 3"/>
                    <a:gd name="T5" fmla="*/ 0 h 34"/>
                    <a:gd name="T6" fmla="*/ 0 w 3"/>
                    <a:gd name="T7" fmla="*/ 0 h 34"/>
                    <a:gd name="T8" fmla="*/ 0 w 3"/>
                    <a:gd name="T9" fmla="*/ 3 h 34"/>
                    <a:gd name="T10" fmla="*/ 0 w 3"/>
                    <a:gd name="T11" fmla="*/ 5 h 34"/>
                    <a:gd name="T12" fmla="*/ 0 w 3"/>
                    <a:gd name="T13" fmla="*/ 29 h 34"/>
                    <a:gd name="T14" fmla="*/ 0 w 3"/>
                    <a:gd name="T15" fmla="*/ 31 h 34"/>
                    <a:gd name="T16" fmla="*/ 1 w 3"/>
                    <a:gd name="T17" fmla="*/ 33 h 34"/>
                    <a:gd name="T18" fmla="*/ 2 w 3"/>
                    <a:gd name="T19" fmla="*/ 31 h 34"/>
                    <a:gd name="T20" fmla="*/ 2 w 3"/>
                    <a:gd name="T21" fmla="*/ 29 h 34"/>
                    <a:gd name="T22" fmla="*/ 2 w 3"/>
                    <a:gd name="T23" fmla="*/ 5 h 3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34"/>
                    <a:gd name="T38" fmla="*/ 3 w 3"/>
                    <a:gd name="T39" fmla="*/ 34 h 3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34">
                      <a:moveTo>
                        <a:pt x="2" y="5"/>
                      </a:moveTo>
                      <a:lnTo>
                        <a:pt x="2" y="3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1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1" name="Freeform 417">
                  <a:extLst>
                    <a:ext uri="{FF2B5EF4-FFF2-40B4-BE49-F238E27FC236}">
                      <a16:creationId xmlns:a16="http://schemas.microsoft.com/office/drawing/2014/main" id="{7994BD89-8718-6547-97C5-7B95E55CCB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71" y="3372"/>
                  <a:ext cx="107" cy="34"/>
                </a:xfrm>
                <a:custGeom>
                  <a:avLst/>
                  <a:gdLst>
                    <a:gd name="T0" fmla="*/ 8 w 107"/>
                    <a:gd name="T1" fmla="*/ 6 h 34"/>
                    <a:gd name="T2" fmla="*/ 2 w 107"/>
                    <a:gd name="T3" fmla="*/ 10 h 34"/>
                    <a:gd name="T4" fmla="*/ 0 w 107"/>
                    <a:gd name="T5" fmla="*/ 17 h 34"/>
                    <a:gd name="T6" fmla="*/ 0 w 107"/>
                    <a:gd name="T7" fmla="*/ 23 h 34"/>
                    <a:gd name="T8" fmla="*/ 2 w 107"/>
                    <a:gd name="T9" fmla="*/ 31 h 34"/>
                    <a:gd name="T10" fmla="*/ 8 w 107"/>
                    <a:gd name="T11" fmla="*/ 33 h 34"/>
                    <a:gd name="T12" fmla="*/ 99 w 107"/>
                    <a:gd name="T13" fmla="*/ 27 h 34"/>
                    <a:gd name="T14" fmla="*/ 104 w 107"/>
                    <a:gd name="T15" fmla="*/ 23 h 34"/>
                    <a:gd name="T16" fmla="*/ 106 w 107"/>
                    <a:gd name="T17" fmla="*/ 16 h 34"/>
                    <a:gd name="T18" fmla="*/ 106 w 107"/>
                    <a:gd name="T19" fmla="*/ 10 h 34"/>
                    <a:gd name="T20" fmla="*/ 103 w 107"/>
                    <a:gd name="T21" fmla="*/ 4 h 34"/>
                    <a:gd name="T22" fmla="*/ 97 w 107"/>
                    <a:gd name="T23" fmla="*/ 0 h 34"/>
                    <a:gd name="T24" fmla="*/ 8 w 107"/>
                    <a:gd name="T25" fmla="*/ 6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7"/>
                    <a:gd name="T40" fmla="*/ 0 h 34"/>
                    <a:gd name="T41" fmla="*/ 107 w 107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7" h="34">
                      <a:moveTo>
                        <a:pt x="8" y="6"/>
                      </a:moveTo>
                      <a:lnTo>
                        <a:pt x="2" y="10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2" y="31"/>
                      </a:lnTo>
                      <a:lnTo>
                        <a:pt x="8" y="33"/>
                      </a:lnTo>
                      <a:lnTo>
                        <a:pt x="99" y="27"/>
                      </a:lnTo>
                      <a:lnTo>
                        <a:pt x="104" y="23"/>
                      </a:lnTo>
                      <a:lnTo>
                        <a:pt x="106" y="16"/>
                      </a:lnTo>
                      <a:lnTo>
                        <a:pt x="106" y="10"/>
                      </a:lnTo>
                      <a:lnTo>
                        <a:pt x="103" y="4"/>
                      </a:lnTo>
                      <a:lnTo>
                        <a:pt x="97" y="0"/>
                      </a:lnTo>
                      <a:lnTo>
                        <a:pt x="8" y="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2" name="Freeform 418">
                  <a:extLst>
                    <a:ext uri="{FF2B5EF4-FFF2-40B4-BE49-F238E27FC236}">
                      <a16:creationId xmlns:a16="http://schemas.microsoft.com/office/drawing/2014/main" id="{6FC2B9FC-B4A9-8648-BE11-9C46C214F3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9 w 22"/>
                    <a:gd name="T3" fmla="*/ 29 h 36"/>
                    <a:gd name="T4" fmla="*/ 11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9 w 22"/>
                    <a:gd name="T13" fmla="*/ 0 h 36"/>
                    <a:gd name="T14" fmla="*/ 17 w 22"/>
                    <a:gd name="T15" fmla="*/ 6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9" y="29"/>
                      </a:lnTo>
                      <a:lnTo>
                        <a:pt x="11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9" y="0"/>
                      </a:lnTo>
                      <a:lnTo>
                        <a:pt x="17" y="6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3" name="Freeform 419">
                  <a:extLst>
                    <a:ext uri="{FF2B5EF4-FFF2-40B4-BE49-F238E27FC236}">
                      <a16:creationId xmlns:a16="http://schemas.microsoft.com/office/drawing/2014/main" id="{C213AFAC-8EC2-1848-AF95-C488421D88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7" y="3367"/>
                  <a:ext cx="15" cy="36"/>
                </a:xfrm>
                <a:custGeom>
                  <a:avLst/>
                  <a:gdLst>
                    <a:gd name="T0" fmla="*/ 0 w 15"/>
                    <a:gd name="T1" fmla="*/ 0 h 36"/>
                    <a:gd name="T2" fmla="*/ 2 w 15"/>
                    <a:gd name="T3" fmla="*/ 35 h 36"/>
                    <a:gd name="T4" fmla="*/ 14 w 15"/>
                    <a:gd name="T5" fmla="*/ 35 h 36"/>
                    <a:gd name="T6" fmla="*/ 12 w 15"/>
                    <a:gd name="T7" fmla="*/ 0 h 36"/>
                    <a:gd name="T8" fmla="*/ 0 w 15"/>
                    <a:gd name="T9" fmla="*/ 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36"/>
                    <a:gd name="T17" fmla="*/ 15 w 15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36">
                      <a:moveTo>
                        <a:pt x="0" y="0"/>
                      </a:moveTo>
                      <a:lnTo>
                        <a:pt x="2" y="35"/>
                      </a:lnTo>
                      <a:lnTo>
                        <a:pt x="14" y="35"/>
                      </a:lnTo>
                      <a:lnTo>
                        <a:pt x="1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4" name="Freeform 420">
                  <a:extLst>
                    <a:ext uri="{FF2B5EF4-FFF2-40B4-BE49-F238E27FC236}">
                      <a16:creationId xmlns:a16="http://schemas.microsoft.com/office/drawing/2014/main" id="{3ED7CB8D-5AF4-6E4A-8890-88F090565C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80" y="3367"/>
                  <a:ext cx="22" cy="36"/>
                </a:xfrm>
                <a:custGeom>
                  <a:avLst/>
                  <a:gdLst>
                    <a:gd name="T0" fmla="*/ 21 w 22"/>
                    <a:gd name="T1" fmla="*/ 17 h 36"/>
                    <a:gd name="T2" fmla="*/ 18 w 22"/>
                    <a:gd name="T3" fmla="*/ 29 h 36"/>
                    <a:gd name="T4" fmla="*/ 12 w 22"/>
                    <a:gd name="T5" fmla="*/ 35 h 36"/>
                    <a:gd name="T6" fmla="*/ 4 w 22"/>
                    <a:gd name="T7" fmla="*/ 31 h 36"/>
                    <a:gd name="T8" fmla="*/ 0 w 22"/>
                    <a:gd name="T9" fmla="*/ 19 h 36"/>
                    <a:gd name="T10" fmla="*/ 2 w 22"/>
                    <a:gd name="T11" fmla="*/ 6 h 36"/>
                    <a:gd name="T12" fmla="*/ 10 w 22"/>
                    <a:gd name="T13" fmla="*/ 0 h 36"/>
                    <a:gd name="T14" fmla="*/ 18 w 22"/>
                    <a:gd name="T15" fmla="*/ 4 h 36"/>
                    <a:gd name="T16" fmla="*/ 21 w 22"/>
                    <a:gd name="T17" fmla="*/ 17 h 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"/>
                    <a:gd name="T28" fmla="*/ 0 h 36"/>
                    <a:gd name="T29" fmla="*/ 22 w 22"/>
                    <a:gd name="T30" fmla="*/ 36 h 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" h="36">
                      <a:moveTo>
                        <a:pt x="21" y="17"/>
                      </a:moveTo>
                      <a:lnTo>
                        <a:pt x="18" y="29"/>
                      </a:lnTo>
                      <a:lnTo>
                        <a:pt x="12" y="35"/>
                      </a:lnTo>
                      <a:lnTo>
                        <a:pt x="4" y="31"/>
                      </a:lnTo>
                      <a:lnTo>
                        <a:pt x="0" y="19"/>
                      </a:lnTo>
                      <a:lnTo>
                        <a:pt x="2" y="6"/>
                      </a:lnTo>
                      <a:lnTo>
                        <a:pt x="10" y="0"/>
                      </a:lnTo>
                      <a:lnTo>
                        <a:pt x="18" y="4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5" name="Freeform 421">
                  <a:extLst>
                    <a:ext uri="{FF2B5EF4-FFF2-40B4-BE49-F238E27FC236}">
                      <a16:creationId xmlns:a16="http://schemas.microsoft.com/office/drawing/2014/main" id="{394DBC05-43CF-A946-94E1-8422DE5FD0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3" y="3362"/>
                  <a:ext cx="4" cy="37"/>
                </a:xfrm>
                <a:custGeom>
                  <a:avLst/>
                  <a:gdLst>
                    <a:gd name="T0" fmla="*/ 3 w 4"/>
                    <a:gd name="T1" fmla="*/ 4 h 37"/>
                    <a:gd name="T2" fmla="*/ 3 w 4"/>
                    <a:gd name="T3" fmla="*/ 2 h 37"/>
                    <a:gd name="T4" fmla="*/ 2 w 4"/>
                    <a:gd name="T5" fmla="*/ 2 h 37"/>
                    <a:gd name="T6" fmla="*/ 2 w 4"/>
                    <a:gd name="T7" fmla="*/ 0 h 37"/>
                    <a:gd name="T8" fmla="*/ 0 w 4"/>
                    <a:gd name="T9" fmla="*/ 0 h 37"/>
                    <a:gd name="T10" fmla="*/ 0 w 4"/>
                    <a:gd name="T11" fmla="*/ 2 h 37"/>
                    <a:gd name="T12" fmla="*/ 0 w 4"/>
                    <a:gd name="T13" fmla="*/ 4 h 37"/>
                    <a:gd name="T14" fmla="*/ 0 w 4"/>
                    <a:gd name="T15" fmla="*/ 31 h 37"/>
                    <a:gd name="T16" fmla="*/ 0 w 4"/>
                    <a:gd name="T17" fmla="*/ 34 h 37"/>
                    <a:gd name="T18" fmla="*/ 1 w 4"/>
                    <a:gd name="T19" fmla="*/ 34 h 37"/>
                    <a:gd name="T20" fmla="*/ 1 w 4"/>
                    <a:gd name="T21" fmla="*/ 36 h 37"/>
                    <a:gd name="T22" fmla="*/ 3 w 4"/>
                    <a:gd name="T23" fmla="*/ 36 h 37"/>
                    <a:gd name="T24" fmla="*/ 3 w 4"/>
                    <a:gd name="T25" fmla="*/ 34 h 37"/>
                    <a:gd name="T26" fmla="*/ 3 w 4"/>
                    <a:gd name="T27" fmla="*/ 33 h 37"/>
                    <a:gd name="T28" fmla="*/ 3 w 4"/>
                    <a:gd name="T29" fmla="*/ 31 h 37"/>
                    <a:gd name="T30" fmla="*/ 3 w 4"/>
                    <a:gd name="T31" fmla="*/ 4 h 3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37"/>
                    <a:gd name="T50" fmla="*/ 4 w 4"/>
                    <a:gd name="T51" fmla="*/ 37 h 3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37">
                      <a:moveTo>
                        <a:pt x="3" y="4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31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1" y="36"/>
                      </a:lnTo>
                      <a:lnTo>
                        <a:pt x="3" y="36"/>
                      </a:lnTo>
                      <a:lnTo>
                        <a:pt x="3" y="34"/>
                      </a:lnTo>
                      <a:lnTo>
                        <a:pt x="3" y="33"/>
                      </a:lnTo>
                      <a:lnTo>
                        <a:pt x="3" y="31"/>
                      </a:lnTo>
                      <a:lnTo>
                        <a:pt x="3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6" name="Freeform 422">
                  <a:extLst>
                    <a:ext uri="{FF2B5EF4-FFF2-40B4-BE49-F238E27FC236}">
                      <a16:creationId xmlns:a16="http://schemas.microsoft.com/office/drawing/2014/main" id="{0DCA9023-8FC8-0946-BF0B-264248A0C9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69" y="3344"/>
                  <a:ext cx="202" cy="21"/>
                </a:xfrm>
                <a:custGeom>
                  <a:avLst/>
                  <a:gdLst>
                    <a:gd name="T0" fmla="*/ 10 w 202"/>
                    <a:gd name="T1" fmla="*/ 11 h 21"/>
                    <a:gd name="T2" fmla="*/ 6 w 202"/>
                    <a:gd name="T3" fmla="*/ 13 h 21"/>
                    <a:gd name="T4" fmla="*/ 4 w 202"/>
                    <a:gd name="T5" fmla="*/ 15 h 21"/>
                    <a:gd name="T6" fmla="*/ 2 w 202"/>
                    <a:gd name="T7" fmla="*/ 17 h 21"/>
                    <a:gd name="T8" fmla="*/ 0 w 202"/>
                    <a:gd name="T9" fmla="*/ 20 h 21"/>
                    <a:gd name="T10" fmla="*/ 201 w 202"/>
                    <a:gd name="T11" fmla="*/ 10 h 21"/>
                    <a:gd name="T12" fmla="*/ 199 w 202"/>
                    <a:gd name="T13" fmla="*/ 0 h 21"/>
                    <a:gd name="T14" fmla="*/ 10 w 202"/>
                    <a:gd name="T15" fmla="*/ 11 h 2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02"/>
                    <a:gd name="T25" fmla="*/ 0 h 21"/>
                    <a:gd name="T26" fmla="*/ 202 w 202"/>
                    <a:gd name="T27" fmla="*/ 21 h 2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02" h="21">
                      <a:moveTo>
                        <a:pt x="10" y="11"/>
                      </a:move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2" y="17"/>
                      </a:lnTo>
                      <a:lnTo>
                        <a:pt x="0" y="20"/>
                      </a:lnTo>
                      <a:lnTo>
                        <a:pt x="201" y="10"/>
                      </a:lnTo>
                      <a:lnTo>
                        <a:pt x="199" y="0"/>
                      </a:lnTo>
                      <a:lnTo>
                        <a:pt x="10" y="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7" name="Freeform 423">
                  <a:extLst>
                    <a:ext uri="{FF2B5EF4-FFF2-40B4-BE49-F238E27FC236}">
                      <a16:creationId xmlns:a16="http://schemas.microsoft.com/office/drawing/2014/main" id="{D358503D-6CD0-CF42-A0A6-1D8961433E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01" y="3354"/>
                  <a:ext cx="78" cy="9"/>
                </a:xfrm>
                <a:custGeom>
                  <a:avLst/>
                  <a:gdLst>
                    <a:gd name="T0" fmla="*/ 0 w 78"/>
                    <a:gd name="T1" fmla="*/ 5 h 9"/>
                    <a:gd name="T2" fmla="*/ 0 w 78"/>
                    <a:gd name="T3" fmla="*/ 8 h 9"/>
                    <a:gd name="T4" fmla="*/ 77 w 78"/>
                    <a:gd name="T5" fmla="*/ 5 h 9"/>
                    <a:gd name="T6" fmla="*/ 68 w 78"/>
                    <a:gd name="T7" fmla="*/ 0 h 9"/>
                    <a:gd name="T8" fmla="*/ 0 w 78"/>
                    <a:gd name="T9" fmla="*/ 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9"/>
                    <a:gd name="T17" fmla="*/ 78 w 78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9">
                      <a:moveTo>
                        <a:pt x="0" y="5"/>
                      </a:moveTo>
                      <a:lnTo>
                        <a:pt x="0" y="8"/>
                      </a:lnTo>
                      <a:lnTo>
                        <a:pt x="77" y="5"/>
                      </a:lnTo>
                      <a:lnTo>
                        <a:pt x="68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8" name="Freeform 424">
                  <a:extLst>
                    <a:ext uri="{FF2B5EF4-FFF2-40B4-BE49-F238E27FC236}">
                      <a16:creationId xmlns:a16="http://schemas.microsoft.com/office/drawing/2014/main" id="{B84DF58C-E0DA-C24E-BD81-6ED2341A79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0" y="3332"/>
                  <a:ext cx="223" cy="28"/>
                </a:xfrm>
                <a:custGeom>
                  <a:avLst/>
                  <a:gdLst>
                    <a:gd name="T0" fmla="*/ 0 w 223"/>
                    <a:gd name="T1" fmla="*/ 18 h 28"/>
                    <a:gd name="T2" fmla="*/ 0 w 223"/>
                    <a:gd name="T3" fmla="*/ 25 h 28"/>
                    <a:gd name="T4" fmla="*/ 188 w 223"/>
                    <a:gd name="T5" fmla="*/ 10 h 28"/>
                    <a:gd name="T6" fmla="*/ 197 w 223"/>
                    <a:gd name="T7" fmla="*/ 12 h 28"/>
                    <a:gd name="T8" fmla="*/ 197 w 223"/>
                    <a:gd name="T9" fmla="*/ 27 h 28"/>
                    <a:gd name="T10" fmla="*/ 222 w 223"/>
                    <a:gd name="T11" fmla="*/ 27 h 28"/>
                    <a:gd name="T12" fmla="*/ 222 w 223"/>
                    <a:gd name="T13" fmla="*/ 0 h 28"/>
                    <a:gd name="T14" fmla="*/ 0 w 223"/>
                    <a:gd name="T15" fmla="*/ 18 h 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23"/>
                    <a:gd name="T25" fmla="*/ 0 h 28"/>
                    <a:gd name="T26" fmla="*/ 223 w 223"/>
                    <a:gd name="T27" fmla="*/ 28 h 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23" h="28">
                      <a:moveTo>
                        <a:pt x="0" y="18"/>
                      </a:moveTo>
                      <a:lnTo>
                        <a:pt x="0" y="25"/>
                      </a:lnTo>
                      <a:lnTo>
                        <a:pt x="188" y="10"/>
                      </a:lnTo>
                      <a:lnTo>
                        <a:pt x="197" y="12"/>
                      </a:lnTo>
                      <a:lnTo>
                        <a:pt x="197" y="27"/>
                      </a:lnTo>
                      <a:lnTo>
                        <a:pt x="222" y="27"/>
                      </a:lnTo>
                      <a:lnTo>
                        <a:pt x="222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89" name="Freeform 425">
                  <a:extLst>
                    <a:ext uri="{FF2B5EF4-FFF2-40B4-BE49-F238E27FC236}">
                      <a16:creationId xmlns:a16="http://schemas.microsoft.com/office/drawing/2014/main" id="{188D98EC-3537-8A4C-ACF9-A38576A0958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68" y="3344"/>
                  <a:ext cx="11" cy="16"/>
                </a:xfrm>
                <a:custGeom>
                  <a:avLst/>
                  <a:gdLst>
                    <a:gd name="T0" fmla="*/ 0 w 11"/>
                    <a:gd name="T1" fmla="*/ 0 h 16"/>
                    <a:gd name="T2" fmla="*/ 0 w 11"/>
                    <a:gd name="T3" fmla="*/ 9 h 16"/>
                    <a:gd name="T4" fmla="*/ 10 w 11"/>
                    <a:gd name="T5" fmla="*/ 15 h 16"/>
                    <a:gd name="T6" fmla="*/ 10 w 11"/>
                    <a:gd name="T7" fmla="*/ 2 h 16"/>
                    <a:gd name="T8" fmla="*/ 0 w 11"/>
                    <a:gd name="T9" fmla="*/ 0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6"/>
                    <a:gd name="T17" fmla="*/ 11 w 11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6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5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90" name="Freeform 426">
                  <a:extLst>
                    <a:ext uri="{FF2B5EF4-FFF2-40B4-BE49-F238E27FC236}">
                      <a16:creationId xmlns:a16="http://schemas.microsoft.com/office/drawing/2014/main" id="{05F27264-2A30-444D-B3D9-A87ED21423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0" y="4110"/>
                  <a:ext cx="25" cy="50"/>
                </a:xfrm>
                <a:custGeom>
                  <a:avLst/>
                  <a:gdLst>
                    <a:gd name="T0" fmla="*/ 2 w 25"/>
                    <a:gd name="T1" fmla="*/ 2 h 50"/>
                    <a:gd name="T2" fmla="*/ 0 w 25"/>
                    <a:gd name="T3" fmla="*/ 23 h 50"/>
                    <a:gd name="T4" fmla="*/ 6 w 25"/>
                    <a:gd name="T5" fmla="*/ 36 h 50"/>
                    <a:gd name="T6" fmla="*/ 13 w 25"/>
                    <a:gd name="T7" fmla="*/ 45 h 50"/>
                    <a:gd name="T8" fmla="*/ 17 w 25"/>
                    <a:gd name="T9" fmla="*/ 47 h 50"/>
                    <a:gd name="T10" fmla="*/ 22 w 25"/>
                    <a:gd name="T11" fmla="*/ 49 h 50"/>
                    <a:gd name="T12" fmla="*/ 24 w 25"/>
                    <a:gd name="T13" fmla="*/ 49 h 50"/>
                    <a:gd name="T14" fmla="*/ 24 w 25"/>
                    <a:gd name="T15" fmla="*/ 32 h 50"/>
                    <a:gd name="T16" fmla="*/ 19 w 25"/>
                    <a:gd name="T17" fmla="*/ 32 h 50"/>
                    <a:gd name="T18" fmla="*/ 17 w 25"/>
                    <a:gd name="T19" fmla="*/ 0 h 50"/>
                    <a:gd name="T20" fmla="*/ 2 w 25"/>
                    <a:gd name="T21" fmla="*/ 2 h 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50"/>
                    <a:gd name="T35" fmla="*/ 25 w 25"/>
                    <a:gd name="T36" fmla="*/ 50 h 5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50">
                      <a:moveTo>
                        <a:pt x="2" y="2"/>
                      </a:moveTo>
                      <a:lnTo>
                        <a:pt x="0" y="23"/>
                      </a:lnTo>
                      <a:lnTo>
                        <a:pt x="6" y="36"/>
                      </a:lnTo>
                      <a:lnTo>
                        <a:pt x="13" y="45"/>
                      </a:lnTo>
                      <a:lnTo>
                        <a:pt x="17" y="47"/>
                      </a:lnTo>
                      <a:lnTo>
                        <a:pt x="22" y="49"/>
                      </a:lnTo>
                      <a:lnTo>
                        <a:pt x="24" y="49"/>
                      </a:lnTo>
                      <a:lnTo>
                        <a:pt x="24" y="32"/>
                      </a:lnTo>
                      <a:lnTo>
                        <a:pt x="19" y="32"/>
                      </a:lnTo>
                      <a:lnTo>
                        <a:pt x="17" y="0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691" name="Oval 427">
                  <a:extLst>
                    <a:ext uri="{FF2B5EF4-FFF2-40B4-BE49-F238E27FC236}">
                      <a16:creationId xmlns:a16="http://schemas.microsoft.com/office/drawing/2014/main" id="{F484778A-D724-4142-B7CB-7250886A6B5F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278" y="3496"/>
                  <a:ext cx="16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92" name="Oval 428">
                  <a:extLst>
                    <a:ext uri="{FF2B5EF4-FFF2-40B4-BE49-F238E27FC236}">
                      <a16:creationId xmlns:a16="http://schemas.microsoft.com/office/drawing/2014/main" id="{B054E1BE-3977-BF47-8A3E-00F03EC6D4B0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83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93" name="Oval 429">
                  <a:extLst>
                    <a:ext uri="{FF2B5EF4-FFF2-40B4-BE49-F238E27FC236}">
                      <a16:creationId xmlns:a16="http://schemas.microsoft.com/office/drawing/2014/main" id="{EE47A866-ED6B-884B-9DC4-C4C6EB50706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49" y="3496"/>
                  <a:ext cx="13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94" name="Oval 430">
                  <a:extLst>
                    <a:ext uri="{FF2B5EF4-FFF2-40B4-BE49-F238E27FC236}">
                      <a16:creationId xmlns:a16="http://schemas.microsoft.com/office/drawing/2014/main" id="{84AE866C-D96A-7E4D-8C84-0038CF1D33F0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311" y="3496"/>
                  <a:ext cx="14" cy="12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695" name="Line 431">
                  <a:extLst>
                    <a:ext uri="{FF2B5EF4-FFF2-40B4-BE49-F238E27FC236}">
                      <a16:creationId xmlns:a16="http://schemas.microsoft.com/office/drawing/2014/main" id="{DAE55FDC-3C5C-5F4A-9F05-E28F789A5B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16"/>
                  <a:ext cx="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96" name="Line 432">
                  <a:extLst>
                    <a:ext uri="{FF2B5EF4-FFF2-40B4-BE49-F238E27FC236}">
                      <a16:creationId xmlns:a16="http://schemas.microsoft.com/office/drawing/2014/main" id="{FF0960D1-9E7C-114C-9111-1E8DE880F70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236" y="4124"/>
                  <a:ext cx="1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97" name="Line 433">
                  <a:extLst>
                    <a:ext uri="{FF2B5EF4-FFF2-40B4-BE49-F238E27FC236}">
                      <a16:creationId xmlns:a16="http://schemas.microsoft.com/office/drawing/2014/main" id="{72EB3F7E-5A3B-3B4C-A891-5F5AD7D8168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5" y="4124"/>
                  <a:ext cx="10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98" name="Line 434">
                  <a:extLst>
                    <a:ext uri="{FF2B5EF4-FFF2-40B4-BE49-F238E27FC236}">
                      <a16:creationId xmlns:a16="http://schemas.microsoft.com/office/drawing/2014/main" id="{8861D4D0-017D-2A42-B1A0-712EC7C039E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39" y="4132"/>
                  <a:ext cx="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699" name="Line 435">
                  <a:extLst>
                    <a:ext uri="{FF2B5EF4-FFF2-40B4-BE49-F238E27FC236}">
                      <a16:creationId xmlns:a16="http://schemas.microsoft.com/office/drawing/2014/main" id="{03B7BEC8-B62B-8946-906A-18B106967E6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48" y="4138"/>
                  <a:ext cx="0" cy="1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0" name="Line 436">
                  <a:extLst>
                    <a:ext uri="{FF2B5EF4-FFF2-40B4-BE49-F238E27FC236}">
                      <a16:creationId xmlns:a16="http://schemas.microsoft.com/office/drawing/2014/main" id="{E20F920B-1585-584D-B02F-C4C98AA8130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253" y="4141"/>
                  <a:ext cx="0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1" name="Line 437">
                  <a:extLst>
                    <a:ext uri="{FF2B5EF4-FFF2-40B4-BE49-F238E27FC236}">
                      <a16:creationId xmlns:a16="http://schemas.microsoft.com/office/drawing/2014/main" id="{3E39D319-BA19-7C47-8157-D3A941990CB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3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2" name="Line 438">
                  <a:extLst>
                    <a:ext uri="{FF2B5EF4-FFF2-40B4-BE49-F238E27FC236}">
                      <a16:creationId xmlns:a16="http://schemas.microsoft.com/office/drawing/2014/main" id="{693ABC61-9DE5-F642-BC84-AEAA3122A7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38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3" name="Line 439">
                  <a:extLst>
                    <a:ext uri="{FF2B5EF4-FFF2-40B4-BE49-F238E27FC236}">
                      <a16:creationId xmlns:a16="http://schemas.microsoft.com/office/drawing/2014/main" id="{04F1AF9C-297C-CC46-9A01-D615FB0950A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4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4" name="Line 440">
                  <a:extLst>
                    <a:ext uri="{FF2B5EF4-FFF2-40B4-BE49-F238E27FC236}">
                      <a16:creationId xmlns:a16="http://schemas.microsoft.com/office/drawing/2014/main" id="{9CDB1171-8302-9B4F-8779-6ADBDB2D5E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7" y="384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5" name="Line 441">
                  <a:extLst>
                    <a:ext uri="{FF2B5EF4-FFF2-40B4-BE49-F238E27FC236}">
                      <a16:creationId xmlns:a16="http://schemas.microsoft.com/office/drawing/2014/main" id="{89B34467-AA28-AA4B-AA74-CD9923BFB64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6" y="387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6" name="Line 442">
                  <a:extLst>
                    <a:ext uri="{FF2B5EF4-FFF2-40B4-BE49-F238E27FC236}">
                      <a16:creationId xmlns:a16="http://schemas.microsoft.com/office/drawing/2014/main" id="{B1D35CCD-D466-0749-AF25-86E3DC38FA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42" y="387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7" name="Line 443">
                  <a:extLst>
                    <a:ext uri="{FF2B5EF4-FFF2-40B4-BE49-F238E27FC236}">
                      <a16:creationId xmlns:a16="http://schemas.microsoft.com/office/drawing/2014/main" id="{83E91017-B37E-F046-9471-890AC6405C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5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8" name="Line 444">
                  <a:extLst>
                    <a:ext uri="{FF2B5EF4-FFF2-40B4-BE49-F238E27FC236}">
                      <a16:creationId xmlns:a16="http://schemas.microsoft.com/office/drawing/2014/main" id="{108B3A3C-2C28-2642-B79B-6159012156F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89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09" name="Line 445">
                  <a:extLst>
                    <a:ext uri="{FF2B5EF4-FFF2-40B4-BE49-F238E27FC236}">
                      <a16:creationId xmlns:a16="http://schemas.microsoft.com/office/drawing/2014/main" id="{585711D5-5E3A-2345-99B5-F67D82585CE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898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0" name="Line 446">
                  <a:extLst>
                    <a:ext uri="{FF2B5EF4-FFF2-40B4-BE49-F238E27FC236}">
                      <a16:creationId xmlns:a16="http://schemas.microsoft.com/office/drawing/2014/main" id="{07E12935-3D8B-5343-B06F-583D8173659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2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1" name="Line 447">
                  <a:extLst>
                    <a:ext uri="{FF2B5EF4-FFF2-40B4-BE49-F238E27FC236}">
                      <a16:creationId xmlns:a16="http://schemas.microsoft.com/office/drawing/2014/main" id="{87B0F787-6F35-404F-BDAC-EF453BA403A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8" y="390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2" name="Line 448">
                  <a:extLst>
                    <a:ext uri="{FF2B5EF4-FFF2-40B4-BE49-F238E27FC236}">
                      <a16:creationId xmlns:a16="http://schemas.microsoft.com/office/drawing/2014/main" id="{104348F0-4D2E-984B-892F-D9BFC78AE0F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3" name="Line 449">
                  <a:extLst>
                    <a:ext uri="{FF2B5EF4-FFF2-40B4-BE49-F238E27FC236}">
                      <a16:creationId xmlns:a16="http://schemas.microsoft.com/office/drawing/2014/main" id="{F2218629-C0DA-994E-85C5-B0EC6898AEC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16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4" name="Line 450">
                  <a:extLst>
                    <a:ext uri="{FF2B5EF4-FFF2-40B4-BE49-F238E27FC236}">
                      <a16:creationId xmlns:a16="http://schemas.microsoft.com/office/drawing/2014/main" id="{0CB86B63-3208-E142-808F-F4C68E3AE84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5" y="3920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5" name="Line 451">
                  <a:extLst>
                    <a:ext uri="{FF2B5EF4-FFF2-40B4-BE49-F238E27FC236}">
                      <a16:creationId xmlns:a16="http://schemas.microsoft.com/office/drawing/2014/main" id="{5F36FA12-C6BD-A148-94A0-7755ED08863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24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6" name="Line 452">
                  <a:extLst>
                    <a:ext uri="{FF2B5EF4-FFF2-40B4-BE49-F238E27FC236}">
                      <a16:creationId xmlns:a16="http://schemas.microsoft.com/office/drawing/2014/main" id="{B8673235-83F5-D645-9CA5-145E2C6C35B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4" y="3931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7" name="Line 453">
                  <a:extLst>
                    <a:ext uri="{FF2B5EF4-FFF2-40B4-BE49-F238E27FC236}">
                      <a16:creationId xmlns:a16="http://schemas.microsoft.com/office/drawing/2014/main" id="{7D35EA51-D823-464C-8D2F-05761341F34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38"/>
                  <a:ext cx="4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8" name="Line 454">
                  <a:extLst>
                    <a:ext uri="{FF2B5EF4-FFF2-40B4-BE49-F238E27FC236}">
                      <a16:creationId xmlns:a16="http://schemas.microsoft.com/office/drawing/2014/main" id="{2B199590-71F1-8042-8BF3-C020C234B6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32" y="3943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19" name="Line 455">
                  <a:extLst>
                    <a:ext uri="{FF2B5EF4-FFF2-40B4-BE49-F238E27FC236}">
                      <a16:creationId xmlns:a16="http://schemas.microsoft.com/office/drawing/2014/main" id="{CCA34173-1D19-4244-A18E-BD293A47B4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7" y="3949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0" name="Line 456">
                  <a:extLst>
                    <a:ext uri="{FF2B5EF4-FFF2-40B4-BE49-F238E27FC236}">
                      <a16:creationId xmlns:a16="http://schemas.microsoft.com/office/drawing/2014/main" id="{E3E0CED3-FDCB-C74B-8E8F-19E6C35FEDE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5" y="3956"/>
                  <a:ext cx="4" cy="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1" name="Line 457">
                  <a:extLst>
                    <a:ext uri="{FF2B5EF4-FFF2-40B4-BE49-F238E27FC236}">
                      <a16:creationId xmlns:a16="http://schemas.microsoft.com/office/drawing/2014/main" id="{40859F57-17B0-1341-91AD-C9EBD3E34A3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3" y="3962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2" name="Line 458">
                  <a:extLst>
                    <a:ext uri="{FF2B5EF4-FFF2-40B4-BE49-F238E27FC236}">
                      <a16:creationId xmlns:a16="http://schemas.microsoft.com/office/drawing/2014/main" id="{A284C86C-439E-5F4E-A978-0F4799B406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21" y="3966"/>
                  <a:ext cx="3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3" name="Line 459">
                  <a:extLst>
                    <a:ext uri="{FF2B5EF4-FFF2-40B4-BE49-F238E27FC236}">
                      <a16:creationId xmlns:a16="http://schemas.microsoft.com/office/drawing/2014/main" id="{7857A381-ABB3-4E4F-837C-879C0FD7030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15" y="3973"/>
                  <a:ext cx="2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4" name="Line 460">
                  <a:extLst>
                    <a:ext uri="{FF2B5EF4-FFF2-40B4-BE49-F238E27FC236}">
                      <a16:creationId xmlns:a16="http://schemas.microsoft.com/office/drawing/2014/main" id="{FDD93274-46FF-5C4B-BDA0-83B437C7B56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608" y="3977"/>
                  <a:ext cx="1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5" name="Line 461">
                  <a:extLst>
                    <a:ext uri="{FF2B5EF4-FFF2-40B4-BE49-F238E27FC236}">
                      <a16:creationId xmlns:a16="http://schemas.microsoft.com/office/drawing/2014/main" id="{342B7DB0-16C5-5346-90FF-983719C0F38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0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6" name="Line 462">
                  <a:extLst>
                    <a:ext uri="{FF2B5EF4-FFF2-40B4-BE49-F238E27FC236}">
                      <a16:creationId xmlns:a16="http://schemas.microsoft.com/office/drawing/2014/main" id="{54BA78C7-5C9C-3B46-A431-FD8B8B2AB8B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0" y="362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7" name="Line 463">
                  <a:extLst>
                    <a:ext uri="{FF2B5EF4-FFF2-40B4-BE49-F238E27FC236}">
                      <a16:creationId xmlns:a16="http://schemas.microsoft.com/office/drawing/2014/main" id="{E2922578-8408-D040-B5C7-DD94F7FA194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2" y="3621"/>
                  <a:ext cx="2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8" name="Line 464">
                  <a:extLst>
                    <a:ext uri="{FF2B5EF4-FFF2-40B4-BE49-F238E27FC236}">
                      <a16:creationId xmlns:a16="http://schemas.microsoft.com/office/drawing/2014/main" id="{6EA0FA27-FCFC-9445-98EB-144C662C35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29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29" name="Line 465">
                  <a:extLst>
                    <a:ext uri="{FF2B5EF4-FFF2-40B4-BE49-F238E27FC236}">
                      <a16:creationId xmlns:a16="http://schemas.microsoft.com/office/drawing/2014/main" id="{995AB2DB-B903-EE44-BCE3-0DDF6D38153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4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0" name="Line 466">
                  <a:extLst>
                    <a:ext uri="{FF2B5EF4-FFF2-40B4-BE49-F238E27FC236}">
                      <a16:creationId xmlns:a16="http://schemas.microsoft.com/office/drawing/2014/main" id="{1569BBBC-1787-8644-B1AA-32D2CCF9BB3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6"/>
                  <a:ext cx="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1" name="Line 467">
                  <a:extLst>
                    <a:ext uri="{FF2B5EF4-FFF2-40B4-BE49-F238E27FC236}">
                      <a16:creationId xmlns:a16="http://schemas.microsoft.com/office/drawing/2014/main" id="{752E28FE-B765-8845-8273-4343C7A498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3" y="363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2" name="Line 468">
                  <a:extLst>
                    <a:ext uri="{FF2B5EF4-FFF2-40B4-BE49-F238E27FC236}">
                      <a16:creationId xmlns:a16="http://schemas.microsoft.com/office/drawing/2014/main" id="{8D2FB346-4D0E-E44F-ADA4-1BCD3E4B0D4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3" y="3640"/>
                  <a:ext cx="2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3" name="Line 469">
                  <a:extLst>
                    <a:ext uri="{FF2B5EF4-FFF2-40B4-BE49-F238E27FC236}">
                      <a16:creationId xmlns:a16="http://schemas.microsoft.com/office/drawing/2014/main" id="{21CB354D-794E-3640-BF2D-C4E03C6A0FA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4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4" name="Line 470">
                  <a:extLst>
                    <a:ext uri="{FF2B5EF4-FFF2-40B4-BE49-F238E27FC236}">
                      <a16:creationId xmlns:a16="http://schemas.microsoft.com/office/drawing/2014/main" id="{7BBBD9D8-00B5-D54B-9266-C21AE4C41BF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1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5" name="Line 471">
                  <a:extLst>
                    <a:ext uri="{FF2B5EF4-FFF2-40B4-BE49-F238E27FC236}">
                      <a16:creationId xmlns:a16="http://schemas.microsoft.com/office/drawing/2014/main" id="{37B23BED-0309-BA43-8DB8-09FEB360D76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6" y="3656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6" name="Line 472">
                  <a:extLst>
                    <a:ext uri="{FF2B5EF4-FFF2-40B4-BE49-F238E27FC236}">
                      <a16:creationId xmlns:a16="http://schemas.microsoft.com/office/drawing/2014/main" id="{04741270-9215-7C45-ACED-C41388C175D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7" name="Line 473">
                  <a:extLst>
                    <a:ext uri="{FF2B5EF4-FFF2-40B4-BE49-F238E27FC236}">
                      <a16:creationId xmlns:a16="http://schemas.microsoft.com/office/drawing/2014/main" id="{4A289B1D-7DE1-C143-AE98-6A4CB13138B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1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8" name="Line 474">
                  <a:extLst>
                    <a:ext uri="{FF2B5EF4-FFF2-40B4-BE49-F238E27FC236}">
                      <a16:creationId xmlns:a16="http://schemas.microsoft.com/office/drawing/2014/main" id="{7DCCC4DF-3B51-1840-9D51-FDE3B3C97D9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39" name="Line 475">
                  <a:extLst>
                    <a:ext uri="{FF2B5EF4-FFF2-40B4-BE49-F238E27FC236}">
                      <a16:creationId xmlns:a16="http://schemas.microsoft.com/office/drawing/2014/main" id="{53DFBFD9-9C21-904F-8408-FB021367F3B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7" y="366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0" name="Line 476">
                  <a:extLst>
                    <a:ext uri="{FF2B5EF4-FFF2-40B4-BE49-F238E27FC236}">
                      <a16:creationId xmlns:a16="http://schemas.microsoft.com/office/drawing/2014/main" id="{723C3166-FCD5-C841-9A3E-D18DC5178D6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16" y="3667"/>
                  <a:ext cx="4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1" name="Line 477">
                  <a:extLst>
                    <a:ext uri="{FF2B5EF4-FFF2-40B4-BE49-F238E27FC236}">
                      <a16:creationId xmlns:a16="http://schemas.microsoft.com/office/drawing/2014/main" id="{B0B91C6C-3486-C646-AA1C-632FAAF3B9A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5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2" name="Line 478">
                  <a:extLst>
                    <a:ext uri="{FF2B5EF4-FFF2-40B4-BE49-F238E27FC236}">
                      <a16:creationId xmlns:a16="http://schemas.microsoft.com/office/drawing/2014/main" id="{D5832D1D-3C1E-9545-9BCE-B99CCD230A2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18" y="3676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3" name="Line 479">
                  <a:extLst>
                    <a:ext uri="{FF2B5EF4-FFF2-40B4-BE49-F238E27FC236}">
                      <a16:creationId xmlns:a16="http://schemas.microsoft.com/office/drawing/2014/main" id="{664FEE1A-0E68-4449-8445-FF183B9EAC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1" y="3675"/>
                  <a:ext cx="0" cy="8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4" name="Line 480">
                  <a:extLst>
                    <a:ext uri="{FF2B5EF4-FFF2-40B4-BE49-F238E27FC236}">
                      <a16:creationId xmlns:a16="http://schemas.microsoft.com/office/drawing/2014/main" id="{B676F2EC-7422-7642-A096-446EF4A20D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1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5" name="Line 481">
                  <a:extLst>
                    <a:ext uri="{FF2B5EF4-FFF2-40B4-BE49-F238E27FC236}">
                      <a16:creationId xmlns:a16="http://schemas.microsoft.com/office/drawing/2014/main" id="{8868B892-FC0E-4747-A353-EF43E7437BF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6" name="Line 482">
                  <a:extLst>
                    <a:ext uri="{FF2B5EF4-FFF2-40B4-BE49-F238E27FC236}">
                      <a16:creationId xmlns:a16="http://schemas.microsoft.com/office/drawing/2014/main" id="{FFB20E90-5E27-D847-8FE9-33250C46E7C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89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7" name="Line 483">
                  <a:extLst>
                    <a:ext uri="{FF2B5EF4-FFF2-40B4-BE49-F238E27FC236}">
                      <a16:creationId xmlns:a16="http://schemas.microsoft.com/office/drawing/2014/main" id="{D04FEDF2-E9FD-FE4D-B1B6-7C151B51E24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2" y="3693"/>
                  <a:ext cx="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8" name="Line 484">
                  <a:extLst>
                    <a:ext uri="{FF2B5EF4-FFF2-40B4-BE49-F238E27FC236}">
                      <a16:creationId xmlns:a16="http://schemas.microsoft.com/office/drawing/2014/main" id="{2D38654F-911B-5748-AE01-B330FECE4AF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49" name="Line 485">
                  <a:extLst>
                    <a:ext uri="{FF2B5EF4-FFF2-40B4-BE49-F238E27FC236}">
                      <a16:creationId xmlns:a16="http://schemas.microsoft.com/office/drawing/2014/main" id="{2E531C60-69BA-3D47-8D19-56344B11479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69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0" name="Line 486">
                  <a:extLst>
                    <a:ext uri="{FF2B5EF4-FFF2-40B4-BE49-F238E27FC236}">
                      <a16:creationId xmlns:a16="http://schemas.microsoft.com/office/drawing/2014/main" id="{F9BDA2E8-EA01-FE4B-998A-B34453A02F9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3" y="370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1" name="Line 487">
                  <a:extLst>
                    <a:ext uri="{FF2B5EF4-FFF2-40B4-BE49-F238E27FC236}">
                      <a16:creationId xmlns:a16="http://schemas.microsoft.com/office/drawing/2014/main" id="{DB11626C-2C9B-604F-8619-6317DE7CC11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07"/>
                  <a:ext cx="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2" name="Line 488">
                  <a:extLst>
                    <a:ext uri="{FF2B5EF4-FFF2-40B4-BE49-F238E27FC236}">
                      <a16:creationId xmlns:a16="http://schemas.microsoft.com/office/drawing/2014/main" id="{FB57FF0E-5D79-114B-8EF0-EBCE95653F9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08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3" name="Line 489">
                  <a:extLst>
                    <a:ext uri="{FF2B5EF4-FFF2-40B4-BE49-F238E27FC236}">
                      <a16:creationId xmlns:a16="http://schemas.microsoft.com/office/drawing/2014/main" id="{BE2E500C-5479-7944-9BA9-D29E30B2998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4" y="3713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4" name="Line 490">
                  <a:extLst>
                    <a:ext uri="{FF2B5EF4-FFF2-40B4-BE49-F238E27FC236}">
                      <a16:creationId xmlns:a16="http://schemas.microsoft.com/office/drawing/2014/main" id="{8B1AE11F-A96C-6541-9960-D5589B17FFC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5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5" name="Line 491">
                  <a:extLst>
                    <a:ext uri="{FF2B5EF4-FFF2-40B4-BE49-F238E27FC236}">
                      <a16:creationId xmlns:a16="http://schemas.microsoft.com/office/drawing/2014/main" id="{98105AF7-9C03-9743-9766-6BCF5FF924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18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6" name="Line 492">
                  <a:extLst>
                    <a:ext uri="{FF2B5EF4-FFF2-40B4-BE49-F238E27FC236}">
                      <a16:creationId xmlns:a16="http://schemas.microsoft.com/office/drawing/2014/main" id="{57FEDA53-CD16-F646-99D3-C4907B70B3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7" name="Line 493">
                  <a:extLst>
                    <a:ext uri="{FF2B5EF4-FFF2-40B4-BE49-F238E27FC236}">
                      <a16:creationId xmlns:a16="http://schemas.microsoft.com/office/drawing/2014/main" id="{89E90E31-0AA8-384E-80F7-D50411A6EF3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27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8" name="Line 494">
                  <a:extLst>
                    <a:ext uri="{FF2B5EF4-FFF2-40B4-BE49-F238E27FC236}">
                      <a16:creationId xmlns:a16="http://schemas.microsoft.com/office/drawing/2014/main" id="{0932116A-25F3-CD49-B9B8-C8DF73BDEB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732"/>
                  <a:ext cx="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59" name="Line 495">
                  <a:extLst>
                    <a:ext uri="{FF2B5EF4-FFF2-40B4-BE49-F238E27FC236}">
                      <a16:creationId xmlns:a16="http://schemas.microsoft.com/office/drawing/2014/main" id="{480BE789-035F-5147-89D5-2DBFBA3F8BB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3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0" name="Line 496">
                  <a:extLst>
                    <a:ext uri="{FF2B5EF4-FFF2-40B4-BE49-F238E27FC236}">
                      <a16:creationId xmlns:a16="http://schemas.microsoft.com/office/drawing/2014/main" id="{074AD727-61A0-5A4E-9391-8476E131270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4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1" name="Line 497">
                  <a:extLst>
                    <a:ext uri="{FF2B5EF4-FFF2-40B4-BE49-F238E27FC236}">
                      <a16:creationId xmlns:a16="http://schemas.microsoft.com/office/drawing/2014/main" id="{34E8F487-69E6-1C4A-9908-C312FE93F5B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27" y="3742"/>
                  <a:ext cx="3" cy="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2" name="Line 498">
                  <a:extLst>
                    <a:ext uri="{FF2B5EF4-FFF2-40B4-BE49-F238E27FC236}">
                      <a16:creationId xmlns:a16="http://schemas.microsoft.com/office/drawing/2014/main" id="{1FA538C8-6BF8-5442-9116-A7A5409960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3" name="Line 499">
                  <a:extLst>
                    <a:ext uri="{FF2B5EF4-FFF2-40B4-BE49-F238E27FC236}">
                      <a16:creationId xmlns:a16="http://schemas.microsoft.com/office/drawing/2014/main" id="{97E15FC4-71EE-0A49-9E99-BAFBCA417B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754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4" name="Line 500">
                  <a:extLst>
                    <a:ext uri="{FF2B5EF4-FFF2-40B4-BE49-F238E27FC236}">
                      <a16:creationId xmlns:a16="http://schemas.microsoft.com/office/drawing/2014/main" id="{0F1E2708-A287-5E4F-B202-7CD4797BDED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60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5" name="Line 501">
                  <a:extLst>
                    <a:ext uri="{FF2B5EF4-FFF2-40B4-BE49-F238E27FC236}">
                      <a16:creationId xmlns:a16="http://schemas.microsoft.com/office/drawing/2014/main" id="{BFC42D76-A321-D64B-B37E-2FD8D9F10D5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730" y="3762"/>
                  <a:ext cx="3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6" name="Line 502">
                  <a:extLst>
                    <a:ext uri="{FF2B5EF4-FFF2-40B4-BE49-F238E27FC236}">
                      <a16:creationId xmlns:a16="http://schemas.microsoft.com/office/drawing/2014/main" id="{B2F1B49B-0BFD-B94F-8EF6-C00457E564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3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7" name="Line 503">
                  <a:extLst>
                    <a:ext uri="{FF2B5EF4-FFF2-40B4-BE49-F238E27FC236}">
                      <a16:creationId xmlns:a16="http://schemas.microsoft.com/office/drawing/2014/main" id="{A0D36FC2-CF98-2044-8105-6F912F6B9BF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78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8" name="Line 504">
                  <a:extLst>
                    <a:ext uri="{FF2B5EF4-FFF2-40B4-BE49-F238E27FC236}">
                      <a16:creationId xmlns:a16="http://schemas.microsoft.com/office/drawing/2014/main" id="{F021BB72-F387-2049-9F50-ED9F3F3041C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1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69" name="Line 505">
                  <a:extLst>
                    <a:ext uri="{FF2B5EF4-FFF2-40B4-BE49-F238E27FC236}">
                      <a16:creationId xmlns:a16="http://schemas.microsoft.com/office/drawing/2014/main" id="{F14A7098-38FA-FF44-8D17-F7E8BF28FB4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6"/>
                  <a:ext cx="5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0" name="Line 506">
                  <a:extLst>
                    <a:ext uri="{FF2B5EF4-FFF2-40B4-BE49-F238E27FC236}">
                      <a16:creationId xmlns:a16="http://schemas.microsoft.com/office/drawing/2014/main" id="{7388BDC9-C182-4B48-ADB6-CA839BDDC4F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89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1" name="Line 507">
                  <a:extLst>
                    <a:ext uri="{FF2B5EF4-FFF2-40B4-BE49-F238E27FC236}">
                      <a16:creationId xmlns:a16="http://schemas.microsoft.com/office/drawing/2014/main" id="{B217E57C-95C8-5E49-9087-BFB7D47CEB6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2" name="Line 508">
                  <a:extLst>
                    <a:ext uri="{FF2B5EF4-FFF2-40B4-BE49-F238E27FC236}">
                      <a16:creationId xmlns:a16="http://schemas.microsoft.com/office/drawing/2014/main" id="{1068DA1E-5F7F-5C48-AC68-74A5CC1945A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79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3" name="Line 509">
                  <a:extLst>
                    <a:ext uri="{FF2B5EF4-FFF2-40B4-BE49-F238E27FC236}">
                      <a16:creationId xmlns:a16="http://schemas.microsoft.com/office/drawing/2014/main" id="{BA68757F-7F7B-1C42-B65D-346941C978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4" name="Line 510">
                  <a:extLst>
                    <a:ext uri="{FF2B5EF4-FFF2-40B4-BE49-F238E27FC236}">
                      <a16:creationId xmlns:a16="http://schemas.microsoft.com/office/drawing/2014/main" id="{17BDA46E-1FD8-A14C-B692-4BC0838DA79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1" y="3829"/>
                  <a:ext cx="0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5" name="Line 511">
                  <a:extLst>
                    <a:ext uri="{FF2B5EF4-FFF2-40B4-BE49-F238E27FC236}">
                      <a16:creationId xmlns:a16="http://schemas.microsoft.com/office/drawing/2014/main" id="{096A945C-CD87-514D-A262-25DEB375029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13" y="3829"/>
                  <a:ext cx="11" cy="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6" name="Line 512">
                  <a:extLst>
                    <a:ext uri="{FF2B5EF4-FFF2-40B4-BE49-F238E27FC236}">
                      <a16:creationId xmlns:a16="http://schemas.microsoft.com/office/drawing/2014/main" id="{C0006B07-DF23-F14C-80BC-B79C7B5EF50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6" y="3826"/>
                  <a:ext cx="10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7" name="Line 513">
                  <a:extLst>
                    <a:ext uri="{FF2B5EF4-FFF2-40B4-BE49-F238E27FC236}">
                      <a16:creationId xmlns:a16="http://schemas.microsoft.com/office/drawing/2014/main" id="{0AF46177-D3D8-494D-962A-30E3ADF8687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2" y="3823"/>
                  <a:ext cx="10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8" name="Line 514">
                  <a:extLst>
                    <a:ext uri="{FF2B5EF4-FFF2-40B4-BE49-F238E27FC236}">
                      <a16:creationId xmlns:a16="http://schemas.microsoft.com/office/drawing/2014/main" id="{2F32C823-C854-FE44-9B01-D6046224052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701" y="3818"/>
                  <a:ext cx="9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79" name="Line 515">
                  <a:extLst>
                    <a:ext uri="{FF2B5EF4-FFF2-40B4-BE49-F238E27FC236}">
                      <a16:creationId xmlns:a16="http://schemas.microsoft.com/office/drawing/2014/main" id="{376EDCBD-4C2F-A34F-A7AC-6A3E4989F13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696" y="3814"/>
                  <a:ext cx="12" cy="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0" name="Line 516">
                  <a:extLst>
                    <a:ext uri="{FF2B5EF4-FFF2-40B4-BE49-F238E27FC236}">
                      <a16:creationId xmlns:a16="http://schemas.microsoft.com/office/drawing/2014/main" id="{CD28469D-85F0-E84F-8807-BB4D8C7DCAC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5" y="3829"/>
                  <a:ext cx="1" cy="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1" name="Line 517">
                  <a:extLst>
                    <a:ext uri="{FF2B5EF4-FFF2-40B4-BE49-F238E27FC236}">
                      <a16:creationId xmlns:a16="http://schemas.microsoft.com/office/drawing/2014/main" id="{63A450DF-D1A9-8342-9324-2A441289EDA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28" y="3823"/>
                  <a:ext cx="3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2" name="Line 518">
                  <a:extLst>
                    <a:ext uri="{FF2B5EF4-FFF2-40B4-BE49-F238E27FC236}">
                      <a16:creationId xmlns:a16="http://schemas.microsoft.com/office/drawing/2014/main" id="{3B2FAD9A-754E-D34F-A52D-51D8CE6F9BA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9"/>
                  <a:ext cx="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3" name="Line 519">
                  <a:extLst>
                    <a:ext uri="{FF2B5EF4-FFF2-40B4-BE49-F238E27FC236}">
                      <a16:creationId xmlns:a16="http://schemas.microsoft.com/office/drawing/2014/main" id="{AD1F2C46-2D70-124A-86B7-0272AB3FEBB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12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4" name="Line 520">
                  <a:extLst>
                    <a:ext uri="{FF2B5EF4-FFF2-40B4-BE49-F238E27FC236}">
                      <a16:creationId xmlns:a16="http://schemas.microsoft.com/office/drawing/2014/main" id="{275A2E7D-DE51-D24F-9B27-09C308D00B2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731" y="3807"/>
                  <a:ext cx="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5" name="Freeform 521">
                  <a:extLst>
                    <a:ext uri="{FF2B5EF4-FFF2-40B4-BE49-F238E27FC236}">
                      <a16:creationId xmlns:a16="http://schemas.microsoft.com/office/drawing/2014/main" id="{04A27680-DC79-C546-972B-D03B255AFE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39" y="3316"/>
                  <a:ext cx="284" cy="585"/>
                </a:xfrm>
                <a:custGeom>
                  <a:avLst/>
                  <a:gdLst>
                    <a:gd name="T0" fmla="*/ 283 w 284"/>
                    <a:gd name="T1" fmla="*/ 26 h 585"/>
                    <a:gd name="T2" fmla="*/ 0 w 284"/>
                    <a:gd name="T3" fmla="*/ 0 h 585"/>
                    <a:gd name="T4" fmla="*/ 0 w 284"/>
                    <a:gd name="T5" fmla="*/ 501 h 585"/>
                    <a:gd name="T6" fmla="*/ 79 w 284"/>
                    <a:gd name="T7" fmla="*/ 584 h 58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4"/>
                    <a:gd name="T13" fmla="*/ 0 h 585"/>
                    <a:gd name="T14" fmla="*/ 284 w 284"/>
                    <a:gd name="T15" fmla="*/ 585 h 58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4" h="585">
                      <a:moveTo>
                        <a:pt x="283" y="26"/>
                      </a:moveTo>
                      <a:lnTo>
                        <a:pt x="0" y="0"/>
                      </a:lnTo>
                      <a:lnTo>
                        <a:pt x="0" y="501"/>
                      </a:lnTo>
                      <a:lnTo>
                        <a:pt x="79" y="584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86" name="Freeform 522">
                  <a:extLst>
                    <a:ext uri="{FF2B5EF4-FFF2-40B4-BE49-F238E27FC236}">
                      <a16:creationId xmlns:a16="http://schemas.microsoft.com/office/drawing/2014/main" id="{ADE57D68-8B1C-824B-A7FD-755007B418E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48" y="3324"/>
                  <a:ext cx="233" cy="578"/>
                </a:xfrm>
                <a:custGeom>
                  <a:avLst/>
                  <a:gdLst>
                    <a:gd name="T0" fmla="*/ 232 w 233"/>
                    <a:gd name="T1" fmla="*/ 20 h 578"/>
                    <a:gd name="T2" fmla="*/ 0 w 233"/>
                    <a:gd name="T3" fmla="*/ 0 h 578"/>
                    <a:gd name="T4" fmla="*/ 0 w 233"/>
                    <a:gd name="T5" fmla="*/ 492 h 578"/>
                    <a:gd name="T6" fmla="*/ 89 w 233"/>
                    <a:gd name="T7" fmla="*/ 577 h 57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33"/>
                    <a:gd name="T13" fmla="*/ 0 h 578"/>
                    <a:gd name="T14" fmla="*/ 233 w 233"/>
                    <a:gd name="T15" fmla="*/ 578 h 57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33" h="578">
                      <a:moveTo>
                        <a:pt x="232" y="20"/>
                      </a:moveTo>
                      <a:lnTo>
                        <a:pt x="0" y="0"/>
                      </a:lnTo>
                      <a:lnTo>
                        <a:pt x="0" y="492"/>
                      </a:lnTo>
                      <a:lnTo>
                        <a:pt x="89" y="57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87" name="Line 523">
                  <a:extLst>
                    <a:ext uri="{FF2B5EF4-FFF2-40B4-BE49-F238E27FC236}">
                      <a16:creationId xmlns:a16="http://schemas.microsoft.com/office/drawing/2014/main" id="{742BF5AB-C6FC-0F4A-B768-1735BACD2D6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02" y="3341"/>
                  <a:ext cx="0" cy="43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8" name="Line 524">
                  <a:extLst>
                    <a:ext uri="{FF2B5EF4-FFF2-40B4-BE49-F238E27FC236}">
                      <a16:creationId xmlns:a16="http://schemas.microsoft.com/office/drawing/2014/main" id="{1CD76F66-0A32-764E-87CB-11FB9672777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2043" y="3343"/>
                  <a:ext cx="0" cy="42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89" name="Line 525">
                  <a:extLst>
                    <a:ext uri="{FF2B5EF4-FFF2-40B4-BE49-F238E27FC236}">
                      <a16:creationId xmlns:a16="http://schemas.microsoft.com/office/drawing/2014/main" id="{B61E7705-0EAF-6645-8038-5E04C53E27A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2039" y="3353"/>
                  <a:ext cx="58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790" name="Freeform 526">
                  <a:extLst>
                    <a:ext uri="{FF2B5EF4-FFF2-40B4-BE49-F238E27FC236}">
                      <a16:creationId xmlns:a16="http://schemas.microsoft.com/office/drawing/2014/main" id="{8DB63978-9B51-1343-80FF-398FB798835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70" y="3582"/>
                  <a:ext cx="141" cy="26"/>
                </a:xfrm>
                <a:custGeom>
                  <a:avLst/>
                  <a:gdLst>
                    <a:gd name="T0" fmla="*/ 16 w 141"/>
                    <a:gd name="T1" fmla="*/ 0 h 26"/>
                    <a:gd name="T2" fmla="*/ 12 w 141"/>
                    <a:gd name="T3" fmla="*/ 0 h 26"/>
                    <a:gd name="T4" fmla="*/ 8 w 141"/>
                    <a:gd name="T5" fmla="*/ 1 h 26"/>
                    <a:gd name="T6" fmla="*/ 5 w 141"/>
                    <a:gd name="T7" fmla="*/ 4 h 26"/>
                    <a:gd name="T8" fmla="*/ 2 w 141"/>
                    <a:gd name="T9" fmla="*/ 6 h 26"/>
                    <a:gd name="T10" fmla="*/ 0 w 141"/>
                    <a:gd name="T11" fmla="*/ 9 h 26"/>
                    <a:gd name="T12" fmla="*/ 0 w 141"/>
                    <a:gd name="T13" fmla="*/ 15 h 26"/>
                    <a:gd name="T14" fmla="*/ 2 w 141"/>
                    <a:gd name="T15" fmla="*/ 17 h 26"/>
                    <a:gd name="T16" fmla="*/ 5 w 141"/>
                    <a:gd name="T17" fmla="*/ 20 h 26"/>
                    <a:gd name="T18" fmla="*/ 6 w 141"/>
                    <a:gd name="T19" fmla="*/ 22 h 26"/>
                    <a:gd name="T20" fmla="*/ 12 w 141"/>
                    <a:gd name="T21" fmla="*/ 24 h 26"/>
                    <a:gd name="T22" fmla="*/ 16 w 141"/>
                    <a:gd name="T23" fmla="*/ 24 h 26"/>
                    <a:gd name="T24" fmla="*/ 124 w 141"/>
                    <a:gd name="T25" fmla="*/ 25 h 26"/>
                    <a:gd name="T26" fmla="*/ 128 w 141"/>
                    <a:gd name="T27" fmla="*/ 25 h 26"/>
                    <a:gd name="T28" fmla="*/ 132 w 141"/>
                    <a:gd name="T29" fmla="*/ 24 h 26"/>
                    <a:gd name="T30" fmla="*/ 135 w 141"/>
                    <a:gd name="T31" fmla="*/ 22 h 26"/>
                    <a:gd name="T32" fmla="*/ 138 w 141"/>
                    <a:gd name="T33" fmla="*/ 20 h 26"/>
                    <a:gd name="T34" fmla="*/ 140 w 141"/>
                    <a:gd name="T35" fmla="*/ 16 h 26"/>
                    <a:gd name="T36" fmla="*/ 140 w 141"/>
                    <a:gd name="T37" fmla="*/ 10 h 26"/>
                    <a:gd name="T38" fmla="*/ 138 w 141"/>
                    <a:gd name="T39" fmla="*/ 8 h 26"/>
                    <a:gd name="T40" fmla="*/ 135 w 141"/>
                    <a:gd name="T41" fmla="*/ 6 h 26"/>
                    <a:gd name="T42" fmla="*/ 134 w 141"/>
                    <a:gd name="T43" fmla="*/ 3 h 26"/>
                    <a:gd name="T44" fmla="*/ 128 w 141"/>
                    <a:gd name="T45" fmla="*/ 1 h 26"/>
                    <a:gd name="T46" fmla="*/ 124 w 141"/>
                    <a:gd name="T47" fmla="*/ 1 h 26"/>
                    <a:gd name="T48" fmla="*/ 16 w 141"/>
                    <a:gd name="T49" fmla="*/ 0 h 2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1"/>
                    <a:gd name="T76" fmla="*/ 0 h 26"/>
                    <a:gd name="T77" fmla="*/ 141 w 141"/>
                    <a:gd name="T78" fmla="*/ 26 h 2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1" h="26">
                      <a:moveTo>
                        <a:pt x="16" y="0"/>
                      </a:moveTo>
                      <a:lnTo>
                        <a:pt x="12" y="0"/>
                      </a:lnTo>
                      <a:lnTo>
                        <a:pt x="8" y="1"/>
                      </a:lnTo>
                      <a:lnTo>
                        <a:pt x="5" y="4"/>
                      </a:lnTo>
                      <a:lnTo>
                        <a:pt x="2" y="6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6" y="22"/>
                      </a:lnTo>
                      <a:lnTo>
                        <a:pt x="12" y="24"/>
                      </a:lnTo>
                      <a:lnTo>
                        <a:pt x="16" y="24"/>
                      </a:lnTo>
                      <a:lnTo>
                        <a:pt x="124" y="25"/>
                      </a:lnTo>
                      <a:lnTo>
                        <a:pt x="128" y="25"/>
                      </a:lnTo>
                      <a:lnTo>
                        <a:pt x="132" y="24"/>
                      </a:lnTo>
                      <a:lnTo>
                        <a:pt x="135" y="22"/>
                      </a:lnTo>
                      <a:lnTo>
                        <a:pt x="138" y="20"/>
                      </a:lnTo>
                      <a:lnTo>
                        <a:pt x="140" y="16"/>
                      </a:lnTo>
                      <a:lnTo>
                        <a:pt x="140" y="10"/>
                      </a:lnTo>
                      <a:lnTo>
                        <a:pt x="138" y="8"/>
                      </a:lnTo>
                      <a:lnTo>
                        <a:pt x="135" y="6"/>
                      </a:lnTo>
                      <a:lnTo>
                        <a:pt x="134" y="3"/>
                      </a:lnTo>
                      <a:lnTo>
                        <a:pt x="128" y="1"/>
                      </a:lnTo>
                      <a:lnTo>
                        <a:pt x="124" y="1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1" name="Freeform 527">
                  <a:extLst>
                    <a:ext uri="{FF2B5EF4-FFF2-40B4-BE49-F238E27FC236}">
                      <a16:creationId xmlns:a16="http://schemas.microsoft.com/office/drawing/2014/main" id="{F1C91C0B-AB78-B34E-A32F-E94F56893C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69" y="3753"/>
                  <a:ext cx="143" cy="40"/>
                </a:xfrm>
                <a:custGeom>
                  <a:avLst/>
                  <a:gdLst>
                    <a:gd name="T0" fmla="*/ 17 w 143"/>
                    <a:gd name="T1" fmla="*/ 0 h 40"/>
                    <a:gd name="T2" fmla="*/ 14 w 143"/>
                    <a:gd name="T3" fmla="*/ 0 h 40"/>
                    <a:gd name="T4" fmla="*/ 10 w 143"/>
                    <a:gd name="T5" fmla="*/ 2 h 40"/>
                    <a:gd name="T6" fmla="*/ 5 w 143"/>
                    <a:gd name="T7" fmla="*/ 3 h 40"/>
                    <a:gd name="T8" fmla="*/ 4 w 143"/>
                    <a:gd name="T9" fmla="*/ 6 h 40"/>
                    <a:gd name="T10" fmla="*/ 2 w 143"/>
                    <a:gd name="T11" fmla="*/ 9 h 40"/>
                    <a:gd name="T12" fmla="*/ 0 w 143"/>
                    <a:gd name="T13" fmla="*/ 12 h 40"/>
                    <a:gd name="T14" fmla="*/ 0 w 143"/>
                    <a:gd name="T15" fmla="*/ 15 h 40"/>
                    <a:gd name="T16" fmla="*/ 2 w 143"/>
                    <a:gd name="T17" fmla="*/ 18 h 40"/>
                    <a:gd name="T18" fmla="*/ 4 w 143"/>
                    <a:gd name="T19" fmla="*/ 23 h 40"/>
                    <a:gd name="T20" fmla="*/ 6 w 143"/>
                    <a:gd name="T21" fmla="*/ 24 h 40"/>
                    <a:gd name="T22" fmla="*/ 10 w 143"/>
                    <a:gd name="T23" fmla="*/ 26 h 40"/>
                    <a:gd name="T24" fmla="*/ 14 w 143"/>
                    <a:gd name="T25" fmla="*/ 27 h 40"/>
                    <a:gd name="T26" fmla="*/ 125 w 143"/>
                    <a:gd name="T27" fmla="*/ 39 h 40"/>
                    <a:gd name="T28" fmla="*/ 128 w 143"/>
                    <a:gd name="T29" fmla="*/ 39 h 40"/>
                    <a:gd name="T30" fmla="*/ 132 w 143"/>
                    <a:gd name="T31" fmla="*/ 37 h 40"/>
                    <a:gd name="T32" fmla="*/ 137 w 143"/>
                    <a:gd name="T33" fmla="*/ 36 h 40"/>
                    <a:gd name="T34" fmla="*/ 138 w 143"/>
                    <a:gd name="T35" fmla="*/ 33 h 40"/>
                    <a:gd name="T36" fmla="*/ 140 w 143"/>
                    <a:gd name="T37" fmla="*/ 30 h 40"/>
                    <a:gd name="T38" fmla="*/ 142 w 143"/>
                    <a:gd name="T39" fmla="*/ 27 h 40"/>
                    <a:gd name="T40" fmla="*/ 142 w 143"/>
                    <a:gd name="T41" fmla="*/ 24 h 40"/>
                    <a:gd name="T42" fmla="*/ 140 w 143"/>
                    <a:gd name="T43" fmla="*/ 21 h 40"/>
                    <a:gd name="T44" fmla="*/ 138 w 143"/>
                    <a:gd name="T45" fmla="*/ 16 h 40"/>
                    <a:gd name="T46" fmla="*/ 136 w 143"/>
                    <a:gd name="T47" fmla="*/ 15 h 40"/>
                    <a:gd name="T48" fmla="*/ 132 w 143"/>
                    <a:gd name="T49" fmla="*/ 13 h 40"/>
                    <a:gd name="T50" fmla="*/ 128 w 143"/>
                    <a:gd name="T51" fmla="*/ 12 h 40"/>
                    <a:gd name="T52" fmla="*/ 17 w 143"/>
                    <a:gd name="T53" fmla="*/ 0 h 4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3"/>
                    <a:gd name="T82" fmla="*/ 0 h 40"/>
                    <a:gd name="T83" fmla="*/ 143 w 143"/>
                    <a:gd name="T84" fmla="*/ 40 h 4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3" h="40">
                      <a:moveTo>
                        <a:pt x="17" y="0"/>
                      </a:moveTo>
                      <a:lnTo>
                        <a:pt x="14" y="0"/>
                      </a:lnTo>
                      <a:lnTo>
                        <a:pt x="10" y="2"/>
                      </a:ln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4" y="23"/>
                      </a:lnTo>
                      <a:lnTo>
                        <a:pt x="6" y="24"/>
                      </a:lnTo>
                      <a:lnTo>
                        <a:pt x="10" y="26"/>
                      </a:lnTo>
                      <a:lnTo>
                        <a:pt x="14" y="27"/>
                      </a:lnTo>
                      <a:lnTo>
                        <a:pt x="125" y="39"/>
                      </a:lnTo>
                      <a:lnTo>
                        <a:pt x="128" y="39"/>
                      </a:lnTo>
                      <a:lnTo>
                        <a:pt x="132" y="37"/>
                      </a:lnTo>
                      <a:lnTo>
                        <a:pt x="137" y="36"/>
                      </a:lnTo>
                      <a:lnTo>
                        <a:pt x="138" y="33"/>
                      </a:lnTo>
                      <a:lnTo>
                        <a:pt x="140" y="30"/>
                      </a:lnTo>
                      <a:lnTo>
                        <a:pt x="142" y="27"/>
                      </a:lnTo>
                      <a:lnTo>
                        <a:pt x="142" y="24"/>
                      </a:lnTo>
                      <a:lnTo>
                        <a:pt x="140" y="21"/>
                      </a:lnTo>
                      <a:lnTo>
                        <a:pt x="138" y="16"/>
                      </a:lnTo>
                      <a:lnTo>
                        <a:pt x="136" y="15"/>
                      </a:lnTo>
                      <a:lnTo>
                        <a:pt x="132" y="13"/>
                      </a:lnTo>
                      <a:lnTo>
                        <a:pt x="128" y="12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2" name="Freeform 528">
                  <a:extLst>
                    <a:ext uri="{FF2B5EF4-FFF2-40B4-BE49-F238E27FC236}">
                      <a16:creationId xmlns:a16="http://schemas.microsoft.com/office/drawing/2014/main" id="{1A68C2CE-13D2-1043-85A3-C90668A9CD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27" y="3337"/>
                  <a:ext cx="82" cy="391"/>
                </a:xfrm>
                <a:custGeom>
                  <a:avLst/>
                  <a:gdLst>
                    <a:gd name="T0" fmla="*/ 0 w 82"/>
                    <a:gd name="T1" fmla="*/ 0 h 391"/>
                    <a:gd name="T2" fmla="*/ 4 w 82"/>
                    <a:gd name="T3" fmla="*/ 390 h 391"/>
                    <a:gd name="T4" fmla="*/ 16 w 82"/>
                    <a:gd name="T5" fmla="*/ 348 h 391"/>
                    <a:gd name="T6" fmla="*/ 16 w 82"/>
                    <a:gd name="T7" fmla="*/ 128 h 391"/>
                    <a:gd name="T8" fmla="*/ 71 w 82"/>
                    <a:gd name="T9" fmla="*/ 78 h 391"/>
                    <a:gd name="T10" fmla="*/ 81 w 82"/>
                    <a:gd name="T11" fmla="*/ 78 h 391"/>
                    <a:gd name="T12" fmla="*/ 81 w 82"/>
                    <a:gd name="T13" fmla="*/ 0 h 391"/>
                    <a:gd name="T14" fmla="*/ 0 w 82"/>
                    <a:gd name="T15" fmla="*/ 0 h 39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2"/>
                    <a:gd name="T25" fmla="*/ 0 h 391"/>
                    <a:gd name="T26" fmla="*/ 82 w 82"/>
                    <a:gd name="T27" fmla="*/ 391 h 39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2" h="391">
                      <a:moveTo>
                        <a:pt x="0" y="0"/>
                      </a:moveTo>
                      <a:lnTo>
                        <a:pt x="4" y="390"/>
                      </a:lnTo>
                      <a:lnTo>
                        <a:pt x="16" y="348"/>
                      </a:lnTo>
                      <a:lnTo>
                        <a:pt x="16" y="128"/>
                      </a:lnTo>
                      <a:lnTo>
                        <a:pt x="71" y="78"/>
                      </a:lnTo>
                      <a:lnTo>
                        <a:pt x="81" y="78"/>
                      </a:lnTo>
                      <a:lnTo>
                        <a:pt x="8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3" name="Freeform 529">
                  <a:extLst>
                    <a:ext uri="{FF2B5EF4-FFF2-40B4-BE49-F238E27FC236}">
                      <a16:creationId xmlns:a16="http://schemas.microsoft.com/office/drawing/2014/main" id="{D916E2E2-4520-E348-B93D-60C2D61C6E9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8"/>
                  <a:ext cx="15" cy="22"/>
                </a:xfrm>
                <a:custGeom>
                  <a:avLst/>
                  <a:gdLst>
                    <a:gd name="T0" fmla="*/ 14 w 15"/>
                    <a:gd name="T1" fmla="*/ 10 h 22"/>
                    <a:gd name="T2" fmla="*/ 10 w 15"/>
                    <a:gd name="T3" fmla="*/ 18 h 22"/>
                    <a:gd name="T4" fmla="*/ 7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7 w 15"/>
                    <a:gd name="T13" fmla="*/ 0 h 22"/>
                    <a:gd name="T14" fmla="*/ 12 w 15"/>
                    <a:gd name="T15" fmla="*/ 2 h 22"/>
                    <a:gd name="T16" fmla="*/ 14 w 15"/>
                    <a:gd name="T17" fmla="*/ 10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0"/>
                      </a:moveTo>
                      <a:lnTo>
                        <a:pt x="10" y="18"/>
                      </a:lnTo>
                      <a:lnTo>
                        <a:pt x="7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12" y="2"/>
                      </a:lnTo>
                      <a:lnTo>
                        <a:pt x="14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4" name="Freeform 530">
                  <a:extLst>
                    <a:ext uri="{FF2B5EF4-FFF2-40B4-BE49-F238E27FC236}">
                      <a16:creationId xmlns:a16="http://schemas.microsoft.com/office/drawing/2014/main" id="{9E30C88B-88E9-ED47-8F4C-6B79B373A9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3" y="3568"/>
                  <a:ext cx="12" cy="22"/>
                </a:xfrm>
                <a:custGeom>
                  <a:avLst/>
                  <a:gdLst>
                    <a:gd name="T0" fmla="*/ 2 w 12"/>
                    <a:gd name="T1" fmla="*/ 0 h 22"/>
                    <a:gd name="T2" fmla="*/ 0 w 12"/>
                    <a:gd name="T3" fmla="*/ 21 h 22"/>
                    <a:gd name="T4" fmla="*/ 9 w 12"/>
                    <a:gd name="T5" fmla="*/ 21 h 22"/>
                    <a:gd name="T6" fmla="*/ 11 w 12"/>
                    <a:gd name="T7" fmla="*/ 0 h 22"/>
                    <a:gd name="T8" fmla="*/ 2 w 12"/>
                    <a:gd name="T9" fmla="*/ 0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22"/>
                    <a:gd name="T17" fmla="*/ 12 w 12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22">
                      <a:moveTo>
                        <a:pt x="2" y="0"/>
                      </a:moveTo>
                      <a:lnTo>
                        <a:pt x="0" y="21"/>
                      </a:lnTo>
                      <a:lnTo>
                        <a:pt x="9" y="21"/>
                      </a:lnTo>
                      <a:lnTo>
                        <a:pt x="11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5" name="Freeform 531">
                  <a:extLst>
                    <a:ext uri="{FF2B5EF4-FFF2-40B4-BE49-F238E27FC236}">
                      <a16:creationId xmlns:a16="http://schemas.microsoft.com/office/drawing/2014/main" id="{7BFA4724-842F-C646-B36E-82EFC5789F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6" y="3568"/>
                  <a:ext cx="15" cy="22"/>
                </a:xfrm>
                <a:custGeom>
                  <a:avLst/>
                  <a:gdLst>
                    <a:gd name="T0" fmla="*/ 14 w 15"/>
                    <a:gd name="T1" fmla="*/ 12 h 22"/>
                    <a:gd name="T2" fmla="*/ 12 w 15"/>
                    <a:gd name="T3" fmla="*/ 20 h 22"/>
                    <a:gd name="T4" fmla="*/ 8 w 15"/>
                    <a:gd name="T5" fmla="*/ 21 h 22"/>
                    <a:gd name="T6" fmla="*/ 2 w 15"/>
                    <a:gd name="T7" fmla="*/ 18 h 22"/>
                    <a:gd name="T8" fmla="*/ 0 w 15"/>
                    <a:gd name="T9" fmla="*/ 10 h 22"/>
                    <a:gd name="T10" fmla="*/ 2 w 15"/>
                    <a:gd name="T11" fmla="*/ 2 h 22"/>
                    <a:gd name="T12" fmla="*/ 8 w 15"/>
                    <a:gd name="T13" fmla="*/ 0 h 22"/>
                    <a:gd name="T14" fmla="*/ 14 w 15"/>
                    <a:gd name="T15" fmla="*/ 4 h 22"/>
                    <a:gd name="T16" fmla="*/ 14 w 15"/>
                    <a:gd name="T17" fmla="*/ 12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14" y="12"/>
                      </a:moveTo>
                      <a:lnTo>
                        <a:pt x="12" y="20"/>
                      </a:lnTo>
                      <a:lnTo>
                        <a:pt x="8" y="21"/>
                      </a:lnTo>
                      <a:lnTo>
                        <a:pt x="2" y="18"/>
                      </a:lnTo>
                      <a:lnTo>
                        <a:pt x="0" y="10"/>
                      </a:lnTo>
                      <a:lnTo>
                        <a:pt x="2" y="2"/>
                      </a:lnTo>
                      <a:lnTo>
                        <a:pt x="8" y="0"/>
                      </a:lnTo>
                      <a:lnTo>
                        <a:pt x="14" y="4"/>
                      </a:lnTo>
                      <a:lnTo>
                        <a:pt x="14" y="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6" name="Freeform 532">
                  <a:extLst>
                    <a:ext uri="{FF2B5EF4-FFF2-40B4-BE49-F238E27FC236}">
                      <a16:creationId xmlns:a16="http://schemas.microsoft.com/office/drawing/2014/main" id="{A93FCCA8-B96F-8B45-AB3B-7C9BEF358EE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720" y="3564"/>
                  <a:ext cx="2" cy="24"/>
                </a:xfrm>
                <a:custGeom>
                  <a:avLst/>
                  <a:gdLst>
                    <a:gd name="T0" fmla="*/ 1 w 2"/>
                    <a:gd name="T1" fmla="*/ 4 h 24"/>
                    <a:gd name="T2" fmla="*/ 1 w 2"/>
                    <a:gd name="T3" fmla="*/ 2 h 24"/>
                    <a:gd name="T4" fmla="*/ 1 w 2"/>
                    <a:gd name="T5" fmla="*/ 0 h 24"/>
                    <a:gd name="T6" fmla="*/ 0 w 2"/>
                    <a:gd name="T7" fmla="*/ 0 h 24"/>
                    <a:gd name="T8" fmla="*/ 0 w 2"/>
                    <a:gd name="T9" fmla="*/ 2 h 24"/>
                    <a:gd name="T10" fmla="*/ 0 w 2"/>
                    <a:gd name="T11" fmla="*/ 4 h 24"/>
                    <a:gd name="T12" fmla="*/ 0 w 2"/>
                    <a:gd name="T13" fmla="*/ 19 h 24"/>
                    <a:gd name="T14" fmla="*/ 0 w 2"/>
                    <a:gd name="T15" fmla="*/ 20 h 24"/>
                    <a:gd name="T16" fmla="*/ 0 w 2"/>
                    <a:gd name="T17" fmla="*/ 23 h 24"/>
                    <a:gd name="T18" fmla="*/ 1 w 2"/>
                    <a:gd name="T19" fmla="*/ 23 h 24"/>
                    <a:gd name="T20" fmla="*/ 1 w 2"/>
                    <a:gd name="T21" fmla="*/ 20 h 24"/>
                    <a:gd name="T22" fmla="*/ 1 w 2"/>
                    <a:gd name="T23" fmla="*/ 19 h 24"/>
                    <a:gd name="T24" fmla="*/ 1 w 2"/>
                    <a:gd name="T25" fmla="*/ 4 h 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4"/>
                    <a:gd name="T41" fmla="*/ 2 w 2"/>
                    <a:gd name="T42" fmla="*/ 24 h 2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4">
                      <a:moveTo>
                        <a:pt x="1" y="4"/>
                      </a:move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FFFFFF"/>
                </a:solidFill>
                <a:ln w="9525" cap="rnd">
                  <a:solidFill>
                    <a:schemeClr val="tx1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7" name="Freeform 533">
                  <a:extLst>
                    <a:ext uri="{FF2B5EF4-FFF2-40B4-BE49-F238E27FC236}">
                      <a16:creationId xmlns:a16="http://schemas.microsoft.com/office/drawing/2014/main" id="{EC2CABCB-E2B8-5A42-B785-F6BD3ED58A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96" y="4051"/>
                  <a:ext cx="63" cy="29"/>
                </a:xfrm>
                <a:custGeom>
                  <a:avLst/>
                  <a:gdLst>
                    <a:gd name="T0" fmla="*/ 0 w 63"/>
                    <a:gd name="T1" fmla="*/ 12 h 29"/>
                    <a:gd name="T2" fmla="*/ 62 w 63"/>
                    <a:gd name="T3" fmla="*/ 28 h 29"/>
                    <a:gd name="T4" fmla="*/ 62 w 63"/>
                    <a:gd name="T5" fmla="*/ 0 h 29"/>
                    <a:gd name="T6" fmla="*/ 0 w 63"/>
                    <a:gd name="T7" fmla="*/ 12 h 2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3"/>
                    <a:gd name="T13" fmla="*/ 0 h 29"/>
                    <a:gd name="T14" fmla="*/ 63 w 63"/>
                    <a:gd name="T15" fmla="*/ 29 h 2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3" h="29">
                      <a:moveTo>
                        <a:pt x="0" y="12"/>
                      </a:moveTo>
                      <a:lnTo>
                        <a:pt x="62" y="28"/>
                      </a:lnTo>
                      <a:lnTo>
                        <a:pt x="62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8" name="Freeform 534">
                  <a:extLst>
                    <a:ext uri="{FF2B5EF4-FFF2-40B4-BE49-F238E27FC236}">
                      <a16:creationId xmlns:a16="http://schemas.microsoft.com/office/drawing/2014/main" id="{EA7350A9-F0F9-2844-B122-5D85C77D4DF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658" y="4032"/>
                  <a:ext cx="83" cy="48"/>
                </a:xfrm>
                <a:custGeom>
                  <a:avLst/>
                  <a:gdLst>
                    <a:gd name="T0" fmla="*/ 0 w 83"/>
                    <a:gd name="T1" fmla="*/ 17 h 48"/>
                    <a:gd name="T2" fmla="*/ 0 w 83"/>
                    <a:gd name="T3" fmla="*/ 47 h 48"/>
                    <a:gd name="T4" fmla="*/ 82 w 83"/>
                    <a:gd name="T5" fmla="*/ 30 h 48"/>
                    <a:gd name="T6" fmla="*/ 82 w 83"/>
                    <a:gd name="T7" fmla="*/ 0 h 48"/>
                    <a:gd name="T8" fmla="*/ 0 w 83"/>
                    <a:gd name="T9" fmla="*/ 17 h 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3"/>
                    <a:gd name="T16" fmla="*/ 0 h 48"/>
                    <a:gd name="T17" fmla="*/ 83 w 83"/>
                    <a:gd name="T18" fmla="*/ 48 h 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3" h="48">
                      <a:moveTo>
                        <a:pt x="0" y="17"/>
                      </a:moveTo>
                      <a:lnTo>
                        <a:pt x="0" y="47"/>
                      </a:lnTo>
                      <a:lnTo>
                        <a:pt x="82" y="30"/>
                      </a:lnTo>
                      <a:lnTo>
                        <a:pt x="82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799" name="Freeform 535">
                  <a:extLst>
                    <a:ext uri="{FF2B5EF4-FFF2-40B4-BE49-F238E27FC236}">
                      <a16:creationId xmlns:a16="http://schemas.microsoft.com/office/drawing/2014/main" id="{28849F2B-7CE6-C44B-9296-09907C4EDF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444" y="3415"/>
                  <a:ext cx="65" cy="275"/>
                </a:xfrm>
                <a:custGeom>
                  <a:avLst/>
                  <a:gdLst>
                    <a:gd name="T0" fmla="*/ 54 w 65"/>
                    <a:gd name="T1" fmla="*/ 0 h 275"/>
                    <a:gd name="T2" fmla="*/ 0 w 65"/>
                    <a:gd name="T3" fmla="*/ 51 h 275"/>
                    <a:gd name="T4" fmla="*/ 0 w 65"/>
                    <a:gd name="T5" fmla="*/ 274 h 275"/>
                    <a:gd name="T6" fmla="*/ 7 w 65"/>
                    <a:gd name="T7" fmla="*/ 248 h 275"/>
                    <a:gd name="T8" fmla="*/ 7 w 65"/>
                    <a:gd name="T9" fmla="*/ 76 h 275"/>
                    <a:gd name="T10" fmla="*/ 64 w 65"/>
                    <a:gd name="T11" fmla="*/ 78 h 275"/>
                    <a:gd name="T12" fmla="*/ 64 w 65"/>
                    <a:gd name="T13" fmla="*/ 0 h 275"/>
                    <a:gd name="T14" fmla="*/ 54 w 65"/>
                    <a:gd name="T15" fmla="*/ 0 h 27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5"/>
                    <a:gd name="T25" fmla="*/ 0 h 275"/>
                    <a:gd name="T26" fmla="*/ 65 w 65"/>
                    <a:gd name="T27" fmla="*/ 275 h 27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5" h="275">
                      <a:moveTo>
                        <a:pt x="54" y="0"/>
                      </a:moveTo>
                      <a:lnTo>
                        <a:pt x="0" y="51"/>
                      </a:lnTo>
                      <a:lnTo>
                        <a:pt x="0" y="274"/>
                      </a:lnTo>
                      <a:lnTo>
                        <a:pt x="7" y="248"/>
                      </a:lnTo>
                      <a:lnTo>
                        <a:pt x="7" y="76"/>
                      </a:lnTo>
                      <a:lnTo>
                        <a:pt x="64" y="78"/>
                      </a:lnTo>
                      <a:lnTo>
                        <a:pt x="64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0" name="Freeform 536">
                  <a:extLst>
                    <a:ext uri="{FF2B5EF4-FFF2-40B4-BE49-F238E27FC236}">
                      <a16:creationId xmlns:a16="http://schemas.microsoft.com/office/drawing/2014/main" id="{CFDDE1F0-2D2A-E946-959C-F7AF9DF48C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453"/>
                  <a:ext cx="34" cy="270"/>
                </a:xfrm>
                <a:custGeom>
                  <a:avLst/>
                  <a:gdLst>
                    <a:gd name="T0" fmla="*/ 0 w 34"/>
                    <a:gd name="T1" fmla="*/ 0 h 270"/>
                    <a:gd name="T2" fmla="*/ 0 w 34"/>
                    <a:gd name="T3" fmla="*/ 269 h 270"/>
                    <a:gd name="T4" fmla="*/ 33 w 34"/>
                    <a:gd name="T5" fmla="*/ 236 h 270"/>
                    <a:gd name="T6" fmla="*/ 33 w 34"/>
                    <a:gd name="T7" fmla="*/ 24 h 270"/>
                    <a:gd name="T8" fmla="*/ 0 w 34"/>
                    <a:gd name="T9" fmla="*/ 0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4"/>
                    <a:gd name="T16" fmla="*/ 0 h 270"/>
                    <a:gd name="T17" fmla="*/ 34 w 34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4" h="270">
                      <a:moveTo>
                        <a:pt x="0" y="0"/>
                      </a:moveTo>
                      <a:lnTo>
                        <a:pt x="0" y="269"/>
                      </a:lnTo>
                      <a:lnTo>
                        <a:pt x="33" y="236"/>
                      </a:lnTo>
                      <a:lnTo>
                        <a:pt x="33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1" name="Freeform 537">
                  <a:extLst>
                    <a:ext uri="{FF2B5EF4-FFF2-40B4-BE49-F238E27FC236}">
                      <a16:creationId xmlns:a16="http://schemas.microsoft.com/office/drawing/2014/main" id="{4DC26675-D870-3D46-B832-77BFCF4690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471"/>
                  <a:ext cx="40" cy="118"/>
                </a:xfrm>
                <a:custGeom>
                  <a:avLst/>
                  <a:gdLst>
                    <a:gd name="T0" fmla="*/ 0 w 40"/>
                    <a:gd name="T1" fmla="*/ 0 h 118"/>
                    <a:gd name="T2" fmla="*/ 0 w 40"/>
                    <a:gd name="T3" fmla="*/ 111 h 118"/>
                    <a:gd name="T4" fmla="*/ 10 w 40"/>
                    <a:gd name="T5" fmla="*/ 117 h 118"/>
                    <a:gd name="T6" fmla="*/ 39 w 40"/>
                    <a:gd name="T7" fmla="*/ 117 h 118"/>
                    <a:gd name="T8" fmla="*/ 39 w 40"/>
                    <a:gd name="T9" fmla="*/ 0 h 118"/>
                    <a:gd name="T10" fmla="*/ 0 w 40"/>
                    <a:gd name="T11" fmla="*/ 0 h 11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"/>
                    <a:gd name="T19" fmla="*/ 0 h 118"/>
                    <a:gd name="T20" fmla="*/ 40 w 40"/>
                    <a:gd name="T21" fmla="*/ 118 h 11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" h="118">
                      <a:moveTo>
                        <a:pt x="0" y="0"/>
                      </a:moveTo>
                      <a:lnTo>
                        <a:pt x="0" y="111"/>
                      </a:lnTo>
                      <a:lnTo>
                        <a:pt x="10" y="117"/>
                      </a:lnTo>
                      <a:lnTo>
                        <a:pt x="39" y="117"/>
                      </a:lnTo>
                      <a:lnTo>
                        <a:pt x="3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2" name="Freeform 538">
                  <a:extLst>
                    <a:ext uri="{FF2B5EF4-FFF2-40B4-BE49-F238E27FC236}">
                      <a16:creationId xmlns:a16="http://schemas.microsoft.com/office/drawing/2014/main" id="{0F349CE1-1036-C147-98C6-D8FF7C30578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0" y="3546"/>
                  <a:ext cx="26" cy="34"/>
                </a:xfrm>
                <a:custGeom>
                  <a:avLst/>
                  <a:gdLst>
                    <a:gd name="T0" fmla="*/ 4 w 26"/>
                    <a:gd name="T1" fmla="*/ 0 h 34"/>
                    <a:gd name="T2" fmla="*/ 12 w 26"/>
                    <a:gd name="T3" fmla="*/ 0 h 34"/>
                    <a:gd name="T4" fmla="*/ 17 w 26"/>
                    <a:gd name="T5" fmla="*/ 2 h 34"/>
                    <a:gd name="T6" fmla="*/ 21 w 26"/>
                    <a:gd name="T7" fmla="*/ 4 h 34"/>
                    <a:gd name="T8" fmla="*/ 25 w 26"/>
                    <a:gd name="T9" fmla="*/ 14 h 34"/>
                    <a:gd name="T10" fmla="*/ 25 w 26"/>
                    <a:gd name="T11" fmla="*/ 25 h 34"/>
                    <a:gd name="T12" fmla="*/ 23 w 26"/>
                    <a:gd name="T13" fmla="*/ 29 h 34"/>
                    <a:gd name="T14" fmla="*/ 21 w 26"/>
                    <a:gd name="T15" fmla="*/ 33 h 34"/>
                    <a:gd name="T16" fmla="*/ 16 w 26"/>
                    <a:gd name="T17" fmla="*/ 33 h 34"/>
                    <a:gd name="T18" fmla="*/ 14 w 26"/>
                    <a:gd name="T19" fmla="*/ 31 h 34"/>
                    <a:gd name="T20" fmla="*/ 12 w 26"/>
                    <a:gd name="T21" fmla="*/ 27 h 34"/>
                    <a:gd name="T22" fmla="*/ 14 w 26"/>
                    <a:gd name="T23" fmla="*/ 21 h 34"/>
                    <a:gd name="T24" fmla="*/ 12 w 26"/>
                    <a:gd name="T25" fmla="*/ 16 h 34"/>
                    <a:gd name="T26" fmla="*/ 10 w 26"/>
                    <a:gd name="T27" fmla="*/ 12 h 34"/>
                    <a:gd name="T28" fmla="*/ 6 w 26"/>
                    <a:gd name="T29" fmla="*/ 10 h 34"/>
                    <a:gd name="T30" fmla="*/ 2 w 26"/>
                    <a:gd name="T31" fmla="*/ 10 h 34"/>
                    <a:gd name="T32" fmla="*/ 0 w 26"/>
                    <a:gd name="T33" fmla="*/ 6 h 34"/>
                    <a:gd name="T34" fmla="*/ 2 w 26"/>
                    <a:gd name="T35" fmla="*/ 2 h 34"/>
                    <a:gd name="T36" fmla="*/ 4 w 26"/>
                    <a:gd name="T37" fmla="*/ 0 h 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6"/>
                    <a:gd name="T58" fmla="*/ 0 h 34"/>
                    <a:gd name="T59" fmla="*/ 26 w 26"/>
                    <a:gd name="T60" fmla="*/ 34 h 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6" h="34">
                      <a:moveTo>
                        <a:pt x="4" y="0"/>
                      </a:moveTo>
                      <a:lnTo>
                        <a:pt x="12" y="0"/>
                      </a:lnTo>
                      <a:lnTo>
                        <a:pt x="17" y="2"/>
                      </a:lnTo>
                      <a:lnTo>
                        <a:pt x="21" y="4"/>
                      </a:lnTo>
                      <a:lnTo>
                        <a:pt x="25" y="14"/>
                      </a:lnTo>
                      <a:lnTo>
                        <a:pt x="25" y="25"/>
                      </a:lnTo>
                      <a:lnTo>
                        <a:pt x="23" y="29"/>
                      </a:lnTo>
                      <a:lnTo>
                        <a:pt x="21" y="33"/>
                      </a:lnTo>
                      <a:lnTo>
                        <a:pt x="16" y="33"/>
                      </a:lnTo>
                      <a:lnTo>
                        <a:pt x="14" y="31"/>
                      </a:lnTo>
                      <a:lnTo>
                        <a:pt x="12" y="27"/>
                      </a:lnTo>
                      <a:lnTo>
                        <a:pt x="14" y="21"/>
                      </a:lnTo>
                      <a:lnTo>
                        <a:pt x="12" y="16"/>
                      </a:lnTo>
                      <a:lnTo>
                        <a:pt x="10" y="12"/>
                      </a:lnTo>
                      <a:lnTo>
                        <a:pt x="6" y="10"/>
                      </a:lnTo>
                      <a:lnTo>
                        <a:pt x="2" y="10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3" name="Freeform 539">
                  <a:extLst>
                    <a:ext uri="{FF2B5EF4-FFF2-40B4-BE49-F238E27FC236}">
                      <a16:creationId xmlns:a16="http://schemas.microsoft.com/office/drawing/2014/main" id="{23179869-E2C4-504B-8D2F-9BE126883AC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4" y="3525"/>
                  <a:ext cx="20" cy="34"/>
                </a:xfrm>
                <a:custGeom>
                  <a:avLst/>
                  <a:gdLst>
                    <a:gd name="T0" fmla="*/ 0 w 20"/>
                    <a:gd name="T1" fmla="*/ 33 h 34"/>
                    <a:gd name="T2" fmla="*/ 4 w 20"/>
                    <a:gd name="T3" fmla="*/ 29 h 34"/>
                    <a:gd name="T4" fmla="*/ 11 w 20"/>
                    <a:gd name="T5" fmla="*/ 16 h 34"/>
                    <a:gd name="T6" fmla="*/ 17 w 20"/>
                    <a:gd name="T7" fmla="*/ 6 h 34"/>
                    <a:gd name="T8" fmla="*/ 19 w 20"/>
                    <a:gd name="T9" fmla="*/ 0 h 34"/>
                    <a:gd name="T10" fmla="*/ 15 w 20"/>
                    <a:gd name="T11" fmla="*/ 4 h 34"/>
                    <a:gd name="T12" fmla="*/ 9 w 20"/>
                    <a:gd name="T13" fmla="*/ 16 h 34"/>
                    <a:gd name="T14" fmla="*/ 2 w 20"/>
                    <a:gd name="T15" fmla="*/ 27 h 34"/>
                    <a:gd name="T16" fmla="*/ 0 w 20"/>
                    <a:gd name="T17" fmla="*/ 33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4"/>
                    <a:gd name="T29" fmla="*/ 20 w 20"/>
                    <a:gd name="T30" fmla="*/ 34 h 3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4">
                      <a:moveTo>
                        <a:pt x="0" y="33"/>
                      </a:moveTo>
                      <a:lnTo>
                        <a:pt x="4" y="29"/>
                      </a:lnTo>
                      <a:lnTo>
                        <a:pt x="11" y="16"/>
                      </a:lnTo>
                      <a:lnTo>
                        <a:pt x="17" y="6"/>
                      </a:lnTo>
                      <a:lnTo>
                        <a:pt x="19" y="0"/>
                      </a:lnTo>
                      <a:lnTo>
                        <a:pt x="15" y="4"/>
                      </a:lnTo>
                      <a:lnTo>
                        <a:pt x="9" y="16"/>
                      </a:lnTo>
                      <a:lnTo>
                        <a:pt x="2" y="27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4" name="Line 540">
                  <a:extLst>
                    <a:ext uri="{FF2B5EF4-FFF2-40B4-BE49-F238E27FC236}">
                      <a16:creationId xmlns:a16="http://schemas.microsoft.com/office/drawing/2014/main" id="{1D90929F-0368-174E-B660-6477857A926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51" y="3577"/>
                  <a:ext cx="2" cy="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05" name="Freeform 541">
                  <a:extLst>
                    <a:ext uri="{FF2B5EF4-FFF2-40B4-BE49-F238E27FC236}">
                      <a16:creationId xmlns:a16="http://schemas.microsoft.com/office/drawing/2014/main" id="{9C9EE515-3BC8-FD49-B18D-4D6FA6BEC5F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30"/>
                  <a:ext cx="19" cy="34"/>
                </a:xfrm>
                <a:custGeom>
                  <a:avLst/>
                  <a:gdLst>
                    <a:gd name="T0" fmla="*/ 0 w 19"/>
                    <a:gd name="T1" fmla="*/ 0 h 34"/>
                    <a:gd name="T2" fmla="*/ 2 w 19"/>
                    <a:gd name="T3" fmla="*/ 7 h 34"/>
                    <a:gd name="T4" fmla="*/ 8 w 19"/>
                    <a:gd name="T5" fmla="*/ 17 h 34"/>
                    <a:gd name="T6" fmla="*/ 14 w 19"/>
                    <a:gd name="T7" fmla="*/ 28 h 34"/>
                    <a:gd name="T8" fmla="*/ 16 w 19"/>
                    <a:gd name="T9" fmla="*/ 33 h 34"/>
                    <a:gd name="T10" fmla="*/ 18 w 19"/>
                    <a:gd name="T11" fmla="*/ 33 h 34"/>
                    <a:gd name="T12" fmla="*/ 18 w 19"/>
                    <a:gd name="T13" fmla="*/ 28 h 34"/>
                    <a:gd name="T14" fmla="*/ 13 w 19"/>
                    <a:gd name="T15" fmla="*/ 15 h 34"/>
                    <a:gd name="T16" fmla="*/ 4 w 19"/>
                    <a:gd name="T17" fmla="*/ 5 h 34"/>
                    <a:gd name="T18" fmla="*/ 0 w 19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34"/>
                    <a:gd name="T32" fmla="*/ 19 w 19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34">
                      <a:moveTo>
                        <a:pt x="0" y="0"/>
                      </a:moveTo>
                      <a:lnTo>
                        <a:pt x="2" y="7"/>
                      </a:lnTo>
                      <a:lnTo>
                        <a:pt x="8" y="17"/>
                      </a:lnTo>
                      <a:lnTo>
                        <a:pt x="14" y="28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18" y="28"/>
                      </a:lnTo>
                      <a:lnTo>
                        <a:pt x="13" y="15"/>
                      </a:lnTo>
                      <a:lnTo>
                        <a:pt x="4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6" name="Freeform 542">
                  <a:extLst>
                    <a:ext uri="{FF2B5EF4-FFF2-40B4-BE49-F238E27FC236}">
                      <a16:creationId xmlns:a16="http://schemas.microsoft.com/office/drawing/2014/main" id="{B6856D80-552F-8244-8B55-BB25F0DB59C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19" y="3572"/>
                  <a:ext cx="17" cy="33"/>
                </a:xfrm>
                <a:custGeom>
                  <a:avLst/>
                  <a:gdLst>
                    <a:gd name="T0" fmla="*/ 0 w 17"/>
                    <a:gd name="T1" fmla="*/ 32 h 33"/>
                    <a:gd name="T2" fmla="*/ 2 w 17"/>
                    <a:gd name="T3" fmla="*/ 28 h 33"/>
                    <a:gd name="T4" fmla="*/ 6 w 17"/>
                    <a:gd name="T5" fmla="*/ 23 h 33"/>
                    <a:gd name="T6" fmla="*/ 11 w 17"/>
                    <a:gd name="T7" fmla="*/ 18 h 33"/>
                    <a:gd name="T8" fmla="*/ 16 w 17"/>
                    <a:gd name="T9" fmla="*/ 7 h 33"/>
                    <a:gd name="T10" fmla="*/ 16 w 17"/>
                    <a:gd name="T11" fmla="*/ 0 h 33"/>
                    <a:gd name="T12" fmla="*/ 14 w 17"/>
                    <a:gd name="T13" fmla="*/ 4 h 33"/>
                    <a:gd name="T14" fmla="*/ 6 w 17"/>
                    <a:gd name="T15" fmla="*/ 15 h 33"/>
                    <a:gd name="T16" fmla="*/ 0 w 17"/>
                    <a:gd name="T17" fmla="*/ 28 h 33"/>
                    <a:gd name="T18" fmla="*/ 0 w 17"/>
                    <a:gd name="T19" fmla="*/ 32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7"/>
                    <a:gd name="T31" fmla="*/ 0 h 33"/>
                    <a:gd name="T32" fmla="*/ 17 w 1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7" h="33">
                      <a:moveTo>
                        <a:pt x="0" y="32"/>
                      </a:moveTo>
                      <a:lnTo>
                        <a:pt x="2" y="28"/>
                      </a:lnTo>
                      <a:lnTo>
                        <a:pt x="6" y="23"/>
                      </a:lnTo>
                      <a:lnTo>
                        <a:pt x="11" y="18"/>
                      </a:lnTo>
                      <a:lnTo>
                        <a:pt x="16" y="7"/>
                      </a:lnTo>
                      <a:lnTo>
                        <a:pt x="16" y="0"/>
                      </a:lnTo>
                      <a:lnTo>
                        <a:pt x="14" y="4"/>
                      </a:lnTo>
                      <a:lnTo>
                        <a:pt x="6" y="15"/>
                      </a:lnTo>
                      <a:lnTo>
                        <a:pt x="0" y="28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7" name="Freeform 543">
                  <a:extLst>
                    <a:ext uri="{FF2B5EF4-FFF2-40B4-BE49-F238E27FC236}">
                      <a16:creationId xmlns:a16="http://schemas.microsoft.com/office/drawing/2014/main" id="{4A9EB0C5-C241-9841-B7EF-5BF2D31001A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5" y="3556"/>
                  <a:ext cx="15" cy="22"/>
                </a:xfrm>
                <a:custGeom>
                  <a:avLst/>
                  <a:gdLst>
                    <a:gd name="T0" fmla="*/ 0 w 15"/>
                    <a:gd name="T1" fmla="*/ 9 h 22"/>
                    <a:gd name="T2" fmla="*/ 2 w 15"/>
                    <a:gd name="T3" fmla="*/ 17 h 22"/>
                    <a:gd name="T4" fmla="*/ 6 w 15"/>
                    <a:gd name="T5" fmla="*/ 21 h 22"/>
                    <a:gd name="T6" fmla="*/ 12 w 15"/>
                    <a:gd name="T7" fmla="*/ 17 h 22"/>
                    <a:gd name="T8" fmla="*/ 14 w 15"/>
                    <a:gd name="T9" fmla="*/ 9 h 22"/>
                    <a:gd name="T10" fmla="*/ 12 w 15"/>
                    <a:gd name="T11" fmla="*/ 2 h 22"/>
                    <a:gd name="T12" fmla="*/ 6 w 15"/>
                    <a:gd name="T13" fmla="*/ 0 h 22"/>
                    <a:gd name="T14" fmla="*/ 2 w 15"/>
                    <a:gd name="T15" fmla="*/ 2 h 22"/>
                    <a:gd name="T16" fmla="*/ 0 w 15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6" y="21"/>
                      </a:lnTo>
                      <a:lnTo>
                        <a:pt x="12" y="17"/>
                      </a:lnTo>
                      <a:lnTo>
                        <a:pt x="14" y="9"/>
                      </a:lnTo>
                      <a:lnTo>
                        <a:pt x="12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08" name="Rectangle 544">
                  <a:extLst>
                    <a:ext uri="{FF2B5EF4-FFF2-40B4-BE49-F238E27FC236}">
                      <a16:creationId xmlns:a16="http://schemas.microsoft.com/office/drawing/2014/main" id="{C43ACF95-32B0-A142-BD70-5F245FD30B30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32" y="3560"/>
                  <a:ext cx="1" cy="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09" name="Freeform 545">
                  <a:extLst>
                    <a:ext uri="{FF2B5EF4-FFF2-40B4-BE49-F238E27FC236}">
                      <a16:creationId xmlns:a16="http://schemas.microsoft.com/office/drawing/2014/main" id="{4DF01330-6869-CE4F-B7D3-65F680B9FA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27" y="3556"/>
                  <a:ext cx="14" cy="22"/>
                </a:xfrm>
                <a:custGeom>
                  <a:avLst/>
                  <a:gdLst>
                    <a:gd name="T0" fmla="*/ 0 w 14"/>
                    <a:gd name="T1" fmla="*/ 9 h 22"/>
                    <a:gd name="T2" fmla="*/ 2 w 14"/>
                    <a:gd name="T3" fmla="*/ 17 h 22"/>
                    <a:gd name="T4" fmla="*/ 5 w 14"/>
                    <a:gd name="T5" fmla="*/ 21 h 22"/>
                    <a:gd name="T6" fmla="*/ 11 w 14"/>
                    <a:gd name="T7" fmla="*/ 17 h 22"/>
                    <a:gd name="T8" fmla="*/ 13 w 14"/>
                    <a:gd name="T9" fmla="*/ 9 h 22"/>
                    <a:gd name="T10" fmla="*/ 11 w 14"/>
                    <a:gd name="T11" fmla="*/ 2 h 22"/>
                    <a:gd name="T12" fmla="*/ 5 w 14"/>
                    <a:gd name="T13" fmla="*/ 0 h 22"/>
                    <a:gd name="T14" fmla="*/ 2 w 14"/>
                    <a:gd name="T15" fmla="*/ 2 h 22"/>
                    <a:gd name="T16" fmla="*/ 0 w 14"/>
                    <a:gd name="T17" fmla="*/ 9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22"/>
                    <a:gd name="T29" fmla="*/ 14 w 14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22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5" y="21"/>
                      </a:lnTo>
                      <a:lnTo>
                        <a:pt x="11" y="17"/>
                      </a:lnTo>
                      <a:lnTo>
                        <a:pt x="13" y="9"/>
                      </a:lnTo>
                      <a:lnTo>
                        <a:pt x="11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10" name="Line 546">
                  <a:extLst>
                    <a:ext uri="{FF2B5EF4-FFF2-40B4-BE49-F238E27FC236}">
                      <a16:creationId xmlns:a16="http://schemas.microsoft.com/office/drawing/2014/main" id="{570EDCA6-9C70-1B4F-9D09-36C7F06770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40" y="3562"/>
                  <a:ext cx="0" cy="11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11" name="Oval 547">
                  <a:extLst>
                    <a:ext uri="{FF2B5EF4-FFF2-40B4-BE49-F238E27FC236}">
                      <a16:creationId xmlns:a16="http://schemas.microsoft.com/office/drawing/2014/main" id="{711FA449-DDFE-F44A-9FC3-83782406964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57" y="3518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12" name="Oval 548">
                  <a:extLst>
                    <a:ext uri="{FF2B5EF4-FFF2-40B4-BE49-F238E27FC236}">
                      <a16:creationId xmlns:a16="http://schemas.microsoft.com/office/drawing/2014/main" id="{074AF858-30A5-9D4A-A34D-B2128405E72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14" y="3525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13" name="Oval 549">
                  <a:extLst>
                    <a:ext uri="{FF2B5EF4-FFF2-40B4-BE49-F238E27FC236}">
                      <a16:creationId xmlns:a16="http://schemas.microsoft.com/office/drawing/2014/main" id="{E70121A8-AF3E-1F4F-8F9A-021106FEBFD4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114" y="3597"/>
                  <a:ext cx="1" cy="9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14" name="Freeform 550">
                  <a:extLst>
                    <a:ext uri="{FF2B5EF4-FFF2-40B4-BE49-F238E27FC236}">
                      <a16:creationId xmlns:a16="http://schemas.microsoft.com/office/drawing/2014/main" id="{7C3FDC04-0159-BC41-924B-20A41CEEE9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45" y="3569"/>
                  <a:ext cx="20" cy="37"/>
                </a:xfrm>
                <a:custGeom>
                  <a:avLst/>
                  <a:gdLst>
                    <a:gd name="T0" fmla="*/ 0 w 20"/>
                    <a:gd name="T1" fmla="*/ 0 h 37"/>
                    <a:gd name="T2" fmla="*/ 0 w 20"/>
                    <a:gd name="T3" fmla="*/ 7 h 37"/>
                    <a:gd name="T4" fmla="*/ 7 w 20"/>
                    <a:gd name="T5" fmla="*/ 20 h 37"/>
                    <a:gd name="T6" fmla="*/ 15 w 20"/>
                    <a:gd name="T7" fmla="*/ 32 h 37"/>
                    <a:gd name="T8" fmla="*/ 19 w 20"/>
                    <a:gd name="T9" fmla="*/ 36 h 37"/>
                    <a:gd name="T10" fmla="*/ 19 w 20"/>
                    <a:gd name="T11" fmla="*/ 29 h 37"/>
                    <a:gd name="T12" fmla="*/ 12 w 20"/>
                    <a:gd name="T13" fmla="*/ 17 h 37"/>
                    <a:gd name="T14" fmla="*/ 4 w 20"/>
                    <a:gd name="T15" fmla="*/ 4 h 37"/>
                    <a:gd name="T16" fmla="*/ 0 w 20"/>
                    <a:gd name="T17" fmla="*/ 0 h 3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7"/>
                    <a:gd name="T29" fmla="*/ 20 w 20"/>
                    <a:gd name="T30" fmla="*/ 37 h 3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7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7" y="20"/>
                      </a:lnTo>
                      <a:lnTo>
                        <a:pt x="15" y="32"/>
                      </a:lnTo>
                      <a:lnTo>
                        <a:pt x="19" y="36"/>
                      </a:lnTo>
                      <a:lnTo>
                        <a:pt x="19" y="29"/>
                      </a:lnTo>
                      <a:lnTo>
                        <a:pt x="12" y="17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15" name="Oval 551">
                  <a:extLst>
                    <a:ext uri="{FF2B5EF4-FFF2-40B4-BE49-F238E27FC236}">
                      <a16:creationId xmlns:a16="http://schemas.microsoft.com/office/drawing/2014/main" id="{16B80A0C-65BD-1840-B6D5-1C39D343314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59" y="3602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16" name="Freeform 552">
                  <a:extLst>
                    <a:ext uri="{FF2B5EF4-FFF2-40B4-BE49-F238E27FC236}">
                      <a16:creationId xmlns:a16="http://schemas.microsoft.com/office/drawing/2014/main" id="{7E8DD856-5FB9-844F-82C9-9DC61A7F20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3536"/>
                  <a:ext cx="20" cy="31"/>
                </a:xfrm>
                <a:custGeom>
                  <a:avLst/>
                  <a:gdLst>
                    <a:gd name="T0" fmla="*/ 19 w 20"/>
                    <a:gd name="T1" fmla="*/ 15 h 31"/>
                    <a:gd name="T2" fmla="*/ 17 w 20"/>
                    <a:gd name="T3" fmla="*/ 27 h 31"/>
                    <a:gd name="T4" fmla="*/ 11 w 20"/>
                    <a:gd name="T5" fmla="*/ 30 h 31"/>
                    <a:gd name="T6" fmla="*/ 2 w 20"/>
                    <a:gd name="T7" fmla="*/ 27 h 31"/>
                    <a:gd name="T8" fmla="*/ 0 w 20"/>
                    <a:gd name="T9" fmla="*/ 15 h 31"/>
                    <a:gd name="T10" fmla="*/ 2 w 20"/>
                    <a:gd name="T11" fmla="*/ 3 h 31"/>
                    <a:gd name="T12" fmla="*/ 11 w 20"/>
                    <a:gd name="T13" fmla="*/ 0 h 31"/>
                    <a:gd name="T14" fmla="*/ 17 w 20"/>
                    <a:gd name="T15" fmla="*/ 3 h 31"/>
                    <a:gd name="T16" fmla="*/ 19 w 20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31"/>
                    <a:gd name="T29" fmla="*/ 20 w 20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31">
                      <a:moveTo>
                        <a:pt x="19" y="15"/>
                      </a:moveTo>
                      <a:lnTo>
                        <a:pt x="17" y="27"/>
                      </a:lnTo>
                      <a:lnTo>
                        <a:pt x="11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11" y="0"/>
                      </a:lnTo>
                      <a:lnTo>
                        <a:pt x="17" y="3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17" name="Rectangle 553">
                  <a:extLst>
                    <a:ext uri="{FF2B5EF4-FFF2-40B4-BE49-F238E27FC236}">
                      <a16:creationId xmlns:a16="http://schemas.microsoft.com/office/drawing/2014/main" id="{88551DA0-D781-A040-A4EA-F46B6C25552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194" y="3540"/>
                  <a:ext cx="1" cy="1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18" name="Freeform 554">
                  <a:extLst>
                    <a:ext uri="{FF2B5EF4-FFF2-40B4-BE49-F238E27FC236}">
                      <a16:creationId xmlns:a16="http://schemas.microsoft.com/office/drawing/2014/main" id="{C6D9CC22-D138-144E-BDDE-66E8CAF4445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4" y="3536"/>
                  <a:ext cx="17" cy="31"/>
                </a:xfrm>
                <a:custGeom>
                  <a:avLst/>
                  <a:gdLst>
                    <a:gd name="T0" fmla="*/ 16 w 17"/>
                    <a:gd name="T1" fmla="*/ 15 h 31"/>
                    <a:gd name="T2" fmla="*/ 14 w 17"/>
                    <a:gd name="T3" fmla="*/ 27 h 31"/>
                    <a:gd name="T4" fmla="*/ 8 w 17"/>
                    <a:gd name="T5" fmla="*/ 30 h 31"/>
                    <a:gd name="T6" fmla="*/ 2 w 17"/>
                    <a:gd name="T7" fmla="*/ 27 h 31"/>
                    <a:gd name="T8" fmla="*/ 0 w 17"/>
                    <a:gd name="T9" fmla="*/ 15 h 31"/>
                    <a:gd name="T10" fmla="*/ 2 w 17"/>
                    <a:gd name="T11" fmla="*/ 3 h 31"/>
                    <a:gd name="T12" fmla="*/ 8 w 17"/>
                    <a:gd name="T13" fmla="*/ 0 h 31"/>
                    <a:gd name="T14" fmla="*/ 14 w 17"/>
                    <a:gd name="T15" fmla="*/ 3 h 31"/>
                    <a:gd name="T16" fmla="*/ 16 w 17"/>
                    <a:gd name="T17" fmla="*/ 15 h 3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31"/>
                    <a:gd name="T29" fmla="*/ 17 w 17"/>
                    <a:gd name="T30" fmla="*/ 31 h 3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31">
                      <a:moveTo>
                        <a:pt x="16" y="15"/>
                      </a:moveTo>
                      <a:lnTo>
                        <a:pt x="14" y="27"/>
                      </a:lnTo>
                      <a:lnTo>
                        <a:pt x="8" y="30"/>
                      </a:lnTo>
                      <a:lnTo>
                        <a:pt x="2" y="27"/>
                      </a:lnTo>
                      <a:lnTo>
                        <a:pt x="0" y="15"/>
                      </a:lnTo>
                      <a:lnTo>
                        <a:pt x="2" y="3"/>
                      </a:lnTo>
                      <a:lnTo>
                        <a:pt x="8" y="0"/>
                      </a:lnTo>
                      <a:lnTo>
                        <a:pt x="14" y="3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19" name="Line 555">
                  <a:extLst>
                    <a:ext uri="{FF2B5EF4-FFF2-40B4-BE49-F238E27FC236}">
                      <a16:creationId xmlns:a16="http://schemas.microsoft.com/office/drawing/2014/main" id="{4B5B8355-32EB-534E-8973-7D56B9BDA3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94" y="3546"/>
                  <a:ext cx="0" cy="16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820" name="Rectangle 556">
                  <a:extLst>
                    <a:ext uri="{FF2B5EF4-FFF2-40B4-BE49-F238E27FC236}">
                      <a16:creationId xmlns:a16="http://schemas.microsoft.com/office/drawing/2014/main" id="{C1C22D47-01E9-EE4C-BC05-D247EF4E31B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2203" y="3529"/>
                  <a:ext cx="6" cy="15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5821" name="Freeform 557">
                  <a:extLst>
                    <a:ext uri="{FF2B5EF4-FFF2-40B4-BE49-F238E27FC236}">
                      <a16:creationId xmlns:a16="http://schemas.microsoft.com/office/drawing/2014/main" id="{3BEFC39D-B8E2-5542-87E5-86D9AF1AF57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4" y="3745"/>
                  <a:ext cx="21" cy="26"/>
                </a:xfrm>
                <a:custGeom>
                  <a:avLst/>
                  <a:gdLst>
                    <a:gd name="T0" fmla="*/ 0 w 21"/>
                    <a:gd name="T1" fmla="*/ 10 h 26"/>
                    <a:gd name="T2" fmla="*/ 0 w 21"/>
                    <a:gd name="T3" fmla="*/ 20 h 26"/>
                    <a:gd name="T4" fmla="*/ 6 w 21"/>
                    <a:gd name="T5" fmla="*/ 25 h 26"/>
                    <a:gd name="T6" fmla="*/ 14 w 21"/>
                    <a:gd name="T7" fmla="*/ 25 h 26"/>
                    <a:gd name="T8" fmla="*/ 20 w 21"/>
                    <a:gd name="T9" fmla="*/ 18 h 26"/>
                    <a:gd name="T10" fmla="*/ 20 w 21"/>
                    <a:gd name="T11" fmla="*/ 6 h 26"/>
                    <a:gd name="T12" fmla="*/ 14 w 21"/>
                    <a:gd name="T13" fmla="*/ 0 h 26"/>
                    <a:gd name="T14" fmla="*/ 6 w 21"/>
                    <a:gd name="T15" fmla="*/ 2 h 26"/>
                    <a:gd name="T16" fmla="*/ 0 w 21"/>
                    <a:gd name="T17" fmla="*/ 1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6"/>
                    <a:gd name="T29" fmla="*/ 21 w 21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6">
                      <a:moveTo>
                        <a:pt x="0" y="10"/>
                      </a:moveTo>
                      <a:lnTo>
                        <a:pt x="0" y="20"/>
                      </a:lnTo>
                      <a:lnTo>
                        <a:pt x="6" y="25"/>
                      </a:lnTo>
                      <a:lnTo>
                        <a:pt x="14" y="25"/>
                      </a:lnTo>
                      <a:lnTo>
                        <a:pt x="20" y="18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2" name="Freeform 558">
                  <a:extLst>
                    <a:ext uri="{FF2B5EF4-FFF2-40B4-BE49-F238E27FC236}">
                      <a16:creationId xmlns:a16="http://schemas.microsoft.com/office/drawing/2014/main" id="{8796A28B-432F-374D-A664-37B75B7911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50" y="3741"/>
                  <a:ext cx="21" cy="25"/>
                </a:xfrm>
                <a:custGeom>
                  <a:avLst/>
                  <a:gdLst>
                    <a:gd name="T0" fmla="*/ 0 w 21"/>
                    <a:gd name="T1" fmla="*/ 8 h 25"/>
                    <a:gd name="T2" fmla="*/ 0 w 21"/>
                    <a:gd name="T3" fmla="*/ 19 h 25"/>
                    <a:gd name="T4" fmla="*/ 6 w 21"/>
                    <a:gd name="T5" fmla="*/ 24 h 25"/>
                    <a:gd name="T6" fmla="*/ 14 w 21"/>
                    <a:gd name="T7" fmla="*/ 24 h 25"/>
                    <a:gd name="T8" fmla="*/ 20 w 21"/>
                    <a:gd name="T9" fmla="*/ 17 h 25"/>
                    <a:gd name="T10" fmla="*/ 20 w 21"/>
                    <a:gd name="T11" fmla="*/ 6 h 25"/>
                    <a:gd name="T12" fmla="*/ 14 w 21"/>
                    <a:gd name="T13" fmla="*/ 0 h 25"/>
                    <a:gd name="T14" fmla="*/ 6 w 21"/>
                    <a:gd name="T15" fmla="*/ 2 h 25"/>
                    <a:gd name="T16" fmla="*/ 0 w 21"/>
                    <a:gd name="T17" fmla="*/ 8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25"/>
                    <a:gd name="T29" fmla="*/ 21 w 21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25">
                      <a:moveTo>
                        <a:pt x="0" y="8"/>
                      </a:moveTo>
                      <a:lnTo>
                        <a:pt x="0" y="19"/>
                      </a:lnTo>
                      <a:lnTo>
                        <a:pt x="6" y="24"/>
                      </a:lnTo>
                      <a:lnTo>
                        <a:pt x="14" y="24"/>
                      </a:lnTo>
                      <a:lnTo>
                        <a:pt x="20" y="17"/>
                      </a:lnTo>
                      <a:lnTo>
                        <a:pt x="20" y="6"/>
                      </a:lnTo>
                      <a:lnTo>
                        <a:pt x="14" y="0"/>
                      </a:lnTo>
                      <a:lnTo>
                        <a:pt x="6" y="2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3" name="Freeform 559">
                  <a:extLst>
                    <a:ext uri="{FF2B5EF4-FFF2-40B4-BE49-F238E27FC236}">
                      <a16:creationId xmlns:a16="http://schemas.microsoft.com/office/drawing/2014/main" id="{426EF830-C1A8-7444-82A6-FCF6EDE911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59" y="3342"/>
                  <a:ext cx="166" cy="548"/>
                </a:xfrm>
                <a:custGeom>
                  <a:avLst/>
                  <a:gdLst>
                    <a:gd name="T0" fmla="*/ 165 w 166"/>
                    <a:gd name="T1" fmla="*/ 13 h 548"/>
                    <a:gd name="T2" fmla="*/ 0 w 166"/>
                    <a:gd name="T3" fmla="*/ 0 h 548"/>
                    <a:gd name="T4" fmla="*/ 0 w 166"/>
                    <a:gd name="T5" fmla="*/ 473 h 548"/>
                    <a:gd name="T6" fmla="*/ 78 w 166"/>
                    <a:gd name="T7" fmla="*/ 547 h 54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6"/>
                    <a:gd name="T13" fmla="*/ 0 h 548"/>
                    <a:gd name="T14" fmla="*/ 166 w 166"/>
                    <a:gd name="T15" fmla="*/ 548 h 54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6" h="548">
                      <a:moveTo>
                        <a:pt x="165" y="13"/>
                      </a:moveTo>
                      <a:lnTo>
                        <a:pt x="0" y="0"/>
                      </a:lnTo>
                      <a:lnTo>
                        <a:pt x="0" y="473"/>
                      </a:lnTo>
                      <a:lnTo>
                        <a:pt x="78" y="547"/>
                      </a:lnTo>
                    </a:path>
                  </a:pathLst>
                </a:custGeom>
                <a:noFill/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4" name="Freeform 560">
                  <a:extLst>
                    <a:ext uri="{FF2B5EF4-FFF2-40B4-BE49-F238E27FC236}">
                      <a16:creationId xmlns:a16="http://schemas.microsoft.com/office/drawing/2014/main" id="{BD8A04AD-E322-A148-88F6-A3072E30CE9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18" y="3624"/>
                  <a:ext cx="50" cy="189"/>
                </a:xfrm>
                <a:custGeom>
                  <a:avLst/>
                  <a:gdLst>
                    <a:gd name="T0" fmla="*/ 40 w 50"/>
                    <a:gd name="T1" fmla="*/ 186 h 189"/>
                    <a:gd name="T2" fmla="*/ 46 w 50"/>
                    <a:gd name="T3" fmla="*/ 175 h 189"/>
                    <a:gd name="T4" fmla="*/ 42 w 50"/>
                    <a:gd name="T5" fmla="*/ 167 h 189"/>
                    <a:gd name="T6" fmla="*/ 28 w 50"/>
                    <a:gd name="T7" fmla="*/ 158 h 189"/>
                    <a:gd name="T8" fmla="*/ 18 w 50"/>
                    <a:gd name="T9" fmla="*/ 151 h 189"/>
                    <a:gd name="T10" fmla="*/ 12 w 50"/>
                    <a:gd name="T11" fmla="*/ 143 h 189"/>
                    <a:gd name="T12" fmla="*/ 10 w 50"/>
                    <a:gd name="T13" fmla="*/ 70 h 189"/>
                    <a:gd name="T14" fmla="*/ 12 w 50"/>
                    <a:gd name="T15" fmla="*/ 55 h 189"/>
                    <a:gd name="T16" fmla="*/ 14 w 50"/>
                    <a:gd name="T17" fmla="*/ 42 h 189"/>
                    <a:gd name="T18" fmla="*/ 28 w 50"/>
                    <a:gd name="T19" fmla="*/ 24 h 189"/>
                    <a:gd name="T20" fmla="*/ 38 w 50"/>
                    <a:gd name="T21" fmla="*/ 18 h 189"/>
                    <a:gd name="T22" fmla="*/ 47 w 50"/>
                    <a:gd name="T23" fmla="*/ 11 h 189"/>
                    <a:gd name="T24" fmla="*/ 49 w 50"/>
                    <a:gd name="T25" fmla="*/ 6 h 189"/>
                    <a:gd name="T26" fmla="*/ 42 w 50"/>
                    <a:gd name="T27" fmla="*/ 0 h 189"/>
                    <a:gd name="T28" fmla="*/ 28 w 50"/>
                    <a:gd name="T29" fmla="*/ 0 h 189"/>
                    <a:gd name="T30" fmla="*/ 22 w 50"/>
                    <a:gd name="T31" fmla="*/ 4 h 189"/>
                    <a:gd name="T32" fmla="*/ 22 w 50"/>
                    <a:gd name="T33" fmla="*/ 11 h 189"/>
                    <a:gd name="T34" fmla="*/ 26 w 50"/>
                    <a:gd name="T35" fmla="*/ 13 h 189"/>
                    <a:gd name="T36" fmla="*/ 32 w 50"/>
                    <a:gd name="T37" fmla="*/ 11 h 189"/>
                    <a:gd name="T38" fmla="*/ 26 w 50"/>
                    <a:gd name="T39" fmla="*/ 16 h 189"/>
                    <a:gd name="T40" fmla="*/ 18 w 50"/>
                    <a:gd name="T41" fmla="*/ 20 h 189"/>
                    <a:gd name="T42" fmla="*/ 6 w 50"/>
                    <a:gd name="T43" fmla="*/ 28 h 189"/>
                    <a:gd name="T44" fmla="*/ 2 w 50"/>
                    <a:gd name="T45" fmla="*/ 35 h 189"/>
                    <a:gd name="T46" fmla="*/ 0 w 50"/>
                    <a:gd name="T47" fmla="*/ 40 h 189"/>
                    <a:gd name="T48" fmla="*/ 2 w 50"/>
                    <a:gd name="T49" fmla="*/ 48 h 189"/>
                    <a:gd name="T50" fmla="*/ 2 w 50"/>
                    <a:gd name="T51" fmla="*/ 145 h 189"/>
                    <a:gd name="T52" fmla="*/ 6 w 50"/>
                    <a:gd name="T53" fmla="*/ 155 h 189"/>
                    <a:gd name="T54" fmla="*/ 12 w 50"/>
                    <a:gd name="T55" fmla="*/ 162 h 189"/>
                    <a:gd name="T56" fmla="*/ 26 w 50"/>
                    <a:gd name="T57" fmla="*/ 171 h 189"/>
                    <a:gd name="T58" fmla="*/ 32 w 50"/>
                    <a:gd name="T59" fmla="*/ 175 h 189"/>
                    <a:gd name="T60" fmla="*/ 26 w 50"/>
                    <a:gd name="T61" fmla="*/ 175 h 189"/>
                    <a:gd name="T62" fmla="*/ 23 w 50"/>
                    <a:gd name="T63" fmla="*/ 182 h 189"/>
                    <a:gd name="T64" fmla="*/ 32 w 50"/>
                    <a:gd name="T65" fmla="*/ 188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0"/>
                    <a:gd name="T100" fmla="*/ 0 h 189"/>
                    <a:gd name="T101" fmla="*/ 50 w 50"/>
                    <a:gd name="T102" fmla="*/ 189 h 18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0" h="189">
                      <a:moveTo>
                        <a:pt x="34" y="188"/>
                      </a:moveTo>
                      <a:lnTo>
                        <a:pt x="40" y="186"/>
                      </a:lnTo>
                      <a:lnTo>
                        <a:pt x="44" y="182"/>
                      </a:lnTo>
                      <a:lnTo>
                        <a:pt x="46" y="175"/>
                      </a:lnTo>
                      <a:lnTo>
                        <a:pt x="44" y="169"/>
                      </a:lnTo>
                      <a:lnTo>
                        <a:pt x="42" y="167"/>
                      </a:lnTo>
                      <a:lnTo>
                        <a:pt x="38" y="165"/>
                      </a:lnTo>
                      <a:lnTo>
                        <a:pt x="28" y="158"/>
                      </a:lnTo>
                      <a:lnTo>
                        <a:pt x="23" y="155"/>
                      </a:lnTo>
                      <a:lnTo>
                        <a:pt x="18" y="151"/>
                      </a:lnTo>
                      <a:lnTo>
                        <a:pt x="14" y="147"/>
                      </a:lnTo>
                      <a:lnTo>
                        <a:pt x="12" y="143"/>
                      </a:lnTo>
                      <a:lnTo>
                        <a:pt x="12" y="131"/>
                      </a:lnTo>
                      <a:lnTo>
                        <a:pt x="10" y="70"/>
                      </a:lnTo>
                      <a:lnTo>
                        <a:pt x="10" y="59"/>
                      </a:lnTo>
                      <a:lnTo>
                        <a:pt x="12" y="55"/>
                      </a:lnTo>
                      <a:lnTo>
                        <a:pt x="12" y="46"/>
                      </a:lnTo>
                      <a:lnTo>
                        <a:pt x="14" y="42"/>
                      </a:lnTo>
                      <a:lnTo>
                        <a:pt x="20" y="33"/>
                      </a:lnTo>
                      <a:lnTo>
                        <a:pt x="28" y="24"/>
                      </a:lnTo>
                      <a:lnTo>
                        <a:pt x="34" y="22"/>
                      </a:lnTo>
                      <a:lnTo>
                        <a:pt x="38" y="18"/>
                      </a:lnTo>
                      <a:lnTo>
                        <a:pt x="46" y="15"/>
                      </a:lnTo>
                      <a:lnTo>
                        <a:pt x="47" y="11"/>
                      </a:lnTo>
                      <a:lnTo>
                        <a:pt x="49" y="8"/>
                      </a:lnTo>
                      <a:lnTo>
                        <a:pt x="49" y="6"/>
                      </a:lnTo>
                      <a:lnTo>
                        <a:pt x="47" y="2"/>
                      </a:lnTo>
                      <a:lnTo>
                        <a:pt x="42" y="0"/>
                      </a:ln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3" y="0"/>
                      </a:lnTo>
                      <a:lnTo>
                        <a:pt x="22" y="4"/>
                      </a:lnTo>
                      <a:lnTo>
                        <a:pt x="20" y="8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6" y="13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0" y="13"/>
                      </a:lnTo>
                      <a:lnTo>
                        <a:pt x="26" y="16"/>
                      </a:lnTo>
                      <a:lnTo>
                        <a:pt x="22" y="18"/>
                      </a:lnTo>
                      <a:lnTo>
                        <a:pt x="18" y="20"/>
                      </a:lnTo>
                      <a:lnTo>
                        <a:pt x="14" y="22"/>
                      </a:lnTo>
                      <a:lnTo>
                        <a:pt x="6" y="28"/>
                      </a:lnTo>
                      <a:lnTo>
                        <a:pt x="4" y="33"/>
                      </a:lnTo>
                      <a:lnTo>
                        <a:pt x="2" y="35"/>
                      </a:lnTo>
                      <a:lnTo>
                        <a:pt x="2" y="39"/>
                      </a:lnTo>
                      <a:lnTo>
                        <a:pt x="0" y="40"/>
                      </a:lnTo>
                      <a:lnTo>
                        <a:pt x="2" y="42"/>
                      </a:lnTo>
                      <a:lnTo>
                        <a:pt x="2" y="48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4" y="151"/>
                      </a:lnTo>
                      <a:lnTo>
                        <a:pt x="6" y="155"/>
                      </a:lnTo>
                      <a:lnTo>
                        <a:pt x="8" y="160"/>
                      </a:lnTo>
                      <a:lnTo>
                        <a:pt x="12" y="162"/>
                      </a:lnTo>
                      <a:lnTo>
                        <a:pt x="18" y="167"/>
                      </a:lnTo>
                      <a:lnTo>
                        <a:pt x="26" y="171"/>
                      </a:lnTo>
                      <a:lnTo>
                        <a:pt x="30" y="173"/>
                      </a:lnTo>
                      <a:lnTo>
                        <a:pt x="32" y="175"/>
                      </a:lnTo>
                      <a:lnTo>
                        <a:pt x="30" y="175"/>
                      </a:lnTo>
                      <a:lnTo>
                        <a:pt x="26" y="175"/>
                      </a:lnTo>
                      <a:lnTo>
                        <a:pt x="23" y="177"/>
                      </a:lnTo>
                      <a:lnTo>
                        <a:pt x="23" y="182"/>
                      </a:lnTo>
                      <a:lnTo>
                        <a:pt x="28" y="186"/>
                      </a:lnTo>
                      <a:lnTo>
                        <a:pt x="32" y="188"/>
                      </a:lnTo>
                      <a:lnTo>
                        <a:pt x="34" y="18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5" name="Freeform 561">
                  <a:extLst>
                    <a:ext uri="{FF2B5EF4-FFF2-40B4-BE49-F238E27FC236}">
                      <a16:creationId xmlns:a16="http://schemas.microsoft.com/office/drawing/2014/main" id="{0EC254AA-5698-E44B-922F-396629CA12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70" y="3665"/>
                  <a:ext cx="334" cy="221"/>
                </a:xfrm>
                <a:custGeom>
                  <a:avLst/>
                  <a:gdLst>
                    <a:gd name="T0" fmla="*/ 1 w 334"/>
                    <a:gd name="T1" fmla="*/ 185 h 221"/>
                    <a:gd name="T2" fmla="*/ 19 w 334"/>
                    <a:gd name="T3" fmla="*/ 194 h 221"/>
                    <a:gd name="T4" fmla="*/ 48 w 334"/>
                    <a:gd name="T5" fmla="*/ 200 h 221"/>
                    <a:gd name="T6" fmla="*/ 82 w 334"/>
                    <a:gd name="T7" fmla="*/ 203 h 221"/>
                    <a:gd name="T8" fmla="*/ 149 w 334"/>
                    <a:gd name="T9" fmla="*/ 210 h 221"/>
                    <a:gd name="T10" fmla="*/ 185 w 334"/>
                    <a:gd name="T11" fmla="*/ 214 h 221"/>
                    <a:gd name="T12" fmla="*/ 225 w 334"/>
                    <a:gd name="T13" fmla="*/ 220 h 221"/>
                    <a:gd name="T14" fmla="*/ 258 w 334"/>
                    <a:gd name="T15" fmla="*/ 220 h 221"/>
                    <a:gd name="T16" fmla="*/ 267 w 334"/>
                    <a:gd name="T17" fmla="*/ 216 h 221"/>
                    <a:gd name="T18" fmla="*/ 275 w 334"/>
                    <a:gd name="T19" fmla="*/ 210 h 221"/>
                    <a:gd name="T20" fmla="*/ 283 w 334"/>
                    <a:gd name="T21" fmla="*/ 194 h 221"/>
                    <a:gd name="T22" fmla="*/ 292 w 334"/>
                    <a:gd name="T23" fmla="*/ 157 h 221"/>
                    <a:gd name="T24" fmla="*/ 302 w 334"/>
                    <a:gd name="T25" fmla="*/ 119 h 221"/>
                    <a:gd name="T26" fmla="*/ 306 w 334"/>
                    <a:gd name="T27" fmla="*/ 107 h 221"/>
                    <a:gd name="T28" fmla="*/ 317 w 334"/>
                    <a:gd name="T29" fmla="*/ 63 h 221"/>
                    <a:gd name="T30" fmla="*/ 327 w 334"/>
                    <a:gd name="T31" fmla="*/ 25 h 221"/>
                    <a:gd name="T32" fmla="*/ 331 w 334"/>
                    <a:gd name="T33" fmla="*/ 10 h 221"/>
                    <a:gd name="T34" fmla="*/ 333 w 334"/>
                    <a:gd name="T35" fmla="*/ 4 h 221"/>
                    <a:gd name="T36" fmla="*/ 325 w 334"/>
                    <a:gd name="T37" fmla="*/ 0 h 221"/>
                    <a:gd name="T38" fmla="*/ 317 w 334"/>
                    <a:gd name="T39" fmla="*/ 4 h 221"/>
                    <a:gd name="T40" fmla="*/ 313 w 334"/>
                    <a:gd name="T41" fmla="*/ 21 h 221"/>
                    <a:gd name="T42" fmla="*/ 308 w 334"/>
                    <a:gd name="T43" fmla="*/ 39 h 221"/>
                    <a:gd name="T44" fmla="*/ 302 w 334"/>
                    <a:gd name="T45" fmla="*/ 61 h 221"/>
                    <a:gd name="T46" fmla="*/ 294 w 334"/>
                    <a:gd name="T47" fmla="*/ 95 h 221"/>
                    <a:gd name="T48" fmla="*/ 285 w 334"/>
                    <a:gd name="T49" fmla="*/ 131 h 221"/>
                    <a:gd name="T50" fmla="*/ 275 w 334"/>
                    <a:gd name="T51" fmla="*/ 166 h 221"/>
                    <a:gd name="T52" fmla="*/ 269 w 334"/>
                    <a:gd name="T53" fmla="*/ 179 h 221"/>
                    <a:gd name="T54" fmla="*/ 267 w 334"/>
                    <a:gd name="T55" fmla="*/ 190 h 221"/>
                    <a:gd name="T56" fmla="*/ 264 w 334"/>
                    <a:gd name="T57" fmla="*/ 198 h 221"/>
                    <a:gd name="T58" fmla="*/ 260 w 334"/>
                    <a:gd name="T59" fmla="*/ 200 h 221"/>
                    <a:gd name="T60" fmla="*/ 250 w 334"/>
                    <a:gd name="T61" fmla="*/ 201 h 221"/>
                    <a:gd name="T62" fmla="*/ 242 w 334"/>
                    <a:gd name="T63" fmla="*/ 203 h 221"/>
                    <a:gd name="T64" fmla="*/ 206 w 334"/>
                    <a:gd name="T65" fmla="*/ 201 h 221"/>
                    <a:gd name="T66" fmla="*/ 159 w 334"/>
                    <a:gd name="T67" fmla="*/ 198 h 221"/>
                    <a:gd name="T68" fmla="*/ 121 w 334"/>
                    <a:gd name="T69" fmla="*/ 196 h 221"/>
                    <a:gd name="T70" fmla="*/ 73 w 334"/>
                    <a:gd name="T71" fmla="*/ 190 h 221"/>
                    <a:gd name="T72" fmla="*/ 0 w 334"/>
                    <a:gd name="T73" fmla="*/ 179 h 22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34"/>
                    <a:gd name="T112" fmla="*/ 0 h 221"/>
                    <a:gd name="T113" fmla="*/ 334 w 334"/>
                    <a:gd name="T114" fmla="*/ 221 h 22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34" h="221">
                      <a:moveTo>
                        <a:pt x="0" y="179"/>
                      </a:moveTo>
                      <a:lnTo>
                        <a:pt x="1" y="185"/>
                      </a:lnTo>
                      <a:lnTo>
                        <a:pt x="7" y="190"/>
                      </a:lnTo>
                      <a:lnTo>
                        <a:pt x="19" y="194"/>
                      </a:lnTo>
                      <a:lnTo>
                        <a:pt x="34" y="196"/>
                      </a:lnTo>
                      <a:lnTo>
                        <a:pt x="48" y="200"/>
                      </a:lnTo>
                      <a:lnTo>
                        <a:pt x="63" y="201"/>
                      </a:lnTo>
                      <a:lnTo>
                        <a:pt x="82" y="203"/>
                      </a:lnTo>
                      <a:lnTo>
                        <a:pt x="105" y="205"/>
                      </a:lnTo>
                      <a:lnTo>
                        <a:pt x="149" y="210"/>
                      </a:lnTo>
                      <a:lnTo>
                        <a:pt x="168" y="212"/>
                      </a:lnTo>
                      <a:lnTo>
                        <a:pt x="185" y="214"/>
                      </a:lnTo>
                      <a:lnTo>
                        <a:pt x="206" y="218"/>
                      </a:lnTo>
                      <a:lnTo>
                        <a:pt x="225" y="220"/>
                      </a:lnTo>
                      <a:lnTo>
                        <a:pt x="248" y="220"/>
                      </a:lnTo>
                      <a:lnTo>
                        <a:pt x="258" y="220"/>
                      </a:lnTo>
                      <a:lnTo>
                        <a:pt x="264" y="218"/>
                      </a:lnTo>
                      <a:lnTo>
                        <a:pt x="267" y="216"/>
                      </a:lnTo>
                      <a:lnTo>
                        <a:pt x="271" y="214"/>
                      </a:lnTo>
                      <a:lnTo>
                        <a:pt x="275" y="210"/>
                      </a:lnTo>
                      <a:lnTo>
                        <a:pt x="279" y="203"/>
                      </a:lnTo>
                      <a:lnTo>
                        <a:pt x="283" y="194"/>
                      </a:lnTo>
                      <a:lnTo>
                        <a:pt x="287" y="177"/>
                      </a:lnTo>
                      <a:lnTo>
                        <a:pt x="292" y="157"/>
                      </a:lnTo>
                      <a:lnTo>
                        <a:pt x="298" y="137"/>
                      </a:lnTo>
                      <a:lnTo>
                        <a:pt x="302" y="119"/>
                      </a:lnTo>
                      <a:lnTo>
                        <a:pt x="304" y="113"/>
                      </a:lnTo>
                      <a:lnTo>
                        <a:pt x="306" y="107"/>
                      </a:lnTo>
                      <a:lnTo>
                        <a:pt x="312" y="87"/>
                      </a:lnTo>
                      <a:lnTo>
                        <a:pt x="317" y="63"/>
                      </a:lnTo>
                      <a:lnTo>
                        <a:pt x="323" y="37"/>
                      </a:lnTo>
                      <a:lnTo>
                        <a:pt x="327" y="25"/>
                      </a:lnTo>
                      <a:lnTo>
                        <a:pt x="329" y="17"/>
                      </a:lnTo>
                      <a:lnTo>
                        <a:pt x="331" y="10"/>
                      </a:lnTo>
                      <a:lnTo>
                        <a:pt x="333" y="8"/>
                      </a:lnTo>
                      <a:lnTo>
                        <a:pt x="333" y="4"/>
                      </a:lnTo>
                      <a:lnTo>
                        <a:pt x="329" y="0"/>
                      </a:lnTo>
                      <a:lnTo>
                        <a:pt x="325" y="0"/>
                      </a:lnTo>
                      <a:lnTo>
                        <a:pt x="321" y="0"/>
                      </a:lnTo>
                      <a:lnTo>
                        <a:pt x="317" y="4"/>
                      </a:lnTo>
                      <a:lnTo>
                        <a:pt x="317" y="8"/>
                      </a:lnTo>
                      <a:lnTo>
                        <a:pt x="313" y="21"/>
                      </a:lnTo>
                      <a:lnTo>
                        <a:pt x="310" y="32"/>
                      </a:lnTo>
                      <a:lnTo>
                        <a:pt x="308" y="39"/>
                      </a:lnTo>
                      <a:lnTo>
                        <a:pt x="306" y="45"/>
                      </a:lnTo>
                      <a:lnTo>
                        <a:pt x="302" y="61"/>
                      </a:lnTo>
                      <a:lnTo>
                        <a:pt x="296" y="81"/>
                      </a:lnTo>
                      <a:lnTo>
                        <a:pt x="294" y="95"/>
                      </a:lnTo>
                      <a:lnTo>
                        <a:pt x="290" y="109"/>
                      </a:lnTo>
                      <a:lnTo>
                        <a:pt x="285" y="131"/>
                      </a:lnTo>
                      <a:lnTo>
                        <a:pt x="277" y="153"/>
                      </a:lnTo>
                      <a:lnTo>
                        <a:pt x="275" y="166"/>
                      </a:lnTo>
                      <a:lnTo>
                        <a:pt x="271" y="174"/>
                      </a:lnTo>
                      <a:lnTo>
                        <a:pt x="269" y="179"/>
                      </a:lnTo>
                      <a:lnTo>
                        <a:pt x="267" y="185"/>
                      </a:lnTo>
                      <a:lnTo>
                        <a:pt x="267" y="190"/>
                      </a:lnTo>
                      <a:lnTo>
                        <a:pt x="265" y="194"/>
                      </a:lnTo>
                      <a:lnTo>
                        <a:pt x="264" y="198"/>
                      </a:lnTo>
                      <a:lnTo>
                        <a:pt x="262" y="200"/>
                      </a:lnTo>
                      <a:lnTo>
                        <a:pt x="260" y="200"/>
                      </a:lnTo>
                      <a:lnTo>
                        <a:pt x="256" y="201"/>
                      </a:lnTo>
                      <a:lnTo>
                        <a:pt x="250" y="201"/>
                      </a:lnTo>
                      <a:lnTo>
                        <a:pt x="248" y="203"/>
                      </a:lnTo>
                      <a:lnTo>
                        <a:pt x="242" y="203"/>
                      </a:lnTo>
                      <a:lnTo>
                        <a:pt x="221" y="203"/>
                      </a:lnTo>
                      <a:lnTo>
                        <a:pt x="206" y="201"/>
                      </a:lnTo>
                      <a:lnTo>
                        <a:pt x="179" y="200"/>
                      </a:lnTo>
                      <a:lnTo>
                        <a:pt x="159" y="198"/>
                      </a:lnTo>
                      <a:lnTo>
                        <a:pt x="140" y="198"/>
                      </a:lnTo>
                      <a:lnTo>
                        <a:pt x="121" y="196"/>
                      </a:lnTo>
                      <a:lnTo>
                        <a:pt x="97" y="192"/>
                      </a:lnTo>
                      <a:lnTo>
                        <a:pt x="73" y="190"/>
                      </a:lnTo>
                      <a:lnTo>
                        <a:pt x="46" y="185"/>
                      </a:lnTo>
                      <a:lnTo>
                        <a:pt x="0" y="17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6" name="Freeform 562">
                  <a:extLst>
                    <a:ext uri="{FF2B5EF4-FFF2-40B4-BE49-F238E27FC236}">
                      <a16:creationId xmlns:a16="http://schemas.microsoft.com/office/drawing/2014/main" id="{AD4BC285-84C8-674C-866C-4683CD2F86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332" y="3824"/>
                  <a:ext cx="182" cy="39"/>
                </a:xfrm>
                <a:custGeom>
                  <a:avLst/>
                  <a:gdLst>
                    <a:gd name="T0" fmla="*/ 8 w 182"/>
                    <a:gd name="T1" fmla="*/ 0 h 39"/>
                    <a:gd name="T2" fmla="*/ 0 w 182"/>
                    <a:gd name="T3" fmla="*/ 15 h 39"/>
                    <a:gd name="T4" fmla="*/ 179 w 182"/>
                    <a:gd name="T5" fmla="*/ 38 h 39"/>
                    <a:gd name="T6" fmla="*/ 181 w 182"/>
                    <a:gd name="T7" fmla="*/ 24 h 39"/>
                    <a:gd name="T8" fmla="*/ 8 w 182"/>
                    <a:gd name="T9" fmla="*/ 0 h 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9"/>
                    <a:gd name="T17" fmla="*/ 182 w 182"/>
                    <a:gd name="T18" fmla="*/ 39 h 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9">
                      <a:moveTo>
                        <a:pt x="8" y="0"/>
                      </a:moveTo>
                      <a:lnTo>
                        <a:pt x="0" y="15"/>
                      </a:lnTo>
                      <a:lnTo>
                        <a:pt x="179" y="38"/>
                      </a:lnTo>
                      <a:lnTo>
                        <a:pt x="181" y="24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7" name="Freeform 563">
                  <a:extLst>
                    <a:ext uri="{FF2B5EF4-FFF2-40B4-BE49-F238E27FC236}">
                      <a16:creationId xmlns:a16="http://schemas.microsoft.com/office/drawing/2014/main" id="{2482F295-025A-DB49-9547-7CCD01C547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70" y="3849"/>
                  <a:ext cx="739" cy="100"/>
                </a:xfrm>
                <a:custGeom>
                  <a:avLst/>
                  <a:gdLst>
                    <a:gd name="T0" fmla="*/ 13 w 739"/>
                    <a:gd name="T1" fmla="*/ 0 h 100"/>
                    <a:gd name="T2" fmla="*/ 0 w 739"/>
                    <a:gd name="T3" fmla="*/ 4 h 100"/>
                    <a:gd name="T4" fmla="*/ 426 w 739"/>
                    <a:gd name="T5" fmla="*/ 99 h 100"/>
                    <a:gd name="T6" fmla="*/ 738 w 739"/>
                    <a:gd name="T7" fmla="*/ 40 h 100"/>
                    <a:gd name="T8" fmla="*/ 738 w 739"/>
                    <a:gd name="T9" fmla="*/ 33 h 100"/>
                    <a:gd name="T10" fmla="*/ 428 w 739"/>
                    <a:gd name="T11" fmla="*/ 87 h 100"/>
                    <a:gd name="T12" fmla="*/ 13 w 739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39"/>
                    <a:gd name="T22" fmla="*/ 0 h 100"/>
                    <a:gd name="T23" fmla="*/ 739 w 739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39" h="100">
                      <a:moveTo>
                        <a:pt x="13" y="0"/>
                      </a:moveTo>
                      <a:lnTo>
                        <a:pt x="0" y="4"/>
                      </a:lnTo>
                      <a:lnTo>
                        <a:pt x="426" y="99"/>
                      </a:lnTo>
                      <a:lnTo>
                        <a:pt x="738" y="40"/>
                      </a:lnTo>
                      <a:lnTo>
                        <a:pt x="738" y="33"/>
                      </a:lnTo>
                      <a:lnTo>
                        <a:pt x="428" y="87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8" name="Freeform 564">
                  <a:extLst>
                    <a:ext uri="{FF2B5EF4-FFF2-40B4-BE49-F238E27FC236}">
                      <a16:creationId xmlns:a16="http://schemas.microsoft.com/office/drawing/2014/main" id="{D14A353B-7141-2F42-BE65-65D325295CF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32" y="3890"/>
                  <a:ext cx="41" cy="43"/>
                </a:xfrm>
                <a:custGeom>
                  <a:avLst/>
                  <a:gdLst>
                    <a:gd name="T0" fmla="*/ 0 w 41"/>
                    <a:gd name="T1" fmla="*/ 0 h 43"/>
                    <a:gd name="T2" fmla="*/ 18 w 41"/>
                    <a:gd name="T3" fmla="*/ 38 h 43"/>
                    <a:gd name="T4" fmla="*/ 40 w 41"/>
                    <a:gd name="T5" fmla="*/ 42 h 43"/>
                    <a:gd name="T6" fmla="*/ 23 w 41"/>
                    <a:gd name="T7" fmla="*/ 2 h 43"/>
                    <a:gd name="T8" fmla="*/ 0 w 41"/>
                    <a:gd name="T9" fmla="*/ 0 h 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43"/>
                    <a:gd name="T17" fmla="*/ 41 w 41"/>
                    <a:gd name="T18" fmla="*/ 43 h 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43">
                      <a:moveTo>
                        <a:pt x="0" y="0"/>
                      </a:moveTo>
                      <a:lnTo>
                        <a:pt x="18" y="38"/>
                      </a:lnTo>
                      <a:lnTo>
                        <a:pt x="40" y="4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29" name="Freeform 565">
                  <a:extLst>
                    <a:ext uri="{FF2B5EF4-FFF2-40B4-BE49-F238E27FC236}">
                      <a16:creationId xmlns:a16="http://schemas.microsoft.com/office/drawing/2014/main" id="{B4069B39-1BE2-FD4D-9459-DC0F4F4E3D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92" y="3901"/>
                  <a:ext cx="37" cy="37"/>
                </a:xfrm>
                <a:custGeom>
                  <a:avLst/>
                  <a:gdLst>
                    <a:gd name="T0" fmla="*/ 0 w 37"/>
                    <a:gd name="T1" fmla="*/ 0 h 37"/>
                    <a:gd name="T2" fmla="*/ 13 w 37"/>
                    <a:gd name="T3" fmla="*/ 36 h 37"/>
                    <a:gd name="T4" fmla="*/ 36 w 37"/>
                    <a:gd name="T5" fmla="*/ 32 h 37"/>
                    <a:gd name="T6" fmla="*/ 23 w 37"/>
                    <a:gd name="T7" fmla="*/ 2 h 37"/>
                    <a:gd name="T8" fmla="*/ 0 w 37"/>
                    <a:gd name="T9" fmla="*/ 0 h 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37"/>
                    <a:gd name="T17" fmla="*/ 37 w 37"/>
                    <a:gd name="T18" fmla="*/ 37 h 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37">
                      <a:moveTo>
                        <a:pt x="0" y="0"/>
                      </a:moveTo>
                      <a:lnTo>
                        <a:pt x="13" y="36"/>
                      </a:lnTo>
                      <a:lnTo>
                        <a:pt x="36" y="32"/>
                      </a:lnTo>
                      <a:lnTo>
                        <a:pt x="23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BFBFB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0" name="Freeform 566">
                  <a:extLst>
                    <a:ext uri="{FF2B5EF4-FFF2-40B4-BE49-F238E27FC236}">
                      <a16:creationId xmlns:a16="http://schemas.microsoft.com/office/drawing/2014/main" id="{67DDB14B-2C15-FB4C-8BBC-12381D2311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184" y="4061"/>
                  <a:ext cx="246" cy="107"/>
                </a:xfrm>
                <a:custGeom>
                  <a:avLst/>
                  <a:gdLst>
                    <a:gd name="T0" fmla="*/ 0 w 246"/>
                    <a:gd name="T1" fmla="*/ 0 h 107"/>
                    <a:gd name="T2" fmla="*/ 0 w 246"/>
                    <a:gd name="T3" fmla="*/ 26 h 107"/>
                    <a:gd name="T4" fmla="*/ 64 w 246"/>
                    <a:gd name="T5" fmla="*/ 33 h 107"/>
                    <a:gd name="T6" fmla="*/ 68 w 246"/>
                    <a:gd name="T7" fmla="*/ 79 h 107"/>
                    <a:gd name="T8" fmla="*/ 73 w 246"/>
                    <a:gd name="T9" fmla="*/ 79 h 107"/>
                    <a:gd name="T10" fmla="*/ 73 w 246"/>
                    <a:gd name="T11" fmla="*/ 97 h 107"/>
                    <a:gd name="T12" fmla="*/ 245 w 246"/>
                    <a:gd name="T13" fmla="*/ 106 h 107"/>
                    <a:gd name="T14" fmla="*/ 230 w 246"/>
                    <a:gd name="T15" fmla="*/ 67 h 107"/>
                    <a:gd name="T16" fmla="*/ 92 w 246"/>
                    <a:gd name="T17" fmla="*/ 54 h 107"/>
                    <a:gd name="T18" fmla="*/ 89 w 246"/>
                    <a:gd name="T19" fmla="*/ 9 h 107"/>
                    <a:gd name="T20" fmla="*/ 14 w 246"/>
                    <a:gd name="T21" fmla="*/ 2 h 107"/>
                    <a:gd name="T22" fmla="*/ 0 w 246"/>
                    <a:gd name="T23" fmla="*/ 0 h 10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46"/>
                    <a:gd name="T37" fmla="*/ 0 h 107"/>
                    <a:gd name="T38" fmla="*/ 246 w 246"/>
                    <a:gd name="T39" fmla="*/ 107 h 10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46" h="107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64" y="33"/>
                      </a:lnTo>
                      <a:lnTo>
                        <a:pt x="68" y="79"/>
                      </a:lnTo>
                      <a:lnTo>
                        <a:pt x="73" y="79"/>
                      </a:lnTo>
                      <a:lnTo>
                        <a:pt x="73" y="97"/>
                      </a:lnTo>
                      <a:lnTo>
                        <a:pt x="245" y="106"/>
                      </a:lnTo>
                      <a:lnTo>
                        <a:pt x="230" y="67"/>
                      </a:lnTo>
                      <a:lnTo>
                        <a:pt x="92" y="54"/>
                      </a:lnTo>
                      <a:lnTo>
                        <a:pt x="89" y="9"/>
                      </a:lnTo>
                      <a:lnTo>
                        <a:pt x="14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1" name="Freeform 567">
                  <a:extLst>
                    <a:ext uri="{FF2B5EF4-FFF2-40B4-BE49-F238E27FC236}">
                      <a16:creationId xmlns:a16="http://schemas.microsoft.com/office/drawing/2014/main" id="{00362150-2D0A-B641-B9E6-D050A4B48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234" y="4074"/>
                  <a:ext cx="11" cy="12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9 h 12"/>
                    <a:gd name="T4" fmla="*/ 10 w 11"/>
                    <a:gd name="T5" fmla="*/ 11 h 12"/>
                    <a:gd name="T6" fmla="*/ 10 w 11"/>
                    <a:gd name="T7" fmla="*/ 2 h 12"/>
                    <a:gd name="T8" fmla="*/ 0 w 1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10" y="11"/>
                      </a:lnTo>
                      <a:lnTo>
                        <a:pt x="10" y="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832" name="Freeform 568">
                  <a:extLst>
                    <a:ext uri="{FF2B5EF4-FFF2-40B4-BE49-F238E27FC236}">
                      <a16:creationId xmlns:a16="http://schemas.microsoft.com/office/drawing/2014/main" id="{0C09B58A-C42D-2043-9D28-02C9E552A51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88" y="4030"/>
                  <a:ext cx="416" cy="117"/>
                </a:xfrm>
                <a:custGeom>
                  <a:avLst/>
                  <a:gdLst>
                    <a:gd name="T0" fmla="*/ 0 w 416"/>
                    <a:gd name="T1" fmla="*/ 0 h 117"/>
                    <a:gd name="T2" fmla="*/ 0 w 416"/>
                    <a:gd name="T3" fmla="*/ 11 h 117"/>
                    <a:gd name="T4" fmla="*/ 415 w 416"/>
                    <a:gd name="T5" fmla="*/ 116 h 117"/>
                    <a:gd name="T6" fmla="*/ 415 w 416"/>
                    <a:gd name="T7" fmla="*/ 103 h 117"/>
                    <a:gd name="T8" fmla="*/ 0 w 416"/>
                    <a:gd name="T9" fmla="*/ 0 h 1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6"/>
                    <a:gd name="T16" fmla="*/ 0 h 117"/>
                    <a:gd name="T17" fmla="*/ 416 w 416"/>
                    <a:gd name="T18" fmla="*/ 117 h 1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6" h="117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415" y="116"/>
                      </a:lnTo>
                      <a:lnTo>
                        <a:pt x="415" y="10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 type="none" w="sm" len="sm"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55550" name="Picture 569">
                <a:extLst>
                  <a:ext uri="{FF2B5EF4-FFF2-40B4-BE49-F238E27FC236}">
                    <a16:creationId xmlns:a16="http://schemas.microsoft.com/office/drawing/2014/main" id="{8F10274B-1EE3-F642-8FE9-4B0EFDE12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415" y="813"/>
                <a:ext cx="184" cy="2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551" name="Freeform 570">
                <a:extLst>
                  <a:ext uri="{FF2B5EF4-FFF2-40B4-BE49-F238E27FC236}">
                    <a16:creationId xmlns:a16="http://schemas.microsoft.com/office/drawing/2014/main" id="{EA6A888E-EDA2-5E4E-BC26-02A37DDF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19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55552" name="Freeform 571">
                <a:extLst>
                  <a:ext uri="{FF2B5EF4-FFF2-40B4-BE49-F238E27FC236}">
                    <a16:creationId xmlns:a16="http://schemas.microsoft.com/office/drawing/2014/main" id="{D9CBEE51-4204-864F-A965-EF6C7A853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785"/>
                <a:ext cx="947" cy="347"/>
              </a:xfrm>
              <a:custGeom>
                <a:avLst/>
                <a:gdLst>
                  <a:gd name="T0" fmla="*/ 0 w 1587"/>
                  <a:gd name="T1" fmla="*/ 45 h 552"/>
                  <a:gd name="T2" fmla="*/ 45 w 1587"/>
                  <a:gd name="T3" fmla="*/ 53 h 552"/>
                  <a:gd name="T4" fmla="*/ 99 w 1587"/>
                  <a:gd name="T5" fmla="*/ 40 h 552"/>
                  <a:gd name="T6" fmla="*/ 120 w 1587"/>
                  <a:gd name="T7" fmla="*/ 0 h 5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7"/>
                  <a:gd name="T13" fmla="*/ 0 h 552"/>
                  <a:gd name="T14" fmla="*/ 1587 w 1587"/>
                  <a:gd name="T15" fmla="*/ 552 h 5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7" h="552">
                    <a:moveTo>
                      <a:pt x="0" y="453"/>
                    </a:moveTo>
                    <a:cubicBezTo>
                      <a:pt x="185" y="502"/>
                      <a:pt x="370" y="552"/>
                      <a:pt x="589" y="544"/>
                    </a:cubicBezTo>
                    <a:cubicBezTo>
                      <a:pt x="808" y="536"/>
                      <a:pt x="1149" y="499"/>
                      <a:pt x="1315" y="408"/>
                    </a:cubicBezTo>
                    <a:cubicBezTo>
                      <a:pt x="1481" y="317"/>
                      <a:pt x="1534" y="158"/>
                      <a:pt x="1587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55553" name="Freeform 572">
                <a:extLst>
                  <a:ext uri="{FF2B5EF4-FFF2-40B4-BE49-F238E27FC236}">
                    <a16:creationId xmlns:a16="http://schemas.microsoft.com/office/drawing/2014/main" id="{48F1F049-E25F-BB4B-B347-72C8FE8E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728"/>
                <a:ext cx="324" cy="90"/>
              </a:xfrm>
              <a:custGeom>
                <a:avLst/>
                <a:gdLst>
                  <a:gd name="T0" fmla="*/ 0 w 544"/>
                  <a:gd name="T1" fmla="*/ 0 h 144"/>
                  <a:gd name="T2" fmla="*/ 10 w 544"/>
                  <a:gd name="T3" fmla="*/ 9 h 144"/>
                  <a:gd name="T4" fmla="*/ 34 w 544"/>
                  <a:gd name="T5" fmla="*/ 13 h 144"/>
                  <a:gd name="T6" fmla="*/ 41 w 544"/>
                  <a:gd name="T7" fmla="*/ 4 h 1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44"/>
                  <a:gd name="T13" fmla="*/ 0 h 144"/>
                  <a:gd name="T14" fmla="*/ 544 w 544"/>
                  <a:gd name="T15" fmla="*/ 144 h 1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44" h="144">
                    <a:moveTo>
                      <a:pt x="0" y="0"/>
                    </a:moveTo>
                    <a:cubicBezTo>
                      <a:pt x="30" y="34"/>
                      <a:pt x="60" y="68"/>
                      <a:pt x="136" y="91"/>
                    </a:cubicBezTo>
                    <a:cubicBezTo>
                      <a:pt x="212" y="114"/>
                      <a:pt x="386" y="144"/>
                      <a:pt x="454" y="136"/>
                    </a:cubicBezTo>
                    <a:cubicBezTo>
                      <a:pt x="522" y="128"/>
                      <a:pt x="533" y="86"/>
                      <a:pt x="544" y="4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grpSp>
          <p:nvGrpSpPr>
            <p:cNvPr id="55307" name="Group 573">
              <a:extLst>
                <a:ext uri="{FF2B5EF4-FFF2-40B4-BE49-F238E27FC236}">
                  <a16:creationId xmlns:a16="http://schemas.microsoft.com/office/drawing/2014/main" id="{3FE02FD2-49AD-E74A-A421-235A782E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9" y="685"/>
              <a:ext cx="1103" cy="584"/>
              <a:chOff x="2925" y="845"/>
              <a:chExt cx="1746" cy="1013"/>
            </a:xfrm>
          </p:grpSpPr>
          <p:grpSp>
            <p:nvGrpSpPr>
              <p:cNvPr id="55421" name="Group 574">
                <a:extLst>
                  <a:ext uri="{FF2B5EF4-FFF2-40B4-BE49-F238E27FC236}">
                    <a16:creationId xmlns:a16="http://schemas.microsoft.com/office/drawing/2014/main" id="{129D5CA5-E06A-F44B-AB30-B0164C0322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24" y="1162"/>
                <a:ext cx="499" cy="299"/>
                <a:chOff x="2990" y="3071"/>
                <a:chExt cx="1187" cy="869"/>
              </a:xfrm>
            </p:grpSpPr>
            <p:sp>
              <p:nvSpPr>
                <p:cNvPr id="55429" name="Freeform 575">
                  <a:extLst>
                    <a:ext uri="{FF2B5EF4-FFF2-40B4-BE49-F238E27FC236}">
                      <a16:creationId xmlns:a16="http://schemas.microsoft.com/office/drawing/2014/main" id="{6E197215-5D5F-D84C-9185-2A35EE04D1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9" y="3799"/>
                  <a:ext cx="209" cy="125"/>
                </a:xfrm>
                <a:custGeom>
                  <a:avLst/>
                  <a:gdLst>
                    <a:gd name="T0" fmla="*/ 0 w 209"/>
                    <a:gd name="T1" fmla="*/ 124 h 125"/>
                    <a:gd name="T2" fmla="*/ 208 w 209"/>
                    <a:gd name="T3" fmla="*/ 124 h 125"/>
                    <a:gd name="T4" fmla="*/ 208 w 209"/>
                    <a:gd name="T5" fmla="*/ 0 h 125"/>
                    <a:gd name="T6" fmla="*/ 0 w 209"/>
                    <a:gd name="T7" fmla="*/ 0 h 125"/>
                    <a:gd name="T8" fmla="*/ 0 w 209"/>
                    <a:gd name="T9" fmla="*/ 124 h 1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9"/>
                    <a:gd name="T16" fmla="*/ 0 h 125"/>
                    <a:gd name="T17" fmla="*/ 209 w 209"/>
                    <a:gd name="T18" fmla="*/ 125 h 1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9" h="125">
                      <a:moveTo>
                        <a:pt x="0" y="124"/>
                      </a:moveTo>
                      <a:lnTo>
                        <a:pt x="208" y="124"/>
                      </a:lnTo>
                      <a:lnTo>
                        <a:pt x="208" y="0"/>
                      </a:lnTo>
                      <a:lnTo>
                        <a:pt x="0" y="0"/>
                      </a:lnTo>
                      <a:lnTo>
                        <a:pt x="0" y="12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30" name="Group 576">
                  <a:extLst>
                    <a:ext uri="{FF2B5EF4-FFF2-40B4-BE49-F238E27FC236}">
                      <a16:creationId xmlns:a16="http://schemas.microsoft.com/office/drawing/2014/main" id="{7936F4C5-6DD6-F74F-B96A-87FAE3737A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19" y="3799"/>
                  <a:ext cx="218" cy="139"/>
                  <a:chOff x="3219" y="3799"/>
                  <a:chExt cx="218" cy="139"/>
                </a:xfrm>
              </p:grpSpPr>
              <p:sp>
                <p:nvSpPr>
                  <p:cNvPr id="55542" name="Freeform 577">
                    <a:extLst>
                      <a:ext uri="{FF2B5EF4-FFF2-40B4-BE49-F238E27FC236}">
                        <a16:creationId xmlns:a16="http://schemas.microsoft.com/office/drawing/2014/main" id="{509E942D-E25E-7B4D-84F3-8DFFDC309E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9" y="3799"/>
                    <a:ext cx="202" cy="117"/>
                  </a:xfrm>
                  <a:custGeom>
                    <a:avLst/>
                    <a:gdLst>
                      <a:gd name="T0" fmla="*/ 0 w 202"/>
                      <a:gd name="T1" fmla="*/ 116 h 117"/>
                      <a:gd name="T2" fmla="*/ 201 w 202"/>
                      <a:gd name="T3" fmla="*/ 116 h 117"/>
                      <a:gd name="T4" fmla="*/ 201 w 202"/>
                      <a:gd name="T5" fmla="*/ 0 h 117"/>
                      <a:gd name="T6" fmla="*/ 0 w 202"/>
                      <a:gd name="T7" fmla="*/ 0 h 117"/>
                      <a:gd name="T8" fmla="*/ 0 w 202"/>
                      <a:gd name="T9" fmla="*/ 116 h 11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02"/>
                      <a:gd name="T16" fmla="*/ 0 h 117"/>
                      <a:gd name="T17" fmla="*/ 202 w 202"/>
                      <a:gd name="T18" fmla="*/ 117 h 11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02" h="117">
                        <a:moveTo>
                          <a:pt x="0" y="116"/>
                        </a:moveTo>
                        <a:lnTo>
                          <a:pt x="201" y="116"/>
                        </a:lnTo>
                        <a:lnTo>
                          <a:pt x="201" y="0"/>
                        </a:lnTo>
                        <a:lnTo>
                          <a:pt x="0" y="0"/>
                        </a:lnTo>
                        <a:lnTo>
                          <a:pt x="0" y="11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43" name="Freeform 578">
                    <a:extLst>
                      <a:ext uri="{FF2B5EF4-FFF2-40B4-BE49-F238E27FC236}">
                        <a16:creationId xmlns:a16="http://schemas.microsoft.com/office/drawing/2014/main" id="{0F4D02FD-E0F2-E348-9EFB-0EB7202A7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9" y="3799"/>
                    <a:ext cx="218" cy="139"/>
                  </a:xfrm>
                  <a:custGeom>
                    <a:avLst/>
                    <a:gdLst>
                      <a:gd name="T0" fmla="*/ 0 w 218"/>
                      <a:gd name="T1" fmla="*/ 138 h 139"/>
                      <a:gd name="T2" fmla="*/ 217 w 218"/>
                      <a:gd name="T3" fmla="*/ 138 h 139"/>
                      <a:gd name="T4" fmla="*/ 217 w 218"/>
                      <a:gd name="T5" fmla="*/ 0 h 139"/>
                      <a:gd name="T6" fmla="*/ 0 w 218"/>
                      <a:gd name="T7" fmla="*/ 0 h 139"/>
                      <a:gd name="T8" fmla="*/ 0 w 218"/>
                      <a:gd name="T9" fmla="*/ 138 h 13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18"/>
                      <a:gd name="T16" fmla="*/ 0 h 139"/>
                      <a:gd name="T17" fmla="*/ 218 w 218"/>
                      <a:gd name="T18" fmla="*/ 139 h 13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18" h="139">
                        <a:moveTo>
                          <a:pt x="0" y="138"/>
                        </a:moveTo>
                        <a:lnTo>
                          <a:pt x="217" y="138"/>
                        </a:lnTo>
                        <a:lnTo>
                          <a:pt x="217" y="0"/>
                        </a:lnTo>
                        <a:lnTo>
                          <a:pt x="0" y="0"/>
                        </a:lnTo>
                        <a:lnTo>
                          <a:pt x="0" y="138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31" name="Freeform 579">
                  <a:extLst>
                    <a:ext uri="{FF2B5EF4-FFF2-40B4-BE49-F238E27FC236}">
                      <a16:creationId xmlns:a16="http://schemas.microsoft.com/office/drawing/2014/main" id="{3B99B1F3-663A-F949-B227-902907250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1" y="3759"/>
                  <a:ext cx="204" cy="157"/>
                </a:xfrm>
                <a:custGeom>
                  <a:avLst/>
                  <a:gdLst>
                    <a:gd name="T0" fmla="*/ 203 w 204"/>
                    <a:gd name="T1" fmla="*/ 78 h 157"/>
                    <a:gd name="T2" fmla="*/ 201 w 204"/>
                    <a:gd name="T3" fmla="*/ 61 h 157"/>
                    <a:gd name="T4" fmla="*/ 195 w 204"/>
                    <a:gd name="T5" fmla="*/ 49 h 157"/>
                    <a:gd name="T6" fmla="*/ 186 w 204"/>
                    <a:gd name="T7" fmla="*/ 36 h 157"/>
                    <a:gd name="T8" fmla="*/ 174 w 204"/>
                    <a:gd name="T9" fmla="*/ 23 h 157"/>
                    <a:gd name="T10" fmla="*/ 159 w 204"/>
                    <a:gd name="T11" fmla="*/ 13 h 157"/>
                    <a:gd name="T12" fmla="*/ 143 w 204"/>
                    <a:gd name="T13" fmla="*/ 7 h 157"/>
                    <a:gd name="T14" fmla="*/ 122 w 204"/>
                    <a:gd name="T15" fmla="*/ 2 h 157"/>
                    <a:gd name="T16" fmla="*/ 102 w 204"/>
                    <a:gd name="T17" fmla="*/ 0 h 157"/>
                    <a:gd name="T18" fmla="*/ 81 w 204"/>
                    <a:gd name="T19" fmla="*/ 2 h 157"/>
                    <a:gd name="T20" fmla="*/ 62 w 204"/>
                    <a:gd name="T21" fmla="*/ 7 h 157"/>
                    <a:gd name="T22" fmla="*/ 44 w 204"/>
                    <a:gd name="T23" fmla="*/ 13 h 157"/>
                    <a:gd name="T24" fmla="*/ 31 w 204"/>
                    <a:gd name="T25" fmla="*/ 23 h 157"/>
                    <a:gd name="T26" fmla="*/ 17 w 204"/>
                    <a:gd name="T27" fmla="*/ 36 h 157"/>
                    <a:gd name="T28" fmla="*/ 8 w 204"/>
                    <a:gd name="T29" fmla="*/ 49 h 157"/>
                    <a:gd name="T30" fmla="*/ 2 w 204"/>
                    <a:gd name="T31" fmla="*/ 61 h 157"/>
                    <a:gd name="T32" fmla="*/ 0 w 204"/>
                    <a:gd name="T33" fmla="*/ 78 h 157"/>
                    <a:gd name="T34" fmla="*/ 2 w 204"/>
                    <a:gd name="T35" fmla="*/ 94 h 157"/>
                    <a:gd name="T36" fmla="*/ 8 w 204"/>
                    <a:gd name="T37" fmla="*/ 109 h 157"/>
                    <a:gd name="T38" fmla="*/ 17 w 204"/>
                    <a:gd name="T39" fmla="*/ 121 h 157"/>
                    <a:gd name="T40" fmla="*/ 31 w 204"/>
                    <a:gd name="T41" fmla="*/ 132 h 157"/>
                    <a:gd name="T42" fmla="*/ 44 w 204"/>
                    <a:gd name="T43" fmla="*/ 142 h 157"/>
                    <a:gd name="T44" fmla="*/ 62 w 204"/>
                    <a:gd name="T45" fmla="*/ 150 h 157"/>
                    <a:gd name="T46" fmla="*/ 81 w 204"/>
                    <a:gd name="T47" fmla="*/ 156 h 157"/>
                    <a:gd name="T48" fmla="*/ 102 w 204"/>
                    <a:gd name="T49" fmla="*/ 156 h 157"/>
                    <a:gd name="T50" fmla="*/ 122 w 204"/>
                    <a:gd name="T51" fmla="*/ 156 h 157"/>
                    <a:gd name="T52" fmla="*/ 143 w 204"/>
                    <a:gd name="T53" fmla="*/ 150 h 157"/>
                    <a:gd name="T54" fmla="*/ 159 w 204"/>
                    <a:gd name="T55" fmla="*/ 142 h 157"/>
                    <a:gd name="T56" fmla="*/ 174 w 204"/>
                    <a:gd name="T57" fmla="*/ 132 h 157"/>
                    <a:gd name="T58" fmla="*/ 186 w 204"/>
                    <a:gd name="T59" fmla="*/ 121 h 157"/>
                    <a:gd name="T60" fmla="*/ 195 w 204"/>
                    <a:gd name="T61" fmla="*/ 109 h 157"/>
                    <a:gd name="T62" fmla="*/ 201 w 204"/>
                    <a:gd name="T63" fmla="*/ 94 h 157"/>
                    <a:gd name="T64" fmla="*/ 203 w 204"/>
                    <a:gd name="T65" fmla="*/ 78 h 15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04"/>
                    <a:gd name="T100" fmla="*/ 0 h 157"/>
                    <a:gd name="T101" fmla="*/ 204 w 204"/>
                    <a:gd name="T102" fmla="*/ 157 h 15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04" h="157">
                      <a:moveTo>
                        <a:pt x="203" y="78"/>
                      </a:moveTo>
                      <a:lnTo>
                        <a:pt x="201" y="61"/>
                      </a:lnTo>
                      <a:lnTo>
                        <a:pt x="195" y="49"/>
                      </a:lnTo>
                      <a:lnTo>
                        <a:pt x="186" y="36"/>
                      </a:lnTo>
                      <a:lnTo>
                        <a:pt x="174" y="23"/>
                      </a:lnTo>
                      <a:lnTo>
                        <a:pt x="159" y="13"/>
                      </a:lnTo>
                      <a:lnTo>
                        <a:pt x="143" y="7"/>
                      </a:lnTo>
                      <a:lnTo>
                        <a:pt x="122" y="2"/>
                      </a:lnTo>
                      <a:lnTo>
                        <a:pt x="102" y="0"/>
                      </a:lnTo>
                      <a:lnTo>
                        <a:pt x="81" y="2"/>
                      </a:lnTo>
                      <a:lnTo>
                        <a:pt x="62" y="7"/>
                      </a:lnTo>
                      <a:lnTo>
                        <a:pt x="44" y="13"/>
                      </a:lnTo>
                      <a:lnTo>
                        <a:pt x="31" y="23"/>
                      </a:lnTo>
                      <a:lnTo>
                        <a:pt x="17" y="36"/>
                      </a:lnTo>
                      <a:lnTo>
                        <a:pt x="8" y="49"/>
                      </a:lnTo>
                      <a:lnTo>
                        <a:pt x="2" y="61"/>
                      </a:lnTo>
                      <a:lnTo>
                        <a:pt x="0" y="78"/>
                      </a:lnTo>
                      <a:lnTo>
                        <a:pt x="2" y="94"/>
                      </a:lnTo>
                      <a:lnTo>
                        <a:pt x="8" y="109"/>
                      </a:lnTo>
                      <a:lnTo>
                        <a:pt x="17" y="121"/>
                      </a:lnTo>
                      <a:lnTo>
                        <a:pt x="31" y="132"/>
                      </a:lnTo>
                      <a:lnTo>
                        <a:pt x="44" y="142"/>
                      </a:lnTo>
                      <a:lnTo>
                        <a:pt x="62" y="150"/>
                      </a:lnTo>
                      <a:lnTo>
                        <a:pt x="81" y="156"/>
                      </a:lnTo>
                      <a:lnTo>
                        <a:pt x="102" y="156"/>
                      </a:lnTo>
                      <a:lnTo>
                        <a:pt x="122" y="156"/>
                      </a:lnTo>
                      <a:lnTo>
                        <a:pt x="143" y="150"/>
                      </a:lnTo>
                      <a:lnTo>
                        <a:pt x="159" y="142"/>
                      </a:lnTo>
                      <a:lnTo>
                        <a:pt x="174" y="132"/>
                      </a:lnTo>
                      <a:lnTo>
                        <a:pt x="186" y="121"/>
                      </a:lnTo>
                      <a:lnTo>
                        <a:pt x="195" y="109"/>
                      </a:lnTo>
                      <a:lnTo>
                        <a:pt x="201" y="94"/>
                      </a:lnTo>
                      <a:lnTo>
                        <a:pt x="203" y="7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32" name="Group 580">
                  <a:extLst>
                    <a:ext uri="{FF2B5EF4-FFF2-40B4-BE49-F238E27FC236}">
                      <a16:creationId xmlns:a16="http://schemas.microsoft.com/office/drawing/2014/main" id="{264A8368-8A23-154C-808F-D4C233E7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91" y="3759"/>
                  <a:ext cx="214" cy="171"/>
                  <a:chOff x="3291" y="3759"/>
                  <a:chExt cx="214" cy="171"/>
                </a:xfrm>
              </p:grpSpPr>
              <p:sp>
                <p:nvSpPr>
                  <p:cNvPr id="55540" name="Freeform 581">
                    <a:extLst>
                      <a:ext uri="{FF2B5EF4-FFF2-40B4-BE49-F238E27FC236}">
                        <a16:creationId xmlns:a16="http://schemas.microsoft.com/office/drawing/2014/main" id="{F9546218-716C-234C-92FE-633FFA27E0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91" y="3759"/>
                    <a:ext cx="198" cy="148"/>
                  </a:xfrm>
                  <a:custGeom>
                    <a:avLst/>
                    <a:gdLst>
                      <a:gd name="T0" fmla="*/ 197 w 198"/>
                      <a:gd name="T1" fmla="*/ 75 h 148"/>
                      <a:gd name="T2" fmla="*/ 197 w 198"/>
                      <a:gd name="T3" fmla="*/ 75 h 148"/>
                      <a:gd name="T4" fmla="*/ 195 w 198"/>
                      <a:gd name="T5" fmla="*/ 58 h 148"/>
                      <a:gd name="T6" fmla="*/ 190 w 198"/>
                      <a:gd name="T7" fmla="*/ 45 h 148"/>
                      <a:gd name="T8" fmla="*/ 181 w 198"/>
                      <a:gd name="T9" fmla="*/ 34 h 148"/>
                      <a:gd name="T10" fmla="*/ 168 w 198"/>
                      <a:gd name="T11" fmla="*/ 19 h 148"/>
                      <a:gd name="T12" fmla="*/ 154 w 198"/>
                      <a:gd name="T13" fmla="*/ 11 h 148"/>
                      <a:gd name="T14" fmla="*/ 138 w 198"/>
                      <a:gd name="T15" fmla="*/ 6 h 148"/>
                      <a:gd name="T16" fmla="*/ 118 w 198"/>
                      <a:gd name="T17" fmla="*/ 2 h 148"/>
                      <a:gd name="T18" fmla="*/ 99 w 198"/>
                      <a:gd name="T19" fmla="*/ 0 h 148"/>
                      <a:gd name="T20" fmla="*/ 79 w 198"/>
                      <a:gd name="T21" fmla="*/ 2 h 148"/>
                      <a:gd name="T22" fmla="*/ 61 w 198"/>
                      <a:gd name="T23" fmla="*/ 6 h 148"/>
                      <a:gd name="T24" fmla="*/ 43 w 198"/>
                      <a:gd name="T25" fmla="*/ 11 h 148"/>
                      <a:gd name="T26" fmla="*/ 30 w 198"/>
                      <a:gd name="T27" fmla="*/ 19 h 148"/>
                      <a:gd name="T28" fmla="*/ 16 w 198"/>
                      <a:gd name="T29" fmla="*/ 34 h 148"/>
                      <a:gd name="T30" fmla="*/ 9 w 198"/>
                      <a:gd name="T31" fmla="*/ 45 h 148"/>
                      <a:gd name="T32" fmla="*/ 4 w 198"/>
                      <a:gd name="T33" fmla="*/ 58 h 148"/>
                      <a:gd name="T34" fmla="*/ 0 w 198"/>
                      <a:gd name="T35" fmla="*/ 75 h 148"/>
                      <a:gd name="T36" fmla="*/ 4 w 198"/>
                      <a:gd name="T37" fmla="*/ 88 h 148"/>
                      <a:gd name="T38" fmla="*/ 9 w 198"/>
                      <a:gd name="T39" fmla="*/ 101 h 148"/>
                      <a:gd name="T40" fmla="*/ 16 w 198"/>
                      <a:gd name="T41" fmla="*/ 114 h 148"/>
                      <a:gd name="T42" fmla="*/ 30 w 198"/>
                      <a:gd name="T43" fmla="*/ 127 h 148"/>
                      <a:gd name="T44" fmla="*/ 43 w 198"/>
                      <a:gd name="T45" fmla="*/ 135 h 148"/>
                      <a:gd name="T46" fmla="*/ 61 w 198"/>
                      <a:gd name="T47" fmla="*/ 142 h 148"/>
                      <a:gd name="T48" fmla="*/ 79 w 198"/>
                      <a:gd name="T49" fmla="*/ 147 h 148"/>
                      <a:gd name="T50" fmla="*/ 99 w 198"/>
                      <a:gd name="T51" fmla="*/ 147 h 148"/>
                      <a:gd name="T52" fmla="*/ 118 w 198"/>
                      <a:gd name="T53" fmla="*/ 147 h 148"/>
                      <a:gd name="T54" fmla="*/ 138 w 198"/>
                      <a:gd name="T55" fmla="*/ 142 h 148"/>
                      <a:gd name="T56" fmla="*/ 154 w 198"/>
                      <a:gd name="T57" fmla="*/ 135 h 148"/>
                      <a:gd name="T58" fmla="*/ 168 w 198"/>
                      <a:gd name="T59" fmla="*/ 127 h 148"/>
                      <a:gd name="T60" fmla="*/ 181 w 198"/>
                      <a:gd name="T61" fmla="*/ 114 h 148"/>
                      <a:gd name="T62" fmla="*/ 190 w 198"/>
                      <a:gd name="T63" fmla="*/ 101 h 148"/>
                      <a:gd name="T64" fmla="*/ 195 w 198"/>
                      <a:gd name="T65" fmla="*/ 88 h 148"/>
                      <a:gd name="T66" fmla="*/ 197 w 198"/>
                      <a:gd name="T67" fmla="*/ 75 h 14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98"/>
                      <a:gd name="T103" fmla="*/ 0 h 148"/>
                      <a:gd name="T104" fmla="*/ 198 w 198"/>
                      <a:gd name="T105" fmla="*/ 148 h 14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98" h="148">
                        <a:moveTo>
                          <a:pt x="197" y="75"/>
                        </a:moveTo>
                        <a:lnTo>
                          <a:pt x="197" y="75"/>
                        </a:lnTo>
                        <a:lnTo>
                          <a:pt x="195" y="58"/>
                        </a:lnTo>
                        <a:lnTo>
                          <a:pt x="190" y="45"/>
                        </a:lnTo>
                        <a:lnTo>
                          <a:pt x="181" y="34"/>
                        </a:lnTo>
                        <a:lnTo>
                          <a:pt x="168" y="19"/>
                        </a:lnTo>
                        <a:lnTo>
                          <a:pt x="154" y="11"/>
                        </a:lnTo>
                        <a:lnTo>
                          <a:pt x="138" y="6"/>
                        </a:lnTo>
                        <a:lnTo>
                          <a:pt x="118" y="2"/>
                        </a:lnTo>
                        <a:lnTo>
                          <a:pt x="99" y="0"/>
                        </a:lnTo>
                        <a:lnTo>
                          <a:pt x="79" y="2"/>
                        </a:lnTo>
                        <a:lnTo>
                          <a:pt x="61" y="6"/>
                        </a:lnTo>
                        <a:lnTo>
                          <a:pt x="43" y="11"/>
                        </a:lnTo>
                        <a:lnTo>
                          <a:pt x="30" y="19"/>
                        </a:lnTo>
                        <a:lnTo>
                          <a:pt x="16" y="34"/>
                        </a:lnTo>
                        <a:lnTo>
                          <a:pt x="9" y="45"/>
                        </a:lnTo>
                        <a:lnTo>
                          <a:pt x="4" y="58"/>
                        </a:lnTo>
                        <a:lnTo>
                          <a:pt x="0" y="75"/>
                        </a:lnTo>
                        <a:lnTo>
                          <a:pt x="4" y="88"/>
                        </a:lnTo>
                        <a:lnTo>
                          <a:pt x="9" y="101"/>
                        </a:lnTo>
                        <a:lnTo>
                          <a:pt x="16" y="114"/>
                        </a:lnTo>
                        <a:lnTo>
                          <a:pt x="30" y="127"/>
                        </a:lnTo>
                        <a:lnTo>
                          <a:pt x="43" y="135"/>
                        </a:lnTo>
                        <a:lnTo>
                          <a:pt x="61" y="142"/>
                        </a:lnTo>
                        <a:lnTo>
                          <a:pt x="79" y="147"/>
                        </a:lnTo>
                        <a:lnTo>
                          <a:pt x="99" y="147"/>
                        </a:lnTo>
                        <a:lnTo>
                          <a:pt x="118" y="147"/>
                        </a:lnTo>
                        <a:lnTo>
                          <a:pt x="138" y="142"/>
                        </a:lnTo>
                        <a:lnTo>
                          <a:pt x="154" y="135"/>
                        </a:lnTo>
                        <a:lnTo>
                          <a:pt x="168" y="127"/>
                        </a:lnTo>
                        <a:lnTo>
                          <a:pt x="181" y="114"/>
                        </a:lnTo>
                        <a:lnTo>
                          <a:pt x="190" y="101"/>
                        </a:lnTo>
                        <a:lnTo>
                          <a:pt x="195" y="88"/>
                        </a:lnTo>
                        <a:lnTo>
                          <a:pt x="197" y="75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41" name="Freeform 582">
                    <a:extLst>
                      <a:ext uri="{FF2B5EF4-FFF2-40B4-BE49-F238E27FC236}">
                        <a16:creationId xmlns:a16="http://schemas.microsoft.com/office/drawing/2014/main" id="{4E3D72B1-471D-5E4B-A8A8-4F91C35226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91" y="3759"/>
                    <a:ext cx="214" cy="171"/>
                  </a:xfrm>
                  <a:custGeom>
                    <a:avLst/>
                    <a:gdLst>
                      <a:gd name="T0" fmla="*/ 213 w 214"/>
                      <a:gd name="T1" fmla="*/ 86 h 171"/>
                      <a:gd name="T2" fmla="*/ 213 w 214"/>
                      <a:gd name="T3" fmla="*/ 86 h 171"/>
                      <a:gd name="T4" fmla="*/ 211 w 214"/>
                      <a:gd name="T5" fmla="*/ 67 h 171"/>
                      <a:gd name="T6" fmla="*/ 205 w 214"/>
                      <a:gd name="T7" fmla="*/ 52 h 171"/>
                      <a:gd name="T8" fmla="*/ 196 w 214"/>
                      <a:gd name="T9" fmla="*/ 38 h 171"/>
                      <a:gd name="T10" fmla="*/ 182 w 214"/>
                      <a:gd name="T11" fmla="*/ 23 h 171"/>
                      <a:gd name="T12" fmla="*/ 167 w 214"/>
                      <a:gd name="T13" fmla="*/ 13 h 171"/>
                      <a:gd name="T14" fmla="*/ 149 w 214"/>
                      <a:gd name="T15" fmla="*/ 7 h 171"/>
                      <a:gd name="T16" fmla="*/ 128 w 214"/>
                      <a:gd name="T17" fmla="*/ 2 h 171"/>
                      <a:gd name="T18" fmla="*/ 107 w 214"/>
                      <a:gd name="T19" fmla="*/ 0 h 171"/>
                      <a:gd name="T20" fmla="*/ 85 w 214"/>
                      <a:gd name="T21" fmla="*/ 2 h 171"/>
                      <a:gd name="T22" fmla="*/ 66 w 214"/>
                      <a:gd name="T23" fmla="*/ 7 h 171"/>
                      <a:gd name="T24" fmla="*/ 46 w 214"/>
                      <a:gd name="T25" fmla="*/ 13 h 171"/>
                      <a:gd name="T26" fmla="*/ 33 w 214"/>
                      <a:gd name="T27" fmla="*/ 23 h 171"/>
                      <a:gd name="T28" fmla="*/ 17 w 214"/>
                      <a:gd name="T29" fmla="*/ 38 h 171"/>
                      <a:gd name="T30" fmla="*/ 10 w 214"/>
                      <a:gd name="T31" fmla="*/ 52 h 171"/>
                      <a:gd name="T32" fmla="*/ 4 w 214"/>
                      <a:gd name="T33" fmla="*/ 67 h 171"/>
                      <a:gd name="T34" fmla="*/ 0 w 214"/>
                      <a:gd name="T35" fmla="*/ 86 h 171"/>
                      <a:gd name="T36" fmla="*/ 4 w 214"/>
                      <a:gd name="T37" fmla="*/ 102 h 171"/>
                      <a:gd name="T38" fmla="*/ 10 w 214"/>
                      <a:gd name="T39" fmla="*/ 117 h 171"/>
                      <a:gd name="T40" fmla="*/ 17 w 214"/>
                      <a:gd name="T41" fmla="*/ 133 h 171"/>
                      <a:gd name="T42" fmla="*/ 33 w 214"/>
                      <a:gd name="T43" fmla="*/ 146 h 171"/>
                      <a:gd name="T44" fmla="*/ 46 w 214"/>
                      <a:gd name="T45" fmla="*/ 156 h 171"/>
                      <a:gd name="T46" fmla="*/ 66 w 214"/>
                      <a:gd name="T47" fmla="*/ 164 h 171"/>
                      <a:gd name="T48" fmla="*/ 85 w 214"/>
                      <a:gd name="T49" fmla="*/ 170 h 171"/>
                      <a:gd name="T50" fmla="*/ 107 w 214"/>
                      <a:gd name="T51" fmla="*/ 170 h 171"/>
                      <a:gd name="T52" fmla="*/ 128 w 214"/>
                      <a:gd name="T53" fmla="*/ 170 h 171"/>
                      <a:gd name="T54" fmla="*/ 149 w 214"/>
                      <a:gd name="T55" fmla="*/ 164 h 171"/>
                      <a:gd name="T56" fmla="*/ 167 w 214"/>
                      <a:gd name="T57" fmla="*/ 156 h 171"/>
                      <a:gd name="T58" fmla="*/ 182 w 214"/>
                      <a:gd name="T59" fmla="*/ 146 h 171"/>
                      <a:gd name="T60" fmla="*/ 196 w 214"/>
                      <a:gd name="T61" fmla="*/ 133 h 171"/>
                      <a:gd name="T62" fmla="*/ 205 w 214"/>
                      <a:gd name="T63" fmla="*/ 117 h 171"/>
                      <a:gd name="T64" fmla="*/ 211 w 214"/>
                      <a:gd name="T65" fmla="*/ 102 h 171"/>
                      <a:gd name="T66" fmla="*/ 213 w 214"/>
                      <a:gd name="T67" fmla="*/ 86 h 17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14"/>
                      <a:gd name="T103" fmla="*/ 0 h 171"/>
                      <a:gd name="T104" fmla="*/ 214 w 214"/>
                      <a:gd name="T105" fmla="*/ 171 h 17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14" h="171">
                        <a:moveTo>
                          <a:pt x="213" y="86"/>
                        </a:moveTo>
                        <a:lnTo>
                          <a:pt x="213" y="86"/>
                        </a:lnTo>
                        <a:lnTo>
                          <a:pt x="211" y="67"/>
                        </a:lnTo>
                        <a:lnTo>
                          <a:pt x="205" y="52"/>
                        </a:lnTo>
                        <a:lnTo>
                          <a:pt x="196" y="38"/>
                        </a:lnTo>
                        <a:lnTo>
                          <a:pt x="182" y="23"/>
                        </a:lnTo>
                        <a:lnTo>
                          <a:pt x="167" y="13"/>
                        </a:lnTo>
                        <a:lnTo>
                          <a:pt x="149" y="7"/>
                        </a:lnTo>
                        <a:lnTo>
                          <a:pt x="128" y="2"/>
                        </a:lnTo>
                        <a:lnTo>
                          <a:pt x="107" y="0"/>
                        </a:lnTo>
                        <a:lnTo>
                          <a:pt x="85" y="2"/>
                        </a:lnTo>
                        <a:lnTo>
                          <a:pt x="66" y="7"/>
                        </a:lnTo>
                        <a:lnTo>
                          <a:pt x="46" y="13"/>
                        </a:lnTo>
                        <a:lnTo>
                          <a:pt x="33" y="23"/>
                        </a:lnTo>
                        <a:lnTo>
                          <a:pt x="17" y="38"/>
                        </a:lnTo>
                        <a:lnTo>
                          <a:pt x="10" y="52"/>
                        </a:lnTo>
                        <a:lnTo>
                          <a:pt x="4" y="67"/>
                        </a:lnTo>
                        <a:lnTo>
                          <a:pt x="0" y="86"/>
                        </a:lnTo>
                        <a:lnTo>
                          <a:pt x="4" y="102"/>
                        </a:lnTo>
                        <a:lnTo>
                          <a:pt x="10" y="117"/>
                        </a:lnTo>
                        <a:lnTo>
                          <a:pt x="17" y="133"/>
                        </a:lnTo>
                        <a:lnTo>
                          <a:pt x="33" y="146"/>
                        </a:lnTo>
                        <a:lnTo>
                          <a:pt x="46" y="156"/>
                        </a:lnTo>
                        <a:lnTo>
                          <a:pt x="66" y="164"/>
                        </a:lnTo>
                        <a:lnTo>
                          <a:pt x="85" y="170"/>
                        </a:lnTo>
                        <a:lnTo>
                          <a:pt x="107" y="170"/>
                        </a:lnTo>
                        <a:lnTo>
                          <a:pt x="128" y="170"/>
                        </a:lnTo>
                        <a:lnTo>
                          <a:pt x="149" y="164"/>
                        </a:lnTo>
                        <a:lnTo>
                          <a:pt x="167" y="156"/>
                        </a:lnTo>
                        <a:lnTo>
                          <a:pt x="182" y="146"/>
                        </a:lnTo>
                        <a:lnTo>
                          <a:pt x="196" y="133"/>
                        </a:lnTo>
                        <a:lnTo>
                          <a:pt x="205" y="117"/>
                        </a:lnTo>
                        <a:lnTo>
                          <a:pt x="211" y="102"/>
                        </a:lnTo>
                        <a:lnTo>
                          <a:pt x="213" y="86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33" name="Freeform 583">
                  <a:extLst>
                    <a:ext uri="{FF2B5EF4-FFF2-40B4-BE49-F238E27FC236}">
                      <a16:creationId xmlns:a16="http://schemas.microsoft.com/office/drawing/2014/main" id="{1D46B8EC-0AFD-6249-A0D5-B074D3C97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1" y="3765"/>
                  <a:ext cx="79" cy="113"/>
                </a:xfrm>
                <a:custGeom>
                  <a:avLst/>
                  <a:gdLst>
                    <a:gd name="T0" fmla="*/ 0 w 79"/>
                    <a:gd name="T1" fmla="*/ 112 h 113"/>
                    <a:gd name="T2" fmla="*/ 78 w 79"/>
                    <a:gd name="T3" fmla="*/ 112 h 113"/>
                    <a:gd name="T4" fmla="*/ 78 w 79"/>
                    <a:gd name="T5" fmla="*/ 0 h 113"/>
                    <a:gd name="T6" fmla="*/ 0 w 79"/>
                    <a:gd name="T7" fmla="*/ 0 h 113"/>
                    <a:gd name="T8" fmla="*/ 0 w 79"/>
                    <a:gd name="T9" fmla="*/ 112 h 1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113"/>
                    <a:gd name="T17" fmla="*/ 79 w 79"/>
                    <a:gd name="T18" fmla="*/ 113 h 1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113">
                      <a:moveTo>
                        <a:pt x="0" y="112"/>
                      </a:moveTo>
                      <a:lnTo>
                        <a:pt x="78" y="112"/>
                      </a:lnTo>
                      <a:lnTo>
                        <a:pt x="78" y="0"/>
                      </a:lnTo>
                      <a:lnTo>
                        <a:pt x="0" y="0"/>
                      </a:lnTo>
                      <a:lnTo>
                        <a:pt x="0" y="11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55434" name="Freeform 584">
                  <a:extLst>
                    <a:ext uri="{FF2B5EF4-FFF2-40B4-BE49-F238E27FC236}">
                      <a16:creationId xmlns:a16="http://schemas.microsoft.com/office/drawing/2014/main" id="{876C6805-9C18-9042-9CC3-C6BFB1287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0" y="3166"/>
                  <a:ext cx="707" cy="617"/>
                </a:xfrm>
                <a:custGeom>
                  <a:avLst/>
                  <a:gdLst>
                    <a:gd name="T0" fmla="*/ 0 w 707"/>
                    <a:gd name="T1" fmla="*/ 616 h 617"/>
                    <a:gd name="T2" fmla="*/ 706 w 707"/>
                    <a:gd name="T3" fmla="*/ 616 h 617"/>
                    <a:gd name="T4" fmla="*/ 706 w 707"/>
                    <a:gd name="T5" fmla="*/ 0 h 617"/>
                    <a:gd name="T6" fmla="*/ 0 w 707"/>
                    <a:gd name="T7" fmla="*/ 0 h 617"/>
                    <a:gd name="T8" fmla="*/ 0 w 707"/>
                    <a:gd name="T9" fmla="*/ 616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7"/>
                    <a:gd name="T16" fmla="*/ 0 h 617"/>
                    <a:gd name="T17" fmla="*/ 707 w 707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7" h="617">
                      <a:moveTo>
                        <a:pt x="0" y="616"/>
                      </a:moveTo>
                      <a:lnTo>
                        <a:pt x="706" y="616"/>
                      </a:lnTo>
                      <a:lnTo>
                        <a:pt x="706" y="0"/>
                      </a:lnTo>
                      <a:lnTo>
                        <a:pt x="0" y="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35" name="Group 585">
                  <a:extLst>
                    <a:ext uri="{FF2B5EF4-FFF2-40B4-BE49-F238E27FC236}">
                      <a16:creationId xmlns:a16="http://schemas.microsoft.com/office/drawing/2014/main" id="{7BC83315-50F3-A246-94D8-B816B27418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30" y="3166"/>
                  <a:ext cx="716" cy="634"/>
                  <a:chOff x="3330" y="3166"/>
                  <a:chExt cx="716" cy="634"/>
                </a:xfrm>
              </p:grpSpPr>
              <p:sp>
                <p:nvSpPr>
                  <p:cNvPr id="55538" name="Freeform 586">
                    <a:extLst>
                      <a:ext uri="{FF2B5EF4-FFF2-40B4-BE49-F238E27FC236}">
                        <a16:creationId xmlns:a16="http://schemas.microsoft.com/office/drawing/2014/main" id="{64B1BAE8-EA66-2642-847C-E642B3D01A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0" y="3166"/>
                    <a:ext cx="699" cy="612"/>
                  </a:xfrm>
                  <a:custGeom>
                    <a:avLst/>
                    <a:gdLst>
                      <a:gd name="T0" fmla="*/ 0 w 699"/>
                      <a:gd name="T1" fmla="*/ 611 h 612"/>
                      <a:gd name="T2" fmla="*/ 698 w 699"/>
                      <a:gd name="T3" fmla="*/ 611 h 612"/>
                      <a:gd name="T4" fmla="*/ 698 w 699"/>
                      <a:gd name="T5" fmla="*/ 0 h 612"/>
                      <a:gd name="T6" fmla="*/ 0 w 699"/>
                      <a:gd name="T7" fmla="*/ 0 h 612"/>
                      <a:gd name="T8" fmla="*/ 0 w 699"/>
                      <a:gd name="T9" fmla="*/ 611 h 61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99"/>
                      <a:gd name="T16" fmla="*/ 0 h 612"/>
                      <a:gd name="T17" fmla="*/ 699 w 699"/>
                      <a:gd name="T18" fmla="*/ 612 h 61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99" h="612">
                        <a:moveTo>
                          <a:pt x="0" y="611"/>
                        </a:moveTo>
                        <a:lnTo>
                          <a:pt x="698" y="611"/>
                        </a:lnTo>
                        <a:lnTo>
                          <a:pt x="698" y="0"/>
                        </a:lnTo>
                        <a:lnTo>
                          <a:pt x="0" y="0"/>
                        </a:lnTo>
                        <a:lnTo>
                          <a:pt x="0" y="61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39" name="Freeform 587">
                    <a:extLst>
                      <a:ext uri="{FF2B5EF4-FFF2-40B4-BE49-F238E27FC236}">
                        <a16:creationId xmlns:a16="http://schemas.microsoft.com/office/drawing/2014/main" id="{E13C54E1-7E4B-574E-94D1-09225B5D14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0" y="3166"/>
                    <a:ext cx="716" cy="634"/>
                  </a:xfrm>
                  <a:custGeom>
                    <a:avLst/>
                    <a:gdLst>
                      <a:gd name="T0" fmla="*/ 0 w 716"/>
                      <a:gd name="T1" fmla="*/ 633 h 634"/>
                      <a:gd name="T2" fmla="*/ 715 w 716"/>
                      <a:gd name="T3" fmla="*/ 633 h 634"/>
                      <a:gd name="T4" fmla="*/ 715 w 716"/>
                      <a:gd name="T5" fmla="*/ 0 h 634"/>
                      <a:gd name="T6" fmla="*/ 0 w 716"/>
                      <a:gd name="T7" fmla="*/ 0 h 634"/>
                      <a:gd name="T8" fmla="*/ 0 w 716"/>
                      <a:gd name="T9" fmla="*/ 633 h 63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6"/>
                      <a:gd name="T16" fmla="*/ 0 h 634"/>
                      <a:gd name="T17" fmla="*/ 716 w 716"/>
                      <a:gd name="T18" fmla="*/ 634 h 63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6" h="634">
                        <a:moveTo>
                          <a:pt x="0" y="633"/>
                        </a:moveTo>
                        <a:lnTo>
                          <a:pt x="715" y="633"/>
                        </a:lnTo>
                        <a:lnTo>
                          <a:pt x="715" y="0"/>
                        </a:lnTo>
                        <a:lnTo>
                          <a:pt x="0" y="0"/>
                        </a:lnTo>
                        <a:lnTo>
                          <a:pt x="0" y="633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36" name="Freeform 588">
                  <a:extLst>
                    <a:ext uri="{FF2B5EF4-FFF2-40B4-BE49-F238E27FC236}">
                      <a16:creationId xmlns:a16="http://schemas.microsoft.com/office/drawing/2014/main" id="{0397E8C3-338F-AD4F-BA98-987CC14392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3" y="3356"/>
                  <a:ext cx="85" cy="270"/>
                </a:xfrm>
                <a:custGeom>
                  <a:avLst/>
                  <a:gdLst>
                    <a:gd name="T0" fmla="*/ 0 w 85"/>
                    <a:gd name="T1" fmla="*/ 269 h 270"/>
                    <a:gd name="T2" fmla="*/ 84 w 85"/>
                    <a:gd name="T3" fmla="*/ 269 h 270"/>
                    <a:gd name="T4" fmla="*/ 84 w 85"/>
                    <a:gd name="T5" fmla="*/ 0 h 270"/>
                    <a:gd name="T6" fmla="*/ 0 w 85"/>
                    <a:gd name="T7" fmla="*/ 0 h 270"/>
                    <a:gd name="T8" fmla="*/ 0 w 85"/>
                    <a:gd name="T9" fmla="*/ 269 h 2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5"/>
                    <a:gd name="T16" fmla="*/ 0 h 270"/>
                    <a:gd name="T17" fmla="*/ 85 w 85"/>
                    <a:gd name="T18" fmla="*/ 270 h 2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5" h="270">
                      <a:moveTo>
                        <a:pt x="0" y="269"/>
                      </a:moveTo>
                      <a:lnTo>
                        <a:pt x="84" y="269"/>
                      </a:lnTo>
                      <a:lnTo>
                        <a:pt x="84" y="0"/>
                      </a:lnTo>
                      <a:lnTo>
                        <a:pt x="0" y="0"/>
                      </a:lnTo>
                      <a:lnTo>
                        <a:pt x="0" y="269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37" name="Group 589">
                  <a:extLst>
                    <a:ext uri="{FF2B5EF4-FFF2-40B4-BE49-F238E27FC236}">
                      <a16:creationId xmlns:a16="http://schemas.microsoft.com/office/drawing/2014/main" id="{F4FEF800-94AA-4149-9F85-332FAB3517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93" y="3356"/>
                  <a:ext cx="95" cy="283"/>
                  <a:chOff x="3793" y="3356"/>
                  <a:chExt cx="95" cy="283"/>
                </a:xfrm>
              </p:grpSpPr>
              <p:sp>
                <p:nvSpPr>
                  <p:cNvPr id="55536" name="Freeform 590">
                    <a:extLst>
                      <a:ext uri="{FF2B5EF4-FFF2-40B4-BE49-F238E27FC236}">
                        <a16:creationId xmlns:a16="http://schemas.microsoft.com/office/drawing/2014/main" id="{07FE7CDF-8659-E842-80F7-DF8610C35B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3" y="3356"/>
                    <a:ext cx="80" cy="263"/>
                  </a:xfrm>
                  <a:custGeom>
                    <a:avLst/>
                    <a:gdLst>
                      <a:gd name="T0" fmla="*/ 0 w 80"/>
                      <a:gd name="T1" fmla="*/ 262 h 263"/>
                      <a:gd name="T2" fmla="*/ 79 w 80"/>
                      <a:gd name="T3" fmla="*/ 262 h 263"/>
                      <a:gd name="T4" fmla="*/ 79 w 80"/>
                      <a:gd name="T5" fmla="*/ 0 h 263"/>
                      <a:gd name="T6" fmla="*/ 0 w 80"/>
                      <a:gd name="T7" fmla="*/ 0 h 263"/>
                      <a:gd name="T8" fmla="*/ 0 w 80"/>
                      <a:gd name="T9" fmla="*/ 262 h 2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0"/>
                      <a:gd name="T16" fmla="*/ 0 h 263"/>
                      <a:gd name="T17" fmla="*/ 80 w 80"/>
                      <a:gd name="T18" fmla="*/ 263 h 2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0" h="263">
                        <a:moveTo>
                          <a:pt x="0" y="262"/>
                        </a:moveTo>
                        <a:lnTo>
                          <a:pt x="79" y="262"/>
                        </a:ln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26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37" name="Freeform 591">
                    <a:extLst>
                      <a:ext uri="{FF2B5EF4-FFF2-40B4-BE49-F238E27FC236}">
                        <a16:creationId xmlns:a16="http://schemas.microsoft.com/office/drawing/2014/main" id="{BB2B9A17-8B97-4E40-B24D-BC17457AD3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3" y="3356"/>
                    <a:ext cx="95" cy="283"/>
                  </a:xfrm>
                  <a:custGeom>
                    <a:avLst/>
                    <a:gdLst>
                      <a:gd name="T0" fmla="*/ 0 w 95"/>
                      <a:gd name="T1" fmla="*/ 282 h 283"/>
                      <a:gd name="T2" fmla="*/ 94 w 95"/>
                      <a:gd name="T3" fmla="*/ 282 h 283"/>
                      <a:gd name="T4" fmla="*/ 94 w 95"/>
                      <a:gd name="T5" fmla="*/ 0 h 283"/>
                      <a:gd name="T6" fmla="*/ 0 w 95"/>
                      <a:gd name="T7" fmla="*/ 0 h 283"/>
                      <a:gd name="T8" fmla="*/ 0 w 95"/>
                      <a:gd name="T9" fmla="*/ 282 h 28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5"/>
                      <a:gd name="T16" fmla="*/ 0 h 283"/>
                      <a:gd name="T17" fmla="*/ 95 w 95"/>
                      <a:gd name="T18" fmla="*/ 283 h 28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5" h="283">
                        <a:moveTo>
                          <a:pt x="0" y="282"/>
                        </a:moveTo>
                        <a:lnTo>
                          <a:pt x="94" y="282"/>
                        </a:lnTo>
                        <a:lnTo>
                          <a:pt x="94" y="0"/>
                        </a:lnTo>
                        <a:lnTo>
                          <a:pt x="0" y="0"/>
                        </a:lnTo>
                        <a:lnTo>
                          <a:pt x="0" y="28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38" name="Freeform 592">
                  <a:extLst>
                    <a:ext uri="{FF2B5EF4-FFF2-40B4-BE49-F238E27FC236}">
                      <a16:creationId xmlns:a16="http://schemas.microsoft.com/office/drawing/2014/main" id="{B3CF89E0-7E0C-1549-9535-F2DB6CC70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54" y="3416"/>
                  <a:ext cx="127" cy="52"/>
                </a:xfrm>
                <a:custGeom>
                  <a:avLst/>
                  <a:gdLst>
                    <a:gd name="T0" fmla="*/ 0 w 127"/>
                    <a:gd name="T1" fmla="*/ 51 h 52"/>
                    <a:gd name="T2" fmla="*/ 126 w 127"/>
                    <a:gd name="T3" fmla="*/ 51 h 52"/>
                    <a:gd name="T4" fmla="*/ 126 w 127"/>
                    <a:gd name="T5" fmla="*/ 0 h 52"/>
                    <a:gd name="T6" fmla="*/ 0 w 127"/>
                    <a:gd name="T7" fmla="*/ 0 h 52"/>
                    <a:gd name="T8" fmla="*/ 0 w 127"/>
                    <a:gd name="T9" fmla="*/ 51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7"/>
                    <a:gd name="T16" fmla="*/ 0 h 52"/>
                    <a:gd name="T17" fmla="*/ 127 w 127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7" h="52">
                      <a:moveTo>
                        <a:pt x="0" y="51"/>
                      </a:moveTo>
                      <a:lnTo>
                        <a:pt x="126" y="51"/>
                      </a:lnTo>
                      <a:lnTo>
                        <a:pt x="126" y="0"/>
                      </a:lnTo>
                      <a:lnTo>
                        <a:pt x="0" y="0"/>
                      </a:lnTo>
                      <a:lnTo>
                        <a:pt x="0" y="5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39" name="Group 593">
                  <a:extLst>
                    <a:ext uri="{FF2B5EF4-FFF2-40B4-BE49-F238E27FC236}">
                      <a16:creationId xmlns:a16="http://schemas.microsoft.com/office/drawing/2014/main" id="{19B4A3C3-5DD4-6348-8A4E-89C890FD4D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54" y="3416"/>
                  <a:ext cx="134" cy="63"/>
                  <a:chOff x="3754" y="3416"/>
                  <a:chExt cx="134" cy="63"/>
                </a:xfrm>
              </p:grpSpPr>
              <p:sp>
                <p:nvSpPr>
                  <p:cNvPr id="55534" name="Freeform 594">
                    <a:extLst>
                      <a:ext uri="{FF2B5EF4-FFF2-40B4-BE49-F238E27FC236}">
                        <a16:creationId xmlns:a16="http://schemas.microsoft.com/office/drawing/2014/main" id="{5CA582A6-F03E-EA42-93B1-99B61C1FAD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4" y="3416"/>
                    <a:ext cx="119" cy="44"/>
                  </a:xfrm>
                  <a:custGeom>
                    <a:avLst/>
                    <a:gdLst>
                      <a:gd name="T0" fmla="*/ 0 w 119"/>
                      <a:gd name="T1" fmla="*/ 43 h 44"/>
                      <a:gd name="T2" fmla="*/ 118 w 119"/>
                      <a:gd name="T3" fmla="*/ 43 h 44"/>
                      <a:gd name="T4" fmla="*/ 118 w 119"/>
                      <a:gd name="T5" fmla="*/ 0 h 44"/>
                      <a:gd name="T6" fmla="*/ 0 w 119"/>
                      <a:gd name="T7" fmla="*/ 0 h 44"/>
                      <a:gd name="T8" fmla="*/ 0 w 119"/>
                      <a:gd name="T9" fmla="*/ 43 h 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9"/>
                      <a:gd name="T16" fmla="*/ 0 h 44"/>
                      <a:gd name="T17" fmla="*/ 119 w 119"/>
                      <a:gd name="T18" fmla="*/ 44 h 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9" h="44">
                        <a:moveTo>
                          <a:pt x="0" y="43"/>
                        </a:moveTo>
                        <a:lnTo>
                          <a:pt x="118" y="43"/>
                        </a:lnTo>
                        <a:lnTo>
                          <a:pt x="118" y="0"/>
                        </a:lnTo>
                        <a:lnTo>
                          <a:pt x="0" y="0"/>
                        </a:lnTo>
                        <a:lnTo>
                          <a:pt x="0" y="43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35" name="Freeform 595">
                    <a:extLst>
                      <a:ext uri="{FF2B5EF4-FFF2-40B4-BE49-F238E27FC236}">
                        <a16:creationId xmlns:a16="http://schemas.microsoft.com/office/drawing/2014/main" id="{BAC0682B-4CB7-4240-8158-9D207FE358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54" y="3416"/>
                    <a:ext cx="134" cy="63"/>
                  </a:xfrm>
                  <a:custGeom>
                    <a:avLst/>
                    <a:gdLst>
                      <a:gd name="T0" fmla="*/ 0 w 134"/>
                      <a:gd name="T1" fmla="*/ 62 h 63"/>
                      <a:gd name="T2" fmla="*/ 133 w 134"/>
                      <a:gd name="T3" fmla="*/ 62 h 63"/>
                      <a:gd name="T4" fmla="*/ 133 w 134"/>
                      <a:gd name="T5" fmla="*/ 0 h 63"/>
                      <a:gd name="T6" fmla="*/ 0 w 134"/>
                      <a:gd name="T7" fmla="*/ 0 h 63"/>
                      <a:gd name="T8" fmla="*/ 0 w 134"/>
                      <a:gd name="T9" fmla="*/ 62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34"/>
                      <a:gd name="T16" fmla="*/ 0 h 63"/>
                      <a:gd name="T17" fmla="*/ 134 w 13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34" h="63">
                        <a:moveTo>
                          <a:pt x="0" y="62"/>
                        </a:moveTo>
                        <a:lnTo>
                          <a:pt x="133" y="62"/>
                        </a:lnTo>
                        <a:lnTo>
                          <a:pt x="133" y="0"/>
                        </a:lnTo>
                        <a:lnTo>
                          <a:pt x="0" y="0"/>
                        </a:lnTo>
                        <a:lnTo>
                          <a:pt x="0" y="6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40" name="Freeform 596">
                  <a:extLst>
                    <a:ext uri="{FF2B5EF4-FFF2-40B4-BE49-F238E27FC236}">
                      <a16:creationId xmlns:a16="http://schemas.microsoft.com/office/drawing/2014/main" id="{E222CCE6-B306-AC41-A001-48F848FEE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7" y="3071"/>
                  <a:ext cx="106" cy="669"/>
                </a:xfrm>
                <a:custGeom>
                  <a:avLst/>
                  <a:gdLst>
                    <a:gd name="T0" fmla="*/ 0 w 106"/>
                    <a:gd name="T1" fmla="*/ 668 h 669"/>
                    <a:gd name="T2" fmla="*/ 105 w 106"/>
                    <a:gd name="T3" fmla="*/ 668 h 669"/>
                    <a:gd name="T4" fmla="*/ 105 w 106"/>
                    <a:gd name="T5" fmla="*/ 0 h 669"/>
                    <a:gd name="T6" fmla="*/ 0 w 106"/>
                    <a:gd name="T7" fmla="*/ 0 h 669"/>
                    <a:gd name="T8" fmla="*/ 0 w 106"/>
                    <a:gd name="T9" fmla="*/ 668 h 6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6"/>
                    <a:gd name="T16" fmla="*/ 0 h 669"/>
                    <a:gd name="T17" fmla="*/ 106 w 106"/>
                    <a:gd name="T18" fmla="*/ 669 h 66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6" h="669">
                      <a:moveTo>
                        <a:pt x="0" y="668"/>
                      </a:moveTo>
                      <a:lnTo>
                        <a:pt x="105" y="668"/>
                      </a:lnTo>
                      <a:lnTo>
                        <a:pt x="105" y="0"/>
                      </a:lnTo>
                      <a:lnTo>
                        <a:pt x="0" y="0"/>
                      </a:lnTo>
                      <a:lnTo>
                        <a:pt x="0" y="66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41" name="Group 597">
                  <a:extLst>
                    <a:ext uri="{FF2B5EF4-FFF2-40B4-BE49-F238E27FC236}">
                      <a16:creationId xmlns:a16="http://schemas.microsoft.com/office/drawing/2014/main" id="{A5E7A176-3DE9-5D4D-BDB4-ABC6FD33A6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27" y="3071"/>
                  <a:ext cx="113" cy="681"/>
                  <a:chOff x="3527" y="3071"/>
                  <a:chExt cx="113" cy="681"/>
                </a:xfrm>
              </p:grpSpPr>
              <p:sp>
                <p:nvSpPr>
                  <p:cNvPr id="55532" name="Freeform 598">
                    <a:extLst>
                      <a:ext uri="{FF2B5EF4-FFF2-40B4-BE49-F238E27FC236}">
                        <a16:creationId xmlns:a16="http://schemas.microsoft.com/office/drawing/2014/main" id="{9B5CB978-E83A-5648-A57F-24A52EB76F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7" y="3071"/>
                    <a:ext cx="98" cy="660"/>
                  </a:xfrm>
                  <a:custGeom>
                    <a:avLst/>
                    <a:gdLst>
                      <a:gd name="T0" fmla="*/ 0 w 98"/>
                      <a:gd name="T1" fmla="*/ 659 h 660"/>
                      <a:gd name="T2" fmla="*/ 97 w 98"/>
                      <a:gd name="T3" fmla="*/ 659 h 660"/>
                      <a:gd name="T4" fmla="*/ 97 w 98"/>
                      <a:gd name="T5" fmla="*/ 0 h 660"/>
                      <a:gd name="T6" fmla="*/ 0 w 98"/>
                      <a:gd name="T7" fmla="*/ 0 h 660"/>
                      <a:gd name="T8" fmla="*/ 0 w 98"/>
                      <a:gd name="T9" fmla="*/ 659 h 66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8"/>
                      <a:gd name="T16" fmla="*/ 0 h 660"/>
                      <a:gd name="T17" fmla="*/ 98 w 98"/>
                      <a:gd name="T18" fmla="*/ 660 h 66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8" h="660">
                        <a:moveTo>
                          <a:pt x="0" y="659"/>
                        </a:moveTo>
                        <a:lnTo>
                          <a:pt x="97" y="65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59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33" name="Freeform 599">
                    <a:extLst>
                      <a:ext uri="{FF2B5EF4-FFF2-40B4-BE49-F238E27FC236}">
                        <a16:creationId xmlns:a16="http://schemas.microsoft.com/office/drawing/2014/main" id="{D4CB7C4E-8E3F-1A4C-9C71-79F68EEC3B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7" y="3071"/>
                    <a:ext cx="113" cy="681"/>
                  </a:xfrm>
                  <a:custGeom>
                    <a:avLst/>
                    <a:gdLst>
                      <a:gd name="T0" fmla="*/ 0 w 113"/>
                      <a:gd name="T1" fmla="*/ 680 h 681"/>
                      <a:gd name="T2" fmla="*/ 112 w 113"/>
                      <a:gd name="T3" fmla="*/ 680 h 681"/>
                      <a:gd name="T4" fmla="*/ 112 w 113"/>
                      <a:gd name="T5" fmla="*/ 0 h 681"/>
                      <a:gd name="T6" fmla="*/ 0 w 113"/>
                      <a:gd name="T7" fmla="*/ 0 h 681"/>
                      <a:gd name="T8" fmla="*/ 0 w 113"/>
                      <a:gd name="T9" fmla="*/ 680 h 68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3"/>
                      <a:gd name="T16" fmla="*/ 0 h 681"/>
                      <a:gd name="T17" fmla="*/ 113 w 113"/>
                      <a:gd name="T18" fmla="*/ 681 h 68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3" h="681">
                        <a:moveTo>
                          <a:pt x="0" y="680"/>
                        </a:moveTo>
                        <a:lnTo>
                          <a:pt x="112" y="680"/>
                        </a:lnTo>
                        <a:lnTo>
                          <a:pt x="112" y="0"/>
                        </a:lnTo>
                        <a:lnTo>
                          <a:pt x="0" y="0"/>
                        </a:lnTo>
                        <a:lnTo>
                          <a:pt x="0" y="68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42" name="Freeform 600">
                  <a:extLst>
                    <a:ext uri="{FF2B5EF4-FFF2-40B4-BE49-F238E27FC236}">
                      <a16:creationId xmlns:a16="http://schemas.microsoft.com/office/drawing/2014/main" id="{A5599CD7-BE22-A743-A30C-7BF95EBD90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26"/>
                  <a:ext cx="79" cy="84"/>
                </a:xfrm>
                <a:custGeom>
                  <a:avLst/>
                  <a:gdLst>
                    <a:gd name="T0" fmla="*/ 0 w 79"/>
                    <a:gd name="T1" fmla="*/ 83 h 84"/>
                    <a:gd name="T2" fmla="*/ 78 w 79"/>
                    <a:gd name="T3" fmla="*/ 83 h 84"/>
                    <a:gd name="T4" fmla="*/ 78 w 79"/>
                    <a:gd name="T5" fmla="*/ 0 h 84"/>
                    <a:gd name="T6" fmla="*/ 0 w 79"/>
                    <a:gd name="T7" fmla="*/ 0 h 84"/>
                    <a:gd name="T8" fmla="*/ 0 w 79"/>
                    <a:gd name="T9" fmla="*/ 83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84"/>
                    <a:gd name="T17" fmla="*/ 79 w 79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84">
                      <a:moveTo>
                        <a:pt x="0" y="83"/>
                      </a:moveTo>
                      <a:lnTo>
                        <a:pt x="78" y="83"/>
                      </a:lnTo>
                      <a:lnTo>
                        <a:pt x="78" y="0"/>
                      </a:lnTo>
                      <a:lnTo>
                        <a:pt x="0" y="0"/>
                      </a:lnTo>
                      <a:lnTo>
                        <a:pt x="0" y="83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43" name="Group 601">
                  <a:extLst>
                    <a:ext uri="{FF2B5EF4-FFF2-40B4-BE49-F238E27FC236}">
                      <a16:creationId xmlns:a16="http://schemas.microsoft.com/office/drawing/2014/main" id="{7E3E1114-2603-9E4A-8839-99BDFBA032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08" y="3226"/>
                  <a:ext cx="88" cy="96"/>
                  <a:chOff x="3508" y="3226"/>
                  <a:chExt cx="88" cy="96"/>
                </a:xfrm>
              </p:grpSpPr>
              <p:sp>
                <p:nvSpPr>
                  <p:cNvPr id="55530" name="Freeform 602">
                    <a:extLst>
                      <a:ext uri="{FF2B5EF4-FFF2-40B4-BE49-F238E27FC236}">
                        <a16:creationId xmlns:a16="http://schemas.microsoft.com/office/drawing/2014/main" id="{7C966E0D-ABC4-4047-8A80-E5FBAEE6D8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8" y="3226"/>
                    <a:ext cx="72" cy="77"/>
                  </a:xfrm>
                  <a:custGeom>
                    <a:avLst/>
                    <a:gdLst>
                      <a:gd name="T0" fmla="*/ 0 w 72"/>
                      <a:gd name="T1" fmla="*/ 76 h 77"/>
                      <a:gd name="T2" fmla="*/ 71 w 72"/>
                      <a:gd name="T3" fmla="*/ 76 h 77"/>
                      <a:gd name="T4" fmla="*/ 71 w 72"/>
                      <a:gd name="T5" fmla="*/ 0 h 77"/>
                      <a:gd name="T6" fmla="*/ 0 w 72"/>
                      <a:gd name="T7" fmla="*/ 0 h 77"/>
                      <a:gd name="T8" fmla="*/ 0 w 72"/>
                      <a:gd name="T9" fmla="*/ 76 h 7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"/>
                      <a:gd name="T16" fmla="*/ 0 h 77"/>
                      <a:gd name="T17" fmla="*/ 72 w 72"/>
                      <a:gd name="T18" fmla="*/ 77 h 7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" h="77">
                        <a:moveTo>
                          <a:pt x="0" y="76"/>
                        </a:moveTo>
                        <a:lnTo>
                          <a:pt x="71" y="76"/>
                        </a:lnTo>
                        <a:lnTo>
                          <a:pt x="71" y="0"/>
                        </a:lnTo>
                        <a:lnTo>
                          <a:pt x="0" y="0"/>
                        </a:lnTo>
                        <a:lnTo>
                          <a:pt x="0" y="7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31" name="Freeform 603">
                    <a:extLst>
                      <a:ext uri="{FF2B5EF4-FFF2-40B4-BE49-F238E27FC236}">
                        <a16:creationId xmlns:a16="http://schemas.microsoft.com/office/drawing/2014/main" id="{4AF46840-F849-734B-9C22-6FE2C7CBC8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8" y="3226"/>
                    <a:ext cx="88" cy="96"/>
                  </a:xfrm>
                  <a:custGeom>
                    <a:avLst/>
                    <a:gdLst>
                      <a:gd name="T0" fmla="*/ 0 w 88"/>
                      <a:gd name="T1" fmla="*/ 95 h 96"/>
                      <a:gd name="T2" fmla="*/ 87 w 88"/>
                      <a:gd name="T3" fmla="*/ 95 h 96"/>
                      <a:gd name="T4" fmla="*/ 87 w 88"/>
                      <a:gd name="T5" fmla="*/ 0 h 96"/>
                      <a:gd name="T6" fmla="*/ 0 w 88"/>
                      <a:gd name="T7" fmla="*/ 0 h 96"/>
                      <a:gd name="T8" fmla="*/ 0 w 88"/>
                      <a:gd name="T9" fmla="*/ 95 h 9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8"/>
                      <a:gd name="T16" fmla="*/ 0 h 96"/>
                      <a:gd name="T17" fmla="*/ 88 w 88"/>
                      <a:gd name="T18" fmla="*/ 96 h 9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8" h="96">
                        <a:moveTo>
                          <a:pt x="0" y="95"/>
                        </a:moveTo>
                        <a:lnTo>
                          <a:pt x="87" y="95"/>
                        </a:lnTo>
                        <a:lnTo>
                          <a:pt x="87" y="0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44" name="Freeform 604">
                  <a:extLst>
                    <a:ext uri="{FF2B5EF4-FFF2-40B4-BE49-F238E27FC236}">
                      <a16:creationId xmlns:a16="http://schemas.microsoft.com/office/drawing/2014/main" id="{E6E94449-7F1F-704B-8A36-1ECB2E7CB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6" y="3433"/>
                  <a:ext cx="1" cy="19"/>
                </a:xfrm>
                <a:custGeom>
                  <a:avLst/>
                  <a:gdLst>
                    <a:gd name="T0" fmla="*/ 0 w 1"/>
                    <a:gd name="T1" fmla="*/ 18 h 19"/>
                    <a:gd name="T2" fmla="*/ 0 w 1"/>
                    <a:gd name="T3" fmla="*/ 18 h 19"/>
                    <a:gd name="T4" fmla="*/ 0 w 1"/>
                    <a:gd name="T5" fmla="*/ 0 h 19"/>
                    <a:gd name="T6" fmla="*/ 0 w 1"/>
                    <a:gd name="T7" fmla="*/ 18 h 1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"/>
                    <a:gd name="T13" fmla="*/ 0 h 19"/>
                    <a:gd name="T14" fmla="*/ 1 w 1"/>
                    <a:gd name="T15" fmla="*/ 19 h 1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45" name="Group 605">
                  <a:extLst>
                    <a:ext uri="{FF2B5EF4-FFF2-40B4-BE49-F238E27FC236}">
                      <a16:creationId xmlns:a16="http://schemas.microsoft.com/office/drawing/2014/main" id="{3DCDE415-45D8-8644-A893-6E3B383A47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38" y="3433"/>
                  <a:ext cx="25" cy="32"/>
                  <a:chOff x="3738" y="3433"/>
                  <a:chExt cx="25" cy="32"/>
                </a:xfrm>
              </p:grpSpPr>
              <p:sp>
                <p:nvSpPr>
                  <p:cNvPr id="55528" name="Freeform 606">
                    <a:extLst>
                      <a:ext uri="{FF2B5EF4-FFF2-40B4-BE49-F238E27FC236}">
                        <a16:creationId xmlns:a16="http://schemas.microsoft.com/office/drawing/2014/main" id="{5C33A35F-5681-CD4B-BC69-3A61C3D28C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8" y="3433"/>
                    <a:ext cx="17" cy="19"/>
                  </a:xfrm>
                  <a:custGeom>
                    <a:avLst/>
                    <a:gdLst>
                      <a:gd name="T0" fmla="*/ 16 w 17"/>
                      <a:gd name="T1" fmla="*/ 18 h 19"/>
                      <a:gd name="T2" fmla="*/ 0 w 17"/>
                      <a:gd name="T3" fmla="*/ 18 h 19"/>
                      <a:gd name="T4" fmla="*/ 0 w 17"/>
                      <a:gd name="T5" fmla="*/ 0 h 19"/>
                      <a:gd name="T6" fmla="*/ 16 w 17"/>
                      <a:gd name="T7" fmla="*/ 0 h 19"/>
                      <a:gd name="T8" fmla="*/ 16 w 17"/>
                      <a:gd name="T9" fmla="*/ 18 h 1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19"/>
                      <a:gd name="T17" fmla="*/ 17 w 17"/>
                      <a:gd name="T18" fmla="*/ 19 h 1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19">
                        <a:moveTo>
                          <a:pt x="16" y="1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18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29" name="Freeform 607">
                    <a:extLst>
                      <a:ext uri="{FF2B5EF4-FFF2-40B4-BE49-F238E27FC236}">
                        <a16:creationId xmlns:a16="http://schemas.microsoft.com/office/drawing/2014/main" id="{A75BFC35-FB7E-314F-A9C1-C5859C04BB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6" y="3433"/>
                    <a:ext cx="17" cy="32"/>
                  </a:xfrm>
                  <a:custGeom>
                    <a:avLst/>
                    <a:gdLst>
                      <a:gd name="T0" fmla="*/ 0 w 17"/>
                      <a:gd name="T1" fmla="*/ 31 h 32"/>
                      <a:gd name="T2" fmla="*/ 16 w 17"/>
                      <a:gd name="T3" fmla="*/ 31 h 32"/>
                      <a:gd name="T4" fmla="*/ 16 w 17"/>
                      <a:gd name="T5" fmla="*/ 0 h 32"/>
                      <a:gd name="T6" fmla="*/ 0 w 17"/>
                      <a:gd name="T7" fmla="*/ 0 h 32"/>
                      <a:gd name="T8" fmla="*/ 0 w 17"/>
                      <a:gd name="T9" fmla="*/ 31 h 3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32"/>
                      <a:gd name="T17" fmla="*/ 17 w 17"/>
                      <a:gd name="T18" fmla="*/ 32 h 3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32">
                        <a:moveTo>
                          <a:pt x="0" y="31"/>
                        </a:moveTo>
                        <a:lnTo>
                          <a:pt x="16" y="31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31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55446" name="Group 608">
                  <a:extLst>
                    <a:ext uri="{FF2B5EF4-FFF2-40B4-BE49-F238E27FC236}">
                      <a16:creationId xmlns:a16="http://schemas.microsoft.com/office/drawing/2014/main" id="{A004627E-5342-4F43-8935-64B0374C43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31" y="3433"/>
                  <a:ext cx="22" cy="32"/>
                  <a:chOff x="3731" y="3433"/>
                  <a:chExt cx="22" cy="32"/>
                </a:xfrm>
              </p:grpSpPr>
              <p:sp>
                <p:nvSpPr>
                  <p:cNvPr id="55526" name="Freeform 609">
                    <a:extLst>
                      <a:ext uri="{FF2B5EF4-FFF2-40B4-BE49-F238E27FC236}">
                        <a16:creationId xmlns:a16="http://schemas.microsoft.com/office/drawing/2014/main" id="{BAC72F40-4DA0-6149-B7DA-12DD43D46A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1" y="3433"/>
                    <a:ext cx="17" cy="19"/>
                  </a:xfrm>
                  <a:custGeom>
                    <a:avLst/>
                    <a:gdLst>
                      <a:gd name="T0" fmla="*/ 0 w 17"/>
                      <a:gd name="T1" fmla="*/ 0 h 19"/>
                      <a:gd name="T2" fmla="*/ 16 w 17"/>
                      <a:gd name="T3" fmla="*/ 10 h 19"/>
                      <a:gd name="T4" fmla="*/ 0 w 17"/>
                      <a:gd name="T5" fmla="*/ 18 h 19"/>
                      <a:gd name="T6" fmla="*/ 0 w 17"/>
                      <a:gd name="T7" fmla="*/ 0 h 1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7"/>
                      <a:gd name="T13" fmla="*/ 0 h 19"/>
                      <a:gd name="T14" fmla="*/ 17 w 17"/>
                      <a:gd name="T15" fmla="*/ 19 h 1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7" h="19">
                        <a:moveTo>
                          <a:pt x="0" y="0"/>
                        </a:moveTo>
                        <a:lnTo>
                          <a:pt x="16" y="10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27" name="Freeform 610">
                    <a:extLst>
                      <a:ext uri="{FF2B5EF4-FFF2-40B4-BE49-F238E27FC236}">
                        <a16:creationId xmlns:a16="http://schemas.microsoft.com/office/drawing/2014/main" id="{547B81B8-9B2E-6E44-93DD-4E14B71005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3433"/>
                    <a:ext cx="17" cy="32"/>
                  </a:xfrm>
                  <a:custGeom>
                    <a:avLst/>
                    <a:gdLst>
                      <a:gd name="T0" fmla="*/ 16 w 17"/>
                      <a:gd name="T1" fmla="*/ 0 h 32"/>
                      <a:gd name="T2" fmla="*/ 0 w 17"/>
                      <a:gd name="T3" fmla="*/ 16 h 32"/>
                      <a:gd name="T4" fmla="*/ 16 w 17"/>
                      <a:gd name="T5" fmla="*/ 31 h 32"/>
                      <a:gd name="T6" fmla="*/ 0 60000 65536"/>
                      <a:gd name="T7" fmla="*/ 0 60000 65536"/>
                      <a:gd name="T8" fmla="*/ 0 60000 65536"/>
                      <a:gd name="T9" fmla="*/ 0 w 17"/>
                      <a:gd name="T10" fmla="*/ 0 h 32"/>
                      <a:gd name="T11" fmla="*/ 17 w 17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7" h="32">
                        <a:moveTo>
                          <a:pt x="16" y="0"/>
                        </a:moveTo>
                        <a:lnTo>
                          <a:pt x="0" y="16"/>
                        </a:lnTo>
                        <a:lnTo>
                          <a:pt x="16" y="31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47" name="Freeform 611">
                  <a:extLst>
                    <a:ext uri="{FF2B5EF4-FFF2-40B4-BE49-F238E27FC236}">
                      <a16:creationId xmlns:a16="http://schemas.microsoft.com/office/drawing/2014/main" id="{8F9C509C-AC49-BF48-98B8-A8E52CE3A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2" y="3184"/>
                  <a:ext cx="18" cy="173"/>
                </a:xfrm>
                <a:custGeom>
                  <a:avLst/>
                  <a:gdLst>
                    <a:gd name="T0" fmla="*/ 17 w 18"/>
                    <a:gd name="T1" fmla="*/ 0 h 173"/>
                    <a:gd name="T2" fmla="*/ 6 w 18"/>
                    <a:gd name="T3" fmla="*/ 172 h 173"/>
                    <a:gd name="T4" fmla="*/ 0 w 18"/>
                    <a:gd name="T5" fmla="*/ 162 h 173"/>
                    <a:gd name="T6" fmla="*/ 0 w 18"/>
                    <a:gd name="T7" fmla="*/ 86 h 173"/>
                    <a:gd name="T8" fmla="*/ 11 w 18"/>
                    <a:gd name="T9" fmla="*/ 0 h 173"/>
                    <a:gd name="T10" fmla="*/ 17 w 18"/>
                    <a:gd name="T11" fmla="*/ 0 h 1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8"/>
                    <a:gd name="T19" fmla="*/ 0 h 173"/>
                    <a:gd name="T20" fmla="*/ 18 w 18"/>
                    <a:gd name="T21" fmla="*/ 173 h 1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8" h="173">
                      <a:moveTo>
                        <a:pt x="17" y="0"/>
                      </a:moveTo>
                      <a:lnTo>
                        <a:pt x="6" y="172"/>
                      </a:lnTo>
                      <a:lnTo>
                        <a:pt x="0" y="162"/>
                      </a:lnTo>
                      <a:lnTo>
                        <a:pt x="0" y="86"/>
                      </a:lnTo>
                      <a:lnTo>
                        <a:pt x="11" y="0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48" name="Group 612">
                  <a:extLst>
                    <a:ext uri="{FF2B5EF4-FFF2-40B4-BE49-F238E27FC236}">
                      <a16:creationId xmlns:a16="http://schemas.microsoft.com/office/drawing/2014/main" id="{1DC63E81-BC73-7D43-B152-AF6D122101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02" y="3184"/>
                  <a:ext cx="26" cy="183"/>
                  <a:chOff x="3502" y="3184"/>
                  <a:chExt cx="26" cy="183"/>
                </a:xfrm>
              </p:grpSpPr>
              <p:sp>
                <p:nvSpPr>
                  <p:cNvPr id="55524" name="Freeform 613">
                    <a:extLst>
                      <a:ext uri="{FF2B5EF4-FFF2-40B4-BE49-F238E27FC236}">
                        <a16:creationId xmlns:a16="http://schemas.microsoft.com/office/drawing/2014/main" id="{9539096D-7DBA-354A-B0F9-7DFC9C1D61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2" y="3184"/>
                    <a:ext cx="17" cy="163"/>
                  </a:xfrm>
                  <a:custGeom>
                    <a:avLst/>
                    <a:gdLst>
                      <a:gd name="T0" fmla="*/ 16 w 17"/>
                      <a:gd name="T1" fmla="*/ 0 h 163"/>
                      <a:gd name="T2" fmla="*/ 4 w 17"/>
                      <a:gd name="T3" fmla="*/ 162 h 163"/>
                      <a:gd name="T4" fmla="*/ 0 w 17"/>
                      <a:gd name="T5" fmla="*/ 150 h 163"/>
                      <a:gd name="T6" fmla="*/ 0 w 17"/>
                      <a:gd name="T7" fmla="*/ 81 h 163"/>
                      <a:gd name="T8" fmla="*/ 11 w 17"/>
                      <a:gd name="T9" fmla="*/ 0 h 163"/>
                      <a:gd name="T10" fmla="*/ 16 w 17"/>
                      <a:gd name="T11" fmla="*/ 0 h 16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163"/>
                      <a:gd name="T20" fmla="*/ 17 w 17"/>
                      <a:gd name="T21" fmla="*/ 163 h 16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163">
                        <a:moveTo>
                          <a:pt x="16" y="0"/>
                        </a:moveTo>
                        <a:lnTo>
                          <a:pt x="4" y="162"/>
                        </a:lnTo>
                        <a:lnTo>
                          <a:pt x="0" y="150"/>
                        </a:lnTo>
                        <a:lnTo>
                          <a:pt x="0" y="81"/>
                        </a:lnTo>
                        <a:lnTo>
                          <a:pt x="11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25" name="Freeform 614">
                    <a:extLst>
                      <a:ext uri="{FF2B5EF4-FFF2-40B4-BE49-F238E27FC236}">
                        <a16:creationId xmlns:a16="http://schemas.microsoft.com/office/drawing/2014/main" id="{A4D6F1B9-D158-4A49-972E-C4468BF3C1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2" y="3184"/>
                    <a:ext cx="26" cy="183"/>
                  </a:xfrm>
                  <a:custGeom>
                    <a:avLst/>
                    <a:gdLst>
                      <a:gd name="T0" fmla="*/ 25 w 26"/>
                      <a:gd name="T1" fmla="*/ 0 h 183"/>
                      <a:gd name="T2" fmla="*/ 8 w 26"/>
                      <a:gd name="T3" fmla="*/ 182 h 183"/>
                      <a:gd name="T4" fmla="*/ 0 w 26"/>
                      <a:gd name="T5" fmla="*/ 168 h 183"/>
                      <a:gd name="T6" fmla="*/ 0 w 26"/>
                      <a:gd name="T7" fmla="*/ 91 h 183"/>
                      <a:gd name="T8" fmla="*/ 17 w 26"/>
                      <a:gd name="T9" fmla="*/ 0 h 183"/>
                      <a:gd name="T10" fmla="*/ 25 w 26"/>
                      <a:gd name="T11" fmla="*/ 0 h 18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6"/>
                      <a:gd name="T19" fmla="*/ 0 h 183"/>
                      <a:gd name="T20" fmla="*/ 26 w 26"/>
                      <a:gd name="T21" fmla="*/ 183 h 18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6" h="183">
                        <a:moveTo>
                          <a:pt x="25" y="0"/>
                        </a:moveTo>
                        <a:lnTo>
                          <a:pt x="8" y="182"/>
                        </a:lnTo>
                        <a:lnTo>
                          <a:pt x="0" y="168"/>
                        </a:lnTo>
                        <a:lnTo>
                          <a:pt x="0" y="91"/>
                        </a:lnTo>
                        <a:lnTo>
                          <a:pt x="17" y="0"/>
                        </a:lnTo>
                        <a:lnTo>
                          <a:pt x="25" y="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49" name="Freeform 615">
                  <a:extLst>
                    <a:ext uri="{FF2B5EF4-FFF2-40B4-BE49-F238E27FC236}">
                      <a16:creationId xmlns:a16="http://schemas.microsoft.com/office/drawing/2014/main" id="{E32F9F17-172F-9042-8730-DF3154D01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164"/>
                  <a:ext cx="291" cy="146"/>
                </a:xfrm>
                <a:custGeom>
                  <a:avLst/>
                  <a:gdLst>
                    <a:gd name="T0" fmla="*/ 0 w 291"/>
                    <a:gd name="T1" fmla="*/ 145 h 146"/>
                    <a:gd name="T2" fmla="*/ 290 w 291"/>
                    <a:gd name="T3" fmla="*/ 145 h 146"/>
                    <a:gd name="T4" fmla="*/ 290 w 291"/>
                    <a:gd name="T5" fmla="*/ 0 h 146"/>
                    <a:gd name="T6" fmla="*/ 0 w 291"/>
                    <a:gd name="T7" fmla="*/ 0 h 146"/>
                    <a:gd name="T8" fmla="*/ 0 w 291"/>
                    <a:gd name="T9" fmla="*/ 145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1"/>
                    <a:gd name="T16" fmla="*/ 0 h 146"/>
                    <a:gd name="T17" fmla="*/ 291 w 291"/>
                    <a:gd name="T18" fmla="*/ 146 h 1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1" h="146">
                      <a:moveTo>
                        <a:pt x="0" y="145"/>
                      </a:moveTo>
                      <a:lnTo>
                        <a:pt x="290" y="145"/>
                      </a:lnTo>
                      <a:lnTo>
                        <a:pt x="290" y="0"/>
                      </a:lnTo>
                      <a:lnTo>
                        <a:pt x="0" y="0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50" name="Group 616">
                  <a:extLst>
                    <a:ext uri="{FF2B5EF4-FFF2-40B4-BE49-F238E27FC236}">
                      <a16:creationId xmlns:a16="http://schemas.microsoft.com/office/drawing/2014/main" id="{38777C9D-CDEA-124E-8F9A-DC262E02F7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31" y="3164"/>
                  <a:ext cx="300" cy="158"/>
                  <a:chOff x="3031" y="3164"/>
                  <a:chExt cx="300" cy="158"/>
                </a:xfrm>
              </p:grpSpPr>
              <p:sp>
                <p:nvSpPr>
                  <p:cNvPr id="55522" name="Freeform 617">
                    <a:extLst>
                      <a:ext uri="{FF2B5EF4-FFF2-40B4-BE49-F238E27FC236}">
                        <a16:creationId xmlns:a16="http://schemas.microsoft.com/office/drawing/2014/main" id="{E16B276F-B3DC-9543-B7FF-5D1EABE33A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164"/>
                    <a:ext cx="285" cy="139"/>
                  </a:xfrm>
                  <a:custGeom>
                    <a:avLst/>
                    <a:gdLst>
                      <a:gd name="T0" fmla="*/ 0 w 285"/>
                      <a:gd name="T1" fmla="*/ 138 h 139"/>
                      <a:gd name="T2" fmla="*/ 284 w 285"/>
                      <a:gd name="T3" fmla="*/ 138 h 139"/>
                      <a:gd name="T4" fmla="*/ 284 w 285"/>
                      <a:gd name="T5" fmla="*/ 0 h 139"/>
                      <a:gd name="T6" fmla="*/ 0 w 285"/>
                      <a:gd name="T7" fmla="*/ 0 h 139"/>
                      <a:gd name="T8" fmla="*/ 0 w 285"/>
                      <a:gd name="T9" fmla="*/ 138 h 13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5"/>
                      <a:gd name="T16" fmla="*/ 0 h 139"/>
                      <a:gd name="T17" fmla="*/ 285 w 285"/>
                      <a:gd name="T18" fmla="*/ 139 h 13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5" h="139">
                        <a:moveTo>
                          <a:pt x="0" y="138"/>
                        </a:moveTo>
                        <a:lnTo>
                          <a:pt x="284" y="138"/>
                        </a:lnTo>
                        <a:lnTo>
                          <a:pt x="284" y="0"/>
                        </a:lnTo>
                        <a:lnTo>
                          <a:pt x="0" y="0"/>
                        </a:lnTo>
                        <a:lnTo>
                          <a:pt x="0" y="138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23" name="Freeform 618">
                    <a:extLst>
                      <a:ext uri="{FF2B5EF4-FFF2-40B4-BE49-F238E27FC236}">
                        <a16:creationId xmlns:a16="http://schemas.microsoft.com/office/drawing/2014/main" id="{38B68654-7AAF-0243-8F2E-E9012A8D61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164"/>
                    <a:ext cx="300" cy="158"/>
                  </a:xfrm>
                  <a:custGeom>
                    <a:avLst/>
                    <a:gdLst>
                      <a:gd name="T0" fmla="*/ 0 w 300"/>
                      <a:gd name="T1" fmla="*/ 157 h 158"/>
                      <a:gd name="T2" fmla="*/ 299 w 300"/>
                      <a:gd name="T3" fmla="*/ 157 h 158"/>
                      <a:gd name="T4" fmla="*/ 299 w 300"/>
                      <a:gd name="T5" fmla="*/ 0 h 158"/>
                      <a:gd name="T6" fmla="*/ 0 w 300"/>
                      <a:gd name="T7" fmla="*/ 0 h 158"/>
                      <a:gd name="T8" fmla="*/ 0 w 300"/>
                      <a:gd name="T9" fmla="*/ 157 h 1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0"/>
                      <a:gd name="T16" fmla="*/ 0 h 158"/>
                      <a:gd name="T17" fmla="*/ 300 w 300"/>
                      <a:gd name="T18" fmla="*/ 158 h 15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0" h="158">
                        <a:moveTo>
                          <a:pt x="0" y="157"/>
                        </a:moveTo>
                        <a:lnTo>
                          <a:pt x="299" y="157"/>
                        </a:lnTo>
                        <a:lnTo>
                          <a:pt x="299" y="0"/>
                        </a:lnTo>
                        <a:lnTo>
                          <a:pt x="0" y="0"/>
                        </a:lnTo>
                        <a:lnTo>
                          <a:pt x="0" y="157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51" name="Freeform 619">
                  <a:extLst>
                    <a:ext uri="{FF2B5EF4-FFF2-40B4-BE49-F238E27FC236}">
                      <a16:creationId xmlns:a16="http://schemas.microsoft.com/office/drawing/2014/main" id="{BA4D2A2B-FD4A-FA4B-9176-B63D4B6DD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1" y="3321"/>
                  <a:ext cx="291" cy="462"/>
                </a:xfrm>
                <a:custGeom>
                  <a:avLst/>
                  <a:gdLst>
                    <a:gd name="T0" fmla="*/ 0 w 291"/>
                    <a:gd name="T1" fmla="*/ 461 h 462"/>
                    <a:gd name="T2" fmla="*/ 290 w 291"/>
                    <a:gd name="T3" fmla="*/ 461 h 462"/>
                    <a:gd name="T4" fmla="*/ 290 w 291"/>
                    <a:gd name="T5" fmla="*/ 0 h 462"/>
                    <a:gd name="T6" fmla="*/ 0 w 291"/>
                    <a:gd name="T7" fmla="*/ 0 h 462"/>
                    <a:gd name="T8" fmla="*/ 0 w 291"/>
                    <a:gd name="T9" fmla="*/ 461 h 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1"/>
                    <a:gd name="T16" fmla="*/ 0 h 462"/>
                    <a:gd name="T17" fmla="*/ 291 w 291"/>
                    <a:gd name="T18" fmla="*/ 462 h 4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1" h="462">
                      <a:moveTo>
                        <a:pt x="0" y="461"/>
                      </a:moveTo>
                      <a:lnTo>
                        <a:pt x="290" y="461"/>
                      </a:lnTo>
                      <a:lnTo>
                        <a:pt x="290" y="0"/>
                      </a:lnTo>
                      <a:lnTo>
                        <a:pt x="0" y="0"/>
                      </a:lnTo>
                      <a:lnTo>
                        <a:pt x="0" y="46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52" name="Group 620">
                  <a:extLst>
                    <a:ext uri="{FF2B5EF4-FFF2-40B4-BE49-F238E27FC236}">
                      <a16:creationId xmlns:a16="http://schemas.microsoft.com/office/drawing/2014/main" id="{984618B1-B1B0-9047-B1B3-CAB6DB8212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31" y="3321"/>
                  <a:ext cx="300" cy="479"/>
                  <a:chOff x="3031" y="3321"/>
                  <a:chExt cx="300" cy="479"/>
                </a:xfrm>
              </p:grpSpPr>
              <p:sp>
                <p:nvSpPr>
                  <p:cNvPr id="55520" name="Freeform 621">
                    <a:extLst>
                      <a:ext uri="{FF2B5EF4-FFF2-40B4-BE49-F238E27FC236}">
                        <a16:creationId xmlns:a16="http://schemas.microsoft.com/office/drawing/2014/main" id="{6CF9E3DA-8A7C-644C-B988-14B0D31495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321"/>
                    <a:ext cx="285" cy="457"/>
                  </a:xfrm>
                  <a:custGeom>
                    <a:avLst/>
                    <a:gdLst>
                      <a:gd name="T0" fmla="*/ 0 w 285"/>
                      <a:gd name="T1" fmla="*/ 456 h 457"/>
                      <a:gd name="T2" fmla="*/ 284 w 285"/>
                      <a:gd name="T3" fmla="*/ 456 h 457"/>
                      <a:gd name="T4" fmla="*/ 284 w 285"/>
                      <a:gd name="T5" fmla="*/ 0 h 457"/>
                      <a:gd name="T6" fmla="*/ 0 w 285"/>
                      <a:gd name="T7" fmla="*/ 0 h 457"/>
                      <a:gd name="T8" fmla="*/ 0 w 285"/>
                      <a:gd name="T9" fmla="*/ 456 h 45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5"/>
                      <a:gd name="T16" fmla="*/ 0 h 457"/>
                      <a:gd name="T17" fmla="*/ 285 w 285"/>
                      <a:gd name="T18" fmla="*/ 457 h 45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5" h="457">
                        <a:moveTo>
                          <a:pt x="0" y="456"/>
                        </a:moveTo>
                        <a:lnTo>
                          <a:pt x="284" y="456"/>
                        </a:lnTo>
                        <a:lnTo>
                          <a:pt x="284" y="0"/>
                        </a:lnTo>
                        <a:lnTo>
                          <a:pt x="0" y="0"/>
                        </a:lnTo>
                        <a:lnTo>
                          <a:pt x="0" y="45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21" name="Freeform 622">
                    <a:extLst>
                      <a:ext uri="{FF2B5EF4-FFF2-40B4-BE49-F238E27FC236}">
                        <a16:creationId xmlns:a16="http://schemas.microsoft.com/office/drawing/2014/main" id="{AD205F31-7B1D-C540-B47F-4A91E0FEF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1" y="3321"/>
                    <a:ext cx="300" cy="479"/>
                  </a:xfrm>
                  <a:custGeom>
                    <a:avLst/>
                    <a:gdLst>
                      <a:gd name="T0" fmla="*/ 0 w 300"/>
                      <a:gd name="T1" fmla="*/ 478 h 479"/>
                      <a:gd name="T2" fmla="*/ 299 w 300"/>
                      <a:gd name="T3" fmla="*/ 478 h 479"/>
                      <a:gd name="T4" fmla="*/ 299 w 300"/>
                      <a:gd name="T5" fmla="*/ 0 h 479"/>
                      <a:gd name="T6" fmla="*/ 0 w 300"/>
                      <a:gd name="T7" fmla="*/ 0 h 479"/>
                      <a:gd name="T8" fmla="*/ 0 w 300"/>
                      <a:gd name="T9" fmla="*/ 478 h 47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0"/>
                      <a:gd name="T16" fmla="*/ 0 h 479"/>
                      <a:gd name="T17" fmla="*/ 300 w 300"/>
                      <a:gd name="T18" fmla="*/ 479 h 47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0" h="479">
                        <a:moveTo>
                          <a:pt x="0" y="478"/>
                        </a:moveTo>
                        <a:lnTo>
                          <a:pt x="299" y="478"/>
                        </a:lnTo>
                        <a:lnTo>
                          <a:pt x="299" y="0"/>
                        </a:lnTo>
                        <a:lnTo>
                          <a:pt x="0" y="0"/>
                        </a:lnTo>
                        <a:lnTo>
                          <a:pt x="0" y="478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53" name="Freeform 623">
                  <a:extLst>
                    <a:ext uri="{FF2B5EF4-FFF2-40B4-BE49-F238E27FC236}">
                      <a16:creationId xmlns:a16="http://schemas.microsoft.com/office/drawing/2014/main" id="{4CCE7E86-44D1-FA41-A9E9-49530E7DD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9" y="3509"/>
                  <a:ext cx="170" cy="86"/>
                </a:xfrm>
                <a:custGeom>
                  <a:avLst/>
                  <a:gdLst>
                    <a:gd name="T0" fmla="*/ 0 w 170"/>
                    <a:gd name="T1" fmla="*/ 85 h 86"/>
                    <a:gd name="T2" fmla="*/ 169 w 170"/>
                    <a:gd name="T3" fmla="*/ 85 h 86"/>
                    <a:gd name="T4" fmla="*/ 169 w 170"/>
                    <a:gd name="T5" fmla="*/ 0 h 86"/>
                    <a:gd name="T6" fmla="*/ 0 w 170"/>
                    <a:gd name="T7" fmla="*/ 0 h 86"/>
                    <a:gd name="T8" fmla="*/ 0 w 170"/>
                    <a:gd name="T9" fmla="*/ 85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86"/>
                    <a:gd name="T17" fmla="*/ 170 w 170"/>
                    <a:gd name="T18" fmla="*/ 86 h 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86">
                      <a:moveTo>
                        <a:pt x="0" y="85"/>
                      </a:moveTo>
                      <a:lnTo>
                        <a:pt x="169" y="85"/>
                      </a:lnTo>
                      <a:lnTo>
                        <a:pt x="169" y="0"/>
                      </a:lnTo>
                      <a:lnTo>
                        <a:pt x="0" y="0"/>
                      </a:lnTo>
                      <a:lnTo>
                        <a:pt x="0" y="8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54" name="Group 624">
                  <a:extLst>
                    <a:ext uri="{FF2B5EF4-FFF2-40B4-BE49-F238E27FC236}">
                      <a16:creationId xmlns:a16="http://schemas.microsoft.com/office/drawing/2014/main" id="{0541207D-0E56-5146-8D46-24733E267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99" y="3509"/>
                  <a:ext cx="178" cy="98"/>
                  <a:chOff x="3999" y="3509"/>
                  <a:chExt cx="178" cy="98"/>
                </a:xfrm>
              </p:grpSpPr>
              <p:sp>
                <p:nvSpPr>
                  <p:cNvPr id="55518" name="Freeform 625">
                    <a:extLst>
                      <a:ext uri="{FF2B5EF4-FFF2-40B4-BE49-F238E27FC236}">
                        <a16:creationId xmlns:a16="http://schemas.microsoft.com/office/drawing/2014/main" id="{4A94074B-394E-6942-AC14-8DFF724002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9" y="3509"/>
                    <a:ext cx="163" cy="78"/>
                  </a:xfrm>
                  <a:custGeom>
                    <a:avLst/>
                    <a:gdLst>
                      <a:gd name="T0" fmla="*/ 0 w 163"/>
                      <a:gd name="T1" fmla="*/ 77 h 78"/>
                      <a:gd name="T2" fmla="*/ 162 w 163"/>
                      <a:gd name="T3" fmla="*/ 77 h 78"/>
                      <a:gd name="T4" fmla="*/ 162 w 163"/>
                      <a:gd name="T5" fmla="*/ 0 h 78"/>
                      <a:gd name="T6" fmla="*/ 0 w 163"/>
                      <a:gd name="T7" fmla="*/ 0 h 78"/>
                      <a:gd name="T8" fmla="*/ 0 w 163"/>
                      <a:gd name="T9" fmla="*/ 77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63"/>
                      <a:gd name="T16" fmla="*/ 0 h 78"/>
                      <a:gd name="T17" fmla="*/ 163 w 163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63" h="78">
                        <a:moveTo>
                          <a:pt x="0" y="77"/>
                        </a:moveTo>
                        <a:lnTo>
                          <a:pt x="162" y="77"/>
                        </a:lnTo>
                        <a:lnTo>
                          <a:pt x="162" y="0"/>
                        </a:lnTo>
                        <a:lnTo>
                          <a:pt x="0" y="0"/>
                        </a:lnTo>
                        <a:lnTo>
                          <a:pt x="0" y="77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19" name="Freeform 626">
                    <a:extLst>
                      <a:ext uri="{FF2B5EF4-FFF2-40B4-BE49-F238E27FC236}">
                        <a16:creationId xmlns:a16="http://schemas.microsoft.com/office/drawing/2014/main" id="{7099BC84-AEAB-7E49-878B-9CD1A99911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9" y="3509"/>
                    <a:ext cx="178" cy="98"/>
                  </a:xfrm>
                  <a:custGeom>
                    <a:avLst/>
                    <a:gdLst>
                      <a:gd name="T0" fmla="*/ 0 w 178"/>
                      <a:gd name="T1" fmla="*/ 97 h 98"/>
                      <a:gd name="T2" fmla="*/ 177 w 178"/>
                      <a:gd name="T3" fmla="*/ 97 h 98"/>
                      <a:gd name="T4" fmla="*/ 177 w 178"/>
                      <a:gd name="T5" fmla="*/ 0 h 98"/>
                      <a:gd name="T6" fmla="*/ 0 w 178"/>
                      <a:gd name="T7" fmla="*/ 0 h 98"/>
                      <a:gd name="T8" fmla="*/ 0 w 178"/>
                      <a:gd name="T9" fmla="*/ 97 h 9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8"/>
                      <a:gd name="T16" fmla="*/ 0 h 98"/>
                      <a:gd name="T17" fmla="*/ 178 w 178"/>
                      <a:gd name="T18" fmla="*/ 98 h 9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8" h="98">
                        <a:moveTo>
                          <a:pt x="0" y="97"/>
                        </a:moveTo>
                        <a:lnTo>
                          <a:pt x="177" y="97"/>
                        </a:lnTo>
                        <a:lnTo>
                          <a:pt x="17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55" name="Line 627">
                  <a:extLst>
                    <a:ext uri="{FF2B5EF4-FFF2-40B4-BE49-F238E27FC236}">
                      <a16:creationId xmlns:a16="http://schemas.microsoft.com/office/drawing/2014/main" id="{B9040454-2B9E-B443-848E-DE69AB08F3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08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56" name="Line 628">
                  <a:extLst>
                    <a:ext uri="{FF2B5EF4-FFF2-40B4-BE49-F238E27FC236}">
                      <a16:creationId xmlns:a16="http://schemas.microsoft.com/office/drawing/2014/main" id="{068990C7-4426-3E4C-A700-875D56F127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92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57" name="Line 629">
                  <a:extLst>
                    <a:ext uri="{FF2B5EF4-FFF2-40B4-BE49-F238E27FC236}">
                      <a16:creationId xmlns:a16="http://schemas.microsoft.com/office/drawing/2014/main" id="{011CEA84-0B58-6746-954E-061F2A898F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66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58" name="Line 630">
                  <a:extLst>
                    <a:ext uri="{FF2B5EF4-FFF2-40B4-BE49-F238E27FC236}">
                      <a16:creationId xmlns:a16="http://schemas.microsoft.com/office/drawing/2014/main" id="{03174D8F-60CC-9844-9D9E-53B91F3C79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51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59" name="Line 631">
                  <a:extLst>
                    <a:ext uri="{FF2B5EF4-FFF2-40B4-BE49-F238E27FC236}">
                      <a16:creationId xmlns:a16="http://schemas.microsoft.com/office/drawing/2014/main" id="{5D3E6228-B3D5-E546-A1D2-6BC71B6FAC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27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0" name="Line 632">
                  <a:extLst>
                    <a:ext uri="{FF2B5EF4-FFF2-40B4-BE49-F238E27FC236}">
                      <a16:creationId xmlns:a16="http://schemas.microsoft.com/office/drawing/2014/main" id="{A968DD10-5514-FB46-9816-9719A7C079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10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1" name="Line 633">
                  <a:extLst>
                    <a:ext uri="{FF2B5EF4-FFF2-40B4-BE49-F238E27FC236}">
                      <a16:creationId xmlns:a16="http://schemas.microsoft.com/office/drawing/2014/main" id="{41FAE019-AB42-6A47-9236-814213D0FB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86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2" name="Line 634">
                  <a:extLst>
                    <a:ext uri="{FF2B5EF4-FFF2-40B4-BE49-F238E27FC236}">
                      <a16:creationId xmlns:a16="http://schemas.microsoft.com/office/drawing/2014/main" id="{FA4A17D5-44D1-5D45-8BE5-A172B7EA6A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71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3" name="Line 635">
                  <a:extLst>
                    <a:ext uri="{FF2B5EF4-FFF2-40B4-BE49-F238E27FC236}">
                      <a16:creationId xmlns:a16="http://schemas.microsoft.com/office/drawing/2014/main" id="{40633E52-9CA9-4147-BE41-374F0C7F86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43" y="3441"/>
                  <a:ext cx="3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4" name="Line 636">
                  <a:extLst>
                    <a:ext uri="{FF2B5EF4-FFF2-40B4-BE49-F238E27FC236}">
                      <a16:creationId xmlns:a16="http://schemas.microsoft.com/office/drawing/2014/main" id="{E175C9DC-88C9-9B40-8D8D-60C0B8F684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27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5" name="Line 637">
                  <a:extLst>
                    <a:ext uri="{FF2B5EF4-FFF2-40B4-BE49-F238E27FC236}">
                      <a16:creationId xmlns:a16="http://schemas.microsoft.com/office/drawing/2014/main" id="{5DDF4E84-BBF5-1A4C-8401-47AD1C49F1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03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6" name="Line 638">
                  <a:extLst>
                    <a:ext uri="{FF2B5EF4-FFF2-40B4-BE49-F238E27FC236}">
                      <a16:creationId xmlns:a16="http://schemas.microsoft.com/office/drawing/2014/main" id="{F46CB2CF-C614-BB44-8B40-576B9E5EFD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88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7" name="Line 639">
                  <a:extLst>
                    <a:ext uri="{FF2B5EF4-FFF2-40B4-BE49-F238E27FC236}">
                      <a16:creationId xmlns:a16="http://schemas.microsoft.com/office/drawing/2014/main" id="{4CE9510C-02C2-F146-94F1-1A56890FB0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61" y="3441"/>
                  <a:ext cx="3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8" name="Line 640">
                  <a:extLst>
                    <a:ext uri="{FF2B5EF4-FFF2-40B4-BE49-F238E27FC236}">
                      <a16:creationId xmlns:a16="http://schemas.microsoft.com/office/drawing/2014/main" id="{283902D9-CD1C-C54A-B124-693345BB07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47" y="3441"/>
                  <a:ext cx="1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69" name="Line 641">
                  <a:extLst>
                    <a:ext uri="{FF2B5EF4-FFF2-40B4-BE49-F238E27FC236}">
                      <a16:creationId xmlns:a16="http://schemas.microsoft.com/office/drawing/2014/main" id="{719DD156-00E3-264F-AA59-B945E1C3CF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23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0" name="Line 642">
                  <a:extLst>
                    <a:ext uri="{FF2B5EF4-FFF2-40B4-BE49-F238E27FC236}">
                      <a16:creationId xmlns:a16="http://schemas.microsoft.com/office/drawing/2014/main" id="{5B64FC1D-F0D3-044A-A0CF-7D0C711DD1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05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1" name="Line 643">
                  <a:extLst>
                    <a:ext uri="{FF2B5EF4-FFF2-40B4-BE49-F238E27FC236}">
                      <a16:creationId xmlns:a16="http://schemas.microsoft.com/office/drawing/2014/main" id="{C0B82798-CEFA-4640-9F23-C6E0E45D00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82" y="3441"/>
                  <a:ext cx="3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2" name="Line 644">
                  <a:extLst>
                    <a:ext uri="{FF2B5EF4-FFF2-40B4-BE49-F238E27FC236}">
                      <a16:creationId xmlns:a16="http://schemas.microsoft.com/office/drawing/2014/main" id="{1E0EABED-8E41-1544-AC2A-EB4BB15643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62" y="3441"/>
                  <a:ext cx="20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3" name="Line 645">
                  <a:extLst>
                    <a:ext uri="{FF2B5EF4-FFF2-40B4-BE49-F238E27FC236}">
                      <a16:creationId xmlns:a16="http://schemas.microsoft.com/office/drawing/2014/main" id="{723430AB-A973-644F-88DC-EDCC4CE682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9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4" name="Line 646">
                  <a:extLst>
                    <a:ext uri="{FF2B5EF4-FFF2-40B4-BE49-F238E27FC236}">
                      <a16:creationId xmlns:a16="http://schemas.microsoft.com/office/drawing/2014/main" id="{B0724B6C-62FC-1941-995F-81ACE118E9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25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5" name="Line 647">
                  <a:extLst>
                    <a:ext uri="{FF2B5EF4-FFF2-40B4-BE49-F238E27FC236}">
                      <a16:creationId xmlns:a16="http://schemas.microsoft.com/office/drawing/2014/main" id="{2FDB08F9-FD28-534E-8F30-9EE355EBF2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98" y="3441"/>
                  <a:ext cx="3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6" name="Line 648">
                  <a:extLst>
                    <a:ext uri="{FF2B5EF4-FFF2-40B4-BE49-F238E27FC236}">
                      <a16:creationId xmlns:a16="http://schemas.microsoft.com/office/drawing/2014/main" id="{717AD3B8-A661-0947-94E9-EB9ACEE8B0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86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7" name="Line 649">
                  <a:extLst>
                    <a:ext uri="{FF2B5EF4-FFF2-40B4-BE49-F238E27FC236}">
                      <a16:creationId xmlns:a16="http://schemas.microsoft.com/office/drawing/2014/main" id="{273F84D3-63E2-A444-99A8-11E94A9A7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58" y="3441"/>
                  <a:ext cx="3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8" name="Line 650">
                  <a:extLst>
                    <a:ext uri="{FF2B5EF4-FFF2-40B4-BE49-F238E27FC236}">
                      <a16:creationId xmlns:a16="http://schemas.microsoft.com/office/drawing/2014/main" id="{237E5F54-17D2-7543-9E30-F919CF17C9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42" y="3441"/>
                  <a:ext cx="16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79" name="Line 651">
                  <a:extLst>
                    <a:ext uri="{FF2B5EF4-FFF2-40B4-BE49-F238E27FC236}">
                      <a16:creationId xmlns:a16="http://schemas.microsoft.com/office/drawing/2014/main" id="{EE4C652F-08BB-FB48-B7B5-55A9AE0B44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17" y="3441"/>
                  <a:ext cx="3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0" name="Line 652">
                  <a:extLst>
                    <a:ext uri="{FF2B5EF4-FFF2-40B4-BE49-F238E27FC236}">
                      <a16:creationId xmlns:a16="http://schemas.microsoft.com/office/drawing/2014/main" id="{C8630E6B-4FB6-4C4A-87D4-2A472B16A2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504" y="3441"/>
                  <a:ext cx="1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1" name="Line 653">
                  <a:extLst>
                    <a:ext uri="{FF2B5EF4-FFF2-40B4-BE49-F238E27FC236}">
                      <a16:creationId xmlns:a16="http://schemas.microsoft.com/office/drawing/2014/main" id="{B9A32E0D-ED04-E14B-B3BB-2D03C29308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75" y="3441"/>
                  <a:ext cx="3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2" name="Line 654">
                  <a:extLst>
                    <a:ext uri="{FF2B5EF4-FFF2-40B4-BE49-F238E27FC236}">
                      <a16:creationId xmlns:a16="http://schemas.microsoft.com/office/drawing/2014/main" id="{17A08C01-A21D-5748-A6A2-3AA251D387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61" y="3441"/>
                  <a:ext cx="1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3" name="Line 655">
                  <a:extLst>
                    <a:ext uri="{FF2B5EF4-FFF2-40B4-BE49-F238E27FC236}">
                      <a16:creationId xmlns:a16="http://schemas.microsoft.com/office/drawing/2014/main" id="{41A2C36B-4B46-7345-8927-F4D9A830AB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38" y="3441"/>
                  <a:ext cx="3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4" name="Line 656">
                  <a:extLst>
                    <a:ext uri="{FF2B5EF4-FFF2-40B4-BE49-F238E27FC236}">
                      <a16:creationId xmlns:a16="http://schemas.microsoft.com/office/drawing/2014/main" id="{538F3CB7-5F4E-4242-82DD-0713F80E3A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20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5" name="Line 657">
                  <a:extLst>
                    <a:ext uri="{FF2B5EF4-FFF2-40B4-BE49-F238E27FC236}">
                      <a16:creationId xmlns:a16="http://schemas.microsoft.com/office/drawing/2014/main" id="{A56D04C4-39C0-B14F-83B9-B67089E8C9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95" y="3441"/>
                  <a:ext cx="3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6" name="Line 658">
                  <a:extLst>
                    <a:ext uri="{FF2B5EF4-FFF2-40B4-BE49-F238E27FC236}">
                      <a16:creationId xmlns:a16="http://schemas.microsoft.com/office/drawing/2014/main" id="{254DDF3F-F2B3-6146-81C3-E730791653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80" y="3441"/>
                  <a:ext cx="1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7" name="Line 659">
                  <a:extLst>
                    <a:ext uri="{FF2B5EF4-FFF2-40B4-BE49-F238E27FC236}">
                      <a16:creationId xmlns:a16="http://schemas.microsoft.com/office/drawing/2014/main" id="{C29F4C0F-5DDD-D447-B1C6-701153DD8C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53" y="3441"/>
                  <a:ext cx="3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8" name="Line 660">
                  <a:extLst>
                    <a:ext uri="{FF2B5EF4-FFF2-40B4-BE49-F238E27FC236}">
                      <a16:creationId xmlns:a16="http://schemas.microsoft.com/office/drawing/2014/main" id="{A28F918A-4143-2349-B018-1B6C72D7B5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9" y="3441"/>
                  <a:ext cx="1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89" name="Line 661">
                  <a:extLst>
                    <a:ext uri="{FF2B5EF4-FFF2-40B4-BE49-F238E27FC236}">
                      <a16:creationId xmlns:a16="http://schemas.microsoft.com/office/drawing/2014/main" id="{DDF0DB66-DFC5-EB43-A2B8-13471E540D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15" y="3441"/>
                  <a:ext cx="32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90" name="Line 662">
                  <a:extLst>
                    <a:ext uri="{FF2B5EF4-FFF2-40B4-BE49-F238E27FC236}">
                      <a16:creationId xmlns:a16="http://schemas.microsoft.com/office/drawing/2014/main" id="{949E3C7C-1482-024A-8959-D6819F9D43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298" y="344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91" name="Line 663">
                  <a:extLst>
                    <a:ext uri="{FF2B5EF4-FFF2-40B4-BE49-F238E27FC236}">
                      <a16:creationId xmlns:a16="http://schemas.microsoft.com/office/drawing/2014/main" id="{2A2EB64B-164B-CC4C-AC3F-084EC3F977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280" y="3441"/>
                  <a:ext cx="2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grpSp>
              <p:nvGrpSpPr>
                <p:cNvPr id="55492" name="Group 664">
                  <a:extLst>
                    <a:ext uri="{FF2B5EF4-FFF2-40B4-BE49-F238E27FC236}">
                      <a16:creationId xmlns:a16="http://schemas.microsoft.com/office/drawing/2014/main" id="{8A462977-73E4-6141-9454-BE05B687E6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05" y="3799"/>
                  <a:ext cx="20" cy="36"/>
                  <a:chOff x="3405" y="3799"/>
                  <a:chExt cx="20" cy="36"/>
                </a:xfrm>
              </p:grpSpPr>
              <p:sp>
                <p:nvSpPr>
                  <p:cNvPr id="55516" name="Freeform 665">
                    <a:extLst>
                      <a:ext uri="{FF2B5EF4-FFF2-40B4-BE49-F238E27FC236}">
                        <a16:creationId xmlns:a16="http://schemas.microsoft.com/office/drawing/2014/main" id="{D2B5D6C0-0341-384E-B72F-61E90B2769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5" y="3799"/>
                    <a:ext cx="17" cy="19"/>
                  </a:xfrm>
                  <a:custGeom>
                    <a:avLst/>
                    <a:gdLst>
                      <a:gd name="T0" fmla="*/ 0 w 17"/>
                      <a:gd name="T1" fmla="*/ 0 h 19"/>
                      <a:gd name="T2" fmla="*/ 0 w 17"/>
                      <a:gd name="T3" fmla="*/ 0 h 19"/>
                      <a:gd name="T4" fmla="*/ 0 w 17"/>
                      <a:gd name="T5" fmla="*/ 4 h 19"/>
                      <a:gd name="T6" fmla="*/ 0 w 17"/>
                      <a:gd name="T7" fmla="*/ 8 h 19"/>
                      <a:gd name="T8" fmla="*/ 0 w 17"/>
                      <a:gd name="T9" fmla="*/ 9 h 19"/>
                      <a:gd name="T10" fmla="*/ 4 w 17"/>
                      <a:gd name="T11" fmla="*/ 12 h 19"/>
                      <a:gd name="T12" fmla="*/ 8 w 17"/>
                      <a:gd name="T13" fmla="*/ 15 h 19"/>
                      <a:gd name="T14" fmla="*/ 8 w 17"/>
                      <a:gd name="T15" fmla="*/ 16 h 19"/>
                      <a:gd name="T16" fmla="*/ 12 w 17"/>
                      <a:gd name="T17" fmla="*/ 18 h 19"/>
                      <a:gd name="T18" fmla="*/ 16 w 17"/>
                      <a:gd name="T19" fmla="*/ 18 h 19"/>
                      <a:gd name="T20" fmla="*/ 0 w 17"/>
                      <a:gd name="T21" fmla="*/ 0 h 19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7"/>
                      <a:gd name="T34" fmla="*/ 0 h 19"/>
                      <a:gd name="T35" fmla="*/ 17 w 17"/>
                      <a:gd name="T36" fmla="*/ 19 h 19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7" h="19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0" y="9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6" y="18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17" name="Freeform 666">
                    <a:extLst>
                      <a:ext uri="{FF2B5EF4-FFF2-40B4-BE49-F238E27FC236}">
                        <a16:creationId xmlns:a16="http://schemas.microsoft.com/office/drawing/2014/main" id="{E0EFDA26-1D3B-2B4F-B94D-64001A12A1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5" y="3799"/>
                    <a:ext cx="20" cy="36"/>
                  </a:xfrm>
                  <a:custGeom>
                    <a:avLst/>
                    <a:gdLst>
                      <a:gd name="T0" fmla="*/ 0 w 20"/>
                      <a:gd name="T1" fmla="*/ 0 h 36"/>
                      <a:gd name="T2" fmla="*/ 0 w 20"/>
                      <a:gd name="T3" fmla="*/ 0 h 36"/>
                      <a:gd name="T4" fmla="*/ 0 w 20"/>
                      <a:gd name="T5" fmla="*/ 7 h 36"/>
                      <a:gd name="T6" fmla="*/ 2 w 20"/>
                      <a:gd name="T7" fmla="*/ 15 h 36"/>
                      <a:gd name="T8" fmla="*/ 2 w 20"/>
                      <a:gd name="T9" fmla="*/ 19 h 36"/>
                      <a:gd name="T10" fmla="*/ 6 w 20"/>
                      <a:gd name="T11" fmla="*/ 25 h 36"/>
                      <a:gd name="T12" fmla="*/ 8 w 20"/>
                      <a:gd name="T13" fmla="*/ 29 h 36"/>
                      <a:gd name="T14" fmla="*/ 11 w 20"/>
                      <a:gd name="T15" fmla="*/ 32 h 36"/>
                      <a:gd name="T16" fmla="*/ 15 w 20"/>
                      <a:gd name="T17" fmla="*/ 35 h 36"/>
                      <a:gd name="T18" fmla="*/ 19 w 20"/>
                      <a:gd name="T19" fmla="*/ 35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0"/>
                      <a:gd name="T31" fmla="*/ 0 h 36"/>
                      <a:gd name="T32" fmla="*/ 20 w 20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0" h="3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2" y="15"/>
                        </a:lnTo>
                        <a:lnTo>
                          <a:pt x="2" y="19"/>
                        </a:lnTo>
                        <a:lnTo>
                          <a:pt x="6" y="25"/>
                        </a:lnTo>
                        <a:lnTo>
                          <a:pt x="8" y="29"/>
                        </a:lnTo>
                        <a:lnTo>
                          <a:pt x="11" y="32"/>
                        </a:lnTo>
                        <a:lnTo>
                          <a:pt x="15" y="35"/>
                        </a:lnTo>
                        <a:lnTo>
                          <a:pt x="19" y="35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93" name="Line 667">
                  <a:extLst>
                    <a:ext uri="{FF2B5EF4-FFF2-40B4-BE49-F238E27FC236}">
                      <a16:creationId xmlns:a16="http://schemas.microsoft.com/office/drawing/2014/main" id="{475E5797-20D4-3041-A1AE-5F7CE63D76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2" y="3356"/>
                  <a:ext cx="11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94" name="Line 668">
                  <a:extLst>
                    <a:ext uri="{FF2B5EF4-FFF2-40B4-BE49-F238E27FC236}">
                      <a16:creationId xmlns:a16="http://schemas.microsoft.com/office/drawing/2014/main" id="{AA61DC30-02B7-7E49-9D82-C6F68C5673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19" y="3184"/>
                  <a:ext cx="16" cy="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95" name="Freeform 669">
                  <a:extLst>
                    <a:ext uri="{FF2B5EF4-FFF2-40B4-BE49-F238E27FC236}">
                      <a16:creationId xmlns:a16="http://schemas.microsoft.com/office/drawing/2014/main" id="{5CF001CD-DB81-4F4D-BC9A-DA80BF23D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7" y="3610"/>
                  <a:ext cx="706" cy="316"/>
                </a:xfrm>
                <a:custGeom>
                  <a:avLst/>
                  <a:gdLst>
                    <a:gd name="T0" fmla="*/ 39 w 706"/>
                    <a:gd name="T1" fmla="*/ 224 h 316"/>
                    <a:gd name="T2" fmla="*/ 504 w 706"/>
                    <a:gd name="T3" fmla="*/ 224 h 316"/>
                    <a:gd name="T4" fmla="*/ 649 w 706"/>
                    <a:gd name="T5" fmla="*/ 59 h 316"/>
                    <a:gd name="T6" fmla="*/ 649 w 706"/>
                    <a:gd name="T7" fmla="*/ 0 h 316"/>
                    <a:gd name="T8" fmla="*/ 705 w 706"/>
                    <a:gd name="T9" fmla="*/ 0 h 316"/>
                    <a:gd name="T10" fmla="*/ 705 w 706"/>
                    <a:gd name="T11" fmla="*/ 315 h 316"/>
                    <a:gd name="T12" fmla="*/ 0 w 706"/>
                    <a:gd name="T13" fmla="*/ 315 h 316"/>
                    <a:gd name="T14" fmla="*/ 39 w 706"/>
                    <a:gd name="T15" fmla="*/ 224 h 31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06"/>
                    <a:gd name="T25" fmla="*/ 0 h 316"/>
                    <a:gd name="T26" fmla="*/ 706 w 706"/>
                    <a:gd name="T27" fmla="*/ 316 h 31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06" h="316">
                      <a:moveTo>
                        <a:pt x="39" y="224"/>
                      </a:moveTo>
                      <a:lnTo>
                        <a:pt x="504" y="224"/>
                      </a:lnTo>
                      <a:lnTo>
                        <a:pt x="649" y="59"/>
                      </a:lnTo>
                      <a:lnTo>
                        <a:pt x="649" y="0"/>
                      </a:lnTo>
                      <a:lnTo>
                        <a:pt x="705" y="0"/>
                      </a:lnTo>
                      <a:lnTo>
                        <a:pt x="705" y="315"/>
                      </a:lnTo>
                      <a:lnTo>
                        <a:pt x="0" y="315"/>
                      </a:lnTo>
                      <a:lnTo>
                        <a:pt x="39" y="224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96" name="Group 670">
                  <a:extLst>
                    <a:ext uri="{FF2B5EF4-FFF2-40B4-BE49-F238E27FC236}">
                      <a16:creationId xmlns:a16="http://schemas.microsoft.com/office/drawing/2014/main" id="{BFCC4573-83BA-524D-9FAC-0C02705FE7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87" y="3610"/>
                  <a:ext cx="716" cy="330"/>
                  <a:chOff x="3387" y="3610"/>
                  <a:chExt cx="716" cy="330"/>
                </a:xfrm>
              </p:grpSpPr>
              <p:sp>
                <p:nvSpPr>
                  <p:cNvPr id="55514" name="Freeform 671">
                    <a:extLst>
                      <a:ext uri="{FF2B5EF4-FFF2-40B4-BE49-F238E27FC236}">
                        <a16:creationId xmlns:a16="http://schemas.microsoft.com/office/drawing/2014/main" id="{8C29264C-F77C-614F-AD47-C2B9AEC7CC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87" y="3610"/>
                    <a:ext cx="701" cy="311"/>
                  </a:xfrm>
                  <a:custGeom>
                    <a:avLst/>
                    <a:gdLst>
                      <a:gd name="T0" fmla="*/ 38 w 701"/>
                      <a:gd name="T1" fmla="*/ 221 h 311"/>
                      <a:gd name="T2" fmla="*/ 499 w 701"/>
                      <a:gd name="T3" fmla="*/ 221 h 311"/>
                      <a:gd name="T4" fmla="*/ 643 w 701"/>
                      <a:gd name="T5" fmla="*/ 58 h 311"/>
                      <a:gd name="T6" fmla="*/ 643 w 701"/>
                      <a:gd name="T7" fmla="*/ 0 h 311"/>
                      <a:gd name="T8" fmla="*/ 700 w 701"/>
                      <a:gd name="T9" fmla="*/ 0 h 311"/>
                      <a:gd name="T10" fmla="*/ 700 w 701"/>
                      <a:gd name="T11" fmla="*/ 310 h 311"/>
                      <a:gd name="T12" fmla="*/ 0 w 701"/>
                      <a:gd name="T13" fmla="*/ 310 h 311"/>
                      <a:gd name="T14" fmla="*/ 38 w 701"/>
                      <a:gd name="T15" fmla="*/ 221 h 31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01"/>
                      <a:gd name="T25" fmla="*/ 0 h 311"/>
                      <a:gd name="T26" fmla="*/ 701 w 701"/>
                      <a:gd name="T27" fmla="*/ 311 h 31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01" h="311">
                        <a:moveTo>
                          <a:pt x="38" y="221"/>
                        </a:moveTo>
                        <a:lnTo>
                          <a:pt x="499" y="221"/>
                        </a:lnTo>
                        <a:lnTo>
                          <a:pt x="643" y="58"/>
                        </a:lnTo>
                        <a:lnTo>
                          <a:pt x="643" y="0"/>
                        </a:lnTo>
                        <a:lnTo>
                          <a:pt x="700" y="0"/>
                        </a:lnTo>
                        <a:lnTo>
                          <a:pt x="700" y="310"/>
                        </a:lnTo>
                        <a:lnTo>
                          <a:pt x="0" y="310"/>
                        </a:lnTo>
                        <a:lnTo>
                          <a:pt x="38" y="22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15" name="Freeform 672">
                    <a:extLst>
                      <a:ext uri="{FF2B5EF4-FFF2-40B4-BE49-F238E27FC236}">
                        <a16:creationId xmlns:a16="http://schemas.microsoft.com/office/drawing/2014/main" id="{7DBF0BFE-0C5E-124D-8B84-159E95868B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87" y="3610"/>
                    <a:ext cx="716" cy="330"/>
                  </a:xfrm>
                  <a:custGeom>
                    <a:avLst/>
                    <a:gdLst>
                      <a:gd name="T0" fmla="*/ 39 w 716"/>
                      <a:gd name="T1" fmla="*/ 234 h 330"/>
                      <a:gd name="T2" fmla="*/ 510 w 716"/>
                      <a:gd name="T3" fmla="*/ 234 h 330"/>
                      <a:gd name="T4" fmla="*/ 657 w 716"/>
                      <a:gd name="T5" fmla="*/ 63 h 330"/>
                      <a:gd name="T6" fmla="*/ 657 w 716"/>
                      <a:gd name="T7" fmla="*/ 0 h 330"/>
                      <a:gd name="T8" fmla="*/ 715 w 716"/>
                      <a:gd name="T9" fmla="*/ 0 h 330"/>
                      <a:gd name="T10" fmla="*/ 715 w 716"/>
                      <a:gd name="T11" fmla="*/ 329 h 330"/>
                      <a:gd name="T12" fmla="*/ 0 w 716"/>
                      <a:gd name="T13" fmla="*/ 329 h 33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16"/>
                      <a:gd name="T22" fmla="*/ 0 h 330"/>
                      <a:gd name="T23" fmla="*/ 716 w 716"/>
                      <a:gd name="T24" fmla="*/ 330 h 33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16" h="330">
                        <a:moveTo>
                          <a:pt x="39" y="234"/>
                        </a:moveTo>
                        <a:lnTo>
                          <a:pt x="510" y="234"/>
                        </a:lnTo>
                        <a:lnTo>
                          <a:pt x="657" y="63"/>
                        </a:lnTo>
                        <a:lnTo>
                          <a:pt x="657" y="0"/>
                        </a:lnTo>
                        <a:lnTo>
                          <a:pt x="715" y="0"/>
                        </a:lnTo>
                        <a:lnTo>
                          <a:pt x="715" y="329"/>
                        </a:lnTo>
                        <a:lnTo>
                          <a:pt x="0" y="329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497" name="Line 673">
                  <a:extLst>
                    <a:ext uri="{FF2B5EF4-FFF2-40B4-BE49-F238E27FC236}">
                      <a16:creationId xmlns:a16="http://schemas.microsoft.com/office/drawing/2014/main" id="{BAF6C9E9-3948-6342-A72F-F5F9A28726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3939"/>
                  <a:ext cx="1163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5498" name="Freeform 674">
                  <a:extLst>
                    <a:ext uri="{FF2B5EF4-FFF2-40B4-BE49-F238E27FC236}">
                      <a16:creationId xmlns:a16="http://schemas.microsoft.com/office/drawing/2014/main" id="{CF04664F-C9B8-1B43-A24B-8305DBFDA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5" y="3612"/>
                  <a:ext cx="68" cy="112"/>
                </a:xfrm>
                <a:custGeom>
                  <a:avLst/>
                  <a:gdLst>
                    <a:gd name="T0" fmla="*/ 0 w 68"/>
                    <a:gd name="T1" fmla="*/ 111 h 112"/>
                    <a:gd name="T2" fmla="*/ 67 w 68"/>
                    <a:gd name="T3" fmla="*/ 111 h 112"/>
                    <a:gd name="T4" fmla="*/ 67 w 68"/>
                    <a:gd name="T5" fmla="*/ 0 h 112"/>
                    <a:gd name="T6" fmla="*/ 0 w 68"/>
                    <a:gd name="T7" fmla="*/ 0 h 112"/>
                    <a:gd name="T8" fmla="*/ 0 w 68"/>
                    <a:gd name="T9" fmla="*/ 111 h 1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"/>
                    <a:gd name="T16" fmla="*/ 0 h 112"/>
                    <a:gd name="T17" fmla="*/ 68 w 68"/>
                    <a:gd name="T18" fmla="*/ 112 h 1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" h="112">
                      <a:moveTo>
                        <a:pt x="0" y="111"/>
                      </a:moveTo>
                      <a:lnTo>
                        <a:pt x="67" y="111"/>
                      </a:lnTo>
                      <a:lnTo>
                        <a:pt x="67" y="0"/>
                      </a:lnTo>
                      <a:lnTo>
                        <a:pt x="0" y="0"/>
                      </a:lnTo>
                      <a:lnTo>
                        <a:pt x="0" y="111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499" name="Group 675">
                  <a:extLst>
                    <a:ext uri="{FF2B5EF4-FFF2-40B4-BE49-F238E27FC236}">
                      <a16:creationId xmlns:a16="http://schemas.microsoft.com/office/drawing/2014/main" id="{6FFF766E-1A99-9149-9B97-19926C503B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35" y="3612"/>
                  <a:ext cx="78" cy="123"/>
                  <a:chOff x="3535" y="3612"/>
                  <a:chExt cx="78" cy="123"/>
                </a:xfrm>
              </p:grpSpPr>
              <p:sp>
                <p:nvSpPr>
                  <p:cNvPr id="55512" name="Freeform 676">
                    <a:extLst>
                      <a:ext uri="{FF2B5EF4-FFF2-40B4-BE49-F238E27FC236}">
                        <a16:creationId xmlns:a16="http://schemas.microsoft.com/office/drawing/2014/main" id="{0133FE35-69AC-8E4E-980D-F6F1174F99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35" y="3612"/>
                    <a:ext cx="63" cy="104"/>
                  </a:xfrm>
                  <a:custGeom>
                    <a:avLst/>
                    <a:gdLst>
                      <a:gd name="T0" fmla="*/ 0 w 63"/>
                      <a:gd name="T1" fmla="*/ 103 h 104"/>
                      <a:gd name="T2" fmla="*/ 62 w 63"/>
                      <a:gd name="T3" fmla="*/ 103 h 104"/>
                      <a:gd name="T4" fmla="*/ 62 w 63"/>
                      <a:gd name="T5" fmla="*/ 0 h 104"/>
                      <a:gd name="T6" fmla="*/ 0 w 63"/>
                      <a:gd name="T7" fmla="*/ 0 h 104"/>
                      <a:gd name="T8" fmla="*/ 0 w 63"/>
                      <a:gd name="T9" fmla="*/ 103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"/>
                      <a:gd name="T16" fmla="*/ 0 h 104"/>
                      <a:gd name="T17" fmla="*/ 63 w 63"/>
                      <a:gd name="T18" fmla="*/ 104 h 10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" h="104">
                        <a:moveTo>
                          <a:pt x="0" y="103"/>
                        </a:moveTo>
                        <a:lnTo>
                          <a:pt x="62" y="103"/>
                        </a:lnTo>
                        <a:lnTo>
                          <a:pt x="62" y="0"/>
                        </a:lnTo>
                        <a:lnTo>
                          <a:pt x="0" y="0"/>
                        </a:lnTo>
                        <a:lnTo>
                          <a:pt x="0" y="103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13" name="Freeform 677">
                    <a:extLst>
                      <a:ext uri="{FF2B5EF4-FFF2-40B4-BE49-F238E27FC236}">
                        <a16:creationId xmlns:a16="http://schemas.microsoft.com/office/drawing/2014/main" id="{26750C0A-DEEE-7346-A079-FC735EA479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35" y="3612"/>
                    <a:ext cx="78" cy="123"/>
                  </a:xfrm>
                  <a:custGeom>
                    <a:avLst/>
                    <a:gdLst>
                      <a:gd name="T0" fmla="*/ 0 w 78"/>
                      <a:gd name="T1" fmla="*/ 122 h 123"/>
                      <a:gd name="T2" fmla="*/ 77 w 78"/>
                      <a:gd name="T3" fmla="*/ 122 h 123"/>
                      <a:gd name="T4" fmla="*/ 77 w 78"/>
                      <a:gd name="T5" fmla="*/ 0 h 123"/>
                      <a:gd name="T6" fmla="*/ 0 w 78"/>
                      <a:gd name="T7" fmla="*/ 0 h 123"/>
                      <a:gd name="T8" fmla="*/ 0 w 78"/>
                      <a:gd name="T9" fmla="*/ 122 h 12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8"/>
                      <a:gd name="T16" fmla="*/ 0 h 123"/>
                      <a:gd name="T17" fmla="*/ 78 w 78"/>
                      <a:gd name="T18" fmla="*/ 123 h 12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8" h="123">
                        <a:moveTo>
                          <a:pt x="0" y="122"/>
                        </a:moveTo>
                        <a:lnTo>
                          <a:pt x="77" y="122"/>
                        </a:lnTo>
                        <a:lnTo>
                          <a:pt x="77" y="0"/>
                        </a:lnTo>
                        <a:lnTo>
                          <a:pt x="0" y="0"/>
                        </a:lnTo>
                        <a:lnTo>
                          <a:pt x="0" y="12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500" name="Freeform 678">
                  <a:extLst>
                    <a:ext uri="{FF2B5EF4-FFF2-40B4-BE49-F238E27FC236}">
                      <a16:creationId xmlns:a16="http://schemas.microsoft.com/office/drawing/2014/main" id="{F1129A67-1123-E040-B9DD-BD19800D7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3648"/>
                  <a:ext cx="26" cy="38"/>
                </a:xfrm>
                <a:custGeom>
                  <a:avLst/>
                  <a:gdLst>
                    <a:gd name="T0" fmla="*/ 0 w 26"/>
                    <a:gd name="T1" fmla="*/ 37 h 38"/>
                    <a:gd name="T2" fmla="*/ 25 w 26"/>
                    <a:gd name="T3" fmla="*/ 37 h 38"/>
                    <a:gd name="T4" fmla="*/ 25 w 26"/>
                    <a:gd name="T5" fmla="*/ 0 h 38"/>
                    <a:gd name="T6" fmla="*/ 0 w 26"/>
                    <a:gd name="T7" fmla="*/ 0 h 38"/>
                    <a:gd name="T8" fmla="*/ 0 w 26"/>
                    <a:gd name="T9" fmla="*/ 37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38"/>
                    <a:gd name="T17" fmla="*/ 26 w 26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38">
                      <a:moveTo>
                        <a:pt x="0" y="37"/>
                      </a:moveTo>
                      <a:lnTo>
                        <a:pt x="25" y="37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37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501" name="Group 679">
                  <a:extLst>
                    <a:ext uri="{FF2B5EF4-FFF2-40B4-BE49-F238E27FC236}">
                      <a16:creationId xmlns:a16="http://schemas.microsoft.com/office/drawing/2014/main" id="{AF163CA7-4ED0-1849-9BFE-C442AEA4C4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8" y="3648"/>
                  <a:ext cx="36" cy="50"/>
                  <a:chOff x="3558" y="3648"/>
                  <a:chExt cx="36" cy="50"/>
                </a:xfrm>
              </p:grpSpPr>
              <p:sp>
                <p:nvSpPr>
                  <p:cNvPr id="55510" name="Freeform 680">
                    <a:extLst>
                      <a:ext uri="{FF2B5EF4-FFF2-40B4-BE49-F238E27FC236}">
                        <a16:creationId xmlns:a16="http://schemas.microsoft.com/office/drawing/2014/main" id="{FBF0DBAA-76CC-224D-B7C8-9AC0CE3CBE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8" y="3648"/>
                    <a:ext cx="20" cy="27"/>
                  </a:xfrm>
                  <a:custGeom>
                    <a:avLst/>
                    <a:gdLst>
                      <a:gd name="T0" fmla="*/ 0 w 20"/>
                      <a:gd name="T1" fmla="*/ 26 h 27"/>
                      <a:gd name="T2" fmla="*/ 19 w 20"/>
                      <a:gd name="T3" fmla="*/ 26 h 27"/>
                      <a:gd name="T4" fmla="*/ 19 w 20"/>
                      <a:gd name="T5" fmla="*/ 0 h 27"/>
                      <a:gd name="T6" fmla="*/ 0 w 20"/>
                      <a:gd name="T7" fmla="*/ 0 h 27"/>
                      <a:gd name="T8" fmla="*/ 0 w 20"/>
                      <a:gd name="T9" fmla="*/ 26 h 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0"/>
                      <a:gd name="T16" fmla="*/ 0 h 27"/>
                      <a:gd name="T17" fmla="*/ 20 w 20"/>
                      <a:gd name="T18" fmla="*/ 27 h 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0" h="27">
                        <a:moveTo>
                          <a:pt x="0" y="26"/>
                        </a:moveTo>
                        <a:lnTo>
                          <a:pt x="19" y="26"/>
                        </a:lnTo>
                        <a:lnTo>
                          <a:pt x="19" y="0"/>
                        </a:lnTo>
                        <a:lnTo>
                          <a:pt x="0" y="0"/>
                        </a:lnTo>
                        <a:lnTo>
                          <a:pt x="0" y="2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11" name="Freeform 681">
                    <a:extLst>
                      <a:ext uri="{FF2B5EF4-FFF2-40B4-BE49-F238E27FC236}">
                        <a16:creationId xmlns:a16="http://schemas.microsoft.com/office/drawing/2014/main" id="{69A6E0F0-BD01-404B-B588-EA126AEF66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8" y="3648"/>
                    <a:ext cx="36" cy="50"/>
                  </a:xfrm>
                  <a:custGeom>
                    <a:avLst/>
                    <a:gdLst>
                      <a:gd name="T0" fmla="*/ 0 w 36"/>
                      <a:gd name="T1" fmla="*/ 49 h 50"/>
                      <a:gd name="T2" fmla="*/ 35 w 36"/>
                      <a:gd name="T3" fmla="*/ 49 h 50"/>
                      <a:gd name="T4" fmla="*/ 35 w 36"/>
                      <a:gd name="T5" fmla="*/ 0 h 50"/>
                      <a:gd name="T6" fmla="*/ 0 w 36"/>
                      <a:gd name="T7" fmla="*/ 0 h 50"/>
                      <a:gd name="T8" fmla="*/ 0 w 36"/>
                      <a:gd name="T9" fmla="*/ 49 h 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6"/>
                      <a:gd name="T16" fmla="*/ 0 h 50"/>
                      <a:gd name="T17" fmla="*/ 36 w 36"/>
                      <a:gd name="T18" fmla="*/ 50 h 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6" h="50">
                        <a:moveTo>
                          <a:pt x="0" y="49"/>
                        </a:moveTo>
                        <a:lnTo>
                          <a:pt x="35" y="49"/>
                        </a:lnTo>
                        <a:lnTo>
                          <a:pt x="35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502" name="Freeform 682">
                  <a:extLst>
                    <a:ext uri="{FF2B5EF4-FFF2-40B4-BE49-F238E27FC236}">
                      <a16:creationId xmlns:a16="http://schemas.microsoft.com/office/drawing/2014/main" id="{0D85C38A-887F-E444-AFDE-CC11D9E88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7" y="3366"/>
                  <a:ext cx="18" cy="146"/>
                </a:xfrm>
                <a:custGeom>
                  <a:avLst/>
                  <a:gdLst>
                    <a:gd name="T0" fmla="*/ 0 w 18"/>
                    <a:gd name="T1" fmla="*/ 145 h 146"/>
                    <a:gd name="T2" fmla="*/ 17 w 18"/>
                    <a:gd name="T3" fmla="*/ 145 h 146"/>
                    <a:gd name="T4" fmla="*/ 17 w 18"/>
                    <a:gd name="T5" fmla="*/ 0 h 146"/>
                    <a:gd name="T6" fmla="*/ 0 w 18"/>
                    <a:gd name="T7" fmla="*/ 0 h 146"/>
                    <a:gd name="T8" fmla="*/ 0 w 18"/>
                    <a:gd name="T9" fmla="*/ 145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"/>
                    <a:gd name="T16" fmla="*/ 0 h 146"/>
                    <a:gd name="T17" fmla="*/ 18 w 18"/>
                    <a:gd name="T18" fmla="*/ 146 h 1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" h="146">
                      <a:moveTo>
                        <a:pt x="0" y="145"/>
                      </a:moveTo>
                      <a:lnTo>
                        <a:pt x="17" y="145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503" name="Group 683">
                  <a:extLst>
                    <a:ext uri="{FF2B5EF4-FFF2-40B4-BE49-F238E27FC236}">
                      <a16:creationId xmlns:a16="http://schemas.microsoft.com/office/drawing/2014/main" id="{2EA9ACA3-6F9B-344A-9D36-4677D58F6C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47" y="3366"/>
                  <a:ext cx="26" cy="161"/>
                  <a:chOff x="3347" y="3366"/>
                  <a:chExt cx="26" cy="161"/>
                </a:xfrm>
              </p:grpSpPr>
              <p:sp>
                <p:nvSpPr>
                  <p:cNvPr id="55508" name="Freeform 684">
                    <a:extLst>
                      <a:ext uri="{FF2B5EF4-FFF2-40B4-BE49-F238E27FC236}">
                        <a16:creationId xmlns:a16="http://schemas.microsoft.com/office/drawing/2014/main" id="{853E7785-92C3-7C46-93E8-DEF7043A8E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7" y="3366"/>
                    <a:ext cx="17" cy="142"/>
                  </a:xfrm>
                  <a:custGeom>
                    <a:avLst/>
                    <a:gdLst>
                      <a:gd name="T0" fmla="*/ 0 w 17"/>
                      <a:gd name="T1" fmla="*/ 141 h 142"/>
                      <a:gd name="T2" fmla="*/ 16 w 17"/>
                      <a:gd name="T3" fmla="*/ 141 h 142"/>
                      <a:gd name="T4" fmla="*/ 16 w 17"/>
                      <a:gd name="T5" fmla="*/ 0 h 142"/>
                      <a:gd name="T6" fmla="*/ 0 w 17"/>
                      <a:gd name="T7" fmla="*/ 0 h 142"/>
                      <a:gd name="T8" fmla="*/ 0 w 17"/>
                      <a:gd name="T9" fmla="*/ 141 h 1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142"/>
                      <a:gd name="T17" fmla="*/ 17 w 17"/>
                      <a:gd name="T18" fmla="*/ 142 h 1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142">
                        <a:moveTo>
                          <a:pt x="0" y="141"/>
                        </a:moveTo>
                        <a:lnTo>
                          <a:pt x="16" y="141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141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09" name="Freeform 685">
                    <a:extLst>
                      <a:ext uri="{FF2B5EF4-FFF2-40B4-BE49-F238E27FC236}">
                        <a16:creationId xmlns:a16="http://schemas.microsoft.com/office/drawing/2014/main" id="{94EDA5B5-2D0D-7749-8EA6-83FDB68621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7" y="3366"/>
                    <a:ext cx="26" cy="161"/>
                  </a:xfrm>
                  <a:custGeom>
                    <a:avLst/>
                    <a:gdLst>
                      <a:gd name="T0" fmla="*/ 0 w 26"/>
                      <a:gd name="T1" fmla="*/ 160 h 161"/>
                      <a:gd name="T2" fmla="*/ 25 w 26"/>
                      <a:gd name="T3" fmla="*/ 160 h 161"/>
                      <a:gd name="T4" fmla="*/ 25 w 26"/>
                      <a:gd name="T5" fmla="*/ 0 h 161"/>
                      <a:gd name="T6" fmla="*/ 0 w 26"/>
                      <a:gd name="T7" fmla="*/ 0 h 161"/>
                      <a:gd name="T8" fmla="*/ 0 w 26"/>
                      <a:gd name="T9" fmla="*/ 160 h 16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61"/>
                      <a:gd name="T17" fmla="*/ 26 w 26"/>
                      <a:gd name="T18" fmla="*/ 161 h 16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61">
                        <a:moveTo>
                          <a:pt x="0" y="160"/>
                        </a:moveTo>
                        <a:lnTo>
                          <a:pt x="25" y="160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lnTo>
                          <a:pt x="0" y="160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55504" name="Freeform 686">
                  <a:extLst>
                    <a:ext uri="{FF2B5EF4-FFF2-40B4-BE49-F238E27FC236}">
                      <a16:creationId xmlns:a16="http://schemas.microsoft.com/office/drawing/2014/main" id="{8D6F367E-5772-7A44-8737-2EBA666C7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7" y="3415"/>
                  <a:ext cx="45" cy="53"/>
                </a:xfrm>
                <a:custGeom>
                  <a:avLst/>
                  <a:gdLst>
                    <a:gd name="T0" fmla="*/ 0 w 45"/>
                    <a:gd name="T1" fmla="*/ 52 h 53"/>
                    <a:gd name="T2" fmla="*/ 44 w 45"/>
                    <a:gd name="T3" fmla="*/ 52 h 53"/>
                    <a:gd name="T4" fmla="*/ 44 w 45"/>
                    <a:gd name="T5" fmla="*/ 0 h 53"/>
                    <a:gd name="T6" fmla="*/ 0 w 45"/>
                    <a:gd name="T7" fmla="*/ 0 h 53"/>
                    <a:gd name="T8" fmla="*/ 0 w 45"/>
                    <a:gd name="T9" fmla="*/ 52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53"/>
                    <a:gd name="T17" fmla="*/ 45 w 45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53">
                      <a:moveTo>
                        <a:pt x="0" y="52"/>
                      </a:moveTo>
                      <a:lnTo>
                        <a:pt x="44" y="52"/>
                      </a:lnTo>
                      <a:lnTo>
                        <a:pt x="44" y="0"/>
                      </a:lnTo>
                      <a:lnTo>
                        <a:pt x="0" y="0"/>
                      </a:lnTo>
                      <a:lnTo>
                        <a:pt x="0" y="52"/>
                      </a:lnTo>
                    </a:path>
                  </a:pathLst>
                </a:custGeom>
                <a:solidFill>
                  <a:srgbClr val="FFFFFF"/>
                </a:solidFill>
                <a:ln w="12700" cap="rnd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55505" name="Group 687">
                  <a:extLst>
                    <a:ext uri="{FF2B5EF4-FFF2-40B4-BE49-F238E27FC236}">
                      <a16:creationId xmlns:a16="http://schemas.microsoft.com/office/drawing/2014/main" id="{4D0A205B-FB4F-2F41-B087-176BD63E61E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27" y="3415"/>
                  <a:ext cx="52" cy="63"/>
                  <a:chOff x="3327" y="3415"/>
                  <a:chExt cx="52" cy="63"/>
                </a:xfrm>
              </p:grpSpPr>
              <p:sp>
                <p:nvSpPr>
                  <p:cNvPr id="55506" name="Freeform 688">
                    <a:extLst>
                      <a:ext uri="{FF2B5EF4-FFF2-40B4-BE49-F238E27FC236}">
                        <a16:creationId xmlns:a16="http://schemas.microsoft.com/office/drawing/2014/main" id="{11A401FB-5EDA-2E48-8535-7D1F573F3A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27" y="3415"/>
                    <a:ext cx="36" cy="43"/>
                  </a:xfrm>
                  <a:custGeom>
                    <a:avLst/>
                    <a:gdLst>
                      <a:gd name="T0" fmla="*/ 0 w 36"/>
                      <a:gd name="T1" fmla="*/ 42 h 43"/>
                      <a:gd name="T2" fmla="*/ 35 w 36"/>
                      <a:gd name="T3" fmla="*/ 42 h 43"/>
                      <a:gd name="T4" fmla="*/ 35 w 36"/>
                      <a:gd name="T5" fmla="*/ 0 h 43"/>
                      <a:gd name="T6" fmla="*/ 0 w 36"/>
                      <a:gd name="T7" fmla="*/ 0 h 43"/>
                      <a:gd name="T8" fmla="*/ 0 w 36"/>
                      <a:gd name="T9" fmla="*/ 42 h 4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6"/>
                      <a:gd name="T16" fmla="*/ 0 h 43"/>
                      <a:gd name="T17" fmla="*/ 36 w 36"/>
                      <a:gd name="T18" fmla="*/ 43 h 4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6" h="43">
                        <a:moveTo>
                          <a:pt x="0" y="42"/>
                        </a:moveTo>
                        <a:lnTo>
                          <a:pt x="35" y="42"/>
                        </a:lnTo>
                        <a:lnTo>
                          <a:pt x="35" y="0"/>
                        </a:lnTo>
                        <a:lnTo>
                          <a:pt x="0" y="0"/>
                        </a:lnTo>
                        <a:lnTo>
                          <a:pt x="0" y="4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55507" name="Freeform 689">
                    <a:extLst>
                      <a:ext uri="{FF2B5EF4-FFF2-40B4-BE49-F238E27FC236}">
                        <a16:creationId xmlns:a16="http://schemas.microsoft.com/office/drawing/2014/main" id="{9BE064D4-A109-8440-A412-CF6D691D67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27" y="3415"/>
                    <a:ext cx="52" cy="63"/>
                  </a:xfrm>
                  <a:custGeom>
                    <a:avLst/>
                    <a:gdLst>
                      <a:gd name="T0" fmla="*/ 0 w 52"/>
                      <a:gd name="T1" fmla="*/ 62 h 63"/>
                      <a:gd name="T2" fmla="*/ 51 w 52"/>
                      <a:gd name="T3" fmla="*/ 62 h 63"/>
                      <a:gd name="T4" fmla="*/ 51 w 52"/>
                      <a:gd name="T5" fmla="*/ 0 h 63"/>
                      <a:gd name="T6" fmla="*/ 0 w 52"/>
                      <a:gd name="T7" fmla="*/ 0 h 63"/>
                      <a:gd name="T8" fmla="*/ 0 w 52"/>
                      <a:gd name="T9" fmla="*/ 62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2"/>
                      <a:gd name="T16" fmla="*/ 0 h 63"/>
                      <a:gd name="T17" fmla="*/ 52 w 52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2" h="63">
                        <a:moveTo>
                          <a:pt x="0" y="62"/>
                        </a:moveTo>
                        <a:lnTo>
                          <a:pt x="51" y="62"/>
                        </a:lnTo>
                        <a:lnTo>
                          <a:pt x="51" y="0"/>
                        </a:lnTo>
                        <a:lnTo>
                          <a:pt x="0" y="0"/>
                        </a:lnTo>
                        <a:lnTo>
                          <a:pt x="0" y="62"/>
                        </a:lnTo>
                      </a:path>
                    </a:pathLst>
                  </a:custGeom>
                  <a:noFill/>
                  <a:ln w="12700" cap="rnd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  <p:pic>
            <p:nvPicPr>
              <p:cNvPr id="55422" name="Picture 690">
                <a:extLst>
                  <a:ext uri="{FF2B5EF4-FFF2-40B4-BE49-F238E27FC236}">
                    <a16:creationId xmlns:a16="http://schemas.microsoft.com/office/drawing/2014/main" id="{1DED09D3-C698-7B42-A3F6-1B059037C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4400" y="1225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423" name="Rectangle 691">
                <a:extLst>
                  <a:ext uri="{FF2B5EF4-FFF2-40B4-BE49-F238E27FC236}">
                    <a16:creationId xmlns:a16="http://schemas.microsoft.com/office/drawing/2014/main" id="{37B4554C-B366-8A42-9220-4D6D9797C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1112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pic>
            <p:nvPicPr>
              <p:cNvPr id="55424" name="Picture 692">
                <a:extLst>
                  <a:ext uri="{FF2B5EF4-FFF2-40B4-BE49-F238E27FC236}">
                    <a16:creationId xmlns:a16="http://schemas.microsoft.com/office/drawing/2014/main" id="{42E61FE3-6795-2A4C-B04B-7281884CF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2925" y="997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425" name="Picture 693">
                <a:extLst>
                  <a:ext uri="{FF2B5EF4-FFF2-40B4-BE49-F238E27FC236}">
                    <a16:creationId xmlns:a16="http://schemas.microsoft.com/office/drawing/2014/main" id="{7D1624B4-F640-1149-9C3D-4D2F01DE3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3967" y="1168"/>
                <a:ext cx="246" cy="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426" name="Picture 694">
                <a:extLst>
                  <a:ext uri="{FF2B5EF4-FFF2-40B4-BE49-F238E27FC236}">
                    <a16:creationId xmlns:a16="http://schemas.microsoft.com/office/drawing/2014/main" id="{D90918F3-8153-BC41-8378-107076FE3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9996" t="21890" r="38734" b="26578"/>
              <a:stretch>
                <a:fillRect/>
              </a:stretch>
            </p:blipFill>
            <p:spPr bwMode="auto">
              <a:xfrm>
                <a:off x="2955" y="1539"/>
                <a:ext cx="184" cy="2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427" name="Freeform 695">
                <a:extLst>
                  <a:ext uri="{FF2B5EF4-FFF2-40B4-BE49-F238E27FC236}">
                    <a16:creationId xmlns:a16="http://schemas.microsoft.com/office/drawing/2014/main" id="{06C47866-111B-9942-8C06-E07142AC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845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55428" name="Freeform 696">
                <a:extLst>
                  <a:ext uri="{FF2B5EF4-FFF2-40B4-BE49-F238E27FC236}">
                    <a16:creationId xmlns:a16="http://schemas.microsoft.com/office/drawing/2014/main" id="{E6B8374A-B741-AD4F-8AEE-2CFCE27DB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11"/>
                <a:ext cx="947" cy="347"/>
              </a:xfrm>
              <a:custGeom>
                <a:avLst/>
                <a:gdLst>
                  <a:gd name="T0" fmla="*/ 0 w 1587"/>
                  <a:gd name="T1" fmla="*/ 45 h 552"/>
                  <a:gd name="T2" fmla="*/ 45 w 1587"/>
                  <a:gd name="T3" fmla="*/ 53 h 552"/>
                  <a:gd name="T4" fmla="*/ 99 w 1587"/>
                  <a:gd name="T5" fmla="*/ 40 h 552"/>
                  <a:gd name="T6" fmla="*/ 120 w 1587"/>
                  <a:gd name="T7" fmla="*/ 0 h 5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7"/>
                  <a:gd name="T13" fmla="*/ 0 h 552"/>
                  <a:gd name="T14" fmla="*/ 1587 w 1587"/>
                  <a:gd name="T15" fmla="*/ 552 h 5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7" h="552">
                    <a:moveTo>
                      <a:pt x="0" y="453"/>
                    </a:moveTo>
                    <a:cubicBezTo>
                      <a:pt x="185" y="502"/>
                      <a:pt x="370" y="552"/>
                      <a:pt x="589" y="544"/>
                    </a:cubicBezTo>
                    <a:cubicBezTo>
                      <a:pt x="808" y="536"/>
                      <a:pt x="1149" y="499"/>
                      <a:pt x="1315" y="408"/>
                    </a:cubicBezTo>
                    <a:cubicBezTo>
                      <a:pt x="1481" y="317"/>
                      <a:pt x="1534" y="158"/>
                      <a:pt x="1587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grpSp>
          <p:nvGrpSpPr>
            <p:cNvPr id="55308" name="Group 697">
              <a:extLst>
                <a:ext uri="{FF2B5EF4-FFF2-40B4-BE49-F238E27FC236}">
                  <a16:creationId xmlns:a16="http://schemas.microsoft.com/office/drawing/2014/main" id="{4A3752D0-4B0A-8B48-84C5-0559798F5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" y="683"/>
              <a:ext cx="1249" cy="587"/>
              <a:chOff x="3424" y="1706"/>
              <a:chExt cx="1746" cy="751"/>
            </a:xfrm>
          </p:grpSpPr>
          <p:grpSp>
            <p:nvGrpSpPr>
              <p:cNvPr id="55312" name="Group 698">
                <a:extLst>
                  <a:ext uri="{FF2B5EF4-FFF2-40B4-BE49-F238E27FC236}">
                    <a16:creationId xmlns:a16="http://schemas.microsoft.com/office/drawing/2014/main" id="{EFD3D659-15D9-8942-A679-4391324534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3" y="2024"/>
                <a:ext cx="967" cy="389"/>
                <a:chOff x="1610" y="2168"/>
                <a:chExt cx="1225" cy="596"/>
              </a:xfrm>
            </p:grpSpPr>
            <p:grpSp>
              <p:nvGrpSpPr>
                <p:cNvPr id="55317" name="Group 699">
                  <a:extLst>
                    <a:ext uri="{FF2B5EF4-FFF2-40B4-BE49-F238E27FC236}">
                      <a16:creationId xmlns:a16="http://schemas.microsoft.com/office/drawing/2014/main" id="{EE4A04A4-3313-A24C-9701-B747DEE051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20" y="2205"/>
                  <a:ext cx="418" cy="149"/>
                  <a:chOff x="1920" y="2015"/>
                  <a:chExt cx="418" cy="339"/>
                </a:xfrm>
              </p:grpSpPr>
              <p:sp>
                <p:nvSpPr>
                  <p:cNvPr id="55419" name="Freeform 700">
                    <a:extLst>
                      <a:ext uri="{FF2B5EF4-FFF2-40B4-BE49-F238E27FC236}">
                        <a16:creationId xmlns:a16="http://schemas.microsoft.com/office/drawing/2014/main" id="{E6FCB506-9E80-0D4F-9783-542DBB349F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0" y="2020"/>
                    <a:ext cx="53" cy="334"/>
                  </a:xfrm>
                  <a:custGeom>
                    <a:avLst/>
                    <a:gdLst>
                      <a:gd name="T0" fmla="*/ 0 w 224"/>
                      <a:gd name="T1" fmla="*/ 0 h 579"/>
                      <a:gd name="T2" fmla="*/ 0 w 224"/>
                      <a:gd name="T3" fmla="*/ 2 h 579"/>
                      <a:gd name="T4" fmla="*/ 0 w 224"/>
                      <a:gd name="T5" fmla="*/ 4 h 579"/>
                      <a:gd name="T6" fmla="*/ 0 w 224"/>
                      <a:gd name="T7" fmla="*/ 3 h 579"/>
                      <a:gd name="T8" fmla="*/ 0 w 224"/>
                      <a:gd name="T9" fmla="*/ 3 h 579"/>
                      <a:gd name="T10" fmla="*/ 0 w 224"/>
                      <a:gd name="T11" fmla="*/ 4 h 579"/>
                      <a:gd name="T12" fmla="*/ 0 w 224"/>
                      <a:gd name="T13" fmla="*/ 5 h 579"/>
                      <a:gd name="T14" fmla="*/ 0 w 224"/>
                      <a:gd name="T15" fmla="*/ 7 h 579"/>
                      <a:gd name="T16" fmla="*/ 0 w 224"/>
                      <a:gd name="T17" fmla="*/ 7 h 579"/>
                      <a:gd name="T18" fmla="*/ 0 w 224"/>
                      <a:gd name="T19" fmla="*/ 6 h 579"/>
                      <a:gd name="T20" fmla="*/ 0 w 224"/>
                      <a:gd name="T21" fmla="*/ 7 h 579"/>
                      <a:gd name="T22" fmla="*/ 0 w 224"/>
                      <a:gd name="T23" fmla="*/ 10 h 579"/>
                      <a:gd name="T24" fmla="*/ 0 w 224"/>
                      <a:gd name="T25" fmla="*/ 9 h 579"/>
                      <a:gd name="T26" fmla="*/ 0 w 224"/>
                      <a:gd name="T27" fmla="*/ 10 h 579"/>
                      <a:gd name="T28" fmla="*/ 0 w 224"/>
                      <a:gd name="T29" fmla="*/ 12 h 579"/>
                      <a:gd name="T30" fmla="*/ 0 w 224"/>
                      <a:gd name="T31" fmla="*/ 13 h 579"/>
                      <a:gd name="T32" fmla="*/ 0 w 224"/>
                      <a:gd name="T33" fmla="*/ 12 h 579"/>
                      <a:gd name="T34" fmla="*/ 0 w 224"/>
                      <a:gd name="T35" fmla="*/ 12 h 579"/>
                      <a:gd name="T36" fmla="*/ 0 w 224"/>
                      <a:gd name="T37" fmla="*/ 16 h 579"/>
                      <a:gd name="T38" fmla="*/ 0 w 224"/>
                      <a:gd name="T39" fmla="*/ 14 h 579"/>
                      <a:gd name="T40" fmla="*/ 0 w 224"/>
                      <a:gd name="T41" fmla="*/ 14 h 579"/>
                      <a:gd name="T42" fmla="*/ 0 w 224"/>
                      <a:gd name="T43" fmla="*/ 16 h 579"/>
                      <a:gd name="T44" fmla="*/ 0 w 224"/>
                      <a:gd name="T45" fmla="*/ 18 h 579"/>
                      <a:gd name="T46" fmla="*/ 0 w 224"/>
                      <a:gd name="T47" fmla="*/ 17 h 579"/>
                      <a:gd name="T48" fmla="*/ 0 w 224"/>
                      <a:gd name="T49" fmla="*/ 18 h 579"/>
                      <a:gd name="T50" fmla="*/ 0 w 224"/>
                      <a:gd name="T51" fmla="*/ 21 h 579"/>
                      <a:gd name="T52" fmla="*/ 0 w 224"/>
                      <a:gd name="T53" fmla="*/ 20 h 579"/>
                      <a:gd name="T54" fmla="*/ 0 w 224"/>
                      <a:gd name="T55" fmla="*/ 23 h 579"/>
                      <a:gd name="T56" fmla="*/ 0 w 224"/>
                      <a:gd name="T57" fmla="*/ 22 h 579"/>
                      <a:gd name="T58" fmla="*/ 0 w 224"/>
                      <a:gd name="T59" fmla="*/ 23 h 579"/>
                      <a:gd name="T60" fmla="*/ 0 w 224"/>
                      <a:gd name="T61" fmla="*/ 24 h 579"/>
                      <a:gd name="T62" fmla="*/ 0 w 224"/>
                      <a:gd name="T63" fmla="*/ 26 h 579"/>
                      <a:gd name="T64" fmla="*/ 0 w 224"/>
                      <a:gd name="T65" fmla="*/ 24 h 579"/>
                      <a:gd name="T66" fmla="*/ 0 w 224"/>
                      <a:gd name="T67" fmla="*/ 24 h 579"/>
                      <a:gd name="T68" fmla="*/ 0 w 224"/>
                      <a:gd name="T69" fmla="*/ 25 h 579"/>
                      <a:gd name="T70" fmla="*/ 0 w 224"/>
                      <a:gd name="T71" fmla="*/ 28 h 579"/>
                      <a:gd name="T72" fmla="*/ 0 w 224"/>
                      <a:gd name="T73" fmla="*/ 27 h 579"/>
                      <a:gd name="T74" fmla="*/ 0 w 224"/>
                      <a:gd name="T75" fmla="*/ 29 h 579"/>
                      <a:gd name="T76" fmla="*/ 0 w 224"/>
                      <a:gd name="T77" fmla="*/ 31 h 579"/>
                      <a:gd name="T78" fmla="*/ 0 w 224"/>
                      <a:gd name="T79" fmla="*/ 29 h 579"/>
                      <a:gd name="T80" fmla="*/ 0 w 224"/>
                      <a:gd name="T81" fmla="*/ 30 h 579"/>
                      <a:gd name="T82" fmla="*/ 0 w 224"/>
                      <a:gd name="T83" fmla="*/ 33 h 579"/>
                      <a:gd name="T84" fmla="*/ 0 w 224"/>
                      <a:gd name="T85" fmla="*/ 32 h 579"/>
                      <a:gd name="T86" fmla="*/ 0 w 224"/>
                      <a:gd name="T87" fmla="*/ 32 h 579"/>
                      <a:gd name="T88" fmla="*/ 0 w 224"/>
                      <a:gd name="T89" fmla="*/ 33 h 579"/>
                      <a:gd name="T90" fmla="*/ 0 w 224"/>
                      <a:gd name="T91" fmla="*/ 36 h 579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24"/>
                      <a:gd name="T139" fmla="*/ 0 h 579"/>
                      <a:gd name="T140" fmla="*/ 224 w 224"/>
                      <a:gd name="T141" fmla="*/ 579 h 579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24" h="579">
                        <a:moveTo>
                          <a:pt x="39" y="0"/>
                        </a:moveTo>
                        <a:cubicBezTo>
                          <a:pt x="31" y="10"/>
                          <a:pt x="22" y="19"/>
                          <a:pt x="15" y="30"/>
                        </a:cubicBezTo>
                        <a:cubicBezTo>
                          <a:pt x="18" y="47"/>
                          <a:pt x="21" y="51"/>
                          <a:pt x="33" y="63"/>
                        </a:cubicBezTo>
                        <a:cubicBezTo>
                          <a:pt x="56" y="58"/>
                          <a:pt x="53" y="54"/>
                          <a:pt x="36" y="42"/>
                        </a:cubicBezTo>
                        <a:cubicBezTo>
                          <a:pt x="29" y="44"/>
                          <a:pt x="19" y="42"/>
                          <a:pt x="15" y="48"/>
                        </a:cubicBezTo>
                        <a:cubicBezTo>
                          <a:pt x="11" y="53"/>
                          <a:pt x="11" y="60"/>
                          <a:pt x="9" y="66"/>
                        </a:cubicBezTo>
                        <a:cubicBezTo>
                          <a:pt x="8" y="69"/>
                          <a:pt x="6" y="75"/>
                          <a:pt x="6" y="75"/>
                        </a:cubicBezTo>
                        <a:cubicBezTo>
                          <a:pt x="12" y="92"/>
                          <a:pt x="17" y="100"/>
                          <a:pt x="27" y="114"/>
                        </a:cubicBezTo>
                        <a:cubicBezTo>
                          <a:pt x="34" y="113"/>
                          <a:pt x="42" y="114"/>
                          <a:pt x="48" y="111"/>
                        </a:cubicBezTo>
                        <a:cubicBezTo>
                          <a:pt x="61" y="105"/>
                          <a:pt x="46" y="89"/>
                          <a:pt x="39" y="87"/>
                        </a:cubicBezTo>
                        <a:cubicBezTo>
                          <a:pt x="23" y="89"/>
                          <a:pt x="6" y="85"/>
                          <a:pt x="0" y="102"/>
                        </a:cubicBezTo>
                        <a:cubicBezTo>
                          <a:pt x="4" y="132"/>
                          <a:pt x="8" y="149"/>
                          <a:pt x="39" y="159"/>
                        </a:cubicBezTo>
                        <a:cubicBezTo>
                          <a:pt x="52" y="155"/>
                          <a:pt x="52" y="150"/>
                          <a:pt x="48" y="138"/>
                        </a:cubicBezTo>
                        <a:cubicBezTo>
                          <a:pt x="34" y="141"/>
                          <a:pt x="26" y="139"/>
                          <a:pt x="21" y="153"/>
                        </a:cubicBezTo>
                        <a:cubicBezTo>
                          <a:pt x="22" y="166"/>
                          <a:pt x="16" y="184"/>
                          <a:pt x="27" y="192"/>
                        </a:cubicBezTo>
                        <a:cubicBezTo>
                          <a:pt x="35" y="198"/>
                          <a:pt x="54" y="201"/>
                          <a:pt x="54" y="201"/>
                        </a:cubicBezTo>
                        <a:cubicBezTo>
                          <a:pt x="58" y="199"/>
                          <a:pt x="78" y="188"/>
                          <a:pt x="60" y="183"/>
                        </a:cubicBezTo>
                        <a:cubicBezTo>
                          <a:pt x="54" y="181"/>
                          <a:pt x="42" y="189"/>
                          <a:pt x="42" y="189"/>
                        </a:cubicBezTo>
                        <a:cubicBezTo>
                          <a:pt x="30" y="207"/>
                          <a:pt x="34" y="220"/>
                          <a:pt x="45" y="237"/>
                        </a:cubicBezTo>
                        <a:cubicBezTo>
                          <a:pt x="51" y="236"/>
                          <a:pt x="90" y="231"/>
                          <a:pt x="63" y="222"/>
                        </a:cubicBezTo>
                        <a:cubicBezTo>
                          <a:pt x="60" y="224"/>
                          <a:pt x="56" y="225"/>
                          <a:pt x="54" y="228"/>
                        </a:cubicBezTo>
                        <a:cubicBezTo>
                          <a:pt x="51" y="233"/>
                          <a:pt x="48" y="246"/>
                          <a:pt x="48" y="246"/>
                        </a:cubicBezTo>
                        <a:cubicBezTo>
                          <a:pt x="51" y="268"/>
                          <a:pt x="49" y="274"/>
                          <a:pt x="66" y="285"/>
                        </a:cubicBezTo>
                        <a:cubicBezTo>
                          <a:pt x="84" y="282"/>
                          <a:pt x="97" y="278"/>
                          <a:pt x="75" y="267"/>
                        </a:cubicBezTo>
                        <a:cubicBezTo>
                          <a:pt x="60" y="271"/>
                          <a:pt x="59" y="274"/>
                          <a:pt x="54" y="288"/>
                        </a:cubicBezTo>
                        <a:cubicBezTo>
                          <a:pt x="57" y="312"/>
                          <a:pt x="58" y="320"/>
                          <a:pt x="78" y="333"/>
                        </a:cubicBezTo>
                        <a:cubicBezTo>
                          <a:pt x="95" y="329"/>
                          <a:pt x="97" y="326"/>
                          <a:pt x="93" y="309"/>
                        </a:cubicBezTo>
                        <a:cubicBezTo>
                          <a:pt x="54" y="317"/>
                          <a:pt x="71" y="354"/>
                          <a:pt x="99" y="363"/>
                        </a:cubicBezTo>
                        <a:cubicBezTo>
                          <a:pt x="114" y="360"/>
                          <a:pt x="125" y="356"/>
                          <a:pt x="108" y="345"/>
                        </a:cubicBezTo>
                        <a:cubicBezTo>
                          <a:pt x="102" y="349"/>
                          <a:pt x="96" y="353"/>
                          <a:pt x="90" y="357"/>
                        </a:cubicBezTo>
                        <a:cubicBezTo>
                          <a:pt x="84" y="361"/>
                          <a:pt x="92" y="371"/>
                          <a:pt x="93" y="378"/>
                        </a:cubicBezTo>
                        <a:cubicBezTo>
                          <a:pt x="96" y="395"/>
                          <a:pt x="111" y="397"/>
                          <a:pt x="123" y="405"/>
                        </a:cubicBezTo>
                        <a:cubicBezTo>
                          <a:pt x="143" y="401"/>
                          <a:pt x="145" y="398"/>
                          <a:pt x="141" y="378"/>
                        </a:cubicBezTo>
                        <a:cubicBezTo>
                          <a:pt x="138" y="379"/>
                          <a:pt x="134" y="378"/>
                          <a:pt x="132" y="381"/>
                        </a:cubicBezTo>
                        <a:cubicBezTo>
                          <a:pt x="128" y="386"/>
                          <a:pt x="126" y="399"/>
                          <a:pt x="126" y="399"/>
                        </a:cubicBezTo>
                        <a:cubicBezTo>
                          <a:pt x="129" y="419"/>
                          <a:pt x="127" y="430"/>
                          <a:pt x="144" y="441"/>
                        </a:cubicBezTo>
                        <a:cubicBezTo>
                          <a:pt x="163" y="435"/>
                          <a:pt x="162" y="430"/>
                          <a:pt x="159" y="411"/>
                        </a:cubicBezTo>
                        <a:cubicBezTo>
                          <a:pt x="145" y="425"/>
                          <a:pt x="145" y="429"/>
                          <a:pt x="150" y="450"/>
                        </a:cubicBezTo>
                        <a:cubicBezTo>
                          <a:pt x="152" y="459"/>
                          <a:pt x="159" y="477"/>
                          <a:pt x="159" y="477"/>
                        </a:cubicBezTo>
                        <a:cubicBezTo>
                          <a:pt x="179" y="474"/>
                          <a:pt x="185" y="473"/>
                          <a:pt x="180" y="453"/>
                        </a:cubicBezTo>
                        <a:cubicBezTo>
                          <a:pt x="168" y="457"/>
                          <a:pt x="166" y="462"/>
                          <a:pt x="162" y="474"/>
                        </a:cubicBezTo>
                        <a:cubicBezTo>
                          <a:pt x="166" y="502"/>
                          <a:pt x="164" y="518"/>
                          <a:pt x="192" y="525"/>
                        </a:cubicBezTo>
                        <a:cubicBezTo>
                          <a:pt x="222" y="522"/>
                          <a:pt x="224" y="525"/>
                          <a:pt x="219" y="498"/>
                        </a:cubicBezTo>
                        <a:cubicBezTo>
                          <a:pt x="212" y="499"/>
                          <a:pt x="204" y="497"/>
                          <a:pt x="198" y="501"/>
                        </a:cubicBezTo>
                        <a:cubicBezTo>
                          <a:pt x="193" y="505"/>
                          <a:pt x="192" y="519"/>
                          <a:pt x="192" y="519"/>
                        </a:cubicBezTo>
                        <a:cubicBezTo>
                          <a:pt x="194" y="527"/>
                          <a:pt x="204" y="579"/>
                          <a:pt x="219" y="564"/>
                        </a:cubicBezTo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  <p:sp>
                <p:nvSpPr>
                  <p:cNvPr id="55420" name="Freeform 701">
                    <a:extLst>
                      <a:ext uri="{FF2B5EF4-FFF2-40B4-BE49-F238E27FC236}">
                        <a16:creationId xmlns:a16="http://schemas.microsoft.com/office/drawing/2014/main" id="{0D35C546-600C-7443-9C80-DBE8F980B3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9" y="2015"/>
                    <a:ext cx="39" cy="314"/>
                  </a:xfrm>
                  <a:custGeom>
                    <a:avLst/>
                    <a:gdLst>
                      <a:gd name="T0" fmla="*/ 0 w 164"/>
                      <a:gd name="T1" fmla="*/ 0 h 541"/>
                      <a:gd name="T2" fmla="*/ 0 w 164"/>
                      <a:gd name="T3" fmla="*/ 3 h 541"/>
                      <a:gd name="T4" fmla="*/ 0 w 164"/>
                      <a:gd name="T5" fmla="*/ 2 h 541"/>
                      <a:gd name="T6" fmla="*/ 0 w 164"/>
                      <a:gd name="T7" fmla="*/ 3 h 541"/>
                      <a:gd name="T8" fmla="*/ 0 w 164"/>
                      <a:gd name="T9" fmla="*/ 6 h 541"/>
                      <a:gd name="T10" fmla="*/ 0 w 164"/>
                      <a:gd name="T11" fmla="*/ 5 h 541"/>
                      <a:gd name="T12" fmla="*/ 0 w 164"/>
                      <a:gd name="T13" fmla="*/ 6 h 541"/>
                      <a:gd name="T14" fmla="*/ 0 w 164"/>
                      <a:gd name="T15" fmla="*/ 7 h 541"/>
                      <a:gd name="T16" fmla="*/ 0 w 164"/>
                      <a:gd name="T17" fmla="*/ 9 h 541"/>
                      <a:gd name="T18" fmla="*/ 0 w 164"/>
                      <a:gd name="T19" fmla="*/ 9 h 541"/>
                      <a:gd name="T20" fmla="*/ 0 w 164"/>
                      <a:gd name="T21" fmla="*/ 9 h 541"/>
                      <a:gd name="T22" fmla="*/ 0 w 164"/>
                      <a:gd name="T23" fmla="*/ 13 h 541"/>
                      <a:gd name="T24" fmla="*/ 0 w 164"/>
                      <a:gd name="T25" fmla="*/ 12 h 541"/>
                      <a:gd name="T26" fmla="*/ 0 w 164"/>
                      <a:gd name="T27" fmla="*/ 14 h 541"/>
                      <a:gd name="T28" fmla="*/ 0 w 164"/>
                      <a:gd name="T29" fmla="*/ 16 h 541"/>
                      <a:gd name="T30" fmla="*/ 0 w 164"/>
                      <a:gd name="T31" fmla="*/ 16 h 541"/>
                      <a:gd name="T32" fmla="*/ 0 w 164"/>
                      <a:gd name="T33" fmla="*/ 20 h 541"/>
                      <a:gd name="T34" fmla="*/ 0 w 164"/>
                      <a:gd name="T35" fmla="*/ 19 h 541"/>
                      <a:gd name="T36" fmla="*/ 0 w 164"/>
                      <a:gd name="T37" fmla="*/ 20 h 541"/>
                      <a:gd name="T38" fmla="*/ 0 w 164"/>
                      <a:gd name="T39" fmla="*/ 21 h 541"/>
                      <a:gd name="T40" fmla="*/ 0 w 164"/>
                      <a:gd name="T41" fmla="*/ 23 h 541"/>
                      <a:gd name="T42" fmla="*/ 0 w 164"/>
                      <a:gd name="T43" fmla="*/ 22 h 541"/>
                      <a:gd name="T44" fmla="*/ 0 w 164"/>
                      <a:gd name="T45" fmla="*/ 23 h 541"/>
                      <a:gd name="T46" fmla="*/ 0 w 164"/>
                      <a:gd name="T47" fmla="*/ 26 h 541"/>
                      <a:gd name="T48" fmla="*/ 0 w 164"/>
                      <a:gd name="T49" fmla="*/ 26 h 541"/>
                      <a:gd name="T50" fmla="*/ 0 w 164"/>
                      <a:gd name="T51" fmla="*/ 27 h 541"/>
                      <a:gd name="T52" fmla="*/ 0 w 164"/>
                      <a:gd name="T53" fmla="*/ 28 h 541"/>
                      <a:gd name="T54" fmla="*/ 0 w 164"/>
                      <a:gd name="T55" fmla="*/ 30 h 541"/>
                      <a:gd name="T56" fmla="*/ 0 w 164"/>
                      <a:gd name="T57" fmla="*/ 28 h 541"/>
                      <a:gd name="T58" fmla="*/ 0 w 164"/>
                      <a:gd name="T59" fmla="*/ 30 h 541"/>
                      <a:gd name="T60" fmla="*/ 0 w 164"/>
                      <a:gd name="T61" fmla="*/ 33 h 541"/>
                      <a:gd name="T62" fmla="*/ 0 w 164"/>
                      <a:gd name="T63" fmla="*/ 32 h 541"/>
                      <a:gd name="T64" fmla="*/ 0 w 164"/>
                      <a:gd name="T65" fmla="*/ 35 h 541"/>
                      <a:gd name="T66" fmla="*/ 0 w 164"/>
                      <a:gd name="T67" fmla="*/ 36 h 54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4"/>
                      <a:gd name="T103" fmla="*/ 0 h 541"/>
                      <a:gd name="T104" fmla="*/ 164 w 164"/>
                      <a:gd name="T105" fmla="*/ 541 h 54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4" h="541">
                        <a:moveTo>
                          <a:pt x="164" y="0"/>
                        </a:moveTo>
                        <a:cubicBezTo>
                          <a:pt x="159" y="53"/>
                          <a:pt x="153" y="47"/>
                          <a:pt x="107" y="51"/>
                        </a:cubicBezTo>
                        <a:cubicBezTo>
                          <a:pt x="88" y="48"/>
                          <a:pt x="79" y="46"/>
                          <a:pt x="95" y="30"/>
                        </a:cubicBezTo>
                        <a:cubicBezTo>
                          <a:pt x="109" y="34"/>
                          <a:pt x="117" y="37"/>
                          <a:pt x="128" y="48"/>
                        </a:cubicBezTo>
                        <a:cubicBezTo>
                          <a:pt x="125" y="75"/>
                          <a:pt x="122" y="90"/>
                          <a:pt x="95" y="99"/>
                        </a:cubicBezTo>
                        <a:cubicBezTo>
                          <a:pt x="90" y="98"/>
                          <a:pt x="51" y="93"/>
                          <a:pt x="77" y="84"/>
                        </a:cubicBezTo>
                        <a:cubicBezTo>
                          <a:pt x="81" y="88"/>
                          <a:pt x="85" y="92"/>
                          <a:pt x="89" y="96"/>
                        </a:cubicBezTo>
                        <a:cubicBezTo>
                          <a:pt x="92" y="98"/>
                          <a:pt x="97" y="98"/>
                          <a:pt x="98" y="102"/>
                        </a:cubicBezTo>
                        <a:cubicBezTo>
                          <a:pt x="105" y="131"/>
                          <a:pt x="75" y="135"/>
                          <a:pt x="56" y="141"/>
                        </a:cubicBezTo>
                        <a:cubicBezTo>
                          <a:pt x="38" y="129"/>
                          <a:pt x="51" y="125"/>
                          <a:pt x="68" y="129"/>
                        </a:cubicBezTo>
                        <a:cubicBezTo>
                          <a:pt x="77" y="131"/>
                          <a:pt x="78" y="133"/>
                          <a:pt x="86" y="138"/>
                        </a:cubicBezTo>
                        <a:cubicBezTo>
                          <a:pt x="109" y="172"/>
                          <a:pt x="62" y="187"/>
                          <a:pt x="38" y="195"/>
                        </a:cubicBezTo>
                        <a:cubicBezTo>
                          <a:pt x="28" y="180"/>
                          <a:pt x="38" y="182"/>
                          <a:pt x="50" y="186"/>
                        </a:cubicBezTo>
                        <a:cubicBezTo>
                          <a:pt x="59" y="195"/>
                          <a:pt x="64" y="201"/>
                          <a:pt x="68" y="213"/>
                        </a:cubicBezTo>
                        <a:cubicBezTo>
                          <a:pt x="63" y="233"/>
                          <a:pt x="53" y="240"/>
                          <a:pt x="35" y="249"/>
                        </a:cubicBezTo>
                        <a:cubicBezTo>
                          <a:pt x="9" y="240"/>
                          <a:pt x="49" y="246"/>
                          <a:pt x="50" y="246"/>
                        </a:cubicBezTo>
                        <a:cubicBezTo>
                          <a:pt x="72" y="268"/>
                          <a:pt x="68" y="287"/>
                          <a:pt x="38" y="297"/>
                        </a:cubicBezTo>
                        <a:cubicBezTo>
                          <a:pt x="0" y="289"/>
                          <a:pt x="47" y="290"/>
                          <a:pt x="53" y="291"/>
                        </a:cubicBezTo>
                        <a:cubicBezTo>
                          <a:pt x="56" y="293"/>
                          <a:pt x="60" y="294"/>
                          <a:pt x="62" y="297"/>
                        </a:cubicBezTo>
                        <a:cubicBezTo>
                          <a:pt x="65" y="302"/>
                          <a:pt x="68" y="315"/>
                          <a:pt x="68" y="315"/>
                        </a:cubicBezTo>
                        <a:cubicBezTo>
                          <a:pt x="64" y="340"/>
                          <a:pt x="61" y="342"/>
                          <a:pt x="38" y="348"/>
                        </a:cubicBezTo>
                        <a:cubicBezTo>
                          <a:pt x="23" y="343"/>
                          <a:pt x="30" y="337"/>
                          <a:pt x="41" y="333"/>
                        </a:cubicBezTo>
                        <a:cubicBezTo>
                          <a:pt x="50" y="339"/>
                          <a:pt x="59" y="342"/>
                          <a:pt x="68" y="348"/>
                        </a:cubicBezTo>
                        <a:cubicBezTo>
                          <a:pt x="76" y="371"/>
                          <a:pt x="65" y="387"/>
                          <a:pt x="47" y="399"/>
                        </a:cubicBezTo>
                        <a:cubicBezTo>
                          <a:pt x="36" y="396"/>
                          <a:pt x="23" y="390"/>
                          <a:pt x="41" y="384"/>
                        </a:cubicBezTo>
                        <a:cubicBezTo>
                          <a:pt x="61" y="387"/>
                          <a:pt x="64" y="389"/>
                          <a:pt x="74" y="405"/>
                        </a:cubicBezTo>
                        <a:cubicBezTo>
                          <a:pt x="73" y="416"/>
                          <a:pt x="74" y="427"/>
                          <a:pt x="71" y="438"/>
                        </a:cubicBezTo>
                        <a:cubicBezTo>
                          <a:pt x="68" y="447"/>
                          <a:pt x="44" y="450"/>
                          <a:pt x="44" y="450"/>
                        </a:cubicBezTo>
                        <a:cubicBezTo>
                          <a:pt x="26" y="444"/>
                          <a:pt x="28" y="430"/>
                          <a:pt x="50" y="435"/>
                        </a:cubicBezTo>
                        <a:cubicBezTo>
                          <a:pt x="62" y="443"/>
                          <a:pt x="74" y="443"/>
                          <a:pt x="83" y="456"/>
                        </a:cubicBezTo>
                        <a:cubicBezTo>
                          <a:pt x="80" y="478"/>
                          <a:pt x="79" y="481"/>
                          <a:pt x="62" y="492"/>
                        </a:cubicBezTo>
                        <a:cubicBezTo>
                          <a:pt x="43" y="489"/>
                          <a:pt x="10" y="477"/>
                          <a:pt x="65" y="483"/>
                        </a:cubicBezTo>
                        <a:cubicBezTo>
                          <a:pt x="81" y="508"/>
                          <a:pt x="79" y="496"/>
                          <a:pt x="74" y="531"/>
                        </a:cubicBezTo>
                        <a:cubicBezTo>
                          <a:pt x="72" y="541"/>
                          <a:pt x="74" y="540"/>
                          <a:pt x="68" y="540"/>
                        </a:cubicBezTo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55318" name="Group 702">
                  <a:extLst>
                    <a:ext uri="{FF2B5EF4-FFF2-40B4-BE49-F238E27FC236}">
                      <a16:creationId xmlns:a16="http://schemas.microsoft.com/office/drawing/2014/main" id="{FEC45BB5-0193-464B-9D57-0BC9A0A5E4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0" y="2168"/>
                  <a:ext cx="1225" cy="596"/>
                  <a:chOff x="1610" y="2168"/>
                  <a:chExt cx="1225" cy="596"/>
                </a:xfrm>
              </p:grpSpPr>
              <p:grpSp>
                <p:nvGrpSpPr>
                  <p:cNvPr id="55319" name="Group 703">
                    <a:extLst>
                      <a:ext uri="{FF2B5EF4-FFF2-40B4-BE49-F238E27FC236}">
                        <a16:creationId xmlns:a16="http://schemas.microsoft.com/office/drawing/2014/main" id="{1AEE6F81-CD7B-2244-A61C-9FE019D89D2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98" y="2403"/>
                    <a:ext cx="67" cy="361"/>
                    <a:chOff x="8880" y="11880"/>
                    <a:chExt cx="336" cy="690"/>
                  </a:xfrm>
                </p:grpSpPr>
                <p:grpSp>
                  <p:nvGrpSpPr>
                    <p:cNvPr id="55408" name="Group 704">
                      <a:extLst>
                        <a:ext uri="{FF2B5EF4-FFF2-40B4-BE49-F238E27FC236}">
                          <a16:creationId xmlns:a16="http://schemas.microsoft.com/office/drawing/2014/main" id="{7A5BFB1A-E92F-8A4F-AE22-F3369DE072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55417" name="Rectangle 705">
                        <a:extLst>
                          <a:ext uri="{FF2B5EF4-FFF2-40B4-BE49-F238E27FC236}">
                            <a16:creationId xmlns:a16="http://schemas.microsoft.com/office/drawing/2014/main" id="{CA543197-72A8-CC48-9440-3A28B3C00B5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418" name="Rectangle 706">
                        <a:extLst>
                          <a:ext uri="{FF2B5EF4-FFF2-40B4-BE49-F238E27FC236}">
                            <a16:creationId xmlns:a16="http://schemas.microsoft.com/office/drawing/2014/main" id="{6B97018D-C863-874D-99DA-200F6CACB80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55409" name="Group 707">
                      <a:extLst>
                        <a:ext uri="{FF2B5EF4-FFF2-40B4-BE49-F238E27FC236}">
                          <a16:creationId xmlns:a16="http://schemas.microsoft.com/office/drawing/2014/main" id="{0EDD54F4-AFCF-1847-BA35-C027C429F4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55415" name="Rectangle 708">
                        <a:extLst>
                          <a:ext uri="{FF2B5EF4-FFF2-40B4-BE49-F238E27FC236}">
                            <a16:creationId xmlns:a16="http://schemas.microsoft.com/office/drawing/2014/main" id="{656BBB7D-467B-F64B-9BE7-8F9E548BA4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416" name="Rectangle 709">
                        <a:extLst>
                          <a:ext uri="{FF2B5EF4-FFF2-40B4-BE49-F238E27FC236}">
                            <a16:creationId xmlns:a16="http://schemas.microsoft.com/office/drawing/2014/main" id="{6EB4FCAD-51AC-7742-A5DC-A02EA850DC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410" name="Rectangle 710">
                      <a:extLst>
                        <a:ext uri="{FF2B5EF4-FFF2-40B4-BE49-F238E27FC236}">
                          <a16:creationId xmlns:a16="http://schemas.microsoft.com/office/drawing/2014/main" id="{1548503C-0214-6F4D-8105-BB13D89F9B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411" name="Line 711">
                      <a:extLst>
                        <a:ext uri="{FF2B5EF4-FFF2-40B4-BE49-F238E27FC236}">
                          <a16:creationId xmlns:a16="http://schemas.microsoft.com/office/drawing/2014/main" id="{2230C64A-62CB-684D-85DE-64C9B8CA03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12" name="Line 712">
                      <a:extLst>
                        <a:ext uri="{FF2B5EF4-FFF2-40B4-BE49-F238E27FC236}">
                          <a16:creationId xmlns:a16="http://schemas.microsoft.com/office/drawing/2014/main" id="{666F7184-FDE0-F646-BF23-0F9D0CDB29D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13" name="Line 713">
                      <a:extLst>
                        <a:ext uri="{FF2B5EF4-FFF2-40B4-BE49-F238E27FC236}">
                          <a16:creationId xmlns:a16="http://schemas.microsoft.com/office/drawing/2014/main" id="{FDA1EE81-9453-1F48-B093-1C013A45752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14" name="Line 714">
                      <a:extLst>
                        <a:ext uri="{FF2B5EF4-FFF2-40B4-BE49-F238E27FC236}">
                          <a16:creationId xmlns:a16="http://schemas.microsoft.com/office/drawing/2014/main" id="{26C72DB7-A7CC-CD4C-8F6B-6D8D937930C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55320" name="Group 715">
                    <a:extLst>
                      <a:ext uri="{FF2B5EF4-FFF2-40B4-BE49-F238E27FC236}">
                        <a16:creationId xmlns:a16="http://schemas.microsoft.com/office/drawing/2014/main" id="{92760D78-7E35-2146-BAC5-906E413A39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48" y="2403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55397" name="Group 716">
                      <a:extLst>
                        <a:ext uri="{FF2B5EF4-FFF2-40B4-BE49-F238E27FC236}">
                          <a16:creationId xmlns:a16="http://schemas.microsoft.com/office/drawing/2014/main" id="{F0299A59-AECB-3341-9580-2EDC1C63343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55406" name="Rectangle 717">
                        <a:extLst>
                          <a:ext uri="{FF2B5EF4-FFF2-40B4-BE49-F238E27FC236}">
                            <a16:creationId xmlns:a16="http://schemas.microsoft.com/office/drawing/2014/main" id="{BB0FD89C-A78A-674E-B06C-F8C335F55679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407" name="Rectangle 718">
                        <a:extLst>
                          <a:ext uri="{FF2B5EF4-FFF2-40B4-BE49-F238E27FC236}">
                            <a16:creationId xmlns:a16="http://schemas.microsoft.com/office/drawing/2014/main" id="{132EC084-2C53-5F45-BB5B-4797820248D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55398" name="Group 719">
                      <a:extLst>
                        <a:ext uri="{FF2B5EF4-FFF2-40B4-BE49-F238E27FC236}">
                          <a16:creationId xmlns:a16="http://schemas.microsoft.com/office/drawing/2014/main" id="{21F5BB74-A4F4-1445-9BE9-B0DB57EA4B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55404" name="Rectangle 720">
                        <a:extLst>
                          <a:ext uri="{FF2B5EF4-FFF2-40B4-BE49-F238E27FC236}">
                            <a16:creationId xmlns:a16="http://schemas.microsoft.com/office/drawing/2014/main" id="{AB241EEA-624A-F34C-822B-CE9F2B72B5D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405" name="Rectangle 721">
                        <a:extLst>
                          <a:ext uri="{FF2B5EF4-FFF2-40B4-BE49-F238E27FC236}">
                            <a16:creationId xmlns:a16="http://schemas.microsoft.com/office/drawing/2014/main" id="{C951AE9C-65DB-2E43-B016-CD97954E0FAE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99" name="Rectangle 722">
                      <a:extLst>
                        <a:ext uri="{FF2B5EF4-FFF2-40B4-BE49-F238E27FC236}">
                          <a16:creationId xmlns:a16="http://schemas.microsoft.com/office/drawing/2014/main" id="{205640BF-5B11-DB4A-8C60-57E0F7DCBB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400" name="Line 723">
                      <a:extLst>
                        <a:ext uri="{FF2B5EF4-FFF2-40B4-BE49-F238E27FC236}">
                          <a16:creationId xmlns:a16="http://schemas.microsoft.com/office/drawing/2014/main" id="{7FE70E92-6074-0842-BD8B-CA2ED02873E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01" name="Line 724">
                      <a:extLst>
                        <a:ext uri="{FF2B5EF4-FFF2-40B4-BE49-F238E27FC236}">
                          <a16:creationId xmlns:a16="http://schemas.microsoft.com/office/drawing/2014/main" id="{2F21B69A-75AD-9A45-8CD7-0EFC8878B5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02" name="Line 725">
                      <a:extLst>
                        <a:ext uri="{FF2B5EF4-FFF2-40B4-BE49-F238E27FC236}">
                          <a16:creationId xmlns:a16="http://schemas.microsoft.com/office/drawing/2014/main" id="{F13A608C-F99B-5B41-9C95-09DAB9AEC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403" name="Line 726">
                      <a:extLst>
                        <a:ext uri="{FF2B5EF4-FFF2-40B4-BE49-F238E27FC236}">
                          <a16:creationId xmlns:a16="http://schemas.microsoft.com/office/drawing/2014/main" id="{2B8BD73B-001E-274B-B7AE-8C8B48B514D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55321" name="Group 727">
                    <a:extLst>
                      <a:ext uri="{FF2B5EF4-FFF2-40B4-BE49-F238E27FC236}">
                        <a16:creationId xmlns:a16="http://schemas.microsoft.com/office/drawing/2014/main" id="{4E5162AD-CAAB-5D45-A4F4-73B2A534DE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84" y="2376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55386" name="Group 728">
                      <a:extLst>
                        <a:ext uri="{FF2B5EF4-FFF2-40B4-BE49-F238E27FC236}">
                          <a16:creationId xmlns:a16="http://schemas.microsoft.com/office/drawing/2014/main" id="{4891E43B-E5A7-924A-AFBB-8A47C0C292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55395" name="Rectangle 729">
                        <a:extLst>
                          <a:ext uri="{FF2B5EF4-FFF2-40B4-BE49-F238E27FC236}">
                            <a16:creationId xmlns:a16="http://schemas.microsoft.com/office/drawing/2014/main" id="{51E84EDD-0A38-E84E-B100-D53FD47BEA1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96" name="Rectangle 730">
                        <a:extLst>
                          <a:ext uri="{FF2B5EF4-FFF2-40B4-BE49-F238E27FC236}">
                            <a16:creationId xmlns:a16="http://schemas.microsoft.com/office/drawing/2014/main" id="{92EAF19A-6EEA-0343-B349-F7292D25AF0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55387" name="Group 731">
                      <a:extLst>
                        <a:ext uri="{FF2B5EF4-FFF2-40B4-BE49-F238E27FC236}">
                          <a16:creationId xmlns:a16="http://schemas.microsoft.com/office/drawing/2014/main" id="{0E2B991A-F8E3-B34A-BFD8-B7A3249F77F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55393" name="Rectangle 732">
                        <a:extLst>
                          <a:ext uri="{FF2B5EF4-FFF2-40B4-BE49-F238E27FC236}">
                            <a16:creationId xmlns:a16="http://schemas.microsoft.com/office/drawing/2014/main" id="{FDDE81EC-9072-0E45-9626-3938F021D6C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94" name="Rectangle 733">
                        <a:extLst>
                          <a:ext uri="{FF2B5EF4-FFF2-40B4-BE49-F238E27FC236}">
                            <a16:creationId xmlns:a16="http://schemas.microsoft.com/office/drawing/2014/main" id="{022A58E7-8195-B94C-9970-83725BAC2C8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88" name="Rectangle 734">
                      <a:extLst>
                        <a:ext uri="{FF2B5EF4-FFF2-40B4-BE49-F238E27FC236}">
                          <a16:creationId xmlns:a16="http://schemas.microsoft.com/office/drawing/2014/main" id="{E4F39045-0A1F-EA41-9B97-4162A76868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89" name="Line 735">
                      <a:extLst>
                        <a:ext uri="{FF2B5EF4-FFF2-40B4-BE49-F238E27FC236}">
                          <a16:creationId xmlns:a16="http://schemas.microsoft.com/office/drawing/2014/main" id="{5BFA5979-771F-7540-A2AE-1F2D8A6D2F8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90" name="Line 736">
                      <a:extLst>
                        <a:ext uri="{FF2B5EF4-FFF2-40B4-BE49-F238E27FC236}">
                          <a16:creationId xmlns:a16="http://schemas.microsoft.com/office/drawing/2014/main" id="{5E068674-4BC3-7040-B379-AC16D7C5FC2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91" name="Line 737">
                      <a:extLst>
                        <a:ext uri="{FF2B5EF4-FFF2-40B4-BE49-F238E27FC236}">
                          <a16:creationId xmlns:a16="http://schemas.microsoft.com/office/drawing/2014/main" id="{2427EAFF-6143-5942-806D-E7C66ECA224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92" name="Line 738">
                      <a:extLst>
                        <a:ext uri="{FF2B5EF4-FFF2-40B4-BE49-F238E27FC236}">
                          <a16:creationId xmlns:a16="http://schemas.microsoft.com/office/drawing/2014/main" id="{4BD2FCD4-BDC1-0840-8359-58E5BF91B75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55322" name="Group 739">
                    <a:extLst>
                      <a:ext uri="{FF2B5EF4-FFF2-40B4-BE49-F238E27FC236}">
                        <a16:creationId xmlns:a16="http://schemas.microsoft.com/office/drawing/2014/main" id="{10916DBF-21FE-7940-AC7D-C73AAEFA9B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24" y="2376"/>
                    <a:ext cx="68" cy="361"/>
                    <a:chOff x="8880" y="11880"/>
                    <a:chExt cx="336" cy="690"/>
                  </a:xfrm>
                </p:grpSpPr>
                <p:grpSp>
                  <p:nvGrpSpPr>
                    <p:cNvPr id="55375" name="Group 740">
                      <a:extLst>
                        <a:ext uri="{FF2B5EF4-FFF2-40B4-BE49-F238E27FC236}">
                          <a16:creationId xmlns:a16="http://schemas.microsoft.com/office/drawing/2014/main" id="{E7797B63-3F0F-2E4E-9FF3-A596157F40D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1880"/>
                      <a:ext cx="288" cy="144"/>
                      <a:chOff x="8904" y="11880"/>
                      <a:chExt cx="288" cy="144"/>
                    </a:xfrm>
                  </p:grpSpPr>
                  <p:sp>
                    <p:nvSpPr>
                      <p:cNvPr id="55384" name="Rectangle 741">
                        <a:extLst>
                          <a:ext uri="{FF2B5EF4-FFF2-40B4-BE49-F238E27FC236}">
                            <a16:creationId xmlns:a16="http://schemas.microsoft.com/office/drawing/2014/main" id="{0FAF2BCE-7972-594B-AAE6-92690BC1E7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85" name="Rectangle 742">
                        <a:extLst>
                          <a:ext uri="{FF2B5EF4-FFF2-40B4-BE49-F238E27FC236}">
                            <a16:creationId xmlns:a16="http://schemas.microsoft.com/office/drawing/2014/main" id="{72348FCB-C4D7-3846-A714-96E258C564F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grpSp>
                  <p:nvGrpSpPr>
                    <p:cNvPr id="55376" name="Group 743">
                      <a:extLst>
                        <a:ext uri="{FF2B5EF4-FFF2-40B4-BE49-F238E27FC236}">
                          <a16:creationId xmlns:a16="http://schemas.microsoft.com/office/drawing/2014/main" id="{F1967FA7-7175-3741-98B9-AAD2509341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4" y="12000"/>
                      <a:ext cx="288" cy="216"/>
                      <a:chOff x="8904" y="11880"/>
                      <a:chExt cx="288" cy="144"/>
                    </a:xfrm>
                  </p:grpSpPr>
                  <p:sp>
                    <p:nvSpPr>
                      <p:cNvPr id="55382" name="Rectangle 744">
                        <a:extLst>
                          <a:ext uri="{FF2B5EF4-FFF2-40B4-BE49-F238E27FC236}">
                            <a16:creationId xmlns:a16="http://schemas.microsoft.com/office/drawing/2014/main" id="{BB6CEF1C-8987-4B4B-95C3-4892FD1559E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04" y="11880"/>
                        <a:ext cx="288" cy="14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83" name="Rectangle 745">
                        <a:extLst>
                          <a:ext uri="{FF2B5EF4-FFF2-40B4-BE49-F238E27FC236}">
                            <a16:creationId xmlns:a16="http://schemas.microsoft.com/office/drawing/2014/main" id="{431DE1EF-5B6C-8142-A5A5-021DE5076D9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28" y="11904"/>
                        <a:ext cx="240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77" name="Rectangle 746">
                      <a:extLst>
                        <a:ext uri="{FF2B5EF4-FFF2-40B4-BE49-F238E27FC236}">
                          <a16:creationId xmlns:a16="http://schemas.microsoft.com/office/drawing/2014/main" id="{FCFF5A9F-72A3-4A41-93BF-9BF188D3F73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80" y="12192"/>
                      <a:ext cx="33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78" name="Line 747">
                      <a:extLst>
                        <a:ext uri="{FF2B5EF4-FFF2-40B4-BE49-F238E27FC236}">
                          <a16:creationId xmlns:a16="http://schemas.microsoft.com/office/drawing/2014/main" id="{7C1AFC8B-343C-534C-907D-CD79949124B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76" y="1243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79" name="Line 748">
                      <a:extLst>
                        <a:ext uri="{FF2B5EF4-FFF2-40B4-BE49-F238E27FC236}">
                          <a16:creationId xmlns:a16="http://schemas.microsoft.com/office/drawing/2014/main" id="{B869E0CC-C6A7-F445-B043-974AC561AC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958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80" name="Line 749">
                      <a:extLst>
                        <a:ext uri="{FF2B5EF4-FFF2-40B4-BE49-F238E27FC236}">
                          <a16:creationId xmlns:a16="http://schemas.microsoft.com/office/drawing/2014/main" id="{DC4E347C-604A-1749-9C5C-EA1476D08E3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144" y="12234"/>
                      <a:ext cx="0" cy="336"/>
                    </a:xfrm>
                    <a:prstGeom prst="line">
                      <a:avLst/>
                    </a:prstGeom>
                    <a:noFill/>
                    <a:ln w="571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81" name="Line 750">
                      <a:extLst>
                        <a:ext uri="{FF2B5EF4-FFF2-40B4-BE49-F238E27FC236}">
                          <a16:creationId xmlns:a16="http://schemas.microsoft.com/office/drawing/2014/main" id="{8D269D73-2DEA-5746-9CA5-FD2D5C616D0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964" y="1252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55323" name="Group 751">
                    <a:extLst>
                      <a:ext uri="{FF2B5EF4-FFF2-40B4-BE49-F238E27FC236}">
                        <a16:creationId xmlns:a16="http://schemas.microsoft.com/office/drawing/2014/main" id="{1D0F88C1-3F7F-0948-A0A4-9B228D85A0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10" y="2168"/>
                    <a:ext cx="1225" cy="596"/>
                    <a:chOff x="1610" y="2168"/>
                    <a:chExt cx="1225" cy="596"/>
                  </a:xfrm>
                </p:grpSpPr>
                <p:grpSp>
                  <p:nvGrpSpPr>
                    <p:cNvPr id="55365" name="Group 752">
                      <a:extLst>
                        <a:ext uri="{FF2B5EF4-FFF2-40B4-BE49-F238E27FC236}">
                          <a16:creationId xmlns:a16="http://schemas.microsoft.com/office/drawing/2014/main" id="{A6960412-E275-4847-B0BA-BDA7799419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655" y="2570"/>
                      <a:ext cx="1146" cy="194"/>
                      <a:chOff x="8400" y="10320"/>
                      <a:chExt cx="4848" cy="336"/>
                    </a:xfrm>
                  </p:grpSpPr>
                  <p:sp>
                    <p:nvSpPr>
                      <p:cNvPr id="55367" name="Rectangle 753">
                        <a:extLst>
                          <a:ext uri="{FF2B5EF4-FFF2-40B4-BE49-F238E27FC236}">
                            <a16:creationId xmlns:a16="http://schemas.microsoft.com/office/drawing/2014/main" id="{E59A4772-3BE2-6F49-B223-517721DA8E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689" y="10551"/>
                        <a:ext cx="4306" cy="105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68" name="Rectangle 754">
                        <a:extLst>
                          <a:ext uri="{FF2B5EF4-FFF2-40B4-BE49-F238E27FC236}">
                            <a16:creationId xmlns:a16="http://schemas.microsoft.com/office/drawing/2014/main" id="{FAAE5EF8-4C94-E147-B291-7436278B60E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774" y="10362"/>
                        <a:ext cx="195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69" name="Rectangle 755">
                        <a:extLst>
                          <a:ext uri="{FF2B5EF4-FFF2-40B4-BE49-F238E27FC236}">
                            <a16:creationId xmlns:a16="http://schemas.microsoft.com/office/drawing/2014/main" id="{C01CA5F1-0880-DD44-9708-06ADA28BD03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9759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70" name="Rectangle 756">
                        <a:extLst>
                          <a:ext uri="{FF2B5EF4-FFF2-40B4-BE49-F238E27FC236}">
                            <a16:creationId xmlns:a16="http://schemas.microsoft.com/office/drawing/2014/main" id="{D2D085E1-8525-4246-B637-739DBB30D88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745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71" name="Rectangle 757">
                        <a:extLst>
                          <a:ext uri="{FF2B5EF4-FFF2-40B4-BE49-F238E27FC236}">
                            <a16:creationId xmlns:a16="http://schemas.microsoft.com/office/drawing/2014/main" id="{B8959FAB-F2BC-0740-B69E-83514BD0C0E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1731" y="10362"/>
                        <a:ext cx="196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72" name="Rectangle 758">
                        <a:extLst>
                          <a:ext uri="{FF2B5EF4-FFF2-40B4-BE49-F238E27FC236}">
                            <a16:creationId xmlns:a16="http://schemas.microsoft.com/office/drawing/2014/main" id="{5A485E88-603F-FE44-AAC6-71CABDAE21D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2717" y="10362"/>
                        <a:ext cx="195" cy="294"/>
                      </a:xfrm>
                      <a:prstGeom prst="rect">
                        <a:avLst/>
                      </a:prstGeom>
                      <a:solidFill>
                        <a:srgbClr val="996633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5373" name="Line 759">
                        <a:extLst>
                          <a:ext uri="{FF2B5EF4-FFF2-40B4-BE49-F238E27FC236}">
                            <a16:creationId xmlns:a16="http://schemas.microsoft.com/office/drawing/2014/main" id="{67BD2616-E045-F34B-94EC-B9ABF18ABA3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00" y="10362"/>
                        <a:ext cx="484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/>
                      </a:p>
                    </p:txBody>
                  </p:sp>
                  <p:sp>
                    <p:nvSpPr>
                      <p:cNvPr id="55374" name="Line 760">
                        <a:extLst>
                          <a:ext uri="{FF2B5EF4-FFF2-40B4-BE49-F238E27FC236}">
                            <a16:creationId xmlns:a16="http://schemas.microsoft.com/office/drawing/2014/main" id="{7AE668E8-597A-F04B-B52E-19941459D3F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00" y="10320"/>
                        <a:ext cx="484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/>
                      </a:p>
                    </p:txBody>
                  </p:sp>
                </p:grpSp>
                <p:sp>
                  <p:nvSpPr>
                    <p:cNvPr id="55366" name="Rectangle 761">
                      <a:extLst>
                        <a:ext uri="{FF2B5EF4-FFF2-40B4-BE49-F238E27FC236}">
                          <a16:creationId xmlns:a16="http://schemas.microsoft.com/office/drawing/2014/main" id="{2C6B6595-2E72-6748-B2DB-D4598D126AE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10" y="2168"/>
                      <a:ext cx="1225" cy="83"/>
                    </a:xfrm>
                    <a:prstGeom prst="rect">
                      <a:avLst/>
                    </a:prstGeom>
                    <a:solidFill>
                      <a:srgbClr val="996633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55324" name="Group 762">
                    <a:extLst>
                      <a:ext uri="{FF2B5EF4-FFF2-40B4-BE49-F238E27FC236}">
                        <a16:creationId xmlns:a16="http://schemas.microsoft.com/office/drawing/2014/main" id="{A2BA1E41-D1A0-0049-AFB2-9310E68CA01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836" y="2321"/>
                    <a:ext cx="115" cy="222"/>
                    <a:chOff x="11664" y="12912"/>
                    <a:chExt cx="480" cy="384"/>
                  </a:xfrm>
                </p:grpSpPr>
                <p:grpSp>
                  <p:nvGrpSpPr>
                    <p:cNvPr id="55359" name="Group 763">
                      <a:extLst>
                        <a:ext uri="{FF2B5EF4-FFF2-40B4-BE49-F238E27FC236}">
                          <a16:creationId xmlns:a16="http://schemas.microsoft.com/office/drawing/2014/main" id="{227A80E6-FB79-E543-BEE2-3774A629B3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712" y="13056"/>
                      <a:ext cx="432" cy="240"/>
                      <a:chOff x="10032" y="13056"/>
                      <a:chExt cx="432" cy="240"/>
                    </a:xfrm>
                  </p:grpSpPr>
                  <p:grpSp>
                    <p:nvGrpSpPr>
                      <p:cNvPr id="55361" name="Group 764">
                        <a:extLst>
                          <a:ext uri="{FF2B5EF4-FFF2-40B4-BE49-F238E27FC236}">
                            <a16:creationId xmlns:a16="http://schemas.microsoft.com/office/drawing/2014/main" id="{E1EE0E45-CC01-9547-AD4E-6AFB8596345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0032" y="13056"/>
                        <a:ext cx="432" cy="240"/>
                        <a:chOff x="8976" y="13056"/>
                        <a:chExt cx="432" cy="240"/>
                      </a:xfrm>
                    </p:grpSpPr>
                    <p:sp>
                      <p:nvSpPr>
                        <p:cNvPr id="55363" name="Rectangle 765">
                          <a:extLst>
                            <a:ext uri="{FF2B5EF4-FFF2-40B4-BE49-F238E27FC236}">
                              <a16:creationId xmlns:a16="http://schemas.microsoft.com/office/drawing/2014/main" id="{0C7A8FEA-3BD6-BA47-8AF2-1EFCAE6D39F3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8976" y="13200"/>
                          <a:ext cx="432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  <p:sp>
                      <p:nvSpPr>
                        <p:cNvPr id="55364" name="Rectangle 766">
                          <a:extLst>
                            <a:ext uri="{FF2B5EF4-FFF2-40B4-BE49-F238E27FC236}">
                              <a16:creationId xmlns:a16="http://schemas.microsoft.com/office/drawing/2014/main" id="{DF4C2356-14F5-5B43-90F1-F839C421FD17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9360" y="13056"/>
                          <a:ext cx="48" cy="144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55362" name="Rectangle 767">
                        <a:extLst>
                          <a:ext uri="{FF2B5EF4-FFF2-40B4-BE49-F238E27FC236}">
                            <a16:creationId xmlns:a16="http://schemas.microsoft.com/office/drawing/2014/main" id="{E52A2098-983C-FE49-B61D-887993511DB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272" y="13104"/>
                        <a:ext cx="144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60" name="Rectangle 768">
                      <a:extLst>
                        <a:ext uri="{FF2B5EF4-FFF2-40B4-BE49-F238E27FC236}">
                          <a16:creationId xmlns:a16="http://schemas.microsoft.com/office/drawing/2014/main" id="{756E9DFE-39FB-7F40-AA81-D31340684C6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664" y="12912"/>
                      <a:ext cx="480" cy="384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55325" name="Group 769">
                    <a:extLst>
                      <a:ext uri="{FF2B5EF4-FFF2-40B4-BE49-F238E27FC236}">
                        <a16:creationId xmlns:a16="http://schemas.microsoft.com/office/drawing/2014/main" id="{480B4834-B7C1-AF40-B36E-EE7A31856F4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43" y="2321"/>
                    <a:ext cx="136" cy="222"/>
                    <a:chOff x="10464" y="9888"/>
                    <a:chExt cx="576" cy="384"/>
                  </a:xfrm>
                </p:grpSpPr>
                <p:grpSp>
                  <p:nvGrpSpPr>
                    <p:cNvPr id="55351" name="Group 770">
                      <a:extLst>
                        <a:ext uri="{FF2B5EF4-FFF2-40B4-BE49-F238E27FC236}">
                          <a16:creationId xmlns:a16="http://schemas.microsoft.com/office/drawing/2014/main" id="{219B794B-CC39-954E-A08F-45930DBFF67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464" y="9888"/>
                      <a:ext cx="480" cy="384"/>
                      <a:chOff x="11664" y="12912"/>
                      <a:chExt cx="480" cy="384"/>
                    </a:xfrm>
                  </p:grpSpPr>
                  <p:grpSp>
                    <p:nvGrpSpPr>
                      <p:cNvPr id="55353" name="Group 771">
                        <a:extLst>
                          <a:ext uri="{FF2B5EF4-FFF2-40B4-BE49-F238E27FC236}">
                            <a16:creationId xmlns:a16="http://schemas.microsoft.com/office/drawing/2014/main" id="{F8E5DA00-8103-0248-B9AB-C7BEA4C6385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1712" y="13056"/>
                        <a:ext cx="432" cy="240"/>
                        <a:chOff x="10032" y="13056"/>
                        <a:chExt cx="432" cy="240"/>
                      </a:xfrm>
                    </p:grpSpPr>
                    <p:grpSp>
                      <p:nvGrpSpPr>
                        <p:cNvPr id="55355" name="Group 772">
                          <a:extLst>
                            <a:ext uri="{FF2B5EF4-FFF2-40B4-BE49-F238E27FC236}">
                              <a16:creationId xmlns:a16="http://schemas.microsoft.com/office/drawing/2014/main" id="{CA042B8E-5E66-3343-A09D-447DAEE479F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0032" y="13056"/>
                          <a:ext cx="432" cy="240"/>
                          <a:chOff x="8976" y="13056"/>
                          <a:chExt cx="432" cy="240"/>
                        </a:xfrm>
                      </p:grpSpPr>
                      <p:sp>
                        <p:nvSpPr>
                          <p:cNvPr id="55357" name="Rectangle 773">
                            <a:extLst>
                              <a:ext uri="{FF2B5EF4-FFF2-40B4-BE49-F238E27FC236}">
                                <a16:creationId xmlns:a16="http://schemas.microsoft.com/office/drawing/2014/main" id="{4534F509-105C-2B4F-BA01-3D0AC1C45F43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8976" y="13200"/>
                            <a:ext cx="432" cy="96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  <p:sp>
                        <p:nvSpPr>
                          <p:cNvPr id="55358" name="Rectangle 774">
                            <a:extLst>
                              <a:ext uri="{FF2B5EF4-FFF2-40B4-BE49-F238E27FC236}">
                                <a16:creationId xmlns:a16="http://schemas.microsoft.com/office/drawing/2014/main" id="{F5711C59-0CF0-8A4E-BACC-F4F8C0D41D06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9360" y="13056"/>
                            <a:ext cx="48" cy="144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</p:grpSp>
                    <p:sp>
                      <p:nvSpPr>
                        <p:cNvPr id="55356" name="Rectangle 775">
                          <a:extLst>
                            <a:ext uri="{FF2B5EF4-FFF2-40B4-BE49-F238E27FC236}">
                              <a16:creationId xmlns:a16="http://schemas.microsoft.com/office/drawing/2014/main" id="{23F5F1BF-7618-6F4E-A45B-FEA94653BF9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0272" y="13104"/>
                          <a:ext cx="144" cy="96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55354" name="Rectangle 776">
                        <a:extLst>
                          <a:ext uri="{FF2B5EF4-FFF2-40B4-BE49-F238E27FC236}">
                            <a16:creationId xmlns:a16="http://schemas.microsoft.com/office/drawing/2014/main" id="{36322A63-7F7D-CB4E-A742-B3402D4054B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1664" y="12912"/>
                        <a:ext cx="480" cy="384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52" name="Rectangle 777">
                      <a:extLst>
                        <a:ext uri="{FF2B5EF4-FFF2-40B4-BE49-F238E27FC236}">
                          <a16:creationId xmlns:a16="http://schemas.microsoft.com/office/drawing/2014/main" id="{C8A78C0C-E634-9641-9693-2E3A19099DB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944" y="9888"/>
                      <a:ext cx="96" cy="38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55326" name="Group 778">
                    <a:extLst>
                      <a:ext uri="{FF2B5EF4-FFF2-40B4-BE49-F238E27FC236}">
                        <a16:creationId xmlns:a16="http://schemas.microsoft.com/office/drawing/2014/main" id="{65EA0CDA-C57B-3840-985B-B23556FD6F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96" y="2228"/>
                    <a:ext cx="292" cy="315"/>
                    <a:chOff x="11114" y="9727"/>
                    <a:chExt cx="1231" cy="545"/>
                  </a:xfrm>
                </p:grpSpPr>
                <p:grpSp>
                  <p:nvGrpSpPr>
                    <p:cNvPr id="55339" name="Group 779">
                      <a:extLst>
                        <a:ext uri="{FF2B5EF4-FFF2-40B4-BE49-F238E27FC236}">
                          <a16:creationId xmlns:a16="http://schemas.microsoft.com/office/drawing/2014/main" id="{8785377F-FD40-834E-B952-37D8D09830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664" y="9888"/>
                      <a:ext cx="576" cy="384"/>
                      <a:chOff x="10464" y="9888"/>
                      <a:chExt cx="576" cy="384"/>
                    </a:xfrm>
                  </p:grpSpPr>
                  <p:grpSp>
                    <p:nvGrpSpPr>
                      <p:cNvPr id="55343" name="Group 780">
                        <a:extLst>
                          <a:ext uri="{FF2B5EF4-FFF2-40B4-BE49-F238E27FC236}">
                            <a16:creationId xmlns:a16="http://schemas.microsoft.com/office/drawing/2014/main" id="{2C6F7C10-E350-CD4F-98DA-4EFD35BB88B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0464" y="9888"/>
                        <a:ext cx="480" cy="384"/>
                        <a:chOff x="11664" y="12912"/>
                        <a:chExt cx="480" cy="384"/>
                      </a:xfrm>
                    </p:grpSpPr>
                    <p:grpSp>
                      <p:nvGrpSpPr>
                        <p:cNvPr id="55345" name="Group 781">
                          <a:extLst>
                            <a:ext uri="{FF2B5EF4-FFF2-40B4-BE49-F238E27FC236}">
                              <a16:creationId xmlns:a16="http://schemas.microsoft.com/office/drawing/2014/main" id="{E73D6F0B-5F9B-AD49-BA84-AFC2352381D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1712" y="13056"/>
                          <a:ext cx="432" cy="240"/>
                          <a:chOff x="10032" y="13056"/>
                          <a:chExt cx="432" cy="240"/>
                        </a:xfrm>
                      </p:grpSpPr>
                      <p:grpSp>
                        <p:nvGrpSpPr>
                          <p:cNvPr id="55347" name="Group 782">
                            <a:extLst>
                              <a:ext uri="{FF2B5EF4-FFF2-40B4-BE49-F238E27FC236}">
                                <a16:creationId xmlns:a16="http://schemas.microsoft.com/office/drawing/2014/main" id="{573FA13F-0A11-DD4B-B386-652BDDDC5BC9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10032" y="13056"/>
                            <a:ext cx="432" cy="240"/>
                            <a:chOff x="8976" y="13056"/>
                            <a:chExt cx="432" cy="240"/>
                          </a:xfrm>
                        </p:grpSpPr>
                        <p:sp>
                          <p:nvSpPr>
                            <p:cNvPr id="55349" name="Rectangle 783">
                              <a:extLst>
                                <a:ext uri="{FF2B5EF4-FFF2-40B4-BE49-F238E27FC236}">
                                  <a16:creationId xmlns:a16="http://schemas.microsoft.com/office/drawing/2014/main" id="{2FC06427-4B20-5F49-B3C7-5F6FA2258A0B}"/>
                                </a:ext>
                              </a:extLst>
                            </p:cNvPr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8976" y="13200"/>
                              <a:ext cx="432" cy="96"/>
                            </a:xfrm>
                            <a:prstGeom prst="rect">
                              <a:avLst/>
                            </a:prstGeom>
                            <a:solidFill>
                              <a:srgbClr val="FFFFFF"/>
                            </a:solidFill>
                            <a:ln w="12700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:ln>
                          </p:spPr>
                          <p:txBody>
                            <a:bodyPr wrap="none" anchor="ctr"/>
                            <a:lstStyle>
                              <a:lvl1pPr>
                                <a:spcBef>
                                  <a:spcPct val="20000"/>
                                </a:spcBef>
                                <a:buChar char="•"/>
                                <a:defRPr sz="28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1pPr>
                              <a:lvl2pPr marL="742950" indent="-285750">
                                <a:spcBef>
                                  <a:spcPct val="20000"/>
                                </a:spcBef>
                                <a:buChar char="–"/>
                                <a:defRPr sz="24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2pPr>
                              <a:lvl3pPr marL="1143000" indent="-228600">
                                <a:spcBef>
                                  <a:spcPct val="20000"/>
                                </a:spcBef>
                                <a:buChar char="•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3pPr>
                              <a:lvl4pPr marL="1600200" indent="-228600">
                                <a:spcBef>
                                  <a:spcPct val="20000"/>
                                </a:spcBef>
                                <a:buChar char="–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4pPr>
                              <a:lvl5pPr marL="2057400" indent="-228600">
                                <a:spcBef>
                                  <a:spcPct val="20000"/>
                                </a:spcBef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9pPr>
                            </a:lstStyle>
                            <a:p>
                              <a:pPr algn="ctr" eaLnBrk="1" hangingPunct="1">
                                <a:spcBef>
                                  <a:spcPct val="50000"/>
                                </a:spcBef>
                                <a:buFontTx/>
                                <a:buNone/>
                              </a:pPr>
                              <a:endParaRPr lang="pt-BR" altLang="pt-BR" sz="2000"/>
                            </a:p>
                          </p:txBody>
                        </p:sp>
                        <p:sp>
                          <p:nvSpPr>
                            <p:cNvPr id="55350" name="Rectangle 784">
                              <a:extLst>
                                <a:ext uri="{FF2B5EF4-FFF2-40B4-BE49-F238E27FC236}">
                                  <a16:creationId xmlns:a16="http://schemas.microsoft.com/office/drawing/2014/main" id="{B913B303-D689-CB4C-B9A1-A022342B7B54}"/>
                                </a:ext>
                              </a:extLst>
                            </p:cNvPr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9360" y="13056"/>
                              <a:ext cx="48" cy="144"/>
                            </a:xfrm>
                            <a:prstGeom prst="rect">
                              <a:avLst/>
                            </a:prstGeom>
                            <a:solidFill>
                              <a:srgbClr val="FFFFFF"/>
                            </a:solidFill>
                            <a:ln w="12700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:ln>
                          </p:spPr>
                          <p:txBody>
                            <a:bodyPr wrap="none" anchor="ctr"/>
                            <a:lstStyle>
                              <a:lvl1pPr>
                                <a:spcBef>
                                  <a:spcPct val="20000"/>
                                </a:spcBef>
                                <a:buChar char="•"/>
                                <a:defRPr sz="28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1pPr>
                              <a:lvl2pPr marL="742950" indent="-285750">
                                <a:spcBef>
                                  <a:spcPct val="20000"/>
                                </a:spcBef>
                                <a:buChar char="–"/>
                                <a:defRPr sz="24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2pPr>
                              <a:lvl3pPr marL="1143000" indent="-228600">
                                <a:spcBef>
                                  <a:spcPct val="20000"/>
                                </a:spcBef>
                                <a:buChar char="•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3pPr>
                              <a:lvl4pPr marL="1600200" indent="-228600">
                                <a:spcBef>
                                  <a:spcPct val="20000"/>
                                </a:spcBef>
                                <a:buChar char="–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4pPr>
                              <a:lvl5pPr marL="2057400" indent="-228600">
                                <a:spcBef>
                                  <a:spcPct val="20000"/>
                                </a:spcBef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buChar char="»"/>
                                <a:defRPr sz="2000">
                                  <a:solidFill>
                                    <a:schemeClr val="tx1"/>
                                  </a:solidFill>
                                  <a:latin typeface="Arial" panose="020B0604020202020204" pitchFamily="34" charset="0"/>
                                </a:defRPr>
                              </a:lvl9pPr>
                            </a:lstStyle>
                            <a:p>
                              <a:pPr algn="ctr" eaLnBrk="1" hangingPunct="1">
                                <a:spcBef>
                                  <a:spcPct val="50000"/>
                                </a:spcBef>
                                <a:buFontTx/>
                                <a:buNone/>
                              </a:pPr>
                              <a:endParaRPr lang="pt-BR" altLang="pt-BR" sz="2000"/>
                            </a:p>
                          </p:txBody>
                        </p:sp>
                      </p:grpSp>
                      <p:sp>
                        <p:nvSpPr>
                          <p:cNvPr id="55348" name="Rectangle 785">
                            <a:extLst>
                              <a:ext uri="{FF2B5EF4-FFF2-40B4-BE49-F238E27FC236}">
                                <a16:creationId xmlns:a16="http://schemas.microsoft.com/office/drawing/2014/main" id="{4F611977-E4F2-D143-A9BD-BD56B99E531A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10272" y="13104"/>
                            <a:ext cx="144" cy="96"/>
                          </a:xfrm>
                          <a:prstGeom prst="rect">
                            <a:avLst/>
                          </a:prstGeom>
                          <a:solidFill>
                            <a:srgbClr val="FFFFFF"/>
                          </a:solidFill>
                          <a:ln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:ln>
                        </p:spPr>
                        <p:txBody>
                          <a:bodyPr wrap="none" anchor="ctr"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</a:defRPr>
                            </a:lvl9pPr>
                          </a:lstStyle>
                          <a:p>
                            <a:pPr algn="ctr" eaLnBrk="1" hangingPunct="1">
                              <a:spcBef>
                                <a:spcPct val="50000"/>
                              </a:spcBef>
                              <a:buFontTx/>
                              <a:buNone/>
                            </a:pPr>
                            <a:endParaRPr lang="pt-BR" altLang="pt-BR" sz="2000"/>
                          </a:p>
                        </p:txBody>
                      </p:sp>
                    </p:grpSp>
                    <p:sp>
                      <p:nvSpPr>
                        <p:cNvPr id="55346" name="Rectangle 786">
                          <a:extLst>
                            <a:ext uri="{FF2B5EF4-FFF2-40B4-BE49-F238E27FC236}">
                              <a16:creationId xmlns:a16="http://schemas.microsoft.com/office/drawing/2014/main" id="{5BB5ACC0-DCED-5749-AC2E-B81007E1FBED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1664" y="12912"/>
                          <a:ext cx="480" cy="384"/>
                        </a:xfrm>
                        <a:prstGeom prst="rect">
                          <a:avLst/>
                        </a:prstGeom>
                        <a:noFill/>
                        <a:ln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 wrap="none" anchor="ctr"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50000"/>
                            </a:spcBef>
                            <a:buFontTx/>
                            <a:buNone/>
                          </a:pPr>
                          <a:endParaRPr lang="pt-BR" altLang="pt-BR" sz="2000"/>
                        </a:p>
                      </p:txBody>
                    </p:sp>
                  </p:grpSp>
                  <p:sp>
                    <p:nvSpPr>
                      <p:cNvPr id="55344" name="Rectangle 787">
                        <a:extLst>
                          <a:ext uri="{FF2B5EF4-FFF2-40B4-BE49-F238E27FC236}">
                            <a16:creationId xmlns:a16="http://schemas.microsoft.com/office/drawing/2014/main" id="{E6BD6BDF-0519-EE4C-90BE-5EBBBF4F9E0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0944" y="9888"/>
                        <a:ext cx="96" cy="384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5340" name="Rectangle 788">
                      <a:extLst>
                        <a:ext uri="{FF2B5EF4-FFF2-40B4-BE49-F238E27FC236}">
                          <a16:creationId xmlns:a16="http://schemas.microsoft.com/office/drawing/2014/main" id="{7D540437-2F6B-7A4C-9643-6B1F8EBF52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144" y="9888"/>
                      <a:ext cx="96" cy="192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41" name="Rectangle 789">
                      <a:extLst>
                        <a:ext uri="{FF2B5EF4-FFF2-40B4-BE49-F238E27FC236}">
                          <a16:creationId xmlns:a16="http://schemas.microsoft.com/office/drawing/2014/main" id="{5BC8323E-3FB7-224A-B452-6A21DB9CCC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664" y="9888"/>
                      <a:ext cx="240" cy="14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42" name="Text Box 790">
                      <a:extLst>
                        <a:ext uri="{FF2B5EF4-FFF2-40B4-BE49-F238E27FC236}">
                          <a16:creationId xmlns:a16="http://schemas.microsoft.com/office/drawing/2014/main" id="{7060C8E2-FD21-A247-8171-1FACD8E3BFE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114" y="9727"/>
                      <a:ext cx="1231" cy="453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700" b="1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</a:rPr>
                        <a:t>X</a:t>
                      </a:r>
                      <a:endParaRPr lang="pt-BR" altLang="pt-BR" sz="20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55327" name="AutoShape 791">
                    <a:extLst>
                      <a:ext uri="{FF2B5EF4-FFF2-40B4-BE49-F238E27FC236}">
                        <a16:creationId xmlns:a16="http://schemas.microsoft.com/office/drawing/2014/main" id="{66F45722-1D2B-084F-A1C0-D3AC77BE57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62" y="2321"/>
                    <a:ext cx="26" cy="111"/>
                  </a:xfrm>
                  <a:prstGeom prst="can">
                    <a:avLst>
                      <a:gd name="adj" fmla="val 106731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55328" name="AutoShape 792">
                    <a:extLst>
                      <a:ext uri="{FF2B5EF4-FFF2-40B4-BE49-F238E27FC236}">
                        <a16:creationId xmlns:a16="http://schemas.microsoft.com/office/drawing/2014/main" id="{076B09A4-3076-CD45-B33F-E7C776FFAF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4190731" flipH="1">
                    <a:off x="1937" y="2433"/>
                    <a:ext cx="39" cy="37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grpSp>
                <p:nvGrpSpPr>
                  <p:cNvPr id="55329" name="Group 793">
                    <a:extLst>
                      <a:ext uri="{FF2B5EF4-FFF2-40B4-BE49-F238E27FC236}">
                        <a16:creationId xmlns:a16="http://schemas.microsoft.com/office/drawing/2014/main" id="{44147B6A-A2CC-9B4B-B048-98623915406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79" y="2321"/>
                    <a:ext cx="50" cy="150"/>
                    <a:chOff x="9696" y="9984"/>
                    <a:chExt cx="211" cy="261"/>
                  </a:xfrm>
                </p:grpSpPr>
                <p:sp>
                  <p:nvSpPr>
                    <p:cNvPr id="55337" name="AutoShape 794">
                      <a:extLst>
                        <a:ext uri="{FF2B5EF4-FFF2-40B4-BE49-F238E27FC236}">
                          <a16:creationId xmlns:a16="http://schemas.microsoft.com/office/drawing/2014/main" id="{1F03673D-08C3-F648-9059-62B19339C8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92" y="9984"/>
                      <a:ext cx="115" cy="192"/>
                    </a:xfrm>
                    <a:prstGeom prst="can">
                      <a:avLst>
                        <a:gd name="adj" fmla="val 41739"/>
                      </a:avLst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38" name="AutoShape 795">
                      <a:extLst>
                        <a:ext uri="{FF2B5EF4-FFF2-40B4-BE49-F238E27FC236}">
                          <a16:creationId xmlns:a16="http://schemas.microsoft.com/office/drawing/2014/main" id="{817B93F4-EF29-FC4C-8282-01A11943A1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4190731" flipH="1">
                      <a:off x="9737" y="10135"/>
                      <a:ext cx="69" cy="151"/>
                    </a:xfrm>
                    <a:prstGeom prst="triangle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55330" name="Group 796">
                    <a:extLst>
                      <a:ext uri="{FF2B5EF4-FFF2-40B4-BE49-F238E27FC236}">
                        <a16:creationId xmlns:a16="http://schemas.microsoft.com/office/drawing/2014/main" id="{93DAEB22-3EA5-9249-8A68-FD7C934A07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80" y="2488"/>
                    <a:ext cx="56" cy="26"/>
                    <a:chOff x="9216" y="8640"/>
                    <a:chExt cx="240" cy="48"/>
                  </a:xfrm>
                </p:grpSpPr>
                <p:sp>
                  <p:nvSpPr>
                    <p:cNvPr id="55335" name="Rectangle 797">
                      <a:extLst>
                        <a:ext uri="{FF2B5EF4-FFF2-40B4-BE49-F238E27FC236}">
                          <a16:creationId xmlns:a16="http://schemas.microsoft.com/office/drawing/2014/main" id="{5B34F44B-A141-EA4E-A388-BB77DA548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216" y="8640"/>
                      <a:ext cx="96" cy="4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5336" name="Line 798">
                      <a:extLst>
                        <a:ext uri="{FF2B5EF4-FFF2-40B4-BE49-F238E27FC236}">
                          <a16:creationId xmlns:a16="http://schemas.microsoft.com/office/drawing/2014/main" id="{26313175-82F1-204D-BD4A-795611E4A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9312" y="8664"/>
                      <a:ext cx="144" cy="0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55331" name="Group 799">
                    <a:extLst>
                      <a:ext uri="{FF2B5EF4-FFF2-40B4-BE49-F238E27FC236}">
                        <a16:creationId xmlns:a16="http://schemas.microsoft.com/office/drawing/2014/main" id="{6F34AE87-2B3C-2042-8435-FC6F6B791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74" y="2376"/>
                    <a:ext cx="22" cy="112"/>
                    <a:chOff x="10416" y="8688"/>
                    <a:chExt cx="96" cy="192"/>
                  </a:xfrm>
                </p:grpSpPr>
                <p:sp>
                  <p:nvSpPr>
                    <p:cNvPr id="55332" name="Line 800">
                      <a:extLst>
                        <a:ext uri="{FF2B5EF4-FFF2-40B4-BE49-F238E27FC236}">
                          <a16:creationId xmlns:a16="http://schemas.microsoft.com/office/drawing/2014/main" id="{EBA997CE-AE2A-4544-9764-999F905A64C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0416" y="8688"/>
                      <a:ext cx="48" cy="4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33" name="Line 801">
                      <a:extLst>
                        <a:ext uri="{FF2B5EF4-FFF2-40B4-BE49-F238E27FC236}">
                          <a16:creationId xmlns:a16="http://schemas.microsoft.com/office/drawing/2014/main" id="{B14479A6-3659-9748-9BAD-5017F139FC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0464" y="8688"/>
                      <a:ext cx="48" cy="4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pt-BR"/>
                    </a:p>
                  </p:txBody>
                </p:sp>
                <p:sp>
                  <p:nvSpPr>
                    <p:cNvPr id="55334" name="Rectangle 802">
                      <a:extLst>
                        <a:ext uri="{FF2B5EF4-FFF2-40B4-BE49-F238E27FC236}">
                          <a16:creationId xmlns:a16="http://schemas.microsoft.com/office/drawing/2014/main" id="{D77B6EBF-E23F-A346-9F7F-F2A8E5AC765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40" y="8742"/>
                      <a:ext cx="47" cy="138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</p:grpSp>
          </p:grpSp>
          <p:pic>
            <p:nvPicPr>
              <p:cNvPr id="55313" name="Picture 803">
                <a:extLst>
                  <a:ext uri="{FF2B5EF4-FFF2-40B4-BE49-F238E27FC236}">
                    <a16:creationId xmlns:a16="http://schemas.microsoft.com/office/drawing/2014/main" id="{B326473F-340A-FC43-9359-9F8E4EB18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4899" y="2086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314" name="Rectangle 804">
                <a:extLst>
                  <a:ext uri="{FF2B5EF4-FFF2-40B4-BE49-F238E27FC236}">
                    <a16:creationId xmlns:a16="http://schemas.microsoft.com/office/drawing/2014/main" id="{6AA1B90E-03E1-5A47-A9EB-70E86DA18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1973"/>
                <a:ext cx="1300" cy="4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pic>
            <p:nvPicPr>
              <p:cNvPr id="55315" name="Picture 805">
                <a:extLst>
                  <a:ext uri="{FF2B5EF4-FFF2-40B4-BE49-F238E27FC236}">
                    <a16:creationId xmlns:a16="http://schemas.microsoft.com/office/drawing/2014/main" id="{B0301C26-3928-F740-82B8-323E89749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4366" t="41676" r="35428" b="42709"/>
              <a:stretch>
                <a:fillRect/>
              </a:stretch>
            </p:blipFill>
            <p:spPr bwMode="auto">
              <a:xfrm>
                <a:off x="3424" y="1858"/>
                <a:ext cx="244" cy="1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316" name="Freeform 806">
                <a:extLst>
                  <a:ext uri="{FF2B5EF4-FFF2-40B4-BE49-F238E27FC236}">
                    <a16:creationId xmlns:a16="http://schemas.microsoft.com/office/drawing/2014/main" id="{8B247DA7-7900-474D-977B-A7A8E6F43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706"/>
                <a:ext cx="1408" cy="380"/>
              </a:xfrm>
              <a:custGeom>
                <a:avLst/>
                <a:gdLst>
                  <a:gd name="T0" fmla="*/ 0 w 2359"/>
                  <a:gd name="T1" fmla="*/ 24 h 605"/>
                  <a:gd name="T2" fmla="*/ 31 w 2359"/>
                  <a:gd name="T3" fmla="*/ 10 h 605"/>
                  <a:gd name="T4" fmla="*/ 96 w 2359"/>
                  <a:gd name="T5" fmla="*/ 2 h 605"/>
                  <a:gd name="T6" fmla="*/ 155 w 2359"/>
                  <a:gd name="T7" fmla="*/ 19 h 605"/>
                  <a:gd name="T8" fmla="*/ 178 w 2359"/>
                  <a:gd name="T9" fmla="*/ 59 h 6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59"/>
                  <a:gd name="T16" fmla="*/ 0 h 605"/>
                  <a:gd name="T17" fmla="*/ 2359 w 2359"/>
                  <a:gd name="T18" fmla="*/ 605 h 6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59" h="605">
                    <a:moveTo>
                      <a:pt x="0" y="242"/>
                    </a:moveTo>
                    <a:cubicBezTo>
                      <a:pt x="98" y="193"/>
                      <a:pt x="196" y="144"/>
                      <a:pt x="408" y="106"/>
                    </a:cubicBezTo>
                    <a:cubicBezTo>
                      <a:pt x="620" y="68"/>
                      <a:pt x="998" y="0"/>
                      <a:pt x="1270" y="15"/>
                    </a:cubicBezTo>
                    <a:cubicBezTo>
                      <a:pt x="1542" y="30"/>
                      <a:pt x="1860" y="99"/>
                      <a:pt x="2041" y="197"/>
                    </a:cubicBezTo>
                    <a:cubicBezTo>
                      <a:pt x="2222" y="295"/>
                      <a:pt x="2290" y="450"/>
                      <a:pt x="2359" y="60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pt-BR"/>
              </a:p>
            </p:txBody>
          </p:sp>
        </p:grpSp>
        <p:sp>
          <p:nvSpPr>
            <p:cNvPr id="315175" name="Text Box 807">
              <a:extLst>
                <a:ext uri="{FF2B5EF4-FFF2-40B4-BE49-F238E27FC236}">
                  <a16:creationId xmlns:a16="http://schemas.microsoft.com/office/drawing/2014/main" id="{28F626F3-BE68-E244-8811-B75A7478C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" y="1360"/>
              <a:ext cx="1146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Nova instalação</a:t>
              </a:r>
            </a:p>
          </p:txBody>
        </p:sp>
        <p:sp>
          <p:nvSpPr>
            <p:cNvPr id="315176" name="Text Box 808">
              <a:extLst>
                <a:ext uri="{FF2B5EF4-FFF2-40B4-BE49-F238E27FC236}">
                  <a16:creationId xmlns:a16="http://schemas.microsoft.com/office/drawing/2014/main" id="{B11679A8-AFCC-574B-8F4E-53A274A4C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4" y="1360"/>
              <a:ext cx="1218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Mudar instalação</a:t>
              </a:r>
            </a:p>
          </p:txBody>
        </p:sp>
        <p:sp>
          <p:nvSpPr>
            <p:cNvPr id="315177" name="Text Box 809">
              <a:extLst>
                <a:ext uri="{FF2B5EF4-FFF2-40B4-BE49-F238E27FC236}">
                  <a16:creationId xmlns:a16="http://schemas.microsoft.com/office/drawing/2014/main" id="{98F94E06-B73D-DB46-97F7-6E3371DA4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6" y="1360"/>
              <a:ext cx="1394" cy="23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latin typeface="Arial" charset="0"/>
                </a:rPr>
                <a:t>Instalação existente</a:t>
              </a:r>
            </a:p>
          </p:txBody>
        </p:sp>
      </p:grpSp>
      <p:sp>
        <p:nvSpPr>
          <p:cNvPr id="55299" name="Text Box 810">
            <a:extLst>
              <a:ext uri="{FF2B5EF4-FFF2-40B4-BE49-F238E27FC236}">
                <a16:creationId xmlns:a16="http://schemas.microsoft.com/office/drawing/2014/main" id="{E40856E9-5F03-4F42-87C9-270B8135BD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075" y="935038"/>
            <a:ext cx="8745538" cy="8540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É a especificação de como vamos administrar a produção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Nesta atividade, definimos como planejar, programar e controlar a produção</a:t>
            </a:r>
          </a:p>
        </p:txBody>
      </p:sp>
      <p:sp>
        <p:nvSpPr>
          <p:cNvPr id="55300" name="Text Box 811">
            <a:extLst>
              <a:ext uri="{FF2B5EF4-FFF2-40B4-BE49-F238E27FC236}">
                <a16:creationId xmlns:a16="http://schemas.microsoft.com/office/drawing/2014/main" id="{83827B4F-1E2A-FD4E-8366-84864D797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" y="3765550"/>
            <a:ext cx="2801938" cy="176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 desenho de um novo processo</a:t>
            </a:r>
          </a:p>
          <a:p>
            <a:pPr eaLnBrk="1" hangingPunct="1">
              <a:spcBef>
                <a:spcPct val="50000"/>
              </a:spcBef>
            </a:pPr>
            <a:r>
              <a:rPr lang="pt-BR" altLang="pt-BR" sz="2000"/>
              <a:t> não necessariamente usa o processo de produção existente</a:t>
            </a:r>
          </a:p>
        </p:txBody>
      </p:sp>
      <p:sp>
        <p:nvSpPr>
          <p:cNvPr id="55301" name="Line 815">
            <a:extLst>
              <a:ext uri="{FF2B5EF4-FFF2-40B4-BE49-F238E27FC236}">
                <a16:creationId xmlns:a16="http://schemas.microsoft.com/office/drawing/2014/main" id="{EECE22DB-D87E-D54F-8588-F1DE16308C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0525" y="3402013"/>
            <a:ext cx="0" cy="34004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pt-BR"/>
          </a:p>
        </p:txBody>
      </p:sp>
      <p:sp>
        <p:nvSpPr>
          <p:cNvPr id="55302" name="Line 816">
            <a:extLst>
              <a:ext uri="{FF2B5EF4-FFF2-40B4-BE49-F238E27FC236}">
                <a16:creationId xmlns:a16="http://schemas.microsoft.com/office/drawing/2014/main" id="{56111E3B-E98C-5242-9B0F-BDF4D04D46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2350" y="3402013"/>
            <a:ext cx="0" cy="3413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pt-BR"/>
          </a:p>
        </p:txBody>
      </p:sp>
      <p:sp>
        <p:nvSpPr>
          <p:cNvPr id="55303" name="Text Box 817">
            <a:extLst>
              <a:ext uri="{FF2B5EF4-FFF2-40B4-BE49-F238E27FC236}">
                <a16:creationId xmlns:a16="http://schemas.microsoft.com/office/drawing/2014/main" id="{B03E9EC4-FBBF-904C-B68C-CB4BB1C00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5" y="3759200"/>
            <a:ext cx="5484813" cy="3968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 normalmente adota-se o processo existente</a:t>
            </a:r>
          </a:p>
        </p:txBody>
      </p:sp>
      <p:sp>
        <p:nvSpPr>
          <p:cNvPr id="55304" name="Text Box 818">
            <a:extLst>
              <a:ext uri="{FF2B5EF4-FFF2-40B4-BE49-F238E27FC236}">
                <a16:creationId xmlns:a16="http://schemas.microsoft.com/office/drawing/2014/main" id="{DDD10ED4-A4FC-1F41-A89C-E246B2E3D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0" y="4360863"/>
            <a:ext cx="4705350" cy="1311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 conforme o resultado da otimização, muda-se o processo de planejamento e controle da produção (exemplo, mudança para controle por kanban)</a:t>
            </a:r>
          </a:p>
        </p:txBody>
      </p:sp>
      <p:sp>
        <p:nvSpPr>
          <p:cNvPr id="55305" name="Text Box 819">
            <a:extLst>
              <a:ext uri="{FF2B5EF4-FFF2-40B4-BE49-F238E27FC236}">
                <a16:creationId xmlns:a16="http://schemas.microsoft.com/office/drawing/2014/main" id="{3795E3B7-8967-AB46-953F-2044C6DDB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150" y="6219825"/>
            <a:ext cx="8747125" cy="3968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2000"/>
              <a:t> avaliar como está o relacionamento com os parceiros e a logística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Rectangle 2">
            <a:extLst>
              <a:ext uri="{FF2B5EF4-FFF2-40B4-BE49-F238E27FC236}">
                <a16:creationId xmlns:a16="http://schemas.microsoft.com/office/drawing/2014/main" id="{6E0D8E95-0817-5349-8B21-F58C6BF5E0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Condição ideal</a:t>
            </a:r>
          </a:p>
        </p:txBody>
      </p:sp>
      <p:pic>
        <p:nvPicPr>
          <p:cNvPr id="57346" name="Picture 4">
            <a:extLst>
              <a:ext uri="{FF2B5EF4-FFF2-40B4-BE49-F238E27FC236}">
                <a16:creationId xmlns:a16="http://schemas.microsoft.com/office/drawing/2014/main" id="{AFE03E0F-313E-6B43-ABDA-F82A67B00E4E}"/>
              </a:ext>
            </a:extLst>
          </p:cNvPr>
          <p:cNvPicPr>
            <a:picLocks noGrp="1" noChangeAspect="1" noChangeArrowheads="1"/>
          </p:cNvPicPr>
          <p:nvPr>
            <p:ph type="body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609725" y="3386138"/>
            <a:ext cx="5243513" cy="2230437"/>
          </a:xfrm>
          <a:noFill/>
        </p:spPr>
      </p:pic>
      <p:sp>
        <p:nvSpPr>
          <p:cNvPr id="57347" name="Text Box 5">
            <a:extLst>
              <a:ext uri="{FF2B5EF4-FFF2-40B4-BE49-F238E27FC236}">
                <a16:creationId xmlns:a16="http://schemas.microsoft.com/office/drawing/2014/main" id="{8152B564-076F-0B42-9598-604B1A331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75" y="2403475"/>
            <a:ext cx="757555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/>
              <a:t>Todas as pessoas envolvidas nos processos produtivos devem estar qualificadas</a:t>
            </a:r>
            <a:r>
              <a:rPr lang="en-US" altLang="pt-BR"/>
              <a:t> </a:t>
            </a:r>
            <a:endParaRPr lang="pt-BR" altLang="pt-BR"/>
          </a:p>
        </p:txBody>
      </p:sp>
      <p:grpSp>
        <p:nvGrpSpPr>
          <p:cNvPr id="57348" name="Group 7">
            <a:extLst>
              <a:ext uri="{FF2B5EF4-FFF2-40B4-BE49-F238E27FC236}">
                <a16:creationId xmlns:a16="http://schemas.microsoft.com/office/drawing/2014/main" id="{3CC4BBB2-E87A-E84E-BCF9-12DAEE7B1752}"/>
              </a:ext>
            </a:extLst>
          </p:cNvPr>
          <p:cNvGrpSpPr>
            <a:grpSpLocks/>
          </p:cNvGrpSpPr>
          <p:nvPr/>
        </p:nvGrpSpPr>
        <p:grpSpPr bwMode="auto">
          <a:xfrm>
            <a:off x="7164388" y="4884738"/>
            <a:ext cx="1730375" cy="847725"/>
            <a:chOff x="3567" y="1245"/>
            <a:chExt cx="1104" cy="403"/>
          </a:xfrm>
        </p:grpSpPr>
        <p:grpSp>
          <p:nvGrpSpPr>
            <p:cNvPr id="57998" name="Group 8">
              <a:extLst>
                <a:ext uri="{FF2B5EF4-FFF2-40B4-BE49-F238E27FC236}">
                  <a16:creationId xmlns:a16="http://schemas.microsoft.com/office/drawing/2014/main" id="{FB6FA3AE-F44B-FF45-A484-F091F654BC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7" y="1473"/>
              <a:ext cx="61" cy="175"/>
              <a:chOff x="8880" y="11880"/>
              <a:chExt cx="336" cy="690"/>
            </a:xfrm>
          </p:grpSpPr>
          <p:grpSp>
            <p:nvGrpSpPr>
              <p:cNvPr id="58089" name="Group 9">
                <a:extLst>
                  <a:ext uri="{FF2B5EF4-FFF2-40B4-BE49-F238E27FC236}">
                    <a16:creationId xmlns:a16="http://schemas.microsoft.com/office/drawing/2014/main" id="{1D984C56-61A8-AC4F-A370-91E2809B18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1880"/>
                <a:ext cx="288" cy="144"/>
                <a:chOff x="8904" y="11880"/>
                <a:chExt cx="288" cy="144"/>
              </a:xfrm>
            </p:grpSpPr>
            <p:sp>
              <p:nvSpPr>
                <p:cNvPr id="58098" name="Rectangle 10">
                  <a:extLst>
                    <a:ext uri="{FF2B5EF4-FFF2-40B4-BE49-F238E27FC236}">
                      <a16:creationId xmlns:a16="http://schemas.microsoft.com/office/drawing/2014/main" id="{FDED80A2-C2B7-CA46-AB8B-9FC8A0B51E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99" name="Rectangle 11">
                  <a:extLst>
                    <a:ext uri="{FF2B5EF4-FFF2-40B4-BE49-F238E27FC236}">
                      <a16:creationId xmlns:a16="http://schemas.microsoft.com/office/drawing/2014/main" id="{358B086C-D3BD-EA4D-9D18-1445DFF4C3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grpSp>
            <p:nvGrpSpPr>
              <p:cNvPr id="58090" name="Group 12">
                <a:extLst>
                  <a:ext uri="{FF2B5EF4-FFF2-40B4-BE49-F238E27FC236}">
                    <a16:creationId xmlns:a16="http://schemas.microsoft.com/office/drawing/2014/main" id="{8057ADAD-5F92-744C-881E-11794BE12C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2000"/>
                <a:ext cx="288" cy="216"/>
                <a:chOff x="8904" y="11880"/>
                <a:chExt cx="288" cy="144"/>
              </a:xfrm>
            </p:grpSpPr>
            <p:sp>
              <p:nvSpPr>
                <p:cNvPr id="58096" name="Rectangle 13">
                  <a:extLst>
                    <a:ext uri="{FF2B5EF4-FFF2-40B4-BE49-F238E27FC236}">
                      <a16:creationId xmlns:a16="http://schemas.microsoft.com/office/drawing/2014/main" id="{BF9A126D-B15F-5D42-B023-B2CC0F5544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97" name="Rectangle 14">
                  <a:extLst>
                    <a:ext uri="{FF2B5EF4-FFF2-40B4-BE49-F238E27FC236}">
                      <a16:creationId xmlns:a16="http://schemas.microsoft.com/office/drawing/2014/main" id="{A07DF7EC-3C05-284E-87A4-CA5BB59A24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91" name="Rectangle 15">
                <a:extLst>
                  <a:ext uri="{FF2B5EF4-FFF2-40B4-BE49-F238E27FC236}">
                    <a16:creationId xmlns:a16="http://schemas.microsoft.com/office/drawing/2014/main" id="{EFF466B7-263C-DA4E-A0FE-547CB0CEF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80" y="12192"/>
                <a:ext cx="336" cy="4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92" name="Line 16">
                <a:extLst>
                  <a:ext uri="{FF2B5EF4-FFF2-40B4-BE49-F238E27FC236}">
                    <a16:creationId xmlns:a16="http://schemas.microsoft.com/office/drawing/2014/main" id="{91B7590B-2FAA-C840-A606-9A5711018C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6" y="1243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93" name="Line 17">
                <a:extLst>
                  <a:ext uri="{FF2B5EF4-FFF2-40B4-BE49-F238E27FC236}">
                    <a16:creationId xmlns:a16="http://schemas.microsoft.com/office/drawing/2014/main" id="{0B7E52CF-A1AE-E84E-889E-9E27E53F0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58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94" name="Line 18">
                <a:extLst>
                  <a:ext uri="{FF2B5EF4-FFF2-40B4-BE49-F238E27FC236}">
                    <a16:creationId xmlns:a16="http://schemas.microsoft.com/office/drawing/2014/main" id="{E8B0D09A-457C-7647-8FBB-D66915BAB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44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95" name="Line 19">
                <a:extLst>
                  <a:ext uri="{FF2B5EF4-FFF2-40B4-BE49-F238E27FC236}">
                    <a16:creationId xmlns:a16="http://schemas.microsoft.com/office/drawing/2014/main" id="{4B2D4B17-AAC8-AB49-9A64-DC2C79120A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64" y="1252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7999" name="Group 20">
              <a:extLst>
                <a:ext uri="{FF2B5EF4-FFF2-40B4-BE49-F238E27FC236}">
                  <a16:creationId xmlns:a16="http://schemas.microsoft.com/office/drawing/2014/main" id="{A0BE1E18-E495-8747-A6CD-C86E7ED85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2" y="1473"/>
              <a:ext cx="61" cy="175"/>
              <a:chOff x="8880" y="11880"/>
              <a:chExt cx="336" cy="690"/>
            </a:xfrm>
          </p:grpSpPr>
          <p:grpSp>
            <p:nvGrpSpPr>
              <p:cNvPr id="58078" name="Group 21">
                <a:extLst>
                  <a:ext uri="{FF2B5EF4-FFF2-40B4-BE49-F238E27FC236}">
                    <a16:creationId xmlns:a16="http://schemas.microsoft.com/office/drawing/2014/main" id="{8465DF8C-EB7D-FE40-99FF-E082AE09F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1880"/>
                <a:ext cx="288" cy="144"/>
                <a:chOff x="8904" y="11880"/>
                <a:chExt cx="288" cy="144"/>
              </a:xfrm>
            </p:grpSpPr>
            <p:sp>
              <p:nvSpPr>
                <p:cNvPr id="58087" name="Rectangle 22">
                  <a:extLst>
                    <a:ext uri="{FF2B5EF4-FFF2-40B4-BE49-F238E27FC236}">
                      <a16:creationId xmlns:a16="http://schemas.microsoft.com/office/drawing/2014/main" id="{83CDC9A1-7783-4748-B9EC-56FE9CFC46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88" name="Rectangle 23">
                  <a:extLst>
                    <a:ext uri="{FF2B5EF4-FFF2-40B4-BE49-F238E27FC236}">
                      <a16:creationId xmlns:a16="http://schemas.microsoft.com/office/drawing/2014/main" id="{80BF1493-D11B-434F-9832-4C77331A83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grpSp>
            <p:nvGrpSpPr>
              <p:cNvPr id="58079" name="Group 24">
                <a:extLst>
                  <a:ext uri="{FF2B5EF4-FFF2-40B4-BE49-F238E27FC236}">
                    <a16:creationId xmlns:a16="http://schemas.microsoft.com/office/drawing/2014/main" id="{B67A4642-0C40-F145-96E8-B96A9743B8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2000"/>
                <a:ext cx="288" cy="216"/>
                <a:chOff x="8904" y="11880"/>
                <a:chExt cx="288" cy="144"/>
              </a:xfrm>
            </p:grpSpPr>
            <p:sp>
              <p:nvSpPr>
                <p:cNvPr id="58085" name="Rectangle 25">
                  <a:extLst>
                    <a:ext uri="{FF2B5EF4-FFF2-40B4-BE49-F238E27FC236}">
                      <a16:creationId xmlns:a16="http://schemas.microsoft.com/office/drawing/2014/main" id="{55900537-2D7D-3E49-BD75-F2F127D30C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86" name="Rectangle 26">
                  <a:extLst>
                    <a:ext uri="{FF2B5EF4-FFF2-40B4-BE49-F238E27FC236}">
                      <a16:creationId xmlns:a16="http://schemas.microsoft.com/office/drawing/2014/main" id="{EA3E12EA-E770-894E-8602-C8CA37281C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80" name="Rectangle 27">
                <a:extLst>
                  <a:ext uri="{FF2B5EF4-FFF2-40B4-BE49-F238E27FC236}">
                    <a16:creationId xmlns:a16="http://schemas.microsoft.com/office/drawing/2014/main" id="{0040E086-3B52-924B-B9CE-09044CF32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80" y="12192"/>
                <a:ext cx="336" cy="4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81" name="Line 28">
                <a:extLst>
                  <a:ext uri="{FF2B5EF4-FFF2-40B4-BE49-F238E27FC236}">
                    <a16:creationId xmlns:a16="http://schemas.microsoft.com/office/drawing/2014/main" id="{49462566-9041-0F4B-AB49-1E5AB378D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6" y="1243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82" name="Line 29">
                <a:extLst>
                  <a:ext uri="{FF2B5EF4-FFF2-40B4-BE49-F238E27FC236}">
                    <a16:creationId xmlns:a16="http://schemas.microsoft.com/office/drawing/2014/main" id="{D46F8142-490A-F84F-9803-15AD1B2D9E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58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83" name="Line 30">
                <a:extLst>
                  <a:ext uri="{FF2B5EF4-FFF2-40B4-BE49-F238E27FC236}">
                    <a16:creationId xmlns:a16="http://schemas.microsoft.com/office/drawing/2014/main" id="{49E1CA00-777C-B342-B2AB-774E8FC18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44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84" name="Line 31">
                <a:extLst>
                  <a:ext uri="{FF2B5EF4-FFF2-40B4-BE49-F238E27FC236}">
                    <a16:creationId xmlns:a16="http://schemas.microsoft.com/office/drawing/2014/main" id="{BD0B53A8-6131-2E4B-A1C4-8C64863B9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64" y="1252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8000" name="Group 32">
              <a:extLst>
                <a:ext uri="{FF2B5EF4-FFF2-40B4-BE49-F238E27FC236}">
                  <a16:creationId xmlns:a16="http://schemas.microsoft.com/office/drawing/2014/main" id="{E5E1631C-BD9F-B248-B5AE-D7EE12C9C4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4" y="1460"/>
              <a:ext cx="61" cy="175"/>
              <a:chOff x="8880" y="11880"/>
              <a:chExt cx="336" cy="690"/>
            </a:xfrm>
          </p:grpSpPr>
          <p:grpSp>
            <p:nvGrpSpPr>
              <p:cNvPr id="58067" name="Group 33">
                <a:extLst>
                  <a:ext uri="{FF2B5EF4-FFF2-40B4-BE49-F238E27FC236}">
                    <a16:creationId xmlns:a16="http://schemas.microsoft.com/office/drawing/2014/main" id="{1CEDB1A9-8B75-9243-A9D9-110C37DCB0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1880"/>
                <a:ext cx="288" cy="144"/>
                <a:chOff x="8904" y="11880"/>
                <a:chExt cx="288" cy="144"/>
              </a:xfrm>
            </p:grpSpPr>
            <p:sp>
              <p:nvSpPr>
                <p:cNvPr id="58076" name="Rectangle 34">
                  <a:extLst>
                    <a:ext uri="{FF2B5EF4-FFF2-40B4-BE49-F238E27FC236}">
                      <a16:creationId xmlns:a16="http://schemas.microsoft.com/office/drawing/2014/main" id="{F2EC2656-FB1D-1643-9E12-6972CAF024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77" name="Rectangle 35">
                  <a:extLst>
                    <a:ext uri="{FF2B5EF4-FFF2-40B4-BE49-F238E27FC236}">
                      <a16:creationId xmlns:a16="http://schemas.microsoft.com/office/drawing/2014/main" id="{DCB21A29-322A-934B-AC8E-1DE4B2F480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grpSp>
            <p:nvGrpSpPr>
              <p:cNvPr id="58068" name="Group 36">
                <a:extLst>
                  <a:ext uri="{FF2B5EF4-FFF2-40B4-BE49-F238E27FC236}">
                    <a16:creationId xmlns:a16="http://schemas.microsoft.com/office/drawing/2014/main" id="{0BDF32C3-46C6-264A-9BFE-149031553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2000"/>
                <a:ext cx="288" cy="216"/>
                <a:chOff x="8904" y="11880"/>
                <a:chExt cx="288" cy="144"/>
              </a:xfrm>
            </p:grpSpPr>
            <p:sp>
              <p:nvSpPr>
                <p:cNvPr id="58074" name="Rectangle 37">
                  <a:extLst>
                    <a:ext uri="{FF2B5EF4-FFF2-40B4-BE49-F238E27FC236}">
                      <a16:creationId xmlns:a16="http://schemas.microsoft.com/office/drawing/2014/main" id="{C5B71B8A-90C8-5446-B7D0-9D0EB1727B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75" name="Rectangle 38">
                  <a:extLst>
                    <a:ext uri="{FF2B5EF4-FFF2-40B4-BE49-F238E27FC236}">
                      <a16:creationId xmlns:a16="http://schemas.microsoft.com/office/drawing/2014/main" id="{AE9E1179-1B39-C243-906E-7A8DFD96C3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69" name="Rectangle 39">
                <a:extLst>
                  <a:ext uri="{FF2B5EF4-FFF2-40B4-BE49-F238E27FC236}">
                    <a16:creationId xmlns:a16="http://schemas.microsoft.com/office/drawing/2014/main" id="{7C8B1F36-8A12-9A42-8DF1-E28B73AE0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80" y="12192"/>
                <a:ext cx="336" cy="4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70" name="Line 40">
                <a:extLst>
                  <a:ext uri="{FF2B5EF4-FFF2-40B4-BE49-F238E27FC236}">
                    <a16:creationId xmlns:a16="http://schemas.microsoft.com/office/drawing/2014/main" id="{D6B205D4-BB0C-2B48-99A6-E3405D1B94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6" y="1243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71" name="Line 41">
                <a:extLst>
                  <a:ext uri="{FF2B5EF4-FFF2-40B4-BE49-F238E27FC236}">
                    <a16:creationId xmlns:a16="http://schemas.microsoft.com/office/drawing/2014/main" id="{067066F6-5C79-2B42-B9AB-3ECF2829F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58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72" name="Line 42">
                <a:extLst>
                  <a:ext uri="{FF2B5EF4-FFF2-40B4-BE49-F238E27FC236}">
                    <a16:creationId xmlns:a16="http://schemas.microsoft.com/office/drawing/2014/main" id="{73440005-0AA8-A444-A3E0-74EF2307C6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44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73" name="Line 43">
                <a:extLst>
                  <a:ext uri="{FF2B5EF4-FFF2-40B4-BE49-F238E27FC236}">
                    <a16:creationId xmlns:a16="http://schemas.microsoft.com/office/drawing/2014/main" id="{1035DC12-C663-0246-8966-C0F08CB01E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64" y="1252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8001" name="Group 44">
              <a:extLst>
                <a:ext uri="{FF2B5EF4-FFF2-40B4-BE49-F238E27FC236}">
                  <a16:creationId xmlns:a16="http://schemas.microsoft.com/office/drawing/2014/main" id="{594BAB86-6919-4C42-8D35-1146ED212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0" y="1460"/>
              <a:ext cx="61" cy="175"/>
              <a:chOff x="8880" y="11880"/>
              <a:chExt cx="336" cy="690"/>
            </a:xfrm>
          </p:grpSpPr>
          <p:grpSp>
            <p:nvGrpSpPr>
              <p:cNvPr id="58056" name="Group 45">
                <a:extLst>
                  <a:ext uri="{FF2B5EF4-FFF2-40B4-BE49-F238E27FC236}">
                    <a16:creationId xmlns:a16="http://schemas.microsoft.com/office/drawing/2014/main" id="{579AFD52-6284-3E4D-B0F0-E7069A798A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1880"/>
                <a:ext cx="288" cy="144"/>
                <a:chOff x="8904" y="11880"/>
                <a:chExt cx="288" cy="144"/>
              </a:xfrm>
            </p:grpSpPr>
            <p:sp>
              <p:nvSpPr>
                <p:cNvPr id="58065" name="Rectangle 46">
                  <a:extLst>
                    <a:ext uri="{FF2B5EF4-FFF2-40B4-BE49-F238E27FC236}">
                      <a16:creationId xmlns:a16="http://schemas.microsoft.com/office/drawing/2014/main" id="{900878BE-9E1C-464E-B7BD-DD4978699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66" name="Rectangle 47">
                  <a:extLst>
                    <a:ext uri="{FF2B5EF4-FFF2-40B4-BE49-F238E27FC236}">
                      <a16:creationId xmlns:a16="http://schemas.microsoft.com/office/drawing/2014/main" id="{61E36455-27E7-8341-A284-50E431CAD9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grpSp>
            <p:nvGrpSpPr>
              <p:cNvPr id="58057" name="Group 48">
                <a:extLst>
                  <a:ext uri="{FF2B5EF4-FFF2-40B4-BE49-F238E27FC236}">
                    <a16:creationId xmlns:a16="http://schemas.microsoft.com/office/drawing/2014/main" id="{24837B63-E0F9-1B40-B3A7-33C8620DE3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4" y="12000"/>
                <a:ext cx="288" cy="216"/>
                <a:chOff x="8904" y="11880"/>
                <a:chExt cx="288" cy="144"/>
              </a:xfrm>
            </p:grpSpPr>
            <p:sp>
              <p:nvSpPr>
                <p:cNvPr id="58063" name="Rectangle 49">
                  <a:extLst>
                    <a:ext uri="{FF2B5EF4-FFF2-40B4-BE49-F238E27FC236}">
                      <a16:creationId xmlns:a16="http://schemas.microsoft.com/office/drawing/2014/main" id="{7DE96B71-6F8C-3149-BAA7-FB852E2E70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04" y="11880"/>
                  <a:ext cx="288" cy="14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64" name="Rectangle 50">
                  <a:extLst>
                    <a:ext uri="{FF2B5EF4-FFF2-40B4-BE49-F238E27FC236}">
                      <a16:creationId xmlns:a16="http://schemas.microsoft.com/office/drawing/2014/main" id="{2237B39E-40AA-0C4A-AD48-82A6D4330E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28" y="11904"/>
                  <a:ext cx="240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58" name="Rectangle 51">
                <a:extLst>
                  <a:ext uri="{FF2B5EF4-FFF2-40B4-BE49-F238E27FC236}">
                    <a16:creationId xmlns:a16="http://schemas.microsoft.com/office/drawing/2014/main" id="{B83BBE1E-A44C-B342-9C20-25AD5A80F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80" y="12192"/>
                <a:ext cx="336" cy="4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59" name="Line 52">
                <a:extLst>
                  <a:ext uri="{FF2B5EF4-FFF2-40B4-BE49-F238E27FC236}">
                    <a16:creationId xmlns:a16="http://schemas.microsoft.com/office/drawing/2014/main" id="{A82A6504-5CBB-D648-9906-3361CBD483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6" y="1243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60" name="Line 53">
                <a:extLst>
                  <a:ext uri="{FF2B5EF4-FFF2-40B4-BE49-F238E27FC236}">
                    <a16:creationId xmlns:a16="http://schemas.microsoft.com/office/drawing/2014/main" id="{D1E2A656-6B55-1343-B996-166E1A307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58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61" name="Line 54">
                <a:extLst>
                  <a:ext uri="{FF2B5EF4-FFF2-40B4-BE49-F238E27FC236}">
                    <a16:creationId xmlns:a16="http://schemas.microsoft.com/office/drawing/2014/main" id="{D99AF0A8-35C5-424B-84B0-0A14F0E30A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44" y="12234"/>
                <a:ext cx="0" cy="336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62" name="Line 55">
                <a:extLst>
                  <a:ext uri="{FF2B5EF4-FFF2-40B4-BE49-F238E27FC236}">
                    <a16:creationId xmlns:a16="http://schemas.microsoft.com/office/drawing/2014/main" id="{E13F4B8B-02CE-7D4B-84C7-1691A4E17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64" y="1252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8002" name="Group 56">
              <a:extLst>
                <a:ext uri="{FF2B5EF4-FFF2-40B4-BE49-F238E27FC236}">
                  <a16:creationId xmlns:a16="http://schemas.microsoft.com/office/drawing/2014/main" id="{6B4D0731-7ACC-F544-8897-EB3C373F53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7" y="1245"/>
              <a:ext cx="1104" cy="403"/>
              <a:chOff x="8208" y="9216"/>
              <a:chExt cx="5184" cy="1440"/>
            </a:xfrm>
          </p:grpSpPr>
          <p:grpSp>
            <p:nvGrpSpPr>
              <p:cNvPr id="58046" name="Group 57">
                <a:extLst>
                  <a:ext uri="{FF2B5EF4-FFF2-40B4-BE49-F238E27FC236}">
                    <a16:creationId xmlns:a16="http://schemas.microsoft.com/office/drawing/2014/main" id="{38E05C0D-25F0-414E-9F16-F14BC92323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00" y="10320"/>
                <a:ext cx="4848" cy="336"/>
                <a:chOff x="8400" y="10320"/>
                <a:chExt cx="4848" cy="336"/>
              </a:xfrm>
            </p:grpSpPr>
            <p:sp>
              <p:nvSpPr>
                <p:cNvPr id="58048" name="Rectangle 58">
                  <a:extLst>
                    <a:ext uri="{FF2B5EF4-FFF2-40B4-BE49-F238E27FC236}">
                      <a16:creationId xmlns:a16="http://schemas.microsoft.com/office/drawing/2014/main" id="{6BD7B000-1B21-C14D-9E30-207B0052B7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9" y="10551"/>
                  <a:ext cx="4306" cy="105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49" name="Rectangle 59">
                  <a:extLst>
                    <a:ext uri="{FF2B5EF4-FFF2-40B4-BE49-F238E27FC236}">
                      <a16:creationId xmlns:a16="http://schemas.microsoft.com/office/drawing/2014/main" id="{43D5EA5B-9F84-7B46-88A6-307423240A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74" y="10362"/>
                  <a:ext cx="195" cy="29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50" name="Rectangle 60">
                  <a:extLst>
                    <a:ext uri="{FF2B5EF4-FFF2-40B4-BE49-F238E27FC236}">
                      <a16:creationId xmlns:a16="http://schemas.microsoft.com/office/drawing/2014/main" id="{4205F2BA-F9C0-1640-9DFF-F6C5D2F5B1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9" y="10362"/>
                  <a:ext cx="196" cy="29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51" name="Rectangle 61">
                  <a:extLst>
                    <a:ext uri="{FF2B5EF4-FFF2-40B4-BE49-F238E27FC236}">
                      <a16:creationId xmlns:a16="http://schemas.microsoft.com/office/drawing/2014/main" id="{34F931C2-C5F0-F743-909E-CC09B7A21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45" y="10362"/>
                  <a:ext cx="196" cy="29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52" name="Rectangle 62">
                  <a:extLst>
                    <a:ext uri="{FF2B5EF4-FFF2-40B4-BE49-F238E27FC236}">
                      <a16:creationId xmlns:a16="http://schemas.microsoft.com/office/drawing/2014/main" id="{68B141FF-AF70-9546-BCF2-3BB6AAF61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31" y="10362"/>
                  <a:ext cx="196" cy="29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53" name="Rectangle 63">
                  <a:extLst>
                    <a:ext uri="{FF2B5EF4-FFF2-40B4-BE49-F238E27FC236}">
                      <a16:creationId xmlns:a16="http://schemas.microsoft.com/office/drawing/2014/main" id="{FD3C8813-969C-4341-A328-8A6AD3209D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717" y="10362"/>
                  <a:ext cx="195" cy="294"/>
                </a:xfrm>
                <a:prstGeom prst="rect">
                  <a:avLst/>
                </a:prstGeom>
                <a:solidFill>
                  <a:srgbClr val="996633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58054" name="Line 64">
                  <a:extLst>
                    <a:ext uri="{FF2B5EF4-FFF2-40B4-BE49-F238E27FC236}">
                      <a16:creationId xmlns:a16="http://schemas.microsoft.com/office/drawing/2014/main" id="{7AC871DE-4670-2145-A62D-CA668DA405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00" y="10362"/>
                  <a:ext cx="484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sp>
              <p:nvSpPr>
                <p:cNvPr id="58055" name="Line 65">
                  <a:extLst>
                    <a:ext uri="{FF2B5EF4-FFF2-40B4-BE49-F238E27FC236}">
                      <a16:creationId xmlns:a16="http://schemas.microsoft.com/office/drawing/2014/main" id="{E697598C-8028-184C-93AE-429CF467BF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00" y="10320"/>
                  <a:ext cx="484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</p:grpSp>
          <p:sp>
            <p:nvSpPr>
              <p:cNvPr id="58047" name="Rectangle 66">
                <a:extLst>
                  <a:ext uri="{FF2B5EF4-FFF2-40B4-BE49-F238E27FC236}">
                    <a16:creationId xmlns:a16="http://schemas.microsoft.com/office/drawing/2014/main" id="{98B410B7-0A15-EF4B-BE50-DA36E471F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8" y="9216"/>
                <a:ext cx="5184" cy="144"/>
              </a:xfrm>
              <a:prstGeom prst="rect">
                <a:avLst/>
              </a:prstGeom>
              <a:solidFill>
                <a:srgbClr val="996633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grpSp>
          <p:nvGrpSpPr>
            <p:cNvPr id="58003" name="Group 67">
              <a:extLst>
                <a:ext uri="{FF2B5EF4-FFF2-40B4-BE49-F238E27FC236}">
                  <a16:creationId xmlns:a16="http://schemas.microsoft.com/office/drawing/2014/main" id="{7D6A56DA-A2EB-2A4B-B0EA-23CB39997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3"/>
              <a:ext cx="103" cy="108"/>
              <a:chOff x="11664" y="12912"/>
              <a:chExt cx="480" cy="384"/>
            </a:xfrm>
          </p:grpSpPr>
          <p:grpSp>
            <p:nvGrpSpPr>
              <p:cNvPr id="58040" name="Group 68">
                <a:extLst>
                  <a:ext uri="{FF2B5EF4-FFF2-40B4-BE49-F238E27FC236}">
                    <a16:creationId xmlns:a16="http://schemas.microsoft.com/office/drawing/2014/main" id="{D117D406-7E5D-594C-A477-2BA57FA82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712" y="13056"/>
                <a:ext cx="432" cy="240"/>
                <a:chOff x="10032" y="13056"/>
                <a:chExt cx="432" cy="240"/>
              </a:xfrm>
            </p:grpSpPr>
            <p:grpSp>
              <p:nvGrpSpPr>
                <p:cNvPr id="58042" name="Group 69">
                  <a:extLst>
                    <a:ext uri="{FF2B5EF4-FFF2-40B4-BE49-F238E27FC236}">
                      <a16:creationId xmlns:a16="http://schemas.microsoft.com/office/drawing/2014/main" id="{48CA4039-F562-A241-AD72-2D9493D1CA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032" y="13056"/>
                  <a:ext cx="432" cy="240"/>
                  <a:chOff x="8976" y="13056"/>
                  <a:chExt cx="432" cy="240"/>
                </a:xfrm>
              </p:grpSpPr>
              <p:sp>
                <p:nvSpPr>
                  <p:cNvPr id="58044" name="Rectangle 70">
                    <a:extLst>
                      <a:ext uri="{FF2B5EF4-FFF2-40B4-BE49-F238E27FC236}">
                        <a16:creationId xmlns:a16="http://schemas.microsoft.com/office/drawing/2014/main" id="{38B3E4EC-584A-1044-8EAE-CEFDCA758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976" y="13200"/>
                    <a:ext cx="432" cy="96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58045" name="Rectangle 71">
                    <a:extLst>
                      <a:ext uri="{FF2B5EF4-FFF2-40B4-BE49-F238E27FC236}">
                        <a16:creationId xmlns:a16="http://schemas.microsoft.com/office/drawing/2014/main" id="{92AE8F66-C65F-9342-B699-3D79848B12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360" y="13056"/>
                    <a:ext cx="48" cy="144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sp>
              <p:nvSpPr>
                <p:cNvPr id="58043" name="Rectangle 72">
                  <a:extLst>
                    <a:ext uri="{FF2B5EF4-FFF2-40B4-BE49-F238E27FC236}">
                      <a16:creationId xmlns:a16="http://schemas.microsoft.com/office/drawing/2014/main" id="{D63A20FB-9002-904F-B658-249E70B8D8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72" y="13104"/>
                  <a:ext cx="144" cy="96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41" name="Rectangle 73">
                <a:extLst>
                  <a:ext uri="{FF2B5EF4-FFF2-40B4-BE49-F238E27FC236}">
                    <a16:creationId xmlns:a16="http://schemas.microsoft.com/office/drawing/2014/main" id="{C969AD61-49B1-0C46-A91D-75B362A0D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4" y="12912"/>
                <a:ext cx="480" cy="384"/>
              </a:xfrm>
              <a:prstGeom prst="rect">
                <a:avLst/>
              </a:prstGeom>
              <a:noFill/>
              <a:ln w="127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grpSp>
          <p:nvGrpSpPr>
            <p:cNvPr id="58004" name="Group 74">
              <a:extLst>
                <a:ext uri="{FF2B5EF4-FFF2-40B4-BE49-F238E27FC236}">
                  <a16:creationId xmlns:a16="http://schemas.microsoft.com/office/drawing/2014/main" id="{470B23A1-76BC-1F43-B304-73F6460E6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7" y="1433"/>
              <a:ext cx="123" cy="108"/>
              <a:chOff x="10464" y="9888"/>
              <a:chExt cx="576" cy="384"/>
            </a:xfrm>
          </p:grpSpPr>
          <p:grpSp>
            <p:nvGrpSpPr>
              <p:cNvPr id="58032" name="Group 75">
                <a:extLst>
                  <a:ext uri="{FF2B5EF4-FFF2-40B4-BE49-F238E27FC236}">
                    <a16:creationId xmlns:a16="http://schemas.microsoft.com/office/drawing/2014/main" id="{FCE837E3-6CCC-9F40-8CFD-3E7FBCA92E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64" y="9888"/>
                <a:ext cx="480" cy="384"/>
                <a:chOff x="11664" y="12912"/>
                <a:chExt cx="480" cy="384"/>
              </a:xfrm>
            </p:grpSpPr>
            <p:grpSp>
              <p:nvGrpSpPr>
                <p:cNvPr id="58034" name="Group 76">
                  <a:extLst>
                    <a:ext uri="{FF2B5EF4-FFF2-40B4-BE49-F238E27FC236}">
                      <a16:creationId xmlns:a16="http://schemas.microsoft.com/office/drawing/2014/main" id="{A611946F-D02E-E341-BB4E-FC8FB6080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712" y="13056"/>
                  <a:ext cx="432" cy="240"/>
                  <a:chOff x="10032" y="13056"/>
                  <a:chExt cx="432" cy="240"/>
                </a:xfrm>
              </p:grpSpPr>
              <p:grpSp>
                <p:nvGrpSpPr>
                  <p:cNvPr id="58036" name="Group 77">
                    <a:extLst>
                      <a:ext uri="{FF2B5EF4-FFF2-40B4-BE49-F238E27FC236}">
                        <a16:creationId xmlns:a16="http://schemas.microsoft.com/office/drawing/2014/main" id="{11BDAA91-BF9E-E34A-BA47-66416EC25D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032" y="13056"/>
                    <a:ext cx="432" cy="240"/>
                    <a:chOff x="8976" y="13056"/>
                    <a:chExt cx="432" cy="240"/>
                  </a:xfrm>
                </p:grpSpPr>
                <p:sp>
                  <p:nvSpPr>
                    <p:cNvPr id="58038" name="Rectangle 78">
                      <a:extLst>
                        <a:ext uri="{FF2B5EF4-FFF2-40B4-BE49-F238E27FC236}">
                          <a16:creationId xmlns:a16="http://schemas.microsoft.com/office/drawing/2014/main" id="{D7621DC7-BFA2-B74A-8BD9-2A7E78AADE0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76" y="13200"/>
                      <a:ext cx="432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58039" name="Rectangle 79">
                      <a:extLst>
                        <a:ext uri="{FF2B5EF4-FFF2-40B4-BE49-F238E27FC236}">
                          <a16:creationId xmlns:a16="http://schemas.microsoft.com/office/drawing/2014/main" id="{6ACD18F6-927E-A645-A6F7-0E466F948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60" y="13056"/>
                      <a:ext cx="48" cy="144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58037" name="Rectangle 80">
                    <a:extLst>
                      <a:ext uri="{FF2B5EF4-FFF2-40B4-BE49-F238E27FC236}">
                        <a16:creationId xmlns:a16="http://schemas.microsoft.com/office/drawing/2014/main" id="{C677DDC7-1014-7947-89D1-BD8EF38D4B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272" y="13104"/>
                    <a:ext cx="144" cy="96"/>
                  </a:xfrm>
                  <a:prstGeom prst="rect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sp>
              <p:nvSpPr>
                <p:cNvPr id="58035" name="Rectangle 81">
                  <a:extLst>
                    <a:ext uri="{FF2B5EF4-FFF2-40B4-BE49-F238E27FC236}">
                      <a16:creationId xmlns:a16="http://schemas.microsoft.com/office/drawing/2014/main" id="{193B2E44-6899-9C4A-8698-F131EA310A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664" y="12912"/>
                  <a:ext cx="480" cy="384"/>
                </a:xfrm>
                <a:prstGeom prst="rect">
                  <a:avLst/>
                </a:prstGeom>
                <a:noFill/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33" name="Rectangle 82">
                <a:extLst>
                  <a:ext uri="{FF2B5EF4-FFF2-40B4-BE49-F238E27FC236}">
                    <a16:creationId xmlns:a16="http://schemas.microsoft.com/office/drawing/2014/main" id="{59C2E3B8-7E5B-E64D-A929-2BEFE55F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4" y="9888"/>
                <a:ext cx="96" cy="38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grpSp>
          <p:nvGrpSpPr>
            <p:cNvPr id="58005" name="Group 83">
              <a:extLst>
                <a:ext uri="{FF2B5EF4-FFF2-40B4-BE49-F238E27FC236}">
                  <a16:creationId xmlns:a16="http://schemas.microsoft.com/office/drawing/2014/main" id="{19808797-638A-9A48-926E-5E7376E75C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8" y="1401"/>
              <a:ext cx="188" cy="140"/>
              <a:chOff x="11356" y="9774"/>
              <a:chExt cx="884" cy="498"/>
            </a:xfrm>
          </p:grpSpPr>
          <p:grpSp>
            <p:nvGrpSpPr>
              <p:cNvPr id="58020" name="Group 84">
                <a:extLst>
                  <a:ext uri="{FF2B5EF4-FFF2-40B4-BE49-F238E27FC236}">
                    <a16:creationId xmlns:a16="http://schemas.microsoft.com/office/drawing/2014/main" id="{0F6D8F3C-5174-D141-9A5D-B202577A0A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4" y="9888"/>
                <a:ext cx="576" cy="384"/>
                <a:chOff x="10464" y="9888"/>
                <a:chExt cx="576" cy="384"/>
              </a:xfrm>
            </p:grpSpPr>
            <p:grpSp>
              <p:nvGrpSpPr>
                <p:cNvPr id="58024" name="Group 85">
                  <a:extLst>
                    <a:ext uri="{FF2B5EF4-FFF2-40B4-BE49-F238E27FC236}">
                      <a16:creationId xmlns:a16="http://schemas.microsoft.com/office/drawing/2014/main" id="{5D7B2A62-3154-7640-92F3-7DA4D88C17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464" y="9888"/>
                  <a:ext cx="480" cy="384"/>
                  <a:chOff x="11664" y="12912"/>
                  <a:chExt cx="480" cy="384"/>
                </a:xfrm>
              </p:grpSpPr>
              <p:grpSp>
                <p:nvGrpSpPr>
                  <p:cNvPr id="58026" name="Group 86">
                    <a:extLst>
                      <a:ext uri="{FF2B5EF4-FFF2-40B4-BE49-F238E27FC236}">
                        <a16:creationId xmlns:a16="http://schemas.microsoft.com/office/drawing/2014/main" id="{0F913A6F-0A85-E844-8110-3DD337DD3A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712" y="13056"/>
                    <a:ext cx="432" cy="240"/>
                    <a:chOff x="10032" y="13056"/>
                    <a:chExt cx="432" cy="240"/>
                  </a:xfrm>
                </p:grpSpPr>
                <p:grpSp>
                  <p:nvGrpSpPr>
                    <p:cNvPr id="58028" name="Group 87">
                      <a:extLst>
                        <a:ext uri="{FF2B5EF4-FFF2-40B4-BE49-F238E27FC236}">
                          <a16:creationId xmlns:a16="http://schemas.microsoft.com/office/drawing/2014/main" id="{EE5EB89A-0D63-324C-BFD2-41B753CEB1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032" y="13056"/>
                      <a:ext cx="432" cy="240"/>
                      <a:chOff x="8976" y="13056"/>
                      <a:chExt cx="432" cy="240"/>
                    </a:xfrm>
                  </p:grpSpPr>
                  <p:sp>
                    <p:nvSpPr>
                      <p:cNvPr id="58030" name="Rectangle 88">
                        <a:extLst>
                          <a:ext uri="{FF2B5EF4-FFF2-40B4-BE49-F238E27FC236}">
                            <a16:creationId xmlns:a16="http://schemas.microsoft.com/office/drawing/2014/main" id="{F1B55484-D90A-1748-A48F-225092D3357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976" y="13200"/>
                        <a:ext cx="432" cy="96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  <p:sp>
                    <p:nvSpPr>
                      <p:cNvPr id="58031" name="Rectangle 89">
                        <a:extLst>
                          <a:ext uri="{FF2B5EF4-FFF2-40B4-BE49-F238E27FC236}">
                            <a16:creationId xmlns:a16="http://schemas.microsoft.com/office/drawing/2014/main" id="{F77FB3B4-B084-034C-B0EE-91F7A016B0C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9360" y="13056"/>
                        <a:ext cx="48" cy="144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50000"/>
                          </a:spcBef>
                          <a:buFontTx/>
                          <a:buNone/>
                        </a:pPr>
                        <a:endParaRPr lang="pt-BR" altLang="pt-BR" sz="2000"/>
                      </a:p>
                    </p:txBody>
                  </p:sp>
                </p:grpSp>
                <p:sp>
                  <p:nvSpPr>
                    <p:cNvPr id="58029" name="Rectangle 90">
                      <a:extLst>
                        <a:ext uri="{FF2B5EF4-FFF2-40B4-BE49-F238E27FC236}">
                          <a16:creationId xmlns:a16="http://schemas.microsoft.com/office/drawing/2014/main" id="{9C7B0739-516D-A845-A926-F42047ED5D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272" y="13104"/>
                      <a:ext cx="144" cy="96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1270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sp>
                <p:nvSpPr>
                  <p:cNvPr id="58027" name="Rectangle 91">
                    <a:extLst>
                      <a:ext uri="{FF2B5EF4-FFF2-40B4-BE49-F238E27FC236}">
                        <a16:creationId xmlns:a16="http://schemas.microsoft.com/office/drawing/2014/main" id="{AD59CF25-3CFF-9D4B-A4B9-4F593544F8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664" y="12912"/>
                    <a:ext cx="480" cy="384"/>
                  </a:xfrm>
                  <a:prstGeom prst="rect">
                    <a:avLst/>
                  </a:prstGeom>
                  <a:noFill/>
                  <a:ln w="1270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</p:grpSp>
            <p:sp>
              <p:nvSpPr>
                <p:cNvPr id="58025" name="Rectangle 92">
                  <a:extLst>
                    <a:ext uri="{FF2B5EF4-FFF2-40B4-BE49-F238E27FC236}">
                      <a16:creationId xmlns:a16="http://schemas.microsoft.com/office/drawing/2014/main" id="{BAC10A7B-0752-7A4C-A1E8-B289C2690E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44" y="9888"/>
                  <a:ext cx="96" cy="384"/>
                </a:xfrm>
                <a:prstGeom prst="rect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  <p:sp>
            <p:nvSpPr>
              <p:cNvPr id="58021" name="Rectangle 93">
                <a:extLst>
                  <a:ext uri="{FF2B5EF4-FFF2-40B4-BE49-F238E27FC236}">
                    <a16:creationId xmlns:a16="http://schemas.microsoft.com/office/drawing/2014/main" id="{CF170E5C-90A9-CA4C-A1B7-99C5C31B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4" y="9888"/>
                <a:ext cx="96" cy="19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22" name="Rectangle 94">
                <a:extLst>
                  <a:ext uri="{FF2B5EF4-FFF2-40B4-BE49-F238E27FC236}">
                    <a16:creationId xmlns:a16="http://schemas.microsoft.com/office/drawing/2014/main" id="{F5A1C2F3-8387-DD44-9125-FAC847351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4" y="9888"/>
                <a:ext cx="240" cy="14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23" name="Text Box 95">
                <a:extLst>
                  <a:ext uri="{FF2B5EF4-FFF2-40B4-BE49-F238E27FC236}">
                    <a16:creationId xmlns:a16="http://schemas.microsoft.com/office/drawing/2014/main" id="{A94FFBB3-AF59-6947-81D2-2DFFC2541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56" y="9774"/>
                <a:ext cx="779" cy="358"/>
              </a:xfrm>
              <a:prstGeom prst="rect">
                <a:avLst/>
              </a:prstGeom>
              <a:noFill/>
              <a:ln w="127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pt-BR" altLang="pt-BR" sz="700" b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X</a:t>
                </a:r>
                <a:endParaRPr lang="pt-BR" altLang="pt-BR" sz="2000" b="1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8006" name="Freeform 96">
              <a:extLst>
                <a:ext uri="{FF2B5EF4-FFF2-40B4-BE49-F238E27FC236}">
                  <a16:creationId xmlns:a16="http://schemas.microsoft.com/office/drawing/2014/main" id="{F2D0EACE-EE39-7248-B7EA-F4403D259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287"/>
              <a:ext cx="48" cy="162"/>
            </a:xfrm>
            <a:custGeom>
              <a:avLst/>
              <a:gdLst>
                <a:gd name="T0" fmla="*/ 0 w 224"/>
                <a:gd name="T1" fmla="*/ 0 h 579"/>
                <a:gd name="T2" fmla="*/ 0 w 224"/>
                <a:gd name="T3" fmla="*/ 0 h 579"/>
                <a:gd name="T4" fmla="*/ 0 w 224"/>
                <a:gd name="T5" fmla="*/ 0 h 579"/>
                <a:gd name="T6" fmla="*/ 0 w 224"/>
                <a:gd name="T7" fmla="*/ 0 h 579"/>
                <a:gd name="T8" fmla="*/ 0 w 224"/>
                <a:gd name="T9" fmla="*/ 0 h 579"/>
                <a:gd name="T10" fmla="*/ 0 w 224"/>
                <a:gd name="T11" fmla="*/ 0 h 579"/>
                <a:gd name="T12" fmla="*/ 0 w 224"/>
                <a:gd name="T13" fmla="*/ 0 h 579"/>
                <a:gd name="T14" fmla="*/ 0 w 224"/>
                <a:gd name="T15" fmla="*/ 0 h 579"/>
                <a:gd name="T16" fmla="*/ 0 w 224"/>
                <a:gd name="T17" fmla="*/ 0 h 579"/>
                <a:gd name="T18" fmla="*/ 0 w 224"/>
                <a:gd name="T19" fmla="*/ 0 h 579"/>
                <a:gd name="T20" fmla="*/ 0 w 224"/>
                <a:gd name="T21" fmla="*/ 0 h 579"/>
                <a:gd name="T22" fmla="*/ 0 w 224"/>
                <a:gd name="T23" fmla="*/ 0 h 579"/>
                <a:gd name="T24" fmla="*/ 0 w 224"/>
                <a:gd name="T25" fmla="*/ 0 h 579"/>
                <a:gd name="T26" fmla="*/ 0 w 224"/>
                <a:gd name="T27" fmla="*/ 0 h 579"/>
                <a:gd name="T28" fmla="*/ 0 w 224"/>
                <a:gd name="T29" fmla="*/ 0 h 579"/>
                <a:gd name="T30" fmla="*/ 0 w 224"/>
                <a:gd name="T31" fmla="*/ 0 h 579"/>
                <a:gd name="T32" fmla="*/ 0 w 224"/>
                <a:gd name="T33" fmla="*/ 0 h 579"/>
                <a:gd name="T34" fmla="*/ 0 w 224"/>
                <a:gd name="T35" fmla="*/ 0 h 579"/>
                <a:gd name="T36" fmla="*/ 0 w 224"/>
                <a:gd name="T37" fmla="*/ 0 h 579"/>
                <a:gd name="T38" fmla="*/ 0 w 224"/>
                <a:gd name="T39" fmla="*/ 0 h 579"/>
                <a:gd name="T40" fmla="*/ 0 w 224"/>
                <a:gd name="T41" fmla="*/ 0 h 579"/>
                <a:gd name="T42" fmla="*/ 0 w 224"/>
                <a:gd name="T43" fmla="*/ 0 h 579"/>
                <a:gd name="T44" fmla="*/ 0 w 224"/>
                <a:gd name="T45" fmla="*/ 1 h 579"/>
                <a:gd name="T46" fmla="*/ 0 w 224"/>
                <a:gd name="T47" fmla="*/ 1 h 579"/>
                <a:gd name="T48" fmla="*/ 0 w 224"/>
                <a:gd name="T49" fmla="*/ 1 h 579"/>
                <a:gd name="T50" fmla="*/ 0 w 224"/>
                <a:gd name="T51" fmla="*/ 1 h 579"/>
                <a:gd name="T52" fmla="*/ 0 w 224"/>
                <a:gd name="T53" fmla="*/ 1 h 579"/>
                <a:gd name="T54" fmla="*/ 0 w 224"/>
                <a:gd name="T55" fmla="*/ 1 h 579"/>
                <a:gd name="T56" fmla="*/ 0 w 224"/>
                <a:gd name="T57" fmla="*/ 1 h 579"/>
                <a:gd name="T58" fmla="*/ 0 w 224"/>
                <a:gd name="T59" fmla="*/ 1 h 579"/>
                <a:gd name="T60" fmla="*/ 0 w 224"/>
                <a:gd name="T61" fmla="*/ 1 h 579"/>
                <a:gd name="T62" fmla="*/ 0 w 224"/>
                <a:gd name="T63" fmla="*/ 1 h 579"/>
                <a:gd name="T64" fmla="*/ 0 w 224"/>
                <a:gd name="T65" fmla="*/ 1 h 579"/>
                <a:gd name="T66" fmla="*/ 0 w 224"/>
                <a:gd name="T67" fmla="*/ 1 h 579"/>
                <a:gd name="T68" fmla="*/ 0 w 224"/>
                <a:gd name="T69" fmla="*/ 1 h 579"/>
                <a:gd name="T70" fmla="*/ 0 w 224"/>
                <a:gd name="T71" fmla="*/ 1 h 579"/>
                <a:gd name="T72" fmla="*/ 0 w 224"/>
                <a:gd name="T73" fmla="*/ 1 h 579"/>
                <a:gd name="T74" fmla="*/ 0 w 224"/>
                <a:gd name="T75" fmla="*/ 1 h 579"/>
                <a:gd name="T76" fmla="*/ 0 w 224"/>
                <a:gd name="T77" fmla="*/ 1 h 579"/>
                <a:gd name="T78" fmla="*/ 0 w 224"/>
                <a:gd name="T79" fmla="*/ 1 h 579"/>
                <a:gd name="T80" fmla="*/ 0 w 224"/>
                <a:gd name="T81" fmla="*/ 1 h 579"/>
                <a:gd name="T82" fmla="*/ 0 w 224"/>
                <a:gd name="T83" fmla="*/ 1 h 579"/>
                <a:gd name="T84" fmla="*/ 0 w 224"/>
                <a:gd name="T85" fmla="*/ 1 h 579"/>
                <a:gd name="T86" fmla="*/ 0 w 224"/>
                <a:gd name="T87" fmla="*/ 1 h 579"/>
                <a:gd name="T88" fmla="*/ 0 w 224"/>
                <a:gd name="T89" fmla="*/ 1 h 579"/>
                <a:gd name="T90" fmla="*/ 0 w 224"/>
                <a:gd name="T91" fmla="*/ 1 h 5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4"/>
                <a:gd name="T139" fmla="*/ 0 h 579"/>
                <a:gd name="T140" fmla="*/ 224 w 224"/>
                <a:gd name="T141" fmla="*/ 579 h 57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4" h="579">
                  <a:moveTo>
                    <a:pt x="39" y="0"/>
                  </a:moveTo>
                  <a:cubicBezTo>
                    <a:pt x="31" y="10"/>
                    <a:pt x="22" y="19"/>
                    <a:pt x="15" y="30"/>
                  </a:cubicBezTo>
                  <a:cubicBezTo>
                    <a:pt x="18" y="47"/>
                    <a:pt x="21" y="51"/>
                    <a:pt x="33" y="63"/>
                  </a:cubicBezTo>
                  <a:cubicBezTo>
                    <a:pt x="56" y="58"/>
                    <a:pt x="53" y="54"/>
                    <a:pt x="36" y="42"/>
                  </a:cubicBezTo>
                  <a:cubicBezTo>
                    <a:pt x="29" y="44"/>
                    <a:pt x="19" y="42"/>
                    <a:pt x="15" y="48"/>
                  </a:cubicBezTo>
                  <a:cubicBezTo>
                    <a:pt x="11" y="53"/>
                    <a:pt x="11" y="60"/>
                    <a:pt x="9" y="66"/>
                  </a:cubicBezTo>
                  <a:cubicBezTo>
                    <a:pt x="8" y="69"/>
                    <a:pt x="6" y="75"/>
                    <a:pt x="6" y="75"/>
                  </a:cubicBezTo>
                  <a:cubicBezTo>
                    <a:pt x="12" y="92"/>
                    <a:pt x="17" y="100"/>
                    <a:pt x="27" y="114"/>
                  </a:cubicBezTo>
                  <a:cubicBezTo>
                    <a:pt x="34" y="113"/>
                    <a:pt x="42" y="114"/>
                    <a:pt x="48" y="111"/>
                  </a:cubicBezTo>
                  <a:cubicBezTo>
                    <a:pt x="61" y="105"/>
                    <a:pt x="46" y="89"/>
                    <a:pt x="39" y="87"/>
                  </a:cubicBezTo>
                  <a:cubicBezTo>
                    <a:pt x="23" y="89"/>
                    <a:pt x="6" y="85"/>
                    <a:pt x="0" y="102"/>
                  </a:cubicBezTo>
                  <a:cubicBezTo>
                    <a:pt x="4" y="132"/>
                    <a:pt x="8" y="149"/>
                    <a:pt x="39" y="159"/>
                  </a:cubicBezTo>
                  <a:cubicBezTo>
                    <a:pt x="52" y="155"/>
                    <a:pt x="52" y="150"/>
                    <a:pt x="48" y="138"/>
                  </a:cubicBezTo>
                  <a:cubicBezTo>
                    <a:pt x="34" y="141"/>
                    <a:pt x="26" y="139"/>
                    <a:pt x="21" y="153"/>
                  </a:cubicBezTo>
                  <a:cubicBezTo>
                    <a:pt x="22" y="166"/>
                    <a:pt x="16" y="184"/>
                    <a:pt x="27" y="192"/>
                  </a:cubicBezTo>
                  <a:cubicBezTo>
                    <a:pt x="35" y="198"/>
                    <a:pt x="54" y="201"/>
                    <a:pt x="54" y="201"/>
                  </a:cubicBezTo>
                  <a:cubicBezTo>
                    <a:pt x="58" y="199"/>
                    <a:pt x="78" y="188"/>
                    <a:pt x="60" y="183"/>
                  </a:cubicBezTo>
                  <a:cubicBezTo>
                    <a:pt x="54" y="181"/>
                    <a:pt x="42" y="189"/>
                    <a:pt x="42" y="189"/>
                  </a:cubicBezTo>
                  <a:cubicBezTo>
                    <a:pt x="30" y="207"/>
                    <a:pt x="34" y="220"/>
                    <a:pt x="45" y="237"/>
                  </a:cubicBezTo>
                  <a:cubicBezTo>
                    <a:pt x="51" y="236"/>
                    <a:pt x="90" y="231"/>
                    <a:pt x="63" y="222"/>
                  </a:cubicBezTo>
                  <a:cubicBezTo>
                    <a:pt x="60" y="224"/>
                    <a:pt x="56" y="225"/>
                    <a:pt x="54" y="228"/>
                  </a:cubicBezTo>
                  <a:cubicBezTo>
                    <a:pt x="51" y="233"/>
                    <a:pt x="48" y="246"/>
                    <a:pt x="48" y="246"/>
                  </a:cubicBezTo>
                  <a:cubicBezTo>
                    <a:pt x="51" y="268"/>
                    <a:pt x="49" y="274"/>
                    <a:pt x="66" y="285"/>
                  </a:cubicBezTo>
                  <a:cubicBezTo>
                    <a:pt x="84" y="282"/>
                    <a:pt x="97" y="278"/>
                    <a:pt x="75" y="267"/>
                  </a:cubicBezTo>
                  <a:cubicBezTo>
                    <a:pt x="60" y="271"/>
                    <a:pt x="59" y="274"/>
                    <a:pt x="54" y="288"/>
                  </a:cubicBezTo>
                  <a:cubicBezTo>
                    <a:pt x="57" y="312"/>
                    <a:pt x="58" y="320"/>
                    <a:pt x="78" y="333"/>
                  </a:cubicBezTo>
                  <a:cubicBezTo>
                    <a:pt x="95" y="329"/>
                    <a:pt x="97" y="326"/>
                    <a:pt x="93" y="309"/>
                  </a:cubicBezTo>
                  <a:cubicBezTo>
                    <a:pt x="54" y="317"/>
                    <a:pt x="71" y="354"/>
                    <a:pt x="99" y="363"/>
                  </a:cubicBezTo>
                  <a:cubicBezTo>
                    <a:pt x="114" y="360"/>
                    <a:pt x="125" y="356"/>
                    <a:pt x="108" y="345"/>
                  </a:cubicBezTo>
                  <a:cubicBezTo>
                    <a:pt x="102" y="349"/>
                    <a:pt x="96" y="353"/>
                    <a:pt x="90" y="357"/>
                  </a:cubicBezTo>
                  <a:cubicBezTo>
                    <a:pt x="84" y="361"/>
                    <a:pt x="92" y="371"/>
                    <a:pt x="93" y="378"/>
                  </a:cubicBezTo>
                  <a:cubicBezTo>
                    <a:pt x="96" y="395"/>
                    <a:pt x="111" y="397"/>
                    <a:pt x="123" y="405"/>
                  </a:cubicBezTo>
                  <a:cubicBezTo>
                    <a:pt x="143" y="401"/>
                    <a:pt x="145" y="398"/>
                    <a:pt x="141" y="378"/>
                  </a:cubicBezTo>
                  <a:cubicBezTo>
                    <a:pt x="138" y="379"/>
                    <a:pt x="134" y="378"/>
                    <a:pt x="132" y="381"/>
                  </a:cubicBezTo>
                  <a:cubicBezTo>
                    <a:pt x="128" y="386"/>
                    <a:pt x="126" y="399"/>
                    <a:pt x="126" y="399"/>
                  </a:cubicBezTo>
                  <a:cubicBezTo>
                    <a:pt x="129" y="419"/>
                    <a:pt x="127" y="430"/>
                    <a:pt x="144" y="441"/>
                  </a:cubicBezTo>
                  <a:cubicBezTo>
                    <a:pt x="163" y="435"/>
                    <a:pt x="162" y="430"/>
                    <a:pt x="159" y="411"/>
                  </a:cubicBezTo>
                  <a:cubicBezTo>
                    <a:pt x="145" y="425"/>
                    <a:pt x="145" y="429"/>
                    <a:pt x="150" y="450"/>
                  </a:cubicBezTo>
                  <a:cubicBezTo>
                    <a:pt x="152" y="459"/>
                    <a:pt x="159" y="477"/>
                    <a:pt x="159" y="477"/>
                  </a:cubicBezTo>
                  <a:cubicBezTo>
                    <a:pt x="179" y="474"/>
                    <a:pt x="185" y="473"/>
                    <a:pt x="180" y="453"/>
                  </a:cubicBezTo>
                  <a:cubicBezTo>
                    <a:pt x="168" y="457"/>
                    <a:pt x="166" y="462"/>
                    <a:pt x="162" y="474"/>
                  </a:cubicBezTo>
                  <a:cubicBezTo>
                    <a:pt x="166" y="502"/>
                    <a:pt x="164" y="518"/>
                    <a:pt x="192" y="525"/>
                  </a:cubicBezTo>
                  <a:cubicBezTo>
                    <a:pt x="222" y="522"/>
                    <a:pt x="224" y="525"/>
                    <a:pt x="219" y="498"/>
                  </a:cubicBezTo>
                  <a:cubicBezTo>
                    <a:pt x="212" y="499"/>
                    <a:pt x="204" y="497"/>
                    <a:pt x="198" y="501"/>
                  </a:cubicBezTo>
                  <a:cubicBezTo>
                    <a:pt x="193" y="505"/>
                    <a:pt x="192" y="519"/>
                    <a:pt x="192" y="519"/>
                  </a:cubicBezTo>
                  <a:cubicBezTo>
                    <a:pt x="194" y="527"/>
                    <a:pt x="204" y="579"/>
                    <a:pt x="219" y="564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007" name="Freeform 97">
              <a:extLst>
                <a:ext uri="{FF2B5EF4-FFF2-40B4-BE49-F238E27FC236}">
                  <a16:creationId xmlns:a16="http://schemas.microsoft.com/office/drawing/2014/main" id="{8A128991-2549-A849-AC80-58D62F6C8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285"/>
              <a:ext cx="35" cy="152"/>
            </a:xfrm>
            <a:custGeom>
              <a:avLst/>
              <a:gdLst>
                <a:gd name="T0" fmla="*/ 0 w 164"/>
                <a:gd name="T1" fmla="*/ 0 h 541"/>
                <a:gd name="T2" fmla="*/ 0 w 164"/>
                <a:gd name="T3" fmla="*/ 0 h 541"/>
                <a:gd name="T4" fmla="*/ 0 w 164"/>
                <a:gd name="T5" fmla="*/ 0 h 541"/>
                <a:gd name="T6" fmla="*/ 0 w 164"/>
                <a:gd name="T7" fmla="*/ 0 h 541"/>
                <a:gd name="T8" fmla="*/ 0 w 164"/>
                <a:gd name="T9" fmla="*/ 0 h 541"/>
                <a:gd name="T10" fmla="*/ 0 w 164"/>
                <a:gd name="T11" fmla="*/ 0 h 541"/>
                <a:gd name="T12" fmla="*/ 0 w 164"/>
                <a:gd name="T13" fmla="*/ 0 h 541"/>
                <a:gd name="T14" fmla="*/ 0 w 164"/>
                <a:gd name="T15" fmla="*/ 0 h 541"/>
                <a:gd name="T16" fmla="*/ 0 w 164"/>
                <a:gd name="T17" fmla="*/ 0 h 541"/>
                <a:gd name="T18" fmla="*/ 0 w 164"/>
                <a:gd name="T19" fmla="*/ 0 h 541"/>
                <a:gd name="T20" fmla="*/ 0 w 164"/>
                <a:gd name="T21" fmla="*/ 0 h 541"/>
                <a:gd name="T22" fmla="*/ 0 w 164"/>
                <a:gd name="T23" fmla="*/ 0 h 541"/>
                <a:gd name="T24" fmla="*/ 0 w 164"/>
                <a:gd name="T25" fmla="*/ 0 h 541"/>
                <a:gd name="T26" fmla="*/ 0 w 164"/>
                <a:gd name="T27" fmla="*/ 0 h 541"/>
                <a:gd name="T28" fmla="*/ 0 w 164"/>
                <a:gd name="T29" fmla="*/ 1 h 541"/>
                <a:gd name="T30" fmla="*/ 0 w 164"/>
                <a:gd name="T31" fmla="*/ 0 h 541"/>
                <a:gd name="T32" fmla="*/ 0 w 164"/>
                <a:gd name="T33" fmla="*/ 1 h 541"/>
                <a:gd name="T34" fmla="*/ 0 w 164"/>
                <a:gd name="T35" fmla="*/ 1 h 541"/>
                <a:gd name="T36" fmla="*/ 0 w 164"/>
                <a:gd name="T37" fmla="*/ 1 h 541"/>
                <a:gd name="T38" fmla="*/ 0 w 164"/>
                <a:gd name="T39" fmla="*/ 1 h 541"/>
                <a:gd name="T40" fmla="*/ 0 w 164"/>
                <a:gd name="T41" fmla="*/ 1 h 541"/>
                <a:gd name="T42" fmla="*/ 0 w 164"/>
                <a:gd name="T43" fmla="*/ 1 h 541"/>
                <a:gd name="T44" fmla="*/ 0 w 164"/>
                <a:gd name="T45" fmla="*/ 1 h 541"/>
                <a:gd name="T46" fmla="*/ 0 w 164"/>
                <a:gd name="T47" fmla="*/ 1 h 541"/>
                <a:gd name="T48" fmla="*/ 0 w 164"/>
                <a:gd name="T49" fmla="*/ 1 h 541"/>
                <a:gd name="T50" fmla="*/ 0 w 164"/>
                <a:gd name="T51" fmla="*/ 1 h 541"/>
                <a:gd name="T52" fmla="*/ 0 w 164"/>
                <a:gd name="T53" fmla="*/ 1 h 541"/>
                <a:gd name="T54" fmla="*/ 0 w 164"/>
                <a:gd name="T55" fmla="*/ 1 h 541"/>
                <a:gd name="T56" fmla="*/ 0 w 164"/>
                <a:gd name="T57" fmla="*/ 1 h 541"/>
                <a:gd name="T58" fmla="*/ 0 w 164"/>
                <a:gd name="T59" fmla="*/ 1 h 541"/>
                <a:gd name="T60" fmla="*/ 0 w 164"/>
                <a:gd name="T61" fmla="*/ 1 h 541"/>
                <a:gd name="T62" fmla="*/ 0 w 164"/>
                <a:gd name="T63" fmla="*/ 1 h 541"/>
                <a:gd name="T64" fmla="*/ 0 w 164"/>
                <a:gd name="T65" fmla="*/ 1 h 541"/>
                <a:gd name="T66" fmla="*/ 0 w 164"/>
                <a:gd name="T67" fmla="*/ 1 h 5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4"/>
                <a:gd name="T103" fmla="*/ 0 h 541"/>
                <a:gd name="T104" fmla="*/ 164 w 164"/>
                <a:gd name="T105" fmla="*/ 541 h 5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4" h="541">
                  <a:moveTo>
                    <a:pt x="164" y="0"/>
                  </a:moveTo>
                  <a:cubicBezTo>
                    <a:pt x="159" y="53"/>
                    <a:pt x="153" y="47"/>
                    <a:pt x="107" y="51"/>
                  </a:cubicBezTo>
                  <a:cubicBezTo>
                    <a:pt x="88" y="48"/>
                    <a:pt x="79" y="46"/>
                    <a:pt x="95" y="30"/>
                  </a:cubicBezTo>
                  <a:cubicBezTo>
                    <a:pt x="109" y="34"/>
                    <a:pt x="117" y="37"/>
                    <a:pt x="128" y="48"/>
                  </a:cubicBezTo>
                  <a:cubicBezTo>
                    <a:pt x="125" y="75"/>
                    <a:pt x="122" y="90"/>
                    <a:pt x="95" y="99"/>
                  </a:cubicBezTo>
                  <a:cubicBezTo>
                    <a:pt x="90" y="98"/>
                    <a:pt x="51" y="93"/>
                    <a:pt x="77" y="84"/>
                  </a:cubicBezTo>
                  <a:cubicBezTo>
                    <a:pt x="81" y="88"/>
                    <a:pt x="85" y="92"/>
                    <a:pt x="89" y="96"/>
                  </a:cubicBezTo>
                  <a:cubicBezTo>
                    <a:pt x="92" y="98"/>
                    <a:pt x="97" y="98"/>
                    <a:pt x="98" y="102"/>
                  </a:cubicBezTo>
                  <a:cubicBezTo>
                    <a:pt x="105" y="131"/>
                    <a:pt x="75" y="135"/>
                    <a:pt x="56" y="141"/>
                  </a:cubicBezTo>
                  <a:cubicBezTo>
                    <a:pt x="38" y="129"/>
                    <a:pt x="51" y="125"/>
                    <a:pt x="68" y="129"/>
                  </a:cubicBezTo>
                  <a:cubicBezTo>
                    <a:pt x="77" y="131"/>
                    <a:pt x="78" y="133"/>
                    <a:pt x="86" y="138"/>
                  </a:cubicBezTo>
                  <a:cubicBezTo>
                    <a:pt x="109" y="172"/>
                    <a:pt x="62" y="187"/>
                    <a:pt x="38" y="195"/>
                  </a:cubicBezTo>
                  <a:cubicBezTo>
                    <a:pt x="28" y="180"/>
                    <a:pt x="38" y="182"/>
                    <a:pt x="50" y="186"/>
                  </a:cubicBezTo>
                  <a:cubicBezTo>
                    <a:pt x="59" y="195"/>
                    <a:pt x="64" y="201"/>
                    <a:pt x="68" y="213"/>
                  </a:cubicBezTo>
                  <a:cubicBezTo>
                    <a:pt x="63" y="233"/>
                    <a:pt x="53" y="240"/>
                    <a:pt x="35" y="249"/>
                  </a:cubicBezTo>
                  <a:cubicBezTo>
                    <a:pt x="9" y="240"/>
                    <a:pt x="49" y="246"/>
                    <a:pt x="50" y="246"/>
                  </a:cubicBezTo>
                  <a:cubicBezTo>
                    <a:pt x="72" y="268"/>
                    <a:pt x="68" y="287"/>
                    <a:pt x="38" y="297"/>
                  </a:cubicBezTo>
                  <a:cubicBezTo>
                    <a:pt x="0" y="289"/>
                    <a:pt x="47" y="290"/>
                    <a:pt x="53" y="291"/>
                  </a:cubicBezTo>
                  <a:cubicBezTo>
                    <a:pt x="56" y="293"/>
                    <a:pt x="60" y="294"/>
                    <a:pt x="62" y="297"/>
                  </a:cubicBezTo>
                  <a:cubicBezTo>
                    <a:pt x="65" y="302"/>
                    <a:pt x="68" y="315"/>
                    <a:pt x="68" y="315"/>
                  </a:cubicBezTo>
                  <a:cubicBezTo>
                    <a:pt x="64" y="340"/>
                    <a:pt x="61" y="342"/>
                    <a:pt x="38" y="348"/>
                  </a:cubicBezTo>
                  <a:cubicBezTo>
                    <a:pt x="23" y="343"/>
                    <a:pt x="30" y="337"/>
                    <a:pt x="41" y="333"/>
                  </a:cubicBezTo>
                  <a:cubicBezTo>
                    <a:pt x="50" y="339"/>
                    <a:pt x="59" y="342"/>
                    <a:pt x="68" y="348"/>
                  </a:cubicBezTo>
                  <a:cubicBezTo>
                    <a:pt x="76" y="371"/>
                    <a:pt x="65" y="387"/>
                    <a:pt x="47" y="399"/>
                  </a:cubicBezTo>
                  <a:cubicBezTo>
                    <a:pt x="36" y="396"/>
                    <a:pt x="23" y="390"/>
                    <a:pt x="41" y="384"/>
                  </a:cubicBezTo>
                  <a:cubicBezTo>
                    <a:pt x="61" y="387"/>
                    <a:pt x="64" y="389"/>
                    <a:pt x="74" y="405"/>
                  </a:cubicBezTo>
                  <a:cubicBezTo>
                    <a:pt x="73" y="416"/>
                    <a:pt x="74" y="427"/>
                    <a:pt x="71" y="438"/>
                  </a:cubicBezTo>
                  <a:cubicBezTo>
                    <a:pt x="68" y="447"/>
                    <a:pt x="44" y="450"/>
                    <a:pt x="44" y="450"/>
                  </a:cubicBezTo>
                  <a:cubicBezTo>
                    <a:pt x="26" y="444"/>
                    <a:pt x="28" y="430"/>
                    <a:pt x="50" y="435"/>
                  </a:cubicBezTo>
                  <a:cubicBezTo>
                    <a:pt x="62" y="443"/>
                    <a:pt x="74" y="443"/>
                    <a:pt x="83" y="456"/>
                  </a:cubicBezTo>
                  <a:cubicBezTo>
                    <a:pt x="80" y="478"/>
                    <a:pt x="79" y="481"/>
                    <a:pt x="62" y="492"/>
                  </a:cubicBezTo>
                  <a:cubicBezTo>
                    <a:pt x="43" y="489"/>
                    <a:pt x="10" y="477"/>
                    <a:pt x="65" y="483"/>
                  </a:cubicBezTo>
                  <a:cubicBezTo>
                    <a:pt x="81" y="508"/>
                    <a:pt x="79" y="496"/>
                    <a:pt x="74" y="531"/>
                  </a:cubicBezTo>
                  <a:cubicBezTo>
                    <a:pt x="72" y="541"/>
                    <a:pt x="74" y="540"/>
                    <a:pt x="68" y="540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008" name="AutoShape 98">
              <a:extLst>
                <a:ext uri="{FF2B5EF4-FFF2-40B4-BE49-F238E27FC236}">
                  <a16:creationId xmlns:a16="http://schemas.microsoft.com/office/drawing/2014/main" id="{0153FB4E-8B8A-1144-A5A0-10416AB2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33"/>
              <a:ext cx="24" cy="54"/>
            </a:xfrm>
            <a:prstGeom prst="can">
              <a:avLst>
                <a:gd name="adj" fmla="val 56250"/>
              </a:avLst>
            </a:prstGeom>
            <a:solidFill>
              <a:schemeClr val="tx1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8009" name="AutoShape 99">
              <a:extLst>
                <a:ext uri="{FF2B5EF4-FFF2-40B4-BE49-F238E27FC236}">
                  <a16:creationId xmlns:a16="http://schemas.microsoft.com/office/drawing/2014/main" id="{44B958C3-8ED5-6846-A457-76404B64EC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4190731" flipH="1">
              <a:off x="3870" y="1480"/>
              <a:ext cx="19" cy="33"/>
            </a:xfrm>
            <a:prstGeom prst="triangle">
              <a:avLst>
                <a:gd name="adj" fmla="val 50000"/>
              </a:avLst>
            </a:prstGeom>
            <a:solidFill>
              <a:schemeClr val="tx1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58010" name="Group 100">
              <a:extLst>
                <a:ext uri="{FF2B5EF4-FFF2-40B4-BE49-F238E27FC236}">
                  <a16:creationId xmlns:a16="http://schemas.microsoft.com/office/drawing/2014/main" id="{19C4DBD3-F137-5C40-88EF-B078A5745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0" y="1433"/>
              <a:ext cx="45" cy="73"/>
              <a:chOff x="9696" y="9984"/>
              <a:chExt cx="211" cy="261"/>
            </a:xfrm>
          </p:grpSpPr>
          <p:sp>
            <p:nvSpPr>
              <p:cNvPr id="58018" name="AutoShape 101">
                <a:extLst>
                  <a:ext uri="{FF2B5EF4-FFF2-40B4-BE49-F238E27FC236}">
                    <a16:creationId xmlns:a16="http://schemas.microsoft.com/office/drawing/2014/main" id="{BAF102C2-92C7-EC43-A5A8-3CC7B5578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2" y="9984"/>
                <a:ext cx="115" cy="192"/>
              </a:xfrm>
              <a:prstGeom prst="can">
                <a:avLst>
                  <a:gd name="adj" fmla="val 41739"/>
                </a:avLst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19" name="AutoShape 102">
                <a:extLst>
                  <a:ext uri="{FF2B5EF4-FFF2-40B4-BE49-F238E27FC236}">
                    <a16:creationId xmlns:a16="http://schemas.microsoft.com/office/drawing/2014/main" id="{10436FF1-7A50-7341-BFE7-73C5F9431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4190731" flipH="1">
                <a:off x="9737" y="10135"/>
                <a:ext cx="69" cy="151"/>
              </a:xfrm>
              <a:prstGeom prst="triangle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grpSp>
          <p:nvGrpSpPr>
            <p:cNvPr id="58011" name="Group 103">
              <a:extLst>
                <a:ext uri="{FF2B5EF4-FFF2-40B4-BE49-F238E27FC236}">
                  <a16:creationId xmlns:a16="http://schemas.microsoft.com/office/drawing/2014/main" id="{19DB08B8-3410-124F-9B1F-ABC60F3922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0" y="1514"/>
              <a:ext cx="51" cy="13"/>
              <a:chOff x="9216" y="8640"/>
              <a:chExt cx="240" cy="48"/>
            </a:xfrm>
          </p:grpSpPr>
          <p:sp>
            <p:nvSpPr>
              <p:cNvPr id="58016" name="Rectangle 104">
                <a:extLst>
                  <a:ext uri="{FF2B5EF4-FFF2-40B4-BE49-F238E27FC236}">
                    <a16:creationId xmlns:a16="http://schemas.microsoft.com/office/drawing/2014/main" id="{F3DC246A-7A6E-BC40-92DC-82C60BF06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16" y="8640"/>
                <a:ext cx="96" cy="4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8017" name="Line 105">
                <a:extLst>
                  <a:ext uri="{FF2B5EF4-FFF2-40B4-BE49-F238E27FC236}">
                    <a16:creationId xmlns:a16="http://schemas.microsoft.com/office/drawing/2014/main" id="{72452614-37C9-0742-A233-9B69D2973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12" y="8664"/>
                <a:ext cx="14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8012" name="Group 106">
              <a:extLst>
                <a:ext uri="{FF2B5EF4-FFF2-40B4-BE49-F238E27FC236}">
                  <a16:creationId xmlns:a16="http://schemas.microsoft.com/office/drawing/2014/main" id="{BBEF001A-F37B-EB48-BFB3-6DAF086424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6" y="1460"/>
              <a:ext cx="20" cy="54"/>
              <a:chOff x="10416" y="8688"/>
              <a:chExt cx="96" cy="192"/>
            </a:xfrm>
          </p:grpSpPr>
          <p:sp>
            <p:nvSpPr>
              <p:cNvPr id="58013" name="Line 107">
                <a:extLst>
                  <a:ext uri="{FF2B5EF4-FFF2-40B4-BE49-F238E27FC236}">
                    <a16:creationId xmlns:a16="http://schemas.microsoft.com/office/drawing/2014/main" id="{69CA791A-B7DF-C64E-B606-5440DAB20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16" y="8688"/>
                <a:ext cx="48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14" name="Line 108">
                <a:extLst>
                  <a:ext uri="{FF2B5EF4-FFF2-40B4-BE49-F238E27FC236}">
                    <a16:creationId xmlns:a16="http://schemas.microsoft.com/office/drawing/2014/main" id="{72FB1859-2484-BA44-BC3E-C145A8836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64" y="8688"/>
                <a:ext cx="48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015" name="Rectangle 109">
                <a:extLst>
                  <a:ext uri="{FF2B5EF4-FFF2-40B4-BE49-F238E27FC236}">
                    <a16:creationId xmlns:a16="http://schemas.microsoft.com/office/drawing/2014/main" id="{F3686AF1-E670-0745-9840-E0C7FB1B6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0" y="8742"/>
                <a:ext cx="47" cy="138"/>
              </a:xfrm>
              <a:prstGeom prst="rect">
                <a:avLst/>
              </a:prstGeom>
              <a:solidFill>
                <a:schemeClr val="tx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  <p:grpSp>
        <p:nvGrpSpPr>
          <p:cNvPr id="57349" name="Group 110">
            <a:extLst>
              <a:ext uri="{FF2B5EF4-FFF2-40B4-BE49-F238E27FC236}">
                <a16:creationId xmlns:a16="http://schemas.microsoft.com/office/drawing/2014/main" id="{2BA9C022-61B9-ED4B-A245-DF2F085AAB06}"/>
              </a:ext>
            </a:extLst>
          </p:cNvPr>
          <p:cNvGrpSpPr>
            <a:grpSpLocks/>
          </p:cNvGrpSpPr>
          <p:nvPr/>
        </p:nvGrpSpPr>
        <p:grpSpPr bwMode="auto">
          <a:xfrm>
            <a:off x="379413" y="3579813"/>
            <a:ext cx="1254125" cy="835025"/>
            <a:chOff x="2990" y="3071"/>
            <a:chExt cx="1187" cy="869"/>
          </a:xfrm>
        </p:grpSpPr>
        <p:sp>
          <p:nvSpPr>
            <p:cNvPr id="57883" name="Freeform 111">
              <a:extLst>
                <a:ext uri="{FF2B5EF4-FFF2-40B4-BE49-F238E27FC236}">
                  <a16:creationId xmlns:a16="http://schemas.microsoft.com/office/drawing/2014/main" id="{66826EE2-AB1C-3043-AA5D-1FA4B544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799"/>
              <a:ext cx="209" cy="125"/>
            </a:xfrm>
            <a:custGeom>
              <a:avLst/>
              <a:gdLst>
                <a:gd name="T0" fmla="*/ 0 w 209"/>
                <a:gd name="T1" fmla="*/ 124 h 125"/>
                <a:gd name="T2" fmla="*/ 208 w 209"/>
                <a:gd name="T3" fmla="*/ 124 h 125"/>
                <a:gd name="T4" fmla="*/ 208 w 209"/>
                <a:gd name="T5" fmla="*/ 0 h 125"/>
                <a:gd name="T6" fmla="*/ 0 w 209"/>
                <a:gd name="T7" fmla="*/ 0 h 125"/>
                <a:gd name="T8" fmla="*/ 0 w 209"/>
                <a:gd name="T9" fmla="*/ 124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9"/>
                <a:gd name="T16" fmla="*/ 0 h 125"/>
                <a:gd name="T17" fmla="*/ 209 w 209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9" h="125">
                  <a:moveTo>
                    <a:pt x="0" y="124"/>
                  </a:moveTo>
                  <a:lnTo>
                    <a:pt x="208" y="124"/>
                  </a:lnTo>
                  <a:lnTo>
                    <a:pt x="208" y="0"/>
                  </a:lnTo>
                  <a:lnTo>
                    <a:pt x="0" y="0"/>
                  </a:lnTo>
                  <a:lnTo>
                    <a:pt x="0" y="124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84" name="Group 112">
              <a:extLst>
                <a:ext uri="{FF2B5EF4-FFF2-40B4-BE49-F238E27FC236}">
                  <a16:creationId xmlns:a16="http://schemas.microsoft.com/office/drawing/2014/main" id="{2DCBE28C-219A-5745-84F6-9E07CDC8A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9" y="3799"/>
              <a:ext cx="218" cy="139"/>
              <a:chOff x="3219" y="3799"/>
              <a:chExt cx="218" cy="139"/>
            </a:xfrm>
          </p:grpSpPr>
          <p:sp>
            <p:nvSpPr>
              <p:cNvPr id="57996" name="Freeform 113">
                <a:extLst>
                  <a:ext uri="{FF2B5EF4-FFF2-40B4-BE49-F238E27FC236}">
                    <a16:creationId xmlns:a16="http://schemas.microsoft.com/office/drawing/2014/main" id="{4B45A3C5-86F2-814F-92FE-F3C8B85B0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799"/>
                <a:ext cx="202" cy="117"/>
              </a:xfrm>
              <a:custGeom>
                <a:avLst/>
                <a:gdLst>
                  <a:gd name="T0" fmla="*/ 0 w 202"/>
                  <a:gd name="T1" fmla="*/ 116 h 117"/>
                  <a:gd name="T2" fmla="*/ 201 w 202"/>
                  <a:gd name="T3" fmla="*/ 116 h 117"/>
                  <a:gd name="T4" fmla="*/ 201 w 202"/>
                  <a:gd name="T5" fmla="*/ 0 h 117"/>
                  <a:gd name="T6" fmla="*/ 0 w 202"/>
                  <a:gd name="T7" fmla="*/ 0 h 117"/>
                  <a:gd name="T8" fmla="*/ 0 w 202"/>
                  <a:gd name="T9" fmla="*/ 11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2"/>
                  <a:gd name="T16" fmla="*/ 0 h 117"/>
                  <a:gd name="T17" fmla="*/ 202 w 202"/>
                  <a:gd name="T18" fmla="*/ 117 h 1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2" h="117">
                    <a:moveTo>
                      <a:pt x="0" y="116"/>
                    </a:moveTo>
                    <a:lnTo>
                      <a:pt x="201" y="116"/>
                    </a:lnTo>
                    <a:lnTo>
                      <a:pt x="201" y="0"/>
                    </a:lnTo>
                    <a:lnTo>
                      <a:pt x="0" y="0"/>
                    </a:lnTo>
                    <a:lnTo>
                      <a:pt x="0" y="1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97" name="Freeform 114">
                <a:extLst>
                  <a:ext uri="{FF2B5EF4-FFF2-40B4-BE49-F238E27FC236}">
                    <a16:creationId xmlns:a16="http://schemas.microsoft.com/office/drawing/2014/main" id="{492FF1DB-3F0B-D942-8845-EE6FBFDC1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799"/>
                <a:ext cx="218" cy="139"/>
              </a:xfrm>
              <a:custGeom>
                <a:avLst/>
                <a:gdLst>
                  <a:gd name="T0" fmla="*/ 0 w 218"/>
                  <a:gd name="T1" fmla="*/ 138 h 139"/>
                  <a:gd name="T2" fmla="*/ 217 w 218"/>
                  <a:gd name="T3" fmla="*/ 138 h 139"/>
                  <a:gd name="T4" fmla="*/ 217 w 218"/>
                  <a:gd name="T5" fmla="*/ 0 h 139"/>
                  <a:gd name="T6" fmla="*/ 0 w 218"/>
                  <a:gd name="T7" fmla="*/ 0 h 139"/>
                  <a:gd name="T8" fmla="*/ 0 w 218"/>
                  <a:gd name="T9" fmla="*/ 138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"/>
                  <a:gd name="T16" fmla="*/ 0 h 139"/>
                  <a:gd name="T17" fmla="*/ 218 w 218"/>
                  <a:gd name="T18" fmla="*/ 139 h 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" h="139">
                    <a:moveTo>
                      <a:pt x="0" y="138"/>
                    </a:moveTo>
                    <a:lnTo>
                      <a:pt x="217" y="138"/>
                    </a:lnTo>
                    <a:lnTo>
                      <a:pt x="217" y="0"/>
                    </a:lnTo>
                    <a:lnTo>
                      <a:pt x="0" y="0"/>
                    </a:lnTo>
                    <a:lnTo>
                      <a:pt x="0" y="138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85" name="Freeform 115">
              <a:extLst>
                <a:ext uri="{FF2B5EF4-FFF2-40B4-BE49-F238E27FC236}">
                  <a16:creationId xmlns:a16="http://schemas.microsoft.com/office/drawing/2014/main" id="{1B28822E-D54A-CB40-BD10-83855AA3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3759"/>
              <a:ext cx="204" cy="157"/>
            </a:xfrm>
            <a:custGeom>
              <a:avLst/>
              <a:gdLst>
                <a:gd name="T0" fmla="*/ 203 w 204"/>
                <a:gd name="T1" fmla="*/ 78 h 157"/>
                <a:gd name="T2" fmla="*/ 201 w 204"/>
                <a:gd name="T3" fmla="*/ 61 h 157"/>
                <a:gd name="T4" fmla="*/ 195 w 204"/>
                <a:gd name="T5" fmla="*/ 49 h 157"/>
                <a:gd name="T6" fmla="*/ 186 w 204"/>
                <a:gd name="T7" fmla="*/ 36 h 157"/>
                <a:gd name="T8" fmla="*/ 174 w 204"/>
                <a:gd name="T9" fmla="*/ 23 h 157"/>
                <a:gd name="T10" fmla="*/ 159 w 204"/>
                <a:gd name="T11" fmla="*/ 13 h 157"/>
                <a:gd name="T12" fmla="*/ 143 w 204"/>
                <a:gd name="T13" fmla="*/ 7 h 157"/>
                <a:gd name="T14" fmla="*/ 122 w 204"/>
                <a:gd name="T15" fmla="*/ 2 h 157"/>
                <a:gd name="T16" fmla="*/ 102 w 204"/>
                <a:gd name="T17" fmla="*/ 0 h 157"/>
                <a:gd name="T18" fmla="*/ 81 w 204"/>
                <a:gd name="T19" fmla="*/ 2 h 157"/>
                <a:gd name="T20" fmla="*/ 62 w 204"/>
                <a:gd name="T21" fmla="*/ 7 h 157"/>
                <a:gd name="T22" fmla="*/ 44 w 204"/>
                <a:gd name="T23" fmla="*/ 13 h 157"/>
                <a:gd name="T24" fmla="*/ 31 w 204"/>
                <a:gd name="T25" fmla="*/ 23 h 157"/>
                <a:gd name="T26" fmla="*/ 17 w 204"/>
                <a:gd name="T27" fmla="*/ 36 h 157"/>
                <a:gd name="T28" fmla="*/ 8 w 204"/>
                <a:gd name="T29" fmla="*/ 49 h 157"/>
                <a:gd name="T30" fmla="*/ 2 w 204"/>
                <a:gd name="T31" fmla="*/ 61 h 157"/>
                <a:gd name="T32" fmla="*/ 0 w 204"/>
                <a:gd name="T33" fmla="*/ 78 h 157"/>
                <a:gd name="T34" fmla="*/ 2 w 204"/>
                <a:gd name="T35" fmla="*/ 94 h 157"/>
                <a:gd name="T36" fmla="*/ 8 w 204"/>
                <a:gd name="T37" fmla="*/ 109 h 157"/>
                <a:gd name="T38" fmla="*/ 17 w 204"/>
                <a:gd name="T39" fmla="*/ 121 h 157"/>
                <a:gd name="T40" fmla="*/ 31 w 204"/>
                <a:gd name="T41" fmla="*/ 132 h 157"/>
                <a:gd name="T42" fmla="*/ 44 w 204"/>
                <a:gd name="T43" fmla="*/ 142 h 157"/>
                <a:gd name="T44" fmla="*/ 62 w 204"/>
                <a:gd name="T45" fmla="*/ 150 h 157"/>
                <a:gd name="T46" fmla="*/ 81 w 204"/>
                <a:gd name="T47" fmla="*/ 156 h 157"/>
                <a:gd name="T48" fmla="*/ 102 w 204"/>
                <a:gd name="T49" fmla="*/ 156 h 157"/>
                <a:gd name="T50" fmla="*/ 122 w 204"/>
                <a:gd name="T51" fmla="*/ 156 h 157"/>
                <a:gd name="T52" fmla="*/ 143 w 204"/>
                <a:gd name="T53" fmla="*/ 150 h 157"/>
                <a:gd name="T54" fmla="*/ 159 w 204"/>
                <a:gd name="T55" fmla="*/ 142 h 157"/>
                <a:gd name="T56" fmla="*/ 174 w 204"/>
                <a:gd name="T57" fmla="*/ 132 h 157"/>
                <a:gd name="T58" fmla="*/ 186 w 204"/>
                <a:gd name="T59" fmla="*/ 121 h 157"/>
                <a:gd name="T60" fmla="*/ 195 w 204"/>
                <a:gd name="T61" fmla="*/ 109 h 157"/>
                <a:gd name="T62" fmla="*/ 201 w 204"/>
                <a:gd name="T63" fmla="*/ 94 h 157"/>
                <a:gd name="T64" fmla="*/ 203 w 204"/>
                <a:gd name="T65" fmla="*/ 78 h 1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4"/>
                <a:gd name="T100" fmla="*/ 0 h 157"/>
                <a:gd name="T101" fmla="*/ 204 w 204"/>
                <a:gd name="T102" fmla="*/ 157 h 15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4" h="157">
                  <a:moveTo>
                    <a:pt x="203" y="78"/>
                  </a:moveTo>
                  <a:lnTo>
                    <a:pt x="201" y="61"/>
                  </a:lnTo>
                  <a:lnTo>
                    <a:pt x="195" y="49"/>
                  </a:lnTo>
                  <a:lnTo>
                    <a:pt x="186" y="36"/>
                  </a:lnTo>
                  <a:lnTo>
                    <a:pt x="174" y="23"/>
                  </a:lnTo>
                  <a:lnTo>
                    <a:pt x="159" y="13"/>
                  </a:lnTo>
                  <a:lnTo>
                    <a:pt x="143" y="7"/>
                  </a:lnTo>
                  <a:lnTo>
                    <a:pt x="122" y="2"/>
                  </a:lnTo>
                  <a:lnTo>
                    <a:pt x="102" y="0"/>
                  </a:lnTo>
                  <a:lnTo>
                    <a:pt x="81" y="2"/>
                  </a:lnTo>
                  <a:lnTo>
                    <a:pt x="62" y="7"/>
                  </a:lnTo>
                  <a:lnTo>
                    <a:pt x="44" y="13"/>
                  </a:lnTo>
                  <a:lnTo>
                    <a:pt x="31" y="23"/>
                  </a:lnTo>
                  <a:lnTo>
                    <a:pt x="17" y="36"/>
                  </a:lnTo>
                  <a:lnTo>
                    <a:pt x="8" y="49"/>
                  </a:lnTo>
                  <a:lnTo>
                    <a:pt x="2" y="61"/>
                  </a:lnTo>
                  <a:lnTo>
                    <a:pt x="0" y="78"/>
                  </a:lnTo>
                  <a:lnTo>
                    <a:pt x="2" y="94"/>
                  </a:lnTo>
                  <a:lnTo>
                    <a:pt x="8" y="109"/>
                  </a:lnTo>
                  <a:lnTo>
                    <a:pt x="17" y="121"/>
                  </a:lnTo>
                  <a:lnTo>
                    <a:pt x="31" y="132"/>
                  </a:lnTo>
                  <a:lnTo>
                    <a:pt x="44" y="142"/>
                  </a:lnTo>
                  <a:lnTo>
                    <a:pt x="62" y="150"/>
                  </a:lnTo>
                  <a:lnTo>
                    <a:pt x="81" y="156"/>
                  </a:lnTo>
                  <a:lnTo>
                    <a:pt x="102" y="156"/>
                  </a:lnTo>
                  <a:lnTo>
                    <a:pt x="122" y="156"/>
                  </a:lnTo>
                  <a:lnTo>
                    <a:pt x="143" y="150"/>
                  </a:lnTo>
                  <a:lnTo>
                    <a:pt x="159" y="142"/>
                  </a:lnTo>
                  <a:lnTo>
                    <a:pt x="174" y="132"/>
                  </a:lnTo>
                  <a:lnTo>
                    <a:pt x="186" y="121"/>
                  </a:lnTo>
                  <a:lnTo>
                    <a:pt x="195" y="109"/>
                  </a:lnTo>
                  <a:lnTo>
                    <a:pt x="201" y="94"/>
                  </a:lnTo>
                  <a:lnTo>
                    <a:pt x="203" y="7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86" name="Group 116">
              <a:extLst>
                <a:ext uri="{FF2B5EF4-FFF2-40B4-BE49-F238E27FC236}">
                  <a16:creationId xmlns:a16="http://schemas.microsoft.com/office/drawing/2014/main" id="{8C3983AC-7DCE-1B45-BE93-FA2B12B501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1" y="3759"/>
              <a:ext cx="214" cy="171"/>
              <a:chOff x="3291" y="3759"/>
              <a:chExt cx="214" cy="171"/>
            </a:xfrm>
          </p:grpSpPr>
          <p:sp>
            <p:nvSpPr>
              <p:cNvPr id="57994" name="Freeform 117">
                <a:extLst>
                  <a:ext uri="{FF2B5EF4-FFF2-40B4-BE49-F238E27FC236}">
                    <a16:creationId xmlns:a16="http://schemas.microsoft.com/office/drawing/2014/main" id="{3A6A584D-B204-7148-B30E-A6D73151E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759"/>
                <a:ext cx="198" cy="148"/>
              </a:xfrm>
              <a:custGeom>
                <a:avLst/>
                <a:gdLst>
                  <a:gd name="T0" fmla="*/ 197 w 198"/>
                  <a:gd name="T1" fmla="*/ 75 h 148"/>
                  <a:gd name="T2" fmla="*/ 197 w 198"/>
                  <a:gd name="T3" fmla="*/ 75 h 148"/>
                  <a:gd name="T4" fmla="*/ 195 w 198"/>
                  <a:gd name="T5" fmla="*/ 58 h 148"/>
                  <a:gd name="T6" fmla="*/ 190 w 198"/>
                  <a:gd name="T7" fmla="*/ 45 h 148"/>
                  <a:gd name="T8" fmla="*/ 181 w 198"/>
                  <a:gd name="T9" fmla="*/ 34 h 148"/>
                  <a:gd name="T10" fmla="*/ 168 w 198"/>
                  <a:gd name="T11" fmla="*/ 19 h 148"/>
                  <a:gd name="T12" fmla="*/ 154 w 198"/>
                  <a:gd name="T13" fmla="*/ 11 h 148"/>
                  <a:gd name="T14" fmla="*/ 138 w 198"/>
                  <a:gd name="T15" fmla="*/ 6 h 148"/>
                  <a:gd name="T16" fmla="*/ 118 w 198"/>
                  <a:gd name="T17" fmla="*/ 2 h 148"/>
                  <a:gd name="T18" fmla="*/ 99 w 198"/>
                  <a:gd name="T19" fmla="*/ 0 h 148"/>
                  <a:gd name="T20" fmla="*/ 79 w 198"/>
                  <a:gd name="T21" fmla="*/ 2 h 148"/>
                  <a:gd name="T22" fmla="*/ 61 w 198"/>
                  <a:gd name="T23" fmla="*/ 6 h 148"/>
                  <a:gd name="T24" fmla="*/ 43 w 198"/>
                  <a:gd name="T25" fmla="*/ 11 h 148"/>
                  <a:gd name="T26" fmla="*/ 30 w 198"/>
                  <a:gd name="T27" fmla="*/ 19 h 148"/>
                  <a:gd name="T28" fmla="*/ 16 w 198"/>
                  <a:gd name="T29" fmla="*/ 34 h 148"/>
                  <a:gd name="T30" fmla="*/ 9 w 198"/>
                  <a:gd name="T31" fmla="*/ 45 h 148"/>
                  <a:gd name="T32" fmla="*/ 4 w 198"/>
                  <a:gd name="T33" fmla="*/ 58 h 148"/>
                  <a:gd name="T34" fmla="*/ 0 w 198"/>
                  <a:gd name="T35" fmla="*/ 75 h 148"/>
                  <a:gd name="T36" fmla="*/ 4 w 198"/>
                  <a:gd name="T37" fmla="*/ 88 h 148"/>
                  <a:gd name="T38" fmla="*/ 9 w 198"/>
                  <a:gd name="T39" fmla="*/ 101 h 148"/>
                  <a:gd name="T40" fmla="*/ 16 w 198"/>
                  <a:gd name="T41" fmla="*/ 114 h 148"/>
                  <a:gd name="T42" fmla="*/ 30 w 198"/>
                  <a:gd name="T43" fmla="*/ 127 h 148"/>
                  <a:gd name="T44" fmla="*/ 43 w 198"/>
                  <a:gd name="T45" fmla="*/ 135 h 148"/>
                  <a:gd name="T46" fmla="*/ 61 w 198"/>
                  <a:gd name="T47" fmla="*/ 142 h 148"/>
                  <a:gd name="T48" fmla="*/ 79 w 198"/>
                  <a:gd name="T49" fmla="*/ 147 h 148"/>
                  <a:gd name="T50" fmla="*/ 99 w 198"/>
                  <a:gd name="T51" fmla="*/ 147 h 148"/>
                  <a:gd name="T52" fmla="*/ 118 w 198"/>
                  <a:gd name="T53" fmla="*/ 147 h 148"/>
                  <a:gd name="T54" fmla="*/ 138 w 198"/>
                  <a:gd name="T55" fmla="*/ 142 h 148"/>
                  <a:gd name="T56" fmla="*/ 154 w 198"/>
                  <a:gd name="T57" fmla="*/ 135 h 148"/>
                  <a:gd name="T58" fmla="*/ 168 w 198"/>
                  <a:gd name="T59" fmla="*/ 127 h 148"/>
                  <a:gd name="T60" fmla="*/ 181 w 198"/>
                  <a:gd name="T61" fmla="*/ 114 h 148"/>
                  <a:gd name="T62" fmla="*/ 190 w 198"/>
                  <a:gd name="T63" fmla="*/ 101 h 148"/>
                  <a:gd name="T64" fmla="*/ 195 w 198"/>
                  <a:gd name="T65" fmla="*/ 88 h 148"/>
                  <a:gd name="T66" fmla="*/ 197 w 198"/>
                  <a:gd name="T67" fmla="*/ 75 h 1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8"/>
                  <a:gd name="T103" fmla="*/ 0 h 148"/>
                  <a:gd name="T104" fmla="*/ 198 w 198"/>
                  <a:gd name="T105" fmla="*/ 148 h 1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8" h="148">
                    <a:moveTo>
                      <a:pt x="197" y="75"/>
                    </a:moveTo>
                    <a:lnTo>
                      <a:pt x="197" y="75"/>
                    </a:lnTo>
                    <a:lnTo>
                      <a:pt x="195" y="58"/>
                    </a:lnTo>
                    <a:lnTo>
                      <a:pt x="190" y="45"/>
                    </a:lnTo>
                    <a:lnTo>
                      <a:pt x="181" y="34"/>
                    </a:lnTo>
                    <a:lnTo>
                      <a:pt x="168" y="19"/>
                    </a:lnTo>
                    <a:lnTo>
                      <a:pt x="154" y="11"/>
                    </a:lnTo>
                    <a:lnTo>
                      <a:pt x="138" y="6"/>
                    </a:lnTo>
                    <a:lnTo>
                      <a:pt x="118" y="2"/>
                    </a:lnTo>
                    <a:lnTo>
                      <a:pt x="99" y="0"/>
                    </a:lnTo>
                    <a:lnTo>
                      <a:pt x="79" y="2"/>
                    </a:lnTo>
                    <a:lnTo>
                      <a:pt x="61" y="6"/>
                    </a:lnTo>
                    <a:lnTo>
                      <a:pt x="43" y="11"/>
                    </a:lnTo>
                    <a:lnTo>
                      <a:pt x="30" y="19"/>
                    </a:lnTo>
                    <a:lnTo>
                      <a:pt x="16" y="34"/>
                    </a:lnTo>
                    <a:lnTo>
                      <a:pt x="9" y="45"/>
                    </a:lnTo>
                    <a:lnTo>
                      <a:pt x="4" y="58"/>
                    </a:lnTo>
                    <a:lnTo>
                      <a:pt x="0" y="75"/>
                    </a:lnTo>
                    <a:lnTo>
                      <a:pt x="4" y="88"/>
                    </a:lnTo>
                    <a:lnTo>
                      <a:pt x="9" y="101"/>
                    </a:lnTo>
                    <a:lnTo>
                      <a:pt x="16" y="114"/>
                    </a:lnTo>
                    <a:lnTo>
                      <a:pt x="30" y="127"/>
                    </a:lnTo>
                    <a:lnTo>
                      <a:pt x="43" y="135"/>
                    </a:lnTo>
                    <a:lnTo>
                      <a:pt x="61" y="142"/>
                    </a:lnTo>
                    <a:lnTo>
                      <a:pt x="79" y="147"/>
                    </a:lnTo>
                    <a:lnTo>
                      <a:pt x="99" y="147"/>
                    </a:lnTo>
                    <a:lnTo>
                      <a:pt x="118" y="147"/>
                    </a:lnTo>
                    <a:lnTo>
                      <a:pt x="138" y="142"/>
                    </a:lnTo>
                    <a:lnTo>
                      <a:pt x="154" y="135"/>
                    </a:lnTo>
                    <a:lnTo>
                      <a:pt x="168" y="127"/>
                    </a:lnTo>
                    <a:lnTo>
                      <a:pt x="181" y="114"/>
                    </a:lnTo>
                    <a:lnTo>
                      <a:pt x="190" y="101"/>
                    </a:lnTo>
                    <a:lnTo>
                      <a:pt x="195" y="88"/>
                    </a:lnTo>
                    <a:lnTo>
                      <a:pt x="197" y="75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95" name="Freeform 118">
                <a:extLst>
                  <a:ext uri="{FF2B5EF4-FFF2-40B4-BE49-F238E27FC236}">
                    <a16:creationId xmlns:a16="http://schemas.microsoft.com/office/drawing/2014/main" id="{F4CB773C-9258-CF44-94BB-B1B9E3DF1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759"/>
                <a:ext cx="214" cy="171"/>
              </a:xfrm>
              <a:custGeom>
                <a:avLst/>
                <a:gdLst>
                  <a:gd name="T0" fmla="*/ 213 w 214"/>
                  <a:gd name="T1" fmla="*/ 86 h 171"/>
                  <a:gd name="T2" fmla="*/ 213 w 214"/>
                  <a:gd name="T3" fmla="*/ 86 h 171"/>
                  <a:gd name="T4" fmla="*/ 211 w 214"/>
                  <a:gd name="T5" fmla="*/ 67 h 171"/>
                  <a:gd name="T6" fmla="*/ 205 w 214"/>
                  <a:gd name="T7" fmla="*/ 52 h 171"/>
                  <a:gd name="T8" fmla="*/ 196 w 214"/>
                  <a:gd name="T9" fmla="*/ 38 h 171"/>
                  <a:gd name="T10" fmla="*/ 182 w 214"/>
                  <a:gd name="T11" fmla="*/ 23 h 171"/>
                  <a:gd name="T12" fmla="*/ 167 w 214"/>
                  <a:gd name="T13" fmla="*/ 13 h 171"/>
                  <a:gd name="T14" fmla="*/ 149 w 214"/>
                  <a:gd name="T15" fmla="*/ 7 h 171"/>
                  <a:gd name="T16" fmla="*/ 128 w 214"/>
                  <a:gd name="T17" fmla="*/ 2 h 171"/>
                  <a:gd name="T18" fmla="*/ 107 w 214"/>
                  <a:gd name="T19" fmla="*/ 0 h 171"/>
                  <a:gd name="T20" fmla="*/ 85 w 214"/>
                  <a:gd name="T21" fmla="*/ 2 h 171"/>
                  <a:gd name="T22" fmla="*/ 66 w 214"/>
                  <a:gd name="T23" fmla="*/ 7 h 171"/>
                  <a:gd name="T24" fmla="*/ 46 w 214"/>
                  <a:gd name="T25" fmla="*/ 13 h 171"/>
                  <a:gd name="T26" fmla="*/ 33 w 214"/>
                  <a:gd name="T27" fmla="*/ 23 h 171"/>
                  <a:gd name="T28" fmla="*/ 17 w 214"/>
                  <a:gd name="T29" fmla="*/ 38 h 171"/>
                  <a:gd name="T30" fmla="*/ 10 w 214"/>
                  <a:gd name="T31" fmla="*/ 52 h 171"/>
                  <a:gd name="T32" fmla="*/ 4 w 214"/>
                  <a:gd name="T33" fmla="*/ 67 h 171"/>
                  <a:gd name="T34" fmla="*/ 0 w 214"/>
                  <a:gd name="T35" fmla="*/ 86 h 171"/>
                  <a:gd name="T36" fmla="*/ 4 w 214"/>
                  <a:gd name="T37" fmla="*/ 102 h 171"/>
                  <a:gd name="T38" fmla="*/ 10 w 214"/>
                  <a:gd name="T39" fmla="*/ 117 h 171"/>
                  <a:gd name="T40" fmla="*/ 17 w 214"/>
                  <a:gd name="T41" fmla="*/ 133 h 171"/>
                  <a:gd name="T42" fmla="*/ 33 w 214"/>
                  <a:gd name="T43" fmla="*/ 146 h 171"/>
                  <a:gd name="T44" fmla="*/ 46 w 214"/>
                  <a:gd name="T45" fmla="*/ 156 h 171"/>
                  <a:gd name="T46" fmla="*/ 66 w 214"/>
                  <a:gd name="T47" fmla="*/ 164 h 171"/>
                  <a:gd name="T48" fmla="*/ 85 w 214"/>
                  <a:gd name="T49" fmla="*/ 170 h 171"/>
                  <a:gd name="T50" fmla="*/ 107 w 214"/>
                  <a:gd name="T51" fmla="*/ 170 h 171"/>
                  <a:gd name="T52" fmla="*/ 128 w 214"/>
                  <a:gd name="T53" fmla="*/ 170 h 171"/>
                  <a:gd name="T54" fmla="*/ 149 w 214"/>
                  <a:gd name="T55" fmla="*/ 164 h 171"/>
                  <a:gd name="T56" fmla="*/ 167 w 214"/>
                  <a:gd name="T57" fmla="*/ 156 h 171"/>
                  <a:gd name="T58" fmla="*/ 182 w 214"/>
                  <a:gd name="T59" fmla="*/ 146 h 171"/>
                  <a:gd name="T60" fmla="*/ 196 w 214"/>
                  <a:gd name="T61" fmla="*/ 133 h 171"/>
                  <a:gd name="T62" fmla="*/ 205 w 214"/>
                  <a:gd name="T63" fmla="*/ 117 h 171"/>
                  <a:gd name="T64" fmla="*/ 211 w 214"/>
                  <a:gd name="T65" fmla="*/ 102 h 171"/>
                  <a:gd name="T66" fmla="*/ 213 w 214"/>
                  <a:gd name="T67" fmla="*/ 86 h 17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4"/>
                  <a:gd name="T103" fmla="*/ 0 h 171"/>
                  <a:gd name="T104" fmla="*/ 214 w 214"/>
                  <a:gd name="T105" fmla="*/ 171 h 17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4" h="171">
                    <a:moveTo>
                      <a:pt x="213" y="86"/>
                    </a:moveTo>
                    <a:lnTo>
                      <a:pt x="213" y="86"/>
                    </a:lnTo>
                    <a:lnTo>
                      <a:pt x="211" y="67"/>
                    </a:lnTo>
                    <a:lnTo>
                      <a:pt x="205" y="52"/>
                    </a:lnTo>
                    <a:lnTo>
                      <a:pt x="196" y="38"/>
                    </a:lnTo>
                    <a:lnTo>
                      <a:pt x="182" y="23"/>
                    </a:lnTo>
                    <a:lnTo>
                      <a:pt x="167" y="13"/>
                    </a:lnTo>
                    <a:lnTo>
                      <a:pt x="149" y="7"/>
                    </a:lnTo>
                    <a:lnTo>
                      <a:pt x="128" y="2"/>
                    </a:lnTo>
                    <a:lnTo>
                      <a:pt x="107" y="0"/>
                    </a:lnTo>
                    <a:lnTo>
                      <a:pt x="85" y="2"/>
                    </a:lnTo>
                    <a:lnTo>
                      <a:pt x="66" y="7"/>
                    </a:lnTo>
                    <a:lnTo>
                      <a:pt x="46" y="13"/>
                    </a:lnTo>
                    <a:lnTo>
                      <a:pt x="33" y="23"/>
                    </a:lnTo>
                    <a:lnTo>
                      <a:pt x="17" y="38"/>
                    </a:lnTo>
                    <a:lnTo>
                      <a:pt x="10" y="52"/>
                    </a:lnTo>
                    <a:lnTo>
                      <a:pt x="4" y="67"/>
                    </a:lnTo>
                    <a:lnTo>
                      <a:pt x="0" y="86"/>
                    </a:lnTo>
                    <a:lnTo>
                      <a:pt x="4" y="102"/>
                    </a:lnTo>
                    <a:lnTo>
                      <a:pt x="10" y="117"/>
                    </a:lnTo>
                    <a:lnTo>
                      <a:pt x="17" y="133"/>
                    </a:lnTo>
                    <a:lnTo>
                      <a:pt x="33" y="146"/>
                    </a:lnTo>
                    <a:lnTo>
                      <a:pt x="46" y="156"/>
                    </a:lnTo>
                    <a:lnTo>
                      <a:pt x="66" y="164"/>
                    </a:lnTo>
                    <a:lnTo>
                      <a:pt x="85" y="170"/>
                    </a:lnTo>
                    <a:lnTo>
                      <a:pt x="107" y="170"/>
                    </a:lnTo>
                    <a:lnTo>
                      <a:pt x="128" y="170"/>
                    </a:lnTo>
                    <a:lnTo>
                      <a:pt x="149" y="164"/>
                    </a:lnTo>
                    <a:lnTo>
                      <a:pt x="167" y="156"/>
                    </a:lnTo>
                    <a:lnTo>
                      <a:pt x="182" y="146"/>
                    </a:lnTo>
                    <a:lnTo>
                      <a:pt x="196" y="133"/>
                    </a:lnTo>
                    <a:lnTo>
                      <a:pt x="205" y="117"/>
                    </a:lnTo>
                    <a:lnTo>
                      <a:pt x="211" y="102"/>
                    </a:lnTo>
                    <a:lnTo>
                      <a:pt x="213" y="86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87" name="Freeform 119">
              <a:extLst>
                <a:ext uri="{FF2B5EF4-FFF2-40B4-BE49-F238E27FC236}">
                  <a16:creationId xmlns:a16="http://schemas.microsoft.com/office/drawing/2014/main" id="{45A72025-7BCE-A540-8299-72DDDF9A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765"/>
              <a:ext cx="79" cy="113"/>
            </a:xfrm>
            <a:custGeom>
              <a:avLst/>
              <a:gdLst>
                <a:gd name="T0" fmla="*/ 0 w 79"/>
                <a:gd name="T1" fmla="*/ 112 h 113"/>
                <a:gd name="T2" fmla="*/ 78 w 79"/>
                <a:gd name="T3" fmla="*/ 112 h 113"/>
                <a:gd name="T4" fmla="*/ 78 w 79"/>
                <a:gd name="T5" fmla="*/ 0 h 113"/>
                <a:gd name="T6" fmla="*/ 0 w 79"/>
                <a:gd name="T7" fmla="*/ 0 h 113"/>
                <a:gd name="T8" fmla="*/ 0 w 79"/>
                <a:gd name="T9" fmla="*/ 11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13"/>
                <a:gd name="T17" fmla="*/ 79 w 79"/>
                <a:gd name="T18" fmla="*/ 113 h 1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13">
                  <a:moveTo>
                    <a:pt x="0" y="112"/>
                  </a:moveTo>
                  <a:lnTo>
                    <a:pt x="78" y="112"/>
                  </a:lnTo>
                  <a:lnTo>
                    <a:pt x="78" y="0"/>
                  </a:lnTo>
                  <a:lnTo>
                    <a:pt x="0" y="0"/>
                  </a:lnTo>
                  <a:lnTo>
                    <a:pt x="0" y="11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88" name="Freeform 120">
              <a:extLst>
                <a:ext uri="{FF2B5EF4-FFF2-40B4-BE49-F238E27FC236}">
                  <a16:creationId xmlns:a16="http://schemas.microsoft.com/office/drawing/2014/main" id="{7E1B64F5-385B-BC47-A86B-0AD564F5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66"/>
              <a:ext cx="707" cy="617"/>
            </a:xfrm>
            <a:custGeom>
              <a:avLst/>
              <a:gdLst>
                <a:gd name="T0" fmla="*/ 0 w 707"/>
                <a:gd name="T1" fmla="*/ 616 h 617"/>
                <a:gd name="T2" fmla="*/ 706 w 707"/>
                <a:gd name="T3" fmla="*/ 616 h 617"/>
                <a:gd name="T4" fmla="*/ 706 w 707"/>
                <a:gd name="T5" fmla="*/ 0 h 617"/>
                <a:gd name="T6" fmla="*/ 0 w 707"/>
                <a:gd name="T7" fmla="*/ 0 h 617"/>
                <a:gd name="T8" fmla="*/ 0 w 707"/>
                <a:gd name="T9" fmla="*/ 616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7"/>
                <a:gd name="T16" fmla="*/ 0 h 617"/>
                <a:gd name="T17" fmla="*/ 707 w 707"/>
                <a:gd name="T18" fmla="*/ 617 h 6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7" h="617">
                  <a:moveTo>
                    <a:pt x="0" y="616"/>
                  </a:moveTo>
                  <a:lnTo>
                    <a:pt x="706" y="616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616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89" name="Group 121">
              <a:extLst>
                <a:ext uri="{FF2B5EF4-FFF2-40B4-BE49-F238E27FC236}">
                  <a16:creationId xmlns:a16="http://schemas.microsoft.com/office/drawing/2014/main" id="{2D47A3FF-0CD5-6E45-804C-E4C1D150E6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0" y="3166"/>
              <a:ext cx="716" cy="634"/>
              <a:chOff x="3330" y="3166"/>
              <a:chExt cx="716" cy="634"/>
            </a:xfrm>
          </p:grpSpPr>
          <p:sp>
            <p:nvSpPr>
              <p:cNvPr id="57992" name="Freeform 122">
                <a:extLst>
                  <a:ext uri="{FF2B5EF4-FFF2-40B4-BE49-F238E27FC236}">
                    <a16:creationId xmlns:a16="http://schemas.microsoft.com/office/drawing/2014/main" id="{C29DAB49-9D3F-9447-9ACD-5F68FC471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166"/>
                <a:ext cx="699" cy="612"/>
              </a:xfrm>
              <a:custGeom>
                <a:avLst/>
                <a:gdLst>
                  <a:gd name="T0" fmla="*/ 0 w 699"/>
                  <a:gd name="T1" fmla="*/ 611 h 612"/>
                  <a:gd name="T2" fmla="*/ 698 w 699"/>
                  <a:gd name="T3" fmla="*/ 611 h 612"/>
                  <a:gd name="T4" fmla="*/ 698 w 699"/>
                  <a:gd name="T5" fmla="*/ 0 h 612"/>
                  <a:gd name="T6" fmla="*/ 0 w 699"/>
                  <a:gd name="T7" fmla="*/ 0 h 612"/>
                  <a:gd name="T8" fmla="*/ 0 w 699"/>
                  <a:gd name="T9" fmla="*/ 611 h 6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99"/>
                  <a:gd name="T16" fmla="*/ 0 h 612"/>
                  <a:gd name="T17" fmla="*/ 699 w 699"/>
                  <a:gd name="T18" fmla="*/ 612 h 6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99" h="612">
                    <a:moveTo>
                      <a:pt x="0" y="611"/>
                    </a:moveTo>
                    <a:lnTo>
                      <a:pt x="698" y="611"/>
                    </a:lnTo>
                    <a:lnTo>
                      <a:pt x="698" y="0"/>
                    </a:lnTo>
                    <a:lnTo>
                      <a:pt x="0" y="0"/>
                    </a:lnTo>
                    <a:lnTo>
                      <a:pt x="0" y="61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93" name="Freeform 123">
                <a:extLst>
                  <a:ext uri="{FF2B5EF4-FFF2-40B4-BE49-F238E27FC236}">
                    <a16:creationId xmlns:a16="http://schemas.microsoft.com/office/drawing/2014/main" id="{71015C65-F6E8-2345-81BA-5FE8B84A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166"/>
                <a:ext cx="716" cy="634"/>
              </a:xfrm>
              <a:custGeom>
                <a:avLst/>
                <a:gdLst>
                  <a:gd name="T0" fmla="*/ 0 w 716"/>
                  <a:gd name="T1" fmla="*/ 633 h 634"/>
                  <a:gd name="T2" fmla="*/ 715 w 716"/>
                  <a:gd name="T3" fmla="*/ 633 h 634"/>
                  <a:gd name="T4" fmla="*/ 715 w 716"/>
                  <a:gd name="T5" fmla="*/ 0 h 634"/>
                  <a:gd name="T6" fmla="*/ 0 w 716"/>
                  <a:gd name="T7" fmla="*/ 0 h 634"/>
                  <a:gd name="T8" fmla="*/ 0 w 716"/>
                  <a:gd name="T9" fmla="*/ 633 h 6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6"/>
                  <a:gd name="T16" fmla="*/ 0 h 634"/>
                  <a:gd name="T17" fmla="*/ 716 w 716"/>
                  <a:gd name="T18" fmla="*/ 634 h 6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6" h="634">
                    <a:moveTo>
                      <a:pt x="0" y="633"/>
                    </a:moveTo>
                    <a:lnTo>
                      <a:pt x="715" y="633"/>
                    </a:lnTo>
                    <a:lnTo>
                      <a:pt x="715" y="0"/>
                    </a:lnTo>
                    <a:lnTo>
                      <a:pt x="0" y="0"/>
                    </a:lnTo>
                    <a:lnTo>
                      <a:pt x="0" y="633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90" name="Freeform 124">
              <a:extLst>
                <a:ext uri="{FF2B5EF4-FFF2-40B4-BE49-F238E27FC236}">
                  <a16:creationId xmlns:a16="http://schemas.microsoft.com/office/drawing/2014/main" id="{EB354ECE-A864-0941-A54D-BCFBD29FE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356"/>
              <a:ext cx="85" cy="270"/>
            </a:xfrm>
            <a:custGeom>
              <a:avLst/>
              <a:gdLst>
                <a:gd name="T0" fmla="*/ 0 w 85"/>
                <a:gd name="T1" fmla="*/ 269 h 270"/>
                <a:gd name="T2" fmla="*/ 84 w 85"/>
                <a:gd name="T3" fmla="*/ 269 h 270"/>
                <a:gd name="T4" fmla="*/ 84 w 85"/>
                <a:gd name="T5" fmla="*/ 0 h 270"/>
                <a:gd name="T6" fmla="*/ 0 w 85"/>
                <a:gd name="T7" fmla="*/ 0 h 270"/>
                <a:gd name="T8" fmla="*/ 0 w 85"/>
                <a:gd name="T9" fmla="*/ 269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270"/>
                <a:gd name="T17" fmla="*/ 85 w 85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270">
                  <a:moveTo>
                    <a:pt x="0" y="269"/>
                  </a:moveTo>
                  <a:lnTo>
                    <a:pt x="84" y="269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26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91" name="Group 125">
              <a:extLst>
                <a:ext uri="{FF2B5EF4-FFF2-40B4-BE49-F238E27FC236}">
                  <a16:creationId xmlns:a16="http://schemas.microsoft.com/office/drawing/2014/main" id="{3A052162-B01D-AD4D-931E-E913A43017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3" y="3356"/>
              <a:ext cx="95" cy="283"/>
              <a:chOff x="3793" y="3356"/>
              <a:chExt cx="95" cy="283"/>
            </a:xfrm>
          </p:grpSpPr>
          <p:sp>
            <p:nvSpPr>
              <p:cNvPr id="57990" name="Freeform 126">
                <a:extLst>
                  <a:ext uri="{FF2B5EF4-FFF2-40B4-BE49-F238E27FC236}">
                    <a16:creationId xmlns:a16="http://schemas.microsoft.com/office/drawing/2014/main" id="{94D614CE-B749-334D-AD5E-434ED6246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356"/>
                <a:ext cx="80" cy="263"/>
              </a:xfrm>
              <a:custGeom>
                <a:avLst/>
                <a:gdLst>
                  <a:gd name="T0" fmla="*/ 0 w 80"/>
                  <a:gd name="T1" fmla="*/ 262 h 263"/>
                  <a:gd name="T2" fmla="*/ 79 w 80"/>
                  <a:gd name="T3" fmla="*/ 262 h 263"/>
                  <a:gd name="T4" fmla="*/ 79 w 80"/>
                  <a:gd name="T5" fmla="*/ 0 h 263"/>
                  <a:gd name="T6" fmla="*/ 0 w 80"/>
                  <a:gd name="T7" fmla="*/ 0 h 263"/>
                  <a:gd name="T8" fmla="*/ 0 w 80"/>
                  <a:gd name="T9" fmla="*/ 262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263"/>
                  <a:gd name="T17" fmla="*/ 80 w 80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263">
                    <a:moveTo>
                      <a:pt x="0" y="262"/>
                    </a:moveTo>
                    <a:lnTo>
                      <a:pt x="79" y="262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0" y="26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91" name="Freeform 127">
                <a:extLst>
                  <a:ext uri="{FF2B5EF4-FFF2-40B4-BE49-F238E27FC236}">
                    <a16:creationId xmlns:a16="http://schemas.microsoft.com/office/drawing/2014/main" id="{5E508AE3-82F2-5A4A-A55C-141430AC9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356"/>
                <a:ext cx="95" cy="283"/>
              </a:xfrm>
              <a:custGeom>
                <a:avLst/>
                <a:gdLst>
                  <a:gd name="T0" fmla="*/ 0 w 95"/>
                  <a:gd name="T1" fmla="*/ 282 h 283"/>
                  <a:gd name="T2" fmla="*/ 94 w 95"/>
                  <a:gd name="T3" fmla="*/ 282 h 283"/>
                  <a:gd name="T4" fmla="*/ 94 w 95"/>
                  <a:gd name="T5" fmla="*/ 0 h 283"/>
                  <a:gd name="T6" fmla="*/ 0 w 95"/>
                  <a:gd name="T7" fmla="*/ 0 h 283"/>
                  <a:gd name="T8" fmla="*/ 0 w 95"/>
                  <a:gd name="T9" fmla="*/ 282 h 2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283"/>
                  <a:gd name="T17" fmla="*/ 95 w 95"/>
                  <a:gd name="T18" fmla="*/ 283 h 2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283">
                    <a:moveTo>
                      <a:pt x="0" y="282"/>
                    </a:moveTo>
                    <a:lnTo>
                      <a:pt x="94" y="282"/>
                    </a:lnTo>
                    <a:lnTo>
                      <a:pt x="94" y="0"/>
                    </a:lnTo>
                    <a:lnTo>
                      <a:pt x="0" y="0"/>
                    </a:lnTo>
                    <a:lnTo>
                      <a:pt x="0" y="282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92" name="Freeform 128">
              <a:extLst>
                <a:ext uri="{FF2B5EF4-FFF2-40B4-BE49-F238E27FC236}">
                  <a16:creationId xmlns:a16="http://schemas.microsoft.com/office/drawing/2014/main" id="{6E261D8B-F883-FA43-9913-13CC2E55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416"/>
              <a:ext cx="127" cy="52"/>
            </a:xfrm>
            <a:custGeom>
              <a:avLst/>
              <a:gdLst>
                <a:gd name="T0" fmla="*/ 0 w 127"/>
                <a:gd name="T1" fmla="*/ 51 h 52"/>
                <a:gd name="T2" fmla="*/ 126 w 127"/>
                <a:gd name="T3" fmla="*/ 51 h 52"/>
                <a:gd name="T4" fmla="*/ 126 w 127"/>
                <a:gd name="T5" fmla="*/ 0 h 52"/>
                <a:gd name="T6" fmla="*/ 0 w 127"/>
                <a:gd name="T7" fmla="*/ 0 h 52"/>
                <a:gd name="T8" fmla="*/ 0 w 127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"/>
                <a:gd name="T16" fmla="*/ 0 h 52"/>
                <a:gd name="T17" fmla="*/ 127 w 127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" h="52">
                  <a:moveTo>
                    <a:pt x="0" y="51"/>
                  </a:moveTo>
                  <a:lnTo>
                    <a:pt x="126" y="51"/>
                  </a:lnTo>
                  <a:lnTo>
                    <a:pt x="126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93" name="Group 129">
              <a:extLst>
                <a:ext uri="{FF2B5EF4-FFF2-40B4-BE49-F238E27FC236}">
                  <a16:creationId xmlns:a16="http://schemas.microsoft.com/office/drawing/2014/main" id="{909BADDA-22ED-4F4D-AED5-12ED20733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4" y="3416"/>
              <a:ext cx="134" cy="63"/>
              <a:chOff x="3754" y="3416"/>
              <a:chExt cx="134" cy="63"/>
            </a:xfrm>
          </p:grpSpPr>
          <p:sp>
            <p:nvSpPr>
              <p:cNvPr id="57988" name="Freeform 130">
                <a:extLst>
                  <a:ext uri="{FF2B5EF4-FFF2-40B4-BE49-F238E27FC236}">
                    <a16:creationId xmlns:a16="http://schemas.microsoft.com/office/drawing/2014/main" id="{3FD36AA6-5C64-5043-9A2E-3328E8230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416"/>
                <a:ext cx="119" cy="44"/>
              </a:xfrm>
              <a:custGeom>
                <a:avLst/>
                <a:gdLst>
                  <a:gd name="T0" fmla="*/ 0 w 119"/>
                  <a:gd name="T1" fmla="*/ 43 h 44"/>
                  <a:gd name="T2" fmla="*/ 118 w 119"/>
                  <a:gd name="T3" fmla="*/ 43 h 44"/>
                  <a:gd name="T4" fmla="*/ 118 w 119"/>
                  <a:gd name="T5" fmla="*/ 0 h 44"/>
                  <a:gd name="T6" fmla="*/ 0 w 119"/>
                  <a:gd name="T7" fmla="*/ 0 h 44"/>
                  <a:gd name="T8" fmla="*/ 0 w 119"/>
                  <a:gd name="T9" fmla="*/ 4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"/>
                  <a:gd name="T16" fmla="*/ 0 h 44"/>
                  <a:gd name="T17" fmla="*/ 119 w 119"/>
                  <a:gd name="T18" fmla="*/ 44 h 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" h="44">
                    <a:moveTo>
                      <a:pt x="0" y="43"/>
                    </a:moveTo>
                    <a:lnTo>
                      <a:pt x="118" y="43"/>
                    </a:lnTo>
                    <a:lnTo>
                      <a:pt x="118" y="0"/>
                    </a:lnTo>
                    <a:lnTo>
                      <a:pt x="0" y="0"/>
                    </a:lnTo>
                    <a:lnTo>
                      <a:pt x="0" y="4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89" name="Freeform 131">
                <a:extLst>
                  <a:ext uri="{FF2B5EF4-FFF2-40B4-BE49-F238E27FC236}">
                    <a16:creationId xmlns:a16="http://schemas.microsoft.com/office/drawing/2014/main" id="{4F3F8FA0-00A7-804C-BC65-8C690781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416"/>
                <a:ext cx="134" cy="63"/>
              </a:xfrm>
              <a:custGeom>
                <a:avLst/>
                <a:gdLst>
                  <a:gd name="T0" fmla="*/ 0 w 134"/>
                  <a:gd name="T1" fmla="*/ 62 h 63"/>
                  <a:gd name="T2" fmla="*/ 133 w 134"/>
                  <a:gd name="T3" fmla="*/ 62 h 63"/>
                  <a:gd name="T4" fmla="*/ 133 w 134"/>
                  <a:gd name="T5" fmla="*/ 0 h 63"/>
                  <a:gd name="T6" fmla="*/ 0 w 134"/>
                  <a:gd name="T7" fmla="*/ 0 h 63"/>
                  <a:gd name="T8" fmla="*/ 0 w 134"/>
                  <a:gd name="T9" fmla="*/ 62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"/>
                  <a:gd name="T16" fmla="*/ 0 h 63"/>
                  <a:gd name="T17" fmla="*/ 134 w 13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" h="63">
                    <a:moveTo>
                      <a:pt x="0" y="62"/>
                    </a:moveTo>
                    <a:lnTo>
                      <a:pt x="133" y="62"/>
                    </a:lnTo>
                    <a:lnTo>
                      <a:pt x="133" y="0"/>
                    </a:lnTo>
                    <a:lnTo>
                      <a:pt x="0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94" name="Freeform 132">
              <a:extLst>
                <a:ext uri="{FF2B5EF4-FFF2-40B4-BE49-F238E27FC236}">
                  <a16:creationId xmlns:a16="http://schemas.microsoft.com/office/drawing/2014/main" id="{77F419CD-F616-004F-BA4E-3275358C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071"/>
              <a:ext cx="106" cy="669"/>
            </a:xfrm>
            <a:custGeom>
              <a:avLst/>
              <a:gdLst>
                <a:gd name="T0" fmla="*/ 0 w 106"/>
                <a:gd name="T1" fmla="*/ 668 h 669"/>
                <a:gd name="T2" fmla="*/ 105 w 106"/>
                <a:gd name="T3" fmla="*/ 668 h 669"/>
                <a:gd name="T4" fmla="*/ 105 w 106"/>
                <a:gd name="T5" fmla="*/ 0 h 669"/>
                <a:gd name="T6" fmla="*/ 0 w 106"/>
                <a:gd name="T7" fmla="*/ 0 h 669"/>
                <a:gd name="T8" fmla="*/ 0 w 106"/>
                <a:gd name="T9" fmla="*/ 668 h 6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6"/>
                <a:gd name="T16" fmla="*/ 0 h 669"/>
                <a:gd name="T17" fmla="*/ 106 w 106"/>
                <a:gd name="T18" fmla="*/ 669 h 6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6" h="669">
                  <a:moveTo>
                    <a:pt x="0" y="668"/>
                  </a:moveTo>
                  <a:lnTo>
                    <a:pt x="105" y="668"/>
                  </a:lnTo>
                  <a:lnTo>
                    <a:pt x="105" y="0"/>
                  </a:lnTo>
                  <a:lnTo>
                    <a:pt x="0" y="0"/>
                  </a:lnTo>
                  <a:lnTo>
                    <a:pt x="0" y="66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95" name="Group 133">
              <a:extLst>
                <a:ext uri="{FF2B5EF4-FFF2-40B4-BE49-F238E27FC236}">
                  <a16:creationId xmlns:a16="http://schemas.microsoft.com/office/drawing/2014/main" id="{E7B2384C-AA96-A646-AEC8-DA755409D2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" y="3071"/>
              <a:ext cx="113" cy="681"/>
              <a:chOff x="3527" y="3071"/>
              <a:chExt cx="113" cy="681"/>
            </a:xfrm>
          </p:grpSpPr>
          <p:sp>
            <p:nvSpPr>
              <p:cNvPr id="57986" name="Freeform 134">
                <a:extLst>
                  <a:ext uri="{FF2B5EF4-FFF2-40B4-BE49-F238E27FC236}">
                    <a16:creationId xmlns:a16="http://schemas.microsoft.com/office/drawing/2014/main" id="{8C81EE0D-3577-E541-BAB7-F7711F94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071"/>
                <a:ext cx="98" cy="660"/>
              </a:xfrm>
              <a:custGeom>
                <a:avLst/>
                <a:gdLst>
                  <a:gd name="T0" fmla="*/ 0 w 98"/>
                  <a:gd name="T1" fmla="*/ 659 h 660"/>
                  <a:gd name="T2" fmla="*/ 97 w 98"/>
                  <a:gd name="T3" fmla="*/ 659 h 660"/>
                  <a:gd name="T4" fmla="*/ 97 w 98"/>
                  <a:gd name="T5" fmla="*/ 0 h 660"/>
                  <a:gd name="T6" fmla="*/ 0 w 98"/>
                  <a:gd name="T7" fmla="*/ 0 h 660"/>
                  <a:gd name="T8" fmla="*/ 0 w 98"/>
                  <a:gd name="T9" fmla="*/ 659 h 6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8"/>
                  <a:gd name="T16" fmla="*/ 0 h 660"/>
                  <a:gd name="T17" fmla="*/ 98 w 98"/>
                  <a:gd name="T18" fmla="*/ 660 h 6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8" h="660">
                    <a:moveTo>
                      <a:pt x="0" y="659"/>
                    </a:moveTo>
                    <a:lnTo>
                      <a:pt x="97" y="659"/>
                    </a:lnTo>
                    <a:lnTo>
                      <a:pt x="97" y="0"/>
                    </a:lnTo>
                    <a:lnTo>
                      <a:pt x="0" y="0"/>
                    </a:lnTo>
                    <a:lnTo>
                      <a:pt x="0" y="65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87" name="Freeform 135">
                <a:extLst>
                  <a:ext uri="{FF2B5EF4-FFF2-40B4-BE49-F238E27FC236}">
                    <a16:creationId xmlns:a16="http://schemas.microsoft.com/office/drawing/2014/main" id="{49096810-41D8-7043-A685-9CB309DC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071"/>
                <a:ext cx="113" cy="681"/>
              </a:xfrm>
              <a:custGeom>
                <a:avLst/>
                <a:gdLst>
                  <a:gd name="T0" fmla="*/ 0 w 113"/>
                  <a:gd name="T1" fmla="*/ 680 h 681"/>
                  <a:gd name="T2" fmla="*/ 112 w 113"/>
                  <a:gd name="T3" fmla="*/ 680 h 681"/>
                  <a:gd name="T4" fmla="*/ 112 w 113"/>
                  <a:gd name="T5" fmla="*/ 0 h 681"/>
                  <a:gd name="T6" fmla="*/ 0 w 113"/>
                  <a:gd name="T7" fmla="*/ 0 h 681"/>
                  <a:gd name="T8" fmla="*/ 0 w 113"/>
                  <a:gd name="T9" fmla="*/ 680 h 6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3"/>
                  <a:gd name="T16" fmla="*/ 0 h 681"/>
                  <a:gd name="T17" fmla="*/ 113 w 113"/>
                  <a:gd name="T18" fmla="*/ 681 h 6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3" h="681">
                    <a:moveTo>
                      <a:pt x="0" y="680"/>
                    </a:moveTo>
                    <a:lnTo>
                      <a:pt x="112" y="680"/>
                    </a:lnTo>
                    <a:lnTo>
                      <a:pt x="112" y="0"/>
                    </a:lnTo>
                    <a:lnTo>
                      <a:pt x="0" y="0"/>
                    </a:lnTo>
                    <a:lnTo>
                      <a:pt x="0" y="68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96" name="Freeform 136">
              <a:extLst>
                <a:ext uri="{FF2B5EF4-FFF2-40B4-BE49-F238E27FC236}">
                  <a16:creationId xmlns:a16="http://schemas.microsoft.com/office/drawing/2014/main" id="{908EA5D3-58A2-4047-85F5-94351A589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226"/>
              <a:ext cx="79" cy="84"/>
            </a:xfrm>
            <a:custGeom>
              <a:avLst/>
              <a:gdLst>
                <a:gd name="T0" fmla="*/ 0 w 79"/>
                <a:gd name="T1" fmla="*/ 83 h 84"/>
                <a:gd name="T2" fmla="*/ 78 w 79"/>
                <a:gd name="T3" fmla="*/ 83 h 84"/>
                <a:gd name="T4" fmla="*/ 78 w 79"/>
                <a:gd name="T5" fmla="*/ 0 h 84"/>
                <a:gd name="T6" fmla="*/ 0 w 79"/>
                <a:gd name="T7" fmla="*/ 0 h 84"/>
                <a:gd name="T8" fmla="*/ 0 w 79"/>
                <a:gd name="T9" fmla="*/ 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4"/>
                <a:gd name="T17" fmla="*/ 79 w 79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4">
                  <a:moveTo>
                    <a:pt x="0" y="83"/>
                  </a:moveTo>
                  <a:lnTo>
                    <a:pt x="78" y="83"/>
                  </a:lnTo>
                  <a:lnTo>
                    <a:pt x="78" y="0"/>
                  </a:lnTo>
                  <a:lnTo>
                    <a:pt x="0" y="0"/>
                  </a:lnTo>
                  <a:lnTo>
                    <a:pt x="0" y="83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97" name="Group 137">
              <a:extLst>
                <a:ext uri="{FF2B5EF4-FFF2-40B4-BE49-F238E27FC236}">
                  <a16:creationId xmlns:a16="http://schemas.microsoft.com/office/drawing/2014/main" id="{BB7971FE-BAC4-444E-A76F-8E4689FCB1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8" y="3226"/>
              <a:ext cx="88" cy="96"/>
              <a:chOff x="3508" y="3226"/>
              <a:chExt cx="88" cy="96"/>
            </a:xfrm>
          </p:grpSpPr>
          <p:sp>
            <p:nvSpPr>
              <p:cNvPr id="57984" name="Freeform 138">
                <a:extLst>
                  <a:ext uri="{FF2B5EF4-FFF2-40B4-BE49-F238E27FC236}">
                    <a16:creationId xmlns:a16="http://schemas.microsoft.com/office/drawing/2014/main" id="{29050174-AE10-844A-915F-10500AB4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26"/>
                <a:ext cx="72" cy="77"/>
              </a:xfrm>
              <a:custGeom>
                <a:avLst/>
                <a:gdLst>
                  <a:gd name="T0" fmla="*/ 0 w 72"/>
                  <a:gd name="T1" fmla="*/ 76 h 77"/>
                  <a:gd name="T2" fmla="*/ 71 w 72"/>
                  <a:gd name="T3" fmla="*/ 76 h 77"/>
                  <a:gd name="T4" fmla="*/ 71 w 72"/>
                  <a:gd name="T5" fmla="*/ 0 h 77"/>
                  <a:gd name="T6" fmla="*/ 0 w 72"/>
                  <a:gd name="T7" fmla="*/ 0 h 77"/>
                  <a:gd name="T8" fmla="*/ 0 w 72"/>
                  <a:gd name="T9" fmla="*/ 7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77"/>
                  <a:gd name="T17" fmla="*/ 72 w 72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77">
                    <a:moveTo>
                      <a:pt x="0" y="76"/>
                    </a:moveTo>
                    <a:lnTo>
                      <a:pt x="71" y="76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7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85" name="Freeform 139">
                <a:extLst>
                  <a:ext uri="{FF2B5EF4-FFF2-40B4-BE49-F238E27FC236}">
                    <a16:creationId xmlns:a16="http://schemas.microsoft.com/office/drawing/2014/main" id="{AE252EBF-A998-A844-A7CA-AE1E0047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26"/>
                <a:ext cx="88" cy="96"/>
              </a:xfrm>
              <a:custGeom>
                <a:avLst/>
                <a:gdLst>
                  <a:gd name="T0" fmla="*/ 0 w 88"/>
                  <a:gd name="T1" fmla="*/ 95 h 96"/>
                  <a:gd name="T2" fmla="*/ 87 w 88"/>
                  <a:gd name="T3" fmla="*/ 95 h 96"/>
                  <a:gd name="T4" fmla="*/ 87 w 88"/>
                  <a:gd name="T5" fmla="*/ 0 h 96"/>
                  <a:gd name="T6" fmla="*/ 0 w 88"/>
                  <a:gd name="T7" fmla="*/ 0 h 96"/>
                  <a:gd name="T8" fmla="*/ 0 w 88"/>
                  <a:gd name="T9" fmla="*/ 9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96"/>
                  <a:gd name="T17" fmla="*/ 88 w 88"/>
                  <a:gd name="T18" fmla="*/ 96 h 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96">
                    <a:moveTo>
                      <a:pt x="0" y="95"/>
                    </a:moveTo>
                    <a:lnTo>
                      <a:pt x="87" y="95"/>
                    </a:lnTo>
                    <a:lnTo>
                      <a:pt x="87" y="0"/>
                    </a:lnTo>
                    <a:lnTo>
                      <a:pt x="0" y="0"/>
                    </a:lnTo>
                    <a:lnTo>
                      <a:pt x="0" y="95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898" name="Freeform 140">
              <a:extLst>
                <a:ext uri="{FF2B5EF4-FFF2-40B4-BE49-F238E27FC236}">
                  <a16:creationId xmlns:a16="http://schemas.microsoft.com/office/drawing/2014/main" id="{4C74A432-1758-524F-8AE6-9FA93EFC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433"/>
              <a:ext cx="1" cy="19"/>
            </a:xfrm>
            <a:custGeom>
              <a:avLst/>
              <a:gdLst>
                <a:gd name="T0" fmla="*/ 0 w 1"/>
                <a:gd name="T1" fmla="*/ 18 h 19"/>
                <a:gd name="T2" fmla="*/ 0 w 1"/>
                <a:gd name="T3" fmla="*/ 18 h 19"/>
                <a:gd name="T4" fmla="*/ 0 w 1"/>
                <a:gd name="T5" fmla="*/ 0 h 19"/>
                <a:gd name="T6" fmla="*/ 0 w 1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9"/>
                <a:gd name="T14" fmla="*/ 1 w 1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9">
                  <a:moveTo>
                    <a:pt x="0" y="18"/>
                  </a:moveTo>
                  <a:lnTo>
                    <a:pt x="0" y="18"/>
                  </a:lnTo>
                  <a:lnTo>
                    <a:pt x="0" y="0"/>
                  </a:lnTo>
                  <a:lnTo>
                    <a:pt x="0" y="1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899" name="Group 141">
              <a:extLst>
                <a:ext uri="{FF2B5EF4-FFF2-40B4-BE49-F238E27FC236}">
                  <a16:creationId xmlns:a16="http://schemas.microsoft.com/office/drawing/2014/main" id="{747C1876-18DB-D243-AC73-A5877701F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3433"/>
              <a:ext cx="25" cy="32"/>
              <a:chOff x="3738" y="3433"/>
              <a:chExt cx="25" cy="32"/>
            </a:xfrm>
          </p:grpSpPr>
          <p:sp>
            <p:nvSpPr>
              <p:cNvPr id="57982" name="Freeform 142">
                <a:extLst>
                  <a:ext uri="{FF2B5EF4-FFF2-40B4-BE49-F238E27FC236}">
                    <a16:creationId xmlns:a16="http://schemas.microsoft.com/office/drawing/2014/main" id="{795C39F1-0605-6E41-8840-32FD8245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33"/>
                <a:ext cx="17" cy="19"/>
              </a:xfrm>
              <a:custGeom>
                <a:avLst/>
                <a:gdLst>
                  <a:gd name="T0" fmla="*/ 16 w 17"/>
                  <a:gd name="T1" fmla="*/ 18 h 19"/>
                  <a:gd name="T2" fmla="*/ 0 w 17"/>
                  <a:gd name="T3" fmla="*/ 18 h 19"/>
                  <a:gd name="T4" fmla="*/ 0 w 17"/>
                  <a:gd name="T5" fmla="*/ 0 h 19"/>
                  <a:gd name="T6" fmla="*/ 16 w 17"/>
                  <a:gd name="T7" fmla="*/ 0 h 19"/>
                  <a:gd name="T8" fmla="*/ 16 w 1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9"/>
                  <a:gd name="T17" fmla="*/ 17 w 1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9">
                    <a:moveTo>
                      <a:pt x="16" y="18"/>
                    </a:moveTo>
                    <a:lnTo>
                      <a:pt x="0" y="18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8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83" name="Freeform 143">
                <a:extLst>
                  <a:ext uri="{FF2B5EF4-FFF2-40B4-BE49-F238E27FC236}">
                    <a16:creationId xmlns:a16="http://schemas.microsoft.com/office/drawing/2014/main" id="{E869C2E9-8DAF-4844-8CD8-B8FFDBA34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33"/>
                <a:ext cx="17" cy="32"/>
              </a:xfrm>
              <a:custGeom>
                <a:avLst/>
                <a:gdLst>
                  <a:gd name="T0" fmla="*/ 0 w 17"/>
                  <a:gd name="T1" fmla="*/ 31 h 32"/>
                  <a:gd name="T2" fmla="*/ 16 w 17"/>
                  <a:gd name="T3" fmla="*/ 31 h 32"/>
                  <a:gd name="T4" fmla="*/ 16 w 17"/>
                  <a:gd name="T5" fmla="*/ 0 h 32"/>
                  <a:gd name="T6" fmla="*/ 0 w 17"/>
                  <a:gd name="T7" fmla="*/ 0 h 32"/>
                  <a:gd name="T8" fmla="*/ 0 w 17"/>
                  <a:gd name="T9" fmla="*/ 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32"/>
                  <a:gd name="T17" fmla="*/ 17 w 17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32">
                    <a:moveTo>
                      <a:pt x="0" y="31"/>
                    </a:moveTo>
                    <a:lnTo>
                      <a:pt x="16" y="31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31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57900" name="Group 144">
              <a:extLst>
                <a:ext uri="{FF2B5EF4-FFF2-40B4-BE49-F238E27FC236}">
                  <a16:creationId xmlns:a16="http://schemas.microsoft.com/office/drawing/2014/main" id="{40694896-20CD-6946-9E51-1B3F36ACAC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1" y="3433"/>
              <a:ext cx="22" cy="32"/>
              <a:chOff x="3731" y="3433"/>
              <a:chExt cx="22" cy="32"/>
            </a:xfrm>
          </p:grpSpPr>
          <p:sp>
            <p:nvSpPr>
              <p:cNvPr id="57980" name="Freeform 145">
                <a:extLst>
                  <a:ext uri="{FF2B5EF4-FFF2-40B4-BE49-F238E27FC236}">
                    <a16:creationId xmlns:a16="http://schemas.microsoft.com/office/drawing/2014/main" id="{80B45897-9A38-2E41-BD60-5D0CFE526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433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16 w 17"/>
                  <a:gd name="T3" fmla="*/ 10 h 19"/>
                  <a:gd name="T4" fmla="*/ 0 w 17"/>
                  <a:gd name="T5" fmla="*/ 18 h 19"/>
                  <a:gd name="T6" fmla="*/ 0 w 1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19"/>
                  <a:gd name="T14" fmla="*/ 17 w 17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19">
                    <a:moveTo>
                      <a:pt x="0" y="0"/>
                    </a:moveTo>
                    <a:lnTo>
                      <a:pt x="16" y="10"/>
                    </a:lnTo>
                    <a:lnTo>
                      <a:pt x="0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81" name="Freeform 146">
                <a:extLst>
                  <a:ext uri="{FF2B5EF4-FFF2-40B4-BE49-F238E27FC236}">
                    <a16:creationId xmlns:a16="http://schemas.microsoft.com/office/drawing/2014/main" id="{3CEA69C0-ABA6-884B-82D0-6E9A6CD5E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433"/>
                <a:ext cx="17" cy="32"/>
              </a:xfrm>
              <a:custGeom>
                <a:avLst/>
                <a:gdLst>
                  <a:gd name="T0" fmla="*/ 16 w 17"/>
                  <a:gd name="T1" fmla="*/ 0 h 32"/>
                  <a:gd name="T2" fmla="*/ 0 w 17"/>
                  <a:gd name="T3" fmla="*/ 16 h 32"/>
                  <a:gd name="T4" fmla="*/ 16 w 17"/>
                  <a:gd name="T5" fmla="*/ 31 h 32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32"/>
                  <a:gd name="T11" fmla="*/ 17 w 17"/>
                  <a:gd name="T12" fmla="*/ 32 h 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32">
                    <a:moveTo>
                      <a:pt x="16" y="0"/>
                    </a:moveTo>
                    <a:lnTo>
                      <a:pt x="0" y="16"/>
                    </a:lnTo>
                    <a:lnTo>
                      <a:pt x="16" y="31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01" name="Freeform 147">
              <a:extLst>
                <a:ext uri="{FF2B5EF4-FFF2-40B4-BE49-F238E27FC236}">
                  <a16:creationId xmlns:a16="http://schemas.microsoft.com/office/drawing/2014/main" id="{C5FCFF1E-8366-6844-864B-4414A048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184"/>
              <a:ext cx="18" cy="173"/>
            </a:xfrm>
            <a:custGeom>
              <a:avLst/>
              <a:gdLst>
                <a:gd name="T0" fmla="*/ 17 w 18"/>
                <a:gd name="T1" fmla="*/ 0 h 173"/>
                <a:gd name="T2" fmla="*/ 6 w 18"/>
                <a:gd name="T3" fmla="*/ 172 h 173"/>
                <a:gd name="T4" fmla="*/ 0 w 18"/>
                <a:gd name="T5" fmla="*/ 162 h 173"/>
                <a:gd name="T6" fmla="*/ 0 w 18"/>
                <a:gd name="T7" fmla="*/ 86 h 173"/>
                <a:gd name="T8" fmla="*/ 11 w 18"/>
                <a:gd name="T9" fmla="*/ 0 h 173"/>
                <a:gd name="T10" fmla="*/ 17 w 18"/>
                <a:gd name="T11" fmla="*/ 0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73"/>
                <a:gd name="T20" fmla="*/ 18 w 18"/>
                <a:gd name="T21" fmla="*/ 173 h 1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73">
                  <a:moveTo>
                    <a:pt x="17" y="0"/>
                  </a:moveTo>
                  <a:lnTo>
                    <a:pt x="6" y="172"/>
                  </a:lnTo>
                  <a:lnTo>
                    <a:pt x="0" y="162"/>
                  </a:lnTo>
                  <a:lnTo>
                    <a:pt x="0" y="86"/>
                  </a:lnTo>
                  <a:lnTo>
                    <a:pt x="11" y="0"/>
                  </a:lnTo>
                  <a:lnTo>
                    <a:pt x="17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02" name="Group 148">
              <a:extLst>
                <a:ext uri="{FF2B5EF4-FFF2-40B4-BE49-F238E27FC236}">
                  <a16:creationId xmlns:a16="http://schemas.microsoft.com/office/drawing/2014/main" id="{77ACE049-8744-7841-A7CE-F30822B7A5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3184"/>
              <a:ext cx="26" cy="183"/>
              <a:chOff x="3502" y="3184"/>
              <a:chExt cx="26" cy="183"/>
            </a:xfrm>
          </p:grpSpPr>
          <p:sp>
            <p:nvSpPr>
              <p:cNvPr id="57978" name="Freeform 149">
                <a:extLst>
                  <a:ext uri="{FF2B5EF4-FFF2-40B4-BE49-F238E27FC236}">
                    <a16:creationId xmlns:a16="http://schemas.microsoft.com/office/drawing/2014/main" id="{397D8B92-9CF4-CC44-8972-BF2CAC14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84"/>
                <a:ext cx="17" cy="163"/>
              </a:xfrm>
              <a:custGeom>
                <a:avLst/>
                <a:gdLst>
                  <a:gd name="T0" fmla="*/ 16 w 17"/>
                  <a:gd name="T1" fmla="*/ 0 h 163"/>
                  <a:gd name="T2" fmla="*/ 4 w 17"/>
                  <a:gd name="T3" fmla="*/ 162 h 163"/>
                  <a:gd name="T4" fmla="*/ 0 w 17"/>
                  <a:gd name="T5" fmla="*/ 150 h 163"/>
                  <a:gd name="T6" fmla="*/ 0 w 17"/>
                  <a:gd name="T7" fmla="*/ 81 h 163"/>
                  <a:gd name="T8" fmla="*/ 11 w 17"/>
                  <a:gd name="T9" fmla="*/ 0 h 163"/>
                  <a:gd name="T10" fmla="*/ 16 w 17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163"/>
                  <a:gd name="T20" fmla="*/ 17 w 17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163">
                    <a:moveTo>
                      <a:pt x="16" y="0"/>
                    </a:moveTo>
                    <a:lnTo>
                      <a:pt x="4" y="162"/>
                    </a:lnTo>
                    <a:lnTo>
                      <a:pt x="0" y="150"/>
                    </a:lnTo>
                    <a:lnTo>
                      <a:pt x="0" y="81"/>
                    </a:lnTo>
                    <a:lnTo>
                      <a:pt x="11" y="0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79" name="Freeform 150">
                <a:extLst>
                  <a:ext uri="{FF2B5EF4-FFF2-40B4-BE49-F238E27FC236}">
                    <a16:creationId xmlns:a16="http://schemas.microsoft.com/office/drawing/2014/main" id="{B28B0978-0BAE-E744-BD47-ED48DBC0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84"/>
                <a:ext cx="26" cy="183"/>
              </a:xfrm>
              <a:custGeom>
                <a:avLst/>
                <a:gdLst>
                  <a:gd name="T0" fmla="*/ 25 w 26"/>
                  <a:gd name="T1" fmla="*/ 0 h 183"/>
                  <a:gd name="T2" fmla="*/ 8 w 26"/>
                  <a:gd name="T3" fmla="*/ 182 h 183"/>
                  <a:gd name="T4" fmla="*/ 0 w 26"/>
                  <a:gd name="T5" fmla="*/ 168 h 183"/>
                  <a:gd name="T6" fmla="*/ 0 w 26"/>
                  <a:gd name="T7" fmla="*/ 91 h 183"/>
                  <a:gd name="T8" fmla="*/ 17 w 26"/>
                  <a:gd name="T9" fmla="*/ 0 h 183"/>
                  <a:gd name="T10" fmla="*/ 25 w 2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183"/>
                  <a:gd name="T20" fmla="*/ 26 w 26"/>
                  <a:gd name="T21" fmla="*/ 183 h 1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183">
                    <a:moveTo>
                      <a:pt x="25" y="0"/>
                    </a:moveTo>
                    <a:lnTo>
                      <a:pt x="8" y="182"/>
                    </a:lnTo>
                    <a:lnTo>
                      <a:pt x="0" y="168"/>
                    </a:lnTo>
                    <a:lnTo>
                      <a:pt x="0" y="91"/>
                    </a:lnTo>
                    <a:lnTo>
                      <a:pt x="17" y="0"/>
                    </a:lnTo>
                    <a:lnTo>
                      <a:pt x="25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03" name="Freeform 151">
              <a:extLst>
                <a:ext uri="{FF2B5EF4-FFF2-40B4-BE49-F238E27FC236}">
                  <a16:creationId xmlns:a16="http://schemas.microsoft.com/office/drawing/2014/main" id="{D45B1579-E29A-A849-9D1F-8C02519F1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3164"/>
              <a:ext cx="291" cy="146"/>
            </a:xfrm>
            <a:custGeom>
              <a:avLst/>
              <a:gdLst>
                <a:gd name="T0" fmla="*/ 0 w 291"/>
                <a:gd name="T1" fmla="*/ 145 h 146"/>
                <a:gd name="T2" fmla="*/ 290 w 291"/>
                <a:gd name="T3" fmla="*/ 145 h 146"/>
                <a:gd name="T4" fmla="*/ 290 w 291"/>
                <a:gd name="T5" fmla="*/ 0 h 146"/>
                <a:gd name="T6" fmla="*/ 0 w 291"/>
                <a:gd name="T7" fmla="*/ 0 h 146"/>
                <a:gd name="T8" fmla="*/ 0 w 291"/>
                <a:gd name="T9" fmla="*/ 14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46"/>
                <a:gd name="T17" fmla="*/ 291 w 291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46">
                  <a:moveTo>
                    <a:pt x="0" y="145"/>
                  </a:moveTo>
                  <a:lnTo>
                    <a:pt x="290" y="145"/>
                  </a:lnTo>
                  <a:lnTo>
                    <a:pt x="290" y="0"/>
                  </a:lnTo>
                  <a:lnTo>
                    <a:pt x="0" y="0"/>
                  </a:lnTo>
                  <a:lnTo>
                    <a:pt x="0" y="14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04" name="Group 152">
              <a:extLst>
                <a:ext uri="{FF2B5EF4-FFF2-40B4-BE49-F238E27FC236}">
                  <a16:creationId xmlns:a16="http://schemas.microsoft.com/office/drawing/2014/main" id="{5DCF0139-0949-F44F-980A-B680819C5F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1" y="3164"/>
              <a:ext cx="300" cy="158"/>
              <a:chOff x="3031" y="3164"/>
              <a:chExt cx="300" cy="158"/>
            </a:xfrm>
          </p:grpSpPr>
          <p:sp>
            <p:nvSpPr>
              <p:cNvPr id="57976" name="Freeform 153">
                <a:extLst>
                  <a:ext uri="{FF2B5EF4-FFF2-40B4-BE49-F238E27FC236}">
                    <a16:creationId xmlns:a16="http://schemas.microsoft.com/office/drawing/2014/main" id="{5180E729-64C3-1F47-BFB3-6F50FC764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64"/>
                <a:ext cx="285" cy="139"/>
              </a:xfrm>
              <a:custGeom>
                <a:avLst/>
                <a:gdLst>
                  <a:gd name="T0" fmla="*/ 0 w 285"/>
                  <a:gd name="T1" fmla="*/ 138 h 139"/>
                  <a:gd name="T2" fmla="*/ 284 w 285"/>
                  <a:gd name="T3" fmla="*/ 138 h 139"/>
                  <a:gd name="T4" fmla="*/ 284 w 285"/>
                  <a:gd name="T5" fmla="*/ 0 h 139"/>
                  <a:gd name="T6" fmla="*/ 0 w 285"/>
                  <a:gd name="T7" fmla="*/ 0 h 139"/>
                  <a:gd name="T8" fmla="*/ 0 w 285"/>
                  <a:gd name="T9" fmla="*/ 138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5"/>
                  <a:gd name="T16" fmla="*/ 0 h 139"/>
                  <a:gd name="T17" fmla="*/ 285 w 285"/>
                  <a:gd name="T18" fmla="*/ 139 h 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5" h="139">
                    <a:moveTo>
                      <a:pt x="0" y="138"/>
                    </a:moveTo>
                    <a:lnTo>
                      <a:pt x="284" y="138"/>
                    </a:lnTo>
                    <a:lnTo>
                      <a:pt x="284" y="0"/>
                    </a:lnTo>
                    <a:lnTo>
                      <a:pt x="0" y="0"/>
                    </a:lnTo>
                    <a:lnTo>
                      <a:pt x="0" y="138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77" name="Freeform 154">
                <a:extLst>
                  <a:ext uri="{FF2B5EF4-FFF2-40B4-BE49-F238E27FC236}">
                    <a16:creationId xmlns:a16="http://schemas.microsoft.com/office/drawing/2014/main" id="{7111B18A-0743-6145-9084-B19F155CE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64"/>
                <a:ext cx="300" cy="158"/>
              </a:xfrm>
              <a:custGeom>
                <a:avLst/>
                <a:gdLst>
                  <a:gd name="T0" fmla="*/ 0 w 300"/>
                  <a:gd name="T1" fmla="*/ 157 h 158"/>
                  <a:gd name="T2" fmla="*/ 299 w 300"/>
                  <a:gd name="T3" fmla="*/ 157 h 158"/>
                  <a:gd name="T4" fmla="*/ 299 w 300"/>
                  <a:gd name="T5" fmla="*/ 0 h 158"/>
                  <a:gd name="T6" fmla="*/ 0 w 300"/>
                  <a:gd name="T7" fmla="*/ 0 h 158"/>
                  <a:gd name="T8" fmla="*/ 0 w 300"/>
                  <a:gd name="T9" fmla="*/ 157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158"/>
                  <a:gd name="T17" fmla="*/ 300 w 300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158">
                    <a:moveTo>
                      <a:pt x="0" y="157"/>
                    </a:moveTo>
                    <a:lnTo>
                      <a:pt x="299" y="157"/>
                    </a:lnTo>
                    <a:lnTo>
                      <a:pt x="299" y="0"/>
                    </a:lnTo>
                    <a:lnTo>
                      <a:pt x="0" y="0"/>
                    </a:lnTo>
                    <a:lnTo>
                      <a:pt x="0" y="15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05" name="Freeform 155">
              <a:extLst>
                <a:ext uri="{FF2B5EF4-FFF2-40B4-BE49-F238E27FC236}">
                  <a16:creationId xmlns:a16="http://schemas.microsoft.com/office/drawing/2014/main" id="{B37B8A98-4786-474F-8AAB-5C95524F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3321"/>
              <a:ext cx="291" cy="462"/>
            </a:xfrm>
            <a:custGeom>
              <a:avLst/>
              <a:gdLst>
                <a:gd name="T0" fmla="*/ 0 w 291"/>
                <a:gd name="T1" fmla="*/ 461 h 462"/>
                <a:gd name="T2" fmla="*/ 290 w 291"/>
                <a:gd name="T3" fmla="*/ 461 h 462"/>
                <a:gd name="T4" fmla="*/ 290 w 291"/>
                <a:gd name="T5" fmla="*/ 0 h 462"/>
                <a:gd name="T6" fmla="*/ 0 w 291"/>
                <a:gd name="T7" fmla="*/ 0 h 462"/>
                <a:gd name="T8" fmla="*/ 0 w 291"/>
                <a:gd name="T9" fmla="*/ 461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462"/>
                <a:gd name="T17" fmla="*/ 291 w 291"/>
                <a:gd name="T18" fmla="*/ 462 h 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462">
                  <a:moveTo>
                    <a:pt x="0" y="461"/>
                  </a:moveTo>
                  <a:lnTo>
                    <a:pt x="290" y="461"/>
                  </a:lnTo>
                  <a:lnTo>
                    <a:pt x="290" y="0"/>
                  </a:lnTo>
                  <a:lnTo>
                    <a:pt x="0" y="0"/>
                  </a:lnTo>
                  <a:lnTo>
                    <a:pt x="0" y="461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06" name="Group 156">
              <a:extLst>
                <a:ext uri="{FF2B5EF4-FFF2-40B4-BE49-F238E27FC236}">
                  <a16:creationId xmlns:a16="http://schemas.microsoft.com/office/drawing/2014/main" id="{30206232-AC8F-074C-927D-7DDA5C867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1" y="3321"/>
              <a:ext cx="300" cy="479"/>
              <a:chOff x="3031" y="3321"/>
              <a:chExt cx="300" cy="479"/>
            </a:xfrm>
          </p:grpSpPr>
          <p:sp>
            <p:nvSpPr>
              <p:cNvPr id="57974" name="Freeform 157">
                <a:extLst>
                  <a:ext uri="{FF2B5EF4-FFF2-40B4-BE49-F238E27FC236}">
                    <a16:creationId xmlns:a16="http://schemas.microsoft.com/office/drawing/2014/main" id="{825860B2-FCE9-684E-A040-234E8427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21"/>
                <a:ext cx="285" cy="457"/>
              </a:xfrm>
              <a:custGeom>
                <a:avLst/>
                <a:gdLst>
                  <a:gd name="T0" fmla="*/ 0 w 285"/>
                  <a:gd name="T1" fmla="*/ 456 h 457"/>
                  <a:gd name="T2" fmla="*/ 284 w 285"/>
                  <a:gd name="T3" fmla="*/ 456 h 457"/>
                  <a:gd name="T4" fmla="*/ 284 w 285"/>
                  <a:gd name="T5" fmla="*/ 0 h 457"/>
                  <a:gd name="T6" fmla="*/ 0 w 285"/>
                  <a:gd name="T7" fmla="*/ 0 h 457"/>
                  <a:gd name="T8" fmla="*/ 0 w 285"/>
                  <a:gd name="T9" fmla="*/ 456 h 4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5"/>
                  <a:gd name="T16" fmla="*/ 0 h 457"/>
                  <a:gd name="T17" fmla="*/ 285 w 285"/>
                  <a:gd name="T18" fmla="*/ 457 h 4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5" h="457">
                    <a:moveTo>
                      <a:pt x="0" y="456"/>
                    </a:moveTo>
                    <a:lnTo>
                      <a:pt x="284" y="456"/>
                    </a:lnTo>
                    <a:lnTo>
                      <a:pt x="284" y="0"/>
                    </a:lnTo>
                    <a:lnTo>
                      <a:pt x="0" y="0"/>
                    </a:lnTo>
                    <a:lnTo>
                      <a:pt x="0" y="45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75" name="Freeform 158">
                <a:extLst>
                  <a:ext uri="{FF2B5EF4-FFF2-40B4-BE49-F238E27FC236}">
                    <a16:creationId xmlns:a16="http://schemas.microsoft.com/office/drawing/2014/main" id="{4D0B3C2F-3775-C949-9FE2-CE554017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21"/>
                <a:ext cx="300" cy="479"/>
              </a:xfrm>
              <a:custGeom>
                <a:avLst/>
                <a:gdLst>
                  <a:gd name="T0" fmla="*/ 0 w 300"/>
                  <a:gd name="T1" fmla="*/ 478 h 479"/>
                  <a:gd name="T2" fmla="*/ 299 w 300"/>
                  <a:gd name="T3" fmla="*/ 478 h 479"/>
                  <a:gd name="T4" fmla="*/ 299 w 300"/>
                  <a:gd name="T5" fmla="*/ 0 h 479"/>
                  <a:gd name="T6" fmla="*/ 0 w 300"/>
                  <a:gd name="T7" fmla="*/ 0 h 479"/>
                  <a:gd name="T8" fmla="*/ 0 w 300"/>
                  <a:gd name="T9" fmla="*/ 478 h 4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479"/>
                  <a:gd name="T17" fmla="*/ 300 w 300"/>
                  <a:gd name="T18" fmla="*/ 479 h 4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479">
                    <a:moveTo>
                      <a:pt x="0" y="478"/>
                    </a:moveTo>
                    <a:lnTo>
                      <a:pt x="299" y="478"/>
                    </a:lnTo>
                    <a:lnTo>
                      <a:pt x="299" y="0"/>
                    </a:lnTo>
                    <a:lnTo>
                      <a:pt x="0" y="0"/>
                    </a:lnTo>
                    <a:lnTo>
                      <a:pt x="0" y="478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07" name="Freeform 159">
              <a:extLst>
                <a:ext uri="{FF2B5EF4-FFF2-40B4-BE49-F238E27FC236}">
                  <a16:creationId xmlns:a16="http://schemas.microsoft.com/office/drawing/2014/main" id="{21FCAA82-DCE4-274B-928E-EFD7F848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509"/>
              <a:ext cx="170" cy="86"/>
            </a:xfrm>
            <a:custGeom>
              <a:avLst/>
              <a:gdLst>
                <a:gd name="T0" fmla="*/ 0 w 170"/>
                <a:gd name="T1" fmla="*/ 85 h 86"/>
                <a:gd name="T2" fmla="*/ 169 w 170"/>
                <a:gd name="T3" fmla="*/ 85 h 86"/>
                <a:gd name="T4" fmla="*/ 169 w 170"/>
                <a:gd name="T5" fmla="*/ 0 h 86"/>
                <a:gd name="T6" fmla="*/ 0 w 170"/>
                <a:gd name="T7" fmla="*/ 0 h 86"/>
                <a:gd name="T8" fmla="*/ 0 w 170"/>
                <a:gd name="T9" fmla="*/ 8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86"/>
                <a:gd name="T17" fmla="*/ 170 w 170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86">
                  <a:moveTo>
                    <a:pt x="0" y="85"/>
                  </a:moveTo>
                  <a:lnTo>
                    <a:pt x="169" y="85"/>
                  </a:lnTo>
                  <a:lnTo>
                    <a:pt x="169" y="0"/>
                  </a:lnTo>
                  <a:lnTo>
                    <a:pt x="0" y="0"/>
                  </a:lnTo>
                  <a:lnTo>
                    <a:pt x="0" y="8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08" name="Group 160">
              <a:extLst>
                <a:ext uri="{FF2B5EF4-FFF2-40B4-BE49-F238E27FC236}">
                  <a16:creationId xmlns:a16="http://schemas.microsoft.com/office/drawing/2014/main" id="{513B4B8B-5925-2545-9B48-650102E035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9" y="3509"/>
              <a:ext cx="178" cy="98"/>
              <a:chOff x="3999" y="3509"/>
              <a:chExt cx="178" cy="98"/>
            </a:xfrm>
          </p:grpSpPr>
          <p:sp>
            <p:nvSpPr>
              <p:cNvPr id="57972" name="Freeform 161">
                <a:extLst>
                  <a:ext uri="{FF2B5EF4-FFF2-40B4-BE49-F238E27FC236}">
                    <a16:creationId xmlns:a16="http://schemas.microsoft.com/office/drawing/2014/main" id="{BA141DAA-42E3-5C49-A8D5-52109B94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509"/>
                <a:ext cx="163" cy="78"/>
              </a:xfrm>
              <a:custGeom>
                <a:avLst/>
                <a:gdLst>
                  <a:gd name="T0" fmla="*/ 0 w 163"/>
                  <a:gd name="T1" fmla="*/ 77 h 78"/>
                  <a:gd name="T2" fmla="*/ 162 w 163"/>
                  <a:gd name="T3" fmla="*/ 77 h 78"/>
                  <a:gd name="T4" fmla="*/ 162 w 163"/>
                  <a:gd name="T5" fmla="*/ 0 h 78"/>
                  <a:gd name="T6" fmla="*/ 0 w 163"/>
                  <a:gd name="T7" fmla="*/ 0 h 78"/>
                  <a:gd name="T8" fmla="*/ 0 w 163"/>
                  <a:gd name="T9" fmla="*/ 7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3"/>
                  <a:gd name="T16" fmla="*/ 0 h 78"/>
                  <a:gd name="T17" fmla="*/ 163 w 163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3" h="78">
                    <a:moveTo>
                      <a:pt x="0" y="77"/>
                    </a:moveTo>
                    <a:lnTo>
                      <a:pt x="162" y="77"/>
                    </a:lnTo>
                    <a:lnTo>
                      <a:pt x="162" y="0"/>
                    </a:lnTo>
                    <a:lnTo>
                      <a:pt x="0" y="0"/>
                    </a:lnTo>
                    <a:lnTo>
                      <a:pt x="0" y="77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73" name="Freeform 162">
                <a:extLst>
                  <a:ext uri="{FF2B5EF4-FFF2-40B4-BE49-F238E27FC236}">
                    <a16:creationId xmlns:a16="http://schemas.microsoft.com/office/drawing/2014/main" id="{A31EB941-748D-D040-A110-A48B3D93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509"/>
                <a:ext cx="178" cy="98"/>
              </a:xfrm>
              <a:custGeom>
                <a:avLst/>
                <a:gdLst>
                  <a:gd name="T0" fmla="*/ 0 w 178"/>
                  <a:gd name="T1" fmla="*/ 97 h 98"/>
                  <a:gd name="T2" fmla="*/ 177 w 178"/>
                  <a:gd name="T3" fmla="*/ 97 h 98"/>
                  <a:gd name="T4" fmla="*/ 177 w 178"/>
                  <a:gd name="T5" fmla="*/ 0 h 98"/>
                  <a:gd name="T6" fmla="*/ 0 w 178"/>
                  <a:gd name="T7" fmla="*/ 0 h 98"/>
                  <a:gd name="T8" fmla="*/ 0 w 178"/>
                  <a:gd name="T9" fmla="*/ 9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8"/>
                  <a:gd name="T16" fmla="*/ 0 h 98"/>
                  <a:gd name="T17" fmla="*/ 178 w 178"/>
                  <a:gd name="T18" fmla="*/ 98 h 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8" h="98">
                    <a:moveTo>
                      <a:pt x="0" y="97"/>
                    </a:moveTo>
                    <a:lnTo>
                      <a:pt x="177" y="97"/>
                    </a:lnTo>
                    <a:lnTo>
                      <a:pt x="177" y="0"/>
                    </a:lnTo>
                    <a:lnTo>
                      <a:pt x="0" y="0"/>
                    </a:lnTo>
                    <a:lnTo>
                      <a:pt x="0" y="97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09" name="Line 163">
              <a:extLst>
                <a:ext uri="{FF2B5EF4-FFF2-40B4-BE49-F238E27FC236}">
                  <a16:creationId xmlns:a16="http://schemas.microsoft.com/office/drawing/2014/main" id="{EB3FDDA5-FDB7-CD45-B1A9-F23576076F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8" y="3441"/>
              <a:ext cx="3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0" name="Line 164">
              <a:extLst>
                <a:ext uri="{FF2B5EF4-FFF2-40B4-BE49-F238E27FC236}">
                  <a16:creationId xmlns:a16="http://schemas.microsoft.com/office/drawing/2014/main" id="{BD5A974D-A930-1D48-BE18-12BA3CE56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2" y="3441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1" name="Line 165">
              <a:extLst>
                <a:ext uri="{FF2B5EF4-FFF2-40B4-BE49-F238E27FC236}">
                  <a16:creationId xmlns:a16="http://schemas.microsoft.com/office/drawing/2014/main" id="{4123FB43-5C1B-AC4E-A278-B9F708567A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66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2" name="Line 166">
              <a:extLst>
                <a:ext uri="{FF2B5EF4-FFF2-40B4-BE49-F238E27FC236}">
                  <a16:creationId xmlns:a16="http://schemas.microsoft.com/office/drawing/2014/main" id="{155C8915-F438-2340-9763-A0712028F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51" y="3441"/>
              <a:ext cx="1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3" name="Line 167">
              <a:extLst>
                <a:ext uri="{FF2B5EF4-FFF2-40B4-BE49-F238E27FC236}">
                  <a16:creationId xmlns:a16="http://schemas.microsoft.com/office/drawing/2014/main" id="{AFEF5802-E678-A44B-8371-6973E90940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27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4" name="Line 168">
              <a:extLst>
                <a:ext uri="{FF2B5EF4-FFF2-40B4-BE49-F238E27FC236}">
                  <a16:creationId xmlns:a16="http://schemas.microsoft.com/office/drawing/2014/main" id="{5320D7A5-8384-F141-93BF-2990DFF6F3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10" y="3441"/>
              <a:ext cx="1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5" name="Line 169">
              <a:extLst>
                <a:ext uri="{FF2B5EF4-FFF2-40B4-BE49-F238E27FC236}">
                  <a16:creationId xmlns:a16="http://schemas.microsoft.com/office/drawing/2014/main" id="{D445C45B-78D8-A84B-8223-5A52C7052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6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6" name="Line 170">
              <a:extLst>
                <a:ext uri="{FF2B5EF4-FFF2-40B4-BE49-F238E27FC236}">
                  <a16:creationId xmlns:a16="http://schemas.microsoft.com/office/drawing/2014/main" id="{96A3EFF1-747A-5F46-BD7A-AA25D1A60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71" y="3441"/>
              <a:ext cx="1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7" name="Line 171">
              <a:extLst>
                <a:ext uri="{FF2B5EF4-FFF2-40B4-BE49-F238E27FC236}">
                  <a16:creationId xmlns:a16="http://schemas.microsoft.com/office/drawing/2014/main" id="{20794F80-22D0-FA47-BAFA-175601D5A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3" y="3441"/>
              <a:ext cx="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8" name="Line 172">
              <a:extLst>
                <a:ext uri="{FF2B5EF4-FFF2-40B4-BE49-F238E27FC236}">
                  <a16:creationId xmlns:a16="http://schemas.microsoft.com/office/drawing/2014/main" id="{521AE95F-32D6-3846-B6A0-0F5514E72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27" y="3441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19" name="Line 173">
              <a:extLst>
                <a:ext uri="{FF2B5EF4-FFF2-40B4-BE49-F238E27FC236}">
                  <a16:creationId xmlns:a16="http://schemas.microsoft.com/office/drawing/2014/main" id="{B2D67AEA-3B15-AD46-8924-10BF1BC733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03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0" name="Line 174">
              <a:extLst>
                <a:ext uri="{FF2B5EF4-FFF2-40B4-BE49-F238E27FC236}">
                  <a16:creationId xmlns:a16="http://schemas.microsoft.com/office/drawing/2014/main" id="{482A4A08-B3FD-684B-A5C2-AEC9DE5764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88" y="3441"/>
              <a:ext cx="1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1" name="Line 175">
              <a:extLst>
                <a:ext uri="{FF2B5EF4-FFF2-40B4-BE49-F238E27FC236}">
                  <a16:creationId xmlns:a16="http://schemas.microsoft.com/office/drawing/2014/main" id="{9847C4AB-22D8-E248-8F33-924034462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1" y="3441"/>
              <a:ext cx="3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2" name="Line 176">
              <a:extLst>
                <a:ext uri="{FF2B5EF4-FFF2-40B4-BE49-F238E27FC236}">
                  <a16:creationId xmlns:a16="http://schemas.microsoft.com/office/drawing/2014/main" id="{18389036-8F4F-7B4F-B778-598473486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7" y="3441"/>
              <a:ext cx="1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3" name="Line 177">
              <a:extLst>
                <a:ext uri="{FF2B5EF4-FFF2-40B4-BE49-F238E27FC236}">
                  <a16:creationId xmlns:a16="http://schemas.microsoft.com/office/drawing/2014/main" id="{2E759B85-647F-6B4B-875A-934CFB817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23" y="3441"/>
              <a:ext cx="3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4" name="Line 178">
              <a:extLst>
                <a:ext uri="{FF2B5EF4-FFF2-40B4-BE49-F238E27FC236}">
                  <a16:creationId xmlns:a16="http://schemas.microsoft.com/office/drawing/2014/main" id="{F68D8023-D195-EB44-B08F-1538CDFCF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5" y="3441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5" name="Line 179">
              <a:extLst>
                <a:ext uri="{FF2B5EF4-FFF2-40B4-BE49-F238E27FC236}">
                  <a16:creationId xmlns:a16="http://schemas.microsoft.com/office/drawing/2014/main" id="{6CD4C2E2-BE1A-FB40-8E85-8841CD3F86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2" y="3441"/>
              <a:ext cx="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6" name="Line 180">
              <a:extLst>
                <a:ext uri="{FF2B5EF4-FFF2-40B4-BE49-F238E27FC236}">
                  <a16:creationId xmlns:a16="http://schemas.microsoft.com/office/drawing/2014/main" id="{9194539F-0FAD-674F-8C92-32BCB6E12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2" y="3441"/>
              <a:ext cx="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7" name="Line 181">
              <a:extLst>
                <a:ext uri="{FF2B5EF4-FFF2-40B4-BE49-F238E27FC236}">
                  <a16:creationId xmlns:a16="http://schemas.microsoft.com/office/drawing/2014/main" id="{2796F9C6-D1B3-254B-AA60-AF98A66E9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9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8" name="Line 182">
              <a:extLst>
                <a:ext uri="{FF2B5EF4-FFF2-40B4-BE49-F238E27FC236}">
                  <a16:creationId xmlns:a16="http://schemas.microsoft.com/office/drawing/2014/main" id="{EAC63FAA-46BD-2D4B-B989-36CDEE067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25" y="3441"/>
              <a:ext cx="1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29" name="Line 183">
              <a:extLst>
                <a:ext uri="{FF2B5EF4-FFF2-40B4-BE49-F238E27FC236}">
                  <a16:creationId xmlns:a16="http://schemas.microsoft.com/office/drawing/2014/main" id="{37AB4133-8EFA-A64E-92BE-F70721852A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8" y="3441"/>
              <a:ext cx="3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0" name="Line 184">
              <a:extLst>
                <a:ext uri="{FF2B5EF4-FFF2-40B4-BE49-F238E27FC236}">
                  <a16:creationId xmlns:a16="http://schemas.microsoft.com/office/drawing/2014/main" id="{28F09A61-4166-5643-8CE0-1E5FD0FC5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" y="3441"/>
              <a:ext cx="1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1" name="Line 185">
              <a:extLst>
                <a:ext uri="{FF2B5EF4-FFF2-40B4-BE49-F238E27FC236}">
                  <a16:creationId xmlns:a16="http://schemas.microsoft.com/office/drawing/2014/main" id="{229DF673-0707-894A-A578-F3641BD2E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8" y="3441"/>
              <a:ext cx="3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2" name="Line 186">
              <a:extLst>
                <a:ext uri="{FF2B5EF4-FFF2-40B4-BE49-F238E27FC236}">
                  <a16:creationId xmlns:a16="http://schemas.microsoft.com/office/drawing/2014/main" id="{8E19E48B-01E9-4A42-8259-F2C201F1A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42" y="3441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3" name="Line 187">
              <a:extLst>
                <a:ext uri="{FF2B5EF4-FFF2-40B4-BE49-F238E27FC236}">
                  <a16:creationId xmlns:a16="http://schemas.microsoft.com/office/drawing/2014/main" id="{200EAE24-EFAF-0F48-B76F-D53FE1BBC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7" y="3441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4" name="Line 188">
              <a:extLst>
                <a:ext uri="{FF2B5EF4-FFF2-40B4-BE49-F238E27FC236}">
                  <a16:creationId xmlns:a16="http://schemas.microsoft.com/office/drawing/2014/main" id="{84773396-2FB2-9743-A5E2-79A7DE07EC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4" y="3441"/>
              <a:ext cx="1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5" name="Line 189">
              <a:extLst>
                <a:ext uri="{FF2B5EF4-FFF2-40B4-BE49-F238E27FC236}">
                  <a16:creationId xmlns:a16="http://schemas.microsoft.com/office/drawing/2014/main" id="{4ECEE84A-EA77-BF4C-AF5C-126BDA429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5" y="3441"/>
              <a:ext cx="3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6" name="Line 190">
              <a:extLst>
                <a:ext uri="{FF2B5EF4-FFF2-40B4-BE49-F238E27FC236}">
                  <a16:creationId xmlns:a16="http://schemas.microsoft.com/office/drawing/2014/main" id="{6D00CA9A-08F3-3D47-B7D7-A5DD4FA5F1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1" y="3441"/>
              <a:ext cx="1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7" name="Line 191">
              <a:extLst>
                <a:ext uri="{FF2B5EF4-FFF2-40B4-BE49-F238E27FC236}">
                  <a16:creationId xmlns:a16="http://schemas.microsoft.com/office/drawing/2014/main" id="{7C676C63-D073-4F43-BCCD-448836CFB8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8" y="3441"/>
              <a:ext cx="3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8" name="Line 192">
              <a:extLst>
                <a:ext uri="{FF2B5EF4-FFF2-40B4-BE49-F238E27FC236}">
                  <a16:creationId xmlns:a16="http://schemas.microsoft.com/office/drawing/2014/main" id="{F14EE3AC-289C-754A-A91D-F9F110D7C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20" y="3441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39" name="Line 193">
              <a:extLst>
                <a:ext uri="{FF2B5EF4-FFF2-40B4-BE49-F238E27FC236}">
                  <a16:creationId xmlns:a16="http://schemas.microsoft.com/office/drawing/2014/main" id="{B15740D4-C301-0448-9705-E8CFA7023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5" y="3441"/>
              <a:ext cx="3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0" name="Line 194">
              <a:extLst>
                <a:ext uri="{FF2B5EF4-FFF2-40B4-BE49-F238E27FC236}">
                  <a16:creationId xmlns:a16="http://schemas.microsoft.com/office/drawing/2014/main" id="{FFAB37E0-7B87-F74D-B544-465C20D36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80" y="3441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1" name="Line 195">
              <a:extLst>
                <a:ext uri="{FF2B5EF4-FFF2-40B4-BE49-F238E27FC236}">
                  <a16:creationId xmlns:a16="http://schemas.microsoft.com/office/drawing/2014/main" id="{0BC29B7C-093C-7E4E-B3AC-6D623AECA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3" y="3441"/>
              <a:ext cx="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2" name="Line 196">
              <a:extLst>
                <a:ext uri="{FF2B5EF4-FFF2-40B4-BE49-F238E27FC236}">
                  <a16:creationId xmlns:a16="http://schemas.microsoft.com/office/drawing/2014/main" id="{0BD9E7CA-EBB2-2D4D-BE5F-ED04AC452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9" y="3441"/>
              <a:ext cx="1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3" name="Line 197">
              <a:extLst>
                <a:ext uri="{FF2B5EF4-FFF2-40B4-BE49-F238E27FC236}">
                  <a16:creationId xmlns:a16="http://schemas.microsoft.com/office/drawing/2014/main" id="{57D4ADC9-C4CC-AB43-8191-2C077580E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5" y="3441"/>
              <a:ext cx="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4" name="Line 198">
              <a:extLst>
                <a:ext uri="{FF2B5EF4-FFF2-40B4-BE49-F238E27FC236}">
                  <a16:creationId xmlns:a16="http://schemas.microsoft.com/office/drawing/2014/main" id="{B59641CB-CEBD-4D4B-A248-AED2B933A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8" y="3441"/>
              <a:ext cx="1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5" name="Line 199">
              <a:extLst>
                <a:ext uri="{FF2B5EF4-FFF2-40B4-BE49-F238E27FC236}">
                  <a16:creationId xmlns:a16="http://schemas.microsoft.com/office/drawing/2014/main" id="{A8D3292D-D502-514D-B8C2-E13CD5BA81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80" y="3441"/>
              <a:ext cx="2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57946" name="Group 200">
              <a:extLst>
                <a:ext uri="{FF2B5EF4-FFF2-40B4-BE49-F238E27FC236}">
                  <a16:creationId xmlns:a16="http://schemas.microsoft.com/office/drawing/2014/main" id="{669F3F52-A147-7E44-8567-4288F19DB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5" y="3799"/>
              <a:ext cx="20" cy="36"/>
              <a:chOff x="3405" y="3799"/>
              <a:chExt cx="20" cy="36"/>
            </a:xfrm>
          </p:grpSpPr>
          <p:sp>
            <p:nvSpPr>
              <p:cNvPr id="57970" name="Freeform 201">
                <a:extLst>
                  <a:ext uri="{FF2B5EF4-FFF2-40B4-BE49-F238E27FC236}">
                    <a16:creationId xmlns:a16="http://schemas.microsoft.com/office/drawing/2014/main" id="{DC1DC4EF-345E-1744-BE7C-37E57E56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799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0 w 17"/>
                  <a:gd name="T3" fmla="*/ 0 h 19"/>
                  <a:gd name="T4" fmla="*/ 0 w 17"/>
                  <a:gd name="T5" fmla="*/ 4 h 19"/>
                  <a:gd name="T6" fmla="*/ 0 w 17"/>
                  <a:gd name="T7" fmla="*/ 8 h 19"/>
                  <a:gd name="T8" fmla="*/ 0 w 17"/>
                  <a:gd name="T9" fmla="*/ 9 h 19"/>
                  <a:gd name="T10" fmla="*/ 4 w 17"/>
                  <a:gd name="T11" fmla="*/ 12 h 19"/>
                  <a:gd name="T12" fmla="*/ 8 w 17"/>
                  <a:gd name="T13" fmla="*/ 15 h 19"/>
                  <a:gd name="T14" fmla="*/ 8 w 17"/>
                  <a:gd name="T15" fmla="*/ 16 h 19"/>
                  <a:gd name="T16" fmla="*/ 12 w 17"/>
                  <a:gd name="T17" fmla="*/ 18 h 19"/>
                  <a:gd name="T18" fmla="*/ 16 w 17"/>
                  <a:gd name="T19" fmla="*/ 18 h 19"/>
                  <a:gd name="T20" fmla="*/ 0 w 17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"/>
                  <a:gd name="T34" fmla="*/ 0 h 19"/>
                  <a:gd name="T35" fmla="*/ 17 w 17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" h="19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4" y="12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2" y="18"/>
                    </a:lnTo>
                    <a:lnTo>
                      <a:pt x="16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71" name="Freeform 202">
                <a:extLst>
                  <a:ext uri="{FF2B5EF4-FFF2-40B4-BE49-F238E27FC236}">
                    <a16:creationId xmlns:a16="http://schemas.microsoft.com/office/drawing/2014/main" id="{645347A1-56B5-E94F-8249-EC9D013A7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799"/>
                <a:ext cx="20" cy="36"/>
              </a:xfrm>
              <a:custGeom>
                <a:avLst/>
                <a:gdLst>
                  <a:gd name="T0" fmla="*/ 0 w 20"/>
                  <a:gd name="T1" fmla="*/ 0 h 36"/>
                  <a:gd name="T2" fmla="*/ 0 w 20"/>
                  <a:gd name="T3" fmla="*/ 0 h 36"/>
                  <a:gd name="T4" fmla="*/ 0 w 20"/>
                  <a:gd name="T5" fmla="*/ 7 h 36"/>
                  <a:gd name="T6" fmla="*/ 2 w 20"/>
                  <a:gd name="T7" fmla="*/ 15 h 36"/>
                  <a:gd name="T8" fmla="*/ 2 w 20"/>
                  <a:gd name="T9" fmla="*/ 19 h 36"/>
                  <a:gd name="T10" fmla="*/ 6 w 20"/>
                  <a:gd name="T11" fmla="*/ 25 h 36"/>
                  <a:gd name="T12" fmla="*/ 8 w 20"/>
                  <a:gd name="T13" fmla="*/ 29 h 36"/>
                  <a:gd name="T14" fmla="*/ 11 w 20"/>
                  <a:gd name="T15" fmla="*/ 32 h 36"/>
                  <a:gd name="T16" fmla="*/ 15 w 20"/>
                  <a:gd name="T17" fmla="*/ 35 h 36"/>
                  <a:gd name="T18" fmla="*/ 19 w 20"/>
                  <a:gd name="T19" fmla="*/ 35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36"/>
                  <a:gd name="T32" fmla="*/ 20 w 20"/>
                  <a:gd name="T33" fmla="*/ 36 h 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6" y="25"/>
                    </a:lnTo>
                    <a:lnTo>
                      <a:pt x="8" y="29"/>
                    </a:lnTo>
                    <a:lnTo>
                      <a:pt x="11" y="32"/>
                    </a:lnTo>
                    <a:lnTo>
                      <a:pt x="15" y="35"/>
                    </a:lnTo>
                    <a:lnTo>
                      <a:pt x="19" y="35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47" name="Line 203">
              <a:extLst>
                <a:ext uri="{FF2B5EF4-FFF2-40B4-BE49-F238E27FC236}">
                  <a16:creationId xmlns:a16="http://schemas.microsoft.com/office/drawing/2014/main" id="{0808023B-20DB-1846-8E4F-49ECF33BFD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2" y="3356"/>
              <a:ext cx="1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8" name="Line 204">
              <a:extLst>
                <a:ext uri="{FF2B5EF4-FFF2-40B4-BE49-F238E27FC236}">
                  <a16:creationId xmlns:a16="http://schemas.microsoft.com/office/drawing/2014/main" id="{FC8638DC-9ACD-EF49-991D-4E5F2404E4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9" y="3184"/>
              <a:ext cx="16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49" name="Freeform 205">
              <a:extLst>
                <a:ext uri="{FF2B5EF4-FFF2-40B4-BE49-F238E27FC236}">
                  <a16:creationId xmlns:a16="http://schemas.microsoft.com/office/drawing/2014/main" id="{BFE928E0-1C3D-254F-9F45-C4EC9118E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10"/>
              <a:ext cx="706" cy="316"/>
            </a:xfrm>
            <a:custGeom>
              <a:avLst/>
              <a:gdLst>
                <a:gd name="T0" fmla="*/ 39 w 706"/>
                <a:gd name="T1" fmla="*/ 224 h 316"/>
                <a:gd name="T2" fmla="*/ 504 w 706"/>
                <a:gd name="T3" fmla="*/ 224 h 316"/>
                <a:gd name="T4" fmla="*/ 649 w 706"/>
                <a:gd name="T5" fmla="*/ 59 h 316"/>
                <a:gd name="T6" fmla="*/ 649 w 706"/>
                <a:gd name="T7" fmla="*/ 0 h 316"/>
                <a:gd name="T8" fmla="*/ 705 w 706"/>
                <a:gd name="T9" fmla="*/ 0 h 316"/>
                <a:gd name="T10" fmla="*/ 705 w 706"/>
                <a:gd name="T11" fmla="*/ 315 h 316"/>
                <a:gd name="T12" fmla="*/ 0 w 706"/>
                <a:gd name="T13" fmla="*/ 315 h 316"/>
                <a:gd name="T14" fmla="*/ 39 w 706"/>
                <a:gd name="T15" fmla="*/ 224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06"/>
                <a:gd name="T25" fmla="*/ 0 h 316"/>
                <a:gd name="T26" fmla="*/ 706 w 706"/>
                <a:gd name="T27" fmla="*/ 316 h 3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06" h="316">
                  <a:moveTo>
                    <a:pt x="39" y="224"/>
                  </a:moveTo>
                  <a:lnTo>
                    <a:pt x="504" y="224"/>
                  </a:lnTo>
                  <a:lnTo>
                    <a:pt x="649" y="59"/>
                  </a:lnTo>
                  <a:lnTo>
                    <a:pt x="649" y="0"/>
                  </a:lnTo>
                  <a:lnTo>
                    <a:pt x="705" y="0"/>
                  </a:lnTo>
                  <a:lnTo>
                    <a:pt x="705" y="315"/>
                  </a:lnTo>
                  <a:lnTo>
                    <a:pt x="0" y="315"/>
                  </a:lnTo>
                  <a:lnTo>
                    <a:pt x="39" y="224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50" name="Group 206">
              <a:extLst>
                <a:ext uri="{FF2B5EF4-FFF2-40B4-BE49-F238E27FC236}">
                  <a16:creationId xmlns:a16="http://schemas.microsoft.com/office/drawing/2014/main" id="{408A1E76-AA12-A94E-AFDE-6AE968524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7" y="3610"/>
              <a:ext cx="716" cy="330"/>
              <a:chOff x="3387" y="3610"/>
              <a:chExt cx="716" cy="330"/>
            </a:xfrm>
          </p:grpSpPr>
          <p:sp>
            <p:nvSpPr>
              <p:cNvPr id="57968" name="Freeform 207">
                <a:extLst>
                  <a:ext uri="{FF2B5EF4-FFF2-40B4-BE49-F238E27FC236}">
                    <a16:creationId xmlns:a16="http://schemas.microsoft.com/office/drawing/2014/main" id="{04E0420D-A3E7-9944-AF56-21FB7510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3610"/>
                <a:ext cx="701" cy="311"/>
              </a:xfrm>
              <a:custGeom>
                <a:avLst/>
                <a:gdLst>
                  <a:gd name="T0" fmla="*/ 38 w 701"/>
                  <a:gd name="T1" fmla="*/ 221 h 311"/>
                  <a:gd name="T2" fmla="*/ 499 w 701"/>
                  <a:gd name="T3" fmla="*/ 221 h 311"/>
                  <a:gd name="T4" fmla="*/ 643 w 701"/>
                  <a:gd name="T5" fmla="*/ 58 h 311"/>
                  <a:gd name="T6" fmla="*/ 643 w 701"/>
                  <a:gd name="T7" fmla="*/ 0 h 311"/>
                  <a:gd name="T8" fmla="*/ 700 w 701"/>
                  <a:gd name="T9" fmla="*/ 0 h 311"/>
                  <a:gd name="T10" fmla="*/ 700 w 701"/>
                  <a:gd name="T11" fmla="*/ 310 h 311"/>
                  <a:gd name="T12" fmla="*/ 0 w 701"/>
                  <a:gd name="T13" fmla="*/ 310 h 311"/>
                  <a:gd name="T14" fmla="*/ 38 w 701"/>
                  <a:gd name="T15" fmla="*/ 221 h 3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01"/>
                  <a:gd name="T25" fmla="*/ 0 h 311"/>
                  <a:gd name="T26" fmla="*/ 701 w 701"/>
                  <a:gd name="T27" fmla="*/ 311 h 3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01" h="311">
                    <a:moveTo>
                      <a:pt x="38" y="221"/>
                    </a:moveTo>
                    <a:lnTo>
                      <a:pt x="499" y="221"/>
                    </a:lnTo>
                    <a:lnTo>
                      <a:pt x="643" y="58"/>
                    </a:lnTo>
                    <a:lnTo>
                      <a:pt x="643" y="0"/>
                    </a:lnTo>
                    <a:lnTo>
                      <a:pt x="700" y="0"/>
                    </a:lnTo>
                    <a:lnTo>
                      <a:pt x="700" y="310"/>
                    </a:lnTo>
                    <a:lnTo>
                      <a:pt x="0" y="310"/>
                    </a:lnTo>
                    <a:lnTo>
                      <a:pt x="38" y="22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69" name="Freeform 208">
                <a:extLst>
                  <a:ext uri="{FF2B5EF4-FFF2-40B4-BE49-F238E27FC236}">
                    <a16:creationId xmlns:a16="http://schemas.microsoft.com/office/drawing/2014/main" id="{1650E083-77BF-054B-8302-E359B0160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3610"/>
                <a:ext cx="716" cy="330"/>
              </a:xfrm>
              <a:custGeom>
                <a:avLst/>
                <a:gdLst>
                  <a:gd name="T0" fmla="*/ 39 w 716"/>
                  <a:gd name="T1" fmla="*/ 234 h 330"/>
                  <a:gd name="T2" fmla="*/ 510 w 716"/>
                  <a:gd name="T3" fmla="*/ 234 h 330"/>
                  <a:gd name="T4" fmla="*/ 657 w 716"/>
                  <a:gd name="T5" fmla="*/ 63 h 330"/>
                  <a:gd name="T6" fmla="*/ 657 w 716"/>
                  <a:gd name="T7" fmla="*/ 0 h 330"/>
                  <a:gd name="T8" fmla="*/ 715 w 716"/>
                  <a:gd name="T9" fmla="*/ 0 h 330"/>
                  <a:gd name="T10" fmla="*/ 715 w 716"/>
                  <a:gd name="T11" fmla="*/ 329 h 330"/>
                  <a:gd name="T12" fmla="*/ 0 w 716"/>
                  <a:gd name="T13" fmla="*/ 329 h 3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16"/>
                  <a:gd name="T22" fmla="*/ 0 h 330"/>
                  <a:gd name="T23" fmla="*/ 716 w 716"/>
                  <a:gd name="T24" fmla="*/ 330 h 3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16" h="330">
                    <a:moveTo>
                      <a:pt x="39" y="234"/>
                    </a:moveTo>
                    <a:lnTo>
                      <a:pt x="510" y="234"/>
                    </a:lnTo>
                    <a:lnTo>
                      <a:pt x="657" y="63"/>
                    </a:lnTo>
                    <a:lnTo>
                      <a:pt x="657" y="0"/>
                    </a:lnTo>
                    <a:lnTo>
                      <a:pt x="715" y="0"/>
                    </a:lnTo>
                    <a:lnTo>
                      <a:pt x="715" y="329"/>
                    </a:lnTo>
                    <a:lnTo>
                      <a:pt x="0" y="329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51" name="Line 209">
              <a:extLst>
                <a:ext uri="{FF2B5EF4-FFF2-40B4-BE49-F238E27FC236}">
                  <a16:creationId xmlns:a16="http://schemas.microsoft.com/office/drawing/2014/main" id="{A4D21011-A39B-7F49-9A5B-AE61E43AD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0" y="3939"/>
              <a:ext cx="116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952" name="Freeform 210">
              <a:extLst>
                <a:ext uri="{FF2B5EF4-FFF2-40B4-BE49-F238E27FC236}">
                  <a16:creationId xmlns:a16="http://schemas.microsoft.com/office/drawing/2014/main" id="{568894D4-A27E-AF4A-8BB8-083A122E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612"/>
              <a:ext cx="68" cy="112"/>
            </a:xfrm>
            <a:custGeom>
              <a:avLst/>
              <a:gdLst>
                <a:gd name="T0" fmla="*/ 0 w 68"/>
                <a:gd name="T1" fmla="*/ 111 h 112"/>
                <a:gd name="T2" fmla="*/ 67 w 68"/>
                <a:gd name="T3" fmla="*/ 111 h 112"/>
                <a:gd name="T4" fmla="*/ 67 w 68"/>
                <a:gd name="T5" fmla="*/ 0 h 112"/>
                <a:gd name="T6" fmla="*/ 0 w 68"/>
                <a:gd name="T7" fmla="*/ 0 h 112"/>
                <a:gd name="T8" fmla="*/ 0 w 68"/>
                <a:gd name="T9" fmla="*/ 111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112"/>
                <a:gd name="T17" fmla="*/ 68 w 68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112">
                  <a:moveTo>
                    <a:pt x="0" y="111"/>
                  </a:moveTo>
                  <a:lnTo>
                    <a:pt x="67" y="111"/>
                  </a:lnTo>
                  <a:lnTo>
                    <a:pt x="67" y="0"/>
                  </a:lnTo>
                  <a:lnTo>
                    <a:pt x="0" y="0"/>
                  </a:lnTo>
                  <a:lnTo>
                    <a:pt x="0" y="111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53" name="Group 211">
              <a:extLst>
                <a:ext uri="{FF2B5EF4-FFF2-40B4-BE49-F238E27FC236}">
                  <a16:creationId xmlns:a16="http://schemas.microsoft.com/office/drawing/2014/main" id="{B0B87E83-F417-1944-AD96-0AC22F403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3612"/>
              <a:ext cx="78" cy="123"/>
              <a:chOff x="3535" y="3612"/>
              <a:chExt cx="78" cy="123"/>
            </a:xfrm>
          </p:grpSpPr>
          <p:sp>
            <p:nvSpPr>
              <p:cNvPr id="57966" name="Freeform 212">
                <a:extLst>
                  <a:ext uri="{FF2B5EF4-FFF2-40B4-BE49-F238E27FC236}">
                    <a16:creationId xmlns:a16="http://schemas.microsoft.com/office/drawing/2014/main" id="{CE031C6C-686D-C843-A875-60170781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612"/>
                <a:ext cx="63" cy="104"/>
              </a:xfrm>
              <a:custGeom>
                <a:avLst/>
                <a:gdLst>
                  <a:gd name="T0" fmla="*/ 0 w 63"/>
                  <a:gd name="T1" fmla="*/ 103 h 104"/>
                  <a:gd name="T2" fmla="*/ 62 w 63"/>
                  <a:gd name="T3" fmla="*/ 103 h 104"/>
                  <a:gd name="T4" fmla="*/ 62 w 63"/>
                  <a:gd name="T5" fmla="*/ 0 h 104"/>
                  <a:gd name="T6" fmla="*/ 0 w 63"/>
                  <a:gd name="T7" fmla="*/ 0 h 104"/>
                  <a:gd name="T8" fmla="*/ 0 w 63"/>
                  <a:gd name="T9" fmla="*/ 103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"/>
                  <a:gd name="T16" fmla="*/ 0 h 104"/>
                  <a:gd name="T17" fmla="*/ 63 w 63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" h="104">
                    <a:moveTo>
                      <a:pt x="0" y="103"/>
                    </a:moveTo>
                    <a:lnTo>
                      <a:pt x="62" y="103"/>
                    </a:lnTo>
                    <a:lnTo>
                      <a:pt x="62" y="0"/>
                    </a:lnTo>
                    <a:lnTo>
                      <a:pt x="0" y="0"/>
                    </a:lnTo>
                    <a:lnTo>
                      <a:pt x="0" y="10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67" name="Freeform 213">
                <a:extLst>
                  <a:ext uri="{FF2B5EF4-FFF2-40B4-BE49-F238E27FC236}">
                    <a16:creationId xmlns:a16="http://schemas.microsoft.com/office/drawing/2014/main" id="{E09E2B23-6FA1-414E-AF85-6DC90F1A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612"/>
                <a:ext cx="78" cy="123"/>
              </a:xfrm>
              <a:custGeom>
                <a:avLst/>
                <a:gdLst>
                  <a:gd name="T0" fmla="*/ 0 w 78"/>
                  <a:gd name="T1" fmla="*/ 122 h 123"/>
                  <a:gd name="T2" fmla="*/ 77 w 78"/>
                  <a:gd name="T3" fmla="*/ 122 h 123"/>
                  <a:gd name="T4" fmla="*/ 77 w 78"/>
                  <a:gd name="T5" fmla="*/ 0 h 123"/>
                  <a:gd name="T6" fmla="*/ 0 w 78"/>
                  <a:gd name="T7" fmla="*/ 0 h 123"/>
                  <a:gd name="T8" fmla="*/ 0 w 78"/>
                  <a:gd name="T9" fmla="*/ 122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123"/>
                  <a:gd name="T17" fmla="*/ 78 w 78"/>
                  <a:gd name="T18" fmla="*/ 123 h 1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123">
                    <a:moveTo>
                      <a:pt x="0" y="122"/>
                    </a:moveTo>
                    <a:lnTo>
                      <a:pt x="77" y="122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0" y="122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54" name="Freeform 214">
              <a:extLst>
                <a:ext uri="{FF2B5EF4-FFF2-40B4-BE49-F238E27FC236}">
                  <a16:creationId xmlns:a16="http://schemas.microsoft.com/office/drawing/2014/main" id="{8C12EA95-9918-124D-B610-F66A797C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648"/>
              <a:ext cx="26" cy="38"/>
            </a:xfrm>
            <a:custGeom>
              <a:avLst/>
              <a:gdLst>
                <a:gd name="T0" fmla="*/ 0 w 26"/>
                <a:gd name="T1" fmla="*/ 37 h 38"/>
                <a:gd name="T2" fmla="*/ 25 w 26"/>
                <a:gd name="T3" fmla="*/ 37 h 38"/>
                <a:gd name="T4" fmla="*/ 25 w 26"/>
                <a:gd name="T5" fmla="*/ 0 h 38"/>
                <a:gd name="T6" fmla="*/ 0 w 26"/>
                <a:gd name="T7" fmla="*/ 0 h 38"/>
                <a:gd name="T8" fmla="*/ 0 w 26"/>
                <a:gd name="T9" fmla="*/ 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8"/>
                <a:gd name="T17" fmla="*/ 26 w 26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8">
                  <a:moveTo>
                    <a:pt x="0" y="37"/>
                  </a:moveTo>
                  <a:lnTo>
                    <a:pt x="25" y="37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55" name="Group 215">
              <a:extLst>
                <a:ext uri="{FF2B5EF4-FFF2-40B4-BE49-F238E27FC236}">
                  <a16:creationId xmlns:a16="http://schemas.microsoft.com/office/drawing/2014/main" id="{6DC77EB7-E9EA-2741-9F2E-31FB9B9F74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8" y="3648"/>
              <a:ext cx="36" cy="50"/>
              <a:chOff x="3558" y="3648"/>
              <a:chExt cx="36" cy="50"/>
            </a:xfrm>
          </p:grpSpPr>
          <p:sp>
            <p:nvSpPr>
              <p:cNvPr id="57964" name="Freeform 216">
                <a:extLst>
                  <a:ext uri="{FF2B5EF4-FFF2-40B4-BE49-F238E27FC236}">
                    <a16:creationId xmlns:a16="http://schemas.microsoft.com/office/drawing/2014/main" id="{3E975531-0E7E-0949-B0A8-F2012FA01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648"/>
                <a:ext cx="20" cy="27"/>
              </a:xfrm>
              <a:custGeom>
                <a:avLst/>
                <a:gdLst>
                  <a:gd name="T0" fmla="*/ 0 w 20"/>
                  <a:gd name="T1" fmla="*/ 26 h 27"/>
                  <a:gd name="T2" fmla="*/ 19 w 20"/>
                  <a:gd name="T3" fmla="*/ 26 h 27"/>
                  <a:gd name="T4" fmla="*/ 19 w 20"/>
                  <a:gd name="T5" fmla="*/ 0 h 27"/>
                  <a:gd name="T6" fmla="*/ 0 w 20"/>
                  <a:gd name="T7" fmla="*/ 0 h 27"/>
                  <a:gd name="T8" fmla="*/ 0 w 20"/>
                  <a:gd name="T9" fmla="*/ 2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27"/>
                  <a:gd name="T17" fmla="*/ 20 w 20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27">
                    <a:moveTo>
                      <a:pt x="0" y="26"/>
                    </a:moveTo>
                    <a:lnTo>
                      <a:pt x="19" y="26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65" name="Freeform 217">
                <a:extLst>
                  <a:ext uri="{FF2B5EF4-FFF2-40B4-BE49-F238E27FC236}">
                    <a16:creationId xmlns:a16="http://schemas.microsoft.com/office/drawing/2014/main" id="{6818EC8E-B86B-214F-97D8-94092B20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648"/>
                <a:ext cx="36" cy="50"/>
              </a:xfrm>
              <a:custGeom>
                <a:avLst/>
                <a:gdLst>
                  <a:gd name="T0" fmla="*/ 0 w 36"/>
                  <a:gd name="T1" fmla="*/ 49 h 50"/>
                  <a:gd name="T2" fmla="*/ 35 w 36"/>
                  <a:gd name="T3" fmla="*/ 49 h 50"/>
                  <a:gd name="T4" fmla="*/ 35 w 36"/>
                  <a:gd name="T5" fmla="*/ 0 h 50"/>
                  <a:gd name="T6" fmla="*/ 0 w 36"/>
                  <a:gd name="T7" fmla="*/ 0 h 50"/>
                  <a:gd name="T8" fmla="*/ 0 w 36"/>
                  <a:gd name="T9" fmla="*/ 4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50"/>
                  <a:gd name="T17" fmla="*/ 36 w 36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50">
                    <a:moveTo>
                      <a:pt x="0" y="49"/>
                    </a:moveTo>
                    <a:lnTo>
                      <a:pt x="35" y="49"/>
                    </a:lnTo>
                    <a:lnTo>
                      <a:pt x="35" y="0"/>
                    </a:lnTo>
                    <a:lnTo>
                      <a:pt x="0" y="0"/>
                    </a:lnTo>
                    <a:lnTo>
                      <a:pt x="0" y="49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56" name="Freeform 218">
              <a:extLst>
                <a:ext uri="{FF2B5EF4-FFF2-40B4-BE49-F238E27FC236}">
                  <a16:creationId xmlns:a16="http://schemas.microsoft.com/office/drawing/2014/main" id="{0248F3F5-A4C8-4B41-808E-DBC65A08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366"/>
              <a:ext cx="18" cy="146"/>
            </a:xfrm>
            <a:custGeom>
              <a:avLst/>
              <a:gdLst>
                <a:gd name="T0" fmla="*/ 0 w 18"/>
                <a:gd name="T1" fmla="*/ 145 h 146"/>
                <a:gd name="T2" fmla="*/ 17 w 18"/>
                <a:gd name="T3" fmla="*/ 145 h 146"/>
                <a:gd name="T4" fmla="*/ 17 w 18"/>
                <a:gd name="T5" fmla="*/ 0 h 146"/>
                <a:gd name="T6" fmla="*/ 0 w 18"/>
                <a:gd name="T7" fmla="*/ 0 h 146"/>
                <a:gd name="T8" fmla="*/ 0 w 18"/>
                <a:gd name="T9" fmla="*/ 14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46"/>
                <a:gd name="T17" fmla="*/ 18 w 18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46">
                  <a:moveTo>
                    <a:pt x="0" y="145"/>
                  </a:moveTo>
                  <a:lnTo>
                    <a:pt x="17" y="14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14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57" name="Group 219">
              <a:extLst>
                <a:ext uri="{FF2B5EF4-FFF2-40B4-BE49-F238E27FC236}">
                  <a16:creationId xmlns:a16="http://schemas.microsoft.com/office/drawing/2014/main" id="{A5A7AB16-8B14-0A4D-B4C6-9AFA8C8BF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7" y="3366"/>
              <a:ext cx="26" cy="161"/>
              <a:chOff x="3347" y="3366"/>
              <a:chExt cx="26" cy="161"/>
            </a:xfrm>
          </p:grpSpPr>
          <p:sp>
            <p:nvSpPr>
              <p:cNvPr id="57962" name="Freeform 220">
                <a:extLst>
                  <a:ext uri="{FF2B5EF4-FFF2-40B4-BE49-F238E27FC236}">
                    <a16:creationId xmlns:a16="http://schemas.microsoft.com/office/drawing/2014/main" id="{C77FD612-4821-924A-A031-FEB906A6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66"/>
                <a:ext cx="17" cy="142"/>
              </a:xfrm>
              <a:custGeom>
                <a:avLst/>
                <a:gdLst>
                  <a:gd name="T0" fmla="*/ 0 w 17"/>
                  <a:gd name="T1" fmla="*/ 141 h 142"/>
                  <a:gd name="T2" fmla="*/ 16 w 17"/>
                  <a:gd name="T3" fmla="*/ 141 h 142"/>
                  <a:gd name="T4" fmla="*/ 16 w 17"/>
                  <a:gd name="T5" fmla="*/ 0 h 142"/>
                  <a:gd name="T6" fmla="*/ 0 w 17"/>
                  <a:gd name="T7" fmla="*/ 0 h 142"/>
                  <a:gd name="T8" fmla="*/ 0 w 17"/>
                  <a:gd name="T9" fmla="*/ 14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42"/>
                  <a:gd name="T17" fmla="*/ 17 w 17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42">
                    <a:moveTo>
                      <a:pt x="0" y="141"/>
                    </a:moveTo>
                    <a:lnTo>
                      <a:pt x="16" y="141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63" name="Freeform 221">
                <a:extLst>
                  <a:ext uri="{FF2B5EF4-FFF2-40B4-BE49-F238E27FC236}">
                    <a16:creationId xmlns:a16="http://schemas.microsoft.com/office/drawing/2014/main" id="{0369B47F-04D1-A840-AC76-FBCE6257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66"/>
                <a:ext cx="26" cy="161"/>
              </a:xfrm>
              <a:custGeom>
                <a:avLst/>
                <a:gdLst>
                  <a:gd name="T0" fmla="*/ 0 w 26"/>
                  <a:gd name="T1" fmla="*/ 160 h 161"/>
                  <a:gd name="T2" fmla="*/ 25 w 26"/>
                  <a:gd name="T3" fmla="*/ 160 h 161"/>
                  <a:gd name="T4" fmla="*/ 25 w 26"/>
                  <a:gd name="T5" fmla="*/ 0 h 161"/>
                  <a:gd name="T6" fmla="*/ 0 w 26"/>
                  <a:gd name="T7" fmla="*/ 0 h 161"/>
                  <a:gd name="T8" fmla="*/ 0 w 26"/>
                  <a:gd name="T9" fmla="*/ 160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61"/>
                  <a:gd name="T17" fmla="*/ 26 w 26"/>
                  <a:gd name="T18" fmla="*/ 161 h 1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61">
                    <a:moveTo>
                      <a:pt x="0" y="160"/>
                    </a:moveTo>
                    <a:lnTo>
                      <a:pt x="25" y="160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6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7958" name="Freeform 222">
              <a:extLst>
                <a:ext uri="{FF2B5EF4-FFF2-40B4-BE49-F238E27FC236}">
                  <a16:creationId xmlns:a16="http://schemas.microsoft.com/office/drawing/2014/main" id="{E0806A79-5B68-8244-A090-362BB032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415"/>
              <a:ext cx="45" cy="53"/>
            </a:xfrm>
            <a:custGeom>
              <a:avLst/>
              <a:gdLst>
                <a:gd name="T0" fmla="*/ 0 w 45"/>
                <a:gd name="T1" fmla="*/ 52 h 53"/>
                <a:gd name="T2" fmla="*/ 44 w 45"/>
                <a:gd name="T3" fmla="*/ 52 h 53"/>
                <a:gd name="T4" fmla="*/ 44 w 45"/>
                <a:gd name="T5" fmla="*/ 0 h 53"/>
                <a:gd name="T6" fmla="*/ 0 w 45"/>
                <a:gd name="T7" fmla="*/ 0 h 53"/>
                <a:gd name="T8" fmla="*/ 0 w 45"/>
                <a:gd name="T9" fmla="*/ 5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53"/>
                <a:gd name="T17" fmla="*/ 45 w 45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53">
                  <a:moveTo>
                    <a:pt x="0" y="52"/>
                  </a:moveTo>
                  <a:lnTo>
                    <a:pt x="44" y="52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5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grpSp>
          <p:nvGrpSpPr>
            <p:cNvPr id="57959" name="Group 223">
              <a:extLst>
                <a:ext uri="{FF2B5EF4-FFF2-40B4-BE49-F238E27FC236}">
                  <a16:creationId xmlns:a16="http://schemas.microsoft.com/office/drawing/2014/main" id="{C0951E0C-DCC7-2A4B-B172-A4A9936DA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7" y="3415"/>
              <a:ext cx="52" cy="63"/>
              <a:chOff x="3327" y="3415"/>
              <a:chExt cx="52" cy="63"/>
            </a:xfrm>
          </p:grpSpPr>
          <p:sp>
            <p:nvSpPr>
              <p:cNvPr id="57960" name="Freeform 224">
                <a:extLst>
                  <a:ext uri="{FF2B5EF4-FFF2-40B4-BE49-F238E27FC236}">
                    <a16:creationId xmlns:a16="http://schemas.microsoft.com/office/drawing/2014/main" id="{3505D300-B710-E248-8A48-CC5A46A49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415"/>
                <a:ext cx="36" cy="43"/>
              </a:xfrm>
              <a:custGeom>
                <a:avLst/>
                <a:gdLst>
                  <a:gd name="T0" fmla="*/ 0 w 36"/>
                  <a:gd name="T1" fmla="*/ 42 h 43"/>
                  <a:gd name="T2" fmla="*/ 35 w 36"/>
                  <a:gd name="T3" fmla="*/ 42 h 43"/>
                  <a:gd name="T4" fmla="*/ 35 w 36"/>
                  <a:gd name="T5" fmla="*/ 0 h 43"/>
                  <a:gd name="T6" fmla="*/ 0 w 36"/>
                  <a:gd name="T7" fmla="*/ 0 h 43"/>
                  <a:gd name="T8" fmla="*/ 0 w 36"/>
                  <a:gd name="T9" fmla="*/ 4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43"/>
                  <a:gd name="T17" fmla="*/ 36 w 36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43">
                    <a:moveTo>
                      <a:pt x="0" y="42"/>
                    </a:moveTo>
                    <a:lnTo>
                      <a:pt x="35" y="42"/>
                    </a:lnTo>
                    <a:lnTo>
                      <a:pt x="35" y="0"/>
                    </a:lnTo>
                    <a:lnTo>
                      <a:pt x="0" y="0"/>
                    </a:lnTo>
                    <a:lnTo>
                      <a:pt x="0" y="4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rnd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7961" name="Freeform 225">
                <a:extLst>
                  <a:ext uri="{FF2B5EF4-FFF2-40B4-BE49-F238E27FC236}">
                    <a16:creationId xmlns:a16="http://schemas.microsoft.com/office/drawing/2014/main" id="{7AEE00EF-BF28-F745-83D0-0880E132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415"/>
                <a:ext cx="52" cy="63"/>
              </a:xfrm>
              <a:custGeom>
                <a:avLst/>
                <a:gdLst>
                  <a:gd name="T0" fmla="*/ 0 w 52"/>
                  <a:gd name="T1" fmla="*/ 62 h 63"/>
                  <a:gd name="T2" fmla="*/ 51 w 52"/>
                  <a:gd name="T3" fmla="*/ 62 h 63"/>
                  <a:gd name="T4" fmla="*/ 51 w 52"/>
                  <a:gd name="T5" fmla="*/ 0 h 63"/>
                  <a:gd name="T6" fmla="*/ 0 w 52"/>
                  <a:gd name="T7" fmla="*/ 0 h 63"/>
                  <a:gd name="T8" fmla="*/ 0 w 52"/>
                  <a:gd name="T9" fmla="*/ 62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63"/>
                  <a:gd name="T17" fmla="*/ 52 w 52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63">
                    <a:moveTo>
                      <a:pt x="0" y="62"/>
                    </a:moveTo>
                    <a:lnTo>
                      <a:pt x="51" y="62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pic>
        <p:nvPicPr>
          <p:cNvPr id="57350" name="Picture 226">
            <a:extLst>
              <a:ext uri="{FF2B5EF4-FFF2-40B4-BE49-F238E27FC236}">
                <a16:creationId xmlns:a16="http://schemas.microsoft.com/office/drawing/2014/main" id="{A794D683-C87C-8241-8E2F-B38A441EF5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996" t="21890" r="38734" b="26578"/>
          <a:stretch>
            <a:fillRect/>
          </a:stretch>
        </p:blipFill>
        <p:spPr bwMode="auto">
          <a:xfrm>
            <a:off x="1517650" y="928688"/>
            <a:ext cx="981075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7351" name="Group 227">
            <a:extLst>
              <a:ext uri="{FF2B5EF4-FFF2-40B4-BE49-F238E27FC236}">
                <a16:creationId xmlns:a16="http://schemas.microsoft.com/office/drawing/2014/main" id="{60A04BE0-B86E-A143-BE28-331B53AD4ED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33738" y="5778500"/>
            <a:ext cx="1198562" cy="901700"/>
            <a:chOff x="1728" y="3306"/>
            <a:chExt cx="1205" cy="894"/>
          </a:xfrm>
        </p:grpSpPr>
        <p:sp>
          <p:nvSpPr>
            <p:cNvPr id="57604" name="Freeform 228">
              <a:extLst>
                <a:ext uri="{FF2B5EF4-FFF2-40B4-BE49-F238E27FC236}">
                  <a16:creationId xmlns:a16="http://schemas.microsoft.com/office/drawing/2014/main" id="{05AFD662-9955-5848-B66C-6D4A6693FB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0" y="3322"/>
              <a:ext cx="413" cy="758"/>
            </a:xfrm>
            <a:custGeom>
              <a:avLst/>
              <a:gdLst>
                <a:gd name="T0" fmla="*/ 0 w 413"/>
                <a:gd name="T1" fmla="*/ 0 h 758"/>
                <a:gd name="T2" fmla="*/ 0 w 413"/>
                <a:gd name="T3" fmla="*/ 757 h 758"/>
                <a:gd name="T4" fmla="*/ 412 w 413"/>
                <a:gd name="T5" fmla="*/ 674 h 758"/>
                <a:gd name="T6" fmla="*/ 412 w 413"/>
                <a:gd name="T7" fmla="*/ 48 h 758"/>
                <a:gd name="T8" fmla="*/ 0 w 413"/>
                <a:gd name="T9" fmla="*/ 0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3"/>
                <a:gd name="T16" fmla="*/ 0 h 758"/>
                <a:gd name="T17" fmla="*/ 413 w 413"/>
                <a:gd name="T18" fmla="*/ 758 h 7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3" h="758">
                  <a:moveTo>
                    <a:pt x="0" y="0"/>
                  </a:moveTo>
                  <a:lnTo>
                    <a:pt x="0" y="757"/>
                  </a:lnTo>
                  <a:lnTo>
                    <a:pt x="412" y="674"/>
                  </a:lnTo>
                  <a:lnTo>
                    <a:pt x="412" y="48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05" name="Line 229">
              <a:extLst>
                <a:ext uri="{FF2B5EF4-FFF2-40B4-BE49-F238E27FC236}">
                  <a16:creationId xmlns:a16="http://schemas.microsoft.com/office/drawing/2014/main" id="{03E5DC43-24DA-C546-AFBB-9D4CCD94EB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89" y="3348"/>
              <a:ext cx="0" cy="6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606" name="Freeform 230">
              <a:extLst>
                <a:ext uri="{FF2B5EF4-FFF2-40B4-BE49-F238E27FC236}">
                  <a16:creationId xmlns:a16="http://schemas.microsoft.com/office/drawing/2014/main" id="{6B230FDC-0A9F-D042-981C-F2BF22518E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8" y="3306"/>
              <a:ext cx="198" cy="514"/>
            </a:xfrm>
            <a:custGeom>
              <a:avLst/>
              <a:gdLst>
                <a:gd name="T0" fmla="*/ 0 w 198"/>
                <a:gd name="T1" fmla="*/ 22 h 514"/>
                <a:gd name="T2" fmla="*/ 0 w 198"/>
                <a:gd name="T3" fmla="*/ 482 h 514"/>
                <a:gd name="T4" fmla="*/ 197 w 198"/>
                <a:gd name="T5" fmla="*/ 513 h 514"/>
                <a:gd name="T6" fmla="*/ 197 w 198"/>
                <a:gd name="T7" fmla="*/ 0 h 514"/>
                <a:gd name="T8" fmla="*/ 0 w 198"/>
                <a:gd name="T9" fmla="*/ 22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8"/>
                <a:gd name="T16" fmla="*/ 0 h 514"/>
                <a:gd name="T17" fmla="*/ 198 w 198"/>
                <a:gd name="T18" fmla="*/ 514 h 5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8" h="514">
                  <a:moveTo>
                    <a:pt x="0" y="22"/>
                  </a:moveTo>
                  <a:lnTo>
                    <a:pt x="0" y="482"/>
                  </a:lnTo>
                  <a:lnTo>
                    <a:pt x="197" y="513"/>
                  </a:lnTo>
                  <a:lnTo>
                    <a:pt x="197" y="0"/>
                  </a:lnTo>
                  <a:lnTo>
                    <a:pt x="0" y="2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07" name="Freeform 231">
              <a:extLst>
                <a:ext uri="{FF2B5EF4-FFF2-40B4-BE49-F238E27FC236}">
                  <a16:creationId xmlns:a16="http://schemas.microsoft.com/office/drawing/2014/main" id="{3D66FA5F-39BE-8741-84EC-883C0F7C0B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09" y="3491"/>
              <a:ext cx="138" cy="334"/>
            </a:xfrm>
            <a:custGeom>
              <a:avLst/>
              <a:gdLst>
                <a:gd name="T0" fmla="*/ 44 w 138"/>
                <a:gd name="T1" fmla="*/ 0 h 334"/>
                <a:gd name="T2" fmla="*/ 42 w 138"/>
                <a:gd name="T3" fmla="*/ 183 h 334"/>
                <a:gd name="T4" fmla="*/ 0 w 138"/>
                <a:gd name="T5" fmla="*/ 333 h 334"/>
                <a:gd name="T6" fmla="*/ 137 w 138"/>
                <a:gd name="T7" fmla="*/ 299 h 334"/>
                <a:gd name="T8" fmla="*/ 137 w 138"/>
                <a:gd name="T9" fmla="*/ 0 h 334"/>
                <a:gd name="T10" fmla="*/ 44 w 138"/>
                <a:gd name="T11" fmla="*/ 0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8"/>
                <a:gd name="T19" fmla="*/ 0 h 334"/>
                <a:gd name="T20" fmla="*/ 138 w 138"/>
                <a:gd name="T21" fmla="*/ 334 h 3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8" h="334">
                  <a:moveTo>
                    <a:pt x="44" y="0"/>
                  </a:moveTo>
                  <a:lnTo>
                    <a:pt x="42" y="183"/>
                  </a:lnTo>
                  <a:lnTo>
                    <a:pt x="0" y="333"/>
                  </a:lnTo>
                  <a:lnTo>
                    <a:pt x="137" y="299"/>
                  </a:lnTo>
                  <a:lnTo>
                    <a:pt x="137" y="0"/>
                  </a:lnTo>
                  <a:lnTo>
                    <a:pt x="44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08" name="Rectangle 232">
              <a:extLst>
                <a:ext uri="{FF2B5EF4-FFF2-40B4-BE49-F238E27FC236}">
                  <a16:creationId xmlns:a16="http://schemas.microsoft.com/office/drawing/2014/main" id="{5EE8B3C6-0A33-C44B-B0D9-D6E89905F9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8" y="3326"/>
              <a:ext cx="3" cy="74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09" name="Line 233">
              <a:extLst>
                <a:ext uri="{FF2B5EF4-FFF2-40B4-BE49-F238E27FC236}">
                  <a16:creationId xmlns:a16="http://schemas.microsoft.com/office/drawing/2014/main" id="{405A9761-8029-224E-9B83-CE369044DE5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90" y="3368"/>
              <a:ext cx="0" cy="63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610" name="Line 234">
              <a:extLst>
                <a:ext uri="{FF2B5EF4-FFF2-40B4-BE49-F238E27FC236}">
                  <a16:creationId xmlns:a16="http://schemas.microsoft.com/office/drawing/2014/main" id="{AD95B96F-439D-2245-8374-961A0B8C7A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98" y="3360"/>
              <a:ext cx="0" cy="6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611" name="Freeform 235">
              <a:extLst>
                <a:ext uri="{FF2B5EF4-FFF2-40B4-BE49-F238E27FC236}">
                  <a16:creationId xmlns:a16="http://schemas.microsoft.com/office/drawing/2014/main" id="{AD24E254-1BEA-5941-AF09-A223092C56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46" y="3522"/>
              <a:ext cx="33" cy="242"/>
            </a:xfrm>
            <a:custGeom>
              <a:avLst/>
              <a:gdLst>
                <a:gd name="T0" fmla="*/ 0 w 33"/>
                <a:gd name="T1" fmla="*/ 0 h 242"/>
                <a:gd name="T2" fmla="*/ 0 w 33"/>
                <a:gd name="T3" fmla="*/ 241 h 242"/>
                <a:gd name="T4" fmla="*/ 32 w 33"/>
                <a:gd name="T5" fmla="*/ 235 h 242"/>
                <a:gd name="T6" fmla="*/ 32 w 33"/>
                <a:gd name="T7" fmla="*/ 4 h 242"/>
                <a:gd name="T8" fmla="*/ 0 w 33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242"/>
                <a:gd name="T17" fmla="*/ 33 w 33"/>
                <a:gd name="T18" fmla="*/ 242 h 2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242">
                  <a:moveTo>
                    <a:pt x="0" y="0"/>
                  </a:moveTo>
                  <a:lnTo>
                    <a:pt x="0" y="241"/>
                  </a:lnTo>
                  <a:lnTo>
                    <a:pt x="32" y="235"/>
                  </a:lnTo>
                  <a:lnTo>
                    <a:pt x="32" y="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2" name="Freeform 236">
              <a:extLst>
                <a:ext uri="{FF2B5EF4-FFF2-40B4-BE49-F238E27FC236}">
                  <a16:creationId xmlns:a16="http://schemas.microsoft.com/office/drawing/2014/main" id="{C9061C2E-5614-0E47-8E0D-704B33EAF2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6" y="3665"/>
              <a:ext cx="27" cy="90"/>
            </a:xfrm>
            <a:custGeom>
              <a:avLst/>
              <a:gdLst>
                <a:gd name="T0" fmla="*/ 0 w 27"/>
                <a:gd name="T1" fmla="*/ 0 h 90"/>
                <a:gd name="T2" fmla="*/ 0 w 27"/>
                <a:gd name="T3" fmla="*/ 8 h 90"/>
                <a:gd name="T4" fmla="*/ 19 w 27"/>
                <a:gd name="T5" fmla="*/ 10 h 90"/>
                <a:gd name="T6" fmla="*/ 19 w 27"/>
                <a:gd name="T7" fmla="*/ 81 h 90"/>
                <a:gd name="T8" fmla="*/ 2 w 27"/>
                <a:gd name="T9" fmla="*/ 77 h 90"/>
                <a:gd name="T10" fmla="*/ 2 w 27"/>
                <a:gd name="T11" fmla="*/ 83 h 90"/>
                <a:gd name="T12" fmla="*/ 26 w 27"/>
                <a:gd name="T13" fmla="*/ 89 h 90"/>
                <a:gd name="T14" fmla="*/ 26 w 27"/>
                <a:gd name="T15" fmla="*/ 6 h 90"/>
                <a:gd name="T16" fmla="*/ 0 w 27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7"/>
                <a:gd name="T28" fmla="*/ 0 h 90"/>
                <a:gd name="T29" fmla="*/ 27 w 27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7" h="90">
                  <a:moveTo>
                    <a:pt x="0" y="0"/>
                  </a:moveTo>
                  <a:lnTo>
                    <a:pt x="0" y="8"/>
                  </a:lnTo>
                  <a:lnTo>
                    <a:pt x="19" y="10"/>
                  </a:lnTo>
                  <a:lnTo>
                    <a:pt x="19" y="81"/>
                  </a:lnTo>
                  <a:lnTo>
                    <a:pt x="2" y="77"/>
                  </a:lnTo>
                  <a:lnTo>
                    <a:pt x="2" y="83"/>
                  </a:lnTo>
                  <a:lnTo>
                    <a:pt x="26" y="89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3" name="Freeform 237">
              <a:extLst>
                <a:ext uri="{FF2B5EF4-FFF2-40B4-BE49-F238E27FC236}">
                  <a16:creationId xmlns:a16="http://schemas.microsoft.com/office/drawing/2014/main" id="{39DD4B41-0C72-0D4C-B101-7CCB1006A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40" y="3806"/>
              <a:ext cx="270" cy="44"/>
            </a:xfrm>
            <a:custGeom>
              <a:avLst/>
              <a:gdLst>
                <a:gd name="T0" fmla="*/ 80 w 270"/>
                <a:gd name="T1" fmla="*/ 0 h 44"/>
                <a:gd name="T2" fmla="*/ 0 w 270"/>
                <a:gd name="T3" fmla="*/ 19 h 44"/>
                <a:gd name="T4" fmla="*/ 172 w 270"/>
                <a:gd name="T5" fmla="*/ 43 h 44"/>
                <a:gd name="T6" fmla="*/ 269 w 270"/>
                <a:gd name="T7" fmla="*/ 19 h 44"/>
                <a:gd name="T8" fmla="*/ 80 w 27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0"/>
                <a:gd name="T16" fmla="*/ 0 h 44"/>
                <a:gd name="T17" fmla="*/ 270 w 270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0" h="44">
                  <a:moveTo>
                    <a:pt x="80" y="0"/>
                  </a:moveTo>
                  <a:lnTo>
                    <a:pt x="0" y="19"/>
                  </a:lnTo>
                  <a:lnTo>
                    <a:pt x="172" y="43"/>
                  </a:lnTo>
                  <a:lnTo>
                    <a:pt x="269" y="19"/>
                  </a:lnTo>
                  <a:lnTo>
                    <a:pt x="8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4" name="Freeform 238">
              <a:extLst>
                <a:ext uri="{FF2B5EF4-FFF2-40B4-BE49-F238E27FC236}">
                  <a16:creationId xmlns:a16="http://schemas.microsoft.com/office/drawing/2014/main" id="{F8158A5C-2E16-DC4B-BDF7-7C7029EDAF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2" y="4052"/>
              <a:ext cx="26" cy="33"/>
            </a:xfrm>
            <a:custGeom>
              <a:avLst/>
              <a:gdLst>
                <a:gd name="T0" fmla="*/ 2 w 26"/>
                <a:gd name="T1" fmla="*/ 0 h 33"/>
                <a:gd name="T2" fmla="*/ 0 w 26"/>
                <a:gd name="T3" fmla="*/ 32 h 33"/>
                <a:gd name="T4" fmla="*/ 25 w 26"/>
                <a:gd name="T5" fmla="*/ 28 h 33"/>
                <a:gd name="T6" fmla="*/ 25 w 26"/>
                <a:gd name="T7" fmla="*/ 4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3"/>
                <a:gd name="T17" fmla="*/ 26 w 26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3">
                  <a:moveTo>
                    <a:pt x="2" y="0"/>
                  </a:moveTo>
                  <a:lnTo>
                    <a:pt x="0" y="32"/>
                  </a:lnTo>
                  <a:lnTo>
                    <a:pt x="25" y="28"/>
                  </a:lnTo>
                  <a:lnTo>
                    <a:pt x="25" y="4"/>
                  </a:lnTo>
                  <a:lnTo>
                    <a:pt x="2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5" name="Freeform 239">
              <a:extLst>
                <a:ext uri="{FF2B5EF4-FFF2-40B4-BE49-F238E27FC236}">
                  <a16:creationId xmlns:a16="http://schemas.microsoft.com/office/drawing/2014/main" id="{1017409E-C7FF-7D43-B03D-DABE1290E6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4056"/>
              <a:ext cx="28" cy="31"/>
            </a:xfrm>
            <a:custGeom>
              <a:avLst/>
              <a:gdLst>
                <a:gd name="T0" fmla="*/ 0 w 28"/>
                <a:gd name="T1" fmla="*/ 0 h 31"/>
                <a:gd name="T2" fmla="*/ 0 w 28"/>
                <a:gd name="T3" fmla="*/ 24 h 31"/>
                <a:gd name="T4" fmla="*/ 27 w 28"/>
                <a:gd name="T5" fmla="*/ 30 h 31"/>
                <a:gd name="T6" fmla="*/ 27 w 28"/>
                <a:gd name="T7" fmla="*/ 4 h 31"/>
                <a:gd name="T8" fmla="*/ 0 w 2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1"/>
                <a:gd name="T17" fmla="*/ 28 w 28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1">
                  <a:moveTo>
                    <a:pt x="0" y="0"/>
                  </a:moveTo>
                  <a:lnTo>
                    <a:pt x="0" y="24"/>
                  </a:lnTo>
                  <a:lnTo>
                    <a:pt x="27" y="30"/>
                  </a:lnTo>
                  <a:lnTo>
                    <a:pt x="27" y="4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6" name="Freeform 240">
              <a:extLst>
                <a:ext uri="{FF2B5EF4-FFF2-40B4-BE49-F238E27FC236}">
                  <a16:creationId xmlns:a16="http://schemas.microsoft.com/office/drawing/2014/main" id="{5665BC6C-8054-4C49-84D0-A65C7AF86C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2" y="4079"/>
              <a:ext cx="97" cy="17"/>
            </a:xfrm>
            <a:custGeom>
              <a:avLst/>
              <a:gdLst>
                <a:gd name="T0" fmla="*/ 25 w 97"/>
                <a:gd name="T1" fmla="*/ 0 h 17"/>
                <a:gd name="T2" fmla="*/ 0 w 97"/>
                <a:gd name="T3" fmla="*/ 6 h 17"/>
                <a:gd name="T4" fmla="*/ 65 w 97"/>
                <a:gd name="T5" fmla="*/ 16 h 17"/>
                <a:gd name="T6" fmla="*/ 96 w 97"/>
                <a:gd name="T7" fmla="*/ 12 h 17"/>
                <a:gd name="T8" fmla="*/ 51 w 97"/>
                <a:gd name="T9" fmla="*/ 8 h 17"/>
                <a:gd name="T10" fmla="*/ 25 w 9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7"/>
                <a:gd name="T19" fmla="*/ 0 h 17"/>
                <a:gd name="T20" fmla="*/ 97 w 97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7" h="17">
                  <a:moveTo>
                    <a:pt x="25" y="0"/>
                  </a:moveTo>
                  <a:lnTo>
                    <a:pt x="0" y="6"/>
                  </a:lnTo>
                  <a:lnTo>
                    <a:pt x="65" y="16"/>
                  </a:lnTo>
                  <a:lnTo>
                    <a:pt x="96" y="12"/>
                  </a:lnTo>
                  <a:lnTo>
                    <a:pt x="51" y="8"/>
                  </a:lnTo>
                  <a:lnTo>
                    <a:pt x="25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7" name="Freeform 241">
              <a:extLst>
                <a:ext uri="{FF2B5EF4-FFF2-40B4-BE49-F238E27FC236}">
                  <a16:creationId xmlns:a16="http://schemas.microsoft.com/office/drawing/2014/main" id="{9EFFB000-9BB5-8F45-ACBE-930D9BA78F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27" y="3727"/>
              <a:ext cx="189" cy="70"/>
            </a:xfrm>
            <a:custGeom>
              <a:avLst/>
              <a:gdLst>
                <a:gd name="T0" fmla="*/ 16 w 189"/>
                <a:gd name="T1" fmla="*/ 0 h 70"/>
                <a:gd name="T2" fmla="*/ 0 w 189"/>
                <a:gd name="T3" fmla="*/ 53 h 70"/>
                <a:gd name="T4" fmla="*/ 171 w 189"/>
                <a:gd name="T5" fmla="*/ 69 h 70"/>
                <a:gd name="T6" fmla="*/ 188 w 189"/>
                <a:gd name="T7" fmla="*/ 14 h 70"/>
                <a:gd name="T8" fmla="*/ 16 w 189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9"/>
                <a:gd name="T16" fmla="*/ 0 h 70"/>
                <a:gd name="T17" fmla="*/ 189 w 189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9" h="70">
                  <a:moveTo>
                    <a:pt x="16" y="0"/>
                  </a:moveTo>
                  <a:lnTo>
                    <a:pt x="0" y="53"/>
                  </a:lnTo>
                  <a:lnTo>
                    <a:pt x="171" y="69"/>
                  </a:lnTo>
                  <a:lnTo>
                    <a:pt x="188" y="14"/>
                  </a:lnTo>
                  <a:lnTo>
                    <a:pt x="16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18" name="Line 242">
              <a:extLst>
                <a:ext uri="{FF2B5EF4-FFF2-40B4-BE49-F238E27FC236}">
                  <a16:creationId xmlns:a16="http://schemas.microsoft.com/office/drawing/2014/main" id="{28AC55FB-FE93-7148-924D-88C9A51E0F3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45" y="3724"/>
              <a:ext cx="177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619" name="Freeform 243">
              <a:extLst>
                <a:ext uri="{FF2B5EF4-FFF2-40B4-BE49-F238E27FC236}">
                  <a16:creationId xmlns:a16="http://schemas.microsoft.com/office/drawing/2014/main" id="{3B274504-6E56-0F44-A40F-87F410DE3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10" y="3335"/>
              <a:ext cx="22" cy="439"/>
            </a:xfrm>
            <a:custGeom>
              <a:avLst/>
              <a:gdLst>
                <a:gd name="T0" fmla="*/ 0 w 22"/>
                <a:gd name="T1" fmla="*/ 2 h 439"/>
                <a:gd name="T2" fmla="*/ 7 w 22"/>
                <a:gd name="T3" fmla="*/ 438 h 439"/>
                <a:gd name="T4" fmla="*/ 21 w 22"/>
                <a:gd name="T5" fmla="*/ 394 h 439"/>
                <a:gd name="T6" fmla="*/ 17 w 22"/>
                <a:gd name="T7" fmla="*/ 0 h 439"/>
                <a:gd name="T8" fmla="*/ 0 w 22"/>
                <a:gd name="T9" fmla="*/ 2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439"/>
                <a:gd name="T17" fmla="*/ 22 w 22"/>
                <a:gd name="T18" fmla="*/ 439 h 4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439">
                  <a:moveTo>
                    <a:pt x="0" y="2"/>
                  </a:moveTo>
                  <a:lnTo>
                    <a:pt x="7" y="438"/>
                  </a:lnTo>
                  <a:lnTo>
                    <a:pt x="21" y="394"/>
                  </a:lnTo>
                  <a:lnTo>
                    <a:pt x="17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0" name="Freeform 244">
              <a:extLst>
                <a:ext uri="{FF2B5EF4-FFF2-40B4-BE49-F238E27FC236}">
                  <a16:creationId xmlns:a16="http://schemas.microsoft.com/office/drawing/2014/main" id="{59EE8972-D774-5A46-A90D-E5F7FC11D1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6" y="3786"/>
              <a:ext cx="133" cy="116"/>
            </a:xfrm>
            <a:custGeom>
              <a:avLst/>
              <a:gdLst>
                <a:gd name="T0" fmla="*/ 0 w 133"/>
                <a:gd name="T1" fmla="*/ 0 h 116"/>
                <a:gd name="T2" fmla="*/ 0 w 133"/>
                <a:gd name="T3" fmla="*/ 54 h 116"/>
                <a:gd name="T4" fmla="*/ 50 w 133"/>
                <a:gd name="T5" fmla="*/ 99 h 116"/>
                <a:gd name="T6" fmla="*/ 126 w 133"/>
                <a:gd name="T7" fmla="*/ 115 h 116"/>
                <a:gd name="T8" fmla="*/ 107 w 133"/>
                <a:gd name="T9" fmla="*/ 78 h 116"/>
                <a:gd name="T10" fmla="*/ 27 w 133"/>
                <a:gd name="T11" fmla="*/ 65 h 116"/>
                <a:gd name="T12" fmla="*/ 25 w 133"/>
                <a:gd name="T13" fmla="*/ 28 h 116"/>
                <a:gd name="T14" fmla="*/ 132 w 133"/>
                <a:gd name="T15" fmla="*/ 22 h 116"/>
                <a:gd name="T16" fmla="*/ 0 w 133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3"/>
                <a:gd name="T28" fmla="*/ 0 h 116"/>
                <a:gd name="T29" fmla="*/ 133 w 133"/>
                <a:gd name="T30" fmla="*/ 116 h 1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3" h="116">
                  <a:moveTo>
                    <a:pt x="0" y="0"/>
                  </a:moveTo>
                  <a:lnTo>
                    <a:pt x="0" y="54"/>
                  </a:lnTo>
                  <a:lnTo>
                    <a:pt x="50" y="99"/>
                  </a:lnTo>
                  <a:lnTo>
                    <a:pt x="126" y="115"/>
                  </a:lnTo>
                  <a:lnTo>
                    <a:pt x="107" y="78"/>
                  </a:lnTo>
                  <a:lnTo>
                    <a:pt x="27" y="65"/>
                  </a:lnTo>
                  <a:lnTo>
                    <a:pt x="25" y="28"/>
                  </a:lnTo>
                  <a:lnTo>
                    <a:pt x="132" y="2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1" name="Freeform 245">
              <a:extLst>
                <a:ext uri="{FF2B5EF4-FFF2-40B4-BE49-F238E27FC236}">
                  <a16:creationId xmlns:a16="http://schemas.microsoft.com/office/drawing/2014/main" id="{1584F522-9417-F741-8258-6A7E3D32FB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6" y="3885"/>
              <a:ext cx="89" cy="37"/>
            </a:xfrm>
            <a:custGeom>
              <a:avLst/>
              <a:gdLst>
                <a:gd name="T0" fmla="*/ 0 w 89"/>
                <a:gd name="T1" fmla="*/ 0 h 37"/>
                <a:gd name="T2" fmla="*/ 0 w 89"/>
                <a:gd name="T3" fmla="*/ 18 h 37"/>
                <a:gd name="T4" fmla="*/ 88 w 89"/>
                <a:gd name="T5" fmla="*/ 36 h 37"/>
                <a:gd name="T6" fmla="*/ 76 w 89"/>
                <a:gd name="T7" fmla="*/ 16 h 37"/>
                <a:gd name="T8" fmla="*/ 0 w 89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"/>
                <a:gd name="T16" fmla="*/ 0 h 37"/>
                <a:gd name="T17" fmla="*/ 89 w 89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" h="37">
                  <a:moveTo>
                    <a:pt x="0" y="0"/>
                  </a:moveTo>
                  <a:lnTo>
                    <a:pt x="0" y="18"/>
                  </a:lnTo>
                  <a:lnTo>
                    <a:pt x="88" y="36"/>
                  </a:lnTo>
                  <a:lnTo>
                    <a:pt x="76" y="1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2" name="Freeform 246">
              <a:extLst>
                <a:ext uri="{FF2B5EF4-FFF2-40B4-BE49-F238E27FC236}">
                  <a16:creationId xmlns:a16="http://schemas.microsoft.com/office/drawing/2014/main" id="{2F33C960-C669-4544-889D-695A1D0E56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0" y="3765"/>
              <a:ext cx="401" cy="55"/>
            </a:xfrm>
            <a:custGeom>
              <a:avLst/>
              <a:gdLst>
                <a:gd name="T0" fmla="*/ 56 w 401"/>
                <a:gd name="T1" fmla="*/ 0 h 55"/>
                <a:gd name="T2" fmla="*/ 0 w 401"/>
                <a:gd name="T3" fmla="*/ 13 h 55"/>
                <a:gd name="T4" fmla="*/ 168 w 401"/>
                <a:gd name="T5" fmla="*/ 38 h 55"/>
                <a:gd name="T6" fmla="*/ 217 w 401"/>
                <a:gd name="T7" fmla="*/ 33 h 55"/>
                <a:gd name="T8" fmla="*/ 381 w 401"/>
                <a:gd name="T9" fmla="*/ 54 h 55"/>
                <a:gd name="T10" fmla="*/ 400 w 401"/>
                <a:gd name="T11" fmla="*/ 51 h 55"/>
                <a:gd name="T12" fmla="*/ 89 w 401"/>
                <a:gd name="T13" fmla="*/ 4 h 55"/>
                <a:gd name="T14" fmla="*/ 56 w 401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1"/>
                <a:gd name="T25" fmla="*/ 0 h 55"/>
                <a:gd name="T26" fmla="*/ 401 w 401"/>
                <a:gd name="T27" fmla="*/ 55 h 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1" h="55">
                  <a:moveTo>
                    <a:pt x="56" y="0"/>
                  </a:moveTo>
                  <a:lnTo>
                    <a:pt x="0" y="13"/>
                  </a:lnTo>
                  <a:lnTo>
                    <a:pt x="168" y="38"/>
                  </a:lnTo>
                  <a:lnTo>
                    <a:pt x="217" y="33"/>
                  </a:lnTo>
                  <a:lnTo>
                    <a:pt x="381" y="54"/>
                  </a:lnTo>
                  <a:lnTo>
                    <a:pt x="400" y="51"/>
                  </a:lnTo>
                  <a:lnTo>
                    <a:pt x="89" y="4"/>
                  </a:lnTo>
                  <a:lnTo>
                    <a:pt x="56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3" name="Freeform 247">
              <a:extLst>
                <a:ext uri="{FF2B5EF4-FFF2-40B4-BE49-F238E27FC236}">
                  <a16:creationId xmlns:a16="http://schemas.microsoft.com/office/drawing/2014/main" id="{EA8EDC70-D39F-A84E-9FFB-A0C7F8652D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66" y="3866"/>
              <a:ext cx="43" cy="44"/>
            </a:xfrm>
            <a:custGeom>
              <a:avLst/>
              <a:gdLst>
                <a:gd name="T0" fmla="*/ 0 w 43"/>
                <a:gd name="T1" fmla="*/ 6 h 44"/>
                <a:gd name="T2" fmla="*/ 0 w 43"/>
                <a:gd name="T3" fmla="*/ 43 h 44"/>
                <a:gd name="T4" fmla="*/ 42 w 43"/>
                <a:gd name="T5" fmla="*/ 35 h 44"/>
                <a:gd name="T6" fmla="*/ 42 w 43"/>
                <a:gd name="T7" fmla="*/ 0 h 44"/>
                <a:gd name="T8" fmla="*/ 0 w 43"/>
                <a:gd name="T9" fmla="*/ 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44"/>
                <a:gd name="T17" fmla="*/ 43 w 43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44">
                  <a:moveTo>
                    <a:pt x="0" y="6"/>
                  </a:moveTo>
                  <a:lnTo>
                    <a:pt x="0" y="43"/>
                  </a:lnTo>
                  <a:lnTo>
                    <a:pt x="42" y="35"/>
                  </a:lnTo>
                  <a:lnTo>
                    <a:pt x="42" y="0"/>
                  </a:lnTo>
                  <a:lnTo>
                    <a:pt x="0" y="6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4" name="Freeform 248">
              <a:extLst>
                <a:ext uri="{FF2B5EF4-FFF2-40B4-BE49-F238E27FC236}">
                  <a16:creationId xmlns:a16="http://schemas.microsoft.com/office/drawing/2014/main" id="{F659E083-3E7E-954A-B8F6-9B6A1BA63B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54" y="3840"/>
              <a:ext cx="255" cy="62"/>
            </a:xfrm>
            <a:custGeom>
              <a:avLst/>
              <a:gdLst>
                <a:gd name="T0" fmla="*/ 2 w 255"/>
                <a:gd name="T1" fmla="*/ 4 h 62"/>
                <a:gd name="T2" fmla="*/ 0 w 255"/>
                <a:gd name="T3" fmla="*/ 47 h 62"/>
                <a:gd name="T4" fmla="*/ 154 w 255"/>
                <a:gd name="T5" fmla="*/ 26 h 62"/>
                <a:gd name="T6" fmla="*/ 154 w 255"/>
                <a:gd name="T7" fmla="*/ 61 h 62"/>
                <a:gd name="T8" fmla="*/ 254 w 255"/>
                <a:gd name="T9" fmla="*/ 45 h 62"/>
                <a:gd name="T10" fmla="*/ 254 w 255"/>
                <a:gd name="T11" fmla="*/ 23 h 62"/>
                <a:gd name="T12" fmla="*/ 79 w 255"/>
                <a:gd name="T13" fmla="*/ 0 h 62"/>
                <a:gd name="T14" fmla="*/ 2 w 255"/>
                <a:gd name="T15" fmla="*/ 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5"/>
                <a:gd name="T25" fmla="*/ 0 h 62"/>
                <a:gd name="T26" fmla="*/ 255 w 255"/>
                <a:gd name="T27" fmla="*/ 62 h 6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5" h="62">
                  <a:moveTo>
                    <a:pt x="2" y="4"/>
                  </a:moveTo>
                  <a:lnTo>
                    <a:pt x="0" y="47"/>
                  </a:lnTo>
                  <a:lnTo>
                    <a:pt x="154" y="26"/>
                  </a:lnTo>
                  <a:lnTo>
                    <a:pt x="154" y="61"/>
                  </a:lnTo>
                  <a:lnTo>
                    <a:pt x="254" y="45"/>
                  </a:lnTo>
                  <a:lnTo>
                    <a:pt x="254" y="23"/>
                  </a:lnTo>
                  <a:lnTo>
                    <a:pt x="79" y="0"/>
                  </a:lnTo>
                  <a:lnTo>
                    <a:pt x="2" y="4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5" name="Freeform 249">
              <a:extLst>
                <a:ext uri="{FF2B5EF4-FFF2-40B4-BE49-F238E27FC236}">
                  <a16:creationId xmlns:a16="http://schemas.microsoft.com/office/drawing/2014/main" id="{4A49F225-D63E-7746-81BA-73E54062A5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2" y="3763"/>
              <a:ext cx="244" cy="40"/>
            </a:xfrm>
            <a:custGeom>
              <a:avLst/>
              <a:gdLst>
                <a:gd name="T0" fmla="*/ 2 w 244"/>
                <a:gd name="T1" fmla="*/ 0 h 40"/>
                <a:gd name="T2" fmla="*/ 0 w 244"/>
                <a:gd name="T3" fmla="*/ 3 h 40"/>
                <a:gd name="T4" fmla="*/ 243 w 244"/>
                <a:gd name="T5" fmla="*/ 39 h 40"/>
                <a:gd name="T6" fmla="*/ 243 w 244"/>
                <a:gd name="T7" fmla="*/ 33 h 40"/>
                <a:gd name="T8" fmla="*/ 2 w 244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40"/>
                <a:gd name="T17" fmla="*/ 244 w 244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40">
                  <a:moveTo>
                    <a:pt x="2" y="0"/>
                  </a:moveTo>
                  <a:lnTo>
                    <a:pt x="0" y="3"/>
                  </a:lnTo>
                  <a:lnTo>
                    <a:pt x="243" y="39"/>
                  </a:lnTo>
                  <a:lnTo>
                    <a:pt x="243" y="33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6" name="Freeform 250">
              <a:extLst>
                <a:ext uri="{FF2B5EF4-FFF2-40B4-BE49-F238E27FC236}">
                  <a16:creationId xmlns:a16="http://schemas.microsoft.com/office/drawing/2014/main" id="{8506BA0E-899B-434E-83C1-3920E8E88A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745"/>
              <a:ext cx="240" cy="52"/>
            </a:xfrm>
            <a:custGeom>
              <a:avLst/>
              <a:gdLst>
                <a:gd name="T0" fmla="*/ 0 w 240"/>
                <a:gd name="T1" fmla="*/ 0 h 52"/>
                <a:gd name="T2" fmla="*/ 0 w 240"/>
                <a:gd name="T3" fmla="*/ 18 h 52"/>
                <a:gd name="T4" fmla="*/ 239 w 240"/>
                <a:gd name="T5" fmla="*/ 51 h 52"/>
                <a:gd name="T6" fmla="*/ 239 w 240"/>
                <a:gd name="T7" fmla="*/ 30 h 52"/>
                <a:gd name="T8" fmla="*/ 0 w 24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52"/>
                <a:gd name="T17" fmla="*/ 240 w 240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52">
                  <a:moveTo>
                    <a:pt x="0" y="0"/>
                  </a:moveTo>
                  <a:lnTo>
                    <a:pt x="0" y="18"/>
                  </a:lnTo>
                  <a:lnTo>
                    <a:pt x="239" y="51"/>
                  </a:lnTo>
                  <a:lnTo>
                    <a:pt x="239" y="3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7" name="Freeform 251">
              <a:extLst>
                <a:ext uri="{FF2B5EF4-FFF2-40B4-BE49-F238E27FC236}">
                  <a16:creationId xmlns:a16="http://schemas.microsoft.com/office/drawing/2014/main" id="{EF5F5E0C-355D-904C-93A5-779B43C13B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727"/>
              <a:ext cx="240" cy="48"/>
            </a:xfrm>
            <a:custGeom>
              <a:avLst/>
              <a:gdLst>
                <a:gd name="T0" fmla="*/ 0 w 240"/>
                <a:gd name="T1" fmla="*/ 0 h 48"/>
                <a:gd name="T2" fmla="*/ 0 w 240"/>
                <a:gd name="T3" fmla="*/ 17 h 48"/>
                <a:gd name="T4" fmla="*/ 239 w 240"/>
                <a:gd name="T5" fmla="*/ 47 h 48"/>
                <a:gd name="T6" fmla="*/ 239 w 240"/>
                <a:gd name="T7" fmla="*/ 24 h 48"/>
                <a:gd name="T8" fmla="*/ 0 w 24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48"/>
                <a:gd name="T17" fmla="*/ 240 w 240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48">
                  <a:moveTo>
                    <a:pt x="0" y="0"/>
                  </a:moveTo>
                  <a:lnTo>
                    <a:pt x="0" y="17"/>
                  </a:lnTo>
                  <a:lnTo>
                    <a:pt x="239" y="47"/>
                  </a:lnTo>
                  <a:lnTo>
                    <a:pt x="239" y="2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8" name="Freeform 252">
              <a:extLst>
                <a:ext uri="{FF2B5EF4-FFF2-40B4-BE49-F238E27FC236}">
                  <a16:creationId xmlns:a16="http://schemas.microsoft.com/office/drawing/2014/main" id="{5E6A96F9-5C96-014E-97A7-6C23BDA621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703"/>
              <a:ext cx="240" cy="49"/>
            </a:xfrm>
            <a:custGeom>
              <a:avLst/>
              <a:gdLst>
                <a:gd name="T0" fmla="*/ 0 w 240"/>
                <a:gd name="T1" fmla="*/ 0 h 49"/>
                <a:gd name="T2" fmla="*/ 0 w 240"/>
                <a:gd name="T3" fmla="*/ 23 h 49"/>
                <a:gd name="T4" fmla="*/ 239 w 240"/>
                <a:gd name="T5" fmla="*/ 48 h 49"/>
                <a:gd name="T6" fmla="*/ 239 w 240"/>
                <a:gd name="T7" fmla="*/ 21 h 49"/>
                <a:gd name="T8" fmla="*/ 0 w 24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49"/>
                <a:gd name="T17" fmla="*/ 240 w 240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49">
                  <a:moveTo>
                    <a:pt x="0" y="0"/>
                  </a:moveTo>
                  <a:lnTo>
                    <a:pt x="0" y="23"/>
                  </a:lnTo>
                  <a:lnTo>
                    <a:pt x="239" y="48"/>
                  </a:lnTo>
                  <a:lnTo>
                    <a:pt x="239" y="21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29" name="Freeform 253">
              <a:extLst>
                <a:ext uri="{FF2B5EF4-FFF2-40B4-BE49-F238E27FC236}">
                  <a16:creationId xmlns:a16="http://schemas.microsoft.com/office/drawing/2014/main" id="{5D0B4FAA-F4A1-034A-8285-0FFF23E79D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689"/>
              <a:ext cx="240" cy="34"/>
            </a:xfrm>
            <a:custGeom>
              <a:avLst/>
              <a:gdLst>
                <a:gd name="T0" fmla="*/ 0 w 240"/>
                <a:gd name="T1" fmla="*/ 0 h 34"/>
                <a:gd name="T2" fmla="*/ 0 w 240"/>
                <a:gd name="T3" fmla="*/ 16 h 34"/>
                <a:gd name="T4" fmla="*/ 239 w 240"/>
                <a:gd name="T5" fmla="*/ 33 h 34"/>
                <a:gd name="T6" fmla="*/ 239 w 240"/>
                <a:gd name="T7" fmla="*/ 14 h 34"/>
                <a:gd name="T8" fmla="*/ 0 w 24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34"/>
                <a:gd name="T17" fmla="*/ 240 w 240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34">
                  <a:moveTo>
                    <a:pt x="0" y="0"/>
                  </a:moveTo>
                  <a:lnTo>
                    <a:pt x="0" y="16"/>
                  </a:lnTo>
                  <a:lnTo>
                    <a:pt x="239" y="33"/>
                  </a:lnTo>
                  <a:lnTo>
                    <a:pt x="239" y="1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0" name="Freeform 254">
              <a:extLst>
                <a:ext uri="{FF2B5EF4-FFF2-40B4-BE49-F238E27FC236}">
                  <a16:creationId xmlns:a16="http://schemas.microsoft.com/office/drawing/2014/main" id="{F3FB5306-8665-C84A-8034-3EC102D5F9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666"/>
              <a:ext cx="240" cy="35"/>
            </a:xfrm>
            <a:custGeom>
              <a:avLst/>
              <a:gdLst>
                <a:gd name="T0" fmla="*/ 0 w 240"/>
                <a:gd name="T1" fmla="*/ 0 h 35"/>
                <a:gd name="T2" fmla="*/ 0 w 240"/>
                <a:gd name="T3" fmla="*/ 19 h 35"/>
                <a:gd name="T4" fmla="*/ 239 w 240"/>
                <a:gd name="T5" fmla="*/ 34 h 35"/>
                <a:gd name="T6" fmla="*/ 239 w 240"/>
                <a:gd name="T7" fmla="*/ 10 h 35"/>
                <a:gd name="T8" fmla="*/ 0 w 24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35"/>
                <a:gd name="T17" fmla="*/ 240 w 24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35">
                  <a:moveTo>
                    <a:pt x="0" y="0"/>
                  </a:moveTo>
                  <a:lnTo>
                    <a:pt x="0" y="19"/>
                  </a:lnTo>
                  <a:lnTo>
                    <a:pt x="239" y="34"/>
                  </a:lnTo>
                  <a:lnTo>
                    <a:pt x="239" y="1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1" name="Freeform 255">
              <a:extLst>
                <a:ext uri="{FF2B5EF4-FFF2-40B4-BE49-F238E27FC236}">
                  <a16:creationId xmlns:a16="http://schemas.microsoft.com/office/drawing/2014/main" id="{C1203698-ECD1-F845-81C5-BE11C1A986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644"/>
              <a:ext cx="240" cy="35"/>
            </a:xfrm>
            <a:custGeom>
              <a:avLst/>
              <a:gdLst>
                <a:gd name="T0" fmla="*/ 0 w 240"/>
                <a:gd name="T1" fmla="*/ 0 h 35"/>
                <a:gd name="T2" fmla="*/ 0 w 240"/>
                <a:gd name="T3" fmla="*/ 23 h 35"/>
                <a:gd name="T4" fmla="*/ 239 w 240"/>
                <a:gd name="T5" fmla="*/ 34 h 35"/>
                <a:gd name="T6" fmla="*/ 239 w 240"/>
                <a:gd name="T7" fmla="*/ 13 h 35"/>
                <a:gd name="T8" fmla="*/ 0 w 24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35"/>
                <a:gd name="T17" fmla="*/ 240 w 24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35">
                  <a:moveTo>
                    <a:pt x="0" y="0"/>
                  </a:moveTo>
                  <a:lnTo>
                    <a:pt x="0" y="23"/>
                  </a:lnTo>
                  <a:lnTo>
                    <a:pt x="239" y="34"/>
                  </a:lnTo>
                  <a:lnTo>
                    <a:pt x="239" y="1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2" name="Freeform 256">
              <a:extLst>
                <a:ext uri="{FF2B5EF4-FFF2-40B4-BE49-F238E27FC236}">
                  <a16:creationId xmlns:a16="http://schemas.microsoft.com/office/drawing/2014/main" id="{90B6DB99-20EA-794F-8576-2D0AAD57F8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3" y="3626"/>
              <a:ext cx="240" cy="31"/>
            </a:xfrm>
            <a:custGeom>
              <a:avLst/>
              <a:gdLst>
                <a:gd name="T0" fmla="*/ 0 w 240"/>
                <a:gd name="T1" fmla="*/ 0 h 31"/>
                <a:gd name="T2" fmla="*/ 0 w 240"/>
                <a:gd name="T3" fmla="*/ 19 h 31"/>
                <a:gd name="T4" fmla="*/ 239 w 240"/>
                <a:gd name="T5" fmla="*/ 30 h 31"/>
                <a:gd name="T6" fmla="*/ 239 w 240"/>
                <a:gd name="T7" fmla="*/ 9 h 31"/>
                <a:gd name="T8" fmla="*/ 0 w 240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31"/>
                <a:gd name="T17" fmla="*/ 240 w 24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31">
                  <a:moveTo>
                    <a:pt x="0" y="0"/>
                  </a:moveTo>
                  <a:lnTo>
                    <a:pt x="0" y="19"/>
                  </a:lnTo>
                  <a:lnTo>
                    <a:pt x="239" y="30"/>
                  </a:lnTo>
                  <a:lnTo>
                    <a:pt x="239" y="9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3" name="Freeform 257">
              <a:extLst>
                <a:ext uri="{FF2B5EF4-FFF2-40B4-BE49-F238E27FC236}">
                  <a16:creationId xmlns:a16="http://schemas.microsoft.com/office/drawing/2014/main" id="{D4499A5E-356A-3344-BC51-C27FB546E4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9" y="3607"/>
              <a:ext cx="234" cy="30"/>
            </a:xfrm>
            <a:custGeom>
              <a:avLst/>
              <a:gdLst>
                <a:gd name="T0" fmla="*/ 2 w 234"/>
                <a:gd name="T1" fmla="*/ 0 h 30"/>
                <a:gd name="T2" fmla="*/ 0 w 234"/>
                <a:gd name="T3" fmla="*/ 20 h 30"/>
                <a:gd name="T4" fmla="*/ 233 w 234"/>
                <a:gd name="T5" fmla="*/ 29 h 30"/>
                <a:gd name="T6" fmla="*/ 233 w 234"/>
                <a:gd name="T7" fmla="*/ 8 h 30"/>
                <a:gd name="T8" fmla="*/ 2 w 23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30"/>
                <a:gd name="T17" fmla="*/ 234 w 234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30">
                  <a:moveTo>
                    <a:pt x="2" y="0"/>
                  </a:moveTo>
                  <a:lnTo>
                    <a:pt x="0" y="20"/>
                  </a:lnTo>
                  <a:lnTo>
                    <a:pt x="233" y="29"/>
                  </a:lnTo>
                  <a:lnTo>
                    <a:pt x="233" y="8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4" name="Freeform 258">
              <a:extLst>
                <a:ext uri="{FF2B5EF4-FFF2-40B4-BE49-F238E27FC236}">
                  <a16:creationId xmlns:a16="http://schemas.microsoft.com/office/drawing/2014/main" id="{B67C4573-4DAF-E34B-9C39-8CFD04B000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85" y="3773"/>
              <a:ext cx="124" cy="44"/>
            </a:xfrm>
            <a:custGeom>
              <a:avLst/>
              <a:gdLst>
                <a:gd name="T0" fmla="*/ 0 w 124"/>
                <a:gd name="T1" fmla="*/ 0 h 44"/>
                <a:gd name="T2" fmla="*/ 0 w 124"/>
                <a:gd name="T3" fmla="*/ 28 h 44"/>
                <a:gd name="T4" fmla="*/ 96 w 124"/>
                <a:gd name="T5" fmla="*/ 43 h 44"/>
                <a:gd name="T6" fmla="*/ 117 w 124"/>
                <a:gd name="T7" fmla="*/ 37 h 44"/>
                <a:gd name="T8" fmla="*/ 123 w 124"/>
                <a:gd name="T9" fmla="*/ 17 h 44"/>
                <a:gd name="T10" fmla="*/ 0 w 124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4"/>
                <a:gd name="T19" fmla="*/ 0 h 44"/>
                <a:gd name="T20" fmla="*/ 124 w 124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4" h="44">
                  <a:moveTo>
                    <a:pt x="0" y="0"/>
                  </a:moveTo>
                  <a:lnTo>
                    <a:pt x="0" y="28"/>
                  </a:lnTo>
                  <a:lnTo>
                    <a:pt x="96" y="43"/>
                  </a:lnTo>
                  <a:lnTo>
                    <a:pt x="117" y="37"/>
                  </a:lnTo>
                  <a:lnTo>
                    <a:pt x="123" y="17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5" name="Freeform 259">
              <a:extLst>
                <a:ext uri="{FF2B5EF4-FFF2-40B4-BE49-F238E27FC236}">
                  <a16:creationId xmlns:a16="http://schemas.microsoft.com/office/drawing/2014/main" id="{EDA73B49-9385-584F-A40E-BF53B61BB1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88" y="3601"/>
              <a:ext cx="119" cy="186"/>
            </a:xfrm>
            <a:custGeom>
              <a:avLst/>
              <a:gdLst>
                <a:gd name="T0" fmla="*/ 0 w 119"/>
                <a:gd name="T1" fmla="*/ 0 h 186"/>
                <a:gd name="T2" fmla="*/ 0 w 119"/>
                <a:gd name="T3" fmla="*/ 170 h 186"/>
                <a:gd name="T4" fmla="*/ 118 w 119"/>
                <a:gd name="T5" fmla="*/ 185 h 186"/>
                <a:gd name="T6" fmla="*/ 118 w 119"/>
                <a:gd name="T7" fmla="*/ 2 h 186"/>
                <a:gd name="T8" fmla="*/ 0 w 119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9"/>
                <a:gd name="T16" fmla="*/ 0 h 186"/>
                <a:gd name="T17" fmla="*/ 119 w 119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9" h="186">
                  <a:moveTo>
                    <a:pt x="0" y="0"/>
                  </a:moveTo>
                  <a:lnTo>
                    <a:pt x="0" y="170"/>
                  </a:lnTo>
                  <a:lnTo>
                    <a:pt x="118" y="185"/>
                  </a:lnTo>
                  <a:lnTo>
                    <a:pt x="118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6" name="Freeform 260">
              <a:extLst>
                <a:ext uri="{FF2B5EF4-FFF2-40B4-BE49-F238E27FC236}">
                  <a16:creationId xmlns:a16="http://schemas.microsoft.com/office/drawing/2014/main" id="{70A0270F-C15D-F544-8073-E2B10E0DC4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7" y="3508"/>
              <a:ext cx="127" cy="94"/>
            </a:xfrm>
            <a:custGeom>
              <a:avLst/>
              <a:gdLst>
                <a:gd name="T0" fmla="*/ 0 w 127"/>
                <a:gd name="T1" fmla="*/ 0 h 94"/>
                <a:gd name="T2" fmla="*/ 0 w 127"/>
                <a:gd name="T3" fmla="*/ 89 h 94"/>
                <a:gd name="T4" fmla="*/ 126 w 127"/>
                <a:gd name="T5" fmla="*/ 93 h 94"/>
                <a:gd name="T6" fmla="*/ 126 w 127"/>
                <a:gd name="T7" fmla="*/ 2 h 94"/>
                <a:gd name="T8" fmla="*/ 0 w 12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"/>
                <a:gd name="T16" fmla="*/ 0 h 94"/>
                <a:gd name="T17" fmla="*/ 127 w 127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" h="94">
                  <a:moveTo>
                    <a:pt x="0" y="0"/>
                  </a:moveTo>
                  <a:lnTo>
                    <a:pt x="0" y="89"/>
                  </a:lnTo>
                  <a:lnTo>
                    <a:pt x="126" y="93"/>
                  </a:lnTo>
                  <a:lnTo>
                    <a:pt x="126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7" name="Freeform 261">
              <a:extLst>
                <a:ext uri="{FF2B5EF4-FFF2-40B4-BE49-F238E27FC236}">
                  <a16:creationId xmlns:a16="http://schemas.microsoft.com/office/drawing/2014/main" id="{F9911AFB-74EE-DC49-AAAE-ED1A42639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1" y="3839"/>
              <a:ext cx="33" cy="139"/>
            </a:xfrm>
            <a:custGeom>
              <a:avLst/>
              <a:gdLst>
                <a:gd name="T0" fmla="*/ 0 w 33"/>
                <a:gd name="T1" fmla="*/ 7 h 139"/>
                <a:gd name="T2" fmla="*/ 0 w 33"/>
                <a:gd name="T3" fmla="*/ 124 h 139"/>
                <a:gd name="T4" fmla="*/ 32 w 33"/>
                <a:gd name="T5" fmla="*/ 138 h 139"/>
                <a:gd name="T6" fmla="*/ 32 w 33"/>
                <a:gd name="T7" fmla="*/ 0 h 139"/>
                <a:gd name="T8" fmla="*/ 0 w 33"/>
                <a:gd name="T9" fmla="*/ 7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39"/>
                <a:gd name="T17" fmla="*/ 33 w 33"/>
                <a:gd name="T18" fmla="*/ 139 h 1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39">
                  <a:moveTo>
                    <a:pt x="0" y="7"/>
                  </a:moveTo>
                  <a:lnTo>
                    <a:pt x="0" y="124"/>
                  </a:lnTo>
                  <a:lnTo>
                    <a:pt x="32" y="138"/>
                  </a:lnTo>
                  <a:lnTo>
                    <a:pt x="32" y="0"/>
                  </a:lnTo>
                  <a:lnTo>
                    <a:pt x="0" y="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8" name="Freeform 262">
              <a:extLst>
                <a:ext uri="{FF2B5EF4-FFF2-40B4-BE49-F238E27FC236}">
                  <a16:creationId xmlns:a16="http://schemas.microsoft.com/office/drawing/2014/main" id="{9CD3C875-4074-EF4B-AF76-2AF486527F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4" y="3471"/>
              <a:ext cx="56" cy="132"/>
            </a:xfrm>
            <a:custGeom>
              <a:avLst/>
              <a:gdLst>
                <a:gd name="T0" fmla="*/ 0 w 56"/>
                <a:gd name="T1" fmla="*/ 0 h 132"/>
                <a:gd name="T2" fmla="*/ 0 w 56"/>
                <a:gd name="T3" fmla="*/ 117 h 132"/>
                <a:gd name="T4" fmla="*/ 14 w 56"/>
                <a:gd name="T5" fmla="*/ 131 h 132"/>
                <a:gd name="T6" fmla="*/ 47 w 56"/>
                <a:gd name="T7" fmla="*/ 131 h 132"/>
                <a:gd name="T8" fmla="*/ 55 w 56"/>
                <a:gd name="T9" fmla="*/ 123 h 132"/>
                <a:gd name="T10" fmla="*/ 55 w 56"/>
                <a:gd name="T11" fmla="*/ 0 h 132"/>
                <a:gd name="T12" fmla="*/ 0 w 56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6"/>
                <a:gd name="T22" fmla="*/ 0 h 132"/>
                <a:gd name="T23" fmla="*/ 56 w 56"/>
                <a:gd name="T24" fmla="*/ 132 h 1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6" h="132">
                  <a:moveTo>
                    <a:pt x="0" y="0"/>
                  </a:moveTo>
                  <a:lnTo>
                    <a:pt x="0" y="117"/>
                  </a:lnTo>
                  <a:lnTo>
                    <a:pt x="14" y="131"/>
                  </a:lnTo>
                  <a:lnTo>
                    <a:pt x="47" y="131"/>
                  </a:lnTo>
                  <a:lnTo>
                    <a:pt x="55" y="123"/>
                  </a:lnTo>
                  <a:lnTo>
                    <a:pt x="55" y="0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39" name="Rectangle 263">
              <a:extLst>
                <a:ext uri="{FF2B5EF4-FFF2-40B4-BE49-F238E27FC236}">
                  <a16:creationId xmlns:a16="http://schemas.microsoft.com/office/drawing/2014/main" id="{F76B7FC4-EFD4-244D-9D21-A01ABE4AB7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13" y="3582"/>
              <a:ext cx="5" cy="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40" name="Freeform 264">
              <a:extLst>
                <a:ext uri="{FF2B5EF4-FFF2-40B4-BE49-F238E27FC236}">
                  <a16:creationId xmlns:a16="http://schemas.microsoft.com/office/drawing/2014/main" id="{A0D3DD89-4306-3A4D-BF0F-088B3B9C23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4" y="3403"/>
              <a:ext cx="35" cy="69"/>
            </a:xfrm>
            <a:custGeom>
              <a:avLst/>
              <a:gdLst>
                <a:gd name="T0" fmla="*/ 0 w 35"/>
                <a:gd name="T1" fmla="*/ 2 h 69"/>
                <a:gd name="T2" fmla="*/ 0 w 35"/>
                <a:gd name="T3" fmla="*/ 68 h 69"/>
                <a:gd name="T4" fmla="*/ 34 w 35"/>
                <a:gd name="T5" fmla="*/ 68 h 69"/>
                <a:gd name="T6" fmla="*/ 34 w 35"/>
                <a:gd name="T7" fmla="*/ 0 h 69"/>
                <a:gd name="T8" fmla="*/ 0 w 35"/>
                <a:gd name="T9" fmla="*/ 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69"/>
                <a:gd name="T17" fmla="*/ 35 w 35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69">
                  <a:moveTo>
                    <a:pt x="0" y="2"/>
                  </a:moveTo>
                  <a:lnTo>
                    <a:pt x="0" y="68"/>
                  </a:lnTo>
                  <a:lnTo>
                    <a:pt x="34" y="68"/>
                  </a:lnTo>
                  <a:lnTo>
                    <a:pt x="34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1" name="Freeform 265">
              <a:extLst>
                <a:ext uri="{FF2B5EF4-FFF2-40B4-BE49-F238E27FC236}">
                  <a16:creationId xmlns:a16="http://schemas.microsoft.com/office/drawing/2014/main" id="{ED3D7F1D-6CD6-224F-880D-8FF407B297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9" y="3399"/>
              <a:ext cx="41" cy="73"/>
            </a:xfrm>
            <a:custGeom>
              <a:avLst/>
              <a:gdLst>
                <a:gd name="T0" fmla="*/ 0 w 41"/>
                <a:gd name="T1" fmla="*/ 4 h 73"/>
                <a:gd name="T2" fmla="*/ 0 w 41"/>
                <a:gd name="T3" fmla="*/ 72 h 73"/>
                <a:gd name="T4" fmla="*/ 4 w 41"/>
                <a:gd name="T5" fmla="*/ 72 h 73"/>
                <a:gd name="T6" fmla="*/ 6 w 41"/>
                <a:gd name="T7" fmla="*/ 67 h 73"/>
                <a:gd name="T8" fmla="*/ 40 w 41"/>
                <a:gd name="T9" fmla="*/ 67 h 73"/>
                <a:gd name="T10" fmla="*/ 40 w 41"/>
                <a:gd name="T11" fmla="*/ 0 h 73"/>
                <a:gd name="T12" fmla="*/ 0 w 41"/>
                <a:gd name="T13" fmla="*/ 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73"/>
                <a:gd name="T23" fmla="*/ 41 w 41"/>
                <a:gd name="T24" fmla="*/ 73 h 7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73">
                  <a:moveTo>
                    <a:pt x="0" y="4"/>
                  </a:moveTo>
                  <a:lnTo>
                    <a:pt x="0" y="72"/>
                  </a:lnTo>
                  <a:lnTo>
                    <a:pt x="4" y="72"/>
                  </a:lnTo>
                  <a:lnTo>
                    <a:pt x="6" y="67"/>
                  </a:lnTo>
                  <a:lnTo>
                    <a:pt x="40" y="67"/>
                  </a:lnTo>
                  <a:lnTo>
                    <a:pt x="40" y="0"/>
                  </a:lnTo>
                  <a:lnTo>
                    <a:pt x="0" y="4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2" name="Rectangle 266">
              <a:extLst>
                <a:ext uri="{FF2B5EF4-FFF2-40B4-BE49-F238E27FC236}">
                  <a16:creationId xmlns:a16="http://schemas.microsoft.com/office/drawing/2014/main" id="{C22E1C4A-46BF-4341-A8E3-87C675550D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43" y="3469"/>
              <a:ext cx="5" cy="106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43" name="Freeform 267">
              <a:extLst>
                <a:ext uri="{FF2B5EF4-FFF2-40B4-BE49-F238E27FC236}">
                  <a16:creationId xmlns:a16="http://schemas.microsoft.com/office/drawing/2014/main" id="{7C3F1119-98DC-CE44-9428-BD5B13768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2" y="3465"/>
              <a:ext cx="32" cy="16"/>
            </a:xfrm>
            <a:custGeom>
              <a:avLst/>
              <a:gdLst>
                <a:gd name="T0" fmla="*/ 0 w 32"/>
                <a:gd name="T1" fmla="*/ 0 h 16"/>
                <a:gd name="T2" fmla="*/ 0 w 32"/>
                <a:gd name="T3" fmla="*/ 5 h 16"/>
                <a:gd name="T4" fmla="*/ 18 w 32"/>
                <a:gd name="T5" fmla="*/ 5 h 16"/>
                <a:gd name="T6" fmla="*/ 18 w 32"/>
                <a:gd name="T7" fmla="*/ 15 h 16"/>
                <a:gd name="T8" fmla="*/ 31 w 32"/>
                <a:gd name="T9" fmla="*/ 15 h 16"/>
                <a:gd name="T10" fmla="*/ 31 w 32"/>
                <a:gd name="T11" fmla="*/ 0 h 16"/>
                <a:gd name="T12" fmla="*/ 0 w 32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"/>
                <a:gd name="T22" fmla="*/ 0 h 16"/>
                <a:gd name="T23" fmla="*/ 32 w 32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" h="16">
                  <a:moveTo>
                    <a:pt x="0" y="0"/>
                  </a:moveTo>
                  <a:lnTo>
                    <a:pt x="0" y="5"/>
                  </a:lnTo>
                  <a:lnTo>
                    <a:pt x="18" y="5"/>
                  </a:lnTo>
                  <a:lnTo>
                    <a:pt x="18" y="15"/>
                  </a:lnTo>
                  <a:lnTo>
                    <a:pt x="31" y="15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4" name="Freeform 268">
              <a:extLst>
                <a:ext uri="{FF2B5EF4-FFF2-40B4-BE49-F238E27FC236}">
                  <a16:creationId xmlns:a16="http://schemas.microsoft.com/office/drawing/2014/main" id="{8D70717F-76FA-684A-BCA5-93F54588CA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0" y="3495"/>
              <a:ext cx="24" cy="83"/>
            </a:xfrm>
            <a:custGeom>
              <a:avLst/>
              <a:gdLst>
                <a:gd name="T0" fmla="*/ 8 w 24"/>
                <a:gd name="T1" fmla="*/ 0 h 83"/>
                <a:gd name="T2" fmla="*/ 8 w 24"/>
                <a:gd name="T3" fmla="*/ 2 h 83"/>
                <a:gd name="T4" fmla="*/ 10 w 24"/>
                <a:gd name="T5" fmla="*/ 2 h 83"/>
                <a:gd name="T6" fmla="*/ 10 w 24"/>
                <a:gd name="T7" fmla="*/ 4 h 83"/>
                <a:gd name="T8" fmla="*/ 13 w 24"/>
                <a:gd name="T9" fmla="*/ 4 h 83"/>
                <a:gd name="T10" fmla="*/ 13 w 24"/>
                <a:gd name="T11" fmla="*/ 7 h 83"/>
                <a:gd name="T12" fmla="*/ 15 w 24"/>
                <a:gd name="T13" fmla="*/ 7 h 83"/>
                <a:gd name="T14" fmla="*/ 15 w 24"/>
                <a:gd name="T15" fmla="*/ 11 h 83"/>
                <a:gd name="T16" fmla="*/ 17 w 24"/>
                <a:gd name="T17" fmla="*/ 11 h 83"/>
                <a:gd name="T18" fmla="*/ 17 w 24"/>
                <a:gd name="T19" fmla="*/ 15 h 83"/>
                <a:gd name="T20" fmla="*/ 19 w 24"/>
                <a:gd name="T21" fmla="*/ 17 h 83"/>
                <a:gd name="T22" fmla="*/ 19 w 24"/>
                <a:gd name="T23" fmla="*/ 21 h 83"/>
                <a:gd name="T24" fmla="*/ 21 w 24"/>
                <a:gd name="T25" fmla="*/ 21 h 83"/>
                <a:gd name="T26" fmla="*/ 21 w 24"/>
                <a:gd name="T27" fmla="*/ 30 h 83"/>
                <a:gd name="T28" fmla="*/ 23 w 24"/>
                <a:gd name="T29" fmla="*/ 32 h 83"/>
                <a:gd name="T30" fmla="*/ 23 w 24"/>
                <a:gd name="T31" fmla="*/ 50 h 83"/>
                <a:gd name="T32" fmla="*/ 21 w 24"/>
                <a:gd name="T33" fmla="*/ 50 h 83"/>
                <a:gd name="T34" fmla="*/ 21 w 24"/>
                <a:gd name="T35" fmla="*/ 66 h 83"/>
                <a:gd name="T36" fmla="*/ 19 w 24"/>
                <a:gd name="T37" fmla="*/ 66 h 83"/>
                <a:gd name="T38" fmla="*/ 19 w 24"/>
                <a:gd name="T39" fmla="*/ 70 h 83"/>
                <a:gd name="T40" fmla="*/ 17 w 24"/>
                <a:gd name="T41" fmla="*/ 70 h 83"/>
                <a:gd name="T42" fmla="*/ 17 w 24"/>
                <a:gd name="T43" fmla="*/ 73 h 83"/>
                <a:gd name="T44" fmla="*/ 15 w 24"/>
                <a:gd name="T45" fmla="*/ 73 h 83"/>
                <a:gd name="T46" fmla="*/ 15 w 24"/>
                <a:gd name="T47" fmla="*/ 80 h 83"/>
                <a:gd name="T48" fmla="*/ 13 w 24"/>
                <a:gd name="T49" fmla="*/ 80 h 83"/>
                <a:gd name="T50" fmla="*/ 13 w 24"/>
                <a:gd name="T51" fmla="*/ 82 h 83"/>
                <a:gd name="T52" fmla="*/ 4 w 24"/>
                <a:gd name="T53" fmla="*/ 82 h 83"/>
                <a:gd name="T54" fmla="*/ 4 w 24"/>
                <a:gd name="T55" fmla="*/ 80 h 83"/>
                <a:gd name="T56" fmla="*/ 6 w 24"/>
                <a:gd name="T57" fmla="*/ 80 h 83"/>
                <a:gd name="T58" fmla="*/ 6 w 24"/>
                <a:gd name="T59" fmla="*/ 73 h 83"/>
                <a:gd name="T60" fmla="*/ 8 w 24"/>
                <a:gd name="T61" fmla="*/ 73 h 83"/>
                <a:gd name="T62" fmla="*/ 8 w 24"/>
                <a:gd name="T63" fmla="*/ 70 h 83"/>
                <a:gd name="T64" fmla="*/ 10 w 24"/>
                <a:gd name="T65" fmla="*/ 70 h 83"/>
                <a:gd name="T66" fmla="*/ 10 w 24"/>
                <a:gd name="T67" fmla="*/ 66 h 83"/>
                <a:gd name="T68" fmla="*/ 13 w 24"/>
                <a:gd name="T69" fmla="*/ 66 h 83"/>
                <a:gd name="T70" fmla="*/ 13 w 24"/>
                <a:gd name="T71" fmla="*/ 50 h 83"/>
                <a:gd name="T72" fmla="*/ 15 w 24"/>
                <a:gd name="T73" fmla="*/ 50 h 83"/>
                <a:gd name="T74" fmla="*/ 13 w 24"/>
                <a:gd name="T75" fmla="*/ 48 h 83"/>
                <a:gd name="T76" fmla="*/ 13 w 24"/>
                <a:gd name="T77" fmla="*/ 32 h 83"/>
                <a:gd name="T78" fmla="*/ 10 w 24"/>
                <a:gd name="T79" fmla="*/ 30 h 83"/>
                <a:gd name="T80" fmla="*/ 10 w 24"/>
                <a:gd name="T81" fmla="*/ 17 h 83"/>
                <a:gd name="T82" fmla="*/ 8 w 24"/>
                <a:gd name="T83" fmla="*/ 15 h 83"/>
                <a:gd name="T84" fmla="*/ 8 w 24"/>
                <a:gd name="T85" fmla="*/ 11 h 83"/>
                <a:gd name="T86" fmla="*/ 6 w 24"/>
                <a:gd name="T87" fmla="*/ 11 h 83"/>
                <a:gd name="T88" fmla="*/ 6 w 24"/>
                <a:gd name="T89" fmla="*/ 7 h 83"/>
                <a:gd name="T90" fmla="*/ 4 w 24"/>
                <a:gd name="T91" fmla="*/ 7 h 83"/>
                <a:gd name="T92" fmla="*/ 4 w 24"/>
                <a:gd name="T93" fmla="*/ 4 h 83"/>
                <a:gd name="T94" fmla="*/ 2 w 24"/>
                <a:gd name="T95" fmla="*/ 4 h 83"/>
                <a:gd name="T96" fmla="*/ 2 w 24"/>
                <a:gd name="T97" fmla="*/ 2 h 83"/>
                <a:gd name="T98" fmla="*/ 0 w 24"/>
                <a:gd name="T99" fmla="*/ 2 h 83"/>
                <a:gd name="T100" fmla="*/ 0 w 24"/>
                <a:gd name="T101" fmla="*/ 0 h 83"/>
                <a:gd name="T102" fmla="*/ 8 w 24"/>
                <a:gd name="T103" fmla="*/ 0 h 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"/>
                <a:gd name="T157" fmla="*/ 0 h 83"/>
                <a:gd name="T158" fmla="*/ 24 w 24"/>
                <a:gd name="T159" fmla="*/ 83 h 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" h="83">
                  <a:moveTo>
                    <a:pt x="8" y="0"/>
                  </a:move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17" y="15"/>
                  </a:lnTo>
                  <a:lnTo>
                    <a:pt x="19" y="17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1" y="30"/>
                  </a:lnTo>
                  <a:lnTo>
                    <a:pt x="23" y="32"/>
                  </a:lnTo>
                  <a:lnTo>
                    <a:pt x="23" y="50"/>
                  </a:lnTo>
                  <a:lnTo>
                    <a:pt x="21" y="50"/>
                  </a:lnTo>
                  <a:lnTo>
                    <a:pt x="21" y="66"/>
                  </a:lnTo>
                  <a:lnTo>
                    <a:pt x="19" y="66"/>
                  </a:lnTo>
                  <a:lnTo>
                    <a:pt x="19" y="70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5" y="73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3" y="82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6" y="73"/>
                  </a:lnTo>
                  <a:lnTo>
                    <a:pt x="8" y="73"/>
                  </a:lnTo>
                  <a:lnTo>
                    <a:pt x="8" y="70"/>
                  </a:lnTo>
                  <a:lnTo>
                    <a:pt x="10" y="70"/>
                  </a:lnTo>
                  <a:lnTo>
                    <a:pt x="10" y="66"/>
                  </a:lnTo>
                  <a:lnTo>
                    <a:pt x="13" y="66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3" y="48"/>
                  </a:lnTo>
                  <a:lnTo>
                    <a:pt x="13" y="32"/>
                  </a:lnTo>
                  <a:lnTo>
                    <a:pt x="10" y="30"/>
                  </a:lnTo>
                  <a:lnTo>
                    <a:pt x="10" y="17"/>
                  </a:lnTo>
                  <a:lnTo>
                    <a:pt x="8" y="15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5" name="Freeform 269">
              <a:extLst>
                <a:ext uri="{FF2B5EF4-FFF2-40B4-BE49-F238E27FC236}">
                  <a16:creationId xmlns:a16="http://schemas.microsoft.com/office/drawing/2014/main" id="{8089F588-0401-7040-BD58-05654E3B51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59" y="3399"/>
              <a:ext cx="15" cy="203"/>
            </a:xfrm>
            <a:custGeom>
              <a:avLst/>
              <a:gdLst>
                <a:gd name="T0" fmla="*/ 0 w 15"/>
                <a:gd name="T1" fmla="*/ 2 h 203"/>
                <a:gd name="T2" fmla="*/ 0 w 15"/>
                <a:gd name="T3" fmla="*/ 190 h 203"/>
                <a:gd name="T4" fmla="*/ 2 w 15"/>
                <a:gd name="T5" fmla="*/ 193 h 203"/>
                <a:gd name="T6" fmla="*/ 4 w 15"/>
                <a:gd name="T7" fmla="*/ 198 h 203"/>
                <a:gd name="T8" fmla="*/ 8 w 15"/>
                <a:gd name="T9" fmla="*/ 200 h 203"/>
                <a:gd name="T10" fmla="*/ 12 w 15"/>
                <a:gd name="T11" fmla="*/ 202 h 203"/>
                <a:gd name="T12" fmla="*/ 14 w 15"/>
                <a:gd name="T13" fmla="*/ 202 h 203"/>
                <a:gd name="T14" fmla="*/ 14 w 15"/>
                <a:gd name="T15" fmla="*/ 0 h 203"/>
                <a:gd name="T16" fmla="*/ 0 w 15"/>
                <a:gd name="T17" fmla="*/ 2 h 2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03"/>
                <a:gd name="T29" fmla="*/ 15 w 15"/>
                <a:gd name="T30" fmla="*/ 203 h 20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03">
                  <a:moveTo>
                    <a:pt x="0" y="2"/>
                  </a:moveTo>
                  <a:lnTo>
                    <a:pt x="0" y="190"/>
                  </a:lnTo>
                  <a:lnTo>
                    <a:pt x="2" y="193"/>
                  </a:lnTo>
                  <a:lnTo>
                    <a:pt x="4" y="198"/>
                  </a:lnTo>
                  <a:lnTo>
                    <a:pt x="8" y="200"/>
                  </a:lnTo>
                  <a:lnTo>
                    <a:pt x="12" y="202"/>
                  </a:lnTo>
                  <a:lnTo>
                    <a:pt x="14" y="202"/>
                  </a:lnTo>
                  <a:lnTo>
                    <a:pt x="14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6" name="Freeform 270">
              <a:extLst>
                <a:ext uri="{FF2B5EF4-FFF2-40B4-BE49-F238E27FC236}">
                  <a16:creationId xmlns:a16="http://schemas.microsoft.com/office/drawing/2014/main" id="{60DA764B-F865-2040-87B9-10CD358C86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7" y="3359"/>
              <a:ext cx="127" cy="151"/>
            </a:xfrm>
            <a:custGeom>
              <a:avLst/>
              <a:gdLst>
                <a:gd name="T0" fmla="*/ 0 w 127"/>
                <a:gd name="T1" fmla="*/ 6 h 151"/>
                <a:gd name="T2" fmla="*/ 0 w 127"/>
                <a:gd name="T3" fmla="*/ 148 h 151"/>
                <a:gd name="T4" fmla="*/ 126 w 127"/>
                <a:gd name="T5" fmla="*/ 150 h 151"/>
                <a:gd name="T6" fmla="*/ 124 w 127"/>
                <a:gd name="T7" fmla="*/ 0 h 151"/>
                <a:gd name="T8" fmla="*/ 0 w 127"/>
                <a:gd name="T9" fmla="*/ 6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"/>
                <a:gd name="T16" fmla="*/ 0 h 151"/>
                <a:gd name="T17" fmla="*/ 127 w 127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" h="151">
                  <a:moveTo>
                    <a:pt x="0" y="6"/>
                  </a:moveTo>
                  <a:lnTo>
                    <a:pt x="0" y="148"/>
                  </a:lnTo>
                  <a:lnTo>
                    <a:pt x="126" y="150"/>
                  </a:lnTo>
                  <a:lnTo>
                    <a:pt x="124" y="0"/>
                  </a:lnTo>
                  <a:lnTo>
                    <a:pt x="0" y="6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7" name="Freeform 271">
              <a:extLst>
                <a:ext uri="{FF2B5EF4-FFF2-40B4-BE49-F238E27FC236}">
                  <a16:creationId xmlns:a16="http://schemas.microsoft.com/office/drawing/2014/main" id="{C158B07A-4760-0E48-87F6-3354C23B6A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88" y="3359"/>
              <a:ext cx="14" cy="14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9 h 14"/>
                <a:gd name="T4" fmla="*/ 6 w 14"/>
                <a:gd name="T5" fmla="*/ 11 h 14"/>
                <a:gd name="T6" fmla="*/ 8 w 14"/>
                <a:gd name="T7" fmla="*/ 13 h 14"/>
                <a:gd name="T8" fmla="*/ 13 w 14"/>
                <a:gd name="T9" fmla="*/ 13 h 14"/>
                <a:gd name="T10" fmla="*/ 13 w 14"/>
                <a:gd name="T11" fmla="*/ 0 h 14"/>
                <a:gd name="T12" fmla="*/ 0 w 1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4"/>
                <a:gd name="T23" fmla="*/ 14 w 14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4">
                  <a:moveTo>
                    <a:pt x="0" y="0"/>
                  </a:moveTo>
                  <a:lnTo>
                    <a:pt x="0" y="9"/>
                  </a:lnTo>
                  <a:lnTo>
                    <a:pt x="6" y="11"/>
                  </a:lnTo>
                  <a:lnTo>
                    <a:pt x="8" y="13"/>
                  </a:lnTo>
                  <a:lnTo>
                    <a:pt x="13" y="13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8" name="Freeform 272">
              <a:extLst>
                <a:ext uri="{FF2B5EF4-FFF2-40B4-BE49-F238E27FC236}">
                  <a16:creationId xmlns:a16="http://schemas.microsoft.com/office/drawing/2014/main" id="{0C9EDC44-6C93-2C43-94CF-2B9F234064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9" y="3359"/>
              <a:ext cx="122" cy="23"/>
            </a:xfrm>
            <a:custGeom>
              <a:avLst/>
              <a:gdLst>
                <a:gd name="T0" fmla="*/ 0 w 122"/>
                <a:gd name="T1" fmla="*/ 7 h 23"/>
                <a:gd name="T2" fmla="*/ 0 w 122"/>
                <a:gd name="T3" fmla="*/ 18 h 23"/>
                <a:gd name="T4" fmla="*/ 10 w 122"/>
                <a:gd name="T5" fmla="*/ 22 h 23"/>
                <a:gd name="T6" fmla="*/ 104 w 122"/>
                <a:gd name="T7" fmla="*/ 14 h 23"/>
                <a:gd name="T8" fmla="*/ 107 w 122"/>
                <a:gd name="T9" fmla="*/ 9 h 23"/>
                <a:gd name="T10" fmla="*/ 119 w 122"/>
                <a:gd name="T11" fmla="*/ 9 h 23"/>
                <a:gd name="T12" fmla="*/ 121 w 122"/>
                <a:gd name="T13" fmla="*/ 0 h 23"/>
                <a:gd name="T14" fmla="*/ 0 w 122"/>
                <a:gd name="T15" fmla="*/ 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2"/>
                <a:gd name="T25" fmla="*/ 0 h 23"/>
                <a:gd name="T26" fmla="*/ 122 w 122"/>
                <a:gd name="T27" fmla="*/ 23 h 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2" h="23">
                  <a:moveTo>
                    <a:pt x="0" y="7"/>
                  </a:moveTo>
                  <a:lnTo>
                    <a:pt x="0" y="18"/>
                  </a:lnTo>
                  <a:lnTo>
                    <a:pt x="10" y="22"/>
                  </a:lnTo>
                  <a:lnTo>
                    <a:pt x="104" y="14"/>
                  </a:lnTo>
                  <a:lnTo>
                    <a:pt x="107" y="9"/>
                  </a:lnTo>
                  <a:lnTo>
                    <a:pt x="119" y="9"/>
                  </a:lnTo>
                  <a:lnTo>
                    <a:pt x="121" y="0"/>
                  </a:lnTo>
                  <a:lnTo>
                    <a:pt x="0" y="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49" name="Oval 273">
              <a:extLst>
                <a:ext uri="{FF2B5EF4-FFF2-40B4-BE49-F238E27FC236}">
                  <a16:creationId xmlns:a16="http://schemas.microsoft.com/office/drawing/2014/main" id="{49790275-F60C-A54D-B804-E15920CC51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15" y="4070"/>
              <a:ext cx="7" cy="2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50" name="Oval 274">
              <a:extLst>
                <a:ext uri="{FF2B5EF4-FFF2-40B4-BE49-F238E27FC236}">
                  <a16:creationId xmlns:a16="http://schemas.microsoft.com/office/drawing/2014/main" id="{F9FFA3D1-B906-EE4E-9CA4-27E9C43F36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85" y="4099"/>
              <a:ext cx="8" cy="1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51" name="Freeform 275">
              <a:extLst>
                <a:ext uri="{FF2B5EF4-FFF2-40B4-BE49-F238E27FC236}">
                  <a16:creationId xmlns:a16="http://schemas.microsoft.com/office/drawing/2014/main" id="{2A7DD20E-BC99-4346-A165-DB62C18215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88" y="4086"/>
              <a:ext cx="9" cy="20"/>
            </a:xfrm>
            <a:custGeom>
              <a:avLst/>
              <a:gdLst>
                <a:gd name="T0" fmla="*/ 0 w 9"/>
                <a:gd name="T1" fmla="*/ 0 h 20"/>
                <a:gd name="T2" fmla="*/ 0 w 9"/>
                <a:gd name="T3" fmla="*/ 17 h 20"/>
                <a:gd name="T4" fmla="*/ 2 w 9"/>
                <a:gd name="T5" fmla="*/ 19 h 20"/>
                <a:gd name="T6" fmla="*/ 6 w 9"/>
                <a:gd name="T7" fmla="*/ 19 h 20"/>
                <a:gd name="T8" fmla="*/ 8 w 9"/>
                <a:gd name="T9" fmla="*/ 17 h 20"/>
                <a:gd name="T10" fmla="*/ 8 w 9"/>
                <a:gd name="T11" fmla="*/ 0 h 20"/>
                <a:gd name="T12" fmla="*/ 0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20"/>
                <a:gd name="T23" fmla="*/ 9 w 9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20">
                  <a:moveTo>
                    <a:pt x="0" y="0"/>
                  </a:moveTo>
                  <a:lnTo>
                    <a:pt x="0" y="17"/>
                  </a:lnTo>
                  <a:lnTo>
                    <a:pt x="2" y="19"/>
                  </a:lnTo>
                  <a:lnTo>
                    <a:pt x="6" y="19"/>
                  </a:lnTo>
                  <a:lnTo>
                    <a:pt x="8" y="17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2" name="Freeform 276">
              <a:extLst>
                <a:ext uri="{FF2B5EF4-FFF2-40B4-BE49-F238E27FC236}">
                  <a16:creationId xmlns:a16="http://schemas.microsoft.com/office/drawing/2014/main" id="{4CCB0A8B-6235-4146-956C-FA7986B18F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1" y="4056"/>
              <a:ext cx="6" cy="20"/>
            </a:xfrm>
            <a:custGeom>
              <a:avLst/>
              <a:gdLst>
                <a:gd name="T0" fmla="*/ 0 w 6"/>
                <a:gd name="T1" fmla="*/ 2 h 20"/>
                <a:gd name="T2" fmla="*/ 0 w 6"/>
                <a:gd name="T3" fmla="*/ 17 h 20"/>
                <a:gd name="T4" fmla="*/ 2 w 6"/>
                <a:gd name="T5" fmla="*/ 19 h 20"/>
                <a:gd name="T6" fmla="*/ 3 w 6"/>
                <a:gd name="T7" fmla="*/ 19 h 20"/>
                <a:gd name="T8" fmla="*/ 5 w 6"/>
                <a:gd name="T9" fmla="*/ 17 h 20"/>
                <a:gd name="T10" fmla="*/ 5 w 6"/>
                <a:gd name="T11" fmla="*/ 0 h 20"/>
                <a:gd name="T12" fmla="*/ 0 w 6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20"/>
                <a:gd name="T23" fmla="*/ 6 w 6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20">
                  <a:moveTo>
                    <a:pt x="0" y="2"/>
                  </a:moveTo>
                  <a:lnTo>
                    <a:pt x="0" y="17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5" y="17"/>
                  </a:lnTo>
                  <a:lnTo>
                    <a:pt x="5" y="0"/>
                  </a:lnTo>
                  <a:lnTo>
                    <a:pt x="0" y="2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3" name="Oval 277">
              <a:extLst>
                <a:ext uri="{FF2B5EF4-FFF2-40B4-BE49-F238E27FC236}">
                  <a16:creationId xmlns:a16="http://schemas.microsoft.com/office/drawing/2014/main" id="{8646A79B-771E-454C-947E-26BDE63334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99" y="4025"/>
              <a:ext cx="6" cy="5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54" name="Freeform 278">
              <a:extLst>
                <a:ext uri="{FF2B5EF4-FFF2-40B4-BE49-F238E27FC236}">
                  <a16:creationId xmlns:a16="http://schemas.microsoft.com/office/drawing/2014/main" id="{24BF8BAC-0062-1444-9EF0-A84AFA0BE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0" y="4014"/>
              <a:ext cx="8" cy="18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15 h 18"/>
                <a:gd name="T4" fmla="*/ 2 w 8"/>
                <a:gd name="T5" fmla="*/ 17 h 18"/>
                <a:gd name="T6" fmla="*/ 7 w 8"/>
                <a:gd name="T7" fmla="*/ 17 h 18"/>
                <a:gd name="T8" fmla="*/ 7 w 8"/>
                <a:gd name="T9" fmla="*/ 15 h 18"/>
                <a:gd name="T10" fmla="*/ 7 w 8"/>
                <a:gd name="T11" fmla="*/ 0 h 18"/>
                <a:gd name="T12" fmla="*/ 0 w 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8"/>
                <a:gd name="T23" fmla="*/ 8 w 8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8">
                  <a:moveTo>
                    <a:pt x="0" y="0"/>
                  </a:moveTo>
                  <a:lnTo>
                    <a:pt x="0" y="15"/>
                  </a:lnTo>
                  <a:lnTo>
                    <a:pt x="2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5" name="Freeform 279">
              <a:extLst>
                <a:ext uri="{FF2B5EF4-FFF2-40B4-BE49-F238E27FC236}">
                  <a16:creationId xmlns:a16="http://schemas.microsoft.com/office/drawing/2014/main" id="{C4C47E74-915D-F04C-A3AF-0BDF877F05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6" y="3998"/>
              <a:ext cx="22" cy="18"/>
            </a:xfrm>
            <a:custGeom>
              <a:avLst/>
              <a:gdLst>
                <a:gd name="T0" fmla="*/ 0 w 22"/>
                <a:gd name="T1" fmla="*/ 2 h 18"/>
                <a:gd name="T2" fmla="*/ 0 w 22"/>
                <a:gd name="T3" fmla="*/ 15 h 18"/>
                <a:gd name="T4" fmla="*/ 7 w 22"/>
                <a:gd name="T5" fmla="*/ 17 h 18"/>
                <a:gd name="T6" fmla="*/ 21 w 22"/>
                <a:gd name="T7" fmla="*/ 15 h 18"/>
                <a:gd name="T8" fmla="*/ 21 w 22"/>
                <a:gd name="T9" fmla="*/ 0 h 18"/>
                <a:gd name="T10" fmla="*/ 0 w 22"/>
                <a:gd name="T11" fmla="*/ 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8"/>
                <a:gd name="T20" fmla="*/ 22 w 22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8">
                  <a:moveTo>
                    <a:pt x="0" y="2"/>
                  </a:moveTo>
                  <a:lnTo>
                    <a:pt x="0" y="15"/>
                  </a:lnTo>
                  <a:lnTo>
                    <a:pt x="7" y="17"/>
                  </a:lnTo>
                  <a:lnTo>
                    <a:pt x="21" y="15"/>
                  </a:lnTo>
                  <a:lnTo>
                    <a:pt x="21" y="0"/>
                  </a:lnTo>
                  <a:lnTo>
                    <a:pt x="0" y="2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6" name="Line 280">
              <a:extLst>
                <a:ext uri="{FF2B5EF4-FFF2-40B4-BE49-F238E27FC236}">
                  <a16:creationId xmlns:a16="http://schemas.microsoft.com/office/drawing/2014/main" id="{3AD733FD-6F6A-0444-A2E4-B7B017D977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903" y="3998"/>
              <a:ext cx="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657" name="Freeform 281">
              <a:extLst>
                <a:ext uri="{FF2B5EF4-FFF2-40B4-BE49-F238E27FC236}">
                  <a16:creationId xmlns:a16="http://schemas.microsoft.com/office/drawing/2014/main" id="{D07013E0-341A-C64B-892F-9DCA2081E0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4" y="3606"/>
              <a:ext cx="189" cy="13"/>
            </a:xfrm>
            <a:custGeom>
              <a:avLst/>
              <a:gdLst>
                <a:gd name="T0" fmla="*/ 2 w 189"/>
                <a:gd name="T1" fmla="*/ 0 h 13"/>
                <a:gd name="T2" fmla="*/ 0 w 189"/>
                <a:gd name="T3" fmla="*/ 5 h 13"/>
                <a:gd name="T4" fmla="*/ 188 w 189"/>
                <a:gd name="T5" fmla="*/ 12 h 13"/>
                <a:gd name="T6" fmla="*/ 188 w 189"/>
                <a:gd name="T7" fmla="*/ 8 h 13"/>
                <a:gd name="T8" fmla="*/ 2 w 18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9"/>
                <a:gd name="T16" fmla="*/ 0 h 13"/>
                <a:gd name="T17" fmla="*/ 189 w 18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9" h="13">
                  <a:moveTo>
                    <a:pt x="2" y="0"/>
                  </a:moveTo>
                  <a:lnTo>
                    <a:pt x="0" y="5"/>
                  </a:lnTo>
                  <a:lnTo>
                    <a:pt x="188" y="12"/>
                  </a:lnTo>
                  <a:lnTo>
                    <a:pt x="188" y="8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8" name="Freeform 282">
              <a:extLst>
                <a:ext uri="{FF2B5EF4-FFF2-40B4-BE49-F238E27FC236}">
                  <a16:creationId xmlns:a16="http://schemas.microsoft.com/office/drawing/2014/main" id="{B76670F6-524E-DF44-A321-8B3895E900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3602"/>
              <a:ext cx="32" cy="12"/>
            </a:xfrm>
            <a:custGeom>
              <a:avLst/>
              <a:gdLst>
                <a:gd name="T0" fmla="*/ 31 w 32"/>
                <a:gd name="T1" fmla="*/ 7 h 12"/>
                <a:gd name="T2" fmla="*/ 31 w 32"/>
                <a:gd name="T3" fmla="*/ 0 h 12"/>
                <a:gd name="T4" fmla="*/ 0 w 32"/>
                <a:gd name="T5" fmla="*/ 0 h 12"/>
                <a:gd name="T6" fmla="*/ 0 w 32"/>
                <a:gd name="T7" fmla="*/ 6 h 12"/>
                <a:gd name="T8" fmla="*/ 8 w 32"/>
                <a:gd name="T9" fmla="*/ 9 h 12"/>
                <a:gd name="T10" fmla="*/ 18 w 32"/>
                <a:gd name="T11" fmla="*/ 11 h 12"/>
                <a:gd name="T12" fmla="*/ 25 w 32"/>
                <a:gd name="T13" fmla="*/ 9 h 12"/>
                <a:gd name="T14" fmla="*/ 31 w 32"/>
                <a:gd name="T15" fmla="*/ 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12"/>
                <a:gd name="T26" fmla="*/ 32 w 32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12">
                  <a:moveTo>
                    <a:pt x="31" y="7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8" y="9"/>
                  </a:lnTo>
                  <a:lnTo>
                    <a:pt x="18" y="11"/>
                  </a:lnTo>
                  <a:lnTo>
                    <a:pt x="25" y="9"/>
                  </a:lnTo>
                  <a:lnTo>
                    <a:pt x="31" y="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59" name="Freeform 283">
              <a:extLst>
                <a:ext uri="{FF2B5EF4-FFF2-40B4-BE49-F238E27FC236}">
                  <a16:creationId xmlns:a16="http://schemas.microsoft.com/office/drawing/2014/main" id="{F5C50B5E-DCDE-B042-B2BC-A12C3AEADE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0" y="3324"/>
              <a:ext cx="223" cy="26"/>
            </a:xfrm>
            <a:custGeom>
              <a:avLst/>
              <a:gdLst>
                <a:gd name="T0" fmla="*/ 0 w 223"/>
                <a:gd name="T1" fmla="*/ 19 h 26"/>
                <a:gd name="T2" fmla="*/ 0 w 223"/>
                <a:gd name="T3" fmla="*/ 25 h 26"/>
                <a:gd name="T4" fmla="*/ 222 w 223"/>
                <a:gd name="T5" fmla="*/ 8 h 26"/>
                <a:gd name="T6" fmla="*/ 222 w 223"/>
                <a:gd name="T7" fmla="*/ 0 h 26"/>
                <a:gd name="T8" fmla="*/ 0 w 223"/>
                <a:gd name="T9" fmla="*/ 1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3"/>
                <a:gd name="T16" fmla="*/ 0 h 26"/>
                <a:gd name="T17" fmla="*/ 223 w 223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3" h="26">
                  <a:moveTo>
                    <a:pt x="0" y="19"/>
                  </a:moveTo>
                  <a:lnTo>
                    <a:pt x="0" y="25"/>
                  </a:lnTo>
                  <a:lnTo>
                    <a:pt x="222" y="8"/>
                  </a:lnTo>
                  <a:lnTo>
                    <a:pt x="222" y="0"/>
                  </a:lnTo>
                  <a:lnTo>
                    <a:pt x="0" y="1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0" name="Freeform 284">
              <a:extLst>
                <a:ext uri="{FF2B5EF4-FFF2-40B4-BE49-F238E27FC236}">
                  <a16:creationId xmlns:a16="http://schemas.microsoft.com/office/drawing/2014/main" id="{ABE2E141-1456-D446-806C-CE0CDF67C9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02" y="3322"/>
              <a:ext cx="26" cy="466"/>
            </a:xfrm>
            <a:custGeom>
              <a:avLst/>
              <a:gdLst>
                <a:gd name="T0" fmla="*/ 0 w 26"/>
                <a:gd name="T1" fmla="*/ 0 h 466"/>
                <a:gd name="T2" fmla="*/ 4 w 26"/>
                <a:gd name="T3" fmla="*/ 463 h 466"/>
                <a:gd name="T4" fmla="*/ 10 w 26"/>
                <a:gd name="T5" fmla="*/ 465 h 466"/>
                <a:gd name="T6" fmla="*/ 16 w 26"/>
                <a:gd name="T7" fmla="*/ 443 h 466"/>
                <a:gd name="T8" fmla="*/ 10 w 26"/>
                <a:gd name="T9" fmla="*/ 13 h 466"/>
                <a:gd name="T10" fmla="*/ 25 w 26"/>
                <a:gd name="T11" fmla="*/ 13 h 466"/>
                <a:gd name="T12" fmla="*/ 25 w 26"/>
                <a:gd name="T13" fmla="*/ 0 h 466"/>
                <a:gd name="T14" fmla="*/ 0 w 26"/>
                <a:gd name="T15" fmla="*/ 0 h 4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466"/>
                <a:gd name="T26" fmla="*/ 26 w 26"/>
                <a:gd name="T27" fmla="*/ 466 h 4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466">
                  <a:moveTo>
                    <a:pt x="0" y="0"/>
                  </a:moveTo>
                  <a:lnTo>
                    <a:pt x="4" y="463"/>
                  </a:lnTo>
                  <a:lnTo>
                    <a:pt x="10" y="465"/>
                  </a:lnTo>
                  <a:lnTo>
                    <a:pt x="16" y="443"/>
                  </a:lnTo>
                  <a:lnTo>
                    <a:pt x="10" y="13"/>
                  </a:lnTo>
                  <a:lnTo>
                    <a:pt x="25" y="13"/>
                  </a:lnTo>
                  <a:lnTo>
                    <a:pt x="25" y="0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1" name="Freeform 285">
              <a:extLst>
                <a:ext uri="{FF2B5EF4-FFF2-40B4-BE49-F238E27FC236}">
                  <a16:creationId xmlns:a16="http://schemas.microsoft.com/office/drawing/2014/main" id="{1C274574-0EEB-4244-8C12-8B60A5A752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01" y="3827"/>
              <a:ext cx="51" cy="162"/>
            </a:xfrm>
            <a:custGeom>
              <a:avLst/>
              <a:gdLst>
                <a:gd name="T0" fmla="*/ 2 w 51"/>
                <a:gd name="T1" fmla="*/ 146 h 162"/>
                <a:gd name="T2" fmla="*/ 4 w 51"/>
                <a:gd name="T3" fmla="*/ 144 h 162"/>
                <a:gd name="T4" fmla="*/ 8 w 51"/>
                <a:gd name="T5" fmla="*/ 142 h 162"/>
                <a:gd name="T6" fmla="*/ 11 w 51"/>
                <a:gd name="T7" fmla="*/ 139 h 162"/>
                <a:gd name="T8" fmla="*/ 17 w 51"/>
                <a:gd name="T9" fmla="*/ 131 h 162"/>
                <a:gd name="T10" fmla="*/ 21 w 51"/>
                <a:gd name="T11" fmla="*/ 120 h 162"/>
                <a:gd name="T12" fmla="*/ 25 w 51"/>
                <a:gd name="T13" fmla="*/ 111 h 162"/>
                <a:gd name="T14" fmla="*/ 29 w 51"/>
                <a:gd name="T15" fmla="*/ 90 h 162"/>
                <a:gd name="T16" fmla="*/ 31 w 51"/>
                <a:gd name="T17" fmla="*/ 64 h 162"/>
                <a:gd name="T18" fmla="*/ 33 w 51"/>
                <a:gd name="T19" fmla="*/ 54 h 162"/>
                <a:gd name="T20" fmla="*/ 33 w 51"/>
                <a:gd name="T21" fmla="*/ 46 h 162"/>
                <a:gd name="T22" fmla="*/ 34 w 51"/>
                <a:gd name="T23" fmla="*/ 39 h 162"/>
                <a:gd name="T24" fmla="*/ 34 w 51"/>
                <a:gd name="T25" fmla="*/ 28 h 162"/>
                <a:gd name="T26" fmla="*/ 36 w 51"/>
                <a:gd name="T27" fmla="*/ 2 h 162"/>
                <a:gd name="T28" fmla="*/ 48 w 51"/>
                <a:gd name="T29" fmla="*/ 0 h 162"/>
                <a:gd name="T30" fmla="*/ 50 w 51"/>
                <a:gd name="T31" fmla="*/ 26 h 162"/>
                <a:gd name="T32" fmla="*/ 48 w 51"/>
                <a:gd name="T33" fmla="*/ 42 h 162"/>
                <a:gd name="T34" fmla="*/ 48 w 51"/>
                <a:gd name="T35" fmla="*/ 52 h 162"/>
                <a:gd name="T36" fmla="*/ 46 w 51"/>
                <a:gd name="T37" fmla="*/ 63 h 162"/>
                <a:gd name="T38" fmla="*/ 44 w 51"/>
                <a:gd name="T39" fmla="*/ 74 h 162"/>
                <a:gd name="T40" fmla="*/ 42 w 51"/>
                <a:gd name="T41" fmla="*/ 89 h 162"/>
                <a:gd name="T42" fmla="*/ 40 w 51"/>
                <a:gd name="T43" fmla="*/ 111 h 162"/>
                <a:gd name="T44" fmla="*/ 33 w 51"/>
                <a:gd name="T45" fmla="*/ 131 h 162"/>
                <a:gd name="T46" fmla="*/ 27 w 51"/>
                <a:gd name="T47" fmla="*/ 144 h 162"/>
                <a:gd name="T48" fmla="*/ 19 w 51"/>
                <a:gd name="T49" fmla="*/ 159 h 162"/>
                <a:gd name="T50" fmla="*/ 17 w 51"/>
                <a:gd name="T51" fmla="*/ 161 h 162"/>
                <a:gd name="T52" fmla="*/ 11 w 51"/>
                <a:gd name="T53" fmla="*/ 159 h 162"/>
                <a:gd name="T54" fmla="*/ 2 w 51"/>
                <a:gd name="T55" fmla="*/ 155 h 162"/>
                <a:gd name="T56" fmla="*/ 0 w 51"/>
                <a:gd name="T57" fmla="*/ 148 h 162"/>
                <a:gd name="T58" fmla="*/ 2 w 51"/>
                <a:gd name="T59" fmla="*/ 146 h 16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1"/>
                <a:gd name="T91" fmla="*/ 0 h 162"/>
                <a:gd name="T92" fmla="*/ 51 w 51"/>
                <a:gd name="T93" fmla="*/ 162 h 16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1" h="162">
                  <a:moveTo>
                    <a:pt x="2" y="146"/>
                  </a:moveTo>
                  <a:lnTo>
                    <a:pt x="4" y="144"/>
                  </a:lnTo>
                  <a:lnTo>
                    <a:pt x="8" y="142"/>
                  </a:lnTo>
                  <a:lnTo>
                    <a:pt x="11" y="139"/>
                  </a:lnTo>
                  <a:lnTo>
                    <a:pt x="17" y="131"/>
                  </a:lnTo>
                  <a:lnTo>
                    <a:pt x="21" y="120"/>
                  </a:lnTo>
                  <a:lnTo>
                    <a:pt x="25" y="111"/>
                  </a:lnTo>
                  <a:lnTo>
                    <a:pt x="29" y="90"/>
                  </a:lnTo>
                  <a:lnTo>
                    <a:pt x="31" y="64"/>
                  </a:lnTo>
                  <a:lnTo>
                    <a:pt x="33" y="54"/>
                  </a:lnTo>
                  <a:lnTo>
                    <a:pt x="33" y="46"/>
                  </a:lnTo>
                  <a:lnTo>
                    <a:pt x="34" y="39"/>
                  </a:lnTo>
                  <a:lnTo>
                    <a:pt x="34" y="28"/>
                  </a:lnTo>
                  <a:lnTo>
                    <a:pt x="36" y="2"/>
                  </a:lnTo>
                  <a:lnTo>
                    <a:pt x="48" y="0"/>
                  </a:lnTo>
                  <a:lnTo>
                    <a:pt x="50" y="26"/>
                  </a:lnTo>
                  <a:lnTo>
                    <a:pt x="48" y="42"/>
                  </a:lnTo>
                  <a:lnTo>
                    <a:pt x="48" y="52"/>
                  </a:lnTo>
                  <a:lnTo>
                    <a:pt x="46" y="63"/>
                  </a:lnTo>
                  <a:lnTo>
                    <a:pt x="44" y="74"/>
                  </a:lnTo>
                  <a:lnTo>
                    <a:pt x="42" y="89"/>
                  </a:lnTo>
                  <a:lnTo>
                    <a:pt x="40" y="111"/>
                  </a:lnTo>
                  <a:lnTo>
                    <a:pt x="33" y="131"/>
                  </a:lnTo>
                  <a:lnTo>
                    <a:pt x="27" y="144"/>
                  </a:lnTo>
                  <a:lnTo>
                    <a:pt x="19" y="159"/>
                  </a:lnTo>
                  <a:lnTo>
                    <a:pt x="17" y="161"/>
                  </a:lnTo>
                  <a:lnTo>
                    <a:pt x="11" y="159"/>
                  </a:lnTo>
                  <a:lnTo>
                    <a:pt x="2" y="155"/>
                  </a:lnTo>
                  <a:lnTo>
                    <a:pt x="0" y="148"/>
                  </a:lnTo>
                  <a:lnTo>
                    <a:pt x="2" y="146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2" name="Freeform 286">
              <a:extLst>
                <a:ext uri="{FF2B5EF4-FFF2-40B4-BE49-F238E27FC236}">
                  <a16:creationId xmlns:a16="http://schemas.microsoft.com/office/drawing/2014/main" id="{CD77E17F-F69D-2546-B383-0D3880F8E5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0" y="3542"/>
              <a:ext cx="51" cy="5"/>
            </a:xfrm>
            <a:custGeom>
              <a:avLst/>
              <a:gdLst>
                <a:gd name="T0" fmla="*/ 0 w 51"/>
                <a:gd name="T1" fmla="*/ 2 h 5"/>
                <a:gd name="T2" fmla="*/ 25 w 51"/>
                <a:gd name="T3" fmla="*/ 4 h 5"/>
                <a:gd name="T4" fmla="*/ 50 w 51"/>
                <a:gd name="T5" fmla="*/ 2 h 5"/>
                <a:gd name="T6" fmla="*/ 21 w 51"/>
                <a:gd name="T7" fmla="*/ 0 h 5"/>
                <a:gd name="T8" fmla="*/ 0 w 51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5"/>
                <a:gd name="T17" fmla="*/ 51 w 51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5">
                  <a:moveTo>
                    <a:pt x="0" y="2"/>
                  </a:moveTo>
                  <a:lnTo>
                    <a:pt x="25" y="4"/>
                  </a:lnTo>
                  <a:lnTo>
                    <a:pt x="50" y="2"/>
                  </a:lnTo>
                  <a:lnTo>
                    <a:pt x="21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3" name="Rectangle 287">
              <a:extLst>
                <a:ext uri="{FF2B5EF4-FFF2-40B4-BE49-F238E27FC236}">
                  <a16:creationId xmlns:a16="http://schemas.microsoft.com/office/drawing/2014/main" id="{D7062032-4870-CD47-8038-A9AEB789C8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712" y="3531"/>
              <a:ext cx="1" cy="9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64" name="Oval 288">
              <a:extLst>
                <a:ext uri="{FF2B5EF4-FFF2-40B4-BE49-F238E27FC236}">
                  <a16:creationId xmlns:a16="http://schemas.microsoft.com/office/drawing/2014/main" id="{25275BBB-DE13-7042-98D3-B066A37E91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712" y="3526"/>
              <a:ext cx="4" cy="9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65" name="Freeform 289">
              <a:extLst>
                <a:ext uri="{FF2B5EF4-FFF2-40B4-BE49-F238E27FC236}">
                  <a16:creationId xmlns:a16="http://schemas.microsoft.com/office/drawing/2014/main" id="{BDC57421-EF03-0047-997E-2D6ACF879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69" y="3676"/>
              <a:ext cx="15" cy="19"/>
            </a:xfrm>
            <a:custGeom>
              <a:avLst/>
              <a:gdLst>
                <a:gd name="T0" fmla="*/ 4 w 15"/>
                <a:gd name="T1" fmla="*/ 0 h 19"/>
                <a:gd name="T2" fmla="*/ 0 w 15"/>
                <a:gd name="T3" fmla="*/ 18 h 19"/>
                <a:gd name="T4" fmla="*/ 11 w 15"/>
                <a:gd name="T5" fmla="*/ 18 h 19"/>
                <a:gd name="T6" fmla="*/ 14 w 15"/>
                <a:gd name="T7" fmla="*/ 2 h 19"/>
                <a:gd name="T8" fmla="*/ 4 w 15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9"/>
                <a:gd name="T17" fmla="*/ 15 w 15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9">
                  <a:moveTo>
                    <a:pt x="4" y="0"/>
                  </a:moveTo>
                  <a:lnTo>
                    <a:pt x="0" y="18"/>
                  </a:lnTo>
                  <a:lnTo>
                    <a:pt x="11" y="18"/>
                  </a:lnTo>
                  <a:lnTo>
                    <a:pt x="14" y="2"/>
                  </a:lnTo>
                  <a:lnTo>
                    <a:pt x="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6" name="Freeform 290">
              <a:extLst>
                <a:ext uri="{FF2B5EF4-FFF2-40B4-BE49-F238E27FC236}">
                  <a16:creationId xmlns:a16="http://schemas.microsoft.com/office/drawing/2014/main" id="{D4A10A69-C05B-D54F-A8FD-D3F162ECD6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8" y="3789"/>
              <a:ext cx="19" cy="19"/>
            </a:xfrm>
            <a:custGeom>
              <a:avLst/>
              <a:gdLst>
                <a:gd name="T0" fmla="*/ 4 w 19"/>
                <a:gd name="T1" fmla="*/ 0 h 19"/>
                <a:gd name="T2" fmla="*/ 0 w 19"/>
                <a:gd name="T3" fmla="*/ 18 h 19"/>
                <a:gd name="T4" fmla="*/ 12 w 19"/>
                <a:gd name="T5" fmla="*/ 18 h 19"/>
                <a:gd name="T6" fmla="*/ 18 w 19"/>
                <a:gd name="T7" fmla="*/ 0 h 19"/>
                <a:gd name="T8" fmla="*/ 4 w 1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19"/>
                <a:gd name="T17" fmla="*/ 19 w 19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19">
                  <a:moveTo>
                    <a:pt x="4" y="0"/>
                  </a:moveTo>
                  <a:lnTo>
                    <a:pt x="0" y="18"/>
                  </a:lnTo>
                  <a:lnTo>
                    <a:pt x="12" y="18"/>
                  </a:lnTo>
                  <a:lnTo>
                    <a:pt x="18" y="0"/>
                  </a:lnTo>
                  <a:lnTo>
                    <a:pt x="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7" name="Freeform 291">
              <a:extLst>
                <a:ext uri="{FF2B5EF4-FFF2-40B4-BE49-F238E27FC236}">
                  <a16:creationId xmlns:a16="http://schemas.microsoft.com/office/drawing/2014/main" id="{B7BEDFD8-1791-0946-A519-F4F7F58657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8" y="3613"/>
              <a:ext cx="39" cy="226"/>
            </a:xfrm>
            <a:custGeom>
              <a:avLst/>
              <a:gdLst>
                <a:gd name="T0" fmla="*/ 16 w 39"/>
                <a:gd name="T1" fmla="*/ 1 h 226"/>
                <a:gd name="T2" fmla="*/ 18 w 39"/>
                <a:gd name="T3" fmla="*/ 18 h 226"/>
                <a:gd name="T4" fmla="*/ 18 w 39"/>
                <a:gd name="T5" fmla="*/ 32 h 226"/>
                <a:gd name="T6" fmla="*/ 20 w 39"/>
                <a:gd name="T7" fmla="*/ 38 h 226"/>
                <a:gd name="T8" fmla="*/ 20 w 39"/>
                <a:gd name="T9" fmla="*/ 46 h 226"/>
                <a:gd name="T10" fmla="*/ 22 w 39"/>
                <a:gd name="T11" fmla="*/ 58 h 226"/>
                <a:gd name="T12" fmla="*/ 26 w 39"/>
                <a:gd name="T13" fmla="*/ 78 h 226"/>
                <a:gd name="T14" fmla="*/ 31 w 39"/>
                <a:gd name="T15" fmla="*/ 99 h 226"/>
                <a:gd name="T16" fmla="*/ 32 w 39"/>
                <a:gd name="T17" fmla="*/ 121 h 226"/>
                <a:gd name="T18" fmla="*/ 34 w 39"/>
                <a:gd name="T19" fmla="*/ 142 h 226"/>
                <a:gd name="T20" fmla="*/ 36 w 39"/>
                <a:gd name="T21" fmla="*/ 155 h 226"/>
                <a:gd name="T22" fmla="*/ 38 w 39"/>
                <a:gd name="T23" fmla="*/ 168 h 226"/>
                <a:gd name="T24" fmla="*/ 38 w 39"/>
                <a:gd name="T25" fmla="*/ 180 h 226"/>
                <a:gd name="T26" fmla="*/ 38 w 39"/>
                <a:gd name="T27" fmla="*/ 199 h 226"/>
                <a:gd name="T28" fmla="*/ 34 w 39"/>
                <a:gd name="T29" fmla="*/ 214 h 226"/>
                <a:gd name="T30" fmla="*/ 26 w 39"/>
                <a:gd name="T31" fmla="*/ 223 h 226"/>
                <a:gd name="T32" fmla="*/ 22 w 39"/>
                <a:gd name="T33" fmla="*/ 225 h 226"/>
                <a:gd name="T34" fmla="*/ 18 w 39"/>
                <a:gd name="T35" fmla="*/ 225 h 226"/>
                <a:gd name="T36" fmla="*/ 10 w 39"/>
                <a:gd name="T37" fmla="*/ 219 h 226"/>
                <a:gd name="T38" fmla="*/ 7 w 39"/>
                <a:gd name="T39" fmla="*/ 214 h 226"/>
                <a:gd name="T40" fmla="*/ 4 w 39"/>
                <a:gd name="T41" fmla="*/ 210 h 226"/>
                <a:gd name="T42" fmla="*/ 0 w 39"/>
                <a:gd name="T43" fmla="*/ 206 h 226"/>
                <a:gd name="T44" fmla="*/ 0 w 39"/>
                <a:gd name="T45" fmla="*/ 203 h 226"/>
                <a:gd name="T46" fmla="*/ 0 w 39"/>
                <a:gd name="T47" fmla="*/ 201 h 226"/>
                <a:gd name="T48" fmla="*/ 2 w 39"/>
                <a:gd name="T49" fmla="*/ 199 h 226"/>
                <a:gd name="T50" fmla="*/ 4 w 39"/>
                <a:gd name="T51" fmla="*/ 199 h 226"/>
                <a:gd name="T52" fmla="*/ 6 w 39"/>
                <a:gd name="T53" fmla="*/ 201 h 226"/>
                <a:gd name="T54" fmla="*/ 7 w 39"/>
                <a:gd name="T55" fmla="*/ 204 h 226"/>
                <a:gd name="T56" fmla="*/ 12 w 39"/>
                <a:gd name="T57" fmla="*/ 212 h 226"/>
                <a:gd name="T58" fmla="*/ 16 w 39"/>
                <a:gd name="T59" fmla="*/ 214 h 226"/>
                <a:gd name="T60" fmla="*/ 22 w 39"/>
                <a:gd name="T61" fmla="*/ 214 h 226"/>
                <a:gd name="T62" fmla="*/ 26 w 39"/>
                <a:gd name="T63" fmla="*/ 212 h 226"/>
                <a:gd name="T64" fmla="*/ 29 w 39"/>
                <a:gd name="T65" fmla="*/ 208 h 226"/>
                <a:gd name="T66" fmla="*/ 32 w 39"/>
                <a:gd name="T67" fmla="*/ 199 h 226"/>
                <a:gd name="T68" fmla="*/ 32 w 39"/>
                <a:gd name="T69" fmla="*/ 186 h 226"/>
                <a:gd name="T70" fmla="*/ 31 w 39"/>
                <a:gd name="T71" fmla="*/ 176 h 226"/>
                <a:gd name="T72" fmla="*/ 31 w 39"/>
                <a:gd name="T73" fmla="*/ 166 h 226"/>
                <a:gd name="T74" fmla="*/ 31 w 39"/>
                <a:gd name="T75" fmla="*/ 148 h 226"/>
                <a:gd name="T76" fmla="*/ 31 w 39"/>
                <a:gd name="T77" fmla="*/ 153 h 226"/>
                <a:gd name="T78" fmla="*/ 31 w 39"/>
                <a:gd name="T79" fmla="*/ 148 h 226"/>
                <a:gd name="T80" fmla="*/ 29 w 39"/>
                <a:gd name="T81" fmla="*/ 137 h 226"/>
                <a:gd name="T82" fmla="*/ 26 w 39"/>
                <a:gd name="T83" fmla="*/ 115 h 226"/>
                <a:gd name="T84" fmla="*/ 24 w 39"/>
                <a:gd name="T85" fmla="*/ 97 h 226"/>
                <a:gd name="T86" fmla="*/ 20 w 39"/>
                <a:gd name="T87" fmla="*/ 77 h 226"/>
                <a:gd name="T88" fmla="*/ 18 w 39"/>
                <a:gd name="T89" fmla="*/ 54 h 226"/>
                <a:gd name="T90" fmla="*/ 14 w 39"/>
                <a:gd name="T91" fmla="*/ 36 h 226"/>
                <a:gd name="T92" fmla="*/ 12 w 39"/>
                <a:gd name="T93" fmla="*/ 26 h 226"/>
                <a:gd name="T94" fmla="*/ 12 w 39"/>
                <a:gd name="T95" fmla="*/ 18 h 226"/>
                <a:gd name="T96" fmla="*/ 12 w 39"/>
                <a:gd name="T97" fmla="*/ 7 h 226"/>
                <a:gd name="T98" fmla="*/ 10 w 39"/>
                <a:gd name="T99" fmla="*/ 1 h 226"/>
                <a:gd name="T100" fmla="*/ 12 w 39"/>
                <a:gd name="T101" fmla="*/ 0 h 226"/>
                <a:gd name="T102" fmla="*/ 14 w 39"/>
                <a:gd name="T103" fmla="*/ 0 h 226"/>
                <a:gd name="T104" fmla="*/ 16 w 39"/>
                <a:gd name="T105" fmla="*/ 0 h 226"/>
                <a:gd name="T106" fmla="*/ 16 w 39"/>
                <a:gd name="T107" fmla="*/ 1 h 2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"/>
                <a:gd name="T163" fmla="*/ 0 h 226"/>
                <a:gd name="T164" fmla="*/ 39 w 39"/>
                <a:gd name="T165" fmla="*/ 226 h 22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" h="226">
                  <a:moveTo>
                    <a:pt x="16" y="1"/>
                  </a:moveTo>
                  <a:lnTo>
                    <a:pt x="18" y="18"/>
                  </a:lnTo>
                  <a:lnTo>
                    <a:pt x="18" y="32"/>
                  </a:lnTo>
                  <a:lnTo>
                    <a:pt x="20" y="38"/>
                  </a:lnTo>
                  <a:lnTo>
                    <a:pt x="20" y="46"/>
                  </a:lnTo>
                  <a:lnTo>
                    <a:pt x="22" y="58"/>
                  </a:lnTo>
                  <a:lnTo>
                    <a:pt x="26" y="78"/>
                  </a:lnTo>
                  <a:lnTo>
                    <a:pt x="31" y="99"/>
                  </a:lnTo>
                  <a:lnTo>
                    <a:pt x="32" y="121"/>
                  </a:lnTo>
                  <a:lnTo>
                    <a:pt x="34" y="142"/>
                  </a:lnTo>
                  <a:lnTo>
                    <a:pt x="36" y="155"/>
                  </a:lnTo>
                  <a:lnTo>
                    <a:pt x="38" y="168"/>
                  </a:lnTo>
                  <a:lnTo>
                    <a:pt x="38" y="180"/>
                  </a:lnTo>
                  <a:lnTo>
                    <a:pt x="38" y="199"/>
                  </a:lnTo>
                  <a:lnTo>
                    <a:pt x="34" y="214"/>
                  </a:lnTo>
                  <a:lnTo>
                    <a:pt x="26" y="223"/>
                  </a:lnTo>
                  <a:lnTo>
                    <a:pt x="22" y="225"/>
                  </a:lnTo>
                  <a:lnTo>
                    <a:pt x="18" y="225"/>
                  </a:lnTo>
                  <a:lnTo>
                    <a:pt x="10" y="219"/>
                  </a:lnTo>
                  <a:lnTo>
                    <a:pt x="7" y="214"/>
                  </a:lnTo>
                  <a:lnTo>
                    <a:pt x="4" y="210"/>
                  </a:lnTo>
                  <a:lnTo>
                    <a:pt x="0" y="206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6" y="201"/>
                  </a:lnTo>
                  <a:lnTo>
                    <a:pt x="7" y="204"/>
                  </a:lnTo>
                  <a:lnTo>
                    <a:pt x="12" y="212"/>
                  </a:lnTo>
                  <a:lnTo>
                    <a:pt x="16" y="214"/>
                  </a:lnTo>
                  <a:lnTo>
                    <a:pt x="22" y="214"/>
                  </a:lnTo>
                  <a:lnTo>
                    <a:pt x="26" y="212"/>
                  </a:lnTo>
                  <a:lnTo>
                    <a:pt x="29" y="208"/>
                  </a:lnTo>
                  <a:lnTo>
                    <a:pt x="32" y="199"/>
                  </a:lnTo>
                  <a:lnTo>
                    <a:pt x="32" y="186"/>
                  </a:lnTo>
                  <a:lnTo>
                    <a:pt x="31" y="176"/>
                  </a:lnTo>
                  <a:lnTo>
                    <a:pt x="31" y="166"/>
                  </a:lnTo>
                  <a:lnTo>
                    <a:pt x="31" y="148"/>
                  </a:lnTo>
                  <a:lnTo>
                    <a:pt x="31" y="153"/>
                  </a:lnTo>
                  <a:lnTo>
                    <a:pt x="31" y="148"/>
                  </a:lnTo>
                  <a:lnTo>
                    <a:pt x="29" y="137"/>
                  </a:lnTo>
                  <a:lnTo>
                    <a:pt x="26" y="115"/>
                  </a:lnTo>
                  <a:lnTo>
                    <a:pt x="24" y="97"/>
                  </a:lnTo>
                  <a:lnTo>
                    <a:pt x="20" y="77"/>
                  </a:lnTo>
                  <a:lnTo>
                    <a:pt x="18" y="54"/>
                  </a:lnTo>
                  <a:lnTo>
                    <a:pt x="14" y="36"/>
                  </a:lnTo>
                  <a:lnTo>
                    <a:pt x="12" y="26"/>
                  </a:lnTo>
                  <a:lnTo>
                    <a:pt x="12" y="18"/>
                  </a:lnTo>
                  <a:lnTo>
                    <a:pt x="12" y="7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6" y="1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68" name="Rectangle 292">
              <a:extLst>
                <a:ext uri="{FF2B5EF4-FFF2-40B4-BE49-F238E27FC236}">
                  <a16:creationId xmlns:a16="http://schemas.microsoft.com/office/drawing/2014/main" id="{92285EF6-3955-B447-8FF1-9C670EE625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06" y="3602"/>
              <a:ext cx="2" cy="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669" name="Freeform 293">
              <a:extLst>
                <a:ext uri="{FF2B5EF4-FFF2-40B4-BE49-F238E27FC236}">
                  <a16:creationId xmlns:a16="http://schemas.microsoft.com/office/drawing/2014/main" id="{2FC193E3-E50E-CB48-8FAD-3766984D02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0" y="3546"/>
              <a:ext cx="26" cy="59"/>
            </a:xfrm>
            <a:custGeom>
              <a:avLst/>
              <a:gdLst>
                <a:gd name="T0" fmla="*/ 0 w 26"/>
                <a:gd name="T1" fmla="*/ 0 h 59"/>
                <a:gd name="T2" fmla="*/ 0 w 26"/>
                <a:gd name="T3" fmla="*/ 54 h 59"/>
                <a:gd name="T4" fmla="*/ 25 w 26"/>
                <a:gd name="T5" fmla="*/ 58 h 59"/>
                <a:gd name="T6" fmla="*/ 25 w 26"/>
                <a:gd name="T7" fmla="*/ 2 h 59"/>
                <a:gd name="T8" fmla="*/ 0 w 2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59"/>
                <a:gd name="T17" fmla="*/ 26 w 26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59">
                  <a:moveTo>
                    <a:pt x="0" y="0"/>
                  </a:moveTo>
                  <a:lnTo>
                    <a:pt x="0" y="54"/>
                  </a:lnTo>
                  <a:lnTo>
                    <a:pt x="25" y="58"/>
                  </a:lnTo>
                  <a:lnTo>
                    <a:pt x="25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0" name="Freeform 294">
              <a:extLst>
                <a:ext uri="{FF2B5EF4-FFF2-40B4-BE49-F238E27FC236}">
                  <a16:creationId xmlns:a16="http://schemas.microsoft.com/office/drawing/2014/main" id="{32C35991-49A9-8748-854C-A9088E50E2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15" y="3546"/>
              <a:ext cx="23" cy="59"/>
            </a:xfrm>
            <a:custGeom>
              <a:avLst/>
              <a:gdLst>
                <a:gd name="T0" fmla="*/ 0 w 23"/>
                <a:gd name="T1" fmla="*/ 0 h 59"/>
                <a:gd name="T2" fmla="*/ 0 w 23"/>
                <a:gd name="T3" fmla="*/ 58 h 59"/>
                <a:gd name="T4" fmla="*/ 22 w 23"/>
                <a:gd name="T5" fmla="*/ 56 h 59"/>
                <a:gd name="T6" fmla="*/ 22 w 23"/>
                <a:gd name="T7" fmla="*/ 0 h 59"/>
                <a:gd name="T8" fmla="*/ 0 w 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9"/>
                <a:gd name="T17" fmla="*/ 23 w 23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9">
                  <a:moveTo>
                    <a:pt x="0" y="0"/>
                  </a:moveTo>
                  <a:lnTo>
                    <a:pt x="0" y="58"/>
                  </a:lnTo>
                  <a:lnTo>
                    <a:pt x="22" y="56"/>
                  </a:ln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1" name="Freeform 295">
              <a:extLst>
                <a:ext uri="{FF2B5EF4-FFF2-40B4-BE49-F238E27FC236}">
                  <a16:creationId xmlns:a16="http://schemas.microsoft.com/office/drawing/2014/main" id="{9F3F0E24-D43C-804C-8349-8DAE44297C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13" y="3797"/>
              <a:ext cx="209" cy="66"/>
            </a:xfrm>
            <a:custGeom>
              <a:avLst/>
              <a:gdLst>
                <a:gd name="T0" fmla="*/ 0 w 209"/>
                <a:gd name="T1" fmla="*/ 50 h 66"/>
                <a:gd name="T2" fmla="*/ 0 w 209"/>
                <a:gd name="T3" fmla="*/ 65 h 66"/>
                <a:gd name="T4" fmla="*/ 208 w 209"/>
                <a:gd name="T5" fmla="*/ 8 h 66"/>
                <a:gd name="T6" fmla="*/ 208 w 209"/>
                <a:gd name="T7" fmla="*/ 0 h 66"/>
                <a:gd name="T8" fmla="*/ 0 w 209"/>
                <a:gd name="T9" fmla="*/ 5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9"/>
                <a:gd name="T16" fmla="*/ 0 h 66"/>
                <a:gd name="T17" fmla="*/ 209 w 209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9" h="66">
                  <a:moveTo>
                    <a:pt x="0" y="50"/>
                  </a:moveTo>
                  <a:lnTo>
                    <a:pt x="0" y="65"/>
                  </a:lnTo>
                  <a:lnTo>
                    <a:pt x="208" y="8"/>
                  </a:lnTo>
                  <a:lnTo>
                    <a:pt x="208" y="0"/>
                  </a:lnTo>
                  <a:lnTo>
                    <a:pt x="0" y="5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2" name="Freeform 296">
              <a:extLst>
                <a:ext uri="{FF2B5EF4-FFF2-40B4-BE49-F238E27FC236}">
                  <a16:creationId xmlns:a16="http://schemas.microsoft.com/office/drawing/2014/main" id="{40DC8057-DDF0-B142-8433-B192677D3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0" y="3549"/>
              <a:ext cx="17" cy="13"/>
            </a:xfrm>
            <a:custGeom>
              <a:avLst/>
              <a:gdLst>
                <a:gd name="T0" fmla="*/ 0 w 17"/>
                <a:gd name="T1" fmla="*/ 2 h 13"/>
                <a:gd name="T2" fmla="*/ 0 w 17"/>
                <a:gd name="T3" fmla="*/ 12 h 13"/>
                <a:gd name="T4" fmla="*/ 16 w 17"/>
                <a:gd name="T5" fmla="*/ 10 h 13"/>
                <a:gd name="T6" fmla="*/ 16 w 17"/>
                <a:gd name="T7" fmla="*/ 0 h 13"/>
                <a:gd name="T8" fmla="*/ 0 w 17"/>
                <a:gd name="T9" fmla="*/ 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0" y="2"/>
                  </a:moveTo>
                  <a:lnTo>
                    <a:pt x="0" y="12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3" name="Freeform 297">
              <a:extLst>
                <a:ext uri="{FF2B5EF4-FFF2-40B4-BE49-F238E27FC236}">
                  <a16:creationId xmlns:a16="http://schemas.microsoft.com/office/drawing/2014/main" id="{BA9F6563-7BDE-0646-AF91-03022E1FF8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0" y="3786"/>
              <a:ext cx="149" cy="84"/>
            </a:xfrm>
            <a:custGeom>
              <a:avLst/>
              <a:gdLst>
                <a:gd name="T0" fmla="*/ 0 w 149"/>
                <a:gd name="T1" fmla="*/ 0 h 84"/>
                <a:gd name="T2" fmla="*/ 53 w 149"/>
                <a:gd name="T3" fmla="*/ 64 h 84"/>
                <a:gd name="T4" fmla="*/ 148 w 149"/>
                <a:gd name="T5" fmla="*/ 83 h 84"/>
                <a:gd name="T6" fmla="*/ 86 w 149"/>
                <a:gd name="T7" fmla="*/ 13 h 84"/>
                <a:gd name="T8" fmla="*/ 0 w 149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9"/>
                <a:gd name="T16" fmla="*/ 0 h 84"/>
                <a:gd name="T17" fmla="*/ 149 w 149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9" h="84">
                  <a:moveTo>
                    <a:pt x="0" y="0"/>
                  </a:moveTo>
                  <a:lnTo>
                    <a:pt x="53" y="64"/>
                  </a:lnTo>
                  <a:lnTo>
                    <a:pt x="148" y="83"/>
                  </a:lnTo>
                  <a:lnTo>
                    <a:pt x="86" y="1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4" name="Freeform 298">
              <a:extLst>
                <a:ext uri="{FF2B5EF4-FFF2-40B4-BE49-F238E27FC236}">
                  <a16:creationId xmlns:a16="http://schemas.microsoft.com/office/drawing/2014/main" id="{D7E2B964-314B-0A48-B9C9-5CC75325AB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27" y="3410"/>
              <a:ext cx="87" cy="372"/>
            </a:xfrm>
            <a:custGeom>
              <a:avLst/>
              <a:gdLst>
                <a:gd name="T0" fmla="*/ 0 w 87"/>
                <a:gd name="T1" fmla="*/ 0 h 372"/>
                <a:gd name="T2" fmla="*/ 0 w 87"/>
                <a:gd name="T3" fmla="*/ 363 h 372"/>
                <a:gd name="T4" fmla="*/ 51 w 87"/>
                <a:gd name="T5" fmla="*/ 371 h 372"/>
                <a:gd name="T6" fmla="*/ 86 w 87"/>
                <a:gd name="T7" fmla="*/ 323 h 372"/>
                <a:gd name="T8" fmla="*/ 86 w 87"/>
                <a:gd name="T9" fmla="*/ 46 h 372"/>
                <a:gd name="T10" fmla="*/ 37 w 87"/>
                <a:gd name="T11" fmla="*/ 0 h 372"/>
                <a:gd name="T12" fmla="*/ 0 w 87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7"/>
                <a:gd name="T22" fmla="*/ 0 h 372"/>
                <a:gd name="T23" fmla="*/ 87 w 87"/>
                <a:gd name="T24" fmla="*/ 372 h 37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7" h="372">
                  <a:moveTo>
                    <a:pt x="0" y="0"/>
                  </a:moveTo>
                  <a:lnTo>
                    <a:pt x="0" y="363"/>
                  </a:lnTo>
                  <a:lnTo>
                    <a:pt x="51" y="371"/>
                  </a:lnTo>
                  <a:lnTo>
                    <a:pt x="86" y="323"/>
                  </a:lnTo>
                  <a:lnTo>
                    <a:pt x="86" y="46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5" name="Freeform 299">
              <a:extLst>
                <a:ext uri="{FF2B5EF4-FFF2-40B4-BE49-F238E27FC236}">
                  <a16:creationId xmlns:a16="http://schemas.microsoft.com/office/drawing/2014/main" id="{C06AE47D-DEDA-4F40-9818-6A13963D2E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8" y="3410"/>
              <a:ext cx="68" cy="360"/>
            </a:xfrm>
            <a:custGeom>
              <a:avLst/>
              <a:gdLst>
                <a:gd name="T0" fmla="*/ 29 w 68"/>
                <a:gd name="T1" fmla="*/ 0 h 360"/>
                <a:gd name="T2" fmla="*/ 0 w 68"/>
                <a:gd name="T3" fmla="*/ 42 h 360"/>
                <a:gd name="T4" fmla="*/ 2 w 68"/>
                <a:gd name="T5" fmla="*/ 311 h 360"/>
                <a:gd name="T6" fmla="*/ 36 w 68"/>
                <a:gd name="T7" fmla="*/ 350 h 360"/>
                <a:gd name="T8" fmla="*/ 67 w 68"/>
                <a:gd name="T9" fmla="*/ 359 h 360"/>
                <a:gd name="T10" fmla="*/ 67 w 68"/>
                <a:gd name="T11" fmla="*/ 0 h 360"/>
                <a:gd name="T12" fmla="*/ 29 w 68"/>
                <a:gd name="T13" fmla="*/ 0 h 3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8"/>
                <a:gd name="T22" fmla="*/ 0 h 360"/>
                <a:gd name="T23" fmla="*/ 68 w 68"/>
                <a:gd name="T24" fmla="*/ 360 h 3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8" h="360">
                  <a:moveTo>
                    <a:pt x="29" y="0"/>
                  </a:moveTo>
                  <a:lnTo>
                    <a:pt x="0" y="42"/>
                  </a:lnTo>
                  <a:lnTo>
                    <a:pt x="2" y="311"/>
                  </a:lnTo>
                  <a:lnTo>
                    <a:pt x="36" y="350"/>
                  </a:lnTo>
                  <a:lnTo>
                    <a:pt x="67" y="359"/>
                  </a:lnTo>
                  <a:lnTo>
                    <a:pt x="67" y="0"/>
                  </a:lnTo>
                  <a:lnTo>
                    <a:pt x="29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6" name="Freeform 300">
              <a:extLst>
                <a:ext uri="{FF2B5EF4-FFF2-40B4-BE49-F238E27FC236}">
                  <a16:creationId xmlns:a16="http://schemas.microsoft.com/office/drawing/2014/main" id="{98FB9D21-52DC-3248-AAB2-7DDF37EAB6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9" y="3797"/>
              <a:ext cx="188" cy="103"/>
            </a:xfrm>
            <a:custGeom>
              <a:avLst/>
              <a:gdLst>
                <a:gd name="T0" fmla="*/ 0 w 188"/>
                <a:gd name="T1" fmla="*/ 0 h 103"/>
                <a:gd name="T2" fmla="*/ 61 w 188"/>
                <a:gd name="T3" fmla="*/ 73 h 103"/>
                <a:gd name="T4" fmla="*/ 187 w 188"/>
                <a:gd name="T5" fmla="*/ 102 h 103"/>
                <a:gd name="T6" fmla="*/ 108 w 188"/>
                <a:gd name="T7" fmla="*/ 18 h 103"/>
                <a:gd name="T8" fmla="*/ 0 w 18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8"/>
                <a:gd name="T16" fmla="*/ 0 h 103"/>
                <a:gd name="T17" fmla="*/ 188 w 188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8" h="103">
                  <a:moveTo>
                    <a:pt x="0" y="0"/>
                  </a:moveTo>
                  <a:lnTo>
                    <a:pt x="61" y="73"/>
                  </a:lnTo>
                  <a:lnTo>
                    <a:pt x="187" y="102"/>
                  </a:lnTo>
                  <a:lnTo>
                    <a:pt x="108" y="18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7" name="Freeform 301">
              <a:extLst>
                <a:ext uri="{FF2B5EF4-FFF2-40B4-BE49-F238E27FC236}">
                  <a16:creationId xmlns:a16="http://schemas.microsoft.com/office/drawing/2014/main" id="{08F6CB41-32B0-DD44-B4D9-8732A75A94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0" y="3778"/>
              <a:ext cx="166" cy="29"/>
            </a:xfrm>
            <a:custGeom>
              <a:avLst/>
              <a:gdLst>
                <a:gd name="T0" fmla="*/ 0 w 166"/>
                <a:gd name="T1" fmla="*/ 0 h 29"/>
                <a:gd name="T2" fmla="*/ 0 w 166"/>
                <a:gd name="T3" fmla="*/ 7 h 29"/>
                <a:gd name="T4" fmla="*/ 134 w 166"/>
                <a:gd name="T5" fmla="*/ 28 h 29"/>
                <a:gd name="T6" fmla="*/ 165 w 166"/>
                <a:gd name="T7" fmla="*/ 26 h 29"/>
                <a:gd name="T8" fmla="*/ 0 w 16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6"/>
                <a:gd name="T16" fmla="*/ 0 h 29"/>
                <a:gd name="T17" fmla="*/ 166 w 16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6" h="29">
                  <a:moveTo>
                    <a:pt x="0" y="0"/>
                  </a:moveTo>
                  <a:lnTo>
                    <a:pt x="0" y="7"/>
                  </a:lnTo>
                  <a:lnTo>
                    <a:pt x="134" y="28"/>
                  </a:lnTo>
                  <a:lnTo>
                    <a:pt x="165" y="2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8" name="Freeform 302">
              <a:extLst>
                <a:ext uri="{FF2B5EF4-FFF2-40B4-BE49-F238E27FC236}">
                  <a16:creationId xmlns:a16="http://schemas.microsoft.com/office/drawing/2014/main" id="{3A284D0B-5828-184F-A80B-31AED3C4FB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11" y="3801"/>
              <a:ext cx="350" cy="44"/>
            </a:xfrm>
            <a:custGeom>
              <a:avLst/>
              <a:gdLst>
                <a:gd name="T0" fmla="*/ 187 w 350"/>
                <a:gd name="T1" fmla="*/ 0 h 44"/>
                <a:gd name="T2" fmla="*/ 0 w 350"/>
                <a:gd name="T3" fmla="*/ 12 h 44"/>
                <a:gd name="T4" fmla="*/ 246 w 350"/>
                <a:gd name="T5" fmla="*/ 43 h 44"/>
                <a:gd name="T6" fmla="*/ 322 w 350"/>
                <a:gd name="T7" fmla="*/ 39 h 44"/>
                <a:gd name="T8" fmla="*/ 328 w 350"/>
                <a:gd name="T9" fmla="*/ 24 h 44"/>
                <a:gd name="T10" fmla="*/ 349 w 350"/>
                <a:gd name="T11" fmla="*/ 19 h 44"/>
                <a:gd name="T12" fmla="*/ 187 w 350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0"/>
                <a:gd name="T22" fmla="*/ 0 h 44"/>
                <a:gd name="T23" fmla="*/ 350 w 350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0" h="44">
                  <a:moveTo>
                    <a:pt x="187" y="0"/>
                  </a:moveTo>
                  <a:lnTo>
                    <a:pt x="0" y="12"/>
                  </a:lnTo>
                  <a:lnTo>
                    <a:pt x="246" y="43"/>
                  </a:lnTo>
                  <a:lnTo>
                    <a:pt x="322" y="39"/>
                  </a:lnTo>
                  <a:lnTo>
                    <a:pt x="328" y="24"/>
                  </a:lnTo>
                  <a:lnTo>
                    <a:pt x="349" y="19"/>
                  </a:lnTo>
                  <a:lnTo>
                    <a:pt x="187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79" name="Freeform 303">
              <a:extLst>
                <a:ext uri="{FF2B5EF4-FFF2-40B4-BE49-F238E27FC236}">
                  <a16:creationId xmlns:a16="http://schemas.microsoft.com/office/drawing/2014/main" id="{5A0E7E31-4753-FD4F-8F74-0A98D5D6D2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11" y="3812"/>
              <a:ext cx="244" cy="74"/>
            </a:xfrm>
            <a:custGeom>
              <a:avLst/>
              <a:gdLst>
                <a:gd name="T0" fmla="*/ 0 w 244"/>
                <a:gd name="T1" fmla="*/ 0 h 74"/>
                <a:gd name="T2" fmla="*/ 2 w 244"/>
                <a:gd name="T3" fmla="*/ 37 h 74"/>
                <a:gd name="T4" fmla="*/ 243 w 244"/>
                <a:gd name="T5" fmla="*/ 73 h 74"/>
                <a:gd name="T6" fmla="*/ 243 w 244"/>
                <a:gd name="T7" fmla="*/ 31 h 74"/>
                <a:gd name="T8" fmla="*/ 0 w 244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74"/>
                <a:gd name="T17" fmla="*/ 244 w 244"/>
                <a:gd name="T18" fmla="*/ 74 h 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74">
                  <a:moveTo>
                    <a:pt x="0" y="0"/>
                  </a:moveTo>
                  <a:lnTo>
                    <a:pt x="2" y="37"/>
                  </a:lnTo>
                  <a:lnTo>
                    <a:pt x="243" y="73"/>
                  </a:lnTo>
                  <a:lnTo>
                    <a:pt x="243" y="31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0" name="Freeform 304">
              <a:extLst>
                <a:ext uri="{FF2B5EF4-FFF2-40B4-BE49-F238E27FC236}">
                  <a16:creationId xmlns:a16="http://schemas.microsoft.com/office/drawing/2014/main" id="{08294C17-D667-5244-97BD-D1CFEDF9E2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4" y="3862"/>
              <a:ext cx="156" cy="76"/>
            </a:xfrm>
            <a:custGeom>
              <a:avLst/>
              <a:gdLst>
                <a:gd name="T0" fmla="*/ 0 w 156"/>
                <a:gd name="T1" fmla="*/ 0 h 76"/>
                <a:gd name="T2" fmla="*/ 31 w 156"/>
                <a:gd name="T3" fmla="*/ 58 h 76"/>
                <a:gd name="T4" fmla="*/ 58 w 156"/>
                <a:gd name="T5" fmla="*/ 64 h 76"/>
                <a:gd name="T6" fmla="*/ 40 w 156"/>
                <a:gd name="T7" fmla="*/ 27 h 76"/>
                <a:gd name="T8" fmla="*/ 64 w 156"/>
                <a:gd name="T9" fmla="*/ 32 h 76"/>
                <a:gd name="T10" fmla="*/ 80 w 156"/>
                <a:gd name="T11" fmla="*/ 69 h 76"/>
                <a:gd name="T12" fmla="*/ 105 w 156"/>
                <a:gd name="T13" fmla="*/ 75 h 76"/>
                <a:gd name="T14" fmla="*/ 112 w 156"/>
                <a:gd name="T15" fmla="*/ 73 h 76"/>
                <a:gd name="T16" fmla="*/ 99 w 156"/>
                <a:gd name="T17" fmla="*/ 36 h 76"/>
                <a:gd name="T18" fmla="*/ 122 w 156"/>
                <a:gd name="T19" fmla="*/ 40 h 76"/>
                <a:gd name="T20" fmla="*/ 135 w 156"/>
                <a:gd name="T21" fmla="*/ 69 h 76"/>
                <a:gd name="T22" fmla="*/ 155 w 156"/>
                <a:gd name="T23" fmla="*/ 67 h 76"/>
                <a:gd name="T24" fmla="*/ 149 w 156"/>
                <a:gd name="T25" fmla="*/ 22 h 76"/>
                <a:gd name="T26" fmla="*/ 0 w 156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6"/>
                <a:gd name="T43" fmla="*/ 0 h 76"/>
                <a:gd name="T44" fmla="*/ 156 w 156"/>
                <a:gd name="T45" fmla="*/ 76 h 7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6" h="76">
                  <a:moveTo>
                    <a:pt x="0" y="0"/>
                  </a:moveTo>
                  <a:lnTo>
                    <a:pt x="31" y="58"/>
                  </a:lnTo>
                  <a:lnTo>
                    <a:pt x="58" y="64"/>
                  </a:lnTo>
                  <a:lnTo>
                    <a:pt x="40" y="27"/>
                  </a:lnTo>
                  <a:lnTo>
                    <a:pt x="64" y="32"/>
                  </a:lnTo>
                  <a:lnTo>
                    <a:pt x="80" y="69"/>
                  </a:lnTo>
                  <a:lnTo>
                    <a:pt x="105" y="75"/>
                  </a:lnTo>
                  <a:lnTo>
                    <a:pt x="112" y="73"/>
                  </a:lnTo>
                  <a:lnTo>
                    <a:pt x="99" y="36"/>
                  </a:lnTo>
                  <a:lnTo>
                    <a:pt x="122" y="40"/>
                  </a:lnTo>
                  <a:lnTo>
                    <a:pt x="135" y="69"/>
                  </a:lnTo>
                  <a:lnTo>
                    <a:pt x="155" y="67"/>
                  </a:lnTo>
                  <a:lnTo>
                    <a:pt x="149" y="2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1" name="Freeform 305">
              <a:extLst>
                <a:ext uri="{FF2B5EF4-FFF2-40B4-BE49-F238E27FC236}">
                  <a16:creationId xmlns:a16="http://schemas.microsoft.com/office/drawing/2014/main" id="{692FF5D0-ABC1-7340-88BC-42300A21D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43" y="3874"/>
              <a:ext cx="124" cy="58"/>
            </a:xfrm>
            <a:custGeom>
              <a:avLst/>
              <a:gdLst>
                <a:gd name="T0" fmla="*/ 0 w 124"/>
                <a:gd name="T1" fmla="*/ 13 h 58"/>
                <a:gd name="T2" fmla="*/ 6 w 124"/>
                <a:gd name="T3" fmla="*/ 57 h 58"/>
                <a:gd name="T4" fmla="*/ 123 w 124"/>
                <a:gd name="T5" fmla="*/ 37 h 58"/>
                <a:gd name="T6" fmla="*/ 123 w 124"/>
                <a:gd name="T7" fmla="*/ 0 h 58"/>
                <a:gd name="T8" fmla="*/ 15 w 124"/>
                <a:gd name="T9" fmla="*/ 15 h 58"/>
                <a:gd name="T10" fmla="*/ 0 w 124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4"/>
                <a:gd name="T19" fmla="*/ 0 h 58"/>
                <a:gd name="T20" fmla="*/ 124 w 124"/>
                <a:gd name="T21" fmla="*/ 58 h 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4" h="58">
                  <a:moveTo>
                    <a:pt x="0" y="13"/>
                  </a:moveTo>
                  <a:lnTo>
                    <a:pt x="6" y="57"/>
                  </a:lnTo>
                  <a:lnTo>
                    <a:pt x="123" y="37"/>
                  </a:lnTo>
                  <a:lnTo>
                    <a:pt x="123" y="0"/>
                  </a:lnTo>
                  <a:lnTo>
                    <a:pt x="15" y="15"/>
                  </a:lnTo>
                  <a:lnTo>
                    <a:pt x="0" y="13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2" name="Freeform 306">
              <a:extLst>
                <a:ext uri="{FF2B5EF4-FFF2-40B4-BE49-F238E27FC236}">
                  <a16:creationId xmlns:a16="http://schemas.microsoft.com/office/drawing/2014/main" id="{A0EC6EC8-2BCE-4843-A738-1C3DBF0384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93" y="4043"/>
              <a:ext cx="413" cy="157"/>
            </a:xfrm>
            <a:custGeom>
              <a:avLst/>
              <a:gdLst>
                <a:gd name="T0" fmla="*/ 0 w 413"/>
                <a:gd name="T1" fmla="*/ 0 h 157"/>
                <a:gd name="T2" fmla="*/ 0 w 413"/>
                <a:gd name="T3" fmla="*/ 43 h 157"/>
                <a:gd name="T4" fmla="*/ 412 w 413"/>
                <a:gd name="T5" fmla="*/ 156 h 157"/>
                <a:gd name="T6" fmla="*/ 412 w 413"/>
                <a:gd name="T7" fmla="*/ 105 h 157"/>
                <a:gd name="T8" fmla="*/ 409 w 413"/>
                <a:gd name="T9" fmla="*/ 105 h 157"/>
                <a:gd name="T10" fmla="*/ 0 w 413"/>
                <a:gd name="T11" fmla="*/ 0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3"/>
                <a:gd name="T19" fmla="*/ 0 h 157"/>
                <a:gd name="T20" fmla="*/ 413 w 413"/>
                <a:gd name="T21" fmla="*/ 157 h 1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3" h="157">
                  <a:moveTo>
                    <a:pt x="0" y="0"/>
                  </a:moveTo>
                  <a:lnTo>
                    <a:pt x="0" y="43"/>
                  </a:lnTo>
                  <a:lnTo>
                    <a:pt x="412" y="156"/>
                  </a:lnTo>
                  <a:lnTo>
                    <a:pt x="412" y="105"/>
                  </a:lnTo>
                  <a:lnTo>
                    <a:pt x="409" y="105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3" name="Freeform 307">
              <a:extLst>
                <a:ext uri="{FF2B5EF4-FFF2-40B4-BE49-F238E27FC236}">
                  <a16:creationId xmlns:a16="http://schemas.microsoft.com/office/drawing/2014/main" id="{5E234B4B-635E-CE48-8952-5CB58BCBF4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4141"/>
              <a:ext cx="14" cy="52"/>
            </a:xfrm>
            <a:custGeom>
              <a:avLst/>
              <a:gdLst>
                <a:gd name="T0" fmla="*/ 0 w 14"/>
                <a:gd name="T1" fmla="*/ 0 h 52"/>
                <a:gd name="T2" fmla="*/ 0 w 14"/>
                <a:gd name="T3" fmla="*/ 47 h 52"/>
                <a:gd name="T4" fmla="*/ 13 w 14"/>
                <a:gd name="T5" fmla="*/ 51 h 52"/>
                <a:gd name="T6" fmla="*/ 13 w 14"/>
                <a:gd name="T7" fmla="*/ 3 h 52"/>
                <a:gd name="T8" fmla="*/ 0 w 14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52"/>
                <a:gd name="T17" fmla="*/ 14 w 14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52">
                  <a:moveTo>
                    <a:pt x="0" y="0"/>
                  </a:moveTo>
                  <a:lnTo>
                    <a:pt x="0" y="47"/>
                  </a:lnTo>
                  <a:lnTo>
                    <a:pt x="13" y="51"/>
                  </a:lnTo>
                  <a:lnTo>
                    <a:pt x="13" y="3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4" name="Freeform 308">
              <a:extLst>
                <a:ext uri="{FF2B5EF4-FFF2-40B4-BE49-F238E27FC236}">
                  <a16:creationId xmlns:a16="http://schemas.microsoft.com/office/drawing/2014/main" id="{21292644-9A79-1246-855D-CF1CB9141F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4090"/>
              <a:ext cx="53" cy="29"/>
            </a:xfrm>
            <a:custGeom>
              <a:avLst/>
              <a:gdLst>
                <a:gd name="T0" fmla="*/ 0 w 53"/>
                <a:gd name="T1" fmla="*/ 4 h 29"/>
                <a:gd name="T2" fmla="*/ 0 w 53"/>
                <a:gd name="T3" fmla="*/ 28 h 29"/>
                <a:gd name="T4" fmla="*/ 52 w 53"/>
                <a:gd name="T5" fmla="*/ 20 h 29"/>
                <a:gd name="T6" fmla="*/ 52 w 53"/>
                <a:gd name="T7" fmla="*/ 2 h 29"/>
                <a:gd name="T8" fmla="*/ 30 w 53"/>
                <a:gd name="T9" fmla="*/ 0 h 29"/>
                <a:gd name="T10" fmla="*/ 0 w 53"/>
                <a:gd name="T11" fmla="*/ 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3"/>
                <a:gd name="T19" fmla="*/ 0 h 29"/>
                <a:gd name="T20" fmla="*/ 53 w 53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3" h="29">
                  <a:moveTo>
                    <a:pt x="0" y="4"/>
                  </a:moveTo>
                  <a:lnTo>
                    <a:pt x="0" y="28"/>
                  </a:lnTo>
                  <a:lnTo>
                    <a:pt x="52" y="20"/>
                  </a:lnTo>
                  <a:lnTo>
                    <a:pt x="52" y="2"/>
                  </a:lnTo>
                  <a:lnTo>
                    <a:pt x="30" y="0"/>
                  </a:lnTo>
                  <a:lnTo>
                    <a:pt x="0" y="4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5" name="Freeform 309">
              <a:extLst>
                <a:ext uri="{FF2B5EF4-FFF2-40B4-BE49-F238E27FC236}">
                  <a16:creationId xmlns:a16="http://schemas.microsoft.com/office/drawing/2014/main" id="{0B4DF33E-DC09-7045-AA56-AB2D7C856F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8" y="3856"/>
              <a:ext cx="436" cy="277"/>
            </a:xfrm>
            <a:custGeom>
              <a:avLst/>
              <a:gdLst>
                <a:gd name="T0" fmla="*/ 2 w 436"/>
                <a:gd name="T1" fmla="*/ 0 h 277"/>
                <a:gd name="T2" fmla="*/ 0 w 436"/>
                <a:gd name="T3" fmla="*/ 170 h 277"/>
                <a:gd name="T4" fmla="*/ 435 w 436"/>
                <a:gd name="T5" fmla="*/ 276 h 277"/>
                <a:gd name="T6" fmla="*/ 435 w 436"/>
                <a:gd name="T7" fmla="*/ 259 h 277"/>
                <a:gd name="T8" fmla="*/ 431 w 436"/>
                <a:gd name="T9" fmla="*/ 259 h 277"/>
                <a:gd name="T10" fmla="*/ 431 w 436"/>
                <a:gd name="T11" fmla="*/ 240 h 277"/>
                <a:gd name="T12" fmla="*/ 365 w 436"/>
                <a:gd name="T13" fmla="*/ 228 h 277"/>
                <a:gd name="T14" fmla="*/ 367 w 436"/>
                <a:gd name="T15" fmla="*/ 196 h 277"/>
                <a:gd name="T16" fmla="*/ 431 w 436"/>
                <a:gd name="T17" fmla="*/ 206 h 277"/>
                <a:gd name="T18" fmla="*/ 431 w 436"/>
                <a:gd name="T19" fmla="*/ 94 h 277"/>
                <a:gd name="T20" fmla="*/ 2 w 436"/>
                <a:gd name="T21" fmla="*/ 0 h 2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6"/>
                <a:gd name="T34" fmla="*/ 0 h 277"/>
                <a:gd name="T35" fmla="*/ 436 w 436"/>
                <a:gd name="T36" fmla="*/ 277 h 27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6" h="277">
                  <a:moveTo>
                    <a:pt x="2" y="0"/>
                  </a:moveTo>
                  <a:lnTo>
                    <a:pt x="0" y="170"/>
                  </a:lnTo>
                  <a:lnTo>
                    <a:pt x="435" y="276"/>
                  </a:lnTo>
                  <a:lnTo>
                    <a:pt x="435" y="259"/>
                  </a:lnTo>
                  <a:lnTo>
                    <a:pt x="431" y="259"/>
                  </a:lnTo>
                  <a:lnTo>
                    <a:pt x="431" y="240"/>
                  </a:lnTo>
                  <a:lnTo>
                    <a:pt x="365" y="228"/>
                  </a:lnTo>
                  <a:lnTo>
                    <a:pt x="367" y="196"/>
                  </a:lnTo>
                  <a:lnTo>
                    <a:pt x="431" y="206"/>
                  </a:lnTo>
                  <a:lnTo>
                    <a:pt x="431" y="94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6" name="Freeform 310">
              <a:extLst>
                <a:ext uri="{FF2B5EF4-FFF2-40B4-BE49-F238E27FC236}">
                  <a16:creationId xmlns:a16="http://schemas.microsoft.com/office/drawing/2014/main" id="{4CEDDD22-0E29-AD44-B99C-AF29B4EFDB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3" y="4058"/>
              <a:ext cx="18" cy="59"/>
            </a:xfrm>
            <a:custGeom>
              <a:avLst/>
              <a:gdLst>
                <a:gd name="T0" fmla="*/ 11 w 18"/>
                <a:gd name="T1" fmla="*/ 0 h 59"/>
                <a:gd name="T2" fmla="*/ 0 w 18"/>
                <a:gd name="T3" fmla="*/ 12 h 59"/>
                <a:gd name="T4" fmla="*/ 3 w 18"/>
                <a:gd name="T5" fmla="*/ 58 h 59"/>
                <a:gd name="T6" fmla="*/ 17 w 18"/>
                <a:gd name="T7" fmla="*/ 49 h 59"/>
                <a:gd name="T8" fmla="*/ 11 w 18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59"/>
                <a:gd name="T17" fmla="*/ 18 w 18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59">
                  <a:moveTo>
                    <a:pt x="11" y="0"/>
                  </a:moveTo>
                  <a:lnTo>
                    <a:pt x="0" y="12"/>
                  </a:lnTo>
                  <a:lnTo>
                    <a:pt x="3" y="58"/>
                  </a:lnTo>
                  <a:lnTo>
                    <a:pt x="17" y="49"/>
                  </a:lnTo>
                  <a:lnTo>
                    <a:pt x="11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7" name="Freeform 311">
              <a:extLst>
                <a:ext uri="{FF2B5EF4-FFF2-40B4-BE49-F238E27FC236}">
                  <a16:creationId xmlns:a16="http://schemas.microsoft.com/office/drawing/2014/main" id="{6BE9E8AF-AD1A-8B40-81FF-D0C1D2E952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6" y="4107"/>
              <a:ext cx="147" cy="21"/>
            </a:xfrm>
            <a:custGeom>
              <a:avLst/>
              <a:gdLst>
                <a:gd name="T0" fmla="*/ 14 w 147"/>
                <a:gd name="T1" fmla="*/ 0 h 21"/>
                <a:gd name="T2" fmla="*/ 0 w 147"/>
                <a:gd name="T3" fmla="*/ 9 h 21"/>
                <a:gd name="T4" fmla="*/ 137 w 147"/>
                <a:gd name="T5" fmla="*/ 20 h 21"/>
                <a:gd name="T6" fmla="*/ 146 w 147"/>
                <a:gd name="T7" fmla="*/ 9 h 21"/>
                <a:gd name="T8" fmla="*/ 14 w 14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21"/>
                <a:gd name="T17" fmla="*/ 147 w 147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21">
                  <a:moveTo>
                    <a:pt x="14" y="0"/>
                  </a:moveTo>
                  <a:lnTo>
                    <a:pt x="0" y="9"/>
                  </a:lnTo>
                  <a:lnTo>
                    <a:pt x="137" y="20"/>
                  </a:lnTo>
                  <a:lnTo>
                    <a:pt x="146" y="9"/>
                  </a:lnTo>
                  <a:lnTo>
                    <a:pt x="1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8" name="Freeform 312">
              <a:extLst>
                <a:ext uri="{FF2B5EF4-FFF2-40B4-BE49-F238E27FC236}">
                  <a16:creationId xmlns:a16="http://schemas.microsoft.com/office/drawing/2014/main" id="{DF3E86B4-05B3-0741-8F66-25E74C9B78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90" y="4079"/>
              <a:ext cx="172" cy="38"/>
            </a:xfrm>
            <a:custGeom>
              <a:avLst/>
              <a:gdLst>
                <a:gd name="T0" fmla="*/ 0 w 172"/>
                <a:gd name="T1" fmla="*/ 26 h 38"/>
                <a:gd name="T2" fmla="*/ 134 w 172"/>
                <a:gd name="T3" fmla="*/ 37 h 38"/>
                <a:gd name="T4" fmla="*/ 171 w 172"/>
                <a:gd name="T5" fmla="*/ 0 h 38"/>
                <a:gd name="T6" fmla="*/ 0 w 172"/>
                <a:gd name="T7" fmla="*/ 26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2"/>
                <a:gd name="T13" fmla="*/ 0 h 38"/>
                <a:gd name="T14" fmla="*/ 172 w 172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2" h="38">
                  <a:moveTo>
                    <a:pt x="0" y="26"/>
                  </a:moveTo>
                  <a:lnTo>
                    <a:pt x="134" y="37"/>
                  </a:lnTo>
                  <a:lnTo>
                    <a:pt x="171" y="0"/>
                  </a:lnTo>
                  <a:lnTo>
                    <a:pt x="0" y="26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89" name="Freeform 313">
              <a:extLst>
                <a:ext uri="{FF2B5EF4-FFF2-40B4-BE49-F238E27FC236}">
                  <a16:creationId xmlns:a16="http://schemas.microsoft.com/office/drawing/2014/main" id="{6ACB4837-5640-AF42-A43C-3C7D8C1E5B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3" y="4116"/>
              <a:ext cx="12" cy="20"/>
            </a:xfrm>
            <a:custGeom>
              <a:avLst/>
              <a:gdLst>
                <a:gd name="T0" fmla="*/ 0 w 12"/>
                <a:gd name="T1" fmla="*/ 1 h 20"/>
                <a:gd name="T2" fmla="*/ 0 w 12"/>
                <a:gd name="T3" fmla="*/ 19 h 20"/>
                <a:gd name="T4" fmla="*/ 11 w 12"/>
                <a:gd name="T5" fmla="*/ 15 h 20"/>
                <a:gd name="T6" fmla="*/ 11 w 12"/>
                <a:gd name="T7" fmla="*/ 0 h 20"/>
                <a:gd name="T8" fmla="*/ 0 w 12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20"/>
                <a:gd name="T17" fmla="*/ 12 w 12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20">
                  <a:moveTo>
                    <a:pt x="0" y="1"/>
                  </a:moveTo>
                  <a:lnTo>
                    <a:pt x="0" y="19"/>
                  </a:lnTo>
                  <a:lnTo>
                    <a:pt x="11" y="15"/>
                  </a:lnTo>
                  <a:lnTo>
                    <a:pt x="11" y="0"/>
                  </a:lnTo>
                  <a:lnTo>
                    <a:pt x="0" y="1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0" name="Freeform 314">
              <a:extLst>
                <a:ext uri="{FF2B5EF4-FFF2-40B4-BE49-F238E27FC236}">
                  <a16:creationId xmlns:a16="http://schemas.microsoft.com/office/drawing/2014/main" id="{A359E8C7-96BF-3B4D-9232-D823F874A5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3" y="4113"/>
              <a:ext cx="151" cy="87"/>
            </a:xfrm>
            <a:custGeom>
              <a:avLst/>
              <a:gdLst>
                <a:gd name="T0" fmla="*/ 13 w 151"/>
                <a:gd name="T1" fmla="*/ 18 h 87"/>
                <a:gd name="T2" fmla="*/ 0 w 151"/>
                <a:gd name="T3" fmla="*/ 20 h 87"/>
                <a:gd name="T4" fmla="*/ 0 w 151"/>
                <a:gd name="T5" fmla="*/ 36 h 87"/>
                <a:gd name="T6" fmla="*/ 3 w 151"/>
                <a:gd name="T7" fmla="*/ 36 h 87"/>
                <a:gd name="T8" fmla="*/ 3 w 151"/>
                <a:gd name="T9" fmla="*/ 86 h 87"/>
                <a:gd name="T10" fmla="*/ 150 w 151"/>
                <a:gd name="T11" fmla="*/ 52 h 87"/>
                <a:gd name="T12" fmla="*/ 54 w 151"/>
                <a:gd name="T13" fmla="*/ 46 h 87"/>
                <a:gd name="T14" fmla="*/ 33 w 151"/>
                <a:gd name="T15" fmla="*/ 0 h 87"/>
                <a:gd name="T16" fmla="*/ 13 w 151"/>
                <a:gd name="T17" fmla="*/ 2 h 87"/>
                <a:gd name="T18" fmla="*/ 13 w 151"/>
                <a:gd name="T19" fmla="*/ 1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1"/>
                <a:gd name="T31" fmla="*/ 0 h 87"/>
                <a:gd name="T32" fmla="*/ 151 w 151"/>
                <a:gd name="T33" fmla="*/ 87 h 8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1" h="87">
                  <a:moveTo>
                    <a:pt x="13" y="18"/>
                  </a:moveTo>
                  <a:lnTo>
                    <a:pt x="0" y="20"/>
                  </a:lnTo>
                  <a:lnTo>
                    <a:pt x="0" y="36"/>
                  </a:lnTo>
                  <a:lnTo>
                    <a:pt x="3" y="36"/>
                  </a:lnTo>
                  <a:lnTo>
                    <a:pt x="3" y="86"/>
                  </a:lnTo>
                  <a:lnTo>
                    <a:pt x="150" y="52"/>
                  </a:lnTo>
                  <a:lnTo>
                    <a:pt x="54" y="46"/>
                  </a:lnTo>
                  <a:lnTo>
                    <a:pt x="33" y="0"/>
                  </a:lnTo>
                  <a:lnTo>
                    <a:pt x="13" y="2"/>
                  </a:lnTo>
                  <a:lnTo>
                    <a:pt x="13" y="18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1" name="Freeform 315">
              <a:extLst>
                <a:ext uri="{FF2B5EF4-FFF2-40B4-BE49-F238E27FC236}">
                  <a16:creationId xmlns:a16="http://schemas.microsoft.com/office/drawing/2014/main" id="{FCC1EFA6-A8C1-B84C-8B38-24301E97E2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14" y="3960"/>
              <a:ext cx="206" cy="208"/>
            </a:xfrm>
            <a:custGeom>
              <a:avLst/>
              <a:gdLst>
                <a:gd name="T0" fmla="*/ 155 w 206"/>
                <a:gd name="T1" fmla="*/ 0 h 208"/>
                <a:gd name="T2" fmla="*/ 0 w 206"/>
                <a:gd name="T3" fmla="*/ 167 h 208"/>
                <a:gd name="T4" fmla="*/ 15 w 206"/>
                <a:gd name="T5" fmla="*/ 207 h 208"/>
                <a:gd name="T6" fmla="*/ 205 w 206"/>
                <a:gd name="T7" fmla="*/ 26 h 208"/>
                <a:gd name="T8" fmla="*/ 155 w 206"/>
                <a:gd name="T9" fmla="*/ 0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6"/>
                <a:gd name="T16" fmla="*/ 0 h 208"/>
                <a:gd name="T17" fmla="*/ 206 w 206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6" h="208">
                  <a:moveTo>
                    <a:pt x="155" y="0"/>
                  </a:moveTo>
                  <a:lnTo>
                    <a:pt x="0" y="167"/>
                  </a:lnTo>
                  <a:lnTo>
                    <a:pt x="15" y="207"/>
                  </a:lnTo>
                  <a:lnTo>
                    <a:pt x="205" y="26"/>
                  </a:lnTo>
                  <a:lnTo>
                    <a:pt x="155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2" name="Freeform 316">
              <a:extLst>
                <a:ext uri="{FF2B5EF4-FFF2-40B4-BE49-F238E27FC236}">
                  <a16:creationId xmlns:a16="http://schemas.microsoft.com/office/drawing/2014/main" id="{59872E77-2090-EB4B-B007-D419028B8A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60" y="4065"/>
              <a:ext cx="129" cy="77"/>
            </a:xfrm>
            <a:custGeom>
              <a:avLst/>
              <a:gdLst>
                <a:gd name="T0" fmla="*/ 67 w 129"/>
                <a:gd name="T1" fmla="*/ 11 h 77"/>
                <a:gd name="T2" fmla="*/ 0 w 129"/>
                <a:gd name="T3" fmla="*/ 76 h 77"/>
                <a:gd name="T4" fmla="*/ 127 w 129"/>
                <a:gd name="T5" fmla="*/ 48 h 77"/>
                <a:gd name="T6" fmla="*/ 128 w 129"/>
                <a:gd name="T7" fmla="*/ 0 h 77"/>
                <a:gd name="T8" fmla="*/ 67 w 129"/>
                <a:gd name="T9" fmla="*/ 11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9"/>
                <a:gd name="T16" fmla="*/ 0 h 77"/>
                <a:gd name="T17" fmla="*/ 129 w 129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9" h="77">
                  <a:moveTo>
                    <a:pt x="67" y="11"/>
                  </a:moveTo>
                  <a:lnTo>
                    <a:pt x="0" y="76"/>
                  </a:lnTo>
                  <a:lnTo>
                    <a:pt x="127" y="48"/>
                  </a:lnTo>
                  <a:lnTo>
                    <a:pt x="128" y="0"/>
                  </a:lnTo>
                  <a:lnTo>
                    <a:pt x="67" y="11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3" name="Freeform 317">
              <a:extLst>
                <a:ext uri="{FF2B5EF4-FFF2-40B4-BE49-F238E27FC236}">
                  <a16:creationId xmlns:a16="http://schemas.microsoft.com/office/drawing/2014/main" id="{3539FD90-EACF-4B40-85C0-15FE82C34E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88" y="4063"/>
              <a:ext cx="14" cy="27"/>
            </a:xfrm>
            <a:custGeom>
              <a:avLst/>
              <a:gdLst>
                <a:gd name="T0" fmla="*/ 0 w 14"/>
                <a:gd name="T1" fmla="*/ 2 h 27"/>
                <a:gd name="T2" fmla="*/ 0 w 14"/>
                <a:gd name="T3" fmla="*/ 26 h 27"/>
                <a:gd name="T4" fmla="*/ 13 w 14"/>
                <a:gd name="T5" fmla="*/ 22 h 27"/>
                <a:gd name="T6" fmla="*/ 13 w 14"/>
                <a:gd name="T7" fmla="*/ 0 h 27"/>
                <a:gd name="T8" fmla="*/ 9 w 14"/>
                <a:gd name="T9" fmla="*/ 0 h 27"/>
                <a:gd name="T10" fmla="*/ 0 w 14"/>
                <a:gd name="T11" fmla="*/ 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7"/>
                <a:gd name="T20" fmla="*/ 14 w 14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7">
                  <a:moveTo>
                    <a:pt x="0" y="2"/>
                  </a:moveTo>
                  <a:lnTo>
                    <a:pt x="0" y="26"/>
                  </a:lnTo>
                  <a:lnTo>
                    <a:pt x="13" y="2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0" y="2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4" name="Freeform 318">
              <a:extLst>
                <a:ext uri="{FF2B5EF4-FFF2-40B4-BE49-F238E27FC236}">
                  <a16:creationId xmlns:a16="http://schemas.microsoft.com/office/drawing/2014/main" id="{594B9171-82D2-4C43-B83B-AEAC200A39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6" y="3890"/>
              <a:ext cx="313" cy="218"/>
            </a:xfrm>
            <a:custGeom>
              <a:avLst/>
              <a:gdLst>
                <a:gd name="T0" fmla="*/ 0 w 313"/>
                <a:gd name="T1" fmla="*/ 59 h 218"/>
                <a:gd name="T2" fmla="*/ 0 w 313"/>
                <a:gd name="T3" fmla="*/ 120 h 218"/>
                <a:gd name="T4" fmla="*/ 0 w 313"/>
                <a:gd name="T5" fmla="*/ 171 h 218"/>
                <a:gd name="T6" fmla="*/ 11 w 313"/>
                <a:gd name="T7" fmla="*/ 173 h 218"/>
                <a:gd name="T8" fmla="*/ 73 w 313"/>
                <a:gd name="T9" fmla="*/ 164 h 218"/>
                <a:gd name="T10" fmla="*/ 86 w 313"/>
                <a:gd name="T11" fmla="*/ 166 h 218"/>
                <a:gd name="T12" fmla="*/ 88 w 313"/>
                <a:gd name="T13" fmla="*/ 169 h 218"/>
                <a:gd name="T14" fmla="*/ 94 w 313"/>
                <a:gd name="T15" fmla="*/ 217 h 218"/>
                <a:gd name="T16" fmla="*/ 266 w 313"/>
                <a:gd name="T17" fmla="*/ 189 h 218"/>
                <a:gd name="T18" fmla="*/ 312 w 313"/>
                <a:gd name="T19" fmla="*/ 138 h 218"/>
                <a:gd name="T20" fmla="*/ 312 w 313"/>
                <a:gd name="T21" fmla="*/ 0 h 218"/>
                <a:gd name="T22" fmla="*/ 0 w 313"/>
                <a:gd name="T23" fmla="*/ 59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13"/>
                <a:gd name="T37" fmla="*/ 0 h 218"/>
                <a:gd name="T38" fmla="*/ 313 w 313"/>
                <a:gd name="T39" fmla="*/ 218 h 2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13" h="218">
                  <a:moveTo>
                    <a:pt x="0" y="59"/>
                  </a:moveTo>
                  <a:lnTo>
                    <a:pt x="0" y="120"/>
                  </a:lnTo>
                  <a:lnTo>
                    <a:pt x="0" y="171"/>
                  </a:lnTo>
                  <a:lnTo>
                    <a:pt x="11" y="173"/>
                  </a:lnTo>
                  <a:lnTo>
                    <a:pt x="73" y="164"/>
                  </a:lnTo>
                  <a:lnTo>
                    <a:pt x="86" y="166"/>
                  </a:lnTo>
                  <a:lnTo>
                    <a:pt x="88" y="169"/>
                  </a:lnTo>
                  <a:lnTo>
                    <a:pt x="94" y="217"/>
                  </a:lnTo>
                  <a:lnTo>
                    <a:pt x="266" y="189"/>
                  </a:lnTo>
                  <a:lnTo>
                    <a:pt x="312" y="138"/>
                  </a:lnTo>
                  <a:lnTo>
                    <a:pt x="312" y="0"/>
                  </a:lnTo>
                  <a:lnTo>
                    <a:pt x="0" y="5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5" name="Freeform 319">
              <a:extLst>
                <a:ext uri="{FF2B5EF4-FFF2-40B4-BE49-F238E27FC236}">
                  <a16:creationId xmlns:a16="http://schemas.microsoft.com/office/drawing/2014/main" id="{5634AED3-BA9D-8E45-B841-EF225CD9D6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0" y="3629"/>
              <a:ext cx="36" cy="158"/>
            </a:xfrm>
            <a:custGeom>
              <a:avLst/>
              <a:gdLst>
                <a:gd name="T0" fmla="*/ 29 w 36"/>
                <a:gd name="T1" fmla="*/ 0 h 158"/>
                <a:gd name="T2" fmla="*/ 26 w 36"/>
                <a:gd name="T3" fmla="*/ 2 h 158"/>
                <a:gd name="T4" fmla="*/ 20 w 36"/>
                <a:gd name="T5" fmla="*/ 4 h 158"/>
                <a:gd name="T6" fmla="*/ 11 w 36"/>
                <a:gd name="T7" fmla="*/ 8 h 158"/>
                <a:gd name="T8" fmla="*/ 5 w 36"/>
                <a:gd name="T9" fmla="*/ 14 h 158"/>
                <a:gd name="T10" fmla="*/ 2 w 36"/>
                <a:gd name="T11" fmla="*/ 20 h 158"/>
                <a:gd name="T12" fmla="*/ 0 w 36"/>
                <a:gd name="T13" fmla="*/ 24 h 158"/>
                <a:gd name="T14" fmla="*/ 0 w 36"/>
                <a:gd name="T15" fmla="*/ 38 h 158"/>
                <a:gd name="T16" fmla="*/ 0 w 36"/>
                <a:gd name="T17" fmla="*/ 118 h 158"/>
                <a:gd name="T18" fmla="*/ 0 w 36"/>
                <a:gd name="T19" fmla="*/ 124 h 158"/>
                <a:gd name="T20" fmla="*/ 2 w 36"/>
                <a:gd name="T21" fmla="*/ 130 h 158"/>
                <a:gd name="T22" fmla="*/ 2 w 36"/>
                <a:gd name="T23" fmla="*/ 135 h 158"/>
                <a:gd name="T24" fmla="*/ 3 w 36"/>
                <a:gd name="T25" fmla="*/ 137 h 158"/>
                <a:gd name="T26" fmla="*/ 11 w 36"/>
                <a:gd name="T27" fmla="*/ 144 h 158"/>
                <a:gd name="T28" fmla="*/ 22 w 36"/>
                <a:gd name="T29" fmla="*/ 153 h 158"/>
                <a:gd name="T30" fmla="*/ 28 w 36"/>
                <a:gd name="T31" fmla="*/ 157 h 158"/>
                <a:gd name="T32" fmla="*/ 31 w 36"/>
                <a:gd name="T33" fmla="*/ 153 h 158"/>
                <a:gd name="T34" fmla="*/ 33 w 36"/>
                <a:gd name="T35" fmla="*/ 149 h 158"/>
                <a:gd name="T36" fmla="*/ 29 w 36"/>
                <a:gd name="T37" fmla="*/ 142 h 158"/>
                <a:gd name="T38" fmla="*/ 26 w 36"/>
                <a:gd name="T39" fmla="*/ 140 h 158"/>
                <a:gd name="T40" fmla="*/ 24 w 36"/>
                <a:gd name="T41" fmla="*/ 138 h 158"/>
                <a:gd name="T42" fmla="*/ 20 w 36"/>
                <a:gd name="T43" fmla="*/ 137 h 158"/>
                <a:gd name="T44" fmla="*/ 15 w 36"/>
                <a:gd name="T45" fmla="*/ 133 h 158"/>
                <a:gd name="T46" fmla="*/ 13 w 36"/>
                <a:gd name="T47" fmla="*/ 126 h 158"/>
                <a:gd name="T48" fmla="*/ 11 w 36"/>
                <a:gd name="T49" fmla="*/ 120 h 158"/>
                <a:gd name="T50" fmla="*/ 11 w 36"/>
                <a:gd name="T51" fmla="*/ 102 h 158"/>
                <a:gd name="T52" fmla="*/ 9 w 36"/>
                <a:gd name="T53" fmla="*/ 36 h 158"/>
                <a:gd name="T54" fmla="*/ 11 w 36"/>
                <a:gd name="T55" fmla="*/ 27 h 158"/>
                <a:gd name="T56" fmla="*/ 13 w 36"/>
                <a:gd name="T57" fmla="*/ 22 h 158"/>
                <a:gd name="T58" fmla="*/ 15 w 36"/>
                <a:gd name="T59" fmla="*/ 20 h 158"/>
                <a:gd name="T60" fmla="*/ 22 w 36"/>
                <a:gd name="T61" fmla="*/ 16 h 158"/>
                <a:gd name="T62" fmla="*/ 29 w 36"/>
                <a:gd name="T63" fmla="*/ 14 h 158"/>
                <a:gd name="T64" fmla="*/ 33 w 36"/>
                <a:gd name="T65" fmla="*/ 12 h 158"/>
                <a:gd name="T66" fmla="*/ 35 w 36"/>
                <a:gd name="T67" fmla="*/ 6 h 158"/>
                <a:gd name="T68" fmla="*/ 31 w 36"/>
                <a:gd name="T69" fmla="*/ 0 h 158"/>
                <a:gd name="T70" fmla="*/ 29 w 36"/>
                <a:gd name="T71" fmla="*/ 0 h 1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6"/>
                <a:gd name="T109" fmla="*/ 0 h 158"/>
                <a:gd name="T110" fmla="*/ 36 w 36"/>
                <a:gd name="T111" fmla="*/ 158 h 15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6" h="158">
                  <a:moveTo>
                    <a:pt x="29" y="0"/>
                  </a:moveTo>
                  <a:lnTo>
                    <a:pt x="26" y="2"/>
                  </a:lnTo>
                  <a:lnTo>
                    <a:pt x="20" y="4"/>
                  </a:lnTo>
                  <a:lnTo>
                    <a:pt x="11" y="8"/>
                  </a:lnTo>
                  <a:lnTo>
                    <a:pt x="5" y="14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38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2" y="130"/>
                  </a:lnTo>
                  <a:lnTo>
                    <a:pt x="2" y="135"/>
                  </a:lnTo>
                  <a:lnTo>
                    <a:pt x="3" y="137"/>
                  </a:lnTo>
                  <a:lnTo>
                    <a:pt x="11" y="144"/>
                  </a:lnTo>
                  <a:lnTo>
                    <a:pt x="22" y="153"/>
                  </a:lnTo>
                  <a:lnTo>
                    <a:pt x="28" y="157"/>
                  </a:lnTo>
                  <a:lnTo>
                    <a:pt x="31" y="153"/>
                  </a:lnTo>
                  <a:lnTo>
                    <a:pt x="33" y="149"/>
                  </a:lnTo>
                  <a:lnTo>
                    <a:pt x="29" y="142"/>
                  </a:lnTo>
                  <a:lnTo>
                    <a:pt x="26" y="140"/>
                  </a:lnTo>
                  <a:lnTo>
                    <a:pt x="24" y="138"/>
                  </a:lnTo>
                  <a:lnTo>
                    <a:pt x="20" y="137"/>
                  </a:lnTo>
                  <a:lnTo>
                    <a:pt x="15" y="133"/>
                  </a:lnTo>
                  <a:lnTo>
                    <a:pt x="13" y="126"/>
                  </a:lnTo>
                  <a:lnTo>
                    <a:pt x="11" y="120"/>
                  </a:lnTo>
                  <a:lnTo>
                    <a:pt x="11" y="102"/>
                  </a:lnTo>
                  <a:lnTo>
                    <a:pt x="9" y="36"/>
                  </a:lnTo>
                  <a:lnTo>
                    <a:pt x="11" y="27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22" y="16"/>
                  </a:lnTo>
                  <a:lnTo>
                    <a:pt x="29" y="14"/>
                  </a:lnTo>
                  <a:lnTo>
                    <a:pt x="33" y="12"/>
                  </a:lnTo>
                  <a:lnTo>
                    <a:pt x="35" y="6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6" name="Freeform 320">
              <a:extLst>
                <a:ext uri="{FF2B5EF4-FFF2-40B4-BE49-F238E27FC236}">
                  <a16:creationId xmlns:a16="http://schemas.microsoft.com/office/drawing/2014/main" id="{B56C8FE0-2114-E844-8EEF-6285E02485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0" y="3354"/>
              <a:ext cx="35" cy="253"/>
            </a:xfrm>
            <a:custGeom>
              <a:avLst/>
              <a:gdLst>
                <a:gd name="T0" fmla="*/ 2 w 35"/>
                <a:gd name="T1" fmla="*/ 8 h 253"/>
                <a:gd name="T2" fmla="*/ 0 w 35"/>
                <a:gd name="T3" fmla="*/ 252 h 253"/>
                <a:gd name="T4" fmla="*/ 34 w 35"/>
                <a:gd name="T5" fmla="*/ 252 h 253"/>
                <a:gd name="T6" fmla="*/ 34 w 35"/>
                <a:gd name="T7" fmla="*/ 0 h 253"/>
                <a:gd name="T8" fmla="*/ 2 w 35"/>
                <a:gd name="T9" fmla="*/ 8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253"/>
                <a:gd name="T17" fmla="*/ 35 w 35"/>
                <a:gd name="T18" fmla="*/ 253 h 2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253">
                  <a:moveTo>
                    <a:pt x="2" y="8"/>
                  </a:moveTo>
                  <a:lnTo>
                    <a:pt x="0" y="252"/>
                  </a:lnTo>
                  <a:lnTo>
                    <a:pt x="34" y="252"/>
                  </a:lnTo>
                  <a:lnTo>
                    <a:pt x="34" y="0"/>
                  </a:lnTo>
                  <a:lnTo>
                    <a:pt x="2" y="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7" name="Freeform 321">
              <a:extLst>
                <a:ext uri="{FF2B5EF4-FFF2-40B4-BE49-F238E27FC236}">
                  <a16:creationId xmlns:a16="http://schemas.microsoft.com/office/drawing/2014/main" id="{978B48B3-36E4-EC4F-804D-612465B2B3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25" y="3306"/>
              <a:ext cx="377" cy="598"/>
            </a:xfrm>
            <a:custGeom>
              <a:avLst/>
              <a:gdLst>
                <a:gd name="T0" fmla="*/ 0 w 377"/>
                <a:gd name="T1" fmla="*/ 0 h 598"/>
                <a:gd name="T2" fmla="*/ 2 w 377"/>
                <a:gd name="T3" fmla="*/ 512 h 598"/>
                <a:gd name="T4" fmla="*/ 81 w 377"/>
                <a:gd name="T5" fmla="*/ 591 h 598"/>
                <a:gd name="T6" fmla="*/ 111 w 377"/>
                <a:gd name="T7" fmla="*/ 597 h 598"/>
                <a:gd name="T8" fmla="*/ 111 w 377"/>
                <a:gd name="T9" fmla="*/ 579 h 598"/>
                <a:gd name="T10" fmla="*/ 62 w 377"/>
                <a:gd name="T11" fmla="*/ 533 h 598"/>
                <a:gd name="T12" fmla="*/ 62 w 377"/>
                <a:gd name="T13" fmla="*/ 479 h 598"/>
                <a:gd name="T14" fmla="*/ 56 w 377"/>
                <a:gd name="T15" fmla="*/ 479 h 598"/>
                <a:gd name="T16" fmla="*/ 56 w 377"/>
                <a:gd name="T17" fmla="*/ 472 h 598"/>
                <a:gd name="T18" fmla="*/ 116 w 377"/>
                <a:gd name="T19" fmla="*/ 460 h 598"/>
                <a:gd name="T20" fmla="*/ 116 w 377"/>
                <a:gd name="T21" fmla="*/ 322 h 598"/>
                <a:gd name="T22" fmla="*/ 122 w 377"/>
                <a:gd name="T23" fmla="*/ 322 h 598"/>
                <a:gd name="T24" fmla="*/ 126 w 377"/>
                <a:gd name="T25" fmla="*/ 306 h 598"/>
                <a:gd name="T26" fmla="*/ 166 w 377"/>
                <a:gd name="T27" fmla="*/ 306 h 598"/>
                <a:gd name="T28" fmla="*/ 168 w 377"/>
                <a:gd name="T29" fmla="*/ 54 h 598"/>
                <a:gd name="T30" fmla="*/ 199 w 377"/>
                <a:gd name="T31" fmla="*/ 46 h 598"/>
                <a:gd name="T32" fmla="*/ 253 w 377"/>
                <a:gd name="T33" fmla="*/ 50 h 598"/>
                <a:gd name="T34" fmla="*/ 253 w 377"/>
                <a:gd name="T35" fmla="*/ 38 h 598"/>
                <a:gd name="T36" fmla="*/ 376 w 377"/>
                <a:gd name="T37" fmla="*/ 28 h 598"/>
                <a:gd name="T38" fmla="*/ 0 w 377"/>
                <a:gd name="T39" fmla="*/ 0 h 5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77"/>
                <a:gd name="T61" fmla="*/ 0 h 598"/>
                <a:gd name="T62" fmla="*/ 377 w 377"/>
                <a:gd name="T63" fmla="*/ 598 h 59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77" h="598">
                  <a:moveTo>
                    <a:pt x="0" y="0"/>
                  </a:moveTo>
                  <a:lnTo>
                    <a:pt x="2" y="512"/>
                  </a:lnTo>
                  <a:lnTo>
                    <a:pt x="81" y="591"/>
                  </a:lnTo>
                  <a:lnTo>
                    <a:pt x="111" y="597"/>
                  </a:lnTo>
                  <a:lnTo>
                    <a:pt x="111" y="579"/>
                  </a:lnTo>
                  <a:lnTo>
                    <a:pt x="62" y="533"/>
                  </a:lnTo>
                  <a:lnTo>
                    <a:pt x="62" y="479"/>
                  </a:lnTo>
                  <a:lnTo>
                    <a:pt x="56" y="479"/>
                  </a:lnTo>
                  <a:lnTo>
                    <a:pt x="56" y="472"/>
                  </a:lnTo>
                  <a:lnTo>
                    <a:pt x="116" y="460"/>
                  </a:lnTo>
                  <a:lnTo>
                    <a:pt x="116" y="322"/>
                  </a:lnTo>
                  <a:lnTo>
                    <a:pt x="122" y="322"/>
                  </a:lnTo>
                  <a:lnTo>
                    <a:pt x="126" y="306"/>
                  </a:lnTo>
                  <a:lnTo>
                    <a:pt x="166" y="306"/>
                  </a:lnTo>
                  <a:lnTo>
                    <a:pt x="168" y="54"/>
                  </a:lnTo>
                  <a:lnTo>
                    <a:pt x="199" y="46"/>
                  </a:lnTo>
                  <a:lnTo>
                    <a:pt x="253" y="50"/>
                  </a:lnTo>
                  <a:lnTo>
                    <a:pt x="253" y="38"/>
                  </a:lnTo>
                  <a:lnTo>
                    <a:pt x="376" y="28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8" name="Freeform 322">
              <a:extLst>
                <a:ext uri="{FF2B5EF4-FFF2-40B4-BE49-F238E27FC236}">
                  <a16:creationId xmlns:a16="http://schemas.microsoft.com/office/drawing/2014/main" id="{39811BDB-11EF-4343-BC07-41B58FD8B6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59" y="3475"/>
              <a:ext cx="44" cy="272"/>
            </a:xfrm>
            <a:custGeom>
              <a:avLst/>
              <a:gdLst>
                <a:gd name="T0" fmla="*/ 33 w 44"/>
                <a:gd name="T1" fmla="*/ 0 h 272"/>
                <a:gd name="T2" fmla="*/ 33 w 44"/>
                <a:gd name="T3" fmla="*/ 216 h 272"/>
                <a:gd name="T4" fmla="*/ 0 w 44"/>
                <a:gd name="T5" fmla="*/ 249 h 272"/>
                <a:gd name="T6" fmla="*/ 0 w 44"/>
                <a:gd name="T7" fmla="*/ 271 h 272"/>
                <a:gd name="T8" fmla="*/ 43 w 44"/>
                <a:gd name="T9" fmla="*/ 225 h 272"/>
                <a:gd name="T10" fmla="*/ 43 w 44"/>
                <a:gd name="T11" fmla="*/ 8 h 272"/>
                <a:gd name="T12" fmla="*/ 33 w 44"/>
                <a:gd name="T13" fmla="*/ 0 h 2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272"/>
                <a:gd name="T23" fmla="*/ 44 w 44"/>
                <a:gd name="T24" fmla="*/ 272 h 27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272">
                  <a:moveTo>
                    <a:pt x="33" y="0"/>
                  </a:moveTo>
                  <a:lnTo>
                    <a:pt x="33" y="216"/>
                  </a:lnTo>
                  <a:lnTo>
                    <a:pt x="0" y="249"/>
                  </a:lnTo>
                  <a:lnTo>
                    <a:pt x="0" y="271"/>
                  </a:lnTo>
                  <a:lnTo>
                    <a:pt x="43" y="225"/>
                  </a:lnTo>
                  <a:lnTo>
                    <a:pt x="43" y="8"/>
                  </a:lnTo>
                  <a:lnTo>
                    <a:pt x="33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99" name="Freeform 323">
              <a:extLst>
                <a:ext uri="{FF2B5EF4-FFF2-40B4-BE49-F238E27FC236}">
                  <a16:creationId xmlns:a16="http://schemas.microsoft.com/office/drawing/2014/main" id="{CD2DA669-AB7F-4649-96E5-8F8C09073F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3415"/>
              <a:ext cx="22" cy="109"/>
            </a:xfrm>
            <a:custGeom>
              <a:avLst/>
              <a:gdLst>
                <a:gd name="T0" fmla="*/ 0 w 22"/>
                <a:gd name="T1" fmla="*/ 2 h 109"/>
                <a:gd name="T2" fmla="*/ 0 w 22"/>
                <a:gd name="T3" fmla="*/ 108 h 109"/>
                <a:gd name="T4" fmla="*/ 21 w 22"/>
                <a:gd name="T5" fmla="*/ 108 h 109"/>
                <a:gd name="T6" fmla="*/ 21 w 22"/>
                <a:gd name="T7" fmla="*/ 0 h 109"/>
                <a:gd name="T8" fmla="*/ 0 w 22"/>
                <a:gd name="T9" fmla="*/ 2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109"/>
                <a:gd name="T17" fmla="*/ 22 w 22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109">
                  <a:moveTo>
                    <a:pt x="0" y="2"/>
                  </a:moveTo>
                  <a:lnTo>
                    <a:pt x="0" y="108"/>
                  </a:lnTo>
                  <a:lnTo>
                    <a:pt x="21" y="108"/>
                  </a:lnTo>
                  <a:lnTo>
                    <a:pt x="21" y="0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0" name="Freeform 324">
              <a:extLst>
                <a:ext uri="{FF2B5EF4-FFF2-40B4-BE49-F238E27FC236}">
                  <a16:creationId xmlns:a16="http://schemas.microsoft.com/office/drawing/2014/main" id="{40810EE5-AC99-034E-9468-2B97395A26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08" y="3661"/>
              <a:ext cx="246" cy="164"/>
            </a:xfrm>
            <a:custGeom>
              <a:avLst/>
              <a:gdLst>
                <a:gd name="T0" fmla="*/ 42 w 246"/>
                <a:gd name="T1" fmla="*/ 0 h 164"/>
                <a:gd name="T2" fmla="*/ 0 w 246"/>
                <a:gd name="T3" fmla="*/ 141 h 164"/>
                <a:gd name="T4" fmla="*/ 202 w 246"/>
                <a:gd name="T5" fmla="*/ 163 h 164"/>
                <a:gd name="T6" fmla="*/ 245 w 246"/>
                <a:gd name="T7" fmla="*/ 14 h 164"/>
                <a:gd name="T8" fmla="*/ 42 w 246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6"/>
                <a:gd name="T16" fmla="*/ 0 h 164"/>
                <a:gd name="T17" fmla="*/ 246 w 246"/>
                <a:gd name="T18" fmla="*/ 164 h 1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6" h="164">
                  <a:moveTo>
                    <a:pt x="42" y="0"/>
                  </a:moveTo>
                  <a:lnTo>
                    <a:pt x="0" y="141"/>
                  </a:lnTo>
                  <a:lnTo>
                    <a:pt x="202" y="163"/>
                  </a:lnTo>
                  <a:lnTo>
                    <a:pt x="245" y="14"/>
                  </a:lnTo>
                  <a:lnTo>
                    <a:pt x="4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1" name="Freeform 325">
              <a:extLst>
                <a:ext uri="{FF2B5EF4-FFF2-40B4-BE49-F238E27FC236}">
                  <a16:creationId xmlns:a16="http://schemas.microsoft.com/office/drawing/2014/main" id="{859E1E2C-86CC-EF45-B8A2-6595E46725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18" y="3665"/>
              <a:ext cx="225" cy="143"/>
            </a:xfrm>
            <a:custGeom>
              <a:avLst/>
              <a:gdLst>
                <a:gd name="T0" fmla="*/ 35 w 225"/>
                <a:gd name="T1" fmla="*/ 0 h 143"/>
                <a:gd name="T2" fmla="*/ 0 w 225"/>
                <a:gd name="T3" fmla="*/ 124 h 143"/>
                <a:gd name="T4" fmla="*/ 186 w 225"/>
                <a:gd name="T5" fmla="*/ 142 h 143"/>
                <a:gd name="T6" fmla="*/ 224 w 225"/>
                <a:gd name="T7" fmla="*/ 13 h 143"/>
                <a:gd name="T8" fmla="*/ 35 w 225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5"/>
                <a:gd name="T16" fmla="*/ 0 h 143"/>
                <a:gd name="T17" fmla="*/ 225 w 22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5" h="143">
                  <a:moveTo>
                    <a:pt x="35" y="0"/>
                  </a:moveTo>
                  <a:lnTo>
                    <a:pt x="0" y="124"/>
                  </a:lnTo>
                  <a:lnTo>
                    <a:pt x="186" y="142"/>
                  </a:lnTo>
                  <a:lnTo>
                    <a:pt x="224" y="13"/>
                  </a:lnTo>
                  <a:lnTo>
                    <a:pt x="35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2" name="Freeform 326">
              <a:extLst>
                <a:ext uri="{FF2B5EF4-FFF2-40B4-BE49-F238E27FC236}">
                  <a16:creationId xmlns:a16="http://schemas.microsoft.com/office/drawing/2014/main" id="{5712B9B9-7A65-F64B-99F5-13B75E4346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83" y="3746"/>
              <a:ext cx="24" cy="29"/>
            </a:xfrm>
            <a:custGeom>
              <a:avLst/>
              <a:gdLst>
                <a:gd name="T0" fmla="*/ 0 w 24"/>
                <a:gd name="T1" fmla="*/ 10 h 29"/>
                <a:gd name="T2" fmla="*/ 0 w 24"/>
                <a:gd name="T3" fmla="*/ 20 h 29"/>
                <a:gd name="T4" fmla="*/ 5 w 24"/>
                <a:gd name="T5" fmla="*/ 28 h 29"/>
                <a:gd name="T6" fmla="*/ 15 w 24"/>
                <a:gd name="T7" fmla="*/ 26 h 29"/>
                <a:gd name="T8" fmla="*/ 23 w 24"/>
                <a:gd name="T9" fmla="*/ 19 h 29"/>
                <a:gd name="T10" fmla="*/ 23 w 24"/>
                <a:gd name="T11" fmla="*/ 8 h 29"/>
                <a:gd name="T12" fmla="*/ 15 w 24"/>
                <a:gd name="T13" fmla="*/ 0 h 29"/>
                <a:gd name="T14" fmla="*/ 5 w 24"/>
                <a:gd name="T15" fmla="*/ 2 h 29"/>
                <a:gd name="T16" fmla="*/ 0 w 24"/>
                <a:gd name="T17" fmla="*/ 1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29"/>
                <a:gd name="T29" fmla="*/ 24 w 24"/>
                <a:gd name="T30" fmla="*/ 29 h 2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29">
                  <a:moveTo>
                    <a:pt x="0" y="10"/>
                  </a:moveTo>
                  <a:lnTo>
                    <a:pt x="0" y="20"/>
                  </a:lnTo>
                  <a:lnTo>
                    <a:pt x="5" y="28"/>
                  </a:lnTo>
                  <a:lnTo>
                    <a:pt x="15" y="26"/>
                  </a:lnTo>
                  <a:lnTo>
                    <a:pt x="23" y="19"/>
                  </a:lnTo>
                  <a:lnTo>
                    <a:pt x="23" y="8"/>
                  </a:lnTo>
                  <a:lnTo>
                    <a:pt x="15" y="0"/>
                  </a:lnTo>
                  <a:lnTo>
                    <a:pt x="5" y="2"/>
                  </a:lnTo>
                  <a:lnTo>
                    <a:pt x="0" y="1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3" name="Freeform 327">
              <a:extLst>
                <a:ext uri="{FF2B5EF4-FFF2-40B4-BE49-F238E27FC236}">
                  <a16:creationId xmlns:a16="http://schemas.microsoft.com/office/drawing/2014/main" id="{40A4C2D4-FFD7-594A-8229-C015105886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9" y="3745"/>
              <a:ext cx="19" cy="25"/>
            </a:xfrm>
            <a:custGeom>
              <a:avLst/>
              <a:gdLst>
                <a:gd name="T0" fmla="*/ 0 w 19"/>
                <a:gd name="T1" fmla="*/ 10 h 25"/>
                <a:gd name="T2" fmla="*/ 0 w 19"/>
                <a:gd name="T3" fmla="*/ 19 h 25"/>
                <a:gd name="T4" fmla="*/ 6 w 19"/>
                <a:gd name="T5" fmla="*/ 24 h 25"/>
                <a:gd name="T6" fmla="*/ 12 w 19"/>
                <a:gd name="T7" fmla="*/ 24 h 25"/>
                <a:gd name="T8" fmla="*/ 18 w 19"/>
                <a:gd name="T9" fmla="*/ 17 h 25"/>
                <a:gd name="T10" fmla="*/ 18 w 19"/>
                <a:gd name="T11" fmla="*/ 6 h 25"/>
                <a:gd name="T12" fmla="*/ 12 w 19"/>
                <a:gd name="T13" fmla="*/ 0 h 25"/>
                <a:gd name="T14" fmla="*/ 6 w 19"/>
                <a:gd name="T15" fmla="*/ 2 h 25"/>
                <a:gd name="T16" fmla="*/ 0 w 19"/>
                <a:gd name="T17" fmla="*/ 1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25"/>
                <a:gd name="T29" fmla="*/ 19 w 19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25">
                  <a:moveTo>
                    <a:pt x="0" y="10"/>
                  </a:moveTo>
                  <a:lnTo>
                    <a:pt x="0" y="19"/>
                  </a:lnTo>
                  <a:lnTo>
                    <a:pt x="6" y="24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6" y="2"/>
                  </a:lnTo>
                  <a:lnTo>
                    <a:pt x="0" y="1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4" name="Freeform 328">
              <a:extLst>
                <a:ext uri="{FF2B5EF4-FFF2-40B4-BE49-F238E27FC236}">
                  <a16:creationId xmlns:a16="http://schemas.microsoft.com/office/drawing/2014/main" id="{D520B256-28D9-D048-8DD1-94C20AD115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47" y="3675"/>
              <a:ext cx="187" cy="53"/>
            </a:xfrm>
            <a:custGeom>
              <a:avLst/>
              <a:gdLst>
                <a:gd name="T0" fmla="*/ 12 w 187"/>
                <a:gd name="T1" fmla="*/ 0 h 53"/>
                <a:gd name="T2" fmla="*/ 0 w 187"/>
                <a:gd name="T3" fmla="*/ 41 h 53"/>
                <a:gd name="T4" fmla="*/ 174 w 187"/>
                <a:gd name="T5" fmla="*/ 52 h 53"/>
                <a:gd name="T6" fmla="*/ 186 w 187"/>
                <a:gd name="T7" fmla="*/ 12 h 53"/>
                <a:gd name="T8" fmla="*/ 12 w 18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53"/>
                <a:gd name="T17" fmla="*/ 187 w 187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53">
                  <a:moveTo>
                    <a:pt x="12" y="0"/>
                  </a:moveTo>
                  <a:lnTo>
                    <a:pt x="0" y="41"/>
                  </a:lnTo>
                  <a:lnTo>
                    <a:pt x="174" y="52"/>
                  </a:lnTo>
                  <a:lnTo>
                    <a:pt x="186" y="12"/>
                  </a:lnTo>
                  <a:lnTo>
                    <a:pt x="1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5" name="Freeform 329">
              <a:extLst>
                <a:ext uri="{FF2B5EF4-FFF2-40B4-BE49-F238E27FC236}">
                  <a16:creationId xmlns:a16="http://schemas.microsoft.com/office/drawing/2014/main" id="{34B41051-9C52-1842-8C4F-C262A685BD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54" y="3676"/>
              <a:ext cx="50" cy="38"/>
            </a:xfrm>
            <a:custGeom>
              <a:avLst/>
              <a:gdLst>
                <a:gd name="T0" fmla="*/ 10 w 50"/>
                <a:gd name="T1" fmla="*/ 0 h 38"/>
                <a:gd name="T2" fmla="*/ 0 w 50"/>
                <a:gd name="T3" fmla="*/ 35 h 38"/>
                <a:gd name="T4" fmla="*/ 39 w 50"/>
                <a:gd name="T5" fmla="*/ 37 h 38"/>
                <a:gd name="T6" fmla="*/ 49 w 50"/>
                <a:gd name="T7" fmla="*/ 4 h 38"/>
                <a:gd name="T8" fmla="*/ 10 w 5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8"/>
                <a:gd name="T17" fmla="*/ 50 w 50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8">
                  <a:moveTo>
                    <a:pt x="10" y="0"/>
                  </a:moveTo>
                  <a:lnTo>
                    <a:pt x="0" y="35"/>
                  </a:lnTo>
                  <a:lnTo>
                    <a:pt x="39" y="37"/>
                  </a:lnTo>
                  <a:lnTo>
                    <a:pt x="49" y="4"/>
                  </a:lnTo>
                  <a:lnTo>
                    <a:pt x="1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6" name="Freeform 330">
              <a:extLst>
                <a:ext uri="{FF2B5EF4-FFF2-40B4-BE49-F238E27FC236}">
                  <a16:creationId xmlns:a16="http://schemas.microsoft.com/office/drawing/2014/main" id="{168BA8E7-B845-BF45-9D8E-CF37F78803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0" y="3689"/>
              <a:ext cx="37" cy="30"/>
            </a:xfrm>
            <a:custGeom>
              <a:avLst/>
              <a:gdLst>
                <a:gd name="T0" fmla="*/ 12 w 37"/>
                <a:gd name="T1" fmla="*/ 0 h 30"/>
                <a:gd name="T2" fmla="*/ 0 w 37"/>
                <a:gd name="T3" fmla="*/ 27 h 30"/>
                <a:gd name="T4" fmla="*/ 24 w 37"/>
                <a:gd name="T5" fmla="*/ 29 h 30"/>
                <a:gd name="T6" fmla="*/ 36 w 37"/>
                <a:gd name="T7" fmla="*/ 2 h 30"/>
                <a:gd name="T8" fmla="*/ 12 w 3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30"/>
                <a:gd name="T17" fmla="*/ 37 w 37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30">
                  <a:moveTo>
                    <a:pt x="12" y="0"/>
                  </a:moveTo>
                  <a:lnTo>
                    <a:pt x="0" y="27"/>
                  </a:lnTo>
                  <a:lnTo>
                    <a:pt x="24" y="29"/>
                  </a:lnTo>
                  <a:lnTo>
                    <a:pt x="36" y="2"/>
                  </a:lnTo>
                  <a:lnTo>
                    <a:pt x="1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7" name="Freeform 331">
              <a:extLst>
                <a:ext uri="{FF2B5EF4-FFF2-40B4-BE49-F238E27FC236}">
                  <a16:creationId xmlns:a16="http://schemas.microsoft.com/office/drawing/2014/main" id="{BA2BB45F-C111-8E44-BC49-3DB1D50003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3" y="3680"/>
              <a:ext cx="44" cy="36"/>
            </a:xfrm>
            <a:custGeom>
              <a:avLst/>
              <a:gdLst>
                <a:gd name="T0" fmla="*/ 9 w 44"/>
                <a:gd name="T1" fmla="*/ 0 h 36"/>
                <a:gd name="T2" fmla="*/ 0 w 44"/>
                <a:gd name="T3" fmla="*/ 33 h 36"/>
                <a:gd name="T4" fmla="*/ 34 w 44"/>
                <a:gd name="T5" fmla="*/ 35 h 36"/>
                <a:gd name="T6" fmla="*/ 43 w 44"/>
                <a:gd name="T7" fmla="*/ 2 h 36"/>
                <a:gd name="T8" fmla="*/ 9 w 4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"/>
                <a:gd name="T16" fmla="*/ 0 h 36"/>
                <a:gd name="T17" fmla="*/ 44 w 44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" h="36">
                  <a:moveTo>
                    <a:pt x="9" y="0"/>
                  </a:moveTo>
                  <a:lnTo>
                    <a:pt x="0" y="33"/>
                  </a:lnTo>
                  <a:lnTo>
                    <a:pt x="34" y="35"/>
                  </a:lnTo>
                  <a:lnTo>
                    <a:pt x="43" y="2"/>
                  </a:lnTo>
                  <a:lnTo>
                    <a:pt x="9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8" name="Freeform 332">
              <a:extLst>
                <a:ext uri="{FF2B5EF4-FFF2-40B4-BE49-F238E27FC236}">
                  <a16:creationId xmlns:a16="http://schemas.microsoft.com/office/drawing/2014/main" id="{3D928C59-E0E9-B044-984E-107BB95696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46" y="3681"/>
              <a:ext cx="43" cy="38"/>
            </a:xfrm>
            <a:custGeom>
              <a:avLst/>
              <a:gdLst>
                <a:gd name="T0" fmla="*/ 10 w 43"/>
                <a:gd name="T1" fmla="*/ 0 h 38"/>
                <a:gd name="T2" fmla="*/ 0 w 43"/>
                <a:gd name="T3" fmla="*/ 35 h 38"/>
                <a:gd name="T4" fmla="*/ 31 w 43"/>
                <a:gd name="T5" fmla="*/ 37 h 38"/>
                <a:gd name="T6" fmla="*/ 42 w 43"/>
                <a:gd name="T7" fmla="*/ 4 h 38"/>
                <a:gd name="T8" fmla="*/ 10 w 4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38"/>
                <a:gd name="T17" fmla="*/ 43 w 43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38">
                  <a:moveTo>
                    <a:pt x="10" y="0"/>
                  </a:moveTo>
                  <a:lnTo>
                    <a:pt x="0" y="35"/>
                  </a:lnTo>
                  <a:lnTo>
                    <a:pt x="31" y="37"/>
                  </a:lnTo>
                  <a:lnTo>
                    <a:pt x="42" y="4"/>
                  </a:lnTo>
                  <a:lnTo>
                    <a:pt x="1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09" name="Freeform 333">
              <a:extLst>
                <a:ext uri="{FF2B5EF4-FFF2-40B4-BE49-F238E27FC236}">
                  <a16:creationId xmlns:a16="http://schemas.microsoft.com/office/drawing/2014/main" id="{F21A16B2-3EBC-0740-962C-AFCDFF627F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44" y="3736"/>
              <a:ext cx="21" cy="28"/>
            </a:xfrm>
            <a:custGeom>
              <a:avLst/>
              <a:gdLst>
                <a:gd name="T0" fmla="*/ 0 w 21"/>
                <a:gd name="T1" fmla="*/ 10 h 28"/>
                <a:gd name="T2" fmla="*/ 0 w 21"/>
                <a:gd name="T3" fmla="*/ 21 h 28"/>
                <a:gd name="T4" fmla="*/ 5 w 21"/>
                <a:gd name="T5" fmla="*/ 27 h 28"/>
                <a:gd name="T6" fmla="*/ 14 w 21"/>
                <a:gd name="T7" fmla="*/ 27 h 28"/>
                <a:gd name="T8" fmla="*/ 20 w 21"/>
                <a:gd name="T9" fmla="*/ 18 h 28"/>
                <a:gd name="T10" fmla="*/ 20 w 21"/>
                <a:gd name="T11" fmla="*/ 5 h 28"/>
                <a:gd name="T12" fmla="*/ 14 w 21"/>
                <a:gd name="T13" fmla="*/ 0 h 28"/>
                <a:gd name="T14" fmla="*/ 5 w 21"/>
                <a:gd name="T15" fmla="*/ 2 h 28"/>
                <a:gd name="T16" fmla="*/ 0 w 21"/>
                <a:gd name="T17" fmla="*/ 1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8"/>
                <a:gd name="T29" fmla="*/ 21 w 2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8">
                  <a:moveTo>
                    <a:pt x="0" y="10"/>
                  </a:moveTo>
                  <a:lnTo>
                    <a:pt x="0" y="21"/>
                  </a:lnTo>
                  <a:lnTo>
                    <a:pt x="5" y="27"/>
                  </a:lnTo>
                  <a:lnTo>
                    <a:pt x="14" y="27"/>
                  </a:lnTo>
                  <a:lnTo>
                    <a:pt x="20" y="18"/>
                  </a:lnTo>
                  <a:lnTo>
                    <a:pt x="20" y="5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1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0" name="Freeform 334">
              <a:extLst>
                <a:ext uri="{FF2B5EF4-FFF2-40B4-BE49-F238E27FC236}">
                  <a16:creationId xmlns:a16="http://schemas.microsoft.com/office/drawing/2014/main" id="{646629F0-B6D8-024C-9846-83A1E94F64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39" y="3735"/>
              <a:ext cx="19" cy="24"/>
            </a:xfrm>
            <a:custGeom>
              <a:avLst/>
              <a:gdLst>
                <a:gd name="T0" fmla="*/ 0 w 19"/>
                <a:gd name="T1" fmla="*/ 7 h 24"/>
                <a:gd name="T2" fmla="*/ 0 w 19"/>
                <a:gd name="T3" fmla="*/ 17 h 24"/>
                <a:gd name="T4" fmla="*/ 5 w 19"/>
                <a:gd name="T5" fmla="*/ 23 h 24"/>
                <a:gd name="T6" fmla="*/ 12 w 19"/>
                <a:gd name="T7" fmla="*/ 23 h 24"/>
                <a:gd name="T8" fmla="*/ 18 w 19"/>
                <a:gd name="T9" fmla="*/ 15 h 24"/>
                <a:gd name="T10" fmla="*/ 18 w 19"/>
                <a:gd name="T11" fmla="*/ 6 h 24"/>
                <a:gd name="T12" fmla="*/ 12 w 19"/>
                <a:gd name="T13" fmla="*/ 0 h 24"/>
                <a:gd name="T14" fmla="*/ 5 w 19"/>
                <a:gd name="T15" fmla="*/ 2 h 24"/>
                <a:gd name="T16" fmla="*/ 0 w 19"/>
                <a:gd name="T17" fmla="*/ 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24"/>
                <a:gd name="T29" fmla="*/ 19 w 19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24">
                  <a:moveTo>
                    <a:pt x="0" y="7"/>
                  </a:moveTo>
                  <a:lnTo>
                    <a:pt x="0" y="17"/>
                  </a:lnTo>
                  <a:lnTo>
                    <a:pt x="5" y="23"/>
                  </a:lnTo>
                  <a:lnTo>
                    <a:pt x="12" y="23"/>
                  </a:lnTo>
                  <a:lnTo>
                    <a:pt x="18" y="15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5" y="2"/>
                  </a:lnTo>
                  <a:lnTo>
                    <a:pt x="0" y="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1" name="Freeform 335">
              <a:extLst>
                <a:ext uri="{FF2B5EF4-FFF2-40B4-BE49-F238E27FC236}">
                  <a16:creationId xmlns:a16="http://schemas.microsoft.com/office/drawing/2014/main" id="{38169512-EEDC-3542-9A2E-B208F81321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36" y="3765"/>
              <a:ext cx="18" cy="14"/>
            </a:xfrm>
            <a:custGeom>
              <a:avLst/>
              <a:gdLst>
                <a:gd name="T0" fmla="*/ 2 w 18"/>
                <a:gd name="T1" fmla="*/ 0 h 14"/>
                <a:gd name="T2" fmla="*/ 0 w 18"/>
                <a:gd name="T3" fmla="*/ 10 h 14"/>
                <a:gd name="T4" fmla="*/ 15 w 18"/>
                <a:gd name="T5" fmla="*/ 13 h 14"/>
                <a:gd name="T6" fmla="*/ 17 w 18"/>
                <a:gd name="T7" fmla="*/ 3 h 14"/>
                <a:gd name="T8" fmla="*/ 2 w 1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4"/>
                <a:gd name="T17" fmla="*/ 18 w 18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4">
                  <a:moveTo>
                    <a:pt x="2" y="0"/>
                  </a:moveTo>
                  <a:lnTo>
                    <a:pt x="0" y="10"/>
                  </a:lnTo>
                  <a:lnTo>
                    <a:pt x="15" y="13"/>
                  </a:lnTo>
                  <a:lnTo>
                    <a:pt x="17" y="3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2" name="Freeform 336">
              <a:extLst>
                <a:ext uri="{FF2B5EF4-FFF2-40B4-BE49-F238E27FC236}">
                  <a16:creationId xmlns:a16="http://schemas.microsoft.com/office/drawing/2014/main" id="{93BDFA76-BB53-DE47-9682-5A270331E3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66" y="3737"/>
              <a:ext cx="89" cy="50"/>
            </a:xfrm>
            <a:custGeom>
              <a:avLst/>
              <a:gdLst>
                <a:gd name="T0" fmla="*/ 14 w 89"/>
                <a:gd name="T1" fmla="*/ 0 h 50"/>
                <a:gd name="T2" fmla="*/ 0 w 89"/>
                <a:gd name="T3" fmla="*/ 42 h 50"/>
                <a:gd name="T4" fmla="*/ 74 w 89"/>
                <a:gd name="T5" fmla="*/ 49 h 50"/>
                <a:gd name="T6" fmla="*/ 88 w 89"/>
                <a:gd name="T7" fmla="*/ 3 h 50"/>
                <a:gd name="T8" fmla="*/ 14 w 8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"/>
                <a:gd name="T16" fmla="*/ 0 h 50"/>
                <a:gd name="T17" fmla="*/ 89 w 89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" h="50">
                  <a:moveTo>
                    <a:pt x="14" y="0"/>
                  </a:moveTo>
                  <a:lnTo>
                    <a:pt x="0" y="42"/>
                  </a:lnTo>
                  <a:lnTo>
                    <a:pt x="74" y="49"/>
                  </a:lnTo>
                  <a:lnTo>
                    <a:pt x="88" y="3"/>
                  </a:lnTo>
                  <a:lnTo>
                    <a:pt x="1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3" name="Freeform 337">
              <a:extLst>
                <a:ext uri="{FF2B5EF4-FFF2-40B4-BE49-F238E27FC236}">
                  <a16:creationId xmlns:a16="http://schemas.microsoft.com/office/drawing/2014/main" id="{000ACEDB-0F49-DF40-AE82-C5FFBFCFCF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54" y="3778"/>
              <a:ext cx="13" cy="9"/>
            </a:xfrm>
            <a:custGeom>
              <a:avLst/>
              <a:gdLst>
                <a:gd name="T0" fmla="*/ 2 w 13"/>
                <a:gd name="T1" fmla="*/ 0 h 9"/>
                <a:gd name="T2" fmla="*/ 0 w 13"/>
                <a:gd name="T3" fmla="*/ 8 h 9"/>
                <a:gd name="T4" fmla="*/ 10 w 13"/>
                <a:gd name="T5" fmla="*/ 8 h 9"/>
                <a:gd name="T6" fmla="*/ 12 w 13"/>
                <a:gd name="T7" fmla="*/ 0 h 9"/>
                <a:gd name="T8" fmla="*/ 2 w 1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9"/>
                <a:gd name="T17" fmla="*/ 13 w 13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9">
                  <a:moveTo>
                    <a:pt x="2" y="0"/>
                  </a:moveTo>
                  <a:lnTo>
                    <a:pt x="0" y="8"/>
                  </a:lnTo>
                  <a:lnTo>
                    <a:pt x="10" y="8"/>
                  </a:lnTo>
                  <a:lnTo>
                    <a:pt x="12" y="0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4" name="Freeform 338">
              <a:extLst>
                <a:ext uri="{FF2B5EF4-FFF2-40B4-BE49-F238E27FC236}">
                  <a16:creationId xmlns:a16="http://schemas.microsoft.com/office/drawing/2014/main" id="{C0A92D8C-5EAF-6843-8053-4C84F2040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3" y="3778"/>
              <a:ext cx="16" cy="10"/>
            </a:xfrm>
            <a:custGeom>
              <a:avLst/>
              <a:gdLst>
                <a:gd name="T0" fmla="*/ 2 w 16"/>
                <a:gd name="T1" fmla="*/ 0 h 10"/>
                <a:gd name="T2" fmla="*/ 0 w 16"/>
                <a:gd name="T3" fmla="*/ 7 h 10"/>
                <a:gd name="T4" fmla="*/ 13 w 16"/>
                <a:gd name="T5" fmla="*/ 9 h 10"/>
                <a:gd name="T6" fmla="*/ 15 w 16"/>
                <a:gd name="T7" fmla="*/ 2 h 10"/>
                <a:gd name="T8" fmla="*/ 2 w 1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0"/>
                <a:gd name="T17" fmla="*/ 16 w 1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0">
                  <a:moveTo>
                    <a:pt x="2" y="0"/>
                  </a:moveTo>
                  <a:lnTo>
                    <a:pt x="0" y="7"/>
                  </a:lnTo>
                  <a:lnTo>
                    <a:pt x="13" y="9"/>
                  </a:lnTo>
                  <a:lnTo>
                    <a:pt x="15" y="2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5" name="Freeform 339">
              <a:extLst>
                <a:ext uri="{FF2B5EF4-FFF2-40B4-BE49-F238E27FC236}">
                  <a16:creationId xmlns:a16="http://schemas.microsoft.com/office/drawing/2014/main" id="{A2EA0B52-AA1D-9748-8870-7ABD85B610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50" y="3491"/>
              <a:ext cx="205" cy="186"/>
            </a:xfrm>
            <a:custGeom>
              <a:avLst/>
              <a:gdLst>
                <a:gd name="T0" fmla="*/ 0 w 205"/>
                <a:gd name="T1" fmla="*/ 0 h 186"/>
                <a:gd name="T2" fmla="*/ 0 w 205"/>
                <a:gd name="T3" fmla="*/ 171 h 186"/>
                <a:gd name="T4" fmla="*/ 204 w 205"/>
                <a:gd name="T5" fmla="*/ 185 h 186"/>
                <a:gd name="T6" fmla="*/ 202 w 205"/>
                <a:gd name="T7" fmla="*/ 0 h 186"/>
                <a:gd name="T8" fmla="*/ 0 w 205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86"/>
                <a:gd name="T17" fmla="*/ 205 w 205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86">
                  <a:moveTo>
                    <a:pt x="0" y="0"/>
                  </a:moveTo>
                  <a:lnTo>
                    <a:pt x="0" y="171"/>
                  </a:lnTo>
                  <a:lnTo>
                    <a:pt x="204" y="185"/>
                  </a:lnTo>
                  <a:lnTo>
                    <a:pt x="20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6" name="Freeform 340">
              <a:extLst>
                <a:ext uri="{FF2B5EF4-FFF2-40B4-BE49-F238E27FC236}">
                  <a16:creationId xmlns:a16="http://schemas.microsoft.com/office/drawing/2014/main" id="{F0767F61-BD03-E34B-ADDE-E50796CE2E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54" y="3500"/>
              <a:ext cx="194" cy="177"/>
            </a:xfrm>
            <a:custGeom>
              <a:avLst/>
              <a:gdLst>
                <a:gd name="T0" fmla="*/ 4 w 194"/>
                <a:gd name="T1" fmla="*/ 0 h 177"/>
                <a:gd name="T2" fmla="*/ 0 w 194"/>
                <a:gd name="T3" fmla="*/ 165 h 177"/>
                <a:gd name="T4" fmla="*/ 191 w 194"/>
                <a:gd name="T5" fmla="*/ 176 h 177"/>
                <a:gd name="T6" fmla="*/ 193 w 194"/>
                <a:gd name="T7" fmla="*/ 0 h 177"/>
                <a:gd name="T8" fmla="*/ 4 w 19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177"/>
                <a:gd name="T17" fmla="*/ 194 w 194"/>
                <a:gd name="T18" fmla="*/ 177 h 1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177">
                  <a:moveTo>
                    <a:pt x="4" y="0"/>
                  </a:moveTo>
                  <a:lnTo>
                    <a:pt x="0" y="165"/>
                  </a:lnTo>
                  <a:lnTo>
                    <a:pt x="191" y="176"/>
                  </a:lnTo>
                  <a:lnTo>
                    <a:pt x="193" y="0"/>
                  </a:lnTo>
                  <a:lnTo>
                    <a:pt x="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7" name="Freeform 341">
              <a:extLst>
                <a:ext uri="{FF2B5EF4-FFF2-40B4-BE49-F238E27FC236}">
                  <a16:creationId xmlns:a16="http://schemas.microsoft.com/office/drawing/2014/main" id="{C456708A-D725-2F44-AB5C-D9BE45B16F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66" y="3509"/>
              <a:ext cx="168" cy="158"/>
            </a:xfrm>
            <a:custGeom>
              <a:avLst/>
              <a:gdLst>
                <a:gd name="T0" fmla="*/ 2 w 168"/>
                <a:gd name="T1" fmla="*/ 0 h 158"/>
                <a:gd name="T2" fmla="*/ 0 w 168"/>
                <a:gd name="T3" fmla="*/ 143 h 158"/>
                <a:gd name="T4" fmla="*/ 166 w 168"/>
                <a:gd name="T5" fmla="*/ 157 h 158"/>
                <a:gd name="T6" fmla="*/ 167 w 168"/>
                <a:gd name="T7" fmla="*/ 0 h 158"/>
                <a:gd name="T8" fmla="*/ 2 w 168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58"/>
                <a:gd name="T17" fmla="*/ 168 w 168"/>
                <a:gd name="T18" fmla="*/ 158 h 1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58">
                  <a:moveTo>
                    <a:pt x="2" y="0"/>
                  </a:moveTo>
                  <a:lnTo>
                    <a:pt x="0" y="143"/>
                  </a:lnTo>
                  <a:lnTo>
                    <a:pt x="166" y="157"/>
                  </a:lnTo>
                  <a:lnTo>
                    <a:pt x="167" y="0"/>
                  </a:lnTo>
                  <a:lnTo>
                    <a:pt x="2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18" name="Oval 342">
              <a:extLst>
                <a:ext uri="{FF2B5EF4-FFF2-40B4-BE49-F238E27FC236}">
                  <a16:creationId xmlns:a16="http://schemas.microsoft.com/office/drawing/2014/main" id="{2D7CA24B-FC78-4645-A6FF-2927097FFA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487" y="3509"/>
              <a:ext cx="4" cy="9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719" name="Freeform 343">
              <a:extLst>
                <a:ext uri="{FF2B5EF4-FFF2-40B4-BE49-F238E27FC236}">
                  <a16:creationId xmlns:a16="http://schemas.microsoft.com/office/drawing/2014/main" id="{F3D35A0A-9BED-1A42-B366-D614250F9E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77" y="3529"/>
              <a:ext cx="127" cy="111"/>
            </a:xfrm>
            <a:custGeom>
              <a:avLst/>
              <a:gdLst>
                <a:gd name="T0" fmla="*/ 2 w 127"/>
                <a:gd name="T1" fmla="*/ 0 h 111"/>
                <a:gd name="T2" fmla="*/ 0 w 127"/>
                <a:gd name="T3" fmla="*/ 102 h 111"/>
                <a:gd name="T4" fmla="*/ 122 w 127"/>
                <a:gd name="T5" fmla="*/ 110 h 111"/>
                <a:gd name="T6" fmla="*/ 126 w 127"/>
                <a:gd name="T7" fmla="*/ 4 h 111"/>
                <a:gd name="T8" fmla="*/ 2 w 12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"/>
                <a:gd name="T16" fmla="*/ 0 h 111"/>
                <a:gd name="T17" fmla="*/ 127 w 127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" h="111">
                  <a:moveTo>
                    <a:pt x="2" y="0"/>
                  </a:moveTo>
                  <a:lnTo>
                    <a:pt x="0" y="102"/>
                  </a:lnTo>
                  <a:lnTo>
                    <a:pt x="122" y="110"/>
                  </a:lnTo>
                  <a:lnTo>
                    <a:pt x="126" y="4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0" name="Freeform 344">
              <a:extLst>
                <a:ext uri="{FF2B5EF4-FFF2-40B4-BE49-F238E27FC236}">
                  <a16:creationId xmlns:a16="http://schemas.microsoft.com/office/drawing/2014/main" id="{71A4F58D-A9BC-DD40-9774-5FAE7F57CA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80" y="3535"/>
              <a:ext cx="117" cy="100"/>
            </a:xfrm>
            <a:custGeom>
              <a:avLst/>
              <a:gdLst>
                <a:gd name="T0" fmla="*/ 2 w 117"/>
                <a:gd name="T1" fmla="*/ 0 h 100"/>
                <a:gd name="T2" fmla="*/ 0 w 117"/>
                <a:gd name="T3" fmla="*/ 91 h 100"/>
                <a:gd name="T4" fmla="*/ 114 w 117"/>
                <a:gd name="T5" fmla="*/ 99 h 100"/>
                <a:gd name="T6" fmla="*/ 116 w 117"/>
                <a:gd name="T7" fmla="*/ 2 h 100"/>
                <a:gd name="T8" fmla="*/ 2 w 11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"/>
                <a:gd name="T16" fmla="*/ 0 h 100"/>
                <a:gd name="T17" fmla="*/ 117 w 117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" h="100">
                  <a:moveTo>
                    <a:pt x="2" y="0"/>
                  </a:moveTo>
                  <a:lnTo>
                    <a:pt x="0" y="91"/>
                  </a:lnTo>
                  <a:lnTo>
                    <a:pt x="114" y="99"/>
                  </a:lnTo>
                  <a:lnTo>
                    <a:pt x="116" y="2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1" name="Freeform 345">
              <a:extLst>
                <a:ext uri="{FF2B5EF4-FFF2-40B4-BE49-F238E27FC236}">
                  <a16:creationId xmlns:a16="http://schemas.microsoft.com/office/drawing/2014/main" id="{5F2A5867-9815-AB4E-8AC7-2558D5950B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86" y="3540"/>
              <a:ext cx="105" cy="87"/>
            </a:xfrm>
            <a:custGeom>
              <a:avLst/>
              <a:gdLst>
                <a:gd name="T0" fmla="*/ 2 w 105"/>
                <a:gd name="T1" fmla="*/ 0 h 87"/>
                <a:gd name="T2" fmla="*/ 0 w 105"/>
                <a:gd name="T3" fmla="*/ 80 h 87"/>
                <a:gd name="T4" fmla="*/ 102 w 105"/>
                <a:gd name="T5" fmla="*/ 86 h 87"/>
                <a:gd name="T6" fmla="*/ 104 w 105"/>
                <a:gd name="T7" fmla="*/ 3 h 87"/>
                <a:gd name="T8" fmla="*/ 2 w 10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5"/>
                <a:gd name="T16" fmla="*/ 0 h 87"/>
                <a:gd name="T17" fmla="*/ 105 w 105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5" h="87">
                  <a:moveTo>
                    <a:pt x="2" y="0"/>
                  </a:moveTo>
                  <a:lnTo>
                    <a:pt x="0" y="80"/>
                  </a:lnTo>
                  <a:lnTo>
                    <a:pt x="102" y="86"/>
                  </a:lnTo>
                  <a:lnTo>
                    <a:pt x="104" y="3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2" name="Freeform 346">
              <a:extLst>
                <a:ext uri="{FF2B5EF4-FFF2-40B4-BE49-F238E27FC236}">
                  <a16:creationId xmlns:a16="http://schemas.microsoft.com/office/drawing/2014/main" id="{6890D669-FE99-034F-A73D-AF6D342B6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77" y="3636"/>
              <a:ext cx="127" cy="16"/>
            </a:xfrm>
            <a:custGeom>
              <a:avLst/>
              <a:gdLst>
                <a:gd name="T0" fmla="*/ 0 w 127"/>
                <a:gd name="T1" fmla="*/ 0 h 16"/>
                <a:gd name="T2" fmla="*/ 0 w 127"/>
                <a:gd name="T3" fmla="*/ 5 h 16"/>
                <a:gd name="T4" fmla="*/ 124 w 127"/>
                <a:gd name="T5" fmla="*/ 15 h 16"/>
                <a:gd name="T6" fmla="*/ 126 w 127"/>
                <a:gd name="T7" fmla="*/ 7 h 16"/>
                <a:gd name="T8" fmla="*/ 0 w 127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"/>
                <a:gd name="T16" fmla="*/ 0 h 16"/>
                <a:gd name="T17" fmla="*/ 127 w 127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" h="16">
                  <a:moveTo>
                    <a:pt x="0" y="0"/>
                  </a:moveTo>
                  <a:lnTo>
                    <a:pt x="0" y="5"/>
                  </a:lnTo>
                  <a:lnTo>
                    <a:pt x="124" y="15"/>
                  </a:lnTo>
                  <a:lnTo>
                    <a:pt x="126" y="7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3" name="Freeform 347">
              <a:extLst>
                <a:ext uri="{FF2B5EF4-FFF2-40B4-BE49-F238E27FC236}">
                  <a16:creationId xmlns:a16="http://schemas.microsoft.com/office/drawing/2014/main" id="{25AED41C-8922-EC44-89A8-8DC1C3C6C8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06" y="3561"/>
              <a:ext cx="8" cy="64"/>
            </a:xfrm>
            <a:custGeom>
              <a:avLst/>
              <a:gdLst>
                <a:gd name="T0" fmla="*/ 2 w 8"/>
                <a:gd name="T1" fmla="*/ 0 h 64"/>
                <a:gd name="T2" fmla="*/ 0 w 8"/>
                <a:gd name="T3" fmla="*/ 61 h 64"/>
                <a:gd name="T4" fmla="*/ 5 w 8"/>
                <a:gd name="T5" fmla="*/ 63 h 64"/>
                <a:gd name="T6" fmla="*/ 7 w 8"/>
                <a:gd name="T7" fmla="*/ 0 h 64"/>
                <a:gd name="T8" fmla="*/ 2 w 8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64"/>
                <a:gd name="T17" fmla="*/ 8 w 8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64">
                  <a:moveTo>
                    <a:pt x="2" y="0"/>
                  </a:moveTo>
                  <a:lnTo>
                    <a:pt x="0" y="61"/>
                  </a:lnTo>
                  <a:lnTo>
                    <a:pt x="5" y="63"/>
                  </a:lnTo>
                  <a:lnTo>
                    <a:pt x="7" y="0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4" name="Freeform 348">
              <a:extLst>
                <a:ext uri="{FF2B5EF4-FFF2-40B4-BE49-F238E27FC236}">
                  <a16:creationId xmlns:a16="http://schemas.microsoft.com/office/drawing/2014/main" id="{735B2D0B-C910-3F4F-B3FC-32B8E2F974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2" y="3588"/>
              <a:ext cx="45" cy="15"/>
            </a:xfrm>
            <a:custGeom>
              <a:avLst/>
              <a:gdLst>
                <a:gd name="T0" fmla="*/ 0 w 45"/>
                <a:gd name="T1" fmla="*/ 0 h 15"/>
                <a:gd name="T2" fmla="*/ 13 w 45"/>
                <a:gd name="T3" fmla="*/ 14 h 15"/>
                <a:gd name="T4" fmla="*/ 44 w 45"/>
                <a:gd name="T5" fmla="*/ 14 h 15"/>
                <a:gd name="T6" fmla="*/ 30 w 45"/>
                <a:gd name="T7" fmla="*/ 0 h 15"/>
                <a:gd name="T8" fmla="*/ 0 w 4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15"/>
                <a:gd name="T17" fmla="*/ 45 w 4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15">
                  <a:moveTo>
                    <a:pt x="0" y="0"/>
                  </a:moveTo>
                  <a:lnTo>
                    <a:pt x="13" y="14"/>
                  </a:lnTo>
                  <a:lnTo>
                    <a:pt x="44" y="14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5" name="Line 349">
              <a:extLst>
                <a:ext uri="{FF2B5EF4-FFF2-40B4-BE49-F238E27FC236}">
                  <a16:creationId xmlns:a16="http://schemas.microsoft.com/office/drawing/2014/main" id="{59DD8C54-F67D-F346-B122-AC1D20B9967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16" y="3323"/>
              <a:ext cx="0" cy="47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26" name="Freeform 350">
              <a:extLst>
                <a:ext uri="{FF2B5EF4-FFF2-40B4-BE49-F238E27FC236}">
                  <a16:creationId xmlns:a16="http://schemas.microsoft.com/office/drawing/2014/main" id="{94D4434E-48CE-4545-9A91-31AE842F87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0" y="3620"/>
              <a:ext cx="38" cy="177"/>
            </a:xfrm>
            <a:custGeom>
              <a:avLst/>
              <a:gdLst>
                <a:gd name="T0" fmla="*/ 8 w 38"/>
                <a:gd name="T1" fmla="*/ 4 h 177"/>
                <a:gd name="T2" fmla="*/ 2 w 38"/>
                <a:gd name="T3" fmla="*/ 10 h 177"/>
                <a:gd name="T4" fmla="*/ 4 w 38"/>
                <a:gd name="T5" fmla="*/ 21 h 177"/>
                <a:gd name="T6" fmla="*/ 8 w 38"/>
                <a:gd name="T7" fmla="*/ 26 h 177"/>
                <a:gd name="T8" fmla="*/ 13 w 38"/>
                <a:gd name="T9" fmla="*/ 34 h 177"/>
                <a:gd name="T10" fmla="*/ 21 w 38"/>
                <a:gd name="T11" fmla="*/ 43 h 177"/>
                <a:gd name="T12" fmla="*/ 22 w 38"/>
                <a:gd name="T13" fmla="*/ 50 h 177"/>
                <a:gd name="T14" fmla="*/ 24 w 38"/>
                <a:gd name="T15" fmla="*/ 72 h 177"/>
                <a:gd name="T16" fmla="*/ 26 w 38"/>
                <a:gd name="T17" fmla="*/ 122 h 177"/>
                <a:gd name="T18" fmla="*/ 24 w 38"/>
                <a:gd name="T19" fmla="*/ 134 h 177"/>
                <a:gd name="T20" fmla="*/ 19 w 38"/>
                <a:gd name="T21" fmla="*/ 143 h 177"/>
                <a:gd name="T22" fmla="*/ 9 w 38"/>
                <a:gd name="T23" fmla="*/ 152 h 177"/>
                <a:gd name="T24" fmla="*/ 0 w 38"/>
                <a:gd name="T25" fmla="*/ 162 h 177"/>
                <a:gd name="T26" fmla="*/ 4 w 38"/>
                <a:gd name="T27" fmla="*/ 170 h 177"/>
                <a:gd name="T28" fmla="*/ 13 w 38"/>
                <a:gd name="T29" fmla="*/ 176 h 177"/>
                <a:gd name="T30" fmla="*/ 26 w 38"/>
                <a:gd name="T31" fmla="*/ 174 h 177"/>
                <a:gd name="T32" fmla="*/ 28 w 38"/>
                <a:gd name="T33" fmla="*/ 167 h 177"/>
                <a:gd name="T34" fmla="*/ 21 w 38"/>
                <a:gd name="T35" fmla="*/ 162 h 177"/>
                <a:gd name="T36" fmla="*/ 21 w 38"/>
                <a:gd name="T37" fmla="*/ 160 h 177"/>
                <a:gd name="T38" fmla="*/ 24 w 38"/>
                <a:gd name="T39" fmla="*/ 154 h 177"/>
                <a:gd name="T40" fmla="*/ 31 w 38"/>
                <a:gd name="T41" fmla="*/ 148 h 177"/>
                <a:gd name="T42" fmla="*/ 35 w 38"/>
                <a:gd name="T43" fmla="*/ 141 h 177"/>
                <a:gd name="T44" fmla="*/ 37 w 38"/>
                <a:gd name="T45" fmla="*/ 134 h 177"/>
                <a:gd name="T46" fmla="*/ 37 w 38"/>
                <a:gd name="T47" fmla="*/ 60 h 177"/>
                <a:gd name="T48" fmla="*/ 35 w 38"/>
                <a:gd name="T49" fmla="*/ 48 h 177"/>
                <a:gd name="T50" fmla="*/ 33 w 38"/>
                <a:gd name="T51" fmla="*/ 41 h 177"/>
                <a:gd name="T52" fmla="*/ 28 w 38"/>
                <a:gd name="T53" fmla="*/ 28 h 177"/>
                <a:gd name="T54" fmla="*/ 19 w 38"/>
                <a:gd name="T55" fmla="*/ 19 h 177"/>
                <a:gd name="T56" fmla="*/ 19 w 38"/>
                <a:gd name="T57" fmla="*/ 15 h 177"/>
                <a:gd name="T58" fmla="*/ 22 w 38"/>
                <a:gd name="T59" fmla="*/ 12 h 177"/>
                <a:gd name="T60" fmla="*/ 24 w 38"/>
                <a:gd name="T61" fmla="*/ 4 h 177"/>
                <a:gd name="T62" fmla="*/ 13 w 38"/>
                <a:gd name="T63" fmla="*/ 2 h 1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"/>
                <a:gd name="T97" fmla="*/ 0 h 177"/>
                <a:gd name="T98" fmla="*/ 38 w 38"/>
                <a:gd name="T99" fmla="*/ 177 h 17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" h="177">
                  <a:moveTo>
                    <a:pt x="11" y="2"/>
                  </a:moveTo>
                  <a:lnTo>
                    <a:pt x="8" y="4"/>
                  </a:lnTo>
                  <a:lnTo>
                    <a:pt x="4" y="8"/>
                  </a:lnTo>
                  <a:lnTo>
                    <a:pt x="2" y="10"/>
                  </a:lnTo>
                  <a:lnTo>
                    <a:pt x="2" y="17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8" y="26"/>
                  </a:lnTo>
                  <a:lnTo>
                    <a:pt x="11" y="30"/>
                  </a:lnTo>
                  <a:lnTo>
                    <a:pt x="13" y="34"/>
                  </a:lnTo>
                  <a:lnTo>
                    <a:pt x="15" y="36"/>
                  </a:lnTo>
                  <a:lnTo>
                    <a:pt x="21" y="43"/>
                  </a:lnTo>
                  <a:lnTo>
                    <a:pt x="22" y="46"/>
                  </a:lnTo>
                  <a:lnTo>
                    <a:pt x="22" y="50"/>
                  </a:lnTo>
                  <a:lnTo>
                    <a:pt x="24" y="58"/>
                  </a:lnTo>
                  <a:lnTo>
                    <a:pt x="24" y="72"/>
                  </a:lnTo>
                  <a:lnTo>
                    <a:pt x="26" y="91"/>
                  </a:lnTo>
                  <a:lnTo>
                    <a:pt x="26" y="122"/>
                  </a:lnTo>
                  <a:lnTo>
                    <a:pt x="26" y="132"/>
                  </a:lnTo>
                  <a:lnTo>
                    <a:pt x="24" y="134"/>
                  </a:lnTo>
                  <a:lnTo>
                    <a:pt x="22" y="139"/>
                  </a:lnTo>
                  <a:lnTo>
                    <a:pt x="19" y="143"/>
                  </a:lnTo>
                  <a:lnTo>
                    <a:pt x="15" y="148"/>
                  </a:lnTo>
                  <a:lnTo>
                    <a:pt x="9" y="152"/>
                  </a:lnTo>
                  <a:lnTo>
                    <a:pt x="4" y="158"/>
                  </a:lnTo>
                  <a:lnTo>
                    <a:pt x="0" y="162"/>
                  </a:lnTo>
                  <a:lnTo>
                    <a:pt x="2" y="169"/>
                  </a:lnTo>
                  <a:lnTo>
                    <a:pt x="4" y="170"/>
                  </a:lnTo>
                  <a:lnTo>
                    <a:pt x="8" y="172"/>
                  </a:lnTo>
                  <a:lnTo>
                    <a:pt x="13" y="176"/>
                  </a:lnTo>
                  <a:lnTo>
                    <a:pt x="22" y="176"/>
                  </a:lnTo>
                  <a:lnTo>
                    <a:pt x="26" y="174"/>
                  </a:lnTo>
                  <a:lnTo>
                    <a:pt x="28" y="170"/>
                  </a:lnTo>
                  <a:lnTo>
                    <a:pt x="28" y="167"/>
                  </a:lnTo>
                  <a:lnTo>
                    <a:pt x="24" y="162"/>
                  </a:lnTo>
                  <a:lnTo>
                    <a:pt x="21" y="162"/>
                  </a:lnTo>
                  <a:lnTo>
                    <a:pt x="17" y="162"/>
                  </a:lnTo>
                  <a:lnTo>
                    <a:pt x="21" y="160"/>
                  </a:lnTo>
                  <a:lnTo>
                    <a:pt x="22" y="158"/>
                  </a:lnTo>
                  <a:lnTo>
                    <a:pt x="24" y="154"/>
                  </a:lnTo>
                  <a:lnTo>
                    <a:pt x="29" y="150"/>
                  </a:lnTo>
                  <a:lnTo>
                    <a:pt x="31" y="148"/>
                  </a:lnTo>
                  <a:lnTo>
                    <a:pt x="33" y="145"/>
                  </a:lnTo>
                  <a:lnTo>
                    <a:pt x="35" y="141"/>
                  </a:lnTo>
                  <a:lnTo>
                    <a:pt x="35" y="136"/>
                  </a:lnTo>
                  <a:lnTo>
                    <a:pt x="37" y="134"/>
                  </a:lnTo>
                  <a:lnTo>
                    <a:pt x="37" y="124"/>
                  </a:lnTo>
                  <a:lnTo>
                    <a:pt x="37" y="60"/>
                  </a:lnTo>
                  <a:lnTo>
                    <a:pt x="35" y="52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1"/>
                  </a:lnTo>
                  <a:lnTo>
                    <a:pt x="31" y="36"/>
                  </a:lnTo>
                  <a:lnTo>
                    <a:pt x="28" y="28"/>
                  </a:lnTo>
                  <a:lnTo>
                    <a:pt x="21" y="22"/>
                  </a:lnTo>
                  <a:lnTo>
                    <a:pt x="19" y="19"/>
                  </a:lnTo>
                  <a:lnTo>
                    <a:pt x="17" y="17"/>
                  </a:lnTo>
                  <a:lnTo>
                    <a:pt x="19" y="15"/>
                  </a:lnTo>
                  <a:lnTo>
                    <a:pt x="22" y="15"/>
                  </a:lnTo>
                  <a:lnTo>
                    <a:pt x="22" y="12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19" y="0"/>
                  </a:lnTo>
                  <a:lnTo>
                    <a:pt x="13" y="2"/>
                  </a:lnTo>
                  <a:lnTo>
                    <a:pt x="11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7" name="Freeform 351">
              <a:extLst>
                <a:ext uri="{FF2B5EF4-FFF2-40B4-BE49-F238E27FC236}">
                  <a16:creationId xmlns:a16="http://schemas.microsoft.com/office/drawing/2014/main" id="{520A2398-F0C1-9C41-BE13-DCF42ACEB8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2" y="3377"/>
              <a:ext cx="20" cy="34"/>
            </a:xfrm>
            <a:custGeom>
              <a:avLst/>
              <a:gdLst>
                <a:gd name="T0" fmla="*/ 19 w 20"/>
                <a:gd name="T1" fmla="*/ 15 h 34"/>
                <a:gd name="T2" fmla="*/ 17 w 20"/>
                <a:gd name="T3" fmla="*/ 27 h 34"/>
                <a:gd name="T4" fmla="*/ 9 w 20"/>
                <a:gd name="T5" fmla="*/ 33 h 34"/>
                <a:gd name="T6" fmla="*/ 4 w 20"/>
                <a:gd name="T7" fmla="*/ 29 h 34"/>
                <a:gd name="T8" fmla="*/ 0 w 20"/>
                <a:gd name="T9" fmla="*/ 17 h 34"/>
                <a:gd name="T10" fmla="*/ 2 w 20"/>
                <a:gd name="T11" fmla="*/ 6 h 34"/>
                <a:gd name="T12" fmla="*/ 9 w 20"/>
                <a:gd name="T13" fmla="*/ 0 h 34"/>
                <a:gd name="T14" fmla="*/ 15 w 20"/>
                <a:gd name="T15" fmla="*/ 6 h 34"/>
                <a:gd name="T16" fmla="*/ 19 w 20"/>
                <a:gd name="T17" fmla="*/ 1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4"/>
                <a:gd name="T29" fmla="*/ 20 w 20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4">
                  <a:moveTo>
                    <a:pt x="19" y="15"/>
                  </a:moveTo>
                  <a:lnTo>
                    <a:pt x="17" y="27"/>
                  </a:lnTo>
                  <a:lnTo>
                    <a:pt x="9" y="33"/>
                  </a:lnTo>
                  <a:lnTo>
                    <a:pt x="4" y="29"/>
                  </a:lnTo>
                  <a:lnTo>
                    <a:pt x="0" y="17"/>
                  </a:lnTo>
                  <a:lnTo>
                    <a:pt x="2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9" y="1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8" name="Freeform 352">
              <a:extLst>
                <a:ext uri="{FF2B5EF4-FFF2-40B4-BE49-F238E27FC236}">
                  <a16:creationId xmlns:a16="http://schemas.microsoft.com/office/drawing/2014/main" id="{C4265E2D-800D-5C41-A898-59EA82B221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377"/>
              <a:ext cx="14" cy="34"/>
            </a:xfrm>
            <a:custGeom>
              <a:avLst/>
              <a:gdLst>
                <a:gd name="T0" fmla="*/ 0 w 14"/>
                <a:gd name="T1" fmla="*/ 0 h 34"/>
                <a:gd name="T2" fmla="*/ 2 w 14"/>
                <a:gd name="T3" fmla="*/ 33 h 34"/>
                <a:gd name="T4" fmla="*/ 13 w 14"/>
                <a:gd name="T5" fmla="*/ 33 h 34"/>
                <a:gd name="T6" fmla="*/ 11 w 14"/>
                <a:gd name="T7" fmla="*/ 0 h 34"/>
                <a:gd name="T8" fmla="*/ 0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34"/>
                <a:gd name="T17" fmla="*/ 14 w 14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34">
                  <a:moveTo>
                    <a:pt x="0" y="0"/>
                  </a:moveTo>
                  <a:lnTo>
                    <a:pt x="2" y="33"/>
                  </a:lnTo>
                  <a:lnTo>
                    <a:pt x="13" y="33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29" name="Freeform 353">
              <a:extLst>
                <a:ext uri="{FF2B5EF4-FFF2-40B4-BE49-F238E27FC236}">
                  <a16:creationId xmlns:a16="http://schemas.microsoft.com/office/drawing/2014/main" id="{688736CC-DA22-0142-A885-90411C9D5E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3" y="3377"/>
              <a:ext cx="20" cy="34"/>
            </a:xfrm>
            <a:custGeom>
              <a:avLst/>
              <a:gdLst>
                <a:gd name="T0" fmla="*/ 19 w 20"/>
                <a:gd name="T1" fmla="*/ 15 h 34"/>
                <a:gd name="T2" fmla="*/ 17 w 20"/>
                <a:gd name="T3" fmla="*/ 27 h 34"/>
                <a:gd name="T4" fmla="*/ 11 w 20"/>
                <a:gd name="T5" fmla="*/ 33 h 34"/>
                <a:gd name="T6" fmla="*/ 4 w 20"/>
                <a:gd name="T7" fmla="*/ 29 h 34"/>
                <a:gd name="T8" fmla="*/ 0 w 20"/>
                <a:gd name="T9" fmla="*/ 17 h 34"/>
                <a:gd name="T10" fmla="*/ 2 w 20"/>
                <a:gd name="T11" fmla="*/ 6 h 34"/>
                <a:gd name="T12" fmla="*/ 9 w 20"/>
                <a:gd name="T13" fmla="*/ 0 h 34"/>
                <a:gd name="T14" fmla="*/ 16 w 20"/>
                <a:gd name="T15" fmla="*/ 6 h 34"/>
                <a:gd name="T16" fmla="*/ 19 w 20"/>
                <a:gd name="T17" fmla="*/ 1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4"/>
                <a:gd name="T29" fmla="*/ 20 w 20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4">
                  <a:moveTo>
                    <a:pt x="19" y="15"/>
                  </a:moveTo>
                  <a:lnTo>
                    <a:pt x="17" y="27"/>
                  </a:lnTo>
                  <a:lnTo>
                    <a:pt x="11" y="33"/>
                  </a:lnTo>
                  <a:lnTo>
                    <a:pt x="4" y="29"/>
                  </a:lnTo>
                  <a:lnTo>
                    <a:pt x="0" y="17"/>
                  </a:lnTo>
                  <a:lnTo>
                    <a:pt x="2" y="6"/>
                  </a:lnTo>
                  <a:lnTo>
                    <a:pt x="9" y="0"/>
                  </a:lnTo>
                  <a:lnTo>
                    <a:pt x="16" y="6"/>
                  </a:lnTo>
                  <a:lnTo>
                    <a:pt x="19" y="1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0" name="Freeform 354">
              <a:extLst>
                <a:ext uri="{FF2B5EF4-FFF2-40B4-BE49-F238E27FC236}">
                  <a16:creationId xmlns:a16="http://schemas.microsoft.com/office/drawing/2014/main" id="{48060F2C-5F31-FE44-874B-CB885FD931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" y="3372"/>
              <a:ext cx="3" cy="34"/>
            </a:xfrm>
            <a:custGeom>
              <a:avLst/>
              <a:gdLst>
                <a:gd name="T0" fmla="*/ 2 w 3"/>
                <a:gd name="T1" fmla="*/ 5 h 34"/>
                <a:gd name="T2" fmla="*/ 2 w 3"/>
                <a:gd name="T3" fmla="*/ 3 h 34"/>
                <a:gd name="T4" fmla="*/ 1 w 3"/>
                <a:gd name="T5" fmla="*/ 0 h 34"/>
                <a:gd name="T6" fmla="*/ 0 w 3"/>
                <a:gd name="T7" fmla="*/ 0 h 34"/>
                <a:gd name="T8" fmla="*/ 0 w 3"/>
                <a:gd name="T9" fmla="*/ 3 h 34"/>
                <a:gd name="T10" fmla="*/ 0 w 3"/>
                <a:gd name="T11" fmla="*/ 5 h 34"/>
                <a:gd name="T12" fmla="*/ 0 w 3"/>
                <a:gd name="T13" fmla="*/ 29 h 34"/>
                <a:gd name="T14" fmla="*/ 0 w 3"/>
                <a:gd name="T15" fmla="*/ 31 h 34"/>
                <a:gd name="T16" fmla="*/ 1 w 3"/>
                <a:gd name="T17" fmla="*/ 33 h 34"/>
                <a:gd name="T18" fmla="*/ 2 w 3"/>
                <a:gd name="T19" fmla="*/ 31 h 34"/>
                <a:gd name="T20" fmla="*/ 2 w 3"/>
                <a:gd name="T21" fmla="*/ 29 h 34"/>
                <a:gd name="T22" fmla="*/ 2 w 3"/>
                <a:gd name="T23" fmla="*/ 5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"/>
                <a:gd name="T37" fmla="*/ 0 h 34"/>
                <a:gd name="T38" fmla="*/ 3 w 3"/>
                <a:gd name="T39" fmla="*/ 34 h 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" h="34">
                  <a:moveTo>
                    <a:pt x="2" y="5"/>
                  </a:moveTo>
                  <a:lnTo>
                    <a:pt x="2" y="3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1" y="33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5"/>
                  </a:lnTo>
                </a:path>
              </a:pathLst>
            </a:custGeom>
            <a:solidFill>
              <a:srgbClr val="FFFFFF"/>
            </a:solidFill>
            <a:ln w="9525" cap="rnd">
              <a:solidFill>
                <a:schemeClr val="tx1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1" name="Freeform 355">
              <a:extLst>
                <a:ext uri="{FF2B5EF4-FFF2-40B4-BE49-F238E27FC236}">
                  <a16:creationId xmlns:a16="http://schemas.microsoft.com/office/drawing/2014/main" id="{8EC28966-DD13-5847-963A-000772EE41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" y="3372"/>
              <a:ext cx="107" cy="34"/>
            </a:xfrm>
            <a:custGeom>
              <a:avLst/>
              <a:gdLst>
                <a:gd name="T0" fmla="*/ 8 w 107"/>
                <a:gd name="T1" fmla="*/ 6 h 34"/>
                <a:gd name="T2" fmla="*/ 2 w 107"/>
                <a:gd name="T3" fmla="*/ 10 h 34"/>
                <a:gd name="T4" fmla="*/ 0 w 107"/>
                <a:gd name="T5" fmla="*/ 17 h 34"/>
                <a:gd name="T6" fmla="*/ 0 w 107"/>
                <a:gd name="T7" fmla="*/ 23 h 34"/>
                <a:gd name="T8" fmla="*/ 2 w 107"/>
                <a:gd name="T9" fmla="*/ 31 h 34"/>
                <a:gd name="T10" fmla="*/ 8 w 107"/>
                <a:gd name="T11" fmla="*/ 33 h 34"/>
                <a:gd name="T12" fmla="*/ 99 w 107"/>
                <a:gd name="T13" fmla="*/ 27 h 34"/>
                <a:gd name="T14" fmla="*/ 104 w 107"/>
                <a:gd name="T15" fmla="*/ 23 h 34"/>
                <a:gd name="T16" fmla="*/ 106 w 107"/>
                <a:gd name="T17" fmla="*/ 16 h 34"/>
                <a:gd name="T18" fmla="*/ 106 w 107"/>
                <a:gd name="T19" fmla="*/ 10 h 34"/>
                <a:gd name="T20" fmla="*/ 103 w 107"/>
                <a:gd name="T21" fmla="*/ 4 h 34"/>
                <a:gd name="T22" fmla="*/ 97 w 107"/>
                <a:gd name="T23" fmla="*/ 0 h 34"/>
                <a:gd name="T24" fmla="*/ 8 w 107"/>
                <a:gd name="T25" fmla="*/ 6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7"/>
                <a:gd name="T40" fmla="*/ 0 h 34"/>
                <a:gd name="T41" fmla="*/ 107 w 107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7" h="34">
                  <a:moveTo>
                    <a:pt x="8" y="6"/>
                  </a:moveTo>
                  <a:lnTo>
                    <a:pt x="2" y="10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2" y="31"/>
                  </a:lnTo>
                  <a:lnTo>
                    <a:pt x="8" y="33"/>
                  </a:lnTo>
                  <a:lnTo>
                    <a:pt x="99" y="27"/>
                  </a:lnTo>
                  <a:lnTo>
                    <a:pt x="104" y="23"/>
                  </a:lnTo>
                  <a:lnTo>
                    <a:pt x="106" y="16"/>
                  </a:lnTo>
                  <a:lnTo>
                    <a:pt x="106" y="10"/>
                  </a:lnTo>
                  <a:lnTo>
                    <a:pt x="103" y="4"/>
                  </a:lnTo>
                  <a:lnTo>
                    <a:pt x="97" y="0"/>
                  </a:lnTo>
                  <a:lnTo>
                    <a:pt x="8" y="6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2" name="Freeform 356">
              <a:extLst>
                <a:ext uri="{FF2B5EF4-FFF2-40B4-BE49-F238E27FC236}">
                  <a16:creationId xmlns:a16="http://schemas.microsoft.com/office/drawing/2014/main" id="{E92EB95B-9B58-1A40-A736-44CA2B9BD0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69" y="3367"/>
              <a:ext cx="22" cy="36"/>
            </a:xfrm>
            <a:custGeom>
              <a:avLst/>
              <a:gdLst>
                <a:gd name="T0" fmla="*/ 21 w 22"/>
                <a:gd name="T1" fmla="*/ 17 h 36"/>
                <a:gd name="T2" fmla="*/ 19 w 22"/>
                <a:gd name="T3" fmla="*/ 29 h 36"/>
                <a:gd name="T4" fmla="*/ 11 w 22"/>
                <a:gd name="T5" fmla="*/ 35 h 36"/>
                <a:gd name="T6" fmla="*/ 4 w 22"/>
                <a:gd name="T7" fmla="*/ 31 h 36"/>
                <a:gd name="T8" fmla="*/ 0 w 22"/>
                <a:gd name="T9" fmla="*/ 19 h 36"/>
                <a:gd name="T10" fmla="*/ 2 w 22"/>
                <a:gd name="T11" fmla="*/ 6 h 36"/>
                <a:gd name="T12" fmla="*/ 9 w 22"/>
                <a:gd name="T13" fmla="*/ 0 h 36"/>
                <a:gd name="T14" fmla="*/ 17 w 22"/>
                <a:gd name="T15" fmla="*/ 6 h 36"/>
                <a:gd name="T16" fmla="*/ 21 w 22"/>
                <a:gd name="T17" fmla="*/ 1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36"/>
                <a:gd name="T29" fmla="*/ 22 w 22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36">
                  <a:moveTo>
                    <a:pt x="21" y="17"/>
                  </a:moveTo>
                  <a:lnTo>
                    <a:pt x="19" y="29"/>
                  </a:lnTo>
                  <a:lnTo>
                    <a:pt x="11" y="35"/>
                  </a:lnTo>
                  <a:lnTo>
                    <a:pt x="4" y="31"/>
                  </a:lnTo>
                  <a:lnTo>
                    <a:pt x="0" y="19"/>
                  </a:lnTo>
                  <a:lnTo>
                    <a:pt x="2" y="6"/>
                  </a:lnTo>
                  <a:lnTo>
                    <a:pt x="9" y="0"/>
                  </a:lnTo>
                  <a:lnTo>
                    <a:pt x="17" y="6"/>
                  </a:lnTo>
                  <a:lnTo>
                    <a:pt x="21" y="1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3" name="Freeform 357">
              <a:extLst>
                <a:ext uri="{FF2B5EF4-FFF2-40B4-BE49-F238E27FC236}">
                  <a16:creationId xmlns:a16="http://schemas.microsoft.com/office/drawing/2014/main" id="{4C6A46A4-F914-134C-942C-45DB377B91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7" y="3367"/>
              <a:ext cx="15" cy="36"/>
            </a:xfrm>
            <a:custGeom>
              <a:avLst/>
              <a:gdLst>
                <a:gd name="T0" fmla="*/ 0 w 15"/>
                <a:gd name="T1" fmla="*/ 0 h 36"/>
                <a:gd name="T2" fmla="*/ 2 w 15"/>
                <a:gd name="T3" fmla="*/ 35 h 36"/>
                <a:gd name="T4" fmla="*/ 14 w 15"/>
                <a:gd name="T5" fmla="*/ 35 h 36"/>
                <a:gd name="T6" fmla="*/ 12 w 15"/>
                <a:gd name="T7" fmla="*/ 0 h 36"/>
                <a:gd name="T8" fmla="*/ 0 w 1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36"/>
                <a:gd name="T17" fmla="*/ 15 w 15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36">
                  <a:moveTo>
                    <a:pt x="0" y="0"/>
                  </a:moveTo>
                  <a:lnTo>
                    <a:pt x="2" y="35"/>
                  </a:lnTo>
                  <a:lnTo>
                    <a:pt x="14" y="35"/>
                  </a:ln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4" name="Freeform 358">
              <a:extLst>
                <a:ext uri="{FF2B5EF4-FFF2-40B4-BE49-F238E27FC236}">
                  <a16:creationId xmlns:a16="http://schemas.microsoft.com/office/drawing/2014/main" id="{0E52084A-4EDD-0B48-BA06-C9F9AA2A4F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80" y="3367"/>
              <a:ext cx="22" cy="36"/>
            </a:xfrm>
            <a:custGeom>
              <a:avLst/>
              <a:gdLst>
                <a:gd name="T0" fmla="*/ 21 w 22"/>
                <a:gd name="T1" fmla="*/ 17 h 36"/>
                <a:gd name="T2" fmla="*/ 18 w 22"/>
                <a:gd name="T3" fmla="*/ 29 h 36"/>
                <a:gd name="T4" fmla="*/ 12 w 22"/>
                <a:gd name="T5" fmla="*/ 35 h 36"/>
                <a:gd name="T6" fmla="*/ 4 w 22"/>
                <a:gd name="T7" fmla="*/ 31 h 36"/>
                <a:gd name="T8" fmla="*/ 0 w 22"/>
                <a:gd name="T9" fmla="*/ 19 h 36"/>
                <a:gd name="T10" fmla="*/ 2 w 22"/>
                <a:gd name="T11" fmla="*/ 6 h 36"/>
                <a:gd name="T12" fmla="*/ 10 w 22"/>
                <a:gd name="T13" fmla="*/ 0 h 36"/>
                <a:gd name="T14" fmla="*/ 18 w 22"/>
                <a:gd name="T15" fmla="*/ 4 h 36"/>
                <a:gd name="T16" fmla="*/ 21 w 22"/>
                <a:gd name="T17" fmla="*/ 1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36"/>
                <a:gd name="T29" fmla="*/ 22 w 22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36">
                  <a:moveTo>
                    <a:pt x="21" y="17"/>
                  </a:moveTo>
                  <a:lnTo>
                    <a:pt x="18" y="29"/>
                  </a:lnTo>
                  <a:lnTo>
                    <a:pt x="12" y="35"/>
                  </a:lnTo>
                  <a:lnTo>
                    <a:pt x="4" y="31"/>
                  </a:lnTo>
                  <a:lnTo>
                    <a:pt x="0" y="19"/>
                  </a:lnTo>
                  <a:lnTo>
                    <a:pt x="2" y="6"/>
                  </a:lnTo>
                  <a:lnTo>
                    <a:pt x="10" y="0"/>
                  </a:lnTo>
                  <a:lnTo>
                    <a:pt x="18" y="4"/>
                  </a:lnTo>
                  <a:lnTo>
                    <a:pt x="21" y="17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5" name="Freeform 359">
              <a:extLst>
                <a:ext uri="{FF2B5EF4-FFF2-40B4-BE49-F238E27FC236}">
                  <a16:creationId xmlns:a16="http://schemas.microsoft.com/office/drawing/2014/main" id="{8C985C76-AA10-194C-8C2E-EA7D69B343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3" y="3362"/>
              <a:ext cx="4" cy="37"/>
            </a:xfrm>
            <a:custGeom>
              <a:avLst/>
              <a:gdLst>
                <a:gd name="T0" fmla="*/ 3 w 4"/>
                <a:gd name="T1" fmla="*/ 4 h 37"/>
                <a:gd name="T2" fmla="*/ 3 w 4"/>
                <a:gd name="T3" fmla="*/ 2 h 37"/>
                <a:gd name="T4" fmla="*/ 2 w 4"/>
                <a:gd name="T5" fmla="*/ 2 h 37"/>
                <a:gd name="T6" fmla="*/ 2 w 4"/>
                <a:gd name="T7" fmla="*/ 0 h 37"/>
                <a:gd name="T8" fmla="*/ 0 w 4"/>
                <a:gd name="T9" fmla="*/ 0 h 37"/>
                <a:gd name="T10" fmla="*/ 0 w 4"/>
                <a:gd name="T11" fmla="*/ 2 h 37"/>
                <a:gd name="T12" fmla="*/ 0 w 4"/>
                <a:gd name="T13" fmla="*/ 4 h 37"/>
                <a:gd name="T14" fmla="*/ 0 w 4"/>
                <a:gd name="T15" fmla="*/ 31 h 37"/>
                <a:gd name="T16" fmla="*/ 0 w 4"/>
                <a:gd name="T17" fmla="*/ 34 h 37"/>
                <a:gd name="T18" fmla="*/ 1 w 4"/>
                <a:gd name="T19" fmla="*/ 34 h 37"/>
                <a:gd name="T20" fmla="*/ 1 w 4"/>
                <a:gd name="T21" fmla="*/ 36 h 37"/>
                <a:gd name="T22" fmla="*/ 3 w 4"/>
                <a:gd name="T23" fmla="*/ 36 h 37"/>
                <a:gd name="T24" fmla="*/ 3 w 4"/>
                <a:gd name="T25" fmla="*/ 34 h 37"/>
                <a:gd name="T26" fmla="*/ 3 w 4"/>
                <a:gd name="T27" fmla="*/ 33 h 37"/>
                <a:gd name="T28" fmla="*/ 3 w 4"/>
                <a:gd name="T29" fmla="*/ 31 h 37"/>
                <a:gd name="T30" fmla="*/ 3 w 4"/>
                <a:gd name="T31" fmla="*/ 4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"/>
                <a:gd name="T49" fmla="*/ 0 h 37"/>
                <a:gd name="T50" fmla="*/ 4 w 4"/>
                <a:gd name="T51" fmla="*/ 37 h 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" h="37">
                  <a:moveTo>
                    <a:pt x="3" y="4"/>
                  </a:moveTo>
                  <a:lnTo>
                    <a:pt x="3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3" y="4"/>
                  </a:lnTo>
                </a:path>
              </a:pathLst>
            </a:custGeom>
            <a:solidFill>
              <a:srgbClr val="FFFFFF"/>
            </a:solidFill>
            <a:ln w="9525" cap="rnd">
              <a:solidFill>
                <a:schemeClr val="tx1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6" name="Freeform 360">
              <a:extLst>
                <a:ext uri="{FF2B5EF4-FFF2-40B4-BE49-F238E27FC236}">
                  <a16:creationId xmlns:a16="http://schemas.microsoft.com/office/drawing/2014/main" id="{4D5DF974-5E0D-4341-9997-BB63B53060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9" y="3344"/>
              <a:ext cx="202" cy="21"/>
            </a:xfrm>
            <a:custGeom>
              <a:avLst/>
              <a:gdLst>
                <a:gd name="T0" fmla="*/ 10 w 202"/>
                <a:gd name="T1" fmla="*/ 11 h 21"/>
                <a:gd name="T2" fmla="*/ 6 w 202"/>
                <a:gd name="T3" fmla="*/ 13 h 21"/>
                <a:gd name="T4" fmla="*/ 4 w 202"/>
                <a:gd name="T5" fmla="*/ 15 h 21"/>
                <a:gd name="T6" fmla="*/ 2 w 202"/>
                <a:gd name="T7" fmla="*/ 17 h 21"/>
                <a:gd name="T8" fmla="*/ 0 w 202"/>
                <a:gd name="T9" fmla="*/ 20 h 21"/>
                <a:gd name="T10" fmla="*/ 201 w 202"/>
                <a:gd name="T11" fmla="*/ 10 h 21"/>
                <a:gd name="T12" fmla="*/ 199 w 202"/>
                <a:gd name="T13" fmla="*/ 0 h 21"/>
                <a:gd name="T14" fmla="*/ 10 w 202"/>
                <a:gd name="T15" fmla="*/ 1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2"/>
                <a:gd name="T25" fmla="*/ 0 h 21"/>
                <a:gd name="T26" fmla="*/ 202 w 202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2" h="21">
                  <a:moveTo>
                    <a:pt x="10" y="11"/>
                  </a:moveTo>
                  <a:lnTo>
                    <a:pt x="6" y="13"/>
                  </a:lnTo>
                  <a:lnTo>
                    <a:pt x="4" y="15"/>
                  </a:lnTo>
                  <a:lnTo>
                    <a:pt x="2" y="17"/>
                  </a:lnTo>
                  <a:lnTo>
                    <a:pt x="0" y="20"/>
                  </a:lnTo>
                  <a:lnTo>
                    <a:pt x="201" y="10"/>
                  </a:lnTo>
                  <a:lnTo>
                    <a:pt x="199" y="0"/>
                  </a:lnTo>
                  <a:lnTo>
                    <a:pt x="10" y="11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7" name="Freeform 361">
              <a:extLst>
                <a:ext uri="{FF2B5EF4-FFF2-40B4-BE49-F238E27FC236}">
                  <a16:creationId xmlns:a16="http://schemas.microsoft.com/office/drawing/2014/main" id="{2987F31F-C26E-BC4F-85C8-96BA887747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01" y="3354"/>
              <a:ext cx="78" cy="9"/>
            </a:xfrm>
            <a:custGeom>
              <a:avLst/>
              <a:gdLst>
                <a:gd name="T0" fmla="*/ 0 w 78"/>
                <a:gd name="T1" fmla="*/ 5 h 9"/>
                <a:gd name="T2" fmla="*/ 0 w 78"/>
                <a:gd name="T3" fmla="*/ 8 h 9"/>
                <a:gd name="T4" fmla="*/ 77 w 78"/>
                <a:gd name="T5" fmla="*/ 5 h 9"/>
                <a:gd name="T6" fmla="*/ 68 w 78"/>
                <a:gd name="T7" fmla="*/ 0 h 9"/>
                <a:gd name="T8" fmla="*/ 0 w 78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"/>
                <a:gd name="T16" fmla="*/ 0 h 9"/>
                <a:gd name="T17" fmla="*/ 78 w 7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" h="9">
                  <a:moveTo>
                    <a:pt x="0" y="5"/>
                  </a:moveTo>
                  <a:lnTo>
                    <a:pt x="0" y="8"/>
                  </a:lnTo>
                  <a:lnTo>
                    <a:pt x="77" y="5"/>
                  </a:lnTo>
                  <a:lnTo>
                    <a:pt x="68" y="0"/>
                  </a:lnTo>
                  <a:lnTo>
                    <a:pt x="0" y="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8" name="Freeform 362">
              <a:extLst>
                <a:ext uri="{FF2B5EF4-FFF2-40B4-BE49-F238E27FC236}">
                  <a16:creationId xmlns:a16="http://schemas.microsoft.com/office/drawing/2014/main" id="{3640D39B-0778-FA4E-AF55-C7F828928F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0" y="3332"/>
              <a:ext cx="223" cy="28"/>
            </a:xfrm>
            <a:custGeom>
              <a:avLst/>
              <a:gdLst>
                <a:gd name="T0" fmla="*/ 0 w 223"/>
                <a:gd name="T1" fmla="*/ 18 h 28"/>
                <a:gd name="T2" fmla="*/ 0 w 223"/>
                <a:gd name="T3" fmla="*/ 25 h 28"/>
                <a:gd name="T4" fmla="*/ 188 w 223"/>
                <a:gd name="T5" fmla="*/ 10 h 28"/>
                <a:gd name="T6" fmla="*/ 197 w 223"/>
                <a:gd name="T7" fmla="*/ 12 h 28"/>
                <a:gd name="T8" fmla="*/ 197 w 223"/>
                <a:gd name="T9" fmla="*/ 27 h 28"/>
                <a:gd name="T10" fmla="*/ 222 w 223"/>
                <a:gd name="T11" fmla="*/ 27 h 28"/>
                <a:gd name="T12" fmla="*/ 222 w 223"/>
                <a:gd name="T13" fmla="*/ 0 h 28"/>
                <a:gd name="T14" fmla="*/ 0 w 223"/>
                <a:gd name="T15" fmla="*/ 1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3"/>
                <a:gd name="T25" fmla="*/ 0 h 28"/>
                <a:gd name="T26" fmla="*/ 223 w 223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3" h="28">
                  <a:moveTo>
                    <a:pt x="0" y="18"/>
                  </a:moveTo>
                  <a:lnTo>
                    <a:pt x="0" y="25"/>
                  </a:lnTo>
                  <a:lnTo>
                    <a:pt x="188" y="10"/>
                  </a:lnTo>
                  <a:lnTo>
                    <a:pt x="197" y="12"/>
                  </a:lnTo>
                  <a:lnTo>
                    <a:pt x="197" y="27"/>
                  </a:lnTo>
                  <a:lnTo>
                    <a:pt x="222" y="27"/>
                  </a:lnTo>
                  <a:lnTo>
                    <a:pt x="222" y="0"/>
                  </a:lnTo>
                  <a:lnTo>
                    <a:pt x="0" y="1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39" name="Freeform 363">
              <a:extLst>
                <a:ext uri="{FF2B5EF4-FFF2-40B4-BE49-F238E27FC236}">
                  <a16:creationId xmlns:a16="http://schemas.microsoft.com/office/drawing/2014/main" id="{AD17DD99-0726-3F4E-9416-85AA5B0227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68" y="3344"/>
              <a:ext cx="11" cy="16"/>
            </a:xfrm>
            <a:custGeom>
              <a:avLst/>
              <a:gdLst>
                <a:gd name="T0" fmla="*/ 0 w 11"/>
                <a:gd name="T1" fmla="*/ 0 h 16"/>
                <a:gd name="T2" fmla="*/ 0 w 11"/>
                <a:gd name="T3" fmla="*/ 9 h 16"/>
                <a:gd name="T4" fmla="*/ 10 w 11"/>
                <a:gd name="T5" fmla="*/ 15 h 16"/>
                <a:gd name="T6" fmla="*/ 10 w 11"/>
                <a:gd name="T7" fmla="*/ 2 h 16"/>
                <a:gd name="T8" fmla="*/ 0 w 1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6"/>
                <a:gd name="T17" fmla="*/ 11 w 11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6">
                  <a:moveTo>
                    <a:pt x="0" y="0"/>
                  </a:moveTo>
                  <a:lnTo>
                    <a:pt x="0" y="9"/>
                  </a:lnTo>
                  <a:lnTo>
                    <a:pt x="10" y="15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40" name="Freeform 364">
              <a:extLst>
                <a:ext uri="{FF2B5EF4-FFF2-40B4-BE49-F238E27FC236}">
                  <a16:creationId xmlns:a16="http://schemas.microsoft.com/office/drawing/2014/main" id="{F4B35C29-13B9-2C4C-B17A-6BA340E9A4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0" y="4110"/>
              <a:ext cx="25" cy="50"/>
            </a:xfrm>
            <a:custGeom>
              <a:avLst/>
              <a:gdLst>
                <a:gd name="T0" fmla="*/ 2 w 25"/>
                <a:gd name="T1" fmla="*/ 2 h 50"/>
                <a:gd name="T2" fmla="*/ 0 w 25"/>
                <a:gd name="T3" fmla="*/ 23 h 50"/>
                <a:gd name="T4" fmla="*/ 6 w 25"/>
                <a:gd name="T5" fmla="*/ 36 h 50"/>
                <a:gd name="T6" fmla="*/ 13 w 25"/>
                <a:gd name="T7" fmla="*/ 45 h 50"/>
                <a:gd name="T8" fmla="*/ 17 w 25"/>
                <a:gd name="T9" fmla="*/ 47 h 50"/>
                <a:gd name="T10" fmla="*/ 22 w 25"/>
                <a:gd name="T11" fmla="*/ 49 h 50"/>
                <a:gd name="T12" fmla="*/ 24 w 25"/>
                <a:gd name="T13" fmla="*/ 49 h 50"/>
                <a:gd name="T14" fmla="*/ 24 w 25"/>
                <a:gd name="T15" fmla="*/ 32 h 50"/>
                <a:gd name="T16" fmla="*/ 19 w 25"/>
                <a:gd name="T17" fmla="*/ 32 h 50"/>
                <a:gd name="T18" fmla="*/ 17 w 25"/>
                <a:gd name="T19" fmla="*/ 0 h 50"/>
                <a:gd name="T20" fmla="*/ 2 w 25"/>
                <a:gd name="T21" fmla="*/ 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"/>
                <a:gd name="T34" fmla="*/ 0 h 50"/>
                <a:gd name="T35" fmla="*/ 25 w 25"/>
                <a:gd name="T36" fmla="*/ 50 h 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" h="50">
                  <a:moveTo>
                    <a:pt x="2" y="2"/>
                  </a:moveTo>
                  <a:lnTo>
                    <a:pt x="0" y="23"/>
                  </a:lnTo>
                  <a:lnTo>
                    <a:pt x="6" y="36"/>
                  </a:lnTo>
                  <a:lnTo>
                    <a:pt x="13" y="45"/>
                  </a:lnTo>
                  <a:lnTo>
                    <a:pt x="17" y="47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32"/>
                  </a:lnTo>
                  <a:lnTo>
                    <a:pt x="19" y="32"/>
                  </a:lnTo>
                  <a:lnTo>
                    <a:pt x="17" y="0"/>
                  </a:lnTo>
                  <a:lnTo>
                    <a:pt x="2" y="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741" name="Oval 365">
              <a:extLst>
                <a:ext uri="{FF2B5EF4-FFF2-40B4-BE49-F238E27FC236}">
                  <a16:creationId xmlns:a16="http://schemas.microsoft.com/office/drawing/2014/main" id="{E1224CE1-FE24-4A4B-9ADF-CC0F80ABC9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78" y="3496"/>
              <a:ext cx="16" cy="12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742" name="Oval 366">
              <a:extLst>
                <a:ext uri="{FF2B5EF4-FFF2-40B4-BE49-F238E27FC236}">
                  <a16:creationId xmlns:a16="http://schemas.microsoft.com/office/drawing/2014/main" id="{75E2E709-93B1-124E-95F9-8492670B6A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83" y="3496"/>
              <a:ext cx="14" cy="12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743" name="Oval 367">
              <a:extLst>
                <a:ext uri="{FF2B5EF4-FFF2-40B4-BE49-F238E27FC236}">
                  <a16:creationId xmlns:a16="http://schemas.microsoft.com/office/drawing/2014/main" id="{37DBFB47-8E9C-5742-B932-F9BB695693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49" y="3496"/>
              <a:ext cx="13" cy="12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744" name="Oval 368">
              <a:extLst>
                <a:ext uri="{FF2B5EF4-FFF2-40B4-BE49-F238E27FC236}">
                  <a16:creationId xmlns:a16="http://schemas.microsoft.com/office/drawing/2014/main" id="{08B0094F-A955-A549-86C4-5E781E74AB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11" y="3496"/>
              <a:ext cx="14" cy="12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745" name="Line 369">
              <a:extLst>
                <a:ext uri="{FF2B5EF4-FFF2-40B4-BE49-F238E27FC236}">
                  <a16:creationId xmlns:a16="http://schemas.microsoft.com/office/drawing/2014/main" id="{CA89A0F8-D899-3346-B5B9-C5450AF81B2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36" y="4116"/>
              <a:ext cx="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46" name="Line 370">
              <a:extLst>
                <a:ext uri="{FF2B5EF4-FFF2-40B4-BE49-F238E27FC236}">
                  <a16:creationId xmlns:a16="http://schemas.microsoft.com/office/drawing/2014/main" id="{8F990287-713C-2144-A75A-D3756102D52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36" y="4124"/>
              <a:ext cx="1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47" name="Line 371">
              <a:extLst>
                <a:ext uri="{FF2B5EF4-FFF2-40B4-BE49-F238E27FC236}">
                  <a16:creationId xmlns:a16="http://schemas.microsoft.com/office/drawing/2014/main" id="{3AB115E2-041B-244F-A588-48B12E979E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235" y="4124"/>
              <a:ext cx="10" cy="1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48" name="Line 372">
              <a:extLst>
                <a:ext uri="{FF2B5EF4-FFF2-40B4-BE49-F238E27FC236}">
                  <a16:creationId xmlns:a16="http://schemas.microsoft.com/office/drawing/2014/main" id="{7FCE1EA2-868D-2948-AB56-1CAE73846A3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239" y="4132"/>
              <a:ext cx="9" cy="1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49" name="Line 373">
              <a:extLst>
                <a:ext uri="{FF2B5EF4-FFF2-40B4-BE49-F238E27FC236}">
                  <a16:creationId xmlns:a16="http://schemas.microsoft.com/office/drawing/2014/main" id="{90D51011-AF6F-954C-B578-2A07D2216C2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248" y="4138"/>
              <a:ext cx="0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0" name="Line 374">
              <a:extLst>
                <a:ext uri="{FF2B5EF4-FFF2-40B4-BE49-F238E27FC236}">
                  <a16:creationId xmlns:a16="http://schemas.microsoft.com/office/drawing/2014/main" id="{9FAB839B-C3FB-F24D-A499-0EE7A835907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253" y="4141"/>
              <a:ext cx="0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1" name="Line 375">
              <a:extLst>
                <a:ext uri="{FF2B5EF4-FFF2-40B4-BE49-F238E27FC236}">
                  <a16:creationId xmlns:a16="http://schemas.microsoft.com/office/drawing/2014/main" id="{506221D2-42B1-BE4D-A175-AD2B34AD35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833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2" name="Line 376">
              <a:extLst>
                <a:ext uri="{FF2B5EF4-FFF2-40B4-BE49-F238E27FC236}">
                  <a16:creationId xmlns:a16="http://schemas.microsoft.com/office/drawing/2014/main" id="{699EACE4-39E8-6C41-BE70-28665289241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83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3" name="Line 377">
              <a:extLst>
                <a:ext uri="{FF2B5EF4-FFF2-40B4-BE49-F238E27FC236}">
                  <a16:creationId xmlns:a16="http://schemas.microsoft.com/office/drawing/2014/main" id="{B7699575-49B7-1B44-8EA1-A2A26C1EDB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7" y="3844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4" name="Line 378">
              <a:extLst>
                <a:ext uri="{FF2B5EF4-FFF2-40B4-BE49-F238E27FC236}">
                  <a16:creationId xmlns:a16="http://schemas.microsoft.com/office/drawing/2014/main" id="{EB4765BA-35B6-974C-847E-5D52057D9FE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7" y="3849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5" name="Line 379">
              <a:extLst>
                <a:ext uri="{FF2B5EF4-FFF2-40B4-BE49-F238E27FC236}">
                  <a16:creationId xmlns:a16="http://schemas.microsoft.com/office/drawing/2014/main" id="{0B002701-46D3-0942-9A63-C5F0A0B5FFF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46" y="387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6" name="Line 380">
              <a:extLst>
                <a:ext uri="{FF2B5EF4-FFF2-40B4-BE49-F238E27FC236}">
                  <a16:creationId xmlns:a16="http://schemas.microsoft.com/office/drawing/2014/main" id="{0E3D5457-E81B-BE4D-A7C8-D33BC344170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42" y="3879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7" name="Line 381">
              <a:extLst>
                <a:ext uri="{FF2B5EF4-FFF2-40B4-BE49-F238E27FC236}">
                  <a16:creationId xmlns:a16="http://schemas.microsoft.com/office/drawing/2014/main" id="{A388C977-6352-1C4F-A7CE-490A91F1DF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885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8" name="Line 382">
              <a:extLst>
                <a:ext uri="{FF2B5EF4-FFF2-40B4-BE49-F238E27FC236}">
                  <a16:creationId xmlns:a16="http://schemas.microsoft.com/office/drawing/2014/main" id="{E7C71882-C5EB-2A4E-971E-419F7587D16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889"/>
              <a:ext cx="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59" name="Line 383">
              <a:extLst>
                <a:ext uri="{FF2B5EF4-FFF2-40B4-BE49-F238E27FC236}">
                  <a16:creationId xmlns:a16="http://schemas.microsoft.com/office/drawing/2014/main" id="{F45E9707-4C67-1145-A11A-8EF1AC35B5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898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0" name="Line 384">
              <a:extLst>
                <a:ext uri="{FF2B5EF4-FFF2-40B4-BE49-F238E27FC236}">
                  <a16:creationId xmlns:a16="http://schemas.microsoft.com/office/drawing/2014/main" id="{E77C4E3E-0105-7A4D-8A60-2FBA172EB92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902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1" name="Line 385">
              <a:extLst>
                <a:ext uri="{FF2B5EF4-FFF2-40B4-BE49-F238E27FC236}">
                  <a16:creationId xmlns:a16="http://schemas.microsoft.com/office/drawing/2014/main" id="{3CE203D8-3E19-F34A-B3BA-EADEA59EB2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8" y="390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2" name="Line 386">
              <a:extLst>
                <a:ext uri="{FF2B5EF4-FFF2-40B4-BE49-F238E27FC236}">
                  <a16:creationId xmlns:a16="http://schemas.microsoft.com/office/drawing/2014/main" id="{429227CE-3377-ED4C-85D7-345DDD237D7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5" y="3910"/>
              <a:ext cx="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3" name="Line 387">
              <a:extLst>
                <a:ext uri="{FF2B5EF4-FFF2-40B4-BE49-F238E27FC236}">
                  <a16:creationId xmlns:a16="http://schemas.microsoft.com/office/drawing/2014/main" id="{84C9CFDA-075E-8A45-BC96-44C00D2B8E2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5" y="3916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4" name="Line 388">
              <a:extLst>
                <a:ext uri="{FF2B5EF4-FFF2-40B4-BE49-F238E27FC236}">
                  <a16:creationId xmlns:a16="http://schemas.microsoft.com/office/drawing/2014/main" id="{7F4BCE6E-B87A-D04C-8C13-8B0BB028E05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5" y="3920"/>
              <a:ext cx="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5" name="Line 389">
              <a:extLst>
                <a:ext uri="{FF2B5EF4-FFF2-40B4-BE49-F238E27FC236}">
                  <a16:creationId xmlns:a16="http://schemas.microsoft.com/office/drawing/2014/main" id="{A369BBF6-89D0-B745-811D-69E183CCE7F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4" y="3924"/>
              <a:ext cx="4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6" name="Line 390">
              <a:extLst>
                <a:ext uri="{FF2B5EF4-FFF2-40B4-BE49-F238E27FC236}">
                  <a16:creationId xmlns:a16="http://schemas.microsoft.com/office/drawing/2014/main" id="{461DDCF2-0E60-EC4A-9BD7-B15E248403A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4" y="3931"/>
              <a:ext cx="4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7" name="Line 391">
              <a:extLst>
                <a:ext uri="{FF2B5EF4-FFF2-40B4-BE49-F238E27FC236}">
                  <a16:creationId xmlns:a16="http://schemas.microsoft.com/office/drawing/2014/main" id="{40166D18-E0E2-6143-AB3A-BB7CBDF622C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2" y="3938"/>
              <a:ext cx="4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8" name="Line 392">
              <a:extLst>
                <a:ext uri="{FF2B5EF4-FFF2-40B4-BE49-F238E27FC236}">
                  <a16:creationId xmlns:a16="http://schemas.microsoft.com/office/drawing/2014/main" id="{C5D08846-5FB6-D04C-A3C1-6BCB3EEF3E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2" y="3943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69" name="Line 393">
              <a:extLst>
                <a:ext uri="{FF2B5EF4-FFF2-40B4-BE49-F238E27FC236}">
                  <a16:creationId xmlns:a16="http://schemas.microsoft.com/office/drawing/2014/main" id="{A4224B53-C6DD-EB45-92AE-CC12832C80B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27" y="3949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0" name="Line 394">
              <a:extLst>
                <a:ext uri="{FF2B5EF4-FFF2-40B4-BE49-F238E27FC236}">
                  <a16:creationId xmlns:a16="http://schemas.microsoft.com/office/drawing/2014/main" id="{5CF06B2E-2C8E-7346-BD5D-6BFA7FE9F1E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25" y="3956"/>
              <a:ext cx="4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1" name="Line 395">
              <a:extLst>
                <a:ext uri="{FF2B5EF4-FFF2-40B4-BE49-F238E27FC236}">
                  <a16:creationId xmlns:a16="http://schemas.microsoft.com/office/drawing/2014/main" id="{450B5C29-DED3-634A-9429-0475678E954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23" y="3962"/>
              <a:ext cx="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2" name="Line 396">
              <a:extLst>
                <a:ext uri="{FF2B5EF4-FFF2-40B4-BE49-F238E27FC236}">
                  <a16:creationId xmlns:a16="http://schemas.microsoft.com/office/drawing/2014/main" id="{4A152E62-2D52-8846-B744-77479E3604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21" y="3966"/>
              <a:ext cx="3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3" name="Line 397">
              <a:extLst>
                <a:ext uri="{FF2B5EF4-FFF2-40B4-BE49-F238E27FC236}">
                  <a16:creationId xmlns:a16="http://schemas.microsoft.com/office/drawing/2014/main" id="{F6A6F963-8A35-1E4E-A1F1-F3DED373A9B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15" y="3973"/>
              <a:ext cx="2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4" name="Line 398">
              <a:extLst>
                <a:ext uri="{FF2B5EF4-FFF2-40B4-BE49-F238E27FC236}">
                  <a16:creationId xmlns:a16="http://schemas.microsoft.com/office/drawing/2014/main" id="{C0DF2EE2-0A65-554B-A24E-DF11A3758C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08" y="3977"/>
              <a:ext cx="1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5" name="Line 399">
              <a:extLst>
                <a:ext uri="{FF2B5EF4-FFF2-40B4-BE49-F238E27FC236}">
                  <a16:creationId xmlns:a16="http://schemas.microsoft.com/office/drawing/2014/main" id="{888F4612-4AA2-0743-AB01-08668D3A72C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0" y="3620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6" name="Line 400">
              <a:extLst>
                <a:ext uri="{FF2B5EF4-FFF2-40B4-BE49-F238E27FC236}">
                  <a16:creationId xmlns:a16="http://schemas.microsoft.com/office/drawing/2014/main" id="{E6DDCFB1-6336-5F43-BF7C-08C80C914D8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0" y="3622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7" name="Line 401">
              <a:extLst>
                <a:ext uri="{FF2B5EF4-FFF2-40B4-BE49-F238E27FC236}">
                  <a16:creationId xmlns:a16="http://schemas.microsoft.com/office/drawing/2014/main" id="{688E9261-737D-F544-AE4E-DD521433FA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12" y="3621"/>
              <a:ext cx="2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8" name="Line 402">
              <a:extLst>
                <a:ext uri="{FF2B5EF4-FFF2-40B4-BE49-F238E27FC236}">
                  <a16:creationId xmlns:a16="http://schemas.microsoft.com/office/drawing/2014/main" id="{C91FCDA0-B6F5-CD48-B780-BB563EC6867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3" y="362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79" name="Line 403">
              <a:extLst>
                <a:ext uri="{FF2B5EF4-FFF2-40B4-BE49-F238E27FC236}">
                  <a16:creationId xmlns:a16="http://schemas.microsoft.com/office/drawing/2014/main" id="{3A23086F-529F-974F-ADBC-1B74C89A65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3" y="363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0" name="Line 404">
              <a:extLst>
                <a:ext uri="{FF2B5EF4-FFF2-40B4-BE49-F238E27FC236}">
                  <a16:creationId xmlns:a16="http://schemas.microsoft.com/office/drawing/2014/main" id="{A6769C8D-0698-034C-BE66-18A9544B6F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3" y="363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1" name="Line 405">
              <a:extLst>
                <a:ext uri="{FF2B5EF4-FFF2-40B4-BE49-F238E27FC236}">
                  <a16:creationId xmlns:a16="http://schemas.microsoft.com/office/drawing/2014/main" id="{A98FD329-8595-B446-8C18-132EB8F6905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3" y="3639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2" name="Line 406">
              <a:extLst>
                <a:ext uri="{FF2B5EF4-FFF2-40B4-BE49-F238E27FC236}">
                  <a16:creationId xmlns:a16="http://schemas.microsoft.com/office/drawing/2014/main" id="{9998E223-ABE4-2546-9C98-8437BE205C7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13" y="3640"/>
              <a:ext cx="2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3" name="Line 407">
              <a:extLst>
                <a:ext uri="{FF2B5EF4-FFF2-40B4-BE49-F238E27FC236}">
                  <a16:creationId xmlns:a16="http://schemas.microsoft.com/office/drawing/2014/main" id="{C1BBEDDF-A5F9-C140-B7BC-6FE6F78F156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6" y="36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4" name="Line 408">
              <a:extLst>
                <a:ext uri="{FF2B5EF4-FFF2-40B4-BE49-F238E27FC236}">
                  <a16:creationId xmlns:a16="http://schemas.microsoft.com/office/drawing/2014/main" id="{026DA279-C2CC-F643-A585-E1F56B60392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6" y="365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5" name="Line 409">
              <a:extLst>
                <a:ext uri="{FF2B5EF4-FFF2-40B4-BE49-F238E27FC236}">
                  <a16:creationId xmlns:a16="http://schemas.microsoft.com/office/drawing/2014/main" id="{8FE17DE9-CCA1-374A-9D09-87C813D629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6" y="3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6" name="Line 410">
              <a:extLst>
                <a:ext uri="{FF2B5EF4-FFF2-40B4-BE49-F238E27FC236}">
                  <a16:creationId xmlns:a16="http://schemas.microsoft.com/office/drawing/2014/main" id="{FDA1412D-EAE0-9842-B943-85EE4ECB50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7" y="3660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7" name="Line 411">
              <a:extLst>
                <a:ext uri="{FF2B5EF4-FFF2-40B4-BE49-F238E27FC236}">
                  <a16:creationId xmlns:a16="http://schemas.microsoft.com/office/drawing/2014/main" id="{C724A98A-5F1C-694F-8BA4-B354D7CEFA0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7" y="3661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8" name="Line 412">
              <a:extLst>
                <a:ext uri="{FF2B5EF4-FFF2-40B4-BE49-F238E27FC236}">
                  <a16:creationId xmlns:a16="http://schemas.microsoft.com/office/drawing/2014/main" id="{9B7E3F38-A1D3-FC49-83F0-6965EBFE4D2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7" y="3665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89" name="Line 413">
              <a:extLst>
                <a:ext uri="{FF2B5EF4-FFF2-40B4-BE49-F238E27FC236}">
                  <a16:creationId xmlns:a16="http://schemas.microsoft.com/office/drawing/2014/main" id="{FE9712D2-EE70-3C42-B7C6-E7279F01535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7" y="3666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0" name="Line 414">
              <a:extLst>
                <a:ext uri="{FF2B5EF4-FFF2-40B4-BE49-F238E27FC236}">
                  <a16:creationId xmlns:a16="http://schemas.microsoft.com/office/drawing/2014/main" id="{76BB4DB5-A532-D446-A992-532F7F7B538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16" y="3667"/>
              <a:ext cx="4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1" name="Line 415">
              <a:extLst>
                <a:ext uri="{FF2B5EF4-FFF2-40B4-BE49-F238E27FC236}">
                  <a16:creationId xmlns:a16="http://schemas.microsoft.com/office/drawing/2014/main" id="{00EBB8BC-921D-9246-8385-DF37779979D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8" y="3675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2" name="Line 416">
              <a:extLst>
                <a:ext uri="{FF2B5EF4-FFF2-40B4-BE49-F238E27FC236}">
                  <a16:creationId xmlns:a16="http://schemas.microsoft.com/office/drawing/2014/main" id="{2A902130-0E1E-484A-B369-CBC039B9FB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18" y="3676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3" name="Line 417">
              <a:extLst>
                <a:ext uri="{FF2B5EF4-FFF2-40B4-BE49-F238E27FC236}">
                  <a16:creationId xmlns:a16="http://schemas.microsoft.com/office/drawing/2014/main" id="{27AE3186-EED4-A241-A70C-75B5A0207E0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21" y="3675"/>
              <a:ext cx="0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4" name="Line 418">
              <a:extLst>
                <a:ext uri="{FF2B5EF4-FFF2-40B4-BE49-F238E27FC236}">
                  <a16:creationId xmlns:a16="http://schemas.microsoft.com/office/drawing/2014/main" id="{84E71CD5-02E7-F246-A307-F4E1AEB442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2" y="3681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5" name="Line 419">
              <a:extLst>
                <a:ext uri="{FF2B5EF4-FFF2-40B4-BE49-F238E27FC236}">
                  <a16:creationId xmlns:a16="http://schemas.microsoft.com/office/drawing/2014/main" id="{A2B59E04-8119-1142-86A4-5A4F381A8E5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2" y="3689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6" name="Line 420">
              <a:extLst>
                <a:ext uri="{FF2B5EF4-FFF2-40B4-BE49-F238E27FC236}">
                  <a16:creationId xmlns:a16="http://schemas.microsoft.com/office/drawing/2014/main" id="{E1F4ADF6-7A78-9C4C-AFB8-2B6EDB2D59A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2" y="3689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7" name="Line 421">
              <a:extLst>
                <a:ext uri="{FF2B5EF4-FFF2-40B4-BE49-F238E27FC236}">
                  <a16:creationId xmlns:a16="http://schemas.microsoft.com/office/drawing/2014/main" id="{381763B6-2FF4-954F-BCBD-001E7CCFEC0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2" y="3693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8" name="Line 422">
              <a:extLst>
                <a:ext uri="{FF2B5EF4-FFF2-40B4-BE49-F238E27FC236}">
                  <a16:creationId xmlns:a16="http://schemas.microsoft.com/office/drawing/2014/main" id="{ECA0DC25-60A4-3145-BC86-9D3853F7EE4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3" y="3694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799" name="Line 423">
              <a:extLst>
                <a:ext uri="{FF2B5EF4-FFF2-40B4-BE49-F238E27FC236}">
                  <a16:creationId xmlns:a16="http://schemas.microsoft.com/office/drawing/2014/main" id="{B5995FDC-538F-B348-B302-F51C2E83F68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3" y="3699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0" name="Line 424">
              <a:extLst>
                <a:ext uri="{FF2B5EF4-FFF2-40B4-BE49-F238E27FC236}">
                  <a16:creationId xmlns:a16="http://schemas.microsoft.com/office/drawing/2014/main" id="{86BD3BB7-CB8E-AC4E-9256-30E5C2AE144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3" y="3700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1" name="Line 425">
              <a:extLst>
                <a:ext uri="{FF2B5EF4-FFF2-40B4-BE49-F238E27FC236}">
                  <a16:creationId xmlns:a16="http://schemas.microsoft.com/office/drawing/2014/main" id="{30490093-EAB3-8A4D-8B96-D339DC87A83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0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2" name="Line 426">
              <a:extLst>
                <a:ext uri="{FF2B5EF4-FFF2-40B4-BE49-F238E27FC236}">
                  <a16:creationId xmlns:a16="http://schemas.microsoft.com/office/drawing/2014/main" id="{8E7C9F33-2477-5641-B585-2C17FB8ACD3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4" y="3708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3" name="Line 427">
              <a:extLst>
                <a:ext uri="{FF2B5EF4-FFF2-40B4-BE49-F238E27FC236}">
                  <a16:creationId xmlns:a16="http://schemas.microsoft.com/office/drawing/2014/main" id="{32F65883-F748-0647-A6DA-21439C9DDE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4" y="3713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4" name="Line 428">
              <a:extLst>
                <a:ext uri="{FF2B5EF4-FFF2-40B4-BE49-F238E27FC236}">
                  <a16:creationId xmlns:a16="http://schemas.microsoft.com/office/drawing/2014/main" id="{6D29244B-623C-4C4D-AA09-418CF0D4A7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15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5" name="Line 429">
              <a:extLst>
                <a:ext uri="{FF2B5EF4-FFF2-40B4-BE49-F238E27FC236}">
                  <a16:creationId xmlns:a16="http://schemas.microsoft.com/office/drawing/2014/main" id="{B7F4413E-728C-5248-BB55-B5656D455EE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18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6" name="Line 430">
              <a:extLst>
                <a:ext uri="{FF2B5EF4-FFF2-40B4-BE49-F238E27FC236}">
                  <a16:creationId xmlns:a16="http://schemas.microsoft.com/office/drawing/2014/main" id="{6E46098E-012A-5C40-A37F-A9A667C02C3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22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7" name="Line 431">
              <a:extLst>
                <a:ext uri="{FF2B5EF4-FFF2-40B4-BE49-F238E27FC236}">
                  <a16:creationId xmlns:a16="http://schemas.microsoft.com/office/drawing/2014/main" id="{A653622C-FBE7-F549-98BD-C4467ACABEB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27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8" name="Line 432">
              <a:extLst>
                <a:ext uri="{FF2B5EF4-FFF2-40B4-BE49-F238E27FC236}">
                  <a16:creationId xmlns:a16="http://schemas.microsoft.com/office/drawing/2014/main" id="{BEFB5A67-8C3D-8149-A6E5-DEABACA610B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732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09" name="Line 433">
              <a:extLst>
                <a:ext uri="{FF2B5EF4-FFF2-40B4-BE49-F238E27FC236}">
                  <a16:creationId xmlns:a16="http://schemas.microsoft.com/office/drawing/2014/main" id="{E48A0984-A1CD-E544-8FC5-C0C650AE561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27" y="3732"/>
              <a:ext cx="3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0" name="Line 434">
              <a:extLst>
                <a:ext uri="{FF2B5EF4-FFF2-40B4-BE49-F238E27FC236}">
                  <a16:creationId xmlns:a16="http://schemas.microsoft.com/office/drawing/2014/main" id="{87D29276-F0AE-AC4D-AD3E-CEA950555B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8" y="3740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1" name="Line 435">
              <a:extLst>
                <a:ext uri="{FF2B5EF4-FFF2-40B4-BE49-F238E27FC236}">
                  <a16:creationId xmlns:a16="http://schemas.microsoft.com/office/drawing/2014/main" id="{274D6174-06D0-BC48-BCC3-40F01413FB8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27" y="3742"/>
              <a:ext cx="3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2" name="Line 436">
              <a:extLst>
                <a:ext uri="{FF2B5EF4-FFF2-40B4-BE49-F238E27FC236}">
                  <a16:creationId xmlns:a16="http://schemas.microsoft.com/office/drawing/2014/main" id="{B1A82403-BD0F-2D4A-90A9-76BE033EF7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8" y="3751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3" name="Line 437">
              <a:extLst>
                <a:ext uri="{FF2B5EF4-FFF2-40B4-BE49-F238E27FC236}">
                  <a16:creationId xmlns:a16="http://schemas.microsoft.com/office/drawing/2014/main" id="{CC801839-FE95-FF45-8901-67E894727D7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8" y="3754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4" name="Line 438">
              <a:extLst>
                <a:ext uri="{FF2B5EF4-FFF2-40B4-BE49-F238E27FC236}">
                  <a16:creationId xmlns:a16="http://schemas.microsoft.com/office/drawing/2014/main" id="{DE3D9A2F-A6E7-C846-8193-5303E2F025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60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5" name="Line 439">
              <a:extLst>
                <a:ext uri="{FF2B5EF4-FFF2-40B4-BE49-F238E27FC236}">
                  <a16:creationId xmlns:a16="http://schemas.microsoft.com/office/drawing/2014/main" id="{4C076E88-62FA-5749-8B74-BB45E0B81C5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730" y="3762"/>
              <a:ext cx="3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6" name="Line 440">
              <a:extLst>
                <a:ext uri="{FF2B5EF4-FFF2-40B4-BE49-F238E27FC236}">
                  <a16:creationId xmlns:a16="http://schemas.microsoft.com/office/drawing/2014/main" id="{FC44D0E8-704C-254A-97BD-B39709E8757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73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7" name="Line 441">
              <a:extLst>
                <a:ext uri="{FF2B5EF4-FFF2-40B4-BE49-F238E27FC236}">
                  <a16:creationId xmlns:a16="http://schemas.microsoft.com/office/drawing/2014/main" id="{AFEB4281-0F8C-D740-9774-9774CBDA996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78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8" name="Line 442">
              <a:extLst>
                <a:ext uri="{FF2B5EF4-FFF2-40B4-BE49-F238E27FC236}">
                  <a16:creationId xmlns:a16="http://schemas.microsoft.com/office/drawing/2014/main" id="{21F0ED1B-1C11-2E42-B550-878540A22A4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81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19" name="Line 443">
              <a:extLst>
                <a:ext uri="{FF2B5EF4-FFF2-40B4-BE49-F238E27FC236}">
                  <a16:creationId xmlns:a16="http://schemas.microsoft.com/office/drawing/2014/main" id="{9DB709E6-35B4-2C40-B90D-A414FD2D2BD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86"/>
              <a:ext cx="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0" name="Line 444">
              <a:extLst>
                <a:ext uri="{FF2B5EF4-FFF2-40B4-BE49-F238E27FC236}">
                  <a16:creationId xmlns:a16="http://schemas.microsoft.com/office/drawing/2014/main" id="{38AB26FB-DC8F-3E4D-9F74-1E8CCF45241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89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1" name="Line 445">
              <a:extLst>
                <a:ext uri="{FF2B5EF4-FFF2-40B4-BE49-F238E27FC236}">
                  <a16:creationId xmlns:a16="http://schemas.microsoft.com/office/drawing/2014/main" id="{E8EBFD25-DCA8-FD40-847C-C808812C3A9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92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2" name="Line 446">
              <a:extLst>
                <a:ext uri="{FF2B5EF4-FFF2-40B4-BE49-F238E27FC236}">
                  <a16:creationId xmlns:a16="http://schemas.microsoft.com/office/drawing/2014/main" id="{B7F1EB1B-1E7C-9740-A7AC-71C749C6CC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797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3" name="Line 447">
              <a:extLst>
                <a:ext uri="{FF2B5EF4-FFF2-40B4-BE49-F238E27FC236}">
                  <a16:creationId xmlns:a16="http://schemas.microsoft.com/office/drawing/2014/main" id="{EB24017B-FA8B-644B-B0B8-19985B3B7C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802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4" name="Line 448">
              <a:extLst>
                <a:ext uri="{FF2B5EF4-FFF2-40B4-BE49-F238E27FC236}">
                  <a16:creationId xmlns:a16="http://schemas.microsoft.com/office/drawing/2014/main" id="{0CFB3472-C6C9-984B-A838-9E5543D45AF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1" y="3829"/>
              <a:ext cx="0" cy="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5" name="Line 449">
              <a:extLst>
                <a:ext uri="{FF2B5EF4-FFF2-40B4-BE49-F238E27FC236}">
                  <a16:creationId xmlns:a16="http://schemas.microsoft.com/office/drawing/2014/main" id="{4BF6B97F-AA42-8240-8C30-05B8D478420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713" y="3829"/>
              <a:ext cx="11" cy="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6" name="Line 450">
              <a:extLst>
                <a:ext uri="{FF2B5EF4-FFF2-40B4-BE49-F238E27FC236}">
                  <a16:creationId xmlns:a16="http://schemas.microsoft.com/office/drawing/2014/main" id="{B9B50781-2972-8B4E-98AA-AE6F206037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706" y="3826"/>
              <a:ext cx="10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7" name="Line 451">
              <a:extLst>
                <a:ext uri="{FF2B5EF4-FFF2-40B4-BE49-F238E27FC236}">
                  <a16:creationId xmlns:a16="http://schemas.microsoft.com/office/drawing/2014/main" id="{B42AF1CA-4F75-2543-BF66-6C2C22F2094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702" y="3823"/>
              <a:ext cx="10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8" name="Line 452">
              <a:extLst>
                <a:ext uri="{FF2B5EF4-FFF2-40B4-BE49-F238E27FC236}">
                  <a16:creationId xmlns:a16="http://schemas.microsoft.com/office/drawing/2014/main" id="{3345EAA9-B00D-A346-BD8E-975C125A7CA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701" y="3818"/>
              <a:ext cx="9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29" name="Line 453">
              <a:extLst>
                <a:ext uri="{FF2B5EF4-FFF2-40B4-BE49-F238E27FC236}">
                  <a16:creationId xmlns:a16="http://schemas.microsoft.com/office/drawing/2014/main" id="{76F08E1F-E5DE-F049-8CDD-84DCB0A09B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2696" y="3814"/>
              <a:ext cx="12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0" name="Line 454">
              <a:extLst>
                <a:ext uri="{FF2B5EF4-FFF2-40B4-BE49-F238E27FC236}">
                  <a16:creationId xmlns:a16="http://schemas.microsoft.com/office/drawing/2014/main" id="{3A8C8F0A-B69B-D54F-BC67-130C448C1E0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5" y="3829"/>
              <a:ext cx="1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1" name="Line 455">
              <a:extLst>
                <a:ext uri="{FF2B5EF4-FFF2-40B4-BE49-F238E27FC236}">
                  <a16:creationId xmlns:a16="http://schemas.microsoft.com/office/drawing/2014/main" id="{223D2862-31C1-624F-B7AF-E180F1D1AB0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8" y="3823"/>
              <a:ext cx="3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2" name="Line 456">
              <a:extLst>
                <a:ext uri="{FF2B5EF4-FFF2-40B4-BE49-F238E27FC236}">
                  <a16:creationId xmlns:a16="http://schemas.microsoft.com/office/drawing/2014/main" id="{81E70BED-C3C3-B94F-BA03-0220D29ED8B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819"/>
              <a:ext cx="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3" name="Line 457">
              <a:extLst>
                <a:ext uri="{FF2B5EF4-FFF2-40B4-BE49-F238E27FC236}">
                  <a16:creationId xmlns:a16="http://schemas.microsoft.com/office/drawing/2014/main" id="{142A4F47-1DBA-D244-9E8B-A5A88DAAD5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812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4" name="Line 458">
              <a:extLst>
                <a:ext uri="{FF2B5EF4-FFF2-40B4-BE49-F238E27FC236}">
                  <a16:creationId xmlns:a16="http://schemas.microsoft.com/office/drawing/2014/main" id="{E1B36444-5415-D54A-AC58-A68DA2F6982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31" y="3807"/>
              <a:ext cx="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5" name="Freeform 459">
              <a:extLst>
                <a:ext uri="{FF2B5EF4-FFF2-40B4-BE49-F238E27FC236}">
                  <a16:creationId xmlns:a16="http://schemas.microsoft.com/office/drawing/2014/main" id="{9D4FB5E7-F4D9-1E4A-8153-FC64F88630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9" y="3316"/>
              <a:ext cx="284" cy="585"/>
            </a:xfrm>
            <a:custGeom>
              <a:avLst/>
              <a:gdLst>
                <a:gd name="T0" fmla="*/ 283 w 284"/>
                <a:gd name="T1" fmla="*/ 26 h 585"/>
                <a:gd name="T2" fmla="*/ 0 w 284"/>
                <a:gd name="T3" fmla="*/ 0 h 585"/>
                <a:gd name="T4" fmla="*/ 0 w 284"/>
                <a:gd name="T5" fmla="*/ 501 h 585"/>
                <a:gd name="T6" fmla="*/ 79 w 284"/>
                <a:gd name="T7" fmla="*/ 584 h 5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4"/>
                <a:gd name="T13" fmla="*/ 0 h 585"/>
                <a:gd name="T14" fmla="*/ 284 w 284"/>
                <a:gd name="T15" fmla="*/ 585 h 5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4" h="585">
                  <a:moveTo>
                    <a:pt x="283" y="26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79" y="584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836" name="Freeform 460">
              <a:extLst>
                <a:ext uri="{FF2B5EF4-FFF2-40B4-BE49-F238E27FC236}">
                  <a16:creationId xmlns:a16="http://schemas.microsoft.com/office/drawing/2014/main" id="{CEBBC044-118E-954D-BA71-865129FE27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8" y="3324"/>
              <a:ext cx="233" cy="578"/>
            </a:xfrm>
            <a:custGeom>
              <a:avLst/>
              <a:gdLst>
                <a:gd name="T0" fmla="*/ 232 w 233"/>
                <a:gd name="T1" fmla="*/ 20 h 578"/>
                <a:gd name="T2" fmla="*/ 0 w 233"/>
                <a:gd name="T3" fmla="*/ 0 h 578"/>
                <a:gd name="T4" fmla="*/ 0 w 233"/>
                <a:gd name="T5" fmla="*/ 492 h 578"/>
                <a:gd name="T6" fmla="*/ 89 w 233"/>
                <a:gd name="T7" fmla="*/ 577 h 57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"/>
                <a:gd name="T13" fmla="*/ 0 h 578"/>
                <a:gd name="T14" fmla="*/ 233 w 233"/>
                <a:gd name="T15" fmla="*/ 578 h 57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" h="578">
                  <a:moveTo>
                    <a:pt x="232" y="20"/>
                  </a:moveTo>
                  <a:lnTo>
                    <a:pt x="0" y="0"/>
                  </a:lnTo>
                  <a:lnTo>
                    <a:pt x="0" y="492"/>
                  </a:lnTo>
                  <a:lnTo>
                    <a:pt x="89" y="577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837" name="Line 461">
              <a:extLst>
                <a:ext uri="{FF2B5EF4-FFF2-40B4-BE49-F238E27FC236}">
                  <a16:creationId xmlns:a16="http://schemas.microsoft.com/office/drawing/2014/main" id="{58E5DBF2-8413-834B-AA4B-61FF96394E9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02" y="3341"/>
              <a:ext cx="0" cy="4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8" name="Line 462">
              <a:extLst>
                <a:ext uri="{FF2B5EF4-FFF2-40B4-BE49-F238E27FC236}">
                  <a16:creationId xmlns:a16="http://schemas.microsoft.com/office/drawing/2014/main" id="{0B59A39C-4275-9542-8F58-9198EDD514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2043" y="3343"/>
              <a:ext cx="0" cy="4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39" name="Line 463">
              <a:extLst>
                <a:ext uri="{FF2B5EF4-FFF2-40B4-BE49-F238E27FC236}">
                  <a16:creationId xmlns:a16="http://schemas.microsoft.com/office/drawing/2014/main" id="{BC08F4F3-6509-8149-9014-9FDB3B49DD0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 flipV="1">
              <a:off x="2039" y="3353"/>
              <a:ext cx="58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40" name="Freeform 464">
              <a:extLst>
                <a:ext uri="{FF2B5EF4-FFF2-40B4-BE49-F238E27FC236}">
                  <a16:creationId xmlns:a16="http://schemas.microsoft.com/office/drawing/2014/main" id="{C61DDC66-24F2-8E4C-A6C0-1B250ADA6D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70" y="3582"/>
              <a:ext cx="141" cy="26"/>
            </a:xfrm>
            <a:custGeom>
              <a:avLst/>
              <a:gdLst>
                <a:gd name="T0" fmla="*/ 16 w 141"/>
                <a:gd name="T1" fmla="*/ 0 h 26"/>
                <a:gd name="T2" fmla="*/ 12 w 141"/>
                <a:gd name="T3" fmla="*/ 0 h 26"/>
                <a:gd name="T4" fmla="*/ 8 w 141"/>
                <a:gd name="T5" fmla="*/ 1 h 26"/>
                <a:gd name="T6" fmla="*/ 5 w 141"/>
                <a:gd name="T7" fmla="*/ 4 h 26"/>
                <a:gd name="T8" fmla="*/ 2 w 141"/>
                <a:gd name="T9" fmla="*/ 6 h 26"/>
                <a:gd name="T10" fmla="*/ 0 w 141"/>
                <a:gd name="T11" fmla="*/ 9 h 26"/>
                <a:gd name="T12" fmla="*/ 0 w 141"/>
                <a:gd name="T13" fmla="*/ 15 h 26"/>
                <a:gd name="T14" fmla="*/ 2 w 141"/>
                <a:gd name="T15" fmla="*/ 17 h 26"/>
                <a:gd name="T16" fmla="*/ 5 w 141"/>
                <a:gd name="T17" fmla="*/ 20 h 26"/>
                <a:gd name="T18" fmla="*/ 6 w 141"/>
                <a:gd name="T19" fmla="*/ 22 h 26"/>
                <a:gd name="T20" fmla="*/ 12 w 141"/>
                <a:gd name="T21" fmla="*/ 24 h 26"/>
                <a:gd name="T22" fmla="*/ 16 w 141"/>
                <a:gd name="T23" fmla="*/ 24 h 26"/>
                <a:gd name="T24" fmla="*/ 124 w 141"/>
                <a:gd name="T25" fmla="*/ 25 h 26"/>
                <a:gd name="T26" fmla="*/ 128 w 141"/>
                <a:gd name="T27" fmla="*/ 25 h 26"/>
                <a:gd name="T28" fmla="*/ 132 w 141"/>
                <a:gd name="T29" fmla="*/ 24 h 26"/>
                <a:gd name="T30" fmla="*/ 135 w 141"/>
                <a:gd name="T31" fmla="*/ 22 h 26"/>
                <a:gd name="T32" fmla="*/ 138 w 141"/>
                <a:gd name="T33" fmla="*/ 20 h 26"/>
                <a:gd name="T34" fmla="*/ 140 w 141"/>
                <a:gd name="T35" fmla="*/ 16 h 26"/>
                <a:gd name="T36" fmla="*/ 140 w 141"/>
                <a:gd name="T37" fmla="*/ 10 h 26"/>
                <a:gd name="T38" fmla="*/ 138 w 141"/>
                <a:gd name="T39" fmla="*/ 8 h 26"/>
                <a:gd name="T40" fmla="*/ 135 w 141"/>
                <a:gd name="T41" fmla="*/ 6 h 26"/>
                <a:gd name="T42" fmla="*/ 134 w 141"/>
                <a:gd name="T43" fmla="*/ 3 h 26"/>
                <a:gd name="T44" fmla="*/ 128 w 141"/>
                <a:gd name="T45" fmla="*/ 1 h 26"/>
                <a:gd name="T46" fmla="*/ 124 w 141"/>
                <a:gd name="T47" fmla="*/ 1 h 26"/>
                <a:gd name="T48" fmla="*/ 16 w 141"/>
                <a:gd name="T49" fmla="*/ 0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1"/>
                <a:gd name="T76" fmla="*/ 0 h 26"/>
                <a:gd name="T77" fmla="*/ 141 w 141"/>
                <a:gd name="T78" fmla="*/ 26 h 2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1" h="26">
                  <a:moveTo>
                    <a:pt x="16" y="0"/>
                  </a:moveTo>
                  <a:lnTo>
                    <a:pt x="12" y="0"/>
                  </a:lnTo>
                  <a:lnTo>
                    <a:pt x="8" y="1"/>
                  </a:lnTo>
                  <a:lnTo>
                    <a:pt x="5" y="4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5" y="20"/>
                  </a:lnTo>
                  <a:lnTo>
                    <a:pt x="6" y="22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24" y="25"/>
                  </a:lnTo>
                  <a:lnTo>
                    <a:pt x="128" y="25"/>
                  </a:lnTo>
                  <a:lnTo>
                    <a:pt x="132" y="24"/>
                  </a:lnTo>
                  <a:lnTo>
                    <a:pt x="135" y="22"/>
                  </a:lnTo>
                  <a:lnTo>
                    <a:pt x="138" y="20"/>
                  </a:lnTo>
                  <a:lnTo>
                    <a:pt x="140" y="16"/>
                  </a:lnTo>
                  <a:lnTo>
                    <a:pt x="140" y="10"/>
                  </a:lnTo>
                  <a:lnTo>
                    <a:pt x="138" y="8"/>
                  </a:lnTo>
                  <a:lnTo>
                    <a:pt x="135" y="6"/>
                  </a:lnTo>
                  <a:lnTo>
                    <a:pt x="134" y="3"/>
                  </a:lnTo>
                  <a:lnTo>
                    <a:pt x="128" y="1"/>
                  </a:lnTo>
                  <a:lnTo>
                    <a:pt x="124" y="1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 w="9525" cap="rnd">
              <a:solidFill>
                <a:schemeClr val="tx1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1" name="Freeform 465">
              <a:extLst>
                <a:ext uri="{FF2B5EF4-FFF2-40B4-BE49-F238E27FC236}">
                  <a16:creationId xmlns:a16="http://schemas.microsoft.com/office/drawing/2014/main" id="{CC113B41-07B5-AC4B-8D28-49E9072F63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69" y="3753"/>
              <a:ext cx="143" cy="40"/>
            </a:xfrm>
            <a:custGeom>
              <a:avLst/>
              <a:gdLst>
                <a:gd name="T0" fmla="*/ 17 w 143"/>
                <a:gd name="T1" fmla="*/ 0 h 40"/>
                <a:gd name="T2" fmla="*/ 14 w 143"/>
                <a:gd name="T3" fmla="*/ 0 h 40"/>
                <a:gd name="T4" fmla="*/ 10 w 143"/>
                <a:gd name="T5" fmla="*/ 2 h 40"/>
                <a:gd name="T6" fmla="*/ 5 w 143"/>
                <a:gd name="T7" fmla="*/ 3 h 40"/>
                <a:gd name="T8" fmla="*/ 4 w 143"/>
                <a:gd name="T9" fmla="*/ 6 h 40"/>
                <a:gd name="T10" fmla="*/ 2 w 143"/>
                <a:gd name="T11" fmla="*/ 9 h 40"/>
                <a:gd name="T12" fmla="*/ 0 w 143"/>
                <a:gd name="T13" fmla="*/ 12 h 40"/>
                <a:gd name="T14" fmla="*/ 0 w 143"/>
                <a:gd name="T15" fmla="*/ 15 h 40"/>
                <a:gd name="T16" fmla="*/ 2 w 143"/>
                <a:gd name="T17" fmla="*/ 18 h 40"/>
                <a:gd name="T18" fmla="*/ 4 w 143"/>
                <a:gd name="T19" fmla="*/ 23 h 40"/>
                <a:gd name="T20" fmla="*/ 6 w 143"/>
                <a:gd name="T21" fmla="*/ 24 h 40"/>
                <a:gd name="T22" fmla="*/ 10 w 143"/>
                <a:gd name="T23" fmla="*/ 26 h 40"/>
                <a:gd name="T24" fmla="*/ 14 w 143"/>
                <a:gd name="T25" fmla="*/ 27 h 40"/>
                <a:gd name="T26" fmla="*/ 125 w 143"/>
                <a:gd name="T27" fmla="*/ 39 h 40"/>
                <a:gd name="T28" fmla="*/ 128 w 143"/>
                <a:gd name="T29" fmla="*/ 39 h 40"/>
                <a:gd name="T30" fmla="*/ 132 w 143"/>
                <a:gd name="T31" fmla="*/ 37 h 40"/>
                <a:gd name="T32" fmla="*/ 137 w 143"/>
                <a:gd name="T33" fmla="*/ 36 h 40"/>
                <a:gd name="T34" fmla="*/ 138 w 143"/>
                <a:gd name="T35" fmla="*/ 33 h 40"/>
                <a:gd name="T36" fmla="*/ 140 w 143"/>
                <a:gd name="T37" fmla="*/ 30 h 40"/>
                <a:gd name="T38" fmla="*/ 142 w 143"/>
                <a:gd name="T39" fmla="*/ 27 h 40"/>
                <a:gd name="T40" fmla="*/ 142 w 143"/>
                <a:gd name="T41" fmla="*/ 24 h 40"/>
                <a:gd name="T42" fmla="*/ 140 w 143"/>
                <a:gd name="T43" fmla="*/ 21 h 40"/>
                <a:gd name="T44" fmla="*/ 138 w 143"/>
                <a:gd name="T45" fmla="*/ 16 h 40"/>
                <a:gd name="T46" fmla="*/ 136 w 143"/>
                <a:gd name="T47" fmla="*/ 15 h 40"/>
                <a:gd name="T48" fmla="*/ 132 w 143"/>
                <a:gd name="T49" fmla="*/ 13 h 40"/>
                <a:gd name="T50" fmla="*/ 128 w 143"/>
                <a:gd name="T51" fmla="*/ 12 h 40"/>
                <a:gd name="T52" fmla="*/ 17 w 143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3"/>
                <a:gd name="T82" fmla="*/ 0 h 40"/>
                <a:gd name="T83" fmla="*/ 143 w 143"/>
                <a:gd name="T84" fmla="*/ 40 h 4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3" h="40">
                  <a:moveTo>
                    <a:pt x="17" y="0"/>
                  </a:moveTo>
                  <a:lnTo>
                    <a:pt x="14" y="0"/>
                  </a:lnTo>
                  <a:lnTo>
                    <a:pt x="10" y="2"/>
                  </a:lnTo>
                  <a:lnTo>
                    <a:pt x="5" y="3"/>
                  </a:lnTo>
                  <a:lnTo>
                    <a:pt x="4" y="6"/>
                  </a:lnTo>
                  <a:lnTo>
                    <a:pt x="2" y="9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4" y="23"/>
                  </a:lnTo>
                  <a:lnTo>
                    <a:pt x="6" y="24"/>
                  </a:lnTo>
                  <a:lnTo>
                    <a:pt x="10" y="26"/>
                  </a:lnTo>
                  <a:lnTo>
                    <a:pt x="14" y="27"/>
                  </a:lnTo>
                  <a:lnTo>
                    <a:pt x="125" y="39"/>
                  </a:lnTo>
                  <a:lnTo>
                    <a:pt x="128" y="39"/>
                  </a:lnTo>
                  <a:lnTo>
                    <a:pt x="132" y="37"/>
                  </a:lnTo>
                  <a:lnTo>
                    <a:pt x="137" y="36"/>
                  </a:lnTo>
                  <a:lnTo>
                    <a:pt x="138" y="33"/>
                  </a:lnTo>
                  <a:lnTo>
                    <a:pt x="140" y="30"/>
                  </a:lnTo>
                  <a:lnTo>
                    <a:pt x="142" y="27"/>
                  </a:lnTo>
                  <a:lnTo>
                    <a:pt x="142" y="24"/>
                  </a:lnTo>
                  <a:lnTo>
                    <a:pt x="140" y="21"/>
                  </a:lnTo>
                  <a:lnTo>
                    <a:pt x="138" y="16"/>
                  </a:lnTo>
                  <a:lnTo>
                    <a:pt x="136" y="15"/>
                  </a:lnTo>
                  <a:lnTo>
                    <a:pt x="132" y="13"/>
                  </a:lnTo>
                  <a:lnTo>
                    <a:pt x="128" y="1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 w="9525" cap="rnd">
              <a:solidFill>
                <a:schemeClr val="tx1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2" name="Freeform 466">
              <a:extLst>
                <a:ext uri="{FF2B5EF4-FFF2-40B4-BE49-F238E27FC236}">
                  <a16:creationId xmlns:a16="http://schemas.microsoft.com/office/drawing/2014/main" id="{F62EB2C7-2968-BB45-881A-8000402D64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27" y="3337"/>
              <a:ext cx="82" cy="391"/>
            </a:xfrm>
            <a:custGeom>
              <a:avLst/>
              <a:gdLst>
                <a:gd name="T0" fmla="*/ 0 w 82"/>
                <a:gd name="T1" fmla="*/ 0 h 391"/>
                <a:gd name="T2" fmla="*/ 4 w 82"/>
                <a:gd name="T3" fmla="*/ 390 h 391"/>
                <a:gd name="T4" fmla="*/ 16 w 82"/>
                <a:gd name="T5" fmla="*/ 348 h 391"/>
                <a:gd name="T6" fmla="*/ 16 w 82"/>
                <a:gd name="T7" fmla="*/ 128 h 391"/>
                <a:gd name="T8" fmla="*/ 71 w 82"/>
                <a:gd name="T9" fmla="*/ 78 h 391"/>
                <a:gd name="T10" fmla="*/ 81 w 82"/>
                <a:gd name="T11" fmla="*/ 78 h 391"/>
                <a:gd name="T12" fmla="*/ 81 w 82"/>
                <a:gd name="T13" fmla="*/ 0 h 391"/>
                <a:gd name="T14" fmla="*/ 0 w 82"/>
                <a:gd name="T15" fmla="*/ 0 h 3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2"/>
                <a:gd name="T25" fmla="*/ 0 h 391"/>
                <a:gd name="T26" fmla="*/ 82 w 82"/>
                <a:gd name="T27" fmla="*/ 391 h 39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2" h="391">
                  <a:moveTo>
                    <a:pt x="0" y="0"/>
                  </a:moveTo>
                  <a:lnTo>
                    <a:pt x="4" y="390"/>
                  </a:lnTo>
                  <a:lnTo>
                    <a:pt x="16" y="348"/>
                  </a:lnTo>
                  <a:lnTo>
                    <a:pt x="16" y="128"/>
                  </a:lnTo>
                  <a:lnTo>
                    <a:pt x="71" y="78"/>
                  </a:lnTo>
                  <a:lnTo>
                    <a:pt x="81" y="78"/>
                  </a:lnTo>
                  <a:lnTo>
                    <a:pt x="81" y="0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3" name="Freeform 467">
              <a:extLst>
                <a:ext uri="{FF2B5EF4-FFF2-40B4-BE49-F238E27FC236}">
                  <a16:creationId xmlns:a16="http://schemas.microsoft.com/office/drawing/2014/main" id="{68535F59-83B5-7742-A7FA-300B7CDCA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0" y="3568"/>
              <a:ext cx="15" cy="22"/>
            </a:xfrm>
            <a:custGeom>
              <a:avLst/>
              <a:gdLst>
                <a:gd name="T0" fmla="*/ 14 w 15"/>
                <a:gd name="T1" fmla="*/ 10 h 22"/>
                <a:gd name="T2" fmla="*/ 10 w 15"/>
                <a:gd name="T3" fmla="*/ 18 h 22"/>
                <a:gd name="T4" fmla="*/ 7 w 15"/>
                <a:gd name="T5" fmla="*/ 21 h 22"/>
                <a:gd name="T6" fmla="*/ 2 w 15"/>
                <a:gd name="T7" fmla="*/ 18 h 22"/>
                <a:gd name="T8" fmla="*/ 0 w 15"/>
                <a:gd name="T9" fmla="*/ 10 h 22"/>
                <a:gd name="T10" fmla="*/ 2 w 15"/>
                <a:gd name="T11" fmla="*/ 2 h 22"/>
                <a:gd name="T12" fmla="*/ 7 w 15"/>
                <a:gd name="T13" fmla="*/ 0 h 22"/>
                <a:gd name="T14" fmla="*/ 12 w 15"/>
                <a:gd name="T15" fmla="*/ 2 h 22"/>
                <a:gd name="T16" fmla="*/ 14 w 15"/>
                <a:gd name="T17" fmla="*/ 1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2"/>
                <a:gd name="T29" fmla="*/ 15 w 15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2">
                  <a:moveTo>
                    <a:pt x="14" y="10"/>
                  </a:moveTo>
                  <a:lnTo>
                    <a:pt x="10" y="18"/>
                  </a:lnTo>
                  <a:lnTo>
                    <a:pt x="7" y="21"/>
                  </a:lnTo>
                  <a:lnTo>
                    <a:pt x="2" y="18"/>
                  </a:lnTo>
                  <a:lnTo>
                    <a:pt x="0" y="10"/>
                  </a:lnTo>
                  <a:lnTo>
                    <a:pt x="2" y="2"/>
                  </a:lnTo>
                  <a:lnTo>
                    <a:pt x="7" y="0"/>
                  </a:lnTo>
                  <a:lnTo>
                    <a:pt x="12" y="2"/>
                  </a:lnTo>
                  <a:lnTo>
                    <a:pt x="14" y="1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4" name="Freeform 468">
              <a:extLst>
                <a:ext uri="{FF2B5EF4-FFF2-40B4-BE49-F238E27FC236}">
                  <a16:creationId xmlns:a16="http://schemas.microsoft.com/office/drawing/2014/main" id="{2AA283A7-20C2-8345-82ED-750C45115C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3" y="3568"/>
              <a:ext cx="12" cy="22"/>
            </a:xfrm>
            <a:custGeom>
              <a:avLst/>
              <a:gdLst>
                <a:gd name="T0" fmla="*/ 2 w 12"/>
                <a:gd name="T1" fmla="*/ 0 h 22"/>
                <a:gd name="T2" fmla="*/ 0 w 12"/>
                <a:gd name="T3" fmla="*/ 21 h 22"/>
                <a:gd name="T4" fmla="*/ 9 w 12"/>
                <a:gd name="T5" fmla="*/ 21 h 22"/>
                <a:gd name="T6" fmla="*/ 11 w 12"/>
                <a:gd name="T7" fmla="*/ 0 h 22"/>
                <a:gd name="T8" fmla="*/ 2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22"/>
                <a:gd name="T17" fmla="*/ 12 w 12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22">
                  <a:moveTo>
                    <a:pt x="2" y="0"/>
                  </a:moveTo>
                  <a:lnTo>
                    <a:pt x="0" y="21"/>
                  </a:lnTo>
                  <a:lnTo>
                    <a:pt x="9" y="21"/>
                  </a:lnTo>
                  <a:lnTo>
                    <a:pt x="11" y="0"/>
                  </a:ln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5" name="Freeform 469">
              <a:extLst>
                <a:ext uri="{FF2B5EF4-FFF2-40B4-BE49-F238E27FC236}">
                  <a16:creationId xmlns:a16="http://schemas.microsoft.com/office/drawing/2014/main" id="{9CCBB7FF-70C8-DC4E-8E5E-4F33F991C1A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6" y="3568"/>
              <a:ext cx="15" cy="22"/>
            </a:xfrm>
            <a:custGeom>
              <a:avLst/>
              <a:gdLst>
                <a:gd name="T0" fmla="*/ 14 w 15"/>
                <a:gd name="T1" fmla="*/ 12 h 22"/>
                <a:gd name="T2" fmla="*/ 12 w 15"/>
                <a:gd name="T3" fmla="*/ 20 h 22"/>
                <a:gd name="T4" fmla="*/ 8 w 15"/>
                <a:gd name="T5" fmla="*/ 21 h 22"/>
                <a:gd name="T6" fmla="*/ 2 w 15"/>
                <a:gd name="T7" fmla="*/ 18 h 22"/>
                <a:gd name="T8" fmla="*/ 0 w 15"/>
                <a:gd name="T9" fmla="*/ 10 h 22"/>
                <a:gd name="T10" fmla="*/ 2 w 15"/>
                <a:gd name="T11" fmla="*/ 2 h 22"/>
                <a:gd name="T12" fmla="*/ 8 w 15"/>
                <a:gd name="T13" fmla="*/ 0 h 22"/>
                <a:gd name="T14" fmla="*/ 14 w 15"/>
                <a:gd name="T15" fmla="*/ 4 h 22"/>
                <a:gd name="T16" fmla="*/ 14 w 15"/>
                <a:gd name="T17" fmla="*/ 1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2"/>
                <a:gd name="T29" fmla="*/ 15 w 15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2">
                  <a:moveTo>
                    <a:pt x="14" y="12"/>
                  </a:moveTo>
                  <a:lnTo>
                    <a:pt x="12" y="20"/>
                  </a:lnTo>
                  <a:lnTo>
                    <a:pt x="8" y="21"/>
                  </a:lnTo>
                  <a:lnTo>
                    <a:pt x="2" y="18"/>
                  </a:lnTo>
                  <a:lnTo>
                    <a:pt x="0" y="10"/>
                  </a:lnTo>
                  <a:lnTo>
                    <a:pt x="2" y="2"/>
                  </a:lnTo>
                  <a:lnTo>
                    <a:pt x="8" y="0"/>
                  </a:lnTo>
                  <a:lnTo>
                    <a:pt x="14" y="4"/>
                  </a:lnTo>
                  <a:lnTo>
                    <a:pt x="14" y="1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6" name="Freeform 470">
              <a:extLst>
                <a:ext uri="{FF2B5EF4-FFF2-40B4-BE49-F238E27FC236}">
                  <a16:creationId xmlns:a16="http://schemas.microsoft.com/office/drawing/2014/main" id="{7F525A69-A982-3F4E-B151-91B16B86EE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0" y="3564"/>
              <a:ext cx="2" cy="24"/>
            </a:xfrm>
            <a:custGeom>
              <a:avLst/>
              <a:gdLst>
                <a:gd name="T0" fmla="*/ 1 w 2"/>
                <a:gd name="T1" fmla="*/ 4 h 24"/>
                <a:gd name="T2" fmla="*/ 1 w 2"/>
                <a:gd name="T3" fmla="*/ 2 h 24"/>
                <a:gd name="T4" fmla="*/ 1 w 2"/>
                <a:gd name="T5" fmla="*/ 0 h 24"/>
                <a:gd name="T6" fmla="*/ 0 w 2"/>
                <a:gd name="T7" fmla="*/ 0 h 24"/>
                <a:gd name="T8" fmla="*/ 0 w 2"/>
                <a:gd name="T9" fmla="*/ 2 h 24"/>
                <a:gd name="T10" fmla="*/ 0 w 2"/>
                <a:gd name="T11" fmla="*/ 4 h 24"/>
                <a:gd name="T12" fmla="*/ 0 w 2"/>
                <a:gd name="T13" fmla="*/ 19 h 24"/>
                <a:gd name="T14" fmla="*/ 0 w 2"/>
                <a:gd name="T15" fmla="*/ 20 h 24"/>
                <a:gd name="T16" fmla="*/ 0 w 2"/>
                <a:gd name="T17" fmla="*/ 23 h 24"/>
                <a:gd name="T18" fmla="*/ 1 w 2"/>
                <a:gd name="T19" fmla="*/ 23 h 24"/>
                <a:gd name="T20" fmla="*/ 1 w 2"/>
                <a:gd name="T21" fmla="*/ 20 h 24"/>
                <a:gd name="T22" fmla="*/ 1 w 2"/>
                <a:gd name="T23" fmla="*/ 19 h 24"/>
                <a:gd name="T24" fmla="*/ 1 w 2"/>
                <a:gd name="T25" fmla="*/ 4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"/>
                <a:gd name="T40" fmla="*/ 0 h 24"/>
                <a:gd name="T41" fmla="*/ 2 w 2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" h="24">
                  <a:moveTo>
                    <a:pt x="1" y="4"/>
                  </a:moveTo>
                  <a:lnTo>
                    <a:pt x="1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4"/>
                  </a:lnTo>
                </a:path>
              </a:pathLst>
            </a:custGeom>
            <a:solidFill>
              <a:srgbClr val="FFFFFF"/>
            </a:solidFill>
            <a:ln w="9525" cap="rnd">
              <a:solidFill>
                <a:schemeClr val="tx1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7" name="Freeform 471">
              <a:extLst>
                <a:ext uri="{FF2B5EF4-FFF2-40B4-BE49-F238E27FC236}">
                  <a16:creationId xmlns:a16="http://schemas.microsoft.com/office/drawing/2014/main" id="{4D5DB986-CE3B-2048-BFDE-B70FD57B82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6" y="4051"/>
              <a:ext cx="63" cy="29"/>
            </a:xfrm>
            <a:custGeom>
              <a:avLst/>
              <a:gdLst>
                <a:gd name="T0" fmla="*/ 0 w 63"/>
                <a:gd name="T1" fmla="*/ 12 h 29"/>
                <a:gd name="T2" fmla="*/ 62 w 63"/>
                <a:gd name="T3" fmla="*/ 28 h 29"/>
                <a:gd name="T4" fmla="*/ 62 w 63"/>
                <a:gd name="T5" fmla="*/ 0 h 29"/>
                <a:gd name="T6" fmla="*/ 0 w 63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9"/>
                <a:gd name="T14" fmla="*/ 63 w 63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9">
                  <a:moveTo>
                    <a:pt x="0" y="12"/>
                  </a:moveTo>
                  <a:lnTo>
                    <a:pt x="62" y="28"/>
                  </a:lnTo>
                  <a:lnTo>
                    <a:pt x="62" y="0"/>
                  </a:lnTo>
                  <a:lnTo>
                    <a:pt x="0" y="12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8" name="Freeform 472">
              <a:extLst>
                <a:ext uri="{FF2B5EF4-FFF2-40B4-BE49-F238E27FC236}">
                  <a16:creationId xmlns:a16="http://schemas.microsoft.com/office/drawing/2014/main" id="{D266DFC3-5C72-0846-B71A-D6248A322A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58" y="4032"/>
              <a:ext cx="83" cy="48"/>
            </a:xfrm>
            <a:custGeom>
              <a:avLst/>
              <a:gdLst>
                <a:gd name="T0" fmla="*/ 0 w 83"/>
                <a:gd name="T1" fmla="*/ 17 h 48"/>
                <a:gd name="T2" fmla="*/ 0 w 83"/>
                <a:gd name="T3" fmla="*/ 47 h 48"/>
                <a:gd name="T4" fmla="*/ 82 w 83"/>
                <a:gd name="T5" fmla="*/ 30 h 48"/>
                <a:gd name="T6" fmla="*/ 82 w 83"/>
                <a:gd name="T7" fmla="*/ 0 h 48"/>
                <a:gd name="T8" fmla="*/ 0 w 83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"/>
                <a:gd name="T16" fmla="*/ 0 h 48"/>
                <a:gd name="T17" fmla="*/ 83 w 83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" h="48">
                  <a:moveTo>
                    <a:pt x="0" y="17"/>
                  </a:moveTo>
                  <a:lnTo>
                    <a:pt x="0" y="47"/>
                  </a:lnTo>
                  <a:lnTo>
                    <a:pt x="82" y="30"/>
                  </a:lnTo>
                  <a:lnTo>
                    <a:pt x="82" y="0"/>
                  </a:lnTo>
                  <a:lnTo>
                    <a:pt x="0" y="17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49" name="Freeform 473">
              <a:extLst>
                <a:ext uri="{FF2B5EF4-FFF2-40B4-BE49-F238E27FC236}">
                  <a16:creationId xmlns:a16="http://schemas.microsoft.com/office/drawing/2014/main" id="{9A3D6DD4-87AE-F54A-B78B-2791247672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444" y="3415"/>
              <a:ext cx="65" cy="275"/>
            </a:xfrm>
            <a:custGeom>
              <a:avLst/>
              <a:gdLst>
                <a:gd name="T0" fmla="*/ 54 w 65"/>
                <a:gd name="T1" fmla="*/ 0 h 275"/>
                <a:gd name="T2" fmla="*/ 0 w 65"/>
                <a:gd name="T3" fmla="*/ 51 h 275"/>
                <a:gd name="T4" fmla="*/ 0 w 65"/>
                <a:gd name="T5" fmla="*/ 274 h 275"/>
                <a:gd name="T6" fmla="*/ 7 w 65"/>
                <a:gd name="T7" fmla="*/ 248 h 275"/>
                <a:gd name="T8" fmla="*/ 7 w 65"/>
                <a:gd name="T9" fmla="*/ 76 h 275"/>
                <a:gd name="T10" fmla="*/ 64 w 65"/>
                <a:gd name="T11" fmla="*/ 78 h 275"/>
                <a:gd name="T12" fmla="*/ 64 w 65"/>
                <a:gd name="T13" fmla="*/ 0 h 275"/>
                <a:gd name="T14" fmla="*/ 54 w 65"/>
                <a:gd name="T15" fmla="*/ 0 h 2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5"/>
                <a:gd name="T25" fmla="*/ 0 h 275"/>
                <a:gd name="T26" fmla="*/ 65 w 65"/>
                <a:gd name="T27" fmla="*/ 275 h 2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5" h="275">
                  <a:moveTo>
                    <a:pt x="54" y="0"/>
                  </a:moveTo>
                  <a:lnTo>
                    <a:pt x="0" y="51"/>
                  </a:lnTo>
                  <a:lnTo>
                    <a:pt x="0" y="274"/>
                  </a:lnTo>
                  <a:lnTo>
                    <a:pt x="7" y="248"/>
                  </a:lnTo>
                  <a:lnTo>
                    <a:pt x="7" y="76"/>
                  </a:lnTo>
                  <a:lnTo>
                    <a:pt x="64" y="78"/>
                  </a:lnTo>
                  <a:lnTo>
                    <a:pt x="64" y="0"/>
                  </a:lnTo>
                  <a:lnTo>
                    <a:pt x="5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0" name="Freeform 474">
              <a:extLst>
                <a:ext uri="{FF2B5EF4-FFF2-40B4-BE49-F238E27FC236}">
                  <a16:creationId xmlns:a16="http://schemas.microsoft.com/office/drawing/2014/main" id="{23A4A486-CE55-D048-AC76-09CDCF9005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59" y="3453"/>
              <a:ext cx="34" cy="270"/>
            </a:xfrm>
            <a:custGeom>
              <a:avLst/>
              <a:gdLst>
                <a:gd name="T0" fmla="*/ 0 w 34"/>
                <a:gd name="T1" fmla="*/ 0 h 270"/>
                <a:gd name="T2" fmla="*/ 0 w 34"/>
                <a:gd name="T3" fmla="*/ 269 h 270"/>
                <a:gd name="T4" fmla="*/ 33 w 34"/>
                <a:gd name="T5" fmla="*/ 236 h 270"/>
                <a:gd name="T6" fmla="*/ 33 w 34"/>
                <a:gd name="T7" fmla="*/ 24 h 270"/>
                <a:gd name="T8" fmla="*/ 0 w 34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270"/>
                <a:gd name="T17" fmla="*/ 34 w 34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270">
                  <a:moveTo>
                    <a:pt x="0" y="0"/>
                  </a:moveTo>
                  <a:lnTo>
                    <a:pt x="0" y="269"/>
                  </a:lnTo>
                  <a:lnTo>
                    <a:pt x="33" y="236"/>
                  </a:lnTo>
                  <a:lnTo>
                    <a:pt x="33" y="2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1" name="Freeform 475">
              <a:extLst>
                <a:ext uri="{FF2B5EF4-FFF2-40B4-BE49-F238E27FC236}">
                  <a16:creationId xmlns:a16="http://schemas.microsoft.com/office/drawing/2014/main" id="{C988A319-C967-B044-B42A-2182FE20AF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5" y="3471"/>
              <a:ext cx="40" cy="118"/>
            </a:xfrm>
            <a:custGeom>
              <a:avLst/>
              <a:gdLst>
                <a:gd name="T0" fmla="*/ 0 w 40"/>
                <a:gd name="T1" fmla="*/ 0 h 118"/>
                <a:gd name="T2" fmla="*/ 0 w 40"/>
                <a:gd name="T3" fmla="*/ 111 h 118"/>
                <a:gd name="T4" fmla="*/ 10 w 40"/>
                <a:gd name="T5" fmla="*/ 117 h 118"/>
                <a:gd name="T6" fmla="*/ 39 w 40"/>
                <a:gd name="T7" fmla="*/ 117 h 118"/>
                <a:gd name="T8" fmla="*/ 39 w 40"/>
                <a:gd name="T9" fmla="*/ 0 h 118"/>
                <a:gd name="T10" fmla="*/ 0 w 40"/>
                <a:gd name="T11" fmla="*/ 0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0"/>
                <a:gd name="T19" fmla="*/ 0 h 118"/>
                <a:gd name="T20" fmla="*/ 40 w 40"/>
                <a:gd name="T21" fmla="*/ 118 h 1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0" h="118">
                  <a:moveTo>
                    <a:pt x="0" y="0"/>
                  </a:moveTo>
                  <a:lnTo>
                    <a:pt x="0" y="111"/>
                  </a:lnTo>
                  <a:lnTo>
                    <a:pt x="10" y="117"/>
                  </a:lnTo>
                  <a:lnTo>
                    <a:pt x="39" y="117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2" name="Freeform 476">
              <a:extLst>
                <a:ext uri="{FF2B5EF4-FFF2-40B4-BE49-F238E27FC236}">
                  <a16:creationId xmlns:a16="http://schemas.microsoft.com/office/drawing/2014/main" id="{78F479D5-16C2-3B40-9114-1AF6D21F87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0" y="3546"/>
              <a:ext cx="26" cy="34"/>
            </a:xfrm>
            <a:custGeom>
              <a:avLst/>
              <a:gdLst>
                <a:gd name="T0" fmla="*/ 4 w 26"/>
                <a:gd name="T1" fmla="*/ 0 h 34"/>
                <a:gd name="T2" fmla="*/ 12 w 26"/>
                <a:gd name="T3" fmla="*/ 0 h 34"/>
                <a:gd name="T4" fmla="*/ 17 w 26"/>
                <a:gd name="T5" fmla="*/ 2 h 34"/>
                <a:gd name="T6" fmla="*/ 21 w 26"/>
                <a:gd name="T7" fmla="*/ 4 h 34"/>
                <a:gd name="T8" fmla="*/ 25 w 26"/>
                <a:gd name="T9" fmla="*/ 14 h 34"/>
                <a:gd name="T10" fmla="*/ 25 w 26"/>
                <a:gd name="T11" fmla="*/ 25 h 34"/>
                <a:gd name="T12" fmla="*/ 23 w 26"/>
                <a:gd name="T13" fmla="*/ 29 h 34"/>
                <a:gd name="T14" fmla="*/ 21 w 26"/>
                <a:gd name="T15" fmla="*/ 33 h 34"/>
                <a:gd name="T16" fmla="*/ 16 w 26"/>
                <a:gd name="T17" fmla="*/ 33 h 34"/>
                <a:gd name="T18" fmla="*/ 14 w 26"/>
                <a:gd name="T19" fmla="*/ 31 h 34"/>
                <a:gd name="T20" fmla="*/ 12 w 26"/>
                <a:gd name="T21" fmla="*/ 27 h 34"/>
                <a:gd name="T22" fmla="*/ 14 w 26"/>
                <a:gd name="T23" fmla="*/ 21 h 34"/>
                <a:gd name="T24" fmla="*/ 12 w 26"/>
                <a:gd name="T25" fmla="*/ 16 h 34"/>
                <a:gd name="T26" fmla="*/ 10 w 26"/>
                <a:gd name="T27" fmla="*/ 12 h 34"/>
                <a:gd name="T28" fmla="*/ 6 w 26"/>
                <a:gd name="T29" fmla="*/ 10 h 34"/>
                <a:gd name="T30" fmla="*/ 2 w 26"/>
                <a:gd name="T31" fmla="*/ 10 h 34"/>
                <a:gd name="T32" fmla="*/ 0 w 26"/>
                <a:gd name="T33" fmla="*/ 6 h 34"/>
                <a:gd name="T34" fmla="*/ 2 w 26"/>
                <a:gd name="T35" fmla="*/ 2 h 34"/>
                <a:gd name="T36" fmla="*/ 4 w 26"/>
                <a:gd name="T37" fmla="*/ 0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"/>
                <a:gd name="T58" fmla="*/ 0 h 34"/>
                <a:gd name="T59" fmla="*/ 26 w 26"/>
                <a:gd name="T60" fmla="*/ 34 h 3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" h="34">
                  <a:moveTo>
                    <a:pt x="4" y="0"/>
                  </a:moveTo>
                  <a:lnTo>
                    <a:pt x="12" y="0"/>
                  </a:lnTo>
                  <a:lnTo>
                    <a:pt x="17" y="2"/>
                  </a:lnTo>
                  <a:lnTo>
                    <a:pt x="21" y="4"/>
                  </a:lnTo>
                  <a:lnTo>
                    <a:pt x="25" y="14"/>
                  </a:lnTo>
                  <a:lnTo>
                    <a:pt x="25" y="25"/>
                  </a:lnTo>
                  <a:lnTo>
                    <a:pt x="23" y="29"/>
                  </a:lnTo>
                  <a:lnTo>
                    <a:pt x="21" y="33"/>
                  </a:lnTo>
                  <a:lnTo>
                    <a:pt x="16" y="33"/>
                  </a:lnTo>
                  <a:lnTo>
                    <a:pt x="14" y="31"/>
                  </a:lnTo>
                  <a:lnTo>
                    <a:pt x="12" y="27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3" name="Freeform 477">
              <a:extLst>
                <a:ext uri="{FF2B5EF4-FFF2-40B4-BE49-F238E27FC236}">
                  <a16:creationId xmlns:a16="http://schemas.microsoft.com/office/drawing/2014/main" id="{AAEFC3EF-BE5E-EE42-825B-F945B09EE7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4" y="3525"/>
              <a:ext cx="20" cy="34"/>
            </a:xfrm>
            <a:custGeom>
              <a:avLst/>
              <a:gdLst>
                <a:gd name="T0" fmla="*/ 0 w 20"/>
                <a:gd name="T1" fmla="*/ 33 h 34"/>
                <a:gd name="T2" fmla="*/ 4 w 20"/>
                <a:gd name="T3" fmla="*/ 29 h 34"/>
                <a:gd name="T4" fmla="*/ 11 w 20"/>
                <a:gd name="T5" fmla="*/ 16 h 34"/>
                <a:gd name="T6" fmla="*/ 17 w 20"/>
                <a:gd name="T7" fmla="*/ 6 h 34"/>
                <a:gd name="T8" fmla="*/ 19 w 20"/>
                <a:gd name="T9" fmla="*/ 0 h 34"/>
                <a:gd name="T10" fmla="*/ 15 w 20"/>
                <a:gd name="T11" fmla="*/ 4 h 34"/>
                <a:gd name="T12" fmla="*/ 9 w 20"/>
                <a:gd name="T13" fmla="*/ 16 h 34"/>
                <a:gd name="T14" fmla="*/ 2 w 20"/>
                <a:gd name="T15" fmla="*/ 27 h 34"/>
                <a:gd name="T16" fmla="*/ 0 w 20"/>
                <a:gd name="T17" fmla="*/ 3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4"/>
                <a:gd name="T29" fmla="*/ 20 w 20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4">
                  <a:moveTo>
                    <a:pt x="0" y="33"/>
                  </a:moveTo>
                  <a:lnTo>
                    <a:pt x="4" y="29"/>
                  </a:lnTo>
                  <a:lnTo>
                    <a:pt x="11" y="16"/>
                  </a:lnTo>
                  <a:lnTo>
                    <a:pt x="17" y="6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9" y="16"/>
                  </a:lnTo>
                  <a:lnTo>
                    <a:pt x="2" y="27"/>
                  </a:lnTo>
                  <a:lnTo>
                    <a:pt x="0" y="33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4" name="Line 478">
              <a:extLst>
                <a:ext uri="{FF2B5EF4-FFF2-40B4-BE49-F238E27FC236}">
                  <a16:creationId xmlns:a16="http://schemas.microsoft.com/office/drawing/2014/main" id="{9D7D12D0-1F29-4C41-A605-CA8EFD0277E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51" y="3577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55" name="Freeform 479">
              <a:extLst>
                <a:ext uri="{FF2B5EF4-FFF2-40B4-BE49-F238E27FC236}">
                  <a16:creationId xmlns:a16="http://schemas.microsoft.com/office/drawing/2014/main" id="{417493BB-AFA8-8143-BAB1-E6391C984BF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9" y="3530"/>
              <a:ext cx="19" cy="34"/>
            </a:xfrm>
            <a:custGeom>
              <a:avLst/>
              <a:gdLst>
                <a:gd name="T0" fmla="*/ 0 w 19"/>
                <a:gd name="T1" fmla="*/ 0 h 34"/>
                <a:gd name="T2" fmla="*/ 2 w 19"/>
                <a:gd name="T3" fmla="*/ 7 h 34"/>
                <a:gd name="T4" fmla="*/ 8 w 19"/>
                <a:gd name="T5" fmla="*/ 17 h 34"/>
                <a:gd name="T6" fmla="*/ 14 w 19"/>
                <a:gd name="T7" fmla="*/ 28 h 34"/>
                <a:gd name="T8" fmla="*/ 16 w 19"/>
                <a:gd name="T9" fmla="*/ 33 h 34"/>
                <a:gd name="T10" fmla="*/ 18 w 19"/>
                <a:gd name="T11" fmla="*/ 33 h 34"/>
                <a:gd name="T12" fmla="*/ 18 w 19"/>
                <a:gd name="T13" fmla="*/ 28 h 34"/>
                <a:gd name="T14" fmla="*/ 13 w 19"/>
                <a:gd name="T15" fmla="*/ 15 h 34"/>
                <a:gd name="T16" fmla="*/ 4 w 19"/>
                <a:gd name="T17" fmla="*/ 5 h 34"/>
                <a:gd name="T18" fmla="*/ 0 w 1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34"/>
                <a:gd name="T32" fmla="*/ 19 w 19"/>
                <a:gd name="T33" fmla="*/ 34 h 3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34">
                  <a:moveTo>
                    <a:pt x="0" y="0"/>
                  </a:moveTo>
                  <a:lnTo>
                    <a:pt x="2" y="7"/>
                  </a:lnTo>
                  <a:lnTo>
                    <a:pt x="8" y="17"/>
                  </a:lnTo>
                  <a:lnTo>
                    <a:pt x="14" y="28"/>
                  </a:lnTo>
                  <a:lnTo>
                    <a:pt x="16" y="33"/>
                  </a:lnTo>
                  <a:lnTo>
                    <a:pt x="18" y="33"/>
                  </a:lnTo>
                  <a:lnTo>
                    <a:pt x="18" y="28"/>
                  </a:lnTo>
                  <a:lnTo>
                    <a:pt x="13" y="15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6" name="Freeform 480">
              <a:extLst>
                <a:ext uri="{FF2B5EF4-FFF2-40B4-BE49-F238E27FC236}">
                  <a16:creationId xmlns:a16="http://schemas.microsoft.com/office/drawing/2014/main" id="{7F559727-B6FB-284B-91F4-C76652EA15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9" y="3572"/>
              <a:ext cx="17" cy="33"/>
            </a:xfrm>
            <a:custGeom>
              <a:avLst/>
              <a:gdLst>
                <a:gd name="T0" fmla="*/ 0 w 17"/>
                <a:gd name="T1" fmla="*/ 32 h 33"/>
                <a:gd name="T2" fmla="*/ 2 w 17"/>
                <a:gd name="T3" fmla="*/ 28 h 33"/>
                <a:gd name="T4" fmla="*/ 6 w 17"/>
                <a:gd name="T5" fmla="*/ 23 h 33"/>
                <a:gd name="T6" fmla="*/ 11 w 17"/>
                <a:gd name="T7" fmla="*/ 18 h 33"/>
                <a:gd name="T8" fmla="*/ 16 w 17"/>
                <a:gd name="T9" fmla="*/ 7 h 33"/>
                <a:gd name="T10" fmla="*/ 16 w 17"/>
                <a:gd name="T11" fmla="*/ 0 h 33"/>
                <a:gd name="T12" fmla="*/ 14 w 17"/>
                <a:gd name="T13" fmla="*/ 4 h 33"/>
                <a:gd name="T14" fmla="*/ 6 w 17"/>
                <a:gd name="T15" fmla="*/ 15 h 33"/>
                <a:gd name="T16" fmla="*/ 0 w 17"/>
                <a:gd name="T17" fmla="*/ 28 h 33"/>
                <a:gd name="T18" fmla="*/ 0 w 17"/>
                <a:gd name="T19" fmla="*/ 32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"/>
                <a:gd name="T31" fmla="*/ 0 h 33"/>
                <a:gd name="T32" fmla="*/ 17 w 17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" h="33">
                  <a:moveTo>
                    <a:pt x="0" y="32"/>
                  </a:moveTo>
                  <a:lnTo>
                    <a:pt x="2" y="28"/>
                  </a:lnTo>
                  <a:lnTo>
                    <a:pt x="6" y="23"/>
                  </a:lnTo>
                  <a:lnTo>
                    <a:pt x="11" y="18"/>
                  </a:lnTo>
                  <a:lnTo>
                    <a:pt x="16" y="7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6" y="15"/>
                  </a:lnTo>
                  <a:lnTo>
                    <a:pt x="0" y="28"/>
                  </a:lnTo>
                  <a:lnTo>
                    <a:pt x="0" y="32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7" name="Freeform 481">
              <a:extLst>
                <a:ext uri="{FF2B5EF4-FFF2-40B4-BE49-F238E27FC236}">
                  <a16:creationId xmlns:a16="http://schemas.microsoft.com/office/drawing/2014/main" id="{76E00210-A0D7-C746-B870-DF9E890362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5" y="3556"/>
              <a:ext cx="15" cy="22"/>
            </a:xfrm>
            <a:custGeom>
              <a:avLst/>
              <a:gdLst>
                <a:gd name="T0" fmla="*/ 0 w 15"/>
                <a:gd name="T1" fmla="*/ 9 h 22"/>
                <a:gd name="T2" fmla="*/ 2 w 15"/>
                <a:gd name="T3" fmla="*/ 17 h 22"/>
                <a:gd name="T4" fmla="*/ 6 w 15"/>
                <a:gd name="T5" fmla="*/ 21 h 22"/>
                <a:gd name="T6" fmla="*/ 12 w 15"/>
                <a:gd name="T7" fmla="*/ 17 h 22"/>
                <a:gd name="T8" fmla="*/ 14 w 15"/>
                <a:gd name="T9" fmla="*/ 9 h 22"/>
                <a:gd name="T10" fmla="*/ 12 w 15"/>
                <a:gd name="T11" fmla="*/ 2 h 22"/>
                <a:gd name="T12" fmla="*/ 6 w 15"/>
                <a:gd name="T13" fmla="*/ 0 h 22"/>
                <a:gd name="T14" fmla="*/ 2 w 15"/>
                <a:gd name="T15" fmla="*/ 2 h 22"/>
                <a:gd name="T16" fmla="*/ 0 w 15"/>
                <a:gd name="T17" fmla="*/ 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2"/>
                <a:gd name="T29" fmla="*/ 15 w 15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2">
                  <a:moveTo>
                    <a:pt x="0" y="9"/>
                  </a:moveTo>
                  <a:lnTo>
                    <a:pt x="2" y="17"/>
                  </a:lnTo>
                  <a:lnTo>
                    <a:pt x="6" y="21"/>
                  </a:lnTo>
                  <a:lnTo>
                    <a:pt x="12" y="17"/>
                  </a:lnTo>
                  <a:lnTo>
                    <a:pt x="14" y="9"/>
                  </a:lnTo>
                  <a:lnTo>
                    <a:pt x="12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58" name="Rectangle 482">
              <a:extLst>
                <a:ext uri="{FF2B5EF4-FFF2-40B4-BE49-F238E27FC236}">
                  <a16:creationId xmlns:a16="http://schemas.microsoft.com/office/drawing/2014/main" id="{FC25A090-1DBF-5B4D-8D62-C4B252EB77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32" y="3560"/>
              <a:ext cx="1" cy="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59" name="Freeform 483">
              <a:extLst>
                <a:ext uri="{FF2B5EF4-FFF2-40B4-BE49-F238E27FC236}">
                  <a16:creationId xmlns:a16="http://schemas.microsoft.com/office/drawing/2014/main" id="{A6E4E217-1FF5-F949-840D-B4DECF0750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7" y="3556"/>
              <a:ext cx="14" cy="22"/>
            </a:xfrm>
            <a:custGeom>
              <a:avLst/>
              <a:gdLst>
                <a:gd name="T0" fmla="*/ 0 w 14"/>
                <a:gd name="T1" fmla="*/ 9 h 22"/>
                <a:gd name="T2" fmla="*/ 2 w 14"/>
                <a:gd name="T3" fmla="*/ 17 h 22"/>
                <a:gd name="T4" fmla="*/ 5 w 14"/>
                <a:gd name="T5" fmla="*/ 21 h 22"/>
                <a:gd name="T6" fmla="*/ 11 w 14"/>
                <a:gd name="T7" fmla="*/ 17 h 22"/>
                <a:gd name="T8" fmla="*/ 13 w 14"/>
                <a:gd name="T9" fmla="*/ 9 h 22"/>
                <a:gd name="T10" fmla="*/ 11 w 14"/>
                <a:gd name="T11" fmla="*/ 2 h 22"/>
                <a:gd name="T12" fmla="*/ 5 w 14"/>
                <a:gd name="T13" fmla="*/ 0 h 22"/>
                <a:gd name="T14" fmla="*/ 2 w 14"/>
                <a:gd name="T15" fmla="*/ 2 h 22"/>
                <a:gd name="T16" fmla="*/ 0 w 14"/>
                <a:gd name="T17" fmla="*/ 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2"/>
                <a:gd name="T29" fmla="*/ 14 w 14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2">
                  <a:moveTo>
                    <a:pt x="0" y="9"/>
                  </a:moveTo>
                  <a:lnTo>
                    <a:pt x="2" y="17"/>
                  </a:lnTo>
                  <a:lnTo>
                    <a:pt x="5" y="21"/>
                  </a:lnTo>
                  <a:lnTo>
                    <a:pt x="11" y="17"/>
                  </a:lnTo>
                  <a:lnTo>
                    <a:pt x="13" y="9"/>
                  </a:lnTo>
                  <a:lnTo>
                    <a:pt x="11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60" name="Line 484">
              <a:extLst>
                <a:ext uri="{FF2B5EF4-FFF2-40B4-BE49-F238E27FC236}">
                  <a16:creationId xmlns:a16="http://schemas.microsoft.com/office/drawing/2014/main" id="{CD9A10C0-C8FB-BD4C-9F10-987AE0ACC26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40" y="3562"/>
              <a:ext cx="0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61" name="Oval 485">
              <a:extLst>
                <a:ext uri="{FF2B5EF4-FFF2-40B4-BE49-F238E27FC236}">
                  <a16:creationId xmlns:a16="http://schemas.microsoft.com/office/drawing/2014/main" id="{8AC68573-2A19-5E45-BB7C-526485AE32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157" y="3518"/>
              <a:ext cx="1" cy="9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62" name="Oval 486">
              <a:extLst>
                <a:ext uri="{FF2B5EF4-FFF2-40B4-BE49-F238E27FC236}">
                  <a16:creationId xmlns:a16="http://schemas.microsoft.com/office/drawing/2014/main" id="{D60A4ADB-8E6E-634A-8589-9271BAC8F66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14" y="3525"/>
              <a:ext cx="1" cy="1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63" name="Oval 487">
              <a:extLst>
                <a:ext uri="{FF2B5EF4-FFF2-40B4-BE49-F238E27FC236}">
                  <a16:creationId xmlns:a16="http://schemas.microsoft.com/office/drawing/2014/main" id="{CBE63661-2129-4F46-8811-D46A4E9D62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114" y="3597"/>
              <a:ext cx="1" cy="9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64" name="Freeform 488">
              <a:extLst>
                <a:ext uri="{FF2B5EF4-FFF2-40B4-BE49-F238E27FC236}">
                  <a16:creationId xmlns:a16="http://schemas.microsoft.com/office/drawing/2014/main" id="{6FB02AC8-E3B1-6C40-8C5E-EFA05E5E75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5" y="3569"/>
              <a:ext cx="20" cy="37"/>
            </a:xfrm>
            <a:custGeom>
              <a:avLst/>
              <a:gdLst>
                <a:gd name="T0" fmla="*/ 0 w 20"/>
                <a:gd name="T1" fmla="*/ 0 h 37"/>
                <a:gd name="T2" fmla="*/ 0 w 20"/>
                <a:gd name="T3" fmla="*/ 7 h 37"/>
                <a:gd name="T4" fmla="*/ 7 w 20"/>
                <a:gd name="T5" fmla="*/ 20 h 37"/>
                <a:gd name="T6" fmla="*/ 15 w 20"/>
                <a:gd name="T7" fmla="*/ 32 h 37"/>
                <a:gd name="T8" fmla="*/ 19 w 20"/>
                <a:gd name="T9" fmla="*/ 36 h 37"/>
                <a:gd name="T10" fmla="*/ 19 w 20"/>
                <a:gd name="T11" fmla="*/ 29 h 37"/>
                <a:gd name="T12" fmla="*/ 12 w 20"/>
                <a:gd name="T13" fmla="*/ 17 h 37"/>
                <a:gd name="T14" fmla="*/ 4 w 20"/>
                <a:gd name="T15" fmla="*/ 4 h 37"/>
                <a:gd name="T16" fmla="*/ 0 w 20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7"/>
                <a:gd name="T29" fmla="*/ 20 w 20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7">
                  <a:moveTo>
                    <a:pt x="0" y="0"/>
                  </a:moveTo>
                  <a:lnTo>
                    <a:pt x="0" y="7"/>
                  </a:lnTo>
                  <a:lnTo>
                    <a:pt x="7" y="20"/>
                  </a:lnTo>
                  <a:lnTo>
                    <a:pt x="15" y="32"/>
                  </a:lnTo>
                  <a:lnTo>
                    <a:pt x="19" y="36"/>
                  </a:lnTo>
                  <a:lnTo>
                    <a:pt x="19" y="29"/>
                  </a:lnTo>
                  <a:lnTo>
                    <a:pt x="12" y="17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65" name="Oval 489">
              <a:extLst>
                <a:ext uri="{FF2B5EF4-FFF2-40B4-BE49-F238E27FC236}">
                  <a16:creationId xmlns:a16="http://schemas.microsoft.com/office/drawing/2014/main" id="{CD55730E-F3DD-2C41-81DB-8F3D98C369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59" y="3602"/>
              <a:ext cx="1" cy="1"/>
            </a:xfrm>
            <a:prstGeom prst="ellipse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66" name="Freeform 490">
              <a:extLst>
                <a:ext uri="{FF2B5EF4-FFF2-40B4-BE49-F238E27FC236}">
                  <a16:creationId xmlns:a16="http://schemas.microsoft.com/office/drawing/2014/main" id="{69AC9A6B-6122-404C-8A13-B8B72BD28E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4" y="3536"/>
              <a:ext cx="20" cy="31"/>
            </a:xfrm>
            <a:custGeom>
              <a:avLst/>
              <a:gdLst>
                <a:gd name="T0" fmla="*/ 19 w 20"/>
                <a:gd name="T1" fmla="*/ 15 h 31"/>
                <a:gd name="T2" fmla="*/ 17 w 20"/>
                <a:gd name="T3" fmla="*/ 27 h 31"/>
                <a:gd name="T4" fmla="*/ 11 w 20"/>
                <a:gd name="T5" fmla="*/ 30 h 31"/>
                <a:gd name="T6" fmla="*/ 2 w 20"/>
                <a:gd name="T7" fmla="*/ 27 h 31"/>
                <a:gd name="T8" fmla="*/ 0 w 20"/>
                <a:gd name="T9" fmla="*/ 15 h 31"/>
                <a:gd name="T10" fmla="*/ 2 w 20"/>
                <a:gd name="T11" fmla="*/ 3 h 31"/>
                <a:gd name="T12" fmla="*/ 11 w 20"/>
                <a:gd name="T13" fmla="*/ 0 h 31"/>
                <a:gd name="T14" fmla="*/ 17 w 20"/>
                <a:gd name="T15" fmla="*/ 3 h 31"/>
                <a:gd name="T16" fmla="*/ 19 w 20"/>
                <a:gd name="T17" fmla="*/ 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1"/>
                <a:gd name="T29" fmla="*/ 20 w 20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1">
                  <a:moveTo>
                    <a:pt x="19" y="15"/>
                  </a:moveTo>
                  <a:lnTo>
                    <a:pt x="17" y="27"/>
                  </a:lnTo>
                  <a:lnTo>
                    <a:pt x="11" y="30"/>
                  </a:lnTo>
                  <a:lnTo>
                    <a:pt x="2" y="27"/>
                  </a:lnTo>
                  <a:lnTo>
                    <a:pt x="0" y="15"/>
                  </a:lnTo>
                  <a:lnTo>
                    <a:pt x="2" y="3"/>
                  </a:lnTo>
                  <a:lnTo>
                    <a:pt x="11" y="0"/>
                  </a:lnTo>
                  <a:lnTo>
                    <a:pt x="17" y="3"/>
                  </a:lnTo>
                  <a:lnTo>
                    <a:pt x="19" y="1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67" name="Rectangle 491">
              <a:extLst>
                <a:ext uri="{FF2B5EF4-FFF2-40B4-BE49-F238E27FC236}">
                  <a16:creationId xmlns:a16="http://schemas.microsoft.com/office/drawing/2014/main" id="{A9FDF1C6-4942-774B-8EED-A653ED52F9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94" y="3540"/>
              <a:ext cx="1" cy="1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68" name="Freeform 492">
              <a:extLst>
                <a:ext uri="{FF2B5EF4-FFF2-40B4-BE49-F238E27FC236}">
                  <a16:creationId xmlns:a16="http://schemas.microsoft.com/office/drawing/2014/main" id="{4F30A7F7-93AE-3640-96E6-F329B3E3E8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536"/>
              <a:ext cx="17" cy="31"/>
            </a:xfrm>
            <a:custGeom>
              <a:avLst/>
              <a:gdLst>
                <a:gd name="T0" fmla="*/ 16 w 17"/>
                <a:gd name="T1" fmla="*/ 15 h 31"/>
                <a:gd name="T2" fmla="*/ 14 w 17"/>
                <a:gd name="T3" fmla="*/ 27 h 31"/>
                <a:gd name="T4" fmla="*/ 8 w 17"/>
                <a:gd name="T5" fmla="*/ 30 h 31"/>
                <a:gd name="T6" fmla="*/ 2 w 17"/>
                <a:gd name="T7" fmla="*/ 27 h 31"/>
                <a:gd name="T8" fmla="*/ 0 w 17"/>
                <a:gd name="T9" fmla="*/ 15 h 31"/>
                <a:gd name="T10" fmla="*/ 2 w 17"/>
                <a:gd name="T11" fmla="*/ 3 h 31"/>
                <a:gd name="T12" fmla="*/ 8 w 17"/>
                <a:gd name="T13" fmla="*/ 0 h 31"/>
                <a:gd name="T14" fmla="*/ 14 w 17"/>
                <a:gd name="T15" fmla="*/ 3 h 31"/>
                <a:gd name="T16" fmla="*/ 16 w 17"/>
                <a:gd name="T17" fmla="*/ 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1"/>
                <a:gd name="T29" fmla="*/ 17 w 1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1">
                  <a:moveTo>
                    <a:pt x="16" y="15"/>
                  </a:moveTo>
                  <a:lnTo>
                    <a:pt x="14" y="27"/>
                  </a:lnTo>
                  <a:lnTo>
                    <a:pt x="8" y="30"/>
                  </a:lnTo>
                  <a:lnTo>
                    <a:pt x="2" y="27"/>
                  </a:lnTo>
                  <a:lnTo>
                    <a:pt x="0" y="15"/>
                  </a:lnTo>
                  <a:lnTo>
                    <a:pt x="2" y="3"/>
                  </a:lnTo>
                  <a:lnTo>
                    <a:pt x="8" y="0"/>
                  </a:lnTo>
                  <a:lnTo>
                    <a:pt x="14" y="3"/>
                  </a:lnTo>
                  <a:lnTo>
                    <a:pt x="16" y="15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69" name="Line 493">
              <a:extLst>
                <a:ext uri="{FF2B5EF4-FFF2-40B4-BE49-F238E27FC236}">
                  <a16:creationId xmlns:a16="http://schemas.microsoft.com/office/drawing/2014/main" id="{0BC4AB87-16CB-0A41-9ACA-B3A3E501838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94" y="3546"/>
              <a:ext cx="0" cy="16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7870" name="Rectangle 494">
              <a:extLst>
                <a:ext uri="{FF2B5EF4-FFF2-40B4-BE49-F238E27FC236}">
                  <a16:creationId xmlns:a16="http://schemas.microsoft.com/office/drawing/2014/main" id="{CD552282-D28B-C74E-B1F0-B8D5F093462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H="1">
              <a:off x="2203" y="3529"/>
              <a:ext cx="6" cy="15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871" name="Freeform 495">
              <a:extLst>
                <a:ext uri="{FF2B5EF4-FFF2-40B4-BE49-F238E27FC236}">
                  <a16:creationId xmlns:a16="http://schemas.microsoft.com/office/drawing/2014/main" id="{ADAEBC1A-487A-A84B-9497-93754E9A05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54" y="3745"/>
              <a:ext cx="21" cy="26"/>
            </a:xfrm>
            <a:custGeom>
              <a:avLst/>
              <a:gdLst>
                <a:gd name="T0" fmla="*/ 0 w 21"/>
                <a:gd name="T1" fmla="*/ 10 h 26"/>
                <a:gd name="T2" fmla="*/ 0 w 21"/>
                <a:gd name="T3" fmla="*/ 20 h 26"/>
                <a:gd name="T4" fmla="*/ 6 w 21"/>
                <a:gd name="T5" fmla="*/ 25 h 26"/>
                <a:gd name="T6" fmla="*/ 14 w 21"/>
                <a:gd name="T7" fmla="*/ 25 h 26"/>
                <a:gd name="T8" fmla="*/ 20 w 21"/>
                <a:gd name="T9" fmla="*/ 18 h 26"/>
                <a:gd name="T10" fmla="*/ 20 w 21"/>
                <a:gd name="T11" fmla="*/ 6 h 26"/>
                <a:gd name="T12" fmla="*/ 14 w 21"/>
                <a:gd name="T13" fmla="*/ 0 h 26"/>
                <a:gd name="T14" fmla="*/ 6 w 21"/>
                <a:gd name="T15" fmla="*/ 2 h 26"/>
                <a:gd name="T16" fmla="*/ 0 w 21"/>
                <a:gd name="T17" fmla="*/ 1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6"/>
                <a:gd name="T29" fmla="*/ 21 w 21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6">
                  <a:moveTo>
                    <a:pt x="0" y="10"/>
                  </a:moveTo>
                  <a:lnTo>
                    <a:pt x="0" y="20"/>
                  </a:lnTo>
                  <a:lnTo>
                    <a:pt x="6" y="25"/>
                  </a:lnTo>
                  <a:lnTo>
                    <a:pt x="14" y="25"/>
                  </a:lnTo>
                  <a:lnTo>
                    <a:pt x="20" y="18"/>
                  </a:lnTo>
                  <a:lnTo>
                    <a:pt x="20" y="6"/>
                  </a:lnTo>
                  <a:lnTo>
                    <a:pt x="14" y="0"/>
                  </a:lnTo>
                  <a:lnTo>
                    <a:pt x="6" y="2"/>
                  </a:lnTo>
                  <a:lnTo>
                    <a:pt x="0" y="1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2" name="Freeform 496">
              <a:extLst>
                <a:ext uri="{FF2B5EF4-FFF2-40B4-BE49-F238E27FC236}">
                  <a16:creationId xmlns:a16="http://schemas.microsoft.com/office/drawing/2014/main" id="{42DAE618-CB59-FC44-8CB2-DFD62701B0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50" y="3741"/>
              <a:ext cx="21" cy="25"/>
            </a:xfrm>
            <a:custGeom>
              <a:avLst/>
              <a:gdLst>
                <a:gd name="T0" fmla="*/ 0 w 21"/>
                <a:gd name="T1" fmla="*/ 8 h 25"/>
                <a:gd name="T2" fmla="*/ 0 w 21"/>
                <a:gd name="T3" fmla="*/ 19 h 25"/>
                <a:gd name="T4" fmla="*/ 6 w 21"/>
                <a:gd name="T5" fmla="*/ 24 h 25"/>
                <a:gd name="T6" fmla="*/ 14 w 21"/>
                <a:gd name="T7" fmla="*/ 24 h 25"/>
                <a:gd name="T8" fmla="*/ 20 w 21"/>
                <a:gd name="T9" fmla="*/ 17 h 25"/>
                <a:gd name="T10" fmla="*/ 20 w 21"/>
                <a:gd name="T11" fmla="*/ 6 h 25"/>
                <a:gd name="T12" fmla="*/ 14 w 21"/>
                <a:gd name="T13" fmla="*/ 0 h 25"/>
                <a:gd name="T14" fmla="*/ 6 w 21"/>
                <a:gd name="T15" fmla="*/ 2 h 25"/>
                <a:gd name="T16" fmla="*/ 0 w 21"/>
                <a:gd name="T17" fmla="*/ 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5"/>
                <a:gd name="T29" fmla="*/ 21 w 21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5">
                  <a:moveTo>
                    <a:pt x="0" y="8"/>
                  </a:moveTo>
                  <a:lnTo>
                    <a:pt x="0" y="19"/>
                  </a:lnTo>
                  <a:lnTo>
                    <a:pt x="6" y="24"/>
                  </a:lnTo>
                  <a:lnTo>
                    <a:pt x="14" y="24"/>
                  </a:lnTo>
                  <a:lnTo>
                    <a:pt x="20" y="17"/>
                  </a:lnTo>
                  <a:lnTo>
                    <a:pt x="20" y="6"/>
                  </a:lnTo>
                  <a:lnTo>
                    <a:pt x="14" y="0"/>
                  </a:lnTo>
                  <a:lnTo>
                    <a:pt x="6" y="2"/>
                  </a:lnTo>
                  <a:lnTo>
                    <a:pt x="0" y="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3" name="Freeform 497">
              <a:extLst>
                <a:ext uri="{FF2B5EF4-FFF2-40B4-BE49-F238E27FC236}">
                  <a16:creationId xmlns:a16="http://schemas.microsoft.com/office/drawing/2014/main" id="{EBFA9E10-8189-D240-A866-4793F43C25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59" y="3342"/>
              <a:ext cx="166" cy="548"/>
            </a:xfrm>
            <a:custGeom>
              <a:avLst/>
              <a:gdLst>
                <a:gd name="T0" fmla="*/ 165 w 166"/>
                <a:gd name="T1" fmla="*/ 13 h 548"/>
                <a:gd name="T2" fmla="*/ 0 w 166"/>
                <a:gd name="T3" fmla="*/ 0 h 548"/>
                <a:gd name="T4" fmla="*/ 0 w 166"/>
                <a:gd name="T5" fmla="*/ 473 h 548"/>
                <a:gd name="T6" fmla="*/ 78 w 166"/>
                <a:gd name="T7" fmla="*/ 547 h 54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"/>
                <a:gd name="T13" fmla="*/ 0 h 548"/>
                <a:gd name="T14" fmla="*/ 166 w 166"/>
                <a:gd name="T15" fmla="*/ 548 h 54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" h="548">
                  <a:moveTo>
                    <a:pt x="165" y="13"/>
                  </a:moveTo>
                  <a:lnTo>
                    <a:pt x="0" y="0"/>
                  </a:lnTo>
                  <a:lnTo>
                    <a:pt x="0" y="473"/>
                  </a:lnTo>
                  <a:lnTo>
                    <a:pt x="78" y="547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874" name="Freeform 498">
              <a:extLst>
                <a:ext uri="{FF2B5EF4-FFF2-40B4-BE49-F238E27FC236}">
                  <a16:creationId xmlns:a16="http://schemas.microsoft.com/office/drawing/2014/main" id="{D8FCCAC4-9725-4D4B-B7DC-7889A57B7C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18" y="3624"/>
              <a:ext cx="50" cy="189"/>
            </a:xfrm>
            <a:custGeom>
              <a:avLst/>
              <a:gdLst>
                <a:gd name="T0" fmla="*/ 40 w 50"/>
                <a:gd name="T1" fmla="*/ 186 h 189"/>
                <a:gd name="T2" fmla="*/ 46 w 50"/>
                <a:gd name="T3" fmla="*/ 175 h 189"/>
                <a:gd name="T4" fmla="*/ 42 w 50"/>
                <a:gd name="T5" fmla="*/ 167 h 189"/>
                <a:gd name="T6" fmla="*/ 28 w 50"/>
                <a:gd name="T7" fmla="*/ 158 h 189"/>
                <a:gd name="T8" fmla="*/ 18 w 50"/>
                <a:gd name="T9" fmla="*/ 151 h 189"/>
                <a:gd name="T10" fmla="*/ 12 w 50"/>
                <a:gd name="T11" fmla="*/ 143 h 189"/>
                <a:gd name="T12" fmla="*/ 10 w 50"/>
                <a:gd name="T13" fmla="*/ 70 h 189"/>
                <a:gd name="T14" fmla="*/ 12 w 50"/>
                <a:gd name="T15" fmla="*/ 55 h 189"/>
                <a:gd name="T16" fmla="*/ 14 w 50"/>
                <a:gd name="T17" fmla="*/ 42 h 189"/>
                <a:gd name="T18" fmla="*/ 28 w 50"/>
                <a:gd name="T19" fmla="*/ 24 h 189"/>
                <a:gd name="T20" fmla="*/ 38 w 50"/>
                <a:gd name="T21" fmla="*/ 18 h 189"/>
                <a:gd name="T22" fmla="*/ 47 w 50"/>
                <a:gd name="T23" fmla="*/ 11 h 189"/>
                <a:gd name="T24" fmla="*/ 49 w 50"/>
                <a:gd name="T25" fmla="*/ 6 h 189"/>
                <a:gd name="T26" fmla="*/ 42 w 50"/>
                <a:gd name="T27" fmla="*/ 0 h 189"/>
                <a:gd name="T28" fmla="*/ 28 w 50"/>
                <a:gd name="T29" fmla="*/ 0 h 189"/>
                <a:gd name="T30" fmla="*/ 22 w 50"/>
                <a:gd name="T31" fmla="*/ 4 h 189"/>
                <a:gd name="T32" fmla="*/ 22 w 50"/>
                <a:gd name="T33" fmla="*/ 11 h 189"/>
                <a:gd name="T34" fmla="*/ 26 w 50"/>
                <a:gd name="T35" fmla="*/ 13 h 189"/>
                <a:gd name="T36" fmla="*/ 32 w 50"/>
                <a:gd name="T37" fmla="*/ 11 h 189"/>
                <a:gd name="T38" fmla="*/ 26 w 50"/>
                <a:gd name="T39" fmla="*/ 16 h 189"/>
                <a:gd name="T40" fmla="*/ 18 w 50"/>
                <a:gd name="T41" fmla="*/ 20 h 189"/>
                <a:gd name="T42" fmla="*/ 6 w 50"/>
                <a:gd name="T43" fmla="*/ 28 h 189"/>
                <a:gd name="T44" fmla="*/ 2 w 50"/>
                <a:gd name="T45" fmla="*/ 35 h 189"/>
                <a:gd name="T46" fmla="*/ 0 w 50"/>
                <a:gd name="T47" fmla="*/ 40 h 189"/>
                <a:gd name="T48" fmla="*/ 2 w 50"/>
                <a:gd name="T49" fmla="*/ 48 h 189"/>
                <a:gd name="T50" fmla="*/ 2 w 50"/>
                <a:gd name="T51" fmla="*/ 145 h 189"/>
                <a:gd name="T52" fmla="*/ 6 w 50"/>
                <a:gd name="T53" fmla="*/ 155 h 189"/>
                <a:gd name="T54" fmla="*/ 12 w 50"/>
                <a:gd name="T55" fmla="*/ 162 h 189"/>
                <a:gd name="T56" fmla="*/ 26 w 50"/>
                <a:gd name="T57" fmla="*/ 171 h 189"/>
                <a:gd name="T58" fmla="*/ 32 w 50"/>
                <a:gd name="T59" fmla="*/ 175 h 189"/>
                <a:gd name="T60" fmla="*/ 26 w 50"/>
                <a:gd name="T61" fmla="*/ 175 h 189"/>
                <a:gd name="T62" fmla="*/ 23 w 50"/>
                <a:gd name="T63" fmla="*/ 182 h 189"/>
                <a:gd name="T64" fmla="*/ 32 w 50"/>
                <a:gd name="T65" fmla="*/ 188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0"/>
                <a:gd name="T100" fmla="*/ 0 h 189"/>
                <a:gd name="T101" fmla="*/ 50 w 50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0" h="189">
                  <a:moveTo>
                    <a:pt x="34" y="188"/>
                  </a:moveTo>
                  <a:lnTo>
                    <a:pt x="40" y="186"/>
                  </a:lnTo>
                  <a:lnTo>
                    <a:pt x="44" y="182"/>
                  </a:lnTo>
                  <a:lnTo>
                    <a:pt x="46" y="175"/>
                  </a:lnTo>
                  <a:lnTo>
                    <a:pt x="44" y="169"/>
                  </a:lnTo>
                  <a:lnTo>
                    <a:pt x="42" y="167"/>
                  </a:lnTo>
                  <a:lnTo>
                    <a:pt x="38" y="165"/>
                  </a:lnTo>
                  <a:lnTo>
                    <a:pt x="28" y="158"/>
                  </a:lnTo>
                  <a:lnTo>
                    <a:pt x="23" y="155"/>
                  </a:lnTo>
                  <a:lnTo>
                    <a:pt x="18" y="151"/>
                  </a:lnTo>
                  <a:lnTo>
                    <a:pt x="14" y="147"/>
                  </a:lnTo>
                  <a:lnTo>
                    <a:pt x="12" y="143"/>
                  </a:lnTo>
                  <a:lnTo>
                    <a:pt x="12" y="131"/>
                  </a:lnTo>
                  <a:lnTo>
                    <a:pt x="10" y="70"/>
                  </a:lnTo>
                  <a:lnTo>
                    <a:pt x="10" y="59"/>
                  </a:lnTo>
                  <a:lnTo>
                    <a:pt x="12" y="55"/>
                  </a:lnTo>
                  <a:lnTo>
                    <a:pt x="12" y="46"/>
                  </a:lnTo>
                  <a:lnTo>
                    <a:pt x="14" y="42"/>
                  </a:lnTo>
                  <a:lnTo>
                    <a:pt x="20" y="33"/>
                  </a:lnTo>
                  <a:lnTo>
                    <a:pt x="28" y="24"/>
                  </a:lnTo>
                  <a:lnTo>
                    <a:pt x="34" y="22"/>
                  </a:lnTo>
                  <a:lnTo>
                    <a:pt x="38" y="18"/>
                  </a:lnTo>
                  <a:lnTo>
                    <a:pt x="46" y="15"/>
                  </a:lnTo>
                  <a:lnTo>
                    <a:pt x="47" y="11"/>
                  </a:lnTo>
                  <a:lnTo>
                    <a:pt x="49" y="8"/>
                  </a:lnTo>
                  <a:lnTo>
                    <a:pt x="49" y="6"/>
                  </a:lnTo>
                  <a:lnTo>
                    <a:pt x="47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2" y="4"/>
                  </a:lnTo>
                  <a:lnTo>
                    <a:pt x="20" y="8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6" y="13"/>
                  </a:lnTo>
                  <a:lnTo>
                    <a:pt x="30" y="11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6" y="28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2" y="39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2" y="48"/>
                  </a:lnTo>
                  <a:lnTo>
                    <a:pt x="2" y="129"/>
                  </a:lnTo>
                  <a:lnTo>
                    <a:pt x="2" y="145"/>
                  </a:lnTo>
                  <a:lnTo>
                    <a:pt x="4" y="151"/>
                  </a:lnTo>
                  <a:lnTo>
                    <a:pt x="6" y="155"/>
                  </a:lnTo>
                  <a:lnTo>
                    <a:pt x="8" y="160"/>
                  </a:lnTo>
                  <a:lnTo>
                    <a:pt x="12" y="162"/>
                  </a:lnTo>
                  <a:lnTo>
                    <a:pt x="18" y="167"/>
                  </a:lnTo>
                  <a:lnTo>
                    <a:pt x="26" y="171"/>
                  </a:lnTo>
                  <a:lnTo>
                    <a:pt x="30" y="173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26" y="175"/>
                  </a:lnTo>
                  <a:lnTo>
                    <a:pt x="23" y="177"/>
                  </a:lnTo>
                  <a:lnTo>
                    <a:pt x="23" y="182"/>
                  </a:lnTo>
                  <a:lnTo>
                    <a:pt x="28" y="186"/>
                  </a:lnTo>
                  <a:lnTo>
                    <a:pt x="32" y="188"/>
                  </a:lnTo>
                  <a:lnTo>
                    <a:pt x="34" y="188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5" name="Freeform 499">
              <a:extLst>
                <a:ext uri="{FF2B5EF4-FFF2-40B4-BE49-F238E27FC236}">
                  <a16:creationId xmlns:a16="http://schemas.microsoft.com/office/drawing/2014/main" id="{96F3B6CC-9065-134A-AF9D-316156E56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70" y="3665"/>
              <a:ext cx="334" cy="221"/>
            </a:xfrm>
            <a:custGeom>
              <a:avLst/>
              <a:gdLst>
                <a:gd name="T0" fmla="*/ 1 w 334"/>
                <a:gd name="T1" fmla="*/ 185 h 221"/>
                <a:gd name="T2" fmla="*/ 19 w 334"/>
                <a:gd name="T3" fmla="*/ 194 h 221"/>
                <a:gd name="T4" fmla="*/ 48 w 334"/>
                <a:gd name="T5" fmla="*/ 200 h 221"/>
                <a:gd name="T6" fmla="*/ 82 w 334"/>
                <a:gd name="T7" fmla="*/ 203 h 221"/>
                <a:gd name="T8" fmla="*/ 149 w 334"/>
                <a:gd name="T9" fmla="*/ 210 h 221"/>
                <a:gd name="T10" fmla="*/ 185 w 334"/>
                <a:gd name="T11" fmla="*/ 214 h 221"/>
                <a:gd name="T12" fmla="*/ 225 w 334"/>
                <a:gd name="T13" fmla="*/ 220 h 221"/>
                <a:gd name="T14" fmla="*/ 258 w 334"/>
                <a:gd name="T15" fmla="*/ 220 h 221"/>
                <a:gd name="T16" fmla="*/ 267 w 334"/>
                <a:gd name="T17" fmla="*/ 216 h 221"/>
                <a:gd name="T18" fmla="*/ 275 w 334"/>
                <a:gd name="T19" fmla="*/ 210 h 221"/>
                <a:gd name="T20" fmla="*/ 283 w 334"/>
                <a:gd name="T21" fmla="*/ 194 h 221"/>
                <a:gd name="T22" fmla="*/ 292 w 334"/>
                <a:gd name="T23" fmla="*/ 157 h 221"/>
                <a:gd name="T24" fmla="*/ 302 w 334"/>
                <a:gd name="T25" fmla="*/ 119 h 221"/>
                <a:gd name="T26" fmla="*/ 306 w 334"/>
                <a:gd name="T27" fmla="*/ 107 h 221"/>
                <a:gd name="T28" fmla="*/ 317 w 334"/>
                <a:gd name="T29" fmla="*/ 63 h 221"/>
                <a:gd name="T30" fmla="*/ 327 w 334"/>
                <a:gd name="T31" fmla="*/ 25 h 221"/>
                <a:gd name="T32" fmla="*/ 331 w 334"/>
                <a:gd name="T33" fmla="*/ 10 h 221"/>
                <a:gd name="T34" fmla="*/ 333 w 334"/>
                <a:gd name="T35" fmla="*/ 4 h 221"/>
                <a:gd name="T36" fmla="*/ 325 w 334"/>
                <a:gd name="T37" fmla="*/ 0 h 221"/>
                <a:gd name="T38" fmla="*/ 317 w 334"/>
                <a:gd name="T39" fmla="*/ 4 h 221"/>
                <a:gd name="T40" fmla="*/ 313 w 334"/>
                <a:gd name="T41" fmla="*/ 21 h 221"/>
                <a:gd name="T42" fmla="*/ 308 w 334"/>
                <a:gd name="T43" fmla="*/ 39 h 221"/>
                <a:gd name="T44" fmla="*/ 302 w 334"/>
                <a:gd name="T45" fmla="*/ 61 h 221"/>
                <a:gd name="T46" fmla="*/ 294 w 334"/>
                <a:gd name="T47" fmla="*/ 95 h 221"/>
                <a:gd name="T48" fmla="*/ 285 w 334"/>
                <a:gd name="T49" fmla="*/ 131 h 221"/>
                <a:gd name="T50" fmla="*/ 275 w 334"/>
                <a:gd name="T51" fmla="*/ 166 h 221"/>
                <a:gd name="T52" fmla="*/ 269 w 334"/>
                <a:gd name="T53" fmla="*/ 179 h 221"/>
                <a:gd name="T54" fmla="*/ 267 w 334"/>
                <a:gd name="T55" fmla="*/ 190 h 221"/>
                <a:gd name="T56" fmla="*/ 264 w 334"/>
                <a:gd name="T57" fmla="*/ 198 h 221"/>
                <a:gd name="T58" fmla="*/ 260 w 334"/>
                <a:gd name="T59" fmla="*/ 200 h 221"/>
                <a:gd name="T60" fmla="*/ 250 w 334"/>
                <a:gd name="T61" fmla="*/ 201 h 221"/>
                <a:gd name="T62" fmla="*/ 242 w 334"/>
                <a:gd name="T63" fmla="*/ 203 h 221"/>
                <a:gd name="T64" fmla="*/ 206 w 334"/>
                <a:gd name="T65" fmla="*/ 201 h 221"/>
                <a:gd name="T66" fmla="*/ 159 w 334"/>
                <a:gd name="T67" fmla="*/ 198 h 221"/>
                <a:gd name="T68" fmla="*/ 121 w 334"/>
                <a:gd name="T69" fmla="*/ 196 h 221"/>
                <a:gd name="T70" fmla="*/ 73 w 334"/>
                <a:gd name="T71" fmla="*/ 190 h 221"/>
                <a:gd name="T72" fmla="*/ 0 w 334"/>
                <a:gd name="T73" fmla="*/ 179 h 2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34"/>
                <a:gd name="T112" fmla="*/ 0 h 221"/>
                <a:gd name="T113" fmla="*/ 334 w 334"/>
                <a:gd name="T114" fmla="*/ 221 h 2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34" h="221">
                  <a:moveTo>
                    <a:pt x="0" y="179"/>
                  </a:moveTo>
                  <a:lnTo>
                    <a:pt x="1" y="185"/>
                  </a:lnTo>
                  <a:lnTo>
                    <a:pt x="7" y="190"/>
                  </a:lnTo>
                  <a:lnTo>
                    <a:pt x="19" y="194"/>
                  </a:lnTo>
                  <a:lnTo>
                    <a:pt x="34" y="196"/>
                  </a:lnTo>
                  <a:lnTo>
                    <a:pt x="48" y="200"/>
                  </a:lnTo>
                  <a:lnTo>
                    <a:pt x="63" y="201"/>
                  </a:lnTo>
                  <a:lnTo>
                    <a:pt x="82" y="203"/>
                  </a:lnTo>
                  <a:lnTo>
                    <a:pt x="105" y="205"/>
                  </a:lnTo>
                  <a:lnTo>
                    <a:pt x="149" y="210"/>
                  </a:lnTo>
                  <a:lnTo>
                    <a:pt x="168" y="212"/>
                  </a:lnTo>
                  <a:lnTo>
                    <a:pt x="185" y="214"/>
                  </a:lnTo>
                  <a:lnTo>
                    <a:pt x="206" y="218"/>
                  </a:lnTo>
                  <a:lnTo>
                    <a:pt x="225" y="220"/>
                  </a:lnTo>
                  <a:lnTo>
                    <a:pt x="248" y="220"/>
                  </a:lnTo>
                  <a:lnTo>
                    <a:pt x="258" y="220"/>
                  </a:lnTo>
                  <a:lnTo>
                    <a:pt x="264" y="218"/>
                  </a:lnTo>
                  <a:lnTo>
                    <a:pt x="267" y="216"/>
                  </a:lnTo>
                  <a:lnTo>
                    <a:pt x="271" y="214"/>
                  </a:lnTo>
                  <a:lnTo>
                    <a:pt x="275" y="210"/>
                  </a:lnTo>
                  <a:lnTo>
                    <a:pt x="279" y="203"/>
                  </a:lnTo>
                  <a:lnTo>
                    <a:pt x="283" y="194"/>
                  </a:lnTo>
                  <a:lnTo>
                    <a:pt x="287" y="177"/>
                  </a:lnTo>
                  <a:lnTo>
                    <a:pt x="292" y="157"/>
                  </a:lnTo>
                  <a:lnTo>
                    <a:pt x="298" y="137"/>
                  </a:lnTo>
                  <a:lnTo>
                    <a:pt x="302" y="119"/>
                  </a:lnTo>
                  <a:lnTo>
                    <a:pt x="304" y="113"/>
                  </a:lnTo>
                  <a:lnTo>
                    <a:pt x="306" y="107"/>
                  </a:lnTo>
                  <a:lnTo>
                    <a:pt x="312" y="87"/>
                  </a:lnTo>
                  <a:lnTo>
                    <a:pt x="317" y="63"/>
                  </a:lnTo>
                  <a:lnTo>
                    <a:pt x="323" y="37"/>
                  </a:lnTo>
                  <a:lnTo>
                    <a:pt x="327" y="25"/>
                  </a:lnTo>
                  <a:lnTo>
                    <a:pt x="329" y="17"/>
                  </a:lnTo>
                  <a:lnTo>
                    <a:pt x="331" y="10"/>
                  </a:lnTo>
                  <a:lnTo>
                    <a:pt x="333" y="8"/>
                  </a:lnTo>
                  <a:lnTo>
                    <a:pt x="333" y="4"/>
                  </a:lnTo>
                  <a:lnTo>
                    <a:pt x="329" y="0"/>
                  </a:lnTo>
                  <a:lnTo>
                    <a:pt x="325" y="0"/>
                  </a:lnTo>
                  <a:lnTo>
                    <a:pt x="321" y="0"/>
                  </a:lnTo>
                  <a:lnTo>
                    <a:pt x="317" y="4"/>
                  </a:lnTo>
                  <a:lnTo>
                    <a:pt x="317" y="8"/>
                  </a:lnTo>
                  <a:lnTo>
                    <a:pt x="313" y="21"/>
                  </a:lnTo>
                  <a:lnTo>
                    <a:pt x="310" y="32"/>
                  </a:lnTo>
                  <a:lnTo>
                    <a:pt x="308" y="39"/>
                  </a:lnTo>
                  <a:lnTo>
                    <a:pt x="306" y="45"/>
                  </a:lnTo>
                  <a:lnTo>
                    <a:pt x="302" y="61"/>
                  </a:lnTo>
                  <a:lnTo>
                    <a:pt x="296" y="81"/>
                  </a:lnTo>
                  <a:lnTo>
                    <a:pt x="294" y="95"/>
                  </a:lnTo>
                  <a:lnTo>
                    <a:pt x="290" y="109"/>
                  </a:lnTo>
                  <a:lnTo>
                    <a:pt x="285" y="131"/>
                  </a:lnTo>
                  <a:lnTo>
                    <a:pt x="277" y="153"/>
                  </a:lnTo>
                  <a:lnTo>
                    <a:pt x="275" y="166"/>
                  </a:lnTo>
                  <a:lnTo>
                    <a:pt x="271" y="174"/>
                  </a:lnTo>
                  <a:lnTo>
                    <a:pt x="269" y="179"/>
                  </a:lnTo>
                  <a:lnTo>
                    <a:pt x="267" y="185"/>
                  </a:lnTo>
                  <a:lnTo>
                    <a:pt x="267" y="190"/>
                  </a:lnTo>
                  <a:lnTo>
                    <a:pt x="265" y="194"/>
                  </a:lnTo>
                  <a:lnTo>
                    <a:pt x="264" y="198"/>
                  </a:lnTo>
                  <a:lnTo>
                    <a:pt x="262" y="200"/>
                  </a:lnTo>
                  <a:lnTo>
                    <a:pt x="260" y="200"/>
                  </a:lnTo>
                  <a:lnTo>
                    <a:pt x="256" y="201"/>
                  </a:lnTo>
                  <a:lnTo>
                    <a:pt x="250" y="201"/>
                  </a:lnTo>
                  <a:lnTo>
                    <a:pt x="248" y="203"/>
                  </a:lnTo>
                  <a:lnTo>
                    <a:pt x="242" y="203"/>
                  </a:lnTo>
                  <a:lnTo>
                    <a:pt x="221" y="203"/>
                  </a:lnTo>
                  <a:lnTo>
                    <a:pt x="206" y="201"/>
                  </a:lnTo>
                  <a:lnTo>
                    <a:pt x="179" y="200"/>
                  </a:lnTo>
                  <a:lnTo>
                    <a:pt x="159" y="198"/>
                  </a:lnTo>
                  <a:lnTo>
                    <a:pt x="140" y="198"/>
                  </a:lnTo>
                  <a:lnTo>
                    <a:pt x="121" y="196"/>
                  </a:lnTo>
                  <a:lnTo>
                    <a:pt x="97" y="192"/>
                  </a:lnTo>
                  <a:lnTo>
                    <a:pt x="73" y="190"/>
                  </a:lnTo>
                  <a:lnTo>
                    <a:pt x="46" y="185"/>
                  </a:lnTo>
                  <a:lnTo>
                    <a:pt x="0" y="179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6" name="Freeform 500">
              <a:extLst>
                <a:ext uri="{FF2B5EF4-FFF2-40B4-BE49-F238E27FC236}">
                  <a16:creationId xmlns:a16="http://schemas.microsoft.com/office/drawing/2014/main" id="{32F6B16B-3285-4E45-B7F8-F08DD745D7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32" y="3824"/>
              <a:ext cx="182" cy="39"/>
            </a:xfrm>
            <a:custGeom>
              <a:avLst/>
              <a:gdLst>
                <a:gd name="T0" fmla="*/ 8 w 182"/>
                <a:gd name="T1" fmla="*/ 0 h 39"/>
                <a:gd name="T2" fmla="*/ 0 w 182"/>
                <a:gd name="T3" fmla="*/ 15 h 39"/>
                <a:gd name="T4" fmla="*/ 179 w 182"/>
                <a:gd name="T5" fmla="*/ 38 h 39"/>
                <a:gd name="T6" fmla="*/ 181 w 182"/>
                <a:gd name="T7" fmla="*/ 24 h 39"/>
                <a:gd name="T8" fmla="*/ 8 w 182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2"/>
                <a:gd name="T16" fmla="*/ 0 h 39"/>
                <a:gd name="T17" fmla="*/ 182 w 182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2" h="39">
                  <a:moveTo>
                    <a:pt x="8" y="0"/>
                  </a:moveTo>
                  <a:lnTo>
                    <a:pt x="0" y="15"/>
                  </a:lnTo>
                  <a:lnTo>
                    <a:pt x="179" y="38"/>
                  </a:lnTo>
                  <a:lnTo>
                    <a:pt x="181" y="24"/>
                  </a:lnTo>
                  <a:lnTo>
                    <a:pt x="8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7" name="Freeform 501">
              <a:extLst>
                <a:ext uri="{FF2B5EF4-FFF2-40B4-BE49-F238E27FC236}">
                  <a16:creationId xmlns:a16="http://schemas.microsoft.com/office/drawing/2014/main" id="{EF5D2DDF-24A9-504C-9B26-B7B02707E5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0" y="3849"/>
              <a:ext cx="739" cy="100"/>
            </a:xfrm>
            <a:custGeom>
              <a:avLst/>
              <a:gdLst>
                <a:gd name="T0" fmla="*/ 13 w 739"/>
                <a:gd name="T1" fmla="*/ 0 h 100"/>
                <a:gd name="T2" fmla="*/ 0 w 739"/>
                <a:gd name="T3" fmla="*/ 4 h 100"/>
                <a:gd name="T4" fmla="*/ 426 w 739"/>
                <a:gd name="T5" fmla="*/ 99 h 100"/>
                <a:gd name="T6" fmla="*/ 738 w 739"/>
                <a:gd name="T7" fmla="*/ 40 h 100"/>
                <a:gd name="T8" fmla="*/ 738 w 739"/>
                <a:gd name="T9" fmla="*/ 33 h 100"/>
                <a:gd name="T10" fmla="*/ 428 w 739"/>
                <a:gd name="T11" fmla="*/ 87 h 100"/>
                <a:gd name="T12" fmla="*/ 13 w 73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39"/>
                <a:gd name="T22" fmla="*/ 0 h 100"/>
                <a:gd name="T23" fmla="*/ 739 w 739"/>
                <a:gd name="T24" fmla="*/ 100 h 1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39" h="100">
                  <a:moveTo>
                    <a:pt x="13" y="0"/>
                  </a:moveTo>
                  <a:lnTo>
                    <a:pt x="0" y="4"/>
                  </a:lnTo>
                  <a:lnTo>
                    <a:pt x="426" y="99"/>
                  </a:lnTo>
                  <a:lnTo>
                    <a:pt x="738" y="40"/>
                  </a:lnTo>
                  <a:lnTo>
                    <a:pt x="738" y="33"/>
                  </a:lnTo>
                  <a:lnTo>
                    <a:pt x="428" y="87"/>
                  </a:lnTo>
                  <a:lnTo>
                    <a:pt x="13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8" name="Freeform 502">
              <a:extLst>
                <a:ext uri="{FF2B5EF4-FFF2-40B4-BE49-F238E27FC236}">
                  <a16:creationId xmlns:a16="http://schemas.microsoft.com/office/drawing/2014/main" id="{9F97A4E3-D6A5-0049-AF65-671BF36BB1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2" y="3890"/>
              <a:ext cx="41" cy="43"/>
            </a:xfrm>
            <a:custGeom>
              <a:avLst/>
              <a:gdLst>
                <a:gd name="T0" fmla="*/ 0 w 41"/>
                <a:gd name="T1" fmla="*/ 0 h 43"/>
                <a:gd name="T2" fmla="*/ 18 w 41"/>
                <a:gd name="T3" fmla="*/ 38 h 43"/>
                <a:gd name="T4" fmla="*/ 40 w 41"/>
                <a:gd name="T5" fmla="*/ 42 h 43"/>
                <a:gd name="T6" fmla="*/ 23 w 41"/>
                <a:gd name="T7" fmla="*/ 2 h 43"/>
                <a:gd name="T8" fmla="*/ 0 w 4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43"/>
                <a:gd name="T17" fmla="*/ 41 w 41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43">
                  <a:moveTo>
                    <a:pt x="0" y="0"/>
                  </a:moveTo>
                  <a:lnTo>
                    <a:pt x="18" y="38"/>
                  </a:lnTo>
                  <a:lnTo>
                    <a:pt x="40" y="42"/>
                  </a:lnTo>
                  <a:lnTo>
                    <a:pt x="23" y="2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79" name="Freeform 503">
              <a:extLst>
                <a:ext uri="{FF2B5EF4-FFF2-40B4-BE49-F238E27FC236}">
                  <a16:creationId xmlns:a16="http://schemas.microsoft.com/office/drawing/2014/main" id="{02F3A6D0-E300-B84A-8CC1-4B072A421A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2" y="3901"/>
              <a:ext cx="37" cy="37"/>
            </a:xfrm>
            <a:custGeom>
              <a:avLst/>
              <a:gdLst>
                <a:gd name="T0" fmla="*/ 0 w 37"/>
                <a:gd name="T1" fmla="*/ 0 h 37"/>
                <a:gd name="T2" fmla="*/ 13 w 37"/>
                <a:gd name="T3" fmla="*/ 36 h 37"/>
                <a:gd name="T4" fmla="*/ 36 w 37"/>
                <a:gd name="T5" fmla="*/ 32 h 37"/>
                <a:gd name="T6" fmla="*/ 23 w 37"/>
                <a:gd name="T7" fmla="*/ 2 h 37"/>
                <a:gd name="T8" fmla="*/ 0 w 3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37"/>
                <a:gd name="T17" fmla="*/ 37 w 37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37">
                  <a:moveTo>
                    <a:pt x="0" y="0"/>
                  </a:moveTo>
                  <a:lnTo>
                    <a:pt x="13" y="36"/>
                  </a:lnTo>
                  <a:lnTo>
                    <a:pt x="36" y="32"/>
                  </a:lnTo>
                  <a:lnTo>
                    <a:pt x="23" y="2"/>
                  </a:lnTo>
                  <a:lnTo>
                    <a:pt x="0" y="0"/>
                  </a:lnTo>
                </a:path>
              </a:pathLst>
            </a:custGeom>
            <a:solidFill>
              <a:srgbClr val="BFBFB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80" name="Freeform 504">
              <a:extLst>
                <a:ext uri="{FF2B5EF4-FFF2-40B4-BE49-F238E27FC236}">
                  <a16:creationId xmlns:a16="http://schemas.microsoft.com/office/drawing/2014/main" id="{928BEE0A-2E02-204B-8F76-49608FCAD6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4" y="4061"/>
              <a:ext cx="246" cy="107"/>
            </a:xfrm>
            <a:custGeom>
              <a:avLst/>
              <a:gdLst>
                <a:gd name="T0" fmla="*/ 0 w 246"/>
                <a:gd name="T1" fmla="*/ 0 h 107"/>
                <a:gd name="T2" fmla="*/ 0 w 246"/>
                <a:gd name="T3" fmla="*/ 26 h 107"/>
                <a:gd name="T4" fmla="*/ 64 w 246"/>
                <a:gd name="T5" fmla="*/ 33 h 107"/>
                <a:gd name="T6" fmla="*/ 68 w 246"/>
                <a:gd name="T7" fmla="*/ 79 h 107"/>
                <a:gd name="T8" fmla="*/ 73 w 246"/>
                <a:gd name="T9" fmla="*/ 79 h 107"/>
                <a:gd name="T10" fmla="*/ 73 w 246"/>
                <a:gd name="T11" fmla="*/ 97 h 107"/>
                <a:gd name="T12" fmla="*/ 245 w 246"/>
                <a:gd name="T13" fmla="*/ 106 h 107"/>
                <a:gd name="T14" fmla="*/ 230 w 246"/>
                <a:gd name="T15" fmla="*/ 67 h 107"/>
                <a:gd name="T16" fmla="*/ 92 w 246"/>
                <a:gd name="T17" fmla="*/ 54 h 107"/>
                <a:gd name="T18" fmla="*/ 89 w 246"/>
                <a:gd name="T19" fmla="*/ 9 h 107"/>
                <a:gd name="T20" fmla="*/ 14 w 246"/>
                <a:gd name="T21" fmla="*/ 2 h 107"/>
                <a:gd name="T22" fmla="*/ 0 w 246"/>
                <a:gd name="T23" fmla="*/ 0 h 1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6"/>
                <a:gd name="T37" fmla="*/ 0 h 107"/>
                <a:gd name="T38" fmla="*/ 246 w 246"/>
                <a:gd name="T39" fmla="*/ 107 h 10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6" h="107">
                  <a:moveTo>
                    <a:pt x="0" y="0"/>
                  </a:moveTo>
                  <a:lnTo>
                    <a:pt x="0" y="26"/>
                  </a:lnTo>
                  <a:lnTo>
                    <a:pt x="64" y="33"/>
                  </a:lnTo>
                  <a:lnTo>
                    <a:pt x="68" y="79"/>
                  </a:lnTo>
                  <a:lnTo>
                    <a:pt x="73" y="79"/>
                  </a:lnTo>
                  <a:lnTo>
                    <a:pt x="73" y="97"/>
                  </a:lnTo>
                  <a:lnTo>
                    <a:pt x="245" y="106"/>
                  </a:lnTo>
                  <a:lnTo>
                    <a:pt x="230" y="67"/>
                  </a:lnTo>
                  <a:lnTo>
                    <a:pt x="92" y="54"/>
                  </a:lnTo>
                  <a:lnTo>
                    <a:pt x="89" y="9"/>
                  </a:lnTo>
                  <a:lnTo>
                    <a:pt x="14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81" name="Freeform 505">
              <a:extLst>
                <a:ext uri="{FF2B5EF4-FFF2-40B4-BE49-F238E27FC236}">
                  <a16:creationId xmlns:a16="http://schemas.microsoft.com/office/drawing/2014/main" id="{E44B2883-2C8B-FC46-A7C5-8D49BB9C22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4" y="4074"/>
              <a:ext cx="11" cy="12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9 h 12"/>
                <a:gd name="T4" fmla="*/ 10 w 11"/>
                <a:gd name="T5" fmla="*/ 11 h 12"/>
                <a:gd name="T6" fmla="*/ 10 w 11"/>
                <a:gd name="T7" fmla="*/ 2 h 12"/>
                <a:gd name="T8" fmla="*/ 0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2"/>
                <a:gd name="T17" fmla="*/ 11 w 1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2">
                  <a:moveTo>
                    <a:pt x="0" y="0"/>
                  </a:moveTo>
                  <a:lnTo>
                    <a:pt x="0" y="9"/>
                  </a:lnTo>
                  <a:lnTo>
                    <a:pt x="10" y="11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882" name="Freeform 506">
              <a:extLst>
                <a:ext uri="{FF2B5EF4-FFF2-40B4-BE49-F238E27FC236}">
                  <a16:creationId xmlns:a16="http://schemas.microsoft.com/office/drawing/2014/main" id="{3D5BE55E-4FA9-294B-8163-44E38D95DE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88" y="4030"/>
              <a:ext cx="416" cy="117"/>
            </a:xfrm>
            <a:custGeom>
              <a:avLst/>
              <a:gdLst>
                <a:gd name="T0" fmla="*/ 0 w 416"/>
                <a:gd name="T1" fmla="*/ 0 h 117"/>
                <a:gd name="T2" fmla="*/ 0 w 416"/>
                <a:gd name="T3" fmla="*/ 11 h 117"/>
                <a:gd name="T4" fmla="*/ 415 w 416"/>
                <a:gd name="T5" fmla="*/ 116 h 117"/>
                <a:gd name="T6" fmla="*/ 415 w 416"/>
                <a:gd name="T7" fmla="*/ 103 h 117"/>
                <a:gd name="T8" fmla="*/ 0 w 416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6"/>
                <a:gd name="T16" fmla="*/ 0 h 117"/>
                <a:gd name="T17" fmla="*/ 416 w 416"/>
                <a:gd name="T18" fmla="*/ 117 h 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6" h="117">
                  <a:moveTo>
                    <a:pt x="0" y="0"/>
                  </a:moveTo>
                  <a:lnTo>
                    <a:pt x="0" y="11"/>
                  </a:lnTo>
                  <a:lnTo>
                    <a:pt x="415" y="116"/>
                  </a:lnTo>
                  <a:lnTo>
                    <a:pt x="415" y="10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000000"/>
              </a:solidFill>
              <a:round/>
              <a:headEnd type="none" w="sm" len="sm"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57352" name="Group 507">
            <a:extLst>
              <a:ext uri="{FF2B5EF4-FFF2-40B4-BE49-F238E27FC236}">
                <a16:creationId xmlns:a16="http://schemas.microsoft.com/office/drawing/2014/main" id="{6EB43CF8-1EB0-A64B-A0F8-27265F98EADA}"/>
              </a:ext>
            </a:extLst>
          </p:cNvPr>
          <p:cNvGrpSpPr>
            <a:grpSpLocks/>
          </p:cNvGrpSpPr>
          <p:nvPr/>
        </p:nvGrpSpPr>
        <p:grpSpPr bwMode="auto">
          <a:xfrm>
            <a:off x="4332288" y="976313"/>
            <a:ext cx="1200150" cy="1146175"/>
            <a:chOff x="367" y="921"/>
            <a:chExt cx="1798" cy="1615"/>
          </a:xfrm>
        </p:grpSpPr>
        <p:sp>
          <p:nvSpPr>
            <p:cNvPr id="57559" name="Freeform 508">
              <a:extLst>
                <a:ext uri="{FF2B5EF4-FFF2-40B4-BE49-F238E27FC236}">
                  <a16:creationId xmlns:a16="http://schemas.microsoft.com/office/drawing/2014/main" id="{2D641F0D-7AA2-AE4C-9A0C-EC857F81A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96"/>
              <a:ext cx="422" cy="518"/>
            </a:xfrm>
            <a:custGeom>
              <a:avLst/>
              <a:gdLst>
                <a:gd name="T0" fmla="*/ 0 w 3378"/>
                <a:gd name="T1" fmla="*/ 0 h 4147"/>
                <a:gd name="T2" fmla="*/ 0 w 3378"/>
                <a:gd name="T3" fmla="*/ 0 h 4147"/>
                <a:gd name="T4" fmla="*/ 0 w 3378"/>
                <a:gd name="T5" fmla="*/ 0 h 4147"/>
                <a:gd name="T6" fmla="*/ 0 w 3378"/>
                <a:gd name="T7" fmla="*/ 0 h 4147"/>
                <a:gd name="T8" fmla="*/ 0 w 3378"/>
                <a:gd name="T9" fmla="*/ 0 h 4147"/>
                <a:gd name="T10" fmla="*/ 0 w 3378"/>
                <a:gd name="T11" fmla="*/ 0 h 4147"/>
                <a:gd name="T12" fmla="*/ 0 w 3378"/>
                <a:gd name="T13" fmla="*/ 0 h 4147"/>
                <a:gd name="T14" fmla="*/ 0 w 3378"/>
                <a:gd name="T15" fmla="*/ 0 h 4147"/>
                <a:gd name="T16" fmla="*/ 0 w 3378"/>
                <a:gd name="T17" fmla="*/ 0 h 4147"/>
                <a:gd name="T18" fmla="*/ 0 w 3378"/>
                <a:gd name="T19" fmla="*/ 0 h 4147"/>
                <a:gd name="T20" fmla="*/ 0 w 3378"/>
                <a:gd name="T21" fmla="*/ 0 h 4147"/>
                <a:gd name="T22" fmla="*/ 0 w 3378"/>
                <a:gd name="T23" fmla="*/ 0 h 4147"/>
                <a:gd name="T24" fmla="*/ 0 w 3378"/>
                <a:gd name="T25" fmla="*/ 0 h 4147"/>
                <a:gd name="T26" fmla="*/ 0 w 3378"/>
                <a:gd name="T27" fmla="*/ 0 h 4147"/>
                <a:gd name="T28" fmla="*/ 0 w 3378"/>
                <a:gd name="T29" fmla="*/ 0 h 4147"/>
                <a:gd name="T30" fmla="*/ 0 w 3378"/>
                <a:gd name="T31" fmla="*/ 0 h 4147"/>
                <a:gd name="T32" fmla="*/ 0 w 3378"/>
                <a:gd name="T33" fmla="*/ 0 h 4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78"/>
                <a:gd name="T52" fmla="*/ 0 h 4147"/>
                <a:gd name="T53" fmla="*/ 3378 w 3378"/>
                <a:gd name="T54" fmla="*/ 4147 h 414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78" h="4147">
                  <a:moveTo>
                    <a:pt x="0" y="1001"/>
                  </a:moveTo>
                  <a:lnTo>
                    <a:pt x="990" y="233"/>
                  </a:lnTo>
                  <a:lnTo>
                    <a:pt x="1237" y="0"/>
                  </a:lnTo>
                  <a:lnTo>
                    <a:pt x="1560" y="0"/>
                  </a:lnTo>
                  <a:lnTo>
                    <a:pt x="2808" y="324"/>
                  </a:lnTo>
                  <a:lnTo>
                    <a:pt x="2808" y="466"/>
                  </a:lnTo>
                  <a:lnTo>
                    <a:pt x="3084" y="610"/>
                  </a:lnTo>
                  <a:lnTo>
                    <a:pt x="3378" y="1524"/>
                  </a:lnTo>
                  <a:lnTo>
                    <a:pt x="2941" y="3734"/>
                  </a:lnTo>
                  <a:lnTo>
                    <a:pt x="2629" y="4147"/>
                  </a:lnTo>
                  <a:lnTo>
                    <a:pt x="2057" y="4147"/>
                  </a:lnTo>
                  <a:lnTo>
                    <a:pt x="1657" y="3809"/>
                  </a:lnTo>
                  <a:lnTo>
                    <a:pt x="1115" y="2217"/>
                  </a:lnTo>
                  <a:lnTo>
                    <a:pt x="917" y="1827"/>
                  </a:lnTo>
                  <a:lnTo>
                    <a:pt x="889" y="1524"/>
                  </a:lnTo>
                  <a:lnTo>
                    <a:pt x="335" y="1575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0" name="Freeform 509">
              <a:extLst>
                <a:ext uri="{FF2B5EF4-FFF2-40B4-BE49-F238E27FC236}">
                  <a16:creationId xmlns:a16="http://schemas.microsoft.com/office/drawing/2014/main" id="{4D2E91FE-BCF7-7140-AEF2-23C005CB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497"/>
              <a:ext cx="130" cy="60"/>
            </a:xfrm>
            <a:custGeom>
              <a:avLst/>
              <a:gdLst>
                <a:gd name="T0" fmla="*/ 0 w 1036"/>
                <a:gd name="T1" fmla="*/ 0 h 476"/>
                <a:gd name="T2" fmla="*/ 0 w 1036"/>
                <a:gd name="T3" fmla="*/ 0 h 476"/>
                <a:gd name="T4" fmla="*/ 0 w 1036"/>
                <a:gd name="T5" fmla="*/ 0 h 476"/>
                <a:gd name="T6" fmla="*/ 0 w 1036"/>
                <a:gd name="T7" fmla="*/ 0 h 476"/>
                <a:gd name="T8" fmla="*/ 0 w 1036"/>
                <a:gd name="T9" fmla="*/ 0 h 476"/>
                <a:gd name="T10" fmla="*/ 0 w 1036"/>
                <a:gd name="T11" fmla="*/ 0 h 476"/>
                <a:gd name="T12" fmla="*/ 0 w 1036"/>
                <a:gd name="T13" fmla="*/ 0 h 4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36"/>
                <a:gd name="T22" fmla="*/ 0 h 476"/>
                <a:gd name="T23" fmla="*/ 1036 w 1036"/>
                <a:gd name="T24" fmla="*/ 476 h 4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36" h="476">
                  <a:moveTo>
                    <a:pt x="995" y="0"/>
                  </a:moveTo>
                  <a:lnTo>
                    <a:pt x="963" y="178"/>
                  </a:lnTo>
                  <a:lnTo>
                    <a:pt x="977" y="365"/>
                  </a:lnTo>
                  <a:lnTo>
                    <a:pt x="1036" y="472"/>
                  </a:lnTo>
                  <a:lnTo>
                    <a:pt x="0" y="476"/>
                  </a:lnTo>
                  <a:lnTo>
                    <a:pt x="384" y="0"/>
                  </a:lnTo>
                  <a:lnTo>
                    <a:pt x="995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1" name="Freeform 510">
              <a:extLst>
                <a:ext uri="{FF2B5EF4-FFF2-40B4-BE49-F238E27FC236}">
                  <a16:creationId xmlns:a16="http://schemas.microsoft.com/office/drawing/2014/main" id="{0170AFE4-CE06-7F45-998B-444499D4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963"/>
              <a:ext cx="192" cy="201"/>
            </a:xfrm>
            <a:custGeom>
              <a:avLst/>
              <a:gdLst>
                <a:gd name="T0" fmla="*/ 0 w 1534"/>
                <a:gd name="T1" fmla="*/ 0 h 1609"/>
                <a:gd name="T2" fmla="*/ 0 w 1534"/>
                <a:gd name="T3" fmla="*/ 0 h 1609"/>
                <a:gd name="T4" fmla="*/ 0 w 1534"/>
                <a:gd name="T5" fmla="*/ 0 h 1609"/>
                <a:gd name="T6" fmla="*/ 0 w 1534"/>
                <a:gd name="T7" fmla="*/ 0 h 1609"/>
                <a:gd name="T8" fmla="*/ 0 w 1534"/>
                <a:gd name="T9" fmla="*/ 0 h 1609"/>
                <a:gd name="T10" fmla="*/ 0 w 1534"/>
                <a:gd name="T11" fmla="*/ 0 h 1609"/>
                <a:gd name="T12" fmla="*/ 0 w 1534"/>
                <a:gd name="T13" fmla="*/ 0 h 1609"/>
                <a:gd name="T14" fmla="*/ 0 w 1534"/>
                <a:gd name="T15" fmla="*/ 0 h 1609"/>
                <a:gd name="T16" fmla="*/ 0 w 1534"/>
                <a:gd name="T17" fmla="*/ 0 h 1609"/>
                <a:gd name="T18" fmla="*/ 0 w 1534"/>
                <a:gd name="T19" fmla="*/ 0 h 1609"/>
                <a:gd name="T20" fmla="*/ 0 w 1534"/>
                <a:gd name="T21" fmla="*/ 0 h 1609"/>
                <a:gd name="T22" fmla="*/ 0 w 1534"/>
                <a:gd name="T23" fmla="*/ 0 h 1609"/>
                <a:gd name="T24" fmla="*/ 0 w 1534"/>
                <a:gd name="T25" fmla="*/ 0 h 1609"/>
                <a:gd name="T26" fmla="*/ 0 w 1534"/>
                <a:gd name="T27" fmla="*/ 0 h 1609"/>
                <a:gd name="T28" fmla="*/ 0 w 1534"/>
                <a:gd name="T29" fmla="*/ 0 h 1609"/>
                <a:gd name="T30" fmla="*/ 0 w 1534"/>
                <a:gd name="T31" fmla="*/ 0 h 1609"/>
                <a:gd name="T32" fmla="*/ 0 w 1534"/>
                <a:gd name="T33" fmla="*/ 0 h 1609"/>
                <a:gd name="T34" fmla="*/ 0 w 1534"/>
                <a:gd name="T35" fmla="*/ 0 h 1609"/>
                <a:gd name="T36" fmla="*/ 0 w 1534"/>
                <a:gd name="T37" fmla="*/ 0 h 1609"/>
                <a:gd name="T38" fmla="*/ 0 w 1534"/>
                <a:gd name="T39" fmla="*/ 0 h 1609"/>
                <a:gd name="T40" fmla="*/ 0 w 1534"/>
                <a:gd name="T41" fmla="*/ 0 h 1609"/>
                <a:gd name="T42" fmla="*/ 0 w 1534"/>
                <a:gd name="T43" fmla="*/ 0 h 1609"/>
                <a:gd name="T44" fmla="*/ 0 w 1534"/>
                <a:gd name="T45" fmla="*/ 0 h 1609"/>
                <a:gd name="T46" fmla="*/ 0 w 1534"/>
                <a:gd name="T47" fmla="*/ 0 h 1609"/>
                <a:gd name="T48" fmla="*/ 0 w 1534"/>
                <a:gd name="T49" fmla="*/ 0 h 1609"/>
                <a:gd name="T50" fmla="*/ 0 w 1534"/>
                <a:gd name="T51" fmla="*/ 0 h 1609"/>
                <a:gd name="T52" fmla="*/ 0 w 1534"/>
                <a:gd name="T53" fmla="*/ 0 h 16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534"/>
                <a:gd name="T82" fmla="*/ 0 h 1609"/>
                <a:gd name="T83" fmla="*/ 1534 w 1534"/>
                <a:gd name="T84" fmla="*/ 1609 h 160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534" h="1609">
                  <a:moveTo>
                    <a:pt x="776" y="0"/>
                  </a:moveTo>
                  <a:lnTo>
                    <a:pt x="637" y="87"/>
                  </a:lnTo>
                  <a:lnTo>
                    <a:pt x="391" y="300"/>
                  </a:lnTo>
                  <a:lnTo>
                    <a:pt x="369" y="320"/>
                  </a:lnTo>
                  <a:lnTo>
                    <a:pt x="369" y="354"/>
                  </a:lnTo>
                  <a:lnTo>
                    <a:pt x="329" y="431"/>
                  </a:lnTo>
                  <a:lnTo>
                    <a:pt x="321" y="469"/>
                  </a:lnTo>
                  <a:lnTo>
                    <a:pt x="278" y="489"/>
                  </a:lnTo>
                  <a:lnTo>
                    <a:pt x="278" y="528"/>
                  </a:lnTo>
                  <a:lnTo>
                    <a:pt x="250" y="553"/>
                  </a:lnTo>
                  <a:lnTo>
                    <a:pt x="207" y="650"/>
                  </a:lnTo>
                  <a:lnTo>
                    <a:pt x="139" y="693"/>
                  </a:lnTo>
                  <a:lnTo>
                    <a:pt x="139" y="729"/>
                  </a:lnTo>
                  <a:lnTo>
                    <a:pt x="184" y="784"/>
                  </a:lnTo>
                  <a:lnTo>
                    <a:pt x="179" y="828"/>
                  </a:lnTo>
                  <a:lnTo>
                    <a:pt x="8" y="1098"/>
                  </a:lnTo>
                  <a:lnTo>
                    <a:pt x="0" y="1172"/>
                  </a:lnTo>
                  <a:lnTo>
                    <a:pt x="29" y="1285"/>
                  </a:lnTo>
                  <a:lnTo>
                    <a:pt x="146" y="1352"/>
                  </a:lnTo>
                  <a:lnTo>
                    <a:pt x="329" y="1403"/>
                  </a:lnTo>
                  <a:lnTo>
                    <a:pt x="419" y="1436"/>
                  </a:lnTo>
                  <a:lnTo>
                    <a:pt x="516" y="1609"/>
                  </a:lnTo>
                  <a:lnTo>
                    <a:pt x="861" y="1548"/>
                  </a:lnTo>
                  <a:lnTo>
                    <a:pt x="1009" y="1510"/>
                  </a:lnTo>
                  <a:lnTo>
                    <a:pt x="1297" y="1403"/>
                  </a:lnTo>
                  <a:lnTo>
                    <a:pt x="1534" y="543"/>
                  </a:lnTo>
                  <a:lnTo>
                    <a:pt x="776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2" name="Freeform 511">
              <a:extLst>
                <a:ext uri="{FF2B5EF4-FFF2-40B4-BE49-F238E27FC236}">
                  <a16:creationId xmlns:a16="http://schemas.microsoft.com/office/drawing/2014/main" id="{F537A70B-AD20-6D44-8117-0DD17F04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074"/>
              <a:ext cx="24" cy="24"/>
            </a:xfrm>
            <a:custGeom>
              <a:avLst/>
              <a:gdLst>
                <a:gd name="T0" fmla="*/ 0 w 191"/>
                <a:gd name="T1" fmla="*/ 0 h 196"/>
                <a:gd name="T2" fmla="*/ 0 w 191"/>
                <a:gd name="T3" fmla="*/ 0 h 196"/>
                <a:gd name="T4" fmla="*/ 0 w 191"/>
                <a:gd name="T5" fmla="*/ 0 h 196"/>
                <a:gd name="T6" fmla="*/ 0 w 191"/>
                <a:gd name="T7" fmla="*/ 0 h 196"/>
                <a:gd name="T8" fmla="*/ 0 w 191"/>
                <a:gd name="T9" fmla="*/ 0 h 196"/>
                <a:gd name="T10" fmla="*/ 0 w 191"/>
                <a:gd name="T11" fmla="*/ 0 h 196"/>
                <a:gd name="T12" fmla="*/ 0 w 191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1"/>
                <a:gd name="T22" fmla="*/ 0 h 196"/>
                <a:gd name="T23" fmla="*/ 191 w 191"/>
                <a:gd name="T24" fmla="*/ 196 h 19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1" h="196">
                  <a:moveTo>
                    <a:pt x="55" y="0"/>
                  </a:moveTo>
                  <a:lnTo>
                    <a:pt x="83" y="54"/>
                  </a:lnTo>
                  <a:lnTo>
                    <a:pt x="191" y="163"/>
                  </a:lnTo>
                  <a:lnTo>
                    <a:pt x="165" y="196"/>
                  </a:lnTo>
                  <a:lnTo>
                    <a:pt x="83" y="163"/>
                  </a:lnTo>
                  <a:lnTo>
                    <a:pt x="0" y="54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3" name="Freeform 512">
              <a:extLst>
                <a:ext uri="{FF2B5EF4-FFF2-40B4-BE49-F238E27FC236}">
                  <a16:creationId xmlns:a16="http://schemas.microsoft.com/office/drawing/2014/main" id="{1E9E1197-9BE2-7143-9550-233E381D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497"/>
              <a:ext cx="1155" cy="1039"/>
            </a:xfrm>
            <a:custGeom>
              <a:avLst/>
              <a:gdLst>
                <a:gd name="T0" fmla="*/ 0 w 9240"/>
                <a:gd name="T1" fmla="*/ 0 h 8308"/>
                <a:gd name="T2" fmla="*/ 0 w 9240"/>
                <a:gd name="T3" fmla="*/ 0 h 8308"/>
                <a:gd name="T4" fmla="*/ 0 w 9240"/>
                <a:gd name="T5" fmla="*/ 0 h 8308"/>
                <a:gd name="T6" fmla="*/ 0 w 9240"/>
                <a:gd name="T7" fmla="*/ 0 h 8308"/>
                <a:gd name="T8" fmla="*/ 0 w 9240"/>
                <a:gd name="T9" fmla="*/ 0 h 8308"/>
                <a:gd name="T10" fmla="*/ 0 w 9240"/>
                <a:gd name="T11" fmla="*/ 0 h 8308"/>
                <a:gd name="T12" fmla="*/ 0 w 9240"/>
                <a:gd name="T13" fmla="*/ 0 h 8308"/>
                <a:gd name="T14" fmla="*/ 0 w 9240"/>
                <a:gd name="T15" fmla="*/ 0 h 8308"/>
                <a:gd name="T16" fmla="*/ 0 w 9240"/>
                <a:gd name="T17" fmla="*/ 0 h 8308"/>
                <a:gd name="T18" fmla="*/ 0 w 9240"/>
                <a:gd name="T19" fmla="*/ 0 h 8308"/>
                <a:gd name="T20" fmla="*/ 0 w 9240"/>
                <a:gd name="T21" fmla="*/ 0 h 8308"/>
                <a:gd name="T22" fmla="*/ 0 w 9240"/>
                <a:gd name="T23" fmla="*/ 0 h 8308"/>
                <a:gd name="T24" fmla="*/ 0 w 9240"/>
                <a:gd name="T25" fmla="*/ 0 h 8308"/>
                <a:gd name="T26" fmla="*/ 0 w 9240"/>
                <a:gd name="T27" fmla="*/ 0 h 8308"/>
                <a:gd name="T28" fmla="*/ 0 w 9240"/>
                <a:gd name="T29" fmla="*/ 0 h 8308"/>
                <a:gd name="T30" fmla="*/ 0 w 9240"/>
                <a:gd name="T31" fmla="*/ 0 h 8308"/>
                <a:gd name="T32" fmla="*/ 0 w 9240"/>
                <a:gd name="T33" fmla="*/ 0 h 8308"/>
                <a:gd name="T34" fmla="*/ 0 w 9240"/>
                <a:gd name="T35" fmla="*/ 0 h 8308"/>
                <a:gd name="T36" fmla="*/ 0 w 9240"/>
                <a:gd name="T37" fmla="*/ 0 h 8308"/>
                <a:gd name="T38" fmla="*/ 0 w 9240"/>
                <a:gd name="T39" fmla="*/ 0 h 8308"/>
                <a:gd name="T40" fmla="*/ 0 w 9240"/>
                <a:gd name="T41" fmla="*/ 0 h 8308"/>
                <a:gd name="T42" fmla="*/ 0 w 9240"/>
                <a:gd name="T43" fmla="*/ 0 h 8308"/>
                <a:gd name="T44" fmla="*/ 0 w 9240"/>
                <a:gd name="T45" fmla="*/ 0 h 8308"/>
                <a:gd name="T46" fmla="*/ 0 w 9240"/>
                <a:gd name="T47" fmla="*/ 0 h 8308"/>
                <a:gd name="T48" fmla="*/ 0 w 9240"/>
                <a:gd name="T49" fmla="*/ 0 h 8308"/>
                <a:gd name="T50" fmla="*/ 0 w 9240"/>
                <a:gd name="T51" fmla="*/ 0 h 8308"/>
                <a:gd name="T52" fmla="*/ 0 w 9240"/>
                <a:gd name="T53" fmla="*/ 0 h 8308"/>
                <a:gd name="T54" fmla="*/ 0 w 9240"/>
                <a:gd name="T55" fmla="*/ 0 h 8308"/>
                <a:gd name="T56" fmla="*/ 0 w 9240"/>
                <a:gd name="T57" fmla="*/ 0 h 8308"/>
                <a:gd name="T58" fmla="*/ 0 w 9240"/>
                <a:gd name="T59" fmla="*/ 0 h 8308"/>
                <a:gd name="T60" fmla="*/ 0 w 9240"/>
                <a:gd name="T61" fmla="*/ 0 h 8308"/>
                <a:gd name="T62" fmla="*/ 0 w 9240"/>
                <a:gd name="T63" fmla="*/ 0 h 8308"/>
                <a:gd name="T64" fmla="*/ 0 w 9240"/>
                <a:gd name="T65" fmla="*/ 0 h 8308"/>
                <a:gd name="T66" fmla="*/ 0 w 9240"/>
                <a:gd name="T67" fmla="*/ 0 h 8308"/>
                <a:gd name="T68" fmla="*/ 0 w 9240"/>
                <a:gd name="T69" fmla="*/ 0 h 8308"/>
                <a:gd name="T70" fmla="*/ 0 w 9240"/>
                <a:gd name="T71" fmla="*/ 0 h 8308"/>
                <a:gd name="T72" fmla="*/ 0 w 9240"/>
                <a:gd name="T73" fmla="*/ 0 h 8308"/>
                <a:gd name="T74" fmla="*/ 0 w 9240"/>
                <a:gd name="T75" fmla="*/ 0 h 8308"/>
                <a:gd name="T76" fmla="*/ 0 w 9240"/>
                <a:gd name="T77" fmla="*/ 0 h 8308"/>
                <a:gd name="T78" fmla="*/ 0 w 9240"/>
                <a:gd name="T79" fmla="*/ 0 h 8308"/>
                <a:gd name="T80" fmla="*/ 0 w 9240"/>
                <a:gd name="T81" fmla="*/ 0 h 8308"/>
                <a:gd name="T82" fmla="*/ 0 w 9240"/>
                <a:gd name="T83" fmla="*/ 0 h 8308"/>
                <a:gd name="T84" fmla="*/ 0 w 9240"/>
                <a:gd name="T85" fmla="*/ 0 h 83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40"/>
                <a:gd name="T130" fmla="*/ 0 h 8308"/>
                <a:gd name="T131" fmla="*/ 9240 w 9240"/>
                <a:gd name="T132" fmla="*/ 8308 h 83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40" h="8308">
                  <a:moveTo>
                    <a:pt x="5897" y="0"/>
                  </a:moveTo>
                  <a:lnTo>
                    <a:pt x="5722" y="228"/>
                  </a:lnTo>
                  <a:lnTo>
                    <a:pt x="5548" y="454"/>
                  </a:lnTo>
                  <a:lnTo>
                    <a:pt x="5722" y="365"/>
                  </a:lnTo>
                  <a:lnTo>
                    <a:pt x="5762" y="365"/>
                  </a:lnTo>
                  <a:lnTo>
                    <a:pt x="5762" y="319"/>
                  </a:lnTo>
                  <a:lnTo>
                    <a:pt x="5897" y="228"/>
                  </a:lnTo>
                  <a:lnTo>
                    <a:pt x="6360" y="271"/>
                  </a:lnTo>
                  <a:lnTo>
                    <a:pt x="5970" y="271"/>
                  </a:lnTo>
                  <a:lnTo>
                    <a:pt x="5897" y="319"/>
                  </a:lnTo>
                  <a:lnTo>
                    <a:pt x="6534" y="454"/>
                  </a:lnTo>
                  <a:lnTo>
                    <a:pt x="6673" y="679"/>
                  </a:lnTo>
                  <a:lnTo>
                    <a:pt x="6814" y="679"/>
                  </a:lnTo>
                  <a:lnTo>
                    <a:pt x="6918" y="859"/>
                  </a:lnTo>
                  <a:lnTo>
                    <a:pt x="6989" y="907"/>
                  </a:lnTo>
                  <a:lnTo>
                    <a:pt x="7027" y="811"/>
                  </a:lnTo>
                  <a:lnTo>
                    <a:pt x="7099" y="811"/>
                  </a:lnTo>
                  <a:lnTo>
                    <a:pt x="7201" y="725"/>
                  </a:lnTo>
                  <a:lnTo>
                    <a:pt x="7307" y="725"/>
                  </a:lnTo>
                  <a:lnTo>
                    <a:pt x="7518" y="679"/>
                  </a:lnTo>
                  <a:lnTo>
                    <a:pt x="7588" y="679"/>
                  </a:lnTo>
                  <a:lnTo>
                    <a:pt x="7763" y="498"/>
                  </a:lnTo>
                  <a:lnTo>
                    <a:pt x="7801" y="589"/>
                  </a:lnTo>
                  <a:lnTo>
                    <a:pt x="7905" y="679"/>
                  </a:lnTo>
                  <a:lnTo>
                    <a:pt x="7972" y="956"/>
                  </a:lnTo>
                  <a:lnTo>
                    <a:pt x="8079" y="1134"/>
                  </a:lnTo>
                  <a:lnTo>
                    <a:pt x="8290" y="1856"/>
                  </a:lnTo>
                  <a:lnTo>
                    <a:pt x="8254" y="1943"/>
                  </a:lnTo>
                  <a:lnTo>
                    <a:pt x="8395" y="2167"/>
                  </a:lnTo>
                  <a:lnTo>
                    <a:pt x="8430" y="3165"/>
                  </a:lnTo>
                  <a:lnTo>
                    <a:pt x="8395" y="3435"/>
                  </a:lnTo>
                  <a:lnTo>
                    <a:pt x="8323" y="3570"/>
                  </a:lnTo>
                  <a:lnTo>
                    <a:pt x="8395" y="3753"/>
                  </a:lnTo>
                  <a:lnTo>
                    <a:pt x="8395" y="3935"/>
                  </a:lnTo>
                  <a:lnTo>
                    <a:pt x="8430" y="4157"/>
                  </a:lnTo>
                  <a:lnTo>
                    <a:pt x="8395" y="4338"/>
                  </a:lnTo>
                  <a:lnTo>
                    <a:pt x="8570" y="4477"/>
                  </a:lnTo>
                  <a:lnTo>
                    <a:pt x="8708" y="4745"/>
                  </a:lnTo>
                  <a:lnTo>
                    <a:pt x="9133" y="6596"/>
                  </a:lnTo>
                  <a:lnTo>
                    <a:pt x="9133" y="7047"/>
                  </a:lnTo>
                  <a:lnTo>
                    <a:pt x="9240" y="7231"/>
                  </a:lnTo>
                  <a:lnTo>
                    <a:pt x="9240" y="7503"/>
                  </a:lnTo>
                  <a:lnTo>
                    <a:pt x="9062" y="7589"/>
                  </a:lnTo>
                  <a:lnTo>
                    <a:pt x="9169" y="7635"/>
                  </a:lnTo>
                  <a:lnTo>
                    <a:pt x="9199" y="7815"/>
                  </a:lnTo>
                  <a:lnTo>
                    <a:pt x="9169" y="8037"/>
                  </a:lnTo>
                  <a:lnTo>
                    <a:pt x="9169" y="8268"/>
                  </a:lnTo>
                  <a:lnTo>
                    <a:pt x="8183" y="8308"/>
                  </a:lnTo>
                  <a:lnTo>
                    <a:pt x="7830" y="8220"/>
                  </a:lnTo>
                  <a:lnTo>
                    <a:pt x="7763" y="8179"/>
                  </a:lnTo>
                  <a:lnTo>
                    <a:pt x="7830" y="8037"/>
                  </a:lnTo>
                  <a:lnTo>
                    <a:pt x="7905" y="7950"/>
                  </a:lnTo>
                  <a:lnTo>
                    <a:pt x="8079" y="7859"/>
                  </a:lnTo>
                  <a:lnTo>
                    <a:pt x="8361" y="7589"/>
                  </a:lnTo>
                  <a:lnTo>
                    <a:pt x="8183" y="7182"/>
                  </a:lnTo>
                  <a:lnTo>
                    <a:pt x="8254" y="6645"/>
                  </a:lnTo>
                  <a:lnTo>
                    <a:pt x="8112" y="6233"/>
                  </a:lnTo>
                  <a:lnTo>
                    <a:pt x="8038" y="5963"/>
                  </a:lnTo>
                  <a:lnTo>
                    <a:pt x="7763" y="5379"/>
                  </a:lnTo>
                  <a:lnTo>
                    <a:pt x="7550" y="4789"/>
                  </a:lnTo>
                  <a:lnTo>
                    <a:pt x="7518" y="4477"/>
                  </a:lnTo>
                  <a:lnTo>
                    <a:pt x="7337" y="4338"/>
                  </a:lnTo>
                  <a:lnTo>
                    <a:pt x="6918" y="3520"/>
                  </a:lnTo>
                  <a:lnTo>
                    <a:pt x="6393" y="3480"/>
                  </a:lnTo>
                  <a:lnTo>
                    <a:pt x="5583" y="4608"/>
                  </a:lnTo>
                  <a:lnTo>
                    <a:pt x="5092" y="5379"/>
                  </a:lnTo>
                  <a:lnTo>
                    <a:pt x="4356" y="6460"/>
                  </a:lnTo>
                  <a:lnTo>
                    <a:pt x="4176" y="6910"/>
                  </a:lnTo>
                  <a:lnTo>
                    <a:pt x="3964" y="7093"/>
                  </a:lnTo>
                  <a:lnTo>
                    <a:pt x="3898" y="7317"/>
                  </a:lnTo>
                  <a:lnTo>
                    <a:pt x="3654" y="7136"/>
                  </a:lnTo>
                  <a:lnTo>
                    <a:pt x="3582" y="7231"/>
                  </a:lnTo>
                  <a:lnTo>
                    <a:pt x="3616" y="7277"/>
                  </a:lnTo>
                  <a:lnTo>
                    <a:pt x="3582" y="7503"/>
                  </a:lnTo>
                  <a:lnTo>
                    <a:pt x="3369" y="7676"/>
                  </a:lnTo>
                  <a:lnTo>
                    <a:pt x="3265" y="7859"/>
                  </a:lnTo>
                  <a:lnTo>
                    <a:pt x="2811" y="7546"/>
                  </a:lnTo>
                  <a:lnTo>
                    <a:pt x="2880" y="7365"/>
                  </a:lnTo>
                  <a:lnTo>
                    <a:pt x="2495" y="7093"/>
                  </a:lnTo>
                  <a:lnTo>
                    <a:pt x="2353" y="6958"/>
                  </a:lnTo>
                  <a:lnTo>
                    <a:pt x="1896" y="6284"/>
                  </a:lnTo>
                  <a:lnTo>
                    <a:pt x="2003" y="6233"/>
                  </a:lnTo>
                  <a:lnTo>
                    <a:pt x="2142" y="6284"/>
                  </a:lnTo>
                  <a:lnTo>
                    <a:pt x="2462" y="6549"/>
                  </a:lnTo>
                  <a:lnTo>
                    <a:pt x="2526" y="6596"/>
                  </a:lnTo>
                  <a:lnTo>
                    <a:pt x="3058" y="6596"/>
                  </a:lnTo>
                  <a:lnTo>
                    <a:pt x="3335" y="6366"/>
                  </a:lnTo>
                  <a:lnTo>
                    <a:pt x="3297" y="6233"/>
                  </a:lnTo>
                  <a:lnTo>
                    <a:pt x="3654" y="5782"/>
                  </a:lnTo>
                  <a:lnTo>
                    <a:pt x="3758" y="5735"/>
                  </a:lnTo>
                  <a:lnTo>
                    <a:pt x="3898" y="5335"/>
                  </a:lnTo>
                  <a:lnTo>
                    <a:pt x="4039" y="5240"/>
                  </a:lnTo>
                  <a:lnTo>
                    <a:pt x="4071" y="5058"/>
                  </a:lnTo>
                  <a:lnTo>
                    <a:pt x="4142" y="5010"/>
                  </a:lnTo>
                  <a:lnTo>
                    <a:pt x="4249" y="4745"/>
                  </a:lnTo>
                  <a:lnTo>
                    <a:pt x="4356" y="4699"/>
                  </a:lnTo>
                  <a:lnTo>
                    <a:pt x="4390" y="4426"/>
                  </a:lnTo>
                  <a:lnTo>
                    <a:pt x="4496" y="4338"/>
                  </a:lnTo>
                  <a:lnTo>
                    <a:pt x="4458" y="4112"/>
                  </a:lnTo>
                  <a:lnTo>
                    <a:pt x="4529" y="4022"/>
                  </a:lnTo>
                  <a:lnTo>
                    <a:pt x="4634" y="3979"/>
                  </a:lnTo>
                  <a:lnTo>
                    <a:pt x="4670" y="3840"/>
                  </a:lnTo>
                  <a:lnTo>
                    <a:pt x="4738" y="3753"/>
                  </a:lnTo>
                  <a:lnTo>
                    <a:pt x="4738" y="3615"/>
                  </a:lnTo>
                  <a:lnTo>
                    <a:pt x="4738" y="3480"/>
                  </a:lnTo>
                  <a:lnTo>
                    <a:pt x="4917" y="3435"/>
                  </a:lnTo>
                  <a:lnTo>
                    <a:pt x="4917" y="3393"/>
                  </a:lnTo>
                  <a:lnTo>
                    <a:pt x="4881" y="3393"/>
                  </a:lnTo>
                  <a:lnTo>
                    <a:pt x="5130" y="2529"/>
                  </a:lnTo>
                  <a:lnTo>
                    <a:pt x="5408" y="1856"/>
                  </a:lnTo>
                  <a:lnTo>
                    <a:pt x="5548" y="1721"/>
                  </a:lnTo>
                  <a:lnTo>
                    <a:pt x="5510" y="1625"/>
                  </a:lnTo>
                  <a:lnTo>
                    <a:pt x="5690" y="956"/>
                  </a:lnTo>
                  <a:lnTo>
                    <a:pt x="5722" y="859"/>
                  </a:lnTo>
                  <a:lnTo>
                    <a:pt x="5690" y="770"/>
                  </a:lnTo>
                  <a:lnTo>
                    <a:pt x="5617" y="811"/>
                  </a:lnTo>
                  <a:lnTo>
                    <a:pt x="5480" y="725"/>
                  </a:lnTo>
                  <a:lnTo>
                    <a:pt x="4738" y="1086"/>
                  </a:lnTo>
                  <a:lnTo>
                    <a:pt x="4670" y="1226"/>
                  </a:lnTo>
                  <a:lnTo>
                    <a:pt x="4563" y="1356"/>
                  </a:lnTo>
                  <a:lnTo>
                    <a:pt x="176" y="7182"/>
                  </a:lnTo>
                  <a:lnTo>
                    <a:pt x="0" y="7047"/>
                  </a:lnTo>
                  <a:lnTo>
                    <a:pt x="4458" y="1134"/>
                  </a:lnTo>
                  <a:lnTo>
                    <a:pt x="4706" y="859"/>
                  </a:lnTo>
                  <a:lnTo>
                    <a:pt x="5299" y="544"/>
                  </a:lnTo>
                  <a:lnTo>
                    <a:pt x="5299" y="412"/>
                  </a:lnTo>
                  <a:lnTo>
                    <a:pt x="5510" y="137"/>
                  </a:lnTo>
                  <a:lnTo>
                    <a:pt x="5762" y="47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4" name="Freeform 513">
              <a:extLst>
                <a:ext uri="{FF2B5EF4-FFF2-40B4-BE49-F238E27FC236}">
                  <a16:creationId xmlns:a16="http://schemas.microsoft.com/office/drawing/2014/main" id="{C0DCC1AD-5EBE-064A-AF8F-FC89A2E1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153"/>
              <a:ext cx="150" cy="424"/>
            </a:xfrm>
            <a:custGeom>
              <a:avLst/>
              <a:gdLst>
                <a:gd name="T0" fmla="*/ 0 w 1194"/>
                <a:gd name="T1" fmla="*/ 0 h 3386"/>
                <a:gd name="T2" fmla="*/ 0 w 1194"/>
                <a:gd name="T3" fmla="*/ 0 h 3386"/>
                <a:gd name="T4" fmla="*/ 0 w 1194"/>
                <a:gd name="T5" fmla="*/ 0 h 3386"/>
                <a:gd name="T6" fmla="*/ 0 w 1194"/>
                <a:gd name="T7" fmla="*/ 0 h 3386"/>
                <a:gd name="T8" fmla="*/ 0 w 1194"/>
                <a:gd name="T9" fmla="*/ 0 h 3386"/>
                <a:gd name="T10" fmla="*/ 0 w 1194"/>
                <a:gd name="T11" fmla="*/ 0 h 3386"/>
                <a:gd name="T12" fmla="*/ 0 w 1194"/>
                <a:gd name="T13" fmla="*/ 0 h 3386"/>
                <a:gd name="T14" fmla="*/ 0 w 1194"/>
                <a:gd name="T15" fmla="*/ 0 h 3386"/>
                <a:gd name="T16" fmla="*/ 0 w 1194"/>
                <a:gd name="T17" fmla="*/ 0 h 3386"/>
                <a:gd name="T18" fmla="*/ 0 w 1194"/>
                <a:gd name="T19" fmla="*/ 0 h 3386"/>
                <a:gd name="T20" fmla="*/ 0 w 1194"/>
                <a:gd name="T21" fmla="*/ 0 h 3386"/>
                <a:gd name="T22" fmla="*/ 0 w 1194"/>
                <a:gd name="T23" fmla="*/ 0 h 3386"/>
                <a:gd name="T24" fmla="*/ 0 w 1194"/>
                <a:gd name="T25" fmla="*/ 0 h 3386"/>
                <a:gd name="T26" fmla="*/ 0 w 1194"/>
                <a:gd name="T27" fmla="*/ 0 h 3386"/>
                <a:gd name="T28" fmla="*/ 0 w 1194"/>
                <a:gd name="T29" fmla="*/ 0 h 3386"/>
                <a:gd name="T30" fmla="*/ 0 w 1194"/>
                <a:gd name="T31" fmla="*/ 0 h 3386"/>
                <a:gd name="T32" fmla="*/ 0 w 1194"/>
                <a:gd name="T33" fmla="*/ 0 h 3386"/>
                <a:gd name="T34" fmla="*/ 0 w 1194"/>
                <a:gd name="T35" fmla="*/ 0 h 3386"/>
                <a:gd name="T36" fmla="*/ 0 w 1194"/>
                <a:gd name="T37" fmla="*/ 0 h 3386"/>
                <a:gd name="T38" fmla="*/ 0 w 1194"/>
                <a:gd name="T39" fmla="*/ 0 h 3386"/>
                <a:gd name="T40" fmla="*/ 0 w 1194"/>
                <a:gd name="T41" fmla="*/ 0 h 3386"/>
                <a:gd name="T42" fmla="*/ 0 w 1194"/>
                <a:gd name="T43" fmla="*/ 0 h 3386"/>
                <a:gd name="T44" fmla="*/ 0 w 1194"/>
                <a:gd name="T45" fmla="*/ 0 h 3386"/>
                <a:gd name="T46" fmla="*/ 0 w 1194"/>
                <a:gd name="T47" fmla="*/ 0 h 3386"/>
                <a:gd name="T48" fmla="*/ 0 w 1194"/>
                <a:gd name="T49" fmla="*/ 0 h 3386"/>
                <a:gd name="T50" fmla="*/ 0 w 1194"/>
                <a:gd name="T51" fmla="*/ 0 h 3386"/>
                <a:gd name="T52" fmla="*/ 0 w 1194"/>
                <a:gd name="T53" fmla="*/ 0 h 33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94"/>
                <a:gd name="T82" fmla="*/ 0 h 3386"/>
                <a:gd name="T83" fmla="*/ 1194 w 1194"/>
                <a:gd name="T84" fmla="*/ 3386 h 33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94" h="3386">
                  <a:moveTo>
                    <a:pt x="245" y="0"/>
                  </a:moveTo>
                  <a:lnTo>
                    <a:pt x="387" y="132"/>
                  </a:lnTo>
                  <a:lnTo>
                    <a:pt x="318" y="274"/>
                  </a:lnTo>
                  <a:lnTo>
                    <a:pt x="387" y="364"/>
                  </a:lnTo>
                  <a:lnTo>
                    <a:pt x="491" y="409"/>
                  </a:lnTo>
                  <a:lnTo>
                    <a:pt x="529" y="765"/>
                  </a:lnTo>
                  <a:lnTo>
                    <a:pt x="387" y="995"/>
                  </a:lnTo>
                  <a:lnTo>
                    <a:pt x="596" y="857"/>
                  </a:lnTo>
                  <a:lnTo>
                    <a:pt x="632" y="857"/>
                  </a:lnTo>
                  <a:lnTo>
                    <a:pt x="245" y="2351"/>
                  </a:lnTo>
                  <a:lnTo>
                    <a:pt x="67" y="2665"/>
                  </a:lnTo>
                  <a:lnTo>
                    <a:pt x="104" y="2753"/>
                  </a:lnTo>
                  <a:lnTo>
                    <a:pt x="0" y="2709"/>
                  </a:lnTo>
                  <a:lnTo>
                    <a:pt x="142" y="2981"/>
                  </a:lnTo>
                  <a:lnTo>
                    <a:pt x="174" y="3118"/>
                  </a:lnTo>
                  <a:lnTo>
                    <a:pt x="67" y="3207"/>
                  </a:lnTo>
                  <a:lnTo>
                    <a:pt x="104" y="3386"/>
                  </a:lnTo>
                  <a:lnTo>
                    <a:pt x="560" y="3165"/>
                  </a:lnTo>
                  <a:lnTo>
                    <a:pt x="703" y="2532"/>
                  </a:lnTo>
                  <a:lnTo>
                    <a:pt x="985" y="2351"/>
                  </a:lnTo>
                  <a:lnTo>
                    <a:pt x="1092" y="1765"/>
                  </a:lnTo>
                  <a:lnTo>
                    <a:pt x="1158" y="1537"/>
                  </a:lnTo>
                  <a:lnTo>
                    <a:pt x="1194" y="1356"/>
                  </a:lnTo>
                  <a:lnTo>
                    <a:pt x="914" y="951"/>
                  </a:lnTo>
                  <a:lnTo>
                    <a:pt x="769" y="542"/>
                  </a:lnTo>
                  <a:lnTo>
                    <a:pt x="560" y="132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5" name="Freeform 514">
              <a:extLst>
                <a:ext uri="{FF2B5EF4-FFF2-40B4-BE49-F238E27FC236}">
                  <a16:creationId xmlns:a16="http://schemas.microsoft.com/office/drawing/2014/main" id="{438E52D0-1FDC-EB43-9F7C-EDA6FFFD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136"/>
              <a:ext cx="409" cy="361"/>
            </a:xfrm>
            <a:custGeom>
              <a:avLst/>
              <a:gdLst>
                <a:gd name="T0" fmla="*/ 0 w 3268"/>
                <a:gd name="T1" fmla="*/ 0 h 2888"/>
                <a:gd name="T2" fmla="*/ 0 w 3268"/>
                <a:gd name="T3" fmla="*/ 0 h 2888"/>
                <a:gd name="T4" fmla="*/ 0 w 3268"/>
                <a:gd name="T5" fmla="*/ 0 h 2888"/>
                <a:gd name="T6" fmla="*/ 0 w 3268"/>
                <a:gd name="T7" fmla="*/ 0 h 2888"/>
                <a:gd name="T8" fmla="*/ 0 w 3268"/>
                <a:gd name="T9" fmla="*/ 0 h 2888"/>
                <a:gd name="T10" fmla="*/ 0 w 3268"/>
                <a:gd name="T11" fmla="*/ 0 h 2888"/>
                <a:gd name="T12" fmla="*/ 0 w 3268"/>
                <a:gd name="T13" fmla="*/ 0 h 2888"/>
                <a:gd name="T14" fmla="*/ 0 w 3268"/>
                <a:gd name="T15" fmla="*/ 0 h 2888"/>
                <a:gd name="T16" fmla="*/ 0 w 3268"/>
                <a:gd name="T17" fmla="*/ 0 h 2888"/>
                <a:gd name="T18" fmla="*/ 0 w 3268"/>
                <a:gd name="T19" fmla="*/ 0 h 2888"/>
                <a:gd name="T20" fmla="*/ 0 w 3268"/>
                <a:gd name="T21" fmla="*/ 0 h 2888"/>
                <a:gd name="T22" fmla="*/ 0 w 3268"/>
                <a:gd name="T23" fmla="*/ 0 h 2888"/>
                <a:gd name="T24" fmla="*/ 0 w 3268"/>
                <a:gd name="T25" fmla="*/ 0 h 2888"/>
                <a:gd name="T26" fmla="*/ 0 w 3268"/>
                <a:gd name="T27" fmla="*/ 0 h 2888"/>
                <a:gd name="T28" fmla="*/ 0 w 3268"/>
                <a:gd name="T29" fmla="*/ 0 h 2888"/>
                <a:gd name="T30" fmla="*/ 0 w 3268"/>
                <a:gd name="T31" fmla="*/ 0 h 2888"/>
                <a:gd name="T32" fmla="*/ 0 w 3268"/>
                <a:gd name="T33" fmla="*/ 0 h 2888"/>
                <a:gd name="T34" fmla="*/ 0 w 3268"/>
                <a:gd name="T35" fmla="*/ 0 h 2888"/>
                <a:gd name="T36" fmla="*/ 0 w 3268"/>
                <a:gd name="T37" fmla="*/ 0 h 2888"/>
                <a:gd name="T38" fmla="*/ 0 w 3268"/>
                <a:gd name="T39" fmla="*/ 0 h 2888"/>
                <a:gd name="T40" fmla="*/ 0 w 3268"/>
                <a:gd name="T41" fmla="*/ 0 h 2888"/>
                <a:gd name="T42" fmla="*/ 0 w 3268"/>
                <a:gd name="T43" fmla="*/ 0 h 2888"/>
                <a:gd name="T44" fmla="*/ 0 w 3268"/>
                <a:gd name="T45" fmla="*/ 0 h 2888"/>
                <a:gd name="T46" fmla="*/ 0 w 3268"/>
                <a:gd name="T47" fmla="*/ 0 h 2888"/>
                <a:gd name="T48" fmla="*/ 0 w 3268"/>
                <a:gd name="T49" fmla="*/ 0 h 2888"/>
                <a:gd name="T50" fmla="*/ 0 w 3268"/>
                <a:gd name="T51" fmla="*/ 0 h 2888"/>
                <a:gd name="T52" fmla="*/ 0 w 3268"/>
                <a:gd name="T53" fmla="*/ 0 h 2888"/>
                <a:gd name="T54" fmla="*/ 0 w 3268"/>
                <a:gd name="T55" fmla="*/ 0 h 2888"/>
                <a:gd name="T56" fmla="*/ 0 w 3268"/>
                <a:gd name="T57" fmla="*/ 0 h 2888"/>
                <a:gd name="T58" fmla="*/ 0 w 3268"/>
                <a:gd name="T59" fmla="*/ 0 h 2888"/>
                <a:gd name="T60" fmla="*/ 0 w 3268"/>
                <a:gd name="T61" fmla="*/ 0 h 2888"/>
                <a:gd name="T62" fmla="*/ 0 w 3268"/>
                <a:gd name="T63" fmla="*/ 0 h 2888"/>
                <a:gd name="T64" fmla="*/ 0 w 3268"/>
                <a:gd name="T65" fmla="*/ 0 h 28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68"/>
                <a:gd name="T100" fmla="*/ 0 h 2888"/>
                <a:gd name="T101" fmla="*/ 3268 w 3268"/>
                <a:gd name="T102" fmla="*/ 2888 h 288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68" h="2888">
                  <a:moveTo>
                    <a:pt x="1866" y="180"/>
                  </a:moveTo>
                  <a:lnTo>
                    <a:pt x="1721" y="544"/>
                  </a:lnTo>
                  <a:lnTo>
                    <a:pt x="1585" y="544"/>
                  </a:lnTo>
                  <a:lnTo>
                    <a:pt x="1615" y="677"/>
                  </a:lnTo>
                  <a:lnTo>
                    <a:pt x="1479" y="719"/>
                  </a:lnTo>
                  <a:lnTo>
                    <a:pt x="1479" y="858"/>
                  </a:lnTo>
                  <a:lnTo>
                    <a:pt x="1441" y="949"/>
                  </a:lnTo>
                  <a:lnTo>
                    <a:pt x="1758" y="1040"/>
                  </a:lnTo>
                  <a:lnTo>
                    <a:pt x="1828" y="949"/>
                  </a:lnTo>
                  <a:lnTo>
                    <a:pt x="2214" y="814"/>
                  </a:lnTo>
                  <a:lnTo>
                    <a:pt x="2568" y="900"/>
                  </a:lnTo>
                  <a:lnTo>
                    <a:pt x="3090" y="771"/>
                  </a:lnTo>
                  <a:lnTo>
                    <a:pt x="3268" y="858"/>
                  </a:lnTo>
                  <a:lnTo>
                    <a:pt x="3164" y="949"/>
                  </a:lnTo>
                  <a:lnTo>
                    <a:pt x="2568" y="1086"/>
                  </a:lnTo>
                  <a:lnTo>
                    <a:pt x="2250" y="949"/>
                  </a:lnTo>
                  <a:lnTo>
                    <a:pt x="1972" y="992"/>
                  </a:lnTo>
                  <a:lnTo>
                    <a:pt x="1796" y="1130"/>
                  </a:lnTo>
                  <a:lnTo>
                    <a:pt x="1866" y="1130"/>
                  </a:lnTo>
                  <a:lnTo>
                    <a:pt x="2214" y="1086"/>
                  </a:lnTo>
                  <a:lnTo>
                    <a:pt x="2390" y="1130"/>
                  </a:lnTo>
                  <a:lnTo>
                    <a:pt x="2006" y="1263"/>
                  </a:lnTo>
                  <a:lnTo>
                    <a:pt x="1721" y="1221"/>
                  </a:lnTo>
                  <a:lnTo>
                    <a:pt x="1615" y="1221"/>
                  </a:lnTo>
                  <a:lnTo>
                    <a:pt x="1229" y="1313"/>
                  </a:lnTo>
                  <a:lnTo>
                    <a:pt x="1163" y="1717"/>
                  </a:lnTo>
                  <a:lnTo>
                    <a:pt x="1267" y="1763"/>
                  </a:lnTo>
                  <a:lnTo>
                    <a:pt x="1441" y="1946"/>
                  </a:lnTo>
                  <a:lnTo>
                    <a:pt x="1479" y="2035"/>
                  </a:lnTo>
                  <a:lnTo>
                    <a:pt x="1441" y="2163"/>
                  </a:lnTo>
                  <a:lnTo>
                    <a:pt x="1407" y="2389"/>
                  </a:lnTo>
                  <a:lnTo>
                    <a:pt x="1336" y="2486"/>
                  </a:lnTo>
                  <a:lnTo>
                    <a:pt x="1305" y="2572"/>
                  </a:lnTo>
                  <a:lnTo>
                    <a:pt x="1407" y="2667"/>
                  </a:lnTo>
                  <a:lnTo>
                    <a:pt x="1377" y="2755"/>
                  </a:lnTo>
                  <a:lnTo>
                    <a:pt x="1267" y="2709"/>
                  </a:lnTo>
                  <a:lnTo>
                    <a:pt x="1163" y="2800"/>
                  </a:lnTo>
                  <a:lnTo>
                    <a:pt x="1020" y="2755"/>
                  </a:lnTo>
                  <a:lnTo>
                    <a:pt x="776" y="2888"/>
                  </a:lnTo>
                  <a:lnTo>
                    <a:pt x="248" y="2888"/>
                  </a:lnTo>
                  <a:lnTo>
                    <a:pt x="109" y="2888"/>
                  </a:lnTo>
                  <a:lnTo>
                    <a:pt x="145" y="2709"/>
                  </a:lnTo>
                  <a:lnTo>
                    <a:pt x="145" y="2572"/>
                  </a:lnTo>
                  <a:lnTo>
                    <a:pt x="175" y="2035"/>
                  </a:lnTo>
                  <a:lnTo>
                    <a:pt x="0" y="1763"/>
                  </a:lnTo>
                  <a:lnTo>
                    <a:pt x="0" y="1358"/>
                  </a:lnTo>
                  <a:lnTo>
                    <a:pt x="40" y="1531"/>
                  </a:lnTo>
                  <a:lnTo>
                    <a:pt x="175" y="1763"/>
                  </a:lnTo>
                  <a:lnTo>
                    <a:pt x="248" y="992"/>
                  </a:lnTo>
                  <a:lnTo>
                    <a:pt x="387" y="677"/>
                  </a:lnTo>
                  <a:lnTo>
                    <a:pt x="879" y="0"/>
                  </a:lnTo>
                  <a:lnTo>
                    <a:pt x="951" y="0"/>
                  </a:lnTo>
                  <a:lnTo>
                    <a:pt x="845" y="229"/>
                  </a:lnTo>
                  <a:lnTo>
                    <a:pt x="531" y="499"/>
                  </a:lnTo>
                  <a:lnTo>
                    <a:pt x="427" y="814"/>
                  </a:lnTo>
                  <a:lnTo>
                    <a:pt x="531" y="858"/>
                  </a:lnTo>
                  <a:lnTo>
                    <a:pt x="531" y="900"/>
                  </a:lnTo>
                  <a:lnTo>
                    <a:pt x="1125" y="1130"/>
                  </a:lnTo>
                  <a:lnTo>
                    <a:pt x="1512" y="633"/>
                  </a:lnTo>
                  <a:lnTo>
                    <a:pt x="1305" y="633"/>
                  </a:lnTo>
                  <a:lnTo>
                    <a:pt x="1305" y="719"/>
                  </a:lnTo>
                  <a:lnTo>
                    <a:pt x="1092" y="719"/>
                  </a:lnTo>
                  <a:lnTo>
                    <a:pt x="1758" y="267"/>
                  </a:lnTo>
                  <a:lnTo>
                    <a:pt x="1585" y="229"/>
                  </a:lnTo>
                  <a:lnTo>
                    <a:pt x="1615" y="180"/>
                  </a:lnTo>
                  <a:lnTo>
                    <a:pt x="1899" y="0"/>
                  </a:lnTo>
                  <a:lnTo>
                    <a:pt x="1866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6" name="Freeform 515">
              <a:extLst>
                <a:ext uri="{FF2B5EF4-FFF2-40B4-BE49-F238E27FC236}">
                  <a16:creationId xmlns:a16="http://schemas.microsoft.com/office/drawing/2014/main" id="{9881BB44-1400-5D4B-BC8B-25B66D45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65"/>
              <a:ext cx="97" cy="113"/>
            </a:xfrm>
            <a:custGeom>
              <a:avLst/>
              <a:gdLst>
                <a:gd name="T0" fmla="*/ 0 w 772"/>
                <a:gd name="T1" fmla="*/ 0 h 901"/>
                <a:gd name="T2" fmla="*/ 0 w 772"/>
                <a:gd name="T3" fmla="*/ 0 h 901"/>
                <a:gd name="T4" fmla="*/ 0 w 772"/>
                <a:gd name="T5" fmla="*/ 0 h 901"/>
                <a:gd name="T6" fmla="*/ 0 w 772"/>
                <a:gd name="T7" fmla="*/ 0 h 901"/>
                <a:gd name="T8" fmla="*/ 0 w 772"/>
                <a:gd name="T9" fmla="*/ 0 h 901"/>
                <a:gd name="T10" fmla="*/ 0 w 772"/>
                <a:gd name="T11" fmla="*/ 0 h 901"/>
                <a:gd name="T12" fmla="*/ 0 w 772"/>
                <a:gd name="T13" fmla="*/ 0 h 901"/>
                <a:gd name="T14" fmla="*/ 0 w 772"/>
                <a:gd name="T15" fmla="*/ 0 h 901"/>
                <a:gd name="T16" fmla="*/ 0 w 772"/>
                <a:gd name="T17" fmla="*/ 0 h 901"/>
                <a:gd name="T18" fmla="*/ 0 w 772"/>
                <a:gd name="T19" fmla="*/ 0 h 901"/>
                <a:gd name="T20" fmla="*/ 0 w 772"/>
                <a:gd name="T21" fmla="*/ 0 h 901"/>
                <a:gd name="T22" fmla="*/ 0 w 772"/>
                <a:gd name="T23" fmla="*/ 0 h 901"/>
                <a:gd name="T24" fmla="*/ 0 w 772"/>
                <a:gd name="T25" fmla="*/ 0 h 901"/>
                <a:gd name="T26" fmla="*/ 0 w 772"/>
                <a:gd name="T27" fmla="*/ 0 h 901"/>
                <a:gd name="T28" fmla="*/ 0 w 772"/>
                <a:gd name="T29" fmla="*/ 0 h 901"/>
                <a:gd name="T30" fmla="*/ 0 w 772"/>
                <a:gd name="T31" fmla="*/ 0 h 901"/>
                <a:gd name="T32" fmla="*/ 0 w 772"/>
                <a:gd name="T33" fmla="*/ 0 h 901"/>
                <a:gd name="T34" fmla="*/ 0 w 772"/>
                <a:gd name="T35" fmla="*/ 0 h 9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72"/>
                <a:gd name="T55" fmla="*/ 0 h 901"/>
                <a:gd name="T56" fmla="*/ 772 w 772"/>
                <a:gd name="T57" fmla="*/ 901 h 90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72" h="901">
                  <a:moveTo>
                    <a:pt x="421" y="0"/>
                  </a:moveTo>
                  <a:lnTo>
                    <a:pt x="421" y="180"/>
                  </a:lnTo>
                  <a:lnTo>
                    <a:pt x="456" y="315"/>
                  </a:lnTo>
                  <a:lnTo>
                    <a:pt x="456" y="542"/>
                  </a:lnTo>
                  <a:lnTo>
                    <a:pt x="492" y="585"/>
                  </a:lnTo>
                  <a:lnTo>
                    <a:pt x="772" y="671"/>
                  </a:lnTo>
                  <a:lnTo>
                    <a:pt x="703" y="811"/>
                  </a:lnTo>
                  <a:lnTo>
                    <a:pt x="561" y="720"/>
                  </a:lnTo>
                  <a:lnTo>
                    <a:pt x="421" y="857"/>
                  </a:lnTo>
                  <a:lnTo>
                    <a:pt x="281" y="901"/>
                  </a:lnTo>
                  <a:lnTo>
                    <a:pt x="248" y="629"/>
                  </a:lnTo>
                  <a:lnTo>
                    <a:pt x="176" y="720"/>
                  </a:lnTo>
                  <a:lnTo>
                    <a:pt x="0" y="629"/>
                  </a:lnTo>
                  <a:lnTo>
                    <a:pt x="36" y="448"/>
                  </a:lnTo>
                  <a:lnTo>
                    <a:pt x="248" y="361"/>
                  </a:lnTo>
                  <a:lnTo>
                    <a:pt x="349" y="87"/>
                  </a:lnTo>
                  <a:lnTo>
                    <a:pt x="315" y="38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7" name="Freeform 516">
              <a:extLst>
                <a:ext uri="{FF2B5EF4-FFF2-40B4-BE49-F238E27FC236}">
                  <a16:creationId xmlns:a16="http://schemas.microsoft.com/office/drawing/2014/main" id="{554D9BDD-DD46-9347-AC29-4763DBF1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097"/>
              <a:ext cx="48" cy="90"/>
            </a:xfrm>
            <a:custGeom>
              <a:avLst/>
              <a:gdLst>
                <a:gd name="T0" fmla="*/ 0 w 382"/>
                <a:gd name="T1" fmla="*/ 0 h 725"/>
                <a:gd name="T2" fmla="*/ 0 w 382"/>
                <a:gd name="T3" fmla="*/ 0 h 725"/>
                <a:gd name="T4" fmla="*/ 0 w 382"/>
                <a:gd name="T5" fmla="*/ 0 h 725"/>
                <a:gd name="T6" fmla="*/ 0 w 382"/>
                <a:gd name="T7" fmla="*/ 0 h 725"/>
                <a:gd name="T8" fmla="*/ 0 w 382"/>
                <a:gd name="T9" fmla="*/ 0 h 725"/>
                <a:gd name="T10" fmla="*/ 0 w 382"/>
                <a:gd name="T11" fmla="*/ 0 h 725"/>
                <a:gd name="T12" fmla="*/ 0 w 382"/>
                <a:gd name="T13" fmla="*/ 0 h 7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725"/>
                <a:gd name="T23" fmla="*/ 382 w 382"/>
                <a:gd name="T24" fmla="*/ 725 h 7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725">
                  <a:moveTo>
                    <a:pt x="382" y="0"/>
                  </a:moveTo>
                  <a:lnTo>
                    <a:pt x="209" y="225"/>
                  </a:lnTo>
                  <a:lnTo>
                    <a:pt x="137" y="725"/>
                  </a:lnTo>
                  <a:lnTo>
                    <a:pt x="104" y="402"/>
                  </a:lnTo>
                  <a:lnTo>
                    <a:pt x="0" y="496"/>
                  </a:lnTo>
                  <a:lnTo>
                    <a:pt x="104" y="27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8" name="Freeform 517">
              <a:extLst>
                <a:ext uri="{FF2B5EF4-FFF2-40B4-BE49-F238E27FC236}">
                  <a16:creationId xmlns:a16="http://schemas.microsoft.com/office/drawing/2014/main" id="{090D47CA-F40A-A946-8A5F-2D560145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170"/>
              <a:ext cx="9" cy="45"/>
            </a:xfrm>
            <a:custGeom>
              <a:avLst/>
              <a:gdLst>
                <a:gd name="T0" fmla="*/ 0 w 73"/>
                <a:gd name="T1" fmla="*/ 0 h 366"/>
                <a:gd name="T2" fmla="*/ 0 w 73"/>
                <a:gd name="T3" fmla="*/ 0 h 366"/>
                <a:gd name="T4" fmla="*/ 0 w 73"/>
                <a:gd name="T5" fmla="*/ 0 h 366"/>
                <a:gd name="T6" fmla="*/ 0 w 73"/>
                <a:gd name="T7" fmla="*/ 0 h 366"/>
                <a:gd name="T8" fmla="*/ 0 w 73"/>
                <a:gd name="T9" fmla="*/ 0 h 366"/>
                <a:gd name="T10" fmla="*/ 0 w 73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"/>
                <a:gd name="T19" fmla="*/ 0 h 366"/>
                <a:gd name="T20" fmla="*/ 73 w 73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" h="366">
                  <a:moveTo>
                    <a:pt x="73" y="0"/>
                  </a:moveTo>
                  <a:lnTo>
                    <a:pt x="38" y="182"/>
                  </a:lnTo>
                  <a:lnTo>
                    <a:pt x="73" y="366"/>
                  </a:lnTo>
                  <a:lnTo>
                    <a:pt x="0" y="232"/>
                  </a:lnTo>
                  <a:lnTo>
                    <a:pt x="0" y="94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69" name="Freeform 518">
              <a:extLst>
                <a:ext uri="{FF2B5EF4-FFF2-40B4-BE49-F238E27FC236}">
                  <a16:creationId xmlns:a16="http://schemas.microsoft.com/office/drawing/2014/main" id="{ADC72CE8-0A51-FD4C-AE78-FEB4B09C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136"/>
              <a:ext cx="383" cy="204"/>
            </a:xfrm>
            <a:custGeom>
              <a:avLst/>
              <a:gdLst>
                <a:gd name="T0" fmla="*/ 0 w 3060"/>
                <a:gd name="T1" fmla="*/ 0 h 1625"/>
                <a:gd name="T2" fmla="*/ 0 w 3060"/>
                <a:gd name="T3" fmla="*/ 0 h 1625"/>
                <a:gd name="T4" fmla="*/ 0 w 3060"/>
                <a:gd name="T5" fmla="*/ 0 h 1625"/>
                <a:gd name="T6" fmla="*/ 0 w 3060"/>
                <a:gd name="T7" fmla="*/ 0 h 1625"/>
                <a:gd name="T8" fmla="*/ 0 w 3060"/>
                <a:gd name="T9" fmla="*/ 0 h 1625"/>
                <a:gd name="T10" fmla="*/ 0 w 3060"/>
                <a:gd name="T11" fmla="*/ 0 h 1625"/>
                <a:gd name="T12" fmla="*/ 0 w 3060"/>
                <a:gd name="T13" fmla="*/ 0 h 1625"/>
                <a:gd name="T14" fmla="*/ 0 w 3060"/>
                <a:gd name="T15" fmla="*/ 0 h 1625"/>
                <a:gd name="T16" fmla="*/ 0 w 3060"/>
                <a:gd name="T17" fmla="*/ 0 h 1625"/>
                <a:gd name="T18" fmla="*/ 0 w 3060"/>
                <a:gd name="T19" fmla="*/ 0 h 1625"/>
                <a:gd name="T20" fmla="*/ 0 w 3060"/>
                <a:gd name="T21" fmla="*/ 0 h 1625"/>
                <a:gd name="T22" fmla="*/ 0 w 3060"/>
                <a:gd name="T23" fmla="*/ 0 h 1625"/>
                <a:gd name="T24" fmla="*/ 0 w 3060"/>
                <a:gd name="T25" fmla="*/ 0 h 1625"/>
                <a:gd name="T26" fmla="*/ 0 w 3060"/>
                <a:gd name="T27" fmla="*/ 0 h 1625"/>
                <a:gd name="T28" fmla="*/ 0 w 3060"/>
                <a:gd name="T29" fmla="*/ 0 h 1625"/>
                <a:gd name="T30" fmla="*/ 0 w 3060"/>
                <a:gd name="T31" fmla="*/ 0 h 1625"/>
                <a:gd name="T32" fmla="*/ 0 w 3060"/>
                <a:gd name="T33" fmla="*/ 0 h 1625"/>
                <a:gd name="T34" fmla="*/ 0 w 3060"/>
                <a:gd name="T35" fmla="*/ 0 h 1625"/>
                <a:gd name="T36" fmla="*/ 0 w 3060"/>
                <a:gd name="T37" fmla="*/ 0 h 1625"/>
                <a:gd name="T38" fmla="*/ 0 w 3060"/>
                <a:gd name="T39" fmla="*/ 0 h 1625"/>
                <a:gd name="T40" fmla="*/ 0 w 3060"/>
                <a:gd name="T41" fmla="*/ 0 h 1625"/>
                <a:gd name="T42" fmla="*/ 0 w 3060"/>
                <a:gd name="T43" fmla="*/ 0 h 1625"/>
                <a:gd name="T44" fmla="*/ 0 w 3060"/>
                <a:gd name="T45" fmla="*/ 0 h 1625"/>
                <a:gd name="T46" fmla="*/ 0 w 3060"/>
                <a:gd name="T47" fmla="*/ 0 h 1625"/>
                <a:gd name="T48" fmla="*/ 0 w 3060"/>
                <a:gd name="T49" fmla="*/ 0 h 16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060"/>
                <a:gd name="T76" fmla="*/ 0 h 1625"/>
                <a:gd name="T77" fmla="*/ 3060 w 3060"/>
                <a:gd name="T78" fmla="*/ 1625 h 16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060" h="1625">
                  <a:moveTo>
                    <a:pt x="3060" y="771"/>
                  </a:moveTo>
                  <a:lnTo>
                    <a:pt x="2846" y="858"/>
                  </a:lnTo>
                  <a:lnTo>
                    <a:pt x="2744" y="544"/>
                  </a:lnTo>
                  <a:lnTo>
                    <a:pt x="2706" y="900"/>
                  </a:lnTo>
                  <a:lnTo>
                    <a:pt x="2494" y="1086"/>
                  </a:lnTo>
                  <a:lnTo>
                    <a:pt x="2141" y="677"/>
                  </a:lnTo>
                  <a:lnTo>
                    <a:pt x="2107" y="677"/>
                  </a:lnTo>
                  <a:lnTo>
                    <a:pt x="2107" y="858"/>
                  </a:lnTo>
                  <a:lnTo>
                    <a:pt x="2004" y="771"/>
                  </a:lnTo>
                  <a:lnTo>
                    <a:pt x="1724" y="719"/>
                  </a:lnTo>
                  <a:lnTo>
                    <a:pt x="1617" y="771"/>
                  </a:lnTo>
                  <a:lnTo>
                    <a:pt x="773" y="316"/>
                  </a:lnTo>
                  <a:lnTo>
                    <a:pt x="667" y="180"/>
                  </a:lnTo>
                  <a:lnTo>
                    <a:pt x="493" y="86"/>
                  </a:lnTo>
                  <a:lnTo>
                    <a:pt x="387" y="0"/>
                  </a:lnTo>
                  <a:lnTo>
                    <a:pt x="356" y="45"/>
                  </a:lnTo>
                  <a:lnTo>
                    <a:pt x="280" y="45"/>
                  </a:lnTo>
                  <a:lnTo>
                    <a:pt x="178" y="180"/>
                  </a:lnTo>
                  <a:lnTo>
                    <a:pt x="0" y="267"/>
                  </a:lnTo>
                  <a:lnTo>
                    <a:pt x="0" y="316"/>
                  </a:lnTo>
                  <a:lnTo>
                    <a:pt x="0" y="590"/>
                  </a:lnTo>
                  <a:lnTo>
                    <a:pt x="2286" y="1625"/>
                  </a:lnTo>
                  <a:lnTo>
                    <a:pt x="2390" y="1491"/>
                  </a:lnTo>
                  <a:lnTo>
                    <a:pt x="2988" y="1221"/>
                  </a:lnTo>
                  <a:lnTo>
                    <a:pt x="3060" y="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0" name="Freeform 519">
              <a:extLst>
                <a:ext uri="{FF2B5EF4-FFF2-40B4-BE49-F238E27FC236}">
                  <a16:creationId xmlns:a16="http://schemas.microsoft.com/office/drawing/2014/main" id="{34D83045-3FB5-E94C-993D-4B430FED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503"/>
              <a:ext cx="79" cy="102"/>
            </a:xfrm>
            <a:custGeom>
              <a:avLst/>
              <a:gdLst>
                <a:gd name="T0" fmla="*/ 0 w 634"/>
                <a:gd name="T1" fmla="*/ 0 h 812"/>
                <a:gd name="T2" fmla="*/ 0 w 634"/>
                <a:gd name="T3" fmla="*/ 0 h 812"/>
                <a:gd name="T4" fmla="*/ 0 w 634"/>
                <a:gd name="T5" fmla="*/ 0 h 812"/>
                <a:gd name="T6" fmla="*/ 0 w 634"/>
                <a:gd name="T7" fmla="*/ 0 h 812"/>
                <a:gd name="T8" fmla="*/ 0 w 634"/>
                <a:gd name="T9" fmla="*/ 0 h 812"/>
                <a:gd name="T10" fmla="*/ 0 w 634"/>
                <a:gd name="T11" fmla="*/ 0 h 812"/>
                <a:gd name="T12" fmla="*/ 0 w 634"/>
                <a:gd name="T13" fmla="*/ 0 h 812"/>
                <a:gd name="T14" fmla="*/ 0 w 634"/>
                <a:gd name="T15" fmla="*/ 0 h 812"/>
                <a:gd name="T16" fmla="*/ 0 w 634"/>
                <a:gd name="T17" fmla="*/ 0 h 812"/>
                <a:gd name="T18" fmla="*/ 0 w 634"/>
                <a:gd name="T19" fmla="*/ 0 h 812"/>
                <a:gd name="T20" fmla="*/ 0 w 634"/>
                <a:gd name="T21" fmla="*/ 0 h 812"/>
                <a:gd name="T22" fmla="*/ 0 w 634"/>
                <a:gd name="T23" fmla="*/ 0 h 812"/>
                <a:gd name="T24" fmla="*/ 0 w 634"/>
                <a:gd name="T25" fmla="*/ 0 h 812"/>
                <a:gd name="T26" fmla="*/ 0 w 634"/>
                <a:gd name="T27" fmla="*/ 0 h 8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34"/>
                <a:gd name="T43" fmla="*/ 0 h 812"/>
                <a:gd name="T44" fmla="*/ 634 w 634"/>
                <a:gd name="T45" fmla="*/ 812 h 8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34" h="812">
                  <a:moveTo>
                    <a:pt x="72" y="0"/>
                  </a:moveTo>
                  <a:lnTo>
                    <a:pt x="36" y="181"/>
                  </a:lnTo>
                  <a:lnTo>
                    <a:pt x="247" y="497"/>
                  </a:lnTo>
                  <a:lnTo>
                    <a:pt x="316" y="542"/>
                  </a:lnTo>
                  <a:lnTo>
                    <a:pt x="634" y="542"/>
                  </a:lnTo>
                  <a:lnTo>
                    <a:pt x="459" y="632"/>
                  </a:lnTo>
                  <a:lnTo>
                    <a:pt x="524" y="678"/>
                  </a:lnTo>
                  <a:lnTo>
                    <a:pt x="285" y="812"/>
                  </a:lnTo>
                  <a:lnTo>
                    <a:pt x="285" y="723"/>
                  </a:lnTo>
                  <a:lnTo>
                    <a:pt x="357" y="723"/>
                  </a:lnTo>
                  <a:lnTo>
                    <a:pt x="105" y="451"/>
                  </a:lnTo>
                  <a:lnTo>
                    <a:pt x="0" y="181"/>
                  </a:lnTo>
                  <a:lnTo>
                    <a:pt x="36" y="4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1" name="Freeform 520">
              <a:extLst>
                <a:ext uri="{FF2B5EF4-FFF2-40B4-BE49-F238E27FC236}">
                  <a16:creationId xmlns:a16="http://schemas.microsoft.com/office/drawing/2014/main" id="{21F52262-278D-D24D-81C5-9A4EC334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33"/>
              <a:ext cx="31" cy="73"/>
            </a:xfrm>
            <a:custGeom>
              <a:avLst/>
              <a:gdLst>
                <a:gd name="T0" fmla="*/ 0 w 246"/>
                <a:gd name="T1" fmla="*/ 0 h 587"/>
                <a:gd name="T2" fmla="*/ 0 w 246"/>
                <a:gd name="T3" fmla="*/ 0 h 587"/>
                <a:gd name="T4" fmla="*/ 0 w 246"/>
                <a:gd name="T5" fmla="*/ 0 h 587"/>
                <a:gd name="T6" fmla="*/ 0 w 246"/>
                <a:gd name="T7" fmla="*/ 0 h 587"/>
                <a:gd name="T8" fmla="*/ 0 w 246"/>
                <a:gd name="T9" fmla="*/ 0 h 587"/>
                <a:gd name="T10" fmla="*/ 0 w 246"/>
                <a:gd name="T11" fmla="*/ 0 h 5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6"/>
                <a:gd name="T19" fmla="*/ 0 h 587"/>
                <a:gd name="T20" fmla="*/ 246 w 246"/>
                <a:gd name="T21" fmla="*/ 587 h 5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6" h="587">
                  <a:moveTo>
                    <a:pt x="246" y="0"/>
                  </a:moveTo>
                  <a:lnTo>
                    <a:pt x="32" y="269"/>
                  </a:lnTo>
                  <a:lnTo>
                    <a:pt x="0" y="587"/>
                  </a:lnTo>
                  <a:lnTo>
                    <a:pt x="175" y="359"/>
                  </a:lnTo>
                  <a:lnTo>
                    <a:pt x="175" y="221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2" name="Freeform 521">
              <a:extLst>
                <a:ext uri="{FF2B5EF4-FFF2-40B4-BE49-F238E27FC236}">
                  <a16:creationId xmlns:a16="http://schemas.microsoft.com/office/drawing/2014/main" id="{370114B5-F18F-7648-8B46-8CC854152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311"/>
              <a:ext cx="17" cy="74"/>
            </a:xfrm>
            <a:custGeom>
              <a:avLst/>
              <a:gdLst>
                <a:gd name="T0" fmla="*/ 0 w 136"/>
                <a:gd name="T1" fmla="*/ 0 h 588"/>
                <a:gd name="T2" fmla="*/ 0 w 136"/>
                <a:gd name="T3" fmla="*/ 0 h 588"/>
                <a:gd name="T4" fmla="*/ 0 w 136"/>
                <a:gd name="T5" fmla="*/ 0 h 588"/>
                <a:gd name="T6" fmla="*/ 0 w 136"/>
                <a:gd name="T7" fmla="*/ 0 h 588"/>
                <a:gd name="T8" fmla="*/ 0 w 136"/>
                <a:gd name="T9" fmla="*/ 0 h 588"/>
                <a:gd name="T10" fmla="*/ 0 w 136"/>
                <a:gd name="T11" fmla="*/ 0 h 5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6"/>
                <a:gd name="T19" fmla="*/ 0 h 588"/>
                <a:gd name="T20" fmla="*/ 136 w 136"/>
                <a:gd name="T21" fmla="*/ 588 h 5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6" h="588">
                  <a:moveTo>
                    <a:pt x="65" y="0"/>
                  </a:moveTo>
                  <a:lnTo>
                    <a:pt x="136" y="93"/>
                  </a:lnTo>
                  <a:lnTo>
                    <a:pt x="33" y="274"/>
                  </a:lnTo>
                  <a:lnTo>
                    <a:pt x="65" y="588"/>
                  </a:lnTo>
                  <a:lnTo>
                    <a:pt x="0" y="31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3" name="Line 522">
              <a:extLst>
                <a:ext uri="{FF2B5EF4-FFF2-40B4-BE49-F238E27FC236}">
                  <a16:creationId xmlns:a16="http://schemas.microsoft.com/office/drawing/2014/main" id="{62590BCE-5412-254E-AB3E-2417EAE1E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5" y="1142"/>
              <a:ext cx="83" cy="6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4" name="Freeform 523">
              <a:extLst>
                <a:ext uri="{FF2B5EF4-FFF2-40B4-BE49-F238E27FC236}">
                  <a16:creationId xmlns:a16="http://schemas.microsoft.com/office/drawing/2014/main" id="{A3DB88D8-CC25-4244-841F-15CF6A54A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031"/>
              <a:ext cx="80" cy="65"/>
            </a:xfrm>
            <a:custGeom>
              <a:avLst/>
              <a:gdLst>
                <a:gd name="T0" fmla="*/ 0 w 637"/>
                <a:gd name="T1" fmla="*/ 0 h 519"/>
                <a:gd name="T2" fmla="*/ 0 w 637"/>
                <a:gd name="T3" fmla="*/ 0 h 519"/>
                <a:gd name="T4" fmla="*/ 0 w 637"/>
                <a:gd name="T5" fmla="*/ 0 h 519"/>
                <a:gd name="T6" fmla="*/ 0 w 637"/>
                <a:gd name="T7" fmla="*/ 0 h 519"/>
                <a:gd name="T8" fmla="*/ 0 w 637"/>
                <a:gd name="T9" fmla="*/ 0 h 519"/>
                <a:gd name="T10" fmla="*/ 0 w 637"/>
                <a:gd name="T11" fmla="*/ 0 h 519"/>
                <a:gd name="T12" fmla="*/ 0 w 637"/>
                <a:gd name="T13" fmla="*/ 0 h 519"/>
                <a:gd name="T14" fmla="*/ 0 w 637"/>
                <a:gd name="T15" fmla="*/ 0 h 519"/>
                <a:gd name="T16" fmla="*/ 0 w 637"/>
                <a:gd name="T17" fmla="*/ 0 h 519"/>
                <a:gd name="T18" fmla="*/ 0 w 637"/>
                <a:gd name="T19" fmla="*/ 0 h 519"/>
                <a:gd name="T20" fmla="*/ 0 w 637"/>
                <a:gd name="T21" fmla="*/ 0 h 519"/>
                <a:gd name="T22" fmla="*/ 0 w 637"/>
                <a:gd name="T23" fmla="*/ 0 h 519"/>
                <a:gd name="T24" fmla="*/ 0 w 637"/>
                <a:gd name="T25" fmla="*/ 0 h 519"/>
                <a:gd name="T26" fmla="*/ 0 w 637"/>
                <a:gd name="T27" fmla="*/ 0 h 519"/>
                <a:gd name="T28" fmla="*/ 0 w 637"/>
                <a:gd name="T29" fmla="*/ 0 h 519"/>
                <a:gd name="T30" fmla="*/ 0 w 637"/>
                <a:gd name="T31" fmla="*/ 0 h 519"/>
                <a:gd name="T32" fmla="*/ 0 w 637"/>
                <a:gd name="T33" fmla="*/ 0 h 519"/>
                <a:gd name="T34" fmla="*/ 0 w 637"/>
                <a:gd name="T35" fmla="*/ 0 h 519"/>
                <a:gd name="T36" fmla="*/ 0 w 637"/>
                <a:gd name="T37" fmla="*/ 0 h 5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37"/>
                <a:gd name="T58" fmla="*/ 0 h 519"/>
                <a:gd name="T59" fmla="*/ 637 w 637"/>
                <a:gd name="T60" fmla="*/ 519 h 51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37" h="519">
                  <a:moveTo>
                    <a:pt x="24" y="0"/>
                  </a:moveTo>
                  <a:lnTo>
                    <a:pt x="24" y="46"/>
                  </a:lnTo>
                  <a:lnTo>
                    <a:pt x="81" y="50"/>
                  </a:lnTo>
                  <a:lnTo>
                    <a:pt x="113" y="109"/>
                  </a:lnTo>
                  <a:lnTo>
                    <a:pt x="194" y="157"/>
                  </a:lnTo>
                  <a:lnTo>
                    <a:pt x="194" y="216"/>
                  </a:lnTo>
                  <a:lnTo>
                    <a:pt x="236" y="239"/>
                  </a:lnTo>
                  <a:lnTo>
                    <a:pt x="272" y="353"/>
                  </a:lnTo>
                  <a:lnTo>
                    <a:pt x="637" y="519"/>
                  </a:lnTo>
                  <a:lnTo>
                    <a:pt x="91" y="306"/>
                  </a:lnTo>
                  <a:lnTo>
                    <a:pt x="173" y="324"/>
                  </a:lnTo>
                  <a:lnTo>
                    <a:pt x="117" y="227"/>
                  </a:lnTo>
                  <a:lnTo>
                    <a:pt x="99" y="137"/>
                  </a:lnTo>
                  <a:lnTo>
                    <a:pt x="69" y="125"/>
                  </a:lnTo>
                  <a:lnTo>
                    <a:pt x="84" y="157"/>
                  </a:lnTo>
                  <a:lnTo>
                    <a:pt x="95" y="227"/>
                  </a:lnTo>
                  <a:lnTo>
                    <a:pt x="0" y="50"/>
                  </a:lnTo>
                  <a:lnTo>
                    <a:pt x="0" y="3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5" name="Freeform 524">
              <a:extLst>
                <a:ext uri="{FF2B5EF4-FFF2-40B4-BE49-F238E27FC236}">
                  <a16:creationId xmlns:a16="http://schemas.microsoft.com/office/drawing/2014/main" id="{D4EDC92F-C297-1546-B0BB-511B0508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973"/>
              <a:ext cx="33" cy="50"/>
            </a:xfrm>
            <a:custGeom>
              <a:avLst/>
              <a:gdLst>
                <a:gd name="T0" fmla="*/ 0 w 267"/>
                <a:gd name="T1" fmla="*/ 0 h 399"/>
                <a:gd name="T2" fmla="*/ 0 w 267"/>
                <a:gd name="T3" fmla="*/ 0 h 399"/>
                <a:gd name="T4" fmla="*/ 0 w 267"/>
                <a:gd name="T5" fmla="*/ 0 h 399"/>
                <a:gd name="T6" fmla="*/ 0 w 267"/>
                <a:gd name="T7" fmla="*/ 0 h 399"/>
                <a:gd name="T8" fmla="*/ 0 w 267"/>
                <a:gd name="T9" fmla="*/ 0 h 399"/>
                <a:gd name="T10" fmla="*/ 0 w 267"/>
                <a:gd name="T11" fmla="*/ 0 h 399"/>
                <a:gd name="T12" fmla="*/ 0 w 267"/>
                <a:gd name="T13" fmla="*/ 0 h 399"/>
                <a:gd name="T14" fmla="*/ 0 w 267"/>
                <a:gd name="T15" fmla="*/ 0 h 399"/>
                <a:gd name="T16" fmla="*/ 0 w 267"/>
                <a:gd name="T17" fmla="*/ 0 h 399"/>
                <a:gd name="T18" fmla="*/ 0 w 267"/>
                <a:gd name="T19" fmla="*/ 0 h 3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7"/>
                <a:gd name="T31" fmla="*/ 0 h 399"/>
                <a:gd name="T32" fmla="*/ 267 w 267"/>
                <a:gd name="T33" fmla="*/ 399 h 39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7" h="399">
                  <a:moveTo>
                    <a:pt x="267" y="0"/>
                  </a:moveTo>
                  <a:lnTo>
                    <a:pt x="68" y="165"/>
                  </a:lnTo>
                  <a:lnTo>
                    <a:pt x="68" y="288"/>
                  </a:lnTo>
                  <a:lnTo>
                    <a:pt x="33" y="399"/>
                  </a:lnTo>
                  <a:lnTo>
                    <a:pt x="49" y="323"/>
                  </a:lnTo>
                  <a:lnTo>
                    <a:pt x="25" y="228"/>
                  </a:lnTo>
                  <a:lnTo>
                    <a:pt x="13" y="182"/>
                  </a:lnTo>
                  <a:lnTo>
                    <a:pt x="0" y="155"/>
                  </a:lnTo>
                  <a:lnTo>
                    <a:pt x="79" y="124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6" name="Freeform 525">
              <a:extLst>
                <a:ext uri="{FF2B5EF4-FFF2-40B4-BE49-F238E27FC236}">
                  <a16:creationId xmlns:a16="http://schemas.microsoft.com/office/drawing/2014/main" id="{635AF9D9-8312-DE47-9115-63358E3CE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038"/>
              <a:ext cx="27" cy="37"/>
            </a:xfrm>
            <a:custGeom>
              <a:avLst/>
              <a:gdLst>
                <a:gd name="T0" fmla="*/ 0 w 218"/>
                <a:gd name="T1" fmla="*/ 0 h 301"/>
                <a:gd name="T2" fmla="*/ 0 w 218"/>
                <a:gd name="T3" fmla="*/ 0 h 301"/>
                <a:gd name="T4" fmla="*/ 0 w 218"/>
                <a:gd name="T5" fmla="*/ 0 h 301"/>
                <a:gd name="T6" fmla="*/ 0 w 218"/>
                <a:gd name="T7" fmla="*/ 0 h 301"/>
                <a:gd name="T8" fmla="*/ 0 w 218"/>
                <a:gd name="T9" fmla="*/ 0 h 301"/>
                <a:gd name="T10" fmla="*/ 0 w 218"/>
                <a:gd name="T11" fmla="*/ 0 h 301"/>
                <a:gd name="T12" fmla="*/ 0 w 218"/>
                <a:gd name="T13" fmla="*/ 0 h 301"/>
                <a:gd name="T14" fmla="*/ 0 w 218"/>
                <a:gd name="T15" fmla="*/ 0 h 301"/>
                <a:gd name="T16" fmla="*/ 0 w 218"/>
                <a:gd name="T17" fmla="*/ 0 h 301"/>
                <a:gd name="T18" fmla="*/ 0 w 218"/>
                <a:gd name="T19" fmla="*/ 0 h 301"/>
                <a:gd name="T20" fmla="*/ 0 w 218"/>
                <a:gd name="T21" fmla="*/ 0 h 301"/>
                <a:gd name="T22" fmla="*/ 0 w 218"/>
                <a:gd name="T23" fmla="*/ 0 h 301"/>
                <a:gd name="T24" fmla="*/ 0 w 218"/>
                <a:gd name="T25" fmla="*/ 0 h 301"/>
                <a:gd name="T26" fmla="*/ 0 w 218"/>
                <a:gd name="T27" fmla="*/ 0 h 301"/>
                <a:gd name="T28" fmla="*/ 0 w 218"/>
                <a:gd name="T29" fmla="*/ 0 h 301"/>
                <a:gd name="T30" fmla="*/ 0 w 218"/>
                <a:gd name="T31" fmla="*/ 0 h 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18"/>
                <a:gd name="T49" fmla="*/ 0 h 301"/>
                <a:gd name="T50" fmla="*/ 218 w 218"/>
                <a:gd name="T51" fmla="*/ 301 h 30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18" h="301">
                  <a:moveTo>
                    <a:pt x="75" y="0"/>
                  </a:moveTo>
                  <a:lnTo>
                    <a:pt x="75" y="31"/>
                  </a:lnTo>
                  <a:lnTo>
                    <a:pt x="106" y="80"/>
                  </a:lnTo>
                  <a:lnTo>
                    <a:pt x="75" y="169"/>
                  </a:lnTo>
                  <a:lnTo>
                    <a:pt x="147" y="270"/>
                  </a:lnTo>
                  <a:lnTo>
                    <a:pt x="218" y="301"/>
                  </a:lnTo>
                  <a:lnTo>
                    <a:pt x="137" y="274"/>
                  </a:lnTo>
                  <a:lnTo>
                    <a:pt x="111" y="280"/>
                  </a:lnTo>
                  <a:lnTo>
                    <a:pt x="63" y="214"/>
                  </a:lnTo>
                  <a:lnTo>
                    <a:pt x="55" y="135"/>
                  </a:lnTo>
                  <a:lnTo>
                    <a:pt x="39" y="111"/>
                  </a:lnTo>
                  <a:lnTo>
                    <a:pt x="0" y="117"/>
                  </a:lnTo>
                  <a:lnTo>
                    <a:pt x="0" y="75"/>
                  </a:lnTo>
                  <a:lnTo>
                    <a:pt x="43" y="62"/>
                  </a:lnTo>
                  <a:lnTo>
                    <a:pt x="63" y="1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7" name="Freeform 526">
              <a:extLst>
                <a:ext uri="{FF2B5EF4-FFF2-40B4-BE49-F238E27FC236}">
                  <a16:creationId xmlns:a16="http://schemas.microsoft.com/office/drawing/2014/main" id="{6A9700B7-D4DD-C44F-805B-55848085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001"/>
              <a:ext cx="13" cy="26"/>
            </a:xfrm>
            <a:custGeom>
              <a:avLst/>
              <a:gdLst>
                <a:gd name="T0" fmla="*/ 0 w 105"/>
                <a:gd name="T1" fmla="*/ 0 h 206"/>
                <a:gd name="T2" fmla="*/ 0 w 105"/>
                <a:gd name="T3" fmla="*/ 0 h 206"/>
                <a:gd name="T4" fmla="*/ 0 w 105"/>
                <a:gd name="T5" fmla="*/ 0 h 206"/>
                <a:gd name="T6" fmla="*/ 0 w 105"/>
                <a:gd name="T7" fmla="*/ 0 h 206"/>
                <a:gd name="T8" fmla="*/ 0 w 105"/>
                <a:gd name="T9" fmla="*/ 0 h 206"/>
                <a:gd name="T10" fmla="*/ 0 w 105"/>
                <a:gd name="T11" fmla="*/ 0 h 206"/>
                <a:gd name="T12" fmla="*/ 0 w 105"/>
                <a:gd name="T13" fmla="*/ 0 h 206"/>
                <a:gd name="T14" fmla="*/ 0 w 105"/>
                <a:gd name="T15" fmla="*/ 0 h 206"/>
                <a:gd name="T16" fmla="*/ 0 w 105"/>
                <a:gd name="T17" fmla="*/ 0 h 206"/>
                <a:gd name="T18" fmla="*/ 0 w 105"/>
                <a:gd name="T19" fmla="*/ 0 h 206"/>
                <a:gd name="T20" fmla="*/ 0 w 105"/>
                <a:gd name="T21" fmla="*/ 0 h 206"/>
                <a:gd name="T22" fmla="*/ 0 w 105"/>
                <a:gd name="T23" fmla="*/ 0 h 206"/>
                <a:gd name="T24" fmla="*/ 0 w 105"/>
                <a:gd name="T25" fmla="*/ 0 h 206"/>
                <a:gd name="T26" fmla="*/ 0 w 105"/>
                <a:gd name="T27" fmla="*/ 0 h 2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05"/>
                <a:gd name="T43" fmla="*/ 0 h 206"/>
                <a:gd name="T44" fmla="*/ 105 w 105"/>
                <a:gd name="T45" fmla="*/ 206 h 20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05" h="206">
                  <a:moveTo>
                    <a:pt x="105" y="0"/>
                  </a:moveTo>
                  <a:lnTo>
                    <a:pt x="79" y="20"/>
                  </a:lnTo>
                  <a:lnTo>
                    <a:pt x="71" y="73"/>
                  </a:lnTo>
                  <a:lnTo>
                    <a:pt x="44" y="74"/>
                  </a:lnTo>
                  <a:lnTo>
                    <a:pt x="43" y="109"/>
                  </a:lnTo>
                  <a:lnTo>
                    <a:pt x="0" y="84"/>
                  </a:lnTo>
                  <a:lnTo>
                    <a:pt x="35" y="171"/>
                  </a:lnTo>
                  <a:lnTo>
                    <a:pt x="56" y="171"/>
                  </a:lnTo>
                  <a:lnTo>
                    <a:pt x="79" y="206"/>
                  </a:lnTo>
                  <a:lnTo>
                    <a:pt x="79" y="171"/>
                  </a:lnTo>
                  <a:lnTo>
                    <a:pt x="63" y="121"/>
                  </a:lnTo>
                  <a:lnTo>
                    <a:pt x="97" y="55"/>
                  </a:lnTo>
                  <a:lnTo>
                    <a:pt x="97" y="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8" name="Freeform 527">
              <a:extLst>
                <a:ext uri="{FF2B5EF4-FFF2-40B4-BE49-F238E27FC236}">
                  <a16:creationId xmlns:a16="http://schemas.microsoft.com/office/drawing/2014/main" id="{F13DA35F-E070-7E4D-89B9-5DEDFBD1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049"/>
              <a:ext cx="20" cy="27"/>
            </a:xfrm>
            <a:custGeom>
              <a:avLst/>
              <a:gdLst>
                <a:gd name="T0" fmla="*/ 0 w 159"/>
                <a:gd name="T1" fmla="*/ 0 h 216"/>
                <a:gd name="T2" fmla="*/ 0 w 159"/>
                <a:gd name="T3" fmla="*/ 0 h 216"/>
                <a:gd name="T4" fmla="*/ 0 w 159"/>
                <a:gd name="T5" fmla="*/ 0 h 216"/>
                <a:gd name="T6" fmla="*/ 0 w 159"/>
                <a:gd name="T7" fmla="*/ 0 h 216"/>
                <a:gd name="T8" fmla="*/ 0 w 159"/>
                <a:gd name="T9" fmla="*/ 0 h 216"/>
                <a:gd name="T10" fmla="*/ 0 w 159"/>
                <a:gd name="T11" fmla="*/ 0 h 216"/>
                <a:gd name="T12" fmla="*/ 0 w 159"/>
                <a:gd name="T13" fmla="*/ 0 h 216"/>
                <a:gd name="T14" fmla="*/ 0 w 159"/>
                <a:gd name="T15" fmla="*/ 0 h 216"/>
                <a:gd name="T16" fmla="*/ 0 w 159"/>
                <a:gd name="T17" fmla="*/ 0 h 216"/>
                <a:gd name="T18" fmla="*/ 0 w 159"/>
                <a:gd name="T19" fmla="*/ 0 h 216"/>
                <a:gd name="T20" fmla="*/ 0 w 159"/>
                <a:gd name="T21" fmla="*/ 0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9"/>
                <a:gd name="T34" fmla="*/ 0 h 216"/>
                <a:gd name="T35" fmla="*/ 159 w 159"/>
                <a:gd name="T36" fmla="*/ 216 h 2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9" h="216">
                  <a:moveTo>
                    <a:pt x="121" y="0"/>
                  </a:moveTo>
                  <a:lnTo>
                    <a:pt x="88" y="50"/>
                  </a:lnTo>
                  <a:lnTo>
                    <a:pt x="10" y="61"/>
                  </a:lnTo>
                  <a:lnTo>
                    <a:pt x="0" y="82"/>
                  </a:lnTo>
                  <a:lnTo>
                    <a:pt x="50" y="102"/>
                  </a:lnTo>
                  <a:lnTo>
                    <a:pt x="88" y="198"/>
                  </a:lnTo>
                  <a:lnTo>
                    <a:pt x="159" y="216"/>
                  </a:lnTo>
                  <a:lnTo>
                    <a:pt x="117" y="167"/>
                  </a:lnTo>
                  <a:lnTo>
                    <a:pt x="106" y="102"/>
                  </a:lnTo>
                  <a:lnTo>
                    <a:pt x="106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79" name="Freeform 528">
              <a:extLst>
                <a:ext uri="{FF2B5EF4-FFF2-40B4-BE49-F238E27FC236}">
                  <a16:creationId xmlns:a16="http://schemas.microsoft.com/office/drawing/2014/main" id="{5E9DA747-3640-E148-B81C-5F4C82850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80"/>
              <a:ext cx="8" cy="9"/>
            </a:xfrm>
            <a:custGeom>
              <a:avLst/>
              <a:gdLst>
                <a:gd name="T0" fmla="*/ 0 w 63"/>
                <a:gd name="T1" fmla="*/ 0 h 71"/>
                <a:gd name="T2" fmla="*/ 0 w 63"/>
                <a:gd name="T3" fmla="*/ 0 h 71"/>
                <a:gd name="T4" fmla="*/ 0 w 63"/>
                <a:gd name="T5" fmla="*/ 0 h 71"/>
                <a:gd name="T6" fmla="*/ 0 w 63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71"/>
                <a:gd name="T14" fmla="*/ 63 w 63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71">
                  <a:moveTo>
                    <a:pt x="0" y="0"/>
                  </a:moveTo>
                  <a:lnTo>
                    <a:pt x="63" y="71"/>
                  </a:lnTo>
                  <a:lnTo>
                    <a:pt x="4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0" name="Freeform 529">
              <a:extLst>
                <a:ext uri="{FF2B5EF4-FFF2-40B4-BE49-F238E27FC236}">
                  <a16:creationId xmlns:a16="http://schemas.microsoft.com/office/drawing/2014/main" id="{31D9CCCE-F03F-4442-9ED6-52F8767A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025"/>
              <a:ext cx="7" cy="10"/>
            </a:xfrm>
            <a:custGeom>
              <a:avLst/>
              <a:gdLst>
                <a:gd name="T0" fmla="*/ 0 w 55"/>
                <a:gd name="T1" fmla="*/ 0 h 81"/>
                <a:gd name="T2" fmla="*/ 0 w 55"/>
                <a:gd name="T3" fmla="*/ 0 h 81"/>
                <a:gd name="T4" fmla="*/ 0 w 55"/>
                <a:gd name="T5" fmla="*/ 0 h 81"/>
                <a:gd name="T6" fmla="*/ 0 w 55"/>
                <a:gd name="T7" fmla="*/ 0 h 81"/>
                <a:gd name="T8" fmla="*/ 0 w 55"/>
                <a:gd name="T9" fmla="*/ 0 h 81"/>
                <a:gd name="T10" fmla="*/ 0 w 55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81"/>
                <a:gd name="T20" fmla="*/ 55 w 55"/>
                <a:gd name="T21" fmla="*/ 81 h 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81">
                  <a:moveTo>
                    <a:pt x="12" y="0"/>
                  </a:moveTo>
                  <a:lnTo>
                    <a:pt x="38" y="16"/>
                  </a:lnTo>
                  <a:lnTo>
                    <a:pt x="55" y="81"/>
                  </a:lnTo>
                  <a:lnTo>
                    <a:pt x="32" y="33"/>
                  </a:lnTo>
                  <a:lnTo>
                    <a:pt x="0" y="1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1" name="Freeform 530">
              <a:extLst>
                <a:ext uri="{FF2B5EF4-FFF2-40B4-BE49-F238E27FC236}">
                  <a16:creationId xmlns:a16="http://schemas.microsoft.com/office/drawing/2014/main" id="{146E0F3C-2522-5E49-A4B1-DB488C80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037"/>
              <a:ext cx="27" cy="65"/>
            </a:xfrm>
            <a:custGeom>
              <a:avLst/>
              <a:gdLst>
                <a:gd name="T0" fmla="*/ 0 w 216"/>
                <a:gd name="T1" fmla="*/ 0 h 519"/>
                <a:gd name="T2" fmla="*/ 0 w 216"/>
                <a:gd name="T3" fmla="*/ 0 h 519"/>
                <a:gd name="T4" fmla="*/ 0 w 216"/>
                <a:gd name="T5" fmla="*/ 0 h 519"/>
                <a:gd name="T6" fmla="*/ 0 w 216"/>
                <a:gd name="T7" fmla="*/ 0 h 519"/>
                <a:gd name="T8" fmla="*/ 0 w 216"/>
                <a:gd name="T9" fmla="*/ 0 h 519"/>
                <a:gd name="T10" fmla="*/ 0 w 216"/>
                <a:gd name="T11" fmla="*/ 0 h 519"/>
                <a:gd name="T12" fmla="*/ 0 w 216"/>
                <a:gd name="T13" fmla="*/ 0 h 519"/>
                <a:gd name="T14" fmla="*/ 0 w 216"/>
                <a:gd name="T15" fmla="*/ 0 h 519"/>
                <a:gd name="T16" fmla="*/ 0 w 216"/>
                <a:gd name="T17" fmla="*/ 0 h 519"/>
                <a:gd name="T18" fmla="*/ 0 w 216"/>
                <a:gd name="T19" fmla="*/ 0 h 519"/>
                <a:gd name="T20" fmla="*/ 0 w 216"/>
                <a:gd name="T21" fmla="*/ 0 h 519"/>
                <a:gd name="T22" fmla="*/ 0 w 216"/>
                <a:gd name="T23" fmla="*/ 0 h 519"/>
                <a:gd name="T24" fmla="*/ 0 w 216"/>
                <a:gd name="T25" fmla="*/ 0 h 519"/>
                <a:gd name="T26" fmla="*/ 0 w 216"/>
                <a:gd name="T27" fmla="*/ 0 h 519"/>
                <a:gd name="T28" fmla="*/ 0 w 216"/>
                <a:gd name="T29" fmla="*/ 0 h 519"/>
                <a:gd name="T30" fmla="*/ 0 w 216"/>
                <a:gd name="T31" fmla="*/ 0 h 519"/>
                <a:gd name="T32" fmla="*/ 0 w 216"/>
                <a:gd name="T33" fmla="*/ 0 h 519"/>
                <a:gd name="T34" fmla="*/ 0 w 216"/>
                <a:gd name="T35" fmla="*/ 0 h 519"/>
                <a:gd name="T36" fmla="*/ 0 w 216"/>
                <a:gd name="T37" fmla="*/ 0 h 519"/>
                <a:gd name="T38" fmla="*/ 0 w 216"/>
                <a:gd name="T39" fmla="*/ 0 h 519"/>
                <a:gd name="T40" fmla="*/ 0 w 216"/>
                <a:gd name="T41" fmla="*/ 0 h 5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16"/>
                <a:gd name="T64" fmla="*/ 0 h 519"/>
                <a:gd name="T65" fmla="*/ 216 w 216"/>
                <a:gd name="T66" fmla="*/ 519 h 5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16" h="519">
                  <a:moveTo>
                    <a:pt x="188" y="0"/>
                  </a:moveTo>
                  <a:lnTo>
                    <a:pt x="0" y="79"/>
                  </a:lnTo>
                  <a:lnTo>
                    <a:pt x="0" y="135"/>
                  </a:lnTo>
                  <a:lnTo>
                    <a:pt x="43" y="181"/>
                  </a:lnTo>
                  <a:lnTo>
                    <a:pt x="43" y="292"/>
                  </a:lnTo>
                  <a:lnTo>
                    <a:pt x="67" y="355"/>
                  </a:lnTo>
                  <a:lnTo>
                    <a:pt x="176" y="463"/>
                  </a:lnTo>
                  <a:lnTo>
                    <a:pt x="113" y="478"/>
                  </a:lnTo>
                  <a:lnTo>
                    <a:pt x="97" y="463"/>
                  </a:lnTo>
                  <a:lnTo>
                    <a:pt x="59" y="463"/>
                  </a:lnTo>
                  <a:lnTo>
                    <a:pt x="79" y="488"/>
                  </a:lnTo>
                  <a:lnTo>
                    <a:pt x="158" y="519"/>
                  </a:lnTo>
                  <a:lnTo>
                    <a:pt x="216" y="500"/>
                  </a:lnTo>
                  <a:lnTo>
                    <a:pt x="188" y="442"/>
                  </a:lnTo>
                  <a:lnTo>
                    <a:pt x="79" y="338"/>
                  </a:lnTo>
                  <a:lnTo>
                    <a:pt x="52" y="278"/>
                  </a:lnTo>
                  <a:lnTo>
                    <a:pt x="72" y="211"/>
                  </a:lnTo>
                  <a:lnTo>
                    <a:pt x="117" y="252"/>
                  </a:lnTo>
                  <a:lnTo>
                    <a:pt x="13" y="129"/>
                  </a:lnTo>
                  <a:lnTo>
                    <a:pt x="24" y="9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2" name="Freeform 531">
              <a:extLst>
                <a:ext uri="{FF2B5EF4-FFF2-40B4-BE49-F238E27FC236}">
                  <a16:creationId xmlns:a16="http://schemas.microsoft.com/office/drawing/2014/main" id="{F7BF7D52-E26D-224E-81A8-C2E0FF296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066"/>
              <a:ext cx="31" cy="58"/>
            </a:xfrm>
            <a:custGeom>
              <a:avLst/>
              <a:gdLst>
                <a:gd name="T0" fmla="*/ 0 w 248"/>
                <a:gd name="T1" fmla="*/ 0 h 463"/>
                <a:gd name="T2" fmla="*/ 0 w 248"/>
                <a:gd name="T3" fmla="*/ 0 h 463"/>
                <a:gd name="T4" fmla="*/ 0 w 248"/>
                <a:gd name="T5" fmla="*/ 0 h 463"/>
                <a:gd name="T6" fmla="*/ 0 w 248"/>
                <a:gd name="T7" fmla="*/ 0 h 463"/>
                <a:gd name="T8" fmla="*/ 0 w 248"/>
                <a:gd name="T9" fmla="*/ 0 h 463"/>
                <a:gd name="T10" fmla="*/ 0 w 248"/>
                <a:gd name="T11" fmla="*/ 0 h 463"/>
                <a:gd name="T12" fmla="*/ 0 w 248"/>
                <a:gd name="T13" fmla="*/ 0 h 463"/>
                <a:gd name="T14" fmla="*/ 0 w 248"/>
                <a:gd name="T15" fmla="*/ 0 h 463"/>
                <a:gd name="T16" fmla="*/ 0 w 248"/>
                <a:gd name="T17" fmla="*/ 0 h 463"/>
                <a:gd name="T18" fmla="*/ 0 w 248"/>
                <a:gd name="T19" fmla="*/ 0 h 463"/>
                <a:gd name="T20" fmla="*/ 0 w 248"/>
                <a:gd name="T21" fmla="*/ 0 h 463"/>
                <a:gd name="T22" fmla="*/ 0 w 248"/>
                <a:gd name="T23" fmla="*/ 0 h 463"/>
                <a:gd name="T24" fmla="*/ 0 w 248"/>
                <a:gd name="T25" fmla="*/ 0 h 463"/>
                <a:gd name="T26" fmla="*/ 0 w 248"/>
                <a:gd name="T27" fmla="*/ 0 h 463"/>
                <a:gd name="T28" fmla="*/ 0 w 248"/>
                <a:gd name="T29" fmla="*/ 0 h 463"/>
                <a:gd name="T30" fmla="*/ 0 w 248"/>
                <a:gd name="T31" fmla="*/ 0 h 463"/>
                <a:gd name="T32" fmla="*/ 0 w 248"/>
                <a:gd name="T33" fmla="*/ 0 h 4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8"/>
                <a:gd name="T52" fmla="*/ 0 h 463"/>
                <a:gd name="T53" fmla="*/ 248 w 248"/>
                <a:gd name="T54" fmla="*/ 463 h 46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8" h="463">
                  <a:moveTo>
                    <a:pt x="194" y="64"/>
                  </a:moveTo>
                  <a:lnTo>
                    <a:pt x="164" y="107"/>
                  </a:lnTo>
                  <a:lnTo>
                    <a:pt x="164" y="141"/>
                  </a:lnTo>
                  <a:lnTo>
                    <a:pt x="248" y="263"/>
                  </a:lnTo>
                  <a:lnTo>
                    <a:pt x="218" y="245"/>
                  </a:lnTo>
                  <a:lnTo>
                    <a:pt x="126" y="135"/>
                  </a:lnTo>
                  <a:lnTo>
                    <a:pt x="105" y="161"/>
                  </a:lnTo>
                  <a:lnTo>
                    <a:pt x="147" y="281"/>
                  </a:lnTo>
                  <a:lnTo>
                    <a:pt x="83" y="219"/>
                  </a:lnTo>
                  <a:lnTo>
                    <a:pt x="22" y="322"/>
                  </a:lnTo>
                  <a:lnTo>
                    <a:pt x="22" y="354"/>
                  </a:lnTo>
                  <a:lnTo>
                    <a:pt x="50" y="463"/>
                  </a:lnTo>
                  <a:lnTo>
                    <a:pt x="0" y="342"/>
                  </a:lnTo>
                  <a:lnTo>
                    <a:pt x="0" y="304"/>
                  </a:lnTo>
                  <a:lnTo>
                    <a:pt x="34" y="227"/>
                  </a:lnTo>
                  <a:lnTo>
                    <a:pt x="194" y="0"/>
                  </a:lnTo>
                  <a:lnTo>
                    <a:pt x="194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3" name="Freeform 532">
              <a:extLst>
                <a:ext uri="{FF2B5EF4-FFF2-40B4-BE49-F238E27FC236}">
                  <a16:creationId xmlns:a16="http://schemas.microsoft.com/office/drawing/2014/main" id="{45941682-E580-BE49-A88B-24316F6B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27"/>
              <a:ext cx="8" cy="17"/>
            </a:xfrm>
            <a:custGeom>
              <a:avLst/>
              <a:gdLst>
                <a:gd name="T0" fmla="*/ 0 w 69"/>
                <a:gd name="T1" fmla="*/ 0 h 140"/>
                <a:gd name="T2" fmla="*/ 0 w 69"/>
                <a:gd name="T3" fmla="*/ 0 h 140"/>
                <a:gd name="T4" fmla="*/ 0 w 69"/>
                <a:gd name="T5" fmla="*/ 0 h 140"/>
                <a:gd name="T6" fmla="*/ 0 w 69"/>
                <a:gd name="T7" fmla="*/ 0 h 140"/>
                <a:gd name="T8" fmla="*/ 0 w 69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140"/>
                <a:gd name="T17" fmla="*/ 69 w 69"/>
                <a:gd name="T18" fmla="*/ 140 h 1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140">
                  <a:moveTo>
                    <a:pt x="39" y="0"/>
                  </a:moveTo>
                  <a:lnTo>
                    <a:pt x="0" y="140"/>
                  </a:lnTo>
                  <a:lnTo>
                    <a:pt x="69" y="40"/>
                  </a:lnTo>
                  <a:lnTo>
                    <a:pt x="4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4" name="Freeform 533">
              <a:extLst>
                <a:ext uri="{FF2B5EF4-FFF2-40B4-BE49-F238E27FC236}">
                  <a16:creationId xmlns:a16="http://schemas.microsoft.com/office/drawing/2014/main" id="{306200DF-36BA-FA4E-8B3A-F98C68EF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020"/>
              <a:ext cx="7" cy="13"/>
            </a:xfrm>
            <a:custGeom>
              <a:avLst/>
              <a:gdLst>
                <a:gd name="T0" fmla="*/ 0 w 56"/>
                <a:gd name="T1" fmla="*/ 0 h 107"/>
                <a:gd name="T2" fmla="*/ 0 w 56"/>
                <a:gd name="T3" fmla="*/ 0 h 107"/>
                <a:gd name="T4" fmla="*/ 0 w 56"/>
                <a:gd name="T5" fmla="*/ 0 h 107"/>
                <a:gd name="T6" fmla="*/ 0 w 56"/>
                <a:gd name="T7" fmla="*/ 0 h 107"/>
                <a:gd name="T8" fmla="*/ 0 w 56"/>
                <a:gd name="T9" fmla="*/ 0 h 107"/>
                <a:gd name="T10" fmla="*/ 0 w 56"/>
                <a:gd name="T11" fmla="*/ 0 h 107"/>
                <a:gd name="T12" fmla="*/ 0 w 56"/>
                <a:gd name="T13" fmla="*/ 0 h 107"/>
                <a:gd name="T14" fmla="*/ 0 w 5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6"/>
                <a:gd name="T25" fmla="*/ 0 h 107"/>
                <a:gd name="T26" fmla="*/ 56 w 56"/>
                <a:gd name="T27" fmla="*/ 107 h 10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6" h="107">
                  <a:moveTo>
                    <a:pt x="35" y="0"/>
                  </a:moveTo>
                  <a:lnTo>
                    <a:pt x="20" y="27"/>
                  </a:lnTo>
                  <a:lnTo>
                    <a:pt x="56" y="101"/>
                  </a:lnTo>
                  <a:lnTo>
                    <a:pt x="35" y="107"/>
                  </a:lnTo>
                  <a:lnTo>
                    <a:pt x="0" y="66"/>
                  </a:lnTo>
                  <a:lnTo>
                    <a:pt x="0" y="42"/>
                  </a:lnTo>
                  <a:lnTo>
                    <a:pt x="5" y="18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5" name="Freeform 534">
              <a:extLst>
                <a:ext uri="{FF2B5EF4-FFF2-40B4-BE49-F238E27FC236}">
                  <a16:creationId xmlns:a16="http://schemas.microsoft.com/office/drawing/2014/main" id="{EA22E610-44F4-D644-A726-B42950E14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037"/>
              <a:ext cx="31" cy="46"/>
            </a:xfrm>
            <a:custGeom>
              <a:avLst/>
              <a:gdLst>
                <a:gd name="T0" fmla="*/ 0 w 252"/>
                <a:gd name="T1" fmla="*/ 0 h 364"/>
                <a:gd name="T2" fmla="*/ 0 w 252"/>
                <a:gd name="T3" fmla="*/ 0 h 364"/>
                <a:gd name="T4" fmla="*/ 0 w 252"/>
                <a:gd name="T5" fmla="*/ 0 h 364"/>
                <a:gd name="T6" fmla="*/ 0 w 252"/>
                <a:gd name="T7" fmla="*/ 0 h 364"/>
                <a:gd name="T8" fmla="*/ 0 w 252"/>
                <a:gd name="T9" fmla="*/ 0 h 364"/>
                <a:gd name="T10" fmla="*/ 0 w 252"/>
                <a:gd name="T11" fmla="*/ 0 h 364"/>
                <a:gd name="T12" fmla="*/ 0 w 252"/>
                <a:gd name="T13" fmla="*/ 0 h 364"/>
                <a:gd name="T14" fmla="*/ 0 w 252"/>
                <a:gd name="T15" fmla="*/ 0 h 364"/>
                <a:gd name="T16" fmla="*/ 0 w 252"/>
                <a:gd name="T17" fmla="*/ 0 h 364"/>
                <a:gd name="T18" fmla="*/ 0 w 252"/>
                <a:gd name="T19" fmla="*/ 0 h 364"/>
                <a:gd name="T20" fmla="*/ 0 w 252"/>
                <a:gd name="T21" fmla="*/ 0 h 364"/>
                <a:gd name="T22" fmla="*/ 0 w 252"/>
                <a:gd name="T23" fmla="*/ 0 h 364"/>
                <a:gd name="T24" fmla="*/ 0 w 252"/>
                <a:gd name="T25" fmla="*/ 0 h 364"/>
                <a:gd name="T26" fmla="*/ 0 w 252"/>
                <a:gd name="T27" fmla="*/ 0 h 364"/>
                <a:gd name="T28" fmla="*/ 0 w 252"/>
                <a:gd name="T29" fmla="*/ 0 h 364"/>
                <a:gd name="T30" fmla="*/ 0 w 252"/>
                <a:gd name="T31" fmla="*/ 0 h 364"/>
                <a:gd name="T32" fmla="*/ 0 w 252"/>
                <a:gd name="T33" fmla="*/ 0 h 364"/>
                <a:gd name="T34" fmla="*/ 0 w 252"/>
                <a:gd name="T35" fmla="*/ 0 h 364"/>
                <a:gd name="T36" fmla="*/ 0 w 252"/>
                <a:gd name="T37" fmla="*/ 0 h 364"/>
                <a:gd name="T38" fmla="*/ 0 w 252"/>
                <a:gd name="T39" fmla="*/ 0 h 364"/>
                <a:gd name="T40" fmla="*/ 0 w 252"/>
                <a:gd name="T41" fmla="*/ 0 h 364"/>
                <a:gd name="T42" fmla="*/ 0 w 252"/>
                <a:gd name="T43" fmla="*/ 0 h 364"/>
                <a:gd name="T44" fmla="*/ 0 w 252"/>
                <a:gd name="T45" fmla="*/ 0 h 364"/>
                <a:gd name="T46" fmla="*/ 0 w 252"/>
                <a:gd name="T47" fmla="*/ 0 h 364"/>
                <a:gd name="T48" fmla="*/ 0 w 252"/>
                <a:gd name="T49" fmla="*/ 0 h 364"/>
                <a:gd name="T50" fmla="*/ 0 w 252"/>
                <a:gd name="T51" fmla="*/ 0 h 364"/>
                <a:gd name="T52" fmla="*/ 0 w 252"/>
                <a:gd name="T53" fmla="*/ 0 h 364"/>
                <a:gd name="T54" fmla="*/ 0 w 252"/>
                <a:gd name="T55" fmla="*/ 0 h 364"/>
                <a:gd name="T56" fmla="*/ 0 w 252"/>
                <a:gd name="T57" fmla="*/ 0 h 364"/>
                <a:gd name="T58" fmla="*/ 0 w 252"/>
                <a:gd name="T59" fmla="*/ 0 h 364"/>
                <a:gd name="T60" fmla="*/ 0 w 252"/>
                <a:gd name="T61" fmla="*/ 0 h 364"/>
                <a:gd name="T62" fmla="*/ 0 w 252"/>
                <a:gd name="T63" fmla="*/ 0 h 364"/>
                <a:gd name="T64" fmla="*/ 0 w 252"/>
                <a:gd name="T65" fmla="*/ 0 h 364"/>
                <a:gd name="T66" fmla="*/ 0 w 252"/>
                <a:gd name="T67" fmla="*/ 0 h 364"/>
                <a:gd name="T68" fmla="*/ 0 w 252"/>
                <a:gd name="T69" fmla="*/ 0 h 364"/>
                <a:gd name="T70" fmla="*/ 0 w 252"/>
                <a:gd name="T71" fmla="*/ 0 h 364"/>
                <a:gd name="T72" fmla="*/ 0 w 252"/>
                <a:gd name="T73" fmla="*/ 0 h 364"/>
                <a:gd name="T74" fmla="*/ 0 w 252"/>
                <a:gd name="T75" fmla="*/ 0 h 364"/>
                <a:gd name="T76" fmla="*/ 0 w 252"/>
                <a:gd name="T77" fmla="*/ 0 h 364"/>
                <a:gd name="T78" fmla="*/ 0 w 252"/>
                <a:gd name="T79" fmla="*/ 0 h 364"/>
                <a:gd name="T80" fmla="*/ 0 w 252"/>
                <a:gd name="T81" fmla="*/ 0 h 364"/>
                <a:gd name="T82" fmla="*/ 0 w 252"/>
                <a:gd name="T83" fmla="*/ 0 h 364"/>
                <a:gd name="T84" fmla="*/ 0 w 252"/>
                <a:gd name="T85" fmla="*/ 0 h 3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52"/>
                <a:gd name="T130" fmla="*/ 0 h 364"/>
                <a:gd name="T131" fmla="*/ 252 w 252"/>
                <a:gd name="T132" fmla="*/ 364 h 36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52" h="364">
                  <a:moveTo>
                    <a:pt x="0" y="181"/>
                  </a:moveTo>
                  <a:lnTo>
                    <a:pt x="0" y="170"/>
                  </a:lnTo>
                  <a:lnTo>
                    <a:pt x="4" y="149"/>
                  </a:lnTo>
                  <a:lnTo>
                    <a:pt x="4" y="142"/>
                  </a:lnTo>
                  <a:lnTo>
                    <a:pt x="4" y="129"/>
                  </a:lnTo>
                  <a:lnTo>
                    <a:pt x="8" y="115"/>
                  </a:lnTo>
                  <a:lnTo>
                    <a:pt x="11" y="103"/>
                  </a:lnTo>
                  <a:lnTo>
                    <a:pt x="16" y="93"/>
                  </a:lnTo>
                  <a:lnTo>
                    <a:pt x="20" y="81"/>
                  </a:lnTo>
                  <a:lnTo>
                    <a:pt x="29" y="71"/>
                  </a:lnTo>
                  <a:lnTo>
                    <a:pt x="38" y="58"/>
                  </a:lnTo>
                  <a:lnTo>
                    <a:pt x="42" y="48"/>
                  </a:lnTo>
                  <a:lnTo>
                    <a:pt x="46" y="38"/>
                  </a:lnTo>
                  <a:lnTo>
                    <a:pt x="54" y="33"/>
                  </a:lnTo>
                  <a:lnTo>
                    <a:pt x="62" y="30"/>
                  </a:lnTo>
                  <a:lnTo>
                    <a:pt x="74" y="18"/>
                  </a:lnTo>
                  <a:lnTo>
                    <a:pt x="78" y="17"/>
                  </a:lnTo>
                  <a:lnTo>
                    <a:pt x="88" y="12"/>
                  </a:lnTo>
                  <a:lnTo>
                    <a:pt x="97" y="4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26" y="0"/>
                  </a:lnTo>
                  <a:lnTo>
                    <a:pt x="133" y="0"/>
                  </a:lnTo>
                  <a:lnTo>
                    <a:pt x="146" y="0"/>
                  </a:lnTo>
                  <a:lnTo>
                    <a:pt x="153" y="0"/>
                  </a:lnTo>
                  <a:lnTo>
                    <a:pt x="161" y="4"/>
                  </a:lnTo>
                  <a:lnTo>
                    <a:pt x="167" y="12"/>
                  </a:lnTo>
                  <a:lnTo>
                    <a:pt x="184" y="18"/>
                  </a:lnTo>
                  <a:lnTo>
                    <a:pt x="185" y="22"/>
                  </a:lnTo>
                  <a:lnTo>
                    <a:pt x="194" y="30"/>
                  </a:lnTo>
                  <a:lnTo>
                    <a:pt x="199" y="35"/>
                  </a:lnTo>
                  <a:lnTo>
                    <a:pt x="212" y="40"/>
                  </a:lnTo>
                  <a:lnTo>
                    <a:pt x="215" y="56"/>
                  </a:lnTo>
                  <a:lnTo>
                    <a:pt x="223" y="63"/>
                  </a:lnTo>
                  <a:lnTo>
                    <a:pt x="230" y="79"/>
                  </a:lnTo>
                  <a:lnTo>
                    <a:pt x="238" y="84"/>
                  </a:lnTo>
                  <a:lnTo>
                    <a:pt x="242" y="97"/>
                  </a:lnTo>
                  <a:lnTo>
                    <a:pt x="245" y="111"/>
                  </a:lnTo>
                  <a:lnTo>
                    <a:pt x="252" y="119"/>
                  </a:lnTo>
                  <a:lnTo>
                    <a:pt x="252" y="135"/>
                  </a:lnTo>
                  <a:lnTo>
                    <a:pt x="252" y="149"/>
                  </a:lnTo>
                  <a:lnTo>
                    <a:pt x="252" y="160"/>
                  </a:lnTo>
                  <a:lnTo>
                    <a:pt x="252" y="178"/>
                  </a:lnTo>
                  <a:lnTo>
                    <a:pt x="252" y="185"/>
                  </a:lnTo>
                  <a:lnTo>
                    <a:pt x="252" y="201"/>
                  </a:lnTo>
                  <a:lnTo>
                    <a:pt x="252" y="218"/>
                  </a:lnTo>
                  <a:lnTo>
                    <a:pt x="252" y="224"/>
                  </a:lnTo>
                  <a:lnTo>
                    <a:pt x="252" y="234"/>
                  </a:lnTo>
                  <a:lnTo>
                    <a:pt x="245" y="252"/>
                  </a:lnTo>
                  <a:lnTo>
                    <a:pt x="242" y="264"/>
                  </a:lnTo>
                  <a:lnTo>
                    <a:pt x="238" y="278"/>
                  </a:lnTo>
                  <a:lnTo>
                    <a:pt x="230" y="288"/>
                  </a:lnTo>
                  <a:lnTo>
                    <a:pt x="223" y="297"/>
                  </a:lnTo>
                  <a:lnTo>
                    <a:pt x="215" y="307"/>
                  </a:lnTo>
                  <a:lnTo>
                    <a:pt x="212" y="315"/>
                  </a:lnTo>
                  <a:lnTo>
                    <a:pt x="199" y="326"/>
                  </a:lnTo>
                  <a:lnTo>
                    <a:pt x="194" y="330"/>
                  </a:lnTo>
                  <a:lnTo>
                    <a:pt x="185" y="335"/>
                  </a:lnTo>
                  <a:lnTo>
                    <a:pt x="184" y="345"/>
                  </a:lnTo>
                  <a:lnTo>
                    <a:pt x="167" y="346"/>
                  </a:lnTo>
                  <a:lnTo>
                    <a:pt x="161" y="355"/>
                  </a:lnTo>
                  <a:lnTo>
                    <a:pt x="153" y="363"/>
                  </a:lnTo>
                  <a:lnTo>
                    <a:pt x="146" y="363"/>
                  </a:lnTo>
                  <a:lnTo>
                    <a:pt x="133" y="364"/>
                  </a:lnTo>
                  <a:lnTo>
                    <a:pt x="126" y="364"/>
                  </a:lnTo>
                  <a:lnTo>
                    <a:pt x="113" y="364"/>
                  </a:lnTo>
                  <a:lnTo>
                    <a:pt x="105" y="363"/>
                  </a:lnTo>
                  <a:lnTo>
                    <a:pt x="97" y="355"/>
                  </a:lnTo>
                  <a:lnTo>
                    <a:pt x="88" y="351"/>
                  </a:lnTo>
                  <a:lnTo>
                    <a:pt x="78" y="346"/>
                  </a:lnTo>
                  <a:lnTo>
                    <a:pt x="74" y="338"/>
                  </a:lnTo>
                  <a:lnTo>
                    <a:pt x="62" y="335"/>
                  </a:lnTo>
                  <a:lnTo>
                    <a:pt x="54" y="330"/>
                  </a:lnTo>
                  <a:lnTo>
                    <a:pt x="46" y="318"/>
                  </a:lnTo>
                  <a:lnTo>
                    <a:pt x="42" y="310"/>
                  </a:lnTo>
                  <a:lnTo>
                    <a:pt x="38" y="300"/>
                  </a:lnTo>
                  <a:lnTo>
                    <a:pt x="29" y="292"/>
                  </a:lnTo>
                  <a:lnTo>
                    <a:pt x="20" y="278"/>
                  </a:lnTo>
                  <a:lnTo>
                    <a:pt x="16" y="270"/>
                  </a:lnTo>
                  <a:lnTo>
                    <a:pt x="11" y="260"/>
                  </a:lnTo>
                  <a:lnTo>
                    <a:pt x="8" y="244"/>
                  </a:lnTo>
                  <a:lnTo>
                    <a:pt x="4" y="229"/>
                  </a:lnTo>
                  <a:lnTo>
                    <a:pt x="4" y="221"/>
                  </a:lnTo>
                  <a:lnTo>
                    <a:pt x="4" y="208"/>
                  </a:lnTo>
                  <a:lnTo>
                    <a:pt x="0" y="193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6" name="Freeform 535">
              <a:extLst>
                <a:ext uri="{FF2B5EF4-FFF2-40B4-BE49-F238E27FC236}">
                  <a16:creationId xmlns:a16="http://schemas.microsoft.com/office/drawing/2014/main" id="{50A03F0D-E7DD-4E49-B35C-6C6FC445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992"/>
              <a:ext cx="26" cy="43"/>
            </a:xfrm>
            <a:custGeom>
              <a:avLst/>
              <a:gdLst>
                <a:gd name="T0" fmla="*/ 0 w 203"/>
                <a:gd name="T1" fmla="*/ 0 h 345"/>
                <a:gd name="T2" fmla="*/ 0 w 203"/>
                <a:gd name="T3" fmla="*/ 0 h 345"/>
                <a:gd name="T4" fmla="*/ 0 w 203"/>
                <a:gd name="T5" fmla="*/ 0 h 345"/>
                <a:gd name="T6" fmla="*/ 0 w 203"/>
                <a:gd name="T7" fmla="*/ 0 h 345"/>
                <a:gd name="T8" fmla="*/ 0 w 203"/>
                <a:gd name="T9" fmla="*/ 0 h 345"/>
                <a:gd name="T10" fmla="*/ 0 w 203"/>
                <a:gd name="T11" fmla="*/ 0 h 345"/>
                <a:gd name="T12" fmla="*/ 0 w 203"/>
                <a:gd name="T13" fmla="*/ 0 h 345"/>
                <a:gd name="T14" fmla="*/ 0 w 203"/>
                <a:gd name="T15" fmla="*/ 0 h 345"/>
                <a:gd name="T16" fmla="*/ 0 w 203"/>
                <a:gd name="T17" fmla="*/ 0 h 345"/>
                <a:gd name="T18" fmla="*/ 0 w 203"/>
                <a:gd name="T19" fmla="*/ 0 h 345"/>
                <a:gd name="T20" fmla="*/ 0 w 203"/>
                <a:gd name="T21" fmla="*/ 0 h 345"/>
                <a:gd name="T22" fmla="*/ 0 w 203"/>
                <a:gd name="T23" fmla="*/ 0 h 345"/>
                <a:gd name="T24" fmla="*/ 0 w 203"/>
                <a:gd name="T25" fmla="*/ 0 h 345"/>
                <a:gd name="T26" fmla="*/ 0 w 203"/>
                <a:gd name="T27" fmla="*/ 0 h 345"/>
                <a:gd name="T28" fmla="*/ 0 w 203"/>
                <a:gd name="T29" fmla="*/ 0 h 345"/>
                <a:gd name="T30" fmla="*/ 0 w 203"/>
                <a:gd name="T31" fmla="*/ 0 h 345"/>
                <a:gd name="T32" fmla="*/ 0 w 203"/>
                <a:gd name="T33" fmla="*/ 0 h 345"/>
                <a:gd name="T34" fmla="*/ 0 w 203"/>
                <a:gd name="T35" fmla="*/ 0 h 345"/>
                <a:gd name="T36" fmla="*/ 0 w 203"/>
                <a:gd name="T37" fmla="*/ 0 h 345"/>
                <a:gd name="T38" fmla="*/ 0 w 203"/>
                <a:gd name="T39" fmla="*/ 0 h 345"/>
                <a:gd name="T40" fmla="*/ 0 w 203"/>
                <a:gd name="T41" fmla="*/ 0 h 345"/>
                <a:gd name="T42" fmla="*/ 0 w 203"/>
                <a:gd name="T43" fmla="*/ 0 h 345"/>
                <a:gd name="T44" fmla="*/ 0 w 203"/>
                <a:gd name="T45" fmla="*/ 0 h 345"/>
                <a:gd name="T46" fmla="*/ 0 w 203"/>
                <a:gd name="T47" fmla="*/ 0 h 345"/>
                <a:gd name="T48" fmla="*/ 0 w 203"/>
                <a:gd name="T49" fmla="*/ 0 h 345"/>
                <a:gd name="T50" fmla="*/ 0 w 203"/>
                <a:gd name="T51" fmla="*/ 0 h 345"/>
                <a:gd name="T52" fmla="*/ 0 w 203"/>
                <a:gd name="T53" fmla="*/ 0 h 345"/>
                <a:gd name="T54" fmla="*/ 0 w 203"/>
                <a:gd name="T55" fmla="*/ 0 h 345"/>
                <a:gd name="T56" fmla="*/ 0 w 203"/>
                <a:gd name="T57" fmla="*/ 0 h 345"/>
                <a:gd name="T58" fmla="*/ 0 w 203"/>
                <a:gd name="T59" fmla="*/ 0 h 345"/>
                <a:gd name="T60" fmla="*/ 0 w 203"/>
                <a:gd name="T61" fmla="*/ 0 h 345"/>
                <a:gd name="T62" fmla="*/ 0 w 203"/>
                <a:gd name="T63" fmla="*/ 0 h 345"/>
                <a:gd name="T64" fmla="*/ 0 w 203"/>
                <a:gd name="T65" fmla="*/ 0 h 345"/>
                <a:gd name="T66" fmla="*/ 0 w 203"/>
                <a:gd name="T67" fmla="*/ 0 h 345"/>
                <a:gd name="T68" fmla="*/ 0 w 203"/>
                <a:gd name="T69" fmla="*/ 0 h 345"/>
                <a:gd name="T70" fmla="*/ 0 w 203"/>
                <a:gd name="T71" fmla="*/ 0 h 345"/>
                <a:gd name="T72" fmla="*/ 0 w 203"/>
                <a:gd name="T73" fmla="*/ 0 h 345"/>
                <a:gd name="T74" fmla="*/ 0 w 203"/>
                <a:gd name="T75" fmla="*/ 0 h 345"/>
                <a:gd name="T76" fmla="*/ 0 w 203"/>
                <a:gd name="T77" fmla="*/ 0 h 345"/>
                <a:gd name="T78" fmla="*/ 0 w 203"/>
                <a:gd name="T79" fmla="*/ 0 h 345"/>
                <a:gd name="T80" fmla="*/ 0 w 203"/>
                <a:gd name="T81" fmla="*/ 0 h 345"/>
                <a:gd name="T82" fmla="*/ 0 w 203"/>
                <a:gd name="T83" fmla="*/ 0 h 3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3"/>
                <a:gd name="T127" fmla="*/ 0 h 345"/>
                <a:gd name="T128" fmla="*/ 203 w 203"/>
                <a:gd name="T129" fmla="*/ 345 h 3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3" h="345">
                  <a:moveTo>
                    <a:pt x="0" y="153"/>
                  </a:moveTo>
                  <a:lnTo>
                    <a:pt x="6" y="143"/>
                  </a:lnTo>
                  <a:lnTo>
                    <a:pt x="9" y="132"/>
                  </a:lnTo>
                  <a:lnTo>
                    <a:pt x="12" y="115"/>
                  </a:lnTo>
                  <a:lnTo>
                    <a:pt x="16" y="105"/>
                  </a:lnTo>
                  <a:lnTo>
                    <a:pt x="22" y="95"/>
                  </a:lnTo>
                  <a:lnTo>
                    <a:pt x="26" y="85"/>
                  </a:lnTo>
                  <a:lnTo>
                    <a:pt x="26" y="73"/>
                  </a:lnTo>
                  <a:lnTo>
                    <a:pt x="34" y="65"/>
                  </a:lnTo>
                  <a:lnTo>
                    <a:pt x="44" y="51"/>
                  </a:lnTo>
                  <a:lnTo>
                    <a:pt x="49" y="41"/>
                  </a:lnTo>
                  <a:lnTo>
                    <a:pt x="54" y="33"/>
                  </a:lnTo>
                  <a:lnTo>
                    <a:pt x="62" y="31"/>
                  </a:lnTo>
                  <a:lnTo>
                    <a:pt x="67" y="23"/>
                  </a:lnTo>
                  <a:lnTo>
                    <a:pt x="78" y="13"/>
                  </a:lnTo>
                  <a:lnTo>
                    <a:pt x="85" y="10"/>
                  </a:lnTo>
                  <a:lnTo>
                    <a:pt x="93" y="8"/>
                  </a:lnTo>
                  <a:lnTo>
                    <a:pt x="100" y="5"/>
                  </a:lnTo>
                  <a:lnTo>
                    <a:pt x="106" y="5"/>
                  </a:lnTo>
                  <a:lnTo>
                    <a:pt x="116" y="0"/>
                  </a:lnTo>
                  <a:lnTo>
                    <a:pt x="123" y="0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41" y="8"/>
                  </a:lnTo>
                  <a:lnTo>
                    <a:pt x="154" y="10"/>
                  </a:lnTo>
                  <a:lnTo>
                    <a:pt x="163" y="13"/>
                  </a:lnTo>
                  <a:lnTo>
                    <a:pt x="167" y="23"/>
                  </a:lnTo>
                  <a:lnTo>
                    <a:pt x="169" y="27"/>
                  </a:lnTo>
                  <a:lnTo>
                    <a:pt x="175" y="33"/>
                  </a:lnTo>
                  <a:lnTo>
                    <a:pt x="179" y="41"/>
                  </a:lnTo>
                  <a:lnTo>
                    <a:pt x="187" y="49"/>
                  </a:lnTo>
                  <a:lnTo>
                    <a:pt x="192" y="61"/>
                  </a:lnTo>
                  <a:lnTo>
                    <a:pt x="195" y="73"/>
                  </a:lnTo>
                  <a:lnTo>
                    <a:pt x="199" y="79"/>
                  </a:lnTo>
                  <a:lnTo>
                    <a:pt x="199" y="91"/>
                  </a:lnTo>
                  <a:lnTo>
                    <a:pt x="199" y="105"/>
                  </a:lnTo>
                  <a:lnTo>
                    <a:pt x="203" y="115"/>
                  </a:lnTo>
                  <a:lnTo>
                    <a:pt x="203" y="127"/>
                  </a:lnTo>
                  <a:lnTo>
                    <a:pt x="203" y="143"/>
                  </a:lnTo>
                  <a:lnTo>
                    <a:pt x="203" y="152"/>
                  </a:lnTo>
                  <a:lnTo>
                    <a:pt x="203" y="168"/>
                  </a:lnTo>
                  <a:lnTo>
                    <a:pt x="199" y="178"/>
                  </a:lnTo>
                  <a:lnTo>
                    <a:pt x="199" y="194"/>
                  </a:lnTo>
                  <a:lnTo>
                    <a:pt x="199" y="204"/>
                  </a:lnTo>
                  <a:lnTo>
                    <a:pt x="195" y="214"/>
                  </a:lnTo>
                  <a:lnTo>
                    <a:pt x="192" y="230"/>
                  </a:lnTo>
                  <a:lnTo>
                    <a:pt x="192" y="240"/>
                  </a:lnTo>
                  <a:lnTo>
                    <a:pt x="184" y="257"/>
                  </a:lnTo>
                  <a:lnTo>
                    <a:pt x="179" y="264"/>
                  </a:lnTo>
                  <a:lnTo>
                    <a:pt x="171" y="277"/>
                  </a:lnTo>
                  <a:lnTo>
                    <a:pt x="169" y="288"/>
                  </a:lnTo>
                  <a:lnTo>
                    <a:pt x="167" y="297"/>
                  </a:lnTo>
                  <a:lnTo>
                    <a:pt x="159" y="305"/>
                  </a:lnTo>
                  <a:lnTo>
                    <a:pt x="145" y="313"/>
                  </a:lnTo>
                  <a:lnTo>
                    <a:pt x="136" y="318"/>
                  </a:lnTo>
                  <a:lnTo>
                    <a:pt x="129" y="327"/>
                  </a:lnTo>
                  <a:lnTo>
                    <a:pt x="125" y="333"/>
                  </a:lnTo>
                  <a:lnTo>
                    <a:pt x="118" y="336"/>
                  </a:lnTo>
                  <a:lnTo>
                    <a:pt x="111" y="343"/>
                  </a:lnTo>
                  <a:lnTo>
                    <a:pt x="105" y="345"/>
                  </a:lnTo>
                  <a:lnTo>
                    <a:pt x="97" y="345"/>
                  </a:lnTo>
                  <a:lnTo>
                    <a:pt x="93" y="345"/>
                  </a:lnTo>
                  <a:lnTo>
                    <a:pt x="82" y="345"/>
                  </a:lnTo>
                  <a:lnTo>
                    <a:pt x="70" y="345"/>
                  </a:lnTo>
                  <a:lnTo>
                    <a:pt x="67" y="345"/>
                  </a:lnTo>
                  <a:lnTo>
                    <a:pt x="62" y="343"/>
                  </a:lnTo>
                  <a:lnTo>
                    <a:pt x="50" y="336"/>
                  </a:lnTo>
                  <a:lnTo>
                    <a:pt x="44" y="329"/>
                  </a:lnTo>
                  <a:lnTo>
                    <a:pt x="42" y="323"/>
                  </a:lnTo>
                  <a:lnTo>
                    <a:pt x="30" y="318"/>
                  </a:lnTo>
                  <a:lnTo>
                    <a:pt x="26" y="313"/>
                  </a:lnTo>
                  <a:lnTo>
                    <a:pt x="22" y="300"/>
                  </a:lnTo>
                  <a:lnTo>
                    <a:pt x="19" y="293"/>
                  </a:lnTo>
                  <a:lnTo>
                    <a:pt x="16" y="285"/>
                  </a:lnTo>
                  <a:lnTo>
                    <a:pt x="12" y="275"/>
                  </a:lnTo>
                  <a:lnTo>
                    <a:pt x="6" y="264"/>
                  </a:lnTo>
                  <a:lnTo>
                    <a:pt x="6" y="254"/>
                  </a:lnTo>
                  <a:lnTo>
                    <a:pt x="0" y="236"/>
                  </a:lnTo>
                  <a:lnTo>
                    <a:pt x="0" y="226"/>
                  </a:lnTo>
                  <a:lnTo>
                    <a:pt x="0" y="214"/>
                  </a:lnTo>
                  <a:lnTo>
                    <a:pt x="0" y="202"/>
                  </a:lnTo>
                  <a:lnTo>
                    <a:pt x="0" y="190"/>
                  </a:lnTo>
                  <a:lnTo>
                    <a:pt x="0" y="178"/>
                  </a:lnTo>
                  <a:lnTo>
                    <a:pt x="0" y="163"/>
                  </a:lnTo>
                  <a:lnTo>
                    <a:pt x="0" y="15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7" name="Freeform 536">
              <a:extLst>
                <a:ext uri="{FF2B5EF4-FFF2-40B4-BE49-F238E27FC236}">
                  <a16:creationId xmlns:a16="http://schemas.microsoft.com/office/drawing/2014/main" id="{4B31639A-8F40-9B47-983B-82A5973E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921"/>
              <a:ext cx="235" cy="225"/>
            </a:xfrm>
            <a:custGeom>
              <a:avLst/>
              <a:gdLst>
                <a:gd name="T0" fmla="*/ 0 w 1876"/>
                <a:gd name="T1" fmla="*/ 0 h 1796"/>
                <a:gd name="T2" fmla="*/ 0 w 1876"/>
                <a:gd name="T3" fmla="*/ 0 h 1796"/>
                <a:gd name="T4" fmla="*/ 0 w 1876"/>
                <a:gd name="T5" fmla="*/ 0 h 1796"/>
                <a:gd name="T6" fmla="*/ 0 w 1876"/>
                <a:gd name="T7" fmla="*/ 0 h 1796"/>
                <a:gd name="T8" fmla="*/ 0 w 1876"/>
                <a:gd name="T9" fmla="*/ 0 h 1796"/>
                <a:gd name="T10" fmla="*/ 0 w 1876"/>
                <a:gd name="T11" fmla="*/ 0 h 1796"/>
                <a:gd name="T12" fmla="*/ 0 w 1876"/>
                <a:gd name="T13" fmla="*/ 0 h 1796"/>
                <a:gd name="T14" fmla="*/ 0 w 1876"/>
                <a:gd name="T15" fmla="*/ 0 h 1796"/>
                <a:gd name="T16" fmla="*/ 0 w 1876"/>
                <a:gd name="T17" fmla="*/ 0 h 1796"/>
                <a:gd name="T18" fmla="*/ 0 w 1876"/>
                <a:gd name="T19" fmla="*/ 0 h 1796"/>
                <a:gd name="T20" fmla="*/ 0 w 1876"/>
                <a:gd name="T21" fmla="*/ 0 h 1796"/>
                <a:gd name="T22" fmla="*/ 0 w 1876"/>
                <a:gd name="T23" fmla="*/ 0 h 1796"/>
                <a:gd name="T24" fmla="*/ 0 w 1876"/>
                <a:gd name="T25" fmla="*/ 0 h 1796"/>
                <a:gd name="T26" fmla="*/ 0 w 1876"/>
                <a:gd name="T27" fmla="*/ 0 h 1796"/>
                <a:gd name="T28" fmla="*/ 0 w 1876"/>
                <a:gd name="T29" fmla="*/ 0 h 1796"/>
                <a:gd name="T30" fmla="*/ 0 w 1876"/>
                <a:gd name="T31" fmla="*/ 0 h 1796"/>
                <a:gd name="T32" fmla="*/ 0 w 1876"/>
                <a:gd name="T33" fmla="*/ 0 h 1796"/>
                <a:gd name="T34" fmla="*/ 0 w 1876"/>
                <a:gd name="T35" fmla="*/ 0 h 1796"/>
                <a:gd name="T36" fmla="*/ 0 w 1876"/>
                <a:gd name="T37" fmla="*/ 0 h 1796"/>
                <a:gd name="T38" fmla="*/ 0 w 1876"/>
                <a:gd name="T39" fmla="*/ 0 h 1796"/>
                <a:gd name="T40" fmla="*/ 0 w 1876"/>
                <a:gd name="T41" fmla="*/ 0 h 1796"/>
                <a:gd name="T42" fmla="*/ 0 w 1876"/>
                <a:gd name="T43" fmla="*/ 0 h 1796"/>
                <a:gd name="T44" fmla="*/ 0 w 1876"/>
                <a:gd name="T45" fmla="*/ 0 h 1796"/>
                <a:gd name="T46" fmla="*/ 0 w 1876"/>
                <a:gd name="T47" fmla="*/ 0 h 1796"/>
                <a:gd name="T48" fmla="*/ 0 w 1876"/>
                <a:gd name="T49" fmla="*/ 0 h 1796"/>
                <a:gd name="T50" fmla="*/ 0 w 1876"/>
                <a:gd name="T51" fmla="*/ 0 h 1796"/>
                <a:gd name="T52" fmla="*/ 0 w 1876"/>
                <a:gd name="T53" fmla="*/ 0 h 1796"/>
                <a:gd name="T54" fmla="*/ 0 w 1876"/>
                <a:gd name="T55" fmla="*/ 0 h 1796"/>
                <a:gd name="T56" fmla="*/ 0 w 1876"/>
                <a:gd name="T57" fmla="*/ 0 h 1796"/>
                <a:gd name="T58" fmla="*/ 0 w 1876"/>
                <a:gd name="T59" fmla="*/ 0 h 1796"/>
                <a:gd name="T60" fmla="*/ 0 w 1876"/>
                <a:gd name="T61" fmla="*/ 0 h 1796"/>
                <a:gd name="T62" fmla="*/ 0 w 1876"/>
                <a:gd name="T63" fmla="*/ 0 h 1796"/>
                <a:gd name="T64" fmla="*/ 0 w 1876"/>
                <a:gd name="T65" fmla="*/ 0 h 1796"/>
                <a:gd name="T66" fmla="*/ 0 w 1876"/>
                <a:gd name="T67" fmla="*/ 0 h 1796"/>
                <a:gd name="T68" fmla="*/ 0 w 1876"/>
                <a:gd name="T69" fmla="*/ 0 h 1796"/>
                <a:gd name="T70" fmla="*/ 0 w 1876"/>
                <a:gd name="T71" fmla="*/ 0 h 1796"/>
                <a:gd name="T72" fmla="*/ 0 w 1876"/>
                <a:gd name="T73" fmla="*/ 0 h 1796"/>
                <a:gd name="T74" fmla="*/ 0 w 1876"/>
                <a:gd name="T75" fmla="*/ 0 h 1796"/>
                <a:gd name="T76" fmla="*/ 0 w 1876"/>
                <a:gd name="T77" fmla="*/ 0 h 1796"/>
                <a:gd name="T78" fmla="*/ 0 w 1876"/>
                <a:gd name="T79" fmla="*/ 0 h 1796"/>
                <a:gd name="T80" fmla="*/ 0 w 1876"/>
                <a:gd name="T81" fmla="*/ 0 h 1796"/>
                <a:gd name="T82" fmla="*/ 0 w 1876"/>
                <a:gd name="T83" fmla="*/ 0 h 1796"/>
                <a:gd name="T84" fmla="*/ 0 w 1876"/>
                <a:gd name="T85" fmla="*/ 0 h 1796"/>
                <a:gd name="T86" fmla="*/ 0 w 1876"/>
                <a:gd name="T87" fmla="*/ 0 h 1796"/>
                <a:gd name="T88" fmla="*/ 0 w 1876"/>
                <a:gd name="T89" fmla="*/ 0 h 1796"/>
                <a:gd name="T90" fmla="*/ 0 w 1876"/>
                <a:gd name="T91" fmla="*/ 0 h 1796"/>
                <a:gd name="T92" fmla="*/ 0 w 1876"/>
                <a:gd name="T93" fmla="*/ 0 h 1796"/>
                <a:gd name="T94" fmla="*/ 0 w 1876"/>
                <a:gd name="T95" fmla="*/ 0 h 1796"/>
                <a:gd name="T96" fmla="*/ 0 w 1876"/>
                <a:gd name="T97" fmla="*/ 0 h 1796"/>
                <a:gd name="T98" fmla="*/ 0 w 1876"/>
                <a:gd name="T99" fmla="*/ 0 h 1796"/>
                <a:gd name="T100" fmla="*/ 0 w 1876"/>
                <a:gd name="T101" fmla="*/ 0 h 1796"/>
                <a:gd name="T102" fmla="*/ 0 w 1876"/>
                <a:gd name="T103" fmla="*/ 0 h 1796"/>
                <a:gd name="T104" fmla="*/ 0 w 1876"/>
                <a:gd name="T105" fmla="*/ 0 h 1796"/>
                <a:gd name="T106" fmla="*/ 0 w 1876"/>
                <a:gd name="T107" fmla="*/ 0 h 179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76"/>
                <a:gd name="T163" fmla="*/ 0 h 1796"/>
                <a:gd name="T164" fmla="*/ 1876 w 1876"/>
                <a:gd name="T165" fmla="*/ 1796 h 179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76" h="1796">
                  <a:moveTo>
                    <a:pt x="547" y="378"/>
                  </a:moveTo>
                  <a:lnTo>
                    <a:pt x="626" y="333"/>
                  </a:lnTo>
                  <a:lnTo>
                    <a:pt x="626" y="460"/>
                  </a:lnTo>
                  <a:lnTo>
                    <a:pt x="725" y="709"/>
                  </a:lnTo>
                  <a:lnTo>
                    <a:pt x="870" y="801"/>
                  </a:lnTo>
                  <a:lnTo>
                    <a:pt x="828" y="636"/>
                  </a:lnTo>
                  <a:lnTo>
                    <a:pt x="983" y="890"/>
                  </a:lnTo>
                  <a:lnTo>
                    <a:pt x="1001" y="781"/>
                  </a:lnTo>
                  <a:lnTo>
                    <a:pt x="1039" y="890"/>
                  </a:lnTo>
                  <a:lnTo>
                    <a:pt x="1084" y="847"/>
                  </a:lnTo>
                  <a:lnTo>
                    <a:pt x="1133" y="916"/>
                  </a:lnTo>
                  <a:lnTo>
                    <a:pt x="1017" y="964"/>
                  </a:lnTo>
                  <a:lnTo>
                    <a:pt x="906" y="1154"/>
                  </a:lnTo>
                  <a:lnTo>
                    <a:pt x="924" y="1244"/>
                  </a:lnTo>
                  <a:lnTo>
                    <a:pt x="899" y="1289"/>
                  </a:lnTo>
                  <a:lnTo>
                    <a:pt x="937" y="1434"/>
                  </a:lnTo>
                  <a:lnTo>
                    <a:pt x="550" y="1732"/>
                  </a:lnTo>
                  <a:lnTo>
                    <a:pt x="178" y="1732"/>
                  </a:lnTo>
                  <a:lnTo>
                    <a:pt x="0" y="1679"/>
                  </a:lnTo>
                  <a:lnTo>
                    <a:pt x="163" y="1748"/>
                  </a:lnTo>
                  <a:lnTo>
                    <a:pt x="606" y="1796"/>
                  </a:lnTo>
                  <a:lnTo>
                    <a:pt x="836" y="1717"/>
                  </a:lnTo>
                  <a:lnTo>
                    <a:pt x="769" y="1679"/>
                  </a:lnTo>
                  <a:lnTo>
                    <a:pt x="945" y="1534"/>
                  </a:lnTo>
                  <a:lnTo>
                    <a:pt x="955" y="1575"/>
                  </a:lnTo>
                  <a:lnTo>
                    <a:pt x="866" y="1639"/>
                  </a:lnTo>
                  <a:lnTo>
                    <a:pt x="870" y="1651"/>
                  </a:lnTo>
                  <a:lnTo>
                    <a:pt x="937" y="1617"/>
                  </a:lnTo>
                  <a:lnTo>
                    <a:pt x="981" y="1651"/>
                  </a:lnTo>
                  <a:lnTo>
                    <a:pt x="1011" y="1607"/>
                  </a:lnTo>
                  <a:lnTo>
                    <a:pt x="998" y="1534"/>
                  </a:lnTo>
                  <a:lnTo>
                    <a:pt x="1023" y="1513"/>
                  </a:lnTo>
                  <a:lnTo>
                    <a:pt x="1064" y="1589"/>
                  </a:lnTo>
                  <a:lnTo>
                    <a:pt x="991" y="1694"/>
                  </a:lnTo>
                  <a:lnTo>
                    <a:pt x="1094" y="1607"/>
                  </a:lnTo>
                  <a:lnTo>
                    <a:pt x="1102" y="1529"/>
                  </a:lnTo>
                  <a:lnTo>
                    <a:pt x="1172" y="1583"/>
                  </a:lnTo>
                  <a:lnTo>
                    <a:pt x="1136" y="1651"/>
                  </a:lnTo>
                  <a:lnTo>
                    <a:pt x="981" y="1740"/>
                  </a:lnTo>
                  <a:lnTo>
                    <a:pt x="1153" y="1735"/>
                  </a:lnTo>
                  <a:lnTo>
                    <a:pt x="1194" y="1702"/>
                  </a:lnTo>
                  <a:lnTo>
                    <a:pt x="1293" y="1735"/>
                  </a:lnTo>
                  <a:lnTo>
                    <a:pt x="1403" y="1658"/>
                  </a:lnTo>
                  <a:lnTo>
                    <a:pt x="1403" y="1549"/>
                  </a:lnTo>
                  <a:lnTo>
                    <a:pt x="1716" y="1399"/>
                  </a:lnTo>
                  <a:lnTo>
                    <a:pt x="1868" y="1075"/>
                  </a:lnTo>
                  <a:lnTo>
                    <a:pt x="1876" y="748"/>
                  </a:lnTo>
                  <a:lnTo>
                    <a:pt x="1723" y="412"/>
                  </a:lnTo>
                  <a:lnTo>
                    <a:pt x="1469" y="265"/>
                  </a:lnTo>
                  <a:lnTo>
                    <a:pt x="1380" y="150"/>
                  </a:lnTo>
                  <a:lnTo>
                    <a:pt x="1064" y="130"/>
                  </a:lnTo>
                  <a:lnTo>
                    <a:pt x="882" y="0"/>
                  </a:lnTo>
                  <a:lnTo>
                    <a:pt x="677" y="42"/>
                  </a:lnTo>
                  <a:lnTo>
                    <a:pt x="547" y="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8" name="Freeform 537">
              <a:extLst>
                <a:ext uri="{FF2B5EF4-FFF2-40B4-BE49-F238E27FC236}">
                  <a16:creationId xmlns:a16="http://schemas.microsoft.com/office/drawing/2014/main" id="{B1E5CD38-74F7-2D4E-9DA2-E75EFD64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139"/>
              <a:ext cx="79" cy="28"/>
            </a:xfrm>
            <a:custGeom>
              <a:avLst/>
              <a:gdLst>
                <a:gd name="T0" fmla="*/ 0 w 633"/>
                <a:gd name="T1" fmla="*/ 0 h 217"/>
                <a:gd name="T2" fmla="*/ 0 w 633"/>
                <a:gd name="T3" fmla="*/ 0 h 217"/>
                <a:gd name="T4" fmla="*/ 0 w 633"/>
                <a:gd name="T5" fmla="*/ 0 h 217"/>
                <a:gd name="T6" fmla="*/ 0 w 633"/>
                <a:gd name="T7" fmla="*/ 0 h 217"/>
                <a:gd name="T8" fmla="*/ 0 w 633"/>
                <a:gd name="T9" fmla="*/ 0 h 217"/>
                <a:gd name="T10" fmla="*/ 0 w 633"/>
                <a:gd name="T11" fmla="*/ 0 h 217"/>
                <a:gd name="T12" fmla="*/ 0 w 633"/>
                <a:gd name="T13" fmla="*/ 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3"/>
                <a:gd name="T22" fmla="*/ 0 h 217"/>
                <a:gd name="T23" fmla="*/ 633 w 633"/>
                <a:gd name="T24" fmla="*/ 217 h 2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3" h="217">
                  <a:moveTo>
                    <a:pt x="72" y="0"/>
                  </a:moveTo>
                  <a:lnTo>
                    <a:pt x="151" y="189"/>
                  </a:lnTo>
                  <a:lnTo>
                    <a:pt x="633" y="98"/>
                  </a:lnTo>
                  <a:lnTo>
                    <a:pt x="462" y="166"/>
                  </a:lnTo>
                  <a:lnTo>
                    <a:pt x="141" y="217"/>
                  </a:lnTo>
                  <a:lnTo>
                    <a:pt x="0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89" name="Freeform 538">
              <a:extLst>
                <a:ext uri="{FF2B5EF4-FFF2-40B4-BE49-F238E27FC236}">
                  <a16:creationId xmlns:a16="http://schemas.microsoft.com/office/drawing/2014/main" id="{7D250709-3893-ED47-AA0C-B4044D143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713"/>
              <a:ext cx="44" cy="44"/>
            </a:xfrm>
            <a:custGeom>
              <a:avLst/>
              <a:gdLst>
                <a:gd name="T0" fmla="*/ 0 w 356"/>
                <a:gd name="T1" fmla="*/ 0 h 358"/>
                <a:gd name="T2" fmla="*/ 0 w 356"/>
                <a:gd name="T3" fmla="*/ 0 h 358"/>
                <a:gd name="T4" fmla="*/ 0 w 356"/>
                <a:gd name="T5" fmla="*/ 0 h 358"/>
                <a:gd name="T6" fmla="*/ 0 w 356"/>
                <a:gd name="T7" fmla="*/ 0 h 358"/>
                <a:gd name="T8" fmla="*/ 0 w 356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58"/>
                <a:gd name="T17" fmla="*/ 356 w 356"/>
                <a:gd name="T18" fmla="*/ 358 h 3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58">
                  <a:moveTo>
                    <a:pt x="140" y="0"/>
                  </a:moveTo>
                  <a:lnTo>
                    <a:pt x="356" y="222"/>
                  </a:lnTo>
                  <a:lnTo>
                    <a:pt x="245" y="358"/>
                  </a:lnTo>
                  <a:lnTo>
                    <a:pt x="0" y="18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0" name="Freeform 539">
              <a:extLst>
                <a:ext uri="{FF2B5EF4-FFF2-40B4-BE49-F238E27FC236}">
                  <a16:creationId xmlns:a16="http://schemas.microsoft.com/office/drawing/2014/main" id="{60B03DD7-1CDC-6842-8E2B-21DB29EC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107"/>
              <a:ext cx="44" cy="45"/>
            </a:xfrm>
            <a:custGeom>
              <a:avLst/>
              <a:gdLst>
                <a:gd name="T0" fmla="*/ 0 w 352"/>
                <a:gd name="T1" fmla="*/ 0 h 359"/>
                <a:gd name="T2" fmla="*/ 0 w 352"/>
                <a:gd name="T3" fmla="*/ 0 h 359"/>
                <a:gd name="T4" fmla="*/ 0 w 352"/>
                <a:gd name="T5" fmla="*/ 0 h 359"/>
                <a:gd name="T6" fmla="*/ 0 w 352"/>
                <a:gd name="T7" fmla="*/ 0 h 359"/>
                <a:gd name="T8" fmla="*/ 0 w 352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2"/>
                <a:gd name="T16" fmla="*/ 0 h 359"/>
                <a:gd name="T17" fmla="*/ 352 w 352"/>
                <a:gd name="T18" fmla="*/ 359 h 3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2" h="359">
                  <a:moveTo>
                    <a:pt x="143" y="0"/>
                  </a:moveTo>
                  <a:lnTo>
                    <a:pt x="352" y="230"/>
                  </a:lnTo>
                  <a:lnTo>
                    <a:pt x="245" y="359"/>
                  </a:lnTo>
                  <a:lnTo>
                    <a:pt x="0" y="18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1" name="Line 540">
              <a:extLst>
                <a:ext uri="{FF2B5EF4-FFF2-40B4-BE49-F238E27FC236}">
                  <a16:creationId xmlns:a16="http://schemas.microsoft.com/office/drawing/2014/main" id="{FA11105A-C2E5-A048-A373-44CA19DC5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6" y="1740"/>
              <a:ext cx="500" cy="66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2" name="Freeform 541">
              <a:extLst>
                <a:ext uri="{FF2B5EF4-FFF2-40B4-BE49-F238E27FC236}">
                  <a16:creationId xmlns:a16="http://schemas.microsoft.com/office/drawing/2014/main" id="{FB304B27-8736-9D48-937C-CD01089D8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277"/>
              <a:ext cx="225" cy="225"/>
            </a:xfrm>
            <a:custGeom>
              <a:avLst/>
              <a:gdLst>
                <a:gd name="T0" fmla="*/ 0 w 1803"/>
                <a:gd name="T1" fmla="*/ 0 h 1804"/>
                <a:gd name="T2" fmla="*/ 0 w 1803"/>
                <a:gd name="T3" fmla="*/ 0 h 1804"/>
                <a:gd name="T4" fmla="*/ 0 w 1803"/>
                <a:gd name="T5" fmla="*/ 0 h 1804"/>
                <a:gd name="T6" fmla="*/ 0 w 1803"/>
                <a:gd name="T7" fmla="*/ 0 h 1804"/>
                <a:gd name="T8" fmla="*/ 0 w 1803"/>
                <a:gd name="T9" fmla="*/ 0 h 1804"/>
                <a:gd name="T10" fmla="*/ 0 w 1803"/>
                <a:gd name="T11" fmla="*/ 0 h 1804"/>
                <a:gd name="T12" fmla="*/ 0 w 1803"/>
                <a:gd name="T13" fmla="*/ 0 h 1804"/>
                <a:gd name="T14" fmla="*/ 0 w 1803"/>
                <a:gd name="T15" fmla="*/ 0 h 1804"/>
                <a:gd name="T16" fmla="*/ 0 w 1803"/>
                <a:gd name="T17" fmla="*/ 0 h 1804"/>
                <a:gd name="T18" fmla="*/ 0 w 1803"/>
                <a:gd name="T19" fmla="*/ 0 h 1804"/>
                <a:gd name="T20" fmla="*/ 0 w 1803"/>
                <a:gd name="T21" fmla="*/ 0 h 1804"/>
                <a:gd name="T22" fmla="*/ 0 w 1803"/>
                <a:gd name="T23" fmla="*/ 0 h 1804"/>
                <a:gd name="T24" fmla="*/ 0 w 1803"/>
                <a:gd name="T25" fmla="*/ 0 h 1804"/>
                <a:gd name="T26" fmla="*/ 0 w 1803"/>
                <a:gd name="T27" fmla="*/ 0 h 1804"/>
                <a:gd name="T28" fmla="*/ 0 w 1803"/>
                <a:gd name="T29" fmla="*/ 0 h 1804"/>
                <a:gd name="T30" fmla="*/ 0 w 1803"/>
                <a:gd name="T31" fmla="*/ 0 h 1804"/>
                <a:gd name="T32" fmla="*/ 0 w 1803"/>
                <a:gd name="T33" fmla="*/ 0 h 1804"/>
                <a:gd name="T34" fmla="*/ 0 w 1803"/>
                <a:gd name="T35" fmla="*/ 0 h 1804"/>
                <a:gd name="T36" fmla="*/ 0 w 1803"/>
                <a:gd name="T37" fmla="*/ 0 h 1804"/>
                <a:gd name="T38" fmla="*/ 0 w 1803"/>
                <a:gd name="T39" fmla="*/ 0 h 1804"/>
                <a:gd name="T40" fmla="*/ 0 w 1803"/>
                <a:gd name="T41" fmla="*/ 0 h 1804"/>
                <a:gd name="T42" fmla="*/ 0 w 1803"/>
                <a:gd name="T43" fmla="*/ 0 h 1804"/>
                <a:gd name="T44" fmla="*/ 0 w 1803"/>
                <a:gd name="T45" fmla="*/ 0 h 1804"/>
                <a:gd name="T46" fmla="*/ 0 w 1803"/>
                <a:gd name="T47" fmla="*/ 0 h 1804"/>
                <a:gd name="T48" fmla="*/ 0 w 1803"/>
                <a:gd name="T49" fmla="*/ 0 h 1804"/>
                <a:gd name="T50" fmla="*/ 0 w 1803"/>
                <a:gd name="T51" fmla="*/ 0 h 1804"/>
                <a:gd name="T52" fmla="*/ 0 w 1803"/>
                <a:gd name="T53" fmla="*/ 0 h 1804"/>
                <a:gd name="T54" fmla="*/ 0 w 1803"/>
                <a:gd name="T55" fmla="*/ 0 h 1804"/>
                <a:gd name="T56" fmla="*/ 0 w 1803"/>
                <a:gd name="T57" fmla="*/ 0 h 1804"/>
                <a:gd name="T58" fmla="*/ 0 w 1803"/>
                <a:gd name="T59" fmla="*/ 0 h 1804"/>
                <a:gd name="T60" fmla="*/ 0 w 1803"/>
                <a:gd name="T61" fmla="*/ 0 h 1804"/>
                <a:gd name="T62" fmla="*/ 0 w 1803"/>
                <a:gd name="T63" fmla="*/ 0 h 1804"/>
                <a:gd name="T64" fmla="*/ 0 w 1803"/>
                <a:gd name="T65" fmla="*/ 0 h 1804"/>
                <a:gd name="T66" fmla="*/ 0 w 1803"/>
                <a:gd name="T67" fmla="*/ 0 h 1804"/>
                <a:gd name="T68" fmla="*/ 0 w 1803"/>
                <a:gd name="T69" fmla="*/ 0 h 1804"/>
                <a:gd name="T70" fmla="*/ 0 w 1803"/>
                <a:gd name="T71" fmla="*/ 0 h 18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03"/>
                <a:gd name="T109" fmla="*/ 0 h 1804"/>
                <a:gd name="T110" fmla="*/ 1803 w 1803"/>
                <a:gd name="T111" fmla="*/ 1804 h 180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03" h="1804">
                  <a:moveTo>
                    <a:pt x="0" y="903"/>
                  </a:moveTo>
                  <a:lnTo>
                    <a:pt x="3" y="822"/>
                  </a:lnTo>
                  <a:lnTo>
                    <a:pt x="12" y="746"/>
                  </a:lnTo>
                  <a:lnTo>
                    <a:pt x="25" y="671"/>
                  </a:lnTo>
                  <a:lnTo>
                    <a:pt x="54" y="596"/>
                  </a:lnTo>
                  <a:lnTo>
                    <a:pt x="86" y="522"/>
                  </a:lnTo>
                  <a:lnTo>
                    <a:pt x="119" y="451"/>
                  </a:lnTo>
                  <a:lnTo>
                    <a:pt x="165" y="385"/>
                  </a:lnTo>
                  <a:lnTo>
                    <a:pt x="211" y="324"/>
                  </a:lnTo>
                  <a:lnTo>
                    <a:pt x="265" y="267"/>
                  </a:lnTo>
                  <a:lnTo>
                    <a:pt x="320" y="212"/>
                  </a:lnTo>
                  <a:lnTo>
                    <a:pt x="382" y="163"/>
                  </a:lnTo>
                  <a:lnTo>
                    <a:pt x="451" y="122"/>
                  </a:lnTo>
                  <a:lnTo>
                    <a:pt x="519" y="87"/>
                  </a:lnTo>
                  <a:lnTo>
                    <a:pt x="594" y="53"/>
                  </a:lnTo>
                  <a:lnTo>
                    <a:pt x="669" y="33"/>
                  </a:lnTo>
                  <a:lnTo>
                    <a:pt x="749" y="10"/>
                  </a:lnTo>
                  <a:lnTo>
                    <a:pt x="828" y="5"/>
                  </a:lnTo>
                  <a:lnTo>
                    <a:pt x="906" y="0"/>
                  </a:lnTo>
                  <a:lnTo>
                    <a:pt x="980" y="5"/>
                  </a:lnTo>
                  <a:lnTo>
                    <a:pt x="1059" y="10"/>
                  </a:lnTo>
                  <a:lnTo>
                    <a:pt x="1138" y="34"/>
                  </a:lnTo>
                  <a:lnTo>
                    <a:pt x="1215" y="56"/>
                  </a:lnTo>
                  <a:lnTo>
                    <a:pt x="1286" y="87"/>
                  </a:lnTo>
                  <a:lnTo>
                    <a:pt x="1356" y="125"/>
                  </a:lnTo>
                  <a:lnTo>
                    <a:pt x="1426" y="168"/>
                  </a:lnTo>
                  <a:lnTo>
                    <a:pt x="1485" y="222"/>
                  </a:lnTo>
                  <a:lnTo>
                    <a:pt x="1540" y="270"/>
                  </a:lnTo>
                  <a:lnTo>
                    <a:pt x="1596" y="326"/>
                  </a:lnTo>
                  <a:lnTo>
                    <a:pt x="1642" y="393"/>
                  </a:lnTo>
                  <a:lnTo>
                    <a:pt x="1683" y="460"/>
                  </a:lnTo>
                  <a:lnTo>
                    <a:pt x="1721" y="522"/>
                  </a:lnTo>
                  <a:lnTo>
                    <a:pt x="1751" y="601"/>
                  </a:lnTo>
                  <a:lnTo>
                    <a:pt x="1775" y="677"/>
                  </a:lnTo>
                  <a:lnTo>
                    <a:pt x="1790" y="754"/>
                  </a:lnTo>
                  <a:lnTo>
                    <a:pt x="1803" y="832"/>
                  </a:lnTo>
                  <a:lnTo>
                    <a:pt x="1803" y="911"/>
                  </a:lnTo>
                  <a:lnTo>
                    <a:pt x="1800" y="990"/>
                  </a:lnTo>
                  <a:lnTo>
                    <a:pt x="1785" y="1069"/>
                  </a:lnTo>
                  <a:lnTo>
                    <a:pt x="1769" y="1147"/>
                  </a:lnTo>
                  <a:lnTo>
                    <a:pt x="1743" y="1221"/>
                  </a:lnTo>
                  <a:lnTo>
                    <a:pt x="1716" y="1293"/>
                  </a:lnTo>
                  <a:lnTo>
                    <a:pt x="1675" y="1360"/>
                  </a:lnTo>
                  <a:lnTo>
                    <a:pt x="1638" y="1435"/>
                  </a:lnTo>
                  <a:lnTo>
                    <a:pt x="1589" y="1491"/>
                  </a:lnTo>
                  <a:lnTo>
                    <a:pt x="1533" y="1545"/>
                  </a:lnTo>
                  <a:lnTo>
                    <a:pt x="1471" y="1601"/>
                  </a:lnTo>
                  <a:lnTo>
                    <a:pt x="1413" y="1650"/>
                  </a:lnTo>
                  <a:lnTo>
                    <a:pt x="1344" y="1690"/>
                  </a:lnTo>
                  <a:lnTo>
                    <a:pt x="1273" y="1727"/>
                  </a:lnTo>
                  <a:lnTo>
                    <a:pt x="1197" y="1761"/>
                  </a:lnTo>
                  <a:lnTo>
                    <a:pt x="1126" y="1781"/>
                  </a:lnTo>
                  <a:lnTo>
                    <a:pt x="1046" y="1797"/>
                  </a:lnTo>
                  <a:lnTo>
                    <a:pt x="971" y="1801"/>
                  </a:lnTo>
                  <a:lnTo>
                    <a:pt x="891" y="1804"/>
                  </a:lnTo>
                  <a:lnTo>
                    <a:pt x="810" y="1801"/>
                  </a:lnTo>
                  <a:lnTo>
                    <a:pt x="731" y="1794"/>
                  </a:lnTo>
                  <a:lnTo>
                    <a:pt x="659" y="1776"/>
                  </a:lnTo>
                  <a:lnTo>
                    <a:pt x="578" y="1749"/>
                  </a:lnTo>
                  <a:lnTo>
                    <a:pt x="506" y="1720"/>
                  </a:lnTo>
                  <a:lnTo>
                    <a:pt x="435" y="1680"/>
                  </a:lnTo>
                  <a:lnTo>
                    <a:pt x="374" y="1636"/>
                  </a:lnTo>
                  <a:lnTo>
                    <a:pt x="310" y="1588"/>
                  </a:lnTo>
                  <a:lnTo>
                    <a:pt x="252" y="1535"/>
                  </a:lnTo>
                  <a:lnTo>
                    <a:pt x="203" y="1476"/>
                  </a:lnTo>
                  <a:lnTo>
                    <a:pt x="157" y="1410"/>
                  </a:lnTo>
                  <a:lnTo>
                    <a:pt x="110" y="1344"/>
                  </a:lnTo>
                  <a:lnTo>
                    <a:pt x="76" y="1275"/>
                  </a:lnTo>
                  <a:lnTo>
                    <a:pt x="48" y="1203"/>
                  </a:lnTo>
                  <a:lnTo>
                    <a:pt x="22" y="1125"/>
                  </a:lnTo>
                  <a:lnTo>
                    <a:pt x="10" y="1050"/>
                  </a:lnTo>
                  <a:lnTo>
                    <a:pt x="0" y="969"/>
                  </a:lnTo>
                  <a:lnTo>
                    <a:pt x="0" y="9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3" name="Freeform 542">
              <a:extLst>
                <a:ext uri="{FF2B5EF4-FFF2-40B4-BE49-F238E27FC236}">
                  <a16:creationId xmlns:a16="http://schemas.microsoft.com/office/drawing/2014/main" id="{F7278483-05BD-2143-961A-81B744DC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32"/>
              <a:ext cx="226" cy="225"/>
            </a:xfrm>
            <a:custGeom>
              <a:avLst/>
              <a:gdLst>
                <a:gd name="T0" fmla="*/ 0 w 1808"/>
                <a:gd name="T1" fmla="*/ 0 h 1801"/>
                <a:gd name="T2" fmla="*/ 0 w 1808"/>
                <a:gd name="T3" fmla="*/ 0 h 1801"/>
                <a:gd name="T4" fmla="*/ 0 w 1808"/>
                <a:gd name="T5" fmla="*/ 0 h 1801"/>
                <a:gd name="T6" fmla="*/ 0 w 1808"/>
                <a:gd name="T7" fmla="*/ 0 h 1801"/>
                <a:gd name="T8" fmla="*/ 0 w 1808"/>
                <a:gd name="T9" fmla="*/ 0 h 1801"/>
                <a:gd name="T10" fmla="*/ 0 w 1808"/>
                <a:gd name="T11" fmla="*/ 0 h 1801"/>
                <a:gd name="T12" fmla="*/ 0 w 1808"/>
                <a:gd name="T13" fmla="*/ 0 h 1801"/>
                <a:gd name="T14" fmla="*/ 0 w 1808"/>
                <a:gd name="T15" fmla="*/ 0 h 1801"/>
                <a:gd name="T16" fmla="*/ 0 w 1808"/>
                <a:gd name="T17" fmla="*/ 0 h 1801"/>
                <a:gd name="T18" fmla="*/ 0 w 1808"/>
                <a:gd name="T19" fmla="*/ 0 h 1801"/>
                <a:gd name="T20" fmla="*/ 0 w 1808"/>
                <a:gd name="T21" fmla="*/ 0 h 1801"/>
                <a:gd name="T22" fmla="*/ 0 w 1808"/>
                <a:gd name="T23" fmla="*/ 0 h 1801"/>
                <a:gd name="T24" fmla="*/ 0 w 1808"/>
                <a:gd name="T25" fmla="*/ 0 h 1801"/>
                <a:gd name="T26" fmla="*/ 0 w 1808"/>
                <a:gd name="T27" fmla="*/ 0 h 1801"/>
                <a:gd name="T28" fmla="*/ 0 w 1808"/>
                <a:gd name="T29" fmla="*/ 0 h 1801"/>
                <a:gd name="T30" fmla="*/ 0 w 1808"/>
                <a:gd name="T31" fmla="*/ 0 h 1801"/>
                <a:gd name="T32" fmla="*/ 0 w 1808"/>
                <a:gd name="T33" fmla="*/ 0 h 1801"/>
                <a:gd name="T34" fmla="*/ 0 w 1808"/>
                <a:gd name="T35" fmla="*/ 0 h 1801"/>
                <a:gd name="T36" fmla="*/ 0 w 1808"/>
                <a:gd name="T37" fmla="*/ 0 h 1801"/>
                <a:gd name="T38" fmla="*/ 0 w 1808"/>
                <a:gd name="T39" fmla="*/ 0 h 1801"/>
                <a:gd name="T40" fmla="*/ 0 w 1808"/>
                <a:gd name="T41" fmla="*/ 0 h 1801"/>
                <a:gd name="T42" fmla="*/ 0 w 1808"/>
                <a:gd name="T43" fmla="*/ 0 h 1801"/>
                <a:gd name="T44" fmla="*/ 0 w 1808"/>
                <a:gd name="T45" fmla="*/ 0 h 1801"/>
                <a:gd name="T46" fmla="*/ 0 w 1808"/>
                <a:gd name="T47" fmla="*/ 0 h 1801"/>
                <a:gd name="T48" fmla="*/ 0 w 1808"/>
                <a:gd name="T49" fmla="*/ 0 h 1801"/>
                <a:gd name="T50" fmla="*/ 0 w 1808"/>
                <a:gd name="T51" fmla="*/ 0 h 1801"/>
                <a:gd name="T52" fmla="*/ 0 w 1808"/>
                <a:gd name="T53" fmla="*/ 0 h 1801"/>
                <a:gd name="T54" fmla="*/ 0 w 1808"/>
                <a:gd name="T55" fmla="*/ 0 h 1801"/>
                <a:gd name="T56" fmla="*/ 0 w 1808"/>
                <a:gd name="T57" fmla="*/ 0 h 1801"/>
                <a:gd name="T58" fmla="*/ 0 w 1808"/>
                <a:gd name="T59" fmla="*/ 0 h 1801"/>
                <a:gd name="T60" fmla="*/ 0 w 1808"/>
                <a:gd name="T61" fmla="*/ 0 h 1801"/>
                <a:gd name="T62" fmla="*/ 0 w 1808"/>
                <a:gd name="T63" fmla="*/ 0 h 1801"/>
                <a:gd name="T64" fmla="*/ 0 w 1808"/>
                <a:gd name="T65" fmla="*/ 0 h 1801"/>
                <a:gd name="T66" fmla="*/ 0 w 1808"/>
                <a:gd name="T67" fmla="*/ 0 h 1801"/>
                <a:gd name="T68" fmla="*/ 0 w 1808"/>
                <a:gd name="T69" fmla="*/ 0 h 1801"/>
                <a:gd name="T70" fmla="*/ 0 w 1808"/>
                <a:gd name="T71" fmla="*/ 0 h 180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08"/>
                <a:gd name="T109" fmla="*/ 0 h 1801"/>
                <a:gd name="T110" fmla="*/ 1808 w 1808"/>
                <a:gd name="T111" fmla="*/ 1801 h 180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08" h="1801">
                  <a:moveTo>
                    <a:pt x="0" y="902"/>
                  </a:moveTo>
                  <a:lnTo>
                    <a:pt x="5" y="819"/>
                  </a:lnTo>
                  <a:lnTo>
                    <a:pt x="8" y="743"/>
                  </a:lnTo>
                  <a:lnTo>
                    <a:pt x="35" y="669"/>
                  </a:lnTo>
                  <a:lnTo>
                    <a:pt x="55" y="594"/>
                  </a:lnTo>
                  <a:lnTo>
                    <a:pt x="83" y="518"/>
                  </a:lnTo>
                  <a:lnTo>
                    <a:pt x="124" y="445"/>
                  </a:lnTo>
                  <a:lnTo>
                    <a:pt x="163" y="389"/>
                  </a:lnTo>
                  <a:lnTo>
                    <a:pt x="216" y="322"/>
                  </a:lnTo>
                  <a:lnTo>
                    <a:pt x="267" y="259"/>
                  </a:lnTo>
                  <a:lnTo>
                    <a:pt x="323" y="211"/>
                  </a:lnTo>
                  <a:lnTo>
                    <a:pt x="386" y="160"/>
                  </a:lnTo>
                  <a:lnTo>
                    <a:pt x="454" y="119"/>
                  </a:lnTo>
                  <a:lnTo>
                    <a:pt x="529" y="83"/>
                  </a:lnTo>
                  <a:lnTo>
                    <a:pt x="595" y="50"/>
                  </a:lnTo>
                  <a:lnTo>
                    <a:pt x="674" y="30"/>
                  </a:lnTo>
                  <a:lnTo>
                    <a:pt x="748" y="7"/>
                  </a:lnTo>
                  <a:lnTo>
                    <a:pt x="829" y="2"/>
                  </a:lnTo>
                  <a:lnTo>
                    <a:pt x="908" y="0"/>
                  </a:lnTo>
                  <a:lnTo>
                    <a:pt x="985" y="2"/>
                  </a:lnTo>
                  <a:lnTo>
                    <a:pt x="1065" y="7"/>
                  </a:lnTo>
                  <a:lnTo>
                    <a:pt x="1143" y="30"/>
                  </a:lnTo>
                  <a:lnTo>
                    <a:pt x="1216" y="54"/>
                  </a:lnTo>
                  <a:lnTo>
                    <a:pt x="1291" y="84"/>
                  </a:lnTo>
                  <a:lnTo>
                    <a:pt x="1362" y="122"/>
                  </a:lnTo>
                  <a:lnTo>
                    <a:pt x="1423" y="165"/>
                  </a:lnTo>
                  <a:lnTo>
                    <a:pt x="1490" y="215"/>
                  </a:lnTo>
                  <a:lnTo>
                    <a:pt x="1547" y="267"/>
                  </a:lnTo>
                  <a:lnTo>
                    <a:pt x="1601" y="326"/>
                  </a:lnTo>
                  <a:lnTo>
                    <a:pt x="1645" y="391"/>
                  </a:lnTo>
                  <a:lnTo>
                    <a:pt x="1686" y="450"/>
                  </a:lnTo>
                  <a:lnTo>
                    <a:pt x="1724" y="526"/>
                  </a:lnTo>
                  <a:lnTo>
                    <a:pt x="1756" y="600"/>
                  </a:lnTo>
                  <a:lnTo>
                    <a:pt x="1780" y="674"/>
                  </a:lnTo>
                  <a:lnTo>
                    <a:pt x="1795" y="751"/>
                  </a:lnTo>
                  <a:lnTo>
                    <a:pt x="1808" y="827"/>
                  </a:lnTo>
                  <a:lnTo>
                    <a:pt x="1808" y="910"/>
                  </a:lnTo>
                  <a:lnTo>
                    <a:pt x="1805" y="987"/>
                  </a:lnTo>
                  <a:lnTo>
                    <a:pt x="1795" y="1063"/>
                  </a:lnTo>
                  <a:lnTo>
                    <a:pt x="1777" y="1144"/>
                  </a:lnTo>
                  <a:lnTo>
                    <a:pt x="1751" y="1218"/>
                  </a:lnTo>
                  <a:lnTo>
                    <a:pt x="1720" y="1289"/>
                  </a:lnTo>
                  <a:lnTo>
                    <a:pt x="1682" y="1360"/>
                  </a:lnTo>
                  <a:lnTo>
                    <a:pt x="1637" y="1427"/>
                  </a:lnTo>
                  <a:lnTo>
                    <a:pt x="1591" y="1490"/>
                  </a:lnTo>
                  <a:lnTo>
                    <a:pt x="1537" y="1549"/>
                  </a:lnTo>
                  <a:lnTo>
                    <a:pt x="1476" y="1602"/>
                  </a:lnTo>
                  <a:lnTo>
                    <a:pt x="1412" y="1650"/>
                  </a:lnTo>
                  <a:lnTo>
                    <a:pt x="1344" y="1689"/>
                  </a:lnTo>
                  <a:lnTo>
                    <a:pt x="1275" y="1718"/>
                  </a:lnTo>
                  <a:lnTo>
                    <a:pt x="1204" y="1756"/>
                  </a:lnTo>
                  <a:lnTo>
                    <a:pt x="1128" y="1776"/>
                  </a:lnTo>
                  <a:lnTo>
                    <a:pt x="1051" y="1795"/>
                  </a:lnTo>
                  <a:lnTo>
                    <a:pt x="970" y="1796"/>
                  </a:lnTo>
                  <a:lnTo>
                    <a:pt x="891" y="1801"/>
                  </a:lnTo>
                  <a:lnTo>
                    <a:pt x="815" y="1796"/>
                  </a:lnTo>
                  <a:lnTo>
                    <a:pt x="738" y="1793"/>
                  </a:lnTo>
                  <a:lnTo>
                    <a:pt x="657" y="1773"/>
                  </a:lnTo>
                  <a:lnTo>
                    <a:pt x="585" y="1750"/>
                  </a:lnTo>
                  <a:lnTo>
                    <a:pt x="514" y="1714"/>
                  </a:lnTo>
                  <a:lnTo>
                    <a:pt x="440" y="1682"/>
                  </a:lnTo>
                  <a:lnTo>
                    <a:pt x="376" y="1633"/>
                  </a:lnTo>
                  <a:lnTo>
                    <a:pt x="317" y="1583"/>
                  </a:lnTo>
                  <a:lnTo>
                    <a:pt x="254" y="1529"/>
                  </a:lnTo>
                  <a:lnTo>
                    <a:pt x="204" y="1475"/>
                  </a:lnTo>
                  <a:lnTo>
                    <a:pt x="153" y="1408"/>
                  </a:lnTo>
                  <a:lnTo>
                    <a:pt x="112" y="1343"/>
                  </a:lnTo>
                  <a:lnTo>
                    <a:pt x="79" y="1269"/>
                  </a:lnTo>
                  <a:lnTo>
                    <a:pt x="51" y="1203"/>
                  </a:lnTo>
                  <a:lnTo>
                    <a:pt x="28" y="1124"/>
                  </a:lnTo>
                  <a:lnTo>
                    <a:pt x="8" y="1045"/>
                  </a:lnTo>
                  <a:lnTo>
                    <a:pt x="0" y="96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4" name="Freeform 543">
              <a:extLst>
                <a:ext uri="{FF2B5EF4-FFF2-40B4-BE49-F238E27FC236}">
                  <a16:creationId xmlns:a16="http://schemas.microsoft.com/office/drawing/2014/main" id="{2737C07D-BE69-3949-84C4-8152154B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305"/>
              <a:ext cx="169" cy="169"/>
            </a:xfrm>
            <a:custGeom>
              <a:avLst/>
              <a:gdLst>
                <a:gd name="T0" fmla="*/ 0 w 1351"/>
                <a:gd name="T1" fmla="*/ 0 h 1350"/>
                <a:gd name="T2" fmla="*/ 0 w 1351"/>
                <a:gd name="T3" fmla="*/ 0 h 1350"/>
                <a:gd name="T4" fmla="*/ 0 w 1351"/>
                <a:gd name="T5" fmla="*/ 0 h 1350"/>
                <a:gd name="T6" fmla="*/ 0 w 1351"/>
                <a:gd name="T7" fmla="*/ 0 h 1350"/>
                <a:gd name="T8" fmla="*/ 0 w 1351"/>
                <a:gd name="T9" fmla="*/ 0 h 1350"/>
                <a:gd name="T10" fmla="*/ 0 w 1351"/>
                <a:gd name="T11" fmla="*/ 0 h 1350"/>
                <a:gd name="T12" fmla="*/ 0 w 1351"/>
                <a:gd name="T13" fmla="*/ 0 h 1350"/>
                <a:gd name="T14" fmla="*/ 0 w 1351"/>
                <a:gd name="T15" fmla="*/ 0 h 1350"/>
                <a:gd name="T16" fmla="*/ 0 w 1351"/>
                <a:gd name="T17" fmla="*/ 0 h 1350"/>
                <a:gd name="T18" fmla="*/ 0 w 1351"/>
                <a:gd name="T19" fmla="*/ 0 h 1350"/>
                <a:gd name="T20" fmla="*/ 0 w 1351"/>
                <a:gd name="T21" fmla="*/ 0 h 1350"/>
                <a:gd name="T22" fmla="*/ 0 w 1351"/>
                <a:gd name="T23" fmla="*/ 0 h 1350"/>
                <a:gd name="T24" fmla="*/ 0 w 1351"/>
                <a:gd name="T25" fmla="*/ 0 h 1350"/>
                <a:gd name="T26" fmla="*/ 0 w 1351"/>
                <a:gd name="T27" fmla="*/ 0 h 1350"/>
                <a:gd name="T28" fmla="*/ 0 w 1351"/>
                <a:gd name="T29" fmla="*/ 0 h 1350"/>
                <a:gd name="T30" fmla="*/ 0 w 1351"/>
                <a:gd name="T31" fmla="*/ 0 h 1350"/>
                <a:gd name="T32" fmla="*/ 0 w 1351"/>
                <a:gd name="T33" fmla="*/ 0 h 1350"/>
                <a:gd name="T34" fmla="*/ 0 w 1351"/>
                <a:gd name="T35" fmla="*/ 0 h 1350"/>
                <a:gd name="T36" fmla="*/ 0 w 1351"/>
                <a:gd name="T37" fmla="*/ 0 h 1350"/>
                <a:gd name="T38" fmla="*/ 0 w 1351"/>
                <a:gd name="T39" fmla="*/ 0 h 1350"/>
                <a:gd name="T40" fmla="*/ 0 w 1351"/>
                <a:gd name="T41" fmla="*/ 0 h 1350"/>
                <a:gd name="T42" fmla="*/ 0 w 1351"/>
                <a:gd name="T43" fmla="*/ 0 h 1350"/>
                <a:gd name="T44" fmla="*/ 0 w 1351"/>
                <a:gd name="T45" fmla="*/ 0 h 1350"/>
                <a:gd name="T46" fmla="*/ 0 w 1351"/>
                <a:gd name="T47" fmla="*/ 0 h 1350"/>
                <a:gd name="T48" fmla="*/ 0 w 1351"/>
                <a:gd name="T49" fmla="*/ 0 h 1350"/>
                <a:gd name="T50" fmla="*/ 0 w 1351"/>
                <a:gd name="T51" fmla="*/ 0 h 1350"/>
                <a:gd name="T52" fmla="*/ 0 w 1351"/>
                <a:gd name="T53" fmla="*/ 0 h 1350"/>
                <a:gd name="T54" fmla="*/ 0 w 1351"/>
                <a:gd name="T55" fmla="*/ 0 h 1350"/>
                <a:gd name="T56" fmla="*/ 0 w 1351"/>
                <a:gd name="T57" fmla="*/ 0 h 1350"/>
                <a:gd name="T58" fmla="*/ 0 w 1351"/>
                <a:gd name="T59" fmla="*/ 0 h 1350"/>
                <a:gd name="T60" fmla="*/ 0 w 1351"/>
                <a:gd name="T61" fmla="*/ 0 h 1350"/>
                <a:gd name="T62" fmla="*/ 0 w 1351"/>
                <a:gd name="T63" fmla="*/ 0 h 13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51"/>
                <a:gd name="T97" fmla="*/ 0 h 1350"/>
                <a:gd name="T98" fmla="*/ 1351 w 1351"/>
                <a:gd name="T99" fmla="*/ 1350 h 135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51" h="1350">
                  <a:moveTo>
                    <a:pt x="0" y="671"/>
                  </a:moveTo>
                  <a:lnTo>
                    <a:pt x="0" y="600"/>
                  </a:lnTo>
                  <a:lnTo>
                    <a:pt x="10" y="537"/>
                  </a:lnTo>
                  <a:lnTo>
                    <a:pt x="32" y="473"/>
                  </a:lnTo>
                  <a:lnTo>
                    <a:pt x="52" y="401"/>
                  </a:lnTo>
                  <a:lnTo>
                    <a:pt x="85" y="346"/>
                  </a:lnTo>
                  <a:lnTo>
                    <a:pt x="119" y="288"/>
                  </a:lnTo>
                  <a:lnTo>
                    <a:pt x="157" y="229"/>
                  </a:lnTo>
                  <a:lnTo>
                    <a:pt x="206" y="183"/>
                  </a:lnTo>
                  <a:lnTo>
                    <a:pt x="262" y="137"/>
                  </a:lnTo>
                  <a:lnTo>
                    <a:pt x="317" y="99"/>
                  </a:lnTo>
                  <a:lnTo>
                    <a:pt x="373" y="68"/>
                  </a:lnTo>
                  <a:lnTo>
                    <a:pt x="436" y="38"/>
                  </a:lnTo>
                  <a:lnTo>
                    <a:pt x="506" y="16"/>
                  </a:lnTo>
                  <a:lnTo>
                    <a:pt x="569" y="4"/>
                  </a:lnTo>
                  <a:lnTo>
                    <a:pt x="639" y="0"/>
                  </a:lnTo>
                  <a:lnTo>
                    <a:pt x="710" y="0"/>
                  </a:lnTo>
                  <a:lnTo>
                    <a:pt x="776" y="4"/>
                  </a:lnTo>
                  <a:lnTo>
                    <a:pt x="842" y="12"/>
                  </a:lnTo>
                  <a:lnTo>
                    <a:pt x="905" y="38"/>
                  </a:lnTo>
                  <a:lnTo>
                    <a:pt x="968" y="68"/>
                  </a:lnTo>
                  <a:lnTo>
                    <a:pt x="1028" y="94"/>
                  </a:lnTo>
                  <a:lnTo>
                    <a:pt x="1089" y="135"/>
                  </a:lnTo>
                  <a:lnTo>
                    <a:pt x="1135" y="180"/>
                  </a:lnTo>
                  <a:lnTo>
                    <a:pt x="1191" y="228"/>
                  </a:lnTo>
                  <a:lnTo>
                    <a:pt x="1229" y="282"/>
                  </a:lnTo>
                  <a:lnTo>
                    <a:pt x="1264" y="343"/>
                  </a:lnTo>
                  <a:lnTo>
                    <a:pt x="1298" y="401"/>
                  </a:lnTo>
                  <a:lnTo>
                    <a:pt x="1318" y="468"/>
                  </a:lnTo>
                  <a:lnTo>
                    <a:pt x="1338" y="532"/>
                  </a:lnTo>
                  <a:lnTo>
                    <a:pt x="1346" y="596"/>
                  </a:lnTo>
                  <a:lnTo>
                    <a:pt x="1351" y="667"/>
                  </a:lnTo>
                  <a:lnTo>
                    <a:pt x="1346" y="735"/>
                  </a:lnTo>
                  <a:lnTo>
                    <a:pt x="1343" y="804"/>
                  </a:lnTo>
                  <a:lnTo>
                    <a:pt x="1323" y="867"/>
                  </a:lnTo>
                  <a:lnTo>
                    <a:pt x="1300" y="934"/>
                  </a:lnTo>
                  <a:lnTo>
                    <a:pt x="1272" y="993"/>
                  </a:lnTo>
                  <a:lnTo>
                    <a:pt x="1234" y="1056"/>
                  </a:lnTo>
                  <a:lnTo>
                    <a:pt x="1198" y="1106"/>
                  </a:lnTo>
                  <a:lnTo>
                    <a:pt x="1152" y="1160"/>
                  </a:lnTo>
                  <a:lnTo>
                    <a:pt x="1097" y="1205"/>
                  </a:lnTo>
                  <a:lnTo>
                    <a:pt x="1043" y="1244"/>
                  </a:lnTo>
                  <a:lnTo>
                    <a:pt x="980" y="1277"/>
                  </a:lnTo>
                  <a:lnTo>
                    <a:pt x="921" y="1303"/>
                  </a:lnTo>
                  <a:lnTo>
                    <a:pt x="855" y="1321"/>
                  </a:lnTo>
                  <a:lnTo>
                    <a:pt x="786" y="1343"/>
                  </a:lnTo>
                  <a:lnTo>
                    <a:pt x="722" y="1350"/>
                  </a:lnTo>
                  <a:lnTo>
                    <a:pt x="648" y="1350"/>
                  </a:lnTo>
                  <a:lnTo>
                    <a:pt x="579" y="1350"/>
                  </a:lnTo>
                  <a:lnTo>
                    <a:pt x="516" y="1331"/>
                  </a:lnTo>
                  <a:lnTo>
                    <a:pt x="452" y="1313"/>
                  </a:lnTo>
                  <a:lnTo>
                    <a:pt x="386" y="1285"/>
                  </a:lnTo>
                  <a:lnTo>
                    <a:pt x="330" y="1253"/>
                  </a:lnTo>
                  <a:lnTo>
                    <a:pt x="269" y="1211"/>
                  </a:lnTo>
                  <a:lnTo>
                    <a:pt x="218" y="1170"/>
                  </a:lnTo>
                  <a:lnTo>
                    <a:pt x="167" y="1124"/>
                  </a:lnTo>
                  <a:lnTo>
                    <a:pt x="127" y="1066"/>
                  </a:lnTo>
                  <a:lnTo>
                    <a:pt x="87" y="1012"/>
                  </a:lnTo>
                  <a:lnTo>
                    <a:pt x="57" y="947"/>
                  </a:lnTo>
                  <a:lnTo>
                    <a:pt x="37" y="888"/>
                  </a:lnTo>
                  <a:lnTo>
                    <a:pt x="14" y="822"/>
                  </a:lnTo>
                  <a:lnTo>
                    <a:pt x="0" y="753"/>
                  </a:lnTo>
                  <a:lnTo>
                    <a:pt x="0" y="687"/>
                  </a:lnTo>
                  <a:lnTo>
                    <a:pt x="0" y="671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5" name="Freeform 544">
              <a:extLst>
                <a:ext uri="{FF2B5EF4-FFF2-40B4-BE49-F238E27FC236}">
                  <a16:creationId xmlns:a16="http://schemas.microsoft.com/office/drawing/2014/main" id="{337C22DE-CCF6-1545-B099-93A394E0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367"/>
              <a:ext cx="46" cy="45"/>
            </a:xfrm>
            <a:custGeom>
              <a:avLst/>
              <a:gdLst>
                <a:gd name="T0" fmla="*/ 0 w 363"/>
                <a:gd name="T1" fmla="*/ 0 h 359"/>
                <a:gd name="T2" fmla="*/ 0 w 363"/>
                <a:gd name="T3" fmla="*/ 0 h 359"/>
                <a:gd name="T4" fmla="*/ 0 w 363"/>
                <a:gd name="T5" fmla="*/ 0 h 359"/>
                <a:gd name="T6" fmla="*/ 0 w 363"/>
                <a:gd name="T7" fmla="*/ 0 h 359"/>
                <a:gd name="T8" fmla="*/ 0 w 363"/>
                <a:gd name="T9" fmla="*/ 0 h 359"/>
                <a:gd name="T10" fmla="*/ 0 w 363"/>
                <a:gd name="T11" fmla="*/ 0 h 359"/>
                <a:gd name="T12" fmla="*/ 0 w 363"/>
                <a:gd name="T13" fmla="*/ 0 h 359"/>
                <a:gd name="T14" fmla="*/ 0 w 363"/>
                <a:gd name="T15" fmla="*/ 0 h 359"/>
                <a:gd name="T16" fmla="*/ 0 w 363"/>
                <a:gd name="T17" fmla="*/ 0 h 359"/>
                <a:gd name="T18" fmla="*/ 0 w 363"/>
                <a:gd name="T19" fmla="*/ 0 h 359"/>
                <a:gd name="T20" fmla="*/ 0 w 363"/>
                <a:gd name="T21" fmla="*/ 0 h 359"/>
                <a:gd name="T22" fmla="*/ 0 w 363"/>
                <a:gd name="T23" fmla="*/ 0 h 359"/>
                <a:gd name="T24" fmla="*/ 0 w 363"/>
                <a:gd name="T25" fmla="*/ 0 h 359"/>
                <a:gd name="T26" fmla="*/ 0 w 363"/>
                <a:gd name="T27" fmla="*/ 0 h 359"/>
                <a:gd name="T28" fmla="*/ 0 w 363"/>
                <a:gd name="T29" fmla="*/ 0 h 359"/>
                <a:gd name="T30" fmla="*/ 0 w 363"/>
                <a:gd name="T31" fmla="*/ 0 h 359"/>
                <a:gd name="T32" fmla="*/ 0 w 363"/>
                <a:gd name="T33" fmla="*/ 0 h 359"/>
                <a:gd name="T34" fmla="*/ 0 w 363"/>
                <a:gd name="T35" fmla="*/ 0 h 359"/>
                <a:gd name="T36" fmla="*/ 0 w 363"/>
                <a:gd name="T37" fmla="*/ 0 h 359"/>
                <a:gd name="T38" fmla="*/ 0 w 363"/>
                <a:gd name="T39" fmla="*/ 0 h 359"/>
                <a:gd name="T40" fmla="*/ 0 w 363"/>
                <a:gd name="T41" fmla="*/ 0 h 359"/>
                <a:gd name="T42" fmla="*/ 0 w 363"/>
                <a:gd name="T43" fmla="*/ 0 h 359"/>
                <a:gd name="T44" fmla="*/ 0 w 363"/>
                <a:gd name="T45" fmla="*/ 0 h 359"/>
                <a:gd name="T46" fmla="*/ 0 w 363"/>
                <a:gd name="T47" fmla="*/ 0 h 359"/>
                <a:gd name="T48" fmla="*/ 0 w 363"/>
                <a:gd name="T49" fmla="*/ 0 h 359"/>
                <a:gd name="T50" fmla="*/ 0 w 363"/>
                <a:gd name="T51" fmla="*/ 0 h 359"/>
                <a:gd name="T52" fmla="*/ 0 w 363"/>
                <a:gd name="T53" fmla="*/ 0 h 359"/>
                <a:gd name="T54" fmla="*/ 0 w 363"/>
                <a:gd name="T55" fmla="*/ 0 h 359"/>
                <a:gd name="T56" fmla="*/ 0 w 363"/>
                <a:gd name="T57" fmla="*/ 0 h 359"/>
                <a:gd name="T58" fmla="*/ 0 w 363"/>
                <a:gd name="T59" fmla="*/ 0 h 359"/>
                <a:gd name="T60" fmla="*/ 0 w 363"/>
                <a:gd name="T61" fmla="*/ 0 h 359"/>
                <a:gd name="T62" fmla="*/ 0 w 363"/>
                <a:gd name="T63" fmla="*/ 0 h 359"/>
                <a:gd name="T64" fmla="*/ 0 w 363"/>
                <a:gd name="T65" fmla="*/ 0 h 359"/>
                <a:gd name="T66" fmla="*/ 0 w 363"/>
                <a:gd name="T67" fmla="*/ 0 h 3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63"/>
                <a:gd name="T103" fmla="*/ 0 h 359"/>
                <a:gd name="T104" fmla="*/ 363 w 363"/>
                <a:gd name="T105" fmla="*/ 359 h 3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63" h="359">
                  <a:moveTo>
                    <a:pt x="0" y="178"/>
                  </a:moveTo>
                  <a:lnTo>
                    <a:pt x="4" y="143"/>
                  </a:lnTo>
                  <a:lnTo>
                    <a:pt x="14" y="107"/>
                  </a:lnTo>
                  <a:lnTo>
                    <a:pt x="36" y="81"/>
                  </a:lnTo>
                  <a:lnTo>
                    <a:pt x="52" y="53"/>
                  </a:lnTo>
                  <a:lnTo>
                    <a:pt x="85" y="29"/>
                  </a:lnTo>
                  <a:lnTo>
                    <a:pt x="119" y="15"/>
                  </a:lnTo>
                  <a:lnTo>
                    <a:pt x="147" y="5"/>
                  </a:lnTo>
                  <a:lnTo>
                    <a:pt x="186" y="0"/>
                  </a:lnTo>
                  <a:lnTo>
                    <a:pt x="222" y="5"/>
                  </a:lnTo>
                  <a:lnTo>
                    <a:pt x="254" y="13"/>
                  </a:lnTo>
                  <a:lnTo>
                    <a:pt x="284" y="29"/>
                  </a:lnTo>
                  <a:lnTo>
                    <a:pt x="309" y="53"/>
                  </a:lnTo>
                  <a:lnTo>
                    <a:pt x="331" y="79"/>
                  </a:lnTo>
                  <a:lnTo>
                    <a:pt x="350" y="107"/>
                  </a:lnTo>
                  <a:lnTo>
                    <a:pt x="363" y="141"/>
                  </a:lnTo>
                  <a:lnTo>
                    <a:pt x="363" y="178"/>
                  </a:lnTo>
                  <a:lnTo>
                    <a:pt x="363" y="214"/>
                  </a:lnTo>
                  <a:lnTo>
                    <a:pt x="350" y="248"/>
                  </a:lnTo>
                  <a:lnTo>
                    <a:pt x="331" y="277"/>
                  </a:lnTo>
                  <a:lnTo>
                    <a:pt x="319" y="306"/>
                  </a:lnTo>
                  <a:lnTo>
                    <a:pt x="288" y="329"/>
                  </a:lnTo>
                  <a:lnTo>
                    <a:pt x="256" y="344"/>
                  </a:lnTo>
                  <a:lnTo>
                    <a:pt x="222" y="355"/>
                  </a:lnTo>
                  <a:lnTo>
                    <a:pt x="189" y="359"/>
                  </a:lnTo>
                  <a:lnTo>
                    <a:pt x="151" y="359"/>
                  </a:lnTo>
                  <a:lnTo>
                    <a:pt x="119" y="347"/>
                  </a:lnTo>
                  <a:lnTo>
                    <a:pt x="85" y="329"/>
                  </a:lnTo>
                  <a:lnTo>
                    <a:pt x="59" y="311"/>
                  </a:lnTo>
                  <a:lnTo>
                    <a:pt x="36" y="283"/>
                  </a:lnTo>
                  <a:lnTo>
                    <a:pt x="14" y="252"/>
                  </a:lnTo>
                  <a:lnTo>
                    <a:pt x="11" y="222"/>
                  </a:lnTo>
                  <a:lnTo>
                    <a:pt x="0" y="181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6" name="Freeform 545">
              <a:extLst>
                <a:ext uri="{FF2B5EF4-FFF2-40B4-BE49-F238E27FC236}">
                  <a16:creationId xmlns:a16="http://schemas.microsoft.com/office/drawing/2014/main" id="{8676C92E-F708-144E-A567-F2F80CE5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81"/>
              <a:ext cx="141" cy="447"/>
            </a:xfrm>
            <a:custGeom>
              <a:avLst/>
              <a:gdLst>
                <a:gd name="T0" fmla="*/ 0 w 1122"/>
                <a:gd name="T1" fmla="*/ 0 h 3572"/>
                <a:gd name="T2" fmla="*/ 0 w 1122"/>
                <a:gd name="T3" fmla="*/ 0 h 3572"/>
                <a:gd name="T4" fmla="*/ 0 w 1122"/>
                <a:gd name="T5" fmla="*/ 0 h 3572"/>
                <a:gd name="T6" fmla="*/ 0 w 1122"/>
                <a:gd name="T7" fmla="*/ 0 h 3572"/>
                <a:gd name="T8" fmla="*/ 0 w 1122"/>
                <a:gd name="T9" fmla="*/ 0 h 3572"/>
                <a:gd name="T10" fmla="*/ 0 w 1122"/>
                <a:gd name="T11" fmla="*/ 0 h 3572"/>
                <a:gd name="T12" fmla="*/ 0 w 1122"/>
                <a:gd name="T13" fmla="*/ 0 h 35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22"/>
                <a:gd name="T22" fmla="*/ 0 h 3572"/>
                <a:gd name="T23" fmla="*/ 1122 w 1122"/>
                <a:gd name="T24" fmla="*/ 3572 h 357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22" h="3572">
                  <a:moveTo>
                    <a:pt x="1122" y="0"/>
                  </a:moveTo>
                  <a:lnTo>
                    <a:pt x="1122" y="990"/>
                  </a:lnTo>
                  <a:lnTo>
                    <a:pt x="142" y="3572"/>
                  </a:lnTo>
                  <a:lnTo>
                    <a:pt x="0" y="3430"/>
                  </a:lnTo>
                  <a:lnTo>
                    <a:pt x="947" y="990"/>
                  </a:lnTo>
                  <a:lnTo>
                    <a:pt x="947" y="181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7" name="Freeform 546">
              <a:extLst>
                <a:ext uri="{FF2B5EF4-FFF2-40B4-BE49-F238E27FC236}">
                  <a16:creationId xmlns:a16="http://schemas.microsoft.com/office/drawing/2014/main" id="{45FD1A52-B977-8D4B-9BAA-7F7584FE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944"/>
              <a:ext cx="193" cy="339"/>
            </a:xfrm>
            <a:custGeom>
              <a:avLst/>
              <a:gdLst>
                <a:gd name="T0" fmla="*/ 0 w 1543"/>
                <a:gd name="T1" fmla="*/ 0 h 2714"/>
                <a:gd name="T2" fmla="*/ 0 w 1543"/>
                <a:gd name="T3" fmla="*/ 0 h 2714"/>
                <a:gd name="T4" fmla="*/ 0 w 1543"/>
                <a:gd name="T5" fmla="*/ 0 h 2714"/>
                <a:gd name="T6" fmla="*/ 0 w 1543"/>
                <a:gd name="T7" fmla="*/ 0 h 2714"/>
                <a:gd name="T8" fmla="*/ 0 w 1543"/>
                <a:gd name="T9" fmla="*/ 0 h 2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43"/>
                <a:gd name="T16" fmla="*/ 0 h 2714"/>
                <a:gd name="T17" fmla="*/ 1543 w 1543"/>
                <a:gd name="T18" fmla="*/ 2714 h 2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43" h="2714">
                  <a:moveTo>
                    <a:pt x="1543" y="228"/>
                  </a:moveTo>
                  <a:lnTo>
                    <a:pt x="141" y="2714"/>
                  </a:lnTo>
                  <a:lnTo>
                    <a:pt x="0" y="2619"/>
                  </a:lnTo>
                  <a:lnTo>
                    <a:pt x="1508" y="0"/>
                  </a:lnTo>
                  <a:lnTo>
                    <a:pt x="1543" y="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98" name="Freeform 547">
              <a:extLst>
                <a:ext uri="{FF2B5EF4-FFF2-40B4-BE49-F238E27FC236}">
                  <a16:creationId xmlns:a16="http://schemas.microsoft.com/office/drawing/2014/main" id="{6B058CF5-BCB1-8641-91D9-941A0256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" y="956"/>
              <a:ext cx="1374" cy="1428"/>
            </a:xfrm>
            <a:custGeom>
              <a:avLst/>
              <a:gdLst>
                <a:gd name="T0" fmla="*/ 0 w 10992"/>
                <a:gd name="T1" fmla="*/ 0 h 11424"/>
                <a:gd name="T2" fmla="*/ 0 w 10992"/>
                <a:gd name="T3" fmla="*/ 0 h 11424"/>
                <a:gd name="T4" fmla="*/ 0 w 10992"/>
                <a:gd name="T5" fmla="*/ 0 h 11424"/>
                <a:gd name="T6" fmla="*/ 0 w 10992"/>
                <a:gd name="T7" fmla="*/ 0 h 11424"/>
                <a:gd name="T8" fmla="*/ 0 w 10992"/>
                <a:gd name="T9" fmla="*/ 0 h 11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92"/>
                <a:gd name="T16" fmla="*/ 0 h 11424"/>
                <a:gd name="T17" fmla="*/ 10992 w 10992"/>
                <a:gd name="T18" fmla="*/ 11424 h 114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92" h="11424">
                  <a:moveTo>
                    <a:pt x="0" y="7811"/>
                  </a:moveTo>
                  <a:lnTo>
                    <a:pt x="5831" y="0"/>
                  </a:lnTo>
                  <a:lnTo>
                    <a:pt x="10992" y="3606"/>
                  </a:lnTo>
                  <a:lnTo>
                    <a:pt x="5164" y="11424"/>
                  </a:lnTo>
                  <a:lnTo>
                    <a:pt x="0" y="7811"/>
                  </a:lnTo>
                  <a:close/>
                </a:path>
              </a:pathLst>
            </a:custGeom>
            <a:solidFill>
              <a:srgbClr val="FFEA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599" name="Line 548">
              <a:extLst>
                <a:ext uri="{FF2B5EF4-FFF2-40B4-BE49-F238E27FC236}">
                  <a16:creationId xmlns:a16="http://schemas.microsoft.com/office/drawing/2014/main" id="{670DE03A-2EA7-F548-8D24-FE5A7181D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5" y="1317"/>
              <a:ext cx="728" cy="9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600" name="Line 549">
              <a:extLst>
                <a:ext uri="{FF2B5EF4-FFF2-40B4-BE49-F238E27FC236}">
                  <a16:creationId xmlns:a16="http://schemas.microsoft.com/office/drawing/2014/main" id="{5BDA9462-21CB-ED4A-B053-EEDF62372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" y="1045"/>
              <a:ext cx="729" cy="97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601" name="Freeform 550">
              <a:extLst>
                <a:ext uri="{FF2B5EF4-FFF2-40B4-BE49-F238E27FC236}">
                  <a16:creationId xmlns:a16="http://schemas.microsoft.com/office/drawing/2014/main" id="{0ED4BBBE-6AE0-6545-8F7B-73BADEFC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063"/>
              <a:ext cx="676" cy="491"/>
            </a:xfrm>
            <a:custGeom>
              <a:avLst/>
              <a:gdLst>
                <a:gd name="T0" fmla="*/ 0 w 5408"/>
                <a:gd name="T1" fmla="*/ 0 h 3928"/>
                <a:gd name="T2" fmla="*/ 0 w 5408"/>
                <a:gd name="T3" fmla="*/ 0 h 3928"/>
                <a:gd name="T4" fmla="*/ 0 w 5408"/>
                <a:gd name="T5" fmla="*/ 0 h 3928"/>
                <a:gd name="T6" fmla="*/ 0 w 5408"/>
                <a:gd name="T7" fmla="*/ 0 h 3928"/>
                <a:gd name="T8" fmla="*/ 0 w 5408"/>
                <a:gd name="T9" fmla="*/ 0 h 39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08"/>
                <a:gd name="T16" fmla="*/ 0 h 3928"/>
                <a:gd name="T17" fmla="*/ 5408 w 5408"/>
                <a:gd name="T18" fmla="*/ 3928 h 39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08" h="3928">
                  <a:moveTo>
                    <a:pt x="5408" y="3611"/>
                  </a:moveTo>
                  <a:lnTo>
                    <a:pt x="242" y="0"/>
                  </a:lnTo>
                  <a:lnTo>
                    <a:pt x="0" y="318"/>
                  </a:lnTo>
                  <a:lnTo>
                    <a:pt x="5163" y="3928"/>
                  </a:lnTo>
                  <a:lnTo>
                    <a:pt x="5408" y="3611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02" name="Freeform 551">
              <a:extLst>
                <a:ext uri="{FF2B5EF4-FFF2-40B4-BE49-F238E27FC236}">
                  <a16:creationId xmlns:a16="http://schemas.microsoft.com/office/drawing/2014/main" id="{D78BC6E1-117A-8F4F-82D5-03B73FF5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1768"/>
              <a:ext cx="675" cy="492"/>
            </a:xfrm>
            <a:custGeom>
              <a:avLst/>
              <a:gdLst>
                <a:gd name="T0" fmla="*/ 0 w 5406"/>
                <a:gd name="T1" fmla="*/ 0 h 3934"/>
                <a:gd name="T2" fmla="*/ 0 w 5406"/>
                <a:gd name="T3" fmla="*/ 0 h 3934"/>
                <a:gd name="T4" fmla="*/ 0 w 5406"/>
                <a:gd name="T5" fmla="*/ 0 h 3934"/>
                <a:gd name="T6" fmla="*/ 0 w 5406"/>
                <a:gd name="T7" fmla="*/ 0 h 3934"/>
                <a:gd name="T8" fmla="*/ 0 w 5406"/>
                <a:gd name="T9" fmla="*/ 0 h 39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06"/>
                <a:gd name="T16" fmla="*/ 0 h 3934"/>
                <a:gd name="T17" fmla="*/ 5406 w 5406"/>
                <a:gd name="T18" fmla="*/ 3934 h 39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06" h="3934">
                  <a:moveTo>
                    <a:pt x="5406" y="3614"/>
                  </a:moveTo>
                  <a:lnTo>
                    <a:pt x="245" y="0"/>
                  </a:lnTo>
                  <a:lnTo>
                    <a:pt x="0" y="321"/>
                  </a:lnTo>
                  <a:lnTo>
                    <a:pt x="5158" y="3934"/>
                  </a:lnTo>
                  <a:lnTo>
                    <a:pt x="5406" y="3614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57603" name="Freeform 552">
              <a:extLst>
                <a:ext uri="{FF2B5EF4-FFF2-40B4-BE49-F238E27FC236}">
                  <a16:creationId xmlns:a16="http://schemas.microsoft.com/office/drawing/2014/main" id="{398B5971-E52A-1D43-A023-B341A9FB9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364"/>
              <a:ext cx="280" cy="196"/>
            </a:xfrm>
            <a:custGeom>
              <a:avLst/>
              <a:gdLst>
                <a:gd name="T0" fmla="*/ 0 w 2241"/>
                <a:gd name="T1" fmla="*/ 0 h 1565"/>
                <a:gd name="T2" fmla="*/ 0 w 2241"/>
                <a:gd name="T3" fmla="*/ 0 h 1565"/>
                <a:gd name="T4" fmla="*/ 0 w 2241"/>
                <a:gd name="T5" fmla="*/ 0 h 1565"/>
                <a:gd name="T6" fmla="*/ 0 w 2241"/>
                <a:gd name="T7" fmla="*/ 0 h 1565"/>
                <a:gd name="T8" fmla="*/ 0 w 2241"/>
                <a:gd name="T9" fmla="*/ 0 h 1565"/>
                <a:gd name="T10" fmla="*/ 0 w 2241"/>
                <a:gd name="T11" fmla="*/ 0 h 1565"/>
                <a:gd name="T12" fmla="*/ 0 w 2241"/>
                <a:gd name="T13" fmla="*/ 0 h 1565"/>
                <a:gd name="T14" fmla="*/ 0 w 2241"/>
                <a:gd name="T15" fmla="*/ 0 h 15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41"/>
                <a:gd name="T25" fmla="*/ 0 h 1565"/>
                <a:gd name="T26" fmla="*/ 2241 w 2241"/>
                <a:gd name="T27" fmla="*/ 1565 h 15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41" h="1565">
                  <a:moveTo>
                    <a:pt x="1233" y="1412"/>
                  </a:moveTo>
                  <a:lnTo>
                    <a:pt x="1493" y="1046"/>
                  </a:lnTo>
                  <a:lnTo>
                    <a:pt x="2241" y="1565"/>
                  </a:lnTo>
                  <a:lnTo>
                    <a:pt x="1666" y="8"/>
                  </a:lnTo>
                  <a:lnTo>
                    <a:pt x="0" y="0"/>
                  </a:lnTo>
                  <a:lnTo>
                    <a:pt x="746" y="517"/>
                  </a:lnTo>
                  <a:lnTo>
                    <a:pt x="487" y="888"/>
                  </a:lnTo>
                  <a:lnTo>
                    <a:pt x="1233" y="14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57353" name="Group 553">
            <a:extLst>
              <a:ext uri="{FF2B5EF4-FFF2-40B4-BE49-F238E27FC236}">
                <a16:creationId xmlns:a16="http://schemas.microsoft.com/office/drawing/2014/main" id="{8173CC2D-9518-174E-BD09-F1FFC1094455}"/>
              </a:ext>
            </a:extLst>
          </p:cNvPr>
          <p:cNvGrpSpPr>
            <a:grpSpLocks/>
          </p:cNvGrpSpPr>
          <p:nvPr/>
        </p:nvGrpSpPr>
        <p:grpSpPr bwMode="auto">
          <a:xfrm>
            <a:off x="5473700" y="5213350"/>
            <a:ext cx="1768475" cy="1490663"/>
            <a:chOff x="2871" y="1391"/>
            <a:chExt cx="1938" cy="1507"/>
          </a:xfrm>
        </p:grpSpPr>
        <p:sp>
          <p:nvSpPr>
            <p:cNvPr id="57431" name="Rectangle 554">
              <a:extLst>
                <a:ext uri="{FF2B5EF4-FFF2-40B4-BE49-F238E27FC236}">
                  <a16:creationId xmlns:a16="http://schemas.microsoft.com/office/drawing/2014/main" id="{4F2A6847-5853-DC4F-B9D0-18CA5BE89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841"/>
              <a:ext cx="400" cy="385"/>
            </a:xfrm>
            <a:prstGeom prst="rect">
              <a:avLst/>
            </a:pr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32" name="Freeform 555">
              <a:extLst>
                <a:ext uri="{FF2B5EF4-FFF2-40B4-BE49-F238E27FC236}">
                  <a16:creationId xmlns:a16="http://schemas.microsoft.com/office/drawing/2014/main" id="{547E07A3-019C-2747-8A40-05673964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203"/>
              <a:ext cx="817" cy="620"/>
            </a:xfrm>
            <a:custGeom>
              <a:avLst/>
              <a:gdLst>
                <a:gd name="T0" fmla="*/ 0 w 6542"/>
                <a:gd name="T1" fmla="*/ 0 h 4964"/>
                <a:gd name="T2" fmla="*/ 0 w 6542"/>
                <a:gd name="T3" fmla="*/ 0 h 4964"/>
                <a:gd name="T4" fmla="*/ 0 w 6542"/>
                <a:gd name="T5" fmla="*/ 0 h 4964"/>
                <a:gd name="T6" fmla="*/ 0 w 6542"/>
                <a:gd name="T7" fmla="*/ 0 h 4964"/>
                <a:gd name="T8" fmla="*/ 0 w 6542"/>
                <a:gd name="T9" fmla="*/ 0 h 4964"/>
                <a:gd name="T10" fmla="*/ 0 w 6542"/>
                <a:gd name="T11" fmla="*/ 0 h 4964"/>
                <a:gd name="T12" fmla="*/ 0 w 6542"/>
                <a:gd name="T13" fmla="*/ 0 h 4964"/>
                <a:gd name="T14" fmla="*/ 0 w 6542"/>
                <a:gd name="T15" fmla="*/ 0 h 4964"/>
                <a:gd name="T16" fmla="*/ 0 w 6542"/>
                <a:gd name="T17" fmla="*/ 0 h 4964"/>
                <a:gd name="T18" fmla="*/ 0 w 6542"/>
                <a:gd name="T19" fmla="*/ 0 h 4964"/>
                <a:gd name="T20" fmla="*/ 0 w 6542"/>
                <a:gd name="T21" fmla="*/ 0 h 4964"/>
                <a:gd name="T22" fmla="*/ 0 w 6542"/>
                <a:gd name="T23" fmla="*/ 0 h 4964"/>
                <a:gd name="T24" fmla="*/ 0 w 6542"/>
                <a:gd name="T25" fmla="*/ 0 h 4964"/>
                <a:gd name="T26" fmla="*/ 0 w 6542"/>
                <a:gd name="T27" fmla="*/ 0 h 4964"/>
                <a:gd name="T28" fmla="*/ 0 w 6542"/>
                <a:gd name="T29" fmla="*/ 0 h 4964"/>
                <a:gd name="T30" fmla="*/ 0 w 6542"/>
                <a:gd name="T31" fmla="*/ 0 h 4964"/>
                <a:gd name="T32" fmla="*/ 0 w 6542"/>
                <a:gd name="T33" fmla="*/ 0 h 4964"/>
                <a:gd name="T34" fmla="*/ 0 w 6542"/>
                <a:gd name="T35" fmla="*/ 0 h 4964"/>
                <a:gd name="T36" fmla="*/ 0 w 6542"/>
                <a:gd name="T37" fmla="*/ 0 h 4964"/>
                <a:gd name="T38" fmla="*/ 0 w 6542"/>
                <a:gd name="T39" fmla="*/ 0 h 4964"/>
                <a:gd name="T40" fmla="*/ 0 w 6542"/>
                <a:gd name="T41" fmla="*/ 0 h 4964"/>
                <a:gd name="T42" fmla="*/ 0 w 6542"/>
                <a:gd name="T43" fmla="*/ 0 h 49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542"/>
                <a:gd name="T67" fmla="*/ 0 h 4964"/>
                <a:gd name="T68" fmla="*/ 6542 w 6542"/>
                <a:gd name="T69" fmla="*/ 4964 h 496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542" h="4964">
                  <a:moveTo>
                    <a:pt x="5182" y="0"/>
                  </a:moveTo>
                  <a:lnTo>
                    <a:pt x="5182" y="178"/>
                  </a:lnTo>
                  <a:lnTo>
                    <a:pt x="6215" y="178"/>
                  </a:lnTo>
                  <a:lnTo>
                    <a:pt x="6542" y="646"/>
                  </a:lnTo>
                  <a:lnTo>
                    <a:pt x="6529" y="800"/>
                  </a:lnTo>
                  <a:lnTo>
                    <a:pt x="6452" y="1286"/>
                  </a:lnTo>
                  <a:lnTo>
                    <a:pt x="6014" y="2027"/>
                  </a:lnTo>
                  <a:lnTo>
                    <a:pt x="5590" y="2977"/>
                  </a:lnTo>
                  <a:lnTo>
                    <a:pt x="5590" y="3230"/>
                  </a:lnTo>
                  <a:lnTo>
                    <a:pt x="5715" y="3350"/>
                  </a:lnTo>
                  <a:lnTo>
                    <a:pt x="5883" y="3503"/>
                  </a:lnTo>
                  <a:lnTo>
                    <a:pt x="5968" y="3696"/>
                  </a:lnTo>
                  <a:lnTo>
                    <a:pt x="5968" y="4028"/>
                  </a:lnTo>
                  <a:lnTo>
                    <a:pt x="5802" y="4380"/>
                  </a:lnTo>
                  <a:lnTo>
                    <a:pt x="4869" y="4964"/>
                  </a:lnTo>
                  <a:lnTo>
                    <a:pt x="367" y="3657"/>
                  </a:lnTo>
                  <a:lnTo>
                    <a:pt x="0" y="2998"/>
                  </a:lnTo>
                  <a:lnTo>
                    <a:pt x="0" y="2534"/>
                  </a:lnTo>
                  <a:lnTo>
                    <a:pt x="108" y="2202"/>
                  </a:lnTo>
                  <a:lnTo>
                    <a:pt x="910" y="2202"/>
                  </a:lnTo>
                  <a:lnTo>
                    <a:pt x="4578" y="81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3" name="Freeform 556">
              <a:extLst>
                <a:ext uri="{FF2B5EF4-FFF2-40B4-BE49-F238E27FC236}">
                  <a16:creationId xmlns:a16="http://schemas.microsoft.com/office/drawing/2014/main" id="{09E06E1D-0EB3-144C-99FE-13ABC062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823"/>
              <a:ext cx="123" cy="56"/>
            </a:xfrm>
            <a:custGeom>
              <a:avLst/>
              <a:gdLst>
                <a:gd name="T0" fmla="*/ 0 w 985"/>
                <a:gd name="T1" fmla="*/ 0 h 445"/>
                <a:gd name="T2" fmla="*/ 0 w 985"/>
                <a:gd name="T3" fmla="*/ 0 h 445"/>
                <a:gd name="T4" fmla="*/ 0 w 985"/>
                <a:gd name="T5" fmla="*/ 0 h 445"/>
                <a:gd name="T6" fmla="*/ 0 w 985"/>
                <a:gd name="T7" fmla="*/ 0 h 445"/>
                <a:gd name="T8" fmla="*/ 0 w 985"/>
                <a:gd name="T9" fmla="*/ 0 h 445"/>
                <a:gd name="T10" fmla="*/ 0 w 985"/>
                <a:gd name="T11" fmla="*/ 0 h 445"/>
                <a:gd name="T12" fmla="*/ 0 w 985"/>
                <a:gd name="T13" fmla="*/ 0 h 4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5"/>
                <a:gd name="T22" fmla="*/ 0 h 445"/>
                <a:gd name="T23" fmla="*/ 985 w 985"/>
                <a:gd name="T24" fmla="*/ 445 h 4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5" h="445">
                  <a:moveTo>
                    <a:pt x="738" y="37"/>
                  </a:moveTo>
                  <a:lnTo>
                    <a:pt x="985" y="194"/>
                  </a:lnTo>
                  <a:lnTo>
                    <a:pt x="985" y="365"/>
                  </a:lnTo>
                  <a:lnTo>
                    <a:pt x="738" y="445"/>
                  </a:lnTo>
                  <a:lnTo>
                    <a:pt x="0" y="231"/>
                  </a:lnTo>
                  <a:lnTo>
                    <a:pt x="556" y="0"/>
                  </a:lnTo>
                  <a:lnTo>
                    <a:pt x="738" y="37"/>
                  </a:lnTo>
                  <a:close/>
                </a:path>
              </a:pathLst>
            </a:custGeom>
            <a:solidFill>
              <a:srgbClr val="002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4" name="Freeform 557">
              <a:extLst>
                <a:ext uri="{FF2B5EF4-FFF2-40B4-BE49-F238E27FC236}">
                  <a16:creationId xmlns:a16="http://schemas.microsoft.com/office/drawing/2014/main" id="{AE4661A7-290C-5D4D-92EF-06286C11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74"/>
              <a:ext cx="548" cy="699"/>
            </a:xfrm>
            <a:custGeom>
              <a:avLst/>
              <a:gdLst>
                <a:gd name="T0" fmla="*/ 0 w 4378"/>
                <a:gd name="T1" fmla="*/ 0 h 5591"/>
                <a:gd name="T2" fmla="*/ 0 w 4378"/>
                <a:gd name="T3" fmla="*/ 0 h 5591"/>
                <a:gd name="T4" fmla="*/ 0 w 4378"/>
                <a:gd name="T5" fmla="*/ 0 h 5591"/>
                <a:gd name="T6" fmla="*/ 0 w 4378"/>
                <a:gd name="T7" fmla="*/ 0 h 5591"/>
                <a:gd name="T8" fmla="*/ 0 w 4378"/>
                <a:gd name="T9" fmla="*/ 0 h 5591"/>
                <a:gd name="T10" fmla="*/ 0 w 4378"/>
                <a:gd name="T11" fmla="*/ 0 h 5591"/>
                <a:gd name="T12" fmla="*/ 0 w 4378"/>
                <a:gd name="T13" fmla="*/ 0 h 5591"/>
                <a:gd name="T14" fmla="*/ 0 w 4378"/>
                <a:gd name="T15" fmla="*/ 0 h 5591"/>
                <a:gd name="T16" fmla="*/ 0 w 4378"/>
                <a:gd name="T17" fmla="*/ 0 h 5591"/>
                <a:gd name="T18" fmla="*/ 0 w 4378"/>
                <a:gd name="T19" fmla="*/ 0 h 5591"/>
                <a:gd name="T20" fmla="*/ 0 w 4378"/>
                <a:gd name="T21" fmla="*/ 0 h 5591"/>
                <a:gd name="T22" fmla="*/ 0 w 4378"/>
                <a:gd name="T23" fmla="*/ 0 h 5591"/>
                <a:gd name="T24" fmla="*/ 0 w 4378"/>
                <a:gd name="T25" fmla="*/ 0 h 5591"/>
                <a:gd name="T26" fmla="*/ 0 w 4378"/>
                <a:gd name="T27" fmla="*/ 0 h 5591"/>
                <a:gd name="T28" fmla="*/ 0 w 4378"/>
                <a:gd name="T29" fmla="*/ 0 h 5591"/>
                <a:gd name="T30" fmla="*/ 0 w 4378"/>
                <a:gd name="T31" fmla="*/ 0 h 5591"/>
                <a:gd name="T32" fmla="*/ 0 w 4378"/>
                <a:gd name="T33" fmla="*/ 0 h 5591"/>
                <a:gd name="T34" fmla="*/ 0 w 4378"/>
                <a:gd name="T35" fmla="*/ 0 h 5591"/>
                <a:gd name="T36" fmla="*/ 0 w 4378"/>
                <a:gd name="T37" fmla="*/ 0 h 5591"/>
                <a:gd name="T38" fmla="*/ 0 w 4378"/>
                <a:gd name="T39" fmla="*/ 0 h 5591"/>
                <a:gd name="T40" fmla="*/ 0 w 4378"/>
                <a:gd name="T41" fmla="*/ 0 h 5591"/>
                <a:gd name="T42" fmla="*/ 0 w 4378"/>
                <a:gd name="T43" fmla="*/ 0 h 5591"/>
                <a:gd name="T44" fmla="*/ 0 w 4378"/>
                <a:gd name="T45" fmla="*/ 0 h 5591"/>
                <a:gd name="T46" fmla="*/ 0 w 4378"/>
                <a:gd name="T47" fmla="*/ 0 h 5591"/>
                <a:gd name="T48" fmla="*/ 0 w 4378"/>
                <a:gd name="T49" fmla="*/ 0 h 5591"/>
                <a:gd name="T50" fmla="*/ 0 w 4378"/>
                <a:gd name="T51" fmla="*/ 0 h 5591"/>
                <a:gd name="T52" fmla="*/ 0 w 4378"/>
                <a:gd name="T53" fmla="*/ 0 h 55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378"/>
                <a:gd name="T82" fmla="*/ 0 h 5591"/>
                <a:gd name="T83" fmla="*/ 4378 w 4378"/>
                <a:gd name="T84" fmla="*/ 5591 h 559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378" h="5591">
                  <a:moveTo>
                    <a:pt x="2995" y="0"/>
                  </a:moveTo>
                  <a:lnTo>
                    <a:pt x="2716" y="0"/>
                  </a:lnTo>
                  <a:lnTo>
                    <a:pt x="2305" y="165"/>
                  </a:lnTo>
                  <a:lnTo>
                    <a:pt x="2041" y="240"/>
                  </a:lnTo>
                  <a:lnTo>
                    <a:pt x="1145" y="622"/>
                  </a:lnTo>
                  <a:lnTo>
                    <a:pt x="763" y="1169"/>
                  </a:lnTo>
                  <a:lnTo>
                    <a:pt x="576" y="1358"/>
                  </a:lnTo>
                  <a:lnTo>
                    <a:pt x="395" y="1697"/>
                  </a:lnTo>
                  <a:lnTo>
                    <a:pt x="336" y="1983"/>
                  </a:lnTo>
                  <a:lnTo>
                    <a:pt x="307" y="2322"/>
                  </a:lnTo>
                  <a:lnTo>
                    <a:pt x="367" y="2833"/>
                  </a:lnTo>
                  <a:lnTo>
                    <a:pt x="205" y="3853"/>
                  </a:lnTo>
                  <a:lnTo>
                    <a:pt x="205" y="4058"/>
                  </a:lnTo>
                  <a:lnTo>
                    <a:pt x="219" y="4385"/>
                  </a:lnTo>
                  <a:lnTo>
                    <a:pt x="0" y="4837"/>
                  </a:lnTo>
                  <a:lnTo>
                    <a:pt x="0" y="5063"/>
                  </a:lnTo>
                  <a:lnTo>
                    <a:pt x="189" y="5591"/>
                  </a:lnTo>
                  <a:lnTo>
                    <a:pt x="1191" y="5591"/>
                  </a:lnTo>
                  <a:lnTo>
                    <a:pt x="2527" y="5367"/>
                  </a:lnTo>
                  <a:lnTo>
                    <a:pt x="3744" y="4309"/>
                  </a:lnTo>
                  <a:lnTo>
                    <a:pt x="4025" y="3459"/>
                  </a:lnTo>
                  <a:lnTo>
                    <a:pt x="4230" y="2398"/>
                  </a:lnTo>
                  <a:lnTo>
                    <a:pt x="4378" y="1736"/>
                  </a:lnTo>
                  <a:lnTo>
                    <a:pt x="4348" y="1244"/>
                  </a:lnTo>
                  <a:lnTo>
                    <a:pt x="4109" y="1149"/>
                  </a:lnTo>
                  <a:lnTo>
                    <a:pt x="4043" y="1073"/>
                  </a:lnTo>
                  <a:lnTo>
                    <a:pt x="2995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5" name="Freeform 558">
              <a:extLst>
                <a:ext uri="{FF2B5EF4-FFF2-40B4-BE49-F238E27FC236}">
                  <a16:creationId xmlns:a16="http://schemas.microsoft.com/office/drawing/2014/main" id="{943E3CBC-CC08-0F44-87BE-E7B762C1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928"/>
              <a:ext cx="80" cy="600"/>
            </a:xfrm>
            <a:custGeom>
              <a:avLst/>
              <a:gdLst>
                <a:gd name="T0" fmla="*/ 0 w 641"/>
                <a:gd name="T1" fmla="*/ 0 h 4801"/>
                <a:gd name="T2" fmla="*/ 0 w 641"/>
                <a:gd name="T3" fmla="*/ 0 h 4801"/>
                <a:gd name="T4" fmla="*/ 0 w 641"/>
                <a:gd name="T5" fmla="*/ 0 h 4801"/>
                <a:gd name="T6" fmla="*/ 0 w 641"/>
                <a:gd name="T7" fmla="*/ 0 h 4801"/>
                <a:gd name="T8" fmla="*/ 0 w 641"/>
                <a:gd name="T9" fmla="*/ 0 h 4801"/>
                <a:gd name="T10" fmla="*/ 0 w 641"/>
                <a:gd name="T11" fmla="*/ 0 h 4801"/>
                <a:gd name="T12" fmla="*/ 0 w 641"/>
                <a:gd name="T13" fmla="*/ 0 h 4801"/>
                <a:gd name="T14" fmla="*/ 0 w 641"/>
                <a:gd name="T15" fmla="*/ 0 h 4801"/>
                <a:gd name="T16" fmla="*/ 0 w 641"/>
                <a:gd name="T17" fmla="*/ 0 h 4801"/>
                <a:gd name="T18" fmla="*/ 0 w 641"/>
                <a:gd name="T19" fmla="*/ 0 h 4801"/>
                <a:gd name="T20" fmla="*/ 0 w 641"/>
                <a:gd name="T21" fmla="*/ 0 h 4801"/>
                <a:gd name="T22" fmla="*/ 0 w 641"/>
                <a:gd name="T23" fmla="*/ 0 h 4801"/>
                <a:gd name="T24" fmla="*/ 0 w 641"/>
                <a:gd name="T25" fmla="*/ 0 h 4801"/>
                <a:gd name="T26" fmla="*/ 0 w 641"/>
                <a:gd name="T27" fmla="*/ 0 h 4801"/>
                <a:gd name="T28" fmla="*/ 0 w 641"/>
                <a:gd name="T29" fmla="*/ 0 h 48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41"/>
                <a:gd name="T46" fmla="*/ 0 h 4801"/>
                <a:gd name="T47" fmla="*/ 641 w 641"/>
                <a:gd name="T48" fmla="*/ 4801 h 480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41" h="4801">
                  <a:moveTo>
                    <a:pt x="356" y="0"/>
                  </a:moveTo>
                  <a:lnTo>
                    <a:pt x="261" y="206"/>
                  </a:lnTo>
                  <a:lnTo>
                    <a:pt x="316" y="420"/>
                  </a:lnTo>
                  <a:lnTo>
                    <a:pt x="0" y="2013"/>
                  </a:lnTo>
                  <a:lnTo>
                    <a:pt x="31" y="3272"/>
                  </a:lnTo>
                  <a:lnTo>
                    <a:pt x="272" y="4757"/>
                  </a:lnTo>
                  <a:lnTo>
                    <a:pt x="641" y="4801"/>
                  </a:lnTo>
                  <a:lnTo>
                    <a:pt x="613" y="3325"/>
                  </a:lnTo>
                  <a:lnTo>
                    <a:pt x="461" y="1347"/>
                  </a:lnTo>
                  <a:lnTo>
                    <a:pt x="422" y="962"/>
                  </a:lnTo>
                  <a:lnTo>
                    <a:pt x="422" y="540"/>
                  </a:lnTo>
                  <a:lnTo>
                    <a:pt x="384" y="432"/>
                  </a:lnTo>
                  <a:lnTo>
                    <a:pt x="422" y="294"/>
                  </a:lnTo>
                  <a:lnTo>
                    <a:pt x="411" y="49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0CC1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6" name="Freeform 559">
              <a:extLst>
                <a:ext uri="{FF2B5EF4-FFF2-40B4-BE49-F238E27FC236}">
                  <a16:creationId xmlns:a16="http://schemas.microsoft.com/office/drawing/2014/main" id="{F92C4797-469A-EF45-AA91-946E56D9C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946"/>
              <a:ext cx="51" cy="209"/>
            </a:xfrm>
            <a:custGeom>
              <a:avLst/>
              <a:gdLst>
                <a:gd name="T0" fmla="*/ 0 w 411"/>
                <a:gd name="T1" fmla="*/ 0 h 1676"/>
                <a:gd name="T2" fmla="*/ 0 w 411"/>
                <a:gd name="T3" fmla="*/ 0 h 1676"/>
                <a:gd name="T4" fmla="*/ 0 w 411"/>
                <a:gd name="T5" fmla="*/ 0 h 1676"/>
                <a:gd name="T6" fmla="*/ 0 w 411"/>
                <a:gd name="T7" fmla="*/ 0 h 1676"/>
                <a:gd name="T8" fmla="*/ 0 w 411"/>
                <a:gd name="T9" fmla="*/ 0 h 1676"/>
                <a:gd name="T10" fmla="*/ 0 w 411"/>
                <a:gd name="T11" fmla="*/ 0 h 1676"/>
                <a:gd name="T12" fmla="*/ 0 w 411"/>
                <a:gd name="T13" fmla="*/ 0 h 1676"/>
                <a:gd name="T14" fmla="*/ 0 w 411"/>
                <a:gd name="T15" fmla="*/ 0 h 1676"/>
                <a:gd name="T16" fmla="*/ 0 w 411"/>
                <a:gd name="T17" fmla="*/ 0 h 1676"/>
                <a:gd name="T18" fmla="*/ 0 w 411"/>
                <a:gd name="T19" fmla="*/ 0 h 1676"/>
                <a:gd name="T20" fmla="*/ 0 w 411"/>
                <a:gd name="T21" fmla="*/ 0 h 1676"/>
                <a:gd name="T22" fmla="*/ 0 w 411"/>
                <a:gd name="T23" fmla="*/ 0 h 1676"/>
                <a:gd name="T24" fmla="*/ 0 w 411"/>
                <a:gd name="T25" fmla="*/ 0 h 16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1"/>
                <a:gd name="T40" fmla="*/ 0 h 1676"/>
                <a:gd name="T41" fmla="*/ 411 w 411"/>
                <a:gd name="T42" fmla="*/ 1676 h 167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1" h="1676">
                  <a:moveTo>
                    <a:pt x="328" y="0"/>
                  </a:moveTo>
                  <a:lnTo>
                    <a:pt x="328" y="153"/>
                  </a:lnTo>
                  <a:lnTo>
                    <a:pt x="411" y="226"/>
                  </a:lnTo>
                  <a:lnTo>
                    <a:pt x="340" y="279"/>
                  </a:lnTo>
                  <a:lnTo>
                    <a:pt x="235" y="768"/>
                  </a:lnTo>
                  <a:lnTo>
                    <a:pt x="109" y="1573"/>
                  </a:lnTo>
                  <a:lnTo>
                    <a:pt x="0" y="1676"/>
                  </a:lnTo>
                  <a:lnTo>
                    <a:pt x="42" y="1222"/>
                  </a:lnTo>
                  <a:lnTo>
                    <a:pt x="162" y="485"/>
                  </a:lnTo>
                  <a:lnTo>
                    <a:pt x="261" y="291"/>
                  </a:lnTo>
                  <a:lnTo>
                    <a:pt x="272" y="191"/>
                  </a:lnTo>
                  <a:lnTo>
                    <a:pt x="245" y="48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004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7" name="Freeform 560">
              <a:extLst>
                <a:ext uri="{FF2B5EF4-FFF2-40B4-BE49-F238E27FC236}">
                  <a16:creationId xmlns:a16="http://schemas.microsoft.com/office/drawing/2014/main" id="{4EEBF4F0-3913-C34A-9FFE-C806BAC5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269"/>
              <a:ext cx="42" cy="250"/>
            </a:xfrm>
            <a:custGeom>
              <a:avLst/>
              <a:gdLst>
                <a:gd name="T0" fmla="*/ 0 w 339"/>
                <a:gd name="T1" fmla="*/ 0 h 1999"/>
                <a:gd name="T2" fmla="*/ 0 w 339"/>
                <a:gd name="T3" fmla="*/ 0 h 1999"/>
                <a:gd name="T4" fmla="*/ 0 w 339"/>
                <a:gd name="T5" fmla="*/ 0 h 1999"/>
                <a:gd name="T6" fmla="*/ 0 w 339"/>
                <a:gd name="T7" fmla="*/ 0 h 1999"/>
                <a:gd name="T8" fmla="*/ 0 w 339"/>
                <a:gd name="T9" fmla="*/ 0 h 1999"/>
                <a:gd name="T10" fmla="*/ 0 w 339"/>
                <a:gd name="T11" fmla="*/ 0 h 1999"/>
                <a:gd name="T12" fmla="*/ 0 w 339"/>
                <a:gd name="T13" fmla="*/ 0 h 1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9"/>
                <a:gd name="T22" fmla="*/ 0 h 1999"/>
                <a:gd name="T23" fmla="*/ 339 w 339"/>
                <a:gd name="T24" fmla="*/ 1999 h 19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9" h="1999">
                  <a:moveTo>
                    <a:pt x="11" y="192"/>
                  </a:moveTo>
                  <a:lnTo>
                    <a:pt x="0" y="630"/>
                  </a:lnTo>
                  <a:lnTo>
                    <a:pt x="162" y="1946"/>
                  </a:lnTo>
                  <a:lnTo>
                    <a:pt x="339" y="1999"/>
                  </a:lnTo>
                  <a:lnTo>
                    <a:pt x="120" y="473"/>
                  </a:lnTo>
                  <a:lnTo>
                    <a:pt x="120" y="0"/>
                  </a:lnTo>
                  <a:lnTo>
                    <a:pt x="11" y="192"/>
                  </a:lnTo>
                  <a:close/>
                </a:path>
              </a:pathLst>
            </a:custGeom>
            <a:solidFill>
              <a:srgbClr val="004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8" name="Freeform 561">
              <a:extLst>
                <a:ext uri="{FF2B5EF4-FFF2-40B4-BE49-F238E27FC236}">
                  <a16:creationId xmlns:a16="http://schemas.microsoft.com/office/drawing/2014/main" id="{47BD24DF-F1FD-F44C-AD98-E56A8251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12"/>
              <a:ext cx="158" cy="45"/>
            </a:xfrm>
            <a:custGeom>
              <a:avLst/>
              <a:gdLst>
                <a:gd name="T0" fmla="*/ 0 w 1264"/>
                <a:gd name="T1" fmla="*/ 0 h 361"/>
                <a:gd name="T2" fmla="*/ 0 w 1264"/>
                <a:gd name="T3" fmla="*/ 0 h 361"/>
                <a:gd name="T4" fmla="*/ 0 w 1264"/>
                <a:gd name="T5" fmla="*/ 0 h 361"/>
                <a:gd name="T6" fmla="*/ 0 w 1264"/>
                <a:gd name="T7" fmla="*/ 0 h 361"/>
                <a:gd name="T8" fmla="*/ 0 w 1264"/>
                <a:gd name="T9" fmla="*/ 0 h 361"/>
                <a:gd name="T10" fmla="*/ 0 w 1264"/>
                <a:gd name="T11" fmla="*/ 0 h 361"/>
                <a:gd name="T12" fmla="*/ 0 w 1264"/>
                <a:gd name="T13" fmla="*/ 0 h 361"/>
                <a:gd name="T14" fmla="*/ 0 w 1264"/>
                <a:gd name="T15" fmla="*/ 0 h 361"/>
                <a:gd name="T16" fmla="*/ 0 w 1264"/>
                <a:gd name="T17" fmla="*/ 0 h 361"/>
                <a:gd name="T18" fmla="*/ 0 w 1264"/>
                <a:gd name="T19" fmla="*/ 0 h 361"/>
                <a:gd name="T20" fmla="*/ 0 w 1264"/>
                <a:gd name="T21" fmla="*/ 0 h 361"/>
                <a:gd name="T22" fmla="*/ 0 w 1264"/>
                <a:gd name="T23" fmla="*/ 0 h 361"/>
                <a:gd name="T24" fmla="*/ 0 w 1264"/>
                <a:gd name="T25" fmla="*/ 0 h 361"/>
                <a:gd name="T26" fmla="*/ 0 w 1264"/>
                <a:gd name="T27" fmla="*/ 0 h 361"/>
                <a:gd name="T28" fmla="*/ 0 w 1264"/>
                <a:gd name="T29" fmla="*/ 0 h 361"/>
                <a:gd name="T30" fmla="*/ 0 w 1264"/>
                <a:gd name="T31" fmla="*/ 0 h 361"/>
                <a:gd name="T32" fmla="*/ 0 w 1264"/>
                <a:gd name="T33" fmla="*/ 0 h 361"/>
                <a:gd name="T34" fmla="*/ 0 w 1264"/>
                <a:gd name="T35" fmla="*/ 0 h 361"/>
                <a:gd name="T36" fmla="*/ 0 w 1264"/>
                <a:gd name="T37" fmla="*/ 0 h 361"/>
                <a:gd name="T38" fmla="*/ 0 w 1264"/>
                <a:gd name="T39" fmla="*/ 0 h 361"/>
                <a:gd name="T40" fmla="*/ 0 w 1264"/>
                <a:gd name="T41" fmla="*/ 0 h 361"/>
                <a:gd name="T42" fmla="*/ 0 w 1264"/>
                <a:gd name="T43" fmla="*/ 0 h 361"/>
                <a:gd name="T44" fmla="*/ 0 w 1264"/>
                <a:gd name="T45" fmla="*/ 0 h 361"/>
                <a:gd name="T46" fmla="*/ 0 w 1264"/>
                <a:gd name="T47" fmla="*/ 0 h 361"/>
                <a:gd name="T48" fmla="*/ 0 w 1264"/>
                <a:gd name="T49" fmla="*/ 0 h 361"/>
                <a:gd name="T50" fmla="*/ 0 w 1264"/>
                <a:gd name="T51" fmla="*/ 0 h 361"/>
                <a:gd name="T52" fmla="*/ 0 w 1264"/>
                <a:gd name="T53" fmla="*/ 0 h 361"/>
                <a:gd name="T54" fmla="*/ 0 w 1264"/>
                <a:gd name="T55" fmla="*/ 0 h 361"/>
                <a:gd name="T56" fmla="*/ 0 w 1264"/>
                <a:gd name="T57" fmla="*/ 0 h 361"/>
                <a:gd name="T58" fmla="*/ 0 w 1264"/>
                <a:gd name="T59" fmla="*/ 0 h 3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264"/>
                <a:gd name="T91" fmla="*/ 0 h 361"/>
                <a:gd name="T92" fmla="*/ 1264 w 1264"/>
                <a:gd name="T93" fmla="*/ 361 h 36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264" h="361">
                  <a:moveTo>
                    <a:pt x="58" y="7"/>
                  </a:moveTo>
                  <a:lnTo>
                    <a:pt x="38" y="37"/>
                  </a:lnTo>
                  <a:lnTo>
                    <a:pt x="0" y="154"/>
                  </a:lnTo>
                  <a:lnTo>
                    <a:pt x="49" y="251"/>
                  </a:lnTo>
                  <a:lnTo>
                    <a:pt x="119" y="323"/>
                  </a:lnTo>
                  <a:lnTo>
                    <a:pt x="337" y="361"/>
                  </a:lnTo>
                  <a:lnTo>
                    <a:pt x="425" y="359"/>
                  </a:lnTo>
                  <a:lnTo>
                    <a:pt x="524" y="343"/>
                  </a:lnTo>
                  <a:lnTo>
                    <a:pt x="545" y="327"/>
                  </a:lnTo>
                  <a:lnTo>
                    <a:pt x="863" y="343"/>
                  </a:lnTo>
                  <a:lnTo>
                    <a:pt x="934" y="313"/>
                  </a:lnTo>
                  <a:lnTo>
                    <a:pt x="1006" y="184"/>
                  </a:lnTo>
                  <a:lnTo>
                    <a:pt x="1084" y="233"/>
                  </a:lnTo>
                  <a:lnTo>
                    <a:pt x="1191" y="246"/>
                  </a:lnTo>
                  <a:lnTo>
                    <a:pt x="1264" y="152"/>
                  </a:lnTo>
                  <a:lnTo>
                    <a:pt x="1255" y="60"/>
                  </a:lnTo>
                  <a:lnTo>
                    <a:pt x="1167" y="0"/>
                  </a:lnTo>
                  <a:lnTo>
                    <a:pt x="1066" y="0"/>
                  </a:lnTo>
                  <a:lnTo>
                    <a:pt x="1017" y="37"/>
                  </a:lnTo>
                  <a:lnTo>
                    <a:pt x="974" y="110"/>
                  </a:lnTo>
                  <a:lnTo>
                    <a:pt x="750" y="110"/>
                  </a:lnTo>
                  <a:lnTo>
                    <a:pt x="582" y="11"/>
                  </a:lnTo>
                  <a:lnTo>
                    <a:pt x="488" y="11"/>
                  </a:lnTo>
                  <a:lnTo>
                    <a:pt x="376" y="55"/>
                  </a:lnTo>
                  <a:lnTo>
                    <a:pt x="367" y="106"/>
                  </a:lnTo>
                  <a:lnTo>
                    <a:pt x="215" y="11"/>
                  </a:lnTo>
                  <a:lnTo>
                    <a:pt x="146" y="11"/>
                  </a:lnTo>
                  <a:lnTo>
                    <a:pt x="114" y="37"/>
                  </a:lnTo>
                  <a:lnTo>
                    <a:pt x="58" y="132"/>
                  </a:lnTo>
                  <a:lnTo>
                    <a:pt x="58" y="7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9" name="Freeform 562">
              <a:extLst>
                <a:ext uri="{FF2B5EF4-FFF2-40B4-BE49-F238E27FC236}">
                  <a16:creationId xmlns:a16="http://schemas.microsoft.com/office/drawing/2014/main" id="{6BCB331C-9DE5-0C44-A6DC-A8E285DF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61"/>
              <a:ext cx="495" cy="473"/>
            </a:xfrm>
            <a:custGeom>
              <a:avLst/>
              <a:gdLst>
                <a:gd name="T0" fmla="*/ 0 w 3954"/>
                <a:gd name="T1" fmla="*/ 0 h 3789"/>
                <a:gd name="T2" fmla="*/ 0 w 3954"/>
                <a:gd name="T3" fmla="*/ 0 h 3789"/>
                <a:gd name="T4" fmla="*/ 0 w 3954"/>
                <a:gd name="T5" fmla="*/ 0 h 3789"/>
                <a:gd name="T6" fmla="*/ 0 w 3954"/>
                <a:gd name="T7" fmla="*/ 0 h 3789"/>
                <a:gd name="T8" fmla="*/ 0 w 3954"/>
                <a:gd name="T9" fmla="*/ 0 h 3789"/>
                <a:gd name="T10" fmla="*/ 0 w 3954"/>
                <a:gd name="T11" fmla="*/ 0 h 3789"/>
                <a:gd name="T12" fmla="*/ 0 w 3954"/>
                <a:gd name="T13" fmla="*/ 0 h 3789"/>
                <a:gd name="T14" fmla="*/ 0 w 3954"/>
                <a:gd name="T15" fmla="*/ 0 h 3789"/>
                <a:gd name="T16" fmla="*/ 0 w 3954"/>
                <a:gd name="T17" fmla="*/ 0 h 3789"/>
                <a:gd name="T18" fmla="*/ 0 w 3954"/>
                <a:gd name="T19" fmla="*/ 0 h 3789"/>
                <a:gd name="T20" fmla="*/ 0 w 3954"/>
                <a:gd name="T21" fmla="*/ 0 h 3789"/>
                <a:gd name="T22" fmla="*/ 0 w 3954"/>
                <a:gd name="T23" fmla="*/ 0 h 3789"/>
                <a:gd name="T24" fmla="*/ 0 w 3954"/>
                <a:gd name="T25" fmla="*/ 0 h 3789"/>
                <a:gd name="T26" fmla="*/ 0 w 3954"/>
                <a:gd name="T27" fmla="*/ 0 h 3789"/>
                <a:gd name="T28" fmla="*/ 0 w 3954"/>
                <a:gd name="T29" fmla="*/ 0 h 3789"/>
                <a:gd name="T30" fmla="*/ 0 w 3954"/>
                <a:gd name="T31" fmla="*/ 0 h 3789"/>
                <a:gd name="T32" fmla="*/ 0 w 3954"/>
                <a:gd name="T33" fmla="*/ 0 h 3789"/>
                <a:gd name="T34" fmla="*/ 0 w 3954"/>
                <a:gd name="T35" fmla="*/ 0 h 3789"/>
                <a:gd name="T36" fmla="*/ 0 w 3954"/>
                <a:gd name="T37" fmla="*/ 0 h 3789"/>
                <a:gd name="T38" fmla="*/ 0 w 3954"/>
                <a:gd name="T39" fmla="*/ 0 h 3789"/>
                <a:gd name="T40" fmla="*/ 0 w 3954"/>
                <a:gd name="T41" fmla="*/ 0 h 3789"/>
                <a:gd name="T42" fmla="*/ 0 w 3954"/>
                <a:gd name="T43" fmla="*/ 0 h 3789"/>
                <a:gd name="T44" fmla="*/ 0 w 3954"/>
                <a:gd name="T45" fmla="*/ 0 h 3789"/>
                <a:gd name="T46" fmla="*/ 0 w 3954"/>
                <a:gd name="T47" fmla="*/ 0 h 3789"/>
                <a:gd name="T48" fmla="*/ 0 w 3954"/>
                <a:gd name="T49" fmla="*/ 0 h 3789"/>
                <a:gd name="T50" fmla="*/ 0 w 3954"/>
                <a:gd name="T51" fmla="*/ 0 h 3789"/>
                <a:gd name="T52" fmla="*/ 0 w 3954"/>
                <a:gd name="T53" fmla="*/ 0 h 3789"/>
                <a:gd name="T54" fmla="*/ 0 w 3954"/>
                <a:gd name="T55" fmla="*/ 0 h 3789"/>
                <a:gd name="T56" fmla="*/ 0 w 3954"/>
                <a:gd name="T57" fmla="*/ 0 h 3789"/>
                <a:gd name="T58" fmla="*/ 0 w 3954"/>
                <a:gd name="T59" fmla="*/ 0 h 3789"/>
                <a:gd name="T60" fmla="*/ 0 w 3954"/>
                <a:gd name="T61" fmla="*/ 0 h 3789"/>
                <a:gd name="T62" fmla="*/ 0 w 3954"/>
                <a:gd name="T63" fmla="*/ 0 h 378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54"/>
                <a:gd name="T97" fmla="*/ 0 h 3789"/>
                <a:gd name="T98" fmla="*/ 3954 w 3954"/>
                <a:gd name="T99" fmla="*/ 3789 h 378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54" h="3789">
                  <a:moveTo>
                    <a:pt x="374" y="2891"/>
                  </a:moveTo>
                  <a:lnTo>
                    <a:pt x="747" y="2891"/>
                  </a:lnTo>
                  <a:lnTo>
                    <a:pt x="1025" y="2442"/>
                  </a:lnTo>
                  <a:lnTo>
                    <a:pt x="1251" y="2264"/>
                  </a:lnTo>
                  <a:lnTo>
                    <a:pt x="1332" y="2213"/>
                  </a:lnTo>
                  <a:lnTo>
                    <a:pt x="1998" y="1721"/>
                  </a:lnTo>
                  <a:lnTo>
                    <a:pt x="2556" y="1204"/>
                  </a:lnTo>
                  <a:lnTo>
                    <a:pt x="2812" y="932"/>
                  </a:lnTo>
                  <a:lnTo>
                    <a:pt x="3093" y="609"/>
                  </a:lnTo>
                  <a:lnTo>
                    <a:pt x="3294" y="355"/>
                  </a:lnTo>
                  <a:lnTo>
                    <a:pt x="3418" y="286"/>
                  </a:lnTo>
                  <a:lnTo>
                    <a:pt x="3521" y="128"/>
                  </a:lnTo>
                  <a:lnTo>
                    <a:pt x="3607" y="113"/>
                  </a:lnTo>
                  <a:lnTo>
                    <a:pt x="3794" y="0"/>
                  </a:lnTo>
                  <a:lnTo>
                    <a:pt x="3820" y="93"/>
                  </a:lnTo>
                  <a:lnTo>
                    <a:pt x="3794" y="176"/>
                  </a:lnTo>
                  <a:lnTo>
                    <a:pt x="3559" y="416"/>
                  </a:lnTo>
                  <a:lnTo>
                    <a:pt x="3455" y="625"/>
                  </a:lnTo>
                  <a:lnTo>
                    <a:pt x="3783" y="625"/>
                  </a:lnTo>
                  <a:lnTo>
                    <a:pt x="3954" y="690"/>
                  </a:lnTo>
                  <a:lnTo>
                    <a:pt x="3954" y="948"/>
                  </a:lnTo>
                  <a:lnTo>
                    <a:pt x="3868" y="1139"/>
                  </a:lnTo>
                  <a:lnTo>
                    <a:pt x="3868" y="1253"/>
                  </a:lnTo>
                  <a:lnTo>
                    <a:pt x="3820" y="1413"/>
                  </a:lnTo>
                  <a:lnTo>
                    <a:pt x="2969" y="1721"/>
                  </a:lnTo>
                  <a:lnTo>
                    <a:pt x="2022" y="2760"/>
                  </a:lnTo>
                  <a:lnTo>
                    <a:pt x="899" y="3659"/>
                  </a:lnTo>
                  <a:lnTo>
                    <a:pt x="613" y="3789"/>
                  </a:lnTo>
                  <a:lnTo>
                    <a:pt x="225" y="3708"/>
                  </a:lnTo>
                  <a:lnTo>
                    <a:pt x="0" y="3308"/>
                  </a:lnTo>
                  <a:lnTo>
                    <a:pt x="38" y="3032"/>
                  </a:lnTo>
                  <a:lnTo>
                    <a:pt x="374" y="2891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0" name="Freeform 563">
              <a:extLst>
                <a:ext uri="{FF2B5EF4-FFF2-40B4-BE49-F238E27FC236}">
                  <a16:creationId xmlns:a16="http://schemas.microsoft.com/office/drawing/2014/main" id="{37C3B21E-7569-6246-8F24-6D4D6A16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627"/>
              <a:ext cx="286" cy="298"/>
            </a:xfrm>
            <a:custGeom>
              <a:avLst/>
              <a:gdLst>
                <a:gd name="T0" fmla="*/ 0 w 2291"/>
                <a:gd name="T1" fmla="*/ 0 h 2389"/>
                <a:gd name="T2" fmla="*/ 0 w 2291"/>
                <a:gd name="T3" fmla="*/ 0 h 2389"/>
                <a:gd name="T4" fmla="*/ 0 w 2291"/>
                <a:gd name="T5" fmla="*/ 0 h 2389"/>
                <a:gd name="T6" fmla="*/ 0 w 2291"/>
                <a:gd name="T7" fmla="*/ 0 h 2389"/>
                <a:gd name="T8" fmla="*/ 0 w 2291"/>
                <a:gd name="T9" fmla="*/ 0 h 2389"/>
                <a:gd name="T10" fmla="*/ 0 w 2291"/>
                <a:gd name="T11" fmla="*/ 0 h 2389"/>
                <a:gd name="T12" fmla="*/ 0 w 2291"/>
                <a:gd name="T13" fmla="*/ 0 h 2389"/>
                <a:gd name="T14" fmla="*/ 0 w 2291"/>
                <a:gd name="T15" fmla="*/ 0 h 2389"/>
                <a:gd name="T16" fmla="*/ 0 w 2291"/>
                <a:gd name="T17" fmla="*/ 0 h 2389"/>
                <a:gd name="T18" fmla="*/ 0 w 2291"/>
                <a:gd name="T19" fmla="*/ 0 h 2389"/>
                <a:gd name="T20" fmla="*/ 0 w 2291"/>
                <a:gd name="T21" fmla="*/ 0 h 2389"/>
                <a:gd name="T22" fmla="*/ 0 w 2291"/>
                <a:gd name="T23" fmla="*/ 0 h 2389"/>
                <a:gd name="T24" fmla="*/ 0 w 2291"/>
                <a:gd name="T25" fmla="*/ 0 h 2389"/>
                <a:gd name="T26" fmla="*/ 0 w 2291"/>
                <a:gd name="T27" fmla="*/ 0 h 2389"/>
                <a:gd name="T28" fmla="*/ 0 w 2291"/>
                <a:gd name="T29" fmla="*/ 0 h 2389"/>
                <a:gd name="T30" fmla="*/ 0 w 2291"/>
                <a:gd name="T31" fmla="*/ 0 h 2389"/>
                <a:gd name="T32" fmla="*/ 0 w 2291"/>
                <a:gd name="T33" fmla="*/ 0 h 2389"/>
                <a:gd name="T34" fmla="*/ 0 w 2291"/>
                <a:gd name="T35" fmla="*/ 0 h 2389"/>
                <a:gd name="T36" fmla="*/ 0 w 2291"/>
                <a:gd name="T37" fmla="*/ 0 h 23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291"/>
                <a:gd name="T58" fmla="*/ 0 h 2389"/>
                <a:gd name="T59" fmla="*/ 2291 w 2291"/>
                <a:gd name="T60" fmla="*/ 2389 h 23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291" h="2389">
                  <a:moveTo>
                    <a:pt x="0" y="1524"/>
                  </a:moveTo>
                  <a:lnTo>
                    <a:pt x="118" y="1716"/>
                  </a:lnTo>
                  <a:lnTo>
                    <a:pt x="353" y="2096"/>
                  </a:lnTo>
                  <a:lnTo>
                    <a:pt x="641" y="2389"/>
                  </a:lnTo>
                  <a:lnTo>
                    <a:pt x="837" y="2152"/>
                  </a:lnTo>
                  <a:lnTo>
                    <a:pt x="1639" y="2237"/>
                  </a:lnTo>
                  <a:lnTo>
                    <a:pt x="1718" y="2043"/>
                  </a:lnTo>
                  <a:lnTo>
                    <a:pt x="1757" y="1969"/>
                  </a:lnTo>
                  <a:lnTo>
                    <a:pt x="1753" y="1895"/>
                  </a:lnTo>
                  <a:lnTo>
                    <a:pt x="1985" y="1716"/>
                  </a:lnTo>
                  <a:lnTo>
                    <a:pt x="2164" y="1716"/>
                  </a:lnTo>
                  <a:lnTo>
                    <a:pt x="2213" y="1637"/>
                  </a:lnTo>
                  <a:lnTo>
                    <a:pt x="2137" y="1181"/>
                  </a:lnTo>
                  <a:lnTo>
                    <a:pt x="2137" y="1132"/>
                  </a:lnTo>
                  <a:lnTo>
                    <a:pt x="2273" y="683"/>
                  </a:lnTo>
                  <a:lnTo>
                    <a:pt x="2291" y="492"/>
                  </a:lnTo>
                  <a:lnTo>
                    <a:pt x="2291" y="344"/>
                  </a:lnTo>
                  <a:lnTo>
                    <a:pt x="397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1" name="Freeform 564">
              <a:extLst>
                <a:ext uri="{FF2B5EF4-FFF2-40B4-BE49-F238E27FC236}">
                  <a16:creationId xmlns:a16="http://schemas.microsoft.com/office/drawing/2014/main" id="{009538C4-E29E-AF4F-936B-5ACA129A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486"/>
              <a:ext cx="206" cy="234"/>
            </a:xfrm>
            <a:custGeom>
              <a:avLst/>
              <a:gdLst>
                <a:gd name="T0" fmla="*/ 0 w 1650"/>
                <a:gd name="T1" fmla="*/ 0 h 1872"/>
                <a:gd name="T2" fmla="*/ 0 w 1650"/>
                <a:gd name="T3" fmla="*/ 0 h 1872"/>
                <a:gd name="T4" fmla="*/ 0 w 1650"/>
                <a:gd name="T5" fmla="*/ 0 h 1872"/>
                <a:gd name="T6" fmla="*/ 0 w 1650"/>
                <a:gd name="T7" fmla="*/ 0 h 1872"/>
                <a:gd name="T8" fmla="*/ 0 w 1650"/>
                <a:gd name="T9" fmla="*/ 0 h 1872"/>
                <a:gd name="T10" fmla="*/ 0 w 1650"/>
                <a:gd name="T11" fmla="*/ 0 h 1872"/>
                <a:gd name="T12" fmla="*/ 0 w 1650"/>
                <a:gd name="T13" fmla="*/ 0 h 1872"/>
                <a:gd name="T14" fmla="*/ 0 w 1650"/>
                <a:gd name="T15" fmla="*/ 0 h 1872"/>
                <a:gd name="T16" fmla="*/ 0 w 1650"/>
                <a:gd name="T17" fmla="*/ 0 h 18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50"/>
                <a:gd name="T28" fmla="*/ 0 h 1872"/>
                <a:gd name="T29" fmla="*/ 1650 w 1650"/>
                <a:gd name="T30" fmla="*/ 1872 h 18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50" h="1872">
                  <a:moveTo>
                    <a:pt x="267" y="0"/>
                  </a:moveTo>
                  <a:lnTo>
                    <a:pt x="0" y="129"/>
                  </a:lnTo>
                  <a:lnTo>
                    <a:pt x="0" y="613"/>
                  </a:lnTo>
                  <a:lnTo>
                    <a:pt x="910" y="1872"/>
                  </a:lnTo>
                  <a:lnTo>
                    <a:pt x="1334" y="1655"/>
                  </a:lnTo>
                  <a:lnTo>
                    <a:pt x="1650" y="1122"/>
                  </a:lnTo>
                  <a:lnTo>
                    <a:pt x="1424" y="443"/>
                  </a:lnTo>
                  <a:lnTo>
                    <a:pt x="408" y="5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2" name="Freeform 565">
              <a:extLst>
                <a:ext uri="{FF2B5EF4-FFF2-40B4-BE49-F238E27FC236}">
                  <a16:creationId xmlns:a16="http://schemas.microsoft.com/office/drawing/2014/main" id="{64DB5A4E-2B95-ED46-9A02-7380E527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483"/>
              <a:ext cx="298" cy="333"/>
            </a:xfrm>
            <a:custGeom>
              <a:avLst/>
              <a:gdLst>
                <a:gd name="T0" fmla="*/ 0 w 2388"/>
                <a:gd name="T1" fmla="*/ 0 h 2659"/>
                <a:gd name="T2" fmla="*/ 0 w 2388"/>
                <a:gd name="T3" fmla="*/ 0 h 2659"/>
                <a:gd name="T4" fmla="*/ 0 w 2388"/>
                <a:gd name="T5" fmla="*/ 0 h 2659"/>
                <a:gd name="T6" fmla="*/ 0 w 2388"/>
                <a:gd name="T7" fmla="*/ 0 h 2659"/>
                <a:gd name="T8" fmla="*/ 0 w 2388"/>
                <a:gd name="T9" fmla="*/ 0 h 2659"/>
                <a:gd name="T10" fmla="*/ 0 w 2388"/>
                <a:gd name="T11" fmla="*/ 0 h 2659"/>
                <a:gd name="T12" fmla="*/ 0 w 2388"/>
                <a:gd name="T13" fmla="*/ 0 h 2659"/>
                <a:gd name="T14" fmla="*/ 0 w 2388"/>
                <a:gd name="T15" fmla="*/ 0 h 2659"/>
                <a:gd name="T16" fmla="*/ 0 w 2388"/>
                <a:gd name="T17" fmla="*/ 0 h 2659"/>
                <a:gd name="T18" fmla="*/ 0 w 2388"/>
                <a:gd name="T19" fmla="*/ 0 h 2659"/>
                <a:gd name="T20" fmla="*/ 0 w 2388"/>
                <a:gd name="T21" fmla="*/ 0 h 2659"/>
                <a:gd name="T22" fmla="*/ 0 w 2388"/>
                <a:gd name="T23" fmla="*/ 0 h 2659"/>
                <a:gd name="T24" fmla="*/ 0 w 2388"/>
                <a:gd name="T25" fmla="*/ 0 h 2659"/>
                <a:gd name="T26" fmla="*/ 0 w 2388"/>
                <a:gd name="T27" fmla="*/ 0 h 2659"/>
                <a:gd name="T28" fmla="*/ 0 w 2388"/>
                <a:gd name="T29" fmla="*/ 0 h 2659"/>
                <a:gd name="T30" fmla="*/ 0 w 2388"/>
                <a:gd name="T31" fmla="*/ 0 h 2659"/>
                <a:gd name="T32" fmla="*/ 0 w 2388"/>
                <a:gd name="T33" fmla="*/ 0 h 2659"/>
                <a:gd name="T34" fmla="*/ 0 w 2388"/>
                <a:gd name="T35" fmla="*/ 0 h 2659"/>
                <a:gd name="T36" fmla="*/ 0 w 2388"/>
                <a:gd name="T37" fmla="*/ 0 h 2659"/>
                <a:gd name="T38" fmla="*/ 0 w 2388"/>
                <a:gd name="T39" fmla="*/ 0 h 2659"/>
                <a:gd name="T40" fmla="*/ 0 w 2388"/>
                <a:gd name="T41" fmla="*/ 0 h 2659"/>
                <a:gd name="T42" fmla="*/ 0 w 2388"/>
                <a:gd name="T43" fmla="*/ 0 h 2659"/>
                <a:gd name="T44" fmla="*/ 0 w 2388"/>
                <a:gd name="T45" fmla="*/ 0 h 2659"/>
                <a:gd name="T46" fmla="*/ 0 w 2388"/>
                <a:gd name="T47" fmla="*/ 0 h 2659"/>
                <a:gd name="T48" fmla="*/ 0 w 2388"/>
                <a:gd name="T49" fmla="*/ 0 h 2659"/>
                <a:gd name="T50" fmla="*/ 0 w 2388"/>
                <a:gd name="T51" fmla="*/ 0 h 2659"/>
                <a:gd name="T52" fmla="*/ 0 w 2388"/>
                <a:gd name="T53" fmla="*/ 0 h 2659"/>
                <a:gd name="T54" fmla="*/ 0 w 2388"/>
                <a:gd name="T55" fmla="*/ 0 h 2659"/>
                <a:gd name="T56" fmla="*/ 0 w 2388"/>
                <a:gd name="T57" fmla="*/ 0 h 2659"/>
                <a:gd name="T58" fmla="*/ 0 w 2388"/>
                <a:gd name="T59" fmla="*/ 0 h 2659"/>
                <a:gd name="T60" fmla="*/ 0 w 2388"/>
                <a:gd name="T61" fmla="*/ 0 h 2659"/>
                <a:gd name="T62" fmla="*/ 0 w 2388"/>
                <a:gd name="T63" fmla="*/ 0 h 2659"/>
                <a:gd name="T64" fmla="*/ 0 w 2388"/>
                <a:gd name="T65" fmla="*/ 0 h 2659"/>
                <a:gd name="T66" fmla="*/ 0 w 2388"/>
                <a:gd name="T67" fmla="*/ 0 h 2659"/>
                <a:gd name="T68" fmla="*/ 0 w 2388"/>
                <a:gd name="T69" fmla="*/ 0 h 2659"/>
                <a:gd name="T70" fmla="*/ 0 w 2388"/>
                <a:gd name="T71" fmla="*/ 0 h 2659"/>
                <a:gd name="T72" fmla="*/ 0 w 2388"/>
                <a:gd name="T73" fmla="*/ 0 h 2659"/>
                <a:gd name="T74" fmla="*/ 0 w 2388"/>
                <a:gd name="T75" fmla="*/ 0 h 2659"/>
                <a:gd name="T76" fmla="*/ 0 w 2388"/>
                <a:gd name="T77" fmla="*/ 0 h 265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388"/>
                <a:gd name="T118" fmla="*/ 0 h 2659"/>
                <a:gd name="T119" fmla="*/ 2388 w 2388"/>
                <a:gd name="T120" fmla="*/ 2659 h 265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388" h="2659">
                  <a:moveTo>
                    <a:pt x="2368" y="1493"/>
                  </a:moveTo>
                  <a:lnTo>
                    <a:pt x="2309" y="1747"/>
                  </a:lnTo>
                  <a:lnTo>
                    <a:pt x="2388" y="1855"/>
                  </a:lnTo>
                  <a:lnTo>
                    <a:pt x="2388" y="1971"/>
                  </a:lnTo>
                  <a:lnTo>
                    <a:pt x="2109" y="2233"/>
                  </a:lnTo>
                  <a:lnTo>
                    <a:pt x="2109" y="2309"/>
                  </a:lnTo>
                  <a:lnTo>
                    <a:pt x="2199" y="2295"/>
                  </a:lnTo>
                  <a:lnTo>
                    <a:pt x="2126" y="2360"/>
                  </a:lnTo>
                  <a:lnTo>
                    <a:pt x="2170" y="2397"/>
                  </a:lnTo>
                  <a:lnTo>
                    <a:pt x="2236" y="2397"/>
                  </a:lnTo>
                  <a:lnTo>
                    <a:pt x="2146" y="2439"/>
                  </a:lnTo>
                  <a:lnTo>
                    <a:pt x="2096" y="2439"/>
                  </a:lnTo>
                  <a:lnTo>
                    <a:pt x="2096" y="2477"/>
                  </a:lnTo>
                  <a:lnTo>
                    <a:pt x="1975" y="2556"/>
                  </a:lnTo>
                  <a:lnTo>
                    <a:pt x="2089" y="2466"/>
                  </a:lnTo>
                  <a:lnTo>
                    <a:pt x="2089" y="2452"/>
                  </a:lnTo>
                  <a:lnTo>
                    <a:pt x="1916" y="2466"/>
                  </a:lnTo>
                  <a:lnTo>
                    <a:pt x="2067" y="2334"/>
                  </a:lnTo>
                  <a:lnTo>
                    <a:pt x="1975" y="2334"/>
                  </a:lnTo>
                  <a:lnTo>
                    <a:pt x="1865" y="1892"/>
                  </a:lnTo>
                  <a:lnTo>
                    <a:pt x="1480" y="2048"/>
                  </a:lnTo>
                  <a:lnTo>
                    <a:pt x="1342" y="1781"/>
                  </a:lnTo>
                  <a:lnTo>
                    <a:pt x="1249" y="1725"/>
                  </a:lnTo>
                  <a:lnTo>
                    <a:pt x="1100" y="1725"/>
                  </a:lnTo>
                  <a:lnTo>
                    <a:pt x="1008" y="1818"/>
                  </a:lnTo>
                  <a:lnTo>
                    <a:pt x="938" y="2035"/>
                  </a:lnTo>
                  <a:lnTo>
                    <a:pt x="938" y="2318"/>
                  </a:lnTo>
                  <a:lnTo>
                    <a:pt x="869" y="2233"/>
                  </a:lnTo>
                  <a:lnTo>
                    <a:pt x="810" y="2334"/>
                  </a:lnTo>
                  <a:lnTo>
                    <a:pt x="810" y="2492"/>
                  </a:lnTo>
                  <a:lnTo>
                    <a:pt x="717" y="2540"/>
                  </a:lnTo>
                  <a:lnTo>
                    <a:pt x="619" y="2397"/>
                  </a:lnTo>
                  <a:lnTo>
                    <a:pt x="525" y="2503"/>
                  </a:lnTo>
                  <a:lnTo>
                    <a:pt x="493" y="2646"/>
                  </a:lnTo>
                  <a:lnTo>
                    <a:pt x="417" y="2659"/>
                  </a:lnTo>
                  <a:lnTo>
                    <a:pt x="276" y="2477"/>
                  </a:lnTo>
                  <a:lnTo>
                    <a:pt x="55" y="2283"/>
                  </a:lnTo>
                  <a:lnTo>
                    <a:pt x="0" y="2035"/>
                  </a:lnTo>
                  <a:lnTo>
                    <a:pt x="131" y="1829"/>
                  </a:lnTo>
                  <a:lnTo>
                    <a:pt x="182" y="1648"/>
                  </a:lnTo>
                  <a:lnTo>
                    <a:pt x="182" y="1310"/>
                  </a:lnTo>
                  <a:lnTo>
                    <a:pt x="355" y="804"/>
                  </a:lnTo>
                  <a:lnTo>
                    <a:pt x="477" y="716"/>
                  </a:lnTo>
                  <a:lnTo>
                    <a:pt x="493" y="363"/>
                  </a:lnTo>
                  <a:lnTo>
                    <a:pt x="676" y="108"/>
                  </a:lnTo>
                  <a:lnTo>
                    <a:pt x="991" y="0"/>
                  </a:lnTo>
                  <a:lnTo>
                    <a:pt x="1069" y="0"/>
                  </a:lnTo>
                  <a:lnTo>
                    <a:pt x="749" y="156"/>
                  </a:lnTo>
                  <a:lnTo>
                    <a:pt x="876" y="156"/>
                  </a:lnTo>
                  <a:lnTo>
                    <a:pt x="790" y="378"/>
                  </a:lnTo>
                  <a:lnTo>
                    <a:pt x="898" y="327"/>
                  </a:lnTo>
                  <a:lnTo>
                    <a:pt x="996" y="400"/>
                  </a:lnTo>
                  <a:lnTo>
                    <a:pt x="1129" y="400"/>
                  </a:lnTo>
                  <a:lnTo>
                    <a:pt x="1069" y="534"/>
                  </a:lnTo>
                  <a:lnTo>
                    <a:pt x="1168" y="534"/>
                  </a:lnTo>
                  <a:lnTo>
                    <a:pt x="1069" y="820"/>
                  </a:lnTo>
                  <a:lnTo>
                    <a:pt x="1231" y="727"/>
                  </a:lnTo>
                  <a:lnTo>
                    <a:pt x="1137" y="896"/>
                  </a:lnTo>
                  <a:lnTo>
                    <a:pt x="1280" y="820"/>
                  </a:lnTo>
                  <a:lnTo>
                    <a:pt x="1342" y="820"/>
                  </a:lnTo>
                  <a:lnTo>
                    <a:pt x="1280" y="997"/>
                  </a:lnTo>
                  <a:lnTo>
                    <a:pt x="1452" y="997"/>
                  </a:lnTo>
                  <a:lnTo>
                    <a:pt x="1563" y="1050"/>
                  </a:lnTo>
                  <a:lnTo>
                    <a:pt x="1432" y="1117"/>
                  </a:lnTo>
                  <a:lnTo>
                    <a:pt x="1563" y="1117"/>
                  </a:lnTo>
                  <a:lnTo>
                    <a:pt x="1408" y="1336"/>
                  </a:lnTo>
                  <a:lnTo>
                    <a:pt x="1401" y="1440"/>
                  </a:lnTo>
                  <a:lnTo>
                    <a:pt x="1715" y="1347"/>
                  </a:lnTo>
                  <a:lnTo>
                    <a:pt x="1764" y="1347"/>
                  </a:lnTo>
                  <a:lnTo>
                    <a:pt x="1579" y="1493"/>
                  </a:lnTo>
                  <a:lnTo>
                    <a:pt x="1653" y="1541"/>
                  </a:lnTo>
                  <a:lnTo>
                    <a:pt x="1572" y="1635"/>
                  </a:lnTo>
                  <a:lnTo>
                    <a:pt x="1683" y="1686"/>
                  </a:lnTo>
                  <a:lnTo>
                    <a:pt x="1683" y="1763"/>
                  </a:lnTo>
                  <a:lnTo>
                    <a:pt x="1916" y="1604"/>
                  </a:lnTo>
                  <a:lnTo>
                    <a:pt x="1946" y="1477"/>
                  </a:lnTo>
                  <a:lnTo>
                    <a:pt x="2170" y="1347"/>
                  </a:lnTo>
                  <a:lnTo>
                    <a:pt x="2368" y="14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3" name="Freeform 566">
              <a:extLst>
                <a:ext uri="{FF2B5EF4-FFF2-40B4-BE49-F238E27FC236}">
                  <a16:creationId xmlns:a16="http://schemas.microsoft.com/office/drawing/2014/main" id="{A957BBA9-FCFC-A94C-B778-77604954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80"/>
              <a:ext cx="253" cy="198"/>
            </a:xfrm>
            <a:custGeom>
              <a:avLst/>
              <a:gdLst>
                <a:gd name="T0" fmla="*/ 0 w 2024"/>
                <a:gd name="T1" fmla="*/ 0 h 1582"/>
                <a:gd name="T2" fmla="*/ 0 w 2024"/>
                <a:gd name="T3" fmla="*/ 0 h 1582"/>
                <a:gd name="T4" fmla="*/ 0 w 2024"/>
                <a:gd name="T5" fmla="*/ 0 h 1582"/>
                <a:gd name="T6" fmla="*/ 0 w 2024"/>
                <a:gd name="T7" fmla="*/ 0 h 1582"/>
                <a:gd name="T8" fmla="*/ 0 w 2024"/>
                <a:gd name="T9" fmla="*/ 0 h 1582"/>
                <a:gd name="T10" fmla="*/ 0 w 2024"/>
                <a:gd name="T11" fmla="*/ 0 h 1582"/>
                <a:gd name="T12" fmla="*/ 0 w 2024"/>
                <a:gd name="T13" fmla="*/ 0 h 1582"/>
                <a:gd name="T14" fmla="*/ 0 w 2024"/>
                <a:gd name="T15" fmla="*/ 0 h 1582"/>
                <a:gd name="T16" fmla="*/ 0 w 2024"/>
                <a:gd name="T17" fmla="*/ 0 h 1582"/>
                <a:gd name="T18" fmla="*/ 0 w 2024"/>
                <a:gd name="T19" fmla="*/ 0 h 1582"/>
                <a:gd name="T20" fmla="*/ 0 w 2024"/>
                <a:gd name="T21" fmla="*/ 0 h 1582"/>
                <a:gd name="T22" fmla="*/ 0 w 2024"/>
                <a:gd name="T23" fmla="*/ 0 h 1582"/>
                <a:gd name="T24" fmla="*/ 0 w 2024"/>
                <a:gd name="T25" fmla="*/ 0 h 1582"/>
                <a:gd name="T26" fmla="*/ 0 w 2024"/>
                <a:gd name="T27" fmla="*/ 0 h 1582"/>
                <a:gd name="T28" fmla="*/ 0 w 2024"/>
                <a:gd name="T29" fmla="*/ 0 h 1582"/>
                <a:gd name="T30" fmla="*/ 0 w 2024"/>
                <a:gd name="T31" fmla="*/ 0 h 1582"/>
                <a:gd name="T32" fmla="*/ 0 w 2024"/>
                <a:gd name="T33" fmla="*/ 0 h 1582"/>
                <a:gd name="T34" fmla="*/ 0 w 2024"/>
                <a:gd name="T35" fmla="*/ 0 h 1582"/>
                <a:gd name="T36" fmla="*/ 0 w 2024"/>
                <a:gd name="T37" fmla="*/ 0 h 1582"/>
                <a:gd name="T38" fmla="*/ 0 w 2024"/>
                <a:gd name="T39" fmla="*/ 0 h 1582"/>
                <a:gd name="T40" fmla="*/ 0 w 2024"/>
                <a:gd name="T41" fmla="*/ 0 h 1582"/>
                <a:gd name="T42" fmla="*/ 0 w 2024"/>
                <a:gd name="T43" fmla="*/ 0 h 1582"/>
                <a:gd name="T44" fmla="*/ 0 w 2024"/>
                <a:gd name="T45" fmla="*/ 0 h 1582"/>
                <a:gd name="T46" fmla="*/ 0 w 2024"/>
                <a:gd name="T47" fmla="*/ 0 h 1582"/>
                <a:gd name="T48" fmla="*/ 0 w 2024"/>
                <a:gd name="T49" fmla="*/ 0 h 1582"/>
                <a:gd name="T50" fmla="*/ 0 w 2024"/>
                <a:gd name="T51" fmla="*/ 0 h 1582"/>
                <a:gd name="T52" fmla="*/ 0 w 2024"/>
                <a:gd name="T53" fmla="*/ 0 h 1582"/>
                <a:gd name="T54" fmla="*/ 0 w 2024"/>
                <a:gd name="T55" fmla="*/ 0 h 1582"/>
                <a:gd name="T56" fmla="*/ 0 w 2024"/>
                <a:gd name="T57" fmla="*/ 0 h 1582"/>
                <a:gd name="T58" fmla="*/ 0 w 2024"/>
                <a:gd name="T59" fmla="*/ 0 h 1582"/>
                <a:gd name="T60" fmla="*/ 0 w 2024"/>
                <a:gd name="T61" fmla="*/ 0 h 1582"/>
                <a:gd name="T62" fmla="*/ 0 w 2024"/>
                <a:gd name="T63" fmla="*/ 0 h 1582"/>
                <a:gd name="T64" fmla="*/ 0 w 2024"/>
                <a:gd name="T65" fmla="*/ 0 h 1582"/>
                <a:gd name="T66" fmla="*/ 0 w 2024"/>
                <a:gd name="T67" fmla="*/ 0 h 1582"/>
                <a:gd name="T68" fmla="*/ 0 w 2024"/>
                <a:gd name="T69" fmla="*/ 0 h 1582"/>
                <a:gd name="T70" fmla="*/ 0 w 2024"/>
                <a:gd name="T71" fmla="*/ 0 h 1582"/>
                <a:gd name="T72" fmla="*/ 0 w 2024"/>
                <a:gd name="T73" fmla="*/ 0 h 1582"/>
                <a:gd name="T74" fmla="*/ 0 w 2024"/>
                <a:gd name="T75" fmla="*/ 0 h 1582"/>
                <a:gd name="T76" fmla="*/ 0 w 2024"/>
                <a:gd name="T77" fmla="*/ 0 h 1582"/>
                <a:gd name="T78" fmla="*/ 0 w 2024"/>
                <a:gd name="T79" fmla="*/ 0 h 1582"/>
                <a:gd name="T80" fmla="*/ 0 w 2024"/>
                <a:gd name="T81" fmla="*/ 0 h 158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24"/>
                <a:gd name="T124" fmla="*/ 0 h 1582"/>
                <a:gd name="T125" fmla="*/ 2024 w 2024"/>
                <a:gd name="T126" fmla="*/ 1582 h 158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24" h="1582">
                  <a:moveTo>
                    <a:pt x="0" y="66"/>
                  </a:moveTo>
                  <a:lnTo>
                    <a:pt x="191" y="171"/>
                  </a:lnTo>
                  <a:lnTo>
                    <a:pt x="161" y="299"/>
                  </a:lnTo>
                  <a:lnTo>
                    <a:pt x="263" y="299"/>
                  </a:lnTo>
                  <a:lnTo>
                    <a:pt x="263" y="389"/>
                  </a:lnTo>
                  <a:lnTo>
                    <a:pt x="585" y="389"/>
                  </a:lnTo>
                  <a:lnTo>
                    <a:pt x="585" y="481"/>
                  </a:lnTo>
                  <a:lnTo>
                    <a:pt x="627" y="571"/>
                  </a:lnTo>
                  <a:lnTo>
                    <a:pt x="747" y="507"/>
                  </a:lnTo>
                  <a:lnTo>
                    <a:pt x="814" y="560"/>
                  </a:lnTo>
                  <a:lnTo>
                    <a:pt x="715" y="703"/>
                  </a:lnTo>
                  <a:lnTo>
                    <a:pt x="846" y="703"/>
                  </a:lnTo>
                  <a:lnTo>
                    <a:pt x="1007" y="613"/>
                  </a:lnTo>
                  <a:lnTo>
                    <a:pt x="1141" y="672"/>
                  </a:lnTo>
                  <a:lnTo>
                    <a:pt x="1038" y="753"/>
                  </a:lnTo>
                  <a:lnTo>
                    <a:pt x="1141" y="830"/>
                  </a:lnTo>
                  <a:lnTo>
                    <a:pt x="1068" y="933"/>
                  </a:lnTo>
                  <a:lnTo>
                    <a:pt x="1128" y="1050"/>
                  </a:lnTo>
                  <a:lnTo>
                    <a:pt x="1026" y="1050"/>
                  </a:lnTo>
                  <a:lnTo>
                    <a:pt x="906" y="1171"/>
                  </a:lnTo>
                  <a:lnTo>
                    <a:pt x="1158" y="1171"/>
                  </a:lnTo>
                  <a:lnTo>
                    <a:pt x="1038" y="1323"/>
                  </a:lnTo>
                  <a:lnTo>
                    <a:pt x="1178" y="1519"/>
                  </a:lnTo>
                  <a:lnTo>
                    <a:pt x="1563" y="1519"/>
                  </a:lnTo>
                  <a:lnTo>
                    <a:pt x="1482" y="1582"/>
                  </a:lnTo>
                  <a:lnTo>
                    <a:pt x="1653" y="1544"/>
                  </a:lnTo>
                  <a:lnTo>
                    <a:pt x="1773" y="1567"/>
                  </a:lnTo>
                  <a:lnTo>
                    <a:pt x="1936" y="1519"/>
                  </a:lnTo>
                  <a:lnTo>
                    <a:pt x="2024" y="1323"/>
                  </a:lnTo>
                  <a:lnTo>
                    <a:pt x="2024" y="1155"/>
                  </a:lnTo>
                  <a:lnTo>
                    <a:pt x="1895" y="912"/>
                  </a:lnTo>
                  <a:lnTo>
                    <a:pt x="1448" y="442"/>
                  </a:lnTo>
                  <a:lnTo>
                    <a:pt x="1148" y="171"/>
                  </a:lnTo>
                  <a:lnTo>
                    <a:pt x="886" y="37"/>
                  </a:lnTo>
                  <a:lnTo>
                    <a:pt x="644" y="0"/>
                  </a:lnTo>
                  <a:lnTo>
                    <a:pt x="512" y="15"/>
                  </a:lnTo>
                  <a:lnTo>
                    <a:pt x="385" y="66"/>
                  </a:lnTo>
                  <a:lnTo>
                    <a:pt x="312" y="92"/>
                  </a:lnTo>
                  <a:lnTo>
                    <a:pt x="169" y="26"/>
                  </a:lnTo>
                  <a:lnTo>
                    <a:pt x="40" y="26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4" name="Freeform 567">
              <a:extLst>
                <a:ext uri="{FF2B5EF4-FFF2-40B4-BE49-F238E27FC236}">
                  <a16:creationId xmlns:a16="http://schemas.microsoft.com/office/drawing/2014/main" id="{BB1A274D-B3BD-CC4A-965A-3481F208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715"/>
              <a:ext cx="32" cy="37"/>
            </a:xfrm>
            <a:custGeom>
              <a:avLst/>
              <a:gdLst>
                <a:gd name="T0" fmla="*/ 0 w 260"/>
                <a:gd name="T1" fmla="*/ 0 h 297"/>
                <a:gd name="T2" fmla="*/ 0 w 260"/>
                <a:gd name="T3" fmla="*/ 0 h 297"/>
                <a:gd name="T4" fmla="*/ 0 w 260"/>
                <a:gd name="T5" fmla="*/ 0 h 297"/>
                <a:gd name="T6" fmla="*/ 0 w 260"/>
                <a:gd name="T7" fmla="*/ 0 h 297"/>
                <a:gd name="T8" fmla="*/ 0 w 260"/>
                <a:gd name="T9" fmla="*/ 0 h 297"/>
                <a:gd name="T10" fmla="*/ 0 w 260"/>
                <a:gd name="T11" fmla="*/ 0 h 297"/>
                <a:gd name="T12" fmla="*/ 0 w 260"/>
                <a:gd name="T13" fmla="*/ 0 h 297"/>
                <a:gd name="T14" fmla="*/ 0 w 260"/>
                <a:gd name="T15" fmla="*/ 0 h 297"/>
                <a:gd name="T16" fmla="*/ 0 w 260"/>
                <a:gd name="T17" fmla="*/ 0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0"/>
                <a:gd name="T28" fmla="*/ 0 h 297"/>
                <a:gd name="T29" fmla="*/ 260 w 260"/>
                <a:gd name="T30" fmla="*/ 297 h 29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0" h="297">
                  <a:moveTo>
                    <a:pt x="0" y="297"/>
                  </a:moveTo>
                  <a:lnTo>
                    <a:pt x="0" y="154"/>
                  </a:lnTo>
                  <a:lnTo>
                    <a:pt x="66" y="0"/>
                  </a:lnTo>
                  <a:lnTo>
                    <a:pt x="175" y="0"/>
                  </a:lnTo>
                  <a:lnTo>
                    <a:pt x="260" y="79"/>
                  </a:lnTo>
                  <a:lnTo>
                    <a:pt x="198" y="79"/>
                  </a:lnTo>
                  <a:lnTo>
                    <a:pt x="105" y="37"/>
                  </a:lnTo>
                  <a:lnTo>
                    <a:pt x="28" y="180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5" name="Freeform 568">
              <a:extLst>
                <a:ext uri="{FF2B5EF4-FFF2-40B4-BE49-F238E27FC236}">
                  <a16:creationId xmlns:a16="http://schemas.microsoft.com/office/drawing/2014/main" id="{BABECEE2-13F7-004C-838E-4FF07E02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725"/>
              <a:ext cx="196" cy="217"/>
            </a:xfrm>
            <a:custGeom>
              <a:avLst/>
              <a:gdLst>
                <a:gd name="T0" fmla="*/ 0 w 1572"/>
                <a:gd name="T1" fmla="*/ 0 h 1736"/>
                <a:gd name="T2" fmla="*/ 0 w 1572"/>
                <a:gd name="T3" fmla="*/ 0 h 1736"/>
                <a:gd name="T4" fmla="*/ 0 w 1572"/>
                <a:gd name="T5" fmla="*/ 0 h 1736"/>
                <a:gd name="T6" fmla="*/ 0 w 1572"/>
                <a:gd name="T7" fmla="*/ 0 h 1736"/>
                <a:gd name="T8" fmla="*/ 0 w 1572"/>
                <a:gd name="T9" fmla="*/ 0 h 1736"/>
                <a:gd name="T10" fmla="*/ 0 w 1572"/>
                <a:gd name="T11" fmla="*/ 0 h 1736"/>
                <a:gd name="T12" fmla="*/ 0 w 1572"/>
                <a:gd name="T13" fmla="*/ 0 h 1736"/>
                <a:gd name="T14" fmla="*/ 0 w 1572"/>
                <a:gd name="T15" fmla="*/ 0 h 1736"/>
                <a:gd name="T16" fmla="*/ 0 w 1572"/>
                <a:gd name="T17" fmla="*/ 0 h 1736"/>
                <a:gd name="T18" fmla="*/ 0 w 1572"/>
                <a:gd name="T19" fmla="*/ 0 h 1736"/>
                <a:gd name="T20" fmla="*/ 0 w 1572"/>
                <a:gd name="T21" fmla="*/ 0 h 1736"/>
                <a:gd name="T22" fmla="*/ 0 w 1572"/>
                <a:gd name="T23" fmla="*/ 0 h 1736"/>
                <a:gd name="T24" fmla="*/ 0 w 1572"/>
                <a:gd name="T25" fmla="*/ 0 h 1736"/>
                <a:gd name="T26" fmla="*/ 0 w 1572"/>
                <a:gd name="T27" fmla="*/ 0 h 1736"/>
                <a:gd name="T28" fmla="*/ 0 w 1572"/>
                <a:gd name="T29" fmla="*/ 0 h 1736"/>
                <a:gd name="T30" fmla="*/ 0 w 1572"/>
                <a:gd name="T31" fmla="*/ 0 h 1736"/>
                <a:gd name="T32" fmla="*/ 0 w 1572"/>
                <a:gd name="T33" fmla="*/ 0 h 1736"/>
                <a:gd name="T34" fmla="*/ 0 w 1572"/>
                <a:gd name="T35" fmla="*/ 0 h 1736"/>
                <a:gd name="T36" fmla="*/ 0 w 1572"/>
                <a:gd name="T37" fmla="*/ 0 h 1736"/>
                <a:gd name="T38" fmla="*/ 0 w 1572"/>
                <a:gd name="T39" fmla="*/ 0 h 1736"/>
                <a:gd name="T40" fmla="*/ 0 w 1572"/>
                <a:gd name="T41" fmla="*/ 0 h 1736"/>
                <a:gd name="T42" fmla="*/ 0 w 1572"/>
                <a:gd name="T43" fmla="*/ 0 h 1736"/>
                <a:gd name="T44" fmla="*/ 0 w 1572"/>
                <a:gd name="T45" fmla="*/ 0 h 1736"/>
                <a:gd name="T46" fmla="*/ 0 w 1572"/>
                <a:gd name="T47" fmla="*/ 0 h 1736"/>
                <a:gd name="T48" fmla="*/ 0 w 1572"/>
                <a:gd name="T49" fmla="*/ 0 h 1736"/>
                <a:gd name="T50" fmla="*/ 0 w 1572"/>
                <a:gd name="T51" fmla="*/ 0 h 1736"/>
                <a:gd name="T52" fmla="*/ 0 w 1572"/>
                <a:gd name="T53" fmla="*/ 0 h 1736"/>
                <a:gd name="T54" fmla="*/ 0 w 1572"/>
                <a:gd name="T55" fmla="*/ 0 h 1736"/>
                <a:gd name="T56" fmla="*/ 0 w 1572"/>
                <a:gd name="T57" fmla="*/ 0 h 1736"/>
                <a:gd name="T58" fmla="*/ 0 w 1572"/>
                <a:gd name="T59" fmla="*/ 0 h 1736"/>
                <a:gd name="T60" fmla="*/ 0 w 1572"/>
                <a:gd name="T61" fmla="*/ 0 h 1736"/>
                <a:gd name="T62" fmla="*/ 0 w 1572"/>
                <a:gd name="T63" fmla="*/ 0 h 1736"/>
                <a:gd name="T64" fmla="*/ 0 w 1572"/>
                <a:gd name="T65" fmla="*/ 0 h 1736"/>
                <a:gd name="T66" fmla="*/ 0 w 1572"/>
                <a:gd name="T67" fmla="*/ 0 h 1736"/>
                <a:gd name="T68" fmla="*/ 0 w 1572"/>
                <a:gd name="T69" fmla="*/ 0 h 1736"/>
                <a:gd name="T70" fmla="*/ 0 w 1572"/>
                <a:gd name="T71" fmla="*/ 0 h 1736"/>
                <a:gd name="T72" fmla="*/ 0 w 1572"/>
                <a:gd name="T73" fmla="*/ 0 h 1736"/>
                <a:gd name="T74" fmla="*/ 0 w 1572"/>
                <a:gd name="T75" fmla="*/ 0 h 1736"/>
                <a:gd name="T76" fmla="*/ 0 w 1572"/>
                <a:gd name="T77" fmla="*/ 0 h 1736"/>
                <a:gd name="T78" fmla="*/ 0 w 1572"/>
                <a:gd name="T79" fmla="*/ 0 h 1736"/>
                <a:gd name="T80" fmla="*/ 0 w 1572"/>
                <a:gd name="T81" fmla="*/ 0 h 1736"/>
                <a:gd name="T82" fmla="*/ 0 w 1572"/>
                <a:gd name="T83" fmla="*/ 0 h 1736"/>
                <a:gd name="T84" fmla="*/ 0 w 1572"/>
                <a:gd name="T85" fmla="*/ 0 h 17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72"/>
                <a:gd name="T130" fmla="*/ 0 h 1736"/>
                <a:gd name="T131" fmla="*/ 1572 w 1572"/>
                <a:gd name="T132" fmla="*/ 1736 h 17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72" h="1736">
                  <a:moveTo>
                    <a:pt x="473" y="0"/>
                  </a:moveTo>
                  <a:lnTo>
                    <a:pt x="383" y="37"/>
                  </a:lnTo>
                  <a:lnTo>
                    <a:pt x="178" y="232"/>
                  </a:lnTo>
                  <a:lnTo>
                    <a:pt x="251" y="232"/>
                  </a:lnTo>
                  <a:lnTo>
                    <a:pt x="334" y="320"/>
                  </a:lnTo>
                  <a:lnTo>
                    <a:pt x="334" y="437"/>
                  </a:lnTo>
                  <a:lnTo>
                    <a:pt x="209" y="543"/>
                  </a:lnTo>
                  <a:lnTo>
                    <a:pt x="0" y="426"/>
                  </a:lnTo>
                  <a:lnTo>
                    <a:pt x="104" y="558"/>
                  </a:lnTo>
                  <a:lnTo>
                    <a:pt x="200" y="558"/>
                  </a:lnTo>
                  <a:lnTo>
                    <a:pt x="71" y="644"/>
                  </a:lnTo>
                  <a:lnTo>
                    <a:pt x="110" y="947"/>
                  </a:lnTo>
                  <a:lnTo>
                    <a:pt x="49" y="1164"/>
                  </a:lnTo>
                  <a:lnTo>
                    <a:pt x="49" y="1358"/>
                  </a:lnTo>
                  <a:lnTo>
                    <a:pt x="122" y="1593"/>
                  </a:lnTo>
                  <a:lnTo>
                    <a:pt x="272" y="1452"/>
                  </a:lnTo>
                  <a:lnTo>
                    <a:pt x="514" y="1646"/>
                  </a:lnTo>
                  <a:lnTo>
                    <a:pt x="636" y="1646"/>
                  </a:lnTo>
                  <a:lnTo>
                    <a:pt x="763" y="1736"/>
                  </a:lnTo>
                  <a:lnTo>
                    <a:pt x="987" y="1736"/>
                  </a:lnTo>
                  <a:lnTo>
                    <a:pt x="1137" y="1553"/>
                  </a:lnTo>
                  <a:lnTo>
                    <a:pt x="1211" y="1307"/>
                  </a:lnTo>
                  <a:lnTo>
                    <a:pt x="1187" y="1230"/>
                  </a:lnTo>
                  <a:lnTo>
                    <a:pt x="1058" y="1347"/>
                  </a:lnTo>
                  <a:lnTo>
                    <a:pt x="987" y="1347"/>
                  </a:lnTo>
                  <a:lnTo>
                    <a:pt x="987" y="1230"/>
                  </a:lnTo>
                  <a:lnTo>
                    <a:pt x="1102" y="1193"/>
                  </a:lnTo>
                  <a:lnTo>
                    <a:pt x="1211" y="1127"/>
                  </a:lnTo>
                  <a:lnTo>
                    <a:pt x="1270" y="1064"/>
                  </a:lnTo>
                  <a:lnTo>
                    <a:pt x="1350" y="1032"/>
                  </a:lnTo>
                  <a:lnTo>
                    <a:pt x="1429" y="969"/>
                  </a:lnTo>
                  <a:lnTo>
                    <a:pt x="1471" y="921"/>
                  </a:lnTo>
                  <a:lnTo>
                    <a:pt x="1572" y="921"/>
                  </a:lnTo>
                  <a:lnTo>
                    <a:pt x="1457" y="879"/>
                  </a:lnTo>
                  <a:lnTo>
                    <a:pt x="1356" y="868"/>
                  </a:lnTo>
                  <a:lnTo>
                    <a:pt x="1308" y="815"/>
                  </a:lnTo>
                  <a:lnTo>
                    <a:pt x="1308" y="749"/>
                  </a:lnTo>
                  <a:lnTo>
                    <a:pt x="1077" y="995"/>
                  </a:lnTo>
                  <a:lnTo>
                    <a:pt x="883" y="1048"/>
                  </a:lnTo>
                  <a:lnTo>
                    <a:pt x="756" y="905"/>
                  </a:lnTo>
                  <a:lnTo>
                    <a:pt x="532" y="739"/>
                  </a:lnTo>
                  <a:lnTo>
                    <a:pt x="532" y="90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6" name="Freeform 569">
              <a:extLst>
                <a:ext uri="{FF2B5EF4-FFF2-40B4-BE49-F238E27FC236}">
                  <a16:creationId xmlns:a16="http://schemas.microsoft.com/office/drawing/2014/main" id="{695F8087-0C36-EB4F-BE61-ED1A3D97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759"/>
              <a:ext cx="38" cy="22"/>
            </a:xfrm>
            <a:custGeom>
              <a:avLst/>
              <a:gdLst>
                <a:gd name="T0" fmla="*/ 0 w 302"/>
                <a:gd name="T1" fmla="*/ 0 h 181"/>
                <a:gd name="T2" fmla="*/ 0 w 302"/>
                <a:gd name="T3" fmla="*/ 0 h 181"/>
                <a:gd name="T4" fmla="*/ 0 w 302"/>
                <a:gd name="T5" fmla="*/ 0 h 181"/>
                <a:gd name="T6" fmla="*/ 0 w 302"/>
                <a:gd name="T7" fmla="*/ 0 h 181"/>
                <a:gd name="T8" fmla="*/ 0 w 302"/>
                <a:gd name="T9" fmla="*/ 0 h 181"/>
                <a:gd name="T10" fmla="*/ 0 w 302"/>
                <a:gd name="T11" fmla="*/ 0 h 181"/>
                <a:gd name="T12" fmla="*/ 0 w 302"/>
                <a:gd name="T13" fmla="*/ 0 h 181"/>
                <a:gd name="T14" fmla="*/ 0 w 302"/>
                <a:gd name="T15" fmla="*/ 0 h 181"/>
                <a:gd name="T16" fmla="*/ 0 w 302"/>
                <a:gd name="T17" fmla="*/ 0 h 181"/>
                <a:gd name="T18" fmla="*/ 0 w 302"/>
                <a:gd name="T19" fmla="*/ 0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2"/>
                <a:gd name="T31" fmla="*/ 0 h 181"/>
                <a:gd name="T32" fmla="*/ 302 w 302"/>
                <a:gd name="T33" fmla="*/ 181 h 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2" h="181">
                  <a:moveTo>
                    <a:pt x="0" y="64"/>
                  </a:moveTo>
                  <a:lnTo>
                    <a:pt x="141" y="0"/>
                  </a:lnTo>
                  <a:lnTo>
                    <a:pt x="263" y="0"/>
                  </a:lnTo>
                  <a:lnTo>
                    <a:pt x="302" y="48"/>
                  </a:lnTo>
                  <a:lnTo>
                    <a:pt x="253" y="112"/>
                  </a:lnTo>
                  <a:lnTo>
                    <a:pt x="132" y="181"/>
                  </a:lnTo>
                  <a:lnTo>
                    <a:pt x="79" y="181"/>
                  </a:lnTo>
                  <a:lnTo>
                    <a:pt x="141" y="112"/>
                  </a:lnTo>
                  <a:lnTo>
                    <a:pt x="53" y="77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7" name="Freeform 570">
              <a:extLst>
                <a:ext uri="{FF2B5EF4-FFF2-40B4-BE49-F238E27FC236}">
                  <a16:creationId xmlns:a16="http://schemas.microsoft.com/office/drawing/2014/main" id="{C34C2F0F-0F1D-6A4C-82EC-6BB114E1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783"/>
              <a:ext cx="28" cy="10"/>
            </a:xfrm>
            <a:custGeom>
              <a:avLst/>
              <a:gdLst>
                <a:gd name="T0" fmla="*/ 0 w 220"/>
                <a:gd name="T1" fmla="*/ 0 h 80"/>
                <a:gd name="T2" fmla="*/ 0 w 220"/>
                <a:gd name="T3" fmla="*/ 0 h 80"/>
                <a:gd name="T4" fmla="*/ 0 w 220"/>
                <a:gd name="T5" fmla="*/ 0 h 80"/>
                <a:gd name="T6" fmla="*/ 0 w 220"/>
                <a:gd name="T7" fmla="*/ 0 h 80"/>
                <a:gd name="T8" fmla="*/ 0 w 22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0"/>
                <a:gd name="T16" fmla="*/ 0 h 80"/>
                <a:gd name="T17" fmla="*/ 220 w 22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0" h="80">
                  <a:moveTo>
                    <a:pt x="0" y="0"/>
                  </a:moveTo>
                  <a:lnTo>
                    <a:pt x="102" y="69"/>
                  </a:lnTo>
                  <a:lnTo>
                    <a:pt x="220" y="80"/>
                  </a:lnTo>
                  <a:lnTo>
                    <a:pt x="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8" name="Line 571">
              <a:extLst>
                <a:ext uri="{FF2B5EF4-FFF2-40B4-BE49-F238E27FC236}">
                  <a16:creationId xmlns:a16="http://schemas.microsoft.com/office/drawing/2014/main" id="{FAEBEFB5-F4EC-EC46-B085-F919555EA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" y="1736"/>
              <a:ext cx="16" cy="3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49" name="Line 572">
              <a:extLst>
                <a:ext uri="{FF2B5EF4-FFF2-40B4-BE49-F238E27FC236}">
                  <a16:creationId xmlns:a16="http://schemas.microsoft.com/office/drawing/2014/main" id="{C97299E7-0190-854C-A429-4BD41AD41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1" y="1741"/>
              <a:ext cx="21" cy="5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0" name="Line 573">
              <a:extLst>
                <a:ext uri="{FF2B5EF4-FFF2-40B4-BE49-F238E27FC236}">
                  <a16:creationId xmlns:a16="http://schemas.microsoft.com/office/drawing/2014/main" id="{F3964BD8-693A-6044-A4A5-FB133A63D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1" y="1758"/>
              <a:ext cx="23" cy="5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1" name="Freeform 574">
              <a:extLst>
                <a:ext uri="{FF2B5EF4-FFF2-40B4-BE49-F238E27FC236}">
                  <a16:creationId xmlns:a16="http://schemas.microsoft.com/office/drawing/2014/main" id="{B9EB814F-293C-9C4C-ADA0-149872DF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673"/>
              <a:ext cx="21" cy="167"/>
            </a:xfrm>
            <a:custGeom>
              <a:avLst/>
              <a:gdLst>
                <a:gd name="T0" fmla="*/ 0 w 170"/>
                <a:gd name="T1" fmla="*/ 0 h 1337"/>
                <a:gd name="T2" fmla="*/ 0 w 170"/>
                <a:gd name="T3" fmla="*/ 0 h 1337"/>
                <a:gd name="T4" fmla="*/ 0 w 170"/>
                <a:gd name="T5" fmla="*/ 0 h 1337"/>
                <a:gd name="T6" fmla="*/ 0 w 170"/>
                <a:gd name="T7" fmla="*/ 0 h 1337"/>
                <a:gd name="T8" fmla="*/ 0 w 170"/>
                <a:gd name="T9" fmla="*/ 0 h 1337"/>
                <a:gd name="T10" fmla="*/ 0 w 170"/>
                <a:gd name="T11" fmla="*/ 0 h 1337"/>
                <a:gd name="T12" fmla="*/ 0 w 170"/>
                <a:gd name="T13" fmla="*/ 0 h 1337"/>
                <a:gd name="T14" fmla="*/ 0 w 170"/>
                <a:gd name="T15" fmla="*/ 0 h 1337"/>
                <a:gd name="T16" fmla="*/ 0 w 170"/>
                <a:gd name="T17" fmla="*/ 0 h 1337"/>
                <a:gd name="T18" fmla="*/ 0 w 170"/>
                <a:gd name="T19" fmla="*/ 0 h 1337"/>
                <a:gd name="T20" fmla="*/ 0 w 170"/>
                <a:gd name="T21" fmla="*/ 0 h 1337"/>
                <a:gd name="T22" fmla="*/ 0 w 170"/>
                <a:gd name="T23" fmla="*/ 0 h 1337"/>
                <a:gd name="T24" fmla="*/ 0 w 170"/>
                <a:gd name="T25" fmla="*/ 0 h 1337"/>
                <a:gd name="T26" fmla="*/ 0 w 170"/>
                <a:gd name="T27" fmla="*/ 0 h 1337"/>
                <a:gd name="T28" fmla="*/ 0 w 170"/>
                <a:gd name="T29" fmla="*/ 0 h 13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70"/>
                <a:gd name="T46" fmla="*/ 0 h 1337"/>
                <a:gd name="T47" fmla="*/ 170 w 170"/>
                <a:gd name="T48" fmla="*/ 1337 h 133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70" h="1337">
                  <a:moveTo>
                    <a:pt x="42" y="1337"/>
                  </a:moveTo>
                  <a:lnTo>
                    <a:pt x="82" y="1257"/>
                  </a:lnTo>
                  <a:lnTo>
                    <a:pt x="0" y="800"/>
                  </a:lnTo>
                  <a:lnTo>
                    <a:pt x="23" y="699"/>
                  </a:lnTo>
                  <a:lnTo>
                    <a:pt x="152" y="263"/>
                  </a:lnTo>
                  <a:lnTo>
                    <a:pt x="163" y="130"/>
                  </a:lnTo>
                  <a:lnTo>
                    <a:pt x="163" y="0"/>
                  </a:lnTo>
                  <a:lnTo>
                    <a:pt x="170" y="0"/>
                  </a:lnTo>
                  <a:lnTo>
                    <a:pt x="170" y="130"/>
                  </a:lnTo>
                  <a:lnTo>
                    <a:pt x="163" y="245"/>
                  </a:lnTo>
                  <a:lnTo>
                    <a:pt x="152" y="337"/>
                  </a:lnTo>
                  <a:lnTo>
                    <a:pt x="23" y="765"/>
                  </a:lnTo>
                  <a:lnTo>
                    <a:pt x="23" y="831"/>
                  </a:lnTo>
                  <a:lnTo>
                    <a:pt x="97" y="1257"/>
                  </a:lnTo>
                  <a:lnTo>
                    <a:pt x="42" y="1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2" name="Freeform 575">
              <a:extLst>
                <a:ext uri="{FF2B5EF4-FFF2-40B4-BE49-F238E27FC236}">
                  <a16:creationId xmlns:a16="http://schemas.microsoft.com/office/drawing/2014/main" id="{E96E3894-D928-5B4E-9E7F-029F3B3C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27"/>
              <a:ext cx="76" cy="141"/>
            </a:xfrm>
            <a:custGeom>
              <a:avLst/>
              <a:gdLst>
                <a:gd name="T0" fmla="*/ 0 w 604"/>
                <a:gd name="T1" fmla="*/ 0 h 1128"/>
                <a:gd name="T2" fmla="*/ 0 w 604"/>
                <a:gd name="T3" fmla="*/ 0 h 1128"/>
                <a:gd name="T4" fmla="*/ 0 w 604"/>
                <a:gd name="T5" fmla="*/ 0 h 1128"/>
                <a:gd name="T6" fmla="*/ 0 w 604"/>
                <a:gd name="T7" fmla="*/ 0 h 1128"/>
                <a:gd name="T8" fmla="*/ 0 w 604"/>
                <a:gd name="T9" fmla="*/ 0 h 1128"/>
                <a:gd name="T10" fmla="*/ 0 w 604"/>
                <a:gd name="T11" fmla="*/ 0 h 1128"/>
                <a:gd name="T12" fmla="*/ 0 w 604"/>
                <a:gd name="T13" fmla="*/ 0 h 1128"/>
                <a:gd name="T14" fmla="*/ 0 w 604"/>
                <a:gd name="T15" fmla="*/ 0 h 1128"/>
                <a:gd name="T16" fmla="*/ 0 w 604"/>
                <a:gd name="T17" fmla="*/ 0 h 1128"/>
                <a:gd name="T18" fmla="*/ 0 w 604"/>
                <a:gd name="T19" fmla="*/ 0 h 1128"/>
                <a:gd name="T20" fmla="*/ 0 w 604"/>
                <a:gd name="T21" fmla="*/ 0 h 1128"/>
                <a:gd name="T22" fmla="*/ 0 w 604"/>
                <a:gd name="T23" fmla="*/ 0 h 1128"/>
                <a:gd name="T24" fmla="*/ 0 w 604"/>
                <a:gd name="T25" fmla="*/ 0 h 1128"/>
                <a:gd name="T26" fmla="*/ 0 w 604"/>
                <a:gd name="T27" fmla="*/ 0 h 1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04"/>
                <a:gd name="T43" fmla="*/ 0 h 1128"/>
                <a:gd name="T44" fmla="*/ 604 w 604"/>
                <a:gd name="T45" fmla="*/ 1128 h 11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04" h="1128">
                  <a:moveTo>
                    <a:pt x="0" y="0"/>
                  </a:moveTo>
                  <a:lnTo>
                    <a:pt x="289" y="452"/>
                  </a:lnTo>
                  <a:lnTo>
                    <a:pt x="604" y="778"/>
                  </a:lnTo>
                  <a:lnTo>
                    <a:pt x="531" y="948"/>
                  </a:lnTo>
                  <a:lnTo>
                    <a:pt x="502" y="973"/>
                  </a:lnTo>
                  <a:lnTo>
                    <a:pt x="502" y="1128"/>
                  </a:lnTo>
                  <a:lnTo>
                    <a:pt x="415" y="1038"/>
                  </a:lnTo>
                  <a:lnTo>
                    <a:pt x="230" y="1079"/>
                  </a:lnTo>
                  <a:lnTo>
                    <a:pt x="415" y="1011"/>
                  </a:lnTo>
                  <a:lnTo>
                    <a:pt x="502" y="932"/>
                  </a:lnTo>
                  <a:lnTo>
                    <a:pt x="564" y="789"/>
                  </a:lnTo>
                  <a:lnTo>
                    <a:pt x="313" y="505"/>
                  </a:lnTo>
                  <a:lnTo>
                    <a:pt x="142" y="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3" name="Freeform 576">
              <a:extLst>
                <a:ext uri="{FF2B5EF4-FFF2-40B4-BE49-F238E27FC236}">
                  <a16:creationId xmlns:a16="http://schemas.microsoft.com/office/drawing/2014/main" id="{0FFC5756-FF4C-EB4C-A48A-34058361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02"/>
              <a:ext cx="206" cy="347"/>
            </a:xfrm>
            <a:custGeom>
              <a:avLst/>
              <a:gdLst>
                <a:gd name="T0" fmla="*/ 0 w 1653"/>
                <a:gd name="T1" fmla="*/ 0 h 2776"/>
                <a:gd name="T2" fmla="*/ 0 w 1653"/>
                <a:gd name="T3" fmla="*/ 0 h 2776"/>
                <a:gd name="T4" fmla="*/ 0 w 1653"/>
                <a:gd name="T5" fmla="*/ 0 h 2776"/>
                <a:gd name="T6" fmla="*/ 0 w 1653"/>
                <a:gd name="T7" fmla="*/ 0 h 2776"/>
                <a:gd name="T8" fmla="*/ 0 w 1653"/>
                <a:gd name="T9" fmla="*/ 0 h 2776"/>
                <a:gd name="T10" fmla="*/ 0 w 1653"/>
                <a:gd name="T11" fmla="*/ 0 h 2776"/>
                <a:gd name="T12" fmla="*/ 0 w 1653"/>
                <a:gd name="T13" fmla="*/ 0 h 2776"/>
                <a:gd name="T14" fmla="*/ 0 w 1653"/>
                <a:gd name="T15" fmla="*/ 0 h 2776"/>
                <a:gd name="T16" fmla="*/ 0 w 1653"/>
                <a:gd name="T17" fmla="*/ 0 h 2776"/>
                <a:gd name="T18" fmla="*/ 0 w 1653"/>
                <a:gd name="T19" fmla="*/ 0 h 2776"/>
                <a:gd name="T20" fmla="*/ 0 w 1653"/>
                <a:gd name="T21" fmla="*/ 0 h 2776"/>
                <a:gd name="T22" fmla="*/ 0 w 1653"/>
                <a:gd name="T23" fmla="*/ 0 h 2776"/>
                <a:gd name="T24" fmla="*/ 0 w 1653"/>
                <a:gd name="T25" fmla="*/ 0 h 2776"/>
                <a:gd name="T26" fmla="*/ 0 w 1653"/>
                <a:gd name="T27" fmla="*/ 0 h 2776"/>
                <a:gd name="T28" fmla="*/ 0 w 1653"/>
                <a:gd name="T29" fmla="*/ 0 h 2776"/>
                <a:gd name="T30" fmla="*/ 0 w 1653"/>
                <a:gd name="T31" fmla="*/ 0 h 2776"/>
                <a:gd name="T32" fmla="*/ 0 w 1653"/>
                <a:gd name="T33" fmla="*/ 0 h 2776"/>
                <a:gd name="T34" fmla="*/ 0 w 1653"/>
                <a:gd name="T35" fmla="*/ 0 h 2776"/>
                <a:gd name="T36" fmla="*/ 0 w 1653"/>
                <a:gd name="T37" fmla="*/ 0 h 2776"/>
                <a:gd name="T38" fmla="*/ 0 w 1653"/>
                <a:gd name="T39" fmla="*/ 0 h 2776"/>
                <a:gd name="T40" fmla="*/ 0 w 1653"/>
                <a:gd name="T41" fmla="*/ 0 h 2776"/>
                <a:gd name="T42" fmla="*/ 0 w 1653"/>
                <a:gd name="T43" fmla="*/ 0 h 2776"/>
                <a:gd name="T44" fmla="*/ 0 w 1653"/>
                <a:gd name="T45" fmla="*/ 0 h 2776"/>
                <a:gd name="T46" fmla="*/ 0 w 1653"/>
                <a:gd name="T47" fmla="*/ 0 h 2776"/>
                <a:gd name="T48" fmla="*/ 0 w 1653"/>
                <a:gd name="T49" fmla="*/ 0 h 2776"/>
                <a:gd name="T50" fmla="*/ 0 w 1653"/>
                <a:gd name="T51" fmla="*/ 0 h 2776"/>
                <a:gd name="T52" fmla="*/ 0 w 1653"/>
                <a:gd name="T53" fmla="*/ 0 h 2776"/>
                <a:gd name="T54" fmla="*/ 0 w 1653"/>
                <a:gd name="T55" fmla="*/ 0 h 27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53"/>
                <a:gd name="T85" fmla="*/ 0 h 2776"/>
                <a:gd name="T86" fmla="*/ 1653 w 1653"/>
                <a:gd name="T87" fmla="*/ 2776 h 277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53" h="2776">
                  <a:moveTo>
                    <a:pt x="152" y="0"/>
                  </a:moveTo>
                  <a:lnTo>
                    <a:pt x="120" y="295"/>
                  </a:lnTo>
                  <a:lnTo>
                    <a:pt x="120" y="563"/>
                  </a:lnTo>
                  <a:lnTo>
                    <a:pt x="179" y="881"/>
                  </a:lnTo>
                  <a:lnTo>
                    <a:pt x="489" y="1514"/>
                  </a:lnTo>
                  <a:lnTo>
                    <a:pt x="682" y="1725"/>
                  </a:lnTo>
                  <a:lnTo>
                    <a:pt x="735" y="2029"/>
                  </a:lnTo>
                  <a:lnTo>
                    <a:pt x="504" y="1676"/>
                  </a:lnTo>
                  <a:lnTo>
                    <a:pt x="387" y="1462"/>
                  </a:lnTo>
                  <a:lnTo>
                    <a:pt x="269" y="1462"/>
                  </a:lnTo>
                  <a:lnTo>
                    <a:pt x="207" y="1580"/>
                  </a:lnTo>
                  <a:lnTo>
                    <a:pt x="362" y="2042"/>
                  </a:lnTo>
                  <a:lnTo>
                    <a:pt x="570" y="2096"/>
                  </a:lnTo>
                  <a:lnTo>
                    <a:pt x="724" y="2239"/>
                  </a:lnTo>
                  <a:lnTo>
                    <a:pt x="724" y="2492"/>
                  </a:lnTo>
                  <a:lnTo>
                    <a:pt x="878" y="2545"/>
                  </a:lnTo>
                  <a:lnTo>
                    <a:pt x="1653" y="2545"/>
                  </a:lnTo>
                  <a:lnTo>
                    <a:pt x="1289" y="2776"/>
                  </a:lnTo>
                  <a:lnTo>
                    <a:pt x="1047" y="2677"/>
                  </a:lnTo>
                  <a:lnTo>
                    <a:pt x="713" y="2624"/>
                  </a:lnTo>
                  <a:lnTo>
                    <a:pt x="657" y="2409"/>
                  </a:lnTo>
                  <a:lnTo>
                    <a:pt x="219" y="2229"/>
                  </a:lnTo>
                  <a:lnTo>
                    <a:pt x="0" y="2042"/>
                  </a:lnTo>
                  <a:lnTo>
                    <a:pt x="0" y="1514"/>
                  </a:lnTo>
                  <a:lnTo>
                    <a:pt x="104" y="945"/>
                  </a:lnTo>
                  <a:lnTo>
                    <a:pt x="78" y="613"/>
                  </a:lnTo>
                  <a:lnTo>
                    <a:pt x="89" y="217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4" name="Freeform 577">
              <a:extLst>
                <a:ext uri="{FF2B5EF4-FFF2-40B4-BE49-F238E27FC236}">
                  <a16:creationId xmlns:a16="http://schemas.microsoft.com/office/drawing/2014/main" id="{499D355D-FE5B-814E-8DD4-969DA63F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771"/>
              <a:ext cx="321" cy="572"/>
            </a:xfrm>
            <a:custGeom>
              <a:avLst/>
              <a:gdLst>
                <a:gd name="T0" fmla="*/ 0 w 2573"/>
                <a:gd name="T1" fmla="*/ 0 h 4573"/>
                <a:gd name="T2" fmla="*/ 0 w 2573"/>
                <a:gd name="T3" fmla="*/ 0 h 4573"/>
                <a:gd name="T4" fmla="*/ 0 w 2573"/>
                <a:gd name="T5" fmla="*/ 0 h 4573"/>
                <a:gd name="T6" fmla="*/ 0 w 2573"/>
                <a:gd name="T7" fmla="*/ 0 h 4573"/>
                <a:gd name="T8" fmla="*/ 0 w 2573"/>
                <a:gd name="T9" fmla="*/ 0 h 4573"/>
                <a:gd name="T10" fmla="*/ 0 w 2573"/>
                <a:gd name="T11" fmla="*/ 0 h 4573"/>
                <a:gd name="T12" fmla="*/ 0 w 2573"/>
                <a:gd name="T13" fmla="*/ 0 h 4573"/>
                <a:gd name="T14" fmla="*/ 0 w 2573"/>
                <a:gd name="T15" fmla="*/ 0 h 4573"/>
                <a:gd name="T16" fmla="*/ 0 w 2573"/>
                <a:gd name="T17" fmla="*/ 0 h 4573"/>
                <a:gd name="T18" fmla="*/ 0 w 2573"/>
                <a:gd name="T19" fmla="*/ 0 h 4573"/>
                <a:gd name="T20" fmla="*/ 0 w 2573"/>
                <a:gd name="T21" fmla="*/ 0 h 4573"/>
                <a:gd name="T22" fmla="*/ 0 w 2573"/>
                <a:gd name="T23" fmla="*/ 0 h 4573"/>
                <a:gd name="T24" fmla="*/ 0 w 2573"/>
                <a:gd name="T25" fmla="*/ 0 h 4573"/>
                <a:gd name="T26" fmla="*/ 0 w 2573"/>
                <a:gd name="T27" fmla="*/ 0 h 4573"/>
                <a:gd name="T28" fmla="*/ 0 w 2573"/>
                <a:gd name="T29" fmla="*/ 0 h 4573"/>
                <a:gd name="T30" fmla="*/ 0 w 2573"/>
                <a:gd name="T31" fmla="*/ 0 h 4573"/>
                <a:gd name="T32" fmla="*/ 0 w 2573"/>
                <a:gd name="T33" fmla="*/ 0 h 4573"/>
                <a:gd name="T34" fmla="*/ 0 w 2573"/>
                <a:gd name="T35" fmla="*/ 0 h 4573"/>
                <a:gd name="T36" fmla="*/ 0 w 2573"/>
                <a:gd name="T37" fmla="*/ 0 h 4573"/>
                <a:gd name="T38" fmla="*/ 0 w 2573"/>
                <a:gd name="T39" fmla="*/ 0 h 4573"/>
                <a:gd name="T40" fmla="*/ 0 w 2573"/>
                <a:gd name="T41" fmla="*/ 0 h 4573"/>
                <a:gd name="T42" fmla="*/ 0 w 2573"/>
                <a:gd name="T43" fmla="*/ 0 h 4573"/>
                <a:gd name="T44" fmla="*/ 0 w 2573"/>
                <a:gd name="T45" fmla="*/ 0 h 4573"/>
                <a:gd name="T46" fmla="*/ 0 w 2573"/>
                <a:gd name="T47" fmla="*/ 0 h 4573"/>
                <a:gd name="T48" fmla="*/ 0 w 2573"/>
                <a:gd name="T49" fmla="*/ 0 h 4573"/>
                <a:gd name="T50" fmla="*/ 0 w 2573"/>
                <a:gd name="T51" fmla="*/ 0 h 4573"/>
                <a:gd name="T52" fmla="*/ 0 w 2573"/>
                <a:gd name="T53" fmla="*/ 0 h 4573"/>
                <a:gd name="T54" fmla="*/ 0 w 2573"/>
                <a:gd name="T55" fmla="*/ 0 h 4573"/>
                <a:gd name="T56" fmla="*/ 0 w 2573"/>
                <a:gd name="T57" fmla="*/ 0 h 4573"/>
                <a:gd name="T58" fmla="*/ 0 w 2573"/>
                <a:gd name="T59" fmla="*/ 0 h 4573"/>
                <a:gd name="T60" fmla="*/ 0 w 2573"/>
                <a:gd name="T61" fmla="*/ 0 h 4573"/>
                <a:gd name="T62" fmla="*/ 0 w 2573"/>
                <a:gd name="T63" fmla="*/ 0 h 4573"/>
                <a:gd name="T64" fmla="*/ 0 w 2573"/>
                <a:gd name="T65" fmla="*/ 0 h 4573"/>
                <a:gd name="T66" fmla="*/ 0 w 2573"/>
                <a:gd name="T67" fmla="*/ 0 h 4573"/>
                <a:gd name="T68" fmla="*/ 0 w 2573"/>
                <a:gd name="T69" fmla="*/ 0 h 4573"/>
                <a:gd name="T70" fmla="*/ 0 w 2573"/>
                <a:gd name="T71" fmla="*/ 0 h 4573"/>
                <a:gd name="T72" fmla="*/ 0 w 2573"/>
                <a:gd name="T73" fmla="*/ 0 h 4573"/>
                <a:gd name="T74" fmla="*/ 0 w 2573"/>
                <a:gd name="T75" fmla="*/ 0 h 4573"/>
                <a:gd name="T76" fmla="*/ 0 w 2573"/>
                <a:gd name="T77" fmla="*/ 0 h 4573"/>
                <a:gd name="T78" fmla="*/ 0 w 2573"/>
                <a:gd name="T79" fmla="*/ 0 h 4573"/>
                <a:gd name="T80" fmla="*/ 0 w 2573"/>
                <a:gd name="T81" fmla="*/ 0 h 4573"/>
                <a:gd name="T82" fmla="*/ 0 w 2573"/>
                <a:gd name="T83" fmla="*/ 0 h 4573"/>
                <a:gd name="T84" fmla="*/ 0 w 2573"/>
                <a:gd name="T85" fmla="*/ 0 h 4573"/>
                <a:gd name="T86" fmla="*/ 0 w 2573"/>
                <a:gd name="T87" fmla="*/ 0 h 4573"/>
                <a:gd name="T88" fmla="*/ 0 w 2573"/>
                <a:gd name="T89" fmla="*/ 0 h 4573"/>
                <a:gd name="T90" fmla="*/ 0 w 2573"/>
                <a:gd name="T91" fmla="*/ 0 h 4573"/>
                <a:gd name="T92" fmla="*/ 0 w 2573"/>
                <a:gd name="T93" fmla="*/ 0 h 4573"/>
                <a:gd name="T94" fmla="*/ 0 w 2573"/>
                <a:gd name="T95" fmla="*/ 0 h 4573"/>
                <a:gd name="T96" fmla="*/ 0 w 2573"/>
                <a:gd name="T97" fmla="*/ 0 h 4573"/>
                <a:gd name="T98" fmla="*/ 0 w 2573"/>
                <a:gd name="T99" fmla="*/ 0 h 4573"/>
                <a:gd name="T100" fmla="*/ 0 w 2573"/>
                <a:gd name="T101" fmla="*/ 0 h 4573"/>
                <a:gd name="T102" fmla="*/ 0 w 2573"/>
                <a:gd name="T103" fmla="*/ 0 h 4573"/>
                <a:gd name="T104" fmla="*/ 0 w 2573"/>
                <a:gd name="T105" fmla="*/ 0 h 4573"/>
                <a:gd name="T106" fmla="*/ 0 w 2573"/>
                <a:gd name="T107" fmla="*/ 0 h 45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573"/>
                <a:gd name="T163" fmla="*/ 0 h 4573"/>
                <a:gd name="T164" fmla="*/ 2573 w 2573"/>
                <a:gd name="T165" fmla="*/ 4573 h 45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573" h="4573">
                  <a:moveTo>
                    <a:pt x="28" y="1714"/>
                  </a:moveTo>
                  <a:lnTo>
                    <a:pt x="194" y="1295"/>
                  </a:lnTo>
                  <a:lnTo>
                    <a:pt x="299" y="1131"/>
                  </a:lnTo>
                  <a:lnTo>
                    <a:pt x="362" y="1131"/>
                  </a:lnTo>
                  <a:lnTo>
                    <a:pt x="450" y="898"/>
                  </a:lnTo>
                  <a:lnTo>
                    <a:pt x="775" y="567"/>
                  </a:lnTo>
                  <a:lnTo>
                    <a:pt x="1213" y="416"/>
                  </a:lnTo>
                  <a:lnTo>
                    <a:pt x="1745" y="220"/>
                  </a:lnTo>
                  <a:lnTo>
                    <a:pt x="2091" y="101"/>
                  </a:lnTo>
                  <a:lnTo>
                    <a:pt x="2274" y="0"/>
                  </a:lnTo>
                  <a:lnTo>
                    <a:pt x="2573" y="0"/>
                  </a:lnTo>
                  <a:lnTo>
                    <a:pt x="2441" y="84"/>
                  </a:lnTo>
                  <a:lnTo>
                    <a:pt x="2118" y="184"/>
                  </a:lnTo>
                  <a:lnTo>
                    <a:pt x="1911" y="184"/>
                  </a:lnTo>
                  <a:lnTo>
                    <a:pt x="1655" y="264"/>
                  </a:lnTo>
                  <a:lnTo>
                    <a:pt x="1485" y="380"/>
                  </a:lnTo>
                  <a:lnTo>
                    <a:pt x="1202" y="501"/>
                  </a:lnTo>
                  <a:lnTo>
                    <a:pt x="982" y="767"/>
                  </a:lnTo>
                  <a:lnTo>
                    <a:pt x="736" y="850"/>
                  </a:lnTo>
                  <a:lnTo>
                    <a:pt x="505" y="1099"/>
                  </a:lnTo>
                  <a:lnTo>
                    <a:pt x="1035" y="947"/>
                  </a:lnTo>
                  <a:lnTo>
                    <a:pt x="1191" y="1251"/>
                  </a:lnTo>
                  <a:lnTo>
                    <a:pt x="1086" y="1279"/>
                  </a:lnTo>
                  <a:lnTo>
                    <a:pt x="1121" y="1463"/>
                  </a:lnTo>
                  <a:lnTo>
                    <a:pt x="2052" y="2777"/>
                  </a:lnTo>
                  <a:lnTo>
                    <a:pt x="2195" y="3042"/>
                  </a:lnTo>
                  <a:lnTo>
                    <a:pt x="1980" y="2826"/>
                  </a:lnTo>
                  <a:lnTo>
                    <a:pt x="1602" y="2445"/>
                  </a:lnTo>
                  <a:lnTo>
                    <a:pt x="1180" y="2099"/>
                  </a:lnTo>
                  <a:lnTo>
                    <a:pt x="1202" y="2296"/>
                  </a:lnTo>
                  <a:lnTo>
                    <a:pt x="2107" y="3162"/>
                  </a:lnTo>
                  <a:lnTo>
                    <a:pt x="2107" y="3026"/>
                  </a:lnTo>
                  <a:lnTo>
                    <a:pt x="2211" y="3277"/>
                  </a:lnTo>
                  <a:lnTo>
                    <a:pt x="2211" y="3494"/>
                  </a:lnTo>
                  <a:lnTo>
                    <a:pt x="2301" y="3775"/>
                  </a:lnTo>
                  <a:lnTo>
                    <a:pt x="2130" y="3907"/>
                  </a:lnTo>
                  <a:lnTo>
                    <a:pt x="1964" y="4144"/>
                  </a:lnTo>
                  <a:lnTo>
                    <a:pt x="1708" y="4573"/>
                  </a:lnTo>
                  <a:lnTo>
                    <a:pt x="1888" y="4223"/>
                  </a:lnTo>
                  <a:lnTo>
                    <a:pt x="1888" y="4077"/>
                  </a:lnTo>
                  <a:lnTo>
                    <a:pt x="1745" y="4022"/>
                  </a:lnTo>
                  <a:lnTo>
                    <a:pt x="699" y="4022"/>
                  </a:lnTo>
                  <a:lnTo>
                    <a:pt x="567" y="3973"/>
                  </a:lnTo>
                  <a:lnTo>
                    <a:pt x="429" y="3074"/>
                  </a:lnTo>
                  <a:lnTo>
                    <a:pt x="242" y="2861"/>
                  </a:lnTo>
                  <a:lnTo>
                    <a:pt x="79" y="2793"/>
                  </a:lnTo>
                  <a:lnTo>
                    <a:pt x="182" y="2763"/>
                  </a:lnTo>
                  <a:lnTo>
                    <a:pt x="309" y="2763"/>
                  </a:lnTo>
                  <a:lnTo>
                    <a:pt x="64" y="2362"/>
                  </a:lnTo>
                  <a:lnTo>
                    <a:pt x="0" y="2143"/>
                  </a:lnTo>
                  <a:lnTo>
                    <a:pt x="385" y="2712"/>
                  </a:lnTo>
                  <a:lnTo>
                    <a:pt x="208" y="1797"/>
                  </a:lnTo>
                  <a:lnTo>
                    <a:pt x="208" y="1415"/>
                  </a:lnTo>
                  <a:lnTo>
                    <a:pt x="28" y="17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5" name="Freeform 578">
              <a:extLst>
                <a:ext uri="{FF2B5EF4-FFF2-40B4-BE49-F238E27FC236}">
                  <a16:creationId xmlns:a16="http://schemas.microsoft.com/office/drawing/2014/main" id="{5190A2A8-2A42-ED41-9923-6B7D2AED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894"/>
              <a:ext cx="123" cy="195"/>
            </a:xfrm>
            <a:custGeom>
              <a:avLst/>
              <a:gdLst>
                <a:gd name="T0" fmla="*/ 0 w 982"/>
                <a:gd name="T1" fmla="*/ 0 h 1560"/>
                <a:gd name="T2" fmla="*/ 0 w 982"/>
                <a:gd name="T3" fmla="*/ 0 h 1560"/>
                <a:gd name="T4" fmla="*/ 0 w 982"/>
                <a:gd name="T5" fmla="*/ 0 h 1560"/>
                <a:gd name="T6" fmla="*/ 0 w 982"/>
                <a:gd name="T7" fmla="*/ 0 h 1560"/>
                <a:gd name="T8" fmla="*/ 0 w 982"/>
                <a:gd name="T9" fmla="*/ 0 h 1560"/>
                <a:gd name="T10" fmla="*/ 0 w 982"/>
                <a:gd name="T11" fmla="*/ 0 h 1560"/>
                <a:gd name="T12" fmla="*/ 0 w 982"/>
                <a:gd name="T13" fmla="*/ 0 h 1560"/>
                <a:gd name="T14" fmla="*/ 0 w 982"/>
                <a:gd name="T15" fmla="*/ 0 h 1560"/>
                <a:gd name="T16" fmla="*/ 0 w 982"/>
                <a:gd name="T17" fmla="*/ 0 h 1560"/>
                <a:gd name="T18" fmla="*/ 0 w 982"/>
                <a:gd name="T19" fmla="*/ 0 h 1560"/>
                <a:gd name="T20" fmla="*/ 0 w 982"/>
                <a:gd name="T21" fmla="*/ 0 h 1560"/>
                <a:gd name="T22" fmla="*/ 0 w 982"/>
                <a:gd name="T23" fmla="*/ 0 h 1560"/>
                <a:gd name="T24" fmla="*/ 0 w 982"/>
                <a:gd name="T25" fmla="*/ 0 h 15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82"/>
                <a:gd name="T40" fmla="*/ 0 h 1560"/>
                <a:gd name="T41" fmla="*/ 982 w 982"/>
                <a:gd name="T42" fmla="*/ 1560 h 15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82" h="1560">
                  <a:moveTo>
                    <a:pt x="0" y="297"/>
                  </a:moveTo>
                  <a:lnTo>
                    <a:pt x="0" y="380"/>
                  </a:lnTo>
                  <a:lnTo>
                    <a:pt x="878" y="1560"/>
                  </a:lnTo>
                  <a:lnTo>
                    <a:pt x="982" y="1560"/>
                  </a:lnTo>
                  <a:lnTo>
                    <a:pt x="894" y="1264"/>
                  </a:lnTo>
                  <a:lnTo>
                    <a:pt x="894" y="697"/>
                  </a:lnTo>
                  <a:lnTo>
                    <a:pt x="788" y="283"/>
                  </a:lnTo>
                  <a:lnTo>
                    <a:pt x="571" y="0"/>
                  </a:lnTo>
                  <a:lnTo>
                    <a:pt x="767" y="297"/>
                  </a:lnTo>
                  <a:lnTo>
                    <a:pt x="868" y="697"/>
                  </a:lnTo>
                  <a:lnTo>
                    <a:pt x="868" y="1249"/>
                  </a:lnTo>
                  <a:lnTo>
                    <a:pt x="307" y="532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6" name="Freeform 579">
              <a:extLst>
                <a:ext uri="{FF2B5EF4-FFF2-40B4-BE49-F238E27FC236}">
                  <a16:creationId xmlns:a16="http://schemas.microsoft.com/office/drawing/2014/main" id="{49F1EB73-FF48-4249-BD4A-1669DA65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892"/>
              <a:ext cx="109" cy="127"/>
            </a:xfrm>
            <a:custGeom>
              <a:avLst/>
              <a:gdLst>
                <a:gd name="T0" fmla="*/ 0 w 871"/>
                <a:gd name="T1" fmla="*/ 0 h 1015"/>
                <a:gd name="T2" fmla="*/ 0 w 871"/>
                <a:gd name="T3" fmla="*/ 0 h 1015"/>
                <a:gd name="T4" fmla="*/ 0 w 871"/>
                <a:gd name="T5" fmla="*/ 0 h 1015"/>
                <a:gd name="T6" fmla="*/ 0 w 871"/>
                <a:gd name="T7" fmla="*/ 0 h 1015"/>
                <a:gd name="T8" fmla="*/ 0 w 871"/>
                <a:gd name="T9" fmla="*/ 0 h 1015"/>
                <a:gd name="T10" fmla="*/ 0 w 871"/>
                <a:gd name="T11" fmla="*/ 0 h 1015"/>
                <a:gd name="T12" fmla="*/ 0 w 871"/>
                <a:gd name="T13" fmla="*/ 0 h 1015"/>
                <a:gd name="T14" fmla="*/ 0 w 871"/>
                <a:gd name="T15" fmla="*/ 0 h 1015"/>
                <a:gd name="T16" fmla="*/ 0 w 871"/>
                <a:gd name="T17" fmla="*/ 0 h 1015"/>
                <a:gd name="T18" fmla="*/ 0 w 871"/>
                <a:gd name="T19" fmla="*/ 0 h 1015"/>
                <a:gd name="T20" fmla="*/ 0 w 871"/>
                <a:gd name="T21" fmla="*/ 0 h 10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71"/>
                <a:gd name="T34" fmla="*/ 0 h 1015"/>
                <a:gd name="T35" fmla="*/ 871 w 871"/>
                <a:gd name="T36" fmla="*/ 1015 h 10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71" h="1015">
                  <a:moveTo>
                    <a:pt x="0" y="0"/>
                  </a:moveTo>
                  <a:lnTo>
                    <a:pt x="183" y="116"/>
                  </a:lnTo>
                  <a:lnTo>
                    <a:pt x="471" y="464"/>
                  </a:lnTo>
                  <a:lnTo>
                    <a:pt x="471" y="312"/>
                  </a:lnTo>
                  <a:lnTo>
                    <a:pt x="741" y="683"/>
                  </a:lnTo>
                  <a:lnTo>
                    <a:pt x="741" y="765"/>
                  </a:lnTo>
                  <a:lnTo>
                    <a:pt x="662" y="765"/>
                  </a:lnTo>
                  <a:lnTo>
                    <a:pt x="871" y="1015"/>
                  </a:lnTo>
                  <a:lnTo>
                    <a:pt x="802" y="683"/>
                  </a:lnTo>
                  <a:lnTo>
                    <a:pt x="361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7" name="Freeform 580">
              <a:extLst>
                <a:ext uri="{FF2B5EF4-FFF2-40B4-BE49-F238E27FC236}">
                  <a16:creationId xmlns:a16="http://schemas.microsoft.com/office/drawing/2014/main" id="{3742CA11-9B95-7F49-8F89-22D8F7A7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846"/>
              <a:ext cx="60" cy="168"/>
            </a:xfrm>
            <a:custGeom>
              <a:avLst/>
              <a:gdLst>
                <a:gd name="T0" fmla="*/ 0 w 479"/>
                <a:gd name="T1" fmla="*/ 0 h 1345"/>
                <a:gd name="T2" fmla="*/ 0 w 479"/>
                <a:gd name="T3" fmla="*/ 0 h 1345"/>
                <a:gd name="T4" fmla="*/ 0 w 479"/>
                <a:gd name="T5" fmla="*/ 0 h 1345"/>
                <a:gd name="T6" fmla="*/ 0 w 479"/>
                <a:gd name="T7" fmla="*/ 0 h 1345"/>
                <a:gd name="T8" fmla="*/ 0 w 479"/>
                <a:gd name="T9" fmla="*/ 0 h 1345"/>
                <a:gd name="T10" fmla="*/ 0 w 479"/>
                <a:gd name="T11" fmla="*/ 0 h 1345"/>
                <a:gd name="T12" fmla="*/ 0 w 479"/>
                <a:gd name="T13" fmla="*/ 0 h 1345"/>
                <a:gd name="T14" fmla="*/ 0 w 479"/>
                <a:gd name="T15" fmla="*/ 0 h 1345"/>
                <a:gd name="T16" fmla="*/ 0 w 479"/>
                <a:gd name="T17" fmla="*/ 0 h 1345"/>
                <a:gd name="T18" fmla="*/ 0 w 479"/>
                <a:gd name="T19" fmla="*/ 0 h 1345"/>
                <a:gd name="T20" fmla="*/ 0 w 479"/>
                <a:gd name="T21" fmla="*/ 0 h 1345"/>
                <a:gd name="T22" fmla="*/ 0 w 479"/>
                <a:gd name="T23" fmla="*/ 0 h 1345"/>
                <a:gd name="T24" fmla="*/ 0 w 479"/>
                <a:gd name="T25" fmla="*/ 0 h 1345"/>
                <a:gd name="T26" fmla="*/ 0 w 479"/>
                <a:gd name="T27" fmla="*/ 0 h 1345"/>
                <a:gd name="T28" fmla="*/ 0 w 479"/>
                <a:gd name="T29" fmla="*/ 0 h 1345"/>
                <a:gd name="T30" fmla="*/ 0 w 479"/>
                <a:gd name="T31" fmla="*/ 0 h 1345"/>
                <a:gd name="T32" fmla="*/ 0 w 479"/>
                <a:gd name="T33" fmla="*/ 0 h 1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79"/>
                <a:gd name="T52" fmla="*/ 0 h 1345"/>
                <a:gd name="T53" fmla="*/ 479 w 479"/>
                <a:gd name="T54" fmla="*/ 1345 h 13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79" h="1345">
                  <a:moveTo>
                    <a:pt x="249" y="1345"/>
                  </a:moveTo>
                  <a:lnTo>
                    <a:pt x="143" y="1066"/>
                  </a:lnTo>
                  <a:lnTo>
                    <a:pt x="106" y="695"/>
                  </a:lnTo>
                  <a:lnTo>
                    <a:pt x="0" y="250"/>
                  </a:lnTo>
                  <a:lnTo>
                    <a:pt x="92" y="151"/>
                  </a:lnTo>
                  <a:lnTo>
                    <a:pt x="196" y="151"/>
                  </a:lnTo>
                  <a:lnTo>
                    <a:pt x="479" y="0"/>
                  </a:lnTo>
                  <a:lnTo>
                    <a:pt x="429" y="151"/>
                  </a:lnTo>
                  <a:lnTo>
                    <a:pt x="378" y="314"/>
                  </a:lnTo>
                  <a:lnTo>
                    <a:pt x="297" y="416"/>
                  </a:lnTo>
                  <a:lnTo>
                    <a:pt x="297" y="515"/>
                  </a:lnTo>
                  <a:lnTo>
                    <a:pt x="415" y="863"/>
                  </a:lnTo>
                  <a:lnTo>
                    <a:pt x="222" y="483"/>
                  </a:lnTo>
                  <a:lnTo>
                    <a:pt x="143" y="483"/>
                  </a:lnTo>
                  <a:lnTo>
                    <a:pt x="143" y="782"/>
                  </a:lnTo>
                  <a:lnTo>
                    <a:pt x="270" y="1299"/>
                  </a:lnTo>
                  <a:lnTo>
                    <a:pt x="249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8" name="Freeform 581">
              <a:extLst>
                <a:ext uri="{FF2B5EF4-FFF2-40B4-BE49-F238E27FC236}">
                  <a16:creationId xmlns:a16="http://schemas.microsoft.com/office/drawing/2014/main" id="{0CEF1311-6054-434E-AD6D-2BA2C6C92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052"/>
              <a:ext cx="50" cy="137"/>
            </a:xfrm>
            <a:custGeom>
              <a:avLst/>
              <a:gdLst>
                <a:gd name="T0" fmla="*/ 0 w 399"/>
                <a:gd name="T1" fmla="*/ 0 h 1096"/>
                <a:gd name="T2" fmla="*/ 0 w 399"/>
                <a:gd name="T3" fmla="*/ 0 h 1096"/>
                <a:gd name="T4" fmla="*/ 0 w 399"/>
                <a:gd name="T5" fmla="*/ 0 h 1096"/>
                <a:gd name="T6" fmla="*/ 0 w 399"/>
                <a:gd name="T7" fmla="*/ 0 h 1096"/>
                <a:gd name="T8" fmla="*/ 0 w 399"/>
                <a:gd name="T9" fmla="*/ 0 h 1096"/>
                <a:gd name="T10" fmla="*/ 0 w 399"/>
                <a:gd name="T11" fmla="*/ 0 h 1096"/>
                <a:gd name="T12" fmla="*/ 0 w 399"/>
                <a:gd name="T13" fmla="*/ 0 h 1096"/>
                <a:gd name="T14" fmla="*/ 0 w 399"/>
                <a:gd name="T15" fmla="*/ 0 h 1096"/>
                <a:gd name="T16" fmla="*/ 0 w 399"/>
                <a:gd name="T17" fmla="*/ 0 h 1096"/>
                <a:gd name="T18" fmla="*/ 0 w 399"/>
                <a:gd name="T19" fmla="*/ 0 h 1096"/>
                <a:gd name="T20" fmla="*/ 0 w 399"/>
                <a:gd name="T21" fmla="*/ 0 h 1096"/>
                <a:gd name="T22" fmla="*/ 0 w 399"/>
                <a:gd name="T23" fmla="*/ 0 h 1096"/>
                <a:gd name="T24" fmla="*/ 0 w 399"/>
                <a:gd name="T25" fmla="*/ 0 h 1096"/>
                <a:gd name="T26" fmla="*/ 0 w 399"/>
                <a:gd name="T27" fmla="*/ 0 h 10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99"/>
                <a:gd name="T43" fmla="*/ 0 h 1096"/>
                <a:gd name="T44" fmla="*/ 399 w 399"/>
                <a:gd name="T45" fmla="*/ 1096 h 109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99" h="1096">
                  <a:moveTo>
                    <a:pt x="0" y="0"/>
                  </a:moveTo>
                  <a:lnTo>
                    <a:pt x="0" y="116"/>
                  </a:lnTo>
                  <a:lnTo>
                    <a:pt x="52" y="296"/>
                  </a:lnTo>
                  <a:lnTo>
                    <a:pt x="0" y="563"/>
                  </a:lnTo>
                  <a:lnTo>
                    <a:pt x="52" y="767"/>
                  </a:lnTo>
                  <a:lnTo>
                    <a:pt x="52" y="1096"/>
                  </a:lnTo>
                  <a:lnTo>
                    <a:pt x="143" y="752"/>
                  </a:lnTo>
                  <a:lnTo>
                    <a:pt x="399" y="448"/>
                  </a:lnTo>
                  <a:lnTo>
                    <a:pt x="399" y="312"/>
                  </a:lnTo>
                  <a:lnTo>
                    <a:pt x="309" y="312"/>
                  </a:lnTo>
                  <a:lnTo>
                    <a:pt x="79" y="499"/>
                  </a:lnTo>
                  <a:lnTo>
                    <a:pt x="116" y="296"/>
                  </a:lnTo>
                  <a:lnTo>
                    <a:pt x="26" y="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59" name="Freeform 582">
              <a:extLst>
                <a:ext uri="{FF2B5EF4-FFF2-40B4-BE49-F238E27FC236}">
                  <a16:creationId xmlns:a16="http://schemas.microsoft.com/office/drawing/2014/main" id="{37B6CA7A-94E2-404B-B3D7-A86498883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918"/>
              <a:ext cx="28" cy="178"/>
            </a:xfrm>
            <a:custGeom>
              <a:avLst/>
              <a:gdLst>
                <a:gd name="T0" fmla="*/ 0 w 220"/>
                <a:gd name="T1" fmla="*/ 0 h 1417"/>
                <a:gd name="T2" fmla="*/ 0 w 220"/>
                <a:gd name="T3" fmla="*/ 0 h 1417"/>
                <a:gd name="T4" fmla="*/ 0 w 220"/>
                <a:gd name="T5" fmla="*/ 0 h 1417"/>
                <a:gd name="T6" fmla="*/ 0 w 220"/>
                <a:gd name="T7" fmla="*/ 0 h 1417"/>
                <a:gd name="T8" fmla="*/ 0 w 220"/>
                <a:gd name="T9" fmla="*/ 0 h 1417"/>
                <a:gd name="T10" fmla="*/ 0 w 220"/>
                <a:gd name="T11" fmla="*/ 0 h 1417"/>
                <a:gd name="T12" fmla="*/ 0 w 220"/>
                <a:gd name="T13" fmla="*/ 0 h 1417"/>
                <a:gd name="T14" fmla="*/ 0 w 220"/>
                <a:gd name="T15" fmla="*/ 0 h 1417"/>
                <a:gd name="T16" fmla="*/ 0 w 220"/>
                <a:gd name="T17" fmla="*/ 0 h 1417"/>
                <a:gd name="T18" fmla="*/ 0 w 220"/>
                <a:gd name="T19" fmla="*/ 0 h 1417"/>
                <a:gd name="T20" fmla="*/ 0 w 220"/>
                <a:gd name="T21" fmla="*/ 0 h 1417"/>
                <a:gd name="T22" fmla="*/ 0 w 220"/>
                <a:gd name="T23" fmla="*/ 0 h 1417"/>
                <a:gd name="T24" fmla="*/ 0 w 220"/>
                <a:gd name="T25" fmla="*/ 0 h 1417"/>
                <a:gd name="T26" fmla="*/ 0 w 220"/>
                <a:gd name="T27" fmla="*/ 0 h 1417"/>
                <a:gd name="T28" fmla="*/ 0 w 220"/>
                <a:gd name="T29" fmla="*/ 0 h 1417"/>
                <a:gd name="T30" fmla="*/ 0 w 220"/>
                <a:gd name="T31" fmla="*/ 0 h 1417"/>
                <a:gd name="T32" fmla="*/ 0 w 220"/>
                <a:gd name="T33" fmla="*/ 0 h 14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0"/>
                <a:gd name="T52" fmla="*/ 0 h 1417"/>
                <a:gd name="T53" fmla="*/ 220 w 220"/>
                <a:gd name="T54" fmla="*/ 1417 h 14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0" h="1417">
                  <a:moveTo>
                    <a:pt x="90" y="36"/>
                  </a:moveTo>
                  <a:lnTo>
                    <a:pt x="128" y="167"/>
                  </a:lnTo>
                  <a:lnTo>
                    <a:pt x="128" y="435"/>
                  </a:lnTo>
                  <a:lnTo>
                    <a:pt x="0" y="499"/>
                  </a:lnTo>
                  <a:lnTo>
                    <a:pt x="116" y="499"/>
                  </a:lnTo>
                  <a:lnTo>
                    <a:pt x="139" y="617"/>
                  </a:lnTo>
                  <a:lnTo>
                    <a:pt x="139" y="1033"/>
                  </a:lnTo>
                  <a:lnTo>
                    <a:pt x="194" y="1417"/>
                  </a:lnTo>
                  <a:lnTo>
                    <a:pt x="220" y="1378"/>
                  </a:lnTo>
                  <a:lnTo>
                    <a:pt x="169" y="1099"/>
                  </a:lnTo>
                  <a:lnTo>
                    <a:pt x="169" y="633"/>
                  </a:lnTo>
                  <a:lnTo>
                    <a:pt x="139" y="486"/>
                  </a:lnTo>
                  <a:lnTo>
                    <a:pt x="169" y="415"/>
                  </a:lnTo>
                  <a:lnTo>
                    <a:pt x="180" y="251"/>
                  </a:lnTo>
                  <a:lnTo>
                    <a:pt x="169" y="115"/>
                  </a:lnTo>
                  <a:lnTo>
                    <a:pt x="128" y="0"/>
                  </a:lnTo>
                  <a:lnTo>
                    <a:pt x="9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0" name="Freeform 583">
              <a:extLst>
                <a:ext uri="{FF2B5EF4-FFF2-40B4-BE49-F238E27FC236}">
                  <a16:creationId xmlns:a16="http://schemas.microsoft.com/office/drawing/2014/main" id="{0B1CA017-4757-2347-8E78-6C40D1944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975"/>
              <a:ext cx="35" cy="180"/>
            </a:xfrm>
            <a:custGeom>
              <a:avLst/>
              <a:gdLst>
                <a:gd name="T0" fmla="*/ 0 w 283"/>
                <a:gd name="T1" fmla="*/ 0 h 1443"/>
                <a:gd name="T2" fmla="*/ 0 w 283"/>
                <a:gd name="T3" fmla="*/ 0 h 1443"/>
                <a:gd name="T4" fmla="*/ 0 w 283"/>
                <a:gd name="T5" fmla="*/ 0 h 1443"/>
                <a:gd name="T6" fmla="*/ 0 w 283"/>
                <a:gd name="T7" fmla="*/ 0 h 1443"/>
                <a:gd name="T8" fmla="*/ 0 w 283"/>
                <a:gd name="T9" fmla="*/ 0 h 1443"/>
                <a:gd name="T10" fmla="*/ 0 w 283"/>
                <a:gd name="T11" fmla="*/ 0 h 1443"/>
                <a:gd name="T12" fmla="*/ 0 w 283"/>
                <a:gd name="T13" fmla="*/ 0 h 1443"/>
                <a:gd name="T14" fmla="*/ 0 w 283"/>
                <a:gd name="T15" fmla="*/ 0 h 1443"/>
                <a:gd name="T16" fmla="*/ 0 w 283"/>
                <a:gd name="T17" fmla="*/ 0 h 14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3"/>
                <a:gd name="T28" fmla="*/ 0 h 1443"/>
                <a:gd name="T29" fmla="*/ 283 w 283"/>
                <a:gd name="T30" fmla="*/ 1443 h 14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3" h="1443">
                  <a:moveTo>
                    <a:pt x="272" y="48"/>
                  </a:moveTo>
                  <a:lnTo>
                    <a:pt x="206" y="217"/>
                  </a:lnTo>
                  <a:lnTo>
                    <a:pt x="37" y="1178"/>
                  </a:lnTo>
                  <a:lnTo>
                    <a:pt x="21" y="1411"/>
                  </a:lnTo>
                  <a:lnTo>
                    <a:pt x="0" y="1443"/>
                  </a:lnTo>
                  <a:lnTo>
                    <a:pt x="21" y="1063"/>
                  </a:lnTo>
                  <a:lnTo>
                    <a:pt x="164" y="233"/>
                  </a:lnTo>
                  <a:lnTo>
                    <a:pt x="283" y="0"/>
                  </a:lnTo>
                  <a:lnTo>
                    <a:pt x="272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1" name="Freeform 584">
              <a:extLst>
                <a:ext uri="{FF2B5EF4-FFF2-40B4-BE49-F238E27FC236}">
                  <a16:creationId xmlns:a16="http://schemas.microsoft.com/office/drawing/2014/main" id="{DD705AA6-9AB1-274F-A906-7C78C3FE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790"/>
              <a:ext cx="89" cy="232"/>
            </a:xfrm>
            <a:custGeom>
              <a:avLst/>
              <a:gdLst>
                <a:gd name="T0" fmla="*/ 0 w 712"/>
                <a:gd name="T1" fmla="*/ 0 h 1860"/>
                <a:gd name="T2" fmla="*/ 0 w 712"/>
                <a:gd name="T3" fmla="*/ 0 h 1860"/>
                <a:gd name="T4" fmla="*/ 0 w 712"/>
                <a:gd name="T5" fmla="*/ 0 h 1860"/>
                <a:gd name="T6" fmla="*/ 0 w 712"/>
                <a:gd name="T7" fmla="*/ 0 h 1860"/>
                <a:gd name="T8" fmla="*/ 0 w 712"/>
                <a:gd name="T9" fmla="*/ 0 h 1860"/>
                <a:gd name="T10" fmla="*/ 0 w 712"/>
                <a:gd name="T11" fmla="*/ 0 h 1860"/>
                <a:gd name="T12" fmla="*/ 0 w 712"/>
                <a:gd name="T13" fmla="*/ 0 h 1860"/>
                <a:gd name="T14" fmla="*/ 0 w 712"/>
                <a:gd name="T15" fmla="*/ 0 h 18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2"/>
                <a:gd name="T25" fmla="*/ 0 h 1860"/>
                <a:gd name="T26" fmla="*/ 712 w 712"/>
                <a:gd name="T27" fmla="*/ 1860 h 186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2" h="1860">
                  <a:moveTo>
                    <a:pt x="0" y="0"/>
                  </a:moveTo>
                  <a:lnTo>
                    <a:pt x="129" y="416"/>
                  </a:lnTo>
                  <a:lnTo>
                    <a:pt x="712" y="1379"/>
                  </a:lnTo>
                  <a:lnTo>
                    <a:pt x="338" y="948"/>
                  </a:lnTo>
                  <a:lnTo>
                    <a:pt x="338" y="1860"/>
                  </a:lnTo>
                  <a:lnTo>
                    <a:pt x="235" y="763"/>
                  </a:lnTo>
                  <a:lnTo>
                    <a:pt x="81" y="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2" name="Freeform 585">
              <a:extLst>
                <a:ext uri="{FF2B5EF4-FFF2-40B4-BE49-F238E27FC236}">
                  <a16:creationId xmlns:a16="http://schemas.microsoft.com/office/drawing/2014/main" id="{BB76F97C-751D-9842-83BF-3373DA5B4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910"/>
              <a:ext cx="46" cy="167"/>
            </a:xfrm>
            <a:custGeom>
              <a:avLst/>
              <a:gdLst>
                <a:gd name="T0" fmla="*/ 0 w 368"/>
                <a:gd name="T1" fmla="*/ 0 h 1330"/>
                <a:gd name="T2" fmla="*/ 0 w 368"/>
                <a:gd name="T3" fmla="*/ 0 h 1330"/>
                <a:gd name="T4" fmla="*/ 0 w 368"/>
                <a:gd name="T5" fmla="*/ 0 h 1330"/>
                <a:gd name="T6" fmla="*/ 0 w 368"/>
                <a:gd name="T7" fmla="*/ 0 h 1330"/>
                <a:gd name="T8" fmla="*/ 0 w 368"/>
                <a:gd name="T9" fmla="*/ 0 h 1330"/>
                <a:gd name="T10" fmla="*/ 0 w 368"/>
                <a:gd name="T11" fmla="*/ 0 h 1330"/>
                <a:gd name="T12" fmla="*/ 0 w 368"/>
                <a:gd name="T13" fmla="*/ 0 h 1330"/>
                <a:gd name="T14" fmla="*/ 0 w 368"/>
                <a:gd name="T15" fmla="*/ 0 h 1330"/>
                <a:gd name="T16" fmla="*/ 0 w 368"/>
                <a:gd name="T17" fmla="*/ 0 h 1330"/>
                <a:gd name="T18" fmla="*/ 0 w 368"/>
                <a:gd name="T19" fmla="*/ 0 h 1330"/>
                <a:gd name="T20" fmla="*/ 0 w 368"/>
                <a:gd name="T21" fmla="*/ 0 h 1330"/>
                <a:gd name="T22" fmla="*/ 0 w 368"/>
                <a:gd name="T23" fmla="*/ 0 h 13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68"/>
                <a:gd name="T37" fmla="*/ 0 h 1330"/>
                <a:gd name="T38" fmla="*/ 368 w 368"/>
                <a:gd name="T39" fmla="*/ 1330 h 133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68" h="1330">
                  <a:moveTo>
                    <a:pt x="0" y="0"/>
                  </a:moveTo>
                  <a:lnTo>
                    <a:pt x="93" y="164"/>
                  </a:lnTo>
                  <a:lnTo>
                    <a:pt x="207" y="247"/>
                  </a:lnTo>
                  <a:lnTo>
                    <a:pt x="133" y="150"/>
                  </a:lnTo>
                  <a:lnTo>
                    <a:pt x="122" y="101"/>
                  </a:lnTo>
                  <a:lnTo>
                    <a:pt x="286" y="180"/>
                  </a:lnTo>
                  <a:lnTo>
                    <a:pt x="286" y="698"/>
                  </a:lnTo>
                  <a:lnTo>
                    <a:pt x="159" y="1330"/>
                  </a:lnTo>
                  <a:lnTo>
                    <a:pt x="368" y="617"/>
                  </a:lnTo>
                  <a:lnTo>
                    <a:pt x="302" y="115"/>
                  </a:lnTo>
                  <a:lnTo>
                    <a:pt x="66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3" name="Freeform 586">
              <a:extLst>
                <a:ext uri="{FF2B5EF4-FFF2-40B4-BE49-F238E27FC236}">
                  <a16:creationId xmlns:a16="http://schemas.microsoft.com/office/drawing/2014/main" id="{02808D3B-C035-EB40-8550-9D2E31A3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75"/>
              <a:ext cx="276" cy="264"/>
            </a:xfrm>
            <a:custGeom>
              <a:avLst/>
              <a:gdLst>
                <a:gd name="T0" fmla="*/ 0 w 2210"/>
                <a:gd name="T1" fmla="*/ 0 h 2112"/>
                <a:gd name="T2" fmla="*/ 0 w 2210"/>
                <a:gd name="T3" fmla="*/ 0 h 2112"/>
                <a:gd name="T4" fmla="*/ 0 w 2210"/>
                <a:gd name="T5" fmla="*/ 0 h 2112"/>
                <a:gd name="T6" fmla="*/ 0 w 2210"/>
                <a:gd name="T7" fmla="*/ 0 h 2112"/>
                <a:gd name="T8" fmla="*/ 0 w 2210"/>
                <a:gd name="T9" fmla="*/ 0 h 2112"/>
                <a:gd name="T10" fmla="*/ 0 w 2210"/>
                <a:gd name="T11" fmla="*/ 0 h 2112"/>
                <a:gd name="T12" fmla="*/ 0 w 2210"/>
                <a:gd name="T13" fmla="*/ 0 h 2112"/>
                <a:gd name="T14" fmla="*/ 0 w 2210"/>
                <a:gd name="T15" fmla="*/ 0 h 2112"/>
                <a:gd name="T16" fmla="*/ 0 w 2210"/>
                <a:gd name="T17" fmla="*/ 0 h 2112"/>
                <a:gd name="T18" fmla="*/ 0 w 2210"/>
                <a:gd name="T19" fmla="*/ 0 h 2112"/>
                <a:gd name="T20" fmla="*/ 0 w 2210"/>
                <a:gd name="T21" fmla="*/ 0 h 2112"/>
                <a:gd name="T22" fmla="*/ 0 w 2210"/>
                <a:gd name="T23" fmla="*/ 0 h 2112"/>
                <a:gd name="T24" fmla="*/ 0 w 2210"/>
                <a:gd name="T25" fmla="*/ 0 h 2112"/>
                <a:gd name="T26" fmla="*/ 0 w 2210"/>
                <a:gd name="T27" fmla="*/ 0 h 2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10"/>
                <a:gd name="T43" fmla="*/ 0 h 2112"/>
                <a:gd name="T44" fmla="*/ 2210 w 2210"/>
                <a:gd name="T45" fmla="*/ 2112 h 21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10" h="2112">
                  <a:moveTo>
                    <a:pt x="0" y="2112"/>
                  </a:moveTo>
                  <a:lnTo>
                    <a:pt x="762" y="1494"/>
                  </a:lnTo>
                  <a:lnTo>
                    <a:pt x="1381" y="899"/>
                  </a:lnTo>
                  <a:lnTo>
                    <a:pt x="1683" y="567"/>
                  </a:lnTo>
                  <a:lnTo>
                    <a:pt x="1964" y="247"/>
                  </a:lnTo>
                  <a:lnTo>
                    <a:pt x="2094" y="151"/>
                  </a:lnTo>
                  <a:lnTo>
                    <a:pt x="2210" y="0"/>
                  </a:lnTo>
                  <a:lnTo>
                    <a:pt x="2107" y="182"/>
                  </a:lnTo>
                  <a:lnTo>
                    <a:pt x="1949" y="314"/>
                  </a:lnTo>
                  <a:lnTo>
                    <a:pt x="1552" y="795"/>
                  </a:lnTo>
                  <a:lnTo>
                    <a:pt x="1100" y="1245"/>
                  </a:lnTo>
                  <a:lnTo>
                    <a:pt x="685" y="1630"/>
                  </a:lnTo>
                  <a:lnTo>
                    <a:pt x="153" y="2013"/>
                  </a:lnTo>
                  <a:lnTo>
                    <a:pt x="0" y="2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4" name="Freeform 587">
              <a:extLst>
                <a:ext uri="{FF2B5EF4-FFF2-40B4-BE49-F238E27FC236}">
                  <a16:creationId xmlns:a16="http://schemas.microsoft.com/office/drawing/2014/main" id="{87FCECED-2FC2-E248-9FEF-AF61BD5C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86"/>
              <a:ext cx="153" cy="198"/>
            </a:xfrm>
            <a:custGeom>
              <a:avLst/>
              <a:gdLst>
                <a:gd name="T0" fmla="*/ 0 w 1226"/>
                <a:gd name="T1" fmla="*/ 0 h 1582"/>
                <a:gd name="T2" fmla="*/ 0 w 1226"/>
                <a:gd name="T3" fmla="*/ 0 h 1582"/>
                <a:gd name="T4" fmla="*/ 0 w 1226"/>
                <a:gd name="T5" fmla="*/ 0 h 1582"/>
                <a:gd name="T6" fmla="*/ 0 w 1226"/>
                <a:gd name="T7" fmla="*/ 0 h 1582"/>
                <a:gd name="T8" fmla="*/ 0 w 1226"/>
                <a:gd name="T9" fmla="*/ 0 h 1582"/>
                <a:gd name="T10" fmla="*/ 0 w 1226"/>
                <a:gd name="T11" fmla="*/ 0 h 1582"/>
                <a:gd name="T12" fmla="*/ 0 w 1226"/>
                <a:gd name="T13" fmla="*/ 0 h 1582"/>
                <a:gd name="T14" fmla="*/ 0 w 1226"/>
                <a:gd name="T15" fmla="*/ 0 h 1582"/>
                <a:gd name="T16" fmla="*/ 0 w 1226"/>
                <a:gd name="T17" fmla="*/ 0 h 1582"/>
                <a:gd name="T18" fmla="*/ 0 w 1226"/>
                <a:gd name="T19" fmla="*/ 0 h 1582"/>
                <a:gd name="T20" fmla="*/ 0 w 1226"/>
                <a:gd name="T21" fmla="*/ 0 h 1582"/>
                <a:gd name="T22" fmla="*/ 0 w 1226"/>
                <a:gd name="T23" fmla="*/ 0 h 1582"/>
                <a:gd name="T24" fmla="*/ 0 w 1226"/>
                <a:gd name="T25" fmla="*/ 0 h 1582"/>
                <a:gd name="T26" fmla="*/ 0 w 1226"/>
                <a:gd name="T27" fmla="*/ 0 h 1582"/>
                <a:gd name="T28" fmla="*/ 0 w 1226"/>
                <a:gd name="T29" fmla="*/ 0 h 1582"/>
                <a:gd name="T30" fmla="*/ 0 w 1226"/>
                <a:gd name="T31" fmla="*/ 0 h 1582"/>
                <a:gd name="T32" fmla="*/ 0 w 1226"/>
                <a:gd name="T33" fmla="*/ 0 h 1582"/>
                <a:gd name="T34" fmla="*/ 0 w 1226"/>
                <a:gd name="T35" fmla="*/ 0 h 1582"/>
                <a:gd name="T36" fmla="*/ 0 w 1226"/>
                <a:gd name="T37" fmla="*/ 0 h 1582"/>
                <a:gd name="T38" fmla="*/ 0 w 1226"/>
                <a:gd name="T39" fmla="*/ 0 h 1582"/>
                <a:gd name="T40" fmla="*/ 0 w 1226"/>
                <a:gd name="T41" fmla="*/ 0 h 1582"/>
                <a:gd name="T42" fmla="*/ 0 w 1226"/>
                <a:gd name="T43" fmla="*/ 0 h 1582"/>
                <a:gd name="T44" fmla="*/ 0 w 1226"/>
                <a:gd name="T45" fmla="*/ 0 h 1582"/>
                <a:gd name="T46" fmla="*/ 0 w 1226"/>
                <a:gd name="T47" fmla="*/ 0 h 1582"/>
                <a:gd name="T48" fmla="*/ 0 w 1226"/>
                <a:gd name="T49" fmla="*/ 0 h 1582"/>
                <a:gd name="T50" fmla="*/ 0 w 1226"/>
                <a:gd name="T51" fmla="*/ 0 h 1582"/>
                <a:gd name="T52" fmla="*/ 0 w 1226"/>
                <a:gd name="T53" fmla="*/ 0 h 1582"/>
                <a:gd name="T54" fmla="*/ 0 w 1226"/>
                <a:gd name="T55" fmla="*/ 0 h 1582"/>
                <a:gd name="T56" fmla="*/ 0 w 1226"/>
                <a:gd name="T57" fmla="*/ 0 h 1582"/>
                <a:gd name="T58" fmla="*/ 0 w 1226"/>
                <a:gd name="T59" fmla="*/ 0 h 1582"/>
                <a:gd name="T60" fmla="*/ 0 w 1226"/>
                <a:gd name="T61" fmla="*/ 0 h 1582"/>
                <a:gd name="T62" fmla="*/ 0 w 1226"/>
                <a:gd name="T63" fmla="*/ 0 h 15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26"/>
                <a:gd name="T97" fmla="*/ 0 h 1582"/>
                <a:gd name="T98" fmla="*/ 1226 w 1226"/>
                <a:gd name="T99" fmla="*/ 1582 h 15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26" h="1582">
                  <a:moveTo>
                    <a:pt x="0" y="1582"/>
                  </a:moveTo>
                  <a:lnTo>
                    <a:pt x="147" y="1582"/>
                  </a:lnTo>
                  <a:lnTo>
                    <a:pt x="947" y="1351"/>
                  </a:lnTo>
                  <a:lnTo>
                    <a:pt x="1097" y="1171"/>
                  </a:lnTo>
                  <a:lnTo>
                    <a:pt x="1097" y="1074"/>
                  </a:lnTo>
                  <a:lnTo>
                    <a:pt x="1058" y="1160"/>
                  </a:lnTo>
                  <a:lnTo>
                    <a:pt x="920" y="1160"/>
                  </a:lnTo>
                  <a:lnTo>
                    <a:pt x="1010" y="1042"/>
                  </a:lnTo>
                  <a:lnTo>
                    <a:pt x="1189" y="888"/>
                  </a:lnTo>
                  <a:lnTo>
                    <a:pt x="1189" y="810"/>
                  </a:lnTo>
                  <a:lnTo>
                    <a:pt x="1226" y="756"/>
                  </a:lnTo>
                  <a:lnTo>
                    <a:pt x="1226" y="0"/>
                  </a:lnTo>
                  <a:lnTo>
                    <a:pt x="1010" y="0"/>
                  </a:lnTo>
                  <a:lnTo>
                    <a:pt x="1010" y="404"/>
                  </a:lnTo>
                  <a:lnTo>
                    <a:pt x="1180" y="454"/>
                  </a:lnTo>
                  <a:lnTo>
                    <a:pt x="1199" y="525"/>
                  </a:lnTo>
                  <a:lnTo>
                    <a:pt x="1199" y="597"/>
                  </a:lnTo>
                  <a:lnTo>
                    <a:pt x="1131" y="634"/>
                  </a:lnTo>
                  <a:lnTo>
                    <a:pt x="843" y="634"/>
                  </a:lnTo>
                  <a:lnTo>
                    <a:pt x="1030" y="729"/>
                  </a:lnTo>
                  <a:lnTo>
                    <a:pt x="1157" y="701"/>
                  </a:lnTo>
                  <a:lnTo>
                    <a:pt x="1157" y="756"/>
                  </a:lnTo>
                  <a:lnTo>
                    <a:pt x="910" y="993"/>
                  </a:lnTo>
                  <a:lnTo>
                    <a:pt x="825" y="1026"/>
                  </a:lnTo>
                  <a:lnTo>
                    <a:pt x="788" y="957"/>
                  </a:lnTo>
                  <a:lnTo>
                    <a:pt x="659" y="957"/>
                  </a:lnTo>
                  <a:lnTo>
                    <a:pt x="285" y="1074"/>
                  </a:lnTo>
                  <a:lnTo>
                    <a:pt x="147" y="1171"/>
                  </a:lnTo>
                  <a:lnTo>
                    <a:pt x="641" y="1171"/>
                  </a:lnTo>
                  <a:lnTo>
                    <a:pt x="537" y="1270"/>
                  </a:lnTo>
                  <a:lnTo>
                    <a:pt x="217" y="1362"/>
                  </a:lnTo>
                  <a:lnTo>
                    <a:pt x="0" y="15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5" name="Freeform 588">
              <a:extLst>
                <a:ext uri="{FF2B5EF4-FFF2-40B4-BE49-F238E27FC236}">
                  <a16:creationId xmlns:a16="http://schemas.microsoft.com/office/drawing/2014/main" id="{BC54B445-7389-6549-B490-81D52A5A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58"/>
              <a:ext cx="48" cy="79"/>
            </a:xfrm>
            <a:custGeom>
              <a:avLst/>
              <a:gdLst>
                <a:gd name="T0" fmla="*/ 0 w 380"/>
                <a:gd name="T1" fmla="*/ 0 h 632"/>
                <a:gd name="T2" fmla="*/ 0 w 380"/>
                <a:gd name="T3" fmla="*/ 0 h 632"/>
                <a:gd name="T4" fmla="*/ 0 w 380"/>
                <a:gd name="T5" fmla="*/ 0 h 632"/>
                <a:gd name="T6" fmla="*/ 0 w 380"/>
                <a:gd name="T7" fmla="*/ 0 h 632"/>
                <a:gd name="T8" fmla="*/ 0 w 380"/>
                <a:gd name="T9" fmla="*/ 0 h 632"/>
                <a:gd name="T10" fmla="*/ 0 w 380"/>
                <a:gd name="T11" fmla="*/ 0 h 632"/>
                <a:gd name="T12" fmla="*/ 0 w 380"/>
                <a:gd name="T13" fmla="*/ 0 h 632"/>
                <a:gd name="T14" fmla="*/ 0 w 380"/>
                <a:gd name="T15" fmla="*/ 0 h 632"/>
                <a:gd name="T16" fmla="*/ 0 w 380"/>
                <a:gd name="T17" fmla="*/ 0 h 632"/>
                <a:gd name="T18" fmla="*/ 0 w 380"/>
                <a:gd name="T19" fmla="*/ 0 h 632"/>
                <a:gd name="T20" fmla="*/ 0 w 380"/>
                <a:gd name="T21" fmla="*/ 0 h 632"/>
                <a:gd name="T22" fmla="*/ 0 w 380"/>
                <a:gd name="T23" fmla="*/ 0 h 632"/>
                <a:gd name="T24" fmla="*/ 0 w 380"/>
                <a:gd name="T25" fmla="*/ 0 h 632"/>
                <a:gd name="T26" fmla="*/ 0 w 380"/>
                <a:gd name="T27" fmla="*/ 0 h 632"/>
                <a:gd name="T28" fmla="*/ 0 w 380"/>
                <a:gd name="T29" fmla="*/ 0 h 632"/>
                <a:gd name="T30" fmla="*/ 0 w 380"/>
                <a:gd name="T31" fmla="*/ 0 h 6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80"/>
                <a:gd name="T49" fmla="*/ 0 h 632"/>
                <a:gd name="T50" fmla="*/ 380 w 380"/>
                <a:gd name="T51" fmla="*/ 632 h 63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80" h="632">
                  <a:moveTo>
                    <a:pt x="95" y="146"/>
                  </a:moveTo>
                  <a:lnTo>
                    <a:pt x="233" y="81"/>
                  </a:lnTo>
                  <a:lnTo>
                    <a:pt x="343" y="0"/>
                  </a:lnTo>
                  <a:lnTo>
                    <a:pt x="380" y="69"/>
                  </a:lnTo>
                  <a:lnTo>
                    <a:pt x="380" y="131"/>
                  </a:lnTo>
                  <a:lnTo>
                    <a:pt x="314" y="247"/>
                  </a:lnTo>
                  <a:lnTo>
                    <a:pt x="215" y="369"/>
                  </a:lnTo>
                  <a:lnTo>
                    <a:pt x="120" y="427"/>
                  </a:lnTo>
                  <a:lnTo>
                    <a:pt x="0" y="632"/>
                  </a:lnTo>
                  <a:lnTo>
                    <a:pt x="120" y="369"/>
                  </a:lnTo>
                  <a:lnTo>
                    <a:pt x="233" y="274"/>
                  </a:lnTo>
                  <a:lnTo>
                    <a:pt x="353" y="118"/>
                  </a:lnTo>
                  <a:lnTo>
                    <a:pt x="353" y="48"/>
                  </a:lnTo>
                  <a:lnTo>
                    <a:pt x="336" y="25"/>
                  </a:lnTo>
                  <a:lnTo>
                    <a:pt x="215" y="102"/>
                  </a:lnTo>
                  <a:lnTo>
                    <a:pt x="95" y="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6" name="Line 589">
              <a:extLst>
                <a:ext uri="{FF2B5EF4-FFF2-40B4-BE49-F238E27FC236}">
                  <a16:creationId xmlns:a16="http://schemas.microsoft.com/office/drawing/2014/main" id="{68C922BB-6588-CB44-9887-95A1CFB00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6" y="2037"/>
              <a:ext cx="38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7" name="Freeform 590">
              <a:extLst>
                <a:ext uri="{FF2B5EF4-FFF2-40B4-BE49-F238E27FC236}">
                  <a16:creationId xmlns:a16="http://schemas.microsoft.com/office/drawing/2014/main" id="{2A16BB0E-231C-AA40-8D29-66A0A484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210"/>
              <a:ext cx="39" cy="36"/>
            </a:xfrm>
            <a:custGeom>
              <a:avLst/>
              <a:gdLst>
                <a:gd name="T0" fmla="*/ 0 w 310"/>
                <a:gd name="T1" fmla="*/ 0 h 289"/>
                <a:gd name="T2" fmla="*/ 0 w 310"/>
                <a:gd name="T3" fmla="*/ 0 h 289"/>
                <a:gd name="T4" fmla="*/ 0 w 310"/>
                <a:gd name="T5" fmla="*/ 0 h 289"/>
                <a:gd name="T6" fmla="*/ 0 w 310"/>
                <a:gd name="T7" fmla="*/ 0 h 289"/>
                <a:gd name="T8" fmla="*/ 0 w 310"/>
                <a:gd name="T9" fmla="*/ 0 h 289"/>
                <a:gd name="T10" fmla="*/ 0 w 310"/>
                <a:gd name="T11" fmla="*/ 0 h 289"/>
                <a:gd name="T12" fmla="*/ 0 w 310"/>
                <a:gd name="T13" fmla="*/ 0 h 289"/>
                <a:gd name="T14" fmla="*/ 0 w 310"/>
                <a:gd name="T15" fmla="*/ 0 h 289"/>
                <a:gd name="T16" fmla="*/ 0 w 310"/>
                <a:gd name="T17" fmla="*/ 0 h 289"/>
                <a:gd name="T18" fmla="*/ 0 w 310"/>
                <a:gd name="T19" fmla="*/ 0 h 289"/>
                <a:gd name="T20" fmla="*/ 0 w 310"/>
                <a:gd name="T21" fmla="*/ 0 h 289"/>
                <a:gd name="T22" fmla="*/ 0 w 310"/>
                <a:gd name="T23" fmla="*/ 0 h 289"/>
                <a:gd name="T24" fmla="*/ 0 w 310"/>
                <a:gd name="T25" fmla="*/ 0 h 289"/>
                <a:gd name="T26" fmla="*/ 0 w 310"/>
                <a:gd name="T27" fmla="*/ 0 h 289"/>
                <a:gd name="T28" fmla="*/ 0 w 310"/>
                <a:gd name="T29" fmla="*/ 0 h 289"/>
                <a:gd name="T30" fmla="*/ 0 w 310"/>
                <a:gd name="T31" fmla="*/ 0 h 289"/>
                <a:gd name="T32" fmla="*/ 0 w 310"/>
                <a:gd name="T33" fmla="*/ 0 h 289"/>
                <a:gd name="T34" fmla="*/ 0 w 310"/>
                <a:gd name="T35" fmla="*/ 0 h 2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10"/>
                <a:gd name="T55" fmla="*/ 0 h 289"/>
                <a:gd name="T56" fmla="*/ 310 w 310"/>
                <a:gd name="T57" fmla="*/ 289 h 28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10" h="289">
                  <a:moveTo>
                    <a:pt x="310" y="156"/>
                  </a:moveTo>
                  <a:lnTo>
                    <a:pt x="310" y="70"/>
                  </a:lnTo>
                  <a:lnTo>
                    <a:pt x="235" y="0"/>
                  </a:lnTo>
                  <a:lnTo>
                    <a:pt x="131" y="0"/>
                  </a:lnTo>
                  <a:lnTo>
                    <a:pt x="216" y="26"/>
                  </a:lnTo>
                  <a:lnTo>
                    <a:pt x="272" y="97"/>
                  </a:lnTo>
                  <a:lnTo>
                    <a:pt x="272" y="156"/>
                  </a:lnTo>
                  <a:lnTo>
                    <a:pt x="216" y="229"/>
                  </a:lnTo>
                  <a:lnTo>
                    <a:pt x="131" y="229"/>
                  </a:lnTo>
                  <a:lnTo>
                    <a:pt x="77" y="193"/>
                  </a:lnTo>
                  <a:lnTo>
                    <a:pt x="31" y="86"/>
                  </a:lnTo>
                  <a:lnTo>
                    <a:pt x="68" y="26"/>
                  </a:lnTo>
                  <a:lnTo>
                    <a:pt x="11" y="86"/>
                  </a:lnTo>
                  <a:lnTo>
                    <a:pt x="0" y="156"/>
                  </a:lnTo>
                  <a:lnTo>
                    <a:pt x="68" y="241"/>
                  </a:lnTo>
                  <a:lnTo>
                    <a:pt x="189" y="289"/>
                  </a:lnTo>
                  <a:lnTo>
                    <a:pt x="288" y="229"/>
                  </a:lnTo>
                  <a:lnTo>
                    <a:pt x="310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8" name="Freeform 591">
              <a:extLst>
                <a:ext uri="{FF2B5EF4-FFF2-40B4-BE49-F238E27FC236}">
                  <a16:creationId xmlns:a16="http://schemas.microsoft.com/office/drawing/2014/main" id="{1D535E94-91E5-DB47-B2F5-8FCBD19E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212"/>
              <a:ext cx="82" cy="44"/>
            </a:xfrm>
            <a:custGeom>
              <a:avLst/>
              <a:gdLst>
                <a:gd name="T0" fmla="*/ 0 w 655"/>
                <a:gd name="T1" fmla="*/ 0 h 348"/>
                <a:gd name="T2" fmla="*/ 0 w 655"/>
                <a:gd name="T3" fmla="*/ 0 h 348"/>
                <a:gd name="T4" fmla="*/ 0 w 655"/>
                <a:gd name="T5" fmla="*/ 0 h 348"/>
                <a:gd name="T6" fmla="*/ 0 w 655"/>
                <a:gd name="T7" fmla="*/ 0 h 348"/>
                <a:gd name="T8" fmla="*/ 0 w 655"/>
                <a:gd name="T9" fmla="*/ 0 h 348"/>
                <a:gd name="T10" fmla="*/ 0 w 655"/>
                <a:gd name="T11" fmla="*/ 0 h 348"/>
                <a:gd name="T12" fmla="*/ 0 w 655"/>
                <a:gd name="T13" fmla="*/ 0 h 348"/>
                <a:gd name="T14" fmla="*/ 0 w 655"/>
                <a:gd name="T15" fmla="*/ 0 h 348"/>
                <a:gd name="T16" fmla="*/ 0 w 655"/>
                <a:gd name="T17" fmla="*/ 0 h 348"/>
                <a:gd name="T18" fmla="*/ 0 w 655"/>
                <a:gd name="T19" fmla="*/ 0 h 348"/>
                <a:gd name="T20" fmla="*/ 0 w 655"/>
                <a:gd name="T21" fmla="*/ 0 h 348"/>
                <a:gd name="T22" fmla="*/ 0 w 655"/>
                <a:gd name="T23" fmla="*/ 0 h 348"/>
                <a:gd name="T24" fmla="*/ 0 w 655"/>
                <a:gd name="T25" fmla="*/ 0 h 348"/>
                <a:gd name="T26" fmla="*/ 0 w 655"/>
                <a:gd name="T27" fmla="*/ 0 h 348"/>
                <a:gd name="T28" fmla="*/ 0 w 655"/>
                <a:gd name="T29" fmla="*/ 0 h 348"/>
                <a:gd name="T30" fmla="*/ 0 w 655"/>
                <a:gd name="T31" fmla="*/ 0 h 348"/>
                <a:gd name="T32" fmla="*/ 0 w 655"/>
                <a:gd name="T33" fmla="*/ 0 h 348"/>
                <a:gd name="T34" fmla="*/ 0 w 655"/>
                <a:gd name="T35" fmla="*/ 0 h 348"/>
                <a:gd name="T36" fmla="*/ 0 w 655"/>
                <a:gd name="T37" fmla="*/ 0 h 348"/>
                <a:gd name="T38" fmla="*/ 0 w 655"/>
                <a:gd name="T39" fmla="*/ 0 h 348"/>
                <a:gd name="T40" fmla="*/ 0 w 655"/>
                <a:gd name="T41" fmla="*/ 0 h 348"/>
                <a:gd name="T42" fmla="*/ 0 w 655"/>
                <a:gd name="T43" fmla="*/ 0 h 348"/>
                <a:gd name="T44" fmla="*/ 0 w 655"/>
                <a:gd name="T45" fmla="*/ 0 h 3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55"/>
                <a:gd name="T70" fmla="*/ 0 h 348"/>
                <a:gd name="T71" fmla="*/ 655 w 655"/>
                <a:gd name="T72" fmla="*/ 348 h 34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55" h="348">
                  <a:moveTo>
                    <a:pt x="655" y="92"/>
                  </a:moveTo>
                  <a:lnTo>
                    <a:pt x="655" y="191"/>
                  </a:lnTo>
                  <a:lnTo>
                    <a:pt x="590" y="310"/>
                  </a:lnTo>
                  <a:lnTo>
                    <a:pt x="507" y="348"/>
                  </a:lnTo>
                  <a:lnTo>
                    <a:pt x="179" y="321"/>
                  </a:lnTo>
                  <a:lnTo>
                    <a:pt x="32" y="202"/>
                  </a:lnTo>
                  <a:lnTo>
                    <a:pt x="0" y="110"/>
                  </a:lnTo>
                  <a:lnTo>
                    <a:pt x="25" y="44"/>
                  </a:lnTo>
                  <a:lnTo>
                    <a:pt x="25" y="121"/>
                  </a:lnTo>
                  <a:lnTo>
                    <a:pt x="42" y="154"/>
                  </a:lnTo>
                  <a:lnTo>
                    <a:pt x="207" y="299"/>
                  </a:lnTo>
                  <a:lnTo>
                    <a:pt x="475" y="321"/>
                  </a:lnTo>
                  <a:lnTo>
                    <a:pt x="561" y="299"/>
                  </a:lnTo>
                  <a:lnTo>
                    <a:pt x="609" y="226"/>
                  </a:lnTo>
                  <a:lnTo>
                    <a:pt x="609" y="154"/>
                  </a:lnTo>
                  <a:lnTo>
                    <a:pt x="553" y="110"/>
                  </a:lnTo>
                  <a:lnTo>
                    <a:pt x="452" y="110"/>
                  </a:lnTo>
                  <a:lnTo>
                    <a:pt x="304" y="141"/>
                  </a:lnTo>
                  <a:lnTo>
                    <a:pt x="355" y="92"/>
                  </a:lnTo>
                  <a:lnTo>
                    <a:pt x="233" y="0"/>
                  </a:lnTo>
                  <a:lnTo>
                    <a:pt x="405" y="92"/>
                  </a:lnTo>
                  <a:lnTo>
                    <a:pt x="636" y="92"/>
                  </a:lnTo>
                  <a:lnTo>
                    <a:pt x="655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69" name="Freeform 592">
              <a:extLst>
                <a:ext uri="{FF2B5EF4-FFF2-40B4-BE49-F238E27FC236}">
                  <a16:creationId xmlns:a16="http://schemas.microsoft.com/office/drawing/2014/main" id="{FDB1976C-4BD4-B04E-AB0E-E9A23F76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12"/>
              <a:ext cx="55" cy="12"/>
            </a:xfrm>
            <a:custGeom>
              <a:avLst/>
              <a:gdLst>
                <a:gd name="T0" fmla="*/ 0 w 438"/>
                <a:gd name="T1" fmla="*/ 0 h 92"/>
                <a:gd name="T2" fmla="*/ 0 w 438"/>
                <a:gd name="T3" fmla="*/ 0 h 92"/>
                <a:gd name="T4" fmla="*/ 0 w 438"/>
                <a:gd name="T5" fmla="*/ 0 h 92"/>
                <a:gd name="T6" fmla="*/ 0 w 438"/>
                <a:gd name="T7" fmla="*/ 0 h 92"/>
                <a:gd name="T8" fmla="*/ 0 w 438"/>
                <a:gd name="T9" fmla="*/ 0 h 92"/>
                <a:gd name="T10" fmla="*/ 0 w 43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8"/>
                <a:gd name="T19" fmla="*/ 0 h 92"/>
                <a:gd name="T20" fmla="*/ 438 w 438"/>
                <a:gd name="T21" fmla="*/ 92 h 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8" h="92">
                  <a:moveTo>
                    <a:pt x="438" y="0"/>
                  </a:moveTo>
                  <a:lnTo>
                    <a:pt x="338" y="0"/>
                  </a:lnTo>
                  <a:lnTo>
                    <a:pt x="230" y="44"/>
                  </a:lnTo>
                  <a:lnTo>
                    <a:pt x="230" y="92"/>
                  </a:lnTo>
                  <a:lnTo>
                    <a:pt x="69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0" name="Freeform 593">
              <a:extLst>
                <a:ext uri="{FF2B5EF4-FFF2-40B4-BE49-F238E27FC236}">
                  <a16:creationId xmlns:a16="http://schemas.microsoft.com/office/drawing/2014/main" id="{6F37EC33-69CA-C141-8518-CC85DB5E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215"/>
              <a:ext cx="63" cy="42"/>
            </a:xfrm>
            <a:custGeom>
              <a:avLst/>
              <a:gdLst>
                <a:gd name="T0" fmla="*/ 0 w 500"/>
                <a:gd name="T1" fmla="*/ 0 h 337"/>
                <a:gd name="T2" fmla="*/ 0 w 500"/>
                <a:gd name="T3" fmla="*/ 0 h 337"/>
                <a:gd name="T4" fmla="*/ 0 w 500"/>
                <a:gd name="T5" fmla="*/ 0 h 337"/>
                <a:gd name="T6" fmla="*/ 0 w 500"/>
                <a:gd name="T7" fmla="*/ 0 h 337"/>
                <a:gd name="T8" fmla="*/ 0 w 500"/>
                <a:gd name="T9" fmla="*/ 0 h 337"/>
                <a:gd name="T10" fmla="*/ 0 w 500"/>
                <a:gd name="T11" fmla="*/ 0 h 337"/>
                <a:gd name="T12" fmla="*/ 0 w 500"/>
                <a:gd name="T13" fmla="*/ 0 h 337"/>
                <a:gd name="T14" fmla="*/ 0 w 500"/>
                <a:gd name="T15" fmla="*/ 0 h 337"/>
                <a:gd name="T16" fmla="*/ 0 w 500"/>
                <a:gd name="T17" fmla="*/ 0 h 337"/>
                <a:gd name="T18" fmla="*/ 0 w 500"/>
                <a:gd name="T19" fmla="*/ 0 h 337"/>
                <a:gd name="T20" fmla="*/ 0 w 500"/>
                <a:gd name="T21" fmla="*/ 0 h 337"/>
                <a:gd name="T22" fmla="*/ 0 w 500"/>
                <a:gd name="T23" fmla="*/ 0 h 3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00"/>
                <a:gd name="T37" fmla="*/ 0 h 337"/>
                <a:gd name="T38" fmla="*/ 500 w 500"/>
                <a:gd name="T39" fmla="*/ 337 h 3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00" h="337">
                  <a:moveTo>
                    <a:pt x="56" y="0"/>
                  </a:moveTo>
                  <a:lnTo>
                    <a:pt x="56" y="88"/>
                  </a:lnTo>
                  <a:lnTo>
                    <a:pt x="120" y="169"/>
                  </a:lnTo>
                  <a:lnTo>
                    <a:pt x="373" y="310"/>
                  </a:lnTo>
                  <a:lnTo>
                    <a:pt x="426" y="310"/>
                  </a:lnTo>
                  <a:lnTo>
                    <a:pt x="500" y="288"/>
                  </a:lnTo>
                  <a:lnTo>
                    <a:pt x="450" y="337"/>
                  </a:lnTo>
                  <a:lnTo>
                    <a:pt x="344" y="337"/>
                  </a:lnTo>
                  <a:lnTo>
                    <a:pt x="127" y="264"/>
                  </a:lnTo>
                  <a:lnTo>
                    <a:pt x="0" y="99"/>
                  </a:lnTo>
                  <a:lnTo>
                    <a:pt x="26" y="2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1" name="Freeform 594">
              <a:extLst>
                <a:ext uri="{FF2B5EF4-FFF2-40B4-BE49-F238E27FC236}">
                  <a16:creationId xmlns:a16="http://schemas.microsoft.com/office/drawing/2014/main" id="{A5FC488B-FC65-0F43-8C6B-CE109FE19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15"/>
              <a:ext cx="42" cy="41"/>
            </a:xfrm>
            <a:custGeom>
              <a:avLst/>
              <a:gdLst>
                <a:gd name="T0" fmla="*/ 0 w 337"/>
                <a:gd name="T1" fmla="*/ 0 h 326"/>
                <a:gd name="T2" fmla="*/ 0 w 337"/>
                <a:gd name="T3" fmla="*/ 0 h 326"/>
                <a:gd name="T4" fmla="*/ 0 w 337"/>
                <a:gd name="T5" fmla="*/ 0 h 326"/>
                <a:gd name="T6" fmla="*/ 0 w 337"/>
                <a:gd name="T7" fmla="*/ 0 h 326"/>
                <a:gd name="T8" fmla="*/ 0 w 337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7"/>
                <a:gd name="T16" fmla="*/ 0 h 326"/>
                <a:gd name="T17" fmla="*/ 337 w 337"/>
                <a:gd name="T18" fmla="*/ 326 h 3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7" h="326">
                  <a:moveTo>
                    <a:pt x="337" y="326"/>
                  </a:moveTo>
                  <a:lnTo>
                    <a:pt x="114" y="288"/>
                  </a:lnTo>
                  <a:lnTo>
                    <a:pt x="38" y="204"/>
                  </a:lnTo>
                  <a:lnTo>
                    <a:pt x="0" y="119"/>
                  </a:lnTo>
                  <a:lnTo>
                    <a:pt x="3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2" name="Line 595">
              <a:extLst>
                <a:ext uri="{FF2B5EF4-FFF2-40B4-BE49-F238E27FC236}">
                  <a16:creationId xmlns:a16="http://schemas.microsoft.com/office/drawing/2014/main" id="{E3769A43-5CAF-7242-AC33-14A56E384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56" y="2224"/>
              <a:ext cx="2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3" name="Freeform 596">
              <a:extLst>
                <a:ext uri="{FF2B5EF4-FFF2-40B4-BE49-F238E27FC236}">
                  <a16:creationId xmlns:a16="http://schemas.microsoft.com/office/drawing/2014/main" id="{DADDEAC8-AE18-5042-B2D2-5D6F937F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839"/>
              <a:ext cx="396" cy="378"/>
            </a:xfrm>
            <a:custGeom>
              <a:avLst/>
              <a:gdLst>
                <a:gd name="T0" fmla="*/ 0 w 3166"/>
                <a:gd name="T1" fmla="*/ 0 h 3019"/>
                <a:gd name="T2" fmla="*/ 0 w 3166"/>
                <a:gd name="T3" fmla="*/ 0 h 3019"/>
                <a:gd name="T4" fmla="*/ 0 w 3166"/>
                <a:gd name="T5" fmla="*/ 0 h 3019"/>
                <a:gd name="T6" fmla="*/ 0 60000 65536"/>
                <a:gd name="T7" fmla="*/ 0 60000 65536"/>
                <a:gd name="T8" fmla="*/ 0 60000 65536"/>
                <a:gd name="T9" fmla="*/ 0 w 3166"/>
                <a:gd name="T10" fmla="*/ 0 h 3019"/>
                <a:gd name="T11" fmla="*/ 3166 w 3166"/>
                <a:gd name="T12" fmla="*/ 3019 h 30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66" h="3019">
                  <a:moveTo>
                    <a:pt x="0" y="3019"/>
                  </a:moveTo>
                  <a:lnTo>
                    <a:pt x="0" y="0"/>
                  </a:lnTo>
                  <a:lnTo>
                    <a:pt x="31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4" name="Line 597">
              <a:extLst>
                <a:ext uri="{FF2B5EF4-FFF2-40B4-BE49-F238E27FC236}">
                  <a16:creationId xmlns:a16="http://schemas.microsoft.com/office/drawing/2014/main" id="{6FAA04C5-B530-9D4C-93A2-CA3CE7ABE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6" y="2087"/>
              <a:ext cx="1" cy="13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5" name="Line 598">
              <a:extLst>
                <a:ext uri="{FF2B5EF4-FFF2-40B4-BE49-F238E27FC236}">
                  <a16:creationId xmlns:a16="http://schemas.microsoft.com/office/drawing/2014/main" id="{279E418A-0ADB-754F-9A39-03E66CE123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6" y="1839"/>
              <a:ext cx="1" cy="1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76" name="Rectangle 599">
              <a:extLst>
                <a:ext uri="{FF2B5EF4-FFF2-40B4-BE49-F238E27FC236}">
                  <a16:creationId xmlns:a16="http://schemas.microsoft.com/office/drawing/2014/main" id="{ACB66922-4F01-6744-B119-CF4E5BECC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879"/>
              <a:ext cx="14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77" name="Rectangle 600">
              <a:extLst>
                <a:ext uri="{FF2B5EF4-FFF2-40B4-BE49-F238E27FC236}">
                  <a16:creationId xmlns:a16="http://schemas.microsoft.com/office/drawing/2014/main" id="{DE2E4ECE-3E2C-9141-8372-6856070A2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06"/>
              <a:ext cx="14" cy="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78" name="Rectangle 601">
              <a:extLst>
                <a:ext uri="{FF2B5EF4-FFF2-40B4-BE49-F238E27FC236}">
                  <a16:creationId xmlns:a16="http://schemas.microsoft.com/office/drawing/2014/main" id="{1A7E2CEA-39C7-6D46-93DB-DF8CFEB4F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35"/>
              <a:ext cx="14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79" name="Rectangle 602">
              <a:extLst>
                <a:ext uri="{FF2B5EF4-FFF2-40B4-BE49-F238E27FC236}">
                  <a16:creationId xmlns:a16="http://schemas.microsoft.com/office/drawing/2014/main" id="{D59961B5-A57D-7C49-9FEE-DB8856F63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64"/>
              <a:ext cx="14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0" name="Rectangle 603">
              <a:extLst>
                <a:ext uri="{FF2B5EF4-FFF2-40B4-BE49-F238E27FC236}">
                  <a16:creationId xmlns:a16="http://schemas.microsoft.com/office/drawing/2014/main" id="{A2672ECA-7094-464C-82B2-B9B980EB7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1935"/>
              <a:ext cx="13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1" name="Rectangle 604">
              <a:extLst>
                <a:ext uri="{FF2B5EF4-FFF2-40B4-BE49-F238E27FC236}">
                  <a16:creationId xmlns:a16="http://schemas.microsoft.com/office/drawing/2014/main" id="{9A9E5FD1-AFDE-CA49-88E7-37EEFB42C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1935"/>
              <a:ext cx="13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2" name="Rectangle 605">
              <a:extLst>
                <a:ext uri="{FF2B5EF4-FFF2-40B4-BE49-F238E27FC236}">
                  <a16:creationId xmlns:a16="http://schemas.microsoft.com/office/drawing/2014/main" id="{98F56922-31F5-0141-8C07-4317C2E0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1879"/>
              <a:ext cx="4" cy="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3" name="Rectangle 606">
              <a:extLst>
                <a:ext uri="{FF2B5EF4-FFF2-40B4-BE49-F238E27FC236}">
                  <a16:creationId xmlns:a16="http://schemas.microsoft.com/office/drawing/2014/main" id="{7AF892DA-6B08-9B48-AD5B-8CBCB0EC3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879"/>
              <a:ext cx="5" cy="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4" name="Rectangle 607">
              <a:extLst>
                <a:ext uri="{FF2B5EF4-FFF2-40B4-BE49-F238E27FC236}">
                  <a16:creationId xmlns:a16="http://schemas.microsoft.com/office/drawing/2014/main" id="{C99FD088-4894-B64A-8DBB-0CC7B14B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879"/>
              <a:ext cx="4" cy="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5" name="Rectangle 608">
              <a:extLst>
                <a:ext uri="{FF2B5EF4-FFF2-40B4-BE49-F238E27FC236}">
                  <a16:creationId xmlns:a16="http://schemas.microsoft.com/office/drawing/2014/main" id="{C0A2DCE5-9121-394B-A44F-223005D2A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879"/>
              <a:ext cx="4" cy="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6" name="Rectangle 609">
              <a:extLst>
                <a:ext uri="{FF2B5EF4-FFF2-40B4-BE49-F238E27FC236}">
                  <a16:creationId xmlns:a16="http://schemas.microsoft.com/office/drawing/2014/main" id="{A6724EB1-8261-224B-BE6F-ABD0886FF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049"/>
              <a:ext cx="53" cy="2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7" name="Rectangle 610">
              <a:extLst>
                <a:ext uri="{FF2B5EF4-FFF2-40B4-BE49-F238E27FC236}">
                  <a16:creationId xmlns:a16="http://schemas.microsoft.com/office/drawing/2014/main" id="{742B25FE-AAA2-264E-A921-18A471867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094"/>
              <a:ext cx="53" cy="2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8" name="Rectangle 611">
              <a:extLst>
                <a:ext uri="{FF2B5EF4-FFF2-40B4-BE49-F238E27FC236}">
                  <a16:creationId xmlns:a16="http://schemas.microsoft.com/office/drawing/2014/main" id="{97607BC4-72F0-CC4E-B4CC-B50A09254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39"/>
              <a:ext cx="53" cy="2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89" name="Rectangle 612">
              <a:extLst>
                <a:ext uri="{FF2B5EF4-FFF2-40B4-BE49-F238E27FC236}">
                  <a16:creationId xmlns:a16="http://schemas.microsoft.com/office/drawing/2014/main" id="{C6662622-8F63-5348-B5F1-385D1CD7E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2049"/>
              <a:ext cx="53" cy="2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0" name="Rectangle 613">
              <a:extLst>
                <a:ext uri="{FF2B5EF4-FFF2-40B4-BE49-F238E27FC236}">
                  <a16:creationId xmlns:a16="http://schemas.microsoft.com/office/drawing/2014/main" id="{053C4F82-E626-D84E-891A-5D3724669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2094"/>
              <a:ext cx="53" cy="2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1" name="Rectangle 614">
              <a:extLst>
                <a:ext uri="{FF2B5EF4-FFF2-40B4-BE49-F238E27FC236}">
                  <a16:creationId xmlns:a16="http://schemas.microsoft.com/office/drawing/2014/main" id="{8AD903C1-4B50-E945-BAE7-DCAEE3D44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049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2" name="Rectangle 615">
              <a:extLst>
                <a:ext uri="{FF2B5EF4-FFF2-40B4-BE49-F238E27FC236}">
                  <a16:creationId xmlns:a16="http://schemas.microsoft.com/office/drawing/2014/main" id="{2766C314-7B67-9C45-A363-BF5F195C9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094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3" name="Rectangle 616">
              <a:extLst>
                <a:ext uri="{FF2B5EF4-FFF2-40B4-BE49-F238E27FC236}">
                  <a16:creationId xmlns:a16="http://schemas.microsoft.com/office/drawing/2014/main" id="{AB2284B0-4E88-864C-8146-4A8AE91A9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139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4" name="Rectangle 617">
              <a:extLst>
                <a:ext uri="{FF2B5EF4-FFF2-40B4-BE49-F238E27FC236}">
                  <a16:creationId xmlns:a16="http://schemas.microsoft.com/office/drawing/2014/main" id="{8D885FF8-7DAD-C443-BF17-E006F93E3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184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5" name="Rectangle 618">
              <a:extLst>
                <a:ext uri="{FF2B5EF4-FFF2-40B4-BE49-F238E27FC236}">
                  <a16:creationId xmlns:a16="http://schemas.microsoft.com/office/drawing/2014/main" id="{1883E75D-732B-9B4B-B0EB-B0D63BD6A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2049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6" name="Rectangle 619">
              <a:extLst>
                <a:ext uri="{FF2B5EF4-FFF2-40B4-BE49-F238E27FC236}">
                  <a16:creationId xmlns:a16="http://schemas.microsoft.com/office/drawing/2014/main" id="{0823E159-7F6E-5D4E-8DE6-0402CC198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2094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7" name="Rectangle 620">
              <a:extLst>
                <a:ext uri="{FF2B5EF4-FFF2-40B4-BE49-F238E27FC236}">
                  <a16:creationId xmlns:a16="http://schemas.microsoft.com/office/drawing/2014/main" id="{D9D9DAB2-5945-5543-BE62-757534F6B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2139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8" name="Rectangle 621">
              <a:extLst>
                <a:ext uri="{FF2B5EF4-FFF2-40B4-BE49-F238E27FC236}">
                  <a16:creationId xmlns:a16="http://schemas.microsoft.com/office/drawing/2014/main" id="{1DA00A53-3190-6F44-A355-6AE545001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2184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499" name="Rectangle 622">
              <a:extLst>
                <a:ext uri="{FF2B5EF4-FFF2-40B4-BE49-F238E27FC236}">
                  <a16:creationId xmlns:a16="http://schemas.microsoft.com/office/drawing/2014/main" id="{52417454-8DAE-CD40-AC29-72F5FAEDD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049"/>
              <a:ext cx="32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0" name="Rectangle 623">
              <a:extLst>
                <a:ext uri="{FF2B5EF4-FFF2-40B4-BE49-F238E27FC236}">
                  <a16:creationId xmlns:a16="http://schemas.microsoft.com/office/drawing/2014/main" id="{4EDA94E2-3A18-304B-8B51-9A966C33C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094"/>
              <a:ext cx="32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1" name="Rectangle 624">
              <a:extLst>
                <a:ext uri="{FF2B5EF4-FFF2-40B4-BE49-F238E27FC236}">
                  <a16:creationId xmlns:a16="http://schemas.microsoft.com/office/drawing/2014/main" id="{CC422316-5986-844B-861A-B952CC7F0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139"/>
              <a:ext cx="32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2" name="Rectangle 625">
              <a:extLst>
                <a:ext uri="{FF2B5EF4-FFF2-40B4-BE49-F238E27FC236}">
                  <a16:creationId xmlns:a16="http://schemas.microsoft.com/office/drawing/2014/main" id="{4ADEA1BB-E7AC-F545-8551-B5820D73C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184"/>
              <a:ext cx="32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3" name="Rectangle 626">
              <a:extLst>
                <a:ext uri="{FF2B5EF4-FFF2-40B4-BE49-F238E27FC236}">
                  <a16:creationId xmlns:a16="http://schemas.microsoft.com/office/drawing/2014/main" id="{58555AA4-20E9-CB4E-93BB-56AFB9656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049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4" name="Rectangle 627">
              <a:extLst>
                <a:ext uri="{FF2B5EF4-FFF2-40B4-BE49-F238E27FC236}">
                  <a16:creationId xmlns:a16="http://schemas.microsoft.com/office/drawing/2014/main" id="{75AD2097-E327-4B4E-906E-93A5C8A16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094"/>
              <a:ext cx="31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5" name="Rectangle 628">
              <a:extLst>
                <a:ext uri="{FF2B5EF4-FFF2-40B4-BE49-F238E27FC236}">
                  <a16:creationId xmlns:a16="http://schemas.microsoft.com/office/drawing/2014/main" id="{0165BBBF-7B14-D24B-B833-8A354952A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139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6" name="Rectangle 629">
              <a:extLst>
                <a:ext uri="{FF2B5EF4-FFF2-40B4-BE49-F238E27FC236}">
                  <a16:creationId xmlns:a16="http://schemas.microsoft.com/office/drawing/2014/main" id="{8F17561D-DA6B-1649-8AA8-931221079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184"/>
              <a:ext cx="3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7" name="Line 630">
              <a:extLst>
                <a:ext uri="{FF2B5EF4-FFF2-40B4-BE49-F238E27FC236}">
                  <a16:creationId xmlns:a16="http://schemas.microsoft.com/office/drawing/2014/main" id="{336324DD-73F8-8144-9BBC-75331AC9B7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7" y="1856"/>
              <a:ext cx="37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08" name="Rectangle 631">
              <a:extLst>
                <a:ext uri="{FF2B5EF4-FFF2-40B4-BE49-F238E27FC236}">
                  <a16:creationId xmlns:a16="http://schemas.microsoft.com/office/drawing/2014/main" id="{2D75F141-CA6B-7B43-AD3A-BAC2E6BAC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98"/>
              <a:ext cx="370" cy="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09" name="Line 632">
              <a:extLst>
                <a:ext uri="{FF2B5EF4-FFF2-40B4-BE49-F238E27FC236}">
                  <a16:creationId xmlns:a16="http://schemas.microsoft.com/office/drawing/2014/main" id="{C9B48319-0F91-8C45-9D42-1FF3E6E4D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3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0" name="Line 633">
              <a:extLst>
                <a:ext uri="{FF2B5EF4-FFF2-40B4-BE49-F238E27FC236}">
                  <a16:creationId xmlns:a16="http://schemas.microsoft.com/office/drawing/2014/main" id="{A426DE8F-494F-9146-9309-93AE8776A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0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1" name="Line 634">
              <a:extLst>
                <a:ext uri="{FF2B5EF4-FFF2-40B4-BE49-F238E27FC236}">
                  <a16:creationId xmlns:a16="http://schemas.microsoft.com/office/drawing/2014/main" id="{F432B7A1-A072-8549-B8E8-0AE49C948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1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2" name="Line 635">
              <a:extLst>
                <a:ext uri="{FF2B5EF4-FFF2-40B4-BE49-F238E27FC236}">
                  <a16:creationId xmlns:a16="http://schemas.microsoft.com/office/drawing/2014/main" id="{C0D33D03-CFB8-A844-99CC-A3D1FFE2D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9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3" name="Line 636">
              <a:extLst>
                <a:ext uri="{FF2B5EF4-FFF2-40B4-BE49-F238E27FC236}">
                  <a16:creationId xmlns:a16="http://schemas.microsoft.com/office/drawing/2014/main" id="{65FC64CA-DAB9-C84D-93F7-2B7B29E46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4" name="Line 637">
              <a:extLst>
                <a:ext uri="{FF2B5EF4-FFF2-40B4-BE49-F238E27FC236}">
                  <a16:creationId xmlns:a16="http://schemas.microsoft.com/office/drawing/2014/main" id="{B5174495-FBB9-CE4C-BB7D-4C46E5DAE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7" y="2031"/>
              <a:ext cx="1" cy="17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5" name="Rectangle 638">
              <a:extLst>
                <a:ext uri="{FF2B5EF4-FFF2-40B4-BE49-F238E27FC236}">
                  <a16:creationId xmlns:a16="http://schemas.microsoft.com/office/drawing/2014/main" id="{0351BD61-EC37-5542-9007-DB570B35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031"/>
              <a:ext cx="176" cy="176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7516" name="Line 639">
              <a:extLst>
                <a:ext uri="{FF2B5EF4-FFF2-40B4-BE49-F238E27FC236}">
                  <a16:creationId xmlns:a16="http://schemas.microsoft.com/office/drawing/2014/main" id="{5A7B12A9-1EDE-B24A-90CC-430BC5D5A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0" y="2139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7" name="Line 640">
              <a:extLst>
                <a:ext uri="{FF2B5EF4-FFF2-40B4-BE49-F238E27FC236}">
                  <a16:creationId xmlns:a16="http://schemas.microsoft.com/office/drawing/2014/main" id="{3DFA6510-CF9D-114B-91CF-ECDD5D9886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3" y="2139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8" name="Line 641">
              <a:extLst>
                <a:ext uri="{FF2B5EF4-FFF2-40B4-BE49-F238E27FC236}">
                  <a16:creationId xmlns:a16="http://schemas.microsoft.com/office/drawing/2014/main" id="{2A43FDC3-D02D-E149-A60B-EF0FBBD381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6" y="2139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19" name="Line 642">
              <a:extLst>
                <a:ext uri="{FF2B5EF4-FFF2-40B4-BE49-F238E27FC236}">
                  <a16:creationId xmlns:a16="http://schemas.microsoft.com/office/drawing/2014/main" id="{51C18ADF-7C75-A943-8F07-D84E11A98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9" y="2139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0" name="Line 643">
              <a:extLst>
                <a:ext uri="{FF2B5EF4-FFF2-40B4-BE49-F238E27FC236}">
                  <a16:creationId xmlns:a16="http://schemas.microsoft.com/office/drawing/2014/main" id="{73253114-801C-3545-AA32-878EF683E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" y="2139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1" name="Freeform 644">
              <a:extLst>
                <a:ext uri="{FF2B5EF4-FFF2-40B4-BE49-F238E27FC236}">
                  <a16:creationId xmlns:a16="http://schemas.microsoft.com/office/drawing/2014/main" id="{11B2051A-CDE4-664B-B982-27E1E56E4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952"/>
              <a:ext cx="21" cy="20"/>
            </a:xfrm>
            <a:custGeom>
              <a:avLst/>
              <a:gdLst>
                <a:gd name="T0" fmla="*/ 0 w 166"/>
                <a:gd name="T1" fmla="*/ 0 h 165"/>
                <a:gd name="T2" fmla="*/ 0 w 166"/>
                <a:gd name="T3" fmla="*/ 0 h 165"/>
                <a:gd name="T4" fmla="*/ 0 w 166"/>
                <a:gd name="T5" fmla="*/ 0 h 165"/>
                <a:gd name="T6" fmla="*/ 0 w 166"/>
                <a:gd name="T7" fmla="*/ 0 h 165"/>
                <a:gd name="T8" fmla="*/ 0 w 166"/>
                <a:gd name="T9" fmla="*/ 0 h 165"/>
                <a:gd name="T10" fmla="*/ 0 w 166"/>
                <a:gd name="T11" fmla="*/ 0 h 165"/>
                <a:gd name="T12" fmla="*/ 0 w 166"/>
                <a:gd name="T13" fmla="*/ 0 h 165"/>
                <a:gd name="T14" fmla="*/ 0 w 166"/>
                <a:gd name="T15" fmla="*/ 0 h 165"/>
                <a:gd name="T16" fmla="*/ 0 w 166"/>
                <a:gd name="T17" fmla="*/ 0 h 165"/>
                <a:gd name="T18" fmla="*/ 0 w 166"/>
                <a:gd name="T19" fmla="*/ 0 h 165"/>
                <a:gd name="T20" fmla="*/ 0 w 166"/>
                <a:gd name="T21" fmla="*/ 0 h 165"/>
                <a:gd name="T22" fmla="*/ 0 w 166"/>
                <a:gd name="T23" fmla="*/ 0 h 165"/>
                <a:gd name="T24" fmla="*/ 0 w 166"/>
                <a:gd name="T25" fmla="*/ 0 h 165"/>
                <a:gd name="T26" fmla="*/ 0 w 166"/>
                <a:gd name="T27" fmla="*/ 0 h 165"/>
                <a:gd name="T28" fmla="*/ 0 w 166"/>
                <a:gd name="T29" fmla="*/ 0 h 165"/>
                <a:gd name="T30" fmla="*/ 0 w 166"/>
                <a:gd name="T31" fmla="*/ 0 h 165"/>
                <a:gd name="T32" fmla="*/ 0 w 166"/>
                <a:gd name="T33" fmla="*/ 0 h 165"/>
                <a:gd name="T34" fmla="*/ 0 w 166"/>
                <a:gd name="T35" fmla="*/ 0 h 165"/>
                <a:gd name="T36" fmla="*/ 0 w 166"/>
                <a:gd name="T37" fmla="*/ 0 h 165"/>
                <a:gd name="T38" fmla="*/ 0 w 166"/>
                <a:gd name="T39" fmla="*/ 0 h 165"/>
                <a:gd name="T40" fmla="*/ 0 w 166"/>
                <a:gd name="T41" fmla="*/ 0 h 165"/>
                <a:gd name="T42" fmla="*/ 0 w 166"/>
                <a:gd name="T43" fmla="*/ 0 h 165"/>
                <a:gd name="T44" fmla="*/ 0 w 166"/>
                <a:gd name="T45" fmla="*/ 0 h 1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6"/>
                <a:gd name="T70" fmla="*/ 0 h 165"/>
                <a:gd name="T71" fmla="*/ 166 w 166"/>
                <a:gd name="T72" fmla="*/ 165 h 16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6" h="165">
                  <a:moveTo>
                    <a:pt x="166" y="84"/>
                  </a:moveTo>
                  <a:lnTo>
                    <a:pt x="162" y="57"/>
                  </a:lnTo>
                  <a:lnTo>
                    <a:pt x="153" y="38"/>
                  </a:lnTo>
                  <a:lnTo>
                    <a:pt x="136" y="17"/>
                  </a:lnTo>
                  <a:lnTo>
                    <a:pt x="118" y="6"/>
                  </a:lnTo>
                  <a:lnTo>
                    <a:pt x="94" y="0"/>
                  </a:lnTo>
                  <a:lnTo>
                    <a:pt x="67" y="0"/>
                  </a:lnTo>
                  <a:lnTo>
                    <a:pt x="46" y="6"/>
                  </a:lnTo>
                  <a:lnTo>
                    <a:pt x="26" y="17"/>
                  </a:lnTo>
                  <a:lnTo>
                    <a:pt x="10" y="38"/>
                  </a:lnTo>
                  <a:lnTo>
                    <a:pt x="3" y="57"/>
                  </a:lnTo>
                  <a:lnTo>
                    <a:pt x="0" y="84"/>
                  </a:lnTo>
                  <a:lnTo>
                    <a:pt x="3" y="105"/>
                  </a:lnTo>
                  <a:lnTo>
                    <a:pt x="10" y="128"/>
                  </a:lnTo>
                  <a:lnTo>
                    <a:pt x="30" y="147"/>
                  </a:lnTo>
                  <a:lnTo>
                    <a:pt x="48" y="158"/>
                  </a:lnTo>
                  <a:lnTo>
                    <a:pt x="74" y="165"/>
                  </a:lnTo>
                  <a:lnTo>
                    <a:pt x="98" y="160"/>
                  </a:lnTo>
                  <a:lnTo>
                    <a:pt x="120" y="153"/>
                  </a:lnTo>
                  <a:lnTo>
                    <a:pt x="141" y="143"/>
                  </a:lnTo>
                  <a:lnTo>
                    <a:pt x="153" y="123"/>
                  </a:lnTo>
                  <a:lnTo>
                    <a:pt x="166" y="101"/>
                  </a:lnTo>
                  <a:lnTo>
                    <a:pt x="166" y="8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2" name="Freeform 645">
              <a:extLst>
                <a:ext uri="{FF2B5EF4-FFF2-40B4-BE49-F238E27FC236}">
                  <a16:creationId xmlns:a16="http://schemas.microsoft.com/office/drawing/2014/main" id="{1E051279-441B-8B43-B0AB-62D69A55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941"/>
              <a:ext cx="42" cy="42"/>
            </a:xfrm>
            <a:custGeom>
              <a:avLst/>
              <a:gdLst>
                <a:gd name="T0" fmla="*/ 0 w 334"/>
                <a:gd name="T1" fmla="*/ 0 h 334"/>
                <a:gd name="T2" fmla="*/ 0 w 334"/>
                <a:gd name="T3" fmla="*/ 0 h 334"/>
                <a:gd name="T4" fmla="*/ 0 w 334"/>
                <a:gd name="T5" fmla="*/ 0 h 334"/>
                <a:gd name="T6" fmla="*/ 0 w 334"/>
                <a:gd name="T7" fmla="*/ 0 h 334"/>
                <a:gd name="T8" fmla="*/ 0 w 334"/>
                <a:gd name="T9" fmla="*/ 0 h 334"/>
                <a:gd name="T10" fmla="*/ 0 w 334"/>
                <a:gd name="T11" fmla="*/ 0 h 334"/>
                <a:gd name="T12" fmla="*/ 0 w 334"/>
                <a:gd name="T13" fmla="*/ 0 h 334"/>
                <a:gd name="T14" fmla="*/ 0 w 334"/>
                <a:gd name="T15" fmla="*/ 0 h 334"/>
                <a:gd name="T16" fmla="*/ 0 w 334"/>
                <a:gd name="T17" fmla="*/ 0 h 334"/>
                <a:gd name="T18" fmla="*/ 0 w 334"/>
                <a:gd name="T19" fmla="*/ 0 h 334"/>
                <a:gd name="T20" fmla="*/ 0 w 334"/>
                <a:gd name="T21" fmla="*/ 0 h 334"/>
                <a:gd name="T22" fmla="*/ 0 w 334"/>
                <a:gd name="T23" fmla="*/ 0 h 334"/>
                <a:gd name="T24" fmla="*/ 0 w 334"/>
                <a:gd name="T25" fmla="*/ 0 h 334"/>
                <a:gd name="T26" fmla="*/ 0 w 334"/>
                <a:gd name="T27" fmla="*/ 0 h 334"/>
                <a:gd name="T28" fmla="*/ 0 w 334"/>
                <a:gd name="T29" fmla="*/ 0 h 334"/>
                <a:gd name="T30" fmla="*/ 0 w 334"/>
                <a:gd name="T31" fmla="*/ 0 h 334"/>
                <a:gd name="T32" fmla="*/ 0 w 334"/>
                <a:gd name="T33" fmla="*/ 0 h 334"/>
                <a:gd name="T34" fmla="*/ 0 w 334"/>
                <a:gd name="T35" fmla="*/ 0 h 334"/>
                <a:gd name="T36" fmla="*/ 0 w 334"/>
                <a:gd name="T37" fmla="*/ 0 h 334"/>
                <a:gd name="T38" fmla="*/ 0 w 334"/>
                <a:gd name="T39" fmla="*/ 0 h 334"/>
                <a:gd name="T40" fmla="*/ 0 w 334"/>
                <a:gd name="T41" fmla="*/ 0 h 334"/>
                <a:gd name="T42" fmla="*/ 0 w 334"/>
                <a:gd name="T43" fmla="*/ 0 h 334"/>
                <a:gd name="T44" fmla="*/ 0 w 334"/>
                <a:gd name="T45" fmla="*/ 0 h 334"/>
                <a:gd name="T46" fmla="*/ 0 w 334"/>
                <a:gd name="T47" fmla="*/ 0 h 334"/>
                <a:gd name="T48" fmla="*/ 0 w 334"/>
                <a:gd name="T49" fmla="*/ 0 h 334"/>
                <a:gd name="T50" fmla="*/ 0 w 334"/>
                <a:gd name="T51" fmla="*/ 0 h 334"/>
                <a:gd name="T52" fmla="*/ 0 w 334"/>
                <a:gd name="T53" fmla="*/ 0 h 334"/>
                <a:gd name="T54" fmla="*/ 0 w 334"/>
                <a:gd name="T55" fmla="*/ 0 h 334"/>
                <a:gd name="T56" fmla="*/ 0 w 334"/>
                <a:gd name="T57" fmla="*/ 0 h 334"/>
                <a:gd name="T58" fmla="*/ 0 w 334"/>
                <a:gd name="T59" fmla="*/ 0 h 334"/>
                <a:gd name="T60" fmla="*/ 0 w 334"/>
                <a:gd name="T61" fmla="*/ 0 h 334"/>
                <a:gd name="T62" fmla="*/ 0 w 334"/>
                <a:gd name="T63" fmla="*/ 0 h 3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34"/>
                <a:gd name="T97" fmla="*/ 0 h 334"/>
                <a:gd name="T98" fmla="*/ 334 w 334"/>
                <a:gd name="T99" fmla="*/ 334 h 33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34" h="334">
                  <a:moveTo>
                    <a:pt x="334" y="170"/>
                  </a:moveTo>
                  <a:lnTo>
                    <a:pt x="334" y="137"/>
                  </a:lnTo>
                  <a:lnTo>
                    <a:pt x="322" y="99"/>
                  </a:lnTo>
                  <a:lnTo>
                    <a:pt x="303" y="71"/>
                  </a:lnTo>
                  <a:lnTo>
                    <a:pt x="279" y="44"/>
                  </a:lnTo>
                  <a:lnTo>
                    <a:pt x="257" y="27"/>
                  </a:lnTo>
                  <a:lnTo>
                    <a:pt x="225" y="11"/>
                  </a:lnTo>
                  <a:lnTo>
                    <a:pt x="193" y="2"/>
                  </a:lnTo>
                  <a:lnTo>
                    <a:pt x="158" y="0"/>
                  </a:lnTo>
                  <a:lnTo>
                    <a:pt x="126" y="7"/>
                  </a:lnTo>
                  <a:lnTo>
                    <a:pt x="92" y="18"/>
                  </a:lnTo>
                  <a:lnTo>
                    <a:pt x="61" y="38"/>
                  </a:lnTo>
                  <a:lnTo>
                    <a:pt x="38" y="59"/>
                  </a:lnTo>
                  <a:lnTo>
                    <a:pt x="20" y="86"/>
                  </a:lnTo>
                  <a:lnTo>
                    <a:pt x="4" y="115"/>
                  </a:lnTo>
                  <a:lnTo>
                    <a:pt x="0" y="154"/>
                  </a:lnTo>
                  <a:lnTo>
                    <a:pt x="0" y="184"/>
                  </a:lnTo>
                  <a:lnTo>
                    <a:pt x="6" y="223"/>
                  </a:lnTo>
                  <a:lnTo>
                    <a:pt x="20" y="251"/>
                  </a:lnTo>
                  <a:lnTo>
                    <a:pt x="41" y="279"/>
                  </a:lnTo>
                  <a:lnTo>
                    <a:pt x="66" y="301"/>
                  </a:lnTo>
                  <a:lnTo>
                    <a:pt x="94" y="319"/>
                  </a:lnTo>
                  <a:lnTo>
                    <a:pt x="130" y="329"/>
                  </a:lnTo>
                  <a:lnTo>
                    <a:pt x="163" y="334"/>
                  </a:lnTo>
                  <a:lnTo>
                    <a:pt x="193" y="334"/>
                  </a:lnTo>
                  <a:lnTo>
                    <a:pt x="226" y="324"/>
                  </a:lnTo>
                  <a:lnTo>
                    <a:pt x="262" y="308"/>
                  </a:lnTo>
                  <a:lnTo>
                    <a:pt x="283" y="290"/>
                  </a:lnTo>
                  <a:lnTo>
                    <a:pt x="308" y="257"/>
                  </a:lnTo>
                  <a:lnTo>
                    <a:pt x="322" y="233"/>
                  </a:lnTo>
                  <a:lnTo>
                    <a:pt x="334" y="198"/>
                  </a:lnTo>
                  <a:lnTo>
                    <a:pt x="334" y="17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3" name="Freeform 646">
              <a:extLst>
                <a:ext uri="{FF2B5EF4-FFF2-40B4-BE49-F238E27FC236}">
                  <a16:creationId xmlns:a16="http://schemas.microsoft.com/office/drawing/2014/main" id="{2E6FF50A-84B0-9645-BDD7-5A5A3C0E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67"/>
              <a:ext cx="542" cy="404"/>
            </a:xfrm>
            <a:custGeom>
              <a:avLst/>
              <a:gdLst>
                <a:gd name="T0" fmla="*/ 0 w 4334"/>
                <a:gd name="T1" fmla="*/ 0 h 3232"/>
                <a:gd name="T2" fmla="*/ 0 w 4334"/>
                <a:gd name="T3" fmla="*/ 0 h 3232"/>
                <a:gd name="T4" fmla="*/ 0 w 4334"/>
                <a:gd name="T5" fmla="*/ 0 h 3232"/>
                <a:gd name="T6" fmla="*/ 0 w 4334"/>
                <a:gd name="T7" fmla="*/ 0 h 3232"/>
                <a:gd name="T8" fmla="*/ 0 w 4334"/>
                <a:gd name="T9" fmla="*/ 0 h 3232"/>
                <a:gd name="T10" fmla="*/ 0 w 4334"/>
                <a:gd name="T11" fmla="*/ 0 h 3232"/>
                <a:gd name="T12" fmla="*/ 0 w 4334"/>
                <a:gd name="T13" fmla="*/ 0 h 3232"/>
                <a:gd name="T14" fmla="*/ 0 w 4334"/>
                <a:gd name="T15" fmla="*/ 0 h 3232"/>
                <a:gd name="T16" fmla="*/ 0 w 4334"/>
                <a:gd name="T17" fmla="*/ 0 h 3232"/>
                <a:gd name="T18" fmla="*/ 0 w 4334"/>
                <a:gd name="T19" fmla="*/ 0 h 3232"/>
                <a:gd name="T20" fmla="*/ 0 w 4334"/>
                <a:gd name="T21" fmla="*/ 0 h 3232"/>
                <a:gd name="T22" fmla="*/ 0 w 4334"/>
                <a:gd name="T23" fmla="*/ 0 h 3232"/>
                <a:gd name="T24" fmla="*/ 0 w 4334"/>
                <a:gd name="T25" fmla="*/ 0 h 3232"/>
                <a:gd name="T26" fmla="*/ 0 w 4334"/>
                <a:gd name="T27" fmla="*/ 0 h 3232"/>
                <a:gd name="T28" fmla="*/ 0 w 4334"/>
                <a:gd name="T29" fmla="*/ 0 h 3232"/>
                <a:gd name="T30" fmla="*/ 0 w 4334"/>
                <a:gd name="T31" fmla="*/ 0 h 3232"/>
                <a:gd name="T32" fmla="*/ 0 w 4334"/>
                <a:gd name="T33" fmla="*/ 0 h 3232"/>
                <a:gd name="T34" fmla="*/ 0 w 4334"/>
                <a:gd name="T35" fmla="*/ 0 h 3232"/>
                <a:gd name="T36" fmla="*/ 0 w 4334"/>
                <a:gd name="T37" fmla="*/ 0 h 3232"/>
                <a:gd name="T38" fmla="*/ 0 w 4334"/>
                <a:gd name="T39" fmla="*/ 0 h 3232"/>
                <a:gd name="T40" fmla="*/ 0 w 4334"/>
                <a:gd name="T41" fmla="*/ 0 h 3232"/>
                <a:gd name="T42" fmla="*/ 0 w 4334"/>
                <a:gd name="T43" fmla="*/ 0 h 3232"/>
                <a:gd name="T44" fmla="*/ 0 w 4334"/>
                <a:gd name="T45" fmla="*/ 0 h 3232"/>
                <a:gd name="T46" fmla="*/ 0 w 4334"/>
                <a:gd name="T47" fmla="*/ 0 h 3232"/>
                <a:gd name="T48" fmla="*/ 0 w 4334"/>
                <a:gd name="T49" fmla="*/ 0 h 3232"/>
                <a:gd name="T50" fmla="*/ 0 w 4334"/>
                <a:gd name="T51" fmla="*/ 0 h 3232"/>
                <a:gd name="T52" fmla="*/ 0 w 4334"/>
                <a:gd name="T53" fmla="*/ 0 h 3232"/>
                <a:gd name="T54" fmla="*/ 0 w 4334"/>
                <a:gd name="T55" fmla="*/ 0 h 3232"/>
                <a:gd name="T56" fmla="*/ 0 w 4334"/>
                <a:gd name="T57" fmla="*/ 0 h 3232"/>
                <a:gd name="T58" fmla="*/ 0 w 4334"/>
                <a:gd name="T59" fmla="*/ 0 h 3232"/>
                <a:gd name="T60" fmla="*/ 0 w 4334"/>
                <a:gd name="T61" fmla="*/ 0 h 3232"/>
                <a:gd name="T62" fmla="*/ 0 w 4334"/>
                <a:gd name="T63" fmla="*/ 0 h 3232"/>
                <a:gd name="T64" fmla="*/ 0 w 4334"/>
                <a:gd name="T65" fmla="*/ 0 h 3232"/>
                <a:gd name="T66" fmla="*/ 0 w 4334"/>
                <a:gd name="T67" fmla="*/ 0 h 3232"/>
                <a:gd name="T68" fmla="*/ 0 w 4334"/>
                <a:gd name="T69" fmla="*/ 0 h 3232"/>
                <a:gd name="T70" fmla="*/ 0 w 4334"/>
                <a:gd name="T71" fmla="*/ 0 h 3232"/>
                <a:gd name="T72" fmla="*/ 0 w 4334"/>
                <a:gd name="T73" fmla="*/ 0 h 3232"/>
                <a:gd name="T74" fmla="*/ 0 w 4334"/>
                <a:gd name="T75" fmla="*/ 0 h 3232"/>
                <a:gd name="T76" fmla="*/ 0 w 4334"/>
                <a:gd name="T77" fmla="*/ 0 h 3232"/>
                <a:gd name="T78" fmla="*/ 0 w 4334"/>
                <a:gd name="T79" fmla="*/ 0 h 3232"/>
                <a:gd name="T80" fmla="*/ 0 w 4334"/>
                <a:gd name="T81" fmla="*/ 0 h 3232"/>
                <a:gd name="T82" fmla="*/ 0 w 4334"/>
                <a:gd name="T83" fmla="*/ 0 h 3232"/>
                <a:gd name="T84" fmla="*/ 0 w 4334"/>
                <a:gd name="T85" fmla="*/ 0 h 3232"/>
                <a:gd name="T86" fmla="*/ 0 w 4334"/>
                <a:gd name="T87" fmla="*/ 0 h 3232"/>
                <a:gd name="T88" fmla="*/ 0 w 4334"/>
                <a:gd name="T89" fmla="*/ 0 h 3232"/>
                <a:gd name="T90" fmla="*/ 0 w 4334"/>
                <a:gd name="T91" fmla="*/ 0 h 3232"/>
                <a:gd name="T92" fmla="*/ 0 w 4334"/>
                <a:gd name="T93" fmla="*/ 0 h 3232"/>
                <a:gd name="T94" fmla="*/ 0 w 4334"/>
                <a:gd name="T95" fmla="*/ 0 h 3232"/>
                <a:gd name="T96" fmla="*/ 0 w 4334"/>
                <a:gd name="T97" fmla="*/ 0 h 3232"/>
                <a:gd name="T98" fmla="*/ 0 w 4334"/>
                <a:gd name="T99" fmla="*/ 0 h 3232"/>
                <a:gd name="T100" fmla="*/ 0 w 4334"/>
                <a:gd name="T101" fmla="*/ 0 h 3232"/>
                <a:gd name="T102" fmla="*/ 0 w 4334"/>
                <a:gd name="T103" fmla="*/ 0 h 3232"/>
                <a:gd name="T104" fmla="*/ 0 w 4334"/>
                <a:gd name="T105" fmla="*/ 0 h 3232"/>
                <a:gd name="T106" fmla="*/ 0 w 4334"/>
                <a:gd name="T107" fmla="*/ 0 h 3232"/>
                <a:gd name="T108" fmla="*/ 0 w 4334"/>
                <a:gd name="T109" fmla="*/ 0 h 3232"/>
                <a:gd name="T110" fmla="*/ 0 w 4334"/>
                <a:gd name="T111" fmla="*/ 0 h 3232"/>
                <a:gd name="T112" fmla="*/ 0 w 4334"/>
                <a:gd name="T113" fmla="*/ 0 h 32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334"/>
                <a:gd name="T172" fmla="*/ 0 h 3232"/>
                <a:gd name="T173" fmla="*/ 4334 w 4334"/>
                <a:gd name="T174" fmla="*/ 3232 h 32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334" h="3232">
                  <a:moveTo>
                    <a:pt x="1319" y="1430"/>
                  </a:moveTo>
                  <a:lnTo>
                    <a:pt x="1319" y="1701"/>
                  </a:lnTo>
                  <a:lnTo>
                    <a:pt x="1560" y="1993"/>
                  </a:lnTo>
                  <a:lnTo>
                    <a:pt x="1886" y="1993"/>
                  </a:lnTo>
                  <a:lnTo>
                    <a:pt x="2270" y="1743"/>
                  </a:lnTo>
                  <a:lnTo>
                    <a:pt x="3124" y="1037"/>
                  </a:lnTo>
                  <a:lnTo>
                    <a:pt x="4155" y="40"/>
                  </a:lnTo>
                  <a:lnTo>
                    <a:pt x="4334" y="0"/>
                  </a:lnTo>
                  <a:lnTo>
                    <a:pt x="3962" y="395"/>
                  </a:lnTo>
                  <a:lnTo>
                    <a:pt x="3287" y="1162"/>
                  </a:lnTo>
                  <a:lnTo>
                    <a:pt x="2769" y="1617"/>
                  </a:lnTo>
                  <a:lnTo>
                    <a:pt x="2333" y="1951"/>
                  </a:lnTo>
                  <a:lnTo>
                    <a:pt x="2059" y="2136"/>
                  </a:lnTo>
                  <a:lnTo>
                    <a:pt x="2158" y="2136"/>
                  </a:lnTo>
                  <a:lnTo>
                    <a:pt x="2499" y="1907"/>
                  </a:lnTo>
                  <a:lnTo>
                    <a:pt x="2884" y="1617"/>
                  </a:lnTo>
                  <a:lnTo>
                    <a:pt x="3287" y="1243"/>
                  </a:lnTo>
                  <a:lnTo>
                    <a:pt x="3386" y="1143"/>
                  </a:lnTo>
                  <a:lnTo>
                    <a:pt x="3386" y="1386"/>
                  </a:lnTo>
                  <a:lnTo>
                    <a:pt x="3544" y="2739"/>
                  </a:lnTo>
                  <a:lnTo>
                    <a:pt x="4140" y="2841"/>
                  </a:lnTo>
                  <a:lnTo>
                    <a:pt x="4254" y="2947"/>
                  </a:lnTo>
                  <a:lnTo>
                    <a:pt x="3917" y="2887"/>
                  </a:lnTo>
                  <a:lnTo>
                    <a:pt x="3287" y="2799"/>
                  </a:lnTo>
                  <a:lnTo>
                    <a:pt x="2527" y="2716"/>
                  </a:lnTo>
                  <a:lnTo>
                    <a:pt x="2059" y="2863"/>
                  </a:lnTo>
                  <a:lnTo>
                    <a:pt x="1481" y="3232"/>
                  </a:lnTo>
                  <a:lnTo>
                    <a:pt x="1722" y="2965"/>
                  </a:lnTo>
                  <a:lnTo>
                    <a:pt x="1577" y="2965"/>
                  </a:lnTo>
                  <a:lnTo>
                    <a:pt x="1577" y="2841"/>
                  </a:lnTo>
                  <a:lnTo>
                    <a:pt x="1335" y="3050"/>
                  </a:lnTo>
                  <a:lnTo>
                    <a:pt x="1446" y="2822"/>
                  </a:lnTo>
                  <a:lnTo>
                    <a:pt x="1369" y="2739"/>
                  </a:lnTo>
                  <a:lnTo>
                    <a:pt x="947" y="3090"/>
                  </a:lnTo>
                  <a:lnTo>
                    <a:pt x="1303" y="2656"/>
                  </a:lnTo>
                  <a:lnTo>
                    <a:pt x="1189" y="2656"/>
                  </a:lnTo>
                  <a:lnTo>
                    <a:pt x="641" y="3050"/>
                  </a:lnTo>
                  <a:lnTo>
                    <a:pt x="1127" y="2615"/>
                  </a:lnTo>
                  <a:lnTo>
                    <a:pt x="484" y="2887"/>
                  </a:lnTo>
                  <a:lnTo>
                    <a:pt x="722" y="2656"/>
                  </a:lnTo>
                  <a:lnTo>
                    <a:pt x="982" y="2527"/>
                  </a:lnTo>
                  <a:lnTo>
                    <a:pt x="431" y="2615"/>
                  </a:lnTo>
                  <a:lnTo>
                    <a:pt x="339" y="2552"/>
                  </a:lnTo>
                  <a:lnTo>
                    <a:pt x="0" y="2552"/>
                  </a:lnTo>
                  <a:lnTo>
                    <a:pt x="0" y="2430"/>
                  </a:lnTo>
                  <a:lnTo>
                    <a:pt x="722" y="2384"/>
                  </a:lnTo>
                  <a:lnTo>
                    <a:pt x="1529" y="2220"/>
                  </a:lnTo>
                  <a:lnTo>
                    <a:pt x="1287" y="2033"/>
                  </a:lnTo>
                  <a:lnTo>
                    <a:pt x="371" y="2200"/>
                  </a:lnTo>
                  <a:lnTo>
                    <a:pt x="399" y="2136"/>
                  </a:lnTo>
                  <a:lnTo>
                    <a:pt x="1275" y="1826"/>
                  </a:lnTo>
                  <a:lnTo>
                    <a:pt x="1189" y="1725"/>
                  </a:lnTo>
                  <a:lnTo>
                    <a:pt x="676" y="1907"/>
                  </a:lnTo>
                  <a:lnTo>
                    <a:pt x="914" y="1762"/>
                  </a:lnTo>
                  <a:lnTo>
                    <a:pt x="676" y="1577"/>
                  </a:lnTo>
                  <a:lnTo>
                    <a:pt x="982" y="1287"/>
                  </a:lnTo>
                  <a:lnTo>
                    <a:pt x="1319" y="14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4" name="Line 647">
              <a:extLst>
                <a:ext uri="{FF2B5EF4-FFF2-40B4-BE49-F238E27FC236}">
                  <a16:creationId xmlns:a16="http://schemas.microsoft.com/office/drawing/2014/main" id="{09555FA9-7A05-3C42-8A8C-A73E26579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2" y="2321"/>
              <a:ext cx="4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5" name="Freeform 648">
              <a:extLst>
                <a:ext uri="{FF2B5EF4-FFF2-40B4-BE49-F238E27FC236}">
                  <a16:creationId xmlns:a16="http://schemas.microsoft.com/office/drawing/2014/main" id="{0A73376A-8575-C84E-8F4F-0BD7A4D7E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69"/>
              <a:ext cx="54" cy="140"/>
            </a:xfrm>
            <a:custGeom>
              <a:avLst/>
              <a:gdLst>
                <a:gd name="T0" fmla="*/ 0 w 436"/>
                <a:gd name="T1" fmla="*/ 0 h 1121"/>
                <a:gd name="T2" fmla="*/ 0 w 436"/>
                <a:gd name="T3" fmla="*/ 0 h 1121"/>
                <a:gd name="T4" fmla="*/ 0 w 436"/>
                <a:gd name="T5" fmla="*/ 0 h 1121"/>
                <a:gd name="T6" fmla="*/ 0 w 436"/>
                <a:gd name="T7" fmla="*/ 0 h 1121"/>
                <a:gd name="T8" fmla="*/ 0 w 436"/>
                <a:gd name="T9" fmla="*/ 0 h 1121"/>
                <a:gd name="T10" fmla="*/ 0 w 436"/>
                <a:gd name="T11" fmla="*/ 0 h 1121"/>
                <a:gd name="T12" fmla="*/ 0 w 436"/>
                <a:gd name="T13" fmla="*/ 0 h 1121"/>
                <a:gd name="T14" fmla="*/ 0 w 436"/>
                <a:gd name="T15" fmla="*/ 0 h 1121"/>
                <a:gd name="T16" fmla="*/ 0 w 436"/>
                <a:gd name="T17" fmla="*/ 0 h 1121"/>
                <a:gd name="T18" fmla="*/ 0 w 436"/>
                <a:gd name="T19" fmla="*/ 0 h 1121"/>
                <a:gd name="T20" fmla="*/ 0 w 436"/>
                <a:gd name="T21" fmla="*/ 0 h 1121"/>
                <a:gd name="T22" fmla="*/ 0 w 436"/>
                <a:gd name="T23" fmla="*/ 0 h 1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6"/>
                <a:gd name="T37" fmla="*/ 0 h 1121"/>
                <a:gd name="T38" fmla="*/ 436 w 436"/>
                <a:gd name="T39" fmla="*/ 1121 h 112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6" h="1121">
                  <a:moveTo>
                    <a:pt x="228" y="0"/>
                  </a:moveTo>
                  <a:lnTo>
                    <a:pt x="436" y="806"/>
                  </a:lnTo>
                  <a:lnTo>
                    <a:pt x="436" y="1075"/>
                  </a:lnTo>
                  <a:lnTo>
                    <a:pt x="385" y="890"/>
                  </a:lnTo>
                  <a:lnTo>
                    <a:pt x="272" y="745"/>
                  </a:lnTo>
                  <a:lnTo>
                    <a:pt x="143" y="745"/>
                  </a:lnTo>
                  <a:lnTo>
                    <a:pt x="30" y="932"/>
                  </a:lnTo>
                  <a:lnTo>
                    <a:pt x="30" y="1121"/>
                  </a:lnTo>
                  <a:lnTo>
                    <a:pt x="0" y="914"/>
                  </a:lnTo>
                  <a:lnTo>
                    <a:pt x="159" y="538"/>
                  </a:lnTo>
                  <a:lnTo>
                    <a:pt x="228" y="307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6" name="Freeform 649">
              <a:extLst>
                <a:ext uri="{FF2B5EF4-FFF2-40B4-BE49-F238E27FC236}">
                  <a16:creationId xmlns:a16="http://schemas.microsoft.com/office/drawing/2014/main" id="{97F89D3D-7F67-6B4E-B3DB-3F7D4034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01"/>
              <a:ext cx="341" cy="413"/>
            </a:xfrm>
            <a:custGeom>
              <a:avLst/>
              <a:gdLst>
                <a:gd name="T0" fmla="*/ 0 w 2723"/>
                <a:gd name="T1" fmla="*/ 0 h 3301"/>
                <a:gd name="T2" fmla="*/ 0 w 2723"/>
                <a:gd name="T3" fmla="*/ 0 h 3301"/>
                <a:gd name="T4" fmla="*/ 0 w 2723"/>
                <a:gd name="T5" fmla="*/ 0 h 3301"/>
                <a:gd name="T6" fmla="*/ 0 w 2723"/>
                <a:gd name="T7" fmla="*/ 0 h 3301"/>
                <a:gd name="T8" fmla="*/ 0 w 2723"/>
                <a:gd name="T9" fmla="*/ 0 h 3301"/>
                <a:gd name="T10" fmla="*/ 0 w 2723"/>
                <a:gd name="T11" fmla="*/ 0 h 3301"/>
                <a:gd name="T12" fmla="*/ 0 w 2723"/>
                <a:gd name="T13" fmla="*/ 0 h 3301"/>
                <a:gd name="T14" fmla="*/ 0 w 2723"/>
                <a:gd name="T15" fmla="*/ 0 h 3301"/>
                <a:gd name="T16" fmla="*/ 0 w 2723"/>
                <a:gd name="T17" fmla="*/ 0 h 3301"/>
                <a:gd name="T18" fmla="*/ 0 w 2723"/>
                <a:gd name="T19" fmla="*/ 0 h 3301"/>
                <a:gd name="T20" fmla="*/ 0 w 2723"/>
                <a:gd name="T21" fmla="*/ 0 h 3301"/>
                <a:gd name="T22" fmla="*/ 0 w 2723"/>
                <a:gd name="T23" fmla="*/ 0 h 3301"/>
                <a:gd name="T24" fmla="*/ 0 w 2723"/>
                <a:gd name="T25" fmla="*/ 0 h 3301"/>
                <a:gd name="T26" fmla="*/ 0 w 2723"/>
                <a:gd name="T27" fmla="*/ 0 h 3301"/>
                <a:gd name="T28" fmla="*/ 0 w 2723"/>
                <a:gd name="T29" fmla="*/ 0 h 3301"/>
                <a:gd name="T30" fmla="*/ 0 w 2723"/>
                <a:gd name="T31" fmla="*/ 0 h 3301"/>
                <a:gd name="T32" fmla="*/ 0 w 2723"/>
                <a:gd name="T33" fmla="*/ 0 h 3301"/>
                <a:gd name="T34" fmla="*/ 0 w 2723"/>
                <a:gd name="T35" fmla="*/ 0 h 3301"/>
                <a:gd name="T36" fmla="*/ 0 w 2723"/>
                <a:gd name="T37" fmla="*/ 0 h 3301"/>
                <a:gd name="T38" fmla="*/ 0 w 2723"/>
                <a:gd name="T39" fmla="*/ 0 h 3301"/>
                <a:gd name="T40" fmla="*/ 0 w 2723"/>
                <a:gd name="T41" fmla="*/ 0 h 3301"/>
                <a:gd name="T42" fmla="*/ 0 w 2723"/>
                <a:gd name="T43" fmla="*/ 0 h 3301"/>
                <a:gd name="T44" fmla="*/ 0 w 2723"/>
                <a:gd name="T45" fmla="*/ 0 h 3301"/>
                <a:gd name="T46" fmla="*/ 0 w 2723"/>
                <a:gd name="T47" fmla="*/ 0 h 3301"/>
                <a:gd name="T48" fmla="*/ 0 w 2723"/>
                <a:gd name="T49" fmla="*/ 0 h 3301"/>
                <a:gd name="T50" fmla="*/ 0 w 2723"/>
                <a:gd name="T51" fmla="*/ 0 h 3301"/>
                <a:gd name="T52" fmla="*/ 0 w 2723"/>
                <a:gd name="T53" fmla="*/ 0 h 3301"/>
                <a:gd name="T54" fmla="*/ 0 w 2723"/>
                <a:gd name="T55" fmla="*/ 0 h 3301"/>
                <a:gd name="T56" fmla="*/ 0 w 2723"/>
                <a:gd name="T57" fmla="*/ 0 h 3301"/>
                <a:gd name="T58" fmla="*/ 0 w 2723"/>
                <a:gd name="T59" fmla="*/ 0 h 3301"/>
                <a:gd name="T60" fmla="*/ 0 w 2723"/>
                <a:gd name="T61" fmla="*/ 0 h 3301"/>
                <a:gd name="T62" fmla="*/ 0 w 2723"/>
                <a:gd name="T63" fmla="*/ 0 h 33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23"/>
                <a:gd name="T97" fmla="*/ 0 h 3301"/>
                <a:gd name="T98" fmla="*/ 2723 w 2723"/>
                <a:gd name="T99" fmla="*/ 3301 h 330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23" h="3301">
                  <a:moveTo>
                    <a:pt x="16" y="209"/>
                  </a:moveTo>
                  <a:lnTo>
                    <a:pt x="0" y="541"/>
                  </a:lnTo>
                  <a:lnTo>
                    <a:pt x="48" y="1741"/>
                  </a:lnTo>
                  <a:lnTo>
                    <a:pt x="48" y="2220"/>
                  </a:lnTo>
                  <a:lnTo>
                    <a:pt x="35" y="2552"/>
                  </a:lnTo>
                  <a:lnTo>
                    <a:pt x="178" y="2635"/>
                  </a:lnTo>
                  <a:lnTo>
                    <a:pt x="611" y="2736"/>
                  </a:lnTo>
                  <a:lnTo>
                    <a:pt x="1351" y="3004"/>
                  </a:lnTo>
                  <a:lnTo>
                    <a:pt x="1819" y="3301"/>
                  </a:lnTo>
                  <a:lnTo>
                    <a:pt x="1791" y="3193"/>
                  </a:lnTo>
                  <a:lnTo>
                    <a:pt x="1835" y="2886"/>
                  </a:lnTo>
                  <a:lnTo>
                    <a:pt x="2239" y="1971"/>
                  </a:lnTo>
                  <a:lnTo>
                    <a:pt x="2646" y="1307"/>
                  </a:lnTo>
                  <a:lnTo>
                    <a:pt x="2663" y="1099"/>
                  </a:lnTo>
                  <a:lnTo>
                    <a:pt x="2723" y="745"/>
                  </a:lnTo>
                  <a:lnTo>
                    <a:pt x="2679" y="558"/>
                  </a:lnTo>
                  <a:lnTo>
                    <a:pt x="2465" y="334"/>
                  </a:lnTo>
                  <a:lnTo>
                    <a:pt x="2646" y="581"/>
                  </a:lnTo>
                  <a:lnTo>
                    <a:pt x="2663" y="706"/>
                  </a:lnTo>
                  <a:lnTo>
                    <a:pt x="2608" y="973"/>
                  </a:lnTo>
                  <a:lnTo>
                    <a:pt x="2580" y="1079"/>
                  </a:lnTo>
                  <a:lnTo>
                    <a:pt x="2549" y="1307"/>
                  </a:lnTo>
                  <a:lnTo>
                    <a:pt x="2176" y="1909"/>
                  </a:lnTo>
                  <a:lnTo>
                    <a:pt x="1854" y="2571"/>
                  </a:lnTo>
                  <a:lnTo>
                    <a:pt x="1386" y="2925"/>
                  </a:lnTo>
                  <a:lnTo>
                    <a:pt x="1224" y="2886"/>
                  </a:lnTo>
                  <a:lnTo>
                    <a:pt x="1386" y="2446"/>
                  </a:lnTo>
                  <a:lnTo>
                    <a:pt x="2208" y="1637"/>
                  </a:lnTo>
                  <a:lnTo>
                    <a:pt x="2255" y="1538"/>
                  </a:lnTo>
                  <a:lnTo>
                    <a:pt x="1369" y="2195"/>
                  </a:lnTo>
                  <a:lnTo>
                    <a:pt x="1499" y="1989"/>
                  </a:lnTo>
                  <a:lnTo>
                    <a:pt x="2208" y="1431"/>
                  </a:lnTo>
                  <a:lnTo>
                    <a:pt x="2289" y="1286"/>
                  </a:lnTo>
                  <a:lnTo>
                    <a:pt x="2028" y="1409"/>
                  </a:lnTo>
                  <a:lnTo>
                    <a:pt x="1145" y="2008"/>
                  </a:lnTo>
                  <a:lnTo>
                    <a:pt x="789" y="2160"/>
                  </a:lnTo>
                  <a:lnTo>
                    <a:pt x="789" y="2008"/>
                  </a:lnTo>
                  <a:lnTo>
                    <a:pt x="1109" y="1662"/>
                  </a:lnTo>
                  <a:lnTo>
                    <a:pt x="1806" y="1347"/>
                  </a:lnTo>
                  <a:lnTo>
                    <a:pt x="2402" y="994"/>
                  </a:lnTo>
                  <a:lnTo>
                    <a:pt x="2496" y="830"/>
                  </a:lnTo>
                  <a:lnTo>
                    <a:pt x="2354" y="973"/>
                  </a:lnTo>
                  <a:lnTo>
                    <a:pt x="1708" y="1347"/>
                  </a:lnTo>
                  <a:lnTo>
                    <a:pt x="2338" y="662"/>
                  </a:lnTo>
                  <a:lnTo>
                    <a:pt x="1819" y="1160"/>
                  </a:lnTo>
                  <a:lnTo>
                    <a:pt x="1835" y="1035"/>
                  </a:lnTo>
                  <a:lnTo>
                    <a:pt x="1756" y="1035"/>
                  </a:lnTo>
                  <a:lnTo>
                    <a:pt x="1065" y="1242"/>
                  </a:lnTo>
                  <a:lnTo>
                    <a:pt x="1335" y="706"/>
                  </a:lnTo>
                  <a:lnTo>
                    <a:pt x="761" y="1431"/>
                  </a:lnTo>
                  <a:lnTo>
                    <a:pt x="676" y="1455"/>
                  </a:lnTo>
                  <a:lnTo>
                    <a:pt x="1224" y="519"/>
                  </a:lnTo>
                  <a:lnTo>
                    <a:pt x="581" y="1473"/>
                  </a:lnTo>
                  <a:lnTo>
                    <a:pt x="452" y="1514"/>
                  </a:lnTo>
                  <a:lnTo>
                    <a:pt x="789" y="809"/>
                  </a:lnTo>
                  <a:lnTo>
                    <a:pt x="1178" y="352"/>
                  </a:lnTo>
                  <a:lnTo>
                    <a:pt x="761" y="787"/>
                  </a:lnTo>
                  <a:lnTo>
                    <a:pt x="305" y="1431"/>
                  </a:lnTo>
                  <a:lnTo>
                    <a:pt x="627" y="767"/>
                  </a:lnTo>
                  <a:lnTo>
                    <a:pt x="1321" y="42"/>
                  </a:lnTo>
                  <a:lnTo>
                    <a:pt x="1335" y="0"/>
                  </a:lnTo>
                  <a:lnTo>
                    <a:pt x="484" y="0"/>
                  </a:lnTo>
                  <a:lnTo>
                    <a:pt x="143" y="62"/>
                  </a:lnTo>
                  <a:lnTo>
                    <a:pt x="16" y="2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7" name="Freeform 650">
              <a:extLst>
                <a:ext uri="{FF2B5EF4-FFF2-40B4-BE49-F238E27FC236}">
                  <a16:creationId xmlns:a16="http://schemas.microsoft.com/office/drawing/2014/main" id="{E048B062-FCA7-5946-8A90-FA54554F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478"/>
              <a:ext cx="930" cy="419"/>
            </a:xfrm>
            <a:custGeom>
              <a:avLst/>
              <a:gdLst>
                <a:gd name="T0" fmla="*/ 0 w 7443"/>
                <a:gd name="T1" fmla="*/ 0 h 3351"/>
                <a:gd name="T2" fmla="*/ 0 w 7443"/>
                <a:gd name="T3" fmla="*/ 0 h 3351"/>
                <a:gd name="T4" fmla="*/ 0 w 7443"/>
                <a:gd name="T5" fmla="*/ 0 h 3351"/>
                <a:gd name="T6" fmla="*/ 0 w 7443"/>
                <a:gd name="T7" fmla="*/ 0 h 3351"/>
                <a:gd name="T8" fmla="*/ 0 w 7443"/>
                <a:gd name="T9" fmla="*/ 0 h 3351"/>
                <a:gd name="T10" fmla="*/ 0 w 7443"/>
                <a:gd name="T11" fmla="*/ 0 h 3351"/>
                <a:gd name="T12" fmla="*/ 0 w 7443"/>
                <a:gd name="T13" fmla="*/ 0 h 3351"/>
                <a:gd name="T14" fmla="*/ 0 w 7443"/>
                <a:gd name="T15" fmla="*/ 0 h 3351"/>
                <a:gd name="T16" fmla="*/ 0 w 7443"/>
                <a:gd name="T17" fmla="*/ 0 h 3351"/>
                <a:gd name="T18" fmla="*/ 0 w 7443"/>
                <a:gd name="T19" fmla="*/ 0 h 3351"/>
                <a:gd name="T20" fmla="*/ 0 w 7443"/>
                <a:gd name="T21" fmla="*/ 0 h 3351"/>
                <a:gd name="T22" fmla="*/ 0 w 7443"/>
                <a:gd name="T23" fmla="*/ 0 h 3351"/>
                <a:gd name="T24" fmla="*/ 0 w 7443"/>
                <a:gd name="T25" fmla="*/ 0 h 3351"/>
                <a:gd name="T26" fmla="*/ 0 w 7443"/>
                <a:gd name="T27" fmla="*/ 0 h 3351"/>
                <a:gd name="T28" fmla="*/ 0 w 7443"/>
                <a:gd name="T29" fmla="*/ 0 h 3351"/>
                <a:gd name="T30" fmla="*/ 0 w 7443"/>
                <a:gd name="T31" fmla="*/ 0 h 3351"/>
                <a:gd name="T32" fmla="*/ 0 w 7443"/>
                <a:gd name="T33" fmla="*/ 0 h 3351"/>
                <a:gd name="T34" fmla="*/ 0 w 7443"/>
                <a:gd name="T35" fmla="*/ 0 h 3351"/>
                <a:gd name="T36" fmla="*/ 0 w 7443"/>
                <a:gd name="T37" fmla="*/ 0 h 3351"/>
                <a:gd name="T38" fmla="*/ 0 w 7443"/>
                <a:gd name="T39" fmla="*/ 0 h 3351"/>
                <a:gd name="T40" fmla="*/ 0 w 7443"/>
                <a:gd name="T41" fmla="*/ 0 h 3351"/>
                <a:gd name="T42" fmla="*/ 0 w 7443"/>
                <a:gd name="T43" fmla="*/ 0 h 3351"/>
                <a:gd name="T44" fmla="*/ 0 w 7443"/>
                <a:gd name="T45" fmla="*/ 0 h 3351"/>
                <a:gd name="T46" fmla="*/ 0 w 7443"/>
                <a:gd name="T47" fmla="*/ 0 h 3351"/>
                <a:gd name="T48" fmla="*/ 0 w 7443"/>
                <a:gd name="T49" fmla="*/ 0 h 3351"/>
                <a:gd name="T50" fmla="*/ 0 w 7443"/>
                <a:gd name="T51" fmla="*/ 0 h 3351"/>
                <a:gd name="T52" fmla="*/ 0 w 7443"/>
                <a:gd name="T53" fmla="*/ 0 h 3351"/>
                <a:gd name="T54" fmla="*/ 0 w 7443"/>
                <a:gd name="T55" fmla="*/ 0 h 3351"/>
                <a:gd name="T56" fmla="*/ 0 w 7443"/>
                <a:gd name="T57" fmla="*/ 0 h 3351"/>
                <a:gd name="T58" fmla="*/ 0 w 7443"/>
                <a:gd name="T59" fmla="*/ 0 h 3351"/>
                <a:gd name="T60" fmla="*/ 0 w 7443"/>
                <a:gd name="T61" fmla="*/ 0 h 3351"/>
                <a:gd name="T62" fmla="*/ 0 w 7443"/>
                <a:gd name="T63" fmla="*/ 0 h 3351"/>
                <a:gd name="T64" fmla="*/ 0 w 7443"/>
                <a:gd name="T65" fmla="*/ 0 h 3351"/>
                <a:gd name="T66" fmla="*/ 0 w 7443"/>
                <a:gd name="T67" fmla="*/ 0 h 3351"/>
                <a:gd name="T68" fmla="*/ 0 w 7443"/>
                <a:gd name="T69" fmla="*/ 0 h 3351"/>
                <a:gd name="T70" fmla="*/ 0 w 7443"/>
                <a:gd name="T71" fmla="*/ 0 h 3351"/>
                <a:gd name="T72" fmla="*/ 0 w 7443"/>
                <a:gd name="T73" fmla="*/ 0 h 3351"/>
                <a:gd name="T74" fmla="*/ 0 w 7443"/>
                <a:gd name="T75" fmla="*/ 0 h 3351"/>
                <a:gd name="T76" fmla="*/ 0 w 7443"/>
                <a:gd name="T77" fmla="*/ 0 h 3351"/>
                <a:gd name="T78" fmla="*/ 0 w 7443"/>
                <a:gd name="T79" fmla="*/ 0 h 3351"/>
                <a:gd name="T80" fmla="*/ 0 w 7443"/>
                <a:gd name="T81" fmla="*/ 0 h 3351"/>
                <a:gd name="T82" fmla="*/ 0 w 7443"/>
                <a:gd name="T83" fmla="*/ 0 h 3351"/>
                <a:gd name="T84" fmla="*/ 0 w 7443"/>
                <a:gd name="T85" fmla="*/ 0 h 33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443"/>
                <a:gd name="T130" fmla="*/ 0 h 3351"/>
                <a:gd name="T131" fmla="*/ 7443 w 7443"/>
                <a:gd name="T132" fmla="*/ 3351 h 335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443" h="3351">
                  <a:moveTo>
                    <a:pt x="1734" y="59"/>
                  </a:moveTo>
                  <a:lnTo>
                    <a:pt x="1515" y="217"/>
                  </a:lnTo>
                  <a:lnTo>
                    <a:pt x="1515" y="318"/>
                  </a:lnTo>
                  <a:lnTo>
                    <a:pt x="1815" y="180"/>
                  </a:lnTo>
                  <a:lnTo>
                    <a:pt x="1939" y="180"/>
                  </a:lnTo>
                  <a:lnTo>
                    <a:pt x="1515" y="477"/>
                  </a:lnTo>
                  <a:lnTo>
                    <a:pt x="1515" y="634"/>
                  </a:lnTo>
                  <a:lnTo>
                    <a:pt x="1780" y="477"/>
                  </a:lnTo>
                  <a:lnTo>
                    <a:pt x="1596" y="701"/>
                  </a:lnTo>
                  <a:lnTo>
                    <a:pt x="1552" y="876"/>
                  </a:lnTo>
                  <a:lnTo>
                    <a:pt x="1686" y="756"/>
                  </a:lnTo>
                  <a:lnTo>
                    <a:pt x="1800" y="756"/>
                  </a:lnTo>
                  <a:lnTo>
                    <a:pt x="1939" y="938"/>
                  </a:lnTo>
                  <a:lnTo>
                    <a:pt x="2340" y="659"/>
                  </a:lnTo>
                  <a:lnTo>
                    <a:pt x="2149" y="913"/>
                  </a:lnTo>
                  <a:lnTo>
                    <a:pt x="1903" y="1399"/>
                  </a:lnTo>
                  <a:lnTo>
                    <a:pt x="2216" y="1035"/>
                  </a:lnTo>
                  <a:lnTo>
                    <a:pt x="2216" y="1335"/>
                  </a:lnTo>
                  <a:lnTo>
                    <a:pt x="2684" y="597"/>
                  </a:lnTo>
                  <a:lnTo>
                    <a:pt x="2369" y="1434"/>
                  </a:lnTo>
                  <a:lnTo>
                    <a:pt x="2824" y="1079"/>
                  </a:lnTo>
                  <a:lnTo>
                    <a:pt x="3362" y="597"/>
                  </a:lnTo>
                  <a:lnTo>
                    <a:pt x="3099" y="876"/>
                  </a:lnTo>
                  <a:lnTo>
                    <a:pt x="2852" y="1516"/>
                  </a:lnTo>
                  <a:lnTo>
                    <a:pt x="3239" y="1399"/>
                  </a:lnTo>
                  <a:lnTo>
                    <a:pt x="3876" y="1575"/>
                  </a:lnTo>
                  <a:lnTo>
                    <a:pt x="4277" y="1575"/>
                  </a:lnTo>
                  <a:lnTo>
                    <a:pt x="5086" y="1494"/>
                  </a:lnTo>
                  <a:lnTo>
                    <a:pt x="5533" y="1553"/>
                  </a:lnTo>
                  <a:lnTo>
                    <a:pt x="5920" y="1678"/>
                  </a:lnTo>
                  <a:lnTo>
                    <a:pt x="5365" y="2133"/>
                  </a:lnTo>
                  <a:lnTo>
                    <a:pt x="5505" y="2133"/>
                  </a:lnTo>
                  <a:lnTo>
                    <a:pt x="6294" y="1516"/>
                  </a:lnTo>
                  <a:lnTo>
                    <a:pt x="5845" y="2037"/>
                  </a:lnTo>
                  <a:lnTo>
                    <a:pt x="5845" y="2133"/>
                  </a:lnTo>
                  <a:lnTo>
                    <a:pt x="6356" y="1971"/>
                  </a:lnTo>
                  <a:lnTo>
                    <a:pt x="7069" y="1516"/>
                  </a:lnTo>
                  <a:lnTo>
                    <a:pt x="6419" y="2074"/>
                  </a:lnTo>
                  <a:lnTo>
                    <a:pt x="6061" y="2254"/>
                  </a:lnTo>
                  <a:lnTo>
                    <a:pt x="6575" y="2213"/>
                  </a:lnTo>
                  <a:lnTo>
                    <a:pt x="7008" y="2015"/>
                  </a:lnTo>
                  <a:lnTo>
                    <a:pt x="7085" y="2074"/>
                  </a:lnTo>
                  <a:lnTo>
                    <a:pt x="7287" y="1994"/>
                  </a:lnTo>
                  <a:lnTo>
                    <a:pt x="7382" y="1713"/>
                  </a:lnTo>
                  <a:lnTo>
                    <a:pt x="7382" y="1475"/>
                  </a:lnTo>
                  <a:lnTo>
                    <a:pt x="7302" y="1279"/>
                  </a:lnTo>
                  <a:lnTo>
                    <a:pt x="7144" y="1116"/>
                  </a:lnTo>
                  <a:lnTo>
                    <a:pt x="7318" y="1259"/>
                  </a:lnTo>
                  <a:lnTo>
                    <a:pt x="7443" y="1516"/>
                  </a:lnTo>
                  <a:lnTo>
                    <a:pt x="7443" y="1874"/>
                  </a:lnTo>
                  <a:lnTo>
                    <a:pt x="7302" y="2254"/>
                  </a:lnTo>
                  <a:lnTo>
                    <a:pt x="6914" y="2753"/>
                  </a:lnTo>
                  <a:lnTo>
                    <a:pt x="6450" y="2953"/>
                  </a:lnTo>
                  <a:lnTo>
                    <a:pt x="6575" y="3015"/>
                  </a:lnTo>
                  <a:lnTo>
                    <a:pt x="6870" y="3050"/>
                  </a:lnTo>
                  <a:lnTo>
                    <a:pt x="6990" y="3050"/>
                  </a:lnTo>
                  <a:lnTo>
                    <a:pt x="7052" y="3032"/>
                  </a:lnTo>
                  <a:lnTo>
                    <a:pt x="7085" y="2973"/>
                  </a:lnTo>
                  <a:lnTo>
                    <a:pt x="7052" y="2911"/>
                  </a:lnTo>
                  <a:lnTo>
                    <a:pt x="6928" y="2815"/>
                  </a:lnTo>
                  <a:lnTo>
                    <a:pt x="7103" y="2911"/>
                  </a:lnTo>
                  <a:lnTo>
                    <a:pt x="7129" y="3015"/>
                  </a:lnTo>
                  <a:lnTo>
                    <a:pt x="7129" y="3153"/>
                  </a:lnTo>
                  <a:lnTo>
                    <a:pt x="7023" y="3232"/>
                  </a:lnTo>
                  <a:lnTo>
                    <a:pt x="6760" y="3311"/>
                  </a:lnTo>
                  <a:lnTo>
                    <a:pt x="6465" y="3333"/>
                  </a:lnTo>
                  <a:lnTo>
                    <a:pt x="6169" y="3294"/>
                  </a:lnTo>
                  <a:lnTo>
                    <a:pt x="5815" y="3195"/>
                  </a:lnTo>
                  <a:lnTo>
                    <a:pt x="5658" y="3073"/>
                  </a:lnTo>
                  <a:lnTo>
                    <a:pt x="5549" y="3015"/>
                  </a:lnTo>
                  <a:lnTo>
                    <a:pt x="5375" y="2995"/>
                  </a:lnTo>
                  <a:lnTo>
                    <a:pt x="5206" y="3050"/>
                  </a:lnTo>
                  <a:lnTo>
                    <a:pt x="4865" y="3351"/>
                  </a:lnTo>
                  <a:lnTo>
                    <a:pt x="1965" y="3351"/>
                  </a:lnTo>
                  <a:lnTo>
                    <a:pt x="1965" y="2874"/>
                  </a:lnTo>
                  <a:lnTo>
                    <a:pt x="2264" y="2273"/>
                  </a:lnTo>
                  <a:lnTo>
                    <a:pt x="2123" y="2273"/>
                  </a:lnTo>
                  <a:lnTo>
                    <a:pt x="1721" y="2815"/>
                  </a:lnTo>
                  <a:lnTo>
                    <a:pt x="1552" y="3351"/>
                  </a:lnTo>
                  <a:lnTo>
                    <a:pt x="0" y="3351"/>
                  </a:lnTo>
                  <a:lnTo>
                    <a:pt x="1596" y="1300"/>
                  </a:lnTo>
                  <a:lnTo>
                    <a:pt x="1471" y="1054"/>
                  </a:lnTo>
                  <a:lnTo>
                    <a:pt x="1393" y="738"/>
                  </a:lnTo>
                  <a:lnTo>
                    <a:pt x="1393" y="399"/>
                  </a:lnTo>
                  <a:lnTo>
                    <a:pt x="1441" y="0"/>
                  </a:lnTo>
                  <a:lnTo>
                    <a:pt x="1734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8" name="Freeform 651">
              <a:extLst>
                <a:ext uri="{FF2B5EF4-FFF2-40B4-BE49-F238E27FC236}">
                  <a16:creationId xmlns:a16="http://schemas.microsoft.com/office/drawing/2014/main" id="{BEF7A606-4490-C846-82DA-A514D034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393"/>
              <a:ext cx="72" cy="1505"/>
            </a:xfrm>
            <a:custGeom>
              <a:avLst/>
              <a:gdLst>
                <a:gd name="T0" fmla="*/ 0 w 580"/>
                <a:gd name="T1" fmla="*/ 0 h 12042"/>
                <a:gd name="T2" fmla="*/ 0 w 580"/>
                <a:gd name="T3" fmla="*/ 0 h 12042"/>
                <a:gd name="T4" fmla="*/ 0 w 580"/>
                <a:gd name="T5" fmla="*/ 0 h 12042"/>
                <a:gd name="T6" fmla="*/ 0 60000 65536"/>
                <a:gd name="T7" fmla="*/ 0 60000 65536"/>
                <a:gd name="T8" fmla="*/ 0 60000 65536"/>
                <a:gd name="T9" fmla="*/ 0 w 580"/>
                <a:gd name="T10" fmla="*/ 0 h 12042"/>
                <a:gd name="T11" fmla="*/ 580 w 580"/>
                <a:gd name="T12" fmla="*/ 12042 h 120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2042">
                  <a:moveTo>
                    <a:pt x="580" y="12042"/>
                  </a:moveTo>
                  <a:lnTo>
                    <a:pt x="0" y="10898"/>
                  </a:lnTo>
                  <a:lnTo>
                    <a:pt x="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29" name="Line 652">
              <a:extLst>
                <a:ext uri="{FF2B5EF4-FFF2-40B4-BE49-F238E27FC236}">
                  <a16:creationId xmlns:a16="http://schemas.microsoft.com/office/drawing/2014/main" id="{7C6A3798-6841-FD45-BD05-0E1C004A6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1" y="2476"/>
              <a:ext cx="286" cy="27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0" name="Line 653">
              <a:extLst>
                <a:ext uri="{FF2B5EF4-FFF2-40B4-BE49-F238E27FC236}">
                  <a16:creationId xmlns:a16="http://schemas.microsoft.com/office/drawing/2014/main" id="{D981ECE7-1235-6143-9F63-324D659A6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3" y="2665"/>
              <a:ext cx="76" cy="15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1" name="Line 654">
              <a:extLst>
                <a:ext uri="{FF2B5EF4-FFF2-40B4-BE49-F238E27FC236}">
                  <a16:creationId xmlns:a16="http://schemas.microsoft.com/office/drawing/2014/main" id="{84FB0042-22BA-5746-892B-9910D26E43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2" y="2590"/>
              <a:ext cx="67" cy="13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2" name="Line 655">
              <a:extLst>
                <a:ext uri="{FF2B5EF4-FFF2-40B4-BE49-F238E27FC236}">
                  <a16:creationId xmlns:a16="http://schemas.microsoft.com/office/drawing/2014/main" id="{D6297E8C-168B-6941-BCE6-9BB38BF1B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" y="2524"/>
              <a:ext cx="59" cy="1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3" name="Line 656">
              <a:extLst>
                <a:ext uri="{FF2B5EF4-FFF2-40B4-BE49-F238E27FC236}">
                  <a16:creationId xmlns:a16="http://schemas.microsoft.com/office/drawing/2014/main" id="{FF88AB1F-5976-AA43-A74D-F957AE2980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1" y="2157"/>
              <a:ext cx="302" cy="10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4" name="Line 657">
              <a:extLst>
                <a:ext uri="{FF2B5EF4-FFF2-40B4-BE49-F238E27FC236}">
                  <a16:creationId xmlns:a16="http://schemas.microsoft.com/office/drawing/2014/main" id="{84FA618B-C1D2-3E43-95B3-D6D7D7391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1" y="1764"/>
              <a:ext cx="379" cy="10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5" name="Line 658">
              <a:extLst>
                <a:ext uri="{FF2B5EF4-FFF2-40B4-BE49-F238E27FC236}">
                  <a16:creationId xmlns:a16="http://schemas.microsoft.com/office/drawing/2014/main" id="{902AF0B3-68F1-7A42-AD30-D073C7BD9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1392"/>
              <a:ext cx="456" cy="38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6" name="Line 659">
              <a:extLst>
                <a:ext uri="{FF2B5EF4-FFF2-40B4-BE49-F238E27FC236}">
                  <a16:creationId xmlns:a16="http://schemas.microsoft.com/office/drawing/2014/main" id="{3DD3A571-B785-CA47-A4CB-3E0F9F06B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3" y="1392"/>
              <a:ext cx="144" cy="18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7" name="Line 660">
              <a:extLst>
                <a:ext uri="{FF2B5EF4-FFF2-40B4-BE49-F238E27FC236}">
                  <a16:creationId xmlns:a16="http://schemas.microsoft.com/office/drawing/2014/main" id="{0D441077-374F-FC48-BB27-864DB55E4D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3" y="1392"/>
              <a:ext cx="1" cy="5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8" name="Line 661">
              <a:extLst>
                <a:ext uri="{FF2B5EF4-FFF2-40B4-BE49-F238E27FC236}">
                  <a16:creationId xmlns:a16="http://schemas.microsoft.com/office/drawing/2014/main" id="{6DB91CCD-0970-B24A-A2F0-42FAAFF87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8" y="1392"/>
              <a:ext cx="1" cy="47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39" name="Line 662">
              <a:extLst>
                <a:ext uri="{FF2B5EF4-FFF2-40B4-BE49-F238E27FC236}">
                  <a16:creationId xmlns:a16="http://schemas.microsoft.com/office/drawing/2014/main" id="{5C7C9377-C14C-5342-B79C-993852194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" y="1392"/>
              <a:ext cx="1" cy="11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0" name="Freeform 663">
              <a:extLst>
                <a:ext uri="{FF2B5EF4-FFF2-40B4-BE49-F238E27FC236}">
                  <a16:creationId xmlns:a16="http://schemas.microsoft.com/office/drawing/2014/main" id="{22ECA4CB-4069-5A4D-AFC7-AA9132A7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808"/>
              <a:ext cx="66" cy="88"/>
            </a:xfrm>
            <a:custGeom>
              <a:avLst/>
              <a:gdLst>
                <a:gd name="T0" fmla="*/ 0 w 527"/>
                <a:gd name="T1" fmla="*/ 0 h 705"/>
                <a:gd name="T2" fmla="*/ 0 w 527"/>
                <a:gd name="T3" fmla="*/ 0 h 705"/>
                <a:gd name="T4" fmla="*/ 0 w 527"/>
                <a:gd name="T5" fmla="*/ 0 h 705"/>
                <a:gd name="T6" fmla="*/ 0 w 527"/>
                <a:gd name="T7" fmla="*/ 0 h 7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7"/>
                <a:gd name="T13" fmla="*/ 0 h 705"/>
                <a:gd name="T14" fmla="*/ 527 w 527"/>
                <a:gd name="T15" fmla="*/ 705 h 7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7" h="705">
                  <a:moveTo>
                    <a:pt x="527" y="705"/>
                  </a:moveTo>
                  <a:lnTo>
                    <a:pt x="0" y="705"/>
                  </a:lnTo>
                  <a:lnTo>
                    <a:pt x="0" y="0"/>
                  </a:lnTo>
                  <a:lnTo>
                    <a:pt x="527" y="7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1" name="Freeform 664">
              <a:extLst>
                <a:ext uri="{FF2B5EF4-FFF2-40B4-BE49-F238E27FC236}">
                  <a16:creationId xmlns:a16="http://schemas.microsoft.com/office/drawing/2014/main" id="{2F534F7F-8F6E-7243-A8C3-C62C2B9F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00"/>
              <a:ext cx="47" cy="153"/>
            </a:xfrm>
            <a:custGeom>
              <a:avLst/>
              <a:gdLst>
                <a:gd name="T0" fmla="*/ 0 w 373"/>
                <a:gd name="T1" fmla="*/ 0 h 1220"/>
                <a:gd name="T2" fmla="*/ 0 w 373"/>
                <a:gd name="T3" fmla="*/ 0 h 1220"/>
                <a:gd name="T4" fmla="*/ 0 w 373"/>
                <a:gd name="T5" fmla="*/ 0 h 1220"/>
                <a:gd name="T6" fmla="*/ 0 w 373"/>
                <a:gd name="T7" fmla="*/ 0 h 12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3"/>
                <a:gd name="T13" fmla="*/ 0 h 1220"/>
                <a:gd name="T14" fmla="*/ 373 w 373"/>
                <a:gd name="T15" fmla="*/ 1220 h 12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3" h="1220">
                  <a:moveTo>
                    <a:pt x="0" y="1220"/>
                  </a:moveTo>
                  <a:lnTo>
                    <a:pt x="373" y="500"/>
                  </a:lnTo>
                  <a:lnTo>
                    <a:pt x="0" y="0"/>
                  </a:lnTo>
                  <a:lnTo>
                    <a:pt x="0" y="12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2" name="Line 665">
              <a:extLst>
                <a:ext uri="{FF2B5EF4-FFF2-40B4-BE49-F238E27FC236}">
                  <a16:creationId xmlns:a16="http://schemas.microsoft.com/office/drawing/2014/main" id="{B24AD1CD-4DFB-1C41-B420-25E3FAC1FF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07" y="2473"/>
              <a:ext cx="207" cy="42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3" name="Line 666">
              <a:extLst>
                <a:ext uri="{FF2B5EF4-FFF2-40B4-BE49-F238E27FC236}">
                  <a16:creationId xmlns:a16="http://schemas.microsoft.com/office/drawing/2014/main" id="{A0E0368F-D262-C74B-90DA-766CA6CAC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26" y="2432"/>
              <a:ext cx="250" cy="4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4" name="Line 667">
              <a:extLst>
                <a:ext uri="{FF2B5EF4-FFF2-40B4-BE49-F238E27FC236}">
                  <a16:creationId xmlns:a16="http://schemas.microsoft.com/office/drawing/2014/main" id="{89A03515-9C51-0548-877F-8C7672CB2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68" y="2368"/>
              <a:ext cx="397" cy="52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5" name="Line 668">
              <a:extLst>
                <a:ext uri="{FF2B5EF4-FFF2-40B4-BE49-F238E27FC236}">
                  <a16:creationId xmlns:a16="http://schemas.microsoft.com/office/drawing/2014/main" id="{EE68802A-9B71-2D43-804A-21EF86DD3B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62" y="2230"/>
              <a:ext cx="647" cy="30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6" name="Line 669">
              <a:extLst>
                <a:ext uri="{FF2B5EF4-FFF2-40B4-BE49-F238E27FC236}">
                  <a16:creationId xmlns:a16="http://schemas.microsoft.com/office/drawing/2014/main" id="{730F8913-71DF-6844-BB5B-31375651E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62" y="1611"/>
              <a:ext cx="647" cy="22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7" name="Line 670">
              <a:extLst>
                <a:ext uri="{FF2B5EF4-FFF2-40B4-BE49-F238E27FC236}">
                  <a16:creationId xmlns:a16="http://schemas.microsoft.com/office/drawing/2014/main" id="{4EBB748D-C728-B347-9DD3-D53882C30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00" y="1391"/>
              <a:ext cx="1" cy="150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8" name="Line 671">
              <a:extLst>
                <a:ext uri="{FF2B5EF4-FFF2-40B4-BE49-F238E27FC236}">
                  <a16:creationId xmlns:a16="http://schemas.microsoft.com/office/drawing/2014/main" id="{9F1C1497-E8E7-8D48-BAE6-56311FE98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6" y="1391"/>
              <a:ext cx="1" cy="150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49" name="Line 672">
              <a:extLst>
                <a:ext uri="{FF2B5EF4-FFF2-40B4-BE49-F238E27FC236}">
                  <a16:creationId xmlns:a16="http://schemas.microsoft.com/office/drawing/2014/main" id="{F77E64B0-89A5-7340-ABEA-8BCC4622C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0" y="2230"/>
              <a:ext cx="1" cy="3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0" name="Line 673">
              <a:extLst>
                <a:ext uri="{FF2B5EF4-FFF2-40B4-BE49-F238E27FC236}">
                  <a16:creationId xmlns:a16="http://schemas.microsoft.com/office/drawing/2014/main" id="{9F2E7AD2-FCD6-FB46-BCF0-BE2F565AE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0" y="1391"/>
              <a:ext cx="1" cy="4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1" name="Line 674">
              <a:extLst>
                <a:ext uri="{FF2B5EF4-FFF2-40B4-BE49-F238E27FC236}">
                  <a16:creationId xmlns:a16="http://schemas.microsoft.com/office/drawing/2014/main" id="{A048798E-DF3F-1E4F-8487-6020853286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" y="2359"/>
              <a:ext cx="1" cy="14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2" name="Line 675">
              <a:extLst>
                <a:ext uri="{FF2B5EF4-FFF2-40B4-BE49-F238E27FC236}">
                  <a16:creationId xmlns:a16="http://schemas.microsoft.com/office/drawing/2014/main" id="{FC2B2908-EE23-D049-804C-9318F53E8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" y="2230"/>
              <a:ext cx="1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3" name="Line 676">
              <a:extLst>
                <a:ext uri="{FF2B5EF4-FFF2-40B4-BE49-F238E27FC236}">
                  <a16:creationId xmlns:a16="http://schemas.microsoft.com/office/drawing/2014/main" id="{E0CB8D3A-C673-E04B-89D1-56FE1D252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" y="1391"/>
              <a:ext cx="1" cy="4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4" name="Line 677">
              <a:extLst>
                <a:ext uri="{FF2B5EF4-FFF2-40B4-BE49-F238E27FC236}">
                  <a16:creationId xmlns:a16="http://schemas.microsoft.com/office/drawing/2014/main" id="{2F752A87-9E9F-E349-8797-9186999A5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391"/>
              <a:ext cx="1" cy="4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5" name="Line 678">
              <a:extLst>
                <a:ext uri="{FF2B5EF4-FFF2-40B4-BE49-F238E27FC236}">
                  <a16:creationId xmlns:a16="http://schemas.microsoft.com/office/drawing/2014/main" id="{D88A089F-2838-524C-9D1D-ADD47179D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46" y="2713"/>
              <a:ext cx="60" cy="1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6" name="Line 679">
              <a:extLst>
                <a:ext uri="{FF2B5EF4-FFF2-40B4-BE49-F238E27FC236}">
                  <a16:creationId xmlns:a16="http://schemas.microsoft.com/office/drawing/2014/main" id="{7D2BDC97-E43C-094E-902F-97FC95F54E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5" y="2634"/>
              <a:ext cx="63" cy="1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7" name="Line 680">
              <a:extLst>
                <a:ext uri="{FF2B5EF4-FFF2-40B4-BE49-F238E27FC236}">
                  <a16:creationId xmlns:a16="http://schemas.microsoft.com/office/drawing/2014/main" id="{4D387ECE-FD49-A74A-B170-8EFC5B7B68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66" y="2574"/>
              <a:ext cx="57" cy="1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58" name="Line 681">
              <a:extLst>
                <a:ext uri="{FF2B5EF4-FFF2-40B4-BE49-F238E27FC236}">
                  <a16:creationId xmlns:a16="http://schemas.microsoft.com/office/drawing/2014/main" id="{DCED5793-6085-1D44-B32D-E9E2CE0458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28" y="2517"/>
              <a:ext cx="53" cy="10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57354" name="Group 682">
            <a:extLst>
              <a:ext uri="{FF2B5EF4-FFF2-40B4-BE49-F238E27FC236}">
                <a16:creationId xmlns:a16="http://schemas.microsoft.com/office/drawing/2014/main" id="{2045D451-EA7F-B442-A083-CBD6C332A2FC}"/>
              </a:ext>
            </a:extLst>
          </p:cNvPr>
          <p:cNvGrpSpPr>
            <a:grpSpLocks/>
          </p:cNvGrpSpPr>
          <p:nvPr/>
        </p:nvGrpSpPr>
        <p:grpSpPr bwMode="auto">
          <a:xfrm>
            <a:off x="6916738" y="947738"/>
            <a:ext cx="1273175" cy="1235075"/>
            <a:chOff x="79" y="3227"/>
            <a:chExt cx="1261" cy="1077"/>
          </a:xfrm>
        </p:grpSpPr>
        <p:sp>
          <p:nvSpPr>
            <p:cNvPr id="57355" name="Freeform 683">
              <a:extLst>
                <a:ext uri="{FF2B5EF4-FFF2-40B4-BE49-F238E27FC236}">
                  <a16:creationId xmlns:a16="http://schemas.microsoft.com/office/drawing/2014/main" id="{C3BB3E76-6EC5-934C-B5F0-622CBA55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" y="3290"/>
              <a:ext cx="516" cy="1014"/>
            </a:xfrm>
            <a:custGeom>
              <a:avLst/>
              <a:gdLst>
                <a:gd name="T0" fmla="*/ 0 w 5168"/>
                <a:gd name="T1" fmla="*/ 0 h 10142"/>
                <a:gd name="T2" fmla="*/ 0 w 5168"/>
                <a:gd name="T3" fmla="*/ 0 h 10142"/>
                <a:gd name="T4" fmla="*/ 0 w 5168"/>
                <a:gd name="T5" fmla="*/ 0 h 10142"/>
                <a:gd name="T6" fmla="*/ 0 w 5168"/>
                <a:gd name="T7" fmla="*/ 0 h 10142"/>
                <a:gd name="T8" fmla="*/ 0 w 5168"/>
                <a:gd name="T9" fmla="*/ 0 h 10142"/>
                <a:gd name="T10" fmla="*/ 0 w 5168"/>
                <a:gd name="T11" fmla="*/ 0 h 10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68"/>
                <a:gd name="T19" fmla="*/ 0 h 10142"/>
                <a:gd name="T20" fmla="*/ 5168 w 5168"/>
                <a:gd name="T21" fmla="*/ 10142 h 101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68" h="10142">
                  <a:moveTo>
                    <a:pt x="5168" y="10142"/>
                  </a:moveTo>
                  <a:lnTo>
                    <a:pt x="5168" y="2478"/>
                  </a:lnTo>
                  <a:lnTo>
                    <a:pt x="2968" y="0"/>
                  </a:lnTo>
                  <a:lnTo>
                    <a:pt x="643" y="166"/>
                  </a:lnTo>
                  <a:lnTo>
                    <a:pt x="0" y="10142"/>
                  </a:lnTo>
                  <a:lnTo>
                    <a:pt x="5168" y="10142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56" name="Freeform 684">
              <a:extLst>
                <a:ext uri="{FF2B5EF4-FFF2-40B4-BE49-F238E27FC236}">
                  <a16:creationId xmlns:a16="http://schemas.microsoft.com/office/drawing/2014/main" id="{C8609639-311C-0B4F-B7FE-702791B6A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745"/>
              <a:ext cx="600" cy="558"/>
            </a:xfrm>
            <a:custGeom>
              <a:avLst/>
              <a:gdLst>
                <a:gd name="T0" fmla="*/ 0 w 6009"/>
                <a:gd name="T1" fmla="*/ 0 h 5580"/>
                <a:gd name="T2" fmla="*/ 0 w 6009"/>
                <a:gd name="T3" fmla="*/ 0 h 5580"/>
                <a:gd name="T4" fmla="*/ 0 w 6009"/>
                <a:gd name="T5" fmla="*/ 0 h 5580"/>
                <a:gd name="T6" fmla="*/ 0 w 6009"/>
                <a:gd name="T7" fmla="*/ 0 h 5580"/>
                <a:gd name="T8" fmla="*/ 0 w 6009"/>
                <a:gd name="T9" fmla="*/ 0 h 5580"/>
                <a:gd name="T10" fmla="*/ 0 w 6009"/>
                <a:gd name="T11" fmla="*/ 0 h 5580"/>
                <a:gd name="T12" fmla="*/ 0 w 6009"/>
                <a:gd name="T13" fmla="*/ 0 h 5580"/>
                <a:gd name="T14" fmla="*/ 0 w 6009"/>
                <a:gd name="T15" fmla="*/ 0 h 5580"/>
                <a:gd name="T16" fmla="*/ 0 w 6009"/>
                <a:gd name="T17" fmla="*/ 0 h 5580"/>
                <a:gd name="T18" fmla="*/ 0 w 6009"/>
                <a:gd name="T19" fmla="*/ 0 h 5580"/>
                <a:gd name="T20" fmla="*/ 0 w 6009"/>
                <a:gd name="T21" fmla="*/ 0 h 5580"/>
                <a:gd name="T22" fmla="*/ 0 w 6009"/>
                <a:gd name="T23" fmla="*/ 0 h 5580"/>
                <a:gd name="T24" fmla="*/ 0 w 6009"/>
                <a:gd name="T25" fmla="*/ 0 h 5580"/>
                <a:gd name="T26" fmla="*/ 0 w 6009"/>
                <a:gd name="T27" fmla="*/ 0 h 5580"/>
                <a:gd name="T28" fmla="*/ 0 w 6009"/>
                <a:gd name="T29" fmla="*/ 0 h 5580"/>
                <a:gd name="T30" fmla="*/ 0 w 6009"/>
                <a:gd name="T31" fmla="*/ 0 h 5580"/>
                <a:gd name="T32" fmla="*/ 0 w 6009"/>
                <a:gd name="T33" fmla="*/ 0 h 5580"/>
                <a:gd name="T34" fmla="*/ 0 w 6009"/>
                <a:gd name="T35" fmla="*/ 0 h 5580"/>
                <a:gd name="T36" fmla="*/ 0 w 6009"/>
                <a:gd name="T37" fmla="*/ 0 h 5580"/>
                <a:gd name="T38" fmla="*/ 0 w 6009"/>
                <a:gd name="T39" fmla="*/ 0 h 5580"/>
                <a:gd name="T40" fmla="*/ 0 w 6009"/>
                <a:gd name="T41" fmla="*/ 0 h 5580"/>
                <a:gd name="T42" fmla="*/ 0 w 6009"/>
                <a:gd name="T43" fmla="*/ 0 h 5580"/>
                <a:gd name="T44" fmla="*/ 0 w 6009"/>
                <a:gd name="T45" fmla="*/ 0 h 5580"/>
                <a:gd name="T46" fmla="*/ 0 w 6009"/>
                <a:gd name="T47" fmla="*/ 0 h 5580"/>
                <a:gd name="T48" fmla="*/ 0 w 6009"/>
                <a:gd name="T49" fmla="*/ 0 h 5580"/>
                <a:gd name="T50" fmla="*/ 0 w 6009"/>
                <a:gd name="T51" fmla="*/ 0 h 5580"/>
                <a:gd name="T52" fmla="*/ 0 w 6009"/>
                <a:gd name="T53" fmla="*/ 0 h 5580"/>
                <a:gd name="T54" fmla="*/ 0 w 6009"/>
                <a:gd name="T55" fmla="*/ 0 h 5580"/>
                <a:gd name="T56" fmla="*/ 0 w 6009"/>
                <a:gd name="T57" fmla="*/ 0 h 5580"/>
                <a:gd name="T58" fmla="*/ 0 w 6009"/>
                <a:gd name="T59" fmla="*/ 0 h 5580"/>
                <a:gd name="T60" fmla="*/ 0 w 6009"/>
                <a:gd name="T61" fmla="*/ 0 h 5580"/>
                <a:gd name="T62" fmla="*/ 0 w 6009"/>
                <a:gd name="T63" fmla="*/ 0 h 5580"/>
                <a:gd name="T64" fmla="*/ 0 w 6009"/>
                <a:gd name="T65" fmla="*/ 0 h 5580"/>
                <a:gd name="T66" fmla="*/ 0 w 6009"/>
                <a:gd name="T67" fmla="*/ 0 h 5580"/>
                <a:gd name="T68" fmla="*/ 0 w 6009"/>
                <a:gd name="T69" fmla="*/ 0 h 55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009"/>
                <a:gd name="T106" fmla="*/ 0 h 5580"/>
                <a:gd name="T107" fmla="*/ 6009 w 6009"/>
                <a:gd name="T108" fmla="*/ 5580 h 55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009" h="5580">
                  <a:moveTo>
                    <a:pt x="5647" y="5580"/>
                  </a:moveTo>
                  <a:lnTo>
                    <a:pt x="5807" y="5186"/>
                  </a:lnTo>
                  <a:lnTo>
                    <a:pt x="5953" y="4516"/>
                  </a:lnTo>
                  <a:lnTo>
                    <a:pt x="5995" y="3595"/>
                  </a:lnTo>
                  <a:lnTo>
                    <a:pt x="6009" y="2904"/>
                  </a:lnTo>
                  <a:lnTo>
                    <a:pt x="5922" y="2207"/>
                  </a:lnTo>
                  <a:lnTo>
                    <a:pt x="5733" y="1569"/>
                  </a:lnTo>
                  <a:lnTo>
                    <a:pt x="5457" y="1101"/>
                  </a:lnTo>
                  <a:lnTo>
                    <a:pt x="5098" y="823"/>
                  </a:lnTo>
                  <a:lnTo>
                    <a:pt x="4442" y="484"/>
                  </a:lnTo>
                  <a:lnTo>
                    <a:pt x="4502" y="278"/>
                  </a:lnTo>
                  <a:lnTo>
                    <a:pt x="4425" y="220"/>
                  </a:lnTo>
                  <a:lnTo>
                    <a:pt x="4138" y="110"/>
                  </a:lnTo>
                  <a:lnTo>
                    <a:pt x="3950" y="0"/>
                  </a:lnTo>
                  <a:lnTo>
                    <a:pt x="2644" y="823"/>
                  </a:lnTo>
                  <a:lnTo>
                    <a:pt x="2309" y="1101"/>
                  </a:lnTo>
                  <a:lnTo>
                    <a:pt x="1920" y="1681"/>
                  </a:lnTo>
                  <a:lnTo>
                    <a:pt x="1920" y="1833"/>
                  </a:lnTo>
                  <a:lnTo>
                    <a:pt x="2019" y="2116"/>
                  </a:lnTo>
                  <a:lnTo>
                    <a:pt x="1832" y="2303"/>
                  </a:lnTo>
                  <a:lnTo>
                    <a:pt x="1672" y="2598"/>
                  </a:lnTo>
                  <a:lnTo>
                    <a:pt x="1585" y="2961"/>
                  </a:lnTo>
                  <a:lnTo>
                    <a:pt x="1569" y="3279"/>
                  </a:lnTo>
                  <a:lnTo>
                    <a:pt x="1262" y="3501"/>
                  </a:lnTo>
                  <a:lnTo>
                    <a:pt x="1031" y="3316"/>
                  </a:lnTo>
                  <a:lnTo>
                    <a:pt x="758" y="3033"/>
                  </a:lnTo>
                  <a:lnTo>
                    <a:pt x="482" y="3239"/>
                  </a:lnTo>
                  <a:lnTo>
                    <a:pt x="250" y="3539"/>
                  </a:lnTo>
                  <a:lnTo>
                    <a:pt x="107" y="3838"/>
                  </a:lnTo>
                  <a:lnTo>
                    <a:pt x="11" y="4177"/>
                  </a:lnTo>
                  <a:lnTo>
                    <a:pt x="0" y="4440"/>
                  </a:lnTo>
                  <a:lnTo>
                    <a:pt x="462" y="4910"/>
                  </a:lnTo>
                  <a:lnTo>
                    <a:pt x="696" y="5206"/>
                  </a:lnTo>
                  <a:lnTo>
                    <a:pt x="597" y="5580"/>
                  </a:lnTo>
                  <a:lnTo>
                    <a:pt x="5647" y="5580"/>
                  </a:lnTo>
                  <a:close/>
                </a:path>
              </a:pathLst>
            </a:custGeom>
            <a:solidFill>
              <a:srgbClr val="0CC1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57" name="Freeform 685">
              <a:extLst>
                <a:ext uri="{FF2B5EF4-FFF2-40B4-BE49-F238E27FC236}">
                  <a16:creationId xmlns:a16="http://schemas.microsoft.com/office/drawing/2014/main" id="{6A7AF269-3871-194B-B681-09139C7E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3869"/>
              <a:ext cx="463" cy="434"/>
            </a:xfrm>
            <a:custGeom>
              <a:avLst/>
              <a:gdLst>
                <a:gd name="T0" fmla="*/ 0 w 4628"/>
                <a:gd name="T1" fmla="*/ 0 h 4344"/>
                <a:gd name="T2" fmla="*/ 0 w 4628"/>
                <a:gd name="T3" fmla="*/ 0 h 4344"/>
                <a:gd name="T4" fmla="*/ 0 w 4628"/>
                <a:gd name="T5" fmla="*/ 0 h 4344"/>
                <a:gd name="T6" fmla="*/ 0 w 4628"/>
                <a:gd name="T7" fmla="*/ 0 h 4344"/>
                <a:gd name="T8" fmla="*/ 0 w 4628"/>
                <a:gd name="T9" fmla="*/ 0 h 4344"/>
                <a:gd name="T10" fmla="*/ 0 w 4628"/>
                <a:gd name="T11" fmla="*/ 0 h 4344"/>
                <a:gd name="T12" fmla="*/ 0 w 4628"/>
                <a:gd name="T13" fmla="*/ 0 h 4344"/>
                <a:gd name="T14" fmla="*/ 0 w 4628"/>
                <a:gd name="T15" fmla="*/ 0 h 4344"/>
                <a:gd name="T16" fmla="*/ 0 w 4628"/>
                <a:gd name="T17" fmla="*/ 0 h 4344"/>
                <a:gd name="T18" fmla="*/ 0 w 4628"/>
                <a:gd name="T19" fmla="*/ 0 h 4344"/>
                <a:gd name="T20" fmla="*/ 0 w 4628"/>
                <a:gd name="T21" fmla="*/ 0 h 4344"/>
                <a:gd name="T22" fmla="*/ 0 w 4628"/>
                <a:gd name="T23" fmla="*/ 0 h 4344"/>
                <a:gd name="T24" fmla="*/ 0 w 4628"/>
                <a:gd name="T25" fmla="*/ 0 h 4344"/>
                <a:gd name="T26" fmla="*/ 0 w 4628"/>
                <a:gd name="T27" fmla="*/ 0 h 4344"/>
                <a:gd name="T28" fmla="*/ 0 w 4628"/>
                <a:gd name="T29" fmla="*/ 0 h 4344"/>
                <a:gd name="T30" fmla="*/ 0 w 4628"/>
                <a:gd name="T31" fmla="*/ 0 h 4344"/>
                <a:gd name="T32" fmla="*/ 0 w 4628"/>
                <a:gd name="T33" fmla="*/ 0 h 4344"/>
                <a:gd name="T34" fmla="*/ 0 w 4628"/>
                <a:gd name="T35" fmla="*/ 0 h 4344"/>
                <a:gd name="T36" fmla="*/ 0 w 4628"/>
                <a:gd name="T37" fmla="*/ 0 h 4344"/>
                <a:gd name="T38" fmla="*/ 0 w 4628"/>
                <a:gd name="T39" fmla="*/ 0 h 4344"/>
                <a:gd name="T40" fmla="*/ 0 w 4628"/>
                <a:gd name="T41" fmla="*/ 0 h 4344"/>
                <a:gd name="T42" fmla="*/ 0 w 4628"/>
                <a:gd name="T43" fmla="*/ 0 h 4344"/>
                <a:gd name="T44" fmla="*/ 0 w 4628"/>
                <a:gd name="T45" fmla="*/ 0 h 4344"/>
                <a:gd name="T46" fmla="*/ 0 w 4628"/>
                <a:gd name="T47" fmla="*/ 0 h 4344"/>
                <a:gd name="T48" fmla="*/ 0 w 4628"/>
                <a:gd name="T49" fmla="*/ 0 h 4344"/>
                <a:gd name="T50" fmla="*/ 0 w 4628"/>
                <a:gd name="T51" fmla="*/ 0 h 4344"/>
                <a:gd name="T52" fmla="*/ 0 w 4628"/>
                <a:gd name="T53" fmla="*/ 0 h 4344"/>
                <a:gd name="T54" fmla="*/ 0 w 4628"/>
                <a:gd name="T55" fmla="*/ 0 h 4344"/>
                <a:gd name="T56" fmla="*/ 0 w 4628"/>
                <a:gd name="T57" fmla="*/ 0 h 4344"/>
                <a:gd name="T58" fmla="*/ 0 w 4628"/>
                <a:gd name="T59" fmla="*/ 0 h 4344"/>
                <a:gd name="T60" fmla="*/ 0 w 4628"/>
                <a:gd name="T61" fmla="*/ 0 h 4344"/>
                <a:gd name="T62" fmla="*/ 0 w 4628"/>
                <a:gd name="T63" fmla="*/ 0 h 4344"/>
                <a:gd name="T64" fmla="*/ 0 w 4628"/>
                <a:gd name="T65" fmla="*/ 0 h 4344"/>
                <a:gd name="T66" fmla="*/ 0 w 4628"/>
                <a:gd name="T67" fmla="*/ 0 h 4344"/>
                <a:gd name="T68" fmla="*/ 0 w 4628"/>
                <a:gd name="T69" fmla="*/ 0 h 4344"/>
                <a:gd name="T70" fmla="*/ 0 w 4628"/>
                <a:gd name="T71" fmla="*/ 0 h 4344"/>
                <a:gd name="T72" fmla="*/ 0 w 4628"/>
                <a:gd name="T73" fmla="*/ 0 h 4344"/>
                <a:gd name="T74" fmla="*/ 0 w 4628"/>
                <a:gd name="T75" fmla="*/ 0 h 4344"/>
                <a:gd name="T76" fmla="*/ 0 w 4628"/>
                <a:gd name="T77" fmla="*/ 0 h 4344"/>
                <a:gd name="T78" fmla="*/ 0 w 4628"/>
                <a:gd name="T79" fmla="*/ 0 h 4344"/>
                <a:gd name="T80" fmla="*/ 0 w 4628"/>
                <a:gd name="T81" fmla="*/ 0 h 4344"/>
                <a:gd name="T82" fmla="*/ 0 w 4628"/>
                <a:gd name="T83" fmla="*/ 0 h 4344"/>
                <a:gd name="T84" fmla="*/ 0 w 4628"/>
                <a:gd name="T85" fmla="*/ 0 h 4344"/>
                <a:gd name="T86" fmla="*/ 0 w 4628"/>
                <a:gd name="T87" fmla="*/ 0 h 4344"/>
                <a:gd name="T88" fmla="*/ 0 w 4628"/>
                <a:gd name="T89" fmla="*/ 0 h 4344"/>
                <a:gd name="T90" fmla="*/ 0 w 4628"/>
                <a:gd name="T91" fmla="*/ 0 h 4344"/>
                <a:gd name="T92" fmla="*/ 0 w 4628"/>
                <a:gd name="T93" fmla="*/ 0 h 4344"/>
                <a:gd name="T94" fmla="*/ 0 w 4628"/>
                <a:gd name="T95" fmla="*/ 0 h 4344"/>
                <a:gd name="T96" fmla="*/ 0 w 4628"/>
                <a:gd name="T97" fmla="*/ 0 h 4344"/>
                <a:gd name="T98" fmla="*/ 0 w 4628"/>
                <a:gd name="T99" fmla="*/ 0 h 4344"/>
                <a:gd name="T100" fmla="*/ 0 w 4628"/>
                <a:gd name="T101" fmla="*/ 0 h 4344"/>
                <a:gd name="T102" fmla="*/ 0 w 4628"/>
                <a:gd name="T103" fmla="*/ 0 h 43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628"/>
                <a:gd name="T157" fmla="*/ 0 h 4344"/>
                <a:gd name="T158" fmla="*/ 4628 w 4628"/>
                <a:gd name="T159" fmla="*/ 4344 h 434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628" h="4344">
                  <a:moveTo>
                    <a:pt x="3668" y="0"/>
                  </a:moveTo>
                  <a:lnTo>
                    <a:pt x="3498" y="224"/>
                  </a:lnTo>
                  <a:lnTo>
                    <a:pt x="3422" y="445"/>
                  </a:lnTo>
                  <a:lnTo>
                    <a:pt x="3279" y="953"/>
                  </a:lnTo>
                  <a:lnTo>
                    <a:pt x="4224" y="355"/>
                  </a:lnTo>
                  <a:lnTo>
                    <a:pt x="3061" y="1384"/>
                  </a:lnTo>
                  <a:lnTo>
                    <a:pt x="3003" y="1592"/>
                  </a:lnTo>
                  <a:lnTo>
                    <a:pt x="3178" y="1630"/>
                  </a:lnTo>
                  <a:lnTo>
                    <a:pt x="2872" y="2096"/>
                  </a:lnTo>
                  <a:lnTo>
                    <a:pt x="3467" y="1891"/>
                  </a:lnTo>
                  <a:lnTo>
                    <a:pt x="4150" y="1515"/>
                  </a:lnTo>
                  <a:lnTo>
                    <a:pt x="4628" y="1217"/>
                  </a:lnTo>
                  <a:lnTo>
                    <a:pt x="4210" y="1852"/>
                  </a:lnTo>
                  <a:lnTo>
                    <a:pt x="3236" y="2530"/>
                  </a:lnTo>
                  <a:lnTo>
                    <a:pt x="2537" y="2754"/>
                  </a:lnTo>
                  <a:lnTo>
                    <a:pt x="2247" y="3032"/>
                  </a:lnTo>
                  <a:lnTo>
                    <a:pt x="2162" y="3298"/>
                  </a:lnTo>
                  <a:lnTo>
                    <a:pt x="2391" y="3839"/>
                  </a:lnTo>
                  <a:lnTo>
                    <a:pt x="2493" y="4344"/>
                  </a:lnTo>
                  <a:lnTo>
                    <a:pt x="2174" y="4344"/>
                  </a:lnTo>
                  <a:lnTo>
                    <a:pt x="1797" y="3950"/>
                  </a:lnTo>
                  <a:lnTo>
                    <a:pt x="1666" y="4344"/>
                  </a:lnTo>
                  <a:lnTo>
                    <a:pt x="1506" y="4344"/>
                  </a:lnTo>
                  <a:lnTo>
                    <a:pt x="1350" y="3538"/>
                  </a:lnTo>
                  <a:lnTo>
                    <a:pt x="1375" y="3222"/>
                  </a:lnTo>
                  <a:lnTo>
                    <a:pt x="1015" y="3298"/>
                  </a:lnTo>
                  <a:lnTo>
                    <a:pt x="901" y="2885"/>
                  </a:lnTo>
                  <a:lnTo>
                    <a:pt x="609" y="2885"/>
                  </a:lnTo>
                  <a:lnTo>
                    <a:pt x="794" y="2677"/>
                  </a:lnTo>
                  <a:lnTo>
                    <a:pt x="391" y="2322"/>
                  </a:lnTo>
                  <a:lnTo>
                    <a:pt x="0" y="1912"/>
                  </a:lnTo>
                  <a:lnTo>
                    <a:pt x="158" y="1797"/>
                  </a:lnTo>
                  <a:lnTo>
                    <a:pt x="682" y="2340"/>
                  </a:lnTo>
                  <a:lnTo>
                    <a:pt x="1044" y="2621"/>
                  </a:lnTo>
                  <a:lnTo>
                    <a:pt x="1350" y="2715"/>
                  </a:lnTo>
                  <a:lnTo>
                    <a:pt x="1390" y="2903"/>
                  </a:lnTo>
                  <a:lnTo>
                    <a:pt x="1565" y="2921"/>
                  </a:lnTo>
                  <a:lnTo>
                    <a:pt x="1710" y="3032"/>
                  </a:lnTo>
                  <a:lnTo>
                    <a:pt x="1841" y="2941"/>
                  </a:lnTo>
                  <a:lnTo>
                    <a:pt x="2059" y="2642"/>
                  </a:lnTo>
                  <a:lnTo>
                    <a:pt x="2262" y="2453"/>
                  </a:lnTo>
                  <a:lnTo>
                    <a:pt x="2349" y="2359"/>
                  </a:lnTo>
                  <a:lnTo>
                    <a:pt x="2391" y="2172"/>
                  </a:lnTo>
                  <a:lnTo>
                    <a:pt x="2524" y="2062"/>
                  </a:lnTo>
                  <a:lnTo>
                    <a:pt x="2724" y="1891"/>
                  </a:lnTo>
                  <a:lnTo>
                    <a:pt x="2755" y="1814"/>
                  </a:lnTo>
                  <a:lnTo>
                    <a:pt x="2771" y="1537"/>
                  </a:lnTo>
                  <a:lnTo>
                    <a:pt x="2944" y="1292"/>
                  </a:lnTo>
                  <a:lnTo>
                    <a:pt x="3061" y="1177"/>
                  </a:lnTo>
                  <a:lnTo>
                    <a:pt x="3422" y="243"/>
                  </a:lnTo>
                  <a:lnTo>
                    <a:pt x="3525" y="127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004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58" name="Freeform 686">
              <a:extLst>
                <a:ext uri="{FF2B5EF4-FFF2-40B4-BE49-F238E27FC236}">
                  <a16:creationId xmlns:a16="http://schemas.microsoft.com/office/drawing/2014/main" id="{B66F194F-58E9-8C48-AEFC-58F4EEA2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4185"/>
              <a:ext cx="96" cy="118"/>
            </a:xfrm>
            <a:custGeom>
              <a:avLst/>
              <a:gdLst>
                <a:gd name="T0" fmla="*/ 0 w 962"/>
                <a:gd name="T1" fmla="*/ 0 h 1177"/>
                <a:gd name="T2" fmla="*/ 0 w 962"/>
                <a:gd name="T3" fmla="*/ 0 h 1177"/>
                <a:gd name="T4" fmla="*/ 0 w 962"/>
                <a:gd name="T5" fmla="*/ 0 h 1177"/>
                <a:gd name="T6" fmla="*/ 0 w 962"/>
                <a:gd name="T7" fmla="*/ 0 h 1177"/>
                <a:gd name="T8" fmla="*/ 0 w 962"/>
                <a:gd name="T9" fmla="*/ 0 h 1177"/>
                <a:gd name="T10" fmla="*/ 0 w 962"/>
                <a:gd name="T11" fmla="*/ 0 h 1177"/>
                <a:gd name="T12" fmla="*/ 0 w 962"/>
                <a:gd name="T13" fmla="*/ 0 h 1177"/>
                <a:gd name="T14" fmla="*/ 0 w 962"/>
                <a:gd name="T15" fmla="*/ 0 h 1177"/>
                <a:gd name="T16" fmla="*/ 0 w 962"/>
                <a:gd name="T17" fmla="*/ 0 h 1177"/>
                <a:gd name="T18" fmla="*/ 0 w 962"/>
                <a:gd name="T19" fmla="*/ 0 h 1177"/>
                <a:gd name="T20" fmla="*/ 0 w 962"/>
                <a:gd name="T21" fmla="*/ 0 h 1177"/>
                <a:gd name="T22" fmla="*/ 0 w 962"/>
                <a:gd name="T23" fmla="*/ 0 h 1177"/>
                <a:gd name="T24" fmla="*/ 0 w 962"/>
                <a:gd name="T25" fmla="*/ 0 h 1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62"/>
                <a:gd name="T40" fmla="*/ 0 h 1177"/>
                <a:gd name="T41" fmla="*/ 962 w 962"/>
                <a:gd name="T42" fmla="*/ 1177 h 11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62" h="1177">
                  <a:moveTo>
                    <a:pt x="962" y="803"/>
                  </a:moveTo>
                  <a:lnTo>
                    <a:pt x="581" y="900"/>
                  </a:lnTo>
                  <a:lnTo>
                    <a:pt x="367" y="803"/>
                  </a:lnTo>
                  <a:lnTo>
                    <a:pt x="305" y="652"/>
                  </a:lnTo>
                  <a:lnTo>
                    <a:pt x="337" y="413"/>
                  </a:lnTo>
                  <a:lnTo>
                    <a:pt x="466" y="240"/>
                  </a:lnTo>
                  <a:lnTo>
                    <a:pt x="843" y="0"/>
                  </a:lnTo>
                  <a:lnTo>
                    <a:pt x="161" y="333"/>
                  </a:lnTo>
                  <a:lnTo>
                    <a:pt x="0" y="710"/>
                  </a:lnTo>
                  <a:lnTo>
                    <a:pt x="91" y="1102"/>
                  </a:lnTo>
                  <a:lnTo>
                    <a:pt x="323" y="1177"/>
                  </a:lnTo>
                  <a:lnTo>
                    <a:pt x="730" y="1177"/>
                  </a:lnTo>
                  <a:lnTo>
                    <a:pt x="962" y="803"/>
                  </a:lnTo>
                  <a:close/>
                </a:path>
              </a:pathLst>
            </a:custGeom>
            <a:solidFill>
              <a:srgbClr val="004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59" name="Freeform 687">
              <a:extLst>
                <a:ext uri="{FF2B5EF4-FFF2-40B4-BE49-F238E27FC236}">
                  <a16:creationId xmlns:a16="http://schemas.microsoft.com/office/drawing/2014/main" id="{EB93A3A6-3056-1C49-8049-5A03DCC03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4020"/>
              <a:ext cx="128" cy="283"/>
            </a:xfrm>
            <a:custGeom>
              <a:avLst/>
              <a:gdLst>
                <a:gd name="T0" fmla="*/ 0 w 1281"/>
                <a:gd name="T1" fmla="*/ 0 h 2829"/>
                <a:gd name="T2" fmla="*/ 0 w 1281"/>
                <a:gd name="T3" fmla="*/ 0 h 2829"/>
                <a:gd name="T4" fmla="*/ 0 w 1281"/>
                <a:gd name="T5" fmla="*/ 0 h 2829"/>
                <a:gd name="T6" fmla="*/ 0 w 1281"/>
                <a:gd name="T7" fmla="*/ 0 h 2829"/>
                <a:gd name="T8" fmla="*/ 0 w 1281"/>
                <a:gd name="T9" fmla="*/ 0 h 2829"/>
                <a:gd name="T10" fmla="*/ 0 w 1281"/>
                <a:gd name="T11" fmla="*/ 0 h 2829"/>
                <a:gd name="T12" fmla="*/ 0 w 1281"/>
                <a:gd name="T13" fmla="*/ 0 h 2829"/>
                <a:gd name="T14" fmla="*/ 0 w 1281"/>
                <a:gd name="T15" fmla="*/ 0 h 2829"/>
                <a:gd name="T16" fmla="*/ 0 w 1281"/>
                <a:gd name="T17" fmla="*/ 0 h 2829"/>
                <a:gd name="T18" fmla="*/ 0 w 1281"/>
                <a:gd name="T19" fmla="*/ 0 h 28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81"/>
                <a:gd name="T31" fmla="*/ 0 h 2829"/>
                <a:gd name="T32" fmla="*/ 1281 w 1281"/>
                <a:gd name="T33" fmla="*/ 2829 h 28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81" h="2829">
                  <a:moveTo>
                    <a:pt x="1281" y="0"/>
                  </a:moveTo>
                  <a:lnTo>
                    <a:pt x="1002" y="1127"/>
                  </a:lnTo>
                  <a:lnTo>
                    <a:pt x="569" y="2362"/>
                  </a:lnTo>
                  <a:lnTo>
                    <a:pt x="450" y="2737"/>
                  </a:lnTo>
                  <a:lnTo>
                    <a:pt x="450" y="2829"/>
                  </a:lnTo>
                  <a:lnTo>
                    <a:pt x="87" y="2829"/>
                  </a:lnTo>
                  <a:lnTo>
                    <a:pt x="0" y="2588"/>
                  </a:lnTo>
                  <a:lnTo>
                    <a:pt x="712" y="1445"/>
                  </a:lnTo>
                  <a:lnTo>
                    <a:pt x="1031" y="788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04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0" name="Freeform 688">
              <a:extLst>
                <a:ext uri="{FF2B5EF4-FFF2-40B4-BE49-F238E27FC236}">
                  <a16:creationId xmlns:a16="http://schemas.microsoft.com/office/drawing/2014/main" id="{781BD47A-A66F-B247-9648-EB1326A5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4105"/>
              <a:ext cx="192" cy="199"/>
            </a:xfrm>
            <a:custGeom>
              <a:avLst/>
              <a:gdLst>
                <a:gd name="T0" fmla="*/ 0 w 1924"/>
                <a:gd name="T1" fmla="*/ 0 h 1990"/>
                <a:gd name="T2" fmla="*/ 0 w 1924"/>
                <a:gd name="T3" fmla="*/ 0 h 1990"/>
                <a:gd name="T4" fmla="*/ 0 w 1924"/>
                <a:gd name="T5" fmla="*/ 0 h 1990"/>
                <a:gd name="T6" fmla="*/ 0 w 1924"/>
                <a:gd name="T7" fmla="*/ 0 h 1990"/>
                <a:gd name="T8" fmla="*/ 0 w 1924"/>
                <a:gd name="T9" fmla="*/ 0 h 1990"/>
                <a:gd name="T10" fmla="*/ 0 w 1924"/>
                <a:gd name="T11" fmla="*/ 0 h 1990"/>
                <a:gd name="T12" fmla="*/ 0 w 1924"/>
                <a:gd name="T13" fmla="*/ 0 h 1990"/>
                <a:gd name="T14" fmla="*/ 0 w 1924"/>
                <a:gd name="T15" fmla="*/ 0 h 1990"/>
                <a:gd name="T16" fmla="*/ 0 w 1924"/>
                <a:gd name="T17" fmla="*/ 0 h 1990"/>
                <a:gd name="T18" fmla="*/ 0 w 1924"/>
                <a:gd name="T19" fmla="*/ 0 h 1990"/>
                <a:gd name="T20" fmla="*/ 0 w 1924"/>
                <a:gd name="T21" fmla="*/ 0 h 1990"/>
                <a:gd name="T22" fmla="*/ 0 w 1924"/>
                <a:gd name="T23" fmla="*/ 0 h 1990"/>
                <a:gd name="T24" fmla="*/ 0 w 1924"/>
                <a:gd name="T25" fmla="*/ 0 h 1990"/>
                <a:gd name="T26" fmla="*/ 0 w 1924"/>
                <a:gd name="T27" fmla="*/ 0 h 1990"/>
                <a:gd name="T28" fmla="*/ 0 w 1924"/>
                <a:gd name="T29" fmla="*/ 0 h 1990"/>
                <a:gd name="T30" fmla="*/ 0 w 1924"/>
                <a:gd name="T31" fmla="*/ 0 h 1990"/>
                <a:gd name="T32" fmla="*/ 0 w 1924"/>
                <a:gd name="T33" fmla="*/ 0 h 1990"/>
                <a:gd name="T34" fmla="*/ 0 w 1924"/>
                <a:gd name="T35" fmla="*/ 0 h 1990"/>
                <a:gd name="T36" fmla="*/ 0 w 1924"/>
                <a:gd name="T37" fmla="*/ 0 h 1990"/>
                <a:gd name="T38" fmla="*/ 0 w 1924"/>
                <a:gd name="T39" fmla="*/ 0 h 1990"/>
                <a:gd name="T40" fmla="*/ 0 w 1924"/>
                <a:gd name="T41" fmla="*/ 0 h 1990"/>
                <a:gd name="T42" fmla="*/ 0 w 1924"/>
                <a:gd name="T43" fmla="*/ 0 h 1990"/>
                <a:gd name="T44" fmla="*/ 0 w 1924"/>
                <a:gd name="T45" fmla="*/ 0 h 1990"/>
                <a:gd name="T46" fmla="*/ 0 w 1924"/>
                <a:gd name="T47" fmla="*/ 0 h 1990"/>
                <a:gd name="T48" fmla="*/ 0 w 1924"/>
                <a:gd name="T49" fmla="*/ 0 h 1990"/>
                <a:gd name="T50" fmla="*/ 0 w 1924"/>
                <a:gd name="T51" fmla="*/ 0 h 1990"/>
                <a:gd name="T52" fmla="*/ 0 w 1924"/>
                <a:gd name="T53" fmla="*/ 0 h 1990"/>
                <a:gd name="T54" fmla="*/ 0 w 1924"/>
                <a:gd name="T55" fmla="*/ 0 h 1990"/>
                <a:gd name="T56" fmla="*/ 0 w 1924"/>
                <a:gd name="T57" fmla="*/ 0 h 1990"/>
                <a:gd name="T58" fmla="*/ 0 w 1924"/>
                <a:gd name="T59" fmla="*/ 0 h 1990"/>
                <a:gd name="T60" fmla="*/ 0 w 1924"/>
                <a:gd name="T61" fmla="*/ 0 h 1990"/>
                <a:gd name="T62" fmla="*/ 0 w 1924"/>
                <a:gd name="T63" fmla="*/ 0 h 1990"/>
                <a:gd name="T64" fmla="*/ 0 w 1924"/>
                <a:gd name="T65" fmla="*/ 0 h 1990"/>
                <a:gd name="T66" fmla="*/ 0 w 1924"/>
                <a:gd name="T67" fmla="*/ 0 h 1990"/>
                <a:gd name="T68" fmla="*/ 0 w 1924"/>
                <a:gd name="T69" fmla="*/ 0 h 1990"/>
                <a:gd name="T70" fmla="*/ 0 w 1924"/>
                <a:gd name="T71" fmla="*/ 0 h 1990"/>
                <a:gd name="T72" fmla="*/ 0 w 1924"/>
                <a:gd name="T73" fmla="*/ 0 h 1990"/>
                <a:gd name="T74" fmla="*/ 0 w 1924"/>
                <a:gd name="T75" fmla="*/ 0 h 19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24"/>
                <a:gd name="T115" fmla="*/ 0 h 1990"/>
                <a:gd name="T116" fmla="*/ 1924 w 1924"/>
                <a:gd name="T117" fmla="*/ 1990 h 19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24" h="1990">
                  <a:moveTo>
                    <a:pt x="161" y="0"/>
                  </a:moveTo>
                  <a:lnTo>
                    <a:pt x="65" y="44"/>
                  </a:lnTo>
                  <a:lnTo>
                    <a:pt x="36" y="137"/>
                  </a:lnTo>
                  <a:lnTo>
                    <a:pt x="46" y="219"/>
                  </a:lnTo>
                  <a:lnTo>
                    <a:pt x="75" y="287"/>
                  </a:lnTo>
                  <a:lnTo>
                    <a:pt x="139" y="304"/>
                  </a:lnTo>
                  <a:lnTo>
                    <a:pt x="246" y="304"/>
                  </a:lnTo>
                  <a:lnTo>
                    <a:pt x="254" y="548"/>
                  </a:lnTo>
                  <a:lnTo>
                    <a:pt x="152" y="536"/>
                  </a:lnTo>
                  <a:lnTo>
                    <a:pt x="75" y="562"/>
                  </a:lnTo>
                  <a:lnTo>
                    <a:pt x="46" y="670"/>
                  </a:lnTo>
                  <a:lnTo>
                    <a:pt x="46" y="713"/>
                  </a:lnTo>
                  <a:lnTo>
                    <a:pt x="96" y="824"/>
                  </a:lnTo>
                  <a:lnTo>
                    <a:pt x="175" y="824"/>
                  </a:lnTo>
                  <a:lnTo>
                    <a:pt x="54" y="903"/>
                  </a:lnTo>
                  <a:lnTo>
                    <a:pt x="0" y="972"/>
                  </a:lnTo>
                  <a:lnTo>
                    <a:pt x="0" y="1057"/>
                  </a:lnTo>
                  <a:lnTo>
                    <a:pt x="21" y="1136"/>
                  </a:lnTo>
                  <a:lnTo>
                    <a:pt x="152" y="1179"/>
                  </a:lnTo>
                  <a:lnTo>
                    <a:pt x="302" y="1179"/>
                  </a:lnTo>
                  <a:lnTo>
                    <a:pt x="468" y="1221"/>
                  </a:lnTo>
                  <a:lnTo>
                    <a:pt x="131" y="1389"/>
                  </a:lnTo>
                  <a:lnTo>
                    <a:pt x="96" y="1454"/>
                  </a:lnTo>
                  <a:lnTo>
                    <a:pt x="109" y="1552"/>
                  </a:lnTo>
                  <a:lnTo>
                    <a:pt x="152" y="1589"/>
                  </a:lnTo>
                  <a:lnTo>
                    <a:pt x="246" y="1589"/>
                  </a:lnTo>
                  <a:lnTo>
                    <a:pt x="373" y="1589"/>
                  </a:lnTo>
                  <a:lnTo>
                    <a:pt x="621" y="1772"/>
                  </a:lnTo>
                  <a:lnTo>
                    <a:pt x="744" y="1823"/>
                  </a:lnTo>
                  <a:lnTo>
                    <a:pt x="897" y="1935"/>
                  </a:lnTo>
                  <a:lnTo>
                    <a:pt x="1053" y="1978"/>
                  </a:lnTo>
                  <a:lnTo>
                    <a:pt x="1827" y="1990"/>
                  </a:lnTo>
                  <a:lnTo>
                    <a:pt x="1924" y="1605"/>
                  </a:lnTo>
                  <a:lnTo>
                    <a:pt x="1268" y="880"/>
                  </a:lnTo>
                  <a:lnTo>
                    <a:pt x="1224" y="768"/>
                  </a:lnTo>
                  <a:lnTo>
                    <a:pt x="1224" y="670"/>
                  </a:lnTo>
                  <a:lnTo>
                    <a:pt x="460" y="1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1" name="Freeform 689">
              <a:extLst>
                <a:ext uri="{FF2B5EF4-FFF2-40B4-BE49-F238E27FC236}">
                  <a16:creationId xmlns:a16="http://schemas.microsoft.com/office/drawing/2014/main" id="{F99641D7-BBC0-C244-AB75-EBB39B17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891"/>
              <a:ext cx="184" cy="230"/>
            </a:xfrm>
            <a:custGeom>
              <a:avLst/>
              <a:gdLst>
                <a:gd name="T0" fmla="*/ 0 w 1840"/>
                <a:gd name="T1" fmla="*/ 0 h 2302"/>
                <a:gd name="T2" fmla="*/ 0 w 1840"/>
                <a:gd name="T3" fmla="*/ 0 h 2302"/>
                <a:gd name="T4" fmla="*/ 0 w 1840"/>
                <a:gd name="T5" fmla="*/ 0 h 2302"/>
                <a:gd name="T6" fmla="*/ 0 w 1840"/>
                <a:gd name="T7" fmla="*/ 0 h 2302"/>
                <a:gd name="T8" fmla="*/ 0 w 1840"/>
                <a:gd name="T9" fmla="*/ 0 h 2302"/>
                <a:gd name="T10" fmla="*/ 0 w 1840"/>
                <a:gd name="T11" fmla="*/ 0 h 2302"/>
                <a:gd name="T12" fmla="*/ 0 w 1840"/>
                <a:gd name="T13" fmla="*/ 0 h 2302"/>
                <a:gd name="T14" fmla="*/ 0 w 1840"/>
                <a:gd name="T15" fmla="*/ 0 h 2302"/>
                <a:gd name="T16" fmla="*/ 0 w 1840"/>
                <a:gd name="T17" fmla="*/ 0 h 2302"/>
                <a:gd name="T18" fmla="*/ 0 w 1840"/>
                <a:gd name="T19" fmla="*/ 0 h 2302"/>
                <a:gd name="T20" fmla="*/ 0 w 1840"/>
                <a:gd name="T21" fmla="*/ 0 h 2302"/>
                <a:gd name="T22" fmla="*/ 0 w 1840"/>
                <a:gd name="T23" fmla="*/ 0 h 2302"/>
                <a:gd name="T24" fmla="*/ 0 w 1840"/>
                <a:gd name="T25" fmla="*/ 0 h 2302"/>
                <a:gd name="T26" fmla="*/ 0 w 1840"/>
                <a:gd name="T27" fmla="*/ 0 h 2302"/>
                <a:gd name="T28" fmla="*/ 0 w 1840"/>
                <a:gd name="T29" fmla="*/ 0 h 2302"/>
                <a:gd name="T30" fmla="*/ 0 w 1840"/>
                <a:gd name="T31" fmla="*/ 0 h 2302"/>
                <a:gd name="T32" fmla="*/ 0 w 1840"/>
                <a:gd name="T33" fmla="*/ 0 h 2302"/>
                <a:gd name="T34" fmla="*/ 0 w 1840"/>
                <a:gd name="T35" fmla="*/ 0 h 2302"/>
                <a:gd name="T36" fmla="*/ 0 w 1840"/>
                <a:gd name="T37" fmla="*/ 0 h 2302"/>
                <a:gd name="T38" fmla="*/ 0 w 1840"/>
                <a:gd name="T39" fmla="*/ 0 h 2302"/>
                <a:gd name="T40" fmla="*/ 0 w 1840"/>
                <a:gd name="T41" fmla="*/ 0 h 2302"/>
                <a:gd name="T42" fmla="*/ 0 w 1840"/>
                <a:gd name="T43" fmla="*/ 0 h 2302"/>
                <a:gd name="T44" fmla="*/ 0 w 1840"/>
                <a:gd name="T45" fmla="*/ 0 h 2302"/>
                <a:gd name="T46" fmla="*/ 0 w 1840"/>
                <a:gd name="T47" fmla="*/ 0 h 2302"/>
                <a:gd name="T48" fmla="*/ 0 w 1840"/>
                <a:gd name="T49" fmla="*/ 0 h 2302"/>
                <a:gd name="T50" fmla="*/ 0 w 1840"/>
                <a:gd name="T51" fmla="*/ 0 h 2302"/>
                <a:gd name="T52" fmla="*/ 0 w 1840"/>
                <a:gd name="T53" fmla="*/ 0 h 230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840"/>
                <a:gd name="T82" fmla="*/ 0 h 2302"/>
                <a:gd name="T83" fmla="*/ 1840 w 1840"/>
                <a:gd name="T84" fmla="*/ 2302 h 230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840" h="2302">
                  <a:moveTo>
                    <a:pt x="150" y="0"/>
                  </a:moveTo>
                  <a:lnTo>
                    <a:pt x="33" y="53"/>
                  </a:lnTo>
                  <a:lnTo>
                    <a:pt x="0" y="167"/>
                  </a:lnTo>
                  <a:lnTo>
                    <a:pt x="63" y="287"/>
                  </a:lnTo>
                  <a:lnTo>
                    <a:pt x="63" y="438"/>
                  </a:lnTo>
                  <a:lnTo>
                    <a:pt x="150" y="562"/>
                  </a:lnTo>
                  <a:lnTo>
                    <a:pt x="160" y="670"/>
                  </a:lnTo>
                  <a:lnTo>
                    <a:pt x="192" y="753"/>
                  </a:lnTo>
                  <a:lnTo>
                    <a:pt x="192" y="847"/>
                  </a:lnTo>
                  <a:lnTo>
                    <a:pt x="248" y="943"/>
                  </a:lnTo>
                  <a:lnTo>
                    <a:pt x="383" y="1043"/>
                  </a:lnTo>
                  <a:lnTo>
                    <a:pt x="466" y="1176"/>
                  </a:lnTo>
                  <a:lnTo>
                    <a:pt x="625" y="1548"/>
                  </a:lnTo>
                  <a:lnTo>
                    <a:pt x="712" y="1658"/>
                  </a:lnTo>
                  <a:lnTo>
                    <a:pt x="987" y="1825"/>
                  </a:lnTo>
                  <a:lnTo>
                    <a:pt x="1116" y="2002"/>
                  </a:lnTo>
                  <a:lnTo>
                    <a:pt x="1289" y="2302"/>
                  </a:lnTo>
                  <a:lnTo>
                    <a:pt x="1519" y="1945"/>
                  </a:lnTo>
                  <a:lnTo>
                    <a:pt x="1713" y="1727"/>
                  </a:lnTo>
                  <a:lnTo>
                    <a:pt x="1840" y="1630"/>
                  </a:lnTo>
                  <a:lnTo>
                    <a:pt x="1634" y="1398"/>
                  </a:lnTo>
                  <a:lnTo>
                    <a:pt x="1541" y="1232"/>
                  </a:lnTo>
                  <a:lnTo>
                    <a:pt x="1315" y="768"/>
                  </a:lnTo>
                  <a:lnTo>
                    <a:pt x="1018" y="137"/>
                  </a:lnTo>
                  <a:lnTo>
                    <a:pt x="926" y="65"/>
                  </a:lnTo>
                  <a:lnTo>
                    <a:pt x="821" y="53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2" name="Freeform 690">
              <a:extLst>
                <a:ext uri="{FF2B5EF4-FFF2-40B4-BE49-F238E27FC236}">
                  <a16:creationId xmlns:a16="http://schemas.microsoft.com/office/drawing/2014/main" id="{6817FC76-ACE2-7841-A9AD-4CF5E850F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939"/>
              <a:ext cx="124" cy="161"/>
            </a:xfrm>
            <a:custGeom>
              <a:avLst/>
              <a:gdLst>
                <a:gd name="T0" fmla="*/ 0 w 1246"/>
                <a:gd name="T1" fmla="*/ 0 h 1619"/>
                <a:gd name="T2" fmla="*/ 0 w 1246"/>
                <a:gd name="T3" fmla="*/ 0 h 1619"/>
                <a:gd name="T4" fmla="*/ 0 w 1246"/>
                <a:gd name="T5" fmla="*/ 0 h 1619"/>
                <a:gd name="T6" fmla="*/ 0 w 1246"/>
                <a:gd name="T7" fmla="*/ 0 h 1619"/>
                <a:gd name="T8" fmla="*/ 0 w 1246"/>
                <a:gd name="T9" fmla="*/ 0 h 1619"/>
                <a:gd name="T10" fmla="*/ 0 w 1246"/>
                <a:gd name="T11" fmla="*/ 0 h 1619"/>
                <a:gd name="T12" fmla="*/ 0 w 1246"/>
                <a:gd name="T13" fmla="*/ 0 h 1619"/>
                <a:gd name="T14" fmla="*/ 0 w 1246"/>
                <a:gd name="T15" fmla="*/ 0 h 1619"/>
                <a:gd name="T16" fmla="*/ 0 w 1246"/>
                <a:gd name="T17" fmla="*/ 0 h 1619"/>
                <a:gd name="T18" fmla="*/ 0 w 1246"/>
                <a:gd name="T19" fmla="*/ 0 h 1619"/>
                <a:gd name="T20" fmla="*/ 0 w 1246"/>
                <a:gd name="T21" fmla="*/ 0 h 1619"/>
                <a:gd name="T22" fmla="*/ 0 w 1246"/>
                <a:gd name="T23" fmla="*/ 0 h 1619"/>
                <a:gd name="T24" fmla="*/ 0 w 1246"/>
                <a:gd name="T25" fmla="*/ 0 h 1619"/>
                <a:gd name="T26" fmla="*/ 0 w 1246"/>
                <a:gd name="T27" fmla="*/ 0 h 1619"/>
                <a:gd name="T28" fmla="*/ 0 w 1246"/>
                <a:gd name="T29" fmla="*/ 0 h 1619"/>
                <a:gd name="T30" fmla="*/ 0 w 1246"/>
                <a:gd name="T31" fmla="*/ 0 h 1619"/>
                <a:gd name="T32" fmla="*/ 0 w 1246"/>
                <a:gd name="T33" fmla="*/ 0 h 1619"/>
                <a:gd name="T34" fmla="*/ 0 w 1246"/>
                <a:gd name="T35" fmla="*/ 0 h 1619"/>
                <a:gd name="T36" fmla="*/ 0 w 1246"/>
                <a:gd name="T37" fmla="*/ 0 h 1619"/>
                <a:gd name="T38" fmla="*/ 0 w 1246"/>
                <a:gd name="T39" fmla="*/ 0 h 1619"/>
                <a:gd name="T40" fmla="*/ 0 w 1246"/>
                <a:gd name="T41" fmla="*/ 0 h 1619"/>
                <a:gd name="T42" fmla="*/ 0 w 1246"/>
                <a:gd name="T43" fmla="*/ 0 h 1619"/>
                <a:gd name="T44" fmla="*/ 0 w 1246"/>
                <a:gd name="T45" fmla="*/ 0 h 1619"/>
                <a:gd name="T46" fmla="*/ 0 w 1246"/>
                <a:gd name="T47" fmla="*/ 0 h 1619"/>
                <a:gd name="T48" fmla="*/ 0 w 1246"/>
                <a:gd name="T49" fmla="*/ 0 h 1619"/>
                <a:gd name="T50" fmla="*/ 0 w 1246"/>
                <a:gd name="T51" fmla="*/ 0 h 16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46"/>
                <a:gd name="T79" fmla="*/ 0 h 1619"/>
                <a:gd name="T80" fmla="*/ 1246 w 1246"/>
                <a:gd name="T81" fmla="*/ 1619 h 161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46" h="1619">
                  <a:moveTo>
                    <a:pt x="1024" y="1619"/>
                  </a:moveTo>
                  <a:lnTo>
                    <a:pt x="1246" y="1579"/>
                  </a:lnTo>
                  <a:lnTo>
                    <a:pt x="1127" y="1397"/>
                  </a:lnTo>
                  <a:lnTo>
                    <a:pt x="766" y="1142"/>
                  </a:lnTo>
                  <a:lnTo>
                    <a:pt x="665" y="961"/>
                  </a:lnTo>
                  <a:lnTo>
                    <a:pt x="524" y="620"/>
                  </a:lnTo>
                  <a:lnTo>
                    <a:pt x="312" y="411"/>
                  </a:lnTo>
                  <a:lnTo>
                    <a:pt x="276" y="318"/>
                  </a:lnTo>
                  <a:lnTo>
                    <a:pt x="276" y="221"/>
                  </a:lnTo>
                  <a:lnTo>
                    <a:pt x="240" y="168"/>
                  </a:lnTo>
                  <a:lnTo>
                    <a:pt x="227" y="70"/>
                  </a:lnTo>
                  <a:lnTo>
                    <a:pt x="175" y="0"/>
                  </a:lnTo>
                  <a:lnTo>
                    <a:pt x="58" y="112"/>
                  </a:lnTo>
                  <a:lnTo>
                    <a:pt x="0" y="291"/>
                  </a:lnTo>
                  <a:lnTo>
                    <a:pt x="22" y="478"/>
                  </a:lnTo>
                  <a:lnTo>
                    <a:pt x="80" y="632"/>
                  </a:lnTo>
                  <a:lnTo>
                    <a:pt x="183" y="772"/>
                  </a:lnTo>
                  <a:lnTo>
                    <a:pt x="153" y="807"/>
                  </a:lnTo>
                  <a:lnTo>
                    <a:pt x="219" y="1562"/>
                  </a:lnTo>
                  <a:lnTo>
                    <a:pt x="481" y="1562"/>
                  </a:lnTo>
                  <a:lnTo>
                    <a:pt x="492" y="1250"/>
                  </a:lnTo>
                  <a:lnTo>
                    <a:pt x="524" y="1123"/>
                  </a:lnTo>
                  <a:lnTo>
                    <a:pt x="556" y="1088"/>
                  </a:lnTo>
                  <a:lnTo>
                    <a:pt x="865" y="1348"/>
                  </a:lnTo>
                  <a:lnTo>
                    <a:pt x="966" y="1525"/>
                  </a:lnTo>
                  <a:lnTo>
                    <a:pt x="1024" y="16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3" name="Freeform 691">
              <a:extLst>
                <a:ext uri="{FF2B5EF4-FFF2-40B4-BE49-F238E27FC236}">
                  <a16:creationId xmlns:a16="http://schemas.microsoft.com/office/drawing/2014/main" id="{D6415E2B-1F86-D345-B7BE-99C9650FF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4199"/>
              <a:ext cx="35" cy="103"/>
            </a:xfrm>
            <a:custGeom>
              <a:avLst/>
              <a:gdLst>
                <a:gd name="T0" fmla="*/ 0 w 349"/>
                <a:gd name="T1" fmla="*/ 0 h 1029"/>
                <a:gd name="T2" fmla="*/ 0 w 349"/>
                <a:gd name="T3" fmla="*/ 0 h 1029"/>
                <a:gd name="T4" fmla="*/ 0 w 349"/>
                <a:gd name="T5" fmla="*/ 0 h 1029"/>
                <a:gd name="T6" fmla="*/ 0 w 349"/>
                <a:gd name="T7" fmla="*/ 0 h 1029"/>
                <a:gd name="T8" fmla="*/ 0 w 349"/>
                <a:gd name="T9" fmla="*/ 0 h 1029"/>
                <a:gd name="T10" fmla="*/ 0 w 349"/>
                <a:gd name="T11" fmla="*/ 0 h 1029"/>
                <a:gd name="T12" fmla="*/ 0 w 349"/>
                <a:gd name="T13" fmla="*/ 0 h 1029"/>
                <a:gd name="T14" fmla="*/ 0 w 349"/>
                <a:gd name="T15" fmla="*/ 0 h 10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9"/>
                <a:gd name="T25" fmla="*/ 0 h 1029"/>
                <a:gd name="T26" fmla="*/ 349 w 349"/>
                <a:gd name="T27" fmla="*/ 1029 h 10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9" h="1029">
                  <a:moveTo>
                    <a:pt x="0" y="206"/>
                  </a:moveTo>
                  <a:lnTo>
                    <a:pt x="75" y="152"/>
                  </a:lnTo>
                  <a:lnTo>
                    <a:pt x="135" y="81"/>
                  </a:lnTo>
                  <a:lnTo>
                    <a:pt x="214" y="0"/>
                  </a:lnTo>
                  <a:lnTo>
                    <a:pt x="284" y="121"/>
                  </a:lnTo>
                  <a:lnTo>
                    <a:pt x="349" y="1029"/>
                  </a:lnTo>
                  <a:lnTo>
                    <a:pt x="117" y="1029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4" name="Freeform 692">
              <a:extLst>
                <a:ext uri="{FF2B5EF4-FFF2-40B4-BE49-F238E27FC236}">
                  <a16:creationId xmlns:a16="http://schemas.microsoft.com/office/drawing/2014/main" id="{C731964E-9974-FA4C-B671-B1933CE3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4097"/>
              <a:ext cx="35" cy="78"/>
            </a:xfrm>
            <a:custGeom>
              <a:avLst/>
              <a:gdLst>
                <a:gd name="T0" fmla="*/ 0 w 355"/>
                <a:gd name="T1" fmla="*/ 0 h 782"/>
                <a:gd name="T2" fmla="*/ 0 w 355"/>
                <a:gd name="T3" fmla="*/ 0 h 782"/>
                <a:gd name="T4" fmla="*/ 0 w 355"/>
                <a:gd name="T5" fmla="*/ 0 h 782"/>
                <a:gd name="T6" fmla="*/ 0 w 355"/>
                <a:gd name="T7" fmla="*/ 0 h 782"/>
                <a:gd name="T8" fmla="*/ 0 w 355"/>
                <a:gd name="T9" fmla="*/ 0 h 782"/>
                <a:gd name="T10" fmla="*/ 0 w 355"/>
                <a:gd name="T11" fmla="*/ 0 h 782"/>
                <a:gd name="T12" fmla="*/ 0 w 355"/>
                <a:gd name="T13" fmla="*/ 0 h 7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5"/>
                <a:gd name="T22" fmla="*/ 0 h 782"/>
                <a:gd name="T23" fmla="*/ 355 w 355"/>
                <a:gd name="T24" fmla="*/ 782 h 78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5" h="782">
                  <a:moveTo>
                    <a:pt x="214" y="0"/>
                  </a:moveTo>
                  <a:lnTo>
                    <a:pt x="0" y="52"/>
                  </a:lnTo>
                  <a:lnTo>
                    <a:pt x="151" y="782"/>
                  </a:lnTo>
                  <a:lnTo>
                    <a:pt x="246" y="766"/>
                  </a:lnTo>
                  <a:lnTo>
                    <a:pt x="290" y="411"/>
                  </a:lnTo>
                  <a:lnTo>
                    <a:pt x="355" y="246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5" name="Freeform 693">
              <a:extLst>
                <a:ext uri="{FF2B5EF4-FFF2-40B4-BE49-F238E27FC236}">
                  <a16:creationId xmlns:a16="http://schemas.microsoft.com/office/drawing/2014/main" id="{B8274DE9-85E1-C541-B697-898B650E5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4244"/>
              <a:ext cx="24" cy="58"/>
            </a:xfrm>
            <a:custGeom>
              <a:avLst/>
              <a:gdLst>
                <a:gd name="T0" fmla="*/ 0 w 238"/>
                <a:gd name="T1" fmla="*/ 0 h 589"/>
                <a:gd name="T2" fmla="*/ 0 w 238"/>
                <a:gd name="T3" fmla="*/ 0 h 589"/>
                <a:gd name="T4" fmla="*/ 0 w 238"/>
                <a:gd name="T5" fmla="*/ 0 h 589"/>
                <a:gd name="T6" fmla="*/ 0 w 238"/>
                <a:gd name="T7" fmla="*/ 0 h 589"/>
                <a:gd name="T8" fmla="*/ 0 w 238"/>
                <a:gd name="T9" fmla="*/ 0 h 5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8"/>
                <a:gd name="T16" fmla="*/ 0 h 589"/>
                <a:gd name="T17" fmla="*/ 238 w 238"/>
                <a:gd name="T18" fmla="*/ 589 h 5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8" h="589">
                  <a:moveTo>
                    <a:pt x="181" y="0"/>
                  </a:moveTo>
                  <a:lnTo>
                    <a:pt x="0" y="147"/>
                  </a:lnTo>
                  <a:lnTo>
                    <a:pt x="44" y="589"/>
                  </a:lnTo>
                  <a:lnTo>
                    <a:pt x="238" y="589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6" name="Freeform 694">
              <a:extLst>
                <a:ext uri="{FF2B5EF4-FFF2-40B4-BE49-F238E27FC236}">
                  <a16:creationId xmlns:a16="http://schemas.microsoft.com/office/drawing/2014/main" id="{F6707D8A-3150-E144-BCEA-470CB8A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4095"/>
              <a:ext cx="34" cy="77"/>
            </a:xfrm>
            <a:custGeom>
              <a:avLst/>
              <a:gdLst>
                <a:gd name="T0" fmla="*/ 0 w 337"/>
                <a:gd name="T1" fmla="*/ 0 h 768"/>
                <a:gd name="T2" fmla="*/ 0 w 337"/>
                <a:gd name="T3" fmla="*/ 0 h 768"/>
                <a:gd name="T4" fmla="*/ 0 w 337"/>
                <a:gd name="T5" fmla="*/ 0 h 768"/>
                <a:gd name="T6" fmla="*/ 0 w 337"/>
                <a:gd name="T7" fmla="*/ 0 h 768"/>
                <a:gd name="T8" fmla="*/ 0 w 337"/>
                <a:gd name="T9" fmla="*/ 0 h 7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7"/>
                <a:gd name="T16" fmla="*/ 0 h 768"/>
                <a:gd name="T17" fmla="*/ 337 w 337"/>
                <a:gd name="T18" fmla="*/ 768 h 7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7" h="768">
                  <a:moveTo>
                    <a:pt x="0" y="0"/>
                  </a:moveTo>
                  <a:lnTo>
                    <a:pt x="262" y="0"/>
                  </a:lnTo>
                  <a:lnTo>
                    <a:pt x="337" y="768"/>
                  </a:lnTo>
                  <a:lnTo>
                    <a:pt x="57" y="6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7" name="Freeform 695">
              <a:extLst>
                <a:ext uri="{FF2B5EF4-FFF2-40B4-BE49-F238E27FC236}">
                  <a16:creationId xmlns:a16="http://schemas.microsoft.com/office/drawing/2014/main" id="{A49A3AF0-CA6D-AC43-8E55-9996E723E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4215"/>
              <a:ext cx="19" cy="87"/>
            </a:xfrm>
            <a:custGeom>
              <a:avLst/>
              <a:gdLst>
                <a:gd name="T0" fmla="*/ 0 w 190"/>
                <a:gd name="T1" fmla="*/ 0 h 877"/>
                <a:gd name="T2" fmla="*/ 0 w 190"/>
                <a:gd name="T3" fmla="*/ 0 h 877"/>
                <a:gd name="T4" fmla="*/ 0 w 190"/>
                <a:gd name="T5" fmla="*/ 0 h 877"/>
                <a:gd name="T6" fmla="*/ 0 w 190"/>
                <a:gd name="T7" fmla="*/ 0 h 877"/>
                <a:gd name="T8" fmla="*/ 0 w 190"/>
                <a:gd name="T9" fmla="*/ 0 h 8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0"/>
                <a:gd name="T16" fmla="*/ 0 h 877"/>
                <a:gd name="T17" fmla="*/ 190 w 190"/>
                <a:gd name="T18" fmla="*/ 877 h 8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0" h="877">
                  <a:moveTo>
                    <a:pt x="93" y="0"/>
                  </a:moveTo>
                  <a:lnTo>
                    <a:pt x="190" y="877"/>
                  </a:lnTo>
                  <a:lnTo>
                    <a:pt x="107" y="877"/>
                  </a:lnTo>
                  <a:lnTo>
                    <a:pt x="0" y="54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8" name="Freeform 696">
              <a:extLst>
                <a:ext uri="{FF2B5EF4-FFF2-40B4-BE49-F238E27FC236}">
                  <a16:creationId xmlns:a16="http://schemas.microsoft.com/office/drawing/2014/main" id="{79ED03D8-C849-0F4F-9139-8D761581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4099"/>
              <a:ext cx="18" cy="80"/>
            </a:xfrm>
            <a:custGeom>
              <a:avLst/>
              <a:gdLst>
                <a:gd name="T0" fmla="*/ 0 w 182"/>
                <a:gd name="T1" fmla="*/ 0 h 799"/>
                <a:gd name="T2" fmla="*/ 0 w 182"/>
                <a:gd name="T3" fmla="*/ 0 h 799"/>
                <a:gd name="T4" fmla="*/ 0 w 182"/>
                <a:gd name="T5" fmla="*/ 0 h 799"/>
                <a:gd name="T6" fmla="*/ 0 w 182"/>
                <a:gd name="T7" fmla="*/ 0 h 799"/>
                <a:gd name="T8" fmla="*/ 0 w 182"/>
                <a:gd name="T9" fmla="*/ 0 h 7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2"/>
                <a:gd name="T16" fmla="*/ 0 h 799"/>
                <a:gd name="T17" fmla="*/ 182 w 182"/>
                <a:gd name="T18" fmla="*/ 799 h 7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2" h="799">
                  <a:moveTo>
                    <a:pt x="107" y="0"/>
                  </a:moveTo>
                  <a:lnTo>
                    <a:pt x="182" y="741"/>
                  </a:lnTo>
                  <a:lnTo>
                    <a:pt x="95" y="799"/>
                  </a:lnTo>
                  <a:lnTo>
                    <a:pt x="0" y="27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69" name="Freeform 697">
              <a:extLst>
                <a:ext uri="{FF2B5EF4-FFF2-40B4-BE49-F238E27FC236}">
                  <a16:creationId xmlns:a16="http://schemas.microsoft.com/office/drawing/2014/main" id="{43472F45-C743-124D-A7C7-BCA23D650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4258"/>
              <a:ext cx="11" cy="44"/>
            </a:xfrm>
            <a:custGeom>
              <a:avLst/>
              <a:gdLst>
                <a:gd name="T0" fmla="*/ 0 w 107"/>
                <a:gd name="T1" fmla="*/ 0 h 442"/>
                <a:gd name="T2" fmla="*/ 0 w 107"/>
                <a:gd name="T3" fmla="*/ 0 h 442"/>
                <a:gd name="T4" fmla="*/ 0 w 107"/>
                <a:gd name="T5" fmla="*/ 0 h 442"/>
                <a:gd name="T6" fmla="*/ 0 w 107"/>
                <a:gd name="T7" fmla="*/ 0 h 442"/>
                <a:gd name="T8" fmla="*/ 0 w 107"/>
                <a:gd name="T9" fmla="*/ 0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442"/>
                <a:gd name="T17" fmla="*/ 107 w 107"/>
                <a:gd name="T18" fmla="*/ 442 h 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442">
                  <a:moveTo>
                    <a:pt x="63" y="0"/>
                  </a:moveTo>
                  <a:lnTo>
                    <a:pt x="107" y="442"/>
                  </a:lnTo>
                  <a:lnTo>
                    <a:pt x="42" y="442"/>
                  </a:lnTo>
                  <a:lnTo>
                    <a:pt x="0" y="2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0" name="Freeform 698">
              <a:extLst>
                <a:ext uri="{FF2B5EF4-FFF2-40B4-BE49-F238E27FC236}">
                  <a16:creationId xmlns:a16="http://schemas.microsoft.com/office/drawing/2014/main" id="{513E5486-60F3-3848-939F-80D643F5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4224"/>
              <a:ext cx="10" cy="7"/>
            </a:xfrm>
            <a:custGeom>
              <a:avLst/>
              <a:gdLst>
                <a:gd name="T0" fmla="*/ 0 w 103"/>
                <a:gd name="T1" fmla="*/ 0 h 73"/>
                <a:gd name="T2" fmla="*/ 0 w 103"/>
                <a:gd name="T3" fmla="*/ 0 h 73"/>
                <a:gd name="T4" fmla="*/ 0 w 103"/>
                <a:gd name="T5" fmla="*/ 0 h 73"/>
                <a:gd name="T6" fmla="*/ 0 w 103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3"/>
                <a:gd name="T13" fmla="*/ 0 h 73"/>
                <a:gd name="T14" fmla="*/ 103 w 103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3" h="73">
                  <a:moveTo>
                    <a:pt x="0" y="0"/>
                  </a:moveTo>
                  <a:lnTo>
                    <a:pt x="0" y="73"/>
                  </a:lnTo>
                  <a:lnTo>
                    <a:pt x="103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1" name="Freeform 699">
              <a:extLst>
                <a:ext uri="{FF2B5EF4-FFF2-40B4-BE49-F238E27FC236}">
                  <a16:creationId xmlns:a16="http://schemas.microsoft.com/office/drawing/2014/main" id="{9E9F1A0B-FEEC-D046-9DF0-21866371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4094"/>
              <a:ext cx="14" cy="70"/>
            </a:xfrm>
            <a:custGeom>
              <a:avLst/>
              <a:gdLst>
                <a:gd name="T0" fmla="*/ 0 w 136"/>
                <a:gd name="T1" fmla="*/ 0 h 699"/>
                <a:gd name="T2" fmla="*/ 0 w 136"/>
                <a:gd name="T3" fmla="*/ 0 h 699"/>
                <a:gd name="T4" fmla="*/ 0 w 136"/>
                <a:gd name="T5" fmla="*/ 0 h 699"/>
                <a:gd name="T6" fmla="*/ 0 w 136"/>
                <a:gd name="T7" fmla="*/ 0 h 699"/>
                <a:gd name="T8" fmla="*/ 0 w 136"/>
                <a:gd name="T9" fmla="*/ 0 h 6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"/>
                <a:gd name="T16" fmla="*/ 0 h 699"/>
                <a:gd name="T17" fmla="*/ 136 w 136"/>
                <a:gd name="T18" fmla="*/ 699 h 6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" h="699">
                  <a:moveTo>
                    <a:pt x="71" y="0"/>
                  </a:moveTo>
                  <a:lnTo>
                    <a:pt x="136" y="699"/>
                  </a:lnTo>
                  <a:lnTo>
                    <a:pt x="57" y="656"/>
                  </a:lnTo>
                  <a:lnTo>
                    <a:pt x="0" y="1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2" name="Freeform 700">
              <a:extLst>
                <a:ext uri="{FF2B5EF4-FFF2-40B4-BE49-F238E27FC236}">
                  <a16:creationId xmlns:a16="http://schemas.microsoft.com/office/drawing/2014/main" id="{8106788D-47DB-0745-98B9-ABDA2FFA8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3391"/>
              <a:ext cx="415" cy="297"/>
            </a:xfrm>
            <a:custGeom>
              <a:avLst/>
              <a:gdLst>
                <a:gd name="T0" fmla="*/ 0 w 4148"/>
                <a:gd name="T1" fmla="*/ 0 h 2969"/>
                <a:gd name="T2" fmla="*/ 0 w 4148"/>
                <a:gd name="T3" fmla="*/ 0 h 2969"/>
                <a:gd name="T4" fmla="*/ 0 w 4148"/>
                <a:gd name="T5" fmla="*/ 0 h 2969"/>
                <a:gd name="T6" fmla="*/ 0 w 4148"/>
                <a:gd name="T7" fmla="*/ 0 h 2969"/>
                <a:gd name="T8" fmla="*/ 0 w 4148"/>
                <a:gd name="T9" fmla="*/ 0 h 2969"/>
                <a:gd name="T10" fmla="*/ 0 w 4148"/>
                <a:gd name="T11" fmla="*/ 0 h 2969"/>
                <a:gd name="T12" fmla="*/ 0 w 4148"/>
                <a:gd name="T13" fmla="*/ 0 h 2969"/>
                <a:gd name="T14" fmla="*/ 0 w 4148"/>
                <a:gd name="T15" fmla="*/ 0 h 2969"/>
                <a:gd name="T16" fmla="*/ 0 w 4148"/>
                <a:gd name="T17" fmla="*/ 0 h 2969"/>
                <a:gd name="T18" fmla="*/ 0 w 4148"/>
                <a:gd name="T19" fmla="*/ 0 h 2969"/>
                <a:gd name="T20" fmla="*/ 0 w 4148"/>
                <a:gd name="T21" fmla="*/ 0 h 2969"/>
                <a:gd name="T22" fmla="*/ 0 w 4148"/>
                <a:gd name="T23" fmla="*/ 0 h 2969"/>
                <a:gd name="T24" fmla="*/ 0 w 4148"/>
                <a:gd name="T25" fmla="*/ 0 h 2969"/>
                <a:gd name="T26" fmla="*/ 0 w 4148"/>
                <a:gd name="T27" fmla="*/ 0 h 2969"/>
                <a:gd name="T28" fmla="*/ 0 w 4148"/>
                <a:gd name="T29" fmla="*/ 0 h 2969"/>
                <a:gd name="T30" fmla="*/ 0 w 4148"/>
                <a:gd name="T31" fmla="*/ 0 h 2969"/>
                <a:gd name="T32" fmla="*/ 0 w 4148"/>
                <a:gd name="T33" fmla="*/ 0 h 2969"/>
                <a:gd name="T34" fmla="*/ 0 w 4148"/>
                <a:gd name="T35" fmla="*/ 0 h 2969"/>
                <a:gd name="T36" fmla="*/ 0 w 4148"/>
                <a:gd name="T37" fmla="*/ 0 h 2969"/>
                <a:gd name="T38" fmla="*/ 0 w 4148"/>
                <a:gd name="T39" fmla="*/ 0 h 2969"/>
                <a:gd name="T40" fmla="*/ 0 w 4148"/>
                <a:gd name="T41" fmla="*/ 0 h 2969"/>
                <a:gd name="T42" fmla="*/ 0 w 4148"/>
                <a:gd name="T43" fmla="*/ 0 h 2969"/>
                <a:gd name="T44" fmla="*/ 0 w 4148"/>
                <a:gd name="T45" fmla="*/ 0 h 2969"/>
                <a:gd name="T46" fmla="*/ 0 w 4148"/>
                <a:gd name="T47" fmla="*/ 0 h 296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148"/>
                <a:gd name="T73" fmla="*/ 0 h 2969"/>
                <a:gd name="T74" fmla="*/ 4148 w 4148"/>
                <a:gd name="T75" fmla="*/ 2969 h 296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148" h="2969">
                  <a:moveTo>
                    <a:pt x="4148" y="2868"/>
                  </a:moveTo>
                  <a:lnTo>
                    <a:pt x="4053" y="2576"/>
                  </a:lnTo>
                  <a:lnTo>
                    <a:pt x="3991" y="2322"/>
                  </a:lnTo>
                  <a:lnTo>
                    <a:pt x="3885" y="1051"/>
                  </a:lnTo>
                  <a:lnTo>
                    <a:pt x="3569" y="508"/>
                  </a:lnTo>
                  <a:lnTo>
                    <a:pt x="3202" y="186"/>
                  </a:lnTo>
                  <a:lnTo>
                    <a:pt x="2821" y="51"/>
                  </a:lnTo>
                  <a:lnTo>
                    <a:pt x="2374" y="0"/>
                  </a:lnTo>
                  <a:lnTo>
                    <a:pt x="1968" y="0"/>
                  </a:lnTo>
                  <a:lnTo>
                    <a:pt x="1654" y="123"/>
                  </a:lnTo>
                  <a:lnTo>
                    <a:pt x="1244" y="427"/>
                  </a:lnTo>
                  <a:lnTo>
                    <a:pt x="998" y="696"/>
                  </a:lnTo>
                  <a:lnTo>
                    <a:pt x="892" y="885"/>
                  </a:lnTo>
                  <a:lnTo>
                    <a:pt x="736" y="1172"/>
                  </a:lnTo>
                  <a:lnTo>
                    <a:pt x="238" y="1222"/>
                  </a:lnTo>
                  <a:lnTo>
                    <a:pt x="103" y="1257"/>
                  </a:lnTo>
                  <a:lnTo>
                    <a:pt x="28" y="1326"/>
                  </a:lnTo>
                  <a:lnTo>
                    <a:pt x="0" y="1370"/>
                  </a:lnTo>
                  <a:lnTo>
                    <a:pt x="14" y="1424"/>
                  </a:lnTo>
                  <a:lnTo>
                    <a:pt x="79" y="1545"/>
                  </a:lnTo>
                  <a:lnTo>
                    <a:pt x="1220" y="1659"/>
                  </a:lnTo>
                  <a:lnTo>
                    <a:pt x="2085" y="1594"/>
                  </a:lnTo>
                  <a:lnTo>
                    <a:pt x="3940" y="2969"/>
                  </a:lnTo>
                  <a:lnTo>
                    <a:pt x="4148" y="2868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3" name="Freeform 701">
              <a:extLst>
                <a:ext uri="{FF2B5EF4-FFF2-40B4-BE49-F238E27FC236}">
                  <a16:creationId xmlns:a16="http://schemas.microsoft.com/office/drawing/2014/main" id="{D54F9C9D-BFB6-2B4D-8F47-5AAC8A0C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546"/>
              <a:ext cx="154" cy="200"/>
            </a:xfrm>
            <a:custGeom>
              <a:avLst/>
              <a:gdLst>
                <a:gd name="T0" fmla="*/ 0 w 1536"/>
                <a:gd name="T1" fmla="*/ 0 h 1999"/>
                <a:gd name="T2" fmla="*/ 0 w 1536"/>
                <a:gd name="T3" fmla="*/ 0 h 1999"/>
                <a:gd name="T4" fmla="*/ 0 w 1536"/>
                <a:gd name="T5" fmla="*/ 0 h 1999"/>
                <a:gd name="T6" fmla="*/ 0 w 1536"/>
                <a:gd name="T7" fmla="*/ 0 h 1999"/>
                <a:gd name="T8" fmla="*/ 0 w 1536"/>
                <a:gd name="T9" fmla="*/ 0 h 1999"/>
                <a:gd name="T10" fmla="*/ 0 w 1536"/>
                <a:gd name="T11" fmla="*/ 0 h 1999"/>
                <a:gd name="T12" fmla="*/ 0 w 1536"/>
                <a:gd name="T13" fmla="*/ 0 h 1999"/>
                <a:gd name="T14" fmla="*/ 0 w 1536"/>
                <a:gd name="T15" fmla="*/ 0 h 1999"/>
                <a:gd name="T16" fmla="*/ 0 w 1536"/>
                <a:gd name="T17" fmla="*/ 0 h 1999"/>
                <a:gd name="T18" fmla="*/ 0 w 1536"/>
                <a:gd name="T19" fmla="*/ 0 h 19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36"/>
                <a:gd name="T31" fmla="*/ 0 h 1999"/>
                <a:gd name="T32" fmla="*/ 1536 w 1536"/>
                <a:gd name="T33" fmla="*/ 1999 h 199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36" h="1999">
                  <a:moveTo>
                    <a:pt x="0" y="0"/>
                  </a:moveTo>
                  <a:lnTo>
                    <a:pt x="96" y="694"/>
                  </a:lnTo>
                  <a:lnTo>
                    <a:pt x="841" y="1370"/>
                  </a:lnTo>
                  <a:lnTo>
                    <a:pt x="656" y="1797"/>
                  </a:lnTo>
                  <a:lnTo>
                    <a:pt x="998" y="1999"/>
                  </a:lnTo>
                  <a:lnTo>
                    <a:pt x="1301" y="1951"/>
                  </a:lnTo>
                  <a:lnTo>
                    <a:pt x="1536" y="1710"/>
                  </a:lnTo>
                  <a:lnTo>
                    <a:pt x="1166" y="559"/>
                  </a:lnTo>
                  <a:lnTo>
                    <a:pt x="722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4" name="Freeform 702">
              <a:extLst>
                <a:ext uri="{FF2B5EF4-FFF2-40B4-BE49-F238E27FC236}">
                  <a16:creationId xmlns:a16="http://schemas.microsoft.com/office/drawing/2014/main" id="{328F59EF-D439-514D-895E-7238E9EF0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3554"/>
              <a:ext cx="309" cy="315"/>
            </a:xfrm>
            <a:custGeom>
              <a:avLst/>
              <a:gdLst>
                <a:gd name="T0" fmla="*/ 0 w 3085"/>
                <a:gd name="T1" fmla="*/ 0 h 3152"/>
                <a:gd name="T2" fmla="*/ 0 w 3085"/>
                <a:gd name="T3" fmla="*/ 0 h 3152"/>
                <a:gd name="T4" fmla="*/ 0 w 3085"/>
                <a:gd name="T5" fmla="*/ 0 h 3152"/>
                <a:gd name="T6" fmla="*/ 0 w 3085"/>
                <a:gd name="T7" fmla="*/ 0 h 3152"/>
                <a:gd name="T8" fmla="*/ 0 w 3085"/>
                <a:gd name="T9" fmla="*/ 0 h 3152"/>
                <a:gd name="T10" fmla="*/ 0 w 3085"/>
                <a:gd name="T11" fmla="*/ 0 h 3152"/>
                <a:gd name="T12" fmla="*/ 0 w 3085"/>
                <a:gd name="T13" fmla="*/ 0 h 3152"/>
                <a:gd name="T14" fmla="*/ 0 w 3085"/>
                <a:gd name="T15" fmla="*/ 0 h 3152"/>
                <a:gd name="T16" fmla="*/ 0 w 3085"/>
                <a:gd name="T17" fmla="*/ 0 h 3152"/>
                <a:gd name="T18" fmla="*/ 0 w 3085"/>
                <a:gd name="T19" fmla="*/ 0 h 3152"/>
                <a:gd name="T20" fmla="*/ 0 w 3085"/>
                <a:gd name="T21" fmla="*/ 0 h 3152"/>
                <a:gd name="T22" fmla="*/ 0 w 3085"/>
                <a:gd name="T23" fmla="*/ 0 h 3152"/>
                <a:gd name="T24" fmla="*/ 0 w 3085"/>
                <a:gd name="T25" fmla="*/ 0 h 3152"/>
                <a:gd name="T26" fmla="*/ 0 w 3085"/>
                <a:gd name="T27" fmla="*/ 0 h 3152"/>
                <a:gd name="T28" fmla="*/ 0 w 3085"/>
                <a:gd name="T29" fmla="*/ 0 h 3152"/>
                <a:gd name="T30" fmla="*/ 0 w 3085"/>
                <a:gd name="T31" fmla="*/ 0 h 3152"/>
                <a:gd name="T32" fmla="*/ 0 w 3085"/>
                <a:gd name="T33" fmla="*/ 0 h 3152"/>
                <a:gd name="T34" fmla="*/ 0 w 3085"/>
                <a:gd name="T35" fmla="*/ 0 h 3152"/>
                <a:gd name="T36" fmla="*/ 0 w 3085"/>
                <a:gd name="T37" fmla="*/ 0 h 3152"/>
                <a:gd name="T38" fmla="*/ 0 w 3085"/>
                <a:gd name="T39" fmla="*/ 0 h 3152"/>
                <a:gd name="T40" fmla="*/ 0 w 3085"/>
                <a:gd name="T41" fmla="*/ 0 h 3152"/>
                <a:gd name="T42" fmla="*/ 0 w 3085"/>
                <a:gd name="T43" fmla="*/ 0 h 3152"/>
                <a:gd name="T44" fmla="*/ 0 w 3085"/>
                <a:gd name="T45" fmla="*/ 0 h 3152"/>
                <a:gd name="T46" fmla="*/ 0 w 3085"/>
                <a:gd name="T47" fmla="*/ 0 h 3152"/>
                <a:gd name="T48" fmla="*/ 0 w 3085"/>
                <a:gd name="T49" fmla="*/ 0 h 3152"/>
                <a:gd name="T50" fmla="*/ 0 w 3085"/>
                <a:gd name="T51" fmla="*/ 0 h 3152"/>
                <a:gd name="T52" fmla="*/ 0 w 3085"/>
                <a:gd name="T53" fmla="*/ 0 h 3152"/>
                <a:gd name="T54" fmla="*/ 0 w 3085"/>
                <a:gd name="T55" fmla="*/ 0 h 3152"/>
                <a:gd name="T56" fmla="*/ 0 w 3085"/>
                <a:gd name="T57" fmla="*/ 0 h 3152"/>
                <a:gd name="T58" fmla="*/ 0 w 3085"/>
                <a:gd name="T59" fmla="*/ 0 h 3152"/>
                <a:gd name="T60" fmla="*/ 0 w 3085"/>
                <a:gd name="T61" fmla="*/ 0 h 3152"/>
                <a:gd name="T62" fmla="*/ 0 w 3085"/>
                <a:gd name="T63" fmla="*/ 0 h 3152"/>
                <a:gd name="T64" fmla="*/ 0 w 3085"/>
                <a:gd name="T65" fmla="*/ 0 h 3152"/>
                <a:gd name="T66" fmla="*/ 0 w 3085"/>
                <a:gd name="T67" fmla="*/ 0 h 3152"/>
                <a:gd name="T68" fmla="*/ 0 w 3085"/>
                <a:gd name="T69" fmla="*/ 0 h 3152"/>
                <a:gd name="T70" fmla="*/ 0 w 3085"/>
                <a:gd name="T71" fmla="*/ 0 h 31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85"/>
                <a:gd name="T109" fmla="*/ 0 h 3152"/>
                <a:gd name="T110" fmla="*/ 3085 w 3085"/>
                <a:gd name="T111" fmla="*/ 3152 h 315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85" h="3152">
                  <a:moveTo>
                    <a:pt x="0" y="422"/>
                  </a:moveTo>
                  <a:lnTo>
                    <a:pt x="13" y="728"/>
                  </a:lnTo>
                  <a:lnTo>
                    <a:pt x="90" y="982"/>
                  </a:lnTo>
                  <a:lnTo>
                    <a:pt x="250" y="1221"/>
                  </a:lnTo>
                  <a:lnTo>
                    <a:pt x="156" y="1781"/>
                  </a:lnTo>
                  <a:lnTo>
                    <a:pt x="184" y="1868"/>
                  </a:lnTo>
                  <a:lnTo>
                    <a:pt x="234" y="1896"/>
                  </a:lnTo>
                  <a:lnTo>
                    <a:pt x="406" y="1916"/>
                  </a:lnTo>
                  <a:lnTo>
                    <a:pt x="460" y="1999"/>
                  </a:lnTo>
                  <a:lnTo>
                    <a:pt x="488" y="2120"/>
                  </a:lnTo>
                  <a:lnTo>
                    <a:pt x="619" y="2172"/>
                  </a:lnTo>
                  <a:lnTo>
                    <a:pt x="619" y="2287"/>
                  </a:lnTo>
                  <a:lnTo>
                    <a:pt x="670" y="2357"/>
                  </a:lnTo>
                  <a:lnTo>
                    <a:pt x="825" y="2459"/>
                  </a:lnTo>
                  <a:lnTo>
                    <a:pt x="866" y="2525"/>
                  </a:lnTo>
                  <a:lnTo>
                    <a:pt x="892" y="2630"/>
                  </a:lnTo>
                  <a:lnTo>
                    <a:pt x="1025" y="2696"/>
                  </a:lnTo>
                  <a:lnTo>
                    <a:pt x="1141" y="2696"/>
                  </a:lnTo>
                  <a:lnTo>
                    <a:pt x="1341" y="2630"/>
                  </a:lnTo>
                  <a:lnTo>
                    <a:pt x="1497" y="2576"/>
                  </a:lnTo>
                  <a:lnTo>
                    <a:pt x="1640" y="2611"/>
                  </a:lnTo>
                  <a:lnTo>
                    <a:pt x="1705" y="2713"/>
                  </a:lnTo>
                  <a:lnTo>
                    <a:pt x="1932" y="3152"/>
                  </a:lnTo>
                  <a:lnTo>
                    <a:pt x="2152" y="2963"/>
                  </a:lnTo>
                  <a:lnTo>
                    <a:pt x="2244" y="2848"/>
                  </a:lnTo>
                  <a:lnTo>
                    <a:pt x="2327" y="2696"/>
                  </a:lnTo>
                  <a:lnTo>
                    <a:pt x="2404" y="2475"/>
                  </a:lnTo>
                  <a:lnTo>
                    <a:pt x="2835" y="1999"/>
                  </a:lnTo>
                  <a:lnTo>
                    <a:pt x="3085" y="1896"/>
                  </a:lnTo>
                  <a:lnTo>
                    <a:pt x="3031" y="1831"/>
                  </a:lnTo>
                  <a:lnTo>
                    <a:pt x="2664" y="1950"/>
                  </a:lnTo>
                  <a:lnTo>
                    <a:pt x="2313" y="1682"/>
                  </a:lnTo>
                  <a:lnTo>
                    <a:pt x="2458" y="1271"/>
                  </a:lnTo>
                  <a:lnTo>
                    <a:pt x="1390" y="0"/>
                  </a:lnTo>
                  <a:lnTo>
                    <a:pt x="537" y="0"/>
                  </a:lnTo>
                  <a:lnTo>
                    <a:pt x="0" y="422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5" name="Freeform 703">
              <a:extLst>
                <a:ext uri="{FF2B5EF4-FFF2-40B4-BE49-F238E27FC236}">
                  <a16:creationId xmlns:a16="http://schemas.microsoft.com/office/drawing/2014/main" id="{E75AFD99-B94F-A64F-8A03-9DD68A58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651"/>
              <a:ext cx="32" cy="28"/>
            </a:xfrm>
            <a:custGeom>
              <a:avLst/>
              <a:gdLst>
                <a:gd name="T0" fmla="*/ 0 w 315"/>
                <a:gd name="T1" fmla="*/ 0 h 276"/>
                <a:gd name="T2" fmla="*/ 0 w 315"/>
                <a:gd name="T3" fmla="*/ 0 h 276"/>
                <a:gd name="T4" fmla="*/ 0 w 315"/>
                <a:gd name="T5" fmla="*/ 0 h 276"/>
                <a:gd name="T6" fmla="*/ 0 w 315"/>
                <a:gd name="T7" fmla="*/ 0 h 276"/>
                <a:gd name="T8" fmla="*/ 0 w 315"/>
                <a:gd name="T9" fmla="*/ 0 h 276"/>
                <a:gd name="T10" fmla="*/ 0 w 315"/>
                <a:gd name="T11" fmla="*/ 0 h 276"/>
                <a:gd name="T12" fmla="*/ 0 w 315"/>
                <a:gd name="T13" fmla="*/ 0 h 276"/>
                <a:gd name="T14" fmla="*/ 0 w 315"/>
                <a:gd name="T15" fmla="*/ 0 h 276"/>
                <a:gd name="T16" fmla="*/ 0 w 315"/>
                <a:gd name="T17" fmla="*/ 0 h 276"/>
                <a:gd name="T18" fmla="*/ 0 w 315"/>
                <a:gd name="T19" fmla="*/ 0 h 276"/>
                <a:gd name="T20" fmla="*/ 0 w 315"/>
                <a:gd name="T21" fmla="*/ 0 h 276"/>
                <a:gd name="T22" fmla="*/ 0 w 315"/>
                <a:gd name="T23" fmla="*/ 0 h 2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15"/>
                <a:gd name="T37" fmla="*/ 0 h 276"/>
                <a:gd name="T38" fmla="*/ 315 w 315"/>
                <a:gd name="T39" fmla="*/ 276 h 27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15" h="276">
                  <a:moveTo>
                    <a:pt x="0" y="101"/>
                  </a:moveTo>
                  <a:lnTo>
                    <a:pt x="49" y="172"/>
                  </a:lnTo>
                  <a:lnTo>
                    <a:pt x="11" y="276"/>
                  </a:lnTo>
                  <a:lnTo>
                    <a:pt x="104" y="244"/>
                  </a:lnTo>
                  <a:lnTo>
                    <a:pt x="138" y="262"/>
                  </a:lnTo>
                  <a:lnTo>
                    <a:pt x="261" y="157"/>
                  </a:lnTo>
                  <a:lnTo>
                    <a:pt x="315" y="0"/>
                  </a:lnTo>
                  <a:lnTo>
                    <a:pt x="252" y="117"/>
                  </a:lnTo>
                  <a:lnTo>
                    <a:pt x="192" y="117"/>
                  </a:lnTo>
                  <a:lnTo>
                    <a:pt x="71" y="172"/>
                  </a:lnTo>
                  <a:lnTo>
                    <a:pt x="23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6" name="Freeform 704">
              <a:extLst>
                <a:ext uri="{FF2B5EF4-FFF2-40B4-BE49-F238E27FC236}">
                  <a16:creationId xmlns:a16="http://schemas.microsoft.com/office/drawing/2014/main" id="{EE5D43EA-BE65-1C49-8F1C-0F20D5FA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629"/>
              <a:ext cx="35" cy="29"/>
            </a:xfrm>
            <a:custGeom>
              <a:avLst/>
              <a:gdLst>
                <a:gd name="T0" fmla="*/ 0 w 355"/>
                <a:gd name="T1" fmla="*/ 0 h 291"/>
                <a:gd name="T2" fmla="*/ 0 w 355"/>
                <a:gd name="T3" fmla="*/ 0 h 291"/>
                <a:gd name="T4" fmla="*/ 0 w 355"/>
                <a:gd name="T5" fmla="*/ 0 h 291"/>
                <a:gd name="T6" fmla="*/ 0 w 355"/>
                <a:gd name="T7" fmla="*/ 0 h 291"/>
                <a:gd name="T8" fmla="*/ 0 w 355"/>
                <a:gd name="T9" fmla="*/ 0 h 291"/>
                <a:gd name="T10" fmla="*/ 0 w 355"/>
                <a:gd name="T11" fmla="*/ 0 h 291"/>
                <a:gd name="T12" fmla="*/ 0 w 355"/>
                <a:gd name="T13" fmla="*/ 0 h 291"/>
                <a:gd name="T14" fmla="*/ 0 w 355"/>
                <a:gd name="T15" fmla="*/ 0 h 291"/>
                <a:gd name="T16" fmla="*/ 0 w 355"/>
                <a:gd name="T17" fmla="*/ 0 h 291"/>
                <a:gd name="T18" fmla="*/ 0 w 355"/>
                <a:gd name="T19" fmla="*/ 0 h 2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5"/>
                <a:gd name="T31" fmla="*/ 0 h 291"/>
                <a:gd name="T32" fmla="*/ 355 w 355"/>
                <a:gd name="T33" fmla="*/ 291 h 29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5" h="291">
                  <a:moveTo>
                    <a:pt x="87" y="291"/>
                  </a:moveTo>
                  <a:lnTo>
                    <a:pt x="21" y="291"/>
                  </a:lnTo>
                  <a:lnTo>
                    <a:pt x="0" y="247"/>
                  </a:lnTo>
                  <a:lnTo>
                    <a:pt x="21" y="189"/>
                  </a:lnTo>
                  <a:lnTo>
                    <a:pt x="144" y="86"/>
                  </a:lnTo>
                  <a:lnTo>
                    <a:pt x="355" y="0"/>
                  </a:lnTo>
                  <a:lnTo>
                    <a:pt x="186" y="86"/>
                  </a:lnTo>
                  <a:lnTo>
                    <a:pt x="111" y="173"/>
                  </a:lnTo>
                  <a:lnTo>
                    <a:pt x="111" y="258"/>
                  </a:lnTo>
                  <a:lnTo>
                    <a:pt x="87" y="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7" name="Freeform 705">
              <a:extLst>
                <a:ext uri="{FF2B5EF4-FFF2-40B4-BE49-F238E27FC236}">
                  <a16:creationId xmlns:a16="http://schemas.microsoft.com/office/drawing/2014/main" id="{DD6172E3-0014-2F46-B500-67A601A2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507"/>
              <a:ext cx="422" cy="238"/>
            </a:xfrm>
            <a:custGeom>
              <a:avLst/>
              <a:gdLst>
                <a:gd name="T0" fmla="*/ 0 w 4214"/>
                <a:gd name="T1" fmla="*/ 0 h 2382"/>
                <a:gd name="T2" fmla="*/ 0 w 4214"/>
                <a:gd name="T3" fmla="*/ 0 h 2382"/>
                <a:gd name="T4" fmla="*/ 0 w 4214"/>
                <a:gd name="T5" fmla="*/ 0 h 2382"/>
                <a:gd name="T6" fmla="*/ 0 w 4214"/>
                <a:gd name="T7" fmla="*/ 0 h 2382"/>
                <a:gd name="T8" fmla="*/ 0 w 4214"/>
                <a:gd name="T9" fmla="*/ 0 h 2382"/>
                <a:gd name="T10" fmla="*/ 0 w 4214"/>
                <a:gd name="T11" fmla="*/ 0 h 2382"/>
                <a:gd name="T12" fmla="*/ 0 w 4214"/>
                <a:gd name="T13" fmla="*/ 0 h 2382"/>
                <a:gd name="T14" fmla="*/ 0 w 4214"/>
                <a:gd name="T15" fmla="*/ 0 h 2382"/>
                <a:gd name="T16" fmla="*/ 0 w 4214"/>
                <a:gd name="T17" fmla="*/ 0 h 2382"/>
                <a:gd name="T18" fmla="*/ 0 w 4214"/>
                <a:gd name="T19" fmla="*/ 0 h 2382"/>
                <a:gd name="T20" fmla="*/ 0 w 4214"/>
                <a:gd name="T21" fmla="*/ 0 h 2382"/>
                <a:gd name="T22" fmla="*/ 0 w 4214"/>
                <a:gd name="T23" fmla="*/ 0 h 2382"/>
                <a:gd name="T24" fmla="*/ 0 w 4214"/>
                <a:gd name="T25" fmla="*/ 0 h 2382"/>
                <a:gd name="T26" fmla="*/ 0 w 4214"/>
                <a:gd name="T27" fmla="*/ 0 h 2382"/>
                <a:gd name="T28" fmla="*/ 0 w 4214"/>
                <a:gd name="T29" fmla="*/ 0 h 2382"/>
                <a:gd name="T30" fmla="*/ 0 w 4214"/>
                <a:gd name="T31" fmla="*/ 0 h 2382"/>
                <a:gd name="T32" fmla="*/ 0 w 4214"/>
                <a:gd name="T33" fmla="*/ 0 h 2382"/>
                <a:gd name="T34" fmla="*/ 0 w 4214"/>
                <a:gd name="T35" fmla="*/ 0 h 2382"/>
                <a:gd name="T36" fmla="*/ 0 w 4214"/>
                <a:gd name="T37" fmla="*/ 0 h 2382"/>
                <a:gd name="T38" fmla="*/ 0 w 4214"/>
                <a:gd name="T39" fmla="*/ 0 h 2382"/>
                <a:gd name="T40" fmla="*/ 0 w 4214"/>
                <a:gd name="T41" fmla="*/ 0 h 2382"/>
                <a:gd name="T42" fmla="*/ 0 w 4214"/>
                <a:gd name="T43" fmla="*/ 0 h 2382"/>
                <a:gd name="T44" fmla="*/ 0 w 4214"/>
                <a:gd name="T45" fmla="*/ 0 h 2382"/>
                <a:gd name="T46" fmla="*/ 0 w 4214"/>
                <a:gd name="T47" fmla="*/ 0 h 2382"/>
                <a:gd name="T48" fmla="*/ 0 w 4214"/>
                <a:gd name="T49" fmla="*/ 0 h 2382"/>
                <a:gd name="T50" fmla="*/ 0 w 4214"/>
                <a:gd name="T51" fmla="*/ 0 h 2382"/>
                <a:gd name="T52" fmla="*/ 0 w 4214"/>
                <a:gd name="T53" fmla="*/ 0 h 2382"/>
                <a:gd name="T54" fmla="*/ 0 w 4214"/>
                <a:gd name="T55" fmla="*/ 0 h 2382"/>
                <a:gd name="T56" fmla="*/ 0 w 4214"/>
                <a:gd name="T57" fmla="*/ 0 h 2382"/>
                <a:gd name="T58" fmla="*/ 0 w 4214"/>
                <a:gd name="T59" fmla="*/ 0 h 2382"/>
                <a:gd name="T60" fmla="*/ 0 w 4214"/>
                <a:gd name="T61" fmla="*/ 0 h 2382"/>
                <a:gd name="T62" fmla="*/ 0 w 4214"/>
                <a:gd name="T63" fmla="*/ 0 h 2382"/>
                <a:gd name="T64" fmla="*/ 0 w 4214"/>
                <a:gd name="T65" fmla="*/ 0 h 2382"/>
                <a:gd name="T66" fmla="*/ 0 w 4214"/>
                <a:gd name="T67" fmla="*/ 0 h 2382"/>
                <a:gd name="T68" fmla="*/ 0 w 4214"/>
                <a:gd name="T69" fmla="*/ 0 h 2382"/>
                <a:gd name="T70" fmla="*/ 0 w 4214"/>
                <a:gd name="T71" fmla="*/ 0 h 2382"/>
                <a:gd name="T72" fmla="*/ 0 w 4214"/>
                <a:gd name="T73" fmla="*/ 0 h 2382"/>
                <a:gd name="T74" fmla="*/ 0 w 4214"/>
                <a:gd name="T75" fmla="*/ 0 h 2382"/>
                <a:gd name="T76" fmla="*/ 0 w 4214"/>
                <a:gd name="T77" fmla="*/ 0 h 2382"/>
                <a:gd name="T78" fmla="*/ 0 w 4214"/>
                <a:gd name="T79" fmla="*/ 0 h 238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214"/>
                <a:gd name="T121" fmla="*/ 0 h 2382"/>
                <a:gd name="T122" fmla="*/ 4214 w 4214"/>
                <a:gd name="T123" fmla="*/ 2382 h 238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214" h="2382">
                  <a:moveTo>
                    <a:pt x="56" y="303"/>
                  </a:moveTo>
                  <a:lnTo>
                    <a:pt x="21" y="245"/>
                  </a:lnTo>
                  <a:lnTo>
                    <a:pt x="33" y="174"/>
                  </a:lnTo>
                  <a:lnTo>
                    <a:pt x="113" y="116"/>
                  </a:lnTo>
                  <a:lnTo>
                    <a:pt x="233" y="70"/>
                  </a:lnTo>
                  <a:lnTo>
                    <a:pt x="435" y="56"/>
                  </a:lnTo>
                  <a:lnTo>
                    <a:pt x="782" y="70"/>
                  </a:lnTo>
                  <a:lnTo>
                    <a:pt x="1351" y="201"/>
                  </a:lnTo>
                  <a:lnTo>
                    <a:pt x="2325" y="490"/>
                  </a:lnTo>
                  <a:lnTo>
                    <a:pt x="2903" y="736"/>
                  </a:lnTo>
                  <a:lnTo>
                    <a:pt x="3297" y="1023"/>
                  </a:lnTo>
                  <a:lnTo>
                    <a:pt x="2993" y="938"/>
                  </a:lnTo>
                  <a:lnTo>
                    <a:pt x="3253" y="1138"/>
                  </a:lnTo>
                  <a:lnTo>
                    <a:pt x="2916" y="1023"/>
                  </a:lnTo>
                  <a:lnTo>
                    <a:pt x="3305" y="1311"/>
                  </a:lnTo>
                  <a:lnTo>
                    <a:pt x="2803" y="1138"/>
                  </a:lnTo>
                  <a:lnTo>
                    <a:pt x="2986" y="1311"/>
                  </a:lnTo>
                  <a:lnTo>
                    <a:pt x="2757" y="1311"/>
                  </a:lnTo>
                  <a:lnTo>
                    <a:pt x="3073" y="1628"/>
                  </a:lnTo>
                  <a:lnTo>
                    <a:pt x="2404" y="1428"/>
                  </a:lnTo>
                  <a:lnTo>
                    <a:pt x="2146" y="1295"/>
                  </a:lnTo>
                  <a:lnTo>
                    <a:pt x="2356" y="1529"/>
                  </a:lnTo>
                  <a:lnTo>
                    <a:pt x="2593" y="1647"/>
                  </a:lnTo>
                  <a:lnTo>
                    <a:pt x="2872" y="1730"/>
                  </a:lnTo>
                  <a:lnTo>
                    <a:pt x="2938" y="1831"/>
                  </a:lnTo>
                  <a:lnTo>
                    <a:pt x="2903" y="1918"/>
                  </a:lnTo>
                  <a:lnTo>
                    <a:pt x="2815" y="1989"/>
                  </a:lnTo>
                  <a:lnTo>
                    <a:pt x="2728" y="2005"/>
                  </a:lnTo>
                  <a:lnTo>
                    <a:pt x="2637" y="1989"/>
                  </a:lnTo>
                  <a:lnTo>
                    <a:pt x="2693" y="2120"/>
                  </a:lnTo>
                  <a:lnTo>
                    <a:pt x="2884" y="2150"/>
                  </a:lnTo>
                  <a:lnTo>
                    <a:pt x="3007" y="2120"/>
                  </a:lnTo>
                  <a:lnTo>
                    <a:pt x="3128" y="2047"/>
                  </a:lnTo>
                  <a:lnTo>
                    <a:pt x="3174" y="1976"/>
                  </a:lnTo>
                  <a:lnTo>
                    <a:pt x="3205" y="1902"/>
                  </a:lnTo>
                  <a:lnTo>
                    <a:pt x="3216" y="1818"/>
                  </a:lnTo>
                  <a:lnTo>
                    <a:pt x="3261" y="1932"/>
                  </a:lnTo>
                  <a:lnTo>
                    <a:pt x="3297" y="1831"/>
                  </a:lnTo>
                  <a:lnTo>
                    <a:pt x="3323" y="1730"/>
                  </a:lnTo>
                  <a:lnTo>
                    <a:pt x="3374" y="1818"/>
                  </a:lnTo>
                  <a:lnTo>
                    <a:pt x="3384" y="1945"/>
                  </a:lnTo>
                  <a:lnTo>
                    <a:pt x="3384" y="2047"/>
                  </a:lnTo>
                  <a:lnTo>
                    <a:pt x="3440" y="1976"/>
                  </a:lnTo>
                  <a:lnTo>
                    <a:pt x="3465" y="1862"/>
                  </a:lnTo>
                  <a:lnTo>
                    <a:pt x="3484" y="1962"/>
                  </a:lnTo>
                  <a:lnTo>
                    <a:pt x="3476" y="2063"/>
                  </a:lnTo>
                  <a:lnTo>
                    <a:pt x="3519" y="2021"/>
                  </a:lnTo>
                  <a:lnTo>
                    <a:pt x="3519" y="2074"/>
                  </a:lnTo>
                  <a:lnTo>
                    <a:pt x="3476" y="2194"/>
                  </a:lnTo>
                  <a:lnTo>
                    <a:pt x="3411" y="2265"/>
                  </a:lnTo>
                  <a:lnTo>
                    <a:pt x="3519" y="2238"/>
                  </a:lnTo>
                  <a:lnTo>
                    <a:pt x="3454" y="2350"/>
                  </a:lnTo>
                  <a:lnTo>
                    <a:pt x="3541" y="2325"/>
                  </a:lnTo>
                  <a:lnTo>
                    <a:pt x="3700" y="2382"/>
                  </a:lnTo>
                  <a:lnTo>
                    <a:pt x="3869" y="2382"/>
                  </a:lnTo>
                  <a:lnTo>
                    <a:pt x="4013" y="2325"/>
                  </a:lnTo>
                  <a:lnTo>
                    <a:pt x="4110" y="2238"/>
                  </a:lnTo>
                  <a:lnTo>
                    <a:pt x="4170" y="2134"/>
                  </a:lnTo>
                  <a:lnTo>
                    <a:pt x="4214" y="1989"/>
                  </a:lnTo>
                  <a:lnTo>
                    <a:pt x="4214" y="1862"/>
                  </a:lnTo>
                  <a:lnTo>
                    <a:pt x="4181" y="1743"/>
                  </a:lnTo>
                  <a:lnTo>
                    <a:pt x="4134" y="1674"/>
                  </a:lnTo>
                  <a:lnTo>
                    <a:pt x="4043" y="1559"/>
                  </a:lnTo>
                  <a:lnTo>
                    <a:pt x="3987" y="1483"/>
                  </a:lnTo>
                  <a:lnTo>
                    <a:pt x="3930" y="1354"/>
                  </a:lnTo>
                  <a:lnTo>
                    <a:pt x="3787" y="1166"/>
                  </a:lnTo>
                  <a:lnTo>
                    <a:pt x="3465" y="911"/>
                  </a:lnTo>
                  <a:lnTo>
                    <a:pt x="2895" y="591"/>
                  </a:lnTo>
                  <a:lnTo>
                    <a:pt x="2291" y="332"/>
                  </a:lnTo>
                  <a:lnTo>
                    <a:pt x="1663" y="159"/>
                  </a:lnTo>
                  <a:lnTo>
                    <a:pt x="936" y="16"/>
                  </a:lnTo>
                  <a:lnTo>
                    <a:pt x="603" y="0"/>
                  </a:lnTo>
                  <a:lnTo>
                    <a:pt x="246" y="32"/>
                  </a:lnTo>
                  <a:lnTo>
                    <a:pt x="99" y="83"/>
                  </a:lnTo>
                  <a:lnTo>
                    <a:pt x="21" y="145"/>
                  </a:lnTo>
                  <a:lnTo>
                    <a:pt x="0" y="214"/>
                  </a:lnTo>
                  <a:lnTo>
                    <a:pt x="0" y="245"/>
                  </a:lnTo>
                  <a:lnTo>
                    <a:pt x="21" y="288"/>
                  </a:lnTo>
                  <a:lnTo>
                    <a:pt x="56" y="332"/>
                  </a:lnTo>
                  <a:lnTo>
                    <a:pt x="56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8" name="Freeform 706">
              <a:extLst>
                <a:ext uri="{FF2B5EF4-FFF2-40B4-BE49-F238E27FC236}">
                  <a16:creationId xmlns:a16="http://schemas.microsoft.com/office/drawing/2014/main" id="{ADD4EAC8-CE97-604E-B0DB-5A472232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3528"/>
              <a:ext cx="330" cy="151"/>
            </a:xfrm>
            <a:custGeom>
              <a:avLst/>
              <a:gdLst>
                <a:gd name="T0" fmla="*/ 0 w 3299"/>
                <a:gd name="T1" fmla="*/ 0 h 1504"/>
                <a:gd name="T2" fmla="*/ 0 w 3299"/>
                <a:gd name="T3" fmla="*/ 0 h 1504"/>
                <a:gd name="T4" fmla="*/ 0 w 3299"/>
                <a:gd name="T5" fmla="*/ 0 h 1504"/>
                <a:gd name="T6" fmla="*/ 0 w 3299"/>
                <a:gd name="T7" fmla="*/ 0 h 1504"/>
                <a:gd name="T8" fmla="*/ 0 w 3299"/>
                <a:gd name="T9" fmla="*/ 0 h 1504"/>
                <a:gd name="T10" fmla="*/ 0 w 3299"/>
                <a:gd name="T11" fmla="*/ 0 h 1504"/>
                <a:gd name="T12" fmla="*/ 0 w 3299"/>
                <a:gd name="T13" fmla="*/ 0 h 1504"/>
                <a:gd name="T14" fmla="*/ 0 w 3299"/>
                <a:gd name="T15" fmla="*/ 0 h 1504"/>
                <a:gd name="T16" fmla="*/ 0 w 3299"/>
                <a:gd name="T17" fmla="*/ 0 h 1504"/>
                <a:gd name="T18" fmla="*/ 0 w 3299"/>
                <a:gd name="T19" fmla="*/ 0 h 1504"/>
                <a:gd name="T20" fmla="*/ 0 w 3299"/>
                <a:gd name="T21" fmla="*/ 0 h 1504"/>
                <a:gd name="T22" fmla="*/ 0 w 3299"/>
                <a:gd name="T23" fmla="*/ 0 h 1504"/>
                <a:gd name="T24" fmla="*/ 0 w 3299"/>
                <a:gd name="T25" fmla="*/ 0 h 1504"/>
                <a:gd name="T26" fmla="*/ 0 w 3299"/>
                <a:gd name="T27" fmla="*/ 0 h 1504"/>
                <a:gd name="T28" fmla="*/ 0 w 3299"/>
                <a:gd name="T29" fmla="*/ 0 h 1504"/>
                <a:gd name="T30" fmla="*/ 0 w 3299"/>
                <a:gd name="T31" fmla="*/ 0 h 1504"/>
                <a:gd name="T32" fmla="*/ 0 w 3299"/>
                <a:gd name="T33" fmla="*/ 0 h 1504"/>
                <a:gd name="T34" fmla="*/ 0 w 3299"/>
                <a:gd name="T35" fmla="*/ 0 h 1504"/>
                <a:gd name="T36" fmla="*/ 0 w 3299"/>
                <a:gd name="T37" fmla="*/ 0 h 1504"/>
                <a:gd name="T38" fmla="*/ 0 w 3299"/>
                <a:gd name="T39" fmla="*/ 0 h 1504"/>
                <a:gd name="T40" fmla="*/ 0 w 3299"/>
                <a:gd name="T41" fmla="*/ 0 h 1504"/>
                <a:gd name="T42" fmla="*/ 0 w 3299"/>
                <a:gd name="T43" fmla="*/ 0 h 1504"/>
                <a:gd name="T44" fmla="*/ 0 w 3299"/>
                <a:gd name="T45" fmla="*/ 0 h 1504"/>
                <a:gd name="T46" fmla="*/ 0 w 3299"/>
                <a:gd name="T47" fmla="*/ 0 h 1504"/>
                <a:gd name="T48" fmla="*/ 0 w 3299"/>
                <a:gd name="T49" fmla="*/ 0 h 1504"/>
                <a:gd name="T50" fmla="*/ 0 w 3299"/>
                <a:gd name="T51" fmla="*/ 0 h 1504"/>
                <a:gd name="T52" fmla="*/ 0 w 3299"/>
                <a:gd name="T53" fmla="*/ 0 h 1504"/>
                <a:gd name="T54" fmla="*/ 0 w 3299"/>
                <a:gd name="T55" fmla="*/ 0 h 1504"/>
                <a:gd name="T56" fmla="*/ 0 w 3299"/>
                <a:gd name="T57" fmla="*/ 0 h 1504"/>
                <a:gd name="T58" fmla="*/ 0 w 3299"/>
                <a:gd name="T59" fmla="*/ 0 h 1504"/>
                <a:gd name="T60" fmla="*/ 0 w 3299"/>
                <a:gd name="T61" fmla="*/ 0 h 1504"/>
                <a:gd name="T62" fmla="*/ 0 w 3299"/>
                <a:gd name="T63" fmla="*/ 0 h 1504"/>
                <a:gd name="T64" fmla="*/ 0 w 3299"/>
                <a:gd name="T65" fmla="*/ 0 h 1504"/>
                <a:gd name="T66" fmla="*/ 0 w 3299"/>
                <a:gd name="T67" fmla="*/ 0 h 1504"/>
                <a:gd name="T68" fmla="*/ 0 w 3299"/>
                <a:gd name="T69" fmla="*/ 0 h 1504"/>
                <a:gd name="T70" fmla="*/ 0 w 3299"/>
                <a:gd name="T71" fmla="*/ 0 h 1504"/>
                <a:gd name="T72" fmla="*/ 0 w 3299"/>
                <a:gd name="T73" fmla="*/ 0 h 1504"/>
                <a:gd name="T74" fmla="*/ 0 w 3299"/>
                <a:gd name="T75" fmla="*/ 0 h 1504"/>
                <a:gd name="T76" fmla="*/ 0 w 3299"/>
                <a:gd name="T77" fmla="*/ 0 h 150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299"/>
                <a:gd name="T118" fmla="*/ 0 h 1504"/>
                <a:gd name="T119" fmla="*/ 3299 w 3299"/>
                <a:gd name="T120" fmla="*/ 1504 h 150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299" h="1504">
                  <a:moveTo>
                    <a:pt x="2773" y="393"/>
                  </a:moveTo>
                  <a:lnTo>
                    <a:pt x="2973" y="605"/>
                  </a:lnTo>
                  <a:lnTo>
                    <a:pt x="2658" y="506"/>
                  </a:lnTo>
                  <a:lnTo>
                    <a:pt x="2894" y="724"/>
                  </a:lnTo>
                  <a:lnTo>
                    <a:pt x="2629" y="678"/>
                  </a:lnTo>
                  <a:lnTo>
                    <a:pt x="2729" y="780"/>
                  </a:lnTo>
                  <a:lnTo>
                    <a:pt x="2670" y="809"/>
                  </a:lnTo>
                  <a:lnTo>
                    <a:pt x="2804" y="938"/>
                  </a:lnTo>
                  <a:lnTo>
                    <a:pt x="3299" y="1157"/>
                  </a:lnTo>
                  <a:lnTo>
                    <a:pt x="3299" y="1504"/>
                  </a:lnTo>
                  <a:lnTo>
                    <a:pt x="2571" y="1240"/>
                  </a:lnTo>
                  <a:lnTo>
                    <a:pt x="2352" y="1081"/>
                  </a:lnTo>
                  <a:lnTo>
                    <a:pt x="2237" y="909"/>
                  </a:lnTo>
                  <a:lnTo>
                    <a:pt x="2180" y="724"/>
                  </a:lnTo>
                  <a:lnTo>
                    <a:pt x="2102" y="605"/>
                  </a:lnTo>
                  <a:lnTo>
                    <a:pt x="1979" y="551"/>
                  </a:lnTo>
                  <a:lnTo>
                    <a:pt x="1880" y="536"/>
                  </a:lnTo>
                  <a:lnTo>
                    <a:pt x="2082" y="522"/>
                  </a:lnTo>
                  <a:lnTo>
                    <a:pt x="2204" y="522"/>
                  </a:lnTo>
                  <a:lnTo>
                    <a:pt x="2071" y="493"/>
                  </a:lnTo>
                  <a:lnTo>
                    <a:pt x="1880" y="478"/>
                  </a:lnTo>
                  <a:lnTo>
                    <a:pt x="2036" y="439"/>
                  </a:lnTo>
                  <a:lnTo>
                    <a:pt x="1855" y="420"/>
                  </a:lnTo>
                  <a:lnTo>
                    <a:pt x="2049" y="318"/>
                  </a:lnTo>
                  <a:lnTo>
                    <a:pt x="2215" y="289"/>
                  </a:lnTo>
                  <a:lnTo>
                    <a:pt x="1979" y="276"/>
                  </a:lnTo>
                  <a:lnTo>
                    <a:pt x="1811" y="318"/>
                  </a:lnTo>
                  <a:lnTo>
                    <a:pt x="1699" y="420"/>
                  </a:lnTo>
                  <a:lnTo>
                    <a:pt x="1586" y="493"/>
                  </a:lnTo>
                  <a:lnTo>
                    <a:pt x="1468" y="522"/>
                  </a:lnTo>
                  <a:lnTo>
                    <a:pt x="1343" y="522"/>
                  </a:lnTo>
                  <a:lnTo>
                    <a:pt x="1164" y="493"/>
                  </a:lnTo>
                  <a:lnTo>
                    <a:pt x="1039" y="605"/>
                  </a:lnTo>
                  <a:lnTo>
                    <a:pt x="920" y="678"/>
                  </a:lnTo>
                  <a:lnTo>
                    <a:pt x="785" y="724"/>
                  </a:lnTo>
                  <a:lnTo>
                    <a:pt x="638" y="750"/>
                  </a:lnTo>
                  <a:lnTo>
                    <a:pt x="549" y="780"/>
                  </a:lnTo>
                  <a:lnTo>
                    <a:pt x="515" y="809"/>
                  </a:lnTo>
                  <a:lnTo>
                    <a:pt x="506" y="897"/>
                  </a:lnTo>
                  <a:lnTo>
                    <a:pt x="527" y="952"/>
                  </a:lnTo>
                  <a:lnTo>
                    <a:pt x="571" y="1011"/>
                  </a:lnTo>
                  <a:lnTo>
                    <a:pt x="638" y="1053"/>
                  </a:lnTo>
                  <a:lnTo>
                    <a:pt x="739" y="1069"/>
                  </a:lnTo>
                  <a:lnTo>
                    <a:pt x="627" y="1097"/>
                  </a:lnTo>
                  <a:lnTo>
                    <a:pt x="481" y="1081"/>
                  </a:lnTo>
                  <a:lnTo>
                    <a:pt x="414" y="1053"/>
                  </a:lnTo>
                  <a:lnTo>
                    <a:pt x="371" y="968"/>
                  </a:lnTo>
                  <a:lnTo>
                    <a:pt x="358" y="897"/>
                  </a:lnTo>
                  <a:lnTo>
                    <a:pt x="381" y="826"/>
                  </a:lnTo>
                  <a:lnTo>
                    <a:pt x="279" y="841"/>
                  </a:lnTo>
                  <a:lnTo>
                    <a:pt x="134" y="826"/>
                  </a:lnTo>
                  <a:lnTo>
                    <a:pt x="47" y="750"/>
                  </a:lnTo>
                  <a:lnTo>
                    <a:pt x="0" y="637"/>
                  </a:lnTo>
                  <a:lnTo>
                    <a:pt x="13" y="536"/>
                  </a:lnTo>
                  <a:lnTo>
                    <a:pt x="47" y="460"/>
                  </a:lnTo>
                  <a:lnTo>
                    <a:pt x="35" y="566"/>
                  </a:lnTo>
                  <a:lnTo>
                    <a:pt x="57" y="649"/>
                  </a:lnTo>
                  <a:lnTo>
                    <a:pt x="111" y="711"/>
                  </a:lnTo>
                  <a:lnTo>
                    <a:pt x="192" y="724"/>
                  </a:lnTo>
                  <a:lnTo>
                    <a:pt x="248" y="711"/>
                  </a:lnTo>
                  <a:lnTo>
                    <a:pt x="171" y="667"/>
                  </a:lnTo>
                  <a:lnTo>
                    <a:pt x="111" y="593"/>
                  </a:lnTo>
                  <a:lnTo>
                    <a:pt x="111" y="478"/>
                  </a:lnTo>
                  <a:lnTo>
                    <a:pt x="134" y="349"/>
                  </a:lnTo>
                  <a:lnTo>
                    <a:pt x="192" y="250"/>
                  </a:lnTo>
                  <a:lnTo>
                    <a:pt x="279" y="159"/>
                  </a:lnTo>
                  <a:lnTo>
                    <a:pt x="392" y="74"/>
                  </a:lnTo>
                  <a:lnTo>
                    <a:pt x="527" y="14"/>
                  </a:lnTo>
                  <a:lnTo>
                    <a:pt x="704" y="0"/>
                  </a:lnTo>
                  <a:lnTo>
                    <a:pt x="941" y="31"/>
                  </a:lnTo>
                  <a:lnTo>
                    <a:pt x="1197" y="106"/>
                  </a:lnTo>
                  <a:lnTo>
                    <a:pt x="1332" y="106"/>
                  </a:lnTo>
                  <a:lnTo>
                    <a:pt x="1468" y="74"/>
                  </a:lnTo>
                  <a:lnTo>
                    <a:pt x="1586" y="31"/>
                  </a:lnTo>
                  <a:lnTo>
                    <a:pt x="1721" y="14"/>
                  </a:lnTo>
                  <a:lnTo>
                    <a:pt x="2059" y="46"/>
                  </a:lnTo>
                  <a:lnTo>
                    <a:pt x="2604" y="233"/>
                  </a:lnTo>
                  <a:lnTo>
                    <a:pt x="2773" y="3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79" name="Freeform 707">
              <a:extLst>
                <a:ext uri="{FF2B5EF4-FFF2-40B4-BE49-F238E27FC236}">
                  <a16:creationId xmlns:a16="http://schemas.microsoft.com/office/drawing/2014/main" id="{0DBB0FAE-2E5F-4B47-BF15-2C3F4F17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707"/>
              <a:ext cx="93" cy="45"/>
            </a:xfrm>
            <a:custGeom>
              <a:avLst/>
              <a:gdLst>
                <a:gd name="T0" fmla="*/ 0 w 928"/>
                <a:gd name="T1" fmla="*/ 0 h 448"/>
                <a:gd name="T2" fmla="*/ 0 w 928"/>
                <a:gd name="T3" fmla="*/ 0 h 448"/>
                <a:gd name="T4" fmla="*/ 0 w 928"/>
                <a:gd name="T5" fmla="*/ 0 h 448"/>
                <a:gd name="T6" fmla="*/ 0 w 928"/>
                <a:gd name="T7" fmla="*/ 0 h 448"/>
                <a:gd name="T8" fmla="*/ 0 w 928"/>
                <a:gd name="T9" fmla="*/ 0 h 448"/>
                <a:gd name="T10" fmla="*/ 0 w 928"/>
                <a:gd name="T11" fmla="*/ 0 h 448"/>
                <a:gd name="T12" fmla="*/ 0 w 928"/>
                <a:gd name="T13" fmla="*/ 0 h 448"/>
                <a:gd name="T14" fmla="*/ 0 w 928"/>
                <a:gd name="T15" fmla="*/ 0 h 448"/>
                <a:gd name="T16" fmla="*/ 0 w 928"/>
                <a:gd name="T17" fmla="*/ 0 h 448"/>
                <a:gd name="T18" fmla="*/ 0 w 928"/>
                <a:gd name="T19" fmla="*/ 0 h 448"/>
                <a:gd name="T20" fmla="*/ 0 w 928"/>
                <a:gd name="T21" fmla="*/ 0 h 448"/>
                <a:gd name="T22" fmla="*/ 0 w 928"/>
                <a:gd name="T23" fmla="*/ 0 h 448"/>
                <a:gd name="T24" fmla="*/ 0 w 928"/>
                <a:gd name="T25" fmla="*/ 0 h 448"/>
                <a:gd name="T26" fmla="*/ 0 w 928"/>
                <a:gd name="T27" fmla="*/ 0 h 448"/>
                <a:gd name="T28" fmla="*/ 0 w 928"/>
                <a:gd name="T29" fmla="*/ 0 h 448"/>
                <a:gd name="T30" fmla="*/ 0 w 928"/>
                <a:gd name="T31" fmla="*/ 0 h 448"/>
                <a:gd name="T32" fmla="*/ 0 w 928"/>
                <a:gd name="T33" fmla="*/ 0 h 448"/>
                <a:gd name="T34" fmla="*/ 0 w 928"/>
                <a:gd name="T35" fmla="*/ 0 h 448"/>
                <a:gd name="T36" fmla="*/ 0 w 928"/>
                <a:gd name="T37" fmla="*/ 0 h 448"/>
                <a:gd name="T38" fmla="*/ 0 w 928"/>
                <a:gd name="T39" fmla="*/ 0 h 448"/>
                <a:gd name="T40" fmla="*/ 0 w 928"/>
                <a:gd name="T41" fmla="*/ 0 h 448"/>
                <a:gd name="T42" fmla="*/ 0 w 928"/>
                <a:gd name="T43" fmla="*/ 0 h 4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28"/>
                <a:gd name="T67" fmla="*/ 0 h 448"/>
                <a:gd name="T68" fmla="*/ 928 w 928"/>
                <a:gd name="T69" fmla="*/ 448 h 44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28" h="448">
                  <a:moveTo>
                    <a:pt x="299" y="145"/>
                  </a:moveTo>
                  <a:lnTo>
                    <a:pt x="394" y="145"/>
                  </a:lnTo>
                  <a:lnTo>
                    <a:pt x="569" y="115"/>
                  </a:lnTo>
                  <a:lnTo>
                    <a:pt x="527" y="173"/>
                  </a:lnTo>
                  <a:lnTo>
                    <a:pt x="448" y="214"/>
                  </a:lnTo>
                  <a:lnTo>
                    <a:pt x="535" y="214"/>
                  </a:lnTo>
                  <a:lnTo>
                    <a:pt x="404" y="304"/>
                  </a:lnTo>
                  <a:lnTo>
                    <a:pt x="558" y="304"/>
                  </a:lnTo>
                  <a:lnTo>
                    <a:pt x="693" y="260"/>
                  </a:lnTo>
                  <a:lnTo>
                    <a:pt x="658" y="335"/>
                  </a:lnTo>
                  <a:lnTo>
                    <a:pt x="764" y="335"/>
                  </a:lnTo>
                  <a:lnTo>
                    <a:pt x="928" y="276"/>
                  </a:lnTo>
                  <a:lnTo>
                    <a:pt x="884" y="335"/>
                  </a:lnTo>
                  <a:lnTo>
                    <a:pt x="771" y="391"/>
                  </a:lnTo>
                  <a:lnTo>
                    <a:pt x="614" y="448"/>
                  </a:lnTo>
                  <a:lnTo>
                    <a:pt x="471" y="448"/>
                  </a:lnTo>
                  <a:lnTo>
                    <a:pt x="339" y="421"/>
                  </a:lnTo>
                  <a:lnTo>
                    <a:pt x="177" y="335"/>
                  </a:lnTo>
                  <a:lnTo>
                    <a:pt x="102" y="246"/>
                  </a:lnTo>
                  <a:lnTo>
                    <a:pt x="46" y="173"/>
                  </a:lnTo>
                  <a:lnTo>
                    <a:pt x="0" y="0"/>
                  </a:lnTo>
                  <a:lnTo>
                    <a:pt x="299" y="1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0" name="Freeform 708">
              <a:extLst>
                <a:ext uri="{FF2B5EF4-FFF2-40B4-BE49-F238E27FC236}">
                  <a16:creationId xmlns:a16="http://schemas.microsoft.com/office/drawing/2014/main" id="{146ED092-9508-ED41-84FE-F27AEE15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387"/>
              <a:ext cx="329" cy="263"/>
            </a:xfrm>
            <a:custGeom>
              <a:avLst/>
              <a:gdLst>
                <a:gd name="T0" fmla="*/ 0 w 3297"/>
                <a:gd name="T1" fmla="*/ 0 h 2627"/>
                <a:gd name="T2" fmla="*/ 0 w 3297"/>
                <a:gd name="T3" fmla="*/ 0 h 2627"/>
                <a:gd name="T4" fmla="*/ 0 w 3297"/>
                <a:gd name="T5" fmla="*/ 0 h 2627"/>
                <a:gd name="T6" fmla="*/ 0 w 3297"/>
                <a:gd name="T7" fmla="*/ 0 h 2627"/>
                <a:gd name="T8" fmla="*/ 0 w 3297"/>
                <a:gd name="T9" fmla="*/ 0 h 2627"/>
                <a:gd name="T10" fmla="*/ 0 w 3297"/>
                <a:gd name="T11" fmla="*/ 0 h 2627"/>
                <a:gd name="T12" fmla="*/ 0 w 3297"/>
                <a:gd name="T13" fmla="*/ 0 h 2627"/>
                <a:gd name="T14" fmla="*/ 0 w 3297"/>
                <a:gd name="T15" fmla="*/ 0 h 2627"/>
                <a:gd name="T16" fmla="*/ 0 w 3297"/>
                <a:gd name="T17" fmla="*/ 0 h 2627"/>
                <a:gd name="T18" fmla="*/ 0 w 3297"/>
                <a:gd name="T19" fmla="*/ 0 h 2627"/>
                <a:gd name="T20" fmla="*/ 0 w 3297"/>
                <a:gd name="T21" fmla="*/ 0 h 2627"/>
                <a:gd name="T22" fmla="*/ 0 w 3297"/>
                <a:gd name="T23" fmla="*/ 0 h 2627"/>
                <a:gd name="T24" fmla="*/ 0 w 3297"/>
                <a:gd name="T25" fmla="*/ 0 h 2627"/>
                <a:gd name="T26" fmla="*/ 0 w 3297"/>
                <a:gd name="T27" fmla="*/ 0 h 2627"/>
                <a:gd name="T28" fmla="*/ 0 w 3297"/>
                <a:gd name="T29" fmla="*/ 0 h 2627"/>
                <a:gd name="T30" fmla="*/ 0 w 3297"/>
                <a:gd name="T31" fmla="*/ 0 h 2627"/>
                <a:gd name="T32" fmla="*/ 0 w 3297"/>
                <a:gd name="T33" fmla="*/ 0 h 2627"/>
                <a:gd name="T34" fmla="*/ 0 w 3297"/>
                <a:gd name="T35" fmla="*/ 0 h 2627"/>
                <a:gd name="T36" fmla="*/ 0 w 3297"/>
                <a:gd name="T37" fmla="*/ 0 h 2627"/>
                <a:gd name="T38" fmla="*/ 0 w 3297"/>
                <a:gd name="T39" fmla="*/ 0 h 2627"/>
                <a:gd name="T40" fmla="*/ 0 w 3297"/>
                <a:gd name="T41" fmla="*/ 0 h 2627"/>
                <a:gd name="T42" fmla="*/ 0 w 3297"/>
                <a:gd name="T43" fmla="*/ 0 h 2627"/>
                <a:gd name="T44" fmla="*/ 0 w 3297"/>
                <a:gd name="T45" fmla="*/ 0 h 2627"/>
                <a:gd name="T46" fmla="*/ 0 w 3297"/>
                <a:gd name="T47" fmla="*/ 0 h 2627"/>
                <a:gd name="T48" fmla="*/ 0 w 3297"/>
                <a:gd name="T49" fmla="*/ 0 h 2627"/>
                <a:gd name="T50" fmla="*/ 0 w 3297"/>
                <a:gd name="T51" fmla="*/ 0 h 2627"/>
                <a:gd name="T52" fmla="*/ 0 w 3297"/>
                <a:gd name="T53" fmla="*/ 0 h 2627"/>
                <a:gd name="T54" fmla="*/ 0 w 3297"/>
                <a:gd name="T55" fmla="*/ 0 h 2627"/>
                <a:gd name="T56" fmla="*/ 0 w 3297"/>
                <a:gd name="T57" fmla="*/ 0 h 2627"/>
                <a:gd name="T58" fmla="*/ 0 w 3297"/>
                <a:gd name="T59" fmla="*/ 0 h 2627"/>
                <a:gd name="T60" fmla="*/ 0 w 3297"/>
                <a:gd name="T61" fmla="*/ 0 h 2627"/>
                <a:gd name="T62" fmla="*/ 0 w 3297"/>
                <a:gd name="T63" fmla="*/ 0 h 2627"/>
                <a:gd name="T64" fmla="*/ 0 w 3297"/>
                <a:gd name="T65" fmla="*/ 0 h 2627"/>
                <a:gd name="T66" fmla="*/ 0 w 3297"/>
                <a:gd name="T67" fmla="*/ 0 h 2627"/>
                <a:gd name="T68" fmla="*/ 0 w 3297"/>
                <a:gd name="T69" fmla="*/ 0 h 2627"/>
                <a:gd name="T70" fmla="*/ 0 w 3297"/>
                <a:gd name="T71" fmla="*/ 0 h 2627"/>
                <a:gd name="T72" fmla="*/ 0 w 3297"/>
                <a:gd name="T73" fmla="*/ 0 h 2627"/>
                <a:gd name="T74" fmla="*/ 0 w 3297"/>
                <a:gd name="T75" fmla="*/ 0 h 2627"/>
                <a:gd name="T76" fmla="*/ 0 w 3297"/>
                <a:gd name="T77" fmla="*/ 0 h 2627"/>
                <a:gd name="T78" fmla="*/ 0 w 3297"/>
                <a:gd name="T79" fmla="*/ 0 h 2627"/>
                <a:gd name="T80" fmla="*/ 0 w 3297"/>
                <a:gd name="T81" fmla="*/ 0 h 2627"/>
                <a:gd name="T82" fmla="*/ 0 w 3297"/>
                <a:gd name="T83" fmla="*/ 0 h 2627"/>
                <a:gd name="T84" fmla="*/ 0 w 3297"/>
                <a:gd name="T85" fmla="*/ 0 h 262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297"/>
                <a:gd name="T130" fmla="*/ 0 h 2627"/>
                <a:gd name="T131" fmla="*/ 3297 w 3297"/>
                <a:gd name="T132" fmla="*/ 2627 h 262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297" h="2627">
                  <a:moveTo>
                    <a:pt x="0" y="1124"/>
                  </a:moveTo>
                  <a:lnTo>
                    <a:pt x="100" y="884"/>
                  </a:lnTo>
                  <a:lnTo>
                    <a:pt x="254" y="647"/>
                  </a:lnTo>
                  <a:lnTo>
                    <a:pt x="468" y="420"/>
                  </a:lnTo>
                  <a:lnTo>
                    <a:pt x="714" y="229"/>
                  </a:lnTo>
                  <a:lnTo>
                    <a:pt x="972" y="87"/>
                  </a:lnTo>
                  <a:lnTo>
                    <a:pt x="1218" y="29"/>
                  </a:lnTo>
                  <a:lnTo>
                    <a:pt x="1521" y="0"/>
                  </a:lnTo>
                  <a:lnTo>
                    <a:pt x="1865" y="13"/>
                  </a:lnTo>
                  <a:lnTo>
                    <a:pt x="2302" y="133"/>
                  </a:lnTo>
                  <a:lnTo>
                    <a:pt x="2592" y="316"/>
                  </a:lnTo>
                  <a:lnTo>
                    <a:pt x="2884" y="576"/>
                  </a:lnTo>
                  <a:lnTo>
                    <a:pt x="3060" y="864"/>
                  </a:lnTo>
                  <a:lnTo>
                    <a:pt x="3205" y="1155"/>
                  </a:lnTo>
                  <a:lnTo>
                    <a:pt x="3261" y="1444"/>
                  </a:lnTo>
                  <a:lnTo>
                    <a:pt x="3274" y="1806"/>
                  </a:lnTo>
                  <a:lnTo>
                    <a:pt x="3253" y="2193"/>
                  </a:lnTo>
                  <a:lnTo>
                    <a:pt x="3274" y="2424"/>
                  </a:lnTo>
                  <a:lnTo>
                    <a:pt x="3297" y="2627"/>
                  </a:lnTo>
                  <a:lnTo>
                    <a:pt x="3195" y="2411"/>
                  </a:lnTo>
                  <a:lnTo>
                    <a:pt x="3005" y="2193"/>
                  </a:lnTo>
                  <a:lnTo>
                    <a:pt x="2793" y="2018"/>
                  </a:lnTo>
                  <a:lnTo>
                    <a:pt x="2558" y="1891"/>
                  </a:lnTo>
                  <a:lnTo>
                    <a:pt x="2702" y="1873"/>
                  </a:lnTo>
                  <a:lnTo>
                    <a:pt x="2831" y="1852"/>
                  </a:lnTo>
                  <a:lnTo>
                    <a:pt x="2927" y="1762"/>
                  </a:lnTo>
                  <a:lnTo>
                    <a:pt x="2973" y="1646"/>
                  </a:lnTo>
                  <a:lnTo>
                    <a:pt x="3017" y="1444"/>
                  </a:lnTo>
                  <a:lnTo>
                    <a:pt x="3027" y="1184"/>
                  </a:lnTo>
                  <a:lnTo>
                    <a:pt x="2927" y="884"/>
                  </a:lnTo>
                  <a:lnTo>
                    <a:pt x="2715" y="533"/>
                  </a:lnTo>
                  <a:lnTo>
                    <a:pt x="2400" y="261"/>
                  </a:lnTo>
                  <a:lnTo>
                    <a:pt x="2021" y="116"/>
                  </a:lnTo>
                  <a:lnTo>
                    <a:pt x="1709" y="73"/>
                  </a:lnTo>
                  <a:lnTo>
                    <a:pt x="1378" y="57"/>
                  </a:lnTo>
                  <a:lnTo>
                    <a:pt x="1049" y="116"/>
                  </a:lnTo>
                  <a:lnTo>
                    <a:pt x="783" y="245"/>
                  </a:lnTo>
                  <a:lnTo>
                    <a:pt x="543" y="431"/>
                  </a:lnTo>
                  <a:lnTo>
                    <a:pt x="311" y="660"/>
                  </a:lnTo>
                  <a:lnTo>
                    <a:pt x="146" y="896"/>
                  </a:lnTo>
                  <a:lnTo>
                    <a:pt x="79" y="1026"/>
                  </a:lnTo>
                  <a:lnTo>
                    <a:pt x="44" y="1140"/>
                  </a:lnTo>
                  <a:lnTo>
                    <a:pt x="0" y="1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1" name="Freeform 709">
              <a:extLst>
                <a:ext uri="{FF2B5EF4-FFF2-40B4-BE49-F238E27FC236}">
                  <a16:creationId xmlns:a16="http://schemas.microsoft.com/office/drawing/2014/main" id="{C58CB296-16C2-CF4C-8015-18925DBC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598"/>
              <a:ext cx="89" cy="174"/>
            </a:xfrm>
            <a:custGeom>
              <a:avLst/>
              <a:gdLst>
                <a:gd name="T0" fmla="*/ 0 w 897"/>
                <a:gd name="T1" fmla="*/ 0 h 1743"/>
                <a:gd name="T2" fmla="*/ 0 w 897"/>
                <a:gd name="T3" fmla="*/ 0 h 1743"/>
                <a:gd name="T4" fmla="*/ 0 w 897"/>
                <a:gd name="T5" fmla="*/ 0 h 1743"/>
                <a:gd name="T6" fmla="*/ 0 w 897"/>
                <a:gd name="T7" fmla="*/ 0 h 1743"/>
                <a:gd name="T8" fmla="*/ 0 w 897"/>
                <a:gd name="T9" fmla="*/ 0 h 1743"/>
                <a:gd name="T10" fmla="*/ 0 w 897"/>
                <a:gd name="T11" fmla="*/ 0 h 1743"/>
                <a:gd name="T12" fmla="*/ 0 w 897"/>
                <a:gd name="T13" fmla="*/ 0 h 1743"/>
                <a:gd name="T14" fmla="*/ 0 w 897"/>
                <a:gd name="T15" fmla="*/ 0 h 1743"/>
                <a:gd name="T16" fmla="*/ 0 w 897"/>
                <a:gd name="T17" fmla="*/ 0 h 1743"/>
                <a:gd name="T18" fmla="*/ 0 w 897"/>
                <a:gd name="T19" fmla="*/ 0 h 1743"/>
                <a:gd name="T20" fmla="*/ 0 w 897"/>
                <a:gd name="T21" fmla="*/ 0 h 1743"/>
                <a:gd name="T22" fmla="*/ 0 w 897"/>
                <a:gd name="T23" fmla="*/ 0 h 1743"/>
                <a:gd name="T24" fmla="*/ 0 w 897"/>
                <a:gd name="T25" fmla="*/ 0 h 1743"/>
                <a:gd name="T26" fmla="*/ 0 w 897"/>
                <a:gd name="T27" fmla="*/ 0 h 1743"/>
                <a:gd name="T28" fmla="*/ 0 w 897"/>
                <a:gd name="T29" fmla="*/ 0 h 1743"/>
                <a:gd name="T30" fmla="*/ 0 w 897"/>
                <a:gd name="T31" fmla="*/ 0 h 1743"/>
                <a:gd name="T32" fmla="*/ 0 w 897"/>
                <a:gd name="T33" fmla="*/ 0 h 1743"/>
                <a:gd name="T34" fmla="*/ 0 w 897"/>
                <a:gd name="T35" fmla="*/ 0 h 1743"/>
                <a:gd name="T36" fmla="*/ 0 w 897"/>
                <a:gd name="T37" fmla="*/ 0 h 1743"/>
                <a:gd name="T38" fmla="*/ 0 w 897"/>
                <a:gd name="T39" fmla="*/ 0 h 1743"/>
                <a:gd name="T40" fmla="*/ 0 w 897"/>
                <a:gd name="T41" fmla="*/ 0 h 1743"/>
                <a:gd name="T42" fmla="*/ 0 w 897"/>
                <a:gd name="T43" fmla="*/ 0 h 1743"/>
                <a:gd name="T44" fmla="*/ 0 w 897"/>
                <a:gd name="T45" fmla="*/ 0 h 1743"/>
                <a:gd name="T46" fmla="*/ 0 w 897"/>
                <a:gd name="T47" fmla="*/ 0 h 1743"/>
                <a:gd name="T48" fmla="*/ 0 w 897"/>
                <a:gd name="T49" fmla="*/ 0 h 1743"/>
                <a:gd name="T50" fmla="*/ 0 w 897"/>
                <a:gd name="T51" fmla="*/ 0 h 1743"/>
                <a:gd name="T52" fmla="*/ 0 w 897"/>
                <a:gd name="T53" fmla="*/ 0 h 1743"/>
                <a:gd name="T54" fmla="*/ 0 w 897"/>
                <a:gd name="T55" fmla="*/ 0 h 1743"/>
                <a:gd name="T56" fmla="*/ 0 w 897"/>
                <a:gd name="T57" fmla="*/ 0 h 1743"/>
                <a:gd name="T58" fmla="*/ 0 w 897"/>
                <a:gd name="T59" fmla="*/ 0 h 1743"/>
                <a:gd name="T60" fmla="*/ 0 w 897"/>
                <a:gd name="T61" fmla="*/ 0 h 1743"/>
                <a:gd name="T62" fmla="*/ 0 w 897"/>
                <a:gd name="T63" fmla="*/ 0 h 1743"/>
                <a:gd name="T64" fmla="*/ 0 w 897"/>
                <a:gd name="T65" fmla="*/ 0 h 1743"/>
                <a:gd name="T66" fmla="*/ 0 w 897"/>
                <a:gd name="T67" fmla="*/ 0 h 1743"/>
                <a:gd name="T68" fmla="*/ 0 w 897"/>
                <a:gd name="T69" fmla="*/ 0 h 1743"/>
                <a:gd name="T70" fmla="*/ 0 w 897"/>
                <a:gd name="T71" fmla="*/ 0 h 1743"/>
                <a:gd name="T72" fmla="*/ 0 w 897"/>
                <a:gd name="T73" fmla="*/ 0 h 1743"/>
                <a:gd name="T74" fmla="*/ 0 w 897"/>
                <a:gd name="T75" fmla="*/ 0 h 1743"/>
                <a:gd name="T76" fmla="*/ 0 w 897"/>
                <a:gd name="T77" fmla="*/ 0 h 1743"/>
                <a:gd name="T78" fmla="*/ 0 w 897"/>
                <a:gd name="T79" fmla="*/ 0 h 1743"/>
                <a:gd name="T80" fmla="*/ 0 w 897"/>
                <a:gd name="T81" fmla="*/ 0 h 17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97"/>
                <a:gd name="T124" fmla="*/ 0 h 1743"/>
                <a:gd name="T125" fmla="*/ 897 w 897"/>
                <a:gd name="T126" fmla="*/ 1743 h 174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97" h="1743">
                  <a:moveTo>
                    <a:pt x="35" y="27"/>
                  </a:moveTo>
                  <a:lnTo>
                    <a:pt x="58" y="241"/>
                  </a:lnTo>
                  <a:lnTo>
                    <a:pt x="91" y="416"/>
                  </a:lnTo>
                  <a:lnTo>
                    <a:pt x="131" y="531"/>
                  </a:lnTo>
                  <a:lnTo>
                    <a:pt x="204" y="662"/>
                  </a:lnTo>
                  <a:lnTo>
                    <a:pt x="258" y="736"/>
                  </a:lnTo>
                  <a:lnTo>
                    <a:pt x="291" y="793"/>
                  </a:lnTo>
                  <a:lnTo>
                    <a:pt x="204" y="1327"/>
                  </a:lnTo>
                  <a:lnTo>
                    <a:pt x="216" y="1398"/>
                  </a:lnTo>
                  <a:lnTo>
                    <a:pt x="244" y="1439"/>
                  </a:lnTo>
                  <a:lnTo>
                    <a:pt x="305" y="1452"/>
                  </a:lnTo>
                  <a:lnTo>
                    <a:pt x="358" y="1452"/>
                  </a:lnTo>
                  <a:lnTo>
                    <a:pt x="448" y="1452"/>
                  </a:lnTo>
                  <a:lnTo>
                    <a:pt x="493" y="1542"/>
                  </a:lnTo>
                  <a:lnTo>
                    <a:pt x="506" y="1641"/>
                  </a:lnTo>
                  <a:lnTo>
                    <a:pt x="547" y="1687"/>
                  </a:lnTo>
                  <a:lnTo>
                    <a:pt x="738" y="1703"/>
                  </a:lnTo>
                  <a:lnTo>
                    <a:pt x="813" y="1660"/>
                  </a:lnTo>
                  <a:lnTo>
                    <a:pt x="897" y="1703"/>
                  </a:lnTo>
                  <a:lnTo>
                    <a:pt x="795" y="1717"/>
                  </a:lnTo>
                  <a:lnTo>
                    <a:pt x="764" y="1717"/>
                  </a:lnTo>
                  <a:lnTo>
                    <a:pt x="639" y="1743"/>
                  </a:lnTo>
                  <a:lnTo>
                    <a:pt x="559" y="1743"/>
                  </a:lnTo>
                  <a:lnTo>
                    <a:pt x="493" y="1717"/>
                  </a:lnTo>
                  <a:lnTo>
                    <a:pt x="482" y="1629"/>
                  </a:lnTo>
                  <a:lnTo>
                    <a:pt x="472" y="1572"/>
                  </a:lnTo>
                  <a:lnTo>
                    <a:pt x="460" y="1515"/>
                  </a:lnTo>
                  <a:lnTo>
                    <a:pt x="416" y="1485"/>
                  </a:lnTo>
                  <a:lnTo>
                    <a:pt x="258" y="1471"/>
                  </a:lnTo>
                  <a:lnTo>
                    <a:pt x="204" y="1439"/>
                  </a:lnTo>
                  <a:lnTo>
                    <a:pt x="183" y="1398"/>
                  </a:lnTo>
                  <a:lnTo>
                    <a:pt x="170" y="1327"/>
                  </a:lnTo>
                  <a:lnTo>
                    <a:pt x="258" y="832"/>
                  </a:lnTo>
                  <a:lnTo>
                    <a:pt x="258" y="793"/>
                  </a:lnTo>
                  <a:lnTo>
                    <a:pt x="156" y="648"/>
                  </a:lnTo>
                  <a:lnTo>
                    <a:pt x="91" y="517"/>
                  </a:lnTo>
                  <a:lnTo>
                    <a:pt x="43" y="400"/>
                  </a:lnTo>
                  <a:lnTo>
                    <a:pt x="12" y="241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35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2" name="Freeform 710">
              <a:extLst>
                <a:ext uri="{FF2B5EF4-FFF2-40B4-BE49-F238E27FC236}">
                  <a16:creationId xmlns:a16="http://schemas.microsoft.com/office/drawing/2014/main" id="{0C2BE6F6-72B0-1146-9F07-AF299A205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735"/>
              <a:ext cx="19" cy="4"/>
            </a:xfrm>
            <a:custGeom>
              <a:avLst/>
              <a:gdLst>
                <a:gd name="T0" fmla="*/ 0 w 195"/>
                <a:gd name="T1" fmla="*/ 0 h 44"/>
                <a:gd name="T2" fmla="*/ 0 w 195"/>
                <a:gd name="T3" fmla="*/ 0 h 44"/>
                <a:gd name="T4" fmla="*/ 0 w 195"/>
                <a:gd name="T5" fmla="*/ 0 h 44"/>
                <a:gd name="T6" fmla="*/ 0 w 195"/>
                <a:gd name="T7" fmla="*/ 0 h 44"/>
                <a:gd name="T8" fmla="*/ 0 w 195"/>
                <a:gd name="T9" fmla="*/ 0 h 44"/>
                <a:gd name="T10" fmla="*/ 0 w 195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5"/>
                <a:gd name="T19" fmla="*/ 0 h 44"/>
                <a:gd name="T20" fmla="*/ 195 w 195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5" h="44">
                  <a:moveTo>
                    <a:pt x="0" y="44"/>
                  </a:moveTo>
                  <a:lnTo>
                    <a:pt x="72" y="0"/>
                  </a:lnTo>
                  <a:lnTo>
                    <a:pt x="195" y="0"/>
                  </a:lnTo>
                  <a:lnTo>
                    <a:pt x="93" y="28"/>
                  </a:lnTo>
                  <a:lnTo>
                    <a:pt x="48" y="4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3" name="Freeform 711">
              <a:extLst>
                <a:ext uri="{FF2B5EF4-FFF2-40B4-BE49-F238E27FC236}">
                  <a16:creationId xmlns:a16="http://schemas.microsoft.com/office/drawing/2014/main" id="{CE10BB68-3447-164A-A6B8-98F38F86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736"/>
              <a:ext cx="146" cy="94"/>
            </a:xfrm>
            <a:custGeom>
              <a:avLst/>
              <a:gdLst>
                <a:gd name="T0" fmla="*/ 0 w 1463"/>
                <a:gd name="T1" fmla="*/ 0 h 938"/>
                <a:gd name="T2" fmla="*/ 0 w 1463"/>
                <a:gd name="T3" fmla="*/ 0 h 938"/>
                <a:gd name="T4" fmla="*/ 0 w 1463"/>
                <a:gd name="T5" fmla="*/ 0 h 938"/>
                <a:gd name="T6" fmla="*/ 0 w 1463"/>
                <a:gd name="T7" fmla="*/ 0 h 938"/>
                <a:gd name="T8" fmla="*/ 0 w 1463"/>
                <a:gd name="T9" fmla="*/ 0 h 938"/>
                <a:gd name="T10" fmla="*/ 0 w 1463"/>
                <a:gd name="T11" fmla="*/ 0 h 938"/>
                <a:gd name="T12" fmla="*/ 0 w 1463"/>
                <a:gd name="T13" fmla="*/ 0 h 938"/>
                <a:gd name="T14" fmla="*/ 0 w 1463"/>
                <a:gd name="T15" fmla="*/ 0 h 938"/>
                <a:gd name="T16" fmla="*/ 0 w 1463"/>
                <a:gd name="T17" fmla="*/ 0 h 938"/>
                <a:gd name="T18" fmla="*/ 0 w 1463"/>
                <a:gd name="T19" fmla="*/ 0 h 938"/>
                <a:gd name="T20" fmla="*/ 0 w 1463"/>
                <a:gd name="T21" fmla="*/ 0 h 938"/>
                <a:gd name="T22" fmla="*/ 0 w 1463"/>
                <a:gd name="T23" fmla="*/ 0 h 938"/>
                <a:gd name="T24" fmla="*/ 0 w 1463"/>
                <a:gd name="T25" fmla="*/ 0 h 938"/>
                <a:gd name="T26" fmla="*/ 0 w 1463"/>
                <a:gd name="T27" fmla="*/ 0 h 938"/>
                <a:gd name="T28" fmla="*/ 0 w 1463"/>
                <a:gd name="T29" fmla="*/ 0 h 938"/>
                <a:gd name="T30" fmla="*/ 0 w 1463"/>
                <a:gd name="T31" fmla="*/ 0 h 938"/>
                <a:gd name="T32" fmla="*/ 0 w 1463"/>
                <a:gd name="T33" fmla="*/ 0 h 938"/>
                <a:gd name="T34" fmla="*/ 0 w 1463"/>
                <a:gd name="T35" fmla="*/ 0 h 938"/>
                <a:gd name="T36" fmla="*/ 0 w 1463"/>
                <a:gd name="T37" fmla="*/ 0 h 938"/>
                <a:gd name="T38" fmla="*/ 0 w 1463"/>
                <a:gd name="T39" fmla="*/ 0 h 938"/>
                <a:gd name="T40" fmla="*/ 0 w 1463"/>
                <a:gd name="T41" fmla="*/ 0 h 938"/>
                <a:gd name="T42" fmla="*/ 0 w 1463"/>
                <a:gd name="T43" fmla="*/ 0 h 938"/>
                <a:gd name="T44" fmla="*/ 0 w 1463"/>
                <a:gd name="T45" fmla="*/ 0 h 938"/>
                <a:gd name="T46" fmla="*/ 0 w 1463"/>
                <a:gd name="T47" fmla="*/ 0 h 938"/>
                <a:gd name="T48" fmla="*/ 0 w 1463"/>
                <a:gd name="T49" fmla="*/ 0 h 938"/>
                <a:gd name="T50" fmla="*/ 0 w 1463"/>
                <a:gd name="T51" fmla="*/ 0 h 938"/>
                <a:gd name="T52" fmla="*/ 0 w 1463"/>
                <a:gd name="T53" fmla="*/ 0 h 938"/>
                <a:gd name="T54" fmla="*/ 0 w 1463"/>
                <a:gd name="T55" fmla="*/ 0 h 938"/>
                <a:gd name="T56" fmla="*/ 0 w 1463"/>
                <a:gd name="T57" fmla="*/ 0 h 938"/>
                <a:gd name="T58" fmla="*/ 0 w 1463"/>
                <a:gd name="T59" fmla="*/ 0 h 938"/>
                <a:gd name="T60" fmla="*/ 0 w 1463"/>
                <a:gd name="T61" fmla="*/ 0 h 938"/>
                <a:gd name="T62" fmla="*/ 0 w 1463"/>
                <a:gd name="T63" fmla="*/ 0 h 938"/>
                <a:gd name="T64" fmla="*/ 0 w 1463"/>
                <a:gd name="T65" fmla="*/ 0 h 938"/>
                <a:gd name="T66" fmla="*/ 0 w 1463"/>
                <a:gd name="T67" fmla="*/ 0 h 938"/>
                <a:gd name="T68" fmla="*/ 0 w 1463"/>
                <a:gd name="T69" fmla="*/ 0 h 938"/>
                <a:gd name="T70" fmla="*/ 0 w 1463"/>
                <a:gd name="T71" fmla="*/ 0 h 938"/>
                <a:gd name="T72" fmla="*/ 0 w 1463"/>
                <a:gd name="T73" fmla="*/ 0 h 9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63"/>
                <a:gd name="T112" fmla="*/ 0 h 938"/>
                <a:gd name="T113" fmla="*/ 1463 w 1463"/>
                <a:gd name="T114" fmla="*/ 938 h 93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63" h="938">
                  <a:moveTo>
                    <a:pt x="23" y="391"/>
                  </a:moveTo>
                  <a:lnTo>
                    <a:pt x="54" y="505"/>
                  </a:lnTo>
                  <a:lnTo>
                    <a:pt x="211" y="577"/>
                  </a:lnTo>
                  <a:lnTo>
                    <a:pt x="280" y="678"/>
                  </a:lnTo>
                  <a:lnTo>
                    <a:pt x="312" y="793"/>
                  </a:lnTo>
                  <a:lnTo>
                    <a:pt x="389" y="835"/>
                  </a:lnTo>
                  <a:lnTo>
                    <a:pt x="479" y="850"/>
                  </a:lnTo>
                  <a:lnTo>
                    <a:pt x="592" y="835"/>
                  </a:lnTo>
                  <a:lnTo>
                    <a:pt x="727" y="793"/>
                  </a:lnTo>
                  <a:lnTo>
                    <a:pt x="860" y="706"/>
                  </a:lnTo>
                  <a:lnTo>
                    <a:pt x="1043" y="561"/>
                  </a:lnTo>
                  <a:lnTo>
                    <a:pt x="1203" y="403"/>
                  </a:lnTo>
                  <a:lnTo>
                    <a:pt x="1351" y="199"/>
                  </a:lnTo>
                  <a:lnTo>
                    <a:pt x="1463" y="0"/>
                  </a:lnTo>
                  <a:lnTo>
                    <a:pt x="1359" y="232"/>
                  </a:lnTo>
                  <a:lnTo>
                    <a:pt x="1216" y="446"/>
                  </a:lnTo>
                  <a:lnTo>
                    <a:pt x="1108" y="605"/>
                  </a:lnTo>
                  <a:lnTo>
                    <a:pt x="1043" y="692"/>
                  </a:lnTo>
                  <a:lnTo>
                    <a:pt x="1006" y="750"/>
                  </a:lnTo>
                  <a:lnTo>
                    <a:pt x="1093" y="823"/>
                  </a:lnTo>
                  <a:lnTo>
                    <a:pt x="1163" y="938"/>
                  </a:lnTo>
                  <a:lnTo>
                    <a:pt x="1068" y="850"/>
                  </a:lnTo>
                  <a:lnTo>
                    <a:pt x="995" y="809"/>
                  </a:lnTo>
                  <a:lnTo>
                    <a:pt x="905" y="793"/>
                  </a:lnTo>
                  <a:lnTo>
                    <a:pt x="816" y="809"/>
                  </a:lnTo>
                  <a:lnTo>
                    <a:pt x="683" y="867"/>
                  </a:lnTo>
                  <a:lnTo>
                    <a:pt x="570" y="894"/>
                  </a:lnTo>
                  <a:lnTo>
                    <a:pt x="469" y="894"/>
                  </a:lnTo>
                  <a:lnTo>
                    <a:pt x="356" y="878"/>
                  </a:lnTo>
                  <a:lnTo>
                    <a:pt x="302" y="835"/>
                  </a:lnTo>
                  <a:lnTo>
                    <a:pt x="269" y="793"/>
                  </a:lnTo>
                  <a:lnTo>
                    <a:pt x="244" y="706"/>
                  </a:lnTo>
                  <a:lnTo>
                    <a:pt x="211" y="648"/>
                  </a:lnTo>
                  <a:lnTo>
                    <a:pt x="148" y="605"/>
                  </a:lnTo>
                  <a:lnTo>
                    <a:pt x="34" y="547"/>
                  </a:lnTo>
                  <a:lnTo>
                    <a:pt x="0" y="490"/>
                  </a:lnTo>
                  <a:lnTo>
                    <a:pt x="23" y="3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4" name="Freeform 712">
              <a:extLst>
                <a:ext uri="{FF2B5EF4-FFF2-40B4-BE49-F238E27FC236}">
                  <a16:creationId xmlns:a16="http://schemas.microsoft.com/office/drawing/2014/main" id="{29766CB4-777B-5040-AE35-E381524BE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742"/>
              <a:ext cx="197" cy="240"/>
            </a:xfrm>
            <a:custGeom>
              <a:avLst/>
              <a:gdLst>
                <a:gd name="T0" fmla="*/ 0 w 1972"/>
                <a:gd name="T1" fmla="*/ 0 h 2404"/>
                <a:gd name="T2" fmla="*/ 0 w 1972"/>
                <a:gd name="T3" fmla="*/ 0 h 2404"/>
                <a:gd name="T4" fmla="*/ 0 w 1972"/>
                <a:gd name="T5" fmla="*/ 0 h 2404"/>
                <a:gd name="T6" fmla="*/ 0 w 1972"/>
                <a:gd name="T7" fmla="*/ 0 h 2404"/>
                <a:gd name="T8" fmla="*/ 0 w 1972"/>
                <a:gd name="T9" fmla="*/ 0 h 2404"/>
                <a:gd name="T10" fmla="*/ 0 w 1972"/>
                <a:gd name="T11" fmla="*/ 0 h 2404"/>
                <a:gd name="T12" fmla="*/ 0 w 1972"/>
                <a:gd name="T13" fmla="*/ 0 h 2404"/>
                <a:gd name="T14" fmla="*/ 0 w 1972"/>
                <a:gd name="T15" fmla="*/ 0 h 2404"/>
                <a:gd name="T16" fmla="*/ 0 w 1972"/>
                <a:gd name="T17" fmla="*/ 0 h 2404"/>
                <a:gd name="T18" fmla="*/ 0 w 1972"/>
                <a:gd name="T19" fmla="*/ 0 h 2404"/>
                <a:gd name="T20" fmla="*/ 0 w 1972"/>
                <a:gd name="T21" fmla="*/ 0 h 2404"/>
                <a:gd name="T22" fmla="*/ 0 w 1972"/>
                <a:gd name="T23" fmla="*/ 0 h 2404"/>
                <a:gd name="T24" fmla="*/ 0 w 1972"/>
                <a:gd name="T25" fmla="*/ 0 h 2404"/>
                <a:gd name="T26" fmla="*/ 0 w 1972"/>
                <a:gd name="T27" fmla="*/ 0 h 2404"/>
                <a:gd name="T28" fmla="*/ 0 w 1972"/>
                <a:gd name="T29" fmla="*/ 0 h 2404"/>
                <a:gd name="T30" fmla="*/ 0 w 1972"/>
                <a:gd name="T31" fmla="*/ 0 h 2404"/>
                <a:gd name="T32" fmla="*/ 0 w 1972"/>
                <a:gd name="T33" fmla="*/ 0 h 2404"/>
                <a:gd name="T34" fmla="*/ 0 w 1972"/>
                <a:gd name="T35" fmla="*/ 0 h 2404"/>
                <a:gd name="T36" fmla="*/ 0 w 1972"/>
                <a:gd name="T37" fmla="*/ 0 h 2404"/>
                <a:gd name="T38" fmla="*/ 0 w 1972"/>
                <a:gd name="T39" fmla="*/ 0 h 2404"/>
                <a:gd name="T40" fmla="*/ 0 w 1972"/>
                <a:gd name="T41" fmla="*/ 0 h 2404"/>
                <a:gd name="T42" fmla="*/ 0 w 1972"/>
                <a:gd name="T43" fmla="*/ 0 h 2404"/>
                <a:gd name="T44" fmla="*/ 0 w 1972"/>
                <a:gd name="T45" fmla="*/ 0 h 2404"/>
                <a:gd name="T46" fmla="*/ 0 w 1972"/>
                <a:gd name="T47" fmla="*/ 0 h 2404"/>
                <a:gd name="T48" fmla="*/ 0 w 1972"/>
                <a:gd name="T49" fmla="*/ 0 h 2404"/>
                <a:gd name="T50" fmla="*/ 0 w 1972"/>
                <a:gd name="T51" fmla="*/ 0 h 2404"/>
                <a:gd name="T52" fmla="*/ 0 w 1972"/>
                <a:gd name="T53" fmla="*/ 0 h 2404"/>
                <a:gd name="T54" fmla="*/ 0 w 1972"/>
                <a:gd name="T55" fmla="*/ 0 h 2404"/>
                <a:gd name="T56" fmla="*/ 0 w 1972"/>
                <a:gd name="T57" fmla="*/ 0 h 2404"/>
                <a:gd name="T58" fmla="*/ 0 w 1972"/>
                <a:gd name="T59" fmla="*/ 0 h 2404"/>
                <a:gd name="T60" fmla="*/ 0 w 1972"/>
                <a:gd name="T61" fmla="*/ 0 h 2404"/>
                <a:gd name="T62" fmla="*/ 0 w 1972"/>
                <a:gd name="T63" fmla="*/ 0 h 2404"/>
                <a:gd name="T64" fmla="*/ 0 w 1972"/>
                <a:gd name="T65" fmla="*/ 0 h 2404"/>
                <a:gd name="T66" fmla="*/ 0 w 1972"/>
                <a:gd name="T67" fmla="*/ 0 h 2404"/>
                <a:gd name="T68" fmla="*/ 0 w 1972"/>
                <a:gd name="T69" fmla="*/ 0 h 24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72"/>
                <a:gd name="T106" fmla="*/ 0 h 2404"/>
                <a:gd name="T107" fmla="*/ 1972 w 1972"/>
                <a:gd name="T108" fmla="*/ 2404 h 240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72" h="2404">
                  <a:moveTo>
                    <a:pt x="107" y="822"/>
                  </a:moveTo>
                  <a:lnTo>
                    <a:pt x="200" y="986"/>
                  </a:lnTo>
                  <a:lnTo>
                    <a:pt x="331" y="1250"/>
                  </a:lnTo>
                  <a:lnTo>
                    <a:pt x="526" y="1099"/>
                  </a:lnTo>
                  <a:lnTo>
                    <a:pt x="641" y="916"/>
                  </a:lnTo>
                  <a:lnTo>
                    <a:pt x="750" y="627"/>
                  </a:lnTo>
                  <a:lnTo>
                    <a:pt x="998" y="321"/>
                  </a:lnTo>
                  <a:lnTo>
                    <a:pt x="1165" y="129"/>
                  </a:lnTo>
                  <a:lnTo>
                    <a:pt x="1457" y="0"/>
                  </a:lnTo>
                  <a:lnTo>
                    <a:pt x="1663" y="146"/>
                  </a:lnTo>
                  <a:lnTo>
                    <a:pt x="1929" y="270"/>
                  </a:lnTo>
                  <a:lnTo>
                    <a:pt x="1567" y="198"/>
                  </a:lnTo>
                  <a:lnTo>
                    <a:pt x="1451" y="90"/>
                  </a:lnTo>
                  <a:lnTo>
                    <a:pt x="1234" y="169"/>
                  </a:lnTo>
                  <a:lnTo>
                    <a:pt x="791" y="655"/>
                  </a:lnTo>
                  <a:lnTo>
                    <a:pt x="662" y="974"/>
                  </a:lnTo>
                  <a:lnTo>
                    <a:pt x="548" y="1126"/>
                  </a:lnTo>
                  <a:lnTo>
                    <a:pt x="685" y="1111"/>
                  </a:lnTo>
                  <a:lnTo>
                    <a:pt x="922" y="1266"/>
                  </a:lnTo>
                  <a:lnTo>
                    <a:pt x="1139" y="1583"/>
                  </a:lnTo>
                  <a:lnTo>
                    <a:pt x="1266" y="1613"/>
                  </a:lnTo>
                  <a:lnTo>
                    <a:pt x="1438" y="1199"/>
                  </a:lnTo>
                  <a:lnTo>
                    <a:pt x="1500" y="947"/>
                  </a:lnTo>
                  <a:lnTo>
                    <a:pt x="1641" y="739"/>
                  </a:lnTo>
                  <a:lnTo>
                    <a:pt x="1836" y="612"/>
                  </a:lnTo>
                  <a:lnTo>
                    <a:pt x="1929" y="502"/>
                  </a:lnTo>
                  <a:lnTo>
                    <a:pt x="1972" y="395"/>
                  </a:lnTo>
                  <a:lnTo>
                    <a:pt x="1921" y="558"/>
                  </a:lnTo>
                  <a:lnTo>
                    <a:pt x="1845" y="655"/>
                  </a:lnTo>
                  <a:lnTo>
                    <a:pt x="1756" y="728"/>
                  </a:lnTo>
                  <a:lnTo>
                    <a:pt x="1651" y="806"/>
                  </a:lnTo>
                  <a:lnTo>
                    <a:pt x="1590" y="905"/>
                  </a:lnTo>
                  <a:lnTo>
                    <a:pt x="1567" y="986"/>
                  </a:lnTo>
                  <a:lnTo>
                    <a:pt x="1567" y="1057"/>
                  </a:lnTo>
                  <a:lnTo>
                    <a:pt x="1580" y="1126"/>
                  </a:lnTo>
                  <a:lnTo>
                    <a:pt x="1680" y="1032"/>
                  </a:lnTo>
                  <a:lnTo>
                    <a:pt x="1899" y="916"/>
                  </a:lnTo>
                  <a:lnTo>
                    <a:pt x="1663" y="1099"/>
                  </a:lnTo>
                  <a:lnTo>
                    <a:pt x="1546" y="1236"/>
                  </a:lnTo>
                  <a:lnTo>
                    <a:pt x="1426" y="1417"/>
                  </a:lnTo>
                  <a:lnTo>
                    <a:pt x="1330" y="1627"/>
                  </a:lnTo>
                  <a:lnTo>
                    <a:pt x="1051" y="2264"/>
                  </a:lnTo>
                  <a:lnTo>
                    <a:pt x="1165" y="1652"/>
                  </a:lnTo>
                  <a:lnTo>
                    <a:pt x="1117" y="1613"/>
                  </a:lnTo>
                  <a:lnTo>
                    <a:pt x="1060" y="1557"/>
                  </a:lnTo>
                  <a:lnTo>
                    <a:pt x="984" y="1460"/>
                  </a:lnTo>
                  <a:lnTo>
                    <a:pt x="897" y="1351"/>
                  </a:lnTo>
                  <a:lnTo>
                    <a:pt x="814" y="1266"/>
                  </a:lnTo>
                  <a:lnTo>
                    <a:pt x="716" y="1199"/>
                  </a:lnTo>
                  <a:lnTo>
                    <a:pt x="619" y="1166"/>
                  </a:lnTo>
                  <a:lnTo>
                    <a:pt x="504" y="1166"/>
                  </a:lnTo>
                  <a:lnTo>
                    <a:pt x="331" y="1321"/>
                  </a:lnTo>
                  <a:lnTo>
                    <a:pt x="71" y="1504"/>
                  </a:lnTo>
                  <a:lnTo>
                    <a:pt x="54" y="1583"/>
                  </a:lnTo>
                  <a:lnTo>
                    <a:pt x="71" y="1721"/>
                  </a:lnTo>
                  <a:lnTo>
                    <a:pt x="169" y="1932"/>
                  </a:lnTo>
                  <a:lnTo>
                    <a:pt x="213" y="2127"/>
                  </a:lnTo>
                  <a:lnTo>
                    <a:pt x="213" y="2404"/>
                  </a:lnTo>
                  <a:lnTo>
                    <a:pt x="179" y="2127"/>
                  </a:lnTo>
                  <a:lnTo>
                    <a:pt x="129" y="1932"/>
                  </a:lnTo>
                  <a:lnTo>
                    <a:pt x="42" y="1779"/>
                  </a:lnTo>
                  <a:lnTo>
                    <a:pt x="10" y="1652"/>
                  </a:lnTo>
                  <a:lnTo>
                    <a:pt x="0" y="1557"/>
                  </a:lnTo>
                  <a:lnTo>
                    <a:pt x="10" y="1490"/>
                  </a:lnTo>
                  <a:lnTo>
                    <a:pt x="63" y="1446"/>
                  </a:lnTo>
                  <a:lnTo>
                    <a:pt x="86" y="1403"/>
                  </a:lnTo>
                  <a:lnTo>
                    <a:pt x="63" y="1222"/>
                  </a:lnTo>
                  <a:lnTo>
                    <a:pt x="115" y="1099"/>
                  </a:lnTo>
                  <a:lnTo>
                    <a:pt x="179" y="1045"/>
                  </a:lnTo>
                  <a:lnTo>
                    <a:pt x="63" y="806"/>
                  </a:lnTo>
                  <a:lnTo>
                    <a:pt x="107" y="8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5" name="Freeform 713">
              <a:extLst>
                <a:ext uri="{FF2B5EF4-FFF2-40B4-BE49-F238E27FC236}">
                  <a16:creationId xmlns:a16="http://schemas.microsoft.com/office/drawing/2014/main" id="{E16DC342-9DCA-E448-825A-3A8B4979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825"/>
              <a:ext cx="139" cy="273"/>
            </a:xfrm>
            <a:custGeom>
              <a:avLst/>
              <a:gdLst>
                <a:gd name="T0" fmla="*/ 0 w 1386"/>
                <a:gd name="T1" fmla="*/ 0 h 2731"/>
                <a:gd name="T2" fmla="*/ 0 w 1386"/>
                <a:gd name="T3" fmla="*/ 0 h 2731"/>
                <a:gd name="T4" fmla="*/ 0 w 1386"/>
                <a:gd name="T5" fmla="*/ 0 h 2731"/>
                <a:gd name="T6" fmla="*/ 0 w 1386"/>
                <a:gd name="T7" fmla="*/ 0 h 2731"/>
                <a:gd name="T8" fmla="*/ 0 w 1386"/>
                <a:gd name="T9" fmla="*/ 0 h 2731"/>
                <a:gd name="T10" fmla="*/ 0 w 1386"/>
                <a:gd name="T11" fmla="*/ 0 h 2731"/>
                <a:gd name="T12" fmla="*/ 0 w 1386"/>
                <a:gd name="T13" fmla="*/ 0 h 2731"/>
                <a:gd name="T14" fmla="*/ 0 w 1386"/>
                <a:gd name="T15" fmla="*/ 0 h 2731"/>
                <a:gd name="T16" fmla="*/ 0 w 1386"/>
                <a:gd name="T17" fmla="*/ 0 h 2731"/>
                <a:gd name="T18" fmla="*/ 0 w 1386"/>
                <a:gd name="T19" fmla="*/ 0 h 2731"/>
                <a:gd name="T20" fmla="*/ 0 w 1386"/>
                <a:gd name="T21" fmla="*/ 0 h 2731"/>
                <a:gd name="T22" fmla="*/ 0 w 1386"/>
                <a:gd name="T23" fmla="*/ 0 h 2731"/>
                <a:gd name="T24" fmla="*/ 0 w 1386"/>
                <a:gd name="T25" fmla="*/ 0 h 2731"/>
                <a:gd name="T26" fmla="*/ 0 w 1386"/>
                <a:gd name="T27" fmla="*/ 0 h 2731"/>
                <a:gd name="T28" fmla="*/ 0 w 1386"/>
                <a:gd name="T29" fmla="*/ 0 h 2731"/>
                <a:gd name="T30" fmla="*/ 0 w 1386"/>
                <a:gd name="T31" fmla="*/ 0 h 2731"/>
                <a:gd name="T32" fmla="*/ 0 w 1386"/>
                <a:gd name="T33" fmla="*/ 0 h 2731"/>
                <a:gd name="T34" fmla="*/ 0 w 1386"/>
                <a:gd name="T35" fmla="*/ 0 h 2731"/>
                <a:gd name="T36" fmla="*/ 0 w 1386"/>
                <a:gd name="T37" fmla="*/ 0 h 2731"/>
                <a:gd name="T38" fmla="*/ 0 w 1386"/>
                <a:gd name="T39" fmla="*/ 0 h 2731"/>
                <a:gd name="T40" fmla="*/ 0 w 1386"/>
                <a:gd name="T41" fmla="*/ 0 h 2731"/>
                <a:gd name="T42" fmla="*/ 0 w 1386"/>
                <a:gd name="T43" fmla="*/ 0 h 2731"/>
                <a:gd name="T44" fmla="*/ 0 w 1386"/>
                <a:gd name="T45" fmla="*/ 0 h 2731"/>
                <a:gd name="T46" fmla="*/ 0 w 1386"/>
                <a:gd name="T47" fmla="*/ 0 h 2731"/>
                <a:gd name="T48" fmla="*/ 0 w 1386"/>
                <a:gd name="T49" fmla="*/ 0 h 2731"/>
                <a:gd name="T50" fmla="*/ 0 w 1386"/>
                <a:gd name="T51" fmla="*/ 0 h 2731"/>
                <a:gd name="T52" fmla="*/ 0 w 1386"/>
                <a:gd name="T53" fmla="*/ 0 h 2731"/>
                <a:gd name="T54" fmla="*/ 0 w 1386"/>
                <a:gd name="T55" fmla="*/ 0 h 2731"/>
                <a:gd name="T56" fmla="*/ 0 w 1386"/>
                <a:gd name="T57" fmla="*/ 0 h 2731"/>
                <a:gd name="T58" fmla="*/ 0 w 1386"/>
                <a:gd name="T59" fmla="*/ 0 h 2731"/>
                <a:gd name="T60" fmla="*/ 0 w 1386"/>
                <a:gd name="T61" fmla="*/ 0 h 2731"/>
                <a:gd name="T62" fmla="*/ 0 w 1386"/>
                <a:gd name="T63" fmla="*/ 0 h 2731"/>
                <a:gd name="T64" fmla="*/ 0 w 1386"/>
                <a:gd name="T65" fmla="*/ 0 h 2731"/>
                <a:gd name="T66" fmla="*/ 0 w 1386"/>
                <a:gd name="T67" fmla="*/ 0 h 2731"/>
                <a:gd name="T68" fmla="*/ 0 w 1386"/>
                <a:gd name="T69" fmla="*/ 0 h 2731"/>
                <a:gd name="T70" fmla="*/ 0 w 1386"/>
                <a:gd name="T71" fmla="*/ 0 h 2731"/>
                <a:gd name="T72" fmla="*/ 0 w 1386"/>
                <a:gd name="T73" fmla="*/ 0 h 2731"/>
                <a:gd name="T74" fmla="*/ 0 w 1386"/>
                <a:gd name="T75" fmla="*/ 0 h 27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86"/>
                <a:gd name="T115" fmla="*/ 0 h 2731"/>
                <a:gd name="T116" fmla="*/ 1386 w 1386"/>
                <a:gd name="T117" fmla="*/ 2731 h 273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86" h="2731">
                  <a:moveTo>
                    <a:pt x="1386" y="68"/>
                  </a:moveTo>
                  <a:lnTo>
                    <a:pt x="1257" y="165"/>
                  </a:lnTo>
                  <a:lnTo>
                    <a:pt x="1072" y="347"/>
                  </a:lnTo>
                  <a:lnTo>
                    <a:pt x="943" y="514"/>
                  </a:lnTo>
                  <a:lnTo>
                    <a:pt x="812" y="678"/>
                  </a:lnTo>
                  <a:lnTo>
                    <a:pt x="720" y="803"/>
                  </a:lnTo>
                  <a:lnTo>
                    <a:pt x="676" y="901"/>
                  </a:lnTo>
                  <a:lnTo>
                    <a:pt x="689" y="998"/>
                  </a:lnTo>
                  <a:lnTo>
                    <a:pt x="720" y="1163"/>
                  </a:lnTo>
                  <a:lnTo>
                    <a:pt x="751" y="1261"/>
                  </a:lnTo>
                  <a:lnTo>
                    <a:pt x="795" y="1315"/>
                  </a:lnTo>
                  <a:lnTo>
                    <a:pt x="668" y="1442"/>
                  </a:lnTo>
                  <a:lnTo>
                    <a:pt x="537" y="1591"/>
                  </a:lnTo>
                  <a:lnTo>
                    <a:pt x="460" y="1745"/>
                  </a:lnTo>
                  <a:lnTo>
                    <a:pt x="406" y="1898"/>
                  </a:lnTo>
                  <a:lnTo>
                    <a:pt x="377" y="2065"/>
                  </a:lnTo>
                  <a:lnTo>
                    <a:pt x="354" y="2243"/>
                  </a:lnTo>
                  <a:lnTo>
                    <a:pt x="333" y="2438"/>
                  </a:lnTo>
                  <a:lnTo>
                    <a:pt x="333" y="2521"/>
                  </a:lnTo>
                  <a:lnTo>
                    <a:pt x="279" y="2532"/>
                  </a:lnTo>
                  <a:lnTo>
                    <a:pt x="29" y="2731"/>
                  </a:lnTo>
                  <a:lnTo>
                    <a:pt x="0" y="2700"/>
                  </a:lnTo>
                  <a:lnTo>
                    <a:pt x="248" y="2482"/>
                  </a:lnTo>
                  <a:lnTo>
                    <a:pt x="289" y="2438"/>
                  </a:lnTo>
                  <a:lnTo>
                    <a:pt x="289" y="2218"/>
                  </a:lnTo>
                  <a:lnTo>
                    <a:pt x="323" y="1995"/>
                  </a:lnTo>
                  <a:lnTo>
                    <a:pt x="398" y="1762"/>
                  </a:lnTo>
                  <a:lnTo>
                    <a:pt x="481" y="1579"/>
                  </a:lnTo>
                  <a:lnTo>
                    <a:pt x="589" y="1442"/>
                  </a:lnTo>
                  <a:lnTo>
                    <a:pt x="720" y="1315"/>
                  </a:lnTo>
                  <a:lnTo>
                    <a:pt x="668" y="1188"/>
                  </a:lnTo>
                  <a:lnTo>
                    <a:pt x="633" y="1051"/>
                  </a:lnTo>
                  <a:lnTo>
                    <a:pt x="624" y="928"/>
                  </a:lnTo>
                  <a:lnTo>
                    <a:pt x="654" y="834"/>
                  </a:lnTo>
                  <a:lnTo>
                    <a:pt x="812" y="593"/>
                  </a:lnTo>
                  <a:lnTo>
                    <a:pt x="1020" y="308"/>
                  </a:lnTo>
                  <a:lnTo>
                    <a:pt x="1372" y="0"/>
                  </a:lnTo>
                  <a:lnTo>
                    <a:pt x="1386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6" name="Freeform 714">
              <a:extLst>
                <a:ext uri="{FF2B5EF4-FFF2-40B4-BE49-F238E27FC236}">
                  <a16:creationId xmlns:a16="http://schemas.microsoft.com/office/drawing/2014/main" id="{79076F1D-8693-FE44-9BE9-E62C85CB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904"/>
              <a:ext cx="57" cy="231"/>
            </a:xfrm>
            <a:custGeom>
              <a:avLst/>
              <a:gdLst>
                <a:gd name="T0" fmla="*/ 0 w 570"/>
                <a:gd name="T1" fmla="*/ 0 h 2312"/>
                <a:gd name="T2" fmla="*/ 0 w 570"/>
                <a:gd name="T3" fmla="*/ 0 h 2312"/>
                <a:gd name="T4" fmla="*/ 0 w 570"/>
                <a:gd name="T5" fmla="*/ 0 h 2312"/>
                <a:gd name="T6" fmla="*/ 0 w 570"/>
                <a:gd name="T7" fmla="*/ 0 h 2312"/>
                <a:gd name="T8" fmla="*/ 0 w 570"/>
                <a:gd name="T9" fmla="*/ 0 h 2312"/>
                <a:gd name="T10" fmla="*/ 0 w 570"/>
                <a:gd name="T11" fmla="*/ 0 h 2312"/>
                <a:gd name="T12" fmla="*/ 0 w 570"/>
                <a:gd name="T13" fmla="*/ 0 h 2312"/>
                <a:gd name="T14" fmla="*/ 0 w 570"/>
                <a:gd name="T15" fmla="*/ 0 h 2312"/>
                <a:gd name="T16" fmla="*/ 0 w 570"/>
                <a:gd name="T17" fmla="*/ 0 h 2312"/>
                <a:gd name="T18" fmla="*/ 0 w 570"/>
                <a:gd name="T19" fmla="*/ 0 h 2312"/>
                <a:gd name="T20" fmla="*/ 0 w 570"/>
                <a:gd name="T21" fmla="*/ 0 h 2312"/>
                <a:gd name="T22" fmla="*/ 0 w 570"/>
                <a:gd name="T23" fmla="*/ 0 h 2312"/>
                <a:gd name="T24" fmla="*/ 0 w 570"/>
                <a:gd name="T25" fmla="*/ 0 h 2312"/>
                <a:gd name="T26" fmla="*/ 0 w 570"/>
                <a:gd name="T27" fmla="*/ 0 h 2312"/>
                <a:gd name="T28" fmla="*/ 0 w 570"/>
                <a:gd name="T29" fmla="*/ 0 h 2312"/>
                <a:gd name="T30" fmla="*/ 0 w 570"/>
                <a:gd name="T31" fmla="*/ 0 h 2312"/>
                <a:gd name="T32" fmla="*/ 0 w 570"/>
                <a:gd name="T33" fmla="*/ 0 h 2312"/>
                <a:gd name="T34" fmla="*/ 0 w 570"/>
                <a:gd name="T35" fmla="*/ 0 h 2312"/>
                <a:gd name="T36" fmla="*/ 0 w 570"/>
                <a:gd name="T37" fmla="*/ 0 h 2312"/>
                <a:gd name="T38" fmla="*/ 0 w 570"/>
                <a:gd name="T39" fmla="*/ 0 h 2312"/>
                <a:gd name="T40" fmla="*/ 0 w 570"/>
                <a:gd name="T41" fmla="*/ 0 h 2312"/>
                <a:gd name="T42" fmla="*/ 0 w 570"/>
                <a:gd name="T43" fmla="*/ 0 h 2312"/>
                <a:gd name="T44" fmla="*/ 0 w 570"/>
                <a:gd name="T45" fmla="*/ 0 h 2312"/>
                <a:gd name="T46" fmla="*/ 0 w 570"/>
                <a:gd name="T47" fmla="*/ 0 h 2312"/>
                <a:gd name="T48" fmla="*/ 0 w 570"/>
                <a:gd name="T49" fmla="*/ 0 h 2312"/>
                <a:gd name="T50" fmla="*/ 0 w 570"/>
                <a:gd name="T51" fmla="*/ 0 h 2312"/>
                <a:gd name="T52" fmla="*/ 0 w 570"/>
                <a:gd name="T53" fmla="*/ 0 h 2312"/>
                <a:gd name="T54" fmla="*/ 0 w 570"/>
                <a:gd name="T55" fmla="*/ 0 h 2312"/>
                <a:gd name="T56" fmla="*/ 0 w 570"/>
                <a:gd name="T57" fmla="*/ 0 h 23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70"/>
                <a:gd name="T88" fmla="*/ 0 h 2312"/>
                <a:gd name="T89" fmla="*/ 570 w 570"/>
                <a:gd name="T90" fmla="*/ 2312 h 23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70" h="2312">
                  <a:moveTo>
                    <a:pt x="175" y="94"/>
                  </a:moveTo>
                  <a:lnTo>
                    <a:pt x="346" y="0"/>
                  </a:lnTo>
                  <a:lnTo>
                    <a:pt x="319" y="123"/>
                  </a:lnTo>
                  <a:lnTo>
                    <a:pt x="346" y="275"/>
                  </a:lnTo>
                  <a:lnTo>
                    <a:pt x="417" y="387"/>
                  </a:lnTo>
                  <a:lnTo>
                    <a:pt x="548" y="485"/>
                  </a:lnTo>
                  <a:lnTo>
                    <a:pt x="570" y="777"/>
                  </a:lnTo>
                  <a:lnTo>
                    <a:pt x="527" y="1222"/>
                  </a:lnTo>
                  <a:lnTo>
                    <a:pt x="450" y="1569"/>
                  </a:lnTo>
                  <a:lnTo>
                    <a:pt x="346" y="1817"/>
                  </a:lnTo>
                  <a:lnTo>
                    <a:pt x="215" y="2027"/>
                  </a:lnTo>
                  <a:lnTo>
                    <a:pt x="109" y="2201"/>
                  </a:lnTo>
                  <a:lnTo>
                    <a:pt x="67" y="2312"/>
                  </a:lnTo>
                  <a:lnTo>
                    <a:pt x="0" y="2300"/>
                  </a:lnTo>
                  <a:lnTo>
                    <a:pt x="74" y="2160"/>
                  </a:lnTo>
                  <a:lnTo>
                    <a:pt x="175" y="1983"/>
                  </a:lnTo>
                  <a:lnTo>
                    <a:pt x="290" y="1786"/>
                  </a:lnTo>
                  <a:lnTo>
                    <a:pt x="363" y="1602"/>
                  </a:lnTo>
                  <a:lnTo>
                    <a:pt x="443" y="1344"/>
                  </a:lnTo>
                  <a:lnTo>
                    <a:pt x="473" y="1097"/>
                  </a:lnTo>
                  <a:lnTo>
                    <a:pt x="494" y="827"/>
                  </a:lnTo>
                  <a:lnTo>
                    <a:pt x="487" y="624"/>
                  </a:lnTo>
                  <a:lnTo>
                    <a:pt x="461" y="500"/>
                  </a:lnTo>
                  <a:lnTo>
                    <a:pt x="363" y="398"/>
                  </a:lnTo>
                  <a:lnTo>
                    <a:pt x="302" y="275"/>
                  </a:lnTo>
                  <a:lnTo>
                    <a:pt x="280" y="167"/>
                  </a:lnTo>
                  <a:lnTo>
                    <a:pt x="280" y="79"/>
                  </a:lnTo>
                  <a:lnTo>
                    <a:pt x="175" y="123"/>
                  </a:lnTo>
                  <a:lnTo>
                    <a:pt x="175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7" name="Freeform 715">
              <a:extLst>
                <a:ext uri="{FF2B5EF4-FFF2-40B4-BE49-F238E27FC236}">
                  <a16:creationId xmlns:a16="http://schemas.microsoft.com/office/drawing/2014/main" id="{570EC610-6A5A-EA49-9AD0-3C7AEA32A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890"/>
              <a:ext cx="24" cy="103"/>
            </a:xfrm>
            <a:custGeom>
              <a:avLst/>
              <a:gdLst>
                <a:gd name="T0" fmla="*/ 0 w 238"/>
                <a:gd name="T1" fmla="*/ 0 h 1021"/>
                <a:gd name="T2" fmla="*/ 0 w 238"/>
                <a:gd name="T3" fmla="*/ 0 h 1021"/>
                <a:gd name="T4" fmla="*/ 0 w 238"/>
                <a:gd name="T5" fmla="*/ 0 h 1021"/>
                <a:gd name="T6" fmla="*/ 0 w 238"/>
                <a:gd name="T7" fmla="*/ 0 h 1021"/>
                <a:gd name="T8" fmla="*/ 0 w 238"/>
                <a:gd name="T9" fmla="*/ 0 h 1021"/>
                <a:gd name="T10" fmla="*/ 0 w 238"/>
                <a:gd name="T11" fmla="*/ 0 h 1021"/>
                <a:gd name="T12" fmla="*/ 0 w 238"/>
                <a:gd name="T13" fmla="*/ 0 h 1021"/>
                <a:gd name="T14" fmla="*/ 0 w 238"/>
                <a:gd name="T15" fmla="*/ 0 h 1021"/>
                <a:gd name="T16" fmla="*/ 0 w 238"/>
                <a:gd name="T17" fmla="*/ 0 h 1021"/>
                <a:gd name="T18" fmla="*/ 0 w 238"/>
                <a:gd name="T19" fmla="*/ 0 h 10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8"/>
                <a:gd name="T31" fmla="*/ 0 h 1021"/>
                <a:gd name="T32" fmla="*/ 238 w 238"/>
                <a:gd name="T33" fmla="*/ 1021 h 10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8" h="1021">
                  <a:moveTo>
                    <a:pt x="0" y="789"/>
                  </a:moveTo>
                  <a:lnTo>
                    <a:pt x="89" y="608"/>
                  </a:lnTo>
                  <a:lnTo>
                    <a:pt x="151" y="412"/>
                  </a:lnTo>
                  <a:lnTo>
                    <a:pt x="195" y="248"/>
                  </a:lnTo>
                  <a:lnTo>
                    <a:pt x="238" y="0"/>
                  </a:lnTo>
                  <a:lnTo>
                    <a:pt x="207" y="333"/>
                  </a:lnTo>
                  <a:lnTo>
                    <a:pt x="137" y="637"/>
                  </a:lnTo>
                  <a:lnTo>
                    <a:pt x="78" y="843"/>
                  </a:lnTo>
                  <a:lnTo>
                    <a:pt x="0" y="1021"/>
                  </a:lnTo>
                  <a:lnTo>
                    <a:pt x="0" y="7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8" name="Freeform 716">
              <a:extLst>
                <a:ext uri="{FF2B5EF4-FFF2-40B4-BE49-F238E27FC236}">
                  <a16:creationId xmlns:a16="http://schemas.microsoft.com/office/drawing/2014/main" id="{854646B1-42F5-7341-A4FF-3033854E7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991"/>
              <a:ext cx="17" cy="20"/>
            </a:xfrm>
            <a:custGeom>
              <a:avLst/>
              <a:gdLst>
                <a:gd name="T0" fmla="*/ 0 w 175"/>
                <a:gd name="T1" fmla="*/ 0 h 194"/>
                <a:gd name="T2" fmla="*/ 0 w 175"/>
                <a:gd name="T3" fmla="*/ 0 h 194"/>
                <a:gd name="T4" fmla="*/ 0 w 175"/>
                <a:gd name="T5" fmla="*/ 0 h 194"/>
                <a:gd name="T6" fmla="*/ 0 w 175"/>
                <a:gd name="T7" fmla="*/ 0 h 194"/>
                <a:gd name="T8" fmla="*/ 0 w 175"/>
                <a:gd name="T9" fmla="*/ 0 h 194"/>
                <a:gd name="T10" fmla="*/ 0 w 175"/>
                <a:gd name="T11" fmla="*/ 0 h 194"/>
                <a:gd name="T12" fmla="*/ 0 w 175"/>
                <a:gd name="T13" fmla="*/ 0 h 194"/>
                <a:gd name="T14" fmla="*/ 0 w 175"/>
                <a:gd name="T15" fmla="*/ 0 h 194"/>
                <a:gd name="T16" fmla="*/ 0 w 175"/>
                <a:gd name="T17" fmla="*/ 0 h 194"/>
                <a:gd name="T18" fmla="*/ 0 w 175"/>
                <a:gd name="T19" fmla="*/ 0 h 194"/>
                <a:gd name="T20" fmla="*/ 0 w 175"/>
                <a:gd name="T21" fmla="*/ 0 h 194"/>
                <a:gd name="T22" fmla="*/ 0 w 175"/>
                <a:gd name="T23" fmla="*/ 0 h 194"/>
                <a:gd name="T24" fmla="*/ 0 w 175"/>
                <a:gd name="T25" fmla="*/ 0 h 194"/>
                <a:gd name="T26" fmla="*/ 0 w 175"/>
                <a:gd name="T27" fmla="*/ 0 h 194"/>
                <a:gd name="T28" fmla="*/ 0 w 175"/>
                <a:gd name="T29" fmla="*/ 0 h 194"/>
                <a:gd name="T30" fmla="*/ 0 w 175"/>
                <a:gd name="T31" fmla="*/ 0 h 1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75"/>
                <a:gd name="T49" fmla="*/ 0 h 194"/>
                <a:gd name="T50" fmla="*/ 175 w 175"/>
                <a:gd name="T51" fmla="*/ 194 h 19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75" h="194">
                  <a:moveTo>
                    <a:pt x="0" y="58"/>
                  </a:moveTo>
                  <a:lnTo>
                    <a:pt x="44" y="28"/>
                  </a:lnTo>
                  <a:lnTo>
                    <a:pt x="121" y="28"/>
                  </a:lnTo>
                  <a:lnTo>
                    <a:pt x="142" y="71"/>
                  </a:lnTo>
                  <a:lnTo>
                    <a:pt x="142" y="127"/>
                  </a:lnTo>
                  <a:lnTo>
                    <a:pt x="109" y="171"/>
                  </a:lnTo>
                  <a:lnTo>
                    <a:pt x="65" y="171"/>
                  </a:lnTo>
                  <a:lnTo>
                    <a:pt x="13" y="127"/>
                  </a:lnTo>
                  <a:lnTo>
                    <a:pt x="30" y="181"/>
                  </a:lnTo>
                  <a:lnTo>
                    <a:pt x="100" y="194"/>
                  </a:lnTo>
                  <a:lnTo>
                    <a:pt x="149" y="171"/>
                  </a:lnTo>
                  <a:lnTo>
                    <a:pt x="175" y="102"/>
                  </a:lnTo>
                  <a:lnTo>
                    <a:pt x="163" y="46"/>
                  </a:lnTo>
                  <a:lnTo>
                    <a:pt x="121" y="0"/>
                  </a:lnTo>
                  <a:lnTo>
                    <a:pt x="44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89" name="Freeform 717">
              <a:extLst>
                <a:ext uri="{FF2B5EF4-FFF2-40B4-BE49-F238E27FC236}">
                  <a16:creationId xmlns:a16="http://schemas.microsoft.com/office/drawing/2014/main" id="{C1ACD0BD-EADC-0444-9048-239A1BC3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869"/>
              <a:ext cx="251" cy="293"/>
            </a:xfrm>
            <a:custGeom>
              <a:avLst/>
              <a:gdLst>
                <a:gd name="T0" fmla="*/ 0 w 2509"/>
                <a:gd name="T1" fmla="*/ 0 h 2925"/>
                <a:gd name="T2" fmla="*/ 0 w 2509"/>
                <a:gd name="T3" fmla="*/ 0 h 2925"/>
                <a:gd name="T4" fmla="*/ 0 w 2509"/>
                <a:gd name="T5" fmla="*/ 0 h 2925"/>
                <a:gd name="T6" fmla="*/ 0 w 2509"/>
                <a:gd name="T7" fmla="*/ 0 h 2925"/>
                <a:gd name="T8" fmla="*/ 0 w 2509"/>
                <a:gd name="T9" fmla="*/ 0 h 2925"/>
                <a:gd name="T10" fmla="*/ 0 w 2509"/>
                <a:gd name="T11" fmla="*/ 0 h 2925"/>
                <a:gd name="T12" fmla="*/ 0 w 2509"/>
                <a:gd name="T13" fmla="*/ 0 h 2925"/>
                <a:gd name="T14" fmla="*/ 0 w 2509"/>
                <a:gd name="T15" fmla="*/ 0 h 2925"/>
                <a:gd name="T16" fmla="*/ 0 w 2509"/>
                <a:gd name="T17" fmla="*/ 0 h 2925"/>
                <a:gd name="T18" fmla="*/ 0 w 2509"/>
                <a:gd name="T19" fmla="*/ 0 h 2925"/>
                <a:gd name="T20" fmla="*/ 0 w 2509"/>
                <a:gd name="T21" fmla="*/ 0 h 2925"/>
                <a:gd name="T22" fmla="*/ 0 w 2509"/>
                <a:gd name="T23" fmla="*/ 0 h 2925"/>
                <a:gd name="T24" fmla="*/ 0 w 2509"/>
                <a:gd name="T25" fmla="*/ 0 h 2925"/>
                <a:gd name="T26" fmla="*/ 0 w 2509"/>
                <a:gd name="T27" fmla="*/ 0 h 2925"/>
                <a:gd name="T28" fmla="*/ 0 w 2509"/>
                <a:gd name="T29" fmla="*/ 0 h 2925"/>
                <a:gd name="T30" fmla="*/ 0 w 2509"/>
                <a:gd name="T31" fmla="*/ 0 h 2925"/>
                <a:gd name="T32" fmla="*/ 0 w 2509"/>
                <a:gd name="T33" fmla="*/ 0 h 2925"/>
                <a:gd name="T34" fmla="*/ 0 w 2509"/>
                <a:gd name="T35" fmla="*/ 0 h 2925"/>
                <a:gd name="T36" fmla="*/ 0 w 2509"/>
                <a:gd name="T37" fmla="*/ 0 h 2925"/>
                <a:gd name="T38" fmla="*/ 0 w 2509"/>
                <a:gd name="T39" fmla="*/ 0 h 2925"/>
                <a:gd name="T40" fmla="*/ 0 w 2509"/>
                <a:gd name="T41" fmla="*/ 0 h 2925"/>
                <a:gd name="T42" fmla="*/ 0 w 2509"/>
                <a:gd name="T43" fmla="*/ 0 h 2925"/>
                <a:gd name="T44" fmla="*/ 0 w 2509"/>
                <a:gd name="T45" fmla="*/ 0 h 2925"/>
                <a:gd name="T46" fmla="*/ 0 w 2509"/>
                <a:gd name="T47" fmla="*/ 0 h 2925"/>
                <a:gd name="T48" fmla="*/ 0 w 2509"/>
                <a:gd name="T49" fmla="*/ 0 h 2925"/>
                <a:gd name="T50" fmla="*/ 0 w 2509"/>
                <a:gd name="T51" fmla="*/ 0 h 2925"/>
                <a:gd name="T52" fmla="*/ 0 w 2509"/>
                <a:gd name="T53" fmla="*/ 0 h 2925"/>
                <a:gd name="T54" fmla="*/ 0 w 2509"/>
                <a:gd name="T55" fmla="*/ 0 h 2925"/>
                <a:gd name="T56" fmla="*/ 0 w 2509"/>
                <a:gd name="T57" fmla="*/ 0 h 2925"/>
                <a:gd name="T58" fmla="*/ 0 w 2509"/>
                <a:gd name="T59" fmla="*/ 0 h 2925"/>
                <a:gd name="T60" fmla="*/ 0 w 2509"/>
                <a:gd name="T61" fmla="*/ 0 h 2925"/>
                <a:gd name="T62" fmla="*/ 0 w 2509"/>
                <a:gd name="T63" fmla="*/ 0 h 2925"/>
                <a:gd name="T64" fmla="*/ 0 w 2509"/>
                <a:gd name="T65" fmla="*/ 0 h 2925"/>
                <a:gd name="T66" fmla="*/ 0 w 2509"/>
                <a:gd name="T67" fmla="*/ 0 h 2925"/>
                <a:gd name="T68" fmla="*/ 0 w 2509"/>
                <a:gd name="T69" fmla="*/ 0 h 2925"/>
                <a:gd name="T70" fmla="*/ 0 w 2509"/>
                <a:gd name="T71" fmla="*/ 0 h 2925"/>
                <a:gd name="T72" fmla="*/ 0 w 2509"/>
                <a:gd name="T73" fmla="*/ 0 h 2925"/>
                <a:gd name="T74" fmla="*/ 0 w 2509"/>
                <a:gd name="T75" fmla="*/ 0 h 2925"/>
                <a:gd name="T76" fmla="*/ 0 w 2509"/>
                <a:gd name="T77" fmla="*/ 0 h 2925"/>
                <a:gd name="T78" fmla="*/ 0 w 2509"/>
                <a:gd name="T79" fmla="*/ 0 h 2925"/>
                <a:gd name="T80" fmla="*/ 0 w 2509"/>
                <a:gd name="T81" fmla="*/ 0 h 2925"/>
                <a:gd name="T82" fmla="*/ 0 w 2509"/>
                <a:gd name="T83" fmla="*/ 0 h 2925"/>
                <a:gd name="T84" fmla="*/ 0 w 2509"/>
                <a:gd name="T85" fmla="*/ 0 h 2925"/>
                <a:gd name="T86" fmla="*/ 0 w 2509"/>
                <a:gd name="T87" fmla="*/ 0 h 2925"/>
                <a:gd name="T88" fmla="*/ 0 w 2509"/>
                <a:gd name="T89" fmla="*/ 0 h 2925"/>
                <a:gd name="T90" fmla="*/ 0 w 2509"/>
                <a:gd name="T91" fmla="*/ 0 h 2925"/>
                <a:gd name="T92" fmla="*/ 0 w 2509"/>
                <a:gd name="T93" fmla="*/ 0 h 2925"/>
                <a:gd name="T94" fmla="*/ 0 w 2509"/>
                <a:gd name="T95" fmla="*/ 0 h 2925"/>
                <a:gd name="T96" fmla="*/ 0 w 2509"/>
                <a:gd name="T97" fmla="*/ 0 h 2925"/>
                <a:gd name="T98" fmla="*/ 0 w 2509"/>
                <a:gd name="T99" fmla="*/ 0 h 2925"/>
                <a:gd name="T100" fmla="*/ 0 w 2509"/>
                <a:gd name="T101" fmla="*/ 0 h 2925"/>
                <a:gd name="T102" fmla="*/ 0 w 2509"/>
                <a:gd name="T103" fmla="*/ 0 h 2925"/>
                <a:gd name="T104" fmla="*/ 0 w 2509"/>
                <a:gd name="T105" fmla="*/ 0 h 2925"/>
                <a:gd name="T106" fmla="*/ 0 w 2509"/>
                <a:gd name="T107" fmla="*/ 0 h 2925"/>
                <a:gd name="T108" fmla="*/ 0 w 2509"/>
                <a:gd name="T109" fmla="*/ 0 h 292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09"/>
                <a:gd name="T166" fmla="*/ 0 h 2925"/>
                <a:gd name="T167" fmla="*/ 2509 w 2509"/>
                <a:gd name="T168" fmla="*/ 2925 h 292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09" h="2925">
                  <a:moveTo>
                    <a:pt x="1823" y="0"/>
                  </a:moveTo>
                  <a:lnTo>
                    <a:pt x="1662" y="152"/>
                  </a:lnTo>
                  <a:lnTo>
                    <a:pt x="1579" y="279"/>
                  </a:lnTo>
                  <a:lnTo>
                    <a:pt x="1494" y="460"/>
                  </a:lnTo>
                  <a:lnTo>
                    <a:pt x="1230" y="1176"/>
                  </a:lnTo>
                  <a:lnTo>
                    <a:pt x="2200" y="472"/>
                  </a:lnTo>
                  <a:lnTo>
                    <a:pt x="1019" y="1413"/>
                  </a:lnTo>
                  <a:lnTo>
                    <a:pt x="965" y="1554"/>
                  </a:lnTo>
                  <a:lnTo>
                    <a:pt x="940" y="1737"/>
                  </a:lnTo>
                  <a:lnTo>
                    <a:pt x="1081" y="1571"/>
                  </a:lnTo>
                  <a:lnTo>
                    <a:pt x="965" y="1802"/>
                  </a:lnTo>
                  <a:lnTo>
                    <a:pt x="813" y="1983"/>
                  </a:lnTo>
                  <a:lnTo>
                    <a:pt x="662" y="2110"/>
                  </a:lnTo>
                  <a:lnTo>
                    <a:pt x="569" y="2149"/>
                  </a:lnTo>
                  <a:lnTo>
                    <a:pt x="535" y="2222"/>
                  </a:lnTo>
                  <a:lnTo>
                    <a:pt x="535" y="2346"/>
                  </a:lnTo>
                  <a:lnTo>
                    <a:pt x="890" y="2290"/>
                  </a:lnTo>
                  <a:lnTo>
                    <a:pt x="1244" y="2179"/>
                  </a:lnTo>
                  <a:lnTo>
                    <a:pt x="1567" y="2041"/>
                  </a:lnTo>
                  <a:lnTo>
                    <a:pt x="1900" y="1860"/>
                  </a:lnTo>
                  <a:lnTo>
                    <a:pt x="2210" y="1675"/>
                  </a:lnTo>
                  <a:lnTo>
                    <a:pt x="2509" y="1446"/>
                  </a:lnTo>
                  <a:lnTo>
                    <a:pt x="2148" y="1762"/>
                  </a:lnTo>
                  <a:lnTo>
                    <a:pt x="1672" y="2091"/>
                  </a:lnTo>
                  <a:lnTo>
                    <a:pt x="1277" y="2303"/>
                  </a:lnTo>
                  <a:lnTo>
                    <a:pt x="857" y="2411"/>
                  </a:lnTo>
                  <a:lnTo>
                    <a:pt x="503" y="2469"/>
                  </a:lnTo>
                  <a:lnTo>
                    <a:pt x="321" y="2550"/>
                  </a:lnTo>
                  <a:lnTo>
                    <a:pt x="206" y="2649"/>
                  </a:lnTo>
                  <a:lnTo>
                    <a:pt x="106" y="2772"/>
                  </a:lnTo>
                  <a:lnTo>
                    <a:pt x="0" y="2925"/>
                  </a:lnTo>
                  <a:lnTo>
                    <a:pt x="137" y="2679"/>
                  </a:lnTo>
                  <a:lnTo>
                    <a:pt x="374" y="2397"/>
                  </a:lnTo>
                  <a:lnTo>
                    <a:pt x="212" y="2274"/>
                  </a:lnTo>
                  <a:lnTo>
                    <a:pt x="243" y="2091"/>
                  </a:lnTo>
                  <a:lnTo>
                    <a:pt x="266" y="1874"/>
                  </a:lnTo>
                  <a:lnTo>
                    <a:pt x="233" y="1721"/>
                  </a:lnTo>
                  <a:lnTo>
                    <a:pt x="172" y="1539"/>
                  </a:lnTo>
                  <a:lnTo>
                    <a:pt x="321" y="1721"/>
                  </a:lnTo>
                  <a:lnTo>
                    <a:pt x="351" y="1860"/>
                  </a:lnTo>
                  <a:lnTo>
                    <a:pt x="331" y="2024"/>
                  </a:lnTo>
                  <a:lnTo>
                    <a:pt x="321" y="2149"/>
                  </a:lnTo>
                  <a:lnTo>
                    <a:pt x="351" y="2222"/>
                  </a:lnTo>
                  <a:lnTo>
                    <a:pt x="406" y="2274"/>
                  </a:lnTo>
                  <a:lnTo>
                    <a:pt x="450" y="2274"/>
                  </a:lnTo>
                  <a:lnTo>
                    <a:pt x="489" y="2179"/>
                  </a:lnTo>
                  <a:lnTo>
                    <a:pt x="557" y="2080"/>
                  </a:lnTo>
                  <a:lnTo>
                    <a:pt x="793" y="1929"/>
                  </a:lnTo>
                  <a:lnTo>
                    <a:pt x="869" y="1842"/>
                  </a:lnTo>
                  <a:lnTo>
                    <a:pt x="847" y="1610"/>
                  </a:lnTo>
                  <a:lnTo>
                    <a:pt x="954" y="1374"/>
                  </a:lnTo>
                  <a:lnTo>
                    <a:pt x="1124" y="1207"/>
                  </a:lnTo>
                  <a:lnTo>
                    <a:pt x="1456" y="374"/>
                  </a:lnTo>
                  <a:lnTo>
                    <a:pt x="1633" y="139"/>
                  </a:lnTo>
                  <a:lnTo>
                    <a:pt x="18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0" name="Freeform 718">
              <a:extLst>
                <a:ext uri="{FF2B5EF4-FFF2-40B4-BE49-F238E27FC236}">
                  <a16:creationId xmlns:a16="http://schemas.microsoft.com/office/drawing/2014/main" id="{81B83E18-7678-D744-B78F-DACF4364E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792"/>
              <a:ext cx="160" cy="512"/>
            </a:xfrm>
            <a:custGeom>
              <a:avLst/>
              <a:gdLst>
                <a:gd name="T0" fmla="*/ 0 w 1596"/>
                <a:gd name="T1" fmla="*/ 0 h 5121"/>
                <a:gd name="T2" fmla="*/ 0 w 1596"/>
                <a:gd name="T3" fmla="*/ 0 h 5121"/>
                <a:gd name="T4" fmla="*/ 0 w 1596"/>
                <a:gd name="T5" fmla="*/ 0 h 5121"/>
                <a:gd name="T6" fmla="*/ 0 w 1596"/>
                <a:gd name="T7" fmla="*/ 0 h 5121"/>
                <a:gd name="T8" fmla="*/ 0 w 1596"/>
                <a:gd name="T9" fmla="*/ 0 h 5121"/>
                <a:gd name="T10" fmla="*/ 0 w 1596"/>
                <a:gd name="T11" fmla="*/ 0 h 5121"/>
                <a:gd name="T12" fmla="*/ 0 w 1596"/>
                <a:gd name="T13" fmla="*/ 0 h 5121"/>
                <a:gd name="T14" fmla="*/ 0 w 1596"/>
                <a:gd name="T15" fmla="*/ 0 h 5121"/>
                <a:gd name="T16" fmla="*/ 0 w 1596"/>
                <a:gd name="T17" fmla="*/ 0 h 5121"/>
                <a:gd name="T18" fmla="*/ 0 w 1596"/>
                <a:gd name="T19" fmla="*/ 0 h 5121"/>
                <a:gd name="T20" fmla="*/ 0 w 1596"/>
                <a:gd name="T21" fmla="*/ 0 h 5121"/>
                <a:gd name="T22" fmla="*/ 0 w 1596"/>
                <a:gd name="T23" fmla="*/ 0 h 5121"/>
                <a:gd name="T24" fmla="*/ 0 w 1596"/>
                <a:gd name="T25" fmla="*/ 0 h 5121"/>
                <a:gd name="T26" fmla="*/ 0 w 1596"/>
                <a:gd name="T27" fmla="*/ 0 h 5121"/>
                <a:gd name="T28" fmla="*/ 0 w 1596"/>
                <a:gd name="T29" fmla="*/ 0 h 5121"/>
                <a:gd name="T30" fmla="*/ 0 w 1596"/>
                <a:gd name="T31" fmla="*/ 0 h 5121"/>
                <a:gd name="T32" fmla="*/ 0 w 1596"/>
                <a:gd name="T33" fmla="*/ 0 h 5121"/>
                <a:gd name="T34" fmla="*/ 0 w 1596"/>
                <a:gd name="T35" fmla="*/ 0 h 5121"/>
                <a:gd name="T36" fmla="*/ 0 w 1596"/>
                <a:gd name="T37" fmla="*/ 0 h 5121"/>
                <a:gd name="T38" fmla="*/ 0 w 1596"/>
                <a:gd name="T39" fmla="*/ 0 h 5121"/>
                <a:gd name="T40" fmla="*/ 0 w 1596"/>
                <a:gd name="T41" fmla="*/ 0 h 51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96"/>
                <a:gd name="T64" fmla="*/ 0 h 5121"/>
                <a:gd name="T65" fmla="*/ 1596 w 1596"/>
                <a:gd name="T66" fmla="*/ 5121 h 512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96" h="5121">
                  <a:moveTo>
                    <a:pt x="1258" y="5101"/>
                  </a:moveTo>
                  <a:lnTo>
                    <a:pt x="1389" y="4762"/>
                  </a:lnTo>
                  <a:lnTo>
                    <a:pt x="1520" y="4119"/>
                  </a:lnTo>
                  <a:lnTo>
                    <a:pt x="1578" y="3324"/>
                  </a:lnTo>
                  <a:lnTo>
                    <a:pt x="1596" y="2567"/>
                  </a:lnTo>
                  <a:lnTo>
                    <a:pt x="1552" y="1943"/>
                  </a:lnTo>
                  <a:lnTo>
                    <a:pt x="1434" y="1398"/>
                  </a:lnTo>
                  <a:lnTo>
                    <a:pt x="1258" y="946"/>
                  </a:lnTo>
                  <a:lnTo>
                    <a:pt x="1022" y="607"/>
                  </a:lnTo>
                  <a:lnTo>
                    <a:pt x="720" y="379"/>
                  </a:lnTo>
                  <a:lnTo>
                    <a:pt x="0" y="0"/>
                  </a:lnTo>
                  <a:lnTo>
                    <a:pt x="657" y="412"/>
                  </a:lnTo>
                  <a:lnTo>
                    <a:pt x="978" y="684"/>
                  </a:lnTo>
                  <a:lnTo>
                    <a:pt x="1201" y="1021"/>
                  </a:lnTo>
                  <a:lnTo>
                    <a:pt x="1447" y="1718"/>
                  </a:lnTo>
                  <a:lnTo>
                    <a:pt x="1507" y="2436"/>
                  </a:lnTo>
                  <a:lnTo>
                    <a:pt x="1490" y="3287"/>
                  </a:lnTo>
                  <a:lnTo>
                    <a:pt x="1434" y="4099"/>
                  </a:lnTo>
                  <a:lnTo>
                    <a:pt x="1303" y="4718"/>
                  </a:lnTo>
                  <a:lnTo>
                    <a:pt x="1141" y="5121"/>
                  </a:lnTo>
                  <a:lnTo>
                    <a:pt x="1258" y="5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1" name="Freeform 719">
              <a:extLst>
                <a:ext uri="{FF2B5EF4-FFF2-40B4-BE49-F238E27FC236}">
                  <a16:creationId xmlns:a16="http://schemas.microsoft.com/office/drawing/2014/main" id="{55A44D24-7173-7449-B852-8417F0CF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4020"/>
              <a:ext cx="159" cy="284"/>
            </a:xfrm>
            <a:custGeom>
              <a:avLst/>
              <a:gdLst>
                <a:gd name="T0" fmla="*/ 0 w 1591"/>
                <a:gd name="T1" fmla="*/ 0 h 2836"/>
                <a:gd name="T2" fmla="*/ 0 w 1591"/>
                <a:gd name="T3" fmla="*/ 0 h 2836"/>
                <a:gd name="T4" fmla="*/ 0 w 1591"/>
                <a:gd name="T5" fmla="*/ 0 h 2836"/>
                <a:gd name="T6" fmla="*/ 0 w 1591"/>
                <a:gd name="T7" fmla="*/ 0 h 2836"/>
                <a:gd name="T8" fmla="*/ 0 w 1591"/>
                <a:gd name="T9" fmla="*/ 0 h 2836"/>
                <a:gd name="T10" fmla="*/ 0 w 1591"/>
                <a:gd name="T11" fmla="*/ 0 h 2836"/>
                <a:gd name="T12" fmla="*/ 0 w 1591"/>
                <a:gd name="T13" fmla="*/ 0 h 2836"/>
                <a:gd name="T14" fmla="*/ 0 w 1591"/>
                <a:gd name="T15" fmla="*/ 0 h 2836"/>
                <a:gd name="T16" fmla="*/ 0 w 1591"/>
                <a:gd name="T17" fmla="*/ 0 h 2836"/>
                <a:gd name="T18" fmla="*/ 0 w 1591"/>
                <a:gd name="T19" fmla="*/ 0 h 2836"/>
                <a:gd name="T20" fmla="*/ 0 w 1591"/>
                <a:gd name="T21" fmla="*/ 0 h 2836"/>
                <a:gd name="T22" fmla="*/ 0 w 1591"/>
                <a:gd name="T23" fmla="*/ 0 h 2836"/>
                <a:gd name="T24" fmla="*/ 0 w 1591"/>
                <a:gd name="T25" fmla="*/ 0 h 2836"/>
                <a:gd name="T26" fmla="*/ 0 w 1591"/>
                <a:gd name="T27" fmla="*/ 0 h 28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91"/>
                <a:gd name="T43" fmla="*/ 0 h 2836"/>
                <a:gd name="T44" fmla="*/ 1591 w 1591"/>
                <a:gd name="T45" fmla="*/ 2836 h 28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91" h="2836">
                  <a:moveTo>
                    <a:pt x="1591" y="0"/>
                  </a:moveTo>
                  <a:lnTo>
                    <a:pt x="1333" y="908"/>
                  </a:lnTo>
                  <a:lnTo>
                    <a:pt x="965" y="1680"/>
                  </a:lnTo>
                  <a:lnTo>
                    <a:pt x="613" y="2249"/>
                  </a:lnTo>
                  <a:lnTo>
                    <a:pt x="482" y="2494"/>
                  </a:lnTo>
                  <a:lnTo>
                    <a:pt x="468" y="2588"/>
                  </a:lnTo>
                  <a:lnTo>
                    <a:pt x="495" y="2705"/>
                  </a:lnTo>
                  <a:lnTo>
                    <a:pt x="643" y="2836"/>
                  </a:lnTo>
                  <a:lnTo>
                    <a:pt x="0" y="2836"/>
                  </a:lnTo>
                  <a:lnTo>
                    <a:pt x="337" y="2400"/>
                  </a:lnTo>
                  <a:lnTo>
                    <a:pt x="778" y="1777"/>
                  </a:lnTo>
                  <a:lnTo>
                    <a:pt x="1115" y="1227"/>
                  </a:lnTo>
                  <a:lnTo>
                    <a:pt x="1333" y="777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2" name="Freeform 720">
              <a:extLst>
                <a:ext uri="{FF2B5EF4-FFF2-40B4-BE49-F238E27FC236}">
                  <a16:creationId xmlns:a16="http://schemas.microsoft.com/office/drawing/2014/main" id="{958FFBC4-8FBD-0E48-973A-7AE11452A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4185"/>
              <a:ext cx="100" cy="119"/>
            </a:xfrm>
            <a:custGeom>
              <a:avLst/>
              <a:gdLst>
                <a:gd name="T0" fmla="*/ 0 w 994"/>
                <a:gd name="T1" fmla="*/ 0 h 1190"/>
                <a:gd name="T2" fmla="*/ 0 w 994"/>
                <a:gd name="T3" fmla="*/ 0 h 1190"/>
                <a:gd name="T4" fmla="*/ 0 w 994"/>
                <a:gd name="T5" fmla="*/ 0 h 1190"/>
                <a:gd name="T6" fmla="*/ 0 w 994"/>
                <a:gd name="T7" fmla="*/ 0 h 1190"/>
                <a:gd name="T8" fmla="*/ 0 w 994"/>
                <a:gd name="T9" fmla="*/ 0 h 1190"/>
                <a:gd name="T10" fmla="*/ 0 w 994"/>
                <a:gd name="T11" fmla="*/ 0 h 1190"/>
                <a:gd name="T12" fmla="*/ 0 w 994"/>
                <a:gd name="T13" fmla="*/ 0 h 1190"/>
                <a:gd name="T14" fmla="*/ 0 w 994"/>
                <a:gd name="T15" fmla="*/ 0 h 1190"/>
                <a:gd name="T16" fmla="*/ 0 w 994"/>
                <a:gd name="T17" fmla="*/ 0 h 1190"/>
                <a:gd name="T18" fmla="*/ 0 w 994"/>
                <a:gd name="T19" fmla="*/ 0 h 1190"/>
                <a:gd name="T20" fmla="*/ 0 w 994"/>
                <a:gd name="T21" fmla="*/ 0 h 1190"/>
                <a:gd name="T22" fmla="*/ 0 w 994"/>
                <a:gd name="T23" fmla="*/ 0 h 1190"/>
                <a:gd name="T24" fmla="*/ 0 w 994"/>
                <a:gd name="T25" fmla="*/ 0 h 1190"/>
                <a:gd name="T26" fmla="*/ 0 w 994"/>
                <a:gd name="T27" fmla="*/ 0 h 11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994"/>
                <a:gd name="T43" fmla="*/ 0 h 1190"/>
                <a:gd name="T44" fmla="*/ 994 w 994"/>
                <a:gd name="T45" fmla="*/ 1190 h 119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994" h="1190">
                  <a:moveTo>
                    <a:pt x="994" y="0"/>
                  </a:moveTo>
                  <a:lnTo>
                    <a:pt x="353" y="266"/>
                  </a:lnTo>
                  <a:lnTo>
                    <a:pt x="73" y="530"/>
                  </a:lnTo>
                  <a:lnTo>
                    <a:pt x="0" y="787"/>
                  </a:lnTo>
                  <a:lnTo>
                    <a:pt x="27" y="1002"/>
                  </a:lnTo>
                  <a:lnTo>
                    <a:pt x="131" y="1190"/>
                  </a:lnTo>
                  <a:lnTo>
                    <a:pt x="688" y="1190"/>
                  </a:lnTo>
                  <a:lnTo>
                    <a:pt x="440" y="1037"/>
                  </a:lnTo>
                  <a:lnTo>
                    <a:pt x="295" y="787"/>
                  </a:lnTo>
                  <a:lnTo>
                    <a:pt x="264" y="623"/>
                  </a:lnTo>
                  <a:lnTo>
                    <a:pt x="307" y="468"/>
                  </a:lnTo>
                  <a:lnTo>
                    <a:pt x="408" y="315"/>
                  </a:lnTo>
                  <a:lnTo>
                    <a:pt x="569" y="226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3" name="Freeform 721">
              <a:extLst>
                <a:ext uri="{FF2B5EF4-FFF2-40B4-BE49-F238E27FC236}">
                  <a16:creationId xmlns:a16="http://schemas.microsoft.com/office/drawing/2014/main" id="{89C9D5B4-5F84-3749-A6E4-7A7BC228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4043"/>
              <a:ext cx="288" cy="261"/>
            </a:xfrm>
            <a:custGeom>
              <a:avLst/>
              <a:gdLst>
                <a:gd name="T0" fmla="*/ 0 w 2882"/>
                <a:gd name="T1" fmla="*/ 0 h 2606"/>
                <a:gd name="T2" fmla="*/ 0 w 2882"/>
                <a:gd name="T3" fmla="*/ 0 h 2606"/>
                <a:gd name="T4" fmla="*/ 0 w 2882"/>
                <a:gd name="T5" fmla="*/ 0 h 2606"/>
                <a:gd name="T6" fmla="*/ 0 w 2882"/>
                <a:gd name="T7" fmla="*/ 0 h 2606"/>
                <a:gd name="T8" fmla="*/ 0 w 2882"/>
                <a:gd name="T9" fmla="*/ 0 h 2606"/>
                <a:gd name="T10" fmla="*/ 0 w 2882"/>
                <a:gd name="T11" fmla="*/ 0 h 2606"/>
                <a:gd name="T12" fmla="*/ 0 w 2882"/>
                <a:gd name="T13" fmla="*/ 0 h 2606"/>
                <a:gd name="T14" fmla="*/ 0 w 2882"/>
                <a:gd name="T15" fmla="*/ 0 h 2606"/>
                <a:gd name="T16" fmla="*/ 0 w 2882"/>
                <a:gd name="T17" fmla="*/ 0 h 2606"/>
                <a:gd name="T18" fmla="*/ 0 w 2882"/>
                <a:gd name="T19" fmla="*/ 0 h 2606"/>
                <a:gd name="T20" fmla="*/ 0 w 2882"/>
                <a:gd name="T21" fmla="*/ 0 h 2606"/>
                <a:gd name="T22" fmla="*/ 0 w 2882"/>
                <a:gd name="T23" fmla="*/ 0 h 2606"/>
                <a:gd name="T24" fmla="*/ 0 w 2882"/>
                <a:gd name="T25" fmla="*/ 0 h 2606"/>
                <a:gd name="T26" fmla="*/ 0 w 2882"/>
                <a:gd name="T27" fmla="*/ 0 h 2606"/>
                <a:gd name="T28" fmla="*/ 0 w 2882"/>
                <a:gd name="T29" fmla="*/ 0 h 2606"/>
                <a:gd name="T30" fmla="*/ 0 w 2882"/>
                <a:gd name="T31" fmla="*/ 0 h 2606"/>
                <a:gd name="T32" fmla="*/ 0 w 2882"/>
                <a:gd name="T33" fmla="*/ 0 h 2606"/>
                <a:gd name="T34" fmla="*/ 0 w 2882"/>
                <a:gd name="T35" fmla="*/ 0 h 2606"/>
                <a:gd name="T36" fmla="*/ 0 w 2882"/>
                <a:gd name="T37" fmla="*/ 0 h 2606"/>
                <a:gd name="T38" fmla="*/ 0 w 2882"/>
                <a:gd name="T39" fmla="*/ 0 h 2606"/>
                <a:gd name="T40" fmla="*/ 0 w 2882"/>
                <a:gd name="T41" fmla="*/ 0 h 2606"/>
                <a:gd name="T42" fmla="*/ 0 w 2882"/>
                <a:gd name="T43" fmla="*/ 0 h 2606"/>
                <a:gd name="T44" fmla="*/ 0 w 2882"/>
                <a:gd name="T45" fmla="*/ 0 h 2606"/>
                <a:gd name="T46" fmla="*/ 0 w 2882"/>
                <a:gd name="T47" fmla="*/ 0 h 2606"/>
                <a:gd name="T48" fmla="*/ 0 w 2882"/>
                <a:gd name="T49" fmla="*/ 0 h 2606"/>
                <a:gd name="T50" fmla="*/ 0 w 2882"/>
                <a:gd name="T51" fmla="*/ 0 h 2606"/>
                <a:gd name="T52" fmla="*/ 0 w 2882"/>
                <a:gd name="T53" fmla="*/ 0 h 2606"/>
                <a:gd name="T54" fmla="*/ 0 w 2882"/>
                <a:gd name="T55" fmla="*/ 0 h 2606"/>
                <a:gd name="T56" fmla="*/ 0 w 2882"/>
                <a:gd name="T57" fmla="*/ 0 h 2606"/>
                <a:gd name="T58" fmla="*/ 0 w 2882"/>
                <a:gd name="T59" fmla="*/ 0 h 2606"/>
                <a:gd name="T60" fmla="*/ 0 w 2882"/>
                <a:gd name="T61" fmla="*/ 0 h 2606"/>
                <a:gd name="T62" fmla="*/ 0 w 2882"/>
                <a:gd name="T63" fmla="*/ 0 h 2606"/>
                <a:gd name="T64" fmla="*/ 0 w 2882"/>
                <a:gd name="T65" fmla="*/ 0 h 2606"/>
                <a:gd name="T66" fmla="*/ 0 w 2882"/>
                <a:gd name="T67" fmla="*/ 0 h 2606"/>
                <a:gd name="T68" fmla="*/ 0 w 2882"/>
                <a:gd name="T69" fmla="*/ 0 h 2606"/>
                <a:gd name="T70" fmla="*/ 0 w 2882"/>
                <a:gd name="T71" fmla="*/ 0 h 2606"/>
                <a:gd name="T72" fmla="*/ 0 w 2882"/>
                <a:gd name="T73" fmla="*/ 0 h 2606"/>
                <a:gd name="T74" fmla="*/ 0 w 2882"/>
                <a:gd name="T75" fmla="*/ 0 h 2606"/>
                <a:gd name="T76" fmla="*/ 0 w 2882"/>
                <a:gd name="T77" fmla="*/ 0 h 2606"/>
                <a:gd name="T78" fmla="*/ 0 w 2882"/>
                <a:gd name="T79" fmla="*/ 0 h 2606"/>
                <a:gd name="T80" fmla="*/ 0 w 2882"/>
                <a:gd name="T81" fmla="*/ 0 h 2606"/>
                <a:gd name="T82" fmla="*/ 0 w 2882"/>
                <a:gd name="T83" fmla="*/ 0 h 2606"/>
                <a:gd name="T84" fmla="*/ 0 w 2882"/>
                <a:gd name="T85" fmla="*/ 0 h 2606"/>
                <a:gd name="T86" fmla="*/ 0 w 2882"/>
                <a:gd name="T87" fmla="*/ 0 h 2606"/>
                <a:gd name="T88" fmla="*/ 0 w 2882"/>
                <a:gd name="T89" fmla="*/ 0 h 260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882"/>
                <a:gd name="T136" fmla="*/ 0 h 2606"/>
                <a:gd name="T137" fmla="*/ 2882 w 2882"/>
                <a:gd name="T138" fmla="*/ 2606 h 260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882" h="2606">
                  <a:moveTo>
                    <a:pt x="2504" y="1323"/>
                  </a:moveTo>
                  <a:lnTo>
                    <a:pt x="2662" y="1700"/>
                  </a:lnTo>
                  <a:lnTo>
                    <a:pt x="2662" y="2001"/>
                  </a:lnTo>
                  <a:lnTo>
                    <a:pt x="2882" y="2526"/>
                  </a:lnTo>
                  <a:lnTo>
                    <a:pt x="2547" y="1923"/>
                  </a:lnTo>
                  <a:lnTo>
                    <a:pt x="2547" y="1604"/>
                  </a:lnTo>
                  <a:lnTo>
                    <a:pt x="2456" y="1357"/>
                  </a:lnTo>
                  <a:lnTo>
                    <a:pt x="2356" y="2019"/>
                  </a:lnTo>
                  <a:lnTo>
                    <a:pt x="2242" y="2606"/>
                  </a:lnTo>
                  <a:lnTo>
                    <a:pt x="2270" y="1963"/>
                  </a:lnTo>
                  <a:lnTo>
                    <a:pt x="2341" y="1584"/>
                  </a:lnTo>
                  <a:lnTo>
                    <a:pt x="2416" y="1323"/>
                  </a:lnTo>
                  <a:lnTo>
                    <a:pt x="2297" y="1323"/>
                  </a:lnTo>
                  <a:lnTo>
                    <a:pt x="2226" y="1188"/>
                  </a:lnTo>
                  <a:lnTo>
                    <a:pt x="2135" y="1188"/>
                  </a:lnTo>
                  <a:lnTo>
                    <a:pt x="2004" y="1205"/>
                  </a:lnTo>
                  <a:lnTo>
                    <a:pt x="1979" y="1015"/>
                  </a:lnTo>
                  <a:lnTo>
                    <a:pt x="1783" y="942"/>
                  </a:lnTo>
                  <a:lnTo>
                    <a:pt x="1638" y="906"/>
                  </a:lnTo>
                  <a:lnTo>
                    <a:pt x="1141" y="470"/>
                  </a:lnTo>
                  <a:lnTo>
                    <a:pt x="807" y="94"/>
                  </a:lnTo>
                  <a:lnTo>
                    <a:pt x="560" y="246"/>
                  </a:lnTo>
                  <a:lnTo>
                    <a:pt x="397" y="435"/>
                  </a:lnTo>
                  <a:lnTo>
                    <a:pt x="250" y="656"/>
                  </a:lnTo>
                  <a:lnTo>
                    <a:pt x="131" y="887"/>
                  </a:lnTo>
                  <a:lnTo>
                    <a:pt x="60" y="1151"/>
                  </a:lnTo>
                  <a:lnTo>
                    <a:pt x="27" y="1469"/>
                  </a:lnTo>
                  <a:lnTo>
                    <a:pt x="0" y="1398"/>
                  </a:lnTo>
                  <a:lnTo>
                    <a:pt x="14" y="1128"/>
                  </a:lnTo>
                  <a:lnTo>
                    <a:pt x="87" y="847"/>
                  </a:lnTo>
                  <a:lnTo>
                    <a:pt x="236" y="565"/>
                  </a:lnTo>
                  <a:lnTo>
                    <a:pt x="381" y="354"/>
                  </a:lnTo>
                  <a:lnTo>
                    <a:pt x="543" y="167"/>
                  </a:lnTo>
                  <a:lnTo>
                    <a:pt x="791" y="0"/>
                  </a:lnTo>
                  <a:lnTo>
                    <a:pt x="1038" y="264"/>
                  </a:lnTo>
                  <a:lnTo>
                    <a:pt x="1377" y="583"/>
                  </a:lnTo>
                  <a:lnTo>
                    <a:pt x="1671" y="829"/>
                  </a:lnTo>
                  <a:lnTo>
                    <a:pt x="1827" y="887"/>
                  </a:lnTo>
                  <a:lnTo>
                    <a:pt x="2004" y="906"/>
                  </a:lnTo>
                  <a:lnTo>
                    <a:pt x="2063" y="997"/>
                  </a:lnTo>
                  <a:lnTo>
                    <a:pt x="2079" y="1128"/>
                  </a:lnTo>
                  <a:lnTo>
                    <a:pt x="2242" y="1128"/>
                  </a:lnTo>
                  <a:lnTo>
                    <a:pt x="2341" y="1226"/>
                  </a:lnTo>
                  <a:lnTo>
                    <a:pt x="2504" y="1205"/>
                  </a:lnTo>
                  <a:lnTo>
                    <a:pt x="2504" y="1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4" name="Freeform 722">
              <a:extLst>
                <a:ext uri="{FF2B5EF4-FFF2-40B4-BE49-F238E27FC236}">
                  <a16:creationId xmlns:a16="http://schemas.microsoft.com/office/drawing/2014/main" id="{1585E0C3-A67D-2045-B483-2BA396D8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4185"/>
              <a:ext cx="112" cy="119"/>
            </a:xfrm>
            <a:custGeom>
              <a:avLst/>
              <a:gdLst>
                <a:gd name="T0" fmla="*/ 0 w 1114"/>
                <a:gd name="T1" fmla="*/ 0 h 1190"/>
                <a:gd name="T2" fmla="*/ 0 w 1114"/>
                <a:gd name="T3" fmla="*/ 0 h 1190"/>
                <a:gd name="T4" fmla="*/ 0 w 1114"/>
                <a:gd name="T5" fmla="*/ 0 h 1190"/>
                <a:gd name="T6" fmla="*/ 0 w 1114"/>
                <a:gd name="T7" fmla="*/ 0 h 1190"/>
                <a:gd name="T8" fmla="*/ 0 w 1114"/>
                <a:gd name="T9" fmla="*/ 0 h 1190"/>
                <a:gd name="T10" fmla="*/ 0 w 1114"/>
                <a:gd name="T11" fmla="*/ 0 h 1190"/>
                <a:gd name="T12" fmla="*/ 0 w 1114"/>
                <a:gd name="T13" fmla="*/ 0 h 1190"/>
                <a:gd name="T14" fmla="*/ 0 w 1114"/>
                <a:gd name="T15" fmla="*/ 0 h 1190"/>
                <a:gd name="T16" fmla="*/ 0 w 1114"/>
                <a:gd name="T17" fmla="*/ 0 h 1190"/>
                <a:gd name="T18" fmla="*/ 0 w 1114"/>
                <a:gd name="T19" fmla="*/ 0 h 1190"/>
                <a:gd name="T20" fmla="*/ 0 w 1114"/>
                <a:gd name="T21" fmla="*/ 0 h 1190"/>
                <a:gd name="T22" fmla="*/ 0 w 1114"/>
                <a:gd name="T23" fmla="*/ 0 h 1190"/>
                <a:gd name="T24" fmla="*/ 0 w 1114"/>
                <a:gd name="T25" fmla="*/ 0 h 1190"/>
                <a:gd name="T26" fmla="*/ 0 w 1114"/>
                <a:gd name="T27" fmla="*/ 0 h 1190"/>
                <a:gd name="T28" fmla="*/ 0 w 1114"/>
                <a:gd name="T29" fmla="*/ 0 h 1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14"/>
                <a:gd name="T46" fmla="*/ 0 h 1190"/>
                <a:gd name="T47" fmla="*/ 1114 w 1114"/>
                <a:gd name="T48" fmla="*/ 1190 h 11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14" h="1190">
                  <a:moveTo>
                    <a:pt x="13" y="0"/>
                  </a:moveTo>
                  <a:lnTo>
                    <a:pt x="603" y="603"/>
                  </a:lnTo>
                  <a:lnTo>
                    <a:pt x="1114" y="1190"/>
                  </a:lnTo>
                  <a:lnTo>
                    <a:pt x="1024" y="1190"/>
                  </a:lnTo>
                  <a:lnTo>
                    <a:pt x="733" y="867"/>
                  </a:lnTo>
                  <a:lnTo>
                    <a:pt x="677" y="1077"/>
                  </a:lnTo>
                  <a:lnTo>
                    <a:pt x="646" y="1190"/>
                  </a:lnTo>
                  <a:lnTo>
                    <a:pt x="585" y="1190"/>
                  </a:lnTo>
                  <a:lnTo>
                    <a:pt x="629" y="983"/>
                  </a:lnTo>
                  <a:lnTo>
                    <a:pt x="677" y="831"/>
                  </a:lnTo>
                  <a:lnTo>
                    <a:pt x="454" y="547"/>
                  </a:lnTo>
                  <a:lnTo>
                    <a:pt x="236" y="357"/>
                  </a:lnTo>
                  <a:lnTo>
                    <a:pt x="46" y="151"/>
                  </a:lnTo>
                  <a:lnTo>
                    <a:pt x="0" y="5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5" name="Freeform 723">
              <a:extLst>
                <a:ext uri="{FF2B5EF4-FFF2-40B4-BE49-F238E27FC236}">
                  <a16:creationId xmlns:a16="http://schemas.microsoft.com/office/drawing/2014/main" id="{392FD860-9234-4A4E-BF31-3AF75E06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4176"/>
              <a:ext cx="12" cy="11"/>
            </a:xfrm>
            <a:custGeom>
              <a:avLst/>
              <a:gdLst>
                <a:gd name="T0" fmla="*/ 0 w 119"/>
                <a:gd name="T1" fmla="*/ 0 h 109"/>
                <a:gd name="T2" fmla="*/ 0 w 119"/>
                <a:gd name="T3" fmla="*/ 0 h 109"/>
                <a:gd name="T4" fmla="*/ 0 w 119"/>
                <a:gd name="T5" fmla="*/ 0 h 109"/>
                <a:gd name="T6" fmla="*/ 0 w 119"/>
                <a:gd name="T7" fmla="*/ 0 h 109"/>
                <a:gd name="T8" fmla="*/ 0 w 119"/>
                <a:gd name="T9" fmla="*/ 0 h 109"/>
                <a:gd name="T10" fmla="*/ 0 w 119"/>
                <a:gd name="T11" fmla="*/ 0 h 109"/>
                <a:gd name="T12" fmla="*/ 0 w 119"/>
                <a:gd name="T13" fmla="*/ 0 h 109"/>
                <a:gd name="T14" fmla="*/ 0 w 119"/>
                <a:gd name="T15" fmla="*/ 0 h 109"/>
                <a:gd name="T16" fmla="*/ 0 w 119"/>
                <a:gd name="T17" fmla="*/ 0 h 109"/>
                <a:gd name="T18" fmla="*/ 0 w 119"/>
                <a:gd name="T19" fmla="*/ 0 h 109"/>
                <a:gd name="T20" fmla="*/ 0 w 119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9"/>
                <a:gd name="T34" fmla="*/ 0 h 109"/>
                <a:gd name="T35" fmla="*/ 119 w 119"/>
                <a:gd name="T36" fmla="*/ 109 h 1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9" h="109">
                  <a:moveTo>
                    <a:pt x="0" y="34"/>
                  </a:moveTo>
                  <a:lnTo>
                    <a:pt x="62" y="17"/>
                  </a:lnTo>
                  <a:lnTo>
                    <a:pt x="91" y="34"/>
                  </a:lnTo>
                  <a:lnTo>
                    <a:pt x="105" y="93"/>
                  </a:lnTo>
                  <a:lnTo>
                    <a:pt x="44" y="109"/>
                  </a:lnTo>
                  <a:lnTo>
                    <a:pt x="105" y="109"/>
                  </a:lnTo>
                  <a:lnTo>
                    <a:pt x="119" y="75"/>
                  </a:lnTo>
                  <a:lnTo>
                    <a:pt x="105" y="34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6" name="Freeform 724">
              <a:extLst>
                <a:ext uri="{FF2B5EF4-FFF2-40B4-BE49-F238E27FC236}">
                  <a16:creationId xmlns:a16="http://schemas.microsoft.com/office/drawing/2014/main" id="{B6DCA099-31F2-6E42-8370-A9E64D97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4198"/>
              <a:ext cx="11" cy="11"/>
            </a:xfrm>
            <a:custGeom>
              <a:avLst/>
              <a:gdLst>
                <a:gd name="T0" fmla="*/ 0 w 117"/>
                <a:gd name="T1" fmla="*/ 0 h 112"/>
                <a:gd name="T2" fmla="*/ 0 w 117"/>
                <a:gd name="T3" fmla="*/ 0 h 112"/>
                <a:gd name="T4" fmla="*/ 0 w 117"/>
                <a:gd name="T5" fmla="*/ 0 h 112"/>
                <a:gd name="T6" fmla="*/ 0 w 117"/>
                <a:gd name="T7" fmla="*/ 0 h 112"/>
                <a:gd name="T8" fmla="*/ 0 w 117"/>
                <a:gd name="T9" fmla="*/ 0 h 112"/>
                <a:gd name="T10" fmla="*/ 0 w 117"/>
                <a:gd name="T11" fmla="*/ 0 h 112"/>
                <a:gd name="T12" fmla="*/ 0 w 117"/>
                <a:gd name="T13" fmla="*/ 0 h 112"/>
                <a:gd name="T14" fmla="*/ 0 w 117"/>
                <a:gd name="T15" fmla="*/ 0 h 112"/>
                <a:gd name="T16" fmla="*/ 0 w 117"/>
                <a:gd name="T17" fmla="*/ 0 h 112"/>
                <a:gd name="T18" fmla="*/ 0 w 117"/>
                <a:gd name="T19" fmla="*/ 0 h 112"/>
                <a:gd name="T20" fmla="*/ 0 w 117"/>
                <a:gd name="T21" fmla="*/ 0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7"/>
                <a:gd name="T34" fmla="*/ 0 h 112"/>
                <a:gd name="T35" fmla="*/ 117 w 117"/>
                <a:gd name="T36" fmla="*/ 112 h 1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7" h="112">
                  <a:moveTo>
                    <a:pt x="0" y="38"/>
                  </a:moveTo>
                  <a:lnTo>
                    <a:pt x="60" y="19"/>
                  </a:lnTo>
                  <a:lnTo>
                    <a:pt x="85" y="38"/>
                  </a:lnTo>
                  <a:lnTo>
                    <a:pt x="104" y="94"/>
                  </a:lnTo>
                  <a:lnTo>
                    <a:pt x="44" y="112"/>
                  </a:lnTo>
                  <a:lnTo>
                    <a:pt x="104" y="112"/>
                  </a:lnTo>
                  <a:lnTo>
                    <a:pt x="117" y="77"/>
                  </a:lnTo>
                  <a:lnTo>
                    <a:pt x="104" y="38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7" name="Freeform 725">
              <a:extLst>
                <a:ext uri="{FF2B5EF4-FFF2-40B4-BE49-F238E27FC236}">
                  <a16:creationId xmlns:a16="http://schemas.microsoft.com/office/drawing/2014/main" id="{D8220504-234D-7D45-88AB-6AB01FD9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4220"/>
              <a:ext cx="11" cy="12"/>
            </a:xfrm>
            <a:custGeom>
              <a:avLst/>
              <a:gdLst>
                <a:gd name="T0" fmla="*/ 0 w 114"/>
                <a:gd name="T1" fmla="*/ 0 h 113"/>
                <a:gd name="T2" fmla="*/ 0 w 114"/>
                <a:gd name="T3" fmla="*/ 0 h 113"/>
                <a:gd name="T4" fmla="*/ 0 w 114"/>
                <a:gd name="T5" fmla="*/ 0 h 113"/>
                <a:gd name="T6" fmla="*/ 0 w 114"/>
                <a:gd name="T7" fmla="*/ 0 h 113"/>
                <a:gd name="T8" fmla="*/ 0 w 114"/>
                <a:gd name="T9" fmla="*/ 0 h 113"/>
                <a:gd name="T10" fmla="*/ 0 w 114"/>
                <a:gd name="T11" fmla="*/ 0 h 113"/>
                <a:gd name="T12" fmla="*/ 0 w 114"/>
                <a:gd name="T13" fmla="*/ 0 h 113"/>
                <a:gd name="T14" fmla="*/ 0 w 114"/>
                <a:gd name="T15" fmla="*/ 0 h 113"/>
                <a:gd name="T16" fmla="*/ 0 w 114"/>
                <a:gd name="T17" fmla="*/ 0 h 113"/>
                <a:gd name="T18" fmla="*/ 0 w 114"/>
                <a:gd name="T19" fmla="*/ 0 h 113"/>
                <a:gd name="T20" fmla="*/ 0 w 114"/>
                <a:gd name="T21" fmla="*/ 0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13"/>
                <a:gd name="T35" fmla="*/ 114 w 114"/>
                <a:gd name="T36" fmla="*/ 113 h 1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13">
                  <a:moveTo>
                    <a:pt x="0" y="42"/>
                  </a:moveTo>
                  <a:lnTo>
                    <a:pt x="57" y="20"/>
                  </a:lnTo>
                  <a:lnTo>
                    <a:pt x="83" y="42"/>
                  </a:lnTo>
                  <a:lnTo>
                    <a:pt x="100" y="97"/>
                  </a:lnTo>
                  <a:lnTo>
                    <a:pt x="39" y="113"/>
                  </a:lnTo>
                  <a:lnTo>
                    <a:pt x="100" y="113"/>
                  </a:lnTo>
                  <a:lnTo>
                    <a:pt x="114" y="79"/>
                  </a:lnTo>
                  <a:lnTo>
                    <a:pt x="100" y="42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8" name="Freeform 726">
              <a:extLst>
                <a:ext uri="{FF2B5EF4-FFF2-40B4-BE49-F238E27FC236}">
                  <a16:creationId xmlns:a16="http://schemas.microsoft.com/office/drawing/2014/main" id="{792BAAE9-6516-B94C-B648-BB46843F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4132"/>
              <a:ext cx="67" cy="98"/>
            </a:xfrm>
            <a:custGeom>
              <a:avLst/>
              <a:gdLst>
                <a:gd name="T0" fmla="*/ 0 w 672"/>
                <a:gd name="T1" fmla="*/ 0 h 983"/>
                <a:gd name="T2" fmla="*/ 0 w 672"/>
                <a:gd name="T3" fmla="*/ 0 h 983"/>
                <a:gd name="T4" fmla="*/ 0 w 672"/>
                <a:gd name="T5" fmla="*/ 0 h 983"/>
                <a:gd name="T6" fmla="*/ 0 w 672"/>
                <a:gd name="T7" fmla="*/ 0 h 983"/>
                <a:gd name="T8" fmla="*/ 0 w 672"/>
                <a:gd name="T9" fmla="*/ 0 h 983"/>
                <a:gd name="T10" fmla="*/ 0 w 672"/>
                <a:gd name="T11" fmla="*/ 0 h 983"/>
                <a:gd name="T12" fmla="*/ 0 w 672"/>
                <a:gd name="T13" fmla="*/ 0 h 983"/>
                <a:gd name="T14" fmla="*/ 0 w 672"/>
                <a:gd name="T15" fmla="*/ 0 h 9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2"/>
                <a:gd name="T25" fmla="*/ 0 h 983"/>
                <a:gd name="T26" fmla="*/ 672 w 672"/>
                <a:gd name="T27" fmla="*/ 983 h 9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2" h="983">
                  <a:moveTo>
                    <a:pt x="0" y="983"/>
                  </a:moveTo>
                  <a:lnTo>
                    <a:pt x="172" y="624"/>
                  </a:lnTo>
                  <a:lnTo>
                    <a:pt x="394" y="318"/>
                  </a:lnTo>
                  <a:lnTo>
                    <a:pt x="672" y="0"/>
                  </a:lnTo>
                  <a:lnTo>
                    <a:pt x="424" y="187"/>
                  </a:lnTo>
                  <a:lnTo>
                    <a:pt x="172" y="511"/>
                  </a:lnTo>
                  <a:lnTo>
                    <a:pt x="41" y="773"/>
                  </a:lnTo>
                  <a:lnTo>
                    <a:pt x="0" y="9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399" name="Freeform 727">
              <a:extLst>
                <a:ext uri="{FF2B5EF4-FFF2-40B4-BE49-F238E27FC236}">
                  <a16:creationId xmlns:a16="http://schemas.microsoft.com/office/drawing/2014/main" id="{0516E825-03A1-4F4D-A9C9-32899805D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888"/>
              <a:ext cx="188" cy="236"/>
            </a:xfrm>
            <a:custGeom>
              <a:avLst/>
              <a:gdLst>
                <a:gd name="T0" fmla="*/ 0 w 1877"/>
                <a:gd name="T1" fmla="*/ 0 h 2356"/>
                <a:gd name="T2" fmla="*/ 0 w 1877"/>
                <a:gd name="T3" fmla="*/ 0 h 2356"/>
                <a:gd name="T4" fmla="*/ 0 w 1877"/>
                <a:gd name="T5" fmla="*/ 0 h 2356"/>
                <a:gd name="T6" fmla="*/ 0 w 1877"/>
                <a:gd name="T7" fmla="*/ 0 h 2356"/>
                <a:gd name="T8" fmla="*/ 0 w 1877"/>
                <a:gd name="T9" fmla="*/ 0 h 2356"/>
                <a:gd name="T10" fmla="*/ 0 w 1877"/>
                <a:gd name="T11" fmla="*/ 0 h 2356"/>
                <a:gd name="T12" fmla="*/ 0 w 1877"/>
                <a:gd name="T13" fmla="*/ 0 h 2356"/>
                <a:gd name="T14" fmla="*/ 0 w 1877"/>
                <a:gd name="T15" fmla="*/ 0 h 2356"/>
                <a:gd name="T16" fmla="*/ 0 w 1877"/>
                <a:gd name="T17" fmla="*/ 0 h 2356"/>
                <a:gd name="T18" fmla="*/ 0 w 1877"/>
                <a:gd name="T19" fmla="*/ 0 h 2356"/>
                <a:gd name="T20" fmla="*/ 0 w 1877"/>
                <a:gd name="T21" fmla="*/ 0 h 2356"/>
                <a:gd name="T22" fmla="*/ 0 w 1877"/>
                <a:gd name="T23" fmla="*/ 0 h 2356"/>
                <a:gd name="T24" fmla="*/ 0 w 1877"/>
                <a:gd name="T25" fmla="*/ 0 h 2356"/>
                <a:gd name="T26" fmla="*/ 0 w 1877"/>
                <a:gd name="T27" fmla="*/ 0 h 2356"/>
                <a:gd name="T28" fmla="*/ 0 w 1877"/>
                <a:gd name="T29" fmla="*/ 0 h 2356"/>
                <a:gd name="T30" fmla="*/ 0 w 1877"/>
                <a:gd name="T31" fmla="*/ 0 h 2356"/>
                <a:gd name="T32" fmla="*/ 0 w 1877"/>
                <a:gd name="T33" fmla="*/ 0 h 2356"/>
                <a:gd name="T34" fmla="*/ 0 w 1877"/>
                <a:gd name="T35" fmla="*/ 0 h 2356"/>
                <a:gd name="T36" fmla="*/ 0 w 1877"/>
                <a:gd name="T37" fmla="*/ 0 h 2356"/>
                <a:gd name="T38" fmla="*/ 0 w 1877"/>
                <a:gd name="T39" fmla="*/ 0 h 2356"/>
                <a:gd name="T40" fmla="*/ 0 w 1877"/>
                <a:gd name="T41" fmla="*/ 0 h 2356"/>
                <a:gd name="T42" fmla="*/ 0 w 1877"/>
                <a:gd name="T43" fmla="*/ 0 h 2356"/>
                <a:gd name="T44" fmla="*/ 0 w 1877"/>
                <a:gd name="T45" fmla="*/ 0 h 2356"/>
                <a:gd name="T46" fmla="*/ 0 w 1877"/>
                <a:gd name="T47" fmla="*/ 0 h 2356"/>
                <a:gd name="T48" fmla="*/ 0 w 1877"/>
                <a:gd name="T49" fmla="*/ 0 h 2356"/>
                <a:gd name="T50" fmla="*/ 0 w 1877"/>
                <a:gd name="T51" fmla="*/ 0 h 2356"/>
                <a:gd name="T52" fmla="*/ 0 w 1877"/>
                <a:gd name="T53" fmla="*/ 0 h 2356"/>
                <a:gd name="T54" fmla="*/ 0 w 1877"/>
                <a:gd name="T55" fmla="*/ 0 h 2356"/>
                <a:gd name="T56" fmla="*/ 0 w 1877"/>
                <a:gd name="T57" fmla="*/ 0 h 2356"/>
                <a:gd name="T58" fmla="*/ 0 w 1877"/>
                <a:gd name="T59" fmla="*/ 0 h 2356"/>
                <a:gd name="T60" fmla="*/ 0 w 1877"/>
                <a:gd name="T61" fmla="*/ 0 h 2356"/>
                <a:gd name="T62" fmla="*/ 0 w 1877"/>
                <a:gd name="T63" fmla="*/ 0 h 2356"/>
                <a:gd name="T64" fmla="*/ 0 w 1877"/>
                <a:gd name="T65" fmla="*/ 0 h 2356"/>
                <a:gd name="T66" fmla="*/ 0 w 1877"/>
                <a:gd name="T67" fmla="*/ 0 h 2356"/>
                <a:gd name="T68" fmla="*/ 0 w 1877"/>
                <a:gd name="T69" fmla="*/ 0 h 2356"/>
                <a:gd name="T70" fmla="*/ 0 w 1877"/>
                <a:gd name="T71" fmla="*/ 0 h 2356"/>
                <a:gd name="T72" fmla="*/ 0 w 1877"/>
                <a:gd name="T73" fmla="*/ 0 h 2356"/>
                <a:gd name="T74" fmla="*/ 0 w 1877"/>
                <a:gd name="T75" fmla="*/ 0 h 2356"/>
                <a:gd name="T76" fmla="*/ 0 w 1877"/>
                <a:gd name="T77" fmla="*/ 0 h 235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877"/>
                <a:gd name="T118" fmla="*/ 0 h 2356"/>
                <a:gd name="T119" fmla="*/ 1877 w 1877"/>
                <a:gd name="T120" fmla="*/ 2356 h 235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877" h="2356">
                  <a:moveTo>
                    <a:pt x="1877" y="1620"/>
                  </a:moveTo>
                  <a:lnTo>
                    <a:pt x="1708" y="1448"/>
                  </a:lnTo>
                  <a:lnTo>
                    <a:pt x="1586" y="1277"/>
                  </a:lnTo>
                  <a:lnTo>
                    <a:pt x="1063" y="161"/>
                  </a:lnTo>
                  <a:lnTo>
                    <a:pt x="1024" y="109"/>
                  </a:lnTo>
                  <a:lnTo>
                    <a:pt x="958" y="66"/>
                  </a:lnTo>
                  <a:lnTo>
                    <a:pt x="853" y="66"/>
                  </a:lnTo>
                  <a:lnTo>
                    <a:pt x="198" y="0"/>
                  </a:lnTo>
                  <a:lnTo>
                    <a:pt x="89" y="34"/>
                  </a:lnTo>
                  <a:lnTo>
                    <a:pt x="35" y="72"/>
                  </a:lnTo>
                  <a:lnTo>
                    <a:pt x="0" y="195"/>
                  </a:lnTo>
                  <a:lnTo>
                    <a:pt x="10" y="266"/>
                  </a:lnTo>
                  <a:lnTo>
                    <a:pt x="54" y="343"/>
                  </a:lnTo>
                  <a:lnTo>
                    <a:pt x="47" y="450"/>
                  </a:lnTo>
                  <a:lnTo>
                    <a:pt x="73" y="509"/>
                  </a:lnTo>
                  <a:lnTo>
                    <a:pt x="148" y="597"/>
                  </a:lnTo>
                  <a:lnTo>
                    <a:pt x="148" y="716"/>
                  </a:lnTo>
                  <a:lnTo>
                    <a:pt x="186" y="765"/>
                  </a:lnTo>
                  <a:lnTo>
                    <a:pt x="181" y="867"/>
                  </a:lnTo>
                  <a:lnTo>
                    <a:pt x="224" y="958"/>
                  </a:lnTo>
                  <a:lnTo>
                    <a:pt x="333" y="1041"/>
                  </a:lnTo>
                  <a:lnTo>
                    <a:pt x="424" y="1137"/>
                  </a:lnTo>
                  <a:lnTo>
                    <a:pt x="491" y="1268"/>
                  </a:lnTo>
                  <a:lnTo>
                    <a:pt x="591" y="1514"/>
                  </a:lnTo>
                  <a:lnTo>
                    <a:pt x="670" y="1640"/>
                  </a:lnTo>
                  <a:lnTo>
                    <a:pt x="757" y="1718"/>
                  </a:lnTo>
                  <a:lnTo>
                    <a:pt x="932" y="1805"/>
                  </a:lnTo>
                  <a:lnTo>
                    <a:pt x="1063" y="1924"/>
                  </a:lnTo>
                  <a:lnTo>
                    <a:pt x="1160" y="2080"/>
                  </a:lnTo>
                  <a:lnTo>
                    <a:pt x="1311" y="2356"/>
                  </a:lnTo>
                  <a:lnTo>
                    <a:pt x="1325" y="2298"/>
                  </a:lnTo>
                  <a:lnTo>
                    <a:pt x="1078" y="1903"/>
                  </a:lnTo>
                  <a:lnTo>
                    <a:pt x="997" y="1817"/>
                  </a:lnTo>
                  <a:lnTo>
                    <a:pt x="920" y="1755"/>
                  </a:lnTo>
                  <a:lnTo>
                    <a:pt x="739" y="1658"/>
                  </a:lnTo>
                  <a:lnTo>
                    <a:pt x="676" y="1593"/>
                  </a:lnTo>
                  <a:lnTo>
                    <a:pt x="635" y="1509"/>
                  </a:lnTo>
                  <a:lnTo>
                    <a:pt x="520" y="1225"/>
                  </a:lnTo>
                  <a:lnTo>
                    <a:pt x="470" y="1125"/>
                  </a:lnTo>
                  <a:lnTo>
                    <a:pt x="424" y="1057"/>
                  </a:lnTo>
                  <a:lnTo>
                    <a:pt x="381" y="1008"/>
                  </a:lnTo>
                  <a:lnTo>
                    <a:pt x="275" y="932"/>
                  </a:lnTo>
                  <a:lnTo>
                    <a:pt x="241" y="873"/>
                  </a:lnTo>
                  <a:lnTo>
                    <a:pt x="229" y="817"/>
                  </a:lnTo>
                  <a:lnTo>
                    <a:pt x="241" y="802"/>
                  </a:lnTo>
                  <a:lnTo>
                    <a:pt x="289" y="792"/>
                  </a:lnTo>
                  <a:lnTo>
                    <a:pt x="420" y="781"/>
                  </a:lnTo>
                  <a:lnTo>
                    <a:pt x="437" y="765"/>
                  </a:lnTo>
                  <a:lnTo>
                    <a:pt x="283" y="765"/>
                  </a:lnTo>
                  <a:lnTo>
                    <a:pt x="218" y="748"/>
                  </a:lnTo>
                  <a:lnTo>
                    <a:pt x="204" y="722"/>
                  </a:lnTo>
                  <a:lnTo>
                    <a:pt x="198" y="669"/>
                  </a:lnTo>
                  <a:lnTo>
                    <a:pt x="204" y="597"/>
                  </a:lnTo>
                  <a:lnTo>
                    <a:pt x="239" y="573"/>
                  </a:lnTo>
                  <a:lnTo>
                    <a:pt x="599" y="548"/>
                  </a:lnTo>
                  <a:lnTo>
                    <a:pt x="664" y="509"/>
                  </a:lnTo>
                  <a:lnTo>
                    <a:pt x="551" y="500"/>
                  </a:lnTo>
                  <a:lnTo>
                    <a:pt x="218" y="521"/>
                  </a:lnTo>
                  <a:lnTo>
                    <a:pt x="160" y="509"/>
                  </a:lnTo>
                  <a:lnTo>
                    <a:pt x="131" y="456"/>
                  </a:lnTo>
                  <a:lnTo>
                    <a:pt x="112" y="380"/>
                  </a:lnTo>
                  <a:lnTo>
                    <a:pt x="133" y="315"/>
                  </a:lnTo>
                  <a:lnTo>
                    <a:pt x="204" y="299"/>
                  </a:lnTo>
                  <a:lnTo>
                    <a:pt x="700" y="250"/>
                  </a:lnTo>
                  <a:lnTo>
                    <a:pt x="140" y="240"/>
                  </a:lnTo>
                  <a:lnTo>
                    <a:pt x="67" y="255"/>
                  </a:lnTo>
                  <a:lnTo>
                    <a:pt x="54" y="161"/>
                  </a:lnTo>
                  <a:lnTo>
                    <a:pt x="89" y="66"/>
                  </a:lnTo>
                  <a:lnTo>
                    <a:pt x="188" y="24"/>
                  </a:lnTo>
                  <a:lnTo>
                    <a:pt x="345" y="34"/>
                  </a:lnTo>
                  <a:lnTo>
                    <a:pt x="953" y="115"/>
                  </a:lnTo>
                  <a:lnTo>
                    <a:pt x="1024" y="168"/>
                  </a:lnTo>
                  <a:lnTo>
                    <a:pt x="1067" y="250"/>
                  </a:lnTo>
                  <a:lnTo>
                    <a:pt x="1521" y="1241"/>
                  </a:lnTo>
                  <a:lnTo>
                    <a:pt x="1594" y="1364"/>
                  </a:lnTo>
                  <a:lnTo>
                    <a:pt x="1696" y="1487"/>
                  </a:lnTo>
                  <a:lnTo>
                    <a:pt x="1850" y="1658"/>
                  </a:lnTo>
                  <a:lnTo>
                    <a:pt x="1877" y="16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0" name="Freeform 728">
              <a:extLst>
                <a:ext uri="{FF2B5EF4-FFF2-40B4-BE49-F238E27FC236}">
                  <a16:creationId xmlns:a16="http://schemas.microsoft.com/office/drawing/2014/main" id="{E4A636CE-D186-744A-A938-6FC8F785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4172"/>
              <a:ext cx="46" cy="49"/>
            </a:xfrm>
            <a:custGeom>
              <a:avLst/>
              <a:gdLst>
                <a:gd name="T0" fmla="*/ 0 w 458"/>
                <a:gd name="T1" fmla="*/ 0 h 486"/>
                <a:gd name="T2" fmla="*/ 0 w 458"/>
                <a:gd name="T3" fmla="*/ 0 h 486"/>
                <a:gd name="T4" fmla="*/ 0 w 458"/>
                <a:gd name="T5" fmla="*/ 0 h 486"/>
                <a:gd name="T6" fmla="*/ 0 w 458"/>
                <a:gd name="T7" fmla="*/ 0 h 486"/>
                <a:gd name="T8" fmla="*/ 0 w 458"/>
                <a:gd name="T9" fmla="*/ 0 h 486"/>
                <a:gd name="T10" fmla="*/ 0 w 458"/>
                <a:gd name="T11" fmla="*/ 0 h 486"/>
                <a:gd name="T12" fmla="*/ 0 w 458"/>
                <a:gd name="T13" fmla="*/ 0 h 486"/>
                <a:gd name="T14" fmla="*/ 0 w 458"/>
                <a:gd name="T15" fmla="*/ 0 h 486"/>
                <a:gd name="T16" fmla="*/ 0 w 458"/>
                <a:gd name="T17" fmla="*/ 0 h 486"/>
                <a:gd name="T18" fmla="*/ 0 w 458"/>
                <a:gd name="T19" fmla="*/ 0 h 486"/>
                <a:gd name="T20" fmla="*/ 0 w 458"/>
                <a:gd name="T21" fmla="*/ 0 h 486"/>
                <a:gd name="T22" fmla="*/ 0 w 458"/>
                <a:gd name="T23" fmla="*/ 0 h 486"/>
                <a:gd name="T24" fmla="*/ 0 w 458"/>
                <a:gd name="T25" fmla="*/ 0 h 486"/>
                <a:gd name="T26" fmla="*/ 0 w 458"/>
                <a:gd name="T27" fmla="*/ 0 h 486"/>
                <a:gd name="T28" fmla="*/ 0 w 458"/>
                <a:gd name="T29" fmla="*/ 0 h 486"/>
                <a:gd name="T30" fmla="*/ 0 w 458"/>
                <a:gd name="T31" fmla="*/ 0 h 486"/>
                <a:gd name="T32" fmla="*/ 0 w 458"/>
                <a:gd name="T33" fmla="*/ 0 h 486"/>
                <a:gd name="T34" fmla="*/ 0 w 458"/>
                <a:gd name="T35" fmla="*/ 0 h 486"/>
                <a:gd name="T36" fmla="*/ 0 w 458"/>
                <a:gd name="T37" fmla="*/ 0 h 486"/>
                <a:gd name="T38" fmla="*/ 0 w 458"/>
                <a:gd name="T39" fmla="*/ 0 h 486"/>
                <a:gd name="T40" fmla="*/ 0 w 458"/>
                <a:gd name="T41" fmla="*/ 0 h 486"/>
                <a:gd name="T42" fmla="*/ 0 w 458"/>
                <a:gd name="T43" fmla="*/ 0 h 486"/>
                <a:gd name="T44" fmla="*/ 0 w 458"/>
                <a:gd name="T45" fmla="*/ 0 h 4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58"/>
                <a:gd name="T70" fmla="*/ 0 h 486"/>
                <a:gd name="T71" fmla="*/ 458 w 458"/>
                <a:gd name="T72" fmla="*/ 486 h 48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58" h="486">
                  <a:moveTo>
                    <a:pt x="363" y="0"/>
                  </a:moveTo>
                  <a:lnTo>
                    <a:pt x="284" y="0"/>
                  </a:lnTo>
                  <a:lnTo>
                    <a:pt x="147" y="159"/>
                  </a:lnTo>
                  <a:lnTo>
                    <a:pt x="16" y="290"/>
                  </a:lnTo>
                  <a:lnTo>
                    <a:pt x="0" y="311"/>
                  </a:lnTo>
                  <a:lnTo>
                    <a:pt x="0" y="382"/>
                  </a:lnTo>
                  <a:lnTo>
                    <a:pt x="43" y="464"/>
                  </a:lnTo>
                  <a:lnTo>
                    <a:pt x="137" y="486"/>
                  </a:lnTo>
                  <a:lnTo>
                    <a:pt x="251" y="486"/>
                  </a:lnTo>
                  <a:lnTo>
                    <a:pt x="328" y="452"/>
                  </a:lnTo>
                  <a:lnTo>
                    <a:pt x="458" y="311"/>
                  </a:lnTo>
                  <a:lnTo>
                    <a:pt x="436" y="297"/>
                  </a:lnTo>
                  <a:lnTo>
                    <a:pt x="301" y="442"/>
                  </a:lnTo>
                  <a:lnTo>
                    <a:pt x="228" y="464"/>
                  </a:lnTo>
                  <a:lnTo>
                    <a:pt x="147" y="464"/>
                  </a:lnTo>
                  <a:lnTo>
                    <a:pt x="72" y="442"/>
                  </a:lnTo>
                  <a:lnTo>
                    <a:pt x="37" y="405"/>
                  </a:lnTo>
                  <a:lnTo>
                    <a:pt x="26" y="357"/>
                  </a:lnTo>
                  <a:lnTo>
                    <a:pt x="51" y="290"/>
                  </a:lnTo>
                  <a:lnTo>
                    <a:pt x="208" y="137"/>
                  </a:lnTo>
                  <a:lnTo>
                    <a:pt x="284" y="49"/>
                  </a:lnTo>
                  <a:lnTo>
                    <a:pt x="363" y="26"/>
                  </a:lnTo>
                  <a:lnTo>
                    <a:pt x="3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1" name="Freeform 729">
              <a:extLst>
                <a:ext uri="{FF2B5EF4-FFF2-40B4-BE49-F238E27FC236}">
                  <a16:creationId xmlns:a16="http://schemas.microsoft.com/office/drawing/2014/main" id="{8FD43495-88B3-CE4E-8FB3-2DE8726A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4218"/>
              <a:ext cx="14" cy="85"/>
            </a:xfrm>
            <a:custGeom>
              <a:avLst/>
              <a:gdLst>
                <a:gd name="T0" fmla="*/ 0 w 140"/>
                <a:gd name="T1" fmla="*/ 0 h 841"/>
                <a:gd name="T2" fmla="*/ 0 w 140"/>
                <a:gd name="T3" fmla="*/ 0 h 841"/>
                <a:gd name="T4" fmla="*/ 0 w 140"/>
                <a:gd name="T5" fmla="*/ 0 h 841"/>
                <a:gd name="T6" fmla="*/ 0 w 140"/>
                <a:gd name="T7" fmla="*/ 0 h 841"/>
                <a:gd name="T8" fmla="*/ 0 w 140"/>
                <a:gd name="T9" fmla="*/ 0 h 8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0"/>
                <a:gd name="T16" fmla="*/ 0 h 841"/>
                <a:gd name="T17" fmla="*/ 140 w 140"/>
                <a:gd name="T18" fmla="*/ 841 h 8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0" h="841">
                  <a:moveTo>
                    <a:pt x="140" y="841"/>
                  </a:moveTo>
                  <a:lnTo>
                    <a:pt x="28" y="0"/>
                  </a:lnTo>
                  <a:lnTo>
                    <a:pt x="0" y="12"/>
                  </a:lnTo>
                  <a:lnTo>
                    <a:pt x="111" y="841"/>
                  </a:lnTo>
                  <a:lnTo>
                    <a:pt x="140" y="8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2" name="Freeform 730">
              <a:extLst>
                <a:ext uri="{FF2B5EF4-FFF2-40B4-BE49-F238E27FC236}">
                  <a16:creationId xmlns:a16="http://schemas.microsoft.com/office/drawing/2014/main" id="{8614F716-83F7-814E-AA94-43BAAA77C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3934"/>
              <a:ext cx="116" cy="250"/>
            </a:xfrm>
            <a:custGeom>
              <a:avLst/>
              <a:gdLst>
                <a:gd name="T0" fmla="*/ 0 w 1155"/>
                <a:gd name="T1" fmla="*/ 0 h 2504"/>
                <a:gd name="T2" fmla="*/ 0 w 1155"/>
                <a:gd name="T3" fmla="*/ 0 h 2504"/>
                <a:gd name="T4" fmla="*/ 0 w 1155"/>
                <a:gd name="T5" fmla="*/ 0 h 2504"/>
                <a:gd name="T6" fmla="*/ 0 w 1155"/>
                <a:gd name="T7" fmla="*/ 0 h 2504"/>
                <a:gd name="T8" fmla="*/ 0 w 1155"/>
                <a:gd name="T9" fmla="*/ 0 h 2504"/>
                <a:gd name="T10" fmla="*/ 0 w 1155"/>
                <a:gd name="T11" fmla="*/ 0 h 2504"/>
                <a:gd name="T12" fmla="*/ 0 w 1155"/>
                <a:gd name="T13" fmla="*/ 0 h 2504"/>
                <a:gd name="T14" fmla="*/ 0 w 1155"/>
                <a:gd name="T15" fmla="*/ 0 h 2504"/>
                <a:gd name="T16" fmla="*/ 0 w 1155"/>
                <a:gd name="T17" fmla="*/ 0 h 2504"/>
                <a:gd name="T18" fmla="*/ 0 w 1155"/>
                <a:gd name="T19" fmla="*/ 0 h 2504"/>
                <a:gd name="T20" fmla="*/ 0 w 1155"/>
                <a:gd name="T21" fmla="*/ 0 h 2504"/>
                <a:gd name="T22" fmla="*/ 0 w 1155"/>
                <a:gd name="T23" fmla="*/ 0 h 2504"/>
                <a:gd name="T24" fmla="*/ 0 w 1155"/>
                <a:gd name="T25" fmla="*/ 0 h 2504"/>
                <a:gd name="T26" fmla="*/ 0 w 1155"/>
                <a:gd name="T27" fmla="*/ 0 h 2504"/>
                <a:gd name="T28" fmla="*/ 0 w 1155"/>
                <a:gd name="T29" fmla="*/ 0 h 2504"/>
                <a:gd name="T30" fmla="*/ 0 w 1155"/>
                <a:gd name="T31" fmla="*/ 0 h 2504"/>
                <a:gd name="T32" fmla="*/ 0 w 1155"/>
                <a:gd name="T33" fmla="*/ 0 h 2504"/>
                <a:gd name="T34" fmla="*/ 0 w 1155"/>
                <a:gd name="T35" fmla="*/ 0 h 2504"/>
                <a:gd name="T36" fmla="*/ 0 w 1155"/>
                <a:gd name="T37" fmla="*/ 0 h 2504"/>
                <a:gd name="T38" fmla="*/ 0 w 1155"/>
                <a:gd name="T39" fmla="*/ 0 h 2504"/>
                <a:gd name="T40" fmla="*/ 0 w 1155"/>
                <a:gd name="T41" fmla="*/ 0 h 2504"/>
                <a:gd name="T42" fmla="*/ 0 w 1155"/>
                <a:gd name="T43" fmla="*/ 0 h 2504"/>
                <a:gd name="T44" fmla="*/ 0 w 1155"/>
                <a:gd name="T45" fmla="*/ 0 h 2504"/>
                <a:gd name="T46" fmla="*/ 0 w 1155"/>
                <a:gd name="T47" fmla="*/ 0 h 2504"/>
                <a:gd name="T48" fmla="*/ 0 w 1155"/>
                <a:gd name="T49" fmla="*/ 0 h 2504"/>
                <a:gd name="T50" fmla="*/ 0 w 1155"/>
                <a:gd name="T51" fmla="*/ 0 h 2504"/>
                <a:gd name="T52" fmla="*/ 0 w 1155"/>
                <a:gd name="T53" fmla="*/ 0 h 2504"/>
                <a:gd name="T54" fmla="*/ 0 w 1155"/>
                <a:gd name="T55" fmla="*/ 0 h 2504"/>
                <a:gd name="T56" fmla="*/ 0 w 1155"/>
                <a:gd name="T57" fmla="*/ 0 h 250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55"/>
                <a:gd name="T88" fmla="*/ 0 h 2504"/>
                <a:gd name="T89" fmla="*/ 1155 w 1155"/>
                <a:gd name="T90" fmla="*/ 2504 h 250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55" h="2504">
                  <a:moveTo>
                    <a:pt x="1147" y="2466"/>
                  </a:moveTo>
                  <a:lnTo>
                    <a:pt x="1120" y="2504"/>
                  </a:lnTo>
                  <a:lnTo>
                    <a:pt x="1000" y="1663"/>
                  </a:lnTo>
                  <a:lnTo>
                    <a:pt x="962" y="1568"/>
                  </a:lnTo>
                  <a:lnTo>
                    <a:pt x="901" y="1471"/>
                  </a:lnTo>
                  <a:lnTo>
                    <a:pt x="800" y="1352"/>
                  </a:lnTo>
                  <a:lnTo>
                    <a:pt x="583" y="1161"/>
                  </a:lnTo>
                  <a:lnTo>
                    <a:pt x="317" y="949"/>
                  </a:lnTo>
                  <a:lnTo>
                    <a:pt x="157" y="799"/>
                  </a:lnTo>
                  <a:lnTo>
                    <a:pt x="65" y="678"/>
                  </a:lnTo>
                  <a:lnTo>
                    <a:pt x="15" y="522"/>
                  </a:lnTo>
                  <a:lnTo>
                    <a:pt x="0" y="358"/>
                  </a:lnTo>
                  <a:lnTo>
                    <a:pt x="26" y="239"/>
                  </a:lnTo>
                  <a:lnTo>
                    <a:pt x="73" y="118"/>
                  </a:lnTo>
                  <a:lnTo>
                    <a:pt x="161" y="0"/>
                  </a:lnTo>
                  <a:lnTo>
                    <a:pt x="202" y="62"/>
                  </a:lnTo>
                  <a:lnTo>
                    <a:pt x="102" y="170"/>
                  </a:lnTo>
                  <a:lnTo>
                    <a:pt x="56" y="337"/>
                  </a:lnTo>
                  <a:lnTo>
                    <a:pt x="65" y="441"/>
                  </a:lnTo>
                  <a:lnTo>
                    <a:pt x="102" y="608"/>
                  </a:lnTo>
                  <a:lnTo>
                    <a:pt x="161" y="727"/>
                  </a:lnTo>
                  <a:lnTo>
                    <a:pt x="280" y="842"/>
                  </a:lnTo>
                  <a:lnTo>
                    <a:pt x="506" y="1032"/>
                  </a:lnTo>
                  <a:lnTo>
                    <a:pt x="843" y="1326"/>
                  </a:lnTo>
                  <a:lnTo>
                    <a:pt x="945" y="1437"/>
                  </a:lnTo>
                  <a:lnTo>
                    <a:pt x="1028" y="1577"/>
                  </a:lnTo>
                  <a:lnTo>
                    <a:pt x="1066" y="1708"/>
                  </a:lnTo>
                  <a:lnTo>
                    <a:pt x="1155" y="2466"/>
                  </a:lnTo>
                  <a:lnTo>
                    <a:pt x="1147" y="24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3" name="Freeform 731">
              <a:extLst>
                <a:ext uri="{FF2B5EF4-FFF2-40B4-BE49-F238E27FC236}">
                  <a16:creationId xmlns:a16="http://schemas.microsoft.com/office/drawing/2014/main" id="{AED12CE7-6FD5-3C4C-8ED3-6BB99B83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4209"/>
              <a:ext cx="12" cy="94"/>
            </a:xfrm>
            <a:custGeom>
              <a:avLst/>
              <a:gdLst>
                <a:gd name="T0" fmla="*/ 0 w 114"/>
                <a:gd name="T1" fmla="*/ 0 h 936"/>
                <a:gd name="T2" fmla="*/ 0 w 114"/>
                <a:gd name="T3" fmla="*/ 0 h 936"/>
                <a:gd name="T4" fmla="*/ 0 w 114"/>
                <a:gd name="T5" fmla="*/ 0 h 936"/>
                <a:gd name="T6" fmla="*/ 0 w 114"/>
                <a:gd name="T7" fmla="*/ 0 h 936"/>
                <a:gd name="T8" fmla="*/ 0 w 114"/>
                <a:gd name="T9" fmla="*/ 0 h 9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"/>
                <a:gd name="T16" fmla="*/ 0 h 936"/>
                <a:gd name="T17" fmla="*/ 114 w 114"/>
                <a:gd name="T18" fmla="*/ 936 h 9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" h="936">
                  <a:moveTo>
                    <a:pt x="114" y="936"/>
                  </a:moveTo>
                  <a:lnTo>
                    <a:pt x="34" y="48"/>
                  </a:lnTo>
                  <a:lnTo>
                    <a:pt x="0" y="0"/>
                  </a:lnTo>
                  <a:lnTo>
                    <a:pt x="74" y="936"/>
                  </a:lnTo>
                  <a:lnTo>
                    <a:pt x="114" y="9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4" name="Freeform 732">
              <a:extLst>
                <a:ext uri="{FF2B5EF4-FFF2-40B4-BE49-F238E27FC236}">
                  <a16:creationId xmlns:a16="http://schemas.microsoft.com/office/drawing/2014/main" id="{83A7E9B6-4B48-8342-B274-9C9603C4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4249"/>
              <a:ext cx="16" cy="24"/>
            </a:xfrm>
            <a:custGeom>
              <a:avLst/>
              <a:gdLst>
                <a:gd name="T0" fmla="*/ 0 w 155"/>
                <a:gd name="T1" fmla="*/ 0 h 241"/>
                <a:gd name="T2" fmla="*/ 0 w 155"/>
                <a:gd name="T3" fmla="*/ 0 h 241"/>
                <a:gd name="T4" fmla="*/ 0 w 155"/>
                <a:gd name="T5" fmla="*/ 0 h 241"/>
                <a:gd name="T6" fmla="*/ 0 w 155"/>
                <a:gd name="T7" fmla="*/ 0 h 241"/>
                <a:gd name="T8" fmla="*/ 0 w 155"/>
                <a:gd name="T9" fmla="*/ 0 h 241"/>
                <a:gd name="T10" fmla="*/ 0 w 155"/>
                <a:gd name="T11" fmla="*/ 0 h 241"/>
                <a:gd name="T12" fmla="*/ 0 w 155"/>
                <a:gd name="T13" fmla="*/ 0 h 241"/>
                <a:gd name="T14" fmla="*/ 0 w 155"/>
                <a:gd name="T15" fmla="*/ 0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5"/>
                <a:gd name="T25" fmla="*/ 0 h 241"/>
                <a:gd name="T26" fmla="*/ 155 w 155"/>
                <a:gd name="T27" fmla="*/ 241 h 24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5" h="241">
                  <a:moveTo>
                    <a:pt x="53" y="0"/>
                  </a:moveTo>
                  <a:lnTo>
                    <a:pt x="53" y="72"/>
                  </a:lnTo>
                  <a:lnTo>
                    <a:pt x="48" y="167"/>
                  </a:lnTo>
                  <a:lnTo>
                    <a:pt x="0" y="241"/>
                  </a:lnTo>
                  <a:lnTo>
                    <a:pt x="80" y="202"/>
                  </a:lnTo>
                  <a:lnTo>
                    <a:pt x="115" y="167"/>
                  </a:lnTo>
                  <a:lnTo>
                    <a:pt x="155" y="9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5" name="Freeform 733">
              <a:extLst>
                <a:ext uri="{FF2B5EF4-FFF2-40B4-BE49-F238E27FC236}">
                  <a16:creationId xmlns:a16="http://schemas.microsoft.com/office/drawing/2014/main" id="{127BE457-36DE-A947-9869-7F231C0A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4046"/>
              <a:ext cx="106" cy="212"/>
            </a:xfrm>
            <a:custGeom>
              <a:avLst/>
              <a:gdLst>
                <a:gd name="T0" fmla="*/ 0 w 1061"/>
                <a:gd name="T1" fmla="*/ 0 h 2123"/>
                <a:gd name="T2" fmla="*/ 0 w 1061"/>
                <a:gd name="T3" fmla="*/ 0 h 2123"/>
                <a:gd name="T4" fmla="*/ 0 w 1061"/>
                <a:gd name="T5" fmla="*/ 0 h 2123"/>
                <a:gd name="T6" fmla="*/ 0 w 1061"/>
                <a:gd name="T7" fmla="*/ 0 h 2123"/>
                <a:gd name="T8" fmla="*/ 0 w 1061"/>
                <a:gd name="T9" fmla="*/ 0 h 2123"/>
                <a:gd name="T10" fmla="*/ 0 w 1061"/>
                <a:gd name="T11" fmla="*/ 0 h 2123"/>
                <a:gd name="T12" fmla="*/ 0 w 1061"/>
                <a:gd name="T13" fmla="*/ 0 h 2123"/>
                <a:gd name="T14" fmla="*/ 0 w 1061"/>
                <a:gd name="T15" fmla="*/ 0 h 2123"/>
                <a:gd name="T16" fmla="*/ 0 w 1061"/>
                <a:gd name="T17" fmla="*/ 0 h 2123"/>
                <a:gd name="T18" fmla="*/ 0 w 1061"/>
                <a:gd name="T19" fmla="*/ 0 h 2123"/>
                <a:gd name="T20" fmla="*/ 0 w 1061"/>
                <a:gd name="T21" fmla="*/ 0 h 2123"/>
                <a:gd name="T22" fmla="*/ 0 w 1061"/>
                <a:gd name="T23" fmla="*/ 0 h 2123"/>
                <a:gd name="T24" fmla="*/ 0 w 1061"/>
                <a:gd name="T25" fmla="*/ 0 h 2123"/>
                <a:gd name="T26" fmla="*/ 0 w 1061"/>
                <a:gd name="T27" fmla="*/ 0 h 2123"/>
                <a:gd name="T28" fmla="*/ 0 w 1061"/>
                <a:gd name="T29" fmla="*/ 0 h 2123"/>
                <a:gd name="T30" fmla="*/ 0 w 1061"/>
                <a:gd name="T31" fmla="*/ 0 h 2123"/>
                <a:gd name="T32" fmla="*/ 0 w 1061"/>
                <a:gd name="T33" fmla="*/ 0 h 2123"/>
                <a:gd name="T34" fmla="*/ 0 w 1061"/>
                <a:gd name="T35" fmla="*/ 0 h 2123"/>
                <a:gd name="T36" fmla="*/ 0 w 1061"/>
                <a:gd name="T37" fmla="*/ 0 h 2123"/>
                <a:gd name="T38" fmla="*/ 0 w 1061"/>
                <a:gd name="T39" fmla="*/ 0 h 2123"/>
                <a:gd name="T40" fmla="*/ 0 w 1061"/>
                <a:gd name="T41" fmla="*/ 0 h 2123"/>
                <a:gd name="T42" fmla="*/ 0 w 1061"/>
                <a:gd name="T43" fmla="*/ 0 h 2123"/>
                <a:gd name="T44" fmla="*/ 0 w 1061"/>
                <a:gd name="T45" fmla="*/ 0 h 2123"/>
                <a:gd name="T46" fmla="*/ 0 w 1061"/>
                <a:gd name="T47" fmla="*/ 0 h 2123"/>
                <a:gd name="T48" fmla="*/ 0 w 1061"/>
                <a:gd name="T49" fmla="*/ 0 h 2123"/>
                <a:gd name="T50" fmla="*/ 0 w 1061"/>
                <a:gd name="T51" fmla="*/ 0 h 2123"/>
                <a:gd name="T52" fmla="*/ 0 w 1061"/>
                <a:gd name="T53" fmla="*/ 0 h 2123"/>
                <a:gd name="T54" fmla="*/ 0 w 1061"/>
                <a:gd name="T55" fmla="*/ 0 h 2123"/>
                <a:gd name="T56" fmla="*/ 0 w 1061"/>
                <a:gd name="T57" fmla="*/ 0 h 2123"/>
                <a:gd name="T58" fmla="*/ 0 w 1061"/>
                <a:gd name="T59" fmla="*/ 0 h 2123"/>
                <a:gd name="T60" fmla="*/ 0 w 1061"/>
                <a:gd name="T61" fmla="*/ 0 h 2123"/>
                <a:gd name="T62" fmla="*/ 0 w 1061"/>
                <a:gd name="T63" fmla="*/ 0 h 2123"/>
                <a:gd name="T64" fmla="*/ 0 w 1061"/>
                <a:gd name="T65" fmla="*/ 0 h 2123"/>
                <a:gd name="T66" fmla="*/ 0 w 1061"/>
                <a:gd name="T67" fmla="*/ 0 h 2123"/>
                <a:gd name="T68" fmla="*/ 0 w 1061"/>
                <a:gd name="T69" fmla="*/ 0 h 2123"/>
                <a:gd name="T70" fmla="*/ 0 w 1061"/>
                <a:gd name="T71" fmla="*/ 0 h 2123"/>
                <a:gd name="T72" fmla="*/ 0 w 1061"/>
                <a:gd name="T73" fmla="*/ 0 h 2123"/>
                <a:gd name="T74" fmla="*/ 0 w 1061"/>
                <a:gd name="T75" fmla="*/ 0 h 21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61"/>
                <a:gd name="T115" fmla="*/ 0 h 2123"/>
                <a:gd name="T116" fmla="*/ 1061 w 1061"/>
                <a:gd name="T117" fmla="*/ 2123 h 212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61" h="2123">
                  <a:moveTo>
                    <a:pt x="1041" y="1099"/>
                  </a:moveTo>
                  <a:lnTo>
                    <a:pt x="508" y="745"/>
                  </a:lnTo>
                  <a:lnTo>
                    <a:pt x="486" y="477"/>
                  </a:lnTo>
                  <a:lnTo>
                    <a:pt x="486" y="209"/>
                  </a:lnTo>
                  <a:lnTo>
                    <a:pt x="498" y="117"/>
                  </a:lnTo>
                  <a:lnTo>
                    <a:pt x="535" y="23"/>
                  </a:lnTo>
                  <a:lnTo>
                    <a:pt x="508" y="0"/>
                  </a:lnTo>
                  <a:lnTo>
                    <a:pt x="458" y="96"/>
                  </a:lnTo>
                  <a:lnTo>
                    <a:pt x="437" y="235"/>
                  </a:lnTo>
                  <a:lnTo>
                    <a:pt x="437" y="415"/>
                  </a:lnTo>
                  <a:lnTo>
                    <a:pt x="508" y="1234"/>
                  </a:lnTo>
                  <a:lnTo>
                    <a:pt x="175" y="1099"/>
                  </a:lnTo>
                  <a:lnTo>
                    <a:pt x="87" y="1137"/>
                  </a:lnTo>
                  <a:lnTo>
                    <a:pt x="44" y="1209"/>
                  </a:lnTo>
                  <a:lnTo>
                    <a:pt x="44" y="1264"/>
                  </a:lnTo>
                  <a:lnTo>
                    <a:pt x="69" y="1361"/>
                  </a:lnTo>
                  <a:lnTo>
                    <a:pt x="109" y="1401"/>
                  </a:lnTo>
                  <a:lnTo>
                    <a:pt x="79" y="1349"/>
                  </a:lnTo>
                  <a:lnTo>
                    <a:pt x="61" y="1290"/>
                  </a:lnTo>
                  <a:lnTo>
                    <a:pt x="69" y="1220"/>
                  </a:lnTo>
                  <a:lnTo>
                    <a:pt x="113" y="1159"/>
                  </a:lnTo>
                  <a:lnTo>
                    <a:pt x="175" y="1149"/>
                  </a:lnTo>
                  <a:lnTo>
                    <a:pt x="232" y="1159"/>
                  </a:lnTo>
                  <a:lnTo>
                    <a:pt x="529" y="1290"/>
                  </a:lnTo>
                  <a:lnTo>
                    <a:pt x="567" y="1336"/>
                  </a:lnTo>
                  <a:lnTo>
                    <a:pt x="567" y="1401"/>
                  </a:lnTo>
                  <a:lnTo>
                    <a:pt x="516" y="1423"/>
                  </a:lnTo>
                  <a:lnTo>
                    <a:pt x="183" y="1423"/>
                  </a:lnTo>
                  <a:lnTo>
                    <a:pt x="254" y="1457"/>
                  </a:lnTo>
                  <a:lnTo>
                    <a:pt x="498" y="1469"/>
                  </a:lnTo>
                  <a:lnTo>
                    <a:pt x="605" y="1515"/>
                  </a:lnTo>
                  <a:lnTo>
                    <a:pt x="649" y="1599"/>
                  </a:lnTo>
                  <a:lnTo>
                    <a:pt x="649" y="1694"/>
                  </a:lnTo>
                  <a:lnTo>
                    <a:pt x="633" y="1728"/>
                  </a:lnTo>
                  <a:lnTo>
                    <a:pt x="573" y="1750"/>
                  </a:lnTo>
                  <a:lnTo>
                    <a:pt x="232" y="1750"/>
                  </a:lnTo>
                  <a:lnTo>
                    <a:pt x="87" y="1728"/>
                  </a:lnTo>
                  <a:lnTo>
                    <a:pt x="25" y="1681"/>
                  </a:lnTo>
                  <a:lnTo>
                    <a:pt x="17" y="1621"/>
                  </a:lnTo>
                  <a:lnTo>
                    <a:pt x="17" y="1561"/>
                  </a:lnTo>
                  <a:lnTo>
                    <a:pt x="69" y="1492"/>
                  </a:lnTo>
                  <a:lnTo>
                    <a:pt x="8" y="1554"/>
                  </a:lnTo>
                  <a:lnTo>
                    <a:pt x="0" y="1621"/>
                  </a:lnTo>
                  <a:lnTo>
                    <a:pt x="8" y="1706"/>
                  </a:lnTo>
                  <a:lnTo>
                    <a:pt x="54" y="1750"/>
                  </a:lnTo>
                  <a:lnTo>
                    <a:pt x="227" y="1788"/>
                  </a:lnTo>
                  <a:lnTo>
                    <a:pt x="437" y="1804"/>
                  </a:lnTo>
                  <a:lnTo>
                    <a:pt x="113" y="1966"/>
                  </a:lnTo>
                  <a:lnTo>
                    <a:pt x="109" y="2071"/>
                  </a:lnTo>
                  <a:lnTo>
                    <a:pt x="123" y="2123"/>
                  </a:lnTo>
                  <a:lnTo>
                    <a:pt x="113" y="2060"/>
                  </a:lnTo>
                  <a:lnTo>
                    <a:pt x="141" y="1992"/>
                  </a:lnTo>
                  <a:lnTo>
                    <a:pt x="214" y="1940"/>
                  </a:lnTo>
                  <a:lnTo>
                    <a:pt x="498" y="1813"/>
                  </a:lnTo>
                  <a:lnTo>
                    <a:pt x="558" y="1837"/>
                  </a:lnTo>
                  <a:lnTo>
                    <a:pt x="585" y="1883"/>
                  </a:lnTo>
                  <a:lnTo>
                    <a:pt x="585" y="1952"/>
                  </a:lnTo>
                  <a:lnTo>
                    <a:pt x="605" y="1895"/>
                  </a:lnTo>
                  <a:lnTo>
                    <a:pt x="605" y="1837"/>
                  </a:lnTo>
                  <a:lnTo>
                    <a:pt x="567" y="1788"/>
                  </a:lnTo>
                  <a:lnTo>
                    <a:pt x="649" y="1750"/>
                  </a:lnTo>
                  <a:lnTo>
                    <a:pt x="683" y="1706"/>
                  </a:lnTo>
                  <a:lnTo>
                    <a:pt x="694" y="1633"/>
                  </a:lnTo>
                  <a:lnTo>
                    <a:pt x="677" y="1575"/>
                  </a:lnTo>
                  <a:lnTo>
                    <a:pt x="639" y="1515"/>
                  </a:lnTo>
                  <a:lnTo>
                    <a:pt x="591" y="1478"/>
                  </a:lnTo>
                  <a:lnTo>
                    <a:pt x="610" y="1430"/>
                  </a:lnTo>
                  <a:lnTo>
                    <a:pt x="610" y="1349"/>
                  </a:lnTo>
                  <a:lnTo>
                    <a:pt x="591" y="1302"/>
                  </a:lnTo>
                  <a:lnTo>
                    <a:pt x="548" y="1256"/>
                  </a:lnTo>
                  <a:lnTo>
                    <a:pt x="516" y="945"/>
                  </a:lnTo>
                  <a:lnTo>
                    <a:pt x="548" y="915"/>
                  </a:lnTo>
                  <a:lnTo>
                    <a:pt x="605" y="901"/>
                  </a:lnTo>
                  <a:lnTo>
                    <a:pt x="664" y="901"/>
                  </a:lnTo>
                  <a:lnTo>
                    <a:pt x="1061" y="1149"/>
                  </a:lnTo>
                  <a:lnTo>
                    <a:pt x="1041" y="10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6" name="Freeform 734">
              <a:extLst>
                <a:ext uri="{FF2B5EF4-FFF2-40B4-BE49-F238E27FC236}">
                  <a16:creationId xmlns:a16="http://schemas.microsoft.com/office/drawing/2014/main" id="{7F44C7FE-5EBA-BE43-9828-26F944681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4245"/>
              <a:ext cx="42" cy="58"/>
            </a:xfrm>
            <a:custGeom>
              <a:avLst/>
              <a:gdLst>
                <a:gd name="T0" fmla="*/ 0 w 417"/>
                <a:gd name="T1" fmla="*/ 0 h 577"/>
                <a:gd name="T2" fmla="*/ 0 w 417"/>
                <a:gd name="T3" fmla="*/ 0 h 577"/>
                <a:gd name="T4" fmla="*/ 0 w 417"/>
                <a:gd name="T5" fmla="*/ 0 h 577"/>
                <a:gd name="T6" fmla="*/ 0 w 417"/>
                <a:gd name="T7" fmla="*/ 0 h 577"/>
                <a:gd name="T8" fmla="*/ 0 w 417"/>
                <a:gd name="T9" fmla="*/ 0 h 577"/>
                <a:gd name="T10" fmla="*/ 0 w 417"/>
                <a:gd name="T11" fmla="*/ 0 h 577"/>
                <a:gd name="T12" fmla="*/ 0 w 417"/>
                <a:gd name="T13" fmla="*/ 0 h 577"/>
                <a:gd name="T14" fmla="*/ 0 w 417"/>
                <a:gd name="T15" fmla="*/ 0 h 577"/>
                <a:gd name="T16" fmla="*/ 0 w 417"/>
                <a:gd name="T17" fmla="*/ 0 h 577"/>
                <a:gd name="T18" fmla="*/ 0 w 417"/>
                <a:gd name="T19" fmla="*/ 0 h 577"/>
                <a:gd name="T20" fmla="*/ 0 w 417"/>
                <a:gd name="T21" fmla="*/ 0 h 577"/>
                <a:gd name="T22" fmla="*/ 0 w 417"/>
                <a:gd name="T23" fmla="*/ 0 h 5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17"/>
                <a:gd name="T37" fmla="*/ 0 h 577"/>
                <a:gd name="T38" fmla="*/ 417 w 417"/>
                <a:gd name="T39" fmla="*/ 577 h 57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17" h="577">
                  <a:moveTo>
                    <a:pt x="0" y="164"/>
                  </a:moveTo>
                  <a:lnTo>
                    <a:pt x="57" y="186"/>
                  </a:lnTo>
                  <a:lnTo>
                    <a:pt x="128" y="174"/>
                  </a:lnTo>
                  <a:lnTo>
                    <a:pt x="417" y="0"/>
                  </a:lnTo>
                  <a:lnTo>
                    <a:pt x="323" y="105"/>
                  </a:lnTo>
                  <a:lnTo>
                    <a:pt x="232" y="174"/>
                  </a:lnTo>
                  <a:lnTo>
                    <a:pt x="265" y="577"/>
                  </a:lnTo>
                  <a:lnTo>
                    <a:pt x="242" y="577"/>
                  </a:lnTo>
                  <a:lnTo>
                    <a:pt x="204" y="220"/>
                  </a:lnTo>
                  <a:lnTo>
                    <a:pt x="113" y="220"/>
                  </a:lnTo>
                  <a:lnTo>
                    <a:pt x="34" y="199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7" name="Freeform 735">
              <a:extLst>
                <a:ext uri="{FF2B5EF4-FFF2-40B4-BE49-F238E27FC236}">
                  <a16:creationId xmlns:a16="http://schemas.microsoft.com/office/drawing/2014/main" id="{3E90C4F0-58BE-6A42-9677-2DAB5A1C7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4236"/>
              <a:ext cx="8" cy="67"/>
            </a:xfrm>
            <a:custGeom>
              <a:avLst/>
              <a:gdLst>
                <a:gd name="T0" fmla="*/ 0 w 76"/>
                <a:gd name="T1" fmla="*/ 0 h 665"/>
                <a:gd name="T2" fmla="*/ 0 w 76"/>
                <a:gd name="T3" fmla="*/ 0 h 665"/>
                <a:gd name="T4" fmla="*/ 0 w 76"/>
                <a:gd name="T5" fmla="*/ 0 h 665"/>
                <a:gd name="T6" fmla="*/ 0 w 76"/>
                <a:gd name="T7" fmla="*/ 0 h 665"/>
                <a:gd name="T8" fmla="*/ 0 w 76"/>
                <a:gd name="T9" fmla="*/ 0 h 6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665"/>
                <a:gd name="T17" fmla="*/ 76 w 76"/>
                <a:gd name="T18" fmla="*/ 665 h 6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665">
                  <a:moveTo>
                    <a:pt x="18" y="0"/>
                  </a:moveTo>
                  <a:lnTo>
                    <a:pt x="0" y="62"/>
                  </a:lnTo>
                  <a:lnTo>
                    <a:pt x="50" y="665"/>
                  </a:lnTo>
                  <a:lnTo>
                    <a:pt x="76" y="665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8" name="Freeform 736">
              <a:extLst>
                <a:ext uri="{FF2B5EF4-FFF2-40B4-BE49-F238E27FC236}">
                  <a16:creationId xmlns:a16="http://schemas.microsoft.com/office/drawing/2014/main" id="{CFC5BEAB-22A5-BF4F-952D-2A69FFD48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4223"/>
              <a:ext cx="5" cy="10"/>
            </a:xfrm>
            <a:custGeom>
              <a:avLst/>
              <a:gdLst>
                <a:gd name="T0" fmla="*/ 0 w 43"/>
                <a:gd name="T1" fmla="*/ 0 h 96"/>
                <a:gd name="T2" fmla="*/ 0 w 43"/>
                <a:gd name="T3" fmla="*/ 0 h 96"/>
                <a:gd name="T4" fmla="*/ 0 w 43"/>
                <a:gd name="T5" fmla="*/ 0 h 96"/>
                <a:gd name="T6" fmla="*/ 0 w 43"/>
                <a:gd name="T7" fmla="*/ 0 h 96"/>
                <a:gd name="T8" fmla="*/ 0 w 43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96"/>
                <a:gd name="T17" fmla="*/ 43 w 43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96">
                  <a:moveTo>
                    <a:pt x="9" y="96"/>
                  </a:moveTo>
                  <a:lnTo>
                    <a:pt x="0" y="0"/>
                  </a:lnTo>
                  <a:lnTo>
                    <a:pt x="27" y="0"/>
                  </a:lnTo>
                  <a:lnTo>
                    <a:pt x="43" y="96"/>
                  </a:lnTo>
                  <a:lnTo>
                    <a:pt x="9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09" name="Freeform 737">
              <a:extLst>
                <a:ext uri="{FF2B5EF4-FFF2-40B4-BE49-F238E27FC236}">
                  <a16:creationId xmlns:a16="http://schemas.microsoft.com/office/drawing/2014/main" id="{7CE1BD55-C762-5A49-85CC-602C7387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4011"/>
              <a:ext cx="24" cy="150"/>
            </a:xfrm>
            <a:custGeom>
              <a:avLst/>
              <a:gdLst>
                <a:gd name="T0" fmla="*/ 0 w 247"/>
                <a:gd name="T1" fmla="*/ 0 h 1492"/>
                <a:gd name="T2" fmla="*/ 0 w 247"/>
                <a:gd name="T3" fmla="*/ 0 h 1492"/>
                <a:gd name="T4" fmla="*/ 0 w 247"/>
                <a:gd name="T5" fmla="*/ 0 h 1492"/>
                <a:gd name="T6" fmla="*/ 0 w 247"/>
                <a:gd name="T7" fmla="*/ 0 h 1492"/>
                <a:gd name="T8" fmla="*/ 0 w 247"/>
                <a:gd name="T9" fmla="*/ 0 h 1492"/>
                <a:gd name="T10" fmla="*/ 0 w 247"/>
                <a:gd name="T11" fmla="*/ 0 h 1492"/>
                <a:gd name="T12" fmla="*/ 0 w 247"/>
                <a:gd name="T13" fmla="*/ 0 h 1492"/>
                <a:gd name="T14" fmla="*/ 0 w 247"/>
                <a:gd name="T15" fmla="*/ 0 h 1492"/>
                <a:gd name="T16" fmla="*/ 0 w 247"/>
                <a:gd name="T17" fmla="*/ 0 h 1492"/>
                <a:gd name="T18" fmla="*/ 0 w 247"/>
                <a:gd name="T19" fmla="*/ 0 h 1492"/>
                <a:gd name="T20" fmla="*/ 0 w 247"/>
                <a:gd name="T21" fmla="*/ 0 h 1492"/>
                <a:gd name="T22" fmla="*/ 0 w 247"/>
                <a:gd name="T23" fmla="*/ 0 h 1492"/>
                <a:gd name="T24" fmla="*/ 0 w 247"/>
                <a:gd name="T25" fmla="*/ 0 h 1492"/>
                <a:gd name="T26" fmla="*/ 0 w 247"/>
                <a:gd name="T27" fmla="*/ 0 h 1492"/>
                <a:gd name="T28" fmla="*/ 0 w 247"/>
                <a:gd name="T29" fmla="*/ 0 h 1492"/>
                <a:gd name="T30" fmla="*/ 0 w 247"/>
                <a:gd name="T31" fmla="*/ 0 h 1492"/>
                <a:gd name="T32" fmla="*/ 0 w 247"/>
                <a:gd name="T33" fmla="*/ 0 h 1492"/>
                <a:gd name="T34" fmla="*/ 0 w 247"/>
                <a:gd name="T35" fmla="*/ 0 h 1492"/>
                <a:gd name="T36" fmla="*/ 0 w 247"/>
                <a:gd name="T37" fmla="*/ 0 h 1492"/>
                <a:gd name="T38" fmla="*/ 0 w 247"/>
                <a:gd name="T39" fmla="*/ 0 h 1492"/>
                <a:gd name="T40" fmla="*/ 0 w 247"/>
                <a:gd name="T41" fmla="*/ 0 h 1492"/>
                <a:gd name="T42" fmla="*/ 0 w 247"/>
                <a:gd name="T43" fmla="*/ 0 h 14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7"/>
                <a:gd name="T67" fmla="*/ 0 h 1492"/>
                <a:gd name="T68" fmla="*/ 247 w 247"/>
                <a:gd name="T69" fmla="*/ 1492 h 14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7" h="1492">
                  <a:moveTo>
                    <a:pt x="118" y="46"/>
                  </a:moveTo>
                  <a:lnTo>
                    <a:pt x="118" y="175"/>
                  </a:lnTo>
                  <a:lnTo>
                    <a:pt x="158" y="552"/>
                  </a:lnTo>
                  <a:lnTo>
                    <a:pt x="247" y="1492"/>
                  </a:lnTo>
                  <a:lnTo>
                    <a:pt x="215" y="1468"/>
                  </a:lnTo>
                  <a:lnTo>
                    <a:pt x="191" y="1228"/>
                  </a:lnTo>
                  <a:lnTo>
                    <a:pt x="118" y="1228"/>
                  </a:lnTo>
                  <a:lnTo>
                    <a:pt x="181" y="1182"/>
                  </a:lnTo>
                  <a:lnTo>
                    <a:pt x="166" y="982"/>
                  </a:lnTo>
                  <a:lnTo>
                    <a:pt x="92" y="1004"/>
                  </a:lnTo>
                  <a:lnTo>
                    <a:pt x="44" y="1065"/>
                  </a:lnTo>
                  <a:lnTo>
                    <a:pt x="44" y="1135"/>
                  </a:lnTo>
                  <a:lnTo>
                    <a:pt x="70" y="1219"/>
                  </a:lnTo>
                  <a:lnTo>
                    <a:pt x="19" y="1173"/>
                  </a:lnTo>
                  <a:lnTo>
                    <a:pt x="0" y="1101"/>
                  </a:lnTo>
                  <a:lnTo>
                    <a:pt x="8" y="1016"/>
                  </a:lnTo>
                  <a:lnTo>
                    <a:pt x="52" y="961"/>
                  </a:lnTo>
                  <a:lnTo>
                    <a:pt x="158" y="911"/>
                  </a:lnTo>
                  <a:lnTo>
                    <a:pt x="92" y="308"/>
                  </a:lnTo>
                  <a:lnTo>
                    <a:pt x="81" y="165"/>
                  </a:lnTo>
                  <a:lnTo>
                    <a:pt x="81" y="0"/>
                  </a:lnTo>
                  <a:lnTo>
                    <a:pt x="118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0" name="Freeform 738">
              <a:extLst>
                <a:ext uri="{FF2B5EF4-FFF2-40B4-BE49-F238E27FC236}">
                  <a16:creationId xmlns:a16="http://schemas.microsoft.com/office/drawing/2014/main" id="{E228718F-C8E5-6D4C-9933-C92573FB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4280"/>
              <a:ext cx="62" cy="23"/>
            </a:xfrm>
            <a:custGeom>
              <a:avLst/>
              <a:gdLst>
                <a:gd name="T0" fmla="*/ 0 w 616"/>
                <a:gd name="T1" fmla="*/ 0 h 226"/>
                <a:gd name="T2" fmla="*/ 0 w 616"/>
                <a:gd name="T3" fmla="*/ 0 h 226"/>
                <a:gd name="T4" fmla="*/ 0 w 616"/>
                <a:gd name="T5" fmla="*/ 0 h 226"/>
                <a:gd name="T6" fmla="*/ 0 w 616"/>
                <a:gd name="T7" fmla="*/ 0 h 226"/>
                <a:gd name="T8" fmla="*/ 0 w 616"/>
                <a:gd name="T9" fmla="*/ 0 h 226"/>
                <a:gd name="T10" fmla="*/ 0 w 616"/>
                <a:gd name="T11" fmla="*/ 0 h 226"/>
                <a:gd name="T12" fmla="*/ 0 w 616"/>
                <a:gd name="T13" fmla="*/ 0 h 226"/>
                <a:gd name="T14" fmla="*/ 0 w 616"/>
                <a:gd name="T15" fmla="*/ 0 h 226"/>
                <a:gd name="T16" fmla="*/ 0 w 616"/>
                <a:gd name="T17" fmla="*/ 0 h 226"/>
                <a:gd name="T18" fmla="*/ 0 w 616"/>
                <a:gd name="T19" fmla="*/ 0 h 226"/>
                <a:gd name="T20" fmla="*/ 0 w 616"/>
                <a:gd name="T21" fmla="*/ 0 h 226"/>
                <a:gd name="T22" fmla="*/ 0 w 616"/>
                <a:gd name="T23" fmla="*/ 0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6"/>
                <a:gd name="T37" fmla="*/ 0 h 226"/>
                <a:gd name="T38" fmla="*/ 616 w 616"/>
                <a:gd name="T39" fmla="*/ 226 h 2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6" h="226">
                  <a:moveTo>
                    <a:pt x="23" y="0"/>
                  </a:moveTo>
                  <a:lnTo>
                    <a:pt x="124" y="35"/>
                  </a:lnTo>
                  <a:lnTo>
                    <a:pt x="221" y="111"/>
                  </a:lnTo>
                  <a:lnTo>
                    <a:pt x="370" y="166"/>
                  </a:lnTo>
                  <a:lnTo>
                    <a:pt x="616" y="226"/>
                  </a:lnTo>
                  <a:lnTo>
                    <a:pt x="356" y="226"/>
                  </a:lnTo>
                  <a:lnTo>
                    <a:pt x="261" y="192"/>
                  </a:lnTo>
                  <a:lnTo>
                    <a:pt x="185" y="133"/>
                  </a:lnTo>
                  <a:lnTo>
                    <a:pt x="124" y="73"/>
                  </a:lnTo>
                  <a:lnTo>
                    <a:pt x="73" y="52"/>
                  </a:lnTo>
                  <a:lnTo>
                    <a:pt x="0" y="1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1" name="Freeform 739">
              <a:extLst>
                <a:ext uri="{FF2B5EF4-FFF2-40B4-BE49-F238E27FC236}">
                  <a16:creationId xmlns:a16="http://schemas.microsoft.com/office/drawing/2014/main" id="{08C6440E-BB5C-B449-8A19-DAF1990C3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3995"/>
              <a:ext cx="19" cy="20"/>
            </a:xfrm>
            <a:custGeom>
              <a:avLst/>
              <a:gdLst>
                <a:gd name="T0" fmla="*/ 0 w 180"/>
                <a:gd name="T1" fmla="*/ 0 h 202"/>
                <a:gd name="T2" fmla="*/ 0 w 180"/>
                <a:gd name="T3" fmla="*/ 0 h 202"/>
                <a:gd name="T4" fmla="*/ 0 w 180"/>
                <a:gd name="T5" fmla="*/ 0 h 202"/>
                <a:gd name="T6" fmla="*/ 0 w 180"/>
                <a:gd name="T7" fmla="*/ 0 h 202"/>
                <a:gd name="T8" fmla="*/ 0 w 180"/>
                <a:gd name="T9" fmla="*/ 0 h 202"/>
                <a:gd name="T10" fmla="*/ 0 w 180"/>
                <a:gd name="T11" fmla="*/ 0 h 202"/>
                <a:gd name="T12" fmla="*/ 0 w 180"/>
                <a:gd name="T13" fmla="*/ 0 h 202"/>
                <a:gd name="T14" fmla="*/ 0 w 180"/>
                <a:gd name="T15" fmla="*/ 0 h 202"/>
                <a:gd name="T16" fmla="*/ 0 w 180"/>
                <a:gd name="T17" fmla="*/ 0 h 202"/>
                <a:gd name="T18" fmla="*/ 0 w 180"/>
                <a:gd name="T19" fmla="*/ 0 h 202"/>
                <a:gd name="T20" fmla="*/ 0 w 180"/>
                <a:gd name="T21" fmla="*/ 0 h 202"/>
                <a:gd name="T22" fmla="*/ 0 w 180"/>
                <a:gd name="T23" fmla="*/ 0 h 202"/>
                <a:gd name="T24" fmla="*/ 0 w 180"/>
                <a:gd name="T25" fmla="*/ 0 h 202"/>
                <a:gd name="T26" fmla="*/ 0 w 180"/>
                <a:gd name="T27" fmla="*/ 0 h 2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0"/>
                <a:gd name="T43" fmla="*/ 0 h 202"/>
                <a:gd name="T44" fmla="*/ 180 w 180"/>
                <a:gd name="T45" fmla="*/ 202 h 20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0" h="202">
                  <a:moveTo>
                    <a:pt x="47" y="0"/>
                  </a:moveTo>
                  <a:lnTo>
                    <a:pt x="0" y="47"/>
                  </a:lnTo>
                  <a:lnTo>
                    <a:pt x="0" y="119"/>
                  </a:lnTo>
                  <a:lnTo>
                    <a:pt x="28" y="191"/>
                  </a:lnTo>
                  <a:lnTo>
                    <a:pt x="91" y="202"/>
                  </a:lnTo>
                  <a:lnTo>
                    <a:pt x="143" y="202"/>
                  </a:lnTo>
                  <a:lnTo>
                    <a:pt x="180" y="166"/>
                  </a:lnTo>
                  <a:lnTo>
                    <a:pt x="161" y="141"/>
                  </a:lnTo>
                  <a:lnTo>
                    <a:pt x="121" y="166"/>
                  </a:lnTo>
                  <a:lnTo>
                    <a:pt x="61" y="166"/>
                  </a:lnTo>
                  <a:lnTo>
                    <a:pt x="28" y="127"/>
                  </a:lnTo>
                  <a:lnTo>
                    <a:pt x="38" y="70"/>
                  </a:lnTo>
                  <a:lnTo>
                    <a:pt x="91" y="2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2" name="Freeform 740">
              <a:extLst>
                <a:ext uri="{FF2B5EF4-FFF2-40B4-BE49-F238E27FC236}">
                  <a16:creationId xmlns:a16="http://schemas.microsoft.com/office/drawing/2014/main" id="{49D3AE3C-5C72-534A-8AE0-1995BE89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" y="3289"/>
              <a:ext cx="517" cy="1013"/>
            </a:xfrm>
            <a:custGeom>
              <a:avLst/>
              <a:gdLst>
                <a:gd name="T0" fmla="*/ 0 w 5172"/>
                <a:gd name="T1" fmla="*/ 0 h 10132"/>
                <a:gd name="T2" fmla="*/ 0 w 5172"/>
                <a:gd name="T3" fmla="*/ 0 h 10132"/>
                <a:gd name="T4" fmla="*/ 0 w 5172"/>
                <a:gd name="T5" fmla="*/ 0 h 10132"/>
                <a:gd name="T6" fmla="*/ 0 w 5172"/>
                <a:gd name="T7" fmla="*/ 0 h 10132"/>
                <a:gd name="T8" fmla="*/ 0 w 5172"/>
                <a:gd name="T9" fmla="*/ 0 h 10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72"/>
                <a:gd name="T16" fmla="*/ 0 h 10132"/>
                <a:gd name="T17" fmla="*/ 5172 w 5172"/>
                <a:gd name="T18" fmla="*/ 10132 h 10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72" h="10132">
                  <a:moveTo>
                    <a:pt x="0" y="10132"/>
                  </a:moveTo>
                  <a:lnTo>
                    <a:pt x="622" y="158"/>
                  </a:lnTo>
                  <a:lnTo>
                    <a:pt x="2976" y="0"/>
                  </a:lnTo>
                  <a:lnTo>
                    <a:pt x="5172" y="2484"/>
                  </a:lnTo>
                  <a:lnTo>
                    <a:pt x="5172" y="1013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3" name="Freeform 741">
              <a:extLst>
                <a:ext uri="{FF2B5EF4-FFF2-40B4-BE49-F238E27FC236}">
                  <a16:creationId xmlns:a16="http://schemas.microsoft.com/office/drawing/2014/main" id="{C3AA2903-5592-7545-9250-0C795641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3315"/>
              <a:ext cx="457" cy="232"/>
            </a:xfrm>
            <a:custGeom>
              <a:avLst/>
              <a:gdLst>
                <a:gd name="T0" fmla="*/ 0 w 4572"/>
                <a:gd name="T1" fmla="*/ 0 h 2324"/>
                <a:gd name="T2" fmla="*/ 0 w 4572"/>
                <a:gd name="T3" fmla="*/ 0 h 2324"/>
                <a:gd name="T4" fmla="*/ 0 w 4572"/>
                <a:gd name="T5" fmla="*/ 0 h 2324"/>
                <a:gd name="T6" fmla="*/ 0 60000 65536"/>
                <a:gd name="T7" fmla="*/ 0 60000 65536"/>
                <a:gd name="T8" fmla="*/ 0 60000 65536"/>
                <a:gd name="T9" fmla="*/ 0 w 4572"/>
                <a:gd name="T10" fmla="*/ 0 h 2324"/>
                <a:gd name="T11" fmla="*/ 4572 w 4572"/>
                <a:gd name="T12" fmla="*/ 2324 h 23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72" h="2324">
                  <a:moveTo>
                    <a:pt x="4572" y="2324"/>
                  </a:moveTo>
                  <a:lnTo>
                    <a:pt x="2376" y="0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4" name="Line 742">
              <a:extLst>
                <a:ext uri="{FF2B5EF4-FFF2-40B4-BE49-F238E27FC236}">
                  <a16:creationId xmlns:a16="http://schemas.microsoft.com/office/drawing/2014/main" id="{D9BC285D-7D6C-874D-83F1-E8214F4940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" y="3544"/>
              <a:ext cx="5" cy="75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5" name="Line 743">
              <a:extLst>
                <a:ext uri="{FF2B5EF4-FFF2-40B4-BE49-F238E27FC236}">
                  <a16:creationId xmlns:a16="http://schemas.microsoft.com/office/drawing/2014/main" id="{671C9F5F-DE99-A249-9E80-7953B43C4D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" y="3324"/>
              <a:ext cx="25" cy="97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6" name="Line 744">
              <a:extLst>
                <a:ext uri="{FF2B5EF4-FFF2-40B4-BE49-F238E27FC236}">
                  <a16:creationId xmlns:a16="http://schemas.microsoft.com/office/drawing/2014/main" id="{A5FD7533-F713-C948-B124-4DED00768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" y="3315"/>
              <a:ext cx="34" cy="98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7" name="Freeform 745">
              <a:extLst>
                <a:ext uri="{FF2B5EF4-FFF2-40B4-BE49-F238E27FC236}">
                  <a16:creationId xmlns:a16="http://schemas.microsoft.com/office/drawing/2014/main" id="{6020972E-6232-494A-8504-F0D3A283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3320"/>
              <a:ext cx="229" cy="888"/>
            </a:xfrm>
            <a:custGeom>
              <a:avLst/>
              <a:gdLst>
                <a:gd name="T0" fmla="*/ 0 w 2292"/>
                <a:gd name="T1" fmla="*/ 0 h 8875"/>
                <a:gd name="T2" fmla="*/ 0 w 2292"/>
                <a:gd name="T3" fmla="*/ 0 h 8875"/>
                <a:gd name="T4" fmla="*/ 0 w 2292"/>
                <a:gd name="T5" fmla="*/ 0 h 8875"/>
                <a:gd name="T6" fmla="*/ 0 w 2292"/>
                <a:gd name="T7" fmla="*/ 0 h 8875"/>
                <a:gd name="T8" fmla="*/ 0 w 2292"/>
                <a:gd name="T9" fmla="*/ 0 h 8875"/>
                <a:gd name="T10" fmla="*/ 0 w 2292"/>
                <a:gd name="T11" fmla="*/ 0 h 8875"/>
                <a:gd name="T12" fmla="*/ 0 w 2292"/>
                <a:gd name="T13" fmla="*/ 0 h 8875"/>
                <a:gd name="T14" fmla="*/ 0 w 2292"/>
                <a:gd name="T15" fmla="*/ 0 h 8875"/>
                <a:gd name="T16" fmla="*/ 0 w 2292"/>
                <a:gd name="T17" fmla="*/ 0 h 88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92"/>
                <a:gd name="T28" fmla="*/ 0 h 8875"/>
                <a:gd name="T29" fmla="*/ 2292 w 2292"/>
                <a:gd name="T30" fmla="*/ 8875 h 88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92" h="8875">
                  <a:moveTo>
                    <a:pt x="2292" y="2225"/>
                  </a:moveTo>
                  <a:lnTo>
                    <a:pt x="301" y="2313"/>
                  </a:lnTo>
                  <a:lnTo>
                    <a:pt x="301" y="2733"/>
                  </a:lnTo>
                  <a:lnTo>
                    <a:pt x="787" y="2733"/>
                  </a:lnTo>
                  <a:lnTo>
                    <a:pt x="1614" y="3384"/>
                  </a:lnTo>
                  <a:lnTo>
                    <a:pt x="1572" y="8875"/>
                  </a:lnTo>
                  <a:lnTo>
                    <a:pt x="0" y="8651"/>
                  </a:lnTo>
                  <a:lnTo>
                    <a:pt x="236" y="0"/>
                  </a:lnTo>
                  <a:lnTo>
                    <a:pt x="2292" y="22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8" name="Line 746">
              <a:extLst>
                <a:ext uri="{FF2B5EF4-FFF2-40B4-BE49-F238E27FC236}">
                  <a16:creationId xmlns:a16="http://schemas.microsoft.com/office/drawing/2014/main" id="{BED7E623-3FB3-C94F-87B1-98E8D36124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" y="3227"/>
              <a:ext cx="1" cy="19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19" name="Freeform 747">
              <a:extLst>
                <a:ext uri="{FF2B5EF4-FFF2-40B4-BE49-F238E27FC236}">
                  <a16:creationId xmlns:a16="http://schemas.microsoft.com/office/drawing/2014/main" id="{A5E57104-49ED-1F42-840C-FFCA4D99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3227"/>
              <a:ext cx="134" cy="381"/>
            </a:xfrm>
            <a:custGeom>
              <a:avLst/>
              <a:gdLst>
                <a:gd name="T0" fmla="*/ 0 w 1339"/>
                <a:gd name="T1" fmla="*/ 0 h 3812"/>
                <a:gd name="T2" fmla="*/ 0 w 1339"/>
                <a:gd name="T3" fmla="*/ 0 h 3812"/>
                <a:gd name="T4" fmla="*/ 0 w 1339"/>
                <a:gd name="T5" fmla="*/ 0 h 3812"/>
                <a:gd name="T6" fmla="*/ 0 w 1339"/>
                <a:gd name="T7" fmla="*/ 0 h 3812"/>
                <a:gd name="T8" fmla="*/ 0 w 1339"/>
                <a:gd name="T9" fmla="*/ 0 h 3812"/>
                <a:gd name="T10" fmla="*/ 0 w 1339"/>
                <a:gd name="T11" fmla="*/ 0 h 3812"/>
                <a:gd name="T12" fmla="*/ 0 w 1339"/>
                <a:gd name="T13" fmla="*/ 0 h 3812"/>
                <a:gd name="T14" fmla="*/ 0 w 1339"/>
                <a:gd name="T15" fmla="*/ 0 h 3812"/>
                <a:gd name="T16" fmla="*/ 0 w 1339"/>
                <a:gd name="T17" fmla="*/ 0 h 3812"/>
                <a:gd name="T18" fmla="*/ 0 w 1339"/>
                <a:gd name="T19" fmla="*/ 0 h 3812"/>
                <a:gd name="T20" fmla="*/ 0 w 1339"/>
                <a:gd name="T21" fmla="*/ 0 h 3812"/>
                <a:gd name="T22" fmla="*/ 0 w 1339"/>
                <a:gd name="T23" fmla="*/ 0 h 3812"/>
                <a:gd name="T24" fmla="*/ 0 w 1339"/>
                <a:gd name="T25" fmla="*/ 0 h 3812"/>
                <a:gd name="T26" fmla="*/ 0 w 1339"/>
                <a:gd name="T27" fmla="*/ 0 h 3812"/>
                <a:gd name="T28" fmla="*/ 0 w 1339"/>
                <a:gd name="T29" fmla="*/ 0 h 3812"/>
                <a:gd name="T30" fmla="*/ 0 w 1339"/>
                <a:gd name="T31" fmla="*/ 0 h 3812"/>
                <a:gd name="T32" fmla="*/ 0 w 1339"/>
                <a:gd name="T33" fmla="*/ 0 h 3812"/>
                <a:gd name="T34" fmla="*/ 0 w 1339"/>
                <a:gd name="T35" fmla="*/ 0 h 3812"/>
                <a:gd name="T36" fmla="*/ 0 w 1339"/>
                <a:gd name="T37" fmla="*/ 0 h 3812"/>
                <a:gd name="T38" fmla="*/ 0 w 1339"/>
                <a:gd name="T39" fmla="*/ 0 h 3812"/>
                <a:gd name="T40" fmla="*/ 0 w 1339"/>
                <a:gd name="T41" fmla="*/ 0 h 3812"/>
                <a:gd name="T42" fmla="*/ 0 w 1339"/>
                <a:gd name="T43" fmla="*/ 0 h 3812"/>
                <a:gd name="T44" fmla="*/ 0 w 1339"/>
                <a:gd name="T45" fmla="*/ 0 h 3812"/>
                <a:gd name="T46" fmla="*/ 0 w 1339"/>
                <a:gd name="T47" fmla="*/ 0 h 3812"/>
                <a:gd name="T48" fmla="*/ 0 w 1339"/>
                <a:gd name="T49" fmla="*/ 0 h 3812"/>
                <a:gd name="T50" fmla="*/ 0 w 1339"/>
                <a:gd name="T51" fmla="*/ 0 h 3812"/>
                <a:gd name="T52" fmla="*/ 0 w 1339"/>
                <a:gd name="T53" fmla="*/ 0 h 3812"/>
                <a:gd name="T54" fmla="*/ 0 w 1339"/>
                <a:gd name="T55" fmla="*/ 0 h 3812"/>
                <a:gd name="T56" fmla="*/ 0 w 1339"/>
                <a:gd name="T57" fmla="*/ 0 h 3812"/>
                <a:gd name="T58" fmla="*/ 0 w 1339"/>
                <a:gd name="T59" fmla="*/ 0 h 3812"/>
                <a:gd name="T60" fmla="*/ 0 w 1339"/>
                <a:gd name="T61" fmla="*/ 0 h 3812"/>
                <a:gd name="T62" fmla="*/ 0 w 1339"/>
                <a:gd name="T63" fmla="*/ 0 h 3812"/>
                <a:gd name="T64" fmla="*/ 0 w 1339"/>
                <a:gd name="T65" fmla="*/ 0 h 3812"/>
                <a:gd name="T66" fmla="*/ 0 w 1339"/>
                <a:gd name="T67" fmla="*/ 0 h 3812"/>
                <a:gd name="T68" fmla="*/ 0 w 1339"/>
                <a:gd name="T69" fmla="*/ 0 h 3812"/>
                <a:gd name="T70" fmla="*/ 0 w 1339"/>
                <a:gd name="T71" fmla="*/ 0 h 3812"/>
                <a:gd name="T72" fmla="*/ 0 w 1339"/>
                <a:gd name="T73" fmla="*/ 0 h 3812"/>
                <a:gd name="T74" fmla="*/ 0 w 1339"/>
                <a:gd name="T75" fmla="*/ 0 h 3812"/>
                <a:gd name="T76" fmla="*/ 0 w 1339"/>
                <a:gd name="T77" fmla="*/ 0 h 3812"/>
                <a:gd name="T78" fmla="*/ 0 w 1339"/>
                <a:gd name="T79" fmla="*/ 0 h 38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339"/>
                <a:gd name="T121" fmla="*/ 0 h 3812"/>
                <a:gd name="T122" fmla="*/ 1339 w 1339"/>
                <a:gd name="T123" fmla="*/ 3812 h 38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339" h="3812">
                  <a:moveTo>
                    <a:pt x="60" y="0"/>
                  </a:moveTo>
                  <a:lnTo>
                    <a:pt x="129" y="120"/>
                  </a:lnTo>
                  <a:lnTo>
                    <a:pt x="269" y="316"/>
                  </a:lnTo>
                  <a:lnTo>
                    <a:pt x="375" y="481"/>
                  </a:lnTo>
                  <a:lnTo>
                    <a:pt x="398" y="693"/>
                  </a:lnTo>
                  <a:lnTo>
                    <a:pt x="352" y="931"/>
                  </a:lnTo>
                  <a:lnTo>
                    <a:pt x="304" y="1157"/>
                  </a:lnTo>
                  <a:lnTo>
                    <a:pt x="290" y="1413"/>
                  </a:lnTo>
                  <a:lnTo>
                    <a:pt x="330" y="1665"/>
                  </a:lnTo>
                  <a:lnTo>
                    <a:pt x="431" y="1893"/>
                  </a:lnTo>
                  <a:lnTo>
                    <a:pt x="596" y="2133"/>
                  </a:lnTo>
                  <a:lnTo>
                    <a:pt x="885" y="2432"/>
                  </a:lnTo>
                  <a:lnTo>
                    <a:pt x="1226" y="2926"/>
                  </a:lnTo>
                  <a:lnTo>
                    <a:pt x="1330" y="3212"/>
                  </a:lnTo>
                  <a:lnTo>
                    <a:pt x="1339" y="3362"/>
                  </a:lnTo>
                  <a:lnTo>
                    <a:pt x="1318" y="3527"/>
                  </a:lnTo>
                  <a:lnTo>
                    <a:pt x="1278" y="3648"/>
                  </a:lnTo>
                  <a:lnTo>
                    <a:pt x="1201" y="3812"/>
                  </a:lnTo>
                  <a:lnTo>
                    <a:pt x="1129" y="3781"/>
                  </a:lnTo>
                  <a:lnTo>
                    <a:pt x="1226" y="3618"/>
                  </a:lnTo>
                  <a:lnTo>
                    <a:pt x="1256" y="3495"/>
                  </a:lnTo>
                  <a:lnTo>
                    <a:pt x="1270" y="3379"/>
                  </a:lnTo>
                  <a:lnTo>
                    <a:pt x="1270" y="3275"/>
                  </a:lnTo>
                  <a:lnTo>
                    <a:pt x="1230" y="3200"/>
                  </a:lnTo>
                  <a:lnTo>
                    <a:pt x="641" y="2268"/>
                  </a:lnTo>
                  <a:lnTo>
                    <a:pt x="467" y="2041"/>
                  </a:lnTo>
                  <a:lnTo>
                    <a:pt x="363" y="1893"/>
                  </a:lnTo>
                  <a:lnTo>
                    <a:pt x="282" y="1698"/>
                  </a:lnTo>
                  <a:lnTo>
                    <a:pt x="244" y="1500"/>
                  </a:lnTo>
                  <a:lnTo>
                    <a:pt x="232" y="1321"/>
                  </a:lnTo>
                  <a:lnTo>
                    <a:pt x="256" y="1143"/>
                  </a:lnTo>
                  <a:lnTo>
                    <a:pt x="330" y="855"/>
                  </a:lnTo>
                  <a:lnTo>
                    <a:pt x="352" y="705"/>
                  </a:lnTo>
                  <a:lnTo>
                    <a:pt x="352" y="588"/>
                  </a:lnTo>
                  <a:lnTo>
                    <a:pt x="330" y="481"/>
                  </a:lnTo>
                  <a:lnTo>
                    <a:pt x="244" y="360"/>
                  </a:lnTo>
                  <a:lnTo>
                    <a:pt x="86" y="135"/>
                  </a:lnTo>
                  <a:lnTo>
                    <a:pt x="24" y="48"/>
                  </a:lnTo>
                  <a:lnTo>
                    <a:pt x="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0" name="Freeform 748">
              <a:extLst>
                <a:ext uri="{FF2B5EF4-FFF2-40B4-BE49-F238E27FC236}">
                  <a16:creationId xmlns:a16="http://schemas.microsoft.com/office/drawing/2014/main" id="{E4BE89BE-A946-E042-88E0-71C8E9B3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3227"/>
              <a:ext cx="74" cy="383"/>
            </a:xfrm>
            <a:custGeom>
              <a:avLst/>
              <a:gdLst>
                <a:gd name="T0" fmla="*/ 0 w 734"/>
                <a:gd name="T1" fmla="*/ 0 h 3828"/>
                <a:gd name="T2" fmla="*/ 0 w 734"/>
                <a:gd name="T3" fmla="*/ 0 h 3828"/>
                <a:gd name="T4" fmla="*/ 0 w 734"/>
                <a:gd name="T5" fmla="*/ 0 h 3828"/>
                <a:gd name="T6" fmla="*/ 0 w 734"/>
                <a:gd name="T7" fmla="*/ 0 h 3828"/>
                <a:gd name="T8" fmla="*/ 0 w 734"/>
                <a:gd name="T9" fmla="*/ 0 h 3828"/>
                <a:gd name="T10" fmla="*/ 0 w 734"/>
                <a:gd name="T11" fmla="*/ 0 h 3828"/>
                <a:gd name="T12" fmla="*/ 0 w 734"/>
                <a:gd name="T13" fmla="*/ 0 h 3828"/>
                <a:gd name="T14" fmla="*/ 0 w 734"/>
                <a:gd name="T15" fmla="*/ 0 h 3828"/>
                <a:gd name="T16" fmla="*/ 0 w 734"/>
                <a:gd name="T17" fmla="*/ 0 h 3828"/>
                <a:gd name="T18" fmla="*/ 0 w 734"/>
                <a:gd name="T19" fmla="*/ 0 h 3828"/>
                <a:gd name="T20" fmla="*/ 0 w 734"/>
                <a:gd name="T21" fmla="*/ 0 h 3828"/>
                <a:gd name="T22" fmla="*/ 0 w 734"/>
                <a:gd name="T23" fmla="*/ 0 h 3828"/>
                <a:gd name="T24" fmla="*/ 0 w 734"/>
                <a:gd name="T25" fmla="*/ 0 h 3828"/>
                <a:gd name="T26" fmla="*/ 0 w 734"/>
                <a:gd name="T27" fmla="*/ 0 h 3828"/>
                <a:gd name="T28" fmla="*/ 0 w 734"/>
                <a:gd name="T29" fmla="*/ 0 h 3828"/>
                <a:gd name="T30" fmla="*/ 0 w 734"/>
                <a:gd name="T31" fmla="*/ 0 h 3828"/>
                <a:gd name="T32" fmla="*/ 0 w 734"/>
                <a:gd name="T33" fmla="*/ 0 h 3828"/>
                <a:gd name="T34" fmla="*/ 0 w 734"/>
                <a:gd name="T35" fmla="*/ 0 h 3828"/>
                <a:gd name="T36" fmla="*/ 0 w 734"/>
                <a:gd name="T37" fmla="*/ 0 h 3828"/>
                <a:gd name="T38" fmla="*/ 0 w 734"/>
                <a:gd name="T39" fmla="*/ 0 h 3828"/>
                <a:gd name="T40" fmla="*/ 0 w 734"/>
                <a:gd name="T41" fmla="*/ 0 h 3828"/>
                <a:gd name="T42" fmla="*/ 0 w 734"/>
                <a:gd name="T43" fmla="*/ 0 h 3828"/>
                <a:gd name="T44" fmla="*/ 0 w 734"/>
                <a:gd name="T45" fmla="*/ 0 h 3828"/>
                <a:gd name="T46" fmla="*/ 0 w 734"/>
                <a:gd name="T47" fmla="*/ 0 h 3828"/>
                <a:gd name="T48" fmla="*/ 0 w 734"/>
                <a:gd name="T49" fmla="*/ 0 h 3828"/>
                <a:gd name="T50" fmla="*/ 0 w 734"/>
                <a:gd name="T51" fmla="*/ 0 h 3828"/>
                <a:gd name="T52" fmla="*/ 0 w 734"/>
                <a:gd name="T53" fmla="*/ 0 h 3828"/>
                <a:gd name="T54" fmla="*/ 0 w 734"/>
                <a:gd name="T55" fmla="*/ 0 h 3828"/>
                <a:gd name="T56" fmla="*/ 0 w 734"/>
                <a:gd name="T57" fmla="*/ 0 h 3828"/>
                <a:gd name="T58" fmla="*/ 0 w 734"/>
                <a:gd name="T59" fmla="*/ 0 h 3828"/>
                <a:gd name="T60" fmla="*/ 0 w 734"/>
                <a:gd name="T61" fmla="*/ 0 h 38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34"/>
                <a:gd name="T94" fmla="*/ 0 h 3828"/>
                <a:gd name="T95" fmla="*/ 734 w 734"/>
                <a:gd name="T96" fmla="*/ 3828 h 38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34" h="3828">
                  <a:moveTo>
                    <a:pt x="376" y="3828"/>
                  </a:moveTo>
                  <a:lnTo>
                    <a:pt x="514" y="3767"/>
                  </a:lnTo>
                  <a:lnTo>
                    <a:pt x="633" y="3662"/>
                  </a:lnTo>
                  <a:lnTo>
                    <a:pt x="689" y="3527"/>
                  </a:lnTo>
                  <a:lnTo>
                    <a:pt x="722" y="3379"/>
                  </a:lnTo>
                  <a:lnTo>
                    <a:pt x="734" y="3227"/>
                  </a:lnTo>
                  <a:lnTo>
                    <a:pt x="711" y="3031"/>
                  </a:lnTo>
                  <a:lnTo>
                    <a:pt x="118" y="1429"/>
                  </a:lnTo>
                  <a:lnTo>
                    <a:pt x="72" y="1143"/>
                  </a:lnTo>
                  <a:lnTo>
                    <a:pt x="60" y="855"/>
                  </a:lnTo>
                  <a:lnTo>
                    <a:pt x="72" y="633"/>
                  </a:lnTo>
                  <a:lnTo>
                    <a:pt x="118" y="437"/>
                  </a:lnTo>
                  <a:lnTo>
                    <a:pt x="163" y="243"/>
                  </a:lnTo>
                  <a:lnTo>
                    <a:pt x="187" y="77"/>
                  </a:lnTo>
                  <a:lnTo>
                    <a:pt x="187" y="0"/>
                  </a:lnTo>
                  <a:lnTo>
                    <a:pt x="129" y="0"/>
                  </a:lnTo>
                  <a:lnTo>
                    <a:pt x="129" y="88"/>
                  </a:lnTo>
                  <a:lnTo>
                    <a:pt x="104" y="211"/>
                  </a:lnTo>
                  <a:lnTo>
                    <a:pt x="48" y="526"/>
                  </a:lnTo>
                  <a:lnTo>
                    <a:pt x="12" y="679"/>
                  </a:lnTo>
                  <a:lnTo>
                    <a:pt x="0" y="855"/>
                  </a:lnTo>
                  <a:lnTo>
                    <a:pt x="12" y="1066"/>
                  </a:lnTo>
                  <a:lnTo>
                    <a:pt x="37" y="1248"/>
                  </a:lnTo>
                  <a:lnTo>
                    <a:pt x="72" y="1381"/>
                  </a:lnTo>
                  <a:lnTo>
                    <a:pt x="641" y="3212"/>
                  </a:lnTo>
                  <a:lnTo>
                    <a:pt x="641" y="3379"/>
                  </a:lnTo>
                  <a:lnTo>
                    <a:pt x="593" y="3560"/>
                  </a:lnTo>
                  <a:lnTo>
                    <a:pt x="536" y="3662"/>
                  </a:lnTo>
                  <a:lnTo>
                    <a:pt x="466" y="3710"/>
                  </a:lnTo>
                  <a:lnTo>
                    <a:pt x="318" y="3767"/>
                  </a:lnTo>
                  <a:lnTo>
                    <a:pt x="376" y="38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1" name="Freeform 749">
              <a:extLst>
                <a:ext uri="{FF2B5EF4-FFF2-40B4-BE49-F238E27FC236}">
                  <a16:creationId xmlns:a16="http://schemas.microsoft.com/office/drawing/2014/main" id="{4E0C5968-0FD9-5541-9F35-C789569B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3665"/>
              <a:ext cx="140" cy="228"/>
            </a:xfrm>
            <a:custGeom>
              <a:avLst/>
              <a:gdLst>
                <a:gd name="T0" fmla="*/ 0 w 1390"/>
                <a:gd name="T1" fmla="*/ 0 h 2282"/>
                <a:gd name="T2" fmla="*/ 0 w 1390"/>
                <a:gd name="T3" fmla="*/ 0 h 2282"/>
                <a:gd name="T4" fmla="*/ 0 w 1390"/>
                <a:gd name="T5" fmla="*/ 0 h 2282"/>
                <a:gd name="T6" fmla="*/ 0 w 1390"/>
                <a:gd name="T7" fmla="*/ 0 h 2282"/>
                <a:gd name="T8" fmla="*/ 0 w 1390"/>
                <a:gd name="T9" fmla="*/ 0 h 2282"/>
                <a:gd name="T10" fmla="*/ 0 w 1390"/>
                <a:gd name="T11" fmla="*/ 0 h 2282"/>
                <a:gd name="T12" fmla="*/ 0 w 1390"/>
                <a:gd name="T13" fmla="*/ 0 h 2282"/>
                <a:gd name="T14" fmla="*/ 0 w 1390"/>
                <a:gd name="T15" fmla="*/ 0 h 2282"/>
                <a:gd name="T16" fmla="*/ 0 w 1390"/>
                <a:gd name="T17" fmla="*/ 0 h 2282"/>
                <a:gd name="T18" fmla="*/ 0 w 1390"/>
                <a:gd name="T19" fmla="*/ 0 h 2282"/>
                <a:gd name="T20" fmla="*/ 0 w 1390"/>
                <a:gd name="T21" fmla="*/ 0 h 2282"/>
                <a:gd name="T22" fmla="*/ 0 w 1390"/>
                <a:gd name="T23" fmla="*/ 0 h 2282"/>
                <a:gd name="T24" fmla="*/ 0 w 1390"/>
                <a:gd name="T25" fmla="*/ 0 h 2282"/>
                <a:gd name="T26" fmla="*/ 0 w 1390"/>
                <a:gd name="T27" fmla="*/ 0 h 2282"/>
                <a:gd name="T28" fmla="*/ 0 w 1390"/>
                <a:gd name="T29" fmla="*/ 0 h 2282"/>
                <a:gd name="T30" fmla="*/ 0 w 1390"/>
                <a:gd name="T31" fmla="*/ 0 h 2282"/>
                <a:gd name="T32" fmla="*/ 0 w 1390"/>
                <a:gd name="T33" fmla="*/ 0 h 2282"/>
                <a:gd name="T34" fmla="*/ 0 w 1390"/>
                <a:gd name="T35" fmla="*/ 0 h 2282"/>
                <a:gd name="T36" fmla="*/ 0 w 1390"/>
                <a:gd name="T37" fmla="*/ 0 h 2282"/>
                <a:gd name="T38" fmla="*/ 0 w 1390"/>
                <a:gd name="T39" fmla="*/ 0 h 2282"/>
                <a:gd name="T40" fmla="*/ 0 w 1390"/>
                <a:gd name="T41" fmla="*/ 0 h 2282"/>
                <a:gd name="T42" fmla="*/ 0 w 1390"/>
                <a:gd name="T43" fmla="*/ 0 h 22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90"/>
                <a:gd name="T67" fmla="*/ 0 h 2282"/>
                <a:gd name="T68" fmla="*/ 1390 w 1390"/>
                <a:gd name="T69" fmla="*/ 2282 h 228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90" h="2282">
                  <a:moveTo>
                    <a:pt x="33" y="0"/>
                  </a:moveTo>
                  <a:lnTo>
                    <a:pt x="228" y="43"/>
                  </a:lnTo>
                  <a:lnTo>
                    <a:pt x="491" y="168"/>
                  </a:lnTo>
                  <a:lnTo>
                    <a:pt x="672" y="316"/>
                  </a:lnTo>
                  <a:lnTo>
                    <a:pt x="833" y="507"/>
                  </a:lnTo>
                  <a:lnTo>
                    <a:pt x="996" y="742"/>
                  </a:lnTo>
                  <a:lnTo>
                    <a:pt x="1128" y="971"/>
                  </a:lnTo>
                  <a:lnTo>
                    <a:pt x="1259" y="1311"/>
                  </a:lnTo>
                  <a:lnTo>
                    <a:pt x="1327" y="1626"/>
                  </a:lnTo>
                  <a:lnTo>
                    <a:pt x="1371" y="2005"/>
                  </a:lnTo>
                  <a:lnTo>
                    <a:pt x="1390" y="2282"/>
                  </a:lnTo>
                  <a:lnTo>
                    <a:pt x="1345" y="2239"/>
                  </a:lnTo>
                  <a:lnTo>
                    <a:pt x="1327" y="1945"/>
                  </a:lnTo>
                  <a:lnTo>
                    <a:pt x="1259" y="1523"/>
                  </a:lnTo>
                  <a:lnTo>
                    <a:pt x="1147" y="1121"/>
                  </a:lnTo>
                  <a:lnTo>
                    <a:pt x="951" y="782"/>
                  </a:lnTo>
                  <a:lnTo>
                    <a:pt x="768" y="530"/>
                  </a:lnTo>
                  <a:lnTo>
                    <a:pt x="522" y="299"/>
                  </a:lnTo>
                  <a:lnTo>
                    <a:pt x="327" y="168"/>
                  </a:lnTo>
                  <a:lnTo>
                    <a:pt x="150" y="105"/>
                  </a:lnTo>
                  <a:lnTo>
                    <a:pt x="0" y="8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2" name="Freeform 750">
              <a:extLst>
                <a:ext uri="{FF2B5EF4-FFF2-40B4-BE49-F238E27FC236}">
                  <a16:creationId xmlns:a16="http://schemas.microsoft.com/office/drawing/2014/main" id="{90338CE3-87A3-FC41-B4C2-BFF3E0E9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4014"/>
              <a:ext cx="75" cy="289"/>
            </a:xfrm>
            <a:custGeom>
              <a:avLst/>
              <a:gdLst>
                <a:gd name="T0" fmla="*/ 0 w 751"/>
                <a:gd name="T1" fmla="*/ 0 h 2891"/>
                <a:gd name="T2" fmla="*/ 0 w 751"/>
                <a:gd name="T3" fmla="*/ 0 h 2891"/>
                <a:gd name="T4" fmla="*/ 0 w 751"/>
                <a:gd name="T5" fmla="*/ 0 h 2891"/>
                <a:gd name="T6" fmla="*/ 0 w 751"/>
                <a:gd name="T7" fmla="*/ 0 h 2891"/>
                <a:gd name="T8" fmla="*/ 0 w 751"/>
                <a:gd name="T9" fmla="*/ 0 h 2891"/>
                <a:gd name="T10" fmla="*/ 0 w 751"/>
                <a:gd name="T11" fmla="*/ 0 h 2891"/>
                <a:gd name="T12" fmla="*/ 0 w 751"/>
                <a:gd name="T13" fmla="*/ 0 h 2891"/>
                <a:gd name="T14" fmla="*/ 0 w 751"/>
                <a:gd name="T15" fmla="*/ 0 h 2891"/>
                <a:gd name="T16" fmla="*/ 0 w 751"/>
                <a:gd name="T17" fmla="*/ 0 h 2891"/>
                <a:gd name="T18" fmla="*/ 0 w 751"/>
                <a:gd name="T19" fmla="*/ 0 h 2891"/>
                <a:gd name="T20" fmla="*/ 0 w 751"/>
                <a:gd name="T21" fmla="*/ 0 h 2891"/>
                <a:gd name="T22" fmla="*/ 0 w 751"/>
                <a:gd name="T23" fmla="*/ 0 h 2891"/>
                <a:gd name="T24" fmla="*/ 0 w 751"/>
                <a:gd name="T25" fmla="*/ 0 h 2891"/>
                <a:gd name="T26" fmla="*/ 0 w 751"/>
                <a:gd name="T27" fmla="*/ 0 h 2891"/>
                <a:gd name="T28" fmla="*/ 0 w 751"/>
                <a:gd name="T29" fmla="*/ 0 h 2891"/>
                <a:gd name="T30" fmla="*/ 0 w 751"/>
                <a:gd name="T31" fmla="*/ 0 h 2891"/>
                <a:gd name="T32" fmla="*/ 0 w 751"/>
                <a:gd name="T33" fmla="*/ 0 h 2891"/>
                <a:gd name="T34" fmla="*/ 0 w 751"/>
                <a:gd name="T35" fmla="*/ 0 h 2891"/>
                <a:gd name="T36" fmla="*/ 0 w 751"/>
                <a:gd name="T37" fmla="*/ 0 h 2891"/>
                <a:gd name="T38" fmla="*/ 0 w 751"/>
                <a:gd name="T39" fmla="*/ 0 h 2891"/>
                <a:gd name="T40" fmla="*/ 0 w 751"/>
                <a:gd name="T41" fmla="*/ 0 h 2891"/>
                <a:gd name="T42" fmla="*/ 0 w 751"/>
                <a:gd name="T43" fmla="*/ 0 h 28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51"/>
                <a:gd name="T67" fmla="*/ 0 h 2891"/>
                <a:gd name="T68" fmla="*/ 751 w 751"/>
                <a:gd name="T69" fmla="*/ 2891 h 289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51" h="2891">
                  <a:moveTo>
                    <a:pt x="670" y="0"/>
                  </a:moveTo>
                  <a:lnTo>
                    <a:pt x="441" y="316"/>
                  </a:lnTo>
                  <a:lnTo>
                    <a:pt x="260" y="632"/>
                  </a:lnTo>
                  <a:lnTo>
                    <a:pt x="127" y="951"/>
                  </a:lnTo>
                  <a:lnTo>
                    <a:pt x="46" y="1244"/>
                  </a:lnTo>
                  <a:lnTo>
                    <a:pt x="0" y="1580"/>
                  </a:lnTo>
                  <a:lnTo>
                    <a:pt x="0" y="1939"/>
                  </a:lnTo>
                  <a:lnTo>
                    <a:pt x="46" y="2258"/>
                  </a:lnTo>
                  <a:lnTo>
                    <a:pt x="164" y="2595"/>
                  </a:lnTo>
                  <a:lnTo>
                    <a:pt x="326" y="2891"/>
                  </a:lnTo>
                  <a:lnTo>
                    <a:pt x="407" y="2891"/>
                  </a:lnTo>
                  <a:lnTo>
                    <a:pt x="260" y="2659"/>
                  </a:lnTo>
                  <a:lnTo>
                    <a:pt x="145" y="2407"/>
                  </a:lnTo>
                  <a:lnTo>
                    <a:pt x="79" y="2175"/>
                  </a:lnTo>
                  <a:lnTo>
                    <a:pt x="46" y="1814"/>
                  </a:lnTo>
                  <a:lnTo>
                    <a:pt x="66" y="1498"/>
                  </a:lnTo>
                  <a:lnTo>
                    <a:pt x="145" y="1076"/>
                  </a:lnTo>
                  <a:lnTo>
                    <a:pt x="276" y="715"/>
                  </a:lnTo>
                  <a:lnTo>
                    <a:pt x="407" y="487"/>
                  </a:lnTo>
                  <a:lnTo>
                    <a:pt x="685" y="102"/>
                  </a:lnTo>
                  <a:lnTo>
                    <a:pt x="751" y="21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3" name="Line 751">
              <a:extLst>
                <a:ext uri="{FF2B5EF4-FFF2-40B4-BE49-F238E27FC236}">
                  <a16:creationId xmlns:a16="http://schemas.microsoft.com/office/drawing/2014/main" id="{D25F2633-D0AD-3443-A572-24E39AF3DF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" y="4094"/>
              <a:ext cx="2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4" name="Line 752">
              <a:extLst>
                <a:ext uri="{FF2B5EF4-FFF2-40B4-BE49-F238E27FC236}">
                  <a16:creationId xmlns:a16="http://schemas.microsoft.com/office/drawing/2014/main" id="{D13EBADA-F496-CB4E-88D4-6B92570C2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" y="4096"/>
              <a:ext cx="21" cy="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5" name="Freeform 753">
              <a:extLst>
                <a:ext uri="{FF2B5EF4-FFF2-40B4-BE49-F238E27FC236}">
                  <a16:creationId xmlns:a16="http://schemas.microsoft.com/office/drawing/2014/main" id="{6B9ED6B0-E8A8-B746-BBD4-470EEC5DC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3711"/>
              <a:ext cx="126" cy="108"/>
            </a:xfrm>
            <a:custGeom>
              <a:avLst/>
              <a:gdLst>
                <a:gd name="T0" fmla="*/ 0 w 1264"/>
                <a:gd name="T1" fmla="*/ 0 h 1081"/>
                <a:gd name="T2" fmla="*/ 0 w 1264"/>
                <a:gd name="T3" fmla="*/ 0 h 1081"/>
                <a:gd name="T4" fmla="*/ 0 w 1264"/>
                <a:gd name="T5" fmla="*/ 0 h 1081"/>
                <a:gd name="T6" fmla="*/ 0 w 1264"/>
                <a:gd name="T7" fmla="*/ 0 h 1081"/>
                <a:gd name="T8" fmla="*/ 0 w 1264"/>
                <a:gd name="T9" fmla="*/ 0 h 1081"/>
                <a:gd name="T10" fmla="*/ 0 w 1264"/>
                <a:gd name="T11" fmla="*/ 0 h 1081"/>
                <a:gd name="T12" fmla="*/ 0 w 1264"/>
                <a:gd name="T13" fmla="*/ 0 h 1081"/>
                <a:gd name="T14" fmla="*/ 0 w 1264"/>
                <a:gd name="T15" fmla="*/ 0 h 1081"/>
                <a:gd name="T16" fmla="*/ 0 w 1264"/>
                <a:gd name="T17" fmla="*/ 0 h 1081"/>
                <a:gd name="T18" fmla="*/ 0 w 1264"/>
                <a:gd name="T19" fmla="*/ 0 h 1081"/>
                <a:gd name="T20" fmla="*/ 0 w 1264"/>
                <a:gd name="T21" fmla="*/ 0 h 1081"/>
                <a:gd name="T22" fmla="*/ 0 w 1264"/>
                <a:gd name="T23" fmla="*/ 0 h 1081"/>
                <a:gd name="T24" fmla="*/ 0 w 1264"/>
                <a:gd name="T25" fmla="*/ 0 h 1081"/>
                <a:gd name="T26" fmla="*/ 0 w 1264"/>
                <a:gd name="T27" fmla="*/ 0 h 1081"/>
                <a:gd name="T28" fmla="*/ 0 w 1264"/>
                <a:gd name="T29" fmla="*/ 0 h 10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64"/>
                <a:gd name="T46" fmla="*/ 0 h 1081"/>
                <a:gd name="T47" fmla="*/ 1264 w 1264"/>
                <a:gd name="T48" fmla="*/ 1081 h 108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64" h="1081">
                  <a:moveTo>
                    <a:pt x="1243" y="1081"/>
                  </a:moveTo>
                  <a:lnTo>
                    <a:pt x="1131" y="827"/>
                  </a:lnTo>
                  <a:lnTo>
                    <a:pt x="935" y="573"/>
                  </a:lnTo>
                  <a:lnTo>
                    <a:pt x="722" y="385"/>
                  </a:lnTo>
                  <a:lnTo>
                    <a:pt x="444" y="212"/>
                  </a:lnTo>
                  <a:lnTo>
                    <a:pt x="167" y="133"/>
                  </a:lnTo>
                  <a:lnTo>
                    <a:pt x="0" y="89"/>
                  </a:lnTo>
                  <a:lnTo>
                    <a:pt x="0" y="0"/>
                  </a:lnTo>
                  <a:lnTo>
                    <a:pt x="331" y="111"/>
                  </a:lnTo>
                  <a:lnTo>
                    <a:pt x="525" y="195"/>
                  </a:lnTo>
                  <a:lnTo>
                    <a:pt x="783" y="361"/>
                  </a:lnTo>
                  <a:lnTo>
                    <a:pt x="1000" y="573"/>
                  </a:lnTo>
                  <a:lnTo>
                    <a:pt x="1147" y="746"/>
                  </a:lnTo>
                  <a:lnTo>
                    <a:pt x="1264" y="954"/>
                  </a:lnTo>
                  <a:lnTo>
                    <a:pt x="1243" y="10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6" name="Freeform 754">
              <a:extLst>
                <a:ext uri="{FF2B5EF4-FFF2-40B4-BE49-F238E27FC236}">
                  <a16:creationId xmlns:a16="http://schemas.microsoft.com/office/drawing/2014/main" id="{383CD903-4BE0-C741-ACB2-AED3182E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3735"/>
              <a:ext cx="405" cy="179"/>
            </a:xfrm>
            <a:custGeom>
              <a:avLst/>
              <a:gdLst>
                <a:gd name="T0" fmla="*/ 0 w 4043"/>
                <a:gd name="T1" fmla="*/ 0 h 1797"/>
                <a:gd name="T2" fmla="*/ 0 w 4043"/>
                <a:gd name="T3" fmla="*/ 0 h 1797"/>
                <a:gd name="T4" fmla="*/ 0 w 4043"/>
                <a:gd name="T5" fmla="*/ 0 h 1797"/>
                <a:gd name="T6" fmla="*/ 0 w 4043"/>
                <a:gd name="T7" fmla="*/ 0 h 1797"/>
                <a:gd name="T8" fmla="*/ 0 w 4043"/>
                <a:gd name="T9" fmla="*/ 0 h 1797"/>
                <a:gd name="T10" fmla="*/ 0 w 4043"/>
                <a:gd name="T11" fmla="*/ 0 h 1797"/>
                <a:gd name="T12" fmla="*/ 0 w 4043"/>
                <a:gd name="T13" fmla="*/ 0 h 1797"/>
                <a:gd name="T14" fmla="*/ 0 w 4043"/>
                <a:gd name="T15" fmla="*/ 0 h 1797"/>
                <a:gd name="T16" fmla="*/ 0 w 4043"/>
                <a:gd name="T17" fmla="*/ 0 h 1797"/>
                <a:gd name="T18" fmla="*/ 0 w 4043"/>
                <a:gd name="T19" fmla="*/ 0 h 1797"/>
                <a:gd name="T20" fmla="*/ 0 w 4043"/>
                <a:gd name="T21" fmla="*/ 0 h 1797"/>
                <a:gd name="T22" fmla="*/ 0 w 4043"/>
                <a:gd name="T23" fmla="*/ 0 h 1797"/>
                <a:gd name="T24" fmla="*/ 0 w 4043"/>
                <a:gd name="T25" fmla="*/ 0 h 1797"/>
                <a:gd name="T26" fmla="*/ 0 w 4043"/>
                <a:gd name="T27" fmla="*/ 0 h 1797"/>
                <a:gd name="T28" fmla="*/ 0 w 4043"/>
                <a:gd name="T29" fmla="*/ 0 h 1797"/>
                <a:gd name="T30" fmla="*/ 0 w 4043"/>
                <a:gd name="T31" fmla="*/ 0 h 1797"/>
                <a:gd name="T32" fmla="*/ 0 w 4043"/>
                <a:gd name="T33" fmla="*/ 0 h 1797"/>
                <a:gd name="T34" fmla="*/ 0 w 4043"/>
                <a:gd name="T35" fmla="*/ 0 h 1797"/>
                <a:gd name="T36" fmla="*/ 0 w 4043"/>
                <a:gd name="T37" fmla="*/ 0 h 1797"/>
                <a:gd name="T38" fmla="*/ 0 w 4043"/>
                <a:gd name="T39" fmla="*/ 0 h 1797"/>
                <a:gd name="T40" fmla="*/ 0 w 4043"/>
                <a:gd name="T41" fmla="*/ 0 h 1797"/>
                <a:gd name="T42" fmla="*/ 0 w 4043"/>
                <a:gd name="T43" fmla="*/ 0 h 1797"/>
                <a:gd name="T44" fmla="*/ 0 w 4043"/>
                <a:gd name="T45" fmla="*/ 0 h 1797"/>
                <a:gd name="T46" fmla="*/ 0 w 4043"/>
                <a:gd name="T47" fmla="*/ 0 h 1797"/>
                <a:gd name="T48" fmla="*/ 0 w 4043"/>
                <a:gd name="T49" fmla="*/ 0 h 17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043"/>
                <a:gd name="T76" fmla="*/ 0 h 1797"/>
                <a:gd name="T77" fmla="*/ 4043 w 4043"/>
                <a:gd name="T78" fmla="*/ 1797 h 179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043" h="1797">
                  <a:moveTo>
                    <a:pt x="16" y="0"/>
                  </a:moveTo>
                  <a:lnTo>
                    <a:pt x="212" y="46"/>
                  </a:lnTo>
                  <a:lnTo>
                    <a:pt x="408" y="127"/>
                  </a:lnTo>
                  <a:lnTo>
                    <a:pt x="637" y="275"/>
                  </a:lnTo>
                  <a:lnTo>
                    <a:pt x="869" y="512"/>
                  </a:lnTo>
                  <a:lnTo>
                    <a:pt x="1128" y="783"/>
                  </a:lnTo>
                  <a:lnTo>
                    <a:pt x="1460" y="1081"/>
                  </a:lnTo>
                  <a:lnTo>
                    <a:pt x="1850" y="1309"/>
                  </a:lnTo>
                  <a:lnTo>
                    <a:pt x="2372" y="1503"/>
                  </a:lnTo>
                  <a:lnTo>
                    <a:pt x="2997" y="1648"/>
                  </a:lnTo>
                  <a:lnTo>
                    <a:pt x="3499" y="1717"/>
                  </a:lnTo>
                  <a:lnTo>
                    <a:pt x="4043" y="1736"/>
                  </a:lnTo>
                  <a:lnTo>
                    <a:pt x="4011" y="1797"/>
                  </a:lnTo>
                  <a:lnTo>
                    <a:pt x="3438" y="1775"/>
                  </a:lnTo>
                  <a:lnTo>
                    <a:pt x="2866" y="1692"/>
                  </a:lnTo>
                  <a:lnTo>
                    <a:pt x="2241" y="1543"/>
                  </a:lnTo>
                  <a:lnTo>
                    <a:pt x="1719" y="1330"/>
                  </a:lnTo>
                  <a:lnTo>
                    <a:pt x="1309" y="1055"/>
                  </a:lnTo>
                  <a:lnTo>
                    <a:pt x="1016" y="783"/>
                  </a:lnTo>
                  <a:lnTo>
                    <a:pt x="722" y="468"/>
                  </a:lnTo>
                  <a:lnTo>
                    <a:pt x="541" y="321"/>
                  </a:lnTo>
                  <a:lnTo>
                    <a:pt x="281" y="171"/>
                  </a:lnTo>
                  <a:lnTo>
                    <a:pt x="97" y="107"/>
                  </a:lnTo>
                  <a:lnTo>
                    <a:pt x="0" y="8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7" name="Freeform 755">
              <a:extLst>
                <a:ext uri="{FF2B5EF4-FFF2-40B4-BE49-F238E27FC236}">
                  <a16:creationId xmlns:a16="http://schemas.microsoft.com/office/drawing/2014/main" id="{84489A65-469E-3142-8C07-AC4F4348A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3760"/>
              <a:ext cx="64" cy="203"/>
            </a:xfrm>
            <a:custGeom>
              <a:avLst/>
              <a:gdLst>
                <a:gd name="T0" fmla="*/ 0 w 637"/>
                <a:gd name="T1" fmla="*/ 0 h 2029"/>
                <a:gd name="T2" fmla="*/ 0 w 637"/>
                <a:gd name="T3" fmla="*/ 0 h 2029"/>
                <a:gd name="T4" fmla="*/ 0 w 637"/>
                <a:gd name="T5" fmla="*/ 0 h 2029"/>
                <a:gd name="T6" fmla="*/ 0 w 637"/>
                <a:gd name="T7" fmla="*/ 0 h 2029"/>
                <a:gd name="T8" fmla="*/ 0 w 637"/>
                <a:gd name="T9" fmla="*/ 0 h 2029"/>
                <a:gd name="T10" fmla="*/ 0 w 637"/>
                <a:gd name="T11" fmla="*/ 0 h 2029"/>
                <a:gd name="T12" fmla="*/ 0 w 637"/>
                <a:gd name="T13" fmla="*/ 0 h 2029"/>
                <a:gd name="T14" fmla="*/ 0 w 637"/>
                <a:gd name="T15" fmla="*/ 0 h 2029"/>
                <a:gd name="T16" fmla="*/ 0 w 637"/>
                <a:gd name="T17" fmla="*/ 0 h 2029"/>
                <a:gd name="T18" fmla="*/ 0 w 637"/>
                <a:gd name="T19" fmla="*/ 0 h 2029"/>
                <a:gd name="T20" fmla="*/ 0 w 637"/>
                <a:gd name="T21" fmla="*/ 0 h 2029"/>
                <a:gd name="T22" fmla="*/ 0 w 637"/>
                <a:gd name="T23" fmla="*/ 0 h 2029"/>
                <a:gd name="T24" fmla="*/ 0 w 637"/>
                <a:gd name="T25" fmla="*/ 0 h 2029"/>
                <a:gd name="T26" fmla="*/ 0 w 637"/>
                <a:gd name="T27" fmla="*/ 0 h 2029"/>
                <a:gd name="T28" fmla="*/ 0 w 637"/>
                <a:gd name="T29" fmla="*/ 0 h 2029"/>
                <a:gd name="T30" fmla="*/ 0 w 637"/>
                <a:gd name="T31" fmla="*/ 0 h 2029"/>
                <a:gd name="T32" fmla="*/ 0 w 637"/>
                <a:gd name="T33" fmla="*/ 0 h 2029"/>
                <a:gd name="T34" fmla="*/ 0 w 637"/>
                <a:gd name="T35" fmla="*/ 0 h 2029"/>
                <a:gd name="T36" fmla="*/ 0 w 637"/>
                <a:gd name="T37" fmla="*/ 0 h 2029"/>
                <a:gd name="T38" fmla="*/ 0 w 637"/>
                <a:gd name="T39" fmla="*/ 0 h 2029"/>
                <a:gd name="T40" fmla="*/ 0 w 637"/>
                <a:gd name="T41" fmla="*/ 0 h 2029"/>
                <a:gd name="T42" fmla="*/ 0 w 637"/>
                <a:gd name="T43" fmla="*/ 0 h 2029"/>
                <a:gd name="T44" fmla="*/ 0 w 637"/>
                <a:gd name="T45" fmla="*/ 0 h 2029"/>
                <a:gd name="T46" fmla="*/ 0 w 637"/>
                <a:gd name="T47" fmla="*/ 0 h 20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7"/>
                <a:gd name="T73" fmla="*/ 0 h 2029"/>
                <a:gd name="T74" fmla="*/ 637 w 637"/>
                <a:gd name="T75" fmla="*/ 2029 h 202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7" h="2029">
                  <a:moveTo>
                    <a:pt x="33" y="0"/>
                  </a:moveTo>
                  <a:lnTo>
                    <a:pt x="212" y="148"/>
                  </a:lnTo>
                  <a:lnTo>
                    <a:pt x="391" y="383"/>
                  </a:lnTo>
                  <a:lnTo>
                    <a:pt x="522" y="637"/>
                  </a:lnTo>
                  <a:lnTo>
                    <a:pt x="607" y="908"/>
                  </a:lnTo>
                  <a:lnTo>
                    <a:pt x="637" y="1145"/>
                  </a:lnTo>
                  <a:lnTo>
                    <a:pt x="607" y="1438"/>
                  </a:lnTo>
                  <a:lnTo>
                    <a:pt x="522" y="1650"/>
                  </a:lnTo>
                  <a:lnTo>
                    <a:pt x="375" y="1836"/>
                  </a:lnTo>
                  <a:lnTo>
                    <a:pt x="196" y="1967"/>
                  </a:lnTo>
                  <a:lnTo>
                    <a:pt x="0" y="2029"/>
                  </a:lnTo>
                  <a:lnTo>
                    <a:pt x="0" y="1946"/>
                  </a:lnTo>
                  <a:lnTo>
                    <a:pt x="150" y="1902"/>
                  </a:lnTo>
                  <a:lnTo>
                    <a:pt x="295" y="1819"/>
                  </a:lnTo>
                  <a:lnTo>
                    <a:pt x="426" y="1650"/>
                  </a:lnTo>
                  <a:lnTo>
                    <a:pt x="491" y="1482"/>
                  </a:lnTo>
                  <a:lnTo>
                    <a:pt x="522" y="1289"/>
                  </a:lnTo>
                  <a:lnTo>
                    <a:pt x="522" y="1099"/>
                  </a:lnTo>
                  <a:lnTo>
                    <a:pt x="491" y="827"/>
                  </a:lnTo>
                  <a:lnTo>
                    <a:pt x="391" y="573"/>
                  </a:lnTo>
                  <a:lnTo>
                    <a:pt x="262" y="361"/>
                  </a:lnTo>
                  <a:lnTo>
                    <a:pt x="117" y="192"/>
                  </a:lnTo>
                  <a:lnTo>
                    <a:pt x="0" y="10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8" name="Freeform 756">
              <a:extLst>
                <a:ext uri="{FF2B5EF4-FFF2-40B4-BE49-F238E27FC236}">
                  <a16:creationId xmlns:a16="http://schemas.microsoft.com/office/drawing/2014/main" id="{4DE45D2D-142B-0B42-8F8F-5632F9040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762"/>
              <a:ext cx="35" cy="133"/>
            </a:xfrm>
            <a:custGeom>
              <a:avLst/>
              <a:gdLst>
                <a:gd name="T0" fmla="*/ 0 w 346"/>
                <a:gd name="T1" fmla="*/ 0 h 1332"/>
                <a:gd name="T2" fmla="*/ 0 w 346"/>
                <a:gd name="T3" fmla="*/ 0 h 1332"/>
                <a:gd name="T4" fmla="*/ 0 w 346"/>
                <a:gd name="T5" fmla="*/ 0 h 1332"/>
                <a:gd name="T6" fmla="*/ 0 w 346"/>
                <a:gd name="T7" fmla="*/ 0 h 1332"/>
                <a:gd name="T8" fmla="*/ 0 w 346"/>
                <a:gd name="T9" fmla="*/ 0 h 1332"/>
                <a:gd name="T10" fmla="*/ 0 w 346"/>
                <a:gd name="T11" fmla="*/ 0 h 1332"/>
                <a:gd name="T12" fmla="*/ 0 w 346"/>
                <a:gd name="T13" fmla="*/ 0 h 1332"/>
                <a:gd name="T14" fmla="*/ 0 w 346"/>
                <a:gd name="T15" fmla="*/ 0 h 1332"/>
                <a:gd name="T16" fmla="*/ 0 w 346"/>
                <a:gd name="T17" fmla="*/ 0 h 1332"/>
                <a:gd name="T18" fmla="*/ 0 w 346"/>
                <a:gd name="T19" fmla="*/ 0 h 1332"/>
                <a:gd name="T20" fmla="*/ 0 w 346"/>
                <a:gd name="T21" fmla="*/ 0 h 1332"/>
                <a:gd name="T22" fmla="*/ 0 w 346"/>
                <a:gd name="T23" fmla="*/ 0 h 1332"/>
                <a:gd name="T24" fmla="*/ 0 w 346"/>
                <a:gd name="T25" fmla="*/ 0 h 1332"/>
                <a:gd name="T26" fmla="*/ 0 w 346"/>
                <a:gd name="T27" fmla="*/ 0 h 1332"/>
                <a:gd name="T28" fmla="*/ 0 w 346"/>
                <a:gd name="T29" fmla="*/ 0 h 1332"/>
                <a:gd name="T30" fmla="*/ 0 w 346"/>
                <a:gd name="T31" fmla="*/ 0 h 1332"/>
                <a:gd name="T32" fmla="*/ 0 w 346"/>
                <a:gd name="T33" fmla="*/ 0 h 1332"/>
                <a:gd name="T34" fmla="*/ 0 w 346"/>
                <a:gd name="T35" fmla="*/ 0 h 1332"/>
                <a:gd name="T36" fmla="*/ 0 w 346"/>
                <a:gd name="T37" fmla="*/ 0 h 13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46"/>
                <a:gd name="T58" fmla="*/ 0 h 1332"/>
                <a:gd name="T59" fmla="*/ 346 w 346"/>
                <a:gd name="T60" fmla="*/ 1332 h 133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46" h="1332">
                  <a:moveTo>
                    <a:pt x="65" y="127"/>
                  </a:moveTo>
                  <a:lnTo>
                    <a:pt x="149" y="252"/>
                  </a:lnTo>
                  <a:lnTo>
                    <a:pt x="244" y="465"/>
                  </a:lnTo>
                  <a:lnTo>
                    <a:pt x="280" y="699"/>
                  </a:lnTo>
                  <a:lnTo>
                    <a:pt x="260" y="887"/>
                  </a:lnTo>
                  <a:lnTo>
                    <a:pt x="215" y="1034"/>
                  </a:lnTo>
                  <a:lnTo>
                    <a:pt x="129" y="1167"/>
                  </a:lnTo>
                  <a:lnTo>
                    <a:pt x="0" y="1268"/>
                  </a:lnTo>
                  <a:lnTo>
                    <a:pt x="0" y="1332"/>
                  </a:lnTo>
                  <a:lnTo>
                    <a:pt x="129" y="1268"/>
                  </a:lnTo>
                  <a:lnTo>
                    <a:pt x="228" y="1167"/>
                  </a:lnTo>
                  <a:lnTo>
                    <a:pt x="313" y="974"/>
                  </a:lnTo>
                  <a:lnTo>
                    <a:pt x="346" y="780"/>
                  </a:lnTo>
                  <a:lnTo>
                    <a:pt x="346" y="593"/>
                  </a:lnTo>
                  <a:lnTo>
                    <a:pt x="313" y="445"/>
                  </a:lnTo>
                  <a:lnTo>
                    <a:pt x="244" y="296"/>
                  </a:lnTo>
                  <a:lnTo>
                    <a:pt x="182" y="171"/>
                  </a:lnTo>
                  <a:lnTo>
                    <a:pt x="65" y="0"/>
                  </a:lnTo>
                  <a:lnTo>
                    <a:pt x="65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29" name="Freeform 757">
              <a:extLst>
                <a:ext uri="{FF2B5EF4-FFF2-40B4-BE49-F238E27FC236}">
                  <a16:creationId xmlns:a16="http://schemas.microsoft.com/office/drawing/2014/main" id="{17E1D5D4-7E0D-254B-8D30-B311BA429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4202"/>
              <a:ext cx="46" cy="101"/>
            </a:xfrm>
            <a:custGeom>
              <a:avLst/>
              <a:gdLst>
                <a:gd name="T0" fmla="*/ 0 w 458"/>
                <a:gd name="T1" fmla="*/ 0 h 1014"/>
                <a:gd name="T2" fmla="*/ 0 w 458"/>
                <a:gd name="T3" fmla="*/ 0 h 1014"/>
                <a:gd name="T4" fmla="*/ 0 w 458"/>
                <a:gd name="T5" fmla="*/ 0 h 1014"/>
                <a:gd name="T6" fmla="*/ 0 w 458"/>
                <a:gd name="T7" fmla="*/ 0 h 1014"/>
                <a:gd name="T8" fmla="*/ 0 w 458"/>
                <a:gd name="T9" fmla="*/ 0 h 1014"/>
                <a:gd name="T10" fmla="*/ 0 w 458"/>
                <a:gd name="T11" fmla="*/ 0 h 1014"/>
                <a:gd name="T12" fmla="*/ 0 w 458"/>
                <a:gd name="T13" fmla="*/ 0 h 1014"/>
                <a:gd name="T14" fmla="*/ 0 w 458"/>
                <a:gd name="T15" fmla="*/ 0 h 1014"/>
                <a:gd name="T16" fmla="*/ 0 w 458"/>
                <a:gd name="T17" fmla="*/ 0 h 1014"/>
                <a:gd name="T18" fmla="*/ 0 w 458"/>
                <a:gd name="T19" fmla="*/ 0 h 1014"/>
                <a:gd name="T20" fmla="*/ 0 w 458"/>
                <a:gd name="T21" fmla="*/ 0 h 1014"/>
                <a:gd name="T22" fmla="*/ 0 w 458"/>
                <a:gd name="T23" fmla="*/ 0 h 1014"/>
                <a:gd name="T24" fmla="*/ 0 w 458"/>
                <a:gd name="T25" fmla="*/ 0 h 10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58"/>
                <a:gd name="T40" fmla="*/ 0 h 1014"/>
                <a:gd name="T41" fmla="*/ 458 w 458"/>
                <a:gd name="T42" fmla="*/ 1014 h 10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58" h="1014">
                  <a:moveTo>
                    <a:pt x="65" y="22"/>
                  </a:moveTo>
                  <a:lnTo>
                    <a:pt x="82" y="169"/>
                  </a:lnTo>
                  <a:lnTo>
                    <a:pt x="131" y="422"/>
                  </a:lnTo>
                  <a:lnTo>
                    <a:pt x="213" y="675"/>
                  </a:lnTo>
                  <a:lnTo>
                    <a:pt x="314" y="849"/>
                  </a:lnTo>
                  <a:lnTo>
                    <a:pt x="458" y="1014"/>
                  </a:lnTo>
                  <a:lnTo>
                    <a:pt x="375" y="1014"/>
                  </a:lnTo>
                  <a:lnTo>
                    <a:pt x="262" y="889"/>
                  </a:lnTo>
                  <a:lnTo>
                    <a:pt x="148" y="718"/>
                  </a:lnTo>
                  <a:lnTo>
                    <a:pt x="65" y="463"/>
                  </a:lnTo>
                  <a:lnTo>
                    <a:pt x="17" y="191"/>
                  </a:lnTo>
                  <a:lnTo>
                    <a:pt x="0" y="0"/>
                  </a:lnTo>
                  <a:lnTo>
                    <a:pt x="6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430" name="Freeform 758">
              <a:extLst>
                <a:ext uri="{FF2B5EF4-FFF2-40B4-BE49-F238E27FC236}">
                  <a16:creationId xmlns:a16="http://schemas.microsoft.com/office/drawing/2014/main" id="{AF69AD6E-92B5-0040-8D35-567680B1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4186"/>
              <a:ext cx="198" cy="117"/>
            </a:xfrm>
            <a:custGeom>
              <a:avLst/>
              <a:gdLst>
                <a:gd name="T0" fmla="*/ 0 w 1976"/>
                <a:gd name="T1" fmla="*/ 0 h 1173"/>
                <a:gd name="T2" fmla="*/ 0 w 1976"/>
                <a:gd name="T3" fmla="*/ 0 h 1173"/>
                <a:gd name="T4" fmla="*/ 0 w 1976"/>
                <a:gd name="T5" fmla="*/ 0 h 1173"/>
                <a:gd name="T6" fmla="*/ 0 60000 65536"/>
                <a:gd name="T7" fmla="*/ 0 60000 65536"/>
                <a:gd name="T8" fmla="*/ 0 60000 65536"/>
                <a:gd name="T9" fmla="*/ 0 w 1976"/>
                <a:gd name="T10" fmla="*/ 0 h 1173"/>
                <a:gd name="T11" fmla="*/ 1976 w 1976"/>
                <a:gd name="T12" fmla="*/ 1173 h 11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76" h="1173">
                  <a:moveTo>
                    <a:pt x="0" y="0"/>
                  </a:moveTo>
                  <a:lnTo>
                    <a:pt x="1976" y="276"/>
                  </a:lnTo>
                  <a:lnTo>
                    <a:pt x="1976" y="117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Rectangle 2">
            <a:extLst>
              <a:ext uri="{FF2B5EF4-FFF2-40B4-BE49-F238E27FC236}">
                <a16:creationId xmlns:a16="http://schemas.microsoft.com/office/drawing/2014/main" id="{13234291-B9FA-F44D-8F63-F64CD3D5CA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Processo da sistemática de gates: avaliar fase</a:t>
            </a:r>
          </a:p>
        </p:txBody>
      </p:sp>
      <p:sp>
        <p:nvSpPr>
          <p:cNvPr id="59394" name="Freeform 3">
            <a:extLst>
              <a:ext uri="{FF2B5EF4-FFF2-40B4-BE49-F238E27FC236}">
                <a16:creationId xmlns:a16="http://schemas.microsoft.com/office/drawing/2014/main" id="{A9E76B00-EAB8-534E-9BF9-84FA162ADBEC}"/>
              </a:ext>
            </a:extLst>
          </p:cNvPr>
          <p:cNvSpPr>
            <a:spLocks/>
          </p:cNvSpPr>
          <p:nvPr/>
        </p:nvSpPr>
        <p:spPr bwMode="auto">
          <a:xfrm>
            <a:off x="3609975" y="1698625"/>
            <a:ext cx="3360738" cy="569913"/>
          </a:xfrm>
          <a:custGeom>
            <a:avLst/>
            <a:gdLst>
              <a:gd name="T0" fmla="*/ 2147483646 w 2117"/>
              <a:gd name="T1" fmla="*/ 2147483646 h 359"/>
              <a:gd name="T2" fmla="*/ 0 w 2117"/>
              <a:gd name="T3" fmla="*/ 2147483646 h 359"/>
              <a:gd name="T4" fmla="*/ 2147483646 w 2117"/>
              <a:gd name="T5" fmla="*/ 2147483646 h 359"/>
              <a:gd name="T6" fmla="*/ 2147483646 w 2117"/>
              <a:gd name="T7" fmla="*/ 0 h 359"/>
              <a:gd name="T8" fmla="*/ 0 60000 65536"/>
              <a:gd name="T9" fmla="*/ 0 60000 65536"/>
              <a:gd name="T10" fmla="*/ 0 60000 65536"/>
              <a:gd name="T11" fmla="*/ 0 60000 65536"/>
              <a:gd name="T12" fmla="*/ 0 w 2117"/>
              <a:gd name="T13" fmla="*/ 0 h 359"/>
              <a:gd name="T14" fmla="*/ 2117 w 2117"/>
              <a:gd name="T15" fmla="*/ 359 h 3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7" h="359">
                <a:moveTo>
                  <a:pt x="1047" y="15"/>
                </a:moveTo>
                <a:lnTo>
                  <a:pt x="0" y="359"/>
                </a:lnTo>
                <a:lnTo>
                  <a:pt x="2117" y="359"/>
                </a:lnTo>
                <a:lnTo>
                  <a:pt x="1496" y="0"/>
                </a:lnTo>
              </a:path>
            </a:pathLst>
          </a:custGeom>
          <a:solidFill>
            <a:schemeClr val="folHlink">
              <a:alpha val="50195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9395" name="Freeform 4">
            <a:extLst>
              <a:ext uri="{FF2B5EF4-FFF2-40B4-BE49-F238E27FC236}">
                <a16:creationId xmlns:a16="http://schemas.microsoft.com/office/drawing/2014/main" id="{E08EEBD2-FF77-DE45-BA2A-66D54D737F6E}"/>
              </a:ext>
            </a:extLst>
          </p:cNvPr>
          <p:cNvSpPr>
            <a:spLocks/>
          </p:cNvSpPr>
          <p:nvPr/>
        </p:nvSpPr>
        <p:spPr bwMode="auto">
          <a:xfrm>
            <a:off x="1722438" y="3111500"/>
            <a:ext cx="1946275" cy="439738"/>
          </a:xfrm>
          <a:custGeom>
            <a:avLst/>
            <a:gdLst>
              <a:gd name="T0" fmla="*/ 2147483646 w 1226"/>
              <a:gd name="T1" fmla="*/ 0 h 277"/>
              <a:gd name="T2" fmla="*/ 2147483646 w 1226"/>
              <a:gd name="T3" fmla="*/ 2147483646 h 277"/>
              <a:gd name="T4" fmla="*/ 0 w 1226"/>
              <a:gd name="T5" fmla="*/ 2147483646 h 277"/>
              <a:gd name="T6" fmla="*/ 2147483646 w 1226"/>
              <a:gd name="T7" fmla="*/ 0 h 277"/>
              <a:gd name="T8" fmla="*/ 0 60000 65536"/>
              <a:gd name="T9" fmla="*/ 0 60000 65536"/>
              <a:gd name="T10" fmla="*/ 0 60000 65536"/>
              <a:gd name="T11" fmla="*/ 0 60000 65536"/>
              <a:gd name="T12" fmla="*/ 0 w 1226"/>
              <a:gd name="T13" fmla="*/ 0 h 277"/>
              <a:gd name="T14" fmla="*/ 1226 w 1226"/>
              <a:gd name="T15" fmla="*/ 277 h 27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26" h="277">
                <a:moveTo>
                  <a:pt x="1174" y="0"/>
                </a:moveTo>
                <a:lnTo>
                  <a:pt x="1226" y="277"/>
                </a:lnTo>
                <a:lnTo>
                  <a:pt x="0" y="277"/>
                </a:lnTo>
                <a:lnTo>
                  <a:pt x="1174" y="0"/>
                </a:lnTo>
                <a:close/>
              </a:path>
            </a:pathLst>
          </a:cu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396" name="Freeform 5">
            <a:extLst>
              <a:ext uri="{FF2B5EF4-FFF2-40B4-BE49-F238E27FC236}">
                <a16:creationId xmlns:a16="http://schemas.microsoft.com/office/drawing/2014/main" id="{EC17EC2C-31D5-214A-AED6-39F9286E3CED}"/>
              </a:ext>
            </a:extLst>
          </p:cNvPr>
          <p:cNvSpPr>
            <a:spLocks/>
          </p:cNvSpPr>
          <p:nvPr/>
        </p:nvSpPr>
        <p:spPr bwMode="auto">
          <a:xfrm>
            <a:off x="5260975" y="3122613"/>
            <a:ext cx="3360738" cy="428625"/>
          </a:xfrm>
          <a:custGeom>
            <a:avLst/>
            <a:gdLst>
              <a:gd name="T0" fmla="*/ 2147483646 w 2117"/>
              <a:gd name="T1" fmla="*/ 0 h 270"/>
              <a:gd name="T2" fmla="*/ 0 w 2117"/>
              <a:gd name="T3" fmla="*/ 2147483646 h 270"/>
              <a:gd name="T4" fmla="*/ 2147483646 w 2117"/>
              <a:gd name="T5" fmla="*/ 2147483646 h 270"/>
              <a:gd name="T6" fmla="*/ 2147483646 w 2117"/>
              <a:gd name="T7" fmla="*/ 0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117"/>
              <a:gd name="T13" fmla="*/ 0 h 270"/>
              <a:gd name="T14" fmla="*/ 2117 w 2117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7" h="270">
                <a:moveTo>
                  <a:pt x="1055" y="0"/>
                </a:moveTo>
                <a:lnTo>
                  <a:pt x="0" y="255"/>
                </a:lnTo>
                <a:lnTo>
                  <a:pt x="2117" y="270"/>
                </a:lnTo>
                <a:lnTo>
                  <a:pt x="1055" y="0"/>
                </a:lnTo>
                <a:close/>
              </a:path>
            </a:pathLst>
          </a:cu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397" name="Freeform 6">
            <a:extLst>
              <a:ext uri="{FF2B5EF4-FFF2-40B4-BE49-F238E27FC236}">
                <a16:creationId xmlns:a16="http://schemas.microsoft.com/office/drawing/2014/main" id="{ACFC1548-2F23-A242-9B44-C7702A7545F0}"/>
              </a:ext>
            </a:extLst>
          </p:cNvPr>
          <p:cNvSpPr>
            <a:spLocks/>
          </p:cNvSpPr>
          <p:nvPr/>
        </p:nvSpPr>
        <p:spPr bwMode="auto">
          <a:xfrm>
            <a:off x="3455988" y="4216400"/>
            <a:ext cx="2790825" cy="2149475"/>
          </a:xfrm>
          <a:custGeom>
            <a:avLst/>
            <a:gdLst>
              <a:gd name="T0" fmla="*/ 2147483646 w 1758"/>
              <a:gd name="T1" fmla="*/ 2147483646 h 1354"/>
              <a:gd name="T2" fmla="*/ 2147483646 w 1758"/>
              <a:gd name="T3" fmla="*/ 2147483646 h 1354"/>
              <a:gd name="T4" fmla="*/ 0 w 1758"/>
              <a:gd name="T5" fmla="*/ 2147483646 h 1354"/>
              <a:gd name="T6" fmla="*/ 0 w 1758"/>
              <a:gd name="T7" fmla="*/ 2147483646 h 1354"/>
              <a:gd name="T8" fmla="*/ 2147483646 w 1758"/>
              <a:gd name="T9" fmla="*/ 0 h 13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58"/>
              <a:gd name="T16" fmla="*/ 0 h 1354"/>
              <a:gd name="T17" fmla="*/ 1758 w 1758"/>
              <a:gd name="T18" fmla="*/ 1354 h 13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58" h="1354">
                <a:moveTo>
                  <a:pt x="1758" y="15"/>
                </a:moveTo>
                <a:lnTo>
                  <a:pt x="1758" y="1354"/>
                </a:lnTo>
                <a:lnTo>
                  <a:pt x="0" y="1354"/>
                </a:lnTo>
                <a:lnTo>
                  <a:pt x="0" y="456"/>
                </a:lnTo>
                <a:lnTo>
                  <a:pt x="1152" y="0"/>
                </a:lnTo>
              </a:path>
            </a:pathLst>
          </a:cu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grpSp>
        <p:nvGrpSpPr>
          <p:cNvPr id="59398" name="Group 7">
            <a:extLst>
              <a:ext uri="{FF2B5EF4-FFF2-40B4-BE49-F238E27FC236}">
                <a16:creationId xmlns:a16="http://schemas.microsoft.com/office/drawing/2014/main" id="{23F2FCF6-4C58-604B-8F71-B15112D3282A}"/>
              </a:ext>
            </a:extLst>
          </p:cNvPr>
          <p:cNvGrpSpPr>
            <a:grpSpLocks/>
          </p:cNvGrpSpPr>
          <p:nvPr/>
        </p:nvGrpSpPr>
        <p:grpSpPr bwMode="auto">
          <a:xfrm>
            <a:off x="4292600" y="1116013"/>
            <a:ext cx="2916238" cy="627062"/>
            <a:chOff x="2368" y="695"/>
            <a:chExt cx="1837" cy="395"/>
          </a:xfrm>
        </p:grpSpPr>
        <p:sp>
          <p:nvSpPr>
            <p:cNvPr id="59698" name="AutoShape 8">
              <a:extLst>
                <a:ext uri="{FF2B5EF4-FFF2-40B4-BE49-F238E27FC236}">
                  <a16:creationId xmlns:a16="http://schemas.microsoft.com/office/drawing/2014/main" id="{CE02D113-31F4-5546-A6F3-31E81E362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9699" name="AutoShape 9">
              <a:extLst>
                <a:ext uri="{FF2B5EF4-FFF2-40B4-BE49-F238E27FC236}">
                  <a16:creationId xmlns:a16="http://schemas.microsoft.com/office/drawing/2014/main" id="{D448DA8C-F95C-264D-B4EF-FB22309F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9700" name="AutoShape 10">
              <a:extLst>
                <a:ext uri="{FF2B5EF4-FFF2-40B4-BE49-F238E27FC236}">
                  <a16:creationId xmlns:a16="http://schemas.microsoft.com/office/drawing/2014/main" id="{F6D62910-2EF7-7C4F-94CC-6868AF10A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</p:grpSp>
      <p:sp>
        <p:nvSpPr>
          <p:cNvPr id="59399" name="Text Box 11">
            <a:extLst>
              <a:ext uri="{FF2B5EF4-FFF2-40B4-BE49-F238E27FC236}">
                <a16:creationId xmlns:a16="http://schemas.microsoft.com/office/drawing/2014/main" id="{D92B99E2-B0A2-1F4B-8480-D9B757333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3238" y="806450"/>
            <a:ext cx="2824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 do produto ABC</a:t>
            </a:r>
          </a:p>
        </p:txBody>
      </p:sp>
      <p:grpSp>
        <p:nvGrpSpPr>
          <p:cNvPr id="59400" name="Group 12">
            <a:extLst>
              <a:ext uri="{FF2B5EF4-FFF2-40B4-BE49-F238E27FC236}">
                <a16:creationId xmlns:a16="http://schemas.microsoft.com/office/drawing/2014/main" id="{BB01C27E-9E98-7E46-BB73-96F4EDCACBFD}"/>
              </a:ext>
            </a:extLst>
          </p:cNvPr>
          <p:cNvGrpSpPr>
            <a:grpSpLocks/>
          </p:cNvGrpSpPr>
          <p:nvPr/>
        </p:nvGrpSpPr>
        <p:grpSpPr bwMode="auto">
          <a:xfrm>
            <a:off x="3494088" y="2247900"/>
            <a:ext cx="3678237" cy="1239838"/>
            <a:chOff x="1820" y="1791"/>
            <a:chExt cx="3724" cy="945"/>
          </a:xfrm>
        </p:grpSpPr>
        <p:grpSp>
          <p:nvGrpSpPr>
            <p:cNvPr id="59691" name="Group 13">
              <a:extLst>
                <a:ext uri="{FF2B5EF4-FFF2-40B4-BE49-F238E27FC236}">
                  <a16:creationId xmlns:a16="http://schemas.microsoft.com/office/drawing/2014/main" id="{A19AB415-C4E7-B54A-A090-41F2C84CC1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0" y="2086"/>
              <a:ext cx="158" cy="650"/>
              <a:chOff x="2496" y="1399"/>
              <a:chExt cx="192" cy="857"/>
            </a:xfrm>
          </p:grpSpPr>
          <p:sp>
            <p:nvSpPr>
              <p:cNvPr id="59696" name="Line 14">
                <a:extLst>
                  <a:ext uri="{FF2B5EF4-FFF2-40B4-BE49-F238E27FC236}">
                    <a16:creationId xmlns:a16="http://schemas.microsoft.com/office/drawing/2014/main" id="{2C3DB752-EBF5-9048-8104-F8E9545D9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399"/>
                <a:ext cx="0" cy="8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97" name="Rectangle 15">
                <a:extLst>
                  <a:ext uri="{FF2B5EF4-FFF2-40B4-BE49-F238E27FC236}">
                    <a16:creationId xmlns:a16="http://schemas.microsoft.com/office/drawing/2014/main" id="{64F7FD64-8321-2146-88FE-E20E6C747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700000">
                <a:off x="2496" y="1680"/>
                <a:ext cx="192" cy="192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sp>
          <p:nvSpPr>
            <p:cNvPr id="59692" name="AutoShape 16">
              <a:extLst>
                <a:ext uri="{FF2B5EF4-FFF2-40B4-BE49-F238E27FC236}">
                  <a16:creationId xmlns:a16="http://schemas.microsoft.com/office/drawing/2014/main" id="{2EF67F21-26FC-5B4C-A651-85705102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1791"/>
              <a:ext cx="3648" cy="295"/>
            </a:xfrm>
            <a:prstGeom prst="chevron">
              <a:avLst>
                <a:gd name="adj" fmla="val 58281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59693" name="Group 17">
              <a:extLst>
                <a:ext uri="{FF2B5EF4-FFF2-40B4-BE49-F238E27FC236}">
                  <a16:creationId xmlns:a16="http://schemas.microsoft.com/office/drawing/2014/main" id="{72A059A4-C5EC-C044-B496-CF84CCD1A1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0" y="2082"/>
              <a:ext cx="158" cy="650"/>
              <a:chOff x="2496" y="1399"/>
              <a:chExt cx="192" cy="857"/>
            </a:xfrm>
          </p:grpSpPr>
          <p:sp>
            <p:nvSpPr>
              <p:cNvPr id="59694" name="Line 18">
                <a:extLst>
                  <a:ext uri="{FF2B5EF4-FFF2-40B4-BE49-F238E27FC236}">
                    <a16:creationId xmlns:a16="http://schemas.microsoft.com/office/drawing/2014/main" id="{2EA3067F-9913-1D4C-BAAF-BB599FF827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399"/>
                <a:ext cx="0" cy="8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95" name="Rectangle 19">
                <a:extLst>
                  <a:ext uri="{FF2B5EF4-FFF2-40B4-BE49-F238E27FC236}">
                    <a16:creationId xmlns:a16="http://schemas.microsoft.com/office/drawing/2014/main" id="{903F376D-B4E1-214D-B00C-65EA2B7E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700000">
                <a:off x="2496" y="1680"/>
                <a:ext cx="192" cy="192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  <p:sp>
        <p:nvSpPr>
          <p:cNvPr id="59401" name="Rectangle 20">
            <a:extLst>
              <a:ext uri="{FF2B5EF4-FFF2-40B4-BE49-F238E27FC236}">
                <a16:creationId xmlns:a16="http://schemas.microsoft.com/office/drawing/2014/main" id="{F3B40EE5-258D-144E-9C94-E19C07185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3500438"/>
            <a:ext cx="1533525" cy="7366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Definição de critérios para próximo gate</a:t>
            </a:r>
          </a:p>
        </p:txBody>
      </p:sp>
      <p:sp>
        <p:nvSpPr>
          <p:cNvPr id="59402" name="Rectangle 21">
            <a:extLst>
              <a:ext uri="{FF2B5EF4-FFF2-40B4-BE49-F238E27FC236}">
                <a16:creationId xmlns:a16="http://schemas.microsoft.com/office/drawing/2014/main" id="{963E6354-99B9-C64C-9AC6-27234F12F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3350" y="3500438"/>
            <a:ext cx="1035050" cy="736600"/>
          </a:xfrm>
          <a:prstGeom prst="rect">
            <a:avLst/>
          </a:prstGeom>
          <a:solidFill>
            <a:srgbClr val="EAEAEA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Auto-avaliação </a:t>
            </a:r>
          </a:p>
        </p:txBody>
      </p:sp>
      <p:sp>
        <p:nvSpPr>
          <p:cNvPr id="59403" name="Text Box 22">
            <a:extLst>
              <a:ext uri="{FF2B5EF4-FFF2-40B4-BE49-F238E27FC236}">
                <a16:creationId xmlns:a16="http://schemas.microsoft.com/office/drawing/2014/main" id="{38BE8816-FD61-CA46-9462-B9C4F2A98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3308350"/>
            <a:ext cx="9429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critérios</a:t>
            </a:r>
          </a:p>
        </p:txBody>
      </p:sp>
      <p:sp>
        <p:nvSpPr>
          <p:cNvPr id="59404" name="Text Box 23">
            <a:extLst>
              <a:ext uri="{FF2B5EF4-FFF2-40B4-BE49-F238E27FC236}">
                <a16:creationId xmlns:a16="http://schemas.microsoft.com/office/drawing/2014/main" id="{F0981DE4-42DD-1944-AE5D-C1F4D99BE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1413" y="5405438"/>
            <a:ext cx="18573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time de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desenvolvimento</a:t>
            </a:r>
          </a:p>
        </p:txBody>
      </p:sp>
      <p:pic>
        <p:nvPicPr>
          <p:cNvPr id="59405" name="Picture 24" descr="BS00877A">
            <a:extLst>
              <a:ext uri="{FF2B5EF4-FFF2-40B4-BE49-F238E27FC236}">
                <a16:creationId xmlns:a16="http://schemas.microsoft.com/office/drawing/2014/main" id="{A83B7C82-B544-C845-9AF3-C23066633A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0900" y="4854575"/>
            <a:ext cx="658813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406" name="Text Box 25">
            <a:extLst>
              <a:ext uri="{FF2B5EF4-FFF2-40B4-BE49-F238E27FC236}">
                <a16:creationId xmlns:a16="http://schemas.microsoft.com/office/drawing/2014/main" id="{A3299624-A217-DC4F-965B-1A632BE4A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4213" y="4537075"/>
            <a:ext cx="968375" cy="27463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relatório</a:t>
            </a:r>
          </a:p>
        </p:txBody>
      </p:sp>
      <p:grpSp>
        <p:nvGrpSpPr>
          <p:cNvPr id="59407" name="Group 26">
            <a:extLst>
              <a:ext uri="{FF2B5EF4-FFF2-40B4-BE49-F238E27FC236}">
                <a16:creationId xmlns:a16="http://schemas.microsoft.com/office/drawing/2014/main" id="{884AD66A-6EA0-A145-A1A8-047D76082F74}"/>
              </a:ext>
            </a:extLst>
          </p:cNvPr>
          <p:cNvGrpSpPr>
            <a:grpSpLocks/>
          </p:cNvGrpSpPr>
          <p:nvPr/>
        </p:nvGrpSpPr>
        <p:grpSpPr bwMode="auto">
          <a:xfrm>
            <a:off x="4057650" y="4618038"/>
            <a:ext cx="1371600" cy="687387"/>
            <a:chOff x="1850" y="1420"/>
            <a:chExt cx="2069" cy="811"/>
          </a:xfrm>
        </p:grpSpPr>
        <p:grpSp>
          <p:nvGrpSpPr>
            <p:cNvPr id="59484" name="Group 27">
              <a:extLst>
                <a:ext uri="{FF2B5EF4-FFF2-40B4-BE49-F238E27FC236}">
                  <a16:creationId xmlns:a16="http://schemas.microsoft.com/office/drawing/2014/main" id="{68DBBBCE-B18C-4D4E-BEED-3C175084ED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0" y="1420"/>
              <a:ext cx="2069" cy="811"/>
              <a:chOff x="1850" y="1420"/>
              <a:chExt cx="2069" cy="811"/>
            </a:xfrm>
          </p:grpSpPr>
          <p:sp>
            <p:nvSpPr>
              <p:cNvPr id="59491" name="Freeform 28">
                <a:extLst>
                  <a:ext uri="{FF2B5EF4-FFF2-40B4-BE49-F238E27FC236}">
                    <a16:creationId xmlns:a16="http://schemas.microsoft.com/office/drawing/2014/main" id="{41B79CE1-E952-1C4E-87E9-E8D0027F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45"/>
                <a:ext cx="443" cy="344"/>
              </a:xfrm>
              <a:custGeom>
                <a:avLst/>
                <a:gdLst>
                  <a:gd name="T0" fmla="*/ 0 w 3542"/>
                  <a:gd name="T1" fmla="*/ 0 h 2755"/>
                  <a:gd name="T2" fmla="*/ 0 w 3542"/>
                  <a:gd name="T3" fmla="*/ 0 h 2755"/>
                  <a:gd name="T4" fmla="*/ 0 w 3542"/>
                  <a:gd name="T5" fmla="*/ 0 h 2755"/>
                  <a:gd name="T6" fmla="*/ 0 w 3542"/>
                  <a:gd name="T7" fmla="*/ 0 h 2755"/>
                  <a:gd name="T8" fmla="*/ 0 w 3542"/>
                  <a:gd name="T9" fmla="*/ 0 h 2755"/>
                  <a:gd name="T10" fmla="*/ 0 w 3542"/>
                  <a:gd name="T11" fmla="*/ 0 h 2755"/>
                  <a:gd name="T12" fmla="*/ 0 w 3542"/>
                  <a:gd name="T13" fmla="*/ 0 h 2755"/>
                  <a:gd name="T14" fmla="*/ 0 w 3542"/>
                  <a:gd name="T15" fmla="*/ 0 h 2755"/>
                  <a:gd name="T16" fmla="*/ 0 w 3542"/>
                  <a:gd name="T17" fmla="*/ 0 h 2755"/>
                  <a:gd name="T18" fmla="*/ 0 w 3542"/>
                  <a:gd name="T19" fmla="*/ 0 h 2755"/>
                  <a:gd name="T20" fmla="*/ 0 w 3542"/>
                  <a:gd name="T21" fmla="*/ 0 h 2755"/>
                  <a:gd name="T22" fmla="*/ 0 w 3542"/>
                  <a:gd name="T23" fmla="*/ 0 h 2755"/>
                  <a:gd name="T24" fmla="*/ 0 w 3542"/>
                  <a:gd name="T25" fmla="*/ 0 h 2755"/>
                  <a:gd name="T26" fmla="*/ 0 w 3542"/>
                  <a:gd name="T27" fmla="*/ 0 h 2755"/>
                  <a:gd name="T28" fmla="*/ 0 w 3542"/>
                  <a:gd name="T29" fmla="*/ 0 h 2755"/>
                  <a:gd name="T30" fmla="*/ 0 w 3542"/>
                  <a:gd name="T31" fmla="*/ 0 h 2755"/>
                  <a:gd name="T32" fmla="*/ 0 w 3542"/>
                  <a:gd name="T33" fmla="*/ 0 h 2755"/>
                  <a:gd name="T34" fmla="*/ 0 w 3542"/>
                  <a:gd name="T35" fmla="*/ 0 h 2755"/>
                  <a:gd name="T36" fmla="*/ 0 w 3542"/>
                  <a:gd name="T37" fmla="*/ 0 h 2755"/>
                  <a:gd name="T38" fmla="*/ 0 w 3542"/>
                  <a:gd name="T39" fmla="*/ 0 h 2755"/>
                  <a:gd name="T40" fmla="*/ 0 w 3542"/>
                  <a:gd name="T41" fmla="*/ 0 h 2755"/>
                  <a:gd name="T42" fmla="*/ 0 w 3542"/>
                  <a:gd name="T43" fmla="*/ 0 h 2755"/>
                  <a:gd name="T44" fmla="*/ 0 w 3542"/>
                  <a:gd name="T45" fmla="*/ 0 h 2755"/>
                  <a:gd name="T46" fmla="*/ 0 w 3542"/>
                  <a:gd name="T47" fmla="*/ 0 h 2755"/>
                  <a:gd name="T48" fmla="*/ 0 w 3542"/>
                  <a:gd name="T49" fmla="*/ 0 h 2755"/>
                  <a:gd name="T50" fmla="*/ 0 w 3542"/>
                  <a:gd name="T51" fmla="*/ 0 h 2755"/>
                  <a:gd name="T52" fmla="*/ 0 w 3542"/>
                  <a:gd name="T53" fmla="*/ 0 h 2755"/>
                  <a:gd name="T54" fmla="*/ 0 w 3542"/>
                  <a:gd name="T55" fmla="*/ 0 h 2755"/>
                  <a:gd name="T56" fmla="*/ 0 w 3542"/>
                  <a:gd name="T57" fmla="*/ 0 h 2755"/>
                  <a:gd name="T58" fmla="*/ 0 w 3542"/>
                  <a:gd name="T59" fmla="*/ 0 h 2755"/>
                  <a:gd name="T60" fmla="*/ 0 w 3542"/>
                  <a:gd name="T61" fmla="*/ 0 h 2755"/>
                  <a:gd name="T62" fmla="*/ 0 w 3542"/>
                  <a:gd name="T63" fmla="*/ 0 h 2755"/>
                  <a:gd name="T64" fmla="*/ 0 w 3542"/>
                  <a:gd name="T65" fmla="*/ 0 h 2755"/>
                  <a:gd name="T66" fmla="*/ 0 w 3542"/>
                  <a:gd name="T67" fmla="*/ 0 h 2755"/>
                  <a:gd name="T68" fmla="*/ 0 w 3542"/>
                  <a:gd name="T69" fmla="*/ 0 h 27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42"/>
                  <a:gd name="T106" fmla="*/ 0 h 2755"/>
                  <a:gd name="T107" fmla="*/ 3542 w 3542"/>
                  <a:gd name="T108" fmla="*/ 2755 h 275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42" h="2755">
                    <a:moveTo>
                      <a:pt x="3542" y="2755"/>
                    </a:moveTo>
                    <a:lnTo>
                      <a:pt x="3452" y="2648"/>
                    </a:lnTo>
                    <a:lnTo>
                      <a:pt x="3415" y="2476"/>
                    </a:lnTo>
                    <a:lnTo>
                      <a:pt x="3307" y="2404"/>
                    </a:lnTo>
                    <a:lnTo>
                      <a:pt x="3290" y="2296"/>
                    </a:lnTo>
                    <a:lnTo>
                      <a:pt x="3355" y="2222"/>
                    </a:lnTo>
                    <a:lnTo>
                      <a:pt x="3355" y="2141"/>
                    </a:lnTo>
                    <a:lnTo>
                      <a:pt x="3314" y="2052"/>
                    </a:lnTo>
                    <a:lnTo>
                      <a:pt x="3248" y="1954"/>
                    </a:lnTo>
                    <a:lnTo>
                      <a:pt x="3248" y="1791"/>
                    </a:lnTo>
                    <a:lnTo>
                      <a:pt x="3307" y="1724"/>
                    </a:lnTo>
                    <a:lnTo>
                      <a:pt x="3299" y="1652"/>
                    </a:lnTo>
                    <a:lnTo>
                      <a:pt x="3233" y="1604"/>
                    </a:lnTo>
                    <a:lnTo>
                      <a:pt x="3200" y="1503"/>
                    </a:lnTo>
                    <a:lnTo>
                      <a:pt x="3209" y="1417"/>
                    </a:lnTo>
                    <a:lnTo>
                      <a:pt x="3191" y="1286"/>
                    </a:lnTo>
                    <a:lnTo>
                      <a:pt x="3166" y="1114"/>
                    </a:lnTo>
                    <a:lnTo>
                      <a:pt x="3166" y="910"/>
                    </a:lnTo>
                    <a:lnTo>
                      <a:pt x="3166" y="754"/>
                    </a:lnTo>
                    <a:lnTo>
                      <a:pt x="3161" y="592"/>
                    </a:lnTo>
                    <a:lnTo>
                      <a:pt x="3125" y="451"/>
                    </a:lnTo>
                    <a:lnTo>
                      <a:pt x="3092" y="360"/>
                    </a:lnTo>
                    <a:lnTo>
                      <a:pt x="2712" y="171"/>
                    </a:lnTo>
                    <a:lnTo>
                      <a:pt x="2492" y="110"/>
                    </a:lnTo>
                    <a:lnTo>
                      <a:pt x="2279" y="68"/>
                    </a:lnTo>
                    <a:lnTo>
                      <a:pt x="2044" y="0"/>
                    </a:lnTo>
                    <a:lnTo>
                      <a:pt x="890" y="27"/>
                    </a:lnTo>
                    <a:lnTo>
                      <a:pt x="556" y="85"/>
                    </a:lnTo>
                    <a:lnTo>
                      <a:pt x="222" y="205"/>
                    </a:lnTo>
                    <a:lnTo>
                      <a:pt x="123" y="264"/>
                    </a:lnTo>
                    <a:lnTo>
                      <a:pt x="40" y="461"/>
                    </a:lnTo>
                    <a:lnTo>
                      <a:pt x="40" y="1145"/>
                    </a:lnTo>
                    <a:lnTo>
                      <a:pt x="0" y="1235"/>
                    </a:lnTo>
                    <a:lnTo>
                      <a:pt x="540" y="2755"/>
                    </a:lnTo>
                    <a:lnTo>
                      <a:pt x="3542" y="27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2" name="Freeform 29">
                <a:extLst>
                  <a:ext uri="{FF2B5EF4-FFF2-40B4-BE49-F238E27FC236}">
                    <a16:creationId xmlns:a16="http://schemas.microsoft.com/office/drawing/2014/main" id="{D105CA5E-CA81-5B4B-B982-0E80D603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653"/>
                <a:ext cx="201" cy="171"/>
              </a:xfrm>
              <a:custGeom>
                <a:avLst/>
                <a:gdLst>
                  <a:gd name="T0" fmla="*/ 0 w 1609"/>
                  <a:gd name="T1" fmla="*/ 0 h 1365"/>
                  <a:gd name="T2" fmla="*/ 0 w 1609"/>
                  <a:gd name="T3" fmla="*/ 0 h 1365"/>
                  <a:gd name="T4" fmla="*/ 0 w 1609"/>
                  <a:gd name="T5" fmla="*/ 0 h 1365"/>
                  <a:gd name="T6" fmla="*/ 0 w 1609"/>
                  <a:gd name="T7" fmla="*/ 0 h 1365"/>
                  <a:gd name="T8" fmla="*/ 0 w 1609"/>
                  <a:gd name="T9" fmla="*/ 0 h 1365"/>
                  <a:gd name="T10" fmla="*/ 0 w 1609"/>
                  <a:gd name="T11" fmla="*/ 0 h 1365"/>
                  <a:gd name="T12" fmla="*/ 0 w 1609"/>
                  <a:gd name="T13" fmla="*/ 0 h 1365"/>
                  <a:gd name="T14" fmla="*/ 0 w 1609"/>
                  <a:gd name="T15" fmla="*/ 0 h 1365"/>
                  <a:gd name="T16" fmla="*/ 0 w 1609"/>
                  <a:gd name="T17" fmla="*/ 0 h 1365"/>
                  <a:gd name="T18" fmla="*/ 0 w 1609"/>
                  <a:gd name="T19" fmla="*/ 0 h 1365"/>
                  <a:gd name="T20" fmla="*/ 0 w 1609"/>
                  <a:gd name="T21" fmla="*/ 0 h 1365"/>
                  <a:gd name="T22" fmla="*/ 0 w 1609"/>
                  <a:gd name="T23" fmla="*/ 0 h 1365"/>
                  <a:gd name="T24" fmla="*/ 0 w 1609"/>
                  <a:gd name="T25" fmla="*/ 0 h 1365"/>
                  <a:gd name="T26" fmla="*/ 0 w 1609"/>
                  <a:gd name="T27" fmla="*/ 0 h 1365"/>
                  <a:gd name="T28" fmla="*/ 0 w 1609"/>
                  <a:gd name="T29" fmla="*/ 0 h 13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09"/>
                  <a:gd name="T46" fmla="*/ 0 h 1365"/>
                  <a:gd name="T47" fmla="*/ 1609 w 1609"/>
                  <a:gd name="T48" fmla="*/ 1365 h 136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09" h="1365">
                    <a:moveTo>
                      <a:pt x="1609" y="1365"/>
                    </a:moveTo>
                    <a:lnTo>
                      <a:pt x="1148" y="499"/>
                    </a:lnTo>
                    <a:lnTo>
                      <a:pt x="1019" y="323"/>
                    </a:lnTo>
                    <a:lnTo>
                      <a:pt x="763" y="187"/>
                    </a:lnTo>
                    <a:lnTo>
                      <a:pt x="493" y="121"/>
                    </a:lnTo>
                    <a:lnTo>
                      <a:pt x="279" y="130"/>
                    </a:lnTo>
                    <a:lnTo>
                      <a:pt x="0" y="169"/>
                    </a:lnTo>
                    <a:lnTo>
                      <a:pt x="67" y="121"/>
                    </a:lnTo>
                    <a:lnTo>
                      <a:pt x="353" y="31"/>
                    </a:lnTo>
                    <a:lnTo>
                      <a:pt x="650" y="0"/>
                    </a:lnTo>
                    <a:lnTo>
                      <a:pt x="862" y="31"/>
                    </a:lnTo>
                    <a:lnTo>
                      <a:pt x="1102" y="255"/>
                    </a:lnTo>
                    <a:lnTo>
                      <a:pt x="1264" y="547"/>
                    </a:lnTo>
                    <a:lnTo>
                      <a:pt x="1346" y="767"/>
                    </a:lnTo>
                    <a:lnTo>
                      <a:pt x="1609" y="136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3" name="Freeform 30">
                <a:extLst>
                  <a:ext uri="{FF2B5EF4-FFF2-40B4-BE49-F238E27FC236}">
                    <a16:creationId xmlns:a16="http://schemas.microsoft.com/office/drawing/2014/main" id="{28189226-FE81-AE45-AF4D-2BEEE1646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99"/>
                <a:ext cx="103" cy="166"/>
              </a:xfrm>
              <a:custGeom>
                <a:avLst/>
                <a:gdLst>
                  <a:gd name="T0" fmla="*/ 0 w 829"/>
                  <a:gd name="T1" fmla="*/ 0 h 1330"/>
                  <a:gd name="T2" fmla="*/ 0 w 829"/>
                  <a:gd name="T3" fmla="*/ 0 h 1330"/>
                  <a:gd name="T4" fmla="*/ 0 w 829"/>
                  <a:gd name="T5" fmla="*/ 0 h 1330"/>
                  <a:gd name="T6" fmla="*/ 0 w 829"/>
                  <a:gd name="T7" fmla="*/ 0 h 1330"/>
                  <a:gd name="T8" fmla="*/ 0 w 829"/>
                  <a:gd name="T9" fmla="*/ 0 h 1330"/>
                  <a:gd name="T10" fmla="*/ 0 w 829"/>
                  <a:gd name="T11" fmla="*/ 0 h 1330"/>
                  <a:gd name="T12" fmla="*/ 0 w 829"/>
                  <a:gd name="T13" fmla="*/ 0 h 1330"/>
                  <a:gd name="T14" fmla="*/ 0 w 829"/>
                  <a:gd name="T15" fmla="*/ 0 h 1330"/>
                  <a:gd name="T16" fmla="*/ 0 w 829"/>
                  <a:gd name="T17" fmla="*/ 0 h 1330"/>
                  <a:gd name="T18" fmla="*/ 0 w 829"/>
                  <a:gd name="T19" fmla="*/ 0 h 1330"/>
                  <a:gd name="T20" fmla="*/ 0 w 829"/>
                  <a:gd name="T21" fmla="*/ 0 h 1330"/>
                  <a:gd name="T22" fmla="*/ 0 w 829"/>
                  <a:gd name="T23" fmla="*/ 0 h 1330"/>
                  <a:gd name="T24" fmla="*/ 0 w 829"/>
                  <a:gd name="T25" fmla="*/ 0 h 1330"/>
                  <a:gd name="T26" fmla="*/ 0 w 829"/>
                  <a:gd name="T27" fmla="*/ 0 h 1330"/>
                  <a:gd name="T28" fmla="*/ 0 w 829"/>
                  <a:gd name="T29" fmla="*/ 0 h 1330"/>
                  <a:gd name="T30" fmla="*/ 0 w 829"/>
                  <a:gd name="T31" fmla="*/ 0 h 1330"/>
                  <a:gd name="T32" fmla="*/ 0 w 829"/>
                  <a:gd name="T33" fmla="*/ 0 h 1330"/>
                  <a:gd name="T34" fmla="*/ 0 w 829"/>
                  <a:gd name="T35" fmla="*/ 0 h 1330"/>
                  <a:gd name="T36" fmla="*/ 0 w 829"/>
                  <a:gd name="T37" fmla="*/ 0 h 1330"/>
                  <a:gd name="T38" fmla="*/ 0 w 829"/>
                  <a:gd name="T39" fmla="*/ 0 h 1330"/>
                  <a:gd name="T40" fmla="*/ 0 w 829"/>
                  <a:gd name="T41" fmla="*/ 0 h 1330"/>
                  <a:gd name="T42" fmla="*/ 0 w 829"/>
                  <a:gd name="T43" fmla="*/ 0 h 1330"/>
                  <a:gd name="T44" fmla="*/ 0 w 829"/>
                  <a:gd name="T45" fmla="*/ 0 h 1330"/>
                  <a:gd name="T46" fmla="*/ 0 w 829"/>
                  <a:gd name="T47" fmla="*/ 0 h 1330"/>
                  <a:gd name="T48" fmla="*/ 0 w 829"/>
                  <a:gd name="T49" fmla="*/ 0 h 1330"/>
                  <a:gd name="T50" fmla="*/ 0 w 829"/>
                  <a:gd name="T51" fmla="*/ 0 h 1330"/>
                  <a:gd name="T52" fmla="*/ 0 w 829"/>
                  <a:gd name="T53" fmla="*/ 0 h 1330"/>
                  <a:gd name="T54" fmla="*/ 0 w 829"/>
                  <a:gd name="T55" fmla="*/ 0 h 1330"/>
                  <a:gd name="T56" fmla="*/ 0 w 829"/>
                  <a:gd name="T57" fmla="*/ 0 h 1330"/>
                  <a:gd name="T58" fmla="*/ 0 w 829"/>
                  <a:gd name="T59" fmla="*/ 0 h 1330"/>
                  <a:gd name="T60" fmla="*/ 0 w 829"/>
                  <a:gd name="T61" fmla="*/ 0 h 13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829"/>
                  <a:gd name="T94" fmla="*/ 0 h 1330"/>
                  <a:gd name="T95" fmla="*/ 829 w 829"/>
                  <a:gd name="T96" fmla="*/ 1330 h 13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829" h="1330">
                    <a:moveTo>
                      <a:pt x="548" y="586"/>
                    </a:moveTo>
                    <a:lnTo>
                      <a:pt x="484" y="464"/>
                    </a:lnTo>
                    <a:lnTo>
                      <a:pt x="394" y="360"/>
                    </a:lnTo>
                    <a:lnTo>
                      <a:pt x="304" y="286"/>
                    </a:lnTo>
                    <a:lnTo>
                      <a:pt x="205" y="235"/>
                    </a:lnTo>
                    <a:lnTo>
                      <a:pt x="156" y="226"/>
                    </a:lnTo>
                    <a:lnTo>
                      <a:pt x="221" y="374"/>
                    </a:lnTo>
                    <a:lnTo>
                      <a:pt x="359" y="554"/>
                    </a:lnTo>
                    <a:lnTo>
                      <a:pt x="516" y="694"/>
                    </a:lnTo>
                    <a:lnTo>
                      <a:pt x="714" y="835"/>
                    </a:lnTo>
                    <a:lnTo>
                      <a:pt x="745" y="851"/>
                    </a:lnTo>
                    <a:lnTo>
                      <a:pt x="829" y="1100"/>
                    </a:lnTo>
                    <a:lnTo>
                      <a:pt x="756" y="1158"/>
                    </a:lnTo>
                    <a:lnTo>
                      <a:pt x="809" y="1330"/>
                    </a:lnTo>
                    <a:lnTo>
                      <a:pt x="631" y="1305"/>
                    </a:lnTo>
                    <a:lnTo>
                      <a:pt x="703" y="1275"/>
                    </a:lnTo>
                    <a:lnTo>
                      <a:pt x="590" y="1127"/>
                    </a:lnTo>
                    <a:lnTo>
                      <a:pt x="304" y="1013"/>
                    </a:lnTo>
                    <a:lnTo>
                      <a:pt x="128" y="888"/>
                    </a:lnTo>
                    <a:lnTo>
                      <a:pt x="82" y="851"/>
                    </a:lnTo>
                    <a:lnTo>
                      <a:pt x="106" y="923"/>
                    </a:lnTo>
                    <a:lnTo>
                      <a:pt x="179" y="1028"/>
                    </a:lnTo>
                    <a:lnTo>
                      <a:pt x="39" y="906"/>
                    </a:lnTo>
                    <a:lnTo>
                      <a:pt x="7" y="791"/>
                    </a:lnTo>
                    <a:lnTo>
                      <a:pt x="0" y="743"/>
                    </a:lnTo>
                    <a:lnTo>
                      <a:pt x="48" y="586"/>
                    </a:lnTo>
                    <a:lnTo>
                      <a:pt x="64" y="0"/>
                    </a:lnTo>
                    <a:lnTo>
                      <a:pt x="286" y="148"/>
                    </a:lnTo>
                    <a:lnTo>
                      <a:pt x="431" y="307"/>
                    </a:lnTo>
                    <a:lnTo>
                      <a:pt x="509" y="448"/>
                    </a:lnTo>
                    <a:lnTo>
                      <a:pt x="548" y="586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4" name="Freeform 31">
                <a:extLst>
                  <a:ext uri="{FF2B5EF4-FFF2-40B4-BE49-F238E27FC236}">
                    <a16:creationId xmlns:a16="http://schemas.microsoft.com/office/drawing/2014/main" id="{DD523576-A29F-3D49-AC7F-930D35527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830"/>
                <a:ext cx="74" cy="89"/>
              </a:xfrm>
              <a:custGeom>
                <a:avLst/>
                <a:gdLst>
                  <a:gd name="T0" fmla="*/ 0 w 593"/>
                  <a:gd name="T1" fmla="*/ 0 h 716"/>
                  <a:gd name="T2" fmla="*/ 0 w 593"/>
                  <a:gd name="T3" fmla="*/ 0 h 716"/>
                  <a:gd name="T4" fmla="*/ 0 w 593"/>
                  <a:gd name="T5" fmla="*/ 0 h 716"/>
                  <a:gd name="T6" fmla="*/ 0 w 593"/>
                  <a:gd name="T7" fmla="*/ 0 h 716"/>
                  <a:gd name="T8" fmla="*/ 0 w 593"/>
                  <a:gd name="T9" fmla="*/ 0 h 716"/>
                  <a:gd name="T10" fmla="*/ 0 w 593"/>
                  <a:gd name="T11" fmla="*/ 0 h 716"/>
                  <a:gd name="T12" fmla="*/ 0 w 593"/>
                  <a:gd name="T13" fmla="*/ 0 h 716"/>
                  <a:gd name="T14" fmla="*/ 0 w 593"/>
                  <a:gd name="T15" fmla="*/ 0 h 716"/>
                  <a:gd name="T16" fmla="*/ 0 w 593"/>
                  <a:gd name="T17" fmla="*/ 0 h 716"/>
                  <a:gd name="T18" fmla="*/ 0 w 593"/>
                  <a:gd name="T19" fmla="*/ 0 h 716"/>
                  <a:gd name="T20" fmla="*/ 0 w 593"/>
                  <a:gd name="T21" fmla="*/ 0 h 716"/>
                  <a:gd name="T22" fmla="*/ 0 w 593"/>
                  <a:gd name="T23" fmla="*/ 0 h 716"/>
                  <a:gd name="T24" fmla="*/ 0 w 593"/>
                  <a:gd name="T25" fmla="*/ 0 h 716"/>
                  <a:gd name="T26" fmla="*/ 0 w 593"/>
                  <a:gd name="T27" fmla="*/ 0 h 716"/>
                  <a:gd name="T28" fmla="*/ 0 w 593"/>
                  <a:gd name="T29" fmla="*/ 0 h 716"/>
                  <a:gd name="T30" fmla="*/ 0 w 593"/>
                  <a:gd name="T31" fmla="*/ 0 h 716"/>
                  <a:gd name="T32" fmla="*/ 0 w 593"/>
                  <a:gd name="T33" fmla="*/ 0 h 7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3"/>
                  <a:gd name="T52" fmla="*/ 0 h 716"/>
                  <a:gd name="T53" fmla="*/ 593 w 593"/>
                  <a:gd name="T54" fmla="*/ 716 h 7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3" h="716">
                    <a:moveTo>
                      <a:pt x="19" y="0"/>
                    </a:moveTo>
                    <a:lnTo>
                      <a:pt x="132" y="54"/>
                    </a:lnTo>
                    <a:lnTo>
                      <a:pt x="190" y="187"/>
                    </a:lnTo>
                    <a:lnTo>
                      <a:pt x="331" y="268"/>
                    </a:lnTo>
                    <a:lnTo>
                      <a:pt x="222" y="259"/>
                    </a:lnTo>
                    <a:lnTo>
                      <a:pt x="289" y="310"/>
                    </a:lnTo>
                    <a:lnTo>
                      <a:pt x="455" y="358"/>
                    </a:lnTo>
                    <a:lnTo>
                      <a:pt x="534" y="448"/>
                    </a:lnTo>
                    <a:lnTo>
                      <a:pt x="492" y="538"/>
                    </a:lnTo>
                    <a:lnTo>
                      <a:pt x="388" y="473"/>
                    </a:lnTo>
                    <a:lnTo>
                      <a:pt x="354" y="529"/>
                    </a:lnTo>
                    <a:lnTo>
                      <a:pt x="503" y="587"/>
                    </a:lnTo>
                    <a:lnTo>
                      <a:pt x="593" y="554"/>
                    </a:lnTo>
                    <a:lnTo>
                      <a:pt x="518" y="716"/>
                    </a:lnTo>
                    <a:lnTo>
                      <a:pt x="275" y="554"/>
                    </a:lnTo>
                    <a:lnTo>
                      <a:pt x="0" y="22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5" name="Freeform 32">
                <a:extLst>
                  <a:ext uri="{FF2B5EF4-FFF2-40B4-BE49-F238E27FC236}">
                    <a16:creationId xmlns:a16="http://schemas.microsoft.com/office/drawing/2014/main" id="{420D7312-6DEF-A941-AB80-4A71BAD8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10"/>
                <a:ext cx="154" cy="100"/>
              </a:xfrm>
              <a:custGeom>
                <a:avLst/>
                <a:gdLst>
                  <a:gd name="T0" fmla="*/ 0 w 1232"/>
                  <a:gd name="T1" fmla="*/ 0 h 800"/>
                  <a:gd name="T2" fmla="*/ 0 w 1232"/>
                  <a:gd name="T3" fmla="*/ 0 h 800"/>
                  <a:gd name="T4" fmla="*/ 0 w 1232"/>
                  <a:gd name="T5" fmla="*/ 0 h 800"/>
                  <a:gd name="T6" fmla="*/ 0 w 1232"/>
                  <a:gd name="T7" fmla="*/ 0 h 800"/>
                  <a:gd name="T8" fmla="*/ 0 w 1232"/>
                  <a:gd name="T9" fmla="*/ 0 h 800"/>
                  <a:gd name="T10" fmla="*/ 0 w 1232"/>
                  <a:gd name="T11" fmla="*/ 0 h 800"/>
                  <a:gd name="T12" fmla="*/ 0 w 1232"/>
                  <a:gd name="T13" fmla="*/ 0 h 800"/>
                  <a:gd name="T14" fmla="*/ 0 w 1232"/>
                  <a:gd name="T15" fmla="*/ 0 h 800"/>
                  <a:gd name="T16" fmla="*/ 0 w 1232"/>
                  <a:gd name="T17" fmla="*/ 0 h 800"/>
                  <a:gd name="T18" fmla="*/ 0 w 1232"/>
                  <a:gd name="T19" fmla="*/ 0 h 800"/>
                  <a:gd name="T20" fmla="*/ 0 w 1232"/>
                  <a:gd name="T21" fmla="*/ 0 h 800"/>
                  <a:gd name="T22" fmla="*/ 0 w 1232"/>
                  <a:gd name="T23" fmla="*/ 0 h 8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32"/>
                  <a:gd name="T37" fmla="*/ 0 h 800"/>
                  <a:gd name="T38" fmla="*/ 1232 w 1232"/>
                  <a:gd name="T39" fmla="*/ 800 h 80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32" h="800">
                    <a:moveTo>
                      <a:pt x="141" y="141"/>
                    </a:moveTo>
                    <a:lnTo>
                      <a:pt x="188" y="171"/>
                    </a:lnTo>
                    <a:lnTo>
                      <a:pt x="215" y="0"/>
                    </a:lnTo>
                    <a:lnTo>
                      <a:pt x="282" y="254"/>
                    </a:lnTo>
                    <a:lnTo>
                      <a:pt x="248" y="325"/>
                    </a:lnTo>
                    <a:lnTo>
                      <a:pt x="575" y="435"/>
                    </a:lnTo>
                    <a:lnTo>
                      <a:pt x="764" y="595"/>
                    </a:lnTo>
                    <a:lnTo>
                      <a:pt x="1174" y="595"/>
                    </a:lnTo>
                    <a:lnTo>
                      <a:pt x="1232" y="717"/>
                    </a:lnTo>
                    <a:lnTo>
                      <a:pt x="764" y="800"/>
                    </a:lnTo>
                    <a:lnTo>
                      <a:pt x="0" y="341"/>
                    </a:lnTo>
                    <a:lnTo>
                      <a:pt x="141" y="1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6" name="Freeform 33">
                <a:extLst>
                  <a:ext uri="{FF2B5EF4-FFF2-40B4-BE49-F238E27FC236}">
                    <a16:creationId xmlns:a16="http://schemas.microsoft.com/office/drawing/2014/main" id="{7BB892D0-E517-264B-8F03-CFD6F436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696"/>
                <a:ext cx="280" cy="243"/>
              </a:xfrm>
              <a:custGeom>
                <a:avLst/>
                <a:gdLst>
                  <a:gd name="T0" fmla="*/ 0 w 2241"/>
                  <a:gd name="T1" fmla="*/ 0 h 1943"/>
                  <a:gd name="T2" fmla="*/ 0 w 2241"/>
                  <a:gd name="T3" fmla="*/ 0 h 1943"/>
                  <a:gd name="T4" fmla="*/ 0 w 2241"/>
                  <a:gd name="T5" fmla="*/ 0 h 1943"/>
                  <a:gd name="T6" fmla="*/ 0 w 2241"/>
                  <a:gd name="T7" fmla="*/ 0 h 1943"/>
                  <a:gd name="T8" fmla="*/ 0 w 2241"/>
                  <a:gd name="T9" fmla="*/ 0 h 1943"/>
                  <a:gd name="T10" fmla="*/ 0 w 2241"/>
                  <a:gd name="T11" fmla="*/ 0 h 1943"/>
                  <a:gd name="T12" fmla="*/ 0 w 2241"/>
                  <a:gd name="T13" fmla="*/ 0 h 1943"/>
                  <a:gd name="T14" fmla="*/ 0 w 2241"/>
                  <a:gd name="T15" fmla="*/ 0 h 1943"/>
                  <a:gd name="T16" fmla="*/ 0 w 2241"/>
                  <a:gd name="T17" fmla="*/ 0 h 1943"/>
                  <a:gd name="T18" fmla="*/ 0 w 2241"/>
                  <a:gd name="T19" fmla="*/ 0 h 1943"/>
                  <a:gd name="T20" fmla="*/ 0 w 2241"/>
                  <a:gd name="T21" fmla="*/ 0 h 1943"/>
                  <a:gd name="T22" fmla="*/ 0 w 2241"/>
                  <a:gd name="T23" fmla="*/ 0 h 1943"/>
                  <a:gd name="T24" fmla="*/ 0 w 2241"/>
                  <a:gd name="T25" fmla="*/ 0 h 1943"/>
                  <a:gd name="T26" fmla="*/ 0 w 2241"/>
                  <a:gd name="T27" fmla="*/ 0 h 1943"/>
                  <a:gd name="T28" fmla="*/ 0 w 2241"/>
                  <a:gd name="T29" fmla="*/ 0 h 1943"/>
                  <a:gd name="T30" fmla="*/ 0 w 2241"/>
                  <a:gd name="T31" fmla="*/ 0 h 1943"/>
                  <a:gd name="T32" fmla="*/ 0 w 2241"/>
                  <a:gd name="T33" fmla="*/ 0 h 1943"/>
                  <a:gd name="T34" fmla="*/ 0 w 2241"/>
                  <a:gd name="T35" fmla="*/ 0 h 1943"/>
                  <a:gd name="T36" fmla="*/ 0 w 2241"/>
                  <a:gd name="T37" fmla="*/ 0 h 1943"/>
                  <a:gd name="T38" fmla="*/ 0 w 2241"/>
                  <a:gd name="T39" fmla="*/ 0 h 1943"/>
                  <a:gd name="T40" fmla="*/ 0 w 2241"/>
                  <a:gd name="T41" fmla="*/ 0 h 1943"/>
                  <a:gd name="T42" fmla="*/ 0 w 2241"/>
                  <a:gd name="T43" fmla="*/ 0 h 1943"/>
                  <a:gd name="T44" fmla="*/ 0 w 2241"/>
                  <a:gd name="T45" fmla="*/ 0 h 1943"/>
                  <a:gd name="T46" fmla="*/ 0 w 2241"/>
                  <a:gd name="T47" fmla="*/ 0 h 1943"/>
                  <a:gd name="T48" fmla="*/ 0 w 2241"/>
                  <a:gd name="T49" fmla="*/ 0 h 1943"/>
                  <a:gd name="T50" fmla="*/ 0 w 2241"/>
                  <a:gd name="T51" fmla="*/ 0 h 1943"/>
                  <a:gd name="T52" fmla="*/ 0 w 2241"/>
                  <a:gd name="T53" fmla="*/ 0 h 1943"/>
                  <a:gd name="T54" fmla="*/ 0 w 2241"/>
                  <a:gd name="T55" fmla="*/ 0 h 1943"/>
                  <a:gd name="T56" fmla="*/ 0 w 2241"/>
                  <a:gd name="T57" fmla="*/ 0 h 1943"/>
                  <a:gd name="T58" fmla="*/ 0 w 2241"/>
                  <a:gd name="T59" fmla="*/ 0 h 1943"/>
                  <a:gd name="T60" fmla="*/ 0 w 2241"/>
                  <a:gd name="T61" fmla="*/ 0 h 1943"/>
                  <a:gd name="T62" fmla="*/ 0 w 2241"/>
                  <a:gd name="T63" fmla="*/ 0 h 1943"/>
                  <a:gd name="T64" fmla="*/ 0 w 2241"/>
                  <a:gd name="T65" fmla="*/ 0 h 1943"/>
                  <a:gd name="T66" fmla="*/ 0 w 2241"/>
                  <a:gd name="T67" fmla="*/ 0 h 1943"/>
                  <a:gd name="T68" fmla="*/ 0 w 2241"/>
                  <a:gd name="T69" fmla="*/ 0 h 1943"/>
                  <a:gd name="T70" fmla="*/ 0 w 2241"/>
                  <a:gd name="T71" fmla="*/ 0 h 1943"/>
                  <a:gd name="T72" fmla="*/ 0 w 2241"/>
                  <a:gd name="T73" fmla="*/ 0 h 1943"/>
                  <a:gd name="T74" fmla="*/ 0 w 2241"/>
                  <a:gd name="T75" fmla="*/ 0 h 1943"/>
                  <a:gd name="T76" fmla="*/ 0 w 2241"/>
                  <a:gd name="T77" fmla="*/ 0 h 1943"/>
                  <a:gd name="T78" fmla="*/ 0 w 2241"/>
                  <a:gd name="T79" fmla="*/ 0 h 1943"/>
                  <a:gd name="T80" fmla="*/ 0 w 2241"/>
                  <a:gd name="T81" fmla="*/ 0 h 1943"/>
                  <a:gd name="T82" fmla="*/ 0 w 2241"/>
                  <a:gd name="T83" fmla="*/ 0 h 1943"/>
                  <a:gd name="T84" fmla="*/ 0 w 2241"/>
                  <a:gd name="T85" fmla="*/ 0 h 1943"/>
                  <a:gd name="T86" fmla="*/ 0 w 2241"/>
                  <a:gd name="T87" fmla="*/ 0 h 1943"/>
                  <a:gd name="T88" fmla="*/ 0 w 2241"/>
                  <a:gd name="T89" fmla="*/ 0 h 1943"/>
                  <a:gd name="T90" fmla="*/ 0 w 2241"/>
                  <a:gd name="T91" fmla="*/ 0 h 1943"/>
                  <a:gd name="T92" fmla="*/ 0 w 2241"/>
                  <a:gd name="T93" fmla="*/ 0 h 1943"/>
                  <a:gd name="T94" fmla="*/ 0 w 2241"/>
                  <a:gd name="T95" fmla="*/ 0 h 194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41"/>
                  <a:gd name="T145" fmla="*/ 0 h 1943"/>
                  <a:gd name="T146" fmla="*/ 2241 w 2241"/>
                  <a:gd name="T147" fmla="*/ 1943 h 194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41" h="1943">
                    <a:moveTo>
                      <a:pt x="1241" y="0"/>
                    </a:moveTo>
                    <a:lnTo>
                      <a:pt x="1308" y="277"/>
                    </a:lnTo>
                    <a:lnTo>
                      <a:pt x="1314" y="623"/>
                    </a:lnTo>
                    <a:lnTo>
                      <a:pt x="1250" y="1053"/>
                    </a:lnTo>
                    <a:lnTo>
                      <a:pt x="1133" y="1404"/>
                    </a:lnTo>
                    <a:lnTo>
                      <a:pt x="1232" y="1496"/>
                    </a:lnTo>
                    <a:lnTo>
                      <a:pt x="1035" y="1559"/>
                    </a:lnTo>
                    <a:lnTo>
                      <a:pt x="674" y="1519"/>
                    </a:lnTo>
                    <a:lnTo>
                      <a:pt x="248" y="1528"/>
                    </a:lnTo>
                    <a:lnTo>
                      <a:pt x="0" y="1544"/>
                    </a:lnTo>
                    <a:lnTo>
                      <a:pt x="149" y="1722"/>
                    </a:lnTo>
                    <a:lnTo>
                      <a:pt x="1133" y="1803"/>
                    </a:lnTo>
                    <a:lnTo>
                      <a:pt x="1815" y="1943"/>
                    </a:lnTo>
                    <a:lnTo>
                      <a:pt x="1898" y="1886"/>
                    </a:lnTo>
                    <a:lnTo>
                      <a:pt x="1802" y="1812"/>
                    </a:lnTo>
                    <a:lnTo>
                      <a:pt x="1872" y="1748"/>
                    </a:lnTo>
                    <a:lnTo>
                      <a:pt x="2013" y="1722"/>
                    </a:lnTo>
                    <a:lnTo>
                      <a:pt x="2241" y="1739"/>
                    </a:lnTo>
                    <a:lnTo>
                      <a:pt x="2064" y="1634"/>
                    </a:lnTo>
                    <a:lnTo>
                      <a:pt x="1956" y="1501"/>
                    </a:lnTo>
                    <a:lnTo>
                      <a:pt x="1965" y="1404"/>
                    </a:lnTo>
                    <a:lnTo>
                      <a:pt x="2151" y="1307"/>
                    </a:lnTo>
                    <a:lnTo>
                      <a:pt x="2202" y="1168"/>
                    </a:lnTo>
                    <a:lnTo>
                      <a:pt x="2103" y="1215"/>
                    </a:lnTo>
                    <a:lnTo>
                      <a:pt x="1995" y="1210"/>
                    </a:lnTo>
                    <a:lnTo>
                      <a:pt x="1971" y="1168"/>
                    </a:lnTo>
                    <a:lnTo>
                      <a:pt x="2064" y="1075"/>
                    </a:lnTo>
                    <a:lnTo>
                      <a:pt x="1979" y="1071"/>
                    </a:lnTo>
                    <a:lnTo>
                      <a:pt x="1988" y="972"/>
                    </a:lnTo>
                    <a:lnTo>
                      <a:pt x="2028" y="832"/>
                    </a:lnTo>
                    <a:lnTo>
                      <a:pt x="2120" y="876"/>
                    </a:lnTo>
                    <a:lnTo>
                      <a:pt x="2151" y="963"/>
                    </a:lnTo>
                    <a:lnTo>
                      <a:pt x="2186" y="840"/>
                    </a:lnTo>
                    <a:lnTo>
                      <a:pt x="2145" y="537"/>
                    </a:lnTo>
                    <a:lnTo>
                      <a:pt x="2168" y="311"/>
                    </a:lnTo>
                    <a:lnTo>
                      <a:pt x="2094" y="645"/>
                    </a:lnTo>
                    <a:lnTo>
                      <a:pt x="1979" y="816"/>
                    </a:lnTo>
                    <a:lnTo>
                      <a:pt x="1760" y="1134"/>
                    </a:lnTo>
                    <a:lnTo>
                      <a:pt x="1608" y="1282"/>
                    </a:lnTo>
                    <a:lnTo>
                      <a:pt x="1398" y="1422"/>
                    </a:lnTo>
                    <a:lnTo>
                      <a:pt x="1331" y="1429"/>
                    </a:lnTo>
                    <a:lnTo>
                      <a:pt x="1398" y="1307"/>
                    </a:lnTo>
                    <a:lnTo>
                      <a:pt x="1430" y="1111"/>
                    </a:lnTo>
                    <a:lnTo>
                      <a:pt x="1446" y="800"/>
                    </a:lnTo>
                    <a:lnTo>
                      <a:pt x="1430" y="521"/>
                    </a:lnTo>
                    <a:lnTo>
                      <a:pt x="1398" y="269"/>
                    </a:lnTo>
                    <a:lnTo>
                      <a:pt x="1349" y="113"/>
                    </a:lnTo>
                    <a:lnTo>
                      <a:pt x="1241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7" name="Freeform 34">
                <a:extLst>
                  <a:ext uri="{FF2B5EF4-FFF2-40B4-BE49-F238E27FC236}">
                    <a16:creationId xmlns:a16="http://schemas.microsoft.com/office/drawing/2014/main" id="{F6572A8A-FF1D-C942-92A8-9BAFE0CF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45"/>
                <a:ext cx="71" cy="44"/>
              </a:xfrm>
              <a:custGeom>
                <a:avLst/>
                <a:gdLst>
                  <a:gd name="T0" fmla="*/ 0 w 567"/>
                  <a:gd name="T1" fmla="*/ 0 h 351"/>
                  <a:gd name="T2" fmla="*/ 0 w 567"/>
                  <a:gd name="T3" fmla="*/ 0 h 351"/>
                  <a:gd name="T4" fmla="*/ 0 w 567"/>
                  <a:gd name="T5" fmla="*/ 0 h 351"/>
                  <a:gd name="T6" fmla="*/ 0 w 567"/>
                  <a:gd name="T7" fmla="*/ 0 h 351"/>
                  <a:gd name="T8" fmla="*/ 0 w 567"/>
                  <a:gd name="T9" fmla="*/ 0 h 351"/>
                  <a:gd name="T10" fmla="*/ 0 w 567"/>
                  <a:gd name="T11" fmla="*/ 0 h 351"/>
                  <a:gd name="T12" fmla="*/ 0 w 567"/>
                  <a:gd name="T13" fmla="*/ 0 h 351"/>
                  <a:gd name="T14" fmla="*/ 0 w 567"/>
                  <a:gd name="T15" fmla="*/ 0 h 351"/>
                  <a:gd name="T16" fmla="*/ 0 w 567"/>
                  <a:gd name="T17" fmla="*/ 0 h 351"/>
                  <a:gd name="T18" fmla="*/ 0 w 567"/>
                  <a:gd name="T19" fmla="*/ 0 h 351"/>
                  <a:gd name="T20" fmla="*/ 0 w 567"/>
                  <a:gd name="T21" fmla="*/ 0 h 351"/>
                  <a:gd name="T22" fmla="*/ 0 w 567"/>
                  <a:gd name="T23" fmla="*/ 0 h 351"/>
                  <a:gd name="T24" fmla="*/ 0 w 567"/>
                  <a:gd name="T25" fmla="*/ 0 h 351"/>
                  <a:gd name="T26" fmla="*/ 0 w 567"/>
                  <a:gd name="T27" fmla="*/ 0 h 351"/>
                  <a:gd name="T28" fmla="*/ 0 w 567"/>
                  <a:gd name="T29" fmla="*/ 0 h 3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67"/>
                  <a:gd name="T46" fmla="*/ 0 h 351"/>
                  <a:gd name="T47" fmla="*/ 567 w 567"/>
                  <a:gd name="T48" fmla="*/ 351 h 3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67" h="351">
                    <a:moveTo>
                      <a:pt x="129" y="0"/>
                    </a:moveTo>
                    <a:lnTo>
                      <a:pt x="198" y="72"/>
                    </a:lnTo>
                    <a:lnTo>
                      <a:pt x="173" y="162"/>
                    </a:lnTo>
                    <a:lnTo>
                      <a:pt x="237" y="114"/>
                    </a:lnTo>
                    <a:lnTo>
                      <a:pt x="261" y="251"/>
                    </a:lnTo>
                    <a:lnTo>
                      <a:pt x="355" y="169"/>
                    </a:lnTo>
                    <a:lnTo>
                      <a:pt x="426" y="219"/>
                    </a:lnTo>
                    <a:lnTo>
                      <a:pt x="375" y="268"/>
                    </a:lnTo>
                    <a:lnTo>
                      <a:pt x="417" y="327"/>
                    </a:lnTo>
                    <a:lnTo>
                      <a:pt x="507" y="309"/>
                    </a:lnTo>
                    <a:lnTo>
                      <a:pt x="567" y="351"/>
                    </a:lnTo>
                    <a:lnTo>
                      <a:pt x="204" y="351"/>
                    </a:lnTo>
                    <a:lnTo>
                      <a:pt x="0" y="196"/>
                    </a:lnTo>
                    <a:lnTo>
                      <a:pt x="23" y="3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8" name="Freeform 35">
                <a:extLst>
                  <a:ext uri="{FF2B5EF4-FFF2-40B4-BE49-F238E27FC236}">
                    <a16:creationId xmlns:a16="http://schemas.microsoft.com/office/drawing/2014/main" id="{7FA267F4-C14B-4342-B9F9-3BB5A467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65"/>
                <a:ext cx="20" cy="25"/>
              </a:xfrm>
              <a:custGeom>
                <a:avLst/>
                <a:gdLst>
                  <a:gd name="T0" fmla="*/ 0 w 156"/>
                  <a:gd name="T1" fmla="*/ 0 h 200"/>
                  <a:gd name="T2" fmla="*/ 0 w 156"/>
                  <a:gd name="T3" fmla="*/ 0 h 200"/>
                  <a:gd name="T4" fmla="*/ 0 w 156"/>
                  <a:gd name="T5" fmla="*/ 0 h 200"/>
                  <a:gd name="T6" fmla="*/ 0 w 156"/>
                  <a:gd name="T7" fmla="*/ 0 h 200"/>
                  <a:gd name="T8" fmla="*/ 0 w 156"/>
                  <a:gd name="T9" fmla="*/ 0 h 200"/>
                  <a:gd name="T10" fmla="*/ 0 w 156"/>
                  <a:gd name="T11" fmla="*/ 0 h 200"/>
                  <a:gd name="T12" fmla="*/ 0 w 156"/>
                  <a:gd name="T13" fmla="*/ 0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6"/>
                  <a:gd name="T22" fmla="*/ 0 h 200"/>
                  <a:gd name="T23" fmla="*/ 156 w 156"/>
                  <a:gd name="T24" fmla="*/ 200 h 2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6" h="200">
                    <a:moveTo>
                      <a:pt x="0" y="79"/>
                    </a:moveTo>
                    <a:lnTo>
                      <a:pt x="81" y="79"/>
                    </a:lnTo>
                    <a:lnTo>
                      <a:pt x="74" y="137"/>
                    </a:lnTo>
                    <a:lnTo>
                      <a:pt x="18" y="128"/>
                    </a:lnTo>
                    <a:lnTo>
                      <a:pt x="127" y="200"/>
                    </a:lnTo>
                    <a:lnTo>
                      <a:pt x="156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499" name="Freeform 36">
                <a:extLst>
                  <a:ext uri="{FF2B5EF4-FFF2-40B4-BE49-F238E27FC236}">
                    <a16:creationId xmlns:a16="http://schemas.microsoft.com/office/drawing/2014/main" id="{1E7601BC-3231-2847-852D-038FB58CB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30"/>
                <a:ext cx="121" cy="78"/>
              </a:xfrm>
              <a:custGeom>
                <a:avLst/>
                <a:gdLst>
                  <a:gd name="T0" fmla="*/ 0 w 966"/>
                  <a:gd name="T1" fmla="*/ 0 h 621"/>
                  <a:gd name="T2" fmla="*/ 0 w 966"/>
                  <a:gd name="T3" fmla="*/ 0 h 621"/>
                  <a:gd name="T4" fmla="*/ 0 w 966"/>
                  <a:gd name="T5" fmla="*/ 0 h 621"/>
                  <a:gd name="T6" fmla="*/ 0 w 966"/>
                  <a:gd name="T7" fmla="*/ 0 h 621"/>
                  <a:gd name="T8" fmla="*/ 0 w 966"/>
                  <a:gd name="T9" fmla="*/ 0 h 621"/>
                  <a:gd name="T10" fmla="*/ 0 w 966"/>
                  <a:gd name="T11" fmla="*/ 0 h 621"/>
                  <a:gd name="T12" fmla="*/ 0 w 966"/>
                  <a:gd name="T13" fmla="*/ 0 h 621"/>
                  <a:gd name="T14" fmla="*/ 0 w 966"/>
                  <a:gd name="T15" fmla="*/ 0 h 621"/>
                  <a:gd name="T16" fmla="*/ 0 w 966"/>
                  <a:gd name="T17" fmla="*/ 0 h 621"/>
                  <a:gd name="T18" fmla="*/ 0 w 966"/>
                  <a:gd name="T19" fmla="*/ 0 h 621"/>
                  <a:gd name="T20" fmla="*/ 0 w 966"/>
                  <a:gd name="T21" fmla="*/ 0 h 621"/>
                  <a:gd name="T22" fmla="*/ 0 w 966"/>
                  <a:gd name="T23" fmla="*/ 0 h 621"/>
                  <a:gd name="T24" fmla="*/ 0 w 966"/>
                  <a:gd name="T25" fmla="*/ 0 h 6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66"/>
                  <a:gd name="T40" fmla="*/ 0 h 621"/>
                  <a:gd name="T41" fmla="*/ 966 w 966"/>
                  <a:gd name="T42" fmla="*/ 621 h 6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66" h="621">
                    <a:moveTo>
                      <a:pt x="0" y="237"/>
                    </a:moveTo>
                    <a:lnTo>
                      <a:pt x="70" y="310"/>
                    </a:lnTo>
                    <a:lnTo>
                      <a:pt x="138" y="432"/>
                    </a:lnTo>
                    <a:lnTo>
                      <a:pt x="171" y="545"/>
                    </a:lnTo>
                    <a:lnTo>
                      <a:pt x="303" y="621"/>
                    </a:lnTo>
                    <a:lnTo>
                      <a:pt x="484" y="596"/>
                    </a:lnTo>
                    <a:lnTo>
                      <a:pt x="681" y="561"/>
                    </a:lnTo>
                    <a:lnTo>
                      <a:pt x="966" y="450"/>
                    </a:lnTo>
                    <a:lnTo>
                      <a:pt x="966" y="220"/>
                    </a:lnTo>
                    <a:lnTo>
                      <a:pt x="910" y="81"/>
                    </a:lnTo>
                    <a:lnTo>
                      <a:pt x="562" y="0"/>
                    </a:lnTo>
                    <a:lnTo>
                      <a:pt x="244" y="160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0" name="Freeform 37">
                <a:extLst>
                  <a:ext uri="{FF2B5EF4-FFF2-40B4-BE49-F238E27FC236}">
                    <a16:creationId xmlns:a16="http://schemas.microsoft.com/office/drawing/2014/main" id="{AAF1A7F3-2DEA-6C41-A94B-CED4640C7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719"/>
                <a:ext cx="16" cy="14"/>
              </a:xfrm>
              <a:custGeom>
                <a:avLst/>
                <a:gdLst>
                  <a:gd name="T0" fmla="*/ 0 w 125"/>
                  <a:gd name="T1" fmla="*/ 0 h 113"/>
                  <a:gd name="T2" fmla="*/ 0 w 125"/>
                  <a:gd name="T3" fmla="*/ 0 h 113"/>
                  <a:gd name="T4" fmla="*/ 0 w 125"/>
                  <a:gd name="T5" fmla="*/ 0 h 113"/>
                  <a:gd name="T6" fmla="*/ 0 w 125"/>
                  <a:gd name="T7" fmla="*/ 0 h 113"/>
                  <a:gd name="T8" fmla="*/ 0 w 125"/>
                  <a:gd name="T9" fmla="*/ 0 h 113"/>
                  <a:gd name="T10" fmla="*/ 0 w 125"/>
                  <a:gd name="T11" fmla="*/ 0 h 113"/>
                  <a:gd name="T12" fmla="*/ 0 w 125"/>
                  <a:gd name="T13" fmla="*/ 0 h 113"/>
                  <a:gd name="T14" fmla="*/ 0 w 125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113"/>
                  <a:gd name="T26" fmla="*/ 125 w 125"/>
                  <a:gd name="T27" fmla="*/ 113 h 1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113">
                    <a:moveTo>
                      <a:pt x="90" y="0"/>
                    </a:moveTo>
                    <a:lnTo>
                      <a:pt x="33" y="14"/>
                    </a:lnTo>
                    <a:lnTo>
                      <a:pt x="0" y="69"/>
                    </a:lnTo>
                    <a:lnTo>
                      <a:pt x="42" y="113"/>
                    </a:lnTo>
                    <a:lnTo>
                      <a:pt x="99" y="113"/>
                    </a:lnTo>
                    <a:lnTo>
                      <a:pt x="125" y="78"/>
                    </a:lnTo>
                    <a:lnTo>
                      <a:pt x="125" y="3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1" name="Freeform 38">
                <a:extLst>
                  <a:ext uri="{FF2B5EF4-FFF2-40B4-BE49-F238E27FC236}">
                    <a16:creationId xmlns:a16="http://schemas.microsoft.com/office/drawing/2014/main" id="{17DDAFDA-4FB6-8A4B-84B1-3310CBA8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807"/>
                <a:ext cx="11" cy="11"/>
              </a:xfrm>
              <a:custGeom>
                <a:avLst/>
                <a:gdLst>
                  <a:gd name="T0" fmla="*/ 0 w 88"/>
                  <a:gd name="T1" fmla="*/ 0 h 94"/>
                  <a:gd name="T2" fmla="*/ 0 w 88"/>
                  <a:gd name="T3" fmla="*/ 0 h 94"/>
                  <a:gd name="T4" fmla="*/ 0 w 88"/>
                  <a:gd name="T5" fmla="*/ 0 h 94"/>
                  <a:gd name="T6" fmla="*/ 0 w 88"/>
                  <a:gd name="T7" fmla="*/ 0 h 94"/>
                  <a:gd name="T8" fmla="*/ 0 w 88"/>
                  <a:gd name="T9" fmla="*/ 0 h 94"/>
                  <a:gd name="T10" fmla="*/ 0 w 88"/>
                  <a:gd name="T11" fmla="*/ 0 h 94"/>
                  <a:gd name="T12" fmla="*/ 0 w 88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8"/>
                  <a:gd name="T22" fmla="*/ 0 h 94"/>
                  <a:gd name="T23" fmla="*/ 88 w 88"/>
                  <a:gd name="T24" fmla="*/ 94 h 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8" h="94">
                    <a:moveTo>
                      <a:pt x="82" y="21"/>
                    </a:moveTo>
                    <a:lnTo>
                      <a:pt x="55" y="0"/>
                    </a:lnTo>
                    <a:lnTo>
                      <a:pt x="7" y="12"/>
                    </a:lnTo>
                    <a:lnTo>
                      <a:pt x="0" y="69"/>
                    </a:lnTo>
                    <a:lnTo>
                      <a:pt x="42" y="94"/>
                    </a:lnTo>
                    <a:lnTo>
                      <a:pt x="88" y="69"/>
                    </a:lnTo>
                    <a:lnTo>
                      <a:pt x="82" y="21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2" name="Freeform 39">
                <a:extLst>
                  <a:ext uri="{FF2B5EF4-FFF2-40B4-BE49-F238E27FC236}">
                    <a16:creationId xmlns:a16="http://schemas.microsoft.com/office/drawing/2014/main" id="{D49AFAE2-6E6B-A84A-9975-23CD2C45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462"/>
                <a:ext cx="144" cy="251"/>
              </a:xfrm>
              <a:custGeom>
                <a:avLst/>
                <a:gdLst>
                  <a:gd name="T0" fmla="*/ 0 w 1157"/>
                  <a:gd name="T1" fmla="*/ 0 h 2007"/>
                  <a:gd name="T2" fmla="*/ 0 w 1157"/>
                  <a:gd name="T3" fmla="*/ 0 h 2007"/>
                  <a:gd name="T4" fmla="*/ 0 w 1157"/>
                  <a:gd name="T5" fmla="*/ 0 h 2007"/>
                  <a:gd name="T6" fmla="*/ 0 w 1157"/>
                  <a:gd name="T7" fmla="*/ 0 h 2007"/>
                  <a:gd name="T8" fmla="*/ 0 w 1157"/>
                  <a:gd name="T9" fmla="*/ 0 h 2007"/>
                  <a:gd name="T10" fmla="*/ 0 w 1157"/>
                  <a:gd name="T11" fmla="*/ 0 h 2007"/>
                  <a:gd name="T12" fmla="*/ 0 w 1157"/>
                  <a:gd name="T13" fmla="*/ 0 h 2007"/>
                  <a:gd name="T14" fmla="*/ 0 w 1157"/>
                  <a:gd name="T15" fmla="*/ 0 h 2007"/>
                  <a:gd name="T16" fmla="*/ 0 w 1157"/>
                  <a:gd name="T17" fmla="*/ 0 h 2007"/>
                  <a:gd name="T18" fmla="*/ 0 w 1157"/>
                  <a:gd name="T19" fmla="*/ 0 h 2007"/>
                  <a:gd name="T20" fmla="*/ 0 w 1157"/>
                  <a:gd name="T21" fmla="*/ 0 h 2007"/>
                  <a:gd name="T22" fmla="*/ 0 w 1157"/>
                  <a:gd name="T23" fmla="*/ 0 h 2007"/>
                  <a:gd name="T24" fmla="*/ 0 w 1157"/>
                  <a:gd name="T25" fmla="*/ 0 h 2007"/>
                  <a:gd name="T26" fmla="*/ 0 w 1157"/>
                  <a:gd name="T27" fmla="*/ 0 h 2007"/>
                  <a:gd name="T28" fmla="*/ 0 w 1157"/>
                  <a:gd name="T29" fmla="*/ 0 h 2007"/>
                  <a:gd name="T30" fmla="*/ 0 w 1157"/>
                  <a:gd name="T31" fmla="*/ 0 h 2007"/>
                  <a:gd name="T32" fmla="*/ 0 w 1157"/>
                  <a:gd name="T33" fmla="*/ 0 h 2007"/>
                  <a:gd name="T34" fmla="*/ 0 w 1157"/>
                  <a:gd name="T35" fmla="*/ 0 h 2007"/>
                  <a:gd name="T36" fmla="*/ 0 w 1157"/>
                  <a:gd name="T37" fmla="*/ 0 h 2007"/>
                  <a:gd name="T38" fmla="*/ 0 w 1157"/>
                  <a:gd name="T39" fmla="*/ 0 h 2007"/>
                  <a:gd name="T40" fmla="*/ 0 w 1157"/>
                  <a:gd name="T41" fmla="*/ 0 h 2007"/>
                  <a:gd name="T42" fmla="*/ 0 w 1157"/>
                  <a:gd name="T43" fmla="*/ 0 h 2007"/>
                  <a:gd name="T44" fmla="*/ 0 w 1157"/>
                  <a:gd name="T45" fmla="*/ 0 h 2007"/>
                  <a:gd name="T46" fmla="*/ 0 w 1157"/>
                  <a:gd name="T47" fmla="*/ 0 h 2007"/>
                  <a:gd name="T48" fmla="*/ 0 w 1157"/>
                  <a:gd name="T49" fmla="*/ 0 h 2007"/>
                  <a:gd name="T50" fmla="*/ 0 w 1157"/>
                  <a:gd name="T51" fmla="*/ 0 h 200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57"/>
                  <a:gd name="T79" fmla="*/ 0 h 2007"/>
                  <a:gd name="T80" fmla="*/ 1157 w 1157"/>
                  <a:gd name="T81" fmla="*/ 2007 h 200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57" h="2007">
                    <a:moveTo>
                      <a:pt x="35" y="1688"/>
                    </a:moveTo>
                    <a:lnTo>
                      <a:pt x="95" y="1780"/>
                    </a:lnTo>
                    <a:lnTo>
                      <a:pt x="251" y="1881"/>
                    </a:lnTo>
                    <a:lnTo>
                      <a:pt x="411" y="1937"/>
                    </a:lnTo>
                    <a:lnTo>
                      <a:pt x="596" y="1976"/>
                    </a:lnTo>
                    <a:lnTo>
                      <a:pt x="789" y="2007"/>
                    </a:lnTo>
                    <a:lnTo>
                      <a:pt x="895" y="1971"/>
                    </a:lnTo>
                    <a:lnTo>
                      <a:pt x="945" y="1911"/>
                    </a:lnTo>
                    <a:lnTo>
                      <a:pt x="956" y="1766"/>
                    </a:lnTo>
                    <a:lnTo>
                      <a:pt x="915" y="1577"/>
                    </a:lnTo>
                    <a:lnTo>
                      <a:pt x="875" y="1422"/>
                    </a:lnTo>
                    <a:lnTo>
                      <a:pt x="961" y="1317"/>
                    </a:lnTo>
                    <a:lnTo>
                      <a:pt x="1055" y="1143"/>
                    </a:lnTo>
                    <a:lnTo>
                      <a:pt x="1093" y="1009"/>
                    </a:lnTo>
                    <a:lnTo>
                      <a:pt x="1148" y="772"/>
                    </a:lnTo>
                    <a:lnTo>
                      <a:pt x="1157" y="648"/>
                    </a:lnTo>
                    <a:lnTo>
                      <a:pt x="1157" y="480"/>
                    </a:lnTo>
                    <a:lnTo>
                      <a:pt x="1125" y="231"/>
                    </a:lnTo>
                    <a:lnTo>
                      <a:pt x="994" y="14"/>
                    </a:lnTo>
                    <a:lnTo>
                      <a:pt x="411" y="0"/>
                    </a:lnTo>
                    <a:lnTo>
                      <a:pt x="129" y="378"/>
                    </a:lnTo>
                    <a:lnTo>
                      <a:pt x="0" y="576"/>
                    </a:lnTo>
                    <a:lnTo>
                      <a:pt x="5" y="733"/>
                    </a:lnTo>
                    <a:lnTo>
                      <a:pt x="69" y="1056"/>
                    </a:lnTo>
                    <a:lnTo>
                      <a:pt x="23" y="1568"/>
                    </a:lnTo>
                    <a:lnTo>
                      <a:pt x="35" y="168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3" name="Freeform 40">
                <a:extLst>
                  <a:ext uri="{FF2B5EF4-FFF2-40B4-BE49-F238E27FC236}">
                    <a16:creationId xmlns:a16="http://schemas.microsoft.com/office/drawing/2014/main" id="{4E4FE466-087B-EA4B-A1F5-8F1D8311C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569"/>
                <a:ext cx="16" cy="29"/>
              </a:xfrm>
              <a:custGeom>
                <a:avLst/>
                <a:gdLst>
                  <a:gd name="T0" fmla="*/ 0 w 129"/>
                  <a:gd name="T1" fmla="*/ 0 h 233"/>
                  <a:gd name="T2" fmla="*/ 0 w 129"/>
                  <a:gd name="T3" fmla="*/ 0 h 233"/>
                  <a:gd name="T4" fmla="*/ 0 w 129"/>
                  <a:gd name="T5" fmla="*/ 0 h 233"/>
                  <a:gd name="T6" fmla="*/ 0 w 129"/>
                  <a:gd name="T7" fmla="*/ 0 h 233"/>
                  <a:gd name="T8" fmla="*/ 0 w 129"/>
                  <a:gd name="T9" fmla="*/ 0 h 233"/>
                  <a:gd name="T10" fmla="*/ 0 w 129"/>
                  <a:gd name="T11" fmla="*/ 0 h 233"/>
                  <a:gd name="T12" fmla="*/ 0 w 129"/>
                  <a:gd name="T13" fmla="*/ 0 h 233"/>
                  <a:gd name="T14" fmla="*/ 0 w 129"/>
                  <a:gd name="T15" fmla="*/ 0 h 233"/>
                  <a:gd name="T16" fmla="*/ 0 w 129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9"/>
                  <a:gd name="T28" fmla="*/ 0 h 233"/>
                  <a:gd name="T29" fmla="*/ 129 w 129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9" h="233">
                    <a:moveTo>
                      <a:pt x="33" y="12"/>
                    </a:moveTo>
                    <a:lnTo>
                      <a:pt x="67" y="0"/>
                    </a:lnTo>
                    <a:lnTo>
                      <a:pt x="101" y="25"/>
                    </a:lnTo>
                    <a:lnTo>
                      <a:pt x="129" y="79"/>
                    </a:lnTo>
                    <a:lnTo>
                      <a:pt x="123" y="194"/>
                    </a:lnTo>
                    <a:lnTo>
                      <a:pt x="81" y="233"/>
                    </a:lnTo>
                    <a:lnTo>
                      <a:pt x="0" y="194"/>
                    </a:lnTo>
                    <a:lnTo>
                      <a:pt x="0" y="95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4" name="Freeform 41">
                <a:extLst>
                  <a:ext uri="{FF2B5EF4-FFF2-40B4-BE49-F238E27FC236}">
                    <a16:creationId xmlns:a16="http://schemas.microsoft.com/office/drawing/2014/main" id="{CA045D06-5244-B945-88E9-D44215E1E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7"/>
                <a:ext cx="5" cy="15"/>
              </a:xfrm>
              <a:custGeom>
                <a:avLst/>
                <a:gdLst>
                  <a:gd name="T0" fmla="*/ 0 w 44"/>
                  <a:gd name="T1" fmla="*/ 0 h 123"/>
                  <a:gd name="T2" fmla="*/ 0 w 44"/>
                  <a:gd name="T3" fmla="*/ 0 h 123"/>
                  <a:gd name="T4" fmla="*/ 0 w 44"/>
                  <a:gd name="T5" fmla="*/ 0 h 123"/>
                  <a:gd name="T6" fmla="*/ 0 w 44"/>
                  <a:gd name="T7" fmla="*/ 0 h 123"/>
                  <a:gd name="T8" fmla="*/ 0 w 44"/>
                  <a:gd name="T9" fmla="*/ 0 h 123"/>
                  <a:gd name="T10" fmla="*/ 0 w 44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23"/>
                  <a:gd name="T20" fmla="*/ 44 w 44"/>
                  <a:gd name="T21" fmla="*/ 123 h 1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23">
                    <a:moveTo>
                      <a:pt x="24" y="0"/>
                    </a:moveTo>
                    <a:lnTo>
                      <a:pt x="0" y="123"/>
                    </a:lnTo>
                    <a:lnTo>
                      <a:pt x="28" y="121"/>
                    </a:lnTo>
                    <a:lnTo>
                      <a:pt x="44" y="88"/>
                    </a:lnTo>
                    <a:lnTo>
                      <a:pt x="39" y="4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5" name="Freeform 42">
                <a:extLst>
                  <a:ext uri="{FF2B5EF4-FFF2-40B4-BE49-F238E27FC236}">
                    <a16:creationId xmlns:a16="http://schemas.microsoft.com/office/drawing/2014/main" id="{F128E410-2F32-8645-9318-17E70496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681"/>
                <a:ext cx="654" cy="484"/>
              </a:xfrm>
              <a:custGeom>
                <a:avLst/>
                <a:gdLst>
                  <a:gd name="T0" fmla="*/ 0 w 5233"/>
                  <a:gd name="T1" fmla="*/ 0 h 3878"/>
                  <a:gd name="T2" fmla="*/ 0 w 5233"/>
                  <a:gd name="T3" fmla="*/ 0 h 3878"/>
                  <a:gd name="T4" fmla="*/ 0 w 5233"/>
                  <a:gd name="T5" fmla="*/ 0 h 3878"/>
                  <a:gd name="T6" fmla="*/ 0 w 5233"/>
                  <a:gd name="T7" fmla="*/ 0 h 3878"/>
                  <a:gd name="T8" fmla="*/ 0 w 5233"/>
                  <a:gd name="T9" fmla="*/ 0 h 3878"/>
                  <a:gd name="T10" fmla="*/ 0 w 5233"/>
                  <a:gd name="T11" fmla="*/ 0 h 3878"/>
                  <a:gd name="T12" fmla="*/ 0 w 5233"/>
                  <a:gd name="T13" fmla="*/ 0 h 3878"/>
                  <a:gd name="T14" fmla="*/ 0 w 5233"/>
                  <a:gd name="T15" fmla="*/ 0 h 3878"/>
                  <a:gd name="T16" fmla="*/ 0 w 5233"/>
                  <a:gd name="T17" fmla="*/ 0 h 3878"/>
                  <a:gd name="T18" fmla="*/ 0 w 5233"/>
                  <a:gd name="T19" fmla="*/ 0 h 3878"/>
                  <a:gd name="T20" fmla="*/ 0 w 5233"/>
                  <a:gd name="T21" fmla="*/ 0 h 3878"/>
                  <a:gd name="T22" fmla="*/ 0 w 5233"/>
                  <a:gd name="T23" fmla="*/ 0 h 3878"/>
                  <a:gd name="T24" fmla="*/ 0 w 5233"/>
                  <a:gd name="T25" fmla="*/ 0 h 3878"/>
                  <a:gd name="T26" fmla="*/ 0 w 5233"/>
                  <a:gd name="T27" fmla="*/ 0 h 3878"/>
                  <a:gd name="T28" fmla="*/ 0 w 5233"/>
                  <a:gd name="T29" fmla="*/ 0 h 3878"/>
                  <a:gd name="T30" fmla="*/ 0 w 5233"/>
                  <a:gd name="T31" fmla="*/ 0 h 3878"/>
                  <a:gd name="T32" fmla="*/ 0 w 5233"/>
                  <a:gd name="T33" fmla="*/ 0 h 3878"/>
                  <a:gd name="T34" fmla="*/ 0 w 5233"/>
                  <a:gd name="T35" fmla="*/ 0 h 3878"/>
                  <a:gd name="T36" fmla="*/ 0 w 5233"/>
                  <a:gd name="T37" fmla="*/ 0 h 3878"/>
                  <a:gd name="T38" fmla="*/ 0 w 5233"/>
                  <a:gd name="T39" fmla="*/ 0 h 3878"/>
                  <a:gd name="T40" fmla="*/ 0 w 5233"/>
                  <a:gd name="T41" fmla="*/ 0 h 3878"/>
                  <a:gd name="T42" fmla="*/ 0 w 5233"/>
                  <a:gd name="T43" fmla="*/ 0 h 3878"/>
                  <a:gd name="T44" fmla="*/ 0 w 5233"/>
                  <a:gd name="T45" fmla="*/ 0 h 3878"/>
                  <a:gd name="T46" fmla="*/ 0 w 5233"/>
                  <a:gd name="T47" fmla="*/ 0 h 3878"/>
                  <a:gd name="T48" fmla="*/ 0 w 5233"/>
                  <a:gd name="T49" fmla="*/ 0 h 3878"/>
                  <a:gd name="T50" fmla="*/ 0 w 5233"/>
                  <a:gd name="T51" fmla="*/ 0 h 3878"/>
                  <a:gd name="T52" fmla="*/ 0 w 5233"/>
                  <a:gd name="T53" fmla="*/ 0 h 3878"/>
                  <a:gd name="T54" fmla="*/ 0 w 5233"/>
                  <a:gd name="T55" fmla="*/ 0 h 3878"/>
                  <a:gd name="T56" fmla="*/ 0 w 5233"/>
                  <a:gd name="T57" fmla="*/ 0 h 3878"/>
                  <a:gd name="T58" fmla="*/ 0 w 5233"/>
                  <a:gd name="T59" fmla="*/ 0 h 3878"/>
                  <a:gd name="T60" fmla="*/ 0 w 5233"/>
                  <a:gd name="T61" fmla="*/ 0 h 3878"/>
                  <a:gd name="T62" fmla="*/ 0 w 5233"/>
                  <a:gd name="T63" fmla="*/ 0 h 3878"/>
                  <a:gd name="T64" fmla="*/ 0 w 5233"/>
                  <a:gd name="T65" fmla="*/ 0 h 3878"/>
                  <a:gd name="T66" fmla="*/ 0 w 5233"/>
                  <a:gd name="T67" fmla="*/ 0 h 3878"/>
                  <a:gd name="T68" fmla="*/ 0 w 5233"/>
                  <a:gd name="T69" fmla="*/ 0 h 3878"/>
                  <a:gd name="T70" fmla="*/ 0 w 5233"/>
                  <a:gd name="T71" fmla="*/ 0 h 3878"/>
                  <a:gd name="T72" fmla="*/ 0 w 5233"/>
                  <a:gd name="T73" fmla="*/ 0 h 3878"/>
                  <a:gd name="T74" fmla="*/ 0 w 5233"/>
                  <a:gd name="T75" fmla="*/ 0 h 38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233"/>
                  <a:gd name="T115" fmla="*/ 0 h 3878"/>
                  <a:gd name="T116" fmla="*/ 5233 w 5233"/>
                  <a:gd name="T117" fmla="*/ 3878 h 38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233" h="3878">
                    <a:moveTo>
                      <a:pt x="4452" y="3024"/>
                    </a:moveTo>
                    <a:lnTo>
                      <a:pt x="4030" y="2787"/>
                    </a:lnTo>
                    <a:lnTo>
                      <a:pt x="3672" y="2893"/>
                    </a:lnTo>
                    <a:lnTo>
                      <a:pt x="3525" y="2812"/>
                    </a:lnTo>
                    <a:lnTo>
                      <a:pt x="3052" y="2393"/>
                    </a:lnTo>
                    <a:lnTo>
                      <a:pt x="2947" y="3010"/>
                    </a:lnTo>
                    <a:lnTo>
                      <a:pt x="3131" y="3089"/>
                    </a:lnTo>
                    <a:lnTo>
                      <a:pt x="3356" y="2999"/>
                    </a:lnTo>
                    <a:lnTo>
                      <a:pt x="3608" y="3076"/>
                    </a:lnTo>
                    <a:lnTo>
                      <a:pt x="3790" y="3063"/>
                    </a:lnTo>
                    <a:lnTo>
                      <a:pt x="4318" y="3052"/>
                    </a:lnTo>
                    <a:lnTo>
                      <a:pt x="4468" y="3234"/>
                    </a:lnTo>
                    <a:lnTo>
                      <a:pt x="4410" y="3612"/>
                    </a:lnTo>
                    <a:lnTo>
                      <a:pt x="4336" y="3681"/>
                    </a:lnTo>
                    <a:lnTo>
                      <a:pt x="3845" y="3681"/>
                    </a:lnTo>
                    <a:lnTo>
                      <a:pt x="1901" y="3878"/>
                    </a:lnTo>
                    <a:lnTo>
                      <a:pt x="11" y="3654"/>
                    </a:lnTo>
                    <a:lnTo>
                      <a:pt x="0" y="1987"/>
                    </a:lnTo>
                    <a:lnTo>
                      <a:pt x="103" y="1510"/>
                    </a:lnTo>
                    <a:lnTo>
                      <a:pt x="304" y="1037"/>
                    </a:lnTo>
                    <a:lnTo>
                      <a:pt x="408" y="892"/>
                    </a:lnTo>
                    <a:lnTo>
                      <a:pt x="685" y="590"/>
                    </a:lnTo>
                    <a:lnTo>
                      <a:pt x="975" y="394"/>
                    </a:lnTo>
                    <a:lnTo>
                      <a:pt x="1213" y="248"/>
                    </a:lnTo>
                    <a:lnTo>
                      <a:pt x="1466" y="145"/>
                    </a:lnTo>
                    <a:lnTo>
                      <a:pt x="1572" y="0"/>
                    </a:lnTo>
                    <a:lnTo>
                      <a:pt x="2604" y="343"/>
                    </a:lnTo>
                    <a:lnTo>
                      <a:pt x="2747" y="514"/>
                    </a:lnTo>
                    <a:lnTo>
                      <a:pt x="2947" y="643"/>
                    </a:lnTo>
                    <a:lnTo>
                      <a:pt x="3172" y="828"/>
                    </a:lnTo>
                    <a:lnTo>
                      <a:pt x="3474" y="1210"/>
                    </a:lnTo>
                    <a:lnTo>
                      <a:pt x="4307" y="1995"/>
                    </a:lnTo>
                    <a:lnTo>
                      <a:pt x="4491" y="2079"/>
                    </a:lnTo>
                    <a:lnTo>
                      <a:pt x="4544" y="2236"/>
                    </a:lnTo>
                    <a:lnTo>
                      <a:pt x="4956" y="2340"/>
                    </a:lnTo>
                    <a:lnTo>
                      <a:pt x="5140" y="2551"/>
                    </a:lnTo>
                    <a:lnTo>
                      <a:pt x="5233" y="2812"/>
                    </a:lnTo>
                    <a:lnTo>
                      <a:pt x="4452" y="3024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6" name="Freeform 43">
                <a:extLst>
                  <a:ext uri="{FF2B5EF4-FFF2-40B4-BE49-F238E27FC236}">
                    <a16:creationId xmlns:a16="http://schemas.microsoft.com/office/drawing/2014/main" id="{9D25450D-61FD-F645-A205-DB6ECE1B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950"/>
                <a:ext cx="101" cy="159"/>
              </a:xfrm>
              <a:custGeom>
                <a:avLst/>
                <a:gdLst>
                  <a:gd name="T0" fmla="*/ 0 w 803"/>
                  <a:gd name="T1" fmla="*/ 0 h 1268"/>
                  <a:gd name="T2" fmla="*/ 0 w 803"/>
                  <a:gd name="T3" fmla="*/ 0 h 1268"/>
                  <a:gd name="T4" fmla="*/ 0 w 803"/>
                  <a:gd name="T5" fmla="*/ 0 h 1268"/>
                  <a:gd name="T6" fmla="*/ 0 w 803"/>
                  <a:gd name="T7" fmla="*/ 0 h 1268"/>
                  <a:gd name="T8" fmla="*/ 0 w 803"/>
                  <a:gd name="T9" fmla="*/ 0 h 1268"/>
                  <a:gd name="T10" fmla="*/ 0 w 803"/>
                  <a:gd name="T11" fmla="*/ 0 h 1268"/>
                  <a:gd name="T12" fmla="*/ 0 w 803"/>
                  <a:gd name="T13" fmla="*/ 0 h 1268"/>
                  <a:gd name="T14" fmla="*/ 0 w 803"/>
                  <a:gd name="T15" fmla="*/ 0 h 1268"/>
                  <a:gd name="T16" fmla="*/ 0 w 803"/>
                  <a:gd name="T17" fmla="*/ 0 h 1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03"/>
                  <a:gd name="T28" fmla="*/ 0 h 1268"/>
                  <a:gd name="T29" fmla="*/ 803 w 803"/>
                  <a:gd name="T30" fmla="*/ 1268 h 12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03" h="1268">
                    <a:moveTo>
                      <a:pt x="0" y="23"/>
                    </a:moveTo>
                    <a:lnTo>
                      <a:pt x="0" y="44"/>
                    </a:lnTo>
                    <a:lnTo>
                      <a:pt x="12" y="69"/>
                    </a:lnTo>
                    <a:lnTo>
                      <a:pt x="708" y="1183"/>
                    </a:lnTo>
                    <a:lnTo>
                      <a:pt x="803" y="1268"/>
                    </a:lnTo>
                    <a:lnTo>
                      <a:pt x="759" y="1139"/>
                    </a:lnTo>
                    <a:lnTo>
                      <a:pt x="61" y="5"/>
                    </a:lnTo>
                    <a:lnTo>
                      <a:pt x="1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7" name="Freeform 44">
                <a:extLst>
                  <a:ext uri="{FF2B5EF4-FFF2-40B4-BE49-F238E27FC236}">
                    <a16:creationId xmlns:a16="http://schemas.microsoft.com/office/drawing/2014/main" id="{E5F4E96E-CC79-E642-B9CC-110B1DD1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018"/>
                <a:ext cx="151" cy="96"/>
              </a:xfrm>
              <a:custGeom>
                <a:avLst/>
                <a:gdLst>
                  <a:gd name="T0" fmla="*/ 0 w 1202"/>
                  <a:gd name="T1" fmla="*/ 0 h 775"/>
                  <a:gd name="T2" fmla="*/ 0 w 1202"/>
                  <a:gd name="T3" fmla="*/ 0 h 775"/>
                  <a:gd name="T4" fmla="*/ 0 w 1202"/>
                  <a:gd name="T5" fmla="*/ 0 h 775"/>
                  <a:gd name="T6" fmla="*/ 0 w 1202"/>
                  <a:gd name="T7" fmla="*/ 0 h 775"/>
                  <a:gd name="T8" fmla="*/ 0 w 1202"/>
                  <a:gd name="T9" fmla="*/ 0 h 775"/>
                  <a:gd name="T10" fmla="*/ 0 w 1202"/>
                  <a:gd name="T11" fmla="*/ 0 h 775"/>
                  <a:gd name="T12" fmla="*/ 0 w 1202"/>
                  <a:gd name="T13" fmla="*/ 0 h 775"/>
                  <a:gd name="T14" fmla="*/ 0 w 1202"/>
                  <a:gd name="T15" fmla="*/ 0 h 775"/>
                  <a:gd name="T16" fmla="*/ 0 w 1202"/>
                  <a:gd name="T17" fmla="*/ 0 h 775"/>
                  <a:gd name="T18" fmla="*/ 0 w 1202"/>
                  <a:gd name="T19" fmla="*/ 0 h 775"/>
                  <a:gd name="T20" fmla="*/ 0 w 1202"/>
                  <a:gd name="T21" fmla="*/ 0 h 775"/>
                  <a:gd name="T22" fmla="*/ 0 w 1202"/>
                  <a:gd name="T23" fmla="*/ 0 h 775"/>
                  <a:gd name="T24" fmla="*/ 0 w 1202"/>
                  <a:gd name="T25" fmla="*/ 0 h 775"/>
                  <a:gd name="T26" fmla="*/ 0 w 1202"/>
                  <a:gd name="T27" fmla="*/ 0 h 775"/>
                  <a:gd name="T28" fmla="*/ 0 w 1202"/>
                  <a:gd name="T29" fmla="*/ 0 h 775"/>
                  <a:gd name="T30" fmla="*/ 0 w 1202"/>
                  <a:gd name="T31" fmla="*/ 0 h 775"/>
                  <a:gd name="T32" fmla="*/ 0 w 1202"/>
                  <a:gd name="T33" fmla="*/ 0 h 775"/>
                  <a:gd name="T34" fmla="*/ 0 w 1202"/>
                  <a:gd name="T35" fmla="*/ 0 h 775"/>
                  <a:gd name="T36" fmla="*/ 0 w 1202"/>
                  <a:gd name="T37" fmla="*/ 0 h 7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02"/>
                  <a:gd name="T58" fmla="*/ 0 h 775"/>
                  <a:gd name="T59" fmla="*/ 1202 w 1202"/>
                  <a:gd name="T60" fmla="*/ 775 h 77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02" h="775">
                    <a:moveTo>
                      <a:pt x="0" y="289"/>
                    </a:moveTo>
                    <a:lnTo>
                      <a:pt x="63" y="132"/>
                    </a:lnTo>
                    <a:lnTo>
                      <a:pt x="182" y="66"/>
                    </a:lnTo>
                    <a:lnTo>
                      <a:pt x="287" y="81"/>
                    </a:lnTo>
                    <a:lnTo>
                      <a:pt x="487" y="118"/>
                    </a:lnTo>
                    <a:lnTo>
                      <a:pt x="607" y="28"/>
                    </a:lnTo>
                    <a:lnTo>
                      <a:pt x="709" y="0"/>
                    </a:lnTo>
                    <a:lnTo>
                      <a:pt x="1147" y="66"/>
                    </a:lnTo>
                    <a:lnTo>
                      <a:pt x="1188" y="171"/>
                    </a:lnTo>
                    <a:lnTo>
                      <a:pt x="1135" y="199"/>
                    </a:lnTo>
                    <a:lnTo>
                      <a:pt x="793" y="224"/>
                    </a:lnTo>
                    <a:lnTo>
                      <a:pt x="1162" y="382"/>
                    </a:lnTo>
                    <a:lnTo>
                      <a:pt x="1202" y="475"/>
                    </a:lnTo>
                    <a:lnTo>
                      <a:pt x="1174" y="552"/>
                    </a:lnTo>
                    <a:lnTo>
                      <a:pt x="1068" y="630"/>
                    </a:lnTo>
                    <a:lnTo>
                      <a:pt x="1029" y="738"/>
                    </a:lnTo>
                    <a:lnTo>
                      <a:pt x="709" y="775"/>
                    </a:lnTo>
                    <a:lnTo>
                      <a:pt x="130" y="710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8" name="Freeform 45">
                <a:extLst>
                  <a:ext uri="{FF2B5EF4-FFF2-40B4-BE49-F238E27FC236}">
                    <a16:creationId xmlns:a16="http://schemas.microsoft.com/office/drawing/2014/main" id="{C79D1212-5500-6546-B9C3-038757A8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548"/>
                <a:ext cx="205" cy="239"/>
              </a:xfrm>
              <a:custGeom>
                <a:avLst/>
                <a:gdLst>
                  <a:gd name="T0" fmla="*/ 0 w 1639"/>
                  <a:gd name="T1" fmla="*/ 0 h 1907"/>
                  <a:gd name="T2" fmla="*/ 0 w 1639"/>
                  <a:gd name="T3" fmla="*/ 0 h 1907"/>
                  <a:gd name="T4" fmla="*/ 0 w 1639"/>
                  <a:gd name="T5" fmla="*/ 0 h 1907"/>
                  <a:gd name="T6" fmla="*/ 0 w 1639"/>
                  <a:gd name="T7" fmla="*/ 0 h 1907"/>
                  <a:gd name="T8" fmla="*/ 0 w 1639"/>
                  <a:gd name="T9" fmla="*/ 0 h 1907"/>
                  <a:gd name="T10" fmla="*/ 0 w 1639"/>
                  <a:gd name="T11" fmla="*/ 0 h 1907"/>
                  <a:gd name="T12" fmla="*/ 0 w 1639"/>
                  <a:gd name="T13" fmla="*/ 0 h 1907"/>
                  <a:gd name="T14" fmla="*/ 0 w 1639"/>
                  <a:gd name="T15" fmla="*/ 0 h 1907"/>
                  <a:gd name="T16" fmla="*/ 0 w 1639"/>
                  <a:gd name="T17" fmla="*/ 0 h 1907"/>
                  <a:gd name="T18" fmla="*/ 0 w 1639"/>
                  <a:gd name="T19" fmla="*/ 0 h 1907"/>
                  <a:gd name="T20" fmla="*/ 0 w 1639"/>
                  <a:gd name="T21" fmla="*/ 0 h 1907"/>
                  <a:gd name="T22" fmla="*/ 0 w 1639"/>
                  <a:gd name="T23" fmla="*/ 0 h 1907"/>
                  <a:gd name="T24" fmla="*/ 0 w 1639"/>
                  <a:gd name="T25" fmla="*/ 0 h 1907"/>
                  <a:gd name="T26" fmla="*/ 0 w 1639"/>
                  <a:gd name="T27" fmla="*/ 0 h 1907"/>
                  <a:gd name="T28" fmla="*/ 0 w 1639"/>
                  <a:gd name="T29" fmla="*/ 0 h 1907"/>
                  <a:gd name="T30" fmla="*/ 0 w 1639"/>
                  <a:gd name="T31" fmla="*/ 0 h 1907"/>
                  <a:gd name="T32" fmla="*/ 0 w 1639"/>
                  <a:gd name="T33" fmla="*/ 0 h 1907"/>
                  <a:gd name="T34" fmla="*/ 0 w 1639"/>
                  <a:gd name="T35" fmla="*/ 0 h 1907"/>
                  <a:gd name="T36" fmla="*/ 0 w 1639"/>
                  <a:gd name="T37" fmla="*/ 0 h 1907"/>
                  <a:gd name="T38" fmla="*/ 0 w 1639"/>
                  <a:gd name="T39" fmla="*/ 0 h 1907"/>
                  <a:gd name="T40" fmla="*/ 0 w 1639"/>
                  <a:gd name="T41" fmla="*/ 0 h 1907"/>
                  <a:gd name="T42" fmla="*/ 0 w 1639"/>
                  <a:gd name="T43" fmla="*/ 0 h 1907"/>
                  <a:gd name="T44" fmla="*/ 0 w 1639"/>
                  <a:gd name="T45" fmla="*/ 0 h 1907"/>
                  <a:gd name="T46" fmla="*/ 0 w 1639"/>
                  <a:gd name="T47" fmla="*/ 0 h 1907"/>
                  <a:gd name="T48" fmla="*/ 0 w 1639"/>
                  <a:gd name="T49" fmla="*/ 0 h 1907"/>
                  <a:gd name="T50" fmla="*/ 0 w 1639"/>
                  <a:gd name="T51" fmla="*/ 0 h 1907"/>
                  <a:gd name="T52" fmla="*/ 0 w 1639"/>
                  <a:gd name="T53" fmla="*/ 0 h 1907"/>
                  <a:gd name="T54" fmla="*/ 0 w 1639"/>
                  <a:gd name="T55" fmla="*/ 0 h 19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639"/>
                  <a:gd name="T85" fmla="*/ 0 h 1907"/>
                  <a:gd name="T86" fmla="*/ 1639 w 1639"/>
                  <a:gd name="T87" fmla="*/ 1907 h 19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639" h="1907">
                    <a:moveTo>
                      <a:pt x="0" y="538"/>
                    </a:moveTo>
                    <a:lnTo>
                      <a:pt x="53" y="850"/>
                    </a:lnTo>
                    <a:lnTo>
                      <a:pt x="73" y="949"/>
                    </a:lnTo>
                    <a:lnTo>
                      <a:pt x="127" y="1008"/>
                    </a:lnTo>
                    <a:lnTo>
                      <a:pt x="99" y="1109"/>
                    </a:lnTo>
                    <a:lnTo>
                      <a:pt x="154" y="1217"/>
                    </a:lnTo>
                    <a:lnTo>
                      <a:pt x="207" y="1305"/>
                    </a:lnTo>
                    <a:lnTo>
                      <a:pt x="272" y="1409"/>
                    </a:lnTo>
                    <a:lnTo>
                      <a:pt x="495" y="1599"/>
                    </a:lnTo>
                    <a:lnTo>
                      <a:pt x="784" y="1907"/>
                    </a:lnTo>
                    <a:lnTo>
                      <a:pt x="822" y="1859"/>
                    </a:lnTo>
                    <a:lnTo>
                      <a:pt x="881" y="1736"/>
                    </a:lnTo>
                    <a:lnTo>
                      <a:pt x="905" y="1598"/>
                    </a:lnTo>
                    <a:lnTo>
                      <a:pt x="1030" y="1630"/>
                    </a:lnTo>
                    <a:lnTo>
                      <a:pt x="1155" y="1617"/>
                    </a:lnTo>
                    <a:lnTo>
                      <a:pt x="1213" y="1584"/>
                    </a:lnTo>
                    <a:lnTo>
                      <a:pt x="1270" y="1522"/>
                    </a:lnTo>
                    <a:lnTo>
                      <a:pt x="1429" y="1179"/>
                    </a:lnTo>
                    <a:lnTo>
                      <a:pt x="1510" y="1077"/>
                    </a:lnTo>
                    <a:lnTo>
                      <a:pt x="1572" y="905"/>
                    </a:lnTo>
                    <a:lnTo>
                      <a:pt x="1586" y="718"/>
                    </a:lnTo>
                    <a:lnTo>
                      <a:pt x="1618" y="632"/>
                    </a:lnTo>
                    <a:lnTo>
                      <a:pt x="1635" y="575"/>
                    </a:lnTo>
                    <a:lnTo>
                      <a:pt x="1639" y="261"/>
                    </a:lnTo>
                    <a:lnTo>
                      <a:pt x="1609" y="118"/>
                    </a:lnTo>
                    <a:lnTo>
                      <a:pt x="1540" y="0"/>
                    </a:lnTo>
                    <a:lnTo>
                      <a:pt x="207" y="155"/>
                    </a:lnTo>
                    <a:lnTo>
                      <a:pt x="0" y="53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09" name="Freeform 46">
                <a:extLst>
                  <a:ext uri="{FF2B5EF4-FFF2-40B4-BE49-F238E27FC236}">
                    <a16:creationId xmlns:a16="http://schemas.microsoft.com/office/drawing/2014/main" id="{4399962F-909B-0449-938D-7C58E843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797"/>
                <a:ext cx="46" cy="241"/>
              </a:xfrm>
              <a:custGeom>
                <a:avLst/>
                <a:gdLst>
                  <a:gd name="T0" fmla="*/ 0 w 369"/>
                  <a:gd name="T1" fmla="*/ 0 h 1920"/>
                  <a:gd name="T2" fmla="*/ 0 w 369"/>
                  <a:gd name="T3" fmla="*/ 0 h 1920"/>
                  <a:gd name="T4" fmla="*/ 0 w 369"/>
                  <a:gd name="T5" fmla="*/ 0 h 1920"/>
                  <a:gd name="T6" fmla="*/ 0 w 369"/>
                  <a:gd name="T7" fmla="*/ 0 h 1920"/>
                  <a:gd name="T8" fmla="*/ 0 w 369"/>
                  <a:gd name="T9" fmla="*/ 0 h 1920"/>
                  <a:gd name="T10" fmla="*/ 0 w 369"/>
                  <a:gd name="T11" fmla="*/ 0 h 1920"/>
                  <a:gd name="T12" fmla="*/ 0 w 369"/>
                  <a:gd name="T13" fmla="*/ 0 h 1920"/>
                  <a:gd name="T14" fmla="*/ 0 w 369"/>
                  <a:gd name="T15" fmla="*/ 0 h 1920"/>
                  <a:gd name="T16" fmla="*/ 0 w 369"/>
                  <a:gd name="T17" fmla="*/ 0 h 1920"/>
                  <a:gd name="T18" fmla="*/ 0 w 369"/>
                  <a:gd name="T19" fmla="*/ 0 h 1920"/>
                  <a:gd name="T20" fmla="*/ 0 w 369"/>
                  <a:gd name="T21" fmla="*/ 0 h 1920"/>
                  <a:gd name="T22" fmla="*/ 0 w 369"/>
                  <a:gd name="T23" fmla="*/ 0 h 1920"/>
                  <a:gd name="T24" fmla="*/ 0 w 369"/>
                  <a:gd name="T25" fmla="*/ 0 h 1920"/>
                  <a:gd name="T26" fmla="*/ 0 w 369"/>
                  <a:gd name="T27" fmla="*/ 0 h 1920"/>
                  <a:gd name="T28" fmla="*/ 0 w 369"/>
                  <a:gd name="T29" fmla="*/ 0 h 1920"/>
                  <a:gd name="T30" fmla="*/ 0 w 369"/>
                  <a:gd name="T31" fmla="*/ 0 h 1920"/>
                  <a:gd name="T32" fmla="*/ 0 w 369"/>
                  <a:gd name="T33" fmla="*/ 0 h 19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9"/>
                  <a:gd name="T52" fmla="*/ 0 h 1920"/>
                  <a:gd name="T53" fmla="*/ 369 w 369"/>
                  <a:gd name="T54" fmla="*/ 1920 h 19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9" h="1920">
                    <a:moveTo>
                      <a:pt x="92" y="0"/>
                    </a:moveTo>
                    <a:lnTo>
                      <a:pt x="40" y="52"/>
                    </a:lnTo>
                    <a:lnTo>
                      <a:pt x="0" y="142"/>
                    </a:lnTo>
                    <a:lnTo>
                      <a:pt x="27" y="313"/>
                    </a:lnTo>
                    <a:lnTo>
                      <a:pt x="14" y="973"/>
                    </a:lnTo>
                    <a:lnTo>
                      <a:pt x="40" y="1433"/>
                    </a:lnTo>
                    <a:lnTo>
                      <a:pt x="119" y="1920"/>
                    </a:lnTo>
                    <a:lnTo>
                      <a:pt x="200" y="1920"/>
                    </a:lnTo>
                    <a:lnTo>
                      <a:pt x="319" y="1920"/>
                    </a:lnTo>
                    <a:lnTo>
                      <a:pt x="369" y="1841"/>
                    </a:lnTo>
                    <a:lnTo>
                      <a:pt x="263" y="1498"/>
                    </a:lnTo>
                    <a:lnTo>
                      <a:pt x="212" y="1169"/>
                    </a:lnTo>
                    <a:lnTo>
                      <a:pt x="200" y="776"/>
                    </a:lnTo>
                    <a:lnTo>
                      <a:pt x="159" y="313"/>
                    </a:lnTo>
                    <a:lnTo>
                      <a:pt x="185" y="211"/>
                    </a:lnTo>
                    <a:lnTo>
                      <a:pt x="159" y="6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0" name="Freeform 47">
                <a:extLst>
                  <a:ext uri="{FF2B5EF4-FFF2-40B4-BE49-F238E27FC236}">
                    <a16:creationId xmlns:a16="http://schemas.microsoft.com/office/drawing/2014/main" id="{87603757-2F86-8B44-97B2-0DC8559E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487"/>
                <a:ext cx="114" cy="117"/>
              </a:xfrm>
              <a:custGeom>
                <a:avLst/>
                <a:gdLst>
                  <a:gd name="T0" fmla="*/ 0 w 914"/>
                  <a:gd name="T1" fmla="*/ 0 h 936"/>
                  <a:gd name="T2" fmla="*/ 0 w 914"/>
                  <a:gd name="T3" fmla="*/ 0 h 936"/>
                  <a:gd name="T4" fmla="*/ 0 w 914"/>
                  <a:gd name="T5" fmla="*/ 0 h 936"/>
                  <a:gd name="T6" fmla="*/ 0 w 914"/>
                  <a:gd name="T7" fmla="*/ 0 h 936"/>
                  <a:gd name="T8" fmla="*/ 0 w 914"/>
                  <a:gd name="T9" fmla="*/ 0 h 936"/>
                  <a:gd name="T10" fmla="*/ 0 w 914"/>
                  <a:gd name="T11" fmla="*/ 0 h 936"/>
                  <a:gd name="T12" fmla="*/ 0 w 914"/>
                  <a:gd name="T13" fmla="*/ 0 h 936"/>
                  <a:gd name="T14" fmla="*/ 0 w 914"/>
                  <a:gd name="T15" fmla="*/ 0 h 936"/>
                  <a:gd name="T16" fmla="*/ 0 w 914"/>
                  <a:gd name="T17" fmla="*/ 0 h 936"/>
                  <a:gd name="T18" fmla="*/ 0 w 914"/>
                  <a:gd name="T19" fmla="*/ 0 h 936"/>
                  <a:gd name="T20" fmla="*/ 0 w 914"/>
                  <a:gd name="T21" fmla="*/ 0 h 936"/>
                  <a:gd name="T22" fmla="*/ 0 w 914"/>
                  <a:gd name="T23" fmla="*/ 0 h 936"/>
                  <a:gd name="T24" fmla="*/ 0 w 914"/>
                  <a:gd name="T25" fmla="*/ 0 h 936"/>
                  <a:gd name="T26" fmla="*/ 0 w 914"/>
                  <a:gd name="T27" fmla="*/ 0 h 936"/>
                  <a:gd name="T28" fmla="*/ 0 w 914"/>
                  <a:gd name="T29" fmla="*/ 0 h 9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14"/>
                  <a:gd name="T46" fmla="*/ 0 h 936"/>
                  <a:gd name="T47" fmla="*/ 914 w 914"/>
                  <a:gd name="T48" fmla="*/ 936 h 9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14" h="936">
                    <a:moveTo>
                      <a:pt x="635" y="499"/>
                    </a:moveTo>
                    <a:lnTo>
                      <a:pt x="714" y="607"/>
                    </a:lnTo>
                    <a:lnTo>
                      <a:pt x="844" y="936"/>
                    </a:lnTo>
                    <a:lnTo>
                      <a:pt x="899" y="855"/>
                    </a:lnTo>
                    <a:lnTo>
                      <a:pt x="914" y="581"/>
                    </a:lnTo>
                    <a:lnTo>
                      <a:pt x="914" y="510"/>
                    </a:lnTo>
                    <a:lnTo>
                      <a:pt x="859" y="462"/>
                    </a:lnTo>
                    <a:lnTo>
                      <a:pt x="767" y="381"/>
                    </a:lnTo>
                    <a:lnTo>
                      <a:pt x="686" y="224"/>
                    </a:lnTo>
                    <a:lnTo>
                      <a:pt x="541" y="79"/>
                    </a:lnTo>
                    <a:lnTo>
                      <a:pt x="356" y="40"/>
                    </a:lnTo>
                    <a:lnTo>
                      <a:pt x="145" y="0"/>
                    </a:lnTo>
                    <a:lnTo>
                      <a:pt x="0" y="51"/>
                    </a:lnTo>
                    <a:lnTo>
                      <a:pt x="15" y="593"/>
                    </a:lnTo>
                    <a:lnTo>
                      <a:pt x="635" y="49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1" name="Freeform 48">
                <a:extLst>
                  <a:ext uri="{FF2B5EF4-FFF2-40B4-BE49-F238E27FC236}">
                    <a16:creationId xmlns:a16="http://schemas.microsoft.com/office/drawing/2014/main" id="{54E9BDEC-73F3-0C44-8200-AD44925EC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13"/>
                <a:ext cx="31" cy="12"/>
              </a:xfrm>
              <a:custGeom>
                <a:avLst/>
                <a:gdLst>
                  <a:gd name="T0" fmla="*/ 0 w 251"/>
                  <a:gd name="T1" fmla="*/ 0 h 93"/>
                  <a:gd name="T2" fmla="*/ 0 w 251"/>
                  <a:gd name="T3" fmla="*/ 0 h 93"/>
                  <a:gd name="T4" fmla="*/ 0 w 251"/>
                  <a:gd name="T5" fmla="*/ 0 h 93"/>
                  <a:gd name="T6" fmla="*/ 0 w 251"/>
                  <a:gd name="T7" fmla="*/ 0 h 93"/>
                  <a:gd name="T8" fmla="*/ 0 w 251"/>
                  <a:gd name="T9" fmla="*/ 0 h 93"/>
                  <a:gd name="T10" fmla="*/ 0 w 251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93"/>
                  <a:gd name="T20" fmla="*/ 251 w 251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93">
                    <a:moveTo>
                      <a:pt x="0" y="55"/>
                    </a:moveTo>
                    <a:lnTo>
                      <a:pt x="147" y="70"/>
                    </a:lnTo>
                    <a:lnTo>
                      <a:pt x="251" y="93"/>
                    </a:lnTo>
                    <a:lnTo>
                      <a:pt x="196" y="0"/>
                    </a:lnTo>
                    <a:lnTo>
                      <a:pt x="53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2" name="Freeform 49">
                <a:extLst>
                  <a:ext uri="{FF2B5EF4-FFF2-40B4-BE49-F238E27FC236}">
                    <a16:creationId xmlns:a16="http://schemas.microsoft.com/office/drawing/2014/main" id="{2456D7B1-F610-DF48-9691-4012DB96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627"/>
                <a:ext cx="23" cy="14"/>
              </a:xfrm>
              <a:custGeom>
                <a:avLst/>
                <a:gdLst>
                  <a:gd name="T0" fmla="*/ 0 w 183"/>
                  <a:gd name="T1" fmla="*/ 0 h 119"/>
                  <a:gd name="T2" fmla="*/ 0 w 183"/>
                  <a:gd name="T3" fmla="*/ 0 h 119"/>
                  <a:gd name="T4" fmla="*/ 0 w 183"/>
                  <a:gd name="T5" fmla="*/ 0 h 119"/>
                  <a:gd name="T6" fmla="*/ 0 w 183"/>
                  <a:gd name="T7" fmla="*/ 0 h 119"/>
                  <a:gd name="T8" fmla="*/ 0 w 183"/>
                  <a:gd name="T9" fmla="*/ 0 h 119"/>
                  <a:gd name="T10" fmla="*/ 0 w 183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3"/>
                  <a:gd name="T19" fmla="*/ 0 h 119"/>
                  <a:gd name="T20" fmla="*/ 183 w 183"/>
                  <a:gd name="T21" fmla="*/ 119 h 1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3" h="119">
                    <a:moveTo>
                      <a:pt x="0" y="66"/>
                    </a:moveTo>
                    <a:lnTo>
                      <a:pt x="106" y="119"/>
                    </a:lnTo>
                    <a:lnTo>
                      <a:pt x="183" y="105"/>
                    </a:lnTo>
                    <a:lnTo>
                      <a:pt x="172" y="77"/>
                    </a:lnTo>
                    <a:lnTo>
                      <a:pt x="37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3" name="Freeform 50">
                <a:extLst>
                  <a:ext uri="{FF2B5EF4-FFF2-40B4-BE49-F238E27FC236}">
                    <a16:creationId xmlns:a16="http://schemas.microsoft.com/office/drawing/2014/main" id="{CB48BC75-A808-1544-9A28-9A840BB2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541"/>
                <a:ext cx="28" cy="11"/>
              </a:xfrm>
              <a:custGeom>
                <a:avLst/>
                <a:gdLst>
                  <a:gd name="T0" fmla="*/ 0 w 218"/>
                  <a:gd name="T1" fmla="*/ 0 h 86"/>
                  <a:gd name="T2" fmla="*/ 0 w 218"/>
                  <a:gd name="T3" fmla="*/ 0 h 86"/>
                  <a:gd name="T4" fmla="*/ 0 w 218"/>
                  <a:gd name="T5" fmla="*/ 0 h 86"/>
                  <a:gd name="T6" fmla="*/ 0 w 218"/>
                  <a:gd name="T7" fmla="*/ 0 h 86"/>
                  <a:gd name="T8" fmla="*/ 0 w 218"/>
                  <a:gd name="T9" fmla="*/ 0 h 86"/>
                  <a:gd name="T10" fmla="*/ 0 w 218"/>
                  <a:gd name="T11" fmla="*/ 0 h 86"/>
                  <a:gd name="T12" fmla="*/ 0 w 218"/>
                  <a:gd name="T13" fmla="*/ 0 h 86"/>
                  <a:gd name="T14" fmla="*/ 0 w 218"/>
                  <a:gd name="T15" fmla="*/ 0 h 86"/>
                  <a:gd name="T16" fmla="*/ 0 w 218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8"/>
                  <a:gd name="T28" fmla="*/ 0 h 86"/>
                  <a:gd name="T29" fmla="*/ 218 w 218"/>
                  <a:gd name="T30" fmla="*/ 86 h 8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8" h="86">
                    <a:moveTo>
                      <a:pt x="0" y="14"/>
                    </a:moveTo>
                    <a:lnTo>
                      <a:pt x="62" y="60"/>
                    </a:lnTo>
                    <a:lnTo>
                      <a:pt x="97" y="86"/>
                    </a:lnTo>
                    <a:lnTo>
                      <a:pt x="181" y="86"/>
                    </a:lnTo>
                    <a:lnTo>
                      <a:pt x="218" y="58"/>
                    </a:lnTo>
                    <a:lnTo>
                      <a:pt x="177" y="9"/>
                    </a:lnTo>
                    <a:lnTo>
                      <a:pt x="103" y="0"/>
                    </a:lnTo>
                    <a:lnTo>
                      <a:pt x="2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4" name="Freeform 51">
                <a:extLst>
                  <a:ext uri="{FF2B5EF4-FFF2-40B4-BE49-F238E27FC236}">
                    <a16:creationId xmlns:a16="http://schemas.microsoft.com/office/drawing/2014/main" id="{F23BADB4-A54C-1A4B-A42B-C3789DBD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45"/>
                <a:ext cx="27" cy="10"/>
              </a:xfrm>
              <a:custGeom>
                <a:avLst/>
                <a:gdLst>
                  <a:gd name="T0" fmla="*/ 0 w 216"/>
                  <a:gd name="T1" fmla="*/ 0 h 83"/>
                  <a:gd name="T2" fmla="*/ 0 w 216"/>
                  <a:gd name="T3" fmla="*/ 0 h 83"/>
                  <a:gd name="T4" fmla="*/ 0 w 216"/>
                  <a:gd name="T5" fmla="*/ 0 h 83"/>
                  <a:gd name="T6" fmla="*/ 0 w 216"/>
                  <a:gd name="T7" fmla="*/ 0 h 83"/>
                  <a:gd name="T8" fmla="*/ 0 w 216"/>
                  <a:gd name="T9" fmla="*/ 0 h 83"/>
                  <a:gd name="T10" fmla="*/ 0 w 216"/>
                  <a:gd name="T11" fmla="*/ 0 h 83"/>
                  <a:gd name="T12" fmla="*/ 0 w 216"/>
                  <a:gd name="T13" fmla="*/ 0 h 83"/>
                  <a:gd name="T14" fmla="*/ 0 w 216"/>
                  <a:gd name="T15" fmla="*/ 0 h 83"/>
                  <a:gd name="T16" fmla="*/ 0 w 216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83"/>
                  <a:gd name="T29" fmla="*/ 216 w 216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83">
                    <a:moveTo>
                      <a:pt x="0" y="48"/>
                    </a:moveTo>
                    <a:lnTo>
                      <a:pt x="50" y="7"/>
                    </a:lnTo>
                    <a:lnTo>
                      <a:pt x="130" y="0"/>
                    </a:lnTo>
                    <a:lnTo>
                      <a:pt x="216" y="35"/>
                    </a:lnTo>
                    <a:lnTo>
                      <a:pt x="163" y="66"/>
                    </a:lnTo>
                    <a:lnTo>
                      <a:pt x="121" y="81"/>
                    </a:lnTo>
                    <a:lnTo>
                      <a:pt x="75" y="83"/>
                    </a:lnTo>
                    <a:lnTo>
                      <a:pt x="18" y="62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5" name="Freeform 52">
                <a:extLst>
                  <a:ext uri="{FF2B5EF4-FFF2-40B4-BE49-F238E27FC236}">
                    <a16:creationId xmlns:a16="http://schemas.microsoft.com/office/drawing/2014/main" id="{FE90CEBC-6BA2-6C40-8F2D-3D5D6ECB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606"/>
                <a:ext cx="43" cy="9"/>
              </a:xfrm>
              <a:custGeom>
                <a:avLst/>
                <a:gdLst>
                  <a:gd name="T0" fmla="*/ 0 w 350"/>
                  <a:gd name="T1" fmla="*/ 0 h 67"/>
                  <a:gd name="T2" fmla="*/ 0 w 350"/>
                  <a:gd name="T3" fmla="*/ 0 h 67"/>
                  <a:gd name="T4" fmla="*/ 0 w 350"/>
                  <a:gd name="T5" fmla="*/ 0 h 67"/>
                  <a:gd name="T6" fmla="*/ 0 w 350"/>
                  <a:gd name="T7" fmla="*/ 0 h 67"/>
                  <a:gd name="T8" fmla="*/ 0 w 350"/>
                  <a:gd name="T9" fmla="*/ 0 h 67"/>
                  <a:gd name="T10" fmla="*/ 0 w 350"/>
                  <a:gd name="T11" fmla="*/ 0 h 67"/>
                  <a:gd name="T12" fmla="*/ 0 w 350"/>
                  <a:gd name="T13" fmla="*/ 0 h 67"/>
                  <a:gd name="T14" fmla="*/ 0 w 350"/>
                  <a:gd name="T15" fmla="*/ 0 h 67"/>
                  <a:gd name="T16" fmla="*/ 0 w 350"/>
                  <a:gd name="T17" fmla="*/ 0 h 67"/>
                  <a:gd name="T18" fmla="*/ 0 w 350"/>
                  <a:gd name="T19" fmla="*/ 0 h 67"/>
                  <a:gd name="T20" fmla="*/ 0 w 350"/>
                  <a:gd name="T21" fmla="*/ 0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0"/>
                  <a:gd name="T34" fmla="*/ 0 h 67"/>
                  <a:gd name="T35" fmla="*/ 350 w 350"/>
                  <a:gd name="T36" fmla="*/ 67 h 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0" h="67">
                    <a:moveTo>
                      <a:pt x="0" y="4"/>
                    </a:moveTo>
                    <a:lnTo>
                      <a:pt x="82" y="50"/>
                    </a:lnTo>
                    <a:lnTo>
                      <a:pt x="203" y="67"/>
                    </a:lnTo>
                    <a:lnTo>
                      <a:pt x="260" y="65"/>
                    </a:lnTo>
                    <a:lnTo>
                      <a:pt x="299" y="46"/>
                    </a:lnTo>
                    <a:lnTo>
                      <a:pt x="332" y="21"/>
                    </a:lnTo>
                    <a:lnTo>
                      <a:pt x="350" y="0"/>
                    </a:lnTo>
                    <a:lnTo>
                      <a:pt x="249" y="6"/>
                    </a:lnTo>
                    <a:lnTo>
                      <a:pt x="194" y="14"/>
                    </a:lnTo>
                    <a:lnTo>
                      <a:pt x="108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6" name="Freeform 53">
                <a:extLst>
                  <a:ext uri="{FF2B5EF4-FFF2-40B4-BE49-F238E27FC236}">
                    <a16:creationId xmlns:a16="http://schemas.microsoft.com/office/drawing/2014/main" id="{44F3E072-44B3-F24D-8D49-32721EEFF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642"/>
                <a:ext cx="591" cy="522"/>
              </a:xfrm>
              <a:custGeom>
                <a:avLst/>
                <a:gdLst>
                  <a:gd name="T0" fmla="*/ 0 w 4729"/>
                  <a:gd name="T1" fmla="*/ 0 h 4178"/>
                  <a:gd name="T2" fmla="*/ 0 w 4729"/>
                  <a:gd name="T3" fmla="*/ 0 h 4178"/>
                  <a:gd name="T4" fmla="*/ 0 w 4729"/>
                  <a:gd name="T5" fmla="*/ 0 h 4178"/>
                  <a:gd name="T6" fmla="*/ 0 w 4729"/>
                  <a:gd name="T7" fmla="*/ 0 h 4178"/>
                  <a:gd name="T8" fmla="*/ 0 w 4729"/>
                  <a:gd name="T9" fmla="*/ 0 h 4178"/>
                  <a:gd name="T10" fmla="*/ 0 w 4729"/>
                  <a:gd name="T11" fmla="*/ 0 h 4178"/>
                  <a:gd name="T12" fmla="*/ 0 w 4729"/>
                  <a:gd name="T13" fmla="*/ 0 h 4178"/>
                  <a:gd name="T14" fmla="*/ 0 w 4729"/>
                  <a:gd name="T15" fmla="*/ 0 h 4178"/>
                  <a:gd name="T16" fmla="*/ 0 w 4729"/>
                  <a:gd name="T17" fmla="*/ 0 h 4178"/>
                  <a:gd name="T18" fmla="*/ 0 w 4729"/>
                  <a:gd name="T19" fmla="*/ 0 h 4178"/>
                  <a:gd name="T20" fmla="*/ 0 w 4729"/>
                  <a:gd name="T21" fmla="*/ 0 h 4178"/>
                  <a:gd name="T22" fmla="*/ 0 w 4729"/>
                  <a:gd name="T23" fmla="*/ 0 h 4178"/>
                  <a:gd name="T24" fmla="*/ 0 w 4729"/>
                  <a:gd name="T25" fmla="*/ 0 h 4178"/>
                  <a:gd name="T26" fmla="*/ 0 w 4729"/>
                  <a:gd name="T27" fmla="*/ 0 h 4178"/>
                  <a:gd name="T28" fmla="*/ 0 w 4729"/>
                  <a:gd name="T29" fmla="*/ 0 h 4178"/>
                  <a:gd name="T30" fmla="*/ 0 w 4729"/>
                  <a:gd name="T31" fmla="*/ 0 h 4178"/>
                  <a:gd name="T32" fmla="*/ 0 w 4729"/>
                  <a:gd name="T33" fmla="*/ 0 h 4178"/>
                  <a:gd name="T34" fmla="*/ 0 w 4729"/>
                  <a:gd name="T35" fmla="*/ 0 h 4178"/>
                  <a:gd name="T36" fmla="*/ 0 w 4729"/>
                  <a:gd name="T37" fmla="*/ 0 h 4178"/>
                  <a:gd name="T38" fmla="*/ 0 w 4729"/>
                  <a:gd name="T39" fmla="*/ 0 h 4178"/>
                  <a:gd name="T40" fmla="*/ 0 w 4729"/>
                  <a:gd name="T41" fmla="*/ 0 h 4178"/>
                  <a:gd name="T42" fmla="*/ 0 w 4729"/>
                  <a:gd name="T43" fmla="*/ 0 h 4178"/>
                  <a:gd name="T44" fmla="*/ 0 w 4729"/>
                  <a:gd name="T45" fmla="*/ 0 h 4178"/>
                  <a:gd name="T46" fmla="*/ 0 w 4729"/>
                  <a:gd name="T47" fmla="*/ 0 h 4178"/>
                  <a:gd name="T48" fmla="*/ 0 w 4729"/>
                  <a:gd name="T49" fmla="*/ 0 h 4178"/>
                  <a:gd name="T50" fmla="*/ 0 w 4729"/>
                  <a:gd name="T51" fmla="*/ 0 h 4178"/>
                  <a:gd name="T52" fmla="*/ 0 w 4729"/>
                  <a:gd name="T53" fmla="*/ 0 h 4178"/>
                  <a:gd name="T54" fmla="*/ 0 w 4729"/>
                  <a:gd name="T55" fmla="*/ 0 h 4178"/>
                  <a:gd name="T56" fmla="*/ 0 w 4729"/>
                  <a:gd name="T57" fmla="*/ 0 h 4178"/>
                  <a:gd name="T58" fmla="*/ 0 w 4729"/>
                  <a:gd name="T59" fmla="*/ 0 h 4178"/>
                  <a:gd name="T60" fmla="*/ 0 w 4729"/>
                  <a:gd name="T61" fmla="*/ 0 h 4178"/>
                  <a:gd name="T62" fmla="*/ 0 w 4729"/>
                  <a:gd name="T63" fmla="*/ 0 h 4178"/>
                  <a:gd name="T64" fmla="*/ 0 w 4729"/>
                  <a:gd name="T65" fmla="*/ 0 h 4178"/>
                  <a:gd name="T66" fmla="*/ 0 w 4729"/>
                  <a:gd name="T67" fmla="*/ 0 h 4178"/>
                  <a:gd name="T68" fmla="*/ 0 w 4729"/>
                  <a:gd name="T69" fmla="*/ 0 h 4178"/>
                  <a:gd name="T70" fmla="*/ 0 w 4729"/>
                  <a:gd name="T71" fmla="*/ 0 h 4178"/>
                  <a:gd name="T72" fmla="*/ 0 w 4729"/>
                  <a:gd name="T73" fmla="*/ 0 h 4178"/>
                  <a:gd name="T74" fmla="*/ 0 w 4729"/>
                  <a:gd name="T75" fmla="*/ 0 h 4178"/>
                  <a:gd name="T76" fmla="*/ 0 w 4729"/>
                  <a:gd name="T77" fmla="*/ 0 h 4178"/>
                  <a:gd name="T78" fmla="*/ 0 w 4729"/>
                  <a:gd name="T79" fmla="*/ 0 h 4178"/>
                  <a:gd name="T80" fmla="*/ 0 w 4729"/>
                  <a:gd name="T81" fmla="*/ 0 h 4178"/>
                  <a:gd name="T82" fmla="*/ 0 w 4729"/>
                  <a:gd name="T83" fmla="*/ 0 h 4178"/>
                  <a:gd name="T84" fmla="*/ 0 w 4729"/>
                  <a:gd name="T85" fmla="*/ 0 h 4178"/>
                  <a:gd name="T86" fmla="*/ 0 w 4729"/>
                  <a:gd name="T87" fmla="*/ 0 h 4178"/>
                  <a:gd name="T88" fmla="*/ 0 w 4729"/>
                  <a:gd name="T89" fmla="*/ 0 h 4178"/>
                  <a:gd name="T90" fmla="*/ 0 w 4729"/>
                  <a:gd name="T91" fmla="*/ 0 h 4178"/>
                  <a:gd name="T92" fmla="*/ 0 w 4729"/>
                  <a:gd name="T93" fmla="*/ 0 h 4178"/>
                  <a:gd name="T94" fmla="*/ 0 w 4729"/>
                  <a:gd name="T95" fmla="*/ 0 h 41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729"/>
                  <a:gd name="T145" fmla="*/ 0 h 4178"/>
                  <a:gd name="T146" fmla="*/ 4729 w 4729"/>
                  <a:gd name="T147" fmla="*/ 4178 h 417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729" h="4178">
                    <a:moveTo>
                      <a:pt x="602" y="3182"/>
                    </a:moveTo>
                    <a:lnTo>
                      <a:pt x="1411" y="2760"/>
                    </a:lnTo>
                    <a:lnTo>
                      <a:pt x="1677" y="2463"/>
                    </a:lnTo>
                    <a:lnTo>
                      <a:pt x="1928" y="3087"/>
                    </a:lnTo>
                    <a:lnTo>
                      <a:pt x="1940" y="3300"/>
                    </a:lnTo>
                    <a:lnTo>
                      <a:pt x="1846" y="3325"/>
                    </a:lnTo>
                    <a:lnTo>
                      <a:pt x="1640" y="3288"/>
                    </a:lnTo>
                    <a:lnTo>
                      <a:pt x="1486" y="3279"/>
                    </a:lnTo>
                    <a:lnTo>
                      <a:pt x="1398" y="3241"/>
                    </a:lnTo>
                    <a:lnTo>
                      <a:pt x="1218" y="3265"/>
                    </a:lnTo>
                    <a:lnTo>
                      <a:pt x="1050" y="3230"/>
                    </a:lnTo>
                    <a:lnTo>
                      <a:pt x="844" y="3168"/>
                    </a:lnTo>
                    <a:lnTo>
                      <a:pt x="672" y="3254"/>
                    </a:lnTo>
                    <a:lnTo>
                      <a:pt x="541" y="3491"/>
                    </a:lnTo>
                    <a:lnTo>
                      <a:pt x="640" y="3841"/>
                    </a:lnTo>
                    <a:lnTo>
                      <a:pt x="1070" y="3903"/>
                    </a:lnTo>
                    <a:lnTo>
                      <a:pt x="1640" y="4032"/>
                    </a:lnTo>
                    <a:lnTo>
                      <a:pt x="2013" y="4139"/>
                    </a:lnTo>
                    <a:lnTo>
                      <a:pt x="2919" y="4178"/>
                    </a:lnTo>
                    <a:lnTo>
                      <a:pt x="3270" y="4153"/>
                    </a:lnTo>
                    <a:lnTo>
                      <a:pt x="3620" y="4056"/>
                    </a:lnTo>
                    <a:lnTo>
                      <a:pt x="4667" y="2951"/>
                    </a:lnTo>
                    <a:lnTo>
                      <a:pt x="4729" y="1824"/>
                    </a:lnTo>
                    <a:lnTo>
                      <a:pt x="4584" y="1298"/>
                    </a:lnTo>
                    <a:lnTo>
                      <a:pt x="4425" y="1019"/>
                    </a:lnTo>
                    <a:lnTo>
                      <a:pt x="4138" y="639"/>
                    </a:lnTo>
                    <a:lnTo>
                      <a:pt x="3595" y="384"/>
                    </a:lnTo>
                    <a:lnTo>
                      <a:pt x="3450" y="422"/>
                    </a:lnTo>
                    <a:lnTo>
                      <a:pt x="3342" y="362"/>
                    </a:lnTo>
                    <a:lnTo>
                      <a:pt x="3256" y="194"/>
                    </a:lnTo>
                    <a:lnTo>
                      <a:pt x="3053" y="121"/>
                    </a:lnTo>
                    <a:lnTo>
                      <a:pt x="2872" y="0"/>
                    </a:lnTo>
                    <a:lnTo>
                      <a:pt x="2666" y="12"/>
                    </a:lnTo>
                    <a:lnTo>
                      <a:pt x="1709" y="602"/>
                    </a:lnTo>
                    <a:lnTo>
                      <a:pt x="1558" y="720"/>
                    </a:lnTo>
                    <a:lnTo>
                      <a:pt x="1460" y="817"/>
                    </a:lnTo>
                    <a:lnTo>
                      <a:pt x="1281" y="911"/>
                    </a:lnTo>
                    <a:lnTo>
                      <a:pt x="1070" y="1503"/>
                    </a:lnTo>
                    <a:lnTo>
                      <a:pt x="1064" y="1702"/>
                    </a:lnTo>
                    <a:lnTo>
                      <a:pt x="989" y="1979"/>
                    </a:lnTo>
                    <a:lnTo>
                      <a:pt x="808" y="2039"/>
                    </a:lnTo>
                    <a:lnTo>
                      <a:pt x="723" y="2136"/>
                    </a:lnTo>
                    <a:lnTo>
                      <a:pt x="699" y="2259"/>
                    </a:lnTo>
                    <a:lnTo>
                      <a:pt x="578" y="2377"/>
                    </a:lnTo>
                    <a:lnTo>
                      <a:pt x="240" y="2606"/>
                    </a:lnTo>
                    <a:lnTo>
                      <a:pt x="0" y="2917"/>
                    </a:lnTo>
                    <a:lnTo>
                      <a:pt x="277" y="3145"/>
                    </a:lnTo>
                    <a:lnTo>
                      <a:pt x="602" y="3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7" name="Freeform 54">
                <a:extLst>
                  <a:ext uri="{FF2B5EF4-FFF2-40B4-BE49-F238E27FC236}">
                    <a16:creationId xmlns:a16="http://schemas.microsoft.com/office/drawing/2014/main" id="{147D0C3F-E833-E043-843D-363CA8BF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76"/>
                <a:ext cx="174" cy="272"/>
              </a:xfrm>
              <a:custGeom>
                <a:avLst/>
                <a:gdLst>
                  <a:gd name="T0" fmla="*/ 0 w 1387"/>
                  <a:gd name="T1" fmla="*/ 0 h 2184"/>
                  <a:gd name="T2" fmla="*/ 0 w 1387"/>
                  <a:gd name="T3" fmla="*/ 0 h 2184"/>
                  <a:gd name="T4" fmla="*/ 0 w 1387"/>
                  <a:gd name="T5" fmla="*/ 0 h 2184"/>
                  <a:gd name="T6" fmla="*/ 0 w 1387"/>
                  <a:gd name="T7" fmla="*/ 0 h 2184"/>
                  <a:gd name="T8" fmla="*/ 0 w 1387"/>
                  <a:gd name="T9" fmla="*/ 0 h 2184"/>
                  <a:gd name="T10" fmla="*/ 0 w 1387"/>
                  <a:gd name="T11" fmla="*/ 0 h 2184"/>
                  <a:gd name="T12" fmla="*/ 0 w 1387"/>
                  <a:gd name="T13" fmla="*/ 0 h 2184"/>
                  <a:gd name="T14" fmla="*/ 0 w 1387"/>
                  <a:gd name="T15" fmla="*/ 0 h 2184"/>
                  <a:gd name="T16" fmla="*/ 0 w 1387"/>
                  <a:gd name="T17" fmla="*/ 0 h 2184"/>
                  <a:gd name="T18" fmla="*/ 0 w 1387"/>
                  <a:gd name="T19" fmla="*/ 0 h 2184"/>
                  <a:gd name="T20" fmla="*/ 0 w 1387"/>
                  <a:gd name="T21" fmla="*/ 0 h 2184"/>
                  <a:gd name="T22" fmla="*/ 0 w 1387"/>
                  <a:gd name="T23" fmla="*/ 0 h 2184"/>
                  <a:gd name="T24" fmla="*/ 0 w 1387"/>
                  <a:gd name="T25" fmla="*/ 0 h 2184"/>
                  <a:gd name="T26" fmla="*/ 0 w 1387"/>
                  <a:gd name="T27" fmla="*/ 0 h 2184"/>
                  <a:gd name="T28" fmla="*/ 0 w 1387"/>
                  <a:gd name="T29" fmla="*/ 0 h 2184"/>
                  <a:gd name="T30" fmla="*/ 0 w 1387"/>
                  <a:gd name="T31" fmla="*/ 0 h 2184"/>
                  <a:gd name="T32" fmla="*/ 0 w 1387"/>
                  <a:gd name="T33" fmla="*/ 0 h 2184"/>
                  <a:gd name="T34" fmla="*/ 0 w 1387"/>
                  <a:gd name="T35" fmla="*/ 0 h 2184"/>
                  <a:gd name="T36" fmla="*/ 0 w 1387"/>
                  <a:gd name="T37" fmla="*/ 0 h 2184"/>
                  <a:gd name="T38" fmla="*/ 0 w 1387"/>
                  <a:gd name="T39" fmla="*/ 0 h 2184"/>
                  <a:gd name="T40" fmla="*/ 0 w 1387"/>
                  <a:gd name="T41" fmla="*/ 0 h 2184"/>
                  <a:gd name="T42" fmla="*/ 0 w 1387"/>
                  <a:gd name="T43" fmla="*/ 0 h 2184"/>
                  <a:gd name="T44" fmla="*/ 0 w 1387"/>
                  <a:gd name="T45" fmla="*/ 0 h 2184"/>
                  <a:gd name="T46" fmla="*/ 0 w 1387"/>
                  <a:gd name="T47" fmla="*/ 0 h 2184"/>
                  <a:gd name="T48" fmla="*/ 0 w 1387"/>
                  <a:gd name="T49" fmla="*/ 0 h 2184"/>
                  <a:gd name="T50" fmla="*/ 0 w 1387"/>
                  <a:gd name="T51" fmla="*/ 0 h 2184"/>
                  <a:gd name="T52" fmla="*/ 0 w 1387"/>
                  <a:gd name="T53" fmla="*/ 0 h 2184"/>
                  <a:gd name="T54" fmla="*/ 0 w 1387"/>
                  <a:gd name="T55" fmla="*/ 0 h 2184"/>
                  <a:gd name="T56" fmla="*/ 0 w 1387"/>
                  <a:gd name="T57" fmla="*/ 0 h 2184"/>
                  <a:gd name="T58" fmla="*/ 0 w 1387"/>
                  <a:gd name="T59" fmla="*/ 0 h 2184"/>
                  <a:gd name="T60" fmla="*/ 0 w 1387"/>
                  <a:gd name="T61" fmla="*/ 0 h 2184"/>
                  <a:gd name="T62" fmla="*/ 0 w 1387"/>
                  <a:gd name="T63" fmla="*/ 0 h 2184"/>
                  <a:gd name="T64" fmla="*/ 0 w 1387"/>
                  <a:gd name="T65" fmla="*/ 0 h 2184"/>
                  <a:gd name="T66" fmla="*/ 0 w 1387"/>
                  <a:gd name="T67" fmla="*/ 0 h 2184"/>
                  <a:gd name="T68" fmla="*/ 0 w 1387"/>
                  <a:gd name="T69" fmla="*/ 0 h 2184"/>
                  <a:gd name="T70" fmla="*/ 0 w 1387"/>
                  <a:gd name="T71" fmla="*/ 0 h 2184"/>
                  <a:gd name="T72" fmla="*/ 0 w 1387"/>
                  <a:gd name="T73" fmla="*/ 0 h 2184"/>
                  <a:gd name="T74" fmla="*/ 0 w 1387"/>
                  <a:gd name="T75" fmla="*/ 0 h 2184"/>
                  <a:gd name="T76" fmla="*/ 0 w 1387"/>
                  <a:gd name="T77" fmla="*/ 0 h 2184"/>
                  <a:gd name="T78" fmla="*/ 0 w 1387"/>
                  <a:gd name="T79" fmla="*/ 0 h 2184"/>
                  <a:gd name="T80" fmla="*/ 0 w 1387"/>
                  <a:gd name="T81" fmla="*/ 0 h 2184"/>
                  <a:gd name="T82" fmla="*/ 0 w 1387"/>
                  <a:gd name="T83" fmla="*/ 0 h 2184"/>
                  <a:gd name="T84" fmla="*/ 0 w 1387"/>
                  <a:gd name="T85" fmla="*/ 0 h 218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87"/>
                  <a:gd name="T130" fmla="*/ 0 h 2184"/>
                  <a:gd name="T131" fmla="*/ 1387 w 1387"/>
                  <a:gd name="T132" fmla="*/ 2184 h 218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87" h="2184">
                    <a:moveTo>
                      <a:pt x="691" y="312"/>
                    </a:moveTo>
                    <a:lnTo>
                      <a:pt x="679" y="433"/>
                    </a:lnTo>
                    <a:lnTo>
                      <a:pt x="712" y="479"/>
                    </a:lnTo>
                    <a:lnTo>
                      <a:pt x="807" y="528"/>
                    </a:lnTo>
                    <a:lnTo>
                      <a:pt x="859" y="578"/>
                    </a:lnTo>
                    <a:lnTo>
                      <a:pt x="859" y="683"/>
                    </a:lnTo>
                    <a:lnTo>
                      <a:pt x="664" y="731"/>
                    </a:lnTo>
                    <a:lnTo>
                      <a:pt x="605" y="731"/>
                    </a:lnTo>
                    <a:lnTo>
                      <a:pt x="555" y="671"/>
                    </a:lnTo>
                    <a:lnTo>
                      <a:pt x="508" y="899"/>
                    </a:lnTo>
                    <a:lnTo>
                      <a:pt x="290" y="1031"/>
                    </a:lnTo>
                    <a:lnTo>
                      <a:pt x="664" y="899"/>
                    </a:lnTo>
                    <a:lnTo>
                      <a:pt x="749" y="899"/>
                    </a:lnTo>
                    <a:lnTo>
                      <a:pt x="712" y="945"/>
                    </a:lnTo>
                    <a:lnTo>
                      <a:pt x="447" y="1103"/>
                    </a:lnTo>
                    <a:lnTo>
                      <a:pt x="726" y="1103"/>
                    </a:lnTo>
                    <a:lnTo>
                      <a:pt x="737" y="1213"/>
                    </a:lnTo>
                    <a:lnTo>
                      <a:pt x="133" y="1273"/>
                    </a:lnTo>
                    <a:lnTo>
                      <a:pt x="0" y="1369"/>
                    </a:lnTo>
                    <a:lnTo>
                      <a:pt x="170" y="1426"/>
                    </a:lnTo>
                    <a:lnTo>
                      <a:pt x="279" y="1525"/>
                    </a:lnTo>
                    <a:lnTo>
                      <a:pt x="290" y="1593"/>
                    </a:lnTo>
                    <a:lnTo>
                      <a:pt x="181" y="1690"/>
                    </a:lnTo>
                    <a:lnTo>
                      <a:pt x="181" y="1810"/>
                    </a:lnTo>
                    <a:lnTo>
                      <a:pt x="242" y="1932"/>
                    </a:lnTo>
                    <a:lnTo>
                      <a:pt x="84" y="2075"/>
                    </a:lnTo>
                    <a:lnTo>
                      <a:pt x="218" y="2184"/>
                    </a:lnTo>
                    <a:lnTo>
                      <a:pt x="373" y="2098"/>
                    </a:lnTo>
                    <a:lnTo>
                      <a:pt x="472" y="2123"/>
                    </a:lnTo>
                    <a:lnTo>
                      <a:pt x="679" y="1964"/>
                    </a:lnTo>
                    <a:lnTo>
                      <a:pt x="989" y="1630"/>
                    </a:lnTo>
                    <a:lnTo>
                      <a:pt x="1207" y="1379"/>
                    </a:lnTo>
                    <a:lnTo>
                      <a:pt x="1350" y="1752"/>
                    </a:lnTo>
                    <a:lnTo>
                      <a:pt x="1387" y="1358"/>
                    </a:lnTo>
                    <a:lnTo>
                      <a:pt x="1387" y="1199"/>
                    </a:lnTo>
                    <a:lnTo>
                      <a:pt x="1242" y="1093"/>
                    </a:lnTo>
                    <a:lnTo>
                      <a:pt x="1122" y="923"/>
                    </a:lnTo>
                    <a:lnTo>
                      <a:pt x="1014" y="740"/>
                    </a:lnTo>
                    <a:lnTo>
                      <a:pt x="930" y="528"/>
                    </a:lnTo>
                    <a:lnTo>
                      <a:pt x="834" y="228"/>
                    </a:lnTo>
                    <a:lnTo>
                      <a:pt x="800" y="0"/>
                    </a:lnTo>
                    <a:lnTo>
                      <a:pt x="700" y="215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8" name="Freeform 55">
                <a:extLst>
                  <a:ext uri="{FF2B5EF4-FFF2-40B4-BE49-F238E27FC236}">
                    <a16:creationId xmlns:a16="http://schemas.microsoft.com/office/drawing/2014/main" id="{C0067234-B53B-724E-A3F7-2CD674B8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78"/>
                <a:ext cx="357" cy="391"/>
              </a:xfrm>
              <a:custGeom>
                <a:avLst/>
                <a:gdLst>
                  <a:gd name="T0" fmla="*/ 0 w 2861"/>
                  <a:gd name="T1" fmla="*/ 0 h 3124"/>
                  <a:gd name="T2" fmla="*/ 0 w 2861"/>
                  <a:gd name="T3" fmla="*/ 0 h 3124"/>
                  <a:gd name="T4" fmla="*/ 0 w 2861"/>
                  <a:gd name="T5" fmla="*/ 0 h 3124"/>
                  <a:gd name="T6" fmla="*/ 0 w 2861"/>
                  <a:gd name="T7" fmla="*/ 0 h 3124"/>
                  <a:gd name="T8" fmla="*/ 0 w 2861"/>
                  <a:gd name="T9" fmla="*/ 0 h 3124"/>
                  <a:gd name="T10" fmla="*/ 0 w 2861"/>
                  <a:gd name="T11" fmla="*/ 0 h 3124"/>
                  <a:gd name="T12" fmla="*/ 0 w 2861"/>
                  <a:gd name="T13" fmla="*/ 0 h 3124"/>
                  <a:gd name="T14" fmla="*/ 0 w 2861"/>
                  <a:gd name="T15" fmla="*/ 0 h 3124"/>
                  <a:gd name="T16" fmla="*/ 0 w 2861"/>
                  <a:gd name="T17" fmla="*/ 0 h 3124"/>
                  <a:gd name="T18" fmla="*/ 0 w 2861"/>
                  <a:gd name="T19" fmla="*/ 0 h 3124"/>
                  <a:gd name="T20" fmla="*/ 0 w 2861"/>
                  <a:gd name="T21" fmla="*/ 0 h 3124"/>
                  <a:gd name="T22" fmla="*/ 0 w 2861"/>
                  <a:gd name="T23" fmla="*/ 0 h 3124"/>
                  <a:gd name="T24" fmla="*/ 0 w 2861"/>
                  <a:gd name="T25" fmla="*/ 0 h 3124"/>
                  <a:gd name="T26" fmla="*/ 0 w 2861"/>
                  <a:gd name="T27" fmla="*/ 0 h 3124"/>
                  <a:gd name="T28" fmla="*/ 0 w 2861"/>
                  <a:gd name="T29" fmla="*/ 0 h 3124"/>
                  <a:gd name="T30" fmla="*/ 0 w 2861"/>
                  <a:gd name="T31" fmla="*/ 0 h 3124"/>
                  <a:gd name="T32" fmla="*/ 0 w 2861"/>
                  <a:gd name="T33" fmla="*/ 0 h 3124"/>
                  <a:gd name="T34" fmla="*/ 0 w 2861"/>
                  <a:gd name="T35" fmla="*/ 0 h 3124"/>
                  <a:gd name="T36" fmla="*/ 0 w 2861"/>
                  <a:gd name="T37" fmla="*/ 0 h 3124"/>
                  <a:gd name="T38" fmla="*/ 0 w 2861"/>
                  <a:gd name="T39" fmla="*/ 0 h 3124"/>
                  <a:gd name="T40" fmla="*/ 0 w 2861"/>
                  <a:gd name="T41" fmla="*/ 0 h 3124"/>
                  <a:gd name="T42" fmla="*/ 0 w 2861"/>
                  <a:gd name="T43" fmla="*/ 0 h 3124"/>
                  <a:gd name="T44" fmla="*/ 0 w 2861"/>
                  <a:gd name="T45" fmla="*/ 0 h 3124"/>
                  <a:gd name="T46" fmla="*/ 0 w 2861"/>
                  <a:gd name="T47" fmla="*/ 0 h 3124"/>
                  <a:gd name="T48" fmla="*/ 0 w 2861"/>
                  <a:gd name="T49" fmla="*/ 0 h 3124"/>
                  <a:gd name="T50" fmla="*/ 0 w 2861"/>
                  <a:gd name="T51" fmla="*/ 0 h 3124"/>
                  <a:gd name="T52" fmla="*/ 0 w 2861"/>
                  <a:gd name="T53" fmla="*/ 0 h 3124"/>
                  <a:gd name="T54" fmla="*/ 0 w 2861"/>
                  <a:gd name="T55" fmla="*/ 0 h 3124"/>
                  <a:gd name="T56" fmla="*/ 0 w 2861"/>
                  <a:gd name="T57" fmla="*/ 0 h 3124"/>
                  <a:gd name="T58" fmla="*/ 0 w 2861"/>
                  <a:gd name="T59" fmla="*/ 0 h 3124"/>
                  <a:gd name="T60" fmla="*/ 0 w 2861"/>
                  <a:gd name="T61" fmla="*/ 0 h 3124"/>
                  <a:gd name="T62" fmla="*/ 0 w 2861"/>
                  <a:gd name="T63" fmla="*/ 0 h 3124"/>
                  <a:gd name="T64" fmla="*/ 0 w 2861"/>
                  <a:gd name="T65" fmla="*/ 0 h 3124"/>
                  <a:gd name="T66" fmla="*/ 0 w 2861"/>
                  <a:gd name="T67" fmla="*/ 0 h 3124"/>
                  <a:gd name="T68" fmla="*/ 0 w 2861"/>
                  <a:gd name="T69" fmla="*/ 0 h 3124"/>
                  <a:gd name="T70" fmla="*/ 0 w 2861"/>
                  <a:gd name="T71" fmla="*/ 0 h 3124"/>
                  <a:gd name="T72" fmla="*/ 0 w 2861"/>
                  <a:gd name="T73" fmla="*/ 0 h 3124"/>
                  <a:gd name="T74" fmla="*/ 0 w 2861"/>
                  <a:gd name="T75" fmla="*/ 0 h 3124"/>
                  <a:gd name="T76" fmla="*/ 0 w 2861"/>
                  <a:gd name="T77" fmla="*/ 0 h 3124"/>
                  <a:gd name="T78" fmla="*/ 0 w 2861"/>
                  <a:gd name="T79" fmla="*/ 0 h 3124"/>
                  <a:gd name="T80" fmla="*/ 0 w 2861"/>
                  <a:gd name="T81" fmla="*/ 0 h 3124"/>
                  <a:gd name="T82" fmla="*/ 0 w 2861"/>
                  <a:gd name="T83" fmla="*/ 0 h 3124"/>
                  <a:gd name="T84" fmla="*/ 0 w 2861"/>
                  <a:gd name="T85" fmla="*/ 0 h 3124"/>
                  <a:gd name="T86" fmla="*/ 0 w 2861"/>
                  <a:gd name="T87" fmla="*/ 0 h 3124"/>
                  <a:gd name="T88" fmla="*/ 0 w 2861"/>
                  <a:gd name="T89" fmla="*/ 0 h 3124"/>
                  <a:gd name="T90" fmla="*/ 0 w 2861"/>
                  <a:gd name="T91" fmla="*/ 0 h 3124"/>
                  <a:gd name="T92" fmla="*/ 0 w 2861"/>
                  <a:gd name="T93" fmla="*/ 0 h 3124"/>
                  <a:gd name="T94" fmla="*/ 0 w 2861"/>
                  <a:gd name="T95" fmla="*/ 0 h 3124"/>
                  <a:gd name="T96" fmla="*/ 0 w 2861"/>
                  <a:gd name="T97" fmla="*/ 0 h 3124"/>
                  <a:gd name="T98" fmla="*/ 0 w 2861"/>
                  <a:gd name="T99" fmla="*/ 0 h 31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61"/>
                  <a:gd name="T151" fmla="*/ 0 h 3124"/>
                  <a:gd name="T152" fmla="*/ 2861 w 2861"/>
                  <a:gd name="T153" fmla="*/ 3124 h 31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61" h="3124">
                    <a:moveTo>
                      <a:pt x="988" y="1321"/>
                    </a:moveTo>
                    <a:lnTo>
                      <a:pt x="1377" y="1443"/>
                    </a:lnTo>
                    <a:lnTo>
                      <a:pt x="1691" y="1504"/>
                    </a:lnTo>
                    <a:lnTo>
                      <a:pt x="1909" y="1095"/>
                    </a:lnTo>
                    <a:lnTo>
                      <a:pt x="1895" y="698"/>
                    </a:lnTo>
                    <a:lnTo>
                      <a:pt x="2146" y="231"/>
                    </a:lnTo>
                    <a:lnTo>
                      <a:pt x="2642" y="0"/>
                    </a:lnTo>
                    <a:lnTo>
                      <a:pt x="2232" y="399"/>
                    </a:lnTo>
                    <a:lnTo>
                      <a:pt x="2111" y="770"/>
                    </a:lnTo>
                    <a:lnTo>
                      <a:pt x="2111" y="1168"/>
                    </a:lnTo>
                    <a:lnTo>
                      <a:pt x="2350" y="985"/>
                    </a:lnTo>
                    <a:lnTo>
                      <a:pt x="2665" y="627"/>
                    </a:lnTo>
                    <a:lnTo>
                      <a:pt x="2861" y="420"/>
                    </a:lnTo>
                    <a:lnTo>
                      <a:pt x="2861" y="590"/>
                    </a:lnTo>
                    <a:lnTo>
                      <a:pt x="2642" y="1010"/>
                    </a:lnTo>
                    <a:lnTo>
                      <a:pt x="2280" y="1478"/>
                    </a:lnTo>
                    <a:lnTo>
                      <a:pt x="1981" y="1741"/>
                    </a:lnTo>
                    <a:lnTo>
                      <a:pt x="1773" y="1838"/>
                    </a:lnTo>
                    <a:lnTo>
                      <a:pt x="1773" y="1959"/>
                    </a:lnTo>
                    <a:lnTo>
                      <a:pt x="1918" y="2188"/>
                    </a:lnTo>
                    <a:lnTo>
                      <a:pt x="2063" y="2545"/>
                    </a:lnTo>
                    <a:lnTo>
                      <a:pt x="1955" y="2451"/>
                    </a:lnTo>
                    <a:lnTo>
                      <a:pt x="1836" y="2333"/>
                    </a:lnTo>
                    <a:lnTo>
                      <a:pt x="1665" y="2257"/>
                    </a:lnTo>
                    <a:lnTo>
                      <a:pt x="1508" y="2222"/>
                    </a:lnTo>
                    <a:lnTo>
                      <a:pt x="1388" y="2197"/>
                    </a:lnTo>
                    <a:lnTo>
                      <a:pt x="1460" y="2429"/>
                    </a:lnTo>
                    <a:lnTo>
                      <a:pt x="1691" y="2621"/>
                    </a:lnTo>
                    <a:lnTo>
                      <a:pt x="1872" y="2725"/>
                    </a:lnTo>
                    <a:lnTo>
                      <a:pt x="1785" y="2534"/>
                    </a:lnTo>
                    <a:lnTo>
                      <a:pt x="1981" y="2582"/>
                    </a:lnTo>
                    <a:lnTo>
                      <a:pt x="2052" y="2750"/>
                    </a:lnTo>
                    <a:lnTo>
                      <a:pt x="2025" y="2978"/>
                    </a:lnTo>
                    <a:lnTo>
                      <a:pt x="1895" y="3110"/>
                    </a:lnTo>
                    <a:lnTo>
                      <a:pt x="1665" y="3124"/>
                    </a:lnTo>
                    <a:lnTo>
                      <a:pt x="1425" y="3001"/>
                    </a:lnTo>
                    <a:lnTo>
                      <a:pt x="1326" y="2796"/>
                    </a:lnTo>
                    <a:lnTo>
                      <a:pt x="1181" y="2400"/>
                    </a:lnTo>
                    <a:lnTo>
                      <a:pt x="988" y="2284"/>
                    </a:lnTo>
                    <a:lnTo>
                      <a:pt x="485" y="2391"/>
                    </a:lnTo>
                    <a:lnTo>
                      <a:pt x="171" y="2568"/>
                    </a:lnTo>
                    <a:lnTo>
                      <a:pt x="134" y="2499"/>
                    </a:lnTo>
                    <a:lnTo>
                      <a:pt x="217" y="2319"/>
                    </a:lnTo>
                    <a:lnTo>
                      <a:pt x="0" y="2400"/>
                    </a:lnTo>
                    <a:lnTo>
                      <a:pt x="87" y="2271"/>
                    </a:lnTo>
                    <a:lnTo>
                      <a:pt x="362" y="2197"/>
                    </a:lnTo>
                    <a:lnTo>
                      <a:pt x="558" y="2222"/>
                    </a:lnTo>
                    <a:lnTo>
                      <a:pt x="676" y="2234"/>
                    </a:lnTo>
                    <a:lnTo>
                      <a:pt x="950" y="2174"/>
                    </a:lnTo>
                    <a:lnTo>
                      <a:pt x="988" y="132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19" name="Freeform 56">
                <a:extLst>
                  <a:ext uri="{FF2B5EF4-FFF2-40B4-BE49-F238E27FC236}">
                    <a16:creationId xmlns:a16="http://schemas.microsoft.com/office/drawing/2014/main" id="{D52C6405-8C4D-2346-8ECE-E267D7799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77"/>
                <a:ext cx="63" cy="178"/>
              </a:xfrm>
              <a:custGeom>
                <a:avLst/>
                <a:gdLst>
                  <a:gd name="T0" fmla="*/ 0 w 507"/>
                  <a:gd name="T1" fmla="*/ 0 h 1428"/>
                  <a:gd name="T2" fmla="*/ 0 w 507"/>
                  <a:gd name="T3" fmla="*/ 0 h 1428"/>
                  <a:gd name="T4" fmla="*/ 0 w 507"/>
                  <a:gd name="T5" fmla="*/ 0 h 1428"/>
                  <a:gd name="T6" fmla="*/ 0 w 507"/>
                  <a:gd name="T7" fmla="*/ 0 h 1428"/>
                  <a:gd name="T8" fmla="*/ 0 w 507"/>
                  <a:gd name="T9" fmla="*/ 0 h 1428"/>
                  <a:gd name="T10" fmla="*/ 0 w 507"/>
                  <a:gd name="T11" fmla="*/ 0 h 1428"/>
                  <a:gd name="T12" fmla="*/ 0 w 507"/>
                  <a:gd name="T13" fmla="*/ 0 h 1428"/>
                  <a:gd name="T14" fmla="*/ 0 w 507"/>
                  <a:gd name="T15" fmla="*/ 0 h 1428"/>
                  <a:gd name="T16" fmla="*/ 0 w 507"/>
                  <a:gd name="T17" fmla="*/ 0 h 1428"/>
                  <a:gd name="T18" fmla="*/ 0 w 507"/>
                  <a:gd name="T19" fmla="*/ 0 h 1428"/>
                  <a:gd name="T20" fmla="*/ 0 w 507"/>
                  <a:gd name="T21" fmla="*/ 0 h 1428"/>
                  <a:gd name="T22" fmla="*/ 0 w 507"/>
                  <a:gd name="T23" fmla="*/ 0 h 14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7"/>
                  <a:gd name="T37" fmla="*/ 0 h 1428"/>
                  <a:gd name="T38" fmla="*/ 507 w 507"/>
                  <a:gd name="T39" fmla="*/ 1428 h 14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7" h="1428">
                    <a:moveTo>
                      <a:pt x="143" y="1404"/>
                    </a:moveTo>
                    <a:lnTo>
                      <a:pt x="180" y="1130"/>
                    </a:lnTo>
                    <a:lnTo>
                      <a:pt x="242" y="780"/>
                    </a:lnTo>
                    <a:lnTo>
                      <a:pt x="242" y="613"/>
                    </a:lnTo>
                    <a:lnTo>
                      <a:pt x="194" y="446"/>
                    </a:lnTo>
                    <a:lnTo>
                      <a:pt x="206" y="312"/>
                    </a:lnTo>
                    <a:lnTo>
                      <a:pt x="266" y="134"/>
                    </a:lnTo>
                    <a:lnTo>
                      <a:pt x="507" y="158"/>
                    </a:lnTo>
                    <a:lnTo>
                      <a:pt x="143" y="0"/>
                    </a:lnTo>
                    <a:lnTo>
                      <a:pt x="0" y="325"/>
                    </a:lnTo>
                    <a:lnTo>
                      <a:pt x="21" y="1428"/>
                    </a:lnTo>
                    <a:lnTo>
                      <a:pt x="143" y="140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0" name="Freeform 57">
                <a:extLst>
                  <a:ext uri="{FF2B5EF4-FFF2-40B4-BE49-F238E27FC236}">
                    <a16:creationId xmlns:a16="http://schemas.microsoft.com/office/drawing/2014/main" id="{D134A414-7736-4C40-A306-35139688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40"/>
                <a:ext cx="249" cy="534"/>
              </a:xfrm>
              <a:custGeom>
                <a:avLst/>
                <a:gdLst>
                  <a:gd name="T0" fmla="*/ 0 w 1991"/>
                  <a:gd name="T1" fmla="*/ 0 h 4272"/>
                  <a:gd name="T2" fmla="*/ 0 w 1991"/>
                  <a:gd name="T3" fmla="*/ 0 h 4272"/>
                  <a:gd name="T4" fmla="*/ 0 w 1991"/>
                  <a:gd name="T5" fmla="*/ 0 h 4272"/>
                  <a:gd name="T6" fmla="*/ 0 w 1991"/>
                  <a:gd name="T7" fmla="*/ 0 h 4272"/>
                  <a:gd name="T8" fmla="*/ 0 w 1991"/>
                  <a:gd name="T9" fmla="*/ 0 h 4272"/>
                  <a:gd name="T10" fmla="*/ 0 w 1991"/>
                  <a:gd name="T11" fmla="*/ 0 h 4272"/>
                  <a:gd name="T12" fmla="*/ 0 w 1991"/>
                  <a:gd name="T13" fmla="*/ 0 h 4272"/>
                  <a:gd name="T14" fmla="*/ 0 w 1991"/>
                  <a:gd name="T15" fmla="*/ 0 h 4272"/>
                  <a:gd name="T16" fmla="*/ 0 w 1991"/>
                  <a:gd name="T17" fmla="*/ 0 h 4272"/>
                  <a:gd name="T18" fmla="*/ 0 w 1991"/>
                  <a:gd name="T19" fmla="*/ 0 h 4272"/>
                  <a:gd name="T20" fmla="*/ 0 w 1991"/>
                  <a:gd name="T21" fmla="*/ 0 h 4272"/>
                  <a:gd name="T22" fmla="*/ 0 w 1991"/>
                  <a:gd name="T23" fmla="*/ 0 h 4272"/>
                  <a:gd name="T24" fmla="*/ 0 w 1991"/>
                  <a:gd name="T25" fmla="*/ 0 h 4272"/>
                  <a:gd name="T26" fmla="*/ 0 w 1991"/>
                  <a:gd name="T27" fmla="*/ 0 h 4272"/>
                  <a:gd name="T28" fmla="*/ 0 w 1991"/>
                  <a:gd name="T29" fmla="*/ 0 h 4272"/>
                  <a:gd name="T30" fmla="*/ 0 w 1991"/>
                  <a:gd name="T31" fmla="*/ 0 h 4272"/>
                  <a:gd name="T32" fmla="*/ 0 w 1991"/>
                  <a:gd name="T33" fmla="*/ 0 h 4272"/>
                  <a:gd name="T34" fmla="*/ 0 w 1991"/>
                  <a:gd name="T35" fmla="*/ 0 h 4272"/>
                  <a:gd name="T36" fmla="*/ 0 w 1991"/>
                  <a:gd name="T37" fmla="*/ 0 h 4272"/>
                  <a:gd name="T38" fmla="*/ 0 w 1991"/>
                  <a:gd name="T39" fmla="*/ 0 h 4272"/>
                  <a:gd name="T40" fmla="*/ 0 w 1991"/>
                  <a:gd name="T41" fmla="*/ 0 h 4272"/>
                  <a:gd name="T42" fmla="*/ 0 w 1991"/>
                  <a:gd name="T43" fmla="*/ 0 h 4272"/>
                  <a:gd name="T44" fmla="*/ 0 w 1991"/>
                  <a:gd name="T45" fmla="*/ 0 h 4272"/>
                  <a:gd name="T46" fmla="*/ 0 w 1991"/>
                  <a:gd name="T47" fmla="*/ 0 h 4272"/>
                  <a:gd name="T48" fmla="*/ 0 w 1991"/>
                  <a:gd name="T49" fmla="*/ 0 h 4272"/>
                  <a:gd name="T50" fmla="*/ 0 w 1991"/>
                  <a:gd name="T51" fmla="*/ 0 h 4272"/>
                  <a:gd name="T52" fmla="*/ 0 w 1991"/>
                  <a:gd name="T53" fmla="*/ 0 h 4272"/>
                  <a:gd name="T54" fmla="*/ 0 w 1991"/>
                  <a:gd name="T55" fmla="*/ 0 h 4272"/>
                  <a:gd name="T56" fmla="*/ 0 w 1991"/>
                  <a:gd name="T57" fmla="*/ 0 h 4272"/>
                  <a:gd name="T58" fmla="*/ 0 w 1991"/>
                  <a:gd name="T59" fmla="*/ 0 h 4272"/>
                  <a:gd name="T60" fmla="*/ 0 w 1991"/>
                  <a:gd name="T61" fmla="*/ 0 h 4272"/>
                  <a:gd name="T62" fmla="*/ 0 w 1991"/>
                  <a:gd name="T63" fmla="*/ 0 h 4272"/>
                  <a:gd name="T64" fmla="*/ 0 w 1991"/>
                  <a:gd name="T65" fmla="*/ 0 h 4272"/>
                  <a:gd name="T66" fmla="*/ 0 w 1991"/>
                  <a:gd name="T67" fmla="*/ 0 h 4272"/>
                  <a:gd name="T68" fmla="*/ 0 w 1991"/>
                  <a:gd name="T69" fmla="*/ 0 h 4272"/>
                  <a:gd name="T70" fmla="*/ 0 w 1991"/>
                  <a:gd name="T71" fmla="*/ 0 h 4272"/>
                  <a:gd name="T72" fmla="*/ 0 w 1991"/>
                  <a:gd name="T73" fmla="*/ 0 h 4272"/>
                  <a:gd name="T74" fmla="*/ 0 w 1991"/>
                  <a:gd name="T75" fmla="*/ 0 h 4272"/>
                  <a:gd name="T76" fmla="*/ 0 w 1991"/>
                  <a:gd name="T77" fmla="*/ 0 h 4272"/>
                  <a:gd name="T78" fmla="*/ 0 w 1991"/>
                  <a:gd name="T79" fmla="*/ 0 h 4272"/>
                  <a:gd name="T80" fmla="*/ 0 w 1991"/>
                  <a:gd name="T81" fmla="*/ 0 h 4272"/>
                  <a:gd name="T82" fmla="*/ 0 w 1991"/>
                  <a:gd name="T83" fmla="*/ 0 h 4272"/>
                  <a:gd name="T84" fmla="*/ 0 w 1991"/>
                  <a:gd name="T85" fmla="*/ 0 h 4272"/>
                  <a:gd name="T86" fmla="*/ 0 w 1991"/>
                  <a:gd name="T87" fmla="*/ 0 h 4272"/>
                  <a:gd name="T88" fmla="*/ 0 w 1991"/>
                  <a:gd name="T89" fmla="*/ 0 h 4272"/>
                  <a:gd name="T90" fmla="*/ 0 w 1991"/>
                  <a:gd name="T91" fmla="*/ 0 h 4272"/>
                  <a:gd name="T92" fmla="*/ 0 w 1991"/>
                  <a:gd name="T93" fmla="*/ 0 h 4272"/>
                  <a:gd name="T94" fmla="*/ 0 w 1991"/>
                  <a:gd name="T95" fmla="*/ 0 h 4272"/>
                  <a:gd name="T96" fmla="*/ 0 w 1991"/>
                  <a:gd name="T97" fmla="*/ 0 h 42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1"/>
                  <a:gd name="T148" fmla="*/ 0 h 4272"/>
                  <a:gd name="T149" fmla="*/ 1991 w 1991"/>
                  <a:gd name="T150" fmla="*/ 4272 h 42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1" h="4272">
                    <a:moveTo>
                      <a:pt x="48" y="182"/>
                    </a:moveTo>
                    <a:lnTo>
                      <a:pt x="181" y="445"/>
                    </a:lnTo>
                    <a:lnTo>
                      <a:pt x="134" y="922"/>
                    </a:lnTo>
                    <a:lnTo>
                      <a:pt x="325" y="240"/>
                    </a:lnTo>
                    <a:lnTo>
                      <a:pt x="409" y="217"/>
                    </a:lnTo>
                    <a:lnTo>
                      <a:pt x="495" y="339"/>
                    </a:lnTo>
                    <a:lnTo>
                      <a:pt x="468" y="468"/>
                    </a:lnTo>
                    <a:lnTo>
                      <a:pt x="371" y="694"/>
                    </a:lnTo>
                    <a:lnTo>
                      <a:pt x="543" y="519"/>
                    </a:lnTo>
                    <a:lnTo>
                      <a:pt x="613" y="540"/>
                    </a:lnTo>
                    <a:lnTo>
                      <a:pt x="251" y="1092"/>
                    </a:lnTo>
                    <a:lnTo>
                      <a:pt x="903" y="481"/>
                    </a:lnTo>
                    <a:lnTo>
                      <a:pt x="1304" y="661"/>
                    </a:lnTo>
                    <a:lnTo>
                      <a:pt x="1387" y="936"/>
                    </a:lnTo>
                    <a:lnTo>
                      <a:pt x="1664" y="1189"/>
                    </a:lnTo>
                    <a:lnTo>
                      <a:pt x="1687" y="1452"/>
                    </a:lnTo>
                    <a:lnTo>
                      <a:pt x="1822" y="1659"/>
                    </a:lnTo>
                    <a:lnTo>
                      <a:pt x="1738" y="1909"/>
                    </a:lnTo>
                    <a:lnTo>
                      <a:pt x="1422" y="2038"/>
                    </a:lnTo>
                    <a:lnTo>
                      <a:pt x="1433" y="2138"/>
                    </a:lnTo>
                    <a:lnTo>
                      <a:pt x="1712" y="2366"/>
                    </a:lnTo>
                    <a:lnTo>
                      <a:pt x="1496" y="2388"/>
                    </a:lnTo>
                    <a:lnTo>
                      <a:pt x="1253" y="2280"/>
                    </a:lnTo>
                    <a:lnTo>
                      <a:pt x="1747" y="2748"/>
                    </a:lnTo>
                    <a:lnTo>
                      <a:pt x="1687" y="2806"/>
                    </a:lnTo>
                    <a:lnTo>
                      <a:pt x="1350" y="2748"/>
                    </a:lnTo>
                    <a:lnTo>
                      <a:pt x="1350" y="3061"/>
                    </a:lnTo>
                    <a:lnTo>
                      <a:pt x="1182" y="3252"/>
                    </a:lnTo>
                    <a:lnTo>
                      <a:pt x="1073" y="3156"/>
                    </a:lnTo>
                    <a:lnTo>
                      <a:pt x="806" y="3636"/>
                    </a:lnTo>
                    <a:lnTo>
                      <a:pt x="506" y="3898"/>
                    </a:lnTo>
                    <a:lnTo>
                      <a:pt x="387" y="4199"/>
                    </a:lnTo>
                    <a:lnTo>
                      <a:pt x="481" y="4272"/>
                    </a:lnTo>
                    <a:lnTo>
                      <a:pt x="1290" y="3995"/>
                    </a:lnTo>
                    <a:lnTo>
                      <a:pt x="1991" y="2833"/>
                    </a:lnTo>
                    <a:lnTo>
                      <a:pt x="1991" y="1821"/>
                    </a:lnTo>
                    <a:lnTo>
                      <a:pt x="1798" y="1199"/>
                    </a:lnTo>
                    <a:lnTo>
                      <a:pt x="1653" y="947"/>
                    </a:lnTo>
                    <a:lnTo>
                      <a:pt x="1521" y="828"/>
                    </a:lnTo>
                    <a:lnTo>
                      <a:pt x="1387" y="613"/>
                    </a:lnTo>
                    <a:lnTo>
                      <a:pt x="831" y="358"/>
                    </a:lnTo>
                    <a:lnTo>
                      <a:pt x="686" y="433"/>
                    </a:lnTo>
                    <a:lnTo>
                      <a:pt x="613" y="358"/>
                    </a:lnTo>
                    <a:lnTo>
                      <a:pt x="578" y="228"/>
                    </a:lnTo>
                    <a:lnTo>
                      <a:pt x="361" y="108"/>
                    </a:lnTo>
                    <a:lnTo>
                      <a:pt x="244" y="97"/>
                    </a:lnTo>
                    <a:lnTo>
                      <a:pt x="134" y="0"/>
                    </a:lnTo>
                    <a:lnTo>
                      <a:pt x="0" y="11"/>
                    </a:lnTo>
                    <a:lnTo>
                      <a:pt x="48" y="18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1" name="Freeform 58">
                <a:extLst>
                  <a:ext uri="{FF2B5EF4-FFF2-40B4-BE49-F238E27FC236}">
                    <a16:creationId xmlns:a16="http://schemas.microsoft.com/office/drawing/2014/main" id="{BB5CFB55-E07E-6341-8BF3-7416EE21B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747"/>
                <a:ext cx="55" cy="307"/>
              </a:xfrm>
              <a:custGeom>
                <a:avLst/>
                <a:gdLst>
                  <a:gd name="T0" fmla="*/ 0 w 434"/>
                  <a:gd name="T1" fmla="*/ 0 h 2461"/>
                  <a:gd name="T2" fmla="*/ 0 w 434"/>
                  <a:gd name="T3" fmla="*/ 0 h 2461"/>
                  <a:gd name="T4" fmla="*/ 0 w 434"/>
                  <a:gd name="T5" fmla="*/ 0 h 2461"/>
                  <a:gd name="T6" fmla="*/ 0 w 434"/>
                  <a:gd name="T7" fmla="*/ 0 h 2461"/>
                  <a:gd name="T8" fmla="*/ 0 w 434"/>
                  <a:gd name="T9" fmla="*/ 0 h 2461"/>
                  <a:gd name="T10" fmla="*/ 0 w 434"/>
                  <a:gd name="T11" fmla="*/ 0 h 2461"/>
                  <a:gd name="T12" fmla="*/ 0 w 434"/>
                  <a:gd name="T13" fmla="*/ 0 h 2461"/>
                  <a:gd name="T14" fmla="*/ 0 w 434"/>
                  <a:gd name="T15" fmla="*/ 0 h 2461"/>
                  <a:gd name="T16" fmla="*/ 0 w 434"/>
                  <a:gd name="T17" fmla="*/ 0 h 2461"/>
                  <a:gd name="T18" fmla="*/ 0 w 434"/>
                  <a:gd name="T19" fmla="*/ 0 h 2461"/>
                  <a:gd name="T20" fmla="*/ 0 w 434"/>
                  <a:gd name="T21" fmla="*/ 0 h 2461"/>
                  <a:gd name="T22" fmla="*/ 0 w 434"/>
                  <a:gd name="T23" fmla="*/ 0 h 2461"/>
                  <a:gd name="T24" fmla="*/ 0 w 434"/>
                  <a:gd name="T25" fmla="*/ 0 h 2461"/>
                  <a:gd name="T26" fmla="*/ 0 w 434"/>
                  <a:gd name="T27" fmla="*/ 0 h 2461"/>
                  <a:gd name="T28" fmla="*/ 0 w 434"/>
                  <a:gd name="T29" fmla="*/ 0 h 2461"/>
                  <a:gd name="T30" fmla="*/ 0 w 434"/>
                  <a:gd name="T31" fmla="*/ 0 h 2461"/>
                  <a:gd name="T32" fmla="*/ 0 w 434"/>
                  <a:gd name="T33" fmla="*/ 0 h 2461"/>
                  <a:gd name="T34" fmla="*/ 0 w 434"/>
                  <a:gd name="T35" fmla="*/ 0 h 2461"/>
                  <a:gd name="T36" fmla="*/ 0 w 434"/>
                  <a:gd name="T37" fmla="*/ 0 h 2461"/>
                  <a:gd name="T38" fmla="*/ 0 w 434"/>
                  <a:gd name="T39" fmla="*/ 0 h 2461"/>
                  <a:gd name="T40" fmla="*/ 0 w 434"/>
                  <a:gd name="T41" fmla="*/ 0 h 2461"/>
                  <a:gd name="T42" fmla="*/ 0 w 434"/>
                  <a:gd name="T43" fmla="*/ 0 h 2461"/>
                  <a:gd name="T44" fmla="*/ 0 w 434"/>
                  <a:gd name="T45" fmla="*/ 0 h 246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34"/>
                  <a:gd name="T70" fmla="*/ 0 h 2461"/>
                  <a:gd name="T71" fmla="*/ 434 w 434"/>
                  <a:gd name="T72" fmla="*/ 2461 h 246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34" h="2461">
                    <a:moveTo>
                      <a:pt x="276" y="0"/>
                    </a:moveTo>
                    <a:lnTo>
                      <a:pt x="166" y="72"/>
                    </a:lnTo>
                    <a:lnTo>
                      <a:pt x="106" y="204"/>
                    </a:lnTo>
                    <a:lnTo>
                      <a:pt x="96" y="326"/>
                    </a:lnTo>
                    <a:lnTo>
                      <a:pt x="106" y="688"/>
                    </a:lnTo>
                    <a:lnTo>
                      <a:pt x="72" y="962"/>
                    </a:lnTo>
                    <a:lnTo>
                      <a:pt x="37" y="1275"/>
                    </a:lnTo>
                    <a:lnTo>
                      <a:pt x="0" y="1504"/>
                    </a:lnTo>
                    <a:lnTo>
                      <a:pt x="0" y="1780"/>
                    </a:lnTo>
                    <a:lnTo>
                      <a:pt x="10" y="2029"/>
                    </a:lnTo>
                    <a:lnTo>
                      <a:pt x="145" y="2461"/>
                    </a:lnTo>
                    <a:lnTo>
                      <a:pt x="434" y="2391"/>
                    </a:lnTo>
                    <a:lnTo>
                      <a:pt x="311" y="1993"/>
                    </a:lnTo>
                    <a:lnTo>
                      <a:pt x="263" y="1684"/>
                    </a:lnTo>
                    <a:lnTo>
                      <a:pt x="287" y="1407"/>
                    </a:lnTo>
                    <a:lnTo>
                      <a:pt x="337" y="1130"/>
                    </a:lnTo>
                    <a:lnTo>
                      <a:pt x="397" y="879"/>
                    </a:lnTo>
                    <a:lnTo>
                      <a:pt x="397" y="734"/>
                    </a:lnTo>
                    <a:lnTo>
                      <a:pt x="360" y="602"/>
                    </a:lnTo>
                    <a:lnTo>
                      <a:pt x="311" y="519"/>
                    </a:lnTo>
                    <a:lnTo>
                      <a:pt x="325" y="194"/>
                    </a:lnTo>
                    <a:lnTo>
                      <a:pt x="337" y="12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2" name="Freeform 59">
                <a:extLst>
                  <a:ext uri="{FF2B5EF4-FFF2-40B4-BE49-F238E27FC236}">
                    <a16:creationId xmlns:a16="http://schemas.microsoft.com/office/drawing/2014/main" id="{2B3BE80F-CD49-6D44-96A8-8767AEE5F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82"/>
                <a:ext cx="165" cy="135"/>
              </a:xfrm>
              <a:custGeom>
                <a:avLst/>
                <a:gdLst>
                  <a:gd name="T0" fmla="*/ 0 w 1314"/>
                  <a:gd name="T1" fmla="*/ 0 h 1079"/>
                  <a:gd name="T2" fmla="*/ 0 w 1314"/>
                  <a:gd name="T3" fmla="*/ 0 h 1079"/>
                  <a:gd name="T4" fmla="*/ 0 w 1314"/>
                  <a:gd name="T5" fmla="*/ 0 h 1079"/>
                  <a:gd name="T6" fmla="*/ 0 w 1314"/>
                  <a:gd name="T7" fmla="*/ 0 h 1079"/>
                  <a:gd name="T8" fmla="*/ 0 w 1314"/>
                  <a:gd name="T9" fmla="*/ 0 h 1079"/>
                  <a:gd name="T10" fmla="*/ 0 w 1314"/>
                  <a:gd name="T11" fmla="*/ 0 h 1079"/>
                  <a:gd name="T12" fmla="*/ 0 w 1314"/>
                  <a:gd name="T13" fmla="*/ 0 h 1079"/>
                  <a:gd name="T14" fmla="*/ 0 w 1314"/>
                  <a:gd name="T15" fmla="*/ 0 h 1079"/>
                  <a:gd name="T16" fmla="*/ 0 w 1314"/>
                  <a:gd name="T17" fmla="*/ 0 h 1079"/>
                  <a:gd name="T18" fmla="*/ 0 w 1314"/>
                  <a:gd name="T19" fmla="*/ 0 h 1079"/>
                  <a:gd name="T20" fmla="*/ 0 w 1314"/>
                  <a:gd name="T21" fmla="*/ 0 h 1079"/>
                  <a:gd name="T22" fmla="*/ 0 w 1314"/>
                  <a:gd name="T23" fmla="*/ 0 h 1079"/>
                  <a:gd name="T24" fmla="*/ 0 w 1314"/>
                  <a:gd name="T25" fmla="*/ 0 h 1079"/>
                  <a:gd name="T26" fmla="*/ 0 w 1314"/>
                  <a:gd name="T27" fmla="*/ 0 h 1079"/>
                  <a:gd name="T28" fmla="*/ 0 w 1314"/>
                  <a:gd name="T29" fmla="*/ 0 h 1079"/>
                  <a:gd name="T30" fmla="*/ 0 w 1314"/>
                  <a:gd name="T31" fmla="*/ 0 h 1079"/>
                  <a:gd name="T32" fmla="*/ 0 w 1314"/>
                  <a:gd name="T33" fmla="*/ 0 h 1079"/>
                  <a:gd name="T34" fmla="*/ 0 w 1314"/>
                  <a:gd name="T35" fmla="*/ 0 h 1079"/>
                  <a:gd name="T36" fmla="*/ 0 w 1314"/>
                  <a:gd name="T37" fmla="*/ 0 h 1079"/>
                  <a:gd name="T38" fmla="*/ 0 w 1314"/>
                  <a:gd name="T39" fmla="*/ 0 h 1079"/>
                  <a:gd name="T40" fmla="*/ 0 w 1314"/>
                  <a:gd name="T41" fmla="*/ 0 h 1079"/>
                  <a:gd name="T42" fmla="*/ 0 w 1314"/>
                  <a:gd name="T43" fmla="*/ 0 h 1079"/>
                  <a:gd name="T44" fmla="*/ 0 w 1314"/>
                  <a:gd name="T45" fmla="*/ 0 h 1079"/>
                  <a:gd name="T46" fmla="*/ 0 w 1314"/>
                  <a:gd name="T47" fmla="*/ 0 h 1079"/>
                  <a:gd name="T48" fmla="*/ 0 w 1314"/>
                  <a:gd name="T49" fmla="*/ 0 h 1079"/>
                  <a:gd name="T50" fmla="*/ 0 w 1314"/>
                  <a:gd name="T51" fmla="*/ 0 h 1079"/>
                  <a:gd name="T52" fmla="*/ 0 w 1314"/>
                  <a:gd name="T53" fmla="*/ 0 h 1079"/>
                  <a:gd name="T54" fmla="*/ 0 w 1314"/>
                  <a:gd name="T55" fmla="*/ 0 h 1079"/>
                  <a:gd name="T56" fmla="*/ 0 w 1314"/>
                  <a:gd name="T57" fmla="*/ 0 h 10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14"/>
                  <a:gd name="T88" fmla="*/ 0 h 1079"/>
                  <a:gd name="T89" fmla="*/ 1314 w 1314"/>
                  <a:gd name="T90" fmla="*/ 1079 h 10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14" h="1079">
                    <a:moveTo>
                      <a:pt x="374" y="0"/>
                    </a:moveTo>
                    <a:lnTo>
                      <a:pt x="300" y="35"/>
                    </a:lnTo>
                    <a:lnTo>
                      <a:pt x="300" y="97"/>
                    </a:lnTo>
                    <a:lnTo>
                      <a:pt x="194" y="143"/>
                    </a:lnTo>
                    <a:lnTo>
                      <a:pt x="167" y="192"/>
                    </a:lnTo>
                    <a:lnTo>
                      <a:pt x="129" y="335"/>
                    </a:lnTo>
                    <a:lnTo>
                      <a:pt x="24" y="395"/>
                    </a:lnTo>
                    <a:lnTo>
                      <a:pt x="0" y="613"/>
                    </a:lnTo>
                    <a:lnTo>
                      <a:pt x="59" y="830"/>
                    </a:lnTo>
                    <a:lnTo>
                      <a:pt x="290" y="934"/>
                    </a:lnTo>
                    <a:lnTo>
                      <a:pt x="662" y="1056"/>
                    </a:lnTo>
                    <a:lnTo>
                      <a:pt x="938" y="1068"/>
                    </a:lnTo>
                    <a:lnTo>
                      <a:pt x="1241" y="1079"/>
                    </a:lnTo>
                    <a:lnTo>
                      <a:pt x="1217" y="925"/>
                    </a:lnTo>
                    <a:lnTo>
                      <a:pt x="1217" y="817"/>
                    </a:lnTo>
                    <a:lnTo>
                      <a:pt x="1229" y="699"/>
                    </a:lnTo>
                    <a:lnTo>
                      <a:pt x="1314" y="529"/>
                    </a:lnTo>
                    <a:lnTo>
                      <a:pt x="1229" y="480"/>
                    </a:lnTo>
                    <a:lnTo>
                      <a:pt x="1156" y="408"/>
                    </a:lnTo>
                    <a:lnTo>
                      <a:pt x="1096" y="309"/>
                    </a:lnTo>
                    <a:lnTo>
                      <a:pt x="1024" y="226"/>
                    </a:lnTo>
                    <a:lnTo>
                      <a:pt x="950" y="167"/>
                    </a:lnTo>
                    <a:lnTo>
                      <a:pt x="879" y="143"/>
                    </a:lnTo>
                    <a:lnTo>
                      <a:pt x="769" y="167"/>
                    </a:lnTo>
                    <a:lnTo>
                      <a:pt x="637" y="204"/>
                    </a:lnTo>
                    <a:lnTo>
                      <a:pt x="588" y="180"/>
                    </a:lnTo>
                    <a:lnTo>
                      <a:pt x="528" y="59"/>
                    </a:lnTo>
                    <a:lnTo>
                      <a:pt x="470" y="26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3" name="Freeform 60">
                <a:extLst>
                  <a:ext uri="{FF2B5EF4-FFF2-40B4-BE49-F238E27FC236}">
                    <a16:creationId xmlns:a16="http://schemas.microsoft.com/office/drawing/2014/main" id="{6AB6468F-EBE6-7B4B-A9ED-8348CE227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82"/>
                <a:ext cx="226" cy="269"/>
              </a:xfrm>
              <a:custGeom>
                <a:avLst/>
                <a:gdLst>
                  <a:gd name="T0" fmla="*/ 0 w 1808"/>
                  <a:gd name="T1" fmla="*/ 0 h 2151"/>
                  <a:gd name="T2" fmla="*/ 0 w 1808"/>
                  <a:gd name="T3" fmla="*/ 0 h 2151"/>
                  <a:gd name="T4" fmla="*/ 0 w 1808"/>
                  <a:gd name="T5" fmla="*/ 0 h 2151"/>
                  <a:gd name="T6" fmla="*/ 0 w 1808"/>
                  <a:gd name="T7" fmla="*/ 0 h 2151"/>
                  <a:gd name="T8" fmla="*/ 0 w 1808"/>
                  <a:gd name="T9" fmla="*/ 0 h 2151"/>
                  <a:gd name="T10" fmla="*/ 0 w 1808"/>
                  <a:gd name="T11" fmla="*/ 0 h 2151"/>
                  <a:gd name="T12" fmla="*/ 0 w 1808"/>
                  <a:gd name="T13" fmla="*/ 0 h 2151"/>
                  <a:gd name="T14" fmla="*/ 0 w 1808"/>
                  <a:gd name="T15" fmla="*/ 0 h 2151"/>
                  <a:gd name="T16" fmla="*/ 0 w 1808"/>
                  <a:gd name="T17" fmla="*/ 0 h 2151"/>
                  <a:gd name="T18" fmla="*/ 0 w 1808"/>
                  <a:gd name="T19" fmla="*/ 0 h 2151"/>
                  <a:gd name="T20" fmla="*/ 0 w 1808"/>
                  <a:gd name="T21" fmla="*/ 0 h 2151"/>
                  <a:gd name="T22" fmla="*/ 0 w 1808"/>
                  <a:gd name="T23" fmla="*/ 0 h 2151"/>
                  <a:gd name="T24" fmla="*/ 0 w 1808"/>
                  <a:gd name="T25" fmla="*/ 0 h 2151"/>
                  <a:gd name="T26" fmla="*/ 0 w 1808"/>
                  <a:gd name="T27" fmla="*/ 0 h 2151"/>
                  <a:gd name="T28" fmla="*/ 0 w 1808"/>
                  <a:gd name="T29" fmla="*/ 0 h 2151"/>
                  <a:gd name="T30" fmla="*/ 0 w 1808"/>
                  <a:gd name="T31" fmla="*/ 0 h 2151"/>
                  <a:gd name="T32" fmla="*/ 0 w 1808"/>
                  <a:gd name="T33" fmla="*/ 0 h 2151"/>
                  <a:gd name="T34" fmla="*/ 0 w 1808"/>
                  <a:gd name="T35" fmla="*/ 0 h 2151"/>
                  <a:gd name="T36" fmla="*/ 0 w 1808"/>
                  <a:gd name="T37" fmla="*/ 0 h 2151"/>
                  <a:gd name="T38" fmla="*/ 0 w 1808"/>
                  <a:gd name="T39" fmla="*/ 0 h 2151"/>
                  <a:gd name="T40" fmla="*/ 0 w 1808"/>
                  <a:gd name="T41" fmla="*/ 0 h 2151"/>
                  <a:gd name="T42" fmla="*/ 0 w 1808"/>
                  <a:gd name="T43" fmla="*/ 0 h 2151"/>
                  <a:gd name="T44" fmla="*/ 0 w 1808"/>
                  <a:gd name="T45" fmla="*/ 0 h 2151"/>
                  <a:gd name="T46" fmla="*/ 0 w 1808"/>
                  <a:gd name="T47" fmla="*/ 0 h 2151"/>
                  <a:gd name="T48" fmla="*/ 0 w 1808"/>
                  <a:gd name="T49" fmla="*/ 0 h 2151"/>
                  <a:gd name="T50" fmla="*/ 0 w 1808"/>
                  <a:gd name="T51" fmla="*/ 0 h 2151"/>
                  <a:gd name="T52" fmla="*/ 0 w 1808"/>
                  <a:gd name="T53" fmla="*/ 0 h 2151"/>
                  <a:gd name="T54" fmla="*/ 0 w 1808"/>
                  <a:gd name="T55" fmla="*/ 0 h 215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08"/>
                  <a:gd name="T85" fmla="*/ 0 h 2151"/>
                  <a:gd name="T86" fmla="*/ 1808 w 1808"/>
                  <a:gd name="T87" fmla="*/ 2151 h 215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08" h="2151">
                    <a:moveTo>
                      <a:pt x="1784" y="591"/>
                    </a:moveTo>
                    <a:lnTo>
                      <a:pt x="1808" y="681"/>
                    </a:lnTo>
                    <a:lnTo>
                      <a:pt x="1803" y="758"/>
                    </a:lnTo>
                    <a:lnTo>
                      <a:pt x="1773" y="877"/>
                    </a:lnTo>
                    <a:lnTo>
                      <a:pt x="1698" y="1052"/>
                    </a:lnTo>
                    <a:lnTo>
                      <a:pt x="1573" y="1178"/>
                    </a:lnTo>
                    <a:lnTo>
                      <a:pt x="1459" y="1701"/>
                    </a:lnTo>
                    <a:lnTo>
                      <a:pt x="1289" y="1884"/>
                    </a:lnTo>
                    <a:lnTo>
                      <a:pt x="1164" y="2022"/>
                    </a:lnTo>
                    <a:lnTo>
                      <a:pt x="1091" y="2133"/>
                    </a:lnTo>
                    <a:lnTo>
                      <a:pt x="1045" y="2151"/>
                    </a:lnTo>
                    <a:lnTo>
                      <a:pt x="835" y="1868"/>
                    </a:lnTo>
                    <a:lnTo>
                      <a:pt x="657" y="1890"/>
                    </a:lnTo>
                    <a:lnTo>
                      <a:pt x="569" y="1890"/>
                    </a:lnTo>
                    <a:lnTo>
                      <a:pt x="512" y="1852"/>
                    </a:lnTo>
                    <a:lnTo>
                      <a:pt x="477" y="1791"/>
                    </a:lnTo>
                    <a:lnTo>
                      <a:pt x="429" y="1628"/>
                    </a:lnTo>
                    <a:lnTo>
                      <a:pt x="289" y="1351"/>
                    </a:lnTo>
                    <a:lnTo>
                      <a:pt x="141" y="1169"/>
                    </a:lnTo>
                    <a:lnTo>
                      <a:pt x="107" y="1022"/>
                    </a:lnTo>
                    <a:lnTo>
                      <a:pt x="76" y="872"/>
                    </a:lnTo>
                    <a:lnTo>
                      <a:pt x="28" y="653"/>
                    </a:lnTo>
                    <a:lnTo>
                      <a:pt x="0" y="353"/>
                    </a:lnTo>
                    <a:lnTo>
                      <a:pt x="24" y="208"/>
                    </a:lnTo>
                    <a:lnTo>
                      <a:pt x="76" y="99"/>
                    </a:lnTo>
                    <a:lnTo>
                      <a:pt x="1324" y="0"/>
                    </a:lnTo>
                    <a:lnTo>
                      <a:pt x="1698" y="433"/>
                    </a:lnTo>
                    <a:lnTo>
                      <a:pt x="1784" y="59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4" name="Freeform 61">
                <a:extLst>
                  <a:ext uri="{FF2B5EF4-FFF2-40B4-BE49-F238E27FC236}">
                    <a16:creationId xmlns:a16="http://schemas.microsoft.com/office/drawing/2014/main" id="{D69F3CBA-F55B-C841-AF00-536BB882F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86"/>
                <a:ext cx="19" cy="14"/>
              </a:xfrm>
              <a:custGeom>
                <a:avLst/>
                <a:gdLst>
                  <a:gd name="T0" fmla="*/ 0 w 152"/>
                  <a:gd name="T1" fmla="*/ 0 h 113"/>
                  <a:gd name="T2" fmla="*/ 0 w 152"/>
                  <a:gd name="T3" fmla="*/ 0 h 113"/>
                  <a:gd name="T4" fmla="*/ 0 w 152"/>
                  <a:gd name="T5" fmla="*/ 0 h 113"/>
                  <a:gd name="T6" fmla="*/ 0 w 152"/>
                  <a:gd name="T7" fmla="*/ 0 h 113"/>
                  <a:gd name="T8" fmla="*/ 0 w 152"/>
                  <a:gd name="T9" fmla="*/ 0 h 113"/>
                  <a:gd name="T10" fmla="*/ 0 w 15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"/>
                  <a:gd name="T19" fmla="*/ 0 h 113"/>
                  <a:gd name="T20" fmla="*/ 152 w 152"/>
                  <a:gd name="T21" fmla="*/ 113 h 1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" h="113">
                    <a:moveTo>
                      <a:pt x="0" y="83"/>
                    </a:moveTo>
                    <a:lnTo>
                      <a:pt x="49" y="113"/>
                    </a:lnTo>
                    <a:lnTo>
                      <a:pt x="152" y="79"/>
                    </a:lnTo>
                    <a:lnTo>
                      <a:pt x="152" y="0"/>
                    </a:lnTo>
                    <a:lnTo>
                      <a:pt x="33" y="16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5" name="Freeform 62">
                <a:extLst>
                  <a:ext uri="{FF2B5EF4-FFF2-40B4-BE49-F238E27FC236}">
                    <a16:creationId xmlns:a16="http://schemas.microsoft.com/office/drawing/2014/main" id="{D7FE0674-17B6-154B-8587-72082D962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72"/>
                <a:ext cx="28" cy="10"/>
              </a:xfrm>
              <a:custGeom>
                <a:avLst/>
                <a:gdLst>
                  <a:gd name="T0" fmla="*/ 0 w 231"/>
                  <a:gd name="T1" fmla="*/ 0 h 83"/>
                  <a:gd name="T2" fmla="*/ 0 w 231"/>
                  <a:gd name="T3" fmla="*/ 0 h 83"/>
                  <a:gd name="T4" fmla="*/ 0 w 231"/>
                  <a:gd name="T5" fmla="*/ 0 h 83"/>
                  <a:gd name="T6" fmla="*/ 0 w 231"/>
                  <a:gd name="T7" fmla="*/ 0 h 83"/>
                  <a:gd name="T8" fmla="*/ 0 w 231"/>
                  <a:gd name="T9" fmla="*/ 0 h 83"/>
                  <a:gd name="T10" fmla="*/ 0 w 23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1"/>
                  <a:gd name="T19" fmla="*/ 0 h 83"/>
                  <a:gd name="T20" fmla="*/ 231 w 23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1" h="83">
                    <a:moveTo>
                      <a:pt x="27" y="83"/>
                    </a:moveTo>
                    <a:lnTo>
                      <a:pt x="130" y="74"/>
                    </a:lnTo>
                    <a:lnTo>
                      <a:pt x="231" y="47"/>
                    </a:lnTo>
                    <a:lnTo>
                      <a:pt x="104" y="0"/>
                    </a:lnTo>
                    <a:lnTo>
                      <a:pt x="0" y="0"/>
                    </a:lnTo>
                    <a:lnTo>
                      <a:pt x="27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6" name="Freeform 63">
                <a:extLst>
                  <a:ext uri="{FF2B5EF4-FFF2-40B4-BE49-F238E27FC236}">
                    <a16:creationId xmlns:a16="http://schemas.microsoft.com/office/drawing/2014/main" id="{969DADDF-EDC9-C14F-801B-2FD363B2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446"/>
                <a:ext cx="181" cy="56"/>
              </a:xfrm>
              <a:custGeom>
                <a:avLst/>
                <a:gdLst>
                  <a:gd name="T0" fmla="*/ 0 w 1451"/>
                  <a:gd name="T1" fmla="*/ 0 h 452"/>
                  <a:gd name="T2" fmla="*/ 0 w 1451"/>
                  <a:gd name="T3" fmla="*/ 0 h 452"/>
                  <a:gd name="T4" fmla="*/ 0 w 1451"/>
                  <a:gd name="T5" fmla="*/ 0 h 452"/>
                  <a:gd name="T6" fmla="*/ 0 w 1451"/>
                  <a:gd name="T7" fmla="*/ 0 h 452"/>
                  <a:gd name="T8" fmla="*/ 0 w 1451"/>
                  <a:gd name="T9" fmla="*/ 0 h 452"/>
                  <a:gd name="T10" fmla="*/ 0 w 1451"/>
                  <a:gd name="T11" fmla="*/ 0 h 452"/>
                  <a:gd name="T12" fmla="*/ 0 w 1451"/>
                  <a:gd name="T13" fmla="*/ 0 h 452"/>
                  <a:gd name="T14" fmla="*/ 0 w 1451"/>
                  <a:gd name="T15" fmla="*/ 0 h 452"/>
                  <a:gd name="T16" fmla="*/ 0 w 1451"/>
                  <a:gd name="T17" fmla="*/ 0 h 452"/>
                  <a:gd name="T18" fmla="*/ 0 w 1451"/>
                  <a:gd name="T19" fmla="*/ 0 h 452"/>
                  <a:gd name="T20" fmla="*/ 0 w 1451"/>
                  <a:gd name="T21" fmla="*/ 0 h 452"/>
                  <a:gd name="T22" fmla="*/ 0 w 1451"/>
                  <a:gd name="T23" fmla="*/ 0 h 452"/>
                  <a:gd name="T24" fmla="*/ 0 w 1451"/>
                  <a:gd name="T25" fmla="*/ 0 h 452"/>
                  <a:gd name="T26" fmla="*/ 0 w 1451"/>
                  <a:gd name="T27" fmla="*/ 0 h 452"/>
                  <a:gd name="T28" fmla="*/ 0 w 1451"/>
                  <a:gd name="T29" fmla="*/ 0 h 452"/>
                  <a:gd name="T30" fmla="*/ 0 w 1451"/>
                  <a:gd name="T31" fmla="*/ 0 h 4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51"/>
                  <a:gd name="T49" fmla="*/ 0 h 452"/>
                  <a:gd name="T50" fmla="*/ 1451 w 1451"/>
                  <a:gd name="T51" fmla="*/ 452 h 45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51" h="452">
                    <a:moveTo>
                      <a:pt x="110" y="41"/>
                    </a:moveTo>
                    <a:lnTo>
                      <a:pt x="237" y="0"/>
                    </a:lnTo>
                    <a:lnTo>
                      <a:pt x="603" y="0"/>
                    </a:lnTo>
                    <a:lnTo>
                      <a:pt x="1255" y="165"/>
                    </a:lnTo>
                    <a:lnTo>
                      <a:pt x="1451" y="391"/>
                    </a:lnTo>
                    <a:lnTo>
                      <a:pt x="1134" y="318"/>
                    </a:lnTo>
                    <a:lnTo>
                      <a:pt x="981" y="360"/>
                    </a:lnTo>
                    <a:lnTo>
                      <a:pt x="846" y="424"/>
                    </a:lnTo>
                    <a:lnTo>
                      <a:pt x="647" y="452"/>
                    </a:lnTo>
                    <a:lnTo>
                      <a:pt x="426" y="444"/>
                    </a:lnTo>
                    <a:lnTo>
                      <a:pt x="218" y="391"/>
                    </a:lnTo>
                    <a:lnTo>
                      <a:pt x="68" y="318"/>
                    </a:lnTo>
                    <a:lnTo>
                      <a:pt x="16" y="251"/>
                    </a:lnTo>
                    <a:lnTo>
                      <a:pt x="0" y="186"/>
                    </a:lnTo>
                    <a:lnTo>
                      <a:pt x="4" y="129"/>
                    </a:lnTo>
                    <a:lnTo>
                      <a:pt x="110" y="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7" name="Freeform 64">
                <a:extLst>
                  <a:ext uri="{FF2B5EF4-FFF2-40B4-BE49-F238E27FC236}">
                    <a16:creationId xmlns:a16="http://schemas.microsoft.com/office/drawing/2014/main" id="{5A63726A-5040-EF44-8FB0-84FE6081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498"/>
                <a:ext cx="88" cy="78"/>
              </a:xfrm>
              <a:custGeom>
                <a:avLst/>
                <a:gdLst>
                  <a:gd name="T0" fmla="*/ 0 w 700"/>
                  <a:gd name="T1" fmla="*/ 0 h 629"/>
                  <a:gd name="T2" fmla="*/ 0 w 700"/>
                  <a:gd name="T3" fmla="*/ 0 h 629"/>
                  <a:gd name="T4" fmla="*/ 0 w 700"/>
                  <a:gd name="T5" fmla="*/ 0 h 629"/>
                  <a:gd name="T6" fmla="*/ 0 w 700"/>
                  <a:gd name="T7" fmla="*/ 0 h 629"/>
                  <a:gd name="T8" fmla="*/ 0 w 700"/>
                  <a:gd name="T9" fmla="*/ 0 h 629"/>
                  <a:gd name="T10" fmla="*/ 0 w 700"/>
                  <a:gd name="T11" fmla="*/ 0 h 629"/>
                  <a:gd name="T12" fmla="*/ 0 w 700"/>
                  <a:gd name="T13" fmla="*/ 0 h 629"/>
                  <a:gd name="T14" fmla="*/ 0 w 700"/>
                  <a:gd name="T15" fmla="*/ 0 h 629"/>
                  <a:gd name="T16" fmla="*/ 0 w 700"/>
                  <a:gd name="T17" fmla="*/ 0 h 629"/>
                  <a:gd name="T18" fmla="*/ 0 w 700"/>
                  <a:gd name="T19" fmla="*/ 0 h 629"/>
                  <a:gd name="T20" fmla="*/ 0 w 700"/>
                  <a:gd name="T21" fmla="*/ 0 h 629"/>
                  <a:gd name="T22" fmla="*/ 0 w 700"/>
                  <a:gd name="T23" fmla="*/ 0 h 629"/>
                  <a:gd name="T24" fmla="*/ 0 w 700"/>
                  <a:gd name="T25" fmla="*/ 0 h 629"/>
                  <a:gd name="T26" fmla="*/ 0 w 700"/>
                  <a:gd name="T27" fmla="*/ 0 h 629"/>
                  <a:gd name="T28" fmla="*/ 0 w 700"/>
                  <a:gd name="T29" fmla="*/ 0 h 629"/>
                  <a:gd name="T30" fmla="*/ 0 w 700"/>
                  <a:gd name="T31" fmla="*/ 0 h 6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00"/>
                  <a:gd name="T49" fmla="*/ 0 h 629"/>
                  <a:gd name="T50" fmla="*/ 700 w 700"/>
                  <a:gd name="T51" fmla="*/ 629 h 62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00" h="629">
                    <a:moveTo>
                      <a:pt x="666" y="482"/>
                    </a:moveTo>
                    <a:lnTo>
                      <a:pt x="548" y="411"/>
                    </a:lnTo>
                    <a:lnTo>
                      <a:pt x="449" y="405"/>
                    </a:lnTo>
                    <a:lnTo>
                      <a:pt x="392" y="482"/>
                    </a:lnTo>
                    <a:lnTo>
                      <a:pt x="378" y="629"/>
                    </a:lnTo>
                    <a:lnTo>
                      <a:pt x="173" y="604"/>
                    </a:lnTo>
                    <a:lnTo>
                      <a:pt x="182" y="528"/>
                    </a:lnTo>
                    <a:lnTo>
                      <a:pt x="139" y="433"/>
                    </a:lnTo>
                    <a:lnTo>
                      <a:pt x="76" y="374"/>
                    </a:lnTo>
                    <a:lnTo>
                      <a:pt x="36" y="350"/>
                    </a:lnTo>
                    <a:lnTo>
                      <a:pt x="0" y="141"/>
                    </a:lnTo>
                    <a:lnTo>
                      <a:pt x="286" y="0"/>
                    </a:lnTo>
                    <a:lnTo>
                      <a:pt x="588" y="110"/>
                    </a:lnTo>
                    <a:lnTo>
                      <a:pt x="632" y="360"/>
                    </a:lnTo>
                    <a:lnTo>
                      <a:pt x="700" y="447"/>
                    </a:lnTo>
                    <a:lnTo>
                      <a:pt x="666" y="4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8" name="Freeform 65">
                <a:extLst>
                  <a:ext uri="{FF2B5EF4-FFF2-40B4-BE49-F238E27FC236}">
                    <a16:creationId xmlns:a16="http://schemas.microsoft.com/office/drawing/2014/main" id="{7AF2CC81-06B7-5B4E-9321-3E0582AE9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483"/>
                <a:ext cx="97" cy="80"/>
              </a:xfrm>
              <a:custGeom>
                <a:avLst/>
                <a:gdLst>
                  <a:gd name="T0" fmla="*/ 0 w 775"/>
                  <a:gd name="T1" fmla="*/ 0 h 641"/>
                  <a:gd name="T2" fmla="*/ 0 w 775"/>
                  <a:gd name="T3" fmla="*/ 0 h 641"/>
                  <a:gd name="T4" fmla="*/ 0 w 775"/>
                  <a:gd name="T5" fmla="*/ 0 h 641"/>
                  <a:gd name="T6" fmla="*/ 0 w 775"/>
                  <a:gd name="T7" fmla="*/ 0 h 641"/>
                  <a:gd name="T8" fmla="*/ 0 w 775"/>
                  <a:gd name="T9" fmla="*/ 0 h 641"/>
                  <a:gd name="T10" fmla="*/ 0 w 775"/>
                  <a:gd name="T11" fmla="*/ 0 h 641"/>
                  <a:gd name="T12" fmla="*/ 0 w 775"/>
                  <a:gd name="T13" fmla="*/ 0 h 641"/>
                  <a:gd name="T14" fmla="*/ 0 w 775"/>
                  <a:gd name="T15" fmla="*/ 0 h 641"/>
                  <a:gd name="T16" fmla="*/ 0 w 775"/>
                  <a:gd name="T17" fmla="*/ 0 h 641"/>
                  <a:gd name="T18" fmla="*/ 0 w 775"/>
                  <a:gd name="T19" fmla="*/ 0 h 641"/>
                  <a:gd name="T20" fmla="*/ 0 w 775"/>
                  <a:gd name="T21" fmla="*/ 0 h 641"/>
                  <a:gd name="T22" fmla="*/ 0 w 775"/>
                  <a:gd name="T23" fmla="*/ 0 h 641"/>
                  <a:gd name="T24" fmla="*/ 0 w 775"/>
                  <a:gd name="T25" fmla="*/ 0 h 641"/>
                  <a:gd name="T26" fmla="*/ 0 w 775"/>
                  <a:gd name="T27" fmla="*/ 0 h 641"/>
                  <a:gd name="T28" fmla="*/ 0 w 775"/>
                  <a:gd name="T29" fmla="*/ 0 h 641"/>
                  <a:gd name="T30" fmla="*/ 0 w 775"/>
                  <a:gd name="T31" fmla="*/ 0 h 641"/>
                  <a:gd name="T32" fmla="*/ 0 w 775"/>
                  <a:gd name="T33" fmla="*/ 0 h 641"/>
                  <a:gd name="T34" fmla="*/ 0 w 775"/>
                  <a:gd name="T35" fmla="*/ 0 h 641"/>
                  <a:gd name="T36" fmla="*/ 0 w 775"/>
                  <a:gd name="T37" fmla="*/ 0 h 641"/>
                  <a:gd name="T38" fmla="*/ 0 w 775"/>
                  <a:gd name="T39" fmla="*/ 0 h 641"/>
                  <a:gd name="T40" fmla="*/ 0 w 775"/>
                  <a:gd name="T41" fmla="*/ 0 h 641"/>
                  <a:gd name="T42" fmla="*/ 0 w 775"/>
                  <a:gd name="T43" fmla="*/ 0 h 641"/>
                  <a:gd name="T44" fmla="*/ 0 w 775"/>
                  <a:gd name="T45" fmla="*/ 0 h 641"/>
                  <a:gd name="T46" fmla="*/ 0 w 775"/>
                  <a:gd name="T47" fmla="*/ 0 h 641"/>
                  <a:gd name="T48" fmla="*/ 0 w 775"/>
                  <a:gd name="T49" fmla="*/ 0 h 641"/>
                  <a:gd name="T50" fmla="*/ 0 w 775"/>
                  <a:gd name="T51" fmla="*/ 0 h 641"/>
                  <a:gd name="T52" fmla="*/ 0 w 775"/>
                  <a:gd name="T53" fmla="*/ 0 h 641"/>
                  <a:gd name="T54" fmla="*/ 0 w 775"/>
                  <a:gd name="T55" fmla="*/ 0 h 641"/>
                  <a:gd name="T56" fmla="*/ 0 w 775"/>
                  <a:gd name="T57" fmla="*/ 0 h 641"/>
                  <a:gd name="T58" fmla="*/ 0 w 775"/>
                  <a:gd name="T59" fmla="*/ 0 h 641"/>
                  <a:gd name="T60" fmla="*/ 0 w 775"/>
                  <a:gd name="T61" fmla="*/ 0 h 641"/>
                  <a:gd name="T62" fmla="*/ 0 w 775"/>
                  <a:gd name="T63" fmla="*/ 0 h 641"/>
                  <a:gd name="T64" fmla="*/ 0 w 775"/>
                  <a:gd name="T65" fmla="*/ 0 h 641"/>
                  <a:gd name="T66" fmla="*/ 0 w 775"/>
                  <a:gd name="T67" fmla="*/ 0 h 641"/>
                  <a:gd name="T68" fmla="*/ 0 w 775"/>
                  <a:gd name="T69" fmla="*/ 0 h 641"/>
                  <a:gd name="T70" fmla="*/ 0 w 775"/>
                  <a:gd name="T71" fmla="*/ 0 h 641"/>
                  <a:gd name="T72" fmla="*/ 0 w 775"/>
                  <a:gd name="T73" fmla="*/ 0 h 641"/>
                  <a:gd name="T74" fmla="*/ 0 w 775"/>
                  <a:gd name="T75" fmla="*/ 0 h 641"/>
                  <a:gd name="T76" fmla="*/ 0 w 775"/>
                  <a:gd name="T77" fmla="*/ 0 h 641"/>
                  <a:gd name="T78" fmla="*/ 0 w 775"/>
                  <a:gd name="T79" fmla="*/ 0 h 641"/>
                  <a:gd name="T80" fmla="*/ 0 w 775"/>
                  <a:gd name="T81" fmla="*/ 0 h 641"/>
                  <a:gd name="T82" fmla="*/ 0 w 775"/>
                  <a:gd name="T83" fmla="*/ 0 h 641"/>
                  <a:gd name="T84" fmla="*/ 0 w 775"/>
                  <a:gd name="T85" fmla="*/ 0 h 64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75"/>
                  <a:gd name="T130" fmla="*/ 0 h 641"/>
                  <a:gd name="T131" fmla="*/ 775 w 775"/>
                  <a:gd name="T132" fmla="*/ 641 h 64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75" h="641">
                    <a:moveTo>
                      <a:pt x="747" y="575"/>
                    </a:moveTo>
                    <a:lnTo>
                      <a:pt x="701" y="518"/>
                    </a:lnTo>
                    <a:lnTo>
                      <a:pt x="643" y="461"/>
                    </a:lnTo>
                    <a:lnTo>
                      <a:pt x="608" y="397"/>
                    </a:lnTo>
                    <a:lnTo>
                      <a:pt x="617" y="309"/>
                    </a:lnTo>
                    <a:lnTo>
                      <a:pt x="586" y="261"/>
                    </a:lnTo>
                    <a:lnTo>
                      <a:pt x="530" y="230"/>
                    </a:lnTo>
                    <a:lnTo>
                      <a:pt x="496" y="226"/>
                    </a:lnTo>
                    <a:lnTo>
                      <a:pt x="440" y="230"/>
                    </a:lnTo>
                    <a:lnTo>
                      <a:pt x="488" y="316"/>
                    </a:lnTo>
                    <a:lnTo>
                      <a:pt x="571" y="397"/>
                    </a:lnTo>
                    <a:lnTo>
                      <a:pt x="440" y="316"/>
                    </a:lnTo>
                    <a:lnTo>
                      <a:pt x="343" y="274"/>
                    </a:lnTo>
                    <a:lnTo>
                      <a:pt x="242" y="283"/>
                    </a:lnTo>
                    <a:lnTo>
                      <a:pt x="161" y="288"/>
                    </a:lnTo>
                    <a:lnTo>
                      <a:pt x="118" y="300"/>
                    </a:lnTo>
                    <a:lnTo>
                      <a:pt x="152" y="371"/>
                    </a:lnTo>
                    <a:lnTo>
                      <a:pt x="320" y="378"/>
                    </a:lnTo>
                    <a:lnTo>
                      <a:pt x="454" y="447"/>
                    </a:lnTo>
                    <a:lnTo>
                      <a:pt x="336" y="447"/>
                    </a:lnTo>
                    <a:lnTo>
                      <a:pt x="384" y="518"/>
                    </a:lnTo>
                    <a:lnTo>
                      <a:pt x="413" y="602"/>
                    </a:lnTo>
                    <a:lnTo>
                      <a:pt x="378" y="641"/>
                    </a:lnTo>
                    <a:lnTo>
                      <a:pt x="274" y="586"/>
                    </a:lnTo>
                    <a:lnTo>
                      <a:pt x="182" y="542"/>
                    </a:lnTo>
                    <a:lnTo>
                      <a:pt x="161" y="503"/>
                    </a:lnTo>
                    <a:lnTo>
                      <a:pt x="90" y="480"/>
                    </a:lnTo>
                    <a:lnTo>
                      <a:pt x="57" y="378"/>
                    </a:lnTo>
                    <a:lnTo>
                      <a:pt x="48" y="239"/>
                    </a:lnTo>
                    <a:lnTo>
                      <a:pt x="23" y="191"/>
                    </a:lnTo>
                    <a:lnTo>
                      <a:pt x="39" y="136"/>
                    </a:lnTo>
                    <a:lnTo>
                      <a:pt x="0" y="127"/>
                    </a:lnTo>
                    <a:lnTo>
                      <a:pt x="48" y="78"/>
                    </a:lnTo>
                    <a:lnTo>
                      <a:pt x="175" y="63"/>
                    </a:lnTo>
                    <a:lnTo>
                      <a:pt x="343" y="85"/>
                    </a:lnTo>
                    <a:lnTo>
                      <a:pt x="518" y="0"/>
                    </a:lnTo>
                    <a:lnTo>
                      <a:pt x="622" y="94"/>
                    </a:lnTo>
                    <a:lnTo>
                      <a:pt x="678" y="182"/>
                    </a:lnTo>
                    <a:lnTo>
                      <a:pt x="692" y="274"/>
                    </a:lnTo>
                    <a:lnTo>
                      <a:pt x="701" y="406"/>
                    </a:lnTo>
                    <a:lnTo>
                      <a:pt x="705" y="489"/>
                    </a:lnTo>
                    <a:lnTo>
                      <a:pt x="775" y="595"/>
                    </a:lnTo>
                    <a:lnTo>
                      <a:pt x="747" y="57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29" name="Freeform 66">
                <a:extLst>
                  <a:ext uri="{FF2B5EF4-FFF2-40B4-BE49-F238E27FC236}">
                    <a16:creationId xmlns:a16="http://schemas.microsoft.com/office/drawing/2014/main" id="{1280F441-A804-8C4A-85B2-7E36E3624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587"/>
                <a:ext cx="540" cy="400"/>
              </a:xfrm>
              <a:custGeom>
                <a:avLst/>
                <a:gdLst>
                  <a:gd name="T0" fmla="*/ 0 w 4318"/>
                  <a:gd name="T1" fmla="*/ 0 h 3200"/>
                  <a:gd name="T2" fmla="*/ 0 w 4318"/>
                  <a:gd name="T3" fmla="*/ 0 h 3200"/>
                  <a:gd name="T4" fmla="*/ 0 w 4318"/>
                  <a:gd name="T5" fmla="*/ 0 h 3200"/>
                  <a:gd name="T6" fmla="*/ 0 w 4318"/>
                  <a:gd name="T7" fmla="*/ 0 h 3200"/>
                  <a:gd name="T8" fmla="*/ 0 w 4318"/>
                  <a:gd name="T9" fmla="*/ 0 h 3200"/>
                  <a:gd name="T10" fmla="*/ 0 w 4318"/>
                  <a:gd name="T11" fmla="*/ 0 h 3200"/>
                  <a:gd name="T12" fmla="*/ 0 w 4318"/>
                  <a:gd name="T13" fmla="*/ 0 h 3200"/>
                  <a:gd name="T14" fmla="*/ 0 w 4318"/>
                  <a:gd name="T15" fmla="*/ 0 h 3200"/>
                  <a:gd name="T16" fmla="*/ 0 w 4318"/>
                  <a:gd name="T17" fmla="*/ 0 h 3200"/>
                  <a:gd name="T18" fmla="*/ 0 w 4318"/>
                  <a:gd name="T19" fmla="*/ 0 h 3200"/>
                  <a:gd name="T20" fmla="*/ 0 w 4318"/>
                  <a:gd name="T21" fmla="*/ 0 h 3200"/>
                  <a:gd name="T22" fmla="*/ 0 w 4318"/>
                  <a:gd name="T23" fmla="*/ 0 h 3200"/>
                  <a:gd name="T24" fmla="*/ 0 w 4318"/>
                  <a:gd name="T25" fmla="*/ 0 h 3200"/>
                  <a:gd name="T26" fmla="*/ 0 w 4318"/>
                  <a:gd name="T27" fmla="*/ 0 h 3200"/>
                  <a:gd name="T28" fmla="*/ 0 w 4318"/>
                  <a:gd name="T29" fmla="*/ 0 h 3200"/>
                  <a:gd name="T30" fmla="*/ 0 w 4318"/>
                  <a:gd name="T31" fmla="*/ 0 h 3200"/>
                  <a:gd name="T32" fmla="*/ 0 w 4318"/>
                  <a:gd name="T33" fmla="*/ 0 h 3200"/>
                  <a:gd name="T34" fmla="*/ 0 w 4318"/>
                  <a:gd name="T35" fmla="*/ 0 h 3200"/>
                  <a:gd name="T36" fmla="*/ 0 w 4318"/>
                  <a:gd name="T37" fmla="*/ 0 h 3200"/>
                  <a:gd name="T38" fmla="*/ 0 w 4318"/>
                  <a:gd name="T39" fmla="*/ 0 h 3200"/>
                  <a:gd name="T40" fmla="*/ 0 w 4318"/>
                  <a:gd name="T41" fmla="*/ 0 h 3200"/>
                  <a:gd name="T42" fmla="*/ 0 w 4318"/>
                  <a:gd name="T43" fmla="*/ 0 h 3200"/>
                  <a:gd name="T44" fmla="*/ 0 w 4318"/>
                  <a:gd name="T45" fmla="*/ 0 h 3200"/>
                  <a:gd name="T46" fmla="*/ 0 w 4318"/>
                  <a:gd name="T47" fmla="*/ 0 h 3200"/>
                  <a:gd name="T48" fmla="*/ 0 w 4318"/>
                  <a:gd name="T49" fmla="*/ 0 h 3200"/>
                  <a:gd name="T50" fmla="*/ 0 w 4318"/>
                  <a:gd name="T51" fmla="*/ 0 h 3200"/>
                  <a:gd name="T52" fmla="*/ 0 w 4318"/>
                  <a:gd name="T53" fmla="*/ 0 h 3200"/>
                  <a:gd name="T54" fmla="*/ 0 w 4318"/>
                  <a:gd name="T55" fmla="*/ 0 h 3200"/>
                  <a:gd name="T56" fmla="*/ 0 w 4318"/>
                  <a:gd name="T57" fmla="*/ 0 h 3200"/>
                  <a:gd name="T58" fmla="*/ 0 w 4318"/>
                  <a:gd name="T59" fmla="*/ 0 h 3200"/>
                  <a:gd name="T60" fmla="*/ 0 w 4318"/>
                  <a:gd name="T61" fmla="*/ 0 h 3200"/>
                  <a:gd name="T62" fmla="*/ 0 w 4318"/>
                  <a:gd name="T63" fmla="*/ 0 h 3200"/>
                  <a:gd name="T64" fmla="*/ 0 w 4318"/>
                  <a:gd name="T65" fmla="*/ 0 h 3200"/>
                  <a:gd name="T66" fmla="*/ 0 w 4318"/>
                  <a:gd name="T67" fmla="*/ 0 h 3200"/>
                  <a:gd name="T68" fmla="*/ 0 w 4318"/>
                  <a:gd name="T69" fmla="*/ 0 h 3200"/>
                  <a:gd name="T70" fmla="*/ 0 w 4318"/>
                  <a:gd name="T71" fmla="*/ 0 h 3200"/>
                  <a:gd name="T72" fmla="*/ 0 w 4318"/>
                  <a:gd name="T73" fmla="*/ 0 h 3200"/>
                  <a:gd name="T74" fmla="*/ 0 w 4318"/>
                  <a:gd name="T75" fmla="*/ 0 h 3200"/>
                  <a:gd name="T76" fmla="*/ 0 w 4318"/>
                  <a:gd name="T77" fmla="*/ 0 h 3200"/>
                  <a:gd name="T78" fmla="*/ 0 w 4318"/>
                  <a:gd name="T79" fmla="*/ 0 h 3200"/>
                  <a:gd name="T80" fmla="*/ 0 w 4318"/>
                  <a:gd name="T81" fmla="*/ 0 h 3200"/>
                  <a:gd name="T82" fmla="*/ 0 w 4318"/>
                  <a:gd name="T83" fmla="*/ 0 h 3200"/>
                  <a:gd name="T84" fmla="*/ 0 w 4318"/>
                  <a:gd name="T85" fmla="*/ 0 h 3200"/>
                  <a:gd name="T86" fmla="*/ 0 w 4318"/>
                  <a:gd name="T87" fmla="*/ 0 h 3200"/>
                  <a:gd name="T88" fmla="*/ 0 w 4318"/>
                  <a:gd name="T89" fmla="*/ 0 h 3200"/>
                  <a:gd name="T90" fmla="*/ 0 w 4318"/>
                  <a:gd name="T91" fmla="*/ 0 h 3200"/>
                  <a:gd name="T92" fmla="*/ 0 w 4318"/>
                  <a:gd name="T93" fmla="*/ 0 h 3200"/>
                  <a:gd name="T94" fmla="*/ 0 w 4318"/>
                  <a:gd name="T95" fmla="*/ 0 h 3200"/>
                  <a:gd name="T96" fmla="*/ 0 w 4318"/>
                  <a:gd name="T97" fmla="*/ 0 h 3200"/>
                  <a:gd name="T98" fmla="*/ 0 w 4318"/>
                  <a:gd name="T99" fmla="*/ 0 h 3200"/>
                  <a:gd name="T100" fmla="*/ 0 w 4318"/>
                  <a:gd name="T101" fmla="*/ 0 h 3200"/>
                  <a:gd name="T102" fmla="*/ 0 w 4318"/>
                  <a:gd name="T103" fmla="*/ 0 h 3200"/>
                  <a:gd name="T104" fmla="*/ 0 w 4318"/>
                  <a:gd name="T105" fmla="*/ 0 h 320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318"/>
                  <a:gd name="T160" fmla="*/ 0 h 3200"/>
                  <a:gd name="T161" fmla="*/ 4318 w 4318"/>
                  <a:gd name="T162" fmla="*/ 3200 h 320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318" h="3200">
                    <a:moveTo>
                      <a:pt x="4072" y="2092"/>
                    </a:moveTo>
                    <a:lnTo>
                      <a:pt x="4095" y="1897"/>
                    </a:lnTo>
                    <a:lnTo>
                      <a:pt x="4208" y="1706"/>
                    </a:lnTo>
                    <a:lnTo>
                      <a:pt x="4318" y="1345"/>
                    </a:lnTo>
                    <a:lnTo>
                      <a:pt x="4249" y="1246"/>
                    </a:lnTo>
                    <a:lnTo>
                      <a:pt x="4090" y="1246"/>
                    </a:lnTo>
                    <a:lnTo>
                      <a:pt x="3986" y="1086"/>
                    </a:lnTo>
                    <a:lnTo>
                      <a:pt x="3929" y="1035"/>
                    </a:lnTo>
                    <a:lnTo>
                      <a:pt x="3909" y="1035"/>
                    </a:lnTo>
                    <a:lnTo>
                      <a:pt x="3808" y="1057"/>
                    </a:lnTo>
                    <a:lnTo>
                      <a:pt x="3498" y="561"/>
                    </a:lnTo>
                    <a:lnTo>
                      <a:pt x="3329" y="459"/>
                    </a:lnTo>
                    <a:lnTo>
                      <a:pt x="3087" y="139"/>
                    </a:lnTo>
                    <a:lnTo>
                      <a:pt x="2935" y="99"/>
                    </a:lnTo>
                    <a:lnTo>
                      <a:pt x="2834" y="132"/>
                    </a:lnTo>
                    <a:lnTo>
                      <a:pt x="2723" y="113"/>
                    </a:lnTo>
                    <a:lnTo>
                      <a:pt x="2615" y="148"/>
                    </a:lnTo>
                    <a:lnTo>
                      <a:pt x="2327" y="180"/>
                    </a:lnTo>
                    <a:lnTo>
                      <a:pt x="2237" y="148"/>
                    </a:lnTo>
                    <a:lnTo>
                      <a:pt x="2126" y="189"/>
                    </a:lnTo>
                    <a:lnTo>
                      <a:pt x="2057" y="113"/>
                    </a:lnTo>
                    <a:lnTo>
                      <a:pt x="1973" y="31"/>
                    </a:lnTo>
                    <a:lnTo>
                      <a:pt x="1914" y="0"/>
                    </a:lnTo>
                    <a:lnTo>
                      <a:pt x="1232" y="249"/>
                    </a:lnTo>
                    <a:lnTo>
                      <a:pt x="1171" y="420"/>
                    </a:lnTo>
                    <a:lnTo>
                      <a:pt x="853" y="589"/>
                    </a:lnTo>
                    <a:lnTo>
                      <a:pt x="632" y="627"/>
                    </a:lnTo>
                    <a:lnTo>
                      <a:pt x="441" y="807"/>
                    </a:lnTo>
                    <a:lnTo>
                      <a:pt x="413" y="910"/>
                    </a:lnTo>
                    <a:lnTo>
                      <a:pt x="371" y="1015"/>
                    </a:lnTo>
                    <a:lnTo>
                      <a:pt x="259" y="1356"/>
                    </a:lnTo>
                    <a:lnTo>
                      <a:pt x="210" y="1624"/>
                    </a:lnTo>
                    <a:lnTo>
                      <a:pt x="270" y="1854"/>
                    </a:lnTo>
                    <a:lnTo>
                      <a:pt x="180" y="2075"/>
                    </a:lnTo>
                    <a:lnTo>
                      <a:pt x="90" y="2103"/>
                    </a:lnTo>
                    <a:lnTo>
                      <a:pt x="0" y="2193"/>
                    </a:lnTo>
                    <a:lnTo>
                      <a:pt x="191" y="2792"/>
                    </a:lnTo>
                    <a:lnTo>
                      <a:pt x="399" y="2861"/>
                    </a:lnTo>
                    <a:lnTo>
                      <a:pt x="761" y="2613"/>
                    </a:lnTo>
                    <a:lnTo>
                      <a:pt x="1042" y="1945"/>
                    </a:lnTo>
                    <a:lnTo>
                      <a:pt x="1211" y="2262"/>
                    </a:lnTo>
                    <a:lnTo>
                      <a:pt x="1303" y="2771"/>
                    </a:lnTo>
                    <a:lnTo>
                      <a:pt x="1232" y="2903"/>
                    </a:lnTo>
                    <a:lnTo>
                      <a:pt x="1204" y="3129"/>
                    </a:lnTo>
                    <a:lnTo>
                      <a:pt x="1261" y="3200"/>
                    </a:lnTo>
                    <a:lnTo>
                      <a:pt x="3408" y="2892"/>
                    </a:lnTo>
                    <a:lnTo>
                      <a:pt x="3355" y="1517"/>
                    </a:lnTo>
                    <a:lnTo>
                      <a:pt x="3569" y="1695"/>
                    </a:lnTo>
                    <a:lnTo>
                      <a:pt x="3707" y="1714"/>
                    </a:lnTo>
                    <a:lnTo>
                      <a:pt x="3777" y="1846"/>
                    </a:lnTo>
                    <a:lnTo>
                      <a:pt x="3938" y="1854"/>
                    </a:lnTo>
                    <a:lnTo>
                      <a:pt x="4028" y="1994"/>
                    </a:lnTo>
                    <a:lnTo>
                      <a:pt x="4072" y="20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0" name="Freeform 67">
                <a:extLst>
                  <a:ext uri="{FF2B5EF4-FFF2-40B4-BE49-F238E27FC236}">
                    <a16:creationId xmlns:a16="http://schemas.microsoft.com/office/drawing/2014/main" id="{0ACBF1FD-DEEA-1A45-B886-43342FCA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939"/>
                <a:ext cx="50" cy="35"/>
              </a:xfrm>
              <a:custGeom>
                <a:avLst/>
                <a:gdLst>
                  <a:gd name="T0" fmla="*/ 0 w 400"/>
                  <a:gd name="T1" fmla="*/ 0 h 279"/>
                  <a:gd name="T2" fmla="*/ 0 w 400"/>
                  <a:gd name="T3" fmla="*/ 0 h 279"/>
                  <a:gd name="T4" fmla="*/ 0 w 400"/>
                  <a:gd name="T5" fmla="*/ 0 h 279"/>
                  <a:gd name="T6" fmla="*/ 0 w 400"/>
                  <a:gd name="T7" fmla="*/ 0 h 279"/>
                  <a:gd name="T8" fmla="*/ 0 w 400"/>
                  <a:gd name="T9" fmla="*/ 0 h 279"/>
                  <a:gd name="T10" fmla="*/ 0 w 400"/>
                  <a:gd name="T11" fmla="*/ 0 h 279"/>
                  <a:gd name="T12" fmla="*/ 0 w 400"/>
                  <a:gd name="T13" fmla="*/ 0 h 279"/>
                  <a:gd name="T14" fmla="*/ 0 w 400"/>
                  <a:gd name="T15" fmla="*/ 0 h 279"/>
                  <a:gd name="T16" fmla="*/ 0 w 400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0"/>
                  <a:gd name="T28" fmla="*/ 0 h 279"/>
                  <a:gd name="T29" fmla="*/ 400 w 400"/>
                  <a:gd name="T30" fmla="*/ 279 h 2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0" h="279">
                    <a:moveTo>
                      <a:pt x="279" y="0"/>
                    </a:moveTo>
                    <a:lnTo>
                      <a:pt x="130" y="0"/>
                    </a:lnTo>
                    <a:lnTo>
                      <a:pt x="8" y="83"/>
                    </a:lnTo>
                    <a:lnTo>
                      <a:pt x="0" y="242"/>
                    </a:lnTo>
                    <a:lnTo>
                      <a:pt x="40" y="279"/>
                    </a:lnTo>
                    <a:lnTo>
                      <a:pt x="391" y="210"/>
                    </a:lnTo>
                    <a:lnTo>
                      <a:pt x="400" y="162"/>
                    </a:lnTo>
                    <a:lnTo>
                      <a:pt x="349" y="30"/>
                    </a:lnTo>
                    <a:lnTo>
                      <a:pt x="279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1" name="Freeform 68">
                <a:extLst>
                  <a:ext uri="{FF2B5EF4-FFF2-40B4-BE49-F238E27FC236}">
                    <a16:creationId xmlns:a16="http://schemas.microsoft.com/office/drawing/2014/main" id="{F8D3C82B-5492-004B-9580-6B469ACEE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06"/>
                <a:ext cx="28" cy="123"/>
              </a:xfrm>
              <a:custGeom>
                <a:avLst/>
                <a:gdLst>
                  <a:gd name="T0" fmla="*/ 0 w 231"/>
                  <a:gd name="T1" fmla="*/ 0 h 977"/>
                  <a:gd name="T2" fmla="*/ 0 w 231"/>
                  <a:gd name="T3" fmla="*/ 0 h 977"/>
                  <a:gd name="T4" fmla="*/ 0 w 231"/>
                  <a:gd name="T5" fmla="*/ 0 h 977"/>
                  <a:gd name="T6" fmla="*/ 0 w 231"/>
                  <a:gd name="T7" fmla="*/ 0 h 977"/>
                  <a:gd name="T8" fmla="*/ 0 w 231"/>
                  <a:gd name="T9" fmla="*/ 0 h 977"/>
                  <a:gd name="T10" fmla="*/ 0 w 231"/>
                  <a:gd name="T11" fmla="*/ 0 h 977"/>
                  <a:gd name="T12" fmla="*/ 0 w 231"/>
                  <a:gd name="T13" fmla="*/ 0 h 977"/>
                  <a:gd name="T14" fmla="*/ 0 w 231"/>
                  <a:gd name="T15" fmla="*/ 0 h 977"/>
                  <a:gd name="T16" fmla="*/ 0 w 231"/>
                  <a:gd name="T17" fmla="*/ 0 h 977"/>
                  <a:gd name="T18" fmla="*/ 0 w 231"/>
                  <a:gd name="T19" fmla="*/ 0 h 9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1"/>
                  <a:gd name="T31" fmla="*/ 0 h 977"/>
                  <a:gd name="T32" fmla="*/ 231 w 231"/>
                  <a:gd name="T33" fmla="*/ 977 h 9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1" h="977">
                    <a:moveTo>
                      <a:pt x="183" y="0"/>
                    </a:moveTo>
                    <a:lnTo>
                      <a:pt x="183" y="283"/>
                    </a:lnTo>
                    <a:lnTo>
                      <a:pt x="231" y="659"/>
                    </a:lnTo>
                    <a:lnTo>
                      <a:pt x="90" y="648"/>
                    </a:lnTo>
                    <a:lnTo>
                      <a:pt x="210" y="856"/>
                    </a:lnTo>
                    <a:lnTo>
                      <a:pt x="148" y="977"/>
                    </a:lnTo>
                    <a:lnTo>
                      <a:pt x="0" y="687"/>
                    </a:lnTo>
                    <a:lnTo>
                      <a:pt x="0" y="560"/>
                    </a:lnTo>
                    <a:lnTo>
                      <a:pt x="130" y="129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2" name="Freeform 69">
                <a:extLst>
                  <a:ext uri="{FF2B5EF4-FFF2-40B4-BE49-F238E27FC236}">
                    <a16:creationId xmlns:a16="http://schemas.microsoft.com/office/drawing/2014/main" id="{CACF46D3-24A4-7C43-B7D7-80D2EC15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56"/>
                <a:ext cx="126" cy="187"/>
              </a:xfrm>
              <a:custGeom>
                <a:avLst/>
                <a:gdLst>
                  <a:gd name="T0" fmla="*/ 0 w 1008"/>
                  <a:gd name="T1" fmla="*/ 0 h 1494"/>
                  <a:gd name="T2" fmla="*/ 0 w 1008"/>
                  <a:gd name="T3" fmla="*/ 0 h 1494"/>
                  <a:gd name="T4" fmla="*/ 0 w 1008"/>
                  <a:gd name="T5" fmla="*/ 0 h 1494"/>
                  <a:gd name="T6" fmla="*/ 0 w 1008"/>
                  <a:gd name="T7" fmla="*/ 0 h 1494"/>
                  <a:gd name="T8" fmla="*/ 0 w 1008"/>
                  <a:gd name="T9" fmla="*/ 0 h 1494"/>
                  <a:gd name="T10" fmla="*/ 0 w 1008"/>
                  <a:gd name="T11" fmla="*/ 0 h 1494"/>
                  <a:gd name="T12" fmla="*/ 0 w 1008"/>
                  <a:gd name="T13" fmla="*/ 0 h 1494"/>
                  <a:gd name="T14" fmla="*/ 0 w 1008"/>
                  <a:gd name="T15" fmla="*/ 0 h 1494"/>
                  <a:gd name="T16" fmla="*/ 0 w 1008"/>
                  <a:gd name="T17" fmla="*/ 0 h 1494"/>
                  <a:gd name="T18" fmla="*/ 0 w 1008"/>
                  <a:gd name="T19" fmla="*/ 0 h 1494"/>
                  <a:gd name="T20" fmla="*/ 0 w 1008"/>
                  <a:gd name="T21" fmla="*/ 0 h 1494"/>
                  <a:gd name="T22" fmla="*/ 0 w 1008"/>
                  <a:gd name="T23" fmla="*/ 0 h 1494"/>
                  <a:gd name="T24" fmla="*/ 0 w 1008"/>
                  <a:gd name="T25" fmla="*/ 0 h 1494"/>
                  <a:gd name="T26" fmla="*/ 0 w 1008"/>
                  <a:gd name="T27" fmla="*/ 0 h 1494"/>
                  <a:gd name="T28" fmla="*/ 0 w 1008"/>
                  <a:gd name="T29" fmla="*/ 0 h 1494"/>
                  <a:gd name="T30" fmla="*/ 0 w 1008"/>
                  <a:gd name="T31" fmla="*/ 0 h 1494"/>
                  <a:gd name="T32" fmla="*/ 0 w 1008"/>
                  <a:gd name="T33" fmla="*/ 0 h 1494"/>
                  <a:gd name="T34" fmla="*/ 0 w 1008"/>
                  <a:gd name="T35" fmla="*/ 0 h 1494"/>
                  <a:gd name="T36" fmla="*/ 0 w 1008"/>
                  <a:gd name="T37" fmla="*/ 0 h 1494"/>
                  <a:gd name="T38" fmla="*/ 0 w 1008"/>
                  <a:gd name="T39" fmla="*/ 0 h 1494"/>
                  <a:gd name="T40" fmla="*/ 0 w 1008"/>
                  <a:gd name="T41" fmla="*/ 0 h 1494"/>
                  <a:gd name="T42" fmla="*/ 0 w 1008"/>
                  <a:gd name="T43" fmla="*/ 0 h 1494"/>
                  <a:gd name="T44" fmla="*/ 0 w 1008"/>
                  <a:gd name="T45" fmla="*/ 0 h 1494"/>
                  <a:gd name="T46" fmla="*/ 0 w 1008"/>
                  <a:gd name="T47" fmla="*/ 0 h 1494"/>
                  <a:gd name="T48" fmla="*/ 0 w 1008"/>
                  <a:gd name="T49" fmla="*/ 0 h 14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08"/>
                  <a:gd name="T76" fmla="*/ 0 h 1494"/>
                  <a:gd name="T77" fmla="*/ 1008 w 1008"/>
                  <a:gd name="T78" fmla="*/ 1494 h 14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08" h="1494">
                    <a:moveTo>
                      <a:pt x="0" y="778"/>
                    </a:moveTo>
                    <a:lnTo>
                      <a:pt x="28" y="837"/>
                    </a:lnTo>
                    <a:lnTo>
                      <a:pt x="28" y="975"/>
                    </a:lnTo>
                    <a:lnTo>
                      <a:pt x="99" y="1156"/>
                    </a:lnTo>
                    <a:lnTo>
                      <a:pt x="159" y="1048"/>
                    </a:lnTo>
                    <a:lnTo>
                      <a:pt x="281" y="1305"/>
                    </a:lnTo>
                    <a:lnTo>
                      <a:pt x="120" y="1378"/>
                    </a:lnTo>
                    <a:lnTo>
                      <a:pt x="342" y="1494"/>
                    </a:lnTo>
                    <a:lnTo>
                      <a:pt x="648" y="1385"/>
                    </a:lnTo>
                    <a:lnTo>
                      <a:pt x="839" y="1057"/>
                    </a:lnTo>
                    <a:lnTo>
                      <a:pt x="883" y="820"/>
                    </a:lnTo>
                    <a:lnTo>
                      <a:pt x="911" y="589"/>
                    </a:lnTo>
                    <a:lnTo>
                      <a:pt x="1008" y="310"/>
                    </a:lnTo>
                    <a:lnTo>
                      <a:pt x="869" y="30"/>
                    </a:lnTo>
                    <a:lnTo>
                      <a:pt x="812" y="0"/>
                    </a:lnTo>
                    <a:lnTo>
                      <a:pt x="710" y="279"/>
                    </a:lnTo>
                    <a:lnTo>
                      <a:pt x="779" y="350"/>
                    </a:lnTo>
                    <a:lnTo>
                      <a:pt x="890" y="400"/>
                    </a:lnTo>
                    <a:lnTo>
                      <a:pt x="770" y="679"/>
                    </a:lnTo>
                    <a:lnTo>
                      <a:pt x="770" y="848"/>
                    </a:lnTo>
                    <a:lnTo>
                      <a:pt x="648" y="1026"/>
                    </a:lnTo>
                    <a:lnTo>
                      <a:pt x="438" y="1057"/>
                    </a:lnTo>
                    <a:lnTo>
                      <a:pt x="307" y="589"/>
                    </a:lnTo>
                    <a:lnTo>
                      <a:pt x="69" y="73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3" name="Freeform 70">
                <a:extLst>
                  <a:ext uri="{FF2B5EF4-FFF2-40B4-BE49-F238E27FC236}">
                    <a16:creationId xmlns:a16="http://schemas.microsoft.com/office/drawing/2014/main" id="{51D2781B-AC8E-2441-9848-53D9F191D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46"/>
                <a:ext cx="295" cy="343"/>
              </a:xfrm>
              <a:custGeom>
                <a:avLst/>
                <a:gdLst>
                  <a:gd name="T0" fmla="*/ 0 w 2355"/>
                  <a:gd name="T1" fmla="*/ 0 h 2742"/>
                  <a:gd name="T2" fmla="*/ 0 w 2355"/>
                  <a:gd name="T3" fmla="*/ 0 h 2742"/>
                  <a:gd name="T4" fmla="*/ 0 w 2355"/>
                  <a:gd name="T5" fmla="*/ 0 h 2742"/>
                  <a:gd name="T6" fmla="*/ 0 w 2355"/>
                  <a:gd name="T7" fmla="*/ 0 h 2742"/>
                  <a:gd name="T8" fmla="*/ 0 w 2355"/>
                  <a:gd name="T9" fmla="*/ 0 h 2742"/>
                  <a:gd name="T10" fmla="*/ 0 w 2355"/>
                  <a:gd name="T11" fmla="*/ 0 h 2742"/>
                  <a:gd name="T12" fmla="*/ 0 w 2355"/>
                  <a:gd name="T13" fmla="*/ 0 h 2742"/>
                  <a:gd name="T14" fmla="*/ 0 w 2355"/>
                  <a:gd name="T15" fmla="*/ 0 h 2742"/>
                  <a:gd name="T16" fmla="*/ 0 w 2355"/>
                  <a:gd name="T17" fmla="*/ 0 h 2742"/>
                  <a:gd name="T18" fmla="*/ 0 w 2355"/>
                  <a:gd name="T19" fmla="*/ 0 h 2742"/>
                  <a:gd name="T20" fmla="*/ 0 w 2355"/>
                  <a:gd name="T21" fmla="*/ 0 h 2742"/>
                  <a:gd name="T22" fmla="*/ 0 w 2355"/>
                  <a:gd name="T23" fmla="*/ 0 h 2742"/>
                  <a:gd name="T24" fmla="*/ 0 w 2355"/>
                  <a:gd name="T25" fmla="*/ 0 h 2742"/>
                  <a:gd name="T26" fmla="*/ 0 w 2355"/>
                  <a:gd name="T27" fmla="*/ 0 h 2742"/>
                  <a:gd name="T28" fmla="*/ 0 w 2355"/>
                  <a:gd name="T29" fmla="*/ 0 h 2742"/>
                  <a:gd name="T30" fmla="*/ 0 w 2355"/>
                  <a:gd name="T31" fmla="*/ 0 h 2742"/>
                  <a:gd name="T32" fmla="*/ 0 w 2355"/>
                  <a:gd name="T33" fmla="*/ 0 h 2742"/>
                  <a:gd name="T34" fmla="*/ 0 w 2355"/>
                  <a:gd name="T35" fmla="*/ 0 h 2742"/>
                  <a:gd name="T36" fmla="*/ 0 w 2355"/>
                  <a:gd name="T37" fmla="*/ 0 h 2742"/>
                  <a:gd name="T38" fmla="*/ 0 w 2355"/>
                  <a:gd name="T39" fmla="*/ 0 h 2742"/>
                  <a:gd name="T40" fmla="*/ 0 w 2355"/>
                  <a:gd name="T41" fmla="*/ 0 h 2742"/>
                  <a:gd name="T42" fmla="*/ 0 w 2355"/>
                  <a:gd name="T43" fmla="*/ 0 h 2742"/>
                  <a:gd name="T44" fmla="*/ 0 w 2355"/>
                  <a:gd name="T45" fmla="*/ 0 h 2742"/>
                  <a:gd name="T46" fmla="*/ 0 w 2355"/>
                  <a:gd name="T47" fmla="*/ 0 h 2742"/>
                  <a:gd name="T48" fmla="*/ 0 w 2355"/>
                  <a:gd name="T49" fmla="*/ 0 h 2742"/>
                  <a:gd name="T50" fmla="*/ 0 w 2355"/>
                  <a:gd name="T51" fmla="*/ 0 h 2742"/>
                  <a:gd name="T52" fmla="*/ 0 w 2355"/>
                  <a:gd name="T53" fmla="*/ 0 h 2742"/>
                  <a:gd name="T54" fmla="*/ 0 w 2355"/>
                  <a:gd name="T55" fmla="*/ 0 h 2742"/>
                  <a:gd name="T56" fmla="*/ 0 w 2355"/>
                  <a:gd name="T57" fmla="*/ 0 h 2742"/>
                  <a:gd name="T58" fmla="*/ 0 w 2355"/>
                  <a:gd name="T59" fmla="*/ 0 h 2742"/>
                  <a:gd name="T60" fmla="*/ 0 w 2355"/>
                  <a:gd name="T61" fmla="*/ 0 h 2742"/>
                  <a:gd name="T62" fmla="*/ 0 w 2355"/>
                  <a:gd name="T63" fmla="*/ 0 h 2742"/>
                  <a:gd name="T64" fmla="*/ 0 w 2355"/>
                  <a:gd name="T65" fmla="*/ 0 h 2742"/>
                  <a:gd name="T66" fmla="*/ 0 w 2355"/>
                  <a:gd name="T67" fmla="*/ 0 h 2742"/>
                  <a:gd name="T68" fmla="*/ 0 w 2355"/>
                  <a:gd name="T69" fmla="*/ 0 h 2742"/>
                  <a:gd name="T70" fmla="*/ 0 w 2355"/>
                  <a:gd name="T71" fmla="*/ 0 h 2742"/>
                  <a:gd name="T72" fmla="*/ 0 w 2355"/>
                  <a:gd name="T73" fmla="*/ 0 h 2742"/>
                  <a:gd name="T74" fmla="*/ 0 w 2355"/>
                  <a:gd name="T75" fmla="*/ 0 h 2742"/>
                  <a:gd name="T76" fmla="*/ 0 w 2355"/>
                  <a:gd name="T77" fmla="*/ 0 h 2742"/>
                  <a:gd name="T78" fmla="*/ 0 w 2355"/>
                  <a:gd name="T79" fmla="*/ 0 h 2742"/>
                  <a:gd name="T80" fmla="*/ 0 w 2355"/>
                  <a:gd name="T81" fmla="*/ 0 h 2742"/>
                  <a:gd name="T82" fmla="*/ 0 w 2355"/>
                  <a:gd name="T83" fmla="*/ 0 h 2742"/>
                  <a:gd name="T84" fmla="*/ 0 w 2355"/>
                  <a:gd name="T85" fmla="*/ 0 h 2742"/>
                  <a:gd name="T86" fmla="*/ 0 w 2355"/>
                  <a:gd name="T87" fmla="*/ 0 h 2742"/>
                  <a:gd name="T88" fmla="*/ 0 w 2355"/>
                  <a:gd name="T89" fmla="*/ 0 h 2742"/>
                  <a:gd name="T90" fmla="*/ 0 w 2355"/>
                  <a:gd name="T91" fmla="*/ 0 h 2742"/>
                  <a:gd name="T92" fmla="*/ 0 w 2355"/>
                  <a:gd name="T93" fmla="*/ 0 h 2742"/>
                  <a:gd name="T94" fmla="*/ 0 w 2355"/>
                  <a:gd name="T95" fmla="*/ 0 h 2742"/>
                  <a:gd name="T96" fmla="*/ 0 w 2355"/>
                  <a:gd name="T97" fmla="*/ 0 h 2742"/>
                  <a:gd name="T98" fmla="*/ 0 w 2355"/>
                  <a:gd name="T99" fmla="*/ 0 h 2742"/>
                  <a:gd name="T100" fmla="*/ 0 w 2355"/>
                  <a:gd name="T101" fmla="*/ 0 h 2742"/>
                  <a:gd name="T102" fmla="*/ 0 w 2355"/>
                  <a:gd name="T103" fmla="*/ 0 h 2742"/>
                  <a:gd name="T104" fmla="*/ 0 w 2355"/>
                  <a:gd name="T105" fmla="*/ 0 h 2742"/>
                  <a:gd name="T106" fmla="*/ 0 w 2355"/>
                  <a:gd name="T107" fmla="*/ 0 h 2742"/>
                  <a:gd name="T108" fmla="*/ 0 w 2355"/>
                  <a:gd name="T109" fmla="*/ 0 h 2742"/>
                  <a:gd name="T110" fmla="*/ 0 w 2355"/>
                  <a:gd name="T111" fmla="*/ 0 h 2742"/>
                  <a:gd name="T112" fmla="*/ 0 w 2355"/>
                  <a:gd name="T113" fmla="*/ 0 h 2742"/>
                  <a:gd name="T114" fmla="*/ 0 w 2355"/>
                  <a:gd name="T115" fmla="*/ 0 h 274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55"/>
                  <a:gd name="T175" fmla="*/ 0 h 2742"/>
                  <a:gd name="T176" fmla="*/ 2355 w 2355"/>
                  <a:gd name="T177" fmla="*/ 2742 h 274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55" h="2742">
                    <a:moveTo>
                      <a:pt x="303" y="558"/>
                    </a:moveTo>
                    <a:lnTo>
                      <a:pt x="413" y="639"/>
                    </a:lnTo>
                    <a:lnTo>
                      <a:pt x="289" y="1119"/>
                    </a:lnTo>
                    <a:lnTo>
                      <a:pt x="289" y="1398"/>
                    </a:lnTo>
                    <a:lnTo>
                      <a:pt x="630" y="1476"/>
                    </a:lnTo>
                    <a:lnTo>
                      <a:pt x="604" y="411"/>
                    </a:lnTo>
                    <a:lnTo>
                      <a:pt x="630" y="208"/>
                    </a:lnTo>
                    <a:lnTo>
                      <a:pt x="503" y="150"/>
                    </a:lnTo>
                    <a:lnTo>
                      <a:pt x="382" y="231"/>
                    </a:lnTo>
                    <a:lnTo>
                      <a:pt x="360" y="208"/>
                    </a:lnTo>
                    <a:lnTo>
                      <a:pt x="450" y="143"/>
                    </a:lnTo>
                    <a:lnTo>
                      <a:pt x="503" y="72"/>
                    </a:lnTo>
                    <a:lnTo>
                      <a:pt x="833" y="0"/>
                    </a:lnTo>
                    <a:lnTo>
                      <a:pt x="991" y="84"/>
                    </a:lnTo>
                    <a:lnTo>
                      <a:pt x="943" y="121"/>
                    </a:lnTo>
                    <a:lnTo>
                      <a:pt x="833" y="112"/>
                    </a:lnTo>
                    <a:lnTo>
                      <a:pt x="782" y="252"/>
                    </a:lnTo>
                    <a:lnTo>
                      <a:pt x="1092" y="1558"/>
                    </a:lnTo>
                    <a:lnTo>
                      <a:pt x="1413" y="1747"/>
                    </a:lnTo>
                    <a:lnTo>
                      <a:pt x="1965" y="2035"/>
                    </a:lnTo>
                    <a:lnTo>
                      <a:pt x="1905" y="1875"/>
                    </a:lnTo>
                    <a:lnTo>
                      <a:pt x="2207" y="1993"/>
                    </a:lnTo>
                    <a:lnTo>
                      <a:pt x="2297" y="1773"/>
                    </a:lnTo>
                    <a:lnTo>
                      <a:pt x="2345" y="1785"/>
                    </a:lnTo>
                    <a:lnTo>
                      <a:pt x="2306" y="2145"/>
                    </a:lnTo>
                    <a:lnTo>
                      <a:pt x="2355" y="2343"/>
                    </a:lnTo>
                    <a:lnTo>
                      <a:pt x="2133" y="2393"/>
                    </a:lnTo>
                    <a:lnTo>
                      <a:pt x="1598" y="2356"/>
                    </a:lnTo>
                    <a:lnTo>
                      <a:pt x="1723" y="2272"/>
                    </a:lnTo>
                    <a:lnTo>
                      <a:pt x="1644" y="2126"/>
                    </a:lnTo>
                    <a:lnTo>
                      <a:pt x="1732" y="2085"/>
                    </a:lnTo>
                    <a:lnTo>
                      <a:pt x="1503" y="2015"/>
                    </a:lnTo>
                    <a:lnTo>
                      <a:pt x="1503" y="2165"/>
                    </a:lnTo>
                    <a:lnTo>
                      <a:pt x="1444" y="2334"/>
                    </a:lnTo>
                    <a:lnTo>
                      <a:pt x="1246" y="2405"/>
                    </a:lnTo>
                    <a:lnTo>
                      <a:pt x="1273" y="2384"/>
                    </a:lnTo>
                    <a:lnTo>
                      <a:pt x="1135" y="2043"/>
                    </a:lnTo>
                    <a:lnTo>
                      <a:pt x="863" y="1868"/>
                    </a:lnTo>
                    <a:lnTo>
                      <a:pt x="591" y="1826"/>
                    </a:lnTo>
                    <a:lnTo>
                      <a:pt x="663" y="1916"/>
                    </a:lnTo>
                    <a:lnTo>
                      <a:pt x="624" y="1936"/>
                    </a:lnTo>
                    <a:lnTo>
                      <a:pt x="773" y="1976"/>
                    </a:lnTo>
                    <a:lnTo>
                      <a:pt x="1054" y="2204"/>
                    </a:lnTo>
                    <a:lnTo>
                      <a:pt x="1171" y="2322"/>
                    </a:lnTo>
                    <a:lnTo>
                      <a:pt x="962" y="2315"/>
                    </a:lnTo>
                    <a:lnTo>
                      <a:pt x="734" y="2246"/>
                    </a:lnTo>
                    <a:lnTo>
                      <a:pt x="923" y="2405"/>
                    </a:lnTo>
                    <a:lnTo>
                      <a:pt x="743" y="2463"/>
                    </a:lnTo>
                    <a:lnTo>
                      <a:pt x="521" y="2601"/>
                    </a:lnTo>
                    <a:lnTo>
                      <a:pt x="851" y="2525"/>
                    </a:lnTo>
                    <a:lnTo>
                      <a:pt x="552" y="2742"/>
                    </a:lnTo>
                    <a:lnTo>
                      <a:pt x="250" y="2742"/>
                    </a:lnTo>
                    <a:lnTo>
                      <a:pt x="213" y="2652"/>
                    </a:lnTo>
                    <a:lnTo>
                      <a:pt x="303" y="2272"/>
                    </a:lnTo>
                    <a:lnTo>
                      <a:pt x="270" y="2114"/>
                    </a:lnTo>
                    <a:lnTo>
                      <a:pt x="0" y="1178"/>
                    </a:lnTo>
                    <a:lnTo>
                      <a:pt x="81" y="720"/>
                    </a:lnTo>
                    <a:lnTo>
                      <a:pt x="303" y="55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4" name="Freeform 71">
                <a:extLst>
                  <a:ext uri="{FF2B5EF4-FFF2-40B4-BE49-F238E27FC236}">
                    <a16:creationId xmlns:a16="http://schemas.microsoft.com/office/drawing/2014/main" id="{5315D424-AECA-A942-B1D3-B915689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98"/>
                <a:ext cx="107" cy="77"/>
              </a:xfrm>
              <a:custGeom>
                <a:avLst/>
                <a:gdLst>
                  <a:gd name="T0" fmla="*/ 0 w 851"/>
                  <a:gd name="T1" fmla="*/ 0 h 616"/>
                  <a:gd name="T2" fmla="*/ 0 w 851"/>
                  <a:gd name="T3" fmla="*/ 0 h 616"/>
                  <a:gd name="T4" fmla="*/ 0 w 851"/>
                  <a:gd name="T5" fmla="*/ 0 h 616"/>
                  <a:gd name="T6" fmla="*/ 0 w 851"/>
                  <a:gd name="T7" fmla="*/ 0 h 616"/>
                  <a:gd name="T8" fmla="*/ 0 w 851"/>
                  <a:gd name="T9" fmla="*/ 0 h 616"/>
                  <a:gd name="T10" fmla="*/ 0 w 851"/>
                  <a:gd name="T11" fmla="*/ 0 h 616"/>
                  <a:gd name="T12" fmla="*/ 0 w 851"/>
                  <a:gd name="T13" fmla="*/ 0 h 616"/>
                  <a:gd name="T14" fmla="*/ 0 w 851"/>
                  <a:gd name="T15" fmla="*/ 0 h 616"/>
                  <a:gd name="T16" fmla="*/ 0 w 851"/>
                  <a:gd name="T17" fmla="*/ 0 h 616"/>
                  <a:gd name="T18" fmla="*/ 0 w 851"/>
                  <a:gd name="T19" fmla="*/ 0 h 616"/>
                  <a:gd name="T20" fmla="*/ 0 w 851"/>
                  <a:gd name="T21" fmla="*/ 0 h 616"/>
                  <a:gd name="T22" fmla="*/ 0 w 851"/>
                  <a:gd name="T23" fmla="*/ 0 h 616"/>
                  <a:gd name="T24" fmla="*/ 0 w 851"/>
                  <a:gd name="T25" fmla="*/ 0 h 616"/>
                  <a:gd name="T26" fmla="*/ 0 w 851"/>
                  <a:gd name="T27" fmla="*/ 0 h 616"/>
                  <a:gd name="T28" fmla="*/ 0 w 851"/>
                  <a:gd name="T29" fmla="*/ 0 h 616"/>
                  <a:gd name="T30" fmla="*/ 0 w 851"/>
                  <a:gd name="T31" fmla="*/ 0 h 616"/>
                  <a:gd name="T32" fmla="*/ 0 w 851"/>
                  <a:gd name="T33" fmla="*/ 0 h 616"/>
                  <a:gd name="T34" fmla="*/ 0 w 851"/>
                  <a:gd name="T35" fmla="*/ 0 h 6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51"/>
                  <a:gd name="T55" fmla="*/ 0 h 616"/>
                  <a:gd name="T56" fmla="*/ 851 w 851"/>
                  <a:gd name="T57" fmla="*/ 616 h 6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51" h="616">
                    <a:moveTo>
                      <a:pt x="0" y="385"/>
                    </a:moveTo>
                    <a:lnTo>
                      <a:pt x="77" y="207"/>
                    </a:lnTo>
                    <a:lnTo>
                      <a:pt x="77" y="348"/>
                    </a:lnTo>
                    <a:lnTo>
                      <a:pt x="299" y="97"/>
                    </a:lnTo>
                    <a:lnTo>
                      <a:pt x="378" y="616"/>
                    </a:lnTo>
                    <a:lnTo>
                      <a:pt x="417" y="227"/>
                    </a:lnTo>
                    <a:lnTo>
                      <a:pt x="618" y="69"/>
                    </a:lnTo>
                    <a:lnTo>
                      <a:pt x="740" y="97"/>
                    </a:lnTo>
                    <a:lnTo>
                      <a:pt x="851" y="7"/>
                    </a:lnTo>
                    <a:lnTo>
                      <a:pt x="721" y="40"/>
                    </a:lnTo>
                    <a:lnTo>
                      <a:pt x="653" y="40"/>
                    </a:lnTo>
                    <a:lnTo>
                      <a:pt x="618" y="0"/>
                    </a:lnTo>
                    <a:lnTo>
                      <a:pt x="521" y="69"/>
                    </a:lnTo>
                    <a:lnTo>
                      <a:pt x="389" y="47"/>
                    </a:lnTo>
                    <a:lnTo>
                      <a:pt x="279" y="40"/>
                    </a:lnTo>
                    <a:lnTo>
                      <a:pt x="118" y="77"/>
                    </a:lnTo>
                    <a:lnTo>
                      <a:pt x="21" y="189"/>
                    </a:lnTo>
                    <a:lnTo>
                      <a:pt x="0" y="38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5" name="Freeform 72">
                <a:extLst>
                  <a:ext uri="{FF2B5EF4-FFF2-40B4-BE49-F238E27FC236}">
                    <a16:creationId xmlns:a16="http://schemas.microsoft.com/office/drawing/2014/main" id="{503DC6BB-A12D-3645-AAF6-244322962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669"/>
                <a:ext cx="101" cy="198"/>
              </a:xfrm>
              <a:custGeom>
                <a:avLst/>
                <a:gdLst>
                  <a:gd name="T0" fmla="*/ 0 w 811"/>
                  <a:gd name="T1" fmla="*/ 0 h 1587"/>
                  <a:gd name="T2" fmla="*/ 0 w 811"/>
                  <a:gd name="T3" fmla="*/ 0 h 1587"/>
                  <a:gd name="T4" fmla="*/ 0 w 811"/>
                  <a:gd name="T5" fmla="*/ 0 h 1587"/>
                  <a:gd name="T6" fmla="*/ 0 w 811"/>
                  <a:gd name="T7" fmla="*/ 0 h 1587"/>
                  <a:gd name="T8" fmla="*/ 0 w 811"/>
                  <a:gd name="T9" fmla="*/ 0 h 1587"/>
                  <a:gd name="T10" fmla="*/ 0 w 811"/>
                  <a:gd name="T11" fmla="*/ 0 h 1587"/>
                  <a:gd name="T12" fmla="*/ 0 w 811"/>
                  <a:gd name="T13" fmla="*/ 0 h 1587"/>
                  <a:gd name="T14" fmla="*/ 0 w 811"/>
                  <a:gd name="T15" fmla="*/ 0 h 1587"/>
                  <a:gd name="T16" fmla="*/ 0 w 811"/>
                  <a:gd name="T17" fmla="*/ 0 h 1587"/>
                  <a:gd name="T18" fmla="*/ 0 w 811"/>
                  <a:gd name="T19" fmla="*/ 0 h 1587"/>
                  <a:gd name="T20" fmla="*/ 0 w 811"/>
                  <a:gd name="T21" fmla="*/ 0 h 1587"/>
                  <a:gd name="T22" fmla="*/ 0 w 811"/>
                  <a:gd name="T23" fmla="*/ 0 h 1587"/>
                  <a:gd name="T24" fmla="*/ 0 w 811"/>
                  <a:gd name="T25" fmla="*/ 0 h 1587"/>
                  <a:gd name="T26" fmla="*/ 0 w 811"/>
                  <a:gd name="T27" fmla="*/ 0 h 1587"/>
                  <a:gd name="T28" fmla="*/ 0 w 811"/>
                  <a:gd name="T29" fmla="*/ 0 h 1587"/>
                  <a:gd name="T30" fmla="*/ 0 w 811"/>
                  <a:gd name="T31" fmla="*/ 0 h 1587"/>
                  <a:gd name="T32" fmla="*/ 0 w 811"/>
                  <a:gd name="T33" fmla="*/ 0 h 1587"/>
                  <a:gd name="T34" fmla="*/ 0 w 811"/>
                  <a:gd name="T35" fmla="*/ 0 h 1587"/>
                  <a:gd name="T36" fmla="*/ 0 w 811"/>
                  <a:gd name="T37" fmla="*/ 0 h 1587"/>
                  <a:gd name="T38" fmla="*/ 0 w 811"/>
                  <a:gd name="T39" fmla="*/ 0 h 1587"/>
                  <a:gd name="T40" fmla="*/ 0 w 811"/>
                  <a:gd name="T41" fmla="*/ 0 h 1587"/>
                  <a:gd name="T42" fmla="*/ 0 w 811"/>
                  <a:gd name="T43" fmla="*/ 0 h 1587"/>
                  <a:gd name="T44" fmla="*/ 0 w 811"/>
                  <a:gd name="T45" fmla="*/ 0 h 1587"/>
                  <a:gd name="T46" fmla="*/ 0 w 811"/>
                  <a:gd name="T47" fmla="*/ 0 h 15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11"/>
                  <a:gd name="T73" fmla="*/ 0 h 1587"/>
                  <a:gd name="T74" fmla="*/ 811 w 811"/>
                  <a:gd name="T75" fmla="*/ 1587 h 158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11" h="1587">
                    <a:moveTo>
                      <a:pt x="481" y="171"/>
                    </a:moveTo>
                    <a:lnTo>
                      <a:pt x="481" y="429"/>
                    </a:lnTo>
                    <a:lnTo>
                      <a:pt x="380" y="600"/>
                    </a:lnTo>
                    <a:lnTo>
                      <a:pt x="239" y="429"/>
                    </a:lnTo>
                    <a:lnTo>
                      <a:pt x="128" y="259"/>
                    </a:lnTo>
                    <a:lnTo>
                      <a:pt x="239" y="860"/>
                    </a:lnTo>
                    <a:lnTo>
                      <a:pt x="207" y="1257"/>
                    </a:lnTo>
                    <a:lnTo>
                      <a:pt x="0" y="1556"/>
                    </a:lnTo>
                    <a:lnTo>
                      <a:pt x="170" y="1587"/>
                    </a:lnTo>
                    <a:lnTo>
                      <a:pt x="361" y="1483"/>
                    </a:lnTo>
                    <a:lnTo>
                      <a:pt x="318" y="840"/>
                    </a:lnTo>
                    <a:lnTo>
                      <a:pt x="509" y="1049"/>
                    </a:lnTo>
                    <a:lnTo>
                      <a:pt x="640" y="1049"/>
                    </a:lnTo>
                    <a:lnTo>
                      <a:pt x="541" y="939"/>
                    </a:lnTo>
                    <a:lnTo>
                      <a:pt x="521" y="770"/>
                    </a:lnTo>
                    <a:lnTo>
                      <a:pt x="582" y="600"/>
                    </a:lnTo>
                    <a:lnTo>
                      <a:pt x="659" y="489"/>
                    </a:lnTo>
                    <a:lnTo>
                      <a:pt x="721" y="392"/>
                    </a:lnTo>
                    <a:lnTo>
                      <a:pt x="762" y="528"/>
                    </a:lnTo>
                    <a:lnTo>
                      <a:pt x="811" y="400"/>
                    </a:lnTo>
                    <a:lnTo>
                      <a:pt x="780" y="293"/>
                    </a:lnTo>
                    <a:lnTo>
                      <a:pt x="721" y="150"/>
                    </a:lnTo>
                    <a:lnTo>
                      <a:pt x="548" y="0"/>
                    </a:lnTo>
                    <a:lnTo>
                      <a:pt x="481" y="17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6" name="Freeform 73">
                <a:extLst>
                  <a:ext uri="{FF2B5EF4-FFF2-40B4-BE49-F238E27FC236}">
                    <a16:creationId xmlns:a16="http://schemas.microsoft.com/office/drawing/2014/main" id="{FD32F954-F2B6-AE4E-A176-F447E903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37"/>
                <a:ext cx="69" cy="76"/>
              </a:xfrm>
              <a:custGeom>
                <a:avLst/>
                <a:gdLst>
                  <a:gd name="T0" fmla="*/ 0 w 552"/>
                  <a:gd name="T1" fmla="*/ 0 h 609"/>
                  <a:gd name="T2" fmla="*/ 0 w 552"/>
                  <a:gd name="T3" fmla="*/ 0 h 609"/>
                  <a:gd name="T4" fmla="*/ 0 w 552"/>
                  <a:gd name="T5" fmla="*/ 0 h 609"/>
                  <a:gd name="T6" fmla="*/ 0 w 552"/>
                  <a:gd name="T7" fmla="*/ 0 h 609"/>
                  <a:gd name="T8" fmla="*/ 0 w 552"/>
                  <a:gd name="T9" fmla="*/ 0 h 609"/>
                  <a:gd name="T10" fmla="*/ 0 w 552"/>
                  <a:gd name="T11" fmla="*/ 0 h 609"/>
                  <a:gd name="T12" fmla="*/ 0 w 552"/>
                  <a:gd name="T13" fmla="*/ 0 h 609"/>
                  <a:gd name="T14" fmla="*/ 0 w 552"/>
                  <a:gd name="T15" fmla="*/ 0 h 609"/>
                  <a:gd name="T16" fmla="*/ 0 w 552"/>
                  <a:gd name="T17" fmla="*/ 0 h 609"/>
                  <a:gd name="T18" fmla="*/ 0 w 552"/>
                  <a:gd name="T19" fmla="*/ 0 h 609"/>
                  <a:gd name="T20" fmla="*/ 0 w 552"/>
                  <a:gd name="T21" fmla="*/ 0 h 609"/>
                  <a:gd name="T22" fmla="*/ 0 w 552"/>
                  <a:gd name="T23" fmla="*/ 0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609"/>
                  <a:gd name="T38" fmla="*/ 552 w 552"/>
                  <a:gd name="T39" fmla="*/ 609 h 60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609">
                    <a:moveTo>
                      <a:pt x="152" y="0"/>
                    </a:moveTo>
                    <a:lnTo>
                      <a:pt x="31" y="152"/>
                    </a:lnTo>
                    <a:lnTo>
                      <a:pt x="132" y="293"/>
                    </a:lnTo>
                    <a:lnTo>
                      <a:pt x="373" y="133"/>
                    </a:lnTo>
                    <a:lnTo>
                      <a:pt x="453" y="293"/>
                    </a:lnTo>
                    <a:lnTo>
                      <a:pt x="0" y="609"/>
                    </a:lnTo>
                    <a:lnTo>
                      <a:pt x="420" y="541"/>
                    </a:lnTo>
                    <a:lnTo>
                      <a:pt x="552" y="133"/>
                    </a:lnTo>
                    <a:lnTo>
                      <a:pt x="453" y="42"/>
                    </a:lnTo>
                    <a:lnTo>
                      <a:pt x="299" y="62"/>
                    </a:lnTo>
                    <a:lnTo>
                      <a:pt x="193" y="2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7" name="Freeform 74">
                <a:extLst>
                  <a:ext uri="{FF2B5EF4-FFF2-40B4-BE49-F238E27FC236}">
                    <a16:creationId xmlns:a16="http://schemas.microsoft.com/office/drawing/2014/main" id="{23D63C95-494B-F146-B0C2-158184AF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40"/>
                <a:ext cx="103" cy="307"/>
              </a:xfrm>
              <a:custGeom>
                <a:avLst/>
                <a:gdLst>
                  <a:gd name="T0" fmla="*/ 0 w 820"/>
                  <a:gd name="T1" fmla="*/ 0 h 2453"/>
                  <a:gd name="T2" fmla="*/ 0 w 820"/>
                  <a:gd name="T3" fmla="*/ 0 h 2453"/>
                  <a:gd name="T4" fmla="*/ 0 w 820"/>
                  <a:gd name="T5" fmla="*/ 0 h 2453"/>
                  <a:gd name="T6" fmla="*/ 0 w 820"/>
                  <a:gd name="T7" fmla="*/ 0 h 2453"/>
                  <a:gd name="T8" fmla="*/ 0 w 820"/>
                  <a:gd name="T9" fmla="*/ 0 h 2453"/>
                  <a:gd name="T10" fmla="*/ 0 w 820"/>
                  <a:gd name="T11" fmla="*/ 0 h 2453"/>
                  <a:gd name="T12" fmla="*/ 0 w 820"/>
                  <a:gd name="T13" fmla="*/ 0 h 2453"/>
                  <a:gd name="T14" fmla="*/ 0 w 820"/>
                  <a:gd name="T15" fmla="*/ 0 h 2453"/>
                  <a:gd name="T16" fmla="*/ 0 w 820"/>
                  <a:gd name="T17" fmla="*/ 0 h 2453"/>
                  <a:gd name="T18" fmla="*/ 0 w 820"/>
                  <a:gd name="T19" fmla="*/ 0 h 2453"/>
                  <a:gd name="T20" fmla="*/ 0 w 820"/>
                  <a:gd name="T21" fmla="*/ 0 h 2453"/>
                  <a:gd name="T22" fmla="*/ 0 w 820"/>
                  <a:gd name="T23" fmla="*/ 0 h 2453"/>
                  <a:gd name="T24" fmla="*/ 0 w 820"/>
                  <a:gd name="T25" fmla="*/ 0 h 2453"/>
                  <a:gd name="T26" fmla="*/ 0 w 820"/>
                  <a:gd name="T27" fmla="*/ 0 h 2453"/>
                  <a:gd name="T28" fmla="*/ 0 w 820"/>
                  <a:gd name="T29" fmla="*/ 0 h 2453"/>
                  <a:gd name="T30" fmla="*/ 0 w 820"/>
                  <a:gd name="T31" fmla="*/ 0 h 2453"/>
                  <a:gd name="T32" fmla="*/ 0 w 820"/>
                  <a:gd name="T33" fmla="*/ 0 h 2453"/>
                  <a:gd name="T34" fmla="*/ 0 w 820"/>
                  <a:gd name="T35" fmla="*/ 0 h 2453"/>
                  <a:gd name="T36" fmla="*/ 0 w 820"/>
                  <a:gd name="T37" fmla="*/ 0 h 2453"/>
                  <a:gd name="T38" fmla="*/ 0 w 820"/>
                  <a:gd name="T39" fmla="*/ 0 h 24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20"/>
                  <a:gd name="T61" fmla="*/ 0 h 2453"/>
                  <a:gd name="T62" fmla="*/ 820 w 820"/>
                  <a:gd name="T63" fmla="*/ 2453 h 24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20" h="2453">
                    <a:moveTo>
                      <a:pt x="186" y="21"/>
                    </a:moveTo>
                    <a:lnTo>
                      <a:pt x="178" y="110"/>
                    </a:lnTo>
                    <a:lnTo>
                      <a:pt x="136" y="198"/>
                    </a:lnTo>
                    <a:lnTo>
                      <a:pt x="119" y="228"/>
                    </a:lnTo>
                    <a:lnTo>
                      <a:pt x="186" y="309"/>
                    </a:lnTo>
                    <a:lnTo>
                      <a:pt x="288" y="487"/>
                    </a:lnTo>
                    <a:lnTo>
                      <a:pt x="400" y="817"/>
                    </a:lnTo>
                    <a:lnTo>
                      <a:pt x="520" y="1245"/>
                    </a:lnTo>
                    <a:lnTo>
                      <a:pt x="693" y="1806"/>
                    </a:lnTo>
                    <a:lnTo>
                      <a:pt x="820" y="2125"/>
                    </a:lnTo>
                    <a:lnTo>
                      <a:pt x="672" y="2453"/>
                    </a:lnTo>
                    <a:lnTo>
                      <a:pt x="347" y="2204"/>
                    </a:lnTo>
                    <a:lnTo>
                      <a:pt x="68" y="708"/>
                    </a:lnTo>
                    <a:lnTo>
                      <a:pt x="46" y="440"/>
                    </a:lnTo>
                    <a:lnTo>
                      <a:pt x="68" y="270"/>
                    </a:lnTo>
                    <a:lnTo>
                      <a:pt x="68" y="228"/>
                    </a:lnTo>
                    <a:lnTo>
                      <a:pt x="0" y="141"/>
                    </a:lnTo>
                    <a:lnTo>
                      <a:pt x="6" y="0"/>
                    </a:lnTo>
                    <a:lnTo>
                      <a:pt x="149" y="11"/>
                    </a:lnTo>
                    <a:lnTo>
                      <a:pt x="186" y="2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8" name="Freeform 75">
                <a:extLst>
                  <a:ext uri="{FF2B5EF4-FFF2-40B4-BE49-F238E27FC236}">
                    <a16:creationId xmlns:a16="http://schemas.microsoft.com/office/drawing/2014/main" id="{C76DFB8A-9837-3A43-AA18-E65CF56A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40"/>
                <a:ext cx="108" cy="310"/>
              </a:xfrm>
              <a:custGeom>
                <a:avLst/>
                <a:gdLst>
                  <a:gd name="T0" fmla="*/ 0 w 862"/>
                  <a:gd name="T1" fmla="*/ 0 h 2474"/>
                  <a:gd name="T2" fmla="*/ 0 w 862"/>
                  <a:gd name="T3" fmla="*/ 0 h 2474"/>
                  <a:gd name="T4" fmla="*/ 0 w 862"/>
                  <a:gd name="T5" fmla="*/ 0 h 2474"/>
                  <a:gd name="T6" fmla="*/ 0 w 862"/>
                  <a:gd name="T7" fmla="*/ 0 h 2474"/>
                  <a:gd name="T8" fmla="*/ 0 w 862"/>
                  <a:gd name="T9" fmla="*/ 0 h 2474"/>
                  <a:gd name="T10" fmla="*/ 0 w 862"/>
                  <a:gd name="T11" fmla="*/ 0 h 2474"/>
                  <a:gd name="T12" fmla="*/ 0 w 862"/>
                  <a:gd name="T13" fmla="*/ 0 h 2474"/>
                  <a:gd name="T14" fmla="*/ 0 w 862"/>
                  <a:gd name="T15" fmla="*/ 0 h 2474"/>
                  <a:gd name="T16" fmla="*/ 0 w 862"/>
                  <a:gd name="T17" fmla="*/ 0 h 2474"/>
                  <a:gd name="T18" fmla="*/ 0 w 862"/>
                  <a:gd name="T19" fmla="*/ 0 h 2474"/>
                  <a:gd name="T20" fmla="*/ 0 w 862"/>
                  <a:gd name="T21" fmla="*/ 0 h 2474"/>
                  <a:gd name="T22" fmla="*/ 0 w 862"/>
                  <a:gd name="T23" fmla="*/ 0 h 2474"/>
                  <a:gd name="T24" fmla="*/ 0 w 862"/>
                  <a:gd name="T25" fmla="*/ 0 h 2474"/>
                  <a:gd name="T26" fmla="*/ 0 w 862"/>
                  <a:gd name="T27" fmla="*/ 0 h 2474"/>
                  <a:gd name="T28" fmla="*/ 0 w 862"/>
                  <a:gd name="T29" fmla="*/ 0 h 2474"/>
                  <a:gd name="T30" fmla="*/ 0 w 862"/>
                  <a:gd name="T31" fmla="*/ 0 h 2474"/>
                  <a:gd name="T32" fmla="*/ 0 w 862"/>
                  <a:gd name="T33" fmla="*/ 0 h 2474"/>
                  <a:gd name="T34" fmla="*/ 0 w 862"/>
                  <a:gd name="T35" fmla="*/ 0 h 2474"/>
                  <a:gd name="T36" fmla="*/ 0 w 862"/>
                  <a:gd name="T37" fmla="*/ 0 h 2474"/>
                  <a:gd name="T38" fmla="*/ 0 w 862"/>
                  <a:gd name="T39" fmla="*/ 0 h 2474"/>
                  <a:gd name="T40" fmla="*/ 0 w 862"/>
                  <a:gd name="T41" fmla="*/ 0 h 2474"/>
                  <a:gd name="T42" fmla="*/ 0 w 862"/>
                  <a:gd name="T43" fmla="*/ 0 h 2474"/>
                  <a:gd name="T44" fmla="*/ 0 w 862"/>
                  <a:gd name="T45" fmla="*/ 0 h 2474"/>
                  <a:gd name="T46" fmla="*/ 0 w 862"/>
                  <a:gd name="T47" fmla="*/ 0 h 2474"/>
                  <a:gd name="T48" fmla="*/ 0 w 862"/>
                  <a:gd name="T49" fmla="*/ 0 h 2474"/>
                  <a:gd name="T50" fmla="*/ 0 w 862"/>
                  <a:gd name="T51" fmla="*/ 0 h 2474"/>
                  <a:gd name="T52" fmla="*/ 0 w 862"/>
                  <a:gd name="T53" fmla="*/ 0 h 2474"/>
                  <a:gd name="T54" fmla="*/ 0 w 862"/>
                  <a:gd name="T55" fmla="*/ 0 h 2474"/>
                  <a:gd name="T56" fmla="*/ 0 w 862"/>
                  <a:gd name="T57" fmla="*/ 0 h 24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2"/>
                  <a:gd name="T88" fmla="*/ 0 h 2474"/>
                  <a:gd name="T89" fmla="*/ 862 w 862"/>
                  <a:gd name="T90" fmla="*/ 2474 h 247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2" h="2474">
                    <a:moveTo>
                      <a:pt x="152" y="11"/>
                    </a:moveTo>
                    <a:lnTo>
                      <a:pt x="129" y="251"/>
                    </a:lnTo>
                    <a:lnTo>
                      <a:pt x="178" y="670"/>
                    </a:lnTo>
                    <a:lnTo>
                      <a:pt x="281" y="1141"/>
                    </a:lnTo>
                    <a:lnTo>
                      <a:pt x="461" y="1863"/>
                    </a:lnTo>
                    <a:lnTo>
                      <a:pt x="499" y="2174"/>
                    </a:lnTo>
                    <a:lnTo>
                      <a:pt x="691" y="2370"/>
                    </a:lnTo>
                    <a:lnTo>
                      <a:pt x="811" y="2112"/>
                    </a:lnTo>
                    <a:lnTo>
                      <a:pt x="629" y="1694"/>
                    </a:lnTo>
                    <a:lnTo>
                      <a:pt x="519" y="1257"/>
                    </a:lnTo>
                    <a:lnTo>
                      <a:pt x="422" y="876"/>
                    </a:lnTo>
                    <a:lnTo>
                      <a:pt x="288" y="468"/>
                    </a:lnTo>
                    <a:lnTo>
                      <a:pt x="211" y="309"/>
                    </a:lnTo>
                    <a:lnTo>
                      <a:pt x="170" y="228"/>
                    </a:lnTo>
                    <a:lnTo>
                      <a:pt x="288" y="389"/>
                    </a:lnTo>
                    <a:lnTo>
                      <a:pt x="409" y="738"/>
                    </a:lnTo>
                    <a:lnTo>
                      <a:pt x="562" y="1195"/>
                    </a:lnTo>
                    <a:lnTo>
                      <a:pt x="714" y="1705"/>
                    </a:lnTo>
                    <a:lnTo>
                      <a:pt x="783" y="1936"/>
                    </a:lnTo>
                    <a:lnTo>
                      <a:pt x="862" y="2112"/>
                    </a:lnTo>
                    <a:lnTo>
                      <a:pt x="721" y="2474"/>
                    </a:lnTo>
                    <a:lnTo>
                      <a:pt x="380" y="2193"/>
                    </a:lnTo>
                    <a:lnTo>
                      <a:pt x="251" y="1505"/>
                    </a:lnTo>
                    <a:lnTo>
                      <a:pt x="119" y="717"/>
                    </a:lnTo>
                    <a:lnTo>
                      <a:pt x="110" y="440"/>
                    </a:lnTo>
                    <a:lnTo>
                      <a:pt x="88" y="228"/>
                    </a:lnTo>
                    <a:lnTo>
                      <a:pt x="0" y="110"/>
                    </a:lnTo>
                    <a:lnTo>
                      <a:pt x="60" y="0"/>
                    </a:lnTo>
                    <a:lnTo>
                      <a:pt x="152" y="1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39" name="Freeform 76">
                <a:extLst>
                  <a:ext uri="{FF2B5EF4-FFF2-40B4-BE49-F238E27FC236}">
                    <a16:creationId xmlns:a16="http://schemas.microsoft.com/office/drawing/2014/main" id="{43280030-9660-C34D-9FFB-C74E58AA0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30"/>
                <a:ext cx="72" cy="128"/>
              </a:xfrm>
              <a:custGeom>
                <a:avLst/>
                <a:gdLst>
                  <a:gd name="T0" fmla="*/ 0 w 578"/>
                  <a:gd name="T1" fmla="*/ 0 h 1028"/>
                  <a:gd name="T2" fmla="*/ 0 w 578"/>
                  <a:gd name="T3" fmla="*/ 0 h 1028"/>
                  <a:gd name="T4" fmla="*/ 0 w 578"/>
                  <a:gd name="T5" fmla="*/ 0 h 1028"/>
                  <a:gd name="T6" fmla="*/ 0 w 578"/>
                  <a:gd name="T7" fmla="*/ 0 h 1028"/>
                  <a:gd name="T8" fmla="*/ 0 w 578"/>
                  <a:gd name="T9" fmla="*/ 0 h 1028"/>
                  <a:gd name="T10" fmla="*/ 0 w 578"/>
                  <a:gd name="T11" fmla="*/ 0 h 1028"/>
                  <a:gd name="T12" fmla="*/ 0 w 578"/>
                  <a:gd name="T13" fmla="*/ 0 h 1028"/>
                  <a:gd name="T14" fmla="*/ 0 w 578"/>
                  <a:gd name="T15" fmla="*/ 0 h 1028"/>
                  <a:gd name="T16" fmla="*/ 0 w 578"/>
                  <a:gd name="T17" fmla="*/ 0 h 1028"/>
                  <a:gd name="T18" fmla="*/ 0 w 578"/>
                  <a:gd name="T19" fmla="*/ 0 h 1028"/>
                  <a:gd name="T20" fmla="*/ 0 w 578"/>
                  <a:gd name="T21" fmla="*/ 0 h 1028"/>
                  <a:gd name="T22" fmla="*/ 0 w 578"/>
                  <a:gd name="T23" fmla="*/ 0 h 1028"/>
                  <a:gd name="T24" fmla="*/ 0 w 578"/>
                  <a:gd name="T25" fmla="*/ 0 h 1028"/>
                  <a:gd name="T26" fmla="*/ 0 w 578"/>
                  <a:gd name="T27" fmla="*/ 0 h 1028"/>
                  <a:gd name="T28" fmla="*/ 0 w 578"/>
                  <a:gd name="T29" fmla="*/ 0 h 1028"/>
                  <a:gd name="T30" fmla="*/ 0 w 578"/>
                  <a:gd name="T31" fmla="*/ 0 h 1028"/>
                  <a:gd name="T32" fmla="*/ 0 w 578"/>
                  <a:gd name="T33" fmla="*/ 0 h 10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8"/>
                  <a:gd name="T52" fmla="*/ 0 h 1028"/>
                  <a:gd name="T53" fmla="*/ 578 w 578"/>
                  <a:gd name="T54" fmla="*/ 1028 h 10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8" h="1028">
                    <a:moveTo>
                      <a:pt x="42" y="938"/>
                    </a:moveTo>
                    <a:lnTo>
                      <a:pt x="37" y="775"/>
                    </a:lnTo>
                    <a:lnTo>
                      <a:pt x="0" y="360"/>
                    </a:lnTo>
                    <a:lnTo>
                      <a:pt x="37" y="276"/>
                    </a:lnTo>
                    <a:lnTo>
                      <a:pt x="293" y="0"/>
                    </a:lnTo>
                    <a:lnTo>
                      <a:pt x="523" y="48"/>
                    </a:lnTo>
                    <a:lnTo>
                      <a:pt x="578" y="184"/>
                    </a:lnTo>
                    <a:lnTo>
                      <a:pt x="528" y="247"/>
                    </a:lnTo>
                    <a:lnTo>
                      <a:pt x="563" y="465"/>
                    </a:lnTo>
                    <a:lnTo>
                      <a:pt x="486" y="487"/>
                    </a:lnTo>
                    <a:lnTo>
                      <a:pt x="464" y="705"/>
                    </a:lnTo>
                    <a:lnTo>
                      <a:pt x="406" y="805"/>
                    </a:lnTo>
                    <a:lnTo>
                      <a:pt x="358" y="874"/>
                    </a:lnTo>
                    <a:lnTo>
                      <a:pt x="305" y="938"/>
                    </a:lnTo>
                    <a:lnTo>
                      <a:pt x="263" y="1028"/>
                    </a:lnTo>
                    <a:lnTo>
                      <a:pt x="92" y="1001"/>
                    </a:lnTo>
                    <a:lnTo>
                      <a:pt x="42" y="93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0" name="Freeform 77">
                <a:extLst>
                  <a:ext uri="{FF2B5EF4-FFF2-40B4-BE49-F238E27FC236}">
                    <a16:creationId xmlns:a16="http://schemas.microsoft.com/office/drawing/2014/main" id="{9E6FD94B-4E85-074C-BB08-AF191674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431"/>
                <a:ext cx="162" cy="204"/>
              </a:xfrm>
              <a:custGeom>
                <a:avLst/>
                <a:gdLst>
                  <a:gd name="T0" fmla="*/ 0 w 1289"/>
                  <a:gd name="T1" fmla="*/ 0 h 1630"/>
                  <a:gd name="T2" fmla="*/ 0 w 1289"/>
                  <a:gd name="T3" fmla="*/ 0 h 1630"/>
                  <a:gd name="T4" fmla="*/ 0 w 1289"/>
                  <a:gd name="T5" fmla="*/ 0 h 1630"/>
                  <a:gd name="T6" fmla="*/ 0 w 1289"/>
                  <a:gd name="T7" fmla="*/ 0 h 1630"/>
                  <a:gd name="T8" fmla="*/ 0 w 1289"/>
                  <a:gd name="T9" fmla="*/ 0 h 1630"/>
                  <a:gd name="T10" fmla="*/ 0 w 1289"/>
                  <a:gd name="T11" fmla="*/ 0 h 1630"/>
                  <a:gd name="T12" fmla="*/ 0 w 1289"/>
                  <a:gd name="T13" fmla="*/ 0 h 1630"/>
                  <a:gd name="T14" fmla="*/ 0 w 1289"/>
                  <a:gd name="T15" fmla="*/ 0 h 1630"/>
                  <a:gd name="T16" fmla="*/ 0 w 1289"/>
                  <a:gd name="T17" fmla="*/ 0 h 1630"/>
                  <a:gd name="T18" fmla="*/ 0 w 1289"/>
                  <a:gd name="T19" fmla="*/ 0 h 1630"/>
                  <a:gd name="T20" fmla="*/ 0 w 1289"/>
                  <a:gd name="T21" fmla="*/ 0 h 1630"/>
                  <a:gd name="T22" fmla="*/ 0 w 1289"/>
                  <a:gd name="T23" fmla="*/ 0 h 1630"/>
                  <a:gd name="T24" fmla="*/ 0 w 1289"/>
                  <a:gd name="T25" fmla="*/ 0 h 1630"/>
                  <a:gd name="T26" fmla="*/ 0 w 1289"/>
                  <a:gd name="T27" fmla="*/ 0 h 1630"/>
                  <a:gd name="T28" fmla="*/ 0 w 1289"/>
                  <a:gd name="T29" fmla="*/ 0 h 1630"/>
                  <a:gd name="T30" fmla="*/ 0 w 1289"/>
                  <a:gd name="T31" fmla="*/ 0 h 1630"/>
                  <a:gd name="T32" fmla="*/ 0 w 1289"/>
                  <a:gd name="T33" fmla="*/ 0 h 1630"/>
                  <a:gd name="T34" fmla="*/ 0 w 1289"/>
                  <a:gd name="T35" fmla="*/ 0 h 1630"/>
                  <a:gd name="T36" fmla="*/ 0 w 1289"/>
                  <a:gd name="T37" fmla="*/ 0 h 1630"/>
                  <a:gd name="T38" fmla="*/ 0 w 1289"/>
                  <a:gd name="T39" fmla="*/ 0 h 1630"/>
                  <a:gd name="T40" fmla="*/ 0 w 1289"/>
                  <a:gd name="T41" fmla="*/ 0 h 1630"/>
                  <a:gd name="T42" fmla="*/ 0 w 1289"/>
                  <a:gd name="T43" fmla="*/ 0 h 1630"/>
                  <a:gd name="T44" fmla="*/ 0 w 1289"/>
                  <a:gd name="T45" fmla="*/ 0 h 1630"/>
                  <a:gd name="T46" fmla="*/ 0 w 1289"/>
                  <a:gd name="T47" fmla="*/ 0 h 1630"/>
                  <a:gd name="T48" fmla="*/ 0 w 1289"/>
                  <a:gd name="T49" fmla="*/ 0 h 1630"/>
                  <a:gd name="T50" fmla="*/ 0 w 1289"/>
                  <a:gd name="T51" fmla="*/ 0 h 1630"/>
                  <a:gd name="T52" fmla="*/ 0 w 1289"/>
                  <a:gd name="T53" fmla="*/ 0 h 1630"/>
                  <a:gd name="T54" fmla="*/ 0 w 1289"/>
                  <a:gd name="T55" fmla="*/ 0 h 1630"/>
                  <a:gd name="T56" fmla="*/ 0 w 1289"/>
                  <a:gd name="T57" fmla="*/ 0 h 1630"/>
                  <a:gd name="T58" fmla="*/ 0 w 1289"/>
                  <a:gd name="T59" fmla="*/ 0 h 1630"/>
                  <a:gd name="T60" fmla="*/ 0 w 1289"/>
                  <a:gd name="T61" fmla="*/ 0 h 16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89"/>
                  <a:gd name="T94" fmla="*/ 0 h 1630"/>
                  <a:gd name="T95" fmla="*/ 1289 w 1289"/>
                  <a:gd name="T96" fmla="*/ 1630 h 16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89" h="1630">
                    <a:moveTo>
                      <a:pt x="37" y="717"/>
                    </a:moveTo>
                    <a:lnTo>
                      <a:pt x="0" y="784"/>
                    </a:lnTo>
                    <a:lnTo>
                      <a:pt x="0" y="915"/>
                    </a:lnTo>
                    <a:lnTo>
                      <a:pt x="85" y="1036"/>
                    </a:lnTo>
                    <a:lnTo>
                      <a:pt x="200" y="1120"/>
                    </a:lnTo>
                    <a:lnTo>
                      <a:pt x="235" y="1120"/>
                    </a:lnTo>
                    <a:lnTo>
                      <a:pt x="298" y="1263"/>
                    </a:lnTo>
                    <a:lnTo>
                      <a:pt x="348" y="1395"/>
                    </a:lnTo>
                    <a:lnTo>
                      <a:pt x="447" y="1508"/>
                    </a:lnTo>
                    <a:lnTo>
                      <a:pt x="555" y="1572"/>
                    </a:lnTo>
                    <a:lnTo>
                      <a:pt x="705" y="1621"/>
                    </a:lnTo>
                    <a:lnTo>
                      <a:pt x="855" y="1630"/>
                    </a:lnTo>
                    <a:lnTo>
                      <a:pt x="947" y="1579"/>
                    </a:lnTo>
                    <a:lnTo>
                      <a:pt x="1019" y="1494"/>
                    </a:lnTo>
                    <a:lnTo>
                      <a:pt x="1090" y="1374"/>
                    </a:lnTo>
                    <a:lnTo>
                      <a:pt x="1118" y="1263"/>
                    </a:lnTo>
                    <a:lnTo>
                      <a:pt x="1140" y="1056"/>
                    </a:lnTo>
                    <a:lnTo>
                      <a:pt x="1203" y="1001"/>
                    </a:lnTo>
                    <a:lnTo>
                      <a:pt x="1284" y="889"/>
                    </a:lnTo>
                    <a:lnTo>
                      <a:pt x="1289" y="768"/>
                    </a:lnTo>
                    <a:lnTo>
                      <a:pt x="1274" y="662"/>
                    </a:lnTo>
                    <a:lnTo>
                      <a:pt x="1261" y="627"/>
                    </a:lnTo>
                    <a:lnTo>
                      <a:pt x="1203" y="595"/>
                    </a:lnTo>
                    <a:lnTo>
                      <a:pt x="1118" y="325"/>
                    </a:lnTo>
                    <a:lnTo>
                      <a:pt x="1012" y="94"/>
                    </a:lnTo>
                    <a:lnTo>
                      <a:pt x="692" y="0"/>
                    </a:lnTo>
                    <a:lnTo>
                      <a:pt x="270" y="85"/>
                    </a:lnTo>
                    <a:lnTo>
                      <a:pt x="85" y="247"/>
                    </a:lnTo>
                    <a:lnTo>
                      <a:pt x="41" y="429"/>
                    </a:lnTo>
                    <a:lnTo>
                      <a:pt x="41" y="657"/>
                    </a:lnTo>
                    <a:lnTo>
                      <a:pt x="37" y="71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1" name="Freeform 78">
                <a:extLst>
                  <a:ext uri="{FF2B5EF4-FFF2-40B4-BE49-F238E27FC236}">
                    <a16:creationId xmlns:a16="http://schemas.microsoft.com/office/drawing/2014/main" id="{2A6345BD-448E-2644-B7DB-079932522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52"/>
                <a:ext cx="28" cy="16"/>
              </a:xfrm>
              <a:custGeom>
                <a:avLst/>
                <a:gdLst>
                  <a:gd name="T0" fmla="*/ 0 w 223"/>
                  <a:gd name="T1" fmla="*/ 0 h 120"/>
                  <a:gd name="T2" fmla="*/ 0 w 223"/>
                  <a:gd name="T3" fmla="*/ 0 h 120"/>
                  <a:gd name="T4" fmla="*/ 0 w 223"/>
                  <a:gd name="T5" fmla="*/ 0 h 120"/>
                  <a:gd name="T6" fmla="*/ 0 w 223"/>
                  <a:gd name="T7" fmla="*/ 0 h 120"/>
                  <a:gd name="T8" fmla="*/ 0 w 223"/>
                  <a:gd name="T9" fmla="*/ 0 h 120"/>
                  <a:gd name="T10" fmla="*/ 0 w 223"/>
                  <a:gd name="T11" fmla="*/ 0 h 120"/>
                  <a:gd name="T12" fmla="*/ 0 w 223"/>
                  <a:gd name="T13" fmla="*/ 0 h 120"/>
                  <a:gd name="T14" fmla="*/ 0 w 223"/>
                  <a:gd name="T15" fmla="*/ 0 h 120"/>
                  <a:gd name="T16" fmla="*/ 0 w 223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3"/>
                  <a:gd name="T28" fmla="*/ 0 h 120"/>
                  <a:gd name="T29" fmla="*/ 223 w 223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3" h="120">
                    <a:moveTo>
                      <a:pt x="223" y="6"/>
                    </a:moveTo>
                    <a:lnTo>
                      <a:pt x="223" y="41"/>
                    </a:lnTo>
                    <a:lnTo>
                      <a:pt x="140" y="108"/>
                    </a:lnTo>
                    <a:lnTo>
                      <a:pt x="57" y="120"/>
                    </a:lnTo>
                    <a:lnTo>
                      <a:pt x="0" y="78"/>
                    </a:lnTo>
                    <a:lnTo>
                      <a:pt x="16" y="0"/>
                    </a:lnTo>
                    <a:lnTo>
                      <a:pt x="92" y="28"/>
                    </a:lnTo>
                    <a:lnTo>
                      <a:pt x="140" y="35"/>
                    </a:lnTo>
                    <a:lnTo>
                      <a:pt x="223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2" name="Freeform 79">
                <a:extLst>
                  <a:ext uri="{FF2B5EF4-FFF2-40B4-BE49-F238E27FC236}">
                    <a16:creationId xmlns:a16="http://schemas.microsoft.com/office/drawing/2014/main" id="{1A2D9E7B-416B-B944-8583-4C2EC9AD0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539"/>
                <a:ext cx="30" cy="18"/>
              </a:xfrm>
              <a:custGeom>
                <a:avLst/>
                <a:gdLst>
                  <a:gd name="T0" fmla="*/ 0 w 245"/>
                  <a:gd name="T1" fmla="*/ 0 h 141"/>
                  <a:gd name="T2" fmla="*/ 0 w 245"/>
                  <a:gd name="T3" fmla="*/ 0 h 141"/>
                  <a:gd name="T4" fmla="*/ 0 w 245"/>
                  <a:gd name="T5" fmla="*/ 0 h 141"/>
                  <a:gd name="T6" fmla="*/ 0 w 245"/>
                  <a:gd name="T7" fmla="*/ 0 h 141"/>
                  <a:gd name="T8" fmla="*/ 0 w 245"/>
                  <a:gd name="T9" fmla="*/ 0 h 141"/>
                  <a:gd name="T10" fmla="*/ 0 w 245"/>
                  <a:gd name="T11" fmla="*/ 0 h 141"/>
                  <a:gd name="T12" fmla="*/ 0 w 245"/>
                  <a:gd name="T13" fmla="*/ 0 h 141"/>
                  <a:gd name="T14" fmla="*/ 0 w 245"/>
                  <a:gd name="T15" fmla="*/ 0 h 141"/>
                  <a:gd name="T16" fmla="*/ 0 w 245"/>
                  <a:gd name="T17" fmla="*/ 0 h 141"/>
                  <a:gd name="T18" fmla="*/ 0 w 245"/>
                  <a:gd name="T19" fmla="*/ 0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5"/>
                  <a:gd name="T31" fmla="*/ 0 h 141"/>
                  <a:gd name="T32" fmla="*/ 245 w 245"/>
                  <a:gd name="T33" fmla="*/ 141 h 1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5" h="141">
                    <a:moveTo>
                      <a:pt x="0" y="85"/>
                    </a:moveTo>
                    <a:lnTo>
                      <a:pt x="18" y="112"/>
                    </a:lnTo>
                    <a:lnTo>
                      <a:pt x="117" y="141"/>
                    </a:lnTo>
                    <a:lnTo>
                      <a:pt x="212" y="134"/>
                    </a:lnTo>
                    <a:lnTo>
                      <a:pt x="245" y="79"/>
                    </a:lnTo>
                    <a:lnTo>
                      <a:pt x="238" y="0"/>
                    </a:lnTo>
                    <a:lnTo>
                      <a:pt x="179" y="42"/>
                    </a:lnTo>
                    <a:lnTo>
                      <a:pt x="139" y="79"/>
                    </a:lnTo>
                    <a:lnTo>
                      <a:pt x="83" y="9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3" name="Freeform 80">
                <a:extLst>
                  <a:ext uri="{FF2B5EF4-FFF2-40B4-BE49-F238E27FC236}">
                    <a16:creationId xmlns:a16="http://schemas.microsoft.com/office/drawing/2014/main" id="{0C86AC88-E023-E940-A32C-78016A4E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545"/>
                <a:ext cx="16" cy="30"/>
              </a:xfrm>
              <a:custGeom>
                <a:avLst/>
                <a:gdLst>
                  <a:gd name="T0" fmla="*/ 0 w 120"/>
                  <a:gd name="T1" fmla="*/ 0 h 235"/>
                  <a:gd name="T2" fmla="*/ 0 w 120"/>
                  <a:gd name="T3" fmla="*/ 0 h 235"/>
                  <a:gd name="T4" fmla="*/ 0 w 120"/>
                  <a:gd name="T5" fmla="*/ 0 h 235"/>
                  <a:gd name="T6" fmla="*/ 0 w 120"/>
                  <a:gd name="T7" fmla="*/ 0 h 235"/>
                  <a:gd name="T8" fmla="*/ 0 w 120"/>
                  <a:gd name="T9" fmla="*/ 0 h 235"/>
                  <a:gd name="T10" fmla="*/ 0 w 120"/>
                  <a:gd name="T11" fmla="*/ 0 h 235"/>
                  <a:gd name="T12" fmla="*/ 0 w 120"/>
                  <a:gd name="T13" fmla="*/ 0 h 235"/>
                  <a:gd name="T14" fmla="*/ 0 w 120"/>
                  <a:gd name="T15" fmla="*/ 0 h 235"/>
                  <a:gd name="T16" fmla="*/ 0 w 120"/>
                  <a:gd name="T17" fmla="*/ 0 h 235"/>
                  <a:gd name="T18" fmla="*/ 0 w 120"/>
                  <a:gd name="T19" fmla="*/ 0 h 235"/>
                  <a:gd name="T20" fmla="*/ 0 w 120"/>
                  <a:gd name="T21" fmla="*/ 0 h 235"/>
                  <a:gd name="T22" fmla="*/ 0 w 120"/>
                  <a:gd name="T23" fmla="*/ 0 h 2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0"/>
                  <a:gd name="T37" fmla="*/ 0 h 235"/>
                  <a:gd name="T38" fmla="*/ 120 w 120"/>
                  <a:gd name="T39" fmla="*/ 235 h 2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0" h="235">
                    <a:moveTo>
                      <a:pt x="57" y="37"/>
                    </a:moveTo>
                    <a:lnTo>
                      <a:pt x="37" y="0"/>
                    </a:lnTo>
                    <a:lnTo>
                      <a:pt x="13" y="16"/>
                    </a:lnTo>
                    <a:lnTo>
                      <a:pt x="22" y="141"/>
                    </a:lnTo>
                    <a:lnTo>
                      <a:pt x="0" y="169"/>
                    </a:lnTo>
                    <a:lnTo>
                      <a:pt x="13" y="220"/>
                    </a:lnTo>
                    <a:lnTo>
                      <a:pt x="64" y="235"/>
                    </a:lnTo>
                    <a:lnTo>
                      <a:pt x="108" y="220"/>
                    </a:lnTo>
                    <a:lnTo>
                      <a:pt x="120" y="178"/>
                    </a:lnTo>
                    <a:lnTo>
                      <a:pt x="112" y="148"/>
                    </a:lnTo>
                    <a:lnTo>
                      <a:pt x="78" y="121"/>
                    </a:lnTo>
                    <a:lnTo>
                      <a:pt x="57" y="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4" name="Freeform 81">
                <a:extLst>
                  <a:ext uri="{FF2B5EF4-FFF2-40B4-BE49-F238E27FC236}">
                    <a16:creationId xmlns:a16="http://schemas.microsoft.com/office/drawing/2014/main" id="{15929294-03D6-674E-B9DE-2BF9499F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63"/>
                <a:ext cx="6" cy="5"/>
              </a:xfrm>
              <a:custGeom>
                <a:avLst/>
                <a:gdLst>
                  <a:gd name="T0" fmla="*/ 0 w 51"/>
                  <a:gd name="T1" fmla="*/ 0 h 42"/>
                  <a:gd name="T2" fmla="*/ 0 w 51"/>
                  <a:gd name="T3" fmla="*/ 0 h 42"/>
                  <a:gd name="T4" fmla="*/ 0 w 51"/>
                  <a:gd name="T5" fmla="*/ 0 h 42"/>
                  <a:gd name="T6" fmla="*/ 0 w 51"/>
                  <a:gd name="T7" fmla="*/ 0 h 42"/>
                  <a:gd name="T8" fmla="*/ 0 w 5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42"/>
                  <a:gd name="T17" fmla="*/ 51 w 5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42">
                    <a:moveTo>
                      <a:pt x="25" y="0"/>
                    </a:moveTo>
                    <a:lnTo>
                      <a:pt x="0" y="25"/>
                    </a:lnTo>
                    <a:lnTo>
                      <a:pt x="25" y="42"/>
                    </a:lnTo>
                    <a:lnTo>
                      <a:pt x="51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5" name="Freeform 82">
                <a:extLst>
                  <a:ext uri="{FF2B5EF4-FFF2-40B4-BE49-F238E27FC236}">
                    <a16:creationId xmlns:a16="http://schemas.microsoft.com/office/drawing/2014/main" id="{3D77C3F1-CFAD-C049-8CC4-8340A92E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560"/>
                <a:ext cx="6" cy="5"/>
              </a:xfrm>
              <a:custGeom>
                <a:avLst/>
                <a:gdLst>
                  <a:gd name="T0" fmla="*/ 0 w 48"/>
                  <a:gd name="T1" fmla="*/ 0 h 36"/>
                  <a:gd name="T2" fmla="*/ 0 w 48"/>
                  <a:gd name="T3" fmla="*/ 0 h 36"/>
                  <a:gd name="T4" fmla="*/ 0 w 48"/>
                  <a:gd name="T5" fmla="*/ 0 h 36"/>
                  <a:gd name="T6" fmla="*/ 0 w 48"/>
                  <a:gd name="T7" fmla="*/ 0 h 36"/>
                  <a:gd name="T8" fmla="*/ 0 w 4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36"/>
                  <a:gd name="T17" fmla="*/ 48 w 48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36">
                    <a:moveTo>
                      <a:pt x="0" y="6"/>
                    </a:moveTo>
                    <a:lnTo>
                      <a:pt x="21" y="36"/>
                    </a:lnTo>
                    <a:lnTo>
                      <a:pt x="48" y="6"/>
                    </a:lnTo>
                    <a:lnTo>
                      <a:pt x="2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6" name="Freeform 83">
                <a:extLst>
                  <a:ext uri="{FF2B5EF4-FFF2-40B4-BE49-F238E27FC236}">
                    <a16:creationId xmlns:a16="http://schemas.microsoft.com/office/drawing/2014/main" id="{37F78CA8-F6CD-2B41-85A5-22C9F9CFC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93"/>
                <a:ext cx="42" cy="9"/>
              </a:xfrm>
              <a:custGeom>
                <a:avLst/>
                <a:gdLst>
                  <a:gd name="T0" fmla="*/ 0 w 343"/>
                  <a:gd name="T1" fmla="*/ 0 h 70"/>
                  <a:gd name="T2" fmla="*/ 0 w 343"/>
                  <a:gd name="T3" fmla="*/ 0 h 70"/>
                  <a:gd name="T4" fmla="*/ 0 w 343"/>
                  <a:gd name="T5" fmla="*/ 0 h 70"/>
                  <a:gd name="T6" fmla="*/ 0 w 343"/>
                  <a:gd name="T7" fmla="*/ 0 h 70"/>
                  <a:gd name="T8" fmla="*/ 0 w 343"/>
                  <a:gd name="T9" fmla="*/ 0 h 70"/>
                  <a:gd name="T10" fmla="*/ 0 w 343"/>
                  <a:gd name="T11" fmla="*/ 0 h 70"/>
                  <a:gd name="T12" fmla="*/ 0 w 343"/>
                  <a:gd name="T13" fmla="*/ 0 h 70"/>
                  <a:gd name="T14" fmla="*/ 0 w 343"/>
                  <a:gd name="T15" fmla="*/ 0 h 70"/>
                  <a:gd name="T16" fmla="*/ 0 w 343"/>
                  <a:gd name="T17" fmla="*/ 0 h 70"/>
                  <a:gd name="T18" fmla="*/ 0 w 343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3"/>
                  <a:gd name="T31" fmla="*/ 0 h 70"/>
                  <a:gd name="T32" fmla="*/ 343 w 343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3" h="70">
                    <a:moveTo>
                      <a:pt x="0" y="44"/>
                    </a:moveTo>
                    <a:lnTo>
                      <a:pt x="128" y="70"/>
                    </a:lnTo>
                    <a:lnTo>
                      <a:pt x="235" y="55"/>
                    </a:lnTo>
                    <a:lnTo>
                      <a:pt x="322" y="21"/>
                    </a:lnTo>
                    <a:lnTo>
                      <a:pt x="343" y="7"/>
                    </a:lnTo>
                    <a:lnTo>
                      <a:pt x="297" y="0"/>
                    </a:lnTo>
                    <a:lnTo>
                      <a:pt x="214" y="21"/>
                    </a:lnTo>
                    <a:lnTo>
                      <a:pt x="135" y="26"/>
                    </a:lnTo>
                    <a:lnTo>
                      <a:pt x="20" y="2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7" name="Freeform 84">
                <a:extLst>
                  <a:ext uri="{FF2B5EF4-FFF2-40B4-BE49-F238E27FC236}">
                    <a16:creationId xmlns:a16="http://schemas.microsoft.com/office/drawing/2014/main" id="{C8F39BC2-4165-4F41-9BF8-6544235C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470"/>
                <a:ext cx="45" cy="53"/>
              </a:xfrm>
              <a:custGeom>
                <a:avLst/>
                <a:gdLst>
                  <a:gd name="T0" fmla="*/ 0 w 363"/>
                  <a:gd name="T1" fmla="*/ 0 h 429"/>
                  <a:gd name="T2" fmla="*/ 0 w 363"/>
                  <a:gd name="T3" fmla="*/ 0 h 429"/>
                  <a:gd name="T4" fmla="*/ 0 w 363"/>
                  <a:gd name="T5" fmla="*/ 0 h 429"/>
                  <a:gd name="T6" fmla="*/ 0 w 363"/>
                  <a:gd name="T7" fmla="*/ 0 h 429"/>
                  <a:gd name="T8" fmla="*/ 0 w 363"/>
                  <a:gd name="T9" fmla="*/ 0 h 429"/>
                  <a:gd name="T10" fmla="*/ 0 w 363"/>
                  <a:gd name="T11" fmla="*/ 0 h 429"/>
                  <a:gd name="T12" fmla="*/ 0 w 363"/>
                  <a:gd name="T13" fmla="*/ 0 h 429"/>
                  <a:gd name="T14" fmla="*/ 0 w 363"/>
                  <a:gd name="T15" fmla="*/ 0 h 429"/>
                  <a:gd name="T16" fmla="*/ 0 w 363"/>
                  <a:gd name="T17" fmla="*/ 0 h 429"/>
                  <a:gd name="T18" fmla="*/ 0 w 363"/>
                  <a:gd name="T19" fmla="*/ 0 h 429"/>
                  <a:gd name="T20" fmla="*/ 0 w 363"/>
                  <a:gd name="T21" fmla="*/ 0 h 429"/>
                  <a:gd name="T22" fmla="*/ 0 w 363"/>
                  <a:gd name="T23" fmla="*/ 0 h 429"/>
                  <a:gd name="T24" fmla="*/ 0 w 363"/>
                  <a:gd name="T25" fmla="*/ 0 h 429"/>
                  <a:gd name="T26" fmla="*/ 0 w 363"/>
                  <a:gd name="T27" fmla="*/ 0 h 429"/>
                  <a:gd name="T28" fmla="*/ 0 w 363"/>
                  <a:gd name="T29" fmla="*/ 0 h 429"/>
                  <a:gd name="T30" fmla="*/ 0 w 363"/>
                  <a:gd name="T31" fmla="*/ 0 h 429"/>
                  <a:gd name="T32" fmla="*/ 0 w 363"/>
                  <a:gd name="T33" fmla="*/ 0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3"/>
                  <a:gd name="T52" fmla="*/ 0 h 429"/>
                  <a:gd name="T53" fmla="*/ 363 w 363"/>
                  <a:gd name="T54" fmla="*/ 429 h 4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3" h="429">
                    <a:moveTo>
                      <a:pt x="226" y="35"/>
                    </a:moveTo>
                    <a:lnTo>
                      <a:pt x="158" y="99"/>
                    </a:lnTo>
                    <a:lnTo>
                      <a:pt x="127" y="182"/>
                    </a:lnTo>
                    <a:lnTo>
                      <a:pt x="127" y="266"/>
                    </a:lnTo>
                    <a:lnTo>
                      <a:pt x="149" y="337"/>
                    </a:lnTo>
                    <a:lnTo>
                      <a:pt x="363" y="394"/>
                    </a:lnTo>
                    <a:lnTo>
                      <a:pt x="185" y="389"/>
                    </a:lnTo>
                    <a:lnTo>
                      <a:pt x="63" y="429"/>
                    </a:lnTo>
                    <a:lnTo>
                      <a:pt x="79" y="380"/>
                    </a:lnTo>
                    <a:lnTo>
                      <a:pt x="33" y="323"/>
                    </a:lnTo>
                    <a:lnTo>
                      <a:pt x="6" y="231"/>
                    </a:lnTo>
                    <a:lnTo>
                      <a:pt x="0" y="134"/>
                    </a:lnTo>
                    <a:lnTo>
                      <a:pt x="19" y="62"/>
                    </a:lnTo>
                    <a:lnTo>
                      <a:pt x="68" y="14"/>
                    </a:lnTo>
                    <a:lnTo>
                      <a:pt x="136" y="0"/>
                    </a:lnTo>
                    <a:lnTo>
                      <a:pt x="192" y="7"/>
                    </a:lnTo>
                    <a:lnTo>
                      <a:pt x="226" y="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8" name="Freeform 85">
                <a:extLst>
                  <a:ext uri="{FF2B5EF4-FFF2-40B4-BE49-F238E27FC236}">
                    <a16:creationId xmlns:a16="http://schemas.microsoft.com/office/drawing/2014/main" id="{29F097CC-8BB4-704C-9BED-C2DF65C9B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97"/>
                <a:ext cx="39" cy="19"/>
              </a:xfrm>
              <a:custGeom>
                <a:avLst/>
                <a:gdLst>
                  <a:gd name="T0" fmla="*/ 0 w 314"/>
                  <a:gd name="T1" fmla="*/ 0 h 154"/>
                  <a:gd name="T2" fmla="*/ 0 w 314"/>
                  <a:gd name="T3" fmla="*/ 0 h 154"/>
                  <a:gd name="T4" fmla="*/ 0 w 314"/>
                  <a:gd name="T5" fmla="*/ 0 h 154"/>
                  <a:gd name="T6" fmla="*/ 0 w 314"/>
                  <a:gd name="T7" fmla="*/ 0 h 154"/>
                  <a:gd name="T8" fmla="*/ 0 w 314"/>
                  <a:gd name="T9" fmla="*/ 0 h 154"/>
                  <a:gd name="T10" fmla="*/ 0 w 314"/>
                  <a:gd name="T11" fmla="*/ 0 h 154"/>
                  <a:gd name="T12" fmla="*/ 0 w 314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154"/>
                  <a:gd name="T23" fmla="*/ 314 w 314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154">
                    <a:moveTo>
                      <a:pt x="70" y="115"/>
                    </a:moveTo>
                    <a:lnTo>
                      <a:pt x="226" y="34"/>
                    </a:lnTo>
                    <a:lnTo>
                      <a:pt x="314" y="30"/>
                    </a:lnTo>
                    <a:lnTo>
                      <a:pt x="249" y="0"/>
                    </a:lnTo>
                    <a:lnTo>
                      <a:pt x="176" y="30"/>
                    </a:lnTo>
                    <a:lnTo>
                      <a:pt x="0" y="154"/>
                    </a:lnTo>
                    <a:lnTo>
                      <a:pt x="70" y="11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49" name="Freeform 86">
                <a:extLst>
                  <a:ext uri="{FF2B5EF4-FFF2-40B4-BE49-F238E27FC236}">
                    <a16:creationId xmlns:a16="http://schemas.microsoft.com/office/drawing/2014/main" id="{260C8E13-F397-F948-8D7B-D7E8B16E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529"/>
                <a:ext cx="13" cy="8"/>
              </a:xfrm>
              <a:custGeom>
                <a:avLst/>
                <a:gdLst>
                  <a:gd name="T0" fmla="*/ 0 w 105"/>
                  <a:gd name="T1" fmla="*/ 0 h 60"/>
                  <a:gd name="T2" fmla="*/ 0 w 105"/>
                  <a:gd name="T3" fmla="*/ 0 h 60"/>
                  <a:gd name="T4" fmla="*/ 0 w 105"/>
                  <a:gd name="T5" fmla="*/ 0 h 60"/>
                  <a:gd name="T6" fmla="*/ 0 w 105"/>
                  <a:gd name="T7" fmla="*/ 0 h 60"/>
                  <a:gd name="T8" fmla="*/ 0 w 105"/>
                  <a:gd name="T9" fmla="*/ 0 h 60"/>
                  <a:gd name="T10" fmla="*/ 0 w 105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60"/>
                  <a:gd name="T20" fmla="*/ 105 w 105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60">
                    <a:moveTo>
                      <a:pt x="0" y="44"/>
                    </a:moveTo>
                    <a:lnTo>
                      <a:pt x="96" y="60"/>
                    </a:lnTo>
                    <a:lnTo>
                      <a:pt x="105" y="31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0" name="Freeform 87">
                <a:extLst>
                  <a:ext uri="{FF2B5EF4-FFF2-40B4-BE49-F238E27FC236}">
                    <a16:creationId xmlns:a16="http://schemas.microsoft.com/office/drawing/2014/main" id="{E76DC3E9-0F09-114E-8FE1-D92592C5E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11"/>
                <a:ext cx="13" cy="14"/>
              </a:xfrm>
              <a:custGeom>
                <a:avLst/>
                <a:gdLst>
                  <a:gd name="T0" fmla="*/ 0 w 99"/>
                  <a:gd name="T1" fmla="*/ 0 h 111"/>
                  <a:gd name="T2" fmla="*/ 0 w 99"/>
                  <a:gd name="T3" fmla="*/ 0 h 111"/>
                  <a:gd name="T4" fmla="*/ 0 w 99"/>
                  <a:gd name="T5" fmla="*/ 0 h 111"/>
                  <a:gd name="T6" fmla="*/ 0 w 99"/>
                  <a:gd name="T7" fmla="*/ 0 h 111"/>
                  <a:gd name="T8" fmla="*/ 0 w 99"/>
                  <a:gd name="T9" fmla="*/ 0 h 111"/>
                  <a:gd name="T10" fmla="*/ 0 w 99"/>
                  <a:gd name="T11" fmla="*/ 0 h 111"/>
                  <a:gd name="T12" fmla="*/ 0 w 99"/>
                  <a:gd name="T13" fmla="*/ 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111"/>
                  <a:gd name="T23" fmla="*/ 99 w 99"/>
                  <a:gd name="T24" fmla="*/ 111 h 1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111">
                    <a:moveTo>
                      <a:pt x="0" y="111"/>
                    </a:moveTo>
                    <a:lnTo>
                      <a:pt x="19" y="111"/>
                    </a:lnTo>
                    <a:lnTo>
                      <a:pt x="99" y="35"/>
                    </a:lnTo>
                    <a:lnTo>
                      <a:pt x="90" y="0"/>
                    </a:lnTo>
                    <a:lnTo>
                      <a:pt x="55" y="0"/>
                    </a:lnTo>
                    <a:lnTo>
                      <a:pt x="7" y="39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1" name="Freeform 88">
                <a:extLst>
                  <a:ext uri="{FF2B5EF4-FFF2-40B4-BE49-F238E27FC236}">
                    <a16:creationId xmlns:a16="http://schemas.microsoft.com/office/drawing/2014/main" id="{E1AE818C-E689-7D44-BF09-4EB18A83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5"/>
                <a:ext cx="19" cy="10"/>
              </a:xfrm>
              <a:custGeom>
                <a:avLst/>
                <a:gdLst>
                  <a:gd name="T0" fmla="*/ 0 w 154"/>
                  <a:gd name="T1" fmla="*/ 0 h 84"/>
                  <a:gd name="T2" fmla="*/ 0 w 154"/>
                  <a:gd name="T3" fmla="*/ 0 h 84"/>
                  <a:gd name="T4" fmla="*/ 0 w 154"/>
                  <a:gd name="T5" fmla="*/ 0 h 84"/>
                  <a:gd name="T6" fmla="*/ 0 w 154"/>
                  <a:gd name="T7" fmla="*/ 0 h 84"/>
                  <a:gd name="T8" fmla="*/ 0 w 154"/>
                  <a:gd name="T9" fmla="*/ 0 h 84"/>
                  <a:gd name="T10" fmla="*/ 0 w 154"/>
                  <a:gd name="T11" fmla="*/ 0 h 84"/>
                  <a:gd name="T12" fmla="*/ 0 w 154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4"/>
                  <a:gd name="T22" fmla="*/ 0 h 84"/>
                  <a:gd name="T23" fmla="*/ 154 w 154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4" h="84">
                    <a:moveTo>
                      <a:pt x="27" y="7"/>
                    </a:moveTo>
                    <a:lnTo>
                      <a:pt x="0" y="49"/>
                    </a:lnTo>
                    <a:lnTo>
                      <a:pt x="32" y="84"/>
                    </a:lnTo>
                    <a:lnTo>
                      <a:pt x="140" y="69"/>
                    </a:lnTo>
                    <a:lnTo>
                      <a:pt x="154" y="27"/>
                    </a:lnTo>
                    <a:lnTo>
                      <a:pt x="127" y="0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2" name="Freeform 89">
                <a:extLst>
                  <a:ext uri="{FF2B5EF4-FFF2-40B4-BE49-F238E27FC236}">
                    <a16:creationId xmlns:a16="http://schemas.microsoft.com/office/drawing/2014/main" id="{42059065-5212-5047-A0CE-E5EB207B6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89"/>
                <a:ext cx="22" cy="42"/>
              </a:xfrm>
              <a:custGeom>
                <a:avLst/>
                <a:gdLst>
                  <a:gd name="T0" fmla="*/ 0 w 172"/>
                  <a:gd name="T1" fmla="*/ 0 h 336"/>
                  <a:gd name="T2" fmla="*/ 0 w 172"/>
                  <a:gd name="T3" fmla="*/ 0 h 336"/>
                  <a:gd name="T4" fmla="*/ 0 w 172"/>
                  <a:gd name="T5" fmla="*/ 0 h 336"/>
                  <a:gd name="T6" fmla="*/ 0 w 172"/>
                  <a:gd name="T7" fmla="*/ 0 h 336"/>
                  <a:gd name="T8" fmla="*/ 0 w 172"/>
                  <a:gd name="T9" fmla="*/ 0 h 336"/>
                  <a:gd name="T10" fmla="*/ 0 w 172"/>
                  <a:gd name="T11" fmla="*/ 0 h 336"/>
                  <a:gd name="T12" fmla="*/ 0 w 172"/>
                  <a:gd name="T13" fmla="*/ 0 h 336"/>
                  <a:gd name="T14" fmla="*/ 0 w 172"/>
                  <a:gd name="T15" fmla="*/ 0 h 336"/>
                  <a:gd name="T16" fmla="*/ 0 w 172"/>
                  <a:gd name="T17" fmla="*/ 0 h 336"/>
                  <a:gd name="T18" fmla="*/ 0 w 172"/>
                  <a:gd name="T19" fmla="*/ 0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336"/>
                  <a:gd name="T32" fmla="*/ 172 w 172"/>
                  <a:gd name="T33" fmla="*/ 336 h 3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336">
                    <a:moveTo>
                      <a:pt x="7" y="42"/>
                    </a:moveTo>
                    <a:lnTo>
                      <a:pt x="51" y="211"/>
                    </a:lnTo>
                    <a:lnTo>
                      <a:pt x="73" y="336"/>
                    </a:lnTo>
                    <a:lnTo>
                      <a:pt x="156" y="336"/>
                    </a:lnTo>
                    <a:lnTo>
                      <a:pt x="172" y="279"/>
                    </a:lnTo>
                    <a:lnTo>
                      <a:pt x="99" y="231"/>
                    </a:lnTo>
                    <a:lnTo>
                      <a:pt x="73" y="147"/>
                    </a:lnTo>
                    <a:lnTo>
                      <a:pt x="78" y="75"/>
                    </a:lnTo>
                    <a:lnTo>
                      <a:pt x="0" y="0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3" name="Freeform 90">
                <a:extLst>
                  <a:ext uri="{FF2B5EF4-FFF2-40B4-BE49-F238E27FC236}">
                    <a16:creationId xmlns:a16="http://schemas.microsoft.com/office/drawing/2014/main" id="{DD7B0F17-CF47-BD4E-A3FE-61373B3A2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661"/>
                <a:ext cx="33" cy="15"/>
              </a:xfrm>
              <a:custGeom>
                <a:avLst/>
                <a:gdLst>
                  <a:gd name="T0" fmla="*/ 0 w 264"/>
                  <a:gd name="T1" fmla="*/ 0 h 122"/>
                  <a:gd name="T2" fmla="*/ 0 w 264"/>
                  <a:gd name="T3" fmla="*/ 0 h 122"/>
                  <a:gd name="T4" fmla="*/ 0 w 264"/>
                  <a:gd name="T5" fmla="*/ 0 h 122"/>
                  <a:gd name="T6" fmla="*/ 0 w 264"/>
                  <a:gd name="T7" fmla="*/ 0 h 122"/>
                  <a:gd name="T8" fmla="*/ 0 w 264"/>
                  <a:gd name="T9" fmla="*/ 0 h 122"/>
                  <a:gd name="T10" fmla="*/ 0 w 264"/>
                  <a:gd name="T11" fmla="*/ 0 h 122"/>
                  <a:gd name="T12" fmla="*/ 0 w 264"/>
                  <a:gd name="T13" fmla="*/ 0 h 122"/>
                  <a:gd name="T14" fmla="*/ 0 w 264"/>
                  <a:gd name="T15" fmla="*/ 0 h 122"/>
                  <a:gd name="T16" fmla="*/ 0 w 264"/>
                  <a:gd name="T17" fmla="*/ 0 h 122"/>
                  <a:gd name="T18" fmla="*/ 0 w 264"/>
                  <a:gd name="T19" fmla="*/ 0 h 1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64"/>
                  <a:gd name="T31" fmla="*/ 0 h 122"/>
                  <a:gd name="T32" fmla="*/ 264 w 264"/>
                  <a:gd name="T33" fmla="*/ 122 h 12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64" h="122">
                    <a:moveTo>
                      <a:pt x="0" y="106"/>
                    </a:moveTo>
                    <a:lnTo>
                      <a:pt x="13" y="122"/>
                    </a:lnTo>
                    <a:lnTo>
                      <a:pt x="57" y="78"/>
                    </a:lnTo>
                    <a:lnTo>
                      <a:pt x="114" y="97"/>
                    </a:lnTo>
                    <a:lnTo>
                      <a:pt x="140" y="53"/>
                    </a:lnTo>
                    <a:lnTo>
                      <a:pt x="264" y="106"/>
                    </a:lnTo>
                    <a:lnTo>
                      <a:pt x="127" y="0"/>
                    </a:lnTo>
                    <a:lnTo>
                      <a:pt x="101" y="14"/>
                    </a:lnTo>
                    <a:lnTo>
                      <a:pt x="32" y="6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4" name="Freeform 91">
                <a:extLst>
                  <a:ext uri="{FF2B5EF4-FFF2-40B4-BE49-F238E27FC236}">
                    <a16:creationId xmlns:a16="http://schemas.microsoft.com/office/drawing/2014/main" id="{C48F7121-73CD-4E47-87BB-707022176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710"/>
                <a:ext cx="13" cy="19"/>
              </a:xfrm>
              <a:custGeom>
                <a:avLst/>
                <a:gdLst>
                  <a:gd name="T0" fmla="*/ 0 w 106"/>
                  <a:gd name="T1" fmla="*/ 0 h 147"/>
                  <a:gd name="T2" fmla="*/ 0 w 106"/>
                  <a:gd name="T3" fmla="*/ 0 h 147"/>
                  <a:gd name="T4" fmla="*/ 0 w 106"/>
                  <a:gd name="T5" fmla="*/ 0 h 147"/>
                  <a:gd name="T6" fmla="*/ 0 w 106"/>
                  <a:gd name="T7" fmla="*/ 0 h 147"/>
                  <a:gd name="T8" fmla="*/ 0 w 106"/>
                  <a:gd name="T9" fmla="*/ 0 h 147"/>
                  <a:gd name="T10" fmla="*/ 0 w 106"/>
                  <a:gd name="T11" fmla="*/ 0 h 147"/>
                  <a:gd name="T12" fmla="*/ 0 w 106"/>
                  <a:gd name="T13" fmla="*/ 0 h 147"/>
                  <a:gd name="T14" fmla="*/ 0 w 106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6"/>
                  <a:gd name="T25" fmla="*/ 0 h 147"/>
                  <a:gd name="T26" fmla="*/ 106 w 106"/>
                  <a:gd name="T27" fmla="*/ 147 h 1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6" h="147">
                    <a:moveTo>
                      <a:pt x="0" y="44"/>
                    </a:moveTo>
                    <a:lnTo>
                      <a:pt x="41" y="85"/>
                    </a:lnTo>
                    <a:lnTo>
                      <a:pt x="63" y="147"/>
                    </a:lnTo>
                    <a:lnTo>
                      <a:pt x="106" y="92"/>
                    </a:lnTo>
                    <a:lnTo>
                      <a:pt x="99" y="35"/>
                    </a:lnTo>
                    <a:lnTo>
                      <a:pt x="63" y="9"/>
                    </a:lnTo>
                    <a:lnTo>
                      <a:pt x="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5" name="Freeform 92">
                <a:extLst>
                  <a:ext uri="{FF2B5EF4-FFF2-40B4-BE49-F238E27FC236}">
                    <a16:creationId xmlns:a16="http://schemas.microsoft.com/office/drawing/2014/main" id="{F28080BD-A127-E14C-89AE-E60D9FBC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534"/>
                <a:ext cx="31" cy="12"/>
              </a:xfrm>
              <a:custGeom>
                <a:avLst/>
                <a:gdLst>
                  <a:gd name="T0" fmla="*/ 0 w 244"/>
                  <a:gd name="T1" fmla="*/ 0 h 94"/>
                  <a:gd name="T2" fmla="*/ 0 w 244"/>
                  <a:gd name="T3" fmla="*/ 0 h 94"/>
                  <a:gd name="T4" fmla="*/ 0 w 244"/>
                  <a:gd name="T5" fmla="*/ 0 h 94"/>
                  <a:gd name="T6" fmla="*/ 0 w 244"/>
                  <a:gd name="T7" fmla="*/ 0 h 94"/>
                  <a:gd name="T8" fmla="*/ 0 w 244"/>
                  <a:gd name="T9" fmla="*/ 0 h 94"/>
                  <a:gd name="T10" fmla="*/ 0 w 244"/>
                  <a:gd name="T11" fmla="*/ 0 h 94"/>
                  <a:gd name="T12" fmla="*/ 0 w 244"/>
                  <a:gd name="T13" fmla="*/ 0 h 94"/>
                  <a:gd name="T14" fmla="*/ 0 w 244"/>
                  <a:gd name="T15" fmla="*/ 0 h 94"/>
                  <a:gd name="T16" fmla="*/ 0 w 244"/>
                  <a:gd name="T17" fmla="*/ 0 h 94"/>
                  <a:gd name="T18" fmla="*/ 0 w 244"/>
                  <a:gd name="T19" fmla="*/ 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4"/>
                  <a:gd name="T31" fmla="*/ 0 h 94"/>
                  <a:gd name="T32" fmla="*/ 244 w 244"/>
                  <a:gd name="T33" fmla="*/ 94 h 9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4" h="94">
                    <a:moveTo>
                      <a:pt x="0" y="34"/>
                    </a:moveTo>
                    <a:lnTo>
                      <a:pt x="45" y="81"/>
                    </a:lnTo>
                    <a:lnTo>
                      <a:pt x="89" y="94"/>
                    </a:lnTo>
                    <a:lnTo>
                      <a:pt x="114" y="94"/>
                    </a:lnTo>
                    <a:lnTo>
                      <a:pt x="167" y="94"/>
                    </a:lnTo>
                    <a:lnTo>
                      <a:pt x="244" y="43"/>
                    </a:lnTo>
                    <a:lnTo>
                      <a:pt x="204" y="0"/>
                    </a:lnTo>
                    <a:lnTo>
                      <a:pt x="123" y="9"/>
                    </a:lnTo>
                    <a:lnTo>
                      <a:pt x="45" y="28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6" name="Freeform 93">
                <a:extLst>
                  <a:ext uri="{FF2B5EF4-FFF2-40B4-BE49-F238E27FC236}">
                    <a16:creationId xmlns:a16="http://schemas.microsoft.com/office/drawing/2014/main" id="{39B33D71-CE7B-7D47-990C-414A01115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29"/>
                <a:ext cx="27" cy="11"/>
              </a:xfrm>
              <a:custGeom>
                <a:avLst/>
                <a:gdLst>
                  <a:gd name="T0" fmla="*/ 0 w 221"/>
                  <a:gd name="T1" fmla="*/ 0 h 85"/>
                  <a:gd name="T2" fmla="*/ 0 w 221"/>
                  <a:gd name="T3" fmla="*/ 0 h 85"/>
                  <a:gd name="T4" fmla="*/ 0 w 221"/>
                  <a:gd name="T5" fmla="*/ 0 h 85"/>
                  <a:gd name="T6" fmla="*/ 0 w 221"/>
                  <a:gd name="T7" fmla="*/ 0 h 85"/>
                  <a:gd name="T8" fmla="*/ 0 w 221"/>
                  <a:gd name="T9" fmla="*/ 0 h 85"/>
                  <a:gd name="T10" fmla="*/ 0 w 221"/>
                  <a:gd name="T11" fmla="*/ 0 h 85"/>
                  <a:gd name="T12" fmla="*/ 0 w 221"/>
                  <a:gd name="T13" fmla="*/ 0 h 85"/>
                  <a:gd name="T14" fmla="*/ 0 w 221"/>
                  <a:gd name="T15" fmla="*/ 0 h 85"/>
                  <a:gd name="T16" fmla="*/ 0 w 221"/>
                  <a:gd name="T17" fmla="*/ 0 h 85"/>
                  <a:gd name="T18" fmla="*/ 0 w 221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1"/>
                  <a:gd name="T31" fmla="*/ 0 h 85"/>
                  <a:gd name="T32" fmla="*/ 221 w 221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1" h="85">
                    <a:moveTo>
                      <a:pt x="0" y="70"/>
                    </a:moveTo>
                    <a:lnTo>
                      <a:pt x="44" y="7"/>
                    </a:lnTo>
                    <a:lnTo>
                      <a:pt x="129" y="0"/>
                    </a:lnTo>
                    <a:lnTo>
                      <a:pt x="221" y="7"/>
                    </a:lnTo>
                    <a:lnTo>
                      <a:pt x="216" y="26"/>
                    </a:lnTo>
                    <a:lnTo>
                      <a:pt x="185" y="57"/>
                    </a:lnTo>
                    <a:lnTo>
                      <a:pt x="115" y="85"/>
                    </a:lnTo>
                    <a:lnTo>
                      <a:pt x="51" y="85"/>
                    </a:lnTo>
                    <a:lnTo>
                      <a:pt x="9" y="85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7" name="Freeform 94">
                <a:extLst>
                  <a:ext uri="{FF2B5EF4-FFF2-40B4-BE49-F238E27FC236}">
                    <a16:creationId xmlns:a16="http://schemas.microsoft.com/office/drawing/2014/main" id="{095F7783-AA86-C34D-B498-F81D53C29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90"/>
                <a:ext cx="68" cy="44"/>
              </a:xfrm>
              <a:custGeom>
                <a:avLst/>
                <a:gdLst>
                  <a:gd name="T0" fmla="*/ 0 w 546"/>
                  <a:gd name="T1" fmla="*/ 0 h 352"/>
                  <a:gd name="T2" fmla="*/ 0 w 546"/>
                  <a:gd name="T3" fmla="*/ 0 h 352"/>
                  <a:gd name="T4" fmla="*/ 0 w 546"/>
                  <a:gd name="T5" fmla="*/ 0 h 352"/>
                  <a:gd name="T6" fmla="*/ 0 w 546"/>
                  <a:gd name="T7" fmla="*/ 0 h 352"/>
                  <a:gd name="T8" fmla="*/ 0 w 546"/>
                  <a:gd name="T9" fmla="*/ 0 h 352"/>
                  <a:gd name="T10" fmla="*/ 0 w 546"/>
                  <a:gd name="T11" fmla="*/ 0 h 352"/>
                  <a:gd name="T12" fmla="*/ 0 w 546"/>
                  <a:gd name="T13" fmla="*/ 0 h 352"/>
                  <a:gd name="T14" fmla="*/ 0 w 546"/>
                  <a:gd name="T15" fmla="*/ 0 h 352"/>
                  <a:gd name="T16" fmla="*/ 0 w 546"/>
                  <a:gd name="T17" fmla="*/ 0 h 352"/>
                  <a:gd name="T18" fmla="*/ 0 w 546"/>
                  <a:gd name="T19" fmla="*/ 0 h 352"/>
                  <a:gd name="T20" fmla="*/ 0 w 546"/>
                  <a:gd name="T21" fmla="*/ 0 h 352"/>
                  <a:gd name="T22" fmla="*/ 0 w 546"/>
                  <a:gd name="T23" fmla="*/ 0 h 352"/>
                  <a:gd name="T24" fmla="*/ 0 w 546"/>
                  <a:gd name="T25" fmla="*/ 0 h 352"/>
                  <a:gd name="T26" fmla="*/ 0 w 546"/>
                  <a:gd name="T27" fmla="*/ 0 h 352"/>
                  <a:gd name="T28" fmla="*/ 0 w 546"/>
                  <a:gd name="T29" fmla="*/ 0 h 352"/>
                  <a:gd name="T30" fmla="*/ 0 w 546"/>
                  <a:gd name="T31" fmla="*/ 0 h 352"/>
                  <a:gd name="T32" fmla="*/ 0 w 546"/>
                  <a:gd name="T33" fmla="*/ 0 h 352"/>
                  <a:gd name="T34" fmla="*/ 0 w 546"/>
                  <a:gd name="T35" fmla="*/ 0 h 352"/>
                  <a:gd name="T36" fmla="*/ 0 w 546"/>
                  <a:gd name="T37" fmla="*/ 0 h 352"/>
                  <a:gd name="T38" fmla="*/ 0 w 546"/>
                  <a:gd name="T39" fmla="*/ 0 h 352"/>
                  <a:gd name="T40" fmla="*/ 0 w 546"/>
                  <a:gd name="T41" fmla="*/ 0 h 352"/>
                  <a:gd name="T42" fmla="*/ 0 w 546"/>
                  <a:gd name="T43" fmla="*/ 0 h 352"/>
                  <a:gd name="T44" fmla="*/ 0 w 546"/>
                  <a:gd name="T45" fmla="*/ 0 h 352"/>
                  <a:gd name="T46" fmla="*/ 0 w 546"/>
                  <a:gd name="T47" fmla="*/ 0 h 352"/>
                  <a:gd name="T48" fmla="*/ 0 w 546"/>
                  <a:gd name="T49" fmla="*/ 0 h 352"/>
                  <a:gd name="T50" fmla="*/ 0 w 546"/>
                  <a:gd name="T51" fmla="*/ 0 h 352"/>
                  <a:gd name="T52" fmla="*/ 0 w 546"/>
                  <a:gd name="T53" fmla="*/ 0 h 352"/>
                  <a:gd name="T54" fmla="*/ 0 w 546"/>
                  <a:gd name="T55" fmla="*/ 0 h 352"/>
                  <a:gd name="T56" fmla="*/ 0 w 546"/>
                  <a:gd name="T57" fmla="*/ 0 h 352"/>
                  <a:gd name="T58" fmla="*/ 0 w 546"/>
                  <a:gd name="T59" fmla="*/ 0 h 352"/>
                  <a:gd name="T60" fmla="*/ 0 w 546"/>
                  <a:gd name="T61" fmla="*/ 0 h 352"/>
                  <a:gd name="T62" fmla="*/ 0 w 546"/>
                  <a:gd name="T63" fmla="*/ 0 h 352"/>
                  <a:gd name="T64" fmla="*/ 0 w 546"/>
                  <a:gd name="T65" fmla="*/ 0 h 3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46"/>
                  <a:gd name="T100" fmla="*/ 0 h 352"/>
                  <a:gd name="T101" fmla="*/ 546 w 546"/>
                  <a:gd name="T102" fmla="*/ 352 h 3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46" h="352">
                    <a:moveTo>
                      <a:pt x="53" y="229"/>
                    </a:moveTo>
                    <a:lnTo>
                      <a:pt x="126" y="174"/>
                    </a:lnTo>
                    <a:lnTo>
                      <a:pt x="163" y="161"/>
                    </a:lnTo>
                    <a:lnTo>
                      <a:pt x="313" y="161"/>
                    </a:lnTo>
                    <a:lnTo>
                      <a:pt x="387" y="167"/>
                    </a:lnTo>
                    <a:lnTo>
                      <a:pt x="194" y="94"/>
                    </a:lnTo>
                    <a:lnTo>
                      <a:pt x="60" y="94"/>
                    </a:lnTo>
                    <a:lnTo>
                      <a:pt x="9" y="82"/>
                    </a:lnTo>
                    <a:lnTo>
                      <a:pt x="0" y="75"/>
                    </a:lnTo>
                    <a:lnTo>
                      <a:pt x="145" y="0"/>
                    </a:lnTo>
                    <a:lnTo>
                      <a:pt x="224" y="13"/>
                    </a:lnTo>
                    <a:lnTo>
                      <a:pt x="313" y="64"/>
                    </a:lnTo>
                    <a:lnTo>
                      <a:pt x="415" y="108"/>
                    </a:lnTo>
                    <a:lnTo>
                      <a:pt x="498" y="130"/>
                    </a:lnTo>
                    <a:lnTo>
                      <a:pt x="546" y="198"/>
                    </a:lnTo>
                    <a:lnTo>
                      <a:pt x="521" y="255"/>
                    </a:lnTo>
                    <a:lnTo>
                      <a:pt x="484" y="255"/>
                    </a:lnTo>
                    <a:lnTo>
                      <a:pt x="431" y="322"/>
                    </a:lnTo>
                    <a:lnTo>
                      <a:pt x="376" y="329"/>
                    </a:lnTo>
                    <a:lnTo>
                      <a:pt x="286" y="352"/>
                    </a:lnTo>
                    <a:lnTo>
                      <a:pt x="365" y="280"/>
                    </a:lnTo>
                    <a:lnTo>
                      <a:pt x="401" y="235"/>
                    </a:lnTo>
                    <a:lnTo>
                      <a:pt x="401" y="218"/>
                    </a:lnTo>
                    <a:lnTo>
                      <a:pt x="365" y="209"/>
                    </a:lnTo>
                    <a:lnTo>
                      <a:pt x="304" y="191"/>
                    </a:lnTo>
                    <a:lnTo>
                      <a:pt x="286" y="235"/>
                    </a:lnTo>
                    <a:lnTo>
                      <a:pt x="282" y="205"/>
                    </a:lnTo>
                    <a:lnTo>
                      <a:pt x="256" y="205"/>
                    </a:lnTo>
                    <a:lnTo>
                      <a:pt x="253" y="225"/>
                    </a:lnTo>
                    <a:lnTo>
                      <a:pt x="277" y="244"/>
                    </a:lnTo>
                    <a:lnTo>
                      <a:pt x="268" y="266"/>
                    </a:lnTo>
                    <a:lnTo>
                      <a:pt x="84" y="244"/>
                    </a:lnTo>
                    <a:lnTo>
                      <a:pt x="53" y="2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8" name="Freeform 95">
                <a:extLst>
                  <a:ext uri="{FF2B5EF4-FFF2-40B4-BE49-F238E27FC236}">
                    <a16:creationId xmlns:a16="http://schemas.microsoft.com/office/drawing/2014/main" id="{3B3EF511-64B9-7847-B697-3249DFC3E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5"/>
                <a:ext cx="28" cy="6"/>
              </a:xfrm>
              <a:custGeom>
                <a:avLst/>
                <a:gdLst>
                  <a:gd name="T0" fmla="*/ 0 w 224"/>
                  <a:gd name="T1" fmla="*/ 0 h 49"/>
                  <a:gd name="T2" fmla="*/ 0 w 224"/>
                  <a:gd name="T3" fmla="*/ 0 h 49"/>
                  <a:gd name="T4" fmla="*/ 0 w 224"/>
                  <a:gd name="T5" fmla="*/ 0 h 49"/>
                  <a:gd name="T6" fmla="*/ 0 w 224"/>
                  <a:gd name="T7" fmla="*/ 0 h 49"/>
                  <a:gd name="T8" fmla="*/ 0 w 224"/>
                  <a:gd name="T9" fmla="*/ 0 h 49"/>
                  <a:gd name="T10" fmla="*/ 0 w 22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4"/>
                  <a:gd name="T19" fmla="*/ 0 h 49"/>
                  <a:gd name="T20" fmla="*/ 224 w 22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4" h="49">
                    <a:moveTo>
                      <a:pt x="0" y="0"/>
                    </a:moveTo>
                    <a:lnTo>
                      <a:pt x="40" y="33"/>
                    </a:lnTo>
                    <a:lnTo>
                      <a:pt x="139" y="49"/>
                    </a:lnTo>
                    <a:lnTo>
                      <a:pt x="224" y="3"/>
                    </a:lnTo>
                    <a:lnTo>
                      <a:pt x="13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59" name="Freeform 96">
                <a:extLst>
                  <a:ext uri="{FF2B5EF4-FFF2-40B4-BE49-F238E27FC236}">
                    <a16:creationId xmlns:a16="http://schemas.microsoft.com/office/drawing/2014/main" id="{1189B30D-7D2A-AD4B-B5D2-94970C77A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3"/>
                <a:ext cx="8" cy="12"/>
              </a:xfrm>
              <a:custGeom>
                <a:avLst/>
                <a:gdLst>
                  <a:gd name="T0" fmla="*/ 0 w 64"/>
                  <a:gd name="T1" fmla="*/ 0 h 98"/>
                  <a:gd name="T2" fmla="*/ 0 w 64"/>
                  <a:gd name="T3" fmla="*/ 0 h 98"/>
                  <a:gd name="T4" fmla="*/ 0 w 64"/>
                  <a:gd name="T5" fmla="*/ 0 h 98"/>
                  <a:gd name="T6" fmla="*/ 0 w 64"/>
                  <a:gd name="T7" fmla="*/ 0 h 98"/>
                  <a:gd name="T8" fmla="*/ 0 w 64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98"/>
                  <a:gd name="T17" fmla="*/ 64 w 64"/>
                  <a:gd name="T18" fmla="*/ 98 h 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98">
                    <a:moveTo>
                      <a:pt x="0" y="0"/>
                    </a:moveTo>
                    <a:lnTo>
                      <a:pt x="53" y="98"/>
                    </a:lnTo>
                    <a:lnTo>
                      <a:pt x="64" y="81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0" name="Freeform 97">
                <a:extLst>
                  <a:ext uri="{FF2B5EF4-FFF2-40B4-BE49-F238E27FC236}">
                    <a16:creationId xmlns:a16="http://schemas.microsoft.com/office/drawing/2014/main" id="{0DABDBC2-BDC7-724A-AB9D-4157F19EA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2"/>
                <a:ext cx="51" cy="65"/>
              </a:xfrm>
              <a:custGeom>
                <a:avLst/>
                <a:gdLst>
                  <a:gd name="T0" fmla="*/ 0 w 406"/>
                  <a:gd name="T1" fmla="*/ 0 h 514"/>
                  <a:gd name="T2" fmla="*/ 0 w 406"/>
                  <a:gd name="T3" fmla="*/ 0 h 514"/>
                  <a:gd name="T4" fmla="*/ 0 w 406"/>
                  <a:gd name="T5" fmla="*/ 0 h 514"/>
                  <a:gd name="T6" fmla="*/ 0 w 406"/>
                  <a:gd name="T7" fmla="*/ 0 h 514"/>
                  <a:gd name="T8" fmla="*/ 0 w 406"/>
                  <a:gd name="T9" fmla="*/ 0 h 514"/>
                  <a:gd name="T10" fmla="*/ 0 w 406"/>
                  <a:gd name="T11" fmla="*/ 0 h 514"/>
                  <a:gd name="T12" fmla="*/ 0 w 406"/>
                  <a:gd name="T13" fmla="*/ 0 h 514"/>
                  <a:gd name="T14" fmla="*/ 0 w 406"/>
                  <a:gd name="T15" fmla="*/ 0 h 514"/>
                  <a:gd name="T16" fmla="*/ 0 w 406"/>
                  <a:gd name="T17" fmla="*/ 0 h 514"/>
                  <a:gd name="T18" fmla="*/ 0 w 406"/>
                  <a:gd name="T19" fmla="*/ 0 h 514"/>
                  <a:gd name="T20" fmla="*/ 0 w 406"/>
                  <a:gd name="T21" fmla="*/ 0 h 514"/>
                  <a:gd name="T22" fmla="*/ 0 w 406"/>
                  <a:gd name="T23" fmla="*/ 0 h 514"/>
                  <a:gd name="T24" fmla="*/ 0 w 406"/>
                  <a:gd name="T25" fmla="*/ 0 h 514"/>
                  <a:gd name="T26" fmla="*/ 0 w 406"/>
                  <a:gd name="T27" fmla="*/ 0 h 514"/>
                  <a:gd name="T28" fmla="*/ 0 w 406"/>
                  <a:gd name="T29" fmla="*/ 0 h 514"/>
                  <a:gd name="T30" fmla="*/ 0 w 406"/>
                  <a:gd name="T31" fmla="*/ 0 h 514"/>
                  <a:gd name="T32" fmla="*/ 0 w 406"/>
                  <a:gd name="T33" fmla="*/ 0 h 514"/>
                  <a:gd name="T34" fmla="*/ 0 w 406"/>
                  <a:gd name="T35" fmla="*/ 0 h 514"/>
                  <a:gd name="T36" fmla="*/ 0 w 406"/>
                  <a:gd name="T37" fmla="*/ 0 h 514"/>
                  <a:gd name="T38" fmla="*/ 0 w 406"/>
                  <a:gd name="T39" fmla="*/ 0 h 514"/>
                  <a:gd name="T40" fmla="*/ 0 w 406"/>
                  <a:gd name="T41" fmla="*/ 0 h 514"/>
                  <a:gd name="T42" fmla="*/ 0 w 406"/>
                  <a:gd name="T43" fmla="*/ 0 h 514"/>
                  <a:gd name="T44" fmla="*/ 0 w 406"/>
                  <a:gd name="T45" fmla="*/ 0 h 514"/>
                  <a:gd name="T46" fmla="*/ 0 w 406"/>
                  <a:gd name="T47" fmla="*/ 0 h 514"/>
                  <a:gd name="T48" fmla="*/ 0 w 406"/>
                  <a:gd name="T49" fmla="*/ 0 h 514"/>
                  <a:gd name="T50" fmla="*/ 0 w 406"/>
                  <a:gd name="T51" fmla="*/ 0 h 514"/>
                  <a:gd name="T52" fmla="*/ 0 w 406"/>
                  <a:gd name="T53" fmla="*/ 0 h 514"/>
                  <a:gd name="T54" fmla="*/ 0 w 406"/>
                  <a:gd name="T55" fmla="*/ 0 h 514"/>
                  <a:gd name="T56" fmla="*/ 0 w 406"/>
                  <a:gd name="T57" fmla="*/ 0 h 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6"/>
                  <a:gd name="T88" fmla="*/ 0 h 514"/>
                  <a:gd name="T89" fmla="*/ 406 w 406"/>
                  <a:gd name="T90" fmla="*/ 514 h 51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6" h="514">
                    <a:moveTo>
                      <a:pt x="0" y="10"/>
                    </a:moveTo>
                    <a:lnTo>
                      <a:pt x="0" y="63"/>
                    </a:lnTo>
                    <a:lnTo>
                      <a:pt x="28" y="99"/>
                    </a:lnTo>
                    <a:lnTo>
                      <a:pt x="12" y="388"/>
                    </a:lnTo>
                    <a:lnTo>
                      <a:pt x="35" y="514"/>
                    </a:lnTo>
                    <a:lnTo>
                      <a:pt x="28" y="380"/>
                    </a:lnTo>
                    <a:lnTo>
                      <a:pt x="39" y="213"/>
                    </a:lnTo>
                    <a:lnTo>
                      <a:pt x="146" y="288"/>
                    </a:lnTo>
                    <a:lnTo>
                      <a:pt x="105" y="201"/>
                    </a:lnTo>
                    <a:lnTo>
                      <a:pt x="197" y="235"/>
                    </a:lnTo>
                    <a:lnTo>
                      <a:pt x="275" y="222"/>
                    </a:lnTo>
                    <a:lnTo>
                      <a:pt x="202" y="201"/>
                    </a:lnTo>
                    <a:lnTo>
                      <a:pt x="202" y="178"/>
                    </a:lnTo>
                    <a:lnTo>
                      <a:pt x="233" y="160"/>
                    </a:lnTo>
                    <a:lnTo>
                      <a:pt x="294" y="208"/>
                    </a:lnTo>
                    <a:lnTo>
                      <a:pt x="328" y="189"/>
                    </a:lnTo>
                    <a:lnTo>
                      <a:pt x="250" y="114"/>
                    </a:lnTo>
                    <a:lnTo>
                      <a:pt x="202" y="85"/>
                    </a:lnTo>
                    <a:lnTo>
                      <a:pt x="202" y="65"/>
                    </a:lnTo>
                    <a:lnTo>
                      <a:pt x="321" y="90"/>
                    </a:lnTo>
                    <a:lnTo>
                      <a:pt x="356" y="132"/>
                    </a:lnTo>
                    <a:lnTo>
                      <a:pt x="344" y="164"/>
                    </a:lnTo>
                    <a:lnTo>
                      <a:pt x="406" y="141"/>
                    </a:lnTo>
                    <a:lnTo>
                      <a:pt x="406" y="54"/>
                    </a:lnTo>
                    <a:lnTo>
                      <a:pt x="365" y="17"/>
                    </a:lnTo>
                    <a:lnTo>
                      <a:pt x="270" y="17"/>
                    </a:lnTo>
                    <a:lnTo>
                      <a:pt x="79" y="0"/>
                    </a:lnTo>
                    <a:lnTo>
                      <a:pt x="3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1" name="Freeform 98">
                <a:extLst>
                  <a:ext uri="{FF2B5EF4-FFF2-40B4-BE49-F238E27FC236}">
                    <a16:creationId xmlns:a16="http://schemas.microsoft.com/office/drawing/2014/main" id="{EA537051-3716-724F-A0F7-98C28802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81"/>
                <a:ext cx="6" cy="8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0 w 44"/>
                  <a:gd name="T5" fmla="*/ 0 h 62"/>
                  <a:gd name="T6" fmla="*/ 0 w 44"/>
                  <a:gd name="T7" fmla="*/ 0 h 62"/>
                  <a:gd name="T8" fmla="*/ 0 w 4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62"/>
                  <a:gd name="T17" fmla="*/ 44 w 44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62">
                    <a:moveTo>
                      <a:pt x="0" y="46"/>
                    </a:moveTo>
                    <a:lnTo>
                      <a:pt x="28" y="62"/>
                    </a:lnTo>
                    <a:lnTo>
                      <a:pt x="44" y="49"/>
                    </a:lnTo>
                    <a:lnTo>
                      <a:pt x="35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2" name="Freeform 99">
                <a:extLst>
                  <a:ext uri="{FF2B5EF4-FFF2-40B4-BE49-F238E27FC236}">
                    <a16:creationId xmlns:a16="http://schemas.microsoft.com/office/drawing/2014/main" id="{EBF6B7DF-3289-0F42-813F-AE2A1C628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73"/>
                <a:ext cx="81" cy="43"/>
              </a:xfrm>
              <a:custGeom>
                <a:avLst/>
                <a:gdLst>
                  <a:gd name="T0" fmla="*/ 0 w 647"/>
                  <a:gd name="T1" fmla="*/ 0 h 347"/>
                  <a:gd name="T2" fmla="*/ 0 w 647"/>
                  <a:gd name="T3" fmla="*/ 0 h 347"/>
                  <a:gd name="T4" fmla="*/ 0 w 647"/>
                  <a:gd name="T5" fmla="*/ 0 h 347"/>
                  <a:gd name="T6" fmla="*/ 0 w 647"/>
                  <a:gd name="T7" fmla="*/ 0 h 347"/>
                  <a:gd name="T8" fmla="*/ 0 w 647"/>
                  <a:gd name="T9" fmla="*/ 0 h 347"/>
                  <a:gd name="T10" fmla="*/ 0 w 647"/>
                  <a:gd name="T11" fmla="*/ 0 h 347"/>
                  <a:gd name="T12" fmla="*/ 0 w 647"/>
                  <a:gd name="T13" fmla="*/ 0 h 347"/>
                  <a:gd name="T14" fmla="*/ 0 w 647"/>
                  <a:gd name="T15" fmla="*/ 0 h 347"/>
                  <a:gd name="T16" fmla="*/ 0 w 647"/>
                  <a:gd name="T17" fmla="*/ 0 h 347"/>
                  <a:gd name="T18" fmla="*/ 0 w 647"/>
                  <a:gd name="T19" fmla="*/ 0 h 347"/>
                  <a:gd name="T20" fmla="*/ 0 w 647"/>
                  <a:gd name="T21" fmla="*/ 0 h 347"/>
                  <a:gd name="T22" fmla="*/ 0 w 647"/>
                  <a:gd name="T23" fmla="*/ 0 h 347"/>
                  <a:gd name="T24" fmla="*/ 0 w 647"/>
                  <a:gd name="T25" fmla="*/ 0 h 347"/>
                  <a:gd name="T26" fmla="*/ 0 w 647"/>
                  <a:gd name="T27" fmla="*/ 0 h 347"/>
                  <a:gd name="T28" fmla="*/ 0 w 647"/>
                  <a:gd name="T29" fmla="*/ 0 h 347"/>
                  <a:gd name="T30" fmla="*/ 0 w 647"/>
                  <a:gd name="T31" fmla="*/ 0 h 347"/>
                  <a:gd name="T32" fmla="*/ 0 w 647"/>
                  <a:gd name="T33" fmla="*/ 0 h 347"/>
                  <a:gd name="T34" fmla="*/ 0 w 647"/>
                  <a:gd name="T35" fmla="*/ 0 h 347"/>
                  <a:gd name="T36" fmla="*/ 0 w 647"/>
                  <a:gd name="T37" fmla="*/ 0 h 347"/>
                  <a:gd name="T38" fmla="*/ 0 w 647"/>
                  <a:gd name="T39" fmla="*/ 0 h 347"/>
                  <a:gd name="T40" fmla="*/ 0 w 647"/>
                  <a:gd name="T41" fmla="*/ 0 h 347"/>
                  <a:gd name="T42" fmla="*/ 0 w 647"/>
                  <a:gd name="T43" fmla="*/ 0 h 3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47"/>
                  <a:gd name="T67" fmla="*/ 0 h 347"/>
                  <a:gd name="T68" fmla="*/ 647 w 647"/>
                  <a:gd name="T69" fmla="*/ 347 h 3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47" h="347">
                    <a:moveTo>
                      <a:pt x="509" y="114"/>
                    </a:moveTo>
                    <a:lnTo>
                      <a:pt x="466" y="117"/>
                    </a:lnTo>
                    <a:lnTo>
                      <a:pt x="374" y="29"/>
                    </a:lnTo>
                    <a:lnTo>
                      <a:pt x="311" y="0"/>
                    </a:lnTo>
                    <a:lnTo>
                      <a:pt x="219" y="31"/>
                    </a:lnTo>
                    <a:lnTo>
                      <a:pt x="219" y="57"/>
                    </a:lnTo>
                    <a:lnTo>
                      <a:pt x="258" y="64"/>
                    </a:lnTo>
                    <a:lnTo>
                      <a:pt x="120" y="105"/>
                    </a:lnTo>
                    <a:lnTo>
                      <a:pt x="0" y="181"/>
                    </a:lnTo>
                    <a:lnTo>
                      <a:pt x="23" y="225"/>
                    </a:lnTo>
                    <a:lnTo>
                      <a:pt x="95" y="220"/>
                    </a:lnTo>
                    <a:lnTo>
                      <a:pt x="157" y="237"/>
                    </a:lnTo>
                    <a:lnTo>
                      <a:pt x="240" y="193"/>
                    </a:lnTo>
                    <a:lnTo>
                      <a:pt x="357" y="211"/>
                    </a:lnTo>
                    <a:lnTo>
                      <a:pt x="461" y="200"/>
                    </a:lnTo>
                    <a:lnTo>
                      <a:pt x="521" y="257"/>
                    </a:lnTo>
                    <a:lnTo>
                      <a:pt x="567" y="279"/>
                    </a:lnTo>
                    <a:lnTo>
                      <a:pt x="620" y="347"/>
                    </a:lnTo>
                    <a:lnTo>
                      <a:pt x="647" y="334"/>
                    </a:lnTo>
                    <a:lnTo>
                      <a:pt x="643" y="225"/>
                    </a:lnTo>
                    <a:lnTo>
                      <a:pt x="567" y="105"/>
                    </a:lnTo>
                    <a:lnTo>
                      <a:pt x="509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3" name="Freeform 100">
                <a:extLst>
                  <a:ext uri="{FF2B5EF4-FFF2-40B4-BE49-F238E27FC236}">
                    <a16:creationId xmlns:a16="http://schemas.microsoft.com/office/drawing/2014/main" id="{CBF0DACC-C298-3B4E-B6B3-E84AA380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3"/>
                <a:ext cx="9" cy="11"/>
              </a:xfrm>
              <a:custGeom>
                <a:avLst/>
                <a:gdLst>
                  <a:gd name="T0" fmla="*/ 0 w 72"/>
                  <a:gd name="T1" fmla="*/ 0 h 86"/>
                  <a:gd name="T2" fmla="*/ 0 w 72"/>
                  <a:gd name="T3" fmla="*/ 0 h 86"/>
                  <a:gd name="T4" fmla="*/ 0 w 72"/>
                  <a:gd name="T5" fmla="*/ 0 h 86"/>
                  <a:gd name="T6" fmla="*/ 0 w 72"/>
                  <a:gd name="T7" fmla="*/ 0 h 86"/>
                  <a:gd name="T8" fmla="*/ 0 w 72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86"/>
                  <a:gd name="T17" fmla="*/ 72 w 72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86">
                    <a:moveTo>
                      <a:pt x="0" y="55"/>
                    </a:moveTo>
                    <a:lnTo>
                      <a:pt x="37" y="86"/>
                    </a:lnTo>
                    <a:lnTo>
                      <a:pt x="72" y="24"/>
                    </a:lnTo>
                    <a:lnTo>
                      <a:pt x="60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4" name="Freeform 101">
                <a:extLst>
                  <a:ext uri="{FF2B5EF4-FFF2-40B4-BE49-F238E27FC236}">
                    <a16:creationId xmlns:a16="http://schemas.microsoft.com/office/drawing/2014/main" id="{FDC3DDB4-680E-D249-AB29-12FF35D5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07"/>
                <a:ext cx="38" cy="16"/>
              </a:xfrm>
              <a:custGeom>
                <a:avLst/>
                <a:gdLst>
                  <a:gd name="T0" fmla="*/ 0 w 302"/>
                  <a:gd name="T1" fmla="*/ 0 h 129"/>
                  <a:gd name="T2" fmla="*/ 0 w 302"/>
                  <a:gd name="T3" fmla="*/ 0 h 129"/>
                  <a:gd name="T4" fmla="*/ 0 w 302"/>
                  <a:gd name="T5" fmla="*/ 0 h 129"/>
                  <a:gd name="T6" fmla="*/ 0 w 302"/>
                  <a:gd name="T7" fmla="*/ 0 h 129"/>
                  <a:gd name="T8" fmla="*/ 0 w 302"/>
                  <a:gd name="T9" fmla="*/ 0 h 129"/>
                  <a:gd name="T10" fmla="*/ 0 w 302"/>
                  <a:gd name="T11" fmla="*/ 0 h 129"/>
                  <a:gd name="T12" fmla="*/ 0 w 302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2"/>
                  <a:gd name="T22" fmla="*/ 0 h 129"/>
                  <a:gd name="T23" fmla="*/ 302 w 302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2" h="129">
                    <a:moveTo>
                      <a:pt x="0" y="26"/>
                    </a:moveTo>
                    <a:lnTo>
                      <a:pt x="48" y="0"/>
                    </a:lnTo>
                    <a:lnTo>
                      <a:pt x="302" y="42"/>
                    </a:lnTo>
                    <a:lnTo>
                      <a:pt x="279" y="129"/>
                    </a:lnTo>
                    <a:lnTo>
                      <a:pt x="228" y="98"/>
                    </a:lnTo>
                    <a:lnTo>
                      <a:pt x="30" y="9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5" name="Freeform 102">
                <a:extLst>
                  <a:ext uri="{FF2B5EF4-FFF2-40B4-BE49-F238E27FC236}">
                    <a16:creationId xmlns:a16="http://schemas.microsoft.com/office/drawing/2014/main" id="{DE81AAAE-D7D1-F543-BDBD-42E21A9A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85"/>
                <a:ext cx="159" cy="86"/>
              </a:xfrm>
              <a:custGeom>
                <a:avLst/>
                <a:gdLst>
                  <a:gd name="T0" fmla="*/ 0 w 1275"/>
                  <a:gd name="T1" fmla="*/ 0 h 682"/>
                  <a:gd name="T2" fmla="*/ 0 w 1275"/>
                  <a:gd name="T3" fmla="*/ 0 h 682"/>
                  <a:gd name="T4" fmla="*/ 0 w 1275"/>
                  <a:gd name="T5" fmla="*/ 0 h 682"/>
                  <a:gd name="T6" fmla="*/ 0 w 1275"/>
                  <a:gd name="T7" fmla="*/ 0 h 682"/>
                  <a:gd name="T8" fmla="*/ 0 w 1275"/>
                  <a:gd name="T9" fmla="*/ 0 h 682"/>
                  <a:gd name="T10" fmla="*/ 0 w 1275"/>
                  <a:gd name="T11" fmla="*/ 0 h 682"/>
                  <a:gd name="T12" fmla="*/ 0 w 1275"/>
                  <a:gd name="T13" fmla="*/ 0 h 682"/>
                  <a:gd name="T14" fmla="*/ 0 w 1275"/>
                  <a:gd name="T15" fmla="*/ 0 h 682"/>
                  <a:gd name="T16" fmla="*/ 0 w 1275"/>
                  <a:gd name="T17" fmla="*/ 0 h 682"/>
                  <a:gd name="T18" fmla="*/ 0 w 1275"/>
                  <a:gd name="T19" fmla="*/ 0 h 682"/>
                  <a:gd name="T20" fmla="*/ 0 w 1275"/>
                  <a:gd name="T21" fmla="*/ 0 h 682"/>
                  <a:gd name="T22" fmla="*/ 0 w 1275"/>
                  <a:gd name="T23" fmla="*/ 0 h 682"/>
                  <a:gd name="T24" fmla="*/ 0 w 1275"/>
                  <a:gd name="T25" fmla="*/ 0 h 682"/>
                  <a:gd name="T26" fmla="*/ 0 w 1275"/>
                  <a:gd name="T27" fmla="*/ 0 h 682"/>
                  <a:gd name="T28" fmla="*/ 0 w 1275"/>
                  <a:gd name="T29" fmla="*/ 0 h 682"/>
                  <a:gd name="T30" fmla="*/ 0 w 1275"/>
                  <a:gd name="T31" fmla="*/ 0 h 682"/>
                  <a:gd name="T32" fmla="*/ 0 w 1275"/>
                  <a:gd name="T33" fmla="*/ 0 h 682"/>
                  <a:gd name="T34" fmla="*/ 0 w 1275"/>
                  <a:gd name="T35" fmla="*/ 0 h 682"/>
                  <a:gd name="T36" fmla="*/ 0 w 1275"/>
                  <a:gd name="T37" fmla="*/ 0 h 682"/>
                  <a:gd name="T38" fmla="*/ 0 w 1275"/>
                  <a:gd name="T39" fmla="*/ 0 h 682"/>
                  <a:gd name="T40" fmla="*/ 0 w 1275"/>
                  <a:gd name="T41" fmla="*/ 0 h 682"/>
                  <a:gd name="T42" fmla="*/ 0 w 1275"/>
                  <a:gd name="T43" fmla="*/ 0 h 682"/>
                  <a:gd name="T44" fmla="*/ 0 w 1275"/>
                  <a:gd name="T45" fmla="*/ 0 h 682"/>
                  <a:gd name="T46" fmla="*/ 0 w 1275"/>
                  <a:gd name="T47" fmla="*/ 0 h 682"/>
                  <a:gd name="T48" fmla="*/ 0 w 1275"/>
                  <a:gd name="T49" fmla="*/ 0 h 682"/>
                  <a:gd name="T50" fmla="*/ 0 w 1275"/>
                  <a:gd name="T51" fmla="*/ 0 h 682"/>
                  <a:gd name="T52" fmla="*/ 0 w 1275"/>
                  <a:gd name="T53" fmla="*/ 0 h 682"/>
                  <a:gd name="T54" fmla="*/ 0 w 1275"/>
                  <a:gd name="T55" fmla="*/ 0 h 682"/>
                  <a:gd name="T56" fmla="*/ 0 w 1275"/>
                  <a:gd name="T57" fmla="*/ 0 h 682"/>
                  <a:gd name="T58" fmla="*/ 0 w 1275"/>
                  <a:gd name="T59" fmla="*/ 0 h 682"/>
                  <a:gd name="T60" fmla="*/ 0 w 1275"/>
                  <a:gd name="T61" fmla="*/ 0 h 682"/>
                  <a:gd name="T62" fmla="*/ 0 w 1275"/>
                  <a:gd name="T63" fmla="*/ 0 h 682"/>
                  <a:gd name="T64" fmla="*/ 0 w 1275"/>
                  <a:gd name="T65" fmla="*/ 0 h 682"/>
                  <a:gd name="T66" fmla="*/ 0 w 1275"/>
                  <a:gd name="T67" fmla="*/ 0 h 682"/>
                  <a:gd name="T68" fmla="*/ 0 w 1275"/>
                  <a:gd name="T69" fmla="*/ 0 h 682"/>
                  <a:gd name="T70" fmla="*/ 0 w 1275"/>
                  <a:gd name="T71" fmla="*/ 0 h 6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275"/>
                  <a:gd name="T109" fmla="*/ 0 h 682"/>
                  <a:gd name="T110" fmla="*/ 1275 w 1275"/>
                  <a:gd name="T111" fmla="*/ 682 h 6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275" h="682">
                    <a:moveTo>
                      <a:pt x="934" y="170"/>
                    </a:moveTo>
                    <a:lnTo>
                      <a:pt x="1037" y="159"/>
                    </a:lnTo>
                    <a:lnTo>
                      <a:pt x="1037" y="136"/>
                    </a:lnTo>
                    <a:lnTo>
                      <a:pt x="970" y="92"/>
                    </a:lnTo>
                    <a:lnTo>
                      <a:pt x="834" y="42"/>
                    </a:lnTo>
                    <a:lnTo>
                      <a:pt x="730" y="25"/>
                    </a:lnTo>
                    <a:lnTo>
                      <a:pt x="431" y="7"/>
                    </a:lnTo>
                    <a:lnTo>
                      <a:pt x="652" y="0"/>
                    </a:lnTo>
                    <a:lnTo>
                      <a:pt x="868" y="18"/>
                    </a:lnTo>
                    <a:lnTo>
                      <a:pt x="1037" y="73"/>
                    </a:lnTo>
                    <a:lnTo>
                      <a:pt x="1157" y="154"/>
                    </a:lnTo>
                    <a:lnTo>
                      <a:pt x="1249" y="251"/>
                    </a:lnTo>
                    <a:lnTo>
                      <a:pt x="1275" y="325"/>
                    </a:lnTo>
                    <a:lnTo>
                      <a:pt x="1275" y="387"/>
                    </a:lnTo>
                    <a:lnTo>
                      <a:pt x="1217" y="449"/>
                    </a:lnTo>
                    <a:lnTo>
                      <a:pt x="1104" y="530"/>
                    </a:lnTo>
                    <a:lnTo>
                      <a:pt x="943" y="578"/>
                    </a:lnTo>
                    <a:lnTo>
                      <a:pt x="730" y="631"/>
                    </a:lnTo>
                    <a:lnTo>
                      <a:pt x="315" y="664"/>
                    </a:lnTo>
                    <a:lnTo>
                      <a:pt x="0" y="682"/>
                    </a:lnTo>
                    <a:lnTo>
                      <a:pt x="703" y="504"/>
                    </a:lnTo>
                    <a:lnTo>
                      <a:pt x="864" y="449"/>
                    </a:lnTo>
                    <a:lnTo>
                      <a:pt x="952" y="407"/>
                    </a:lnTo>
                    <a:lnTo>
                      <a:pt x="975" y="387"/>
                    </a:lnTo>
                    <a:lnTo>
                      <a:pt x="970" y="374"/>
                    </a:lnTo>
                    <a:lnTo>
                      <a:pt x="917" y="367"/>
                    </a:lnTo>
                    <a:lnTo>
                      <a:pt x="1074" y="325"/>
                    </a:lnTo>
                    <a:lnTo>
                      <a:pt x="1086" y="304"/>
                    </a:lnTo>
                    <a:lnTo>
                      <a:pt x="1157" y="306"/>
                    </a:lnTo>
                    <a:lnTo>
                      <a:pt x="1161" y="284"/>
                    </a:lnTo>
                    <a:lnTo>
                      <a:pt x="1136" y="271"/>
                    </a:lnTo>
                    <a:lnTo>
                      <a:pt x="1018" y="242"/>
                    </a:lnTo>
                    <a:lnTo>
                      <a:pt x="1123" y="242"/>
                    </a:lnTo>
                    <a:lnTo>
                      <a:pt x="1123" y="216"/>
                    </a:lnTo>
                    <a:lnTo>
                      <a:pt x="1044" y="189"/>
                    </a:lnTo>
                    <a:lnTo>
                      <a:pt x="934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6" name="Freeform 103">
                <a:extLst>
                  <a:ext uri="{FF2B5EF4-FFF2-40B4-BE49-F238E27FC236}">
                    <a16:creationId xmlns:a16="http://schemas.microsoft.com/office/drawing/2014/main" id="{95DEC1D8-3FAD-F246-9D96-2679F2F7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85"/>
                <a:ext cx="174" cy="170"/>
              </a:xfrm>
              <a:custGeom>
                <a:avLst/>
                <a:gdLst>
                  <a:gd name="T0" fmla="*/ 0 w 1400"/>
                  <a:gd name="T1" fmla="*/ 0 h 1354"/>
                  <a:gd name="T2" fmla="*/ 0 w 1400"/>
                  <a:gd name="T3" fmla="*/ 0 h 1354"/>
                  <a:gd name="T4" fmla="*/ 0 w 1400"/>
                  <a:gd name="T5" fmla="*/ 0 h 1354"/>
                  <a:gd name="T6" fmla="*/ 0 w 1400"/>
                  <a:gd name="T7" fmla="*/ 0 h 1354"/>
                  <a:gd name="T8" fmla="*/ 0 w 1400"/>
                  <a:gd name="T9" fmla="*/ 0 h 1354"/>
                  <a:gd name="T10" fmla="*/ 0 w 1400"/>
                  <a:gd name="T11" fmla="*/ 0 h 1354"/>
                  <a:gd name="T12" fmla="*/ 0 w 1400"/>
                  <a:gd name="T13" fmla="*/ 0 h 1354"/>
                  <a:gd name="T14" fmla="*/ 0 w 1400"/>
                  <a:gd name="T15" fmla="*/ 0 h 1354"/>
                  <a:gd name="T16" fmla="*/ 0 w 1400"/>
                  <a:gd name="T17" fmla="*/ 0 h 1354"/>
                  <a:gd name="T18" fmla="*/ 0 w 1400"/>
                  <a:gd name="T19" fmla="*/ 0 h 1354"/>
                  <a:gd name="T20" fmla="*/ 0 w 1400"/>
                  <a:gd name="T21" fmla="*/ 0 h 1354"/>
                  <a:gd name="T22" fmla="*/ 0 w 1400"/>
                  <a:gd name="T23" fmla="*/ 0 h 1354"/>
                  <a:gd name="T24" fmla="*/ 0 w 1400"/>
                  <a:gd name="T25" fmla="*/ 0 h 1354"/>
                  <a:gd name="T26" fmla="*/ 0 w 1400"/>
                  <a:gd name="T27" fmla="*/ 0 h 1354"/>
                  <a:gd name="T28" fmla="*/ 0 w 1400"/>
                  <a:gd name="T29" fmla="*/ 0 h 1354"/>
                  <a:gd name="T30" fmla="*/ 0 w 1400"/>
                  <a:gd name="T31" fmla="*/ 0 h 1354"/>
                  <a:gd name="T32" fmla="*/ 0 w 1400"/>
                  <a:gd name="T33" fmla="*/ 0 h 1354"/>
                  <a:gd name="T34" fmla="*/ 0 w 1400"/>
                  <a:gd name="T35" fmla="*/ 0 h 1354"/>
                  <a:gd name="T36" fmla="*/ 0 w 1400"/>
                  <a:gd name="T37" fmla="*/ 0 h 1354"/>
                  <a:gd name="T38" fmla="*/ 0 w 1400"/>
                  <a:gd name="T39" fmla="*/ 0 h 1354"/>
                  <a:gd name="T40" fmla="*/ 0 w 1400"/>
                  <a:gd name="T41" fmla="*/ 0 h 1354"/>
                  <a:gd name="T42" fmla="*/ 0 w 1400"/>
                  <a:gd name="T43" fmla="*/ 0 h 1354"/>
                  <a:gd name="T44" fmla="*/ 0 w 1400"/>
                  <a:gd name="T45" fmla="*/ 0 h 1354"/>
                  <a:gd name="T46" fmla="*/ 0 w 1400"/>
                  <a:gd name="T47" fmla="*/ 0 h 1354"/>
                  <a:gd name="T48" fmla="*/ 0 w 1400"/>
                  <a:gd name="T49" fmla="*/ 0 h 1354"/>
                  <a:gd name="T50" fmla="*/ 0 w 1400"/>
                  <a:gd name="T51" fmla="*/ 0 h 1354"/>
                  <a:gd name="T52" fmla="*/ 0 w 1400"/>
                  <a:gd name="T53" fmla="*/ 0 h 1354"/>
                  <a:gd name="T54" fmla="*/ 0 w 1400"/>
                  <a:gd name="T55" fmla="*/ 0 h 1354"/>
                  <a:gd name="T56" fmla="*/ 0 w 1400"/>
                  <a:gd name="T57" fmla="*/ 0 h 1354"/>
                  <a:gd name="T58" fmla="*/ 0 w 1400"/>
                  <a:gd name="T59" fmla="*/ 0 h 1354"/>
                  <a:gd name="T60" fmla="*/ 0 w 1400"/>
                  <a:gd name="T61" fmla="*/ 0 h 1354"/>
                  <a:gd name="T62" fmla="*/ 0 w 1400"/>
                  <a:gd name="T63" fmla="*/ 0 h 1354"/>
                  <a:gd name="T64" fmla="*/ 0 w 1400"/>
                  <a:gd name="T65" fmla="*/ 0 h 1354"/>
                  <a:gd name="T66" fmla="*/ 0 w 1400"/>
                  <a:gd name="T67" fmla="*/ 0 h 1354"/>
                  <a:gd name="T68" fmla="*/ 0 w 1400"/>
                  <a:gd name="T69" fmla="*/ 0 h 1354"/>
                  <a:gd name="T70" fmla="*/ 0 w 1400"/>
                  <a:gd name="T71" fmla="*/ 0 h 1354"/>
                  <a:gd name="T72" fmla="*/ 0 w 1400"/>
                  <a:gd name="T73" fmla="*/ 0 h 1354"/>
                  <a:gd name="T74" fmla="*/ 0 w 1400"/>
                  <a:gd name="T75" fmla="*/ 0 h 13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400"/>
                  <a:gd name="T115" fmla="*/ 0 h 1354"/>
                  <a:gd name="T116" fmla="*/ 1400 w 1400"/>
                  <a:gd name="T117" fmla="*/ 1354 h 135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400" h="1354">
                    <a:moveTo>
                      <a:pt x="585" y="668"/>
                    </a:moveTo>
                    <a:lnTo>
                      <a:pt x="486" y="811"/>
                    </a:lnTo>
                    <a:lnTo>
                      <a:pt x="468" y="885"/>
                    </a:lnTo>
                    <a:lnTo>
                      <a:pt x="413" y="947"/>
                    </a:lnTo>
                    <a:lnTo>
                      <a:pt x="352" y="1130"/>
                    </a:lnTo>
                    <a:lnTo>
                      <a:pt x="277" y="1118"/>
                    </a:lnTo>
                    <a:lnTo>
                      <a:pt x="233" y="1002"/>
                    </a:lnTo>
                    <a:lnTo>
                      <a:pt x="171" y="975"/>
                    </a:lnTo>
                    <a:lnTo>
                      <a:pt x="110" y="991"/>
                    </a:lnTo>
                    <a:lnTo>
                      <a:pt x="67" y="1064"/>
                    </a:lnTo>
                    <a:lnTo>
                      <a:pt x="97" y="1354"/>
                    </a:lnTo>
                    <a:lnTo>
                      <a:pt x="46" y="1263"/>
                    </a:lnTo>
                    <a:lnTo>
                      <a:pt x="0" y="730"/>
                    </a:lnTo>
                    <a:lnTo>
                      <a:pt x="40" y="627"/>
                    </a:lnTo>
                    <a:lnTo>
                      <a:pt x="110" y="438"/>
                    </a:lnTo>
                    <a:lnTo>
                      <a:pt x="270" y="242"/>
                    </a:lnTo>
                    <a:lnTo>
                      <a:pt x="486" y="71"/>
                    </a:lnTo>
                    <a:lnTo>
                      <a:pt x="754" y="11"/>
                    </a:lnTo>
                    <a:lnTo>
                      <a:pt x="976" y="0"/>
                    </a:lnTo>
                    <a:lnTo>
                      <a:pt x="1095" y="55"/>
                    </a:lnTo>
                    <a:lnTo>
                      <a:pt x="1160" y="124"/>
                    </a:lnTo>
                    <a:lnTo>
                      <a:pt x="1286" y="165"/>
                    </a:lnTo>
                    <a:lnTo>
                      <a:pt x="1240" y="165"/>
                    </a:lnTo>
                    <a:lnTo>
                      <a:pt x="1240" y="189"/>
                    </a:lnTo>
                    <a:lnTo>
                      <a:pt x="1342" y="223"/>
                    </a:lnTo>
                    <a:lnTo>
                      <a:pt x="1270" y="251"/>
                    </a:lnTo>
                    <a:lnTo>
                      <a:pt x="1277" y="271"/>
                    </a:lnTo>
                    <a:lnTo>
                      <a:pt x="1314" y="290"/>
                    </a:lnTo>
                    <a:lnTo>
                      <a:pt x="1229" y="318"/>
                    </a:lnTo>
                    <a:lnTo>
                      <a:pt x="1277" y="365"/>
                    </a:lnTo>
                    <a:lnTo>
                      <a:pt x="1125" y="403"/>
                    </a:lnTo>
                    <a:lnTo>
                      <a:pt x="1125" y="413"/>
                    </a:lnTo>
                    <a:lnTo>
                      <a:pt x="1266" y="424"/>
                    </a:lnTo>
                    <a:lnTo>
                      <a:pt x="1116" y="470"/>
                    </a:lnTo>
                    <a:lnTo>
                      <a:pt x="1400" y="438"/>
                    </a:lnTo>
                    <a:lnTo>
                      <a:pt x="1383" y="530"/>
                    </a:lnTo>
                    <a:lnTo>
                      <a:pt x="864" y="631"/>
                    </a:lnTo>
                    <a:lnTo>
                      <a:pt x="585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7" name="Freeform 104">
                <a:extLst>
                  <a:ext uri="{FF2B5EF4-FFF2-40B4-BE49-F238E27FC236}">
                    <a16:creationId xmlns:a16="http://schemas.microsoft.com/office/drawing/2014/main" id="{44BC6D9A-742B-DD48-AD5A-74A5E0EA4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541"/>
                <a:ext cx="71" cy="197"/>
              </a:xfrm>
              <a:custGeom>
                <a:avLst/>
                <a:gdLst>
                  <a:gd name="T0" fmla="*/ 0 w 567"/>
                  <a:gd name="T1" fmla="*/ 0 h 1578"/>
                  <a:gd name="T2" fmla="*/ 0 w 567"/>
                  <a:gd name="T3" fmla="*/ 0 h 1578"/>
                  <a:gd name="T4" fmla="*/ 0 w 567"/>
                  <a:gd name="T5" fmla="*/ 0 h 1578"/>
                  <a:gd name="T6" fmla="*/ 0 w 567"/>
                  <a:gd name="T7" fmla="*/ 0 h 1578"/>
                  <a:gd name="T8" fmla="*/ 0 w 567"/>
                  <a:gd name="T9" fmla="*/ 0 h 1578"/>
                  <a:gd name="T10" fmla="*/ 0 w 567"/>
                  <a:gd name="T11" fmla="*/ 0 h 1578"/>
                  <a:gd name="T12" fmla="*/ 0 w 567"/>
                  <a:gd name="T13" fmla="*/ 0 h 1578"/>
                  <a:gd name="T14" fmla="*/ 0 w 567"/>
                  <a:gd name="T15" fmla="*/ 0 h 1578"/>
                  <a:gd name="T16" fmla="*/ 0 w 567"/>
                  <a:gd name="T17" fmla="*/ 0 h 1578"/>
                  <a:gd name="T18" fmla="*/ 0 w 567"/>
                  <a:gd name="T19" fmla="*/ 0 h 1578"/>
                  <a:gd name="T20" fmla="*/ 0 w 567"/>
                  <a:gd name="T21" fmla="*/ 0 h 1578"/>
                  <a:gd name="T22" fmla="*/ 0 w 567"/>
                  <a:gd name="T23" fmla="*/ 0 h 1578"/>
                  <a:gd name="T24" fmla="*/ 0 w 567"/>
                  <a:gd name="T25" fmla="*/ 0 h 1578"/>
                  <a:gd name="T26" fmla="*/ 0 w 567"/>
                  <a:gd name="T27" fmla="*/ 0 h 1578"/>
                  <a:gd name="T28" fmla="*/ 0 w 567"/>
                  <a:gd name="T29" fmla="*/ 0 h 1578"/>
                  <a:gd name="T30" fmla="*/ 0 w 567"/>
                  <a:gd name="T31" fmla="*/ 0 h 1578"/>
                  <a:gd name="T32" fmla="*/ 0 w 567"/>
                  <a:gd name="T33" fmla="*/ 0 h 1578"/>
                  <a:gd name="T34" fmla="*/ 0 w 567"/>
                  <a:gd name="T35" fmla="*/ 0 h 1578"/>
                  <a:gd name="T36" fmla="*/ 0 w 567"/>
                  <a:gd name="T37" fmla="*/ 0 h 1578"/>
                  <a:gd name="T38" fmla="*/ 0 w 567"/>
                  <a:gd name="T39" fmla="*/ 0 h 1578"/>
                  <a:gd name="T40" fmla="*/ 0 w 567"/>
                  <a:gd name="T41" fmla="*/ 0 h 1578"/>
                  <a:gd name="T42" fmla="*/ 0 w 567"/>
                  <a:gd name="T43" fmla="*/ 0 h 1578"/>
                  <a:gd name="T44" fmla="*/ 0 w 567"/>
                  <a:gd name="T45" fmla="*/ 0 h 1578"/>
                  <a:gd name="T46" fmla="*/ 0 w 567"/>
                  <a:gd name="T47" fmla="*/ 0 h 1578"/>
                  <a:gd name="T48" fmla="*/ 0 w 567"/>
                  <a:gd name="T49" fmla="*/ 0 h 1578"/>
                  <a:gd name="T50" fmla="*/ 0 w 567"/>
                  <a:gd name="T51" fmla="*/ 0 h 1578"/>
                  <a:gd name="T52" fmla="*/ 0 w 567"/>
                  <a:gd name="T53" fmla="*/ 0 h 1578"/>
                  <a:gd name="T54" fmla="*/ 0 w 567"/>
                  <a:gd name="T55" fmla="*/ 0 h 1578"/>
                  <a:gd name="T56" fmla="*/ 0 w 567"/>
                  <a:gd name="T57" fmla="*/ 0 h 1578"/>
                  <a:gd name="T58" fmla="*/ 0 w 567"/>
                  <a:gd name="T59" fmla="*/ 0 h 157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67"/>
                  <a:gd name="T91" fmla="*/ 0 h 1578"/>
                  <a:gd name="T92" fmla="*/ 567 w 567"/>
                  <a:gd name="T93" fmla="*/ 1578 h 157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67" h="1578">
                    <a:moveTo>
                      <a:pt x="320" y="150"/>
                    </a:moveTo>
                    <a:lnTo>
                      <a:pt x="358" y="245"/>
                    </a:lnTo>
                    <a:lnTo>
                      <a:pt x="358" y="635"/>
                    </a:lnTo>
                    <a:lnTo>
                      <a:pt x="304" y="761"/>
                    </a:lnTo>
                    <a:lnTo>
                      <a:pt x="304" y="904"/>
                    </a:lnTo>
                    <a:lnTo>
                      <a:pt x="239" y="1119"/>
                    </a:lnTo>
                    <a:lnTo>
                      <a:pt x="147" y="1255"/>
                    </a:lnTo>
                    <a:lnTo>
                      <a:pt x="0" y="1578"/>
                    </a:lnTo>
                    <a:lnTo>
                      <a:pt x="90" y="1471"/>
                    </a:lnTo>
                    <a:lnTo>
                      <a:pt x="198" y="1211"/>
                    </a:lnTo>
                    <a:lnTo>
                      <a:pt x="270" y="1105"/>
                    </a:lnTo>
                    <a:lnTo>
                      <a:pt x="341" y="941"/>
                    </a:lnTo>
                    <a:lnTo>
                      <a:pt x="341" y="794"/>
                    </a:lnTo>
                    <a:lnTo>
                      <a:pt x="484" y="704"/>
                    </a:lnTo>
                    <a:lnTo>
                      <a:pt x="567" y="455"/>
                    </a:lnTo>
                    <a:lnTo>
                      <a:pt x="567" y="261"/>
                    </a:lnTo>
                    <a:lnTo>
                      <a:pt x="558" y="121"/>
                    </a:lnTo>
                    <a:lnTo>
                      <a:pt x="532" y="42"/>
                    </a:lnTo>
                    <a:lnTo>
                      <a:pt x="468" y="0"/>
                    </a:lnTo>
                    <a:lnTo>
                      <a:pt x="521" y="60"/>
                    </a:lnTo>
                    <a:lnTo>
                      <a:pt x="532" y="110"/>
                    </a:lnTo>
                    <a:lnTo>
                      <a:pt x="521" y="139"/>
                    </a:lnTo>
                    <a:lnTo>
                      <a:pt x="444" y="90"/>
                    </a:lnTo>
                    <a:lnTo>
                      <a:pt x="437" y="97"/>
                    </a:lnTo>
                    <a:lnTo>
                      <a:pt x="488" y="178"/>
                    </a:lnTo>
                    <a:lnTo>
                      <a:pt x="505" y="305"/>
                    </a:lnTo>
                    <a:lnTo>
                      <a:pt x="505" y="429"/>
                    </a:lnTo>
                    <a:lnTo>
                      <a:pt x="468" y="275"/>
                    </a:lnTo>
                    <a:lnTo>
                      <a:pt x="345" y="110"/>
                    </a:lnTo>
                    <a:lnTo>
                      <a:pt x="320" y="1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8" name="Freeform 105">
                <a:extLst>
                  <a:ext uri="{FF2B5EF4-FFF2-40B4-BE49-F238E27FC236}">
                    <a16:creationId xmlns:a16="http://schemas.microsoft.com/office/drawing/2014/main" id="{D38D7EB3-ABC3-2145-80CB-6891B82A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55"/>
                <a:ext cx="132" cy="131"/>
              </a:xfrm>
              <a:custGeom>
                <a:avLst/>
                <a:gdLst>
                  <a:gd name="T0" fmla="*/ 0 w 1057"/>
                  <a:gd name="T1" fmla="*/ 0 h 1050"/>
                  <a:gd name="T2" fmla="*/ 0 w 1057"/>
                  <a:gd name="T3" fmla="*/ 0 h 1050"/>
                  <a:gd name="T4" fmla="*/ 0 w 1057"/>
                  <a:gd name="T5" fmla="*/ 0 h 1050"/>
                  <a:gd name="T6" fmla="*/ 0 w 1057"/>
                  <a:gd name="T7" fmla="*/ 0 h 1050"/>
                  <a:gd name="T8" fmla="*/ 0 w 1057"/>
                  <a:gd name="T9" fmla="*/ 0 h 1050"/>
                  <a:gd name="T10" fmla="*/ 0 w 1057"/>
                  <a:gd name="T11" fmla="*/ 0 h 1050"/>
                  <a:gd name="T12" fmla="*/ 0 w 1057"/>
                  <a:gd name="T13" fmla="*/ 0 h 1050"/>
                  <a:gd name="T14" fmla="*/ 0 w 1057"/>
                  <a:gd name="T15" fmla="*/ 0 h 1050"/>
                  <a:gd name="T16" fmla="*/ 0 w 1057"/>
                  <a:gd name="T17" fmla="*/ 0 h 1050"/>
                  <a:gd name="T18" fmla="*/ 0 w 1057"/>
                  <a:gd name="T19" fmla="*/ 0 h 1050"/>
                  <a:gd name="T20" fmla="*/ 0 w 1057"/>
                  <a:gd name="T21" fmla="*/ 0 h 1050"/>
                  <a:gd name="T22" fmla="*/ 0 w 1057"/>
                  <a:gd name="T23" fmla="*/ 0 h 1050"/>
                  <a:gd name="T24" fmla="*/ 0 w 1057"/>
                  <a:gd name="T25" fmla="*/ 0 h 1050"/>
                  <a:gd name="T26" fmla="*/ 0 w 1057"/>
                  <a:gd name="T27" fmla="*/ 0 h 1050"/>
                  <a:gd name="T28" fmla="*/ 0 w 1057"/>
                  <a:gd name="T29" fmla="*/ 0 h 1050"/>
                  <a:gd name="T30" fmla="*/ 0 w 1057"/>
                  <a:gd name="T31" fmla="*/ 0 h 1050"/>
                  <a:gd name="T32" fmla="*/ 0 w 1057"/>
                  <a:gd name="T33" fmla="*/ 0 h 1050"/>
                  <a:gd name="T34" fmla="*/ 0 w 1057"/>
                  <a:gd name="T35" fmla="*/ 0 h 1050"/>
                  <a:gd name="T36" fmla="*/ 0 w 1057"/>
                  <a:gd name="T37" fmla="*/ 0 h 1050"/>
                  <a:gd name="T38" fmla="*/ 0 w 1057"/>
                  <a:gd name="T39" fmla="*/ 0 h 1050"/>
                  <a:gd name="T40" fmla="*/ 0 w 1057"/>
                  <a:gd name="T41" fmla="*/ 0 h 1050"/>
                  <a:gd name="T42" fmla="*/ 0 w 1057"/>
                  <a:gd name="T43" fmla="*/ 0 h 1050"/>
                  <a:gd name="T44" fmla="*/ 0 w 1057"/>
                  <a:gd name="T45" fmla="*/ 0 h 1050"/>
                  <a:gd name="T46" fmla="*/ 0 w 1057"/>
                  <a:gd name="T47" fmla="*/ 0 h 1050"/>
                  <a:gd name="T48" fmla="*/ 0 w 1057"/>
                  <a:gd name="T49" fmla="*/ 0 h 1050"/>
                  <a:gd name="T50" fmla="*/ 0 w 1057"/>
                  <a:gd name="T51" fmla="*/ 0 h 1050"/>
                  <a:gd name="T52" fmla="*/ 0 w 1057"/>
                  <a:gd name="T53" fmla="*/ 0 h 1050"/>
                  <a:gd name="T54" fmla="*/ 0 w 1057"/>
                  <a:gd name="T55" fmla="*/ 0 h 1050"/>
                  <a:gd name="T56" fmla="*/ 0 w 1057"/>
                  <a:gd name="T57" fmla="*/ 0 h 1050"/>
                  <a:gd name="T58" fmla="*/ 0 w 1057"/>
                  <a:gd name="T59" fmla="*/ 0 h 1050"/>
                  <a:gd name="T60" fmla="*/ 0 w 1057"/>
                  <a:gd name="T61" fmla="*/ 0 h 1050"/>
                  <a:gd name="T62" fmla="*/ 0 w 1057"/>
                  <a:gd name="T63" fmla="*/ 0 h 1050"/>
                  <a:gd name="T64" fmla="*/ 0 w 1057"/>
                  <a:gd name="T65" fmla="*/ 0 h 1050"/>
                  <a:gd name="T66" fmla="*/ 0 w 1057"/>
                  <a:gd name="T67" fmla="*/ 0 h 1050"/>
                  <a:gd name="T68" fmla="*/ 0 w 1057"/>
                  <a:gd name="T69" fmla="*/ 0 h 1050"/>
                  <a:gd name="T70" fmla="*/ 0 w 1057"/>
                  <a:gd name="T71" fmla="*/ 0 h 1050"/>
                  <a:gd name="T72" fmla="*/ 0 w 1057"/>
                  <a:gd name="T73" fmla="*/ 0 h 10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7"/>
                  <a:gd name="T112" fmla="*/ 0 h 1050"/>
                  <a:gd name="T113" fmla="*/ 1057 w 1057"/>
                  <a:gd name="T114" fmla="*/ 1050 h 10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7" h="1050">
                    <a:moveTo>
                      <a:pt x="90" y="0"/>
                    </a:moveTo>
                    <a:lnTo>
                      <a:pt x="68" y="195"/>
                    </a:lnTo>
                    <a:lnTo>
                      <a:pt x="72" y="281"/>
                    </a:lnTo>
                    <a:lnTo>
                      <a:pt x="105" y="356"/>
                    </a:lnTo>
                    <a:lnTo>
                      <a:pt x="158" y="424"/>
                    </a:lnTo>
                    <a:lnTo>
                      <a:pt x="259" y="506"/>
                    </a:lnTo>
                    <a:lnTo>
                      <a:pt x="558" y="651"/>
                    </a:lnTo>
                    <a:lnTo>
                      <a:pt x="842" y="758"/>
                    </a:lnTo>
                    <a:lnTo>
                      <a:pt x="925" y="762"/>
                    </a:lnTo>
                    <a:lnTo>
                      <a:pt x="995" y="758"/>
                    </a:lnTo>
                    <a:lnTo>
                      <a:pt x="1057" y="730"/>
                    </a:lnTo>
                    <a:lnTo>
                      <a:pt x="1006" y="767"/>
                    </a:lnTo>
                    <a:lnTo>
                      <a:pt x="944" y="783"/>
                    </a:lnTo>
                    <a:lnTo>
                      <a:pt x="863" y="785"/>
                    </a:lnTo>
                    <a:lnTo>
                      <a:pt x="753" y="767"/>
                    </a:lnTo>
                    <a:lnTo>
                      <a:pt x="753" y="817"/>
                    </a:lnTo>
                    <a:lnTo>
                      <a:pt x="738" y="882"/>
                    </a:lnTo>
                    <a:lnTo>
                      <a:pt x="661" y="1009"/>
                    </a:lnTo>
                    <a:lnTo>
                      <a:pt x="704" y="901"/>
                    </a:lnTo>
                    <a:lnTo>
                      <a:pt x="709" y="824"/>
                    </a:lnTo>
                    <a:lnTo>
                      <a:pt x="624" y="861"/>
                    </a:lnTo>
                    <a:lnTo>
                      <a:pt x="624" y="978"/>
                    </a:lnTo>
                    <a:lnTo>
                      <a:pt x="598" y="1013"/>
                    </a:lnTo>
                    <a:lnTo>
                      <a:pt x="624" y="1050"/>
                    </a:lnTo>
                    <a:lnTo>
                      <a:pt x="591" y="1050"/>
                    </a:lnTo>
                    <a:lnTo>
                      <a:pt x="506" y="1009"/>
                    </a:lnTo>
                    <a:lnTo>
                      <a:pt x="328" y="843"/>
                    </a:lnTo>
                    <a:lnTo>
                      <a:pt x="215" y="721"/>
                    </a:lnTo>
                    <a:lnTo>
                      <a:pt x="98" y="567"/>
                    </a:lnTo>
                    <a:lnTo>
                      <a:pt x="0" y="370"/>
                    </a:lnTo>
                    <a:lnTo>
                      <a:pt x="107" y="541"/>
                    </a:lnTo>
                    <a:lnTo>
                      <a:pt x="204" y="633"/>
                    </a:lnTo>
                    <a:lnTo>
                      <a:pt x="81" y="411"/>
                    </a:lnTo>
                    <a:lnTo>
                      <a:pt x="52" y="288"/>
                    </a:lnTo>
                    <a:lnTo>
                      <a:pt x="52" y="213"/>
                    </a:lnTo>
                    <a:lnTo>
                      <a:pt x="68" y="9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69" name="Freeform 106">
                <a:extLst>
                  <a:ext uri="{FF2B5EF4-FFF2-40B4-BE49-F238E27FC236}">
                    <a16:creationId xmlns:a16="http://schemas.microsoft.com/office/drawing/2014/main" id="{FE34F789-D1E2-2948-A424-F606F1B26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17"/>
                <a:ext cx="22" cy="39"/>
              </a:xfrm>
              <a:custGeom>
                <a:avLst/>
                <a:gdLst>
                  <a:gd name="T0" fmla="*/ 0 w 180"/>
                  <a:gd name="T1" fmla="*/ 0 h 312"/>
                  <a:gd name="T2" fmla="*/ 0 w 180"/>
                  <a:gd name="T3" fmla="*/ 0 h 312"/>
                  <a:gd name="T4" fmla="*/ 0 w 180"/>
                  <a:gd name="T5" fmla="*/ 0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0 w 180"/>
                  <a:gd name="T15" fmla="*/ 0 h 312"/>
                  <a:gd name="T16" fmla="*/ 0 w 180"/>
                  <a:gd name="T17" fmla="*/ 0 h 312"/>
                  <a:gd name="T18" fmla="*/ 0 w 180"/>
                  <a:gd name="T19" fmla="*/ 0 h 312"/>
                  <a:gd name="T20" fmla="*/ 0 w 180"/>
                  <a:gd name="T21" fmla="*/ 0 h 312"/>
                  <a:gd name="T22" fmla="*/ 0 w 180"/>
                  <a:gd name="T23" fmla="*/ 0 h 312"/>
                  <a:gd name="T24" fmla="*/ 0 w 180"/>
                  <a:gd name="T25" fmla="*/ 0 h 312"/>
                  <a:gd name="T26" fmla="*/ 0 w 180"/>
                  <a:gd name="T27" fmla="*/ 0 h 312"/>
                  <a:gd name="T28" fmla="*/ 0 w 180"/>
                  <a:gd name="T29" fmla="*/ 0 h 312"/>
                  <a:gd name="T30" fmla="*/ 0 w 180"/>
                  <a:gd name="T31" fmla="*/ 0 h 312"/>
                  <a:gd name="T32" fmla="*/ 0 w 180"/>
                  <a:gd name="T33" fmla="*/ 0 h 312"/>
                  <a:gd name="T34" fmla="*/ 0 w 180"/>
                  <a:gd name="T35" fmla="*/ 0 h 3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0"/>
                  <a:gd name="T55" fmla="*/ 0 h 312"/>
                  <a:gd name="T56" fmla="*/ 180 w 180"/>
                  <a:gd name="T57" fmla="*/ 312 h 3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0" h="312">
                    <a:moveTo>
                      <a:pt x="37" y="0"/>
                    </a:moveTo>
                    <a:lnTo>
                      <a:pt x="88" y="7"/>
                    </a:lnTo>
                    <a:lnTo>
                      <a:pt x="175" y="62"/>
                    </a:lnTo>
                    <a:lnTo>
                      <a:pt x="180" y="164"/>
                    </a:lnTo>
                    <a:lnTo>
                      <a:pt x="146" y="147"/>
                    </a:lnTo>
                    <a:lnTo>
                      <a:pt x="136" y="134"/>
                    </a:lnTo>
                    <a:lnTo>
                      <a:pt x="94" y="171"/>
                    </a:lnTo>
                    <a:lnTo>
                      <a:pt x="94" y="185"/>
                    </a:lnTo>
                    <a:lnTo>
                      <a:pt x="125" y="204"/>
                    </a:lnTo>
                    <a:lnTo>
                      <a:pt x="155" y="301"/>
                    </a:lnTo>
                    <a:lnTo>
                      <a:pt x="132" y="312"/>
                    </a:lnTo>
                    <a:lnTo>
                      <a:pt x="100" y="257"/>
                    </a:lnTo>
                    <a:lnTo>
                      <a:pt x="19" y="233"/>
                    </a:lnTo>
                    <a:lnTo>
                      <a:pt x="0" y="111"/>
                    </a:lnTo>
                    <a:lnTo>
                      <a:pt x="19" y="95"/>
                    </a:lnTo>
                    <a:lnTo>
                      <a:pt x="105" y="53"/>
                    </a:lnTo>
                    <a:lnTo>
                      <a:pt x="81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0" name="Freeform 107">
                <a:extLst>
                  <a:ext uri="{FF2B5EF4-FFF2-40B4-BE49-F238E27FC236}">
                    <a16:creationId xmlns:a16="http://schemas.microsoft.com/office/drawing/2014/main" id="{F6B35E1C-B561-4A4D-828A-F0345183C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54"/>
                <a:ext cx="9" cy="2"/>
              </a:xfrm>
              <a:custGeom>
                <a:avLst/>
                <a:gdLst>
                  <a:gd name="T0" fmla="*/ 0 w 69"/>
                  <a:gd name="T1" fmla="*/ 0 h 17"/>
                  <a:gd name="T2" fmla="*/ 0 w 69"/>
                  <a:gd name="T3" fmla="*/ 0 h 17"/>
                  <a:gd name="T4" fmla="*/ 0 w 69"/>
                  <a:gd name="T5" fmla="*/ 0 h 17"/>
                  <a:gd name="T6" fmla="*/ 0 w 6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17"/>
                  <a:gd name="T14" fmla="*/ 69 w 69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17">
                    <a:moveTo>
                      <a:pt x="0" y="0"/>
                    </a:moveTo>
                    <a:lnTo>
                      <a:pt x="69" y="17"/>
                    </a:lnTo>
                    <a:lnTo>
                      <a:pt x="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1" name="Freeform 108">
                <a:extLst>
                  <a:ext uri="{FF2B5EF4-FFF2-40B4-BE49-F238E27FC236}">
                    <a16:creationId xmlns:a16="http://schemas.microsoft.com/office/drawing/2014/main" id="{088E27BE-75B2-E940-B799-5AB364D2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64"/>
                <a:ext cx="18" cy="24"/>
              </a:xfrm>
              <a:custGeom>
                <a:avLst/>
                <a:gdLst>
                  <a:gd name="T0" fmla="*/ 0 w 143"/>
                  <a:gd name="T1" fmla="*/ 0 h 195"/>
                  <a:gd name="T2" fmla="*/ 0 w 143"/>
                  <a:gd name="T3" fmla="*/ 0 h 195"/>
                  <a:gd name="T4" fmla="*/ 0 w 143"/>
                  <a:gd name="T5" fmla="*/ 0 h 195"/>
                  <a:gd name="T6" fmla="*/ 0 w 143"/>
                  <a:gd name="T7" fmla="*/ 0 h 195"/>
                  <a:gd name="T8" fmla="*/ 0 w 143"/>
                  <a:gd name="T9" fmla="*/ 0 h 195"/>
                  <a:gd name="T10" fmla="*/ 0 w 143"/>
                  <a:gd name="T11" fmla="*/ 0 h 195"/>
                  <a:gd name="T12" fmla="*/ 0 w 143"/>
                  <a:gd name="T13" fmla="*/ 0 h 195"/>
                  <a:gd name="T14" fmla="*/ 0 w 143"/>
                  <a:gd name="T15" fmla="*/ 0 h 195"/>
                  <a:gd name="T16" fmla="*/ 0 w 143"/>
                  <a:gd name="T17" fmla="*/ 0 h 195"/>
                  <a:gd name="T18" fmla="*/ 0 w 143"/>
                  <a:gd name="T19" fmla="*/ 0 h 195"/>
                  <a:gd name="T20" fmla="*/ 0 w 143"/>
                  <a:gd name="T21" fmla="*/ 0 h 195"/>
                  <a:gd name="T22" fmla="*/ 0 w 143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3"/>
                  <a:gd name="T37" fmla="*/ 0 h 195"/>
                  <a:gd name="T38" fmla="*/ 143 w 143"/>
                  <a:gd name="T39" fmla="*/ 195 h 1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3" h="195">
                    <a:moveTo>
                      <a:pt x="0" y="0"/>
                    </a:moveTo>
                    <a:lnTo>
                      <a:pt x="26" y="23"/>
                    </a:lnTo>
                    <a:lnTo>
                      <a:pt x="67" y="37"/>
                    </a:lnTo>
                    <a:lnTo>
                      <a:pt x="143" y="18"/>
                    </a:lnTo>
                    <a:lnTo>
                      <a:pt x="114" y="85"/>
                    </a:lnTo>
                    <a:lnTo>
                      <a:pt x="61" y="103"/>
                    </a:lnTo>
                    <a:lnTo>
                      <a:pt x="33" y="195"/>
                    </a:lnTo>
                    <a:lnTo>
                      <a:pt x="6" y="140"/>
                    </a:lnTo>
                    <a:lnTo>
                      <a:pt x="6" y="112"/>
                    </a:lnTo>
                    <a:lnTo>
                      <a:pt x="33" y="85"/>
                    </a:lnTo>
                    <a:lnTo>
                      <a:pt x="1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2" name="Line 109">
                <a:extLst>
                  <a:ext uri="{FF2B5EF4-FFF2-40B4-BE49-F238E27FC236}">
                    <a16:creationId xmlns:a16="http://schemas.microsoft.com/office/drawing/2014/main" id="{C75EF2E8-4906-E94E-B3B1-325EFF710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0" y="1620"/>
                <a:ext cx="9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3" name="Line 110">
                <a:extLst>
                  <a:ext uri="{FF2B5EF4-FFF2-40B4-BE49-F238E27FC236}">
                    <a16:creationId xmlns:a16="http://schemas.microsoft.com/office/drawing/2014/main" id="{3D0EA4D2-0AF0-004F-AAA3-085A60612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2" y="1614"/>
                <a:ext cx="13" cy="4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4" name="Line 111">
                <a:extLst>
                  <a:ext uri="{FF2B5EF4-FFF2-40B4-BE49-F238E27FC236}">
                    <a16:creationId xmlns:a16="http://schemas.microsoft.com/office/drawing/2014/main" id="{9A3FFC75-7AB4-A44C-A7B3-10512CC24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0" y="1626"/>
                <a:ext cx="12" cy="3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5" name="Line 112">
                <a:extLst>
                  <a:ext uri="{FF2B5EF4-FFF2-40B4-BE49-F238E27FC236}">
                    <a16:creationId xmlns:a16="http://schemas.microsoft.com/office/drawing/2014/main" id="{2604B32D-2C3A-2543-8BD7-ECCBC9F1DC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8" y="1638"/>
                <a:ext cx="9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6" name="Freeform 113">
                <a:extLst>
                  <a:ext uri="{FF2B5EF4-FFF2-40B4-BE49-F238E27FC236}">
                    <a16:creationId xmlns:a16="http://schemas.microsoft.com/office/drawing/2014/main" id="{2C45C1BD-A71C-E546-A5FC-E05B3FCC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568"/>
                <a:ext cx="92" cy="21"/>
              </a:xfrm>
              <a:custGeom>
                <a:avLst/>
                <a:gdLst>
                  <a:gd name="T0" fmla="*/ 0 w 743"/>
                  <a:gd name="T1" fmla="*/ 0 h 165"/>
                  <a:gd name="T2" fmla="*/ 0 w 743"/>
                  <a:gd name="T3" fmla="*/ 0 h 165"/>
                  <a:gd name="T4" fmla="*/ 0 w 743"/>
                  <a:gd name="T5" fmla="*/ 0 h 165"/>
                  <a:gd name="T6" fmla="*/ 0 w 743"/>
                  <a:gd name="T7" fmla="*/ 0 h 165"/>
                  <a:gd name="T8" fmla="*/ 0 w 743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3"/>
                  <a:gd name="T16" fmla="*/ 0 h 165"/>
                  <a:gd name="T17" fmla="*/ 743 w 743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3" h="165">
                    <a:moveTo>
                      <a:pt x="0" y="0"/>
                    </a:moveTo>
                    <a:lnTo>
                      <a:pt x="116" y="18"/>
                    </a:lnTo>
                    <a:lnTo>
                      <a:pt x="351" y="101"/>
                    </a:lnTo>
                    <a:lnTo>
                      <a:pt x="519" y="138"/>
                    </a:lnTo>
                    <a:lnTo>
                      <a:pt x="743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7" name="Freeform 114">
                <a:extLst>
                  <a:ext uri="{FF2B5EF4-FFF2-40B4-BE49-F238E27FC236}">
                    <a16:creationId xmlns:a16="http://schemas.microsoft.com/office/drawing/2014/main" id="{F8979F7B-37BF-4749-BBBE-0CAB2D997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65"/>
                <a:ext cx="61" cy="17"/>
              </a:xfrm>
              <a:custGeom>
                <a:avLst/>
                <a:gdLst>
                  <a:gd name="T0" fmla="*/ 0 w 491"/>
                  <a:gd name="T1" fmla="*/ 0 h 134"/>
                  <a:gd name="T2" fmla="*/ 0 w 491"/>
                  <a:gd name="T3" fmla="*/ 0 h 134"/>
                  <a:gd name="T4" fmla="*/ 0 w 491"/>
                  <a:gd name="T5" fmla="*/ 0 h 134"/>
                  <a:gd name="T6" fmla="*/ 0 w 491"/>
                  <a:gd name="T7" fmla="*/ 0 h 13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91"/>
                  <a:gd name="T13" fmla="*/ 0 h 134"/>
                  <a:gd name="T14" fmla="*/ 491 w 491"/>
                  <a:gd name="T15" fmla="*/ 134 h 13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91" h="134">
                    <a:moveTo>
                      <a:pt x="0" y="0"/>
                    </a:moveTo>
                    <a:lnTo>
                      <a:pt x="82" y="28"/>
                    </a:lnTo>
                    <a:lnTo>
                      <a:pt x="260" y="88"/>
                    </a:lnTo>
                    <a:lnTo>
                      <a:pt x="491" y="1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8" name="Freeform 115">
                <a:extLst>
                  <a:ext uri="{FF2B5EF4-FFF2-40B4-BE49-F238E27FC236}">
                    <a16:creationId xmlns:a16="http://schemas.microsoft.com/office/drawing/2014/main" id="{543FBA01-8D7F-F640-A9C6-9CF52E4F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8"/>
                <a:ext cx="45" cy="73"/>
              </a:xfrm>
              <a:custGeom>
                <a:avLst/>
                <a:gdLst>
                  <a:gd name="T0" fmla="*/ 0 w 365"/>
                  <a:gd name="T1" fmla="*/ 0 h 579"/>
                  <a:gd name="T2" fmla="*/ 0 w 365"/>
                  <a:gd name="T3" fmla="*/ 0 h 579"/>
                  <a:gd name="T4" fmla="*/ 0 w 365"/>
                  <a:gd name="T5" fmla="*/ 0 h 579"/>
                  <a:gd name="T6" fmla="*/ 0 w 365"/>
                  <a:gd name="T7" fmla="*/ 0 h 579"/>
                  <a:gd name="T8" fmla="*/ 0 w 365"/>
                  <a:gd name="T9" fmla="*/ 0 h 579"/>
                  <a:gd name="T10" fmla="*/ 0 w 365"/>
                  <a:gd name="T11" fmla="*/ 0 h 579"/>
                  <a:gd name="T12" fmla="*/ 0 w 365"/>
                  <a:gd name="T13" fmla="*/ 0 h 579"/>
                  <a:gd name="T14" fmla="*/ 0 w 365"/>
                  <a:gd name="T15" fmla="*/ 0 h 579"/>
                  <a:gd name="T16" fmla="*/ 0 w 365"/>
                  <a:gd name="T17" fmla="*/ 0 h 579"/>
                  <a:gd name="T18" fmla="*/ 0 w 365"/>
                  <a:gd name="T19" fmla="*/ 0 h 5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5"/>
                  <a:gd name="T31" fmla="*/ 0 h 579"/>
                  <a:gd name="T32" fmla="*/ 365 w 365"/>
                  <a:gd name="T33" fmla="*/ 579 h 5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5" h="579">
                    <a:moveTo>
                      <a:pt x="365" y="0"/>
                    </a:moveTo>
                    <a:lnTo>
                      <a:pt x="277" y="129"/>
                    </a:lnTo>
                    <a:lnTo>
                      <a:pt x="277" y="265"/>
                    </a:lnTo>
                    <a:lnTo>
                      <a:pt x="350" y="579"/>
                    </a:lnTo>
                    <a:lnTo>
                      <a:pt x="224" y="290"/>
                    </a:lnTo>
                    <a:lnTo>
                      <a:pt x="224" y="199"/>
                    </a:lnTo>
                    <a:lnTo>
                      <a:pt x="0" y="199"/>
                    </a:lnTo>
                    <a:lnTo>
                      <a:pt x="187" y="76"/>
                    </a:lnTo>
                    <a:lnTo>
                      <a:pt x="277" y="76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79" name="Freeform 116">
                <a:extLst>
                  <a:ext uri="{FF2B5EF4-FFF2-40B4-BE49-F238E27FC236}">
                    <a16:creationId xmlns:a16="http://schemas.microsoft.com/office/drawing/2014/main" id="{1524CD82-BD0E-C64C-96E9-3A57A06F3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35"/>
                <a:ext cx="526" cy="496"/>
              </a:xfrm>
              <a:custGeom>
                <a:avLst/>
                <a:gdLst>
                  <a:gd name="T0" fmla="*/ 0 w 4215"/>
                  <a:gd name="T1" fmla="*/ 0 h 3969"/>
                  <a:gd name="T2" fmla="*/ 0 w 4215"/>
                  <a:gd name="T3" fmla="*/ 0 h 3969"/>
                  <a:gd name="T4" fmla="*/ 0 w 4215"/>
                  <a:gd name="T5" fmla="*/ 0 h 3969"/>
                  <a:gd name="T6" fmla="*/ 0 w 4215"/>
                  <a:gd name="T7" fmla="*/ 0 h 3969"/>
                  <a:gd name="T8" fmla="*/ 0 w 4215"/>
                  <a:gd name="T9" fmla="*/ 0 h 3969"/>
                  <a:gd name="T10" fmla="*/ 0 w 4215"/>
                  <a:gd name="T11" fmla="*/ 0 h 3969"/>
                  <a:gd name="T12" fmla="*/ 0 w 4215"/>
                  <a:gd name="T13" fmla="*/ 0 h 3969"/>
                  <a:gd name="T14" fmla="*/ 0 w 4215"/>
                  <a:gd name="T15" fmla="*/ 0 h 3969"/>
                  <a:gd name="T16" fmla="*/ 0 w 4215"/>
                  <a:gd name="T17" fmla="*/ 0 h 3969"/>
                  <a:gd name="T18" fmla="*/ 0 w 4215"/>
                  <a:gd name="T19" fmla="*/ 0 h 3969"/>
                  <a:gd name="T20" fmla="*/ 0 w 4215"/>
                  <a:gd name="T21" fmla="*/ 0 h 3969"/>
                  <a:gd name="T22" fmla="*/ 0 w 4215"/>
                  <a:gd name="T23" fmla="*/ 0 h 3969"/>
                  <a:gd name="T24" fmla="*/ 0 w 4215"/>
                  <a:gd name="T25" fmla="*/ 0 h 3969"/>
                  <a:gd name="T26" fmla="*/ 0 w 4215"/>
                  <a:gd name="T27" fmla="*/ 0 h 3969"/>
                  <a:gd name="T28" fmla="*/ 0 w 4215"/>
                  <a:gd name="T29" fmla="*/ 0 h 3969"/>
                  <a:gd name="T30" fmla="*/ 0 w 4215"/>
                  <a:gd name="T31" fmla="*/ 0 h 3969"/>
                  <a:gd name="T32" fmla="*/ 0 w 4215"/>
                  <a:gd name="T33" fmla="*/ 0 h 3969"/>
                  <a:gd name="T34" fmla="*/ 0 w 4215"/>
                  <a:gd name="T35" fmla="*/ 0 h 3969"/>
                  <a:gd name="T36" fmla="*/ 0 w 4215"/>
                  <a:gd name="T37" fmla="*/ 0 h 3969"/>
                  <a:gd name="T38" fmla="*/ 0 w 4215"/>
                  <a:gd name="T39" fmla="*/ 0 h 3969"/>
                  <a:gd name="T40" fmla="*/ 0 w 4215"/>
                  <a:gd name="T41" fmla="*/ 0 h 3969"/>
                  <a:gd name="T42" fmla="*/ 0 w 4215"/>
                  <a:gd name="T43" fmla="*/ 0 h 3969"/>
                  <a:gd name="T44" fmla="*/ 0 w 4215"/>
                  <a:gd name="T45" fmla="*/ 0 h 3969"/>
                  <a:gd name="T46" fmla="*/ 0 w 4215"/>
                  <a:gd name="T47" fmla="*/ 0 h 3969"/>
                  <a:gd name="T48" fmla="*/ 0 w 4215"/>
                  <a:gd name="T49" fmla="*/ 0 h 3969"/>
                  <a:gd name="T50" fmla="*/ 0 w 4215"/>
                  <a:gd name="T51" fmla="*/ 0 h 3969"/>
                  <a:gd name="T52" fmla="*/ 0 w 4215"/>
                  <a:gd name="T53" fmla="*/ 0 h 3969"/>
                  <a:gd name="T54" fmla="*/ 0 w 4215"/>
                  <a:gd name="T55" fmla="*/ 0 h 3969"/>
                  <a:gd name="T56" fmla="*/ 0 w 4215"/>
                  <a:gd name="T57" fmla="*/ 0 h 3969"/>
                  <a:gd name="T58" fmla="*/ 0 w 4215"/>
                  <a:gd name="T59" fmla="*/ 0 h 3969"/>
                  <a:gd name="T60" fmla="*/ 0 w 4215"/>
                  <a:gd name="T61" fmla="*/ 0 h 3969"/>
                  <a:gd name="T62" fmla="*/ 0 w 4215"/>
                  <a:gd name="T63" fmla="*/ 0 h 3969"/>
                  <a:gd name="T64" fmla="*/ 0 w 4215"/>
                  <a:gd name="T65" fmla="*/ 0 h 3969"/>
                  <a:gd name="T66" fmla="*/ 0 w 4215"/>
                  <a:gd name="T67" fmla="*/ 0 h 3969"/>
                  <a:gd name="T68" fmla="*/ 0 w 4215"/>
                  <a:gd name="T69" fmla="*/ 0 h 3969"/>
                  <a:gd name="T70" fmla="*/ 0 w 4215"/>
                  <a:gd name="T71" fmla="*/ 0 h 3969"/>
                  <a:gd name="T72" fmla="*/ 0 w 4215"/>
                  <a:gd name="T73" fmla="*/ 0 h 3969"/>
                  <a:gd name="T74" fmla="*/ 0 w 4215"/>
                  <a:gd name="T75" fmla="*/ 0 h 39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15"/>
                  <a:gd name="T115" fmla="*/ 0 h 3969"/>
                  <a:gd name="T116" fmla="*/ 4215 w 4215"/>
                  <a:gd name="T117" fmla="*/ 3969 h 39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15" h="3969">
                    <a:moveTo>
                      <a:pt x="1158" y="0"/>
                    </a:moveTo>
                    <a:lnTo>
                      <a:pt x="897" y="255"/>
                    </a:lnTo>
                    <a:lnTo>
                      <a:pt x="743" y="466"/>
                    </a:lnTo>
                    <a:lnTo>
                      <a:pt x="743" y="706"/>
                    </a:lnTo>
                    <a:lnTo>
                      <a:pt x="920" y="591"/>
                    </a:lnTo>
                    <a:lnTo>
                      <a:pt x="920" y="756"/>
                    </a:lnTo>
                    <a:lnTo>
                      <a:pt x="1314" y="1684"/>
                    </a:lnTo>
                    <a:lnTo>
                      <a:pt x="1224" y="1582"/>
                    </a:lnTo>
                    <a:lnTo>
                      <a:pt x="1134" y="1582"/>
                    </a:lnTo>
                    <a:lnTo>
                      <a:pt x="1072" y="1610"/>
                    </a:lnTo>
                    <a:lnTo>
                      <a:pt x="1031" y="1644"/>
                    </a:lnTo>
                    <a:lnTo>
                      <a:pt x="1174" y="1960"/>
                    </a:lnTo>
                    <a:lnTo>
                      <a:pt x="1448" y="2451"/>
                    </a:lnTo>
                    <a:lnTo>
                      <a:pt x="1868" y="2890"/>
                    </a:lnTo>
                    <a:lnTo>
                      <a:pt x="2031" y="3026"/>
                    </a:lnTo>
                    <a:lnTo>
                      <a:pt x="2031" y="3116"/>
                    </a:lnTo>
                    <a:lnTo>
                      <a:pt x="1930" y="3239"/>
                    </a:lnTo>
                    <a:lnTo>
                      <a:pt x="1930" y="3380"/>
                    </a:lnTo>
                    <a:lnTo>
                      <a:pt x="2129" y="3343"/>
                    </a:lnTo>
                    <a:lnTo>
                      <a:pt x="2158" y="3295"/>
                    </a:lnTo>
                    <a:lnTo>
                      <a:pt x="2145" y="3228"/>
                    </a:lnTo>
                    <a:lnTo>
                      <a:pt x="2094" y="3191"/>
                    </a:lnTo>
                    <a:lnTo>
                      <a:pt x="2296" y="3239"/>
                    </a:lnTo>
                    <a:lnTo>
                      <a:pt x="2435" y="3228"/>
                    </a:lnTo>
                    <a:lnTo>
                      <a:pt x="2575" y="3178"/>
                    </a:lnTo>
                    <a:lnTo>
                      <a:pt x="2712" y="3065"/>
                    </a:lnTo>
                    <a:lnTo>
                      <a:pt x="2815" y="2967"/>
                    </a:lnTo>
                    <a:lnTo>
                      <a:pt x="2749" y="3076"/>
                    </a:lnTo>
                    <a:lnTo>
                      <a:pt x="2700" y="3166"/>
                    </a:lnTo>
                    <a:lnTo>
                      <a:pt x="2903" y="3191"/>
                    </a:lnTo>
                    <a:lnTo>
                      <a:pt x="3154" y="3203"/>
                    </a:lnTo>
                    <a:lnTo>
                      <a:pt x="3357" y="3154"/>
                    </a:lnTo>
                    <a:lnTo>
                      <a:pt x="3433" y="2855"/>
                    </a:lnTo>
                    <a:lnTo>
                      <a:pt x="3468" y="2855"/>
                    </a:lnTo>
                    <a:lnTo>
                      <a:pt x="3494" y="2890"/>
                    </a:lnTo>
                    <a:lnTo>
                      <a:pt x="3521" y="2991"/>
                    </a:lnTo>
                    <a:lnTo>
                      <a:pt x="3535" y="3076"/>
                    </a:lnTo>
                    <a:lnTo>
                      <a:pt x="4203" y="3039"/>
                    </a:lnTo>
                    <a:lnTo>
                      <a:pt x="4215" y="3116"/>
                    </a:lnTo>
                    <a:lnTo>
                      <a:pt x="4215" y="3178"/>
                    </a:lnTo>
                    <a:lnTo>
                      <a:pt x="4189" y="3254"/>
                    </a:lnTo>
                    <a:lnTo>
                      <a:pt x="4037" y="3265"/>
                    </a:lnTo>
                    <a:lnTo>
                      <a:pt x="3913" y="3343"/>
                    </a:lnTo>
                    <a:lnTo>
                      <a:pt x="3683" y="3390"/>
                    </a:lnTo>
                    <a:lnTo>
                      <a:pt x="3481" y="3380"/>
                    </a:lnTo>
                    <a:lnTo>
                      <a:pt x="3281" y="3441"/>
                    </a:lnTo>
                    <a:lnTo>
                      <a:pt x="3105" y="3481"/>
                    </a:lnTo>
                    <a:lnTo>
                      <a:pt x="2852" y="3492"/>
                    </a:lnTo>
                    <a:lnTo>
                      <a:pt x="2547" y="3457"/>
                    </a:lnTo>
                    <a:lnTo>
                      <a:pt x="2320" y="3481"/>
                    </a:lnTo>
                    <a:lnTo>
                      <a:pt x="2129" y="3542"/>
                    </a:lnTo>
                    <a:lnTo>
                      <a:pt x="1990" y="3620"/>
                    </a:lnTo>
                    <a:lnTo>
                      <a:pt x="1615" y="3516"/>
                    </a:lnTo>
                    <a:lnTo>
                      <a:pt x="681" y="3969"/>
                    </a:lnTo>
                    <a:lnTo>
                      <a:pt x="0" y="3969"/>
                    </a:lnTo>
                    <a:lnTo>
                      <a:pt x="176" y="1723"/>
                    </a:lnTo>
                    <a:lnTo>
                      <a:pt x="328" y="1244"/>
                    </a:lnTo>
                    <a:lnTo>
                      <a:pt x="266" y="1558"/>
                    </a:lnTo>
                    <a:lnTo>
                      <a:pt x="418" y="2059"/>
                    </a:lnTo>
                    <a:lnTo>
                      <a:pt x="418" y="2500"/>
                    </a:lnTo>
                    <a:lnTo>
                      <a:pt x="591" y="2977"/>
                    </a:lnTo>
                    <a:lnTo>
                      <a:pt x="681" y="2977"/>
                    </a:lnTo>
                    <a:lnTo>
                      <a:pt x="907" y="2488"/>
                    </a:lnTo>
                    <a:lnTo>
                      <a:pt x="602" y="1886"/>
                    </a:lnTo>
                    <a:lnTo>
                      <a:pt x="556" y="1697"/>
                    </a:lnTo>
                    <a:lnTo>
                      <a:pt x="528" y="1497"/>
                    </a:lnTo>
                    <a:lnTo>
                      <a:pt x="556" y="1281"/>
                    </a:lnTo>
                    <a:lnTo>
                      <a:pt x="681" y="780"/>
                    </a:lnTo>
                    <a:lnTo>
                      <a:pt x="618" y="729"/>
                    </a:lnTo>
                    <a:lnTo>
                      <a:pt x="577" y="665"/>
                    </a:lnTo>
                    <a:lnTo>
                      <a:pt x="567" y="618"/>
                    </a:lnTo>
                    <a:lnTo>
                      <a:pt x="441" y="905"/>
                    </a:lnTo>
                    <a:lnTo>
                      <a:pt x="540" y="591"/>
                    </a:lnTo>
                    <a:lnTo>
                      <a:pt x="591" y="517"/>
                    </a:lnTo>
                    <a:lnTo>
                      <a:pt x="769" y="317"/>
                    </a:lnTo>
                    <a:lnTo>
                      <a:pt x="943" y="139"/>
                    </a:lnTo>
                    <a:lnTo>
                      <a:pt x="11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0" name="Freeform 117">
                <a:extLst>
                  <a:ext uri="{FF2B5EF4-FFF2-40B4-BE49-F238E27FC236}">
                    <a16:creationId xmlns:a16="http://schemas.microsoft.com/office/drawing/2014/main" id="{B36CABB1-AE99-614E-9577-9D4F03F6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97"/>
                <a:ext cx="163" cy="265"/>
              </a:xfrm>
              <a:custGeom>
                <a:avLst/>
                <a:gdLst>
                  <a:gd name="T0" fmla="*/ 0 w 1300"/>
                  <a:gd name="T1" fmla="*/ 0 h 2125"/>
                  <a:gd name="T2" fmla="*/ 0 w 1300"/>
                  <a:gd name="T3" fmla="*/ 0 h 2125"/>
                  <a:gd name="T4" fmla="*/ 0 w 1300"/>
                  <a:gd name="T5" fmla="*/ 0 h 2125"/>
                  <a:gd name="T6" fmla="*/ 0 w 1300"/>
                  <a:gd name="T7" fmla="*/ 0 h 2125"/>
                  <a:gd name="T8" fmla="*/ 0 w 1300"/>
                  <a:gd name="T9" fmla="*/ 0 h 2125"/>
                  <a:gd name="T10" fmla="*/ 0 w 1300"/>
                  <a:gd name="T11" fmla="*/ 0 h 2125"/>
                  <a:gd name="T12" fmla="*/ 0 w 1300"/>
                  <a:gd name="T13" fmla="*/ 0 h 2125"/>
                  <a:gd name="T14" fmla="*/ 0 w 1300"/>
                  <a:gd name="T15" fmla="*/ 0 h 2125"/>
                  <a:gd name="T16" fmla="*/ 0 w 1300"/>
                  <a:gd name="T17" fmla="*/ 0 h 2125"/>
                  <a:gd name="T18" fmla="*/ 0 w 1300"/>
                  <a:gd name="T19" fmla="*/ 0 h 2125"/>
                  <a:gd name="T20" fmla="*/ 0 w 1300"/>
                  <a:gd name="T21" fmla="*/ 0 h 2125"/>
                  <a:gd name="T22" fmla="*/ 0 w 1300"/>
                  <a:gd name="T23" fmla="*/ 0 h 2125"/>
                  <a:gd name="T24" fmla="*/ 0 w 1300"/>
                  <a:gd name="T25" fmla="*/ 0 h 2125"/>
                  <a:gd name="T26" fmla="*/ 0 w 1300"/>
                  <a:gd name="T27" fmla="*/ 0 h 2125"/>
                  <a:gd name="T28" fmla="*/ 0 w 1300"/>
                  <a:gd name="T29" fmla="*/ 0 h 2125"/>
                  <a:gd name="T30" fmla="*/ 0 w 1300"/>
                  <a:gd name="T31" fmla="*/ 0 h 2125"/>
                  <a:gd name="T32" fmla="*/ 0 w 1300"/>
                  <a:gd name="T33" fmla="*/ 0 h 2125"/>
                  <a:gd name="T34" fmla="*/ 0 w 1300"/>
                  <a:gd name="T35" fmla="*/ 0 h 2125"/>
                  <a:gd name="T36" fmla="*/ 0 w 1300"/>
                  <a:gd name="T37" fmla="*/ 0 h 2125"/>
                  <a:gd name="T38" fmla="*/ 0 w 1300"/>
                  <a:gd name="T39" fmla="*/ 0 h 2125"/>
                  <a:gd name="T40" fmla="*/ 0 w 1300"/>
                  <a:gd name="T41" fmla="*/ 0 h 2125"/>
                  <a:gd name="T42" fmla="*/ 0 w 1300"/>
                  <a:gd name="T43" fmla="*/ 0 h 2125"/>
                  <a:gd name="T44" fmla="*/ 0 w 1300"/>
                  <a:gd name="T45" fmla="*/ 0 h 2125"/>
                  <a:gd name="T46" fmla="*/ 0 w 1300"/>
                  <a:gd name="T47" fmla="*/ 0 h 2125"/>
                  <a:gd name="T48" fmla="*/ 0 w 1300"/>
                  <a:gd name="T49" fmla="*/ 0 h 2125"/>
                  <a:gd name="T50" fmla="*/ 0 w 1300"/>
                  <a:gd name="T51" fmla="*/ 0 h 2125"/>
                  <a:gd name="T52" fmla="*/ 0 w 1300"/>
                  <a:gd name="T53" fmla="*/ 0 h 2125"/>
                  <a:gd name="T54" fmla="*/ 0 w 1300"/>
                  <a:gd name="T55" fmla="*/ 0 h 2125"/>
                  <a:gd name="T56" fmla="*/ 0 w 1300"/>
                  <a:gd name="T57" fmla="*/ 0 h 2125"/>
                  <a:gd name="T58" fmla="*/ 0 w 1300"/>
                  <a:gd name="T59" fmla="*/ 0 h 2125"/>
                  <a:gd name="T60" fmla="*/ 0 w 1300"/>
                  <a:gd name="T61" fmla="*/ 0 h 2125"/>
                  <a:gd name="T62" fmla="*/ 0 w 1300"/>
                  <a:gd name="T63" fmla="*/ 0 h 2125"/>
                  <a:gd name="T64" fmla="*/ 0 w 1300"/>
                  <a:gd name="T65" fmla="*/ 0 h 2125"/>
                  <a:gd name="T66" fmla="*/ 0 w 1300"/>
                  <a:gd name="T67" fmla="*/ 0 h 2125"/>
                  <a:gd name="T68" fmla="*/ 0 w 1300"/>
                  <a:gd name="T69" fmla="*/ 0 h 2125"/>
                  <a:gd name="T70" fmla="*/ 0 w 1300"/>
                  <a:gd name="T71" fmla="*/ 0 h 2125"/>
                  <a:gd name="T72" fmla="*/ 0 w 1300"/>
                  <a:gd name="T73" fmla="*/ 0 h 2125"/>
                  <a:gd name="T74" fmla="*/ 0 w 1300"/>
                  <a:gd name="T75" fmla="*/ 0 h 2125"/>
                  <a:gd name="T76" fmla="*/ 0 w 1300"/>
                  <a:gd name="T77" fmla="*/ 0 h 2125"/>
                  <a:gd name="T78" fmla="*/ 0 w 1300"/>
                  <a:gd name="T79" fmla="*/ 0 h 2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00"/>
                  <a:gd name="T121" fmla="*/ 0 h 2125"/>
                  <a:gd name="T122" fmla="*/ 1300 w 1300"/>
                  <a:gd name="T123" fmla="*/ 2125 h 21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00" h="2125">
                    <a:moveTo>
                      <a:pt x="0" y="140"/>
                    </a:moveTo>
                    <a:lnTo>
                      <a:pt x="378" y="378"/>
                    </a:lnTo>
                    <a:lnTo>
                      <a:pt x="641" y="829"/>
                    </a:lnTo>
                    <a:lnTo>
                      <a:pt x="641" y="1020"/>
                    </a:lnTo>
                    <a:lnTo>
                      <a:pt x="984" y="1318"/>
                    </a:lnTo>
                    <a:lnTo>
                      <a:pt x="1111" y="1556"/>
                    </a:lnTo>
                    <a:lnTo>
                      <a:pt x="1083" y="967"/>
                    </a:lnTo>
                    <a:lnTo>
                      <a:pt x="1083" y="589"/>
                    </a:lnTo>
                    <a:lnTo>
                      <a:pt x="1111" y="327"/>
                    </a:lnTo>
                    <a:lnTo>
                      <a:pt x="1072" y="266"/>
                    </a:lnTo>
                    <a:lnTo>
                      <a:pt x="984" y="378"/>
                    </a:lnTo>
                    <a:lnTo>
                      <a:pt x="906" y="424"/>
                    </a:lnTo>
                    <a:lnTo>
                      <a:pt x="998" y="327"/>
                    </a:lnTo>
                    <a:lnTo>
                      <a:pt x="1072" y="165"/>
                    </a:lnTo>
                    <a:lnTo>
                      <a:pt x="1160" y="27"/>
                    </a:lnTo>
                    <a:lnTo>
                      <a:pt x="1212" y="0"/>
                    </a:lnTo>
                    <a:lnTo>
                      <a:pt x="1160" y="80"/>
                    </a:lnTo>
                    <a:lnTo>
                      <a:pt x="1224" y="304"/>
                    </a:lnTo>
                    <a:lnTo>
                      <a:pt x="1160" y="304"/>
                    </a:lnTo>
                    <a:lnTo>
                      <a:pt x="1146" y="516"/>
                    </a:lnTo>
                    <a:lnTo>
                      <a:pt x="1184" y="1120"/>
                    </a:lnTo>
                    <a:lnTo>
                      <a:pt x="1247" y="1723"/>
                    </a:lnTo>
                    <a:lnTo>
                      <a:pt x="1300" y="1910"/>
                    </a:lnTo>
                    <a:lnTo>
                      <a:pt x="1035" y="2059"/>
                    </a:lnTo>
                    <a:lnTo>
                      <a:pt x="1146" y="1961"/>
                    </a:lnTo>
                    <a:lnTo>
                      <a:pt x="1095" y="1881"/>
                    </a:lnTo>
                    <a:lnTo>
                      <a:pt x="971" y="1910"/>
                    </a:lnTo>
                    <a:lnTo>
                      <a:pt x="694" y="2099"/>
                    </a:lnTo>
                    <a:lnTo>
                      <a:pt x="606" y="2125"/>
                    </a:lnTo>
                    <a:lnTo>
                      <a:pt x="593" y="2086"/>
                    </a:lnTo>
                    <a:lnTo>
                      <a:pt x="756" y="1934"/>
                    </a:lnTo>
                    <a:lnTo>
                      <a:pt x="1095" y="1821"/>
                    </a:lnTo>
                    <a:lnTo>
                      <a:pt x="1045" y="1685"/>
                    </a:lnTo>
                    <a:lnTo>
                      <a:pt x="1045" y="1547"/>
                    </a:lnTo>
                    <a:lnTo>
                      <a:pt x="998" y="1470"/>
                    </a:lnTo>
                    <a:lnTo>
                      <a:pt x="606" y="1169"/>
                    </a:lnTo>
                    <a:lnTo>
                      <a:pt x="138" y="841"/>
                    </a:lnTo>
                    <a:lnTo>
                      <a:pt x="657" y="1154"/>
                    </a:lnTo>
                    <a:lnTo>
                      <a:pt x="390" y="46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1" name="Freeform 118">
                <a:extLst>
                  <a:ext uri="{FF2B5EF4-FFF2-40B4-BE49-F238E27FC236}">
                    <a16:creationId xmlns:a16="http://schemas.microsoft.com/office/drawing/2014/main" id="{49EE3AE6-399D-4740-A883-7015EA821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60"/>
                <a:ext cx="26" cy="59"/>
              </a:xfrm>
              <a:custGeom>
                <a:avLst/>
                <a:gdLst>
                  <a:gd name="T0" fmla="*/ 0 w 203"/>
                  <a:gd name="T1" fmla="*/ 0 h 466"/>
                  <a:gd name="T2" fmla="*/ 0 w 203"/>
                  <a:gd name="T3" fmla="*/ 0 h 466"/>
                  <a:gd name="T4" fmla="*/ 0 w 203"/>
                  <a:gd name="T5" fmla="*/ 0 h 466"/>
                  <a:gd name="T6" fmla="*/ 0 w 203"/>
                  <a:gd name="T7" fmla="*/ 0 h 466"/>
                  <a:gd name="T8" fmla="*/ 0 w 203"/>
                  <a:gd name="T9" fmla="*/ 0 h 466"/>
                  <a:gd name="T10" fmla="*/ 0 w 203"/>
                  <a:gd name="T11" fmla="*/ 0 h 466"/>
                  <a:gd name="T12" fmla="*/ 0 w 203"/>
                  <a:gd name="T13" fmla="*/ 0 h 466"/>
                  <a:gd name="T14" fmla="*/ 0 w 203"/>
                  <a:gd name="T15" fmla="*/ 0 h 466"/>
                  <a:gd name="T16" fmla="*/ 0 w 203"/>
                  <a:gd name="T17" fmla="*/ 0 h 4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3"/>
                  <a:gd name="T28" fmla="*/ 0 h 466"/>
                  <a:gd name="T29" fmla="*/ 203 w 203"/>
                  <a:gd name="T30" fmla="*/ 466 h 4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3" h="466">
                    <a:moveTo>
                      <a:pt x="203" y="0"/>
                    </a:moveTo>
                    <a:lnTo>
                      <a:pt x="111" y="51"/>
                    </a:lnTo>
                    <a:lnTo>
                      <a:pt x="0" y="403"/>
                    </a:lnTo>
                    <a:lnTo>
                      <a:pt x="99" y="466"/>
                    </a:lnTo>
                    <a:lnTo>
                      <a:pt x="203" y="378"/>
                    </a:lnTo>
                    <a:lnTo>
                      <a:pt x="203" y="136"/>
                    </a:lnTo>
                    <a:lnTo>
                      <a:pt x="152" y="136"/>
                    </a:lnTo>
                    <a:lnTo>
                      <a:pt x="152" y="76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2" name="Freeform 119">
                <a:extLst>
                  <a:ext uri="{FF2B5EF4-FFF2-40B4-BE49-F238E27FC236}">
                    <a16:creationId xmlns:a16="http://schemas.microsoft.com/office/drawing/2014/main" id="{4050D52E-9CF3-1E49-8694-7B5A3169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045"/>
                <a:ext cx="63" cy="75"/>
              </a:xfrm>
              <a:custGeom>
                <a:avLst/>
                <a:gdLst>
                  <a:gd name="T0" fmla="*/ 0 w 506"/>
                  <a:gd name="T1" fmla="*/ 0 h 599"/>
                  <a:gd name="T2" fmla="*/ 0 w 506"/>
                  <a:gd name="T3" fmla="*/ 0 h 599"/>
                  <a:gd name="T4" fmla="*/ 0 w 506"/>
                  <a:gd name="T5" fmla="*/ 0 h 599"/>
                  <a:gd name="T6" fmla="*/ 0 w 506"/>
                  <a:gd name="T7" fmla="*/ 0 h 599"/>
                  <a:gd name="T8" fmla="*/ 0 w 506"/>
                  <a:gd name="T9" fmla="*/ 0 h 599"/>
                  <a:gd name="T10" fmla="*/ 0 w 506"/>
                  <a:gd name="T11" fmla="*/ 0 h 599"/>
                  <a:gd name="T12" fmla="*/ 0 w 506"/>
                  <a:gd name="T13" fmla="*/ 0 h 599"/>
                  <a:gd name="T14" fmla="*/ 0 w 506"/>
                  <a:gd name="T15" fmla="*/ 0 h 599"/>
                  <a:gd name="T16" fmla="*/ 0 w 506"/>
                  <a:gd name="T17" fmla="*/ 0 h 599"/>
                  <a:gd name="T18" fmla="*/ 0 w 506"/>
                  <a:gd name="T19" fmla="*/ 0 h 599"/>
                  <a:gd name="T20" fmla="*/ 0 w 506"/>
                  <a:gd name="T21" fmla="*/ 0 h 599"/>
                  <a:gd name="T22" fmla="*/ 0 w 506"/>
                  <a:gd name="T23" fmla="*/ 0 h 599"/>
                  <a:gd name="T24" fmla="*/ 0 w 506"/>
                  <a:gd name="T25" fmla="*/ 0 h 5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06"/>
                  <a:gd name="T40" fmla="*/ 0 h 599"/>
                  <a:gd name="T41" fmla="*/ 506 w 506"/>
                  <a:gd name="T42" fmla="*/ 599 h 59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06" h="599">
                    <a:moveTo>
                      <a:pt x="138" y="162"/>
                    </a:moveTo>
                    <a:lnTo>
                      <a:pt x="317" y="0"/>
                    </a:lnTo>
                    <a:lnTo>
                      <a:pt x="506" y="72"/>
                    </a:lnTo>
                    <a:lnTo>
                      <a:pt x="506" y="173"/>
                    </a:lnTo>
                    <a:lnTo>
                      <a:pt x="391" y="325"/>
                    </a:lnTo>
                    <a:lnTo>
                      <a:pt x="0" y="599"/>
                    </a:lnTo>
                    <a:lnTo>
                      <a:pt x="279" y="364"/>
                    </a:lnTo>
                    <a:lnTo>
                      <a:pt x="317" y="274"/>
                    </a:lnTo>
                    <a:lnTo>
                      <a:pt x="329" y="198"/>
                    </a:lnTo>
                    <a:lnTo>
                      <a:pt x="317" y="138"/>
                    </a:lnTo>
                    <a:lnTo>
                      <a:pt x="279" y="112"/>
                    </a:lnTo>
                    <a:lnTo>
                      <a:pt x="230" y="112"/>
                    </a:lnTo>
                    <a:lnTo>
                      <a:pt x="138" y="1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3" name="Freeform 120">
                <a:extLst>
                  <a:ext uri="{FF2B5EF4-FFF2-40B4-BE49-F238E27FC236}">
                    <a16:creationId xmlns:a16="http://schemas.microsoft.com/office/drawing/2014/main" id="{F56BB60C-D9E3-0943-91F9-97033C7BD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8"/>
                <a:ext cx="389" cy="124"/>
              </a:xfrm>
              <a:custGeom>
                <a:avLst/>
                <a:gdLst>
                  <a:gd name="T0" fmla="*/ 0 w 3106"/>
                  <a:gd name="T1" fmla="*/ 0 h 992"/>
                  <a:gd name="T2" fmla="*/ 0 w 3106"/>
                  <a:gd name="T3" fmla="*/ 0 h 992"/>
                  <a:gd name="T4" fmla="*/ 0 w 3106"/>
                  <a:gd name="T5" fmla="*/ 0 h 992"/>
                  <a:gd name="T6" fmla="*/ 0 w 3106"/>
                  <a:gd name="T7" fmla="*/ 0 h 992"/>
                  <a:gd name="T8" fmla="*/ 0 w 3106"/>
                  <a:gd name="T9" fmla="*/ 0 h 992"/>
                  <a:gd name="T10" fmla="*/ 0 w 3106"/>
                  <a:gd name="T11" fmla="*/ 0 h 992"/>
                  <a:gd name="T12" fmla="*/ 0 w 3106"/>
                  <a:gd name="T13" fmla="*/ 0 h 992"/>
                  <a:gd name="T14" fmla="*/ 0 w 3106"/>
                  <a:gd name="T15" fmla="*/ 0 h 992"/>
                  <a:gd name="T16" fmla="*/ 0 w 3106"/>
                  <a:gd name="T17" fmla="*/ 0 h 992"/>
                  <a:gd name="T18" fmla="*/ 0 w 3106"/>
                  <a:gd name="T19" fmla="*/ 0 h 992"/>
                  <a:gd name="T20" fmla="*/ 0 w 3106"/>
                  <a:gd name="T21" fmla="*/ 0 h 992"/>
                  <a:gd name="T22" fmla="*/ 0 w 3106"/>
                  <a:gd name="T23" fmla="*/ 0 h 992"/>
                  <a:gd name="T24" fmla="*/ 0 w 3106"/>
                  <a:gd name="T25" fmla="*/ 0 h 992"/>
                  <a:gd name="T26" fmla="*/ 0 w 3106"/>
                  <a:gd name="T27" fmla="*/ 0 h 992"/>
                  <a:gd name="T28" fmla="*/ 0 w 3106"/>
                  <a:gd name="T29" fmla="*/ 0 h 992"/>
                  <a:gd name="T30" fmla="*/ 0 w 3106"/>
                  <a:gd name="T31" fmla="*/ 0 h 992"/>
                  <a:gd name="T32" fmla="*/ 0 w 3106"/>
                  <a:gd name="T33" fmla="*/ 0 h 992"/>
                  <a:gd name="T34" fmla="*/ 0 w 3106"/>
                  <a:gd name="T35" fmla="*/ 0 h 992"/>
                  <a:gd name="T36" fmla="*/ 0 w 3106"/>
                  <a:gd name="T37" fmla="*/ 0 h 992"/>
                  <a:gd name="T38" fmla="*/ 0 w 3106"/>
                  <a:gd name="T39" fmla="*/ 0 h 992"/>
                  <a:gd name="T40" fmla="*/ 0 w 3106"/>
                  <a:gd name="T41" fmla="*/ 0 h 992"/>
                  <a:gd name="T42" fmla="*/ 0 w 3106"/>
                  <a:gd name="T43" fmla="*/ 0 h 992"/>
                  <a:gd name="T44" fmla="*/ 0 w 3106"/>
                  <a:gd name="T45" fmla="*/ 0 h 992"/>
                  <a:gd name="T46" fmla="*/ 0 w 3106"/>
                  <a:gd name="T47" fmla="*/ 0 h 992"/>
                  <a:gd name="T48" fmla="*/ 0 w 3106"/>
                  <a:gd name="T49" fmla="*/ 0 h 992"/>
                  <a:gd name="T50" fmla="*/ 0 w 3106"/>
                  <a:gd name="T51" fmla="*/ 0 h 992"/>
                  <a:gd name="T52" fmla="*/ 0 w 3106"/>
                  <a:gd name="T53" fmla="*/ 0 h 992"/>
                  <a:gd name="T54" fmla="*/ 0 w 3106"/>
                  <a:gd name="T55" fmla="*/ 0 h 992"/>
                  <a:gd name="T56" fmla="*/ 0 w 3106"/>
                  <a:gd name="T57" fmla="*/ 0 h 992"/>
                  <a:gd name="T58" fmla="*/ 0 w 3106"/>
                  <a:gd name="T59" fmla="*/ 0 h 992"/>
                  <a:gd name="T60" fmla="*/ 0 w 3106"/>
                  <a:gd name="T61" fmla="*/ 0 h 992"/>
                  <a:gd name="T62" fmla="*/ 0 w 3106"/>
                  <a:gd name="T63" fmla="*/ 0 h 992"/>
                  <a:gd name="T64" fmla="*/ 0 w 3106"/>
                  <a:gd name="T65" fmla="*/ 0 h 992"/>
                  <a:gd name="T66" fmla="*/ 0 w 3106"/>
                  <a:gd name="T67" fmla="*/ 0 h 992"/>
                  <a:gd name="T68" fmla="*/ 0 w 3106"/>
                  <a:gd name="T69" fmla="*/ 0 h 992"/>
                  <a:gd name="T70" fmla="*/ 0 w 3106"/>
                  <a:gd name="T71" fmla="*/ 0 h 992"/>
                  <a:gd name="T72" fmla="*/ 0 w 3106"/>
                  <a:gd name="T73" fmla="*/ 0 h 992"/>
                  <a:gd name="T74" fmla="*/ 0 w 3106"/>
                  <a:gd name="T75" fmla="*/ 0 h 992"/>
                  <a:gd name="T76" fmla="*/ 0 w 3106"/>
                  <a:gd name="T77" fmla="*/ 0 h 992"/>
                  <a:gd name="T78" fmla="*/ 0 w 3106"/>
                  <a:gd name="T79" fmla="*/ 0 h 992"/>
                  <a:gd name="T80" fmla="*/ 0 w 3106"/>
                  <a:gd name="T81" fmla="*/ 0 h 992"/>
                  <a:gd name="T82" fmla="*/ 0 w 3106"/>
                  <a:gd name="T83" fmla="*/ 0 h 992"/>
                  <a:gd name="T84" fmla="*/ 0 w 3106"/>
                  <a:gd name="T85" fmla="*/ 0 h 992"/>
                  <a:gd name="T86" fmla="*/ 0 w 3106"/>
                  <a:gd name="T87" fmla="*/ 0 h 992"/>
                  <a:gd name="T88" fmla="*/ 0 w 3106"/>
                  <a:gd name="T89" fmla="*/ 0 h 9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06"/>
                  <a:gd name="T136" fmla="*/ 0 h 992"/>
                  <a:gd name="T137" fmla="*/ 3106 w 3106"/>
                  <a:gd name="T138" fmla="*/ 992 h 9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06" h="992">
                    <a:moveTo>
                      <a:pt x="0" y="215"/>
                    </a:moveTo>
                    <a:lnTo>
                      <a:pt x="430" y="377"/>
                    </a:lnTo>
                    <a:lnTo>
                      <a:pt x="540" y="268"/>
                    </a:lnTo>
                    <a:lnTo>
                      <a:pt x="770" y="268"/>
                    </a:lnTo>
                    <a:lnTo>
                      <a:pt x="896" y="364"/>
                    </a:lnTo>
                    <a:lnTo>
                      <a:pt x="1010" y="327"/>
                    </a:lnTo>
                    <a:lnTo>
                      <a:pt x="1603" y="314"/>
                    </a:lnTo>
                    <a:lnTo>
                      <a:pt x="2017" y="226"/>
                    </a:lnTo>
                    <a:lnTo>
                      <a:pt x="2589" y="0"/>
                    </a:lnTo>
                    <a:lnTo>
                      <a:pt x="2663" y="49"/>
                    </a:lnTo>
                    <a:lnTo>
                      <a:pt x="2676" y="100"/>
                    </a:lnTo>
                    <a:lnTo>
                      <a:pt x="2614" y="162"/>
                    </a:lnTo>
                    <a:lnTo>
                      <a:pt x="2689" y="238"/>
                    </a:lnTo>
                    <a:lnTo>
                      <a:pt x="2713" y="302"/>
                    </a:lnTo>
                    <a:lnTo>
                      <a:pt x="2689" y="377"/>
                    </a:lnTo>
                    <a:lnTo>
                      <a:pt x="3091" y="413"/>
                    </a:lnTo>
                    <a:lnTo>
                      <a:pt x="3106" y="439"/>
                    </a:lnTo>
                    <a:lnTo>
                      <a:pt x="2689" y="461"/>
                    </a:lnTo>
                    <a:lnTo>
                      <a:pt x="2689" y="500"/>
                    </a:lnTo>
                    <a:lnTo>
                      <a:pt x="2713" y="540"/>
                    </a:lnTo>
                    <a:lnTo>
                      <a:pt x="3078" y="553"/>
                    </a:lnTo>
                    <a:lnTo>
                      <a:pt x="3043" y="602"/>
                    </a:lnTo>
                    <a:lnTo>
                      <a:pt x="2737" y="665"/>
                    </a:lnTo>
                    <a:lnTo>
                      <a:pt x="2737" y="715"/>
                    </a:lnTo>
                    <a:lnTo>
                      <a:pt x="2953" y="715"/>
                    </a:lnTo>
                    <a:lnTo>
                      <a:pt x="2977" y="680"/>
                    </a:lnTo>
                    <a:lnTo>
                      <a:pt x="2965" y="740"/>
                    </a:lnTo>
                    <a:lnTo>
                      <a:pt x="2589" y="791"/>
                    </a:lnTo>
                    <a:lnTo>
                      <a:pt x="2160" y="814"/>
                    </a:lnTo>
                    <a:lnTo>
                      <a:pt x="1992" y="814"/>
                    </a:lnTo>
                    <a:lnTo>
                      <a:pt x="1753" y="854"/>
                    </a:lnTo>
                    <a:lnTo>
                      <a:pt x="1676" y="992"/>
                    </a:lnTo>
                    <a:lnTo>
                      <a:pt x="1314" y="992"/>
                    </a:lnTo>
                    <a:lnTo>
                      <a:pt x="1641" y="953"/>
                    </a:lnTo>
                    <a:lnTo>
                      <a:pt x="1692" y="867"/>
                    </a:lnTo>
                    <a:lnTo>
                      <a:pt x="1715" y="752"/>
                    </a:lnTo>
                    <a:lnTo>
                      <a:pt x="1715" y="641"/>
                    </a:lnTo>
                    <a:lnTo>
                      <a:pt x="1676" y="489"/>
                    </a:lnTo>
                    <a:lnTo>
                      <a:pt x="1630" y="364"/>
                    </a:lnTo>
                    <a:lnTo>
                      <a:pt x="1010" y="377"/>
                    </a:lnTo>
                    <a:lnTo>
                      <a:pt x="881" y="401"/>
                    </a:lnTo>
                    <a:lnTo>
                      <a:pt x="669" y="314"/>
                    </a:lnTo>
                    <a:lnTo>
                      <a:pt x="468" y="473"/>
                    </a:lnTo>
                    <a:lnTo>
                      <a:pt x="415" y="401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4" name="Freeform 121">
                <a:extLst>
                  <a:ext uri="{FF2B5EF4-FFF2-40B4-BE49-F238E27FC236}">
                    <a16:creationId xmlns:a16="http://schemas.microsoft.com/office/drawing/2014/main" id="{FCC57E7F-4175-F443-8535-77496B0C2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081"/>
                <a:ext cx="45" cy="18"/>
              </a:xfrm>
              <a:custGeom>
                <a:avLst/>
                <a:gdLst>
                  <a:gd name="T0" fmla="*/ 0 w 366"/>
                  <a:gd name="T1" fmla="*/ 0 h 150"/>
                  <a:gd name="T2" fmla="*/ 0 w 366"/>
                  <a:gd name="T3" fmla="*/ 0 h 150"/>
                  <a:gd name="T4" fmla="*/ 0 w 366"/>
                  <a:gd name="T5" fmla="*/ 0 h 150"/>
                  <a:gd name="T6" fmla="*/ 0 w 366"/>
                  <a:gd name="T7" fmla="*/ 0 h 150"/>
                  <a:gd name="T8" fmla="*/ 0 w 366"/>
                  <a:gd name="T9" fmla="*/ 0 h 150"/>
                  <a:gd name="T10" fmla="*/ 0 w 366"/>
                  <a:gd name="T11" fmla="*/ 0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6"/>
                  <a:gd name="T19" fmla="*/ 0 h 150"/>
                  <a:gd name="T20" fmla="*/ 366 w 366"/>
                  <a:gd name="T21" fmla="*/ 150 h 1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6" h="150">
                    <a:moveTo>
                      <a:pt x="366" y="114"/>
                    </a:moveTo>
                    <a:lnTo>
                      <a:pt x="200" y="0"/>
                    </a:lnTo>
                    <a:lnTo>
                      <a:pt x="0" y="40"/>
                    </a:lnTo>
                    <a:lnTo>
                      <a:pt x="38" y="93"/>
                    </a:lnTo>
                    <a:lnTo>
                      <a:pt x="302" y="150"/>
                    </a:lnTo>
                    <a:lnTo>
                      <a:pt x="366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5" name="Freeform 122">
                <a:extLst>
                  <a:ext uri="{FF2B5EF4-FFF2-40B4-BE49-F238E27FC236}">
                    <a16:creationId xmlns:a16="http://schemas.microsoft.com/office/drawing/2014/main" id="{4EEFB199-873A-3541-A018-FAC65D3EF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70"/>
                <a:ext cx="39" cy="273"/>
              </a:xfrm>
              <a:custGeom>
                <a:avLst/>
                <a:gdLst>
                  <a:gd name="T0" fmla="*/ 0 w 315"/>
                  <a:gd name="T1" fmla="*/ 0 h 2186"/>
                  <a:gd name="T2" fmla="*/ 0 w 315"/>
                  <a:gd name="T3" fmla="*/ 0 h 2186"/>
                  <a:gd name="T4" fmla="*/ 0 w 315"/>
                  <a:gd name="T5" fmla="*/ 0 h 2186"/>
                  <a:gd name="T6" fmla="*/ 0 w 315"/>
                  <a:gd name="T7" fmla="*/ 0 h 2186"/>
                  <a:gd name="T8" fmla="*/ 0 w 315"/>
                  <a:gd name="T9" fmla="*/ 0 h 2186"/>
                  <a:gd name="T10" fmla="*/ 0 w 315"/>
                  <a:gd name="T11" fmla="*/ 0 h 2186"/>
                  <a:gd name="T12" fmla="*/ 0 w 315"/>
                  <a:gd name="T13" fmla="*/ 0 h 2186"/>
                  <a:gd name="T14" fmla="*/ 0 w 315"/>
                  <a:gd name="T15" fmla="*/ 0 h 2186"/>
                  <a:gd name="T16" fmla="*/ 0 w 315"/>
                  <a:gd name="T17" fmla="*/ 0 h 2186"/>
                  <a:gd name="T18" fmla="*/ 0 w 315"/>
                  <a:gd name="T19" fmla="*/ 0 h 2186"/>
                  <a:gd name="T20" fmla="*/ 0 w 315"/>
                  <a:gd name="T21" fmla="*/ 0 h 2186"/>
                  <a:gd name="T22" fmla="*/ 0 w 315"/>
                  <a:gd name="T23" fmla="*/ 0 h 2186"/>
                  <a:gd name="T24" fmla="*/ 0 w 315"/>
                  <a:gd name="T25" fmla="*/ 0 h 2186"/>
                  <a:gd name="T26" fmla="*/ 0 w 315"/>
                  <a:gd name="T27" fmla="*/ 0 h 2186"/>
                  <a:gd name="T28" fmla="*/ 0 w 315"/>
                  <a:gd name="T29" fmla="*/ 0 h 2186"/>
                  <a:gd name="T30" fmla="*/ 0 w 315"/>
                  <a:gd name="T31" fmla="*/ 0 h 2186"/>
                  <a:gd name="T32" fmla="*/ 0 w 315"/>
                  <a:gd name="T33" fmla="*/ 0 h 2186"/>
                  <a:gd name="T34" fmla="*/ 0 w 315"/>
                  <a:gd name="T35" fmla="*/ 0 h 2186"/>
                  <a:gd name="T36" fmla="*/ 0 w 315"/>
                  <a:gd name="T37" fmla="*/ 0 h 2186"/>
                  <a:gd name="T38" fmla="*/ 0 w 315"/>
                  <a:gd name="T39" fmla="*/ 0 h 2186"/>
                  <a:gd name="T40" fmla="*/ 0 w 315"/>
                  <a:gd name="T41" fmla="*/ 0 h 2186"/>
                  <a:gd name="T42" fmla="*/ 0 w 315"/>
                  <a:gd name="T43" fmla="*/ 0 h 2186"/>
                  <a:gd name="T44" fmla="*/ 0 w 315"/>
                  <a:gd name="T45" fmla="*/ 0 h 2186"/>
                  <a:gd name="T46" fmla="*/ 0 w 315"/>
                  <a:gd name="T47" fmla="*/ 0 h 218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5"/>
                  <a:gd name="T73" fmla="*/ 0 h 2186"/>
                  <a:gd name="T74" fmla="*/ 315 w 315"/>
                  <a:gd name="T75" fmla="*/ 2186 h 218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5" h="2186">
                    <a:moveTo>
                      <a:pt x="175" y="2133"/>
                    </a:moveTo>
                    <a:lnTo>
                      <a:pt x="214" y="2085"/>
                    </a:lnTo>
                    <a:lnTo>
                      <a:pt x="214" y="1958"/>
                    </a:lnTo>
                    <a:lnTo>
                      <a:pt x="124" y="1633"/>
                    </a:lnTo>
                    <a:lnTo>
                      <a:pt x="62" y="1180"/>
                    </a:lnTo>
                    <a:lnTo>
                      <a:pt x="49" y="796"/>
                    </a:lnTo>
                    <a:lnTo>
                      <a:pt x="21" y="540"/>
                    </a:lnTo>
                    <a:lnTo>
                      <a:pt x="49" y="466"/>
                    </a:lnTo>
                    <a:lnTo>
                      <a:pt x="49" y="325"/>
                    </a:lnTo>
                    <a:lnTo>
                      <a:pt x="0" y="213"/>
                    </a:lnTo>
                    <a:lnTo>
                      <a:pt x="73" y="277"/>
                    </a:lnTo>
                    <a:lnTo>
                      <a:pt x="99" y="213"/>
                    </a:lnTo>
                    <a:lnTo>
                      <a:pt x="111" y="127"/>
                    </a:lnTo>
                    <a:lnTo>
                      <a:pt x="111" y="0"/>
                    </a:lnTo>
                    <a:lnTo>
                      <a:pt x="124" y="104"/>
                    </a:lnTo>
                    <a:lnTo>
                      <a:pt x="136" y="213"/>
                    </a:lnTo>
                    <a:lnTo>
                      <a:pt x="111" y="341"/>
                    </a:lnTo>
                    <a:lnTo>
                      <a:pt x="73" y="466"/>
                    </a:lnTo>
                    <a:lnTo>
                      <a:pt x="49" y="551"/>
                    </a:lnTo>
                    <a:lnTo>
                      <a:pt x="111" y="1292"/>
                    </a:lnTo>
                    <a:lnTo>
                      <a:pt x="185" y="1732"/>
                    </a:lnTo>
                    <a:lnTo>
                      <a:pt x="262" y="1958"/>
                    </a:lnTo>
                    <a:lnTo>
                      <a:pt x="315" y="2186"/>
                    </a:lnTo>
                    <a:lnTo>
                      <a:pt x="175" y="21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6" name="Freeform 123">
                <a:extLst>
                  <a:ext uri="{FF2B5EF4-FFF2-40B4-BE49-F238E27FC236}">
                    <a16:creationId xmlns:a16="http://schemas.microsoft.com/office/drawing/2014/main" id="{28439A56-FFCA-3B4C-9464-EB0E32428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50"/>
                <a:ext cx="217" cy="307"/>
              </a:xfrm>
              <a:custGeom>
                <a:avLst/>
                <a:gdLst>
                  <a:gd name="T0" fmla="*/ 0 w 1731"/>
                  <a:gd name="T1" fmla="*/ 0 h 2462"/>
                  <a:gd name="T2" fmla="*/ 0 w 1731"/>
                  <a:gd name="T3" fmla="*/ 0 h 2462"/>
                  <a:gd name="T4" fmla="*/ 0 w 1731"/>
                  <a:gd name="T5" fmla="*/ 0 h 2462"/>
                  <a:gd name="T6" fmla="*/ 0 w 1731"/>
                  <a:gd name="T7" fmla="*/ 0 h 2462"/>
                  <a:gd name="T8" fmla="*/ 0 w 1731"/>
                  <a:gd name="T9" fmla="*/ 0 h 2462"/>
                  <a:gd name="T10" fmla="*/ 0 w 1731"/>
                  <a:gd name="T11" fmla="*/ 0 h 2462"/>
                  <a:gd name="T12" fmla="*/ 0 w 1731"/>
                  <a:gd name="T13" fmla="*/ 0 h 2462"/>
                  <a:gd name="T14" fmla="*/ 0 w 1731"/>
                  <a:gd name="T15" fmla="*/ 0 h 2462"/>
                  <a:gd name="T16" fmla="*/ 0 w 1731"/>
                  <a:gd name="T17" fmla="*/ 0 h 2462"/>
                  <a:gd name="T18" fmla="*/ 0 w 1731"/>
                  <a:gd name="T19" fmla="*/ 0 h 2462"/>
                  <a:gd name="T20" fmla="*/ 0 w 1731"/>
                  <a:gd name="T21" fmla="*/ 0 h 2462"/>
                  <a:gd name="T22" fmla="*/ 0 w 1731"/>
                  <a:gd name="T23" fmla="*/ 0 h 2462"/>
                  <a:gd name="T24" fmla="*/ 0 w 1731"/>
                  <a:gd name="T25" fmla="*/ 0 h 2462"/>
                  <a:gd name="T26" fmla="*/ 0 w 1731"/>
                  <a:gd name="T27" fmla="*/ 0 h 2462"/>
                  <a:gd name="T28" fmla="*/ 0 w 1731"/>
                  <a:gd name="T29" fmla="*/ 0 h 2462"/>
                  <a:gd name="T30" fmla="*/ 0 w 1731"/>
                  <a:gd name="T31" fmla="*/ 0 h 2462"/>
                  <a:gd name="T32" fmla="*/ 0 w 1731"/>
                  <a:gd name="T33" fmla="*/ 0 h 2462"/>
                  <a:gd name="T34" fmla="*/ 0 w 1731"/>
                  <a:gd name="T35" fmla="*/ 0 h 2462"/>
                  <a:gd name="T36" fmla="*/ 0 w 1731"/>
                  <a:gd name="T37" fmla="*/ 0 h 2462"/>
                  <a:gd name="T38" fmla="*/ 0 w 1731"/>
                  <a:gd name="T39" fmla="*/ 0 h 2462"/>
                  <a:gd name="T40" fmla="*/ 0 w 1731"/>
                  <a:gd name="T41" fmla="*/ 0 h 2462"/>
                  <a:gd name="T42" fmla="*/ 0 w 1731"/>
                  <a:gd name="T43" fmla="*/ 0 h 2462"/>
                  <a:gd name="T44" fmla="*/ 0 w 1731"/>
                  <a:gd name="T45" fmla="*/ 0 h 2462"/>
                  <a:gd name="T46" fmla="*/ 0 w 1731"/>
                  <a:gd name="T47" fmla="*/ 0 h 2462"/>
                  <a:gd name="T48" fmla="*/ 0 w 1731"/>
                  <a:gd name="T49" fmla="*/ 0 h 2462"/>
                  <a:gd name="T50" fmla="*/ 0 w 1731"/>
                  <a:gd name="T51" fmla="*/ 0 h 2462"/>
                  <a:gd name="T52" fmla="*/ 0 w 1731"/>
                  <a:gd name="T53" fmla="*/ 0 h 2462"/>
                  <a:gd name="T54" fmla="*/ 0 w 1731"/>
                  <a:gd name="T55" fmla="*/ 0 h 2462"/>
                  <a:gd name="T56" fmla="*/ 0 w 1731"/>
                  <a:gd name="T57" fmla="*/ 0 h 2462"/>
                  <a:gd name="T58" fmla="*/ 0 w 1731"/>
                  <a:gd name="T59" fmla="*/ 0 h 2462"/>
                  <a:gd name="T60" fmla="*/ 0 w 1731"/>
                  <a:gd name="T61" fmla="*/ 0 h 2462"/>
                  <a:gd name="T62" fmla="*/ 0 w 1731"/>
                  <a:gd name="T63" fmla="*/ 0 h 2462"/>
                  <a:gd name="T64" fmla="*/ 0 w 1731"/>
                  <a:gd name="T65" fmla="*/ 0 h 2462"/>
                  <a:gd name="T66" fmla="*/ 0 w 1731"/>
                  <a:gd name="T67" fmla="*/ 0 h 2462"/>
                  <a:gd name="T68" fmla="*/ 0 w 1731"/>
                  <a:gd name="T69" fmla="*/ 0 h 2462"/>
                  <a:gd name="T70" fmla="*/ 0 w 1731"/>
                  <a:gd name="T71" fmla="*/ 0 h 2462"/>
                  <a:gd name="T72" fmla="*/ 0 w 1731"/>
                  <a:gd name="T73" fmla="*/ 0 h 2462"/>
                  <a:gd name="T74" fmla="*/ 0 w 1731"/>
                  <a:gd name="T75" fmla="*/ 0 h 2462"/>
                  <a:gd name="T76" fmla="*/ 0 w 1731"/>
                  <a:gd name="T77" fmla="*/ 0 h 2462"/>
                  <a:gd name="T78" fmla="*/ 0 w 1731"/>
                  <a:gd name="T79" fmla="*/ 0 h 2462"/>
                  <a:gd name="T80" fmla="*/ 0 w 1731"/>
                  <a:gd name="T81" fmla="*/ 0 h 2462"/>
                  <a:gd name="T82" fmla="*/ 0 w 1731"/>
                  <a:gd name="T83" fmla="*/ 0 h 2462"/>
                  <a:gd name="T84" fmla="*/ 0 w 1731"/>
                  <a:gd name="T85" fmla="*/ 0 h 2462"/>
                  <a:gd name="T86" fmla="*/ 0 w 1731"/>
                  <a:gd name="T87" fmla="*/ 0 h 24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31"/>
                  <a:gd name="T133" fmla="*/ 0 h 2462"/>
                  <a:gd name="T134" fmla="*/ 1731 w 1731"/>
                  <a:gd name="T135" fmla="*/ 2462 h 246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31" h="2462">
                    <a:moveTo>
                      <a:pt x="152" y="0"/>
                    </a:moveTo>
                    <a:lnTo>
                      <a:pt x="379" y="203"/>
                    </a:lnTo>
                    <a:lnTo>
                      <a:pt x="440" y="376"/>
                    </a:lnTo>
                    <a:lnTo>
                      <a:pt x="480" y="541"/>
                    </a:lnTo>
                    <a:lnTo>
                      <a:pt x="480" y="800"/>
                    </a:lnTo>
                    <a:lnTo>
                      <a:pt x="368" y="1646"/>
                    </a:lnTo>
                    <a:lnTo>
                      <a:pt x="267" y="1747"/>
                    </a:lnTo>
                    <a:lnTo>
                      <a:pt x="0" y="1784"/>
                    </a:lnTo>
                    <a:lnTo>
                      <a:pt x="368" y="1772"/>
                    </a:lnTo>
                    <a:lnTo>
                      <a:pt x="254" y="2450"/>
                    </a:lnTo>
                    <a:lnTo>
                      <a:pt x="278" y="2462"/>
                    </a:lnTo>
                    <a:lnTo>
                      <a:pt x="406" y="1881"/>
                    </a:lnTo>
                    <a:lnTo>
                      <a:pt x="883" y="2273"/>
                    </a:lnTo>
                    <a:lnTo>
                      <a:pt x="996" y="2273"/>
                    </a:lnTo>
                    <a:lnTo>
                      <a:pt x="1174" y="2185"/>
                    </a:lnTo>
                    <a:lnTo>
                      <a:pt x="1363" y="2035"/>
                    </a:lnTo>
                    <a:lnTo>
                      <a:pt x="1500" y="1895"/>
                    </a:lnTo>
                    <a:lnTo>
                      <a:pt x="1603" y="1759"/>
                    </a:lnTo>
                    <a:lnTo>
                      <a:pt x="1462" y="1881"/>
                    </a:lnTo>
                    <a:lnTo>
                      <a:pt x="1363" y="1809"/>
                    </a:lnTo>
                    <a:lnTo>
                      <a:pt x="1480" y="1734"/>
                    </a:lnTo>
                    <a:lnTo>
                      <a:pt x="1238" y="1809"/>
                    </a:lnTo>
                    <a:lnTo>
                      <a:pt x="950" y="1846"/>
                    </a:lnTo>
                    <a:lnTo>
                      <a:pt x="669" y="1846"/>
                    </a:lnTo>
                    <a:lnTo>
                      <a:pt x="555" y="1846"/>
                    </a:lnTo>
                    <a:lnTo>
                      <a:pt x="469" y="1784"/>
                    </a:lnTo>
                    <a:lnTo>
                      <a:pt x="647" y="1708"/>
                    </a:lnTo>
                    <a:lnTo>
                      <a:pt x="1012" y="1708"/>
                    </a:lnTo>
                    <a:lnTo>
                      <a:pt x="1300" y="1545"/>
                    </a:lnTo>
                    <a:lnTo>
                      <a:pt x="1012" y="1631"/>
                    </a:lnTo>
                    <a:lnTo>
                      <a:pt x="647" y="1631"/>
                    </a:lnTo>
                    <a:lnTo>
                      <a:pt x="440" y="1685"/>
                    </a:lnTo>
                    <a:lnTo>
                      <a:pt x="440" y="1496"/>
                    </a:lnTo>
                    <a:lnTo>
                      <a:pt x="987" y="1409"/>
                    </a:lnTo>
                    <a:lnTo>
                      <a:pt x="781" y="892"/>
                    </a:lnTo>
                    <a:lnTo>
                      <a:pt x="555" y="592"/>
                    </a:lnTo>
                    <a:lnTo>
                      <a:pt x="555" y="415"/>
                    </a:lnTo>
                    <a:lnTo>
                      <a:pt x="1570" y="1444"/>
                    </a:lnTo>
                    <a:lnTo>
                      <a:pt x="1731" y="1519"/>
                    </a:lnTo>
                    <a:lnTo>
                      <a:pt x="1642" y="1332"/>
                    </a:lnTo>
                    <a:lnTo>
                      <a:pt x="733" y="477"/>
                    </a:lnTo>
                    <a:lnTo>
                      <a:pt x="620" y="267"/>
                    </a:lnTo>
                    <a:lnTo>
                      <a:pt x="304" y="5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7" name="Freeform 124">
                <a:extLst>
                  <a:ext uri="{FF2B5EF4-FFF2-40B4-BE49-F238E27FC236}">
                    <a16:creationId xmlns:a16="http://schemas.microsoft.com/office/drawing/2014/main" id="{55E48D68-6F7A-484E-9F65-6C02214A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986"/>
                <a:ext cx="98" cy="73"/>
              </a:xfrm>
              <a:custGeom>
                <a:avLst/>
                <a:gdLst>
                  <a:gd name="T0" fmla="*/ 0 w 783"/>
                  <a:gd name="T1" fmla="*/ 0 h 580"/>
                  <a:gd name="T2" fmla="*/ 0 w 783"/>
                  <a:gd name="T3" fmla="*/ 0 h 580"/>
                  <a:gd name="T4" fmla="*/ 0 w 783"/>
                  <a:gd name="T5" fmla="*/ 0 h 580"/>
                  <a:gd name="T6" fmla="*/ 0 w 783"/>
                  <a:gd name="T7" fmla="*/ 0 h 580"/>
                  <a:gd name="T8" fmla="*/ 0 w 783"/>
                  <a:gd name="T9" fmla="*/ 0 h 580"/>
                  <a:gd name="T10" fmla="*/ 0 w 783"/>
                  <a:gd name="T11" fmla="*/ 0 h 580"/>
                  <a:gd name="T12" fmla="*/ 0 w 783"/>
                  <a:gd name="T13" fmla="*/ 0 h 580"/>
                  <a:gd name="T14" fmla="*/ 0 w 783"/>
                  <a:gd name="T15" fmla="*/ 0 h 580"/>
                  <a:gd name="T16" fmla="*/ 0 w 783"/>
                  <a:gd name="T17" fmla="*/ 0 h 580"/>
                  <a:gd name="T18" fmla="*/ 0 w 783"/>
                  <a:gd name="T19" fmla="*/ 0 h 5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3"/>
                  <a:gd name="T31" fmla="*/ 0 h 580"/>
                  <a:gd name="T32" fmla="*/ 783 w 783"/>
                  <a:gd name="T33" fmla="*/ 580 h 5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3" h="580">
                    <a:moveTo>
                      <a:pt x="0" y="442"/>
                    </a:moveTo>
                    <a:lnTo>
                      <a:pt x="317" y="378"/>
                    </a:lnTo>
                    <a:lnTo>
                      <a:pt x="670" y="580"/>
                    </a:lnTo>
                    <a:lnTo>
                      <a:pt x="783" y="540"/>
                    </a:lnTo>
                    <a:lnTo>
                      <a:pt x="504" y="378"/>
                    </a:lnTo>
                    <a:lnTo>
                      <a:pt x="619" y="166"/>
                    </a:lnTo>
                    <a:lnTo>
                      <a:pt x="619" y="0"/>
                    </a:lnTo>
                    <a:lnTo>
                      <a:pt x="402" y="265"/>
                    </a:lnTo>
                    <a:lnTo>
                      <a:pt x="216" y="362"/>
                    </a:lnTo>
                    <a:lnTo>
                      <a:pt x="0" y="4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8" name="Freeform 125">
                <a:extLst>
                  <a:ext uri="{FF2B5EF4-FFF2-40B4-BE49-F238E27FC236}">
                    <a16:creationId xmlns:a16="http://schemas.microsoft.com/office/drawing/2014/main" id="{DC433372-CF8A-2846-BF8E-AB610491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35"/>
                <a:ext cx="123" cy="88"/>
              </a:xfrm>
              <a:custGeom>
                <a:avLst/>
                <a:gdLst>
                  <a:gd name="T0" fmla="*/ 0 w 984"/>
                  <a:gd name="T1" fmla="*/ 0 h 703"/>
                  <a:gd name="T2" fmla="*/ 0 w 984"/>
                  <a:gd name="T3" fmla="*/ 0 h 703"/>
                  <a:gd name="T4" fmla="*/ 0 w 984"/>
                  <a:gd name="T5" fmla="*/ 0 h 703"/>
                  <a:gd name="T6" fmla="*/ 0 w 984"/>
                  <a:gd name="T7" fmla="*/ 0 h 703"/>
                  <a:gd name="T8" fmla="*/ 0 w 984"/>
                  <a:gd name="T9" fmla="*/ 0 h 703"/>
                  <a:gd name="T10" fmla="*/ 0 w 984"/>
                  <a:gd name="T11" fmla="*/ 0 h 703"/>
                  <a:gd name="T12" fmla="*/ 0 w 984"/>
                  <a:gd name="T13" fmla="*/ 0 h 703"/>
                  <a:gd name="T14" fmla="*/ 0 w 984"/>
                  <a:gd name="T15" fmla="*/ 0 h 703"/>
                  <a:gd name="T16" fmla="*/ 0 w 984"/>
                  <a:gd name="T17" fmla="*/ 0 h 703"/>
                  <a:gd name="T18" fmla="*/ 0 w 984"/>
                  <a:gd name="T19" fmla="*/ 0 h 703"/>
                  <a:gd name="T20" fmla="*/ 0 w 984"/>
                  <a:gd name="T21" fmla="*/ 0 h 703"/>
                  <a:gd name="T22" fmla="*/ 0 w 984"/>
                  <a:gd name="T23" fmla="*/ 0 h 703"/>
                  <a:gd name="T24" fmla="*/ 0 w 984"/>
                  <a:gd name="T25" fmla="*/ 0 h 703"/>
                  <a:gd name="T26" fmla="*/ 0 w 984"/>
                  <a:gd name="T27" fmla="*/ 0 h 703"/>
                  <a:gd name="T28" fmla="*/ 0 w 984"/>
                  <a:gd name="T29" fmla="*/ 0 h 7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84"/>
                  <a:gd name="T46" fmla="*/ 0 h 703"/>
                  <a:gd name="T47" fmla="*/ 984 w 984"/>
                  <a:gd name="T48" fmla="*/ 703 h 70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84" h="703">
                    <a:moveTo>
                      <a:pt x="189" y="314"/>
                    </a:moveTo>
                    <a:lnTo>
                      <a:pt x="367" y="212"/>
                    </a:lnTo>
                    <a:lnTo>
                      <a:pt x="744" y="364"/>
                    </a:lnTo>
                    <a:lnTo>
                      <a:pt x="744" y="500"/>
                    </a:lnTo>
                    <a:lnTo>
                      <a:pt x="442" y="579"/>
                    </a:lnTo>
                    <a:lnTo>
                      <a:pt x="809" y="567"/>
                    </a:lnTo>
                    <a:lnTo>
                      <a:pt x="984" y="703"/>
                    </a:lnTo>
                    <a:lnTo>
                      <a:pt x="870" y="450"/>
                    </a:lnTo>
                    <a:lnTo>
                      <a:pt x="707" y="265"/>
                    </a:lnTo>
                    <a:lnTo>
                      <a:pt x="343" y="164"/>
                    </a:lnTo>
                    <a:lnTo>
                      <a:pt x="202" y="0"/>
                    </a:lnTo>
                    <a:lnTo>
                      <a:pt x="0" y="164"/>
                    </a:lnTo>
                    <a:lnTo>
                      <a:pt x="178" y="63"/>
                    </a:lnTo>
                    <a:lnTo>
                      <a:pt x="239" y="149"/>
                    </a:lnTo>
                    <a:lnTo>
                      <a:pt x="189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89" name="Freeform 126">
                <a:extLst>
                  <a:ext uri="{FF2B5EF4-FFF2-40B4-BE49-F238E27FC236}">
                    <a16:creationId xmlns:a16="http://schemas.microsoft.com/office/drawing/2014/main" id="{65860DEF-3934-6749-82DE-F2398821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016"/>
                <a:ext cx="73" cy="52"/>
              </a:xfrm>
              <a:custGeom>
                <a:avLst/>
                <a:gdLst>
                  <a:gd name="T0" fmla="*/ 0 w 581"/>
                  <a:gd name="T1" fmla="*/ 0 h 415"/>
                  <a:gd name="T2" fmla="*/ 0 w 581"/>
                  <a:gd name="T3" fmla="*/ 0 h 415"/>
                  <a:gd name="T4" fmla="*/ 0 w 581"/>
                  <a:gd name="T5" fmla="*/ 0 h 415"/>
                  <a:gd name="T6" fmla="*/ 0 w 581"/>
                  <a:gd name="T7" fmla="*/ 0 h 415"/>
                  <a:gd name="T8" fmla="*/ 0 w 581"/>
                  <a:gd name="T9" fmla="*/ 0 h 415"/>
                  <a:gd name="T10" fmla="*/ 0 w 581"/>
                  <a:gd name="T11" fmla="*/ 0 h 415"/>
                  <a:gd name="T12" fmla="*/ 0 w 581"/>
                  <a:gd name="T13" fmla="*/ 0 h 415"/>
                  <a:gd name="T14" fmla="*/ 0 w 581"/>
                  <a:gd name="T15" fmla="*/ 0 h 415"/>
                  <a:gd name="T16" fmla="*/ 0 w 581"/>
                  <a:gd name="T17" fmla="*/ 0 h 415"/>
                  <a:gd name="T18" fmla="*/ 0 w 581"/>
                  <a:gd name="T19" fmla="*/ 0 h 415"/>
                  <a:gd name="T20" fmla="*/ 0 w 581"/>
                  <a:gd name="T21" fmla="*/ 0 h 415"/>
                  <a:gd name="T22" fmla="*/ 0 w 581"/>
                  <a:gd name="T23" fmla="*/ 0 h 415"/>
                  <a:gd name="T24" fmla="*/ 0 w 581"/>
                  <a:gd name="T25" fmla="*/ 0 h 415"/>
                  <a:gd name="T26" fmla="*/ 0 w 581"/>
                  <a:gd name="T27" fmla="*/ 0 h 415"/>
                  <a:gd name="T28" fmla="*/ 0 w 581"/>
                  <a:gd name="T29" fmla="*/ 0 h 4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1"/>
                  <a:gd name="T46" fmla="*/ 0 h 415"/>
                  <a:gd name="T47" fmla="*/ 581 w 581"/>
                  <a:gd name="T48" fmla="*/ 415 h 4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1" h="415">
                    <a:moveTo>
                      <a:pt x="22" y="0"/>
                    </a:moveTo>
                    <a:lnTo>
                      <a:pt x="464" y="37"/>
                    </a:lnTo>
                    <a:lnTo>
                      <a:pt x="581" y="240"/>
                    </a:lnTo>
                    <a:lnTo>
                      <a:pt x="581" y="288"/>
                    </a:lnTo>
                    <a:lnTo>
                      <a:pt x="492" y="316"/>
                    </a:lnTo>
                    <a:lnTo>
                      <a:pt x="363" y="240"/>
                    </a:lnTo>
                    <a:lnTo>
                      <a:pt x="187" y="240"/>
                    </a:lnTo>
                    <a:lnTo>
                      <a:pt x="477" y="351"/>
                    </a:lnTo>
                    <a:lnTo>
                      <a:pt x="492" y="415"/>
                    </a:lnTo>
                    <a:lnTo>
                      <a:pt x="453" y="367"/>
                    </a:lnTo>
                    <a:lnTo>
                      <a:pt x="22" y="229"/>
                    </a:lnTo>
                    <a:lnTo>
                      <a:pt x="0" y="192"/>
                    </a:lnTo>
                    <a:lnTo>
                      <a:pt x="464" y="176"/>
                    </a:lnTo>
                    <a:lnTo>
                      <a:pt x="453" y="75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0" name="Freeform 127">
                <a:extLst>
                  <a:ext uri="{FF2B5EF4-FFF2-40B4-BE49-F238E27FC236}">
                    <a16:creationId xmlns:a16="http://schemas.microsoft.com/office/drawing/2014/main" id="{CE2A3FF3-7D29-F845-B59F-5DDE8BBB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62"/>
                <a:ext cx="29" cy="44"/>
              </a:xfrm>
              <a:custGeom>
                <a:avLst/>
                <a:gdLst>
                  <a:gd name="T0" fmla="*/ 0 w 228"/>
                  <a:gd name="T1" fmla="*/ 0 h 352"/>
                  <a:gd name="T2" fmla="*/ 0 w 228"/>
                  <a:gd name="T3" fmla="*/ 0 h 352"/>
                  <a:gd name="T4" fmla="*/ 0 w 228"/>
                  <a:gd name="T5" fmla="*/ 0 h 352"/>
                  <a:gd name="T6" fmla="*/ 0 w 228"/>
                  <a:gd name="T7" fmla="*/ 0 h 352"/>
                  <a:gd name="T8" fmla="*/ 0 w 228"/>
                  <a:gd name="T9" fmla="*/ 0 h 352"/>
                  <a:gd name="T10" fmla="*/ 0 w 228"/>
                  <a:gd name="T11" fmla="*/ 0 h 352"/>
                  <a:gd name="T12" fmla="*/ 0 w 228"/>
                  <a:gd name="T13" fmla="*/ 0 h 352"/>
                  <a:gd name="T14" fmla="*/ 0 w 228"/>
                  <a:gd name="T15" fmla="*/ 0 h 352"/>
                  <a:gd name="T16" fmla="*/ 0 w 228"/>
                  <a:gd name="T17" fmla="*/ 0 h 352"/>
                  <a:gd name="T18" fmla="*/ 0 w 228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8"/>
                  <a:gd name="T31" fmla="*/ 0 h 352"/>
                  <a:gd name="T32" fmla="*/ 228 w 228"/>
                  <a:gd name="T33" fmla="*/ 352 h 3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8" h="352">
                    <a:moveTo>
                      <a:pt x="186" y="99"/>
                    </a:moveTo>
                    <a:lnTo>
                      <a:pt x="186" y="163"/>
                    </a:lnTo>
                    <a:lnTo>
                      <a:pt x="96" y="210"/>
                    </a:lnTo>
                    <a:lnTo>
                      <a:pt x="0" y="275"/>
                    </a:lnTo>
                    <a:lnTo>
                      <a:pt x="72" y="352"/>
                    </a:lnTo>
                    <a:lnTo>
                      <a:pt x="125" y="249"/>
                    </a:lnTo>
                    <a:lnTo>
                      <a:pt x="228" y="187"/>
                    </a:lnTo>
                    <a:lnTo>
                      <a:pt x="228" y="74"/>
                    </a:lnTo>
                    <a:lnTo>
                      <a:pt x="186" y="0"/>
                    </a:lnTo>
                    <a:lnTo>
                      <a:pt x="186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1" name="Freeform 128">
                <a:extLst>
                  <a:ext uri="{FF2B5EF4-FFF2-40B4-BE49-F238E27FC236}">
                    <a16:creationId xmlns:a16="http://schemas.microsoft.com/office/drawing/2014/main" id="{7B94FEAE-EC5A-7942-9594-49C0A289F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43"/>
                <a:ext cx="46" cy="65"/>
              </a:xfrm>
              <a:custGeom>
                <a:avLst/>
                <a:gdLst>
                  <a:gd name="T0" fmla="*/ 0 w 369"/>
                  <a:gd name="T1" fmla="*/ 0 h 514"/>
                  <a:gd name="T2" fmla="*/ 0 w 369"/>
                  <a:gd name="T3" fmla="*/ 0 h 514"/>
                  <a:gd name="T4" fmla="*/ 0 w 369"/>
                  <a:gd name="T5" fmla="*/ 0 h 514"/>
                  <a:gd name="T6" fmla="*/ 0 w 369"/>
                  <a:gd name="T7" fmla="*/ 0 h 514"/>
                  <a:gd name="T8" fmla="*/ 0 w 369"/>
                  <a:gd name="T9" fmla="*/ 0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9"/>
                  <a:gd name="T16" fmla="*/ 0 h 514"/>
                  <a:gd name="T17" fmla="*/ 369 w 369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9" h="514">
                    <a:moveTo>
                      <a:pt x="129" y="71"/>
                    </a:moveTo>
                    <a:lnTo>
                      <a:pt x="325" y="396"/>
                    </a:lnTo>
                    <a:lnTo>
                      <a:pt x="369" y="514"/>
                    </a:lnTo>
                    <a:lnTo>
                      <a:pt x="269" y="4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2" name="Freeform 129">
                <a:extLst>
                  <a:ext uri="{FF2B5EF4-FFF2-40B4-BE49-F238E27FC236}">
                    <a16:creationId xmlns:a16="http://schemas.microsoft.com/office/drawing/2014/main" id="{D7C333F0-F9B7-154E-9305-38225529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50"/>
                <a:ext cx="51" cy="72"/>
              </a:xfrm>
              <a:custGeom>
                <a:avLst/>
                <a:gdLst>
                  <a:gd name="T0" fmla="*/ 0 w 413"/>
                  <a:gd name="T1" fmla="*/ 0 h 576"/>
                  <a:gd name="T2" fmla="*/ 0 w 413"/>
                  <a:gd name="T3" fmla="*/ 0 h 576"/>
                  <a:gd name="T4" fmla="*/ 0 w 413"/>
                  <a:gd name="T5" fmla="*/ 0 h 576"/>
                  <a:gd name="T6" fmla="*/ 0 w 413"/>
                  <a:gd name="T7" fmla="*/ 0 h 576"/>
                  <a:gd name="T8" fmla="*/ 0 w 413"/>
                  <a:gd name="T9" fmla="*/ 0 h 576"/>
                  <a:gd name="T10" fmla="*/ 0 w 413"/>
                  <a:gd name="T11" fmla="*/ 0 h 576"/>
                  <a:gd name="T12" fmla="*/ 0 w 413"/>
                  <a:gd name="T13" fmla="*/ 0 h 576"/>
                  <a:gd name="T14" fmla="*/ 0 w 413"/>
                  <a:gd name="T15" fmla="*/ 0 h 5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3"/>
                  <a:gd name="T25" fmla="*/ 0 h 576"/>
                  <a:gd name="T26" fmla="*/ 413 w 413"/>
                  <a:gd name="T27" fmla="*/ 576 h 57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3" h="576">
                    <a:moveTo>
                      <a:pt x="319" y="558"/>
                    </a:moveTo>
                    <a:lnTo>
                      <a:pt x="0" y="4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2" y="0"/>
                    </a:lnTo>
                    <a:lnTo>
                      <a:pt x="37" y="0"/>
                    </a:lnTo>
                    <a:lnTo>
                      <a:pt x="59" y="5"/>
                    </a:lnTo>
                    <a:lnTo>
                      <a:pt x="413" y="5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3" name="Freeform 130">
                <a:extLst>
                  <a:ext uri="{FF2B5EF4-FFF2-40B4-BE49-F238E27FC236}">
                    <a16:creationId xmlns:a16="http://schemas.microsoft.com/office/drawing/2014/main" id="{8F70EE3C-73DA-E741-BBD8-D1A216BD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024"/>
                <a:ext cx="60" cy="31"/>
              </a:xfrm>
              <a:custGeom>
                <a:avLst/>
                <a:gdLst>
                  <a:gd name="T0" fmla="*/ 0 w 477"/>
                  <a:gd name="T1" fmla="*/ 0 h 244"/>
                  <a:gd name="T2" fmla="*/ 0 w 477"/>
                  <a:gd name="T3" fmla="*/ 0 h 244"/>
                  <a:gd name="T4" fmla="*/ 0 w 477"/>
                  <a:gd name="T5" fmla="*/ 0 h 244"/>
                  <a:gd name="T6" fmla="*/ 0 w 477"/>
                  <a:gd name="T7" fmla="*/ 0 h 244"/>
                  <a:gd name="T8" fmla="*/ 0 w 477"/>
                  <a:gd name="T9" fmla="*/ 0 h 244"/>
                  <a:gd name="T10" fmla="*/ 0 w 477"/>
                  <a:gd name="T11" fmla="*/ 0 h 244"/>
                  <a:gd name="T12" fmla="*/ 0 w 477"/>
                  <a:gd name="T13" fmla="*/ 0 h 244"/>
                  <a:gd name="T14" fmla="*/ 0 w 477"/>
                  <a:gd name="T15" fmla="*/ 0 h 244"/>
                  <a:gd name="T16" fmla="*/ 0 w 477"/>
                  <a:gd name="T17" fmla="*/ 0 h 244"/>
                  <a:gd name="T18" fmla="*/ 0 w 477"/>
                  <a:gd name="T19" fmla="*/ 0 h 244"/>
                  <a:gd name="T20" fmla="*/ 0 w 477"/>
                  <a:gd name="T21" fmla="*/ 0 h 244"/>
                  <a:gd name="T22" fmla="*/ 0 w 477"/>
                  <a:gd name="T23" fmla="*/ 0 h 2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7"/>
                  <a:gd name="T37" fmla="*/ 0 h 244"/>
                  <a:gd name="T38" fmla="*/ 477 w 477"/>
                  <a:gd name="T39" fmla="*/ 244 h 2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7" h="244">
                    <a:moveTo>
                      <a:pt x="67" y="181"/>
                    </a:moveTo>
                    <a:lnTo>
                      <a:pt x="99" y="82"/>
                    </a:lnTo>
                    <a:lnTo>
                      <a:pt x="180" y="34"/>
                    </a:lnTo>
                    <a:lnTo>
                      <a:pt x="279" y="34"/>
                    </a:lnTo>
                    <a:lnTo>
                      <a:pt x="427" y="62"/>
                    </a:lnTo>
                    <a:lnTo>
                      <a:pt x="477" y="34"/>
                    </a:lnTo>
                    <a:lnTo>
                      <a:pt x="310" y="0"/>
                    </a:lnTo>
                    <a:lnTo>
                      <a:pt x="198" y="0"/>
                    </a:lnTo>
                    <a:lnTo>
                      <a:pt x="99" y="34"/>
                    </a:lnTo>
                    <a:lnTo>
                      <a:pt x="51" y="99"/>
                    </a:lnTo>
                    <a:lnTo>
                      <a:pt x="0" y="244"/>
                    </a:lnTo>
                    <a:lnTo>
                      <a:pt x="67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4" name="Freeform 131">
                <a:extLst>
                  <a:ext uri="{FF2B5EF4-FFF2-40B4-BE49-F238E27FC236}">
                    <a16:creationId xmlns:a16="http://schemas.microsoft.com/office/drawing/2014/main" id="{CC02BB15-FBB1-5249-B2F1-809A703E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33"/>
                <a:ext cx="202" cy="247"/>
              </a:xfrm>
              <a:custGeom>
                <a:avLst/>
                <a:gdLst>
                  <a:gd name="T0" fmla="*/ 0 w 1617"/>
                  <a:gd name="T1" fmla="*/ 0 h 1969"/>
                  <a:gd name="T2" fmla="*/ 0 w 1617"/>
                  <a:gd name="T3" fmla="*/ 0 h 1969"/>
                  <a:gd name="T4" fmla="*/ 0 w 1617"/>
                  <a:gd name="T5" fmla="*/ 0 h 1969"/>
                  <a:gd name="T6" fmla="*/ 0 w 1617"/>
                  <a:gd name="T7" fmla="*/ 0 h 1969"/>
                  <a:gd name="T8" fmla="*/ 0 w 1617"/>
                  <a:gd name="T9" fmla="*/ 0 h 1969"/>
                  <a:gd name="T10" fmla="*/ 0 w 1617"/>
                  <a:gd name="T11" fmla="*/ 0 h 1969"/>
                  <a:gd name="T12" fmla="*/ 0 w 1617"/>
                  <a:gd name="T13" fmla="*/ 0 h 1969"/>
                  <a:gd name="T14" fmla="*/ 0 w 1617"/>
                  <a:gd name="T15" fmla="*/ 0 h 1969"/>
                  <a:gd name="T16" fmla="*/ 0 w 1617"/>
                  <a:gd name="T17" fmla="*/ 0 h 1969"/>
                  <a:gd name="T18" fmla="*/ 0 w 1617"/>
                  <a:gd name="T19" fmla="*/ 0 h 1969"/>
                  <a:gd name="T20" fmla="*/ 0 w 1617"/>
                  <a:gd name="T21" fmla="*/ 0 h 1969"/>
                  <a:gd name="T22" fmla="*/ 0 w 1617"/>
                  <a:gd name="T23" fmla="*/ 0 h 1969"/>
                  <a:gd name="T24" fmla="*/ 0 w 1617"/>
                  <a:gd name="T25" fmla="*/ 0 h 1969"/>
                  <a:gd name="T26" fmla="*/ 0 w 1617"/>
                  <a:gd name="T27" fmla="*/ 0 h 1969"/>
                  <a:gd name="T28" fmla="*/ 0 w 1617"/>
                  <a:gd name="T29" fmla="*/ 0 h 1969"/>
                  <a:gd name="T30" fmla="*/ 0 w 1617"/>
                  <a:gd name="T31" fmla="*/ 0 h 1969"/>
                  <a:gd name="T32" fmla="*/ 0 w 1617"/>
                  <a:gd name="T33" fmla="*/ 0 h 1969"/>
                  <a:gd name="T34" fmla="*/ 0 w 1617"/>
                  <a:gd name="T35" fmla="*/ 0 h 1969"/>
                  <a:gd name="T36" fmla="*/ 0 w 1617"/>
                  <a:gd name="T37" fmla="*/ 0 h 1969"/>
                  <a:gd name="T38" fmla="*/ 0 w 1617"/>
                  <a:gd name="T39" fmla="*/ 0 h 1969"/>
                  <a:gd name="T40" fmla="*/ 0 w 1617"/>
                  <a:gd name="T41" fmla="*/ 0 h 1969"/>
                  <a:gd name="T42" fmla="*/ 0 w 1617"/>
                  <a:gd name="T43" fmla="*/ 0 h 1969"/>
                  <a:gd name="T44" fmla="*/ 0 w 1617"/>
                  <a:gd name="T45" fmla="*/ 0 h 1969"/>
                  <a:gd name="T46" fmla="*/ 0 w 1617"/>
                  <a:gd name="T47" fmla="*/ 0 h 1969"/>
                  <a:gd name="T48" fmla="*/ 0 w 1617"/>
                  <a:gd name="T49" fmla="*/ 0 h 1969"/>
                  <a:gd name="T50" fmla="*/ 0 w 1617"/>
                  <a:gd name="T51" fmla="*/ 0 h 1969"/>
                  <a:gd name="T52" fmla="*/ 0 w 1617"/>
                  <a:gd name="T53" fmla="*/ 0 h 1969"/>
                  <a:gd name="T54" fmla="*/ 0 w 1617"/>
                  <a:gd name="T55" fmla="*/ 0 h 1969"/>
                  <a:gd name="T56" fmla="*/ 0 w 1617"/>
                  <a:gd name="T57" fmla="*/ 0 h 1969"/>
                  <a:gd name="T58" fmla="*/ 0 w 1617"/>
                  <a:gd name="T59" fmla="*/ 0 h 1969"/>
                  <a:gd name="T60" fmla="*/ 0 w 1617"/>
                  <a:gd name="T61" fmla="*/ 0 h 1969"/>
                  <a:gd name="T62" fmla="*/ 0 w 1617"/>
                  <a:gd name="T63" fmla="*/ 0 h 1969"/>
                  <a:gd name="T64" fmla="*/ 0 w 1617"/>
                  <a:gd name="T65" fmla="*/ 0 h 1969"/>
                  <a:gd name="T66" fmla="*/ 0 w 1617"/>
                  <a:gd name="T67" fmla="*/ 0 h 1969"/>
                  <a:gd name="T68" fmla="*/ 0 w 1617"/>
                  <a:gd name="T69" fmla="*/ 0 h 1969"/>
                  <a:gd name="T70" fmla="*/ 0 w 1617"/>
                  <a:gd name="T71" fmla="*/ 0 h 1969"/>
                  <a:gd name="T72" fmla="*/ 0 w 1617"/>
                  <a:gd name="T73" fmla="*/ 0 h 1969"/>
                  <a:gd name="T74" fmla="*/ 0 w 1617"/>
                  <a:gd name="T75" fmla="*/ 0 h 1969"/>
                  <a:gd name="T76" fmla="*/ 0 w 1617"/>
                  <a:gd name="T77" fmla="*/ 0 h 1969"/>
                  <a:gd name="T78" fmla="*/ 0 w 1617"/>
                  <a:gd name="T79" fmla="*/ 0 h 1969"/>
                  <a:gd name="T80" fmla="*/ 0 w 1617"/>
                  <a:gd name="T81" fmla="*/ 0 h 1969"/>
                  <a:gd name="T82" fmla="*/ 0 w 1617"/>
                  <a:gd name="T83" fmla="*/ 0 h 196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7"/>
                  <a:gd name="T127" fmla="*/ 0 h 1969"/>
                  <a:gd name="T128" fmla="*/ 1617 w 1617"/>
                  <a:gd name="T129" fmla="*/ 1969 h 196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7" h="1969">
                    <a:moveTo>
                      <a:pt x="1578" y="822"/>
                    </a:moveTo>
                    <a:lnTo>
                      <a:pt x="1615" y="694"/>
                    </a:lnTo>
                    <a:lnTo>
                      <a:pt x="1617" y="512"/>
                    </a:lnTo>
                    <a:lnTo>
                      <a:pt x="1573" y="350"/>
                    </a:lnTo>
                    <a:lnTo>
                      <a:pt x="1506" y="233"/>
                    </a:lnTo>
                    <a:lnTo>
                      <a:pt x="1413" y="123"/>
                    </a:lnTo>
                    <a:lnTo>
                      <a:pt x="1275" y="48"/>
                    </a:lnTo>
                    <a:lnTo>
                      <a:pt x="980" y="0"/>
                    </a:lnTo>
                    <a:lnTo>
                      <a:pt x="710" y="73"/>
                    </a:lnTo>
                    <a:lnTo>
                      <a:pt x="565" y="198"/>
                    </a:lnTo>
                    <a:lnTo>
                      <a:pt x="439" y="417"/>
                    </a:lnTo>
                    <a:lnTo>
                      <a:pt x="404" y="631"/>
                    </a:lnTo>
                    <a:lnTo>
                      <a:pt x="351" y="818"/>
                    </a:lnTo>
                    <a:lnTo>
                      <a:pt x="356" y="910"/>
                    </a:lnTo>
                    <a:lnTo>
                      <a:pt x="404" y="1026"/>
                    </a:lnTo>
                    <a:lnTo>
                      <a:pt x="393" y="1095"/>
                    </a:lnTo>
                    <a:lnTo>
                      <a:pt x="268" y="1185"/>
                    </a:lnTo>
                    <a:lnTo>
                      <a:pt x="171" y="1270"/>
                    </a:lnTo>
                    <a:lnTo>
                      <a:pt x="106" y="1411"/>
                    </a:lnTo>
                    <a:lnTo>
                      <a:pt x="106" y="1484"/>
                    </a:lnTo>
                    <a:lnTo>
                      <a:pt x="116" y="1554"/>
                    </a:lnTo>
                    <a:lnTo>
                      <a:pt x="130" y="1597"/>
                    </a:lnTo>
                    <a:lnTo>
                      <a:pt x="112" y="1653"/>
                    </a:lnTo>
                    <a:lnTo>
                      <a:pt x="0" y="1754"/>
                    </a:lnTo>
                    <a:lnTo>
                      <a:pt x="160" y="1712"/>
                    </a:lnTo>
                    <a:lnTo>
                      <a:pt x="347" y="1657"/>
                    </a:lnTo>
                    <a:lnTo>
                      <a:pt x="415" y="1861"/>
                    </a:lnTo>
                    <a:lnTo>
                      <a:pt x="479" y="1969"/>
                    </a:lnTo>
                    <a:lnTo>
                      <a:pt x="450" y="1872"/>
                    </a:lnTo>
                    <a:lnTo>
                      <a:pt x="450" y="1800"/>
                    </a:lnTo>
                    <a:lnTo>
                      <a:pt x="468" y="1758"/>
                    </a:lnTo>
                    <a:lnTo>
                      <a:pt x="505" y="1754"/>
                    </a:lnTo>
                    <a:lnTo>
                      <a:pt x="565" y="1769"/>
                    </a:lnTo>
                    <a:lnTo>
                      <a:pt x="628" y="1826"/>
                    </a:lnTo>
                    <a:lnTo>
                      <a:pt x="685" y="1904"/>
                    </a:lnTo>
                    <a:lnTo>
                      <a:pt x="639" y="1754"/>
                    </a:lnTo>
                    <a:lnTo>
                      <a:pt x="618" y="1641"/>
                    </a:lnTo>
                    <a:lnTo>
                      <a:pt x="604" y="1507"/>
                    </a:lnTo>
                    <a:lnTo>
                      <a:pt x="611" y="1411"/>
                    </a:lnTo>
                    <a:lnTo>
                      <a:pt x="674" y="1507"/>
                    </a:lnTo>
                    <a:lnTo>
                      <a:pt x="765" y="1593"/>
                    </a:lnTo>
                    <a:lnTo>
                      <a:pt x="870" y="1666"/>
                    </a:lnTo>
                    <a:lnTo>
                      <a:pt x="980" y="1703"/>
                    </a:lnTo>
                    <a:lnTo>
                      <a:pt x="888" y="1666"/>
                    </a:lnTo>
                    <a:lnTo>
                      <a:pt x="802" y="1613"/>
                    </a:lnTo>
                    <a:lnTo>
                      <a:pt x="717" y="1533"/>
                    </a:lnTo>
                    <a:lnTo>
                      <a:pt x="671" y="1466"/>
                    </a:lnTo>
                    <a:lnTo>
                      <a:pt x="632" y="1399"/>
                    </a:lnTo>
                    <a:lnTo>
                      <a:pt x="618" y="1339"/>
                    </a:lnTo>
                    <a:lnTo>
                      <a:pt x="611" y="1261"/>
                    </a:lnTo>
                    <a:lnTo>
                      <a:pt x="598" y="1180"/>
                    </a:lnTo>
                    <a:lnTo>
                      <a:pt x="591" y="1042"/>
                    </a:lnTo>
                    <a:lnTo>
                      <a:pt x="584" y="1237"/>
                    </a:lnTo>
                    <a:lnTo>
                      <a:pt x="569" y="1261"/>
                    </a:lnTo>
                    <a:lnTo>
                      <a:pt x="538" y="1277"/>
                    </a:lnTo>
                    <a:lnTo>
                      <a:pt x="499" y="1261"/>
                    </a:lnTo>
                    <a:lnTo>
                      <a:pt x="479" y="1217"/>
                    </a:lnTo>
                    <a:lnTo>
                      <a:pt x="479" y="1167"/>
                    </a:lnTo>
                    <a:lnTo>
                      <a:pt x="494" y="1114"/>
                    </a:lnTo>
                    <a:lnTo>
                      <a:pt x="523" y="1072"/>
                    </a:lnTo>
                    <a:lnTo>
                      <a:pt x="487" y="1092"/>
                    </a:lnTo>
                    <a:lnTo>
                      <a:pt x="429" y="963"/>
                    </a:lnTo>
                    <a:lnTo>
                      <a:pt x="411" y="910"/>
                    </a:lnTo>
                    <a:lnTo>
                      <a:pt x="404" y="853"/>
                    </a:lnTo>
                    <a:lnTo>
                      <a:pt x="411" y="804"/>
                    </a:lnTo>
                    <a:lnTo>
                      <a:pt x="436" y="776"/>
                    </a:lnTo>
                    <a:lnTo>
                      <a:pt x="461" y="751"/>
                    </a:lnTo>
                    <a:lnTo>
                      <a:pt x="487" y="751"/>
                    </a:lnTo>
                    <a:lnTo>
                      <a:pt x="514" y="767"/>
                    </a:lnTo>
                    <a:lnTo>
                      <a:pt x="538" y="804"/>
                    </a:lnTo>
                    <a:lnTo>
                      <a:pt x="565" y="890"/>
                    </a:lnTo>
                    <a:lnTo>
                      <a:pt x="574" y="782"/>
                    </a:lnTo>
                    <a:lnTo>
                      <a:pt x="622" y="687"/>
                    </a:lnTo>
                    <a:lnTo>
                      <a:pt x="697" y="549"/>
                    </a:lnTo>
                    <a:lnTo>
                      <a:pt x="741" y="435"/>
                    </a:lnTo>
                    <a:lnTo>
                      <a:pt x="798" y="354"/>
                    </a:lnTo>
                    <a:lnTo>
                      <a:pt x="888" y="304"/>
                    </a:lnTo>
                    <a:lnTo>
                      <a:pt x="1038" y="286"/>
                    </a:lnTo>
                    <a:lnTo>
                      <a:pt x="1195" y="304"/>
                    </a:lnTo>
                    <a:lnTo>
                      <a:pt x="1393" y="343"/>
                    </a:lnTo>
                    <a:lnTo>
                      <a:pt x="1470" y="406"/>
                    </a:lnTo>
                    <a:lnTo>
                      <a:pt x="1520" y="519"/>
                    </a:lnTo>
                    <a:lnTo>
                      <a:pt x="1549" y="641"/>
                    </a:lnTo>
                    <a:lnTo>
                      <a:pt x="1569" y="883"/>
                    </a:lnTo>
                    <a:lnTo>
                      <a:pt x="1578" y="8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5" name="Freeform 132">
                <a:extLst>
                  <a:ext uri="{FF2B5EF4-FFF2-40B4-BE49-F238E27FC236}">
                    <a16:creationId xmlns:a16="http://schemas.microsoft.com/office/drawing/2014/main" id="{6C882914-098C-6440-BB4A-01C7A2C3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56"/>
                <a:ext cx="102" cy="147"/>
              </a:xfrm>
              <a:custGeom>
                <a:avLst/>
                <a:gdLst>
                  <a:gd name="T0" fmla="*/ 0 w 817"/>
                  <a:gd name="T1" fmla="*/ 0 h 1173"/>
                  <a:gd name="T2" fmla="*/ 0 w 817"/>
                  <a:gd name="T3" fmla="*/ 0 h 1173"/>
                  <a:gd name="T4" fmla="*/ 0 w 817"/>
                  <a:gd name="T5" fmla="*/ 0 h 1173"/>
                  <a:gd name="T6" fmla="*/ 0 w 817"/>
                  <a:gd name="T7" fmla="*/ 0 h 1173"/>
                  <a:gd name="T8" fmla="*/ 0 w 817"/>
                  <a:gd name="T9" fmla="*/ 0 h 1173"/>
                  <a:gd name="T10" fmla="*/ 0 w 817"/>
                  <a:gd name="T11" fmla="*/ 0 h 1173"/>
                  <a:gd name="T12" fmla="*/ 0 w 817"/>
                  <a:gd name="T13" fmla="*/ 0 h 1173"/>
                  <a:gd name="T14" fmla="*/ 0 w 817"/>
                  <a:gd name="T15" fmla="*/ 0 h 1173"/>
                  <a:gd name="T16" fmla="*/ 0 w 817"/>
                  <a:gd name="T17" fmla="*/ 0 h 1173"/>
                  <a:gd name="T18" fmla="*/ 0 w 817"/>
                  <a:gd name="T19" fmla="*/ 0 h 1173"/>
                  <a:gd name="T20" fmla="*/ 0 w 817"/>
                  <a:gd name="T21" fmla="*/ 0 h 1173"/>
                  <a:gd name="T22" fmla="*/ 0 w 817"/>
                  <a:gd name="T23" fmla="*/ 0 h 1173"/>
                  <a:gd name="T24" fmla="*/ 0 w 817"/>
                  <a:gd name="T25" fmla="*/ 0 h 1173"/>
                  <a:gd name="T26" fmla="*/ 0 w 817"/>
                  <a:gd name="T27" fmla="*/ 0 h 1173"/>
                  <a:gd name="T28" fmla="*/ 0 w 817"/>
                  <a:gd name="T29" fmla="*/ 0 h 1173"/>
                  <a:gd name="T30" fmla="*/ 0 w 817"/>
                  <a:gd name="T31" fmla="*/ 0 h 1173"/>
                  <a:gd name="T32" fmla="*/ 0 w 817"/>
                  <a:gd name="T33" fmla="*/ 0 h 1173"/>
                  <a:gd name="T34" fmla="*/ 0 w 817"/>
                  <a:gd name="T35" fmla="*/ 0 h 1173"/>
                  <a:gd name="T36" fmla="*/ 0 w 817"/>
                  <a:gd name="T37" fmla="*/ 0 h 1173"/>
                  <a:gd name="T38" fmla="*/ 0 w 817"/>
                  <a:gd name="T39" fmla="*/ 0 h 1173"/>
                  <a:gd name="T40" fmla="*/ 0 w 817"/>
                  <a:gd name="T41" fmla="*/ 0 h 1173"/>
                  <a:gd name="T42" fmla="*/ 0 w 817"/>
                  <a:gd name="T43" fmla="*/ 0 h 1173"/>
                  <a:gd name="T44" fmla="*/ 0 w 817"/>
                  <a:gd name="T45" fmla="*/ 0 h 1173"/>
                  <a:gd name="T46" fmla="*/ 0 w 817"/>
                  <a:gd name="T47" fmla="*/ 0 h 1173"/>
                  <a:gd name="T48" fmla="*/ 0 w 817"/>
                  <a:gd name="T49" fmla="*/ 0 h 1173"/>
                  <a:gd name="T50" fmla="*/ 0 w 817"/>
                  <a:gd name="T51" fmla="*/ 0 h 1173"/>
                  <a:gd name="T52" fmla="*/ 0 w 817"/>
                  <a:gd name="T53" fmla="*/ 0 h 1173"/>
                  <a:gd name="T54" fmla="*/ 0 w 817"/>
                  <a:gd name="T55" fmla="*/ 0 h 1173"/>
                  <a:gd name="T56" fmla="*/ 0 w 817"/>
                  <a:gd name="T57" fmla="*/ 0 h 1173"/>
                  <a:gd name="T58" fmla="*/ 0 w 817"/>
                  <a:gd name="T59" fmla="*/ 0 h 117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17"/>
                  <a:gd name="T91" fmla="*/ 0 h 1173"/>
                  <a:gd name="T92" fmla="*/ 817 w 817"/>
                  <a:gd name="T93" fmla="*/ 1173 h 117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17" h="1173">
                    <a:moveTo>
                      <a:pt x="817" y="0"/>
                    </a:moveTo>
                    <a:lnTo>
                      <a:pt x="786" y="103"/>
                    </a:lnTo>
                    <a:lnTo>
                      <a:pt x="718" y="359"/>
                    </a:lnTo>
                    <a:lnTo>
                      <a:pt x="634" y="514"/>
                    </a:lnTo>
                    <a:lnTo>
                      <a:pt x="569" y="608"/>
                    </a:lnTo>
                    <a:lnTo>
                      <a:pt x="481" y="703"/>
                    </a:lnTo>
                    <a:lnTo>
                      <a:pt x="417" y="723"/>
                    </a:lnTo>
                    <a:lnTo>
                      <a:pt x="305" y="732"/>
                    </a:lnTo>
                    <a:lnTo>
                      <a:pt x="187" y="707"/>
                    </a:lnTo>
                    <a:lnTo>
                      <a:pt x="94" y="661"/>
                    </a:lnTo>
                    <a:lnTo>
                      <a:pt x="0" y="596"/>
                    </a:lnTo>
                    <a:lnTo>
                      <a:pt x="57" y="692"/>
                    </a:lnTo>
                    <a:lnTo>
                      <a:pt x="136" y="758"/>
                    </a:lnTo>
                    <a:lnTo>
                      <a:pt x="206" y="800"/>
                    </a:lnTo>
                    <a:lnTo>
                      <a:pt x="300" y="825"/>
                    </a:lnTo>
                    <a:lnTo>
                      <a:pt x="380" y="825"/>
                    </a:lnTo>
                    <a:lnTo>
                      <a:pt x="329" y="1173"/>
                    </a:lnTo>
                    <a:lnTo>
                      <a:pt x="376" y="1064"/>
                    </a:lnTo>
                    <a:lnTo>
                      <a:pt x="443" y="795"/>
                    </a:lnTo>
                    <a:lnTo>
                      <a:pt x="477" y="747"/>
                    </a:lnTo>
                    <a:lnTo>
                      <a:pt x="527" y="820"/>
                    </a:lnTo>
                    <a:lnTo>
                      <a:pt x="574" y="940"/>
                    </a:lnTo>
                    <a:lnTo>
                      <a:pt x="551" y="800"/>
                    </a:lnTo>
                    <a:lnTo>
                      <a:pt x="503" y="707"/>
                    </a:lnTo>
                    <a:lnTo>
                      <a:pt x="579" y="617"/>
                    </a:lnTo>
                    <a:lnTo>
                      <a:pt x="668" y="493"/>
                    </a:lnTo>
                    <a:lnTo>
                      <a:pt x="720" y="373"/>
                    </a:lnTo>
                    <a:lnTo>
                      <a:pt x="754" y="286"/>
                    </a:lnTo>
                    <a:lnTo>
                      <a:pt x="793" y="115"/>
                    </a:lnTo>
                    <a:lnTo>
                      <a:pt x="8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6" name="Freeform 133">
                <a:extLst>
                  <a:ext uri="{FF2B5EF4-FFF2-40B4-BE49-F238E27FC236}">
                    <a16:creationId xmlns:a16="http://schemas.microsoft.com/office/drawing/2014/main" id="{D337895E-92DD-5843-AD9E-B6FE1E1B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35"/>
                <a:ext cx="12" cy="27"/>
              </a:xfrm>
              <a:custGeom>
                <a:avLst/>
                <a:gdLst>
                  <a:gd name="T0" fmla="*/ 0 w 99"/>
                  <a:gd name="T1" fmla="*/ 0 h 215"/>
                  <a:gd name="T2" fmla="*/ 0 w 99"/>
                  <a:gd name="T3" fmla="*/ 0 h 215"/>
                  <a:gd name="T4" fmla="*/ 0 w 99"/>
                  <a:gd name="T5" fmla="*/ 0 h 215"/>
                  <a:gd name="T6" fmla="*/ 0 w 99"/>
                  <a:gd name="T7" fmla="*/ 0 h 215"/>
                  <a:gd name="T8" fmla="*/ 0 w 99"/>
                  <a:gd name="T9" fmla="*/ 0 h 215"/>
                  <a:gd name="T10" fmla="*/ 0 w 99"/>
                  <a:gd name="T11" fmla="*/ 0 h 215"/>
                  <a:gd name="T12" fmla="*/ 0 w 99"/>
                  <a:gd name="T13" fmla="*/ 0 h 215"/>
                  <a:gd name="T14" fmla="*/ 0 w 99"/>
                  <a:gd name="T15" fmla="*/ 0 h 215"/>
                  <a:gd name="T16" fmla="*/ 0 w 99"/>
                  <a:gd name="T17" fmla="*/ 0 h 215"/>
                  <a:gd name="T18" fmla="*/ 0 w 99"/>
                  <a:gd name="T19" fmla="*/ 0 h 215"/>
                  <a:gd name="T20" fmla="*/ 0 w 99"/>
                  <a:gd name="T21" fmla="*/ 0 h 215"/>
                  <a:gd name="T22" fmla="*/ 0 w 99"/>
                  <a:gd name="T23" fmla="*/ 0 h 215"/>
                  <a:gd name="T24" fmla="*/ 0 w 99"/>
                  <a:gd name="T25" fmla="*/ 0 h 215"/>
                  <a:gd name="T26" fmla="*/ 0 w 99"/>
                  <a:gd name="T27" fmla="*/ 0 h 215"/>
                  <a:gd name="T28" fmla="*/ 0 w 99"/>
                  <a:gd name="T29" fmla="*/ 0 h 215"/>
                  <a:gd name="T30" fmla="*/ 0 w 99"/>
                  <a:gd name="T31" fmla="*/ 0 h 215"/>
                  <a:gd name="T32" fmla="*/ 0 w 99"/>
                  <a:gd name="T33" fmla="*/ 0 h 215"/>
                  <a:gd name="T34" fmla="*/ 0 w 99"/>
                  <a:gd name="T35" fmla="*/ 0 h 215"/>
                  <a:gd name="T36" fmla="*/ 0 w 99"/>
                  <a:gd name="T37" fmla="*/ 0 h 215"/>
                  <a:gd name="T38" fmla="*/ 0 w 99"/>
                  <a:gd name="T39" fmla="*/ 0 h 215"/>
                  <a:gd name="T40" fmla="*/ 0 w 99"/>
                  <a:gd name="T41" fmla="*/ 0 h 2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9"/>
                  <a:gd name="T64" fmla="*/ 0 h 215"/>
                  <a:gd name="T65" fmla="*/ 99 w 99"/>
                  <a:gd name="T66" fmla="*/ 215 h 2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9" h="215">
                    <a:moveTo>
                      <a:pt x="11" y="0"/>
                    </a:moveTo>
                    <a:lnTo>
                      <a:pt x="48" y="7"/>
                    </a:lnTo>
                    <a:lnTo>
                      <a:pt x="91" y="60"/>
                    </a:lnTo>
                    <a:lnTo>
                      <a:pt x="99" y="111"/>
                    </a:lnTo>
                    <a:lnTo>
                      <a:pt x="94" y="145"/>
                    </a:lnTo>
                    <a:lnTo>
                      <a:pt x="60" y="162"/>
                    </a:lnTo>
                    <a:lnTo>
                      <a:pt x="55" y="180"/>
                    </a:lnTo>
                    <a:lnTo>
                      <a:pt x="73" y="215"/>
                    </a:lnTo>
                    <a:lnTo>
                      <a:pt x="22" y="169"/>
                    </a:lnTo>
                    <a:lnTo>
                      <a:pt x="22" y="145"/>
                    </a:lnTo>
                    <a:lnTo>
                      <a:pt x="36" y="123"/>
                    </a:lnTo>
                    <a:lnTo>
                      <a:pt x="55" y="106"/>
                    </a:lnTo>
                    <a:lnTo>
                      <a:pt x="84" y="92"/>
                    </a:lnTo>
                    <a:lnTo>
                      <a:pt x="73" y="65"/>
                    </a:lnTo>
                    <a:lnTo>
                      <a:pt x="60" y="42"/>
                    </a:lnTo>
                    <a:lnTo>
                      <a:pt x="36" y="28"/>
                    </a:lnTo>
                    <a:lnTo>
                      <a:pt x="11" y="60"/>
                    </a:lnTo>
                    <a:lnTo>
                      <a:pt x="11" y="79"/>
                    </a:lnTo>
                    <a:lnTo>
                      <a:pt x="0" y="53"/>
                    </a:lnTo>
                    <a:lnTo>
                      <a:pt x="0" y="17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7" name="Line 134">
                <a:extLst>
                  <a:ext uri="{FF2B5EF4-FFF2-40B4-BE49-F238E27FC236}">
                    <a16:creationId xmlns:a16="http://schemas.microsoft.com/office/drawing/2014/main" id="{A7B804D7-CAF1-C345-A656-219E13FB3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4" y="1544"/>
                <a:ext cx="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8" name="Line 135">
                <a:extLst>
                  <a:ext uri="{FF2B5EF4-FFF2-40B4-BE49-F238E27FC236}">
                    <a16:creationId xmlns:a16="http://schemas.microsoft.com/office/drawing/2014/main" id="{E7C92C27-8420-C24C-A5D1-CE1D0BBC88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1549"/>
                <a:ext cx="8" cy="3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599" name="Line 136">
                <a:extLst>
                  <a:ext uri="{FF2B5EF4-FFF2-40B4-BE49-F238E27FC236}">
                    <a16:creationId xmlns:a16="http://schemas.microsoft.com/office/drawing/2014/main" id="{AC963ECD-39B2-244D-B167-7741B0CE5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4" y="1566"/>
                <a:ext cx="5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0" name="Freeform 137">
                <a:extLst>
                  <a:ext uri="{FF2B5EF4-FFF2-40B4-BE49-F238E27FC236}">
                    <a16:creationId xmlns:a16="http://schemas.microsoft.com/office/drawing/2014/main" id="{C7ADFACD-8AEC-D247-ADE1-228B2AEB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70"/>
                <a:ext cx="9" cy="20"/>
              </a:xfrm>
              <a:custGeom>
                <a:avLst/>
                <a:gdLst>
                  <a:gd name="T0" fmla="*/ 0 w 77"/>
                  <a:gd name="T1" fmla="*/ 0 h 162"/>
                  <a:gd name="T2" fmla="*/ 0 w 77"/>
                  <a:gd name="T3" fmla="*/ 0 h 162"/>
                  <a:gd name="T4" fmla="*/ 0 w 77"/>
                  <a:gd name="T5" fmla="*/ 0 h 162"/>
                  <a:gd name="T6" fmla="*/ 0 w 77"/>
                  <a:gd name="T7" fmla="*/ 0 h 162"/>
                  <a:gd name="T8" fmla="*/ 0 w 77"/>
                  <a:gd name="T9" fmla="*/ 0 h 162"/>
                  <a:gd name="T10" fmla="*/ 0 w 77"/>
                  <a:gd name="T11" fmla="*/ 0 h 162"/>
                  <a:gd name="T12" fmla="*/ 0 w 77"/>
                  <a:gd name="T13" fmla="*/ 0 h 162"/>
                  <a:gd name="T14" fmla="*/ 0 w 77"/>
                  <a:gd name="T15" fmla="*/ 0 h 162"/>
                  <a:gd name="T16" fmla="*/ 0 w 77"/>
                  <a:gd name="T17" fmla="*/ 0 h 162"/>
                  <a:gd name="T18" fmla="*/ 0 w 77"/>
                  <a:gd name="T19" fmla="*/ 0 h 162"/>
                  <a:gd name="T20" fmla="*/ 0 w 77"/>
                  <a:gd name="T21" fmla="*/ 0 h 162"/>
                  <a:gd name="T22" fmla="*/ 0 w 77"/>
                  <a:gd name="T23" fmla="*/ 0 h 162"/>
                  <a:gd name="T24" fmla="*/ 0 w 77"/>
                  <a:gd name="T25" fmla="*/ 0 h 162"/>
                  <a:gd name="T26" fmla="*/ 0 w 77"/>
                  <a:gd name="T27" fmla="*/ 0 h 1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7"/>
                  <a:gd name="T43" fmla="*/ 0 h 162"/>
                  <a:gd name="T44" fmla="*/ 77 w 77"/>
                  <a:gd name="T45" fmla="*/ 162 h 16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7" h="162">
                    <a:moveTo>
                      <a:pt x="33" y="0"/>
                    </a:moveTo>
                    <a:lnTo>
                      <a:pt x="59" y="28"/>
                    </a:lnTo>
                    <a:lnTo>
                      <a:pt x="72" y="63"/>
                    </a:lnTo>
                    <a:lnTo>
                      <a:pt x="77" y="112"/>
                    </a:lnTo>
                    <a:lnTo>
                      <a:pt x="72" y="145"/>
                    </a:lnTo>
                    <a:lnTo>
                      <a:pt x="54" y="158"/>
                    </a:lnTo>
                    <a:lnTo>
                      <a:pt x="33" y="162"/>
                    </a:lnTo>
                    <a:lnTo>
                      <a:pt x="8" y="158"/>
                    </a:lnTo>
                    <a:lnTo>
                      <a:pt x="0" y="116"/>
                    </a:lnTo>
                    <a:lnTo>
                      <a:pt x="44" y="123"/>
                    </a:lnTo>
                    <a:lnTo>
                      <a:pt x="51" y="88"/>
                    </a:lnTo>
                    <a:lnTo>
                      <a:pt x="59" y="63"/>
                    </a:lnTo>
                    <a:lnTo>
                      <a:pt x="54" y="3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1" name="Freeform 138">
                <a:extLst>
                  <a:ext uri="{FF2B5EF4-FFF2-40B4-BE49-F238E27FC236}">
                    <a16:creationId xmlns:a16="http://schemas.microsoft.com/office/drawing/2014/main" id="{FE8E4FCA-5B12-634A-A77B-022370E1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635"/>
                <a:ext cx="356" cy="188"/>
              </a:xfrm>
              <a:custGeom>
                <a:avLst/>
                <a:gdLst>
                  <a:gd name="T0" fmla="*/ 0 w 2847"/>
                  <a:gd name="T1" fmla="*/ 0 h 1510"/>
                  <a:gd name="T2" fmla="*/ 0 w 2847"/>
                  <a:gd name="T3" fmla="*/ 0 h 1510"/>
                  <a:gd name="T4" fmla="*/ 0 w 2847"/>
                  <a:gd name="T5" fmla="*/ 0 h 1510"/>
                  <a:gd name="T6" fmla="*/ 0 w 2847"/>
                  <a:gd name="T7" fmla="*/ 0 h 1510"/>
                  <a:gd name="T8" fmla="*/ 0 w 2847"/>
                  <a:gd name="T9" fmla="*/ 0 h 1510"/>
                  <a:gd name="T10" fmla="*/ 0 w 2847"/>
                  <a:gd name="T11" fmla="*/ 0 h 1510"/>
                  <a:gd name="T12" fmla="*/ 0 w 2847"/>
                  <a:gd name="T13" fmla="*/ 0 h 1510"/>
                  <a:gd name="T14" fmla="*/ 0 w 2847"/>
                  <a:gd name="T15" fmla="*/ 0 h 1510"/>
                  <a:gd name="T16" fmla="*/ 0 w 2847"/>
                  <a:gd name="T17" fmla="*/ 0 h 1510"/>
                  <a:gd name="T18" fmla="*/ 0 w 2847"/>
                  <a:gd name="T19" fmla="*/ 0 h 1510"/>
                  <a:gd name="T20" fmla="*/ 0 w 2847"/>
                  <a:gd name="T21" fmla="*/ 0 h 1510"/>
                  <a:gd name="T22" fmla="*/ 0 w 2847"/>
                  <a:gd name="T23" fmla="*/ 0 h 1510"/>
                  <a:gd name="T24" fmla="*/ 0 w 2847"/>
                  <a:gd name="T25" fmla="*/ 0 h 1510"/>
                  <a:gd name="T26" fmla="*/ 0 w 2847"/>
                  <a:gd name="T27" fmla="*/ 0 h 1510"/>
                  <a:gd name="T28" fmla="*/ 0 w 2847"/>
                  <a:gd name="T29" fmla="*/ 0 h 1510"/>
                  <a:gd name="T30" fmla="*/ 0 w 2847"/>
                  <a:gd name="T31" fmla="*/ 0 h 1510"/>
                  <a:gd name="T32" fmla="*/ 0 w 2847"/>
                  <a:gd name="T33" fmla="*/ 0 h 1510"/>
                  <a:gd name="T34" fmla="*/ 0 w 2847"/>
                  <a:gd name="T35" fmla="*/ 0 h 1510"/>
                  <a:gd name="T36" fmla="*/ 0 w 2847"/>
                  <a:gd name="T37" fmla="*/ 0 h 1510"/>
                  <a:gd name="T38" fmla="*/ 0 w 2847"/>
                  <a:gd name="T39" fmla="*/ 0 h 1510"/>
                  <a:gd name="T40" fmla="*/ 0 w 2847"/>
                  <a:gd name="T41" fmla="*/ 0 h 1510"/>
                  <a:gd name="T42" fmla="*/ 0 w 2847"/>
                  <a:gd name="T43" fmla="*/ 0 h 1510"/>
                  <a:gd name="T44" fmla="*/ 0 w 2847"/>
                  <a:gd name="T45" fmla="*/ 0 h 1510"/>
                  <a:gd name="T46" fmla="*/ 0 w 2847"/>
                  <a:gd name="T47" fmla="*/ 0 h 1510"/>
                  <a:gd name="T48" fmla="*/ 0 w 2847"/>
                  <a:gd name="T49" fmla="*/ 0 h 1510"/>
                  <a:gd name="T50" fmla="*/ 0 w 2847"/>
                  <a:gd name="T51" fmla="*/ 0 h 1510"/>
                  <a:gd name="T52" fmla="*/ 0 w 2847"/>
                  <a:gd name="T53" fmla="*/ 0 h 1510"/>
                  <a:gd name="T54" fmla="*/ 0 w 2847"/>
                  <a:gd name="T55" fmla="*/ 0 h 1510"/>
                  <a:gd name="T56" fmla="*/ 0 w 2847"/>
                  <a:gd name="T57" fmla="*/ 0 h 1510"/>
                  <a:gd name="T58" fmla="*/ 0 w 2847"/>
                  <a:gd name="T59" fmla="*/ 0 h 1510"/>
                  <a:gd name="T60" fmla="*/ 0 w 2847"/>
                  <a:gd name="T61" fmla="*/ 0 h 1510"/>
                  <a:gd name="T62" fmla="*/ 0 w 2847"/>
                  <a:gd name="T63" fmla="*/ 0 h 1510"/>
                  <a:gd name="T64" fmla="*/ 0 w 2847"/>
                  <a:gd name="T65" fmla="*/ 0 h 1510"/>
                  <a:gd name="T66" fmla="*/ 0 w 2847"/>
                  <a:gd name="T67" fmla="*/ 0 h 1510"/>
                  <a:gd name="T68" fmla="*/ 0 w 2847"/>
                  <a:gd name="T69" fmla="*/ 0 h 1510"/>
                  <a:gd name="T70" fmla="*/ 0 w 2847"/>
                  <a:gd name="T71" fmla="*/ 0 h 1510"/>
                  <a:gd name="T72" fmla="*/ 0 w 2847"/>
                  <a:gd name="T73" fmla="*/ 0 h 1510"/>
                  <a:gd name="T74" fmla="*/ 0 w 2847"/>
                  <a:gd name="T75" fmla="*/ 0 h 1510"/>
                  <a:gd name="T76" fmla="*/ 0 w 2847"/>
                  <a:gd name="T77" fmla="*/ 0 h 1510"/>
                  <a:gd name="T78" fmla="*/ 0 w 2847"/>
                  <a:gd name="T79" fmla="*/ 0 h 1510"/>
                  <a:gd name="T80" fmla="*/ 0 w 2847"/>
                  <a:gd name="T81" fmla="*/ 0 h 1510"/>
                  <a:gd name="T82" fmla="*/ 0 w 2847"/>
                  <a:gd name="T83" fmla="*/ 0 h 1510"/>
                  <a:gd name="T84" fmla="*/ 0 w 2847"/>
                  <a:gd name="T85" fmla="*/ 0 h 1510"/>
                  <a:gd name="T86" fmla="*/ 0 w 2847"/>
                  <a:gd name="T87" fmla="*/ 0 h 1510"/>
                  <a:gd name="T88" fmla="*/ 0 w 2847"/>
                  <a:gd name="T89" fmla="*/ 0 h 1510"/>
                  <a:gd name="T90" fmla="*/ 0 w 2847"/>
                  <a:gd name="T91" fmla="*/ 0 h 1510"/>
                  <a:gd name="T92" fmla="*/ 0 w 2847"/>
                  <a:gd name="T93" fmla="*/ 0 h 1510"/>
                  <a:gd name="T94" fmla="*/ 0 w 2847"/>
                  <a:gd name="T95" fmla="*/ 0 h 1510"/>
                  <a:gd name="T96" fmla="*/ 0 w 2847"/>
                  <a:gd name="T97" fmla="*/ 0 h 1510"/>
                  <a:gd name="T98" fmla="*/ 0 w 2847"/>
                  <a:gd name="T99" fmla="*/ 0 h 1510"/>
                  <a:gd name="T100" fmla="*/ 0 w 2847"/>
                  <a:gd name="T101" fmla="*/ 0 h 1510"/>
                  <a:gd name="T102" fmla="*/ 0 w 2847"/>
                  <a:gd name="T103" fmla="*/ 0 h 1510"/>
                  <a:gd name="T104" fmla="*/ 0 w 2847"/>
                  <a:gd name="T105" fmla="*/ 0 h 1510"/>
                  <a:gd name="T106" fmla="*/ 0 w 2847"/>
                  <a:gd name="T107" fmla="*/ 0 h 1510"/>
                  <a:gd name="T108" fmla="*/ 0 w 2847"/>
                  <a:gd name="T109" fmla="*/ 0 h 1510"/>
                  <a:gd name="T110" fmla="*/ 0 w 2847"/>
                  <a:gd name="T111" fmla="*/ 0 h 1510"/>
                  <a:gd name="T112" fmla="*/ 0 w 2847"/>
                  <a:gd name="T113" fmla="*/ 0 h 1510"/>
                  <a:gd name="T114" fmla="*/ 0 w 2847"/>
                  <a:gd name="T115" fmla="*/ 0 h 1510"/>
                  <a:gd name="T116" fmla="*/ 0 w 2847"/>
                  <a:gd name="T117" fmla="*/ 0 h 1510"/>
                  <a:gd name="T118" fmla="*/ 0 w 2847"/>
                  <a:gd name="T119" fmla="*/ 0 h 1510"/>
                  <a:gd name="T120" fmla="*/ 0 w 2847"/>
                  <a:gd name="T121" fmla="*/ 0 h 1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47"/>
                  <a:gd name="T184" fmla="*/ 0 h 1510"/>
                  <a:gd name="T185" fmla="*/ 2847 w 2847"/>
                  <a:gd name="T186" fmla="*/ 1510 h 15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47" h="1510">
                    <a:moveTo>
                      <a:pt x="1072" y="246"/>
                    </a:moveTo>
                    <a:lnTo>
                      <a:pt x="1129" y="369"/>
                    </a:lnTo>
                    <a:lnTo>
                      <a:pt x="1228" y="441"/>
                    </a:lnTo>
                    <a:lnTo>
                      <a:pt x="1369" y="516"/>
                    </a:lnTo>
                    <a:lnTo>
                      <a:pt x="1558" y="567"/>
                    </a:lnTo>
                    <a:lnTo>
                      <a:pt x="1798" y="606"/>
                    </a:lnTo>
                    <a:lnTo>
                      <a:pt x="1903" y="576"/>
                    </a:lnTo>
                    <a:lnTo>
                      <a:pt x="1945" y="507"/>
                    </a:lnTo>
                    <a:lnTo>
                      <a:pt x="1969" y="408"/>
                    </a:lnTo>
                    <a:lnTo>
                      <a:pt x="1969" y="345"/>
                    </a:lnTo>
                    <a:lnTo>
                      <a:pt x="1929" y="239"/>
                    </a:lnTo>
                    <a:lnTo>
                      <a:pt x="1890" y="171"/>
                    </a:lnTo>
                    <a:lnTo>
                      <a:pt x="1839" y="120"/>
                    </a:lnTo>
                    <a:lnTo>
                      <a:pt x="1903" y="32"/>
                    </a:lnTo>
                    <a:lnTo>
                      <a:pt x="1945" y="0"/>
                    </a:lnTo>
                    <a:lnTo>
                      <a:pt x="2160" y="113"/>
                    </a:lnTo>
                    <a:lnTo>
                      <a:pt x="2400" y="162"/>
                    </a:lnTo>
                    <a:lnTo>
                      <a:pt x="2630" y="252"/>
                    </a:lnTo>
                    <a:lnTo>
                      <a:pt x="2847" y="378"/>
                    </a:lnTo>
                    <a:lnTo>
                      <a:pt x="2556" y="252"/>
                    </a:lnTo>
                    <a:lnTo>
                      <a:pt x="2342" y="191"/>
                    </a:lnTo>
                    <a:lnTo>
                      <a:pt x="2202" y="171"/>
                    </a:lnTo>
                    <a:lnTo>
                      <a:pt x="2052" y="171"/>
                    </a:lnTo>
                    <a:lnTo>
                      <a:pt x="1987" y="215"/>
                    </a:lnTo>
                    <a:lnTo>
                      <a:pt x="2004" y="387"/>
                    </a:lnTo>
                    <a:lnTo>
                      <a:pt x="1987" y="484"/>
                    </a:lnTo>
                    <a:lnTo>
                      <a:pt x="1953" y="590"/>
                    </a:lnTo>
                    <a:lnTo>
                      <a:pt x="1903" y="655"/>
                    </a:lnTo>
                    <a:lnTo>
                      <a:pt x="1789" y="760"/>
                    </a:lnTo>
                    <a:lnTo>
                      <a:pt x="1789" y="707"/>
                    </a:lnTo>
                    <a:lnTo>
                      <a:pt x="1749" y="673"/>
                    </a:lnTo>
                    <a:lnTo>
                      <a:pt x="1708" y="687"/>
                    </a:lnTo>
                    <a:lnTo>
                      <a:pt x="1696" y="738"/>
                    </a:lnTo>
                    <a:lnTo>
                      <a:pt x="1720" y="770"/>
                    </a:lnTo>
                    <a:lnTo>
                      <a:pt x="1756" y="779"/>
                    </a:lnTo>
                    <a:lnTo>
                      <a:pt x="1731" y="813"/>
                    </a:lnTo>
                    <a:lnTo>
                      <a:pt x="1674" y="802"/>
                    </a:lnTo>
                    <a:lnTo>
                      <a:pt x="1648" y="760"/>
                    </a:lnTo>
                    <a:lnTo>
                      <a:pt x="1659" y="707"/>
                    </a:lnTo>
                    <a:lnTo>
                      <a:pt x="1681" y="666"/>
                    </a:lnTo>
                    <a:lnTo>
                      <a:pt x="1720" y="648"/>
                    </a:lnTo>
                    <a:lnTo>
                      <a:pt x="1780" y="624"/>
                    </a:lnTo>
                    <a:lnTo>
                      <a:pt x="1433" y="567"/>
                    </a:lnTo>
                    <a:lnTo>
                      <a:pt x="1235" y="500"/>
                    </a:lnTo>
                    <a:lnTo>
                      <a:pt x="1353" y="795"/>
                    </a:lnTo>
                    <a:lnTo>
                      <a:pt x="1549" y="1289"/>
                    </a:lnTo>
                    <a:lnTo>
                      <a:pt x="1648" y="1510"/>
                    </a:lnTo>
                    <a:lnTo>
                      <a:pt x="1358" y="903"/>
                    </a:lnTo>
                    <a:lnTo>
                      <a:pt x="1201" y="576"/>
                    </a:lnTo>
                    <a:lnTo>
                      <a:pt x="1046" y="378"/>
                    </a:lnTo>
                    <a:lnTo>
                      <a:pt x="896" y="239"/>
                    </a:lnTo>
                    <a:lnTo>
                      <a:pt x="774" y="156"/>
                    </a:lnTo>
                    <a:lnTo>
                      <a:pt x="668" y="147"/>
                    </a:lnTo>
                    <a:lnTo>
                      <a:pt x="525" y="162"/>
                    </a:lnTo>
                    <a:lnTo>
                      <a:pt x="106" y="270"/>
                    </a:lnTo>
                    <a:lnTo>
                      <a:pt x="0" y="345"/>
                    </a:lnTo>
                    <a:lnTo>
                      <a:pt x="106" y="239"/>
                    </a:lnTo>
                    <a:lnTo>
                      <a:pt x="493" y="94"/>
                    </a:lnTo>
                    <a:lnTo>
                      <a:pt x="749" y="90"/>
                    </a:lnTo>
                    <a:lnTo>
                      <a:pt x="995" y="15"/>
                    </a:lnTo>
                    <a:lnTo>
                      <a:pt x="1072" y="2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2" name="Freeform 139">
                <a:extLst>
                  <a:ext uri="{FF2B5EF4-FFF2-40B4-BE49-F238E27FC236}">
                    <a16:creationId xmlns:a16="http://schemas.microsoft.com/office/drawing/2014/main" id="{20C3A936-F74A-AD43-A7DD-AE0672000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42" cy="214"/>
              </a:xfrm>
              <a:custGeom>
                <a:avLst/>
                <a:gdLst>
                  <a:gd name="T0" fmla="*/ 0 w 1134"/>
                  <a:gd name="T1" fmla="*/ 0 h 1714"/>
                  <a:gd name="T2" fmla="*/ 0 w 1134"/>
                  <a:gd name="T3" fmla="*/ 0 h 1714"/>
                  <a:gd name="T4" fmla="*/ 0 w 1134"/>
                  <a:gd name="T5" fmla="*/ 0 h 1714"/>
                  <a:gd name="T6" fmla="*/ 0 w 1134"/>
                  <a:gd name="T7" fmla="*/ 0 h 1714"/>
                  <a:gd name="T8" fmla="*/ 0 w 1134"/>
                  <a:gd name="T9" fmla="*/ 0 h 1714"/>
                  <a:gd name="T10" fmla="*/ 0 w 1134"/>
                  <a:gd name="T11" fmla="*/ 0 h 1714"/>
                  <a:gd name="T12" fmla="*/ 0 w 1134"/>
                  <a:gd name="T13" fmla="*/ 0 h 1714"/>
                  <a:gd name="T14" fmla="*/ 0 w 1134"/>
                  <a:gd name="T15" fmla="*/ 0 h 1714"/>
                  <a:gd name="T16" fmla="*/ 0 w 1134"/>
                  <a:gd name="T17" fmla="*/ 0 h 1714"/>
                  <a:gd name="T18" fmla="*/ 0 w 1134"/>
                  <a:gd name="T19" fmla="*/ 0 h 1714"/>
                  <a:gd name="T20" fmla="*/ 0 w 1134"/>
                  <a:gd name="T21" fmla="*/ 0 h 1714"/>
                  <a:gd name="T22" fmla="*/ 0 w 1134"/>
                  <a:gd name="T23" fmla="*/ 0 h 1714"/>
                  <a:gd name="T24" fmla="*/ 0 w 1134"/>
                  <a:gd name="T25" fmla="*/ 0 h 1714"/>
                  <a:gd name="T26" fmla="*/ 0 w 1134"/>
                  <a:gd name="T27" fmla="*/ 0 h 1714"/>
                  <a:gd name="T28" fmla="*/ 0 w 1134"/>
                  <a:gd name="T29" fmla="*/ 0 h 1714"/>
                  <a:gd name="T30" fmla="*/ 0 w 1134"/>
                  <a:gd name="T31" fmla="*/ 0 h 1714"/>
                  <a:gd name="T32" fmla="*/ 0 w 1134"/>
                  <a:gd name="T33" fmla="*/ 0 h 1714"/>
                  <a:gd name="T34" fmla="*/ 0 w 1134"/>
                  <a:gd name="T35" fmla="*/ 0 h 1714"/>
                  <a:gd name="T36" fmla="*/ 0 w 1134"/>
                  <a:gd name="T37" fmla="*/ 0 h 1714"/>
                  <a:gd name="T38" fmla="*/ 0 w 1134"/>
                  <a:gd name="T39" fmla="*/ 0 h 1714"/>
                  <a:gd name="T40" fmla="*/ 0 w 1134"/>
                  <a:gd name="T41" fmla="*/ 0 h 1714"/>
                  <a:gd name="T42" fmla="*/ 0 w 1134"/>
                  <a:gd name="T43" fmla="*/ 0 h 1714"/>
                  <a:gd name="T44" fmla="*/ 0 w 1134"/>
                  <a:gd name="T45" fmla="*/ 0 h 1714"/>
                  <a:gd name="T46" fmla="*/ 0 w 1134"/>
                  <a:gd name="T47" fmla="*/ 0 h 1714"/>
                  <a:gd name="T48" fmla="*/ 0 w 1134"/>
                  <a:gd name="T49" fmla="*/ 0 h 1714"/>
                  <a:gd name="T50" fmla="*/ 0 w 1134"/>
                  <a:gd name="T51" fmla="*/ 0 h 1714"/>
                  <a:gd name="T52" fmla="*/ 0 w 1134"/>
                  <a:gd name="T53" fmla="*/ 0 h 1714"/>
                  <a:gd name="T54" fmla="*/ 0 w 1134"/>
                  <a:gd name="T55" fmla="*/ 0 h 1714"/>
                  <a:gd name="T56" fmla="*/ 0 w 1134"/>
                  <a:gd name="T57" fmla="*/ 0 h 1714"/>
                  <a:gd name="T58" fmla="*/ 0 w 1134"/>
                  <a:gd name="T59" fmla="*/ 0 h 1714"/>
                  <a:gd name="T60" fmla="*/ 0 w 1134"/>
                  <a:gd name="T61" fmla="*/ 0 h 1714"/>
                  <a:gd name="T62" fmla="*/ 0 w 1134"/>
                  <a:gd name="T63" fmla="*/ 0 h 1714"/>
                  <a:gd name="T64" fmla="*/ 0 w 1134"/>
                  <a:gd name="T65" fmla="*/ 0 h 1714"/>
                  <a:gd name="T66" fmla="*/ 0 w 1134"/>
                  <a:gd name="T67" fmla="*/ 0 h 1714"/>
                  <a:gd name="T68" fmla="*/ 0 w 1134"/>
                  <a:gd name="T69" fmla="*/ 0 h 1714"/>
                  <a:gd name="T70" fmla="*/ 0 w 1134"/>
                  <a:gd name="T71" fmla="*/ 0 h 1714"/>
                  <a:gd name="T72" fmla="*/ 0 w 1134"/>
                  <a:gd name="T73" fmla="*/ 0 h 1714"/>
                  <a:gd name="T74" fmla="*/ 0 w 1134"/>
                  <a:gd name="T75" fmla="*/ 0 h 1714"/>
                  <a:gd name="T76" fmla="*/ 0 w 1134"/>
                  <a:gd name="T77" fmla="*/ 0 h 1714"/>
                  <a:gd name="T78" fmla="*/ 0 w 1134"/>
                  <a:gd name="T79" fmla="*/ 0 h 1714"/>
                  <a:gd name="T80" fmla="*/ 0 w 1134"/>
                  <a:gd name="T81" fmla="*/ 0 h 1714"/>
                  <a:gd name="T82" fmla="*/ 0 w 1134"/>
                  <a:gd name="T83" fmla="*/ 0 h 1714"/>
                  <a:gd name="T84" fmla="*/ 0 w 1134"/>
                  <a:gd name="T85" fmla="*/ 0 h 1714"/>
                  <a:gd name="T86" fmla="*/ 0 w 1134"/>
                  <a:gd name="T87" fmla="*/ 0 h 1714"/>
                  <a:gd name="T88" fmla="*/ 0 w 1134"/>
                  <a:gd name="T89" fmla="*/ 0 h 1714"/>
                  <a:gd name="T90" fmla="*/ 0 w 1134"/>
                  <a:gd name="T91" fmla="*/ 0 h 1714"/>
                  <a:gd name="T92" fmla="*/ 0 w 1134"/>
                  <a:gd name="T93" fmla="*/ 0 h 1714"/>
                  <a:gd name="T94" fmla="*/ 0 w 1134"/>
                  <a:gd name="T95" fmla="*/ 0 h 1714"/>
                  <a:gd name="T96" fmla="*/ 0 w 1134"/>
                  <a:gd name="T97" fmla="*/ 0 h 1714"/>
                  <a:gd name="T98" fmla="*/ 0 w 1134"/>
                  <a:gd name="T99" fmla="*/ 0 h 1714"/>
                  <a:gd name="T100" fmla="*/ 0 w 1134"/>
                  <a:gd name="T101" fmla="*/ 0 h 1714"/>
                  <a:gd name="T102" fmla="*/ 0 w 1134"/>
                  <a:gd name="T103" fmla="*/ 0 h 1714"/>
                  <a:gd name="T104" fmla="*/ 0 w 1134"/>
                  <a:gd name="T105" fmla="*/ 0 h 1714"/>
                  <a:gd name="T106" fmla="*/ 0 w 1134"/>
                  <a:gd name="T107" fmla="*/ 0 h 1714"/>
                  <a:gd name="T108" fmla="*/ 0 w 1134"/>
                  <a:gd name="T109" fmla="*/ 0 h 1714"/>
                  <a:gd name="T110" fmla="*/ 0 w 1134"/>
                  <a:gd name="T111" fmla="*/ 0 h 1714"/>
                  <a:gd name="T112" fmla="*/ 0 w 1134"/>
                  <a:gd name="T113" fmla="*/ 0 h 1714"/>
                  <a:gd name="T114" fmla="*/ 0 w 1134"/>
                  <a:gd name="T115" fmla="*/ 0 h 1714"/>
                  <a:gd name="T116" fmla="*/ 0 w 1134"/>
                  <a:gd name="T117" fmla="*/ 0 h 1714"/>
                  <a:gd name="T118" fmla="*/ 0 w 1134"/>
                  <a:gd name="T119" fmla="*/ 0 h 17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4"/>
                  <a:gd name="T181" fmla="*/ 0 h 1714"/>
                  <a:gd name="T182" fmla="*/ 1134 w 1134"/>
                  <a:gd name="T183" fmla="*/ 1714 h 171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4" h="1714">
                    <a:moveTo>
                      <a:pt x="159" y="0"/>
                    </a:moveTo>
                    <a:lnTo>
                      <a:pt x="264" y="31"/>
                    </a:lnTo>
                    <a:lnTo>
                      <a:pt x="365" y="113"/>
                    </a:lnTo>
                    <a:lnTo>
                      <a:pt x="447" y="229"/>
                    </a:lnTo>
                    <a:lnTo>
                      <a:pt x="521" y="367"/>
                    </a:lnTo>
                    <a:lnTo>
                      <a:pt x="570" y="484"/>
                    </a:lnTo>
                    <a:lnTo>
                      <a:pt x="611" y="591"/>
                    </a:lnTo>
                    <a:lnTo>
                      <a:pt x="491" y="409"/>
                    </a:lnTo>
                    <a:lnTo>
                      <a:pt x="387" y="288"/>
                    </a:lnTo>
                    <a:lnTo>
                      <a:pt x="264" y="205"/>
                    </a:lnTo>
                    <a:lnTo>
                      <a:pt x="167" y="157"/>
                    </a:lnTo>
                    <a:lnTo>
                      <a:pt x="167" y="319"/>
                    </a:lnTo>
                    <a:lnTo>
                      <a:pt x="222" y="499"/>
                    </a:lnTo>
                    <a:lnTo>
                      <a:pt x="312" y="646"/>
                    </a:lnTo>
                    <a:lnTo>
                      <a:pt x="413" y="754"/>
                    </a:lnTo>
                    <a:lnTo>
                      <a:pt x="598" y="886"/>
                    </a:lnTo>
                    <a:lnTo>
                      <a:pt x="768" y="998"/>
                    </a:lnTo>
                    <a:lnTo>
                      <a:pt x="860" y="1049"/>
                    </a:lnTo>
                    <a:lnTo>
                      <a:pt x="818" y="925"/>
                    </a:lnTo>
                    <a:lnTo>
                      <a:pt x="923" y="1132"/>
                    </a:lnTo>
                    <a:lnTo>
                      <a:pt x="976" y="1301"/>
                    </a:lnTo>
                    <a:lnTo>
                      <a:pt x="1007" y="1508"/>
                    </a:lnTo>
                    <a:lnTo>
                      <a:pt x="1081" y="1631"/>
                    </a:lnTo>
                    <a:lnTo>
                      <a:pt x="1134" y="1714"/>
                    </a:lnTo>
                    <a:lnTo>
                      <a:pt x="959" y="1559"/>
                    </a:lnTo>
                    <a:lnTo>
                      <a:pt x="959" y="1642"/>
                    </a:lnTo>
                    <a:lnTo>
                      <a:pt x="877" y="1665"/>
                    </a:lnTo>
                    <a:lnTo>
                      <a:pt x="918" y="1609"/>
                    </a:lnTo>
                    <a:lnTo>
                      <a:pt x="908" y="1534"/>
                    </a:lnTo>
                    <a:lnTo>
                      <a:pt x="703" y="1402"/>
                    </a:lnTo>
                    <a:lnTo>
                      <a:pt x="877" y="1411"/>
                    </a:lnTo>
                    <a:lnTo>
                      <a:pt x="736" y="1204"/>
                    </a:lnTo>
                    <a:lnTo>
                      <a:pt x="853" y="1195"/>
                    </a:lnTo>
                    <a:lnTo>
                      <a:pt x="869" y="1147"/>
                    </a:lnTo>
                    <a:lnTo>
                      <a:pt x="703" y="1141"/>
                    </a:lnTo>
                    <a:lnTo>
                      <a:pt x="494" y="1077"/>
                    </a:lnTo>
                    <a:lnTo>
                      <a:pt x="249" y="967"/>
                    </a:lnTo>
                    <a:lnTo>
                      <a:pt x="99" y="860"/>
                    </a:lnTo>
                    <a:lnTo>
                      <a:pt x="84" y="886"/>
                    </a:lnTo>
                    <a:lnTo>
                      <a:pt x="143" y="985"/>
                    </a:lnTo>
                    <a:lnTo>
                      <a:pt x="240" y="1077"/>
                    </a:lnTo>
                    <a:lnTo>
                      <a:pt x="339" y="1132"/>
                    </a:lnTo>
                    <a:lnTo>
                      <a:pt x="413" y="1338"/>
                    </a:lnTo>
                    <a:lnTo>
                      <a:pt x="644" y="1402"/>
                    </a:lnTo>
                    <a:lnTo>
                      <a:pt x="482" y="1386"/>
                    </a:lnTo>
                    <a:lnTo>
                      <a:pt x="556" y="1460"/>
                    </a:lnTo>
                    <a:lnTo>
                      <a:pt x="763" y="1508"/>
                    </a:lnTo>
                    <a:lnTo>
                      <a:pt x="853" y="1582"/>
                    </a:lnTo>
                    <a:lnTo>
                      <a:pt x="826" y="1631"/>
                    </a:lnTo>
                    <a:lnTo>
                      <a:pt x="694" y="1591"/>
                    </a:lnTo>
                    <a:lnTo>
                      <a:pt x="598" y="1600"/>
                    </a:lnTo>
                    <a:lnTo>
                      <a:pt x="51" y="1107"/>
                    </a:lnTo>
                    <a:lnTo>
                      <a:pt x="21" y="943"/>
                    </a:lnTo>
                    <a:lnTo>
                      <a:pt x="9" y="826"/>
                    </a:lnTo>
                    <a:lnTo>
                      <a:pt x="51" y="770"/>
                    </a:lnTo>
                    <a:lnTo>
                      <a:pt x="21" y="642"/>
                    </a:lnTo>
                    <a:lnTo>
                      <a:pt x="0" y="443"/>
                    </a:lnTo>
                    <a:lnTo>
                      <a:pt x="25" y="279"/>
                    </a:lnTo>
                    <a:lnTo>
                      <a:pt x="77" y="132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3" name="Freeform 140">
                <a:extLst>
                  <a:ext uri="{FF2B5EF4-FFF2-40B4-BE49-F238E27FC236}">
                    <a16:creationId xmlns:a16="http://schemas.microsoft.com/office/drawing/2014/main" id="{2C4D0FB9-7276-F946-BE8D-BE0127783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892"/>
                <a:ext cx="40" cy="50"/>
              </a:xfrm>
              <a:custGeom>
                <a:avLst/>
                <a:gdLst>
                  <a:gd name="T0" fmla="*/ 0 w 318"/>
                  <a:gd name="T1" fmla="*/ 0 h 399"/>
                  <a:gd name="T2" fmla="*/ 0 w 318"/>
                  <a:gd name="T3" fmla="*/ 0 h 399"/>
                  <a:gd name="T4" fmla="*/ 0 w 318"/>
                  <a:gd name="T5" fmla="*/ 0 h 399"/>
                  <a:gd name="T6" fmla="*/ 0 w 318"/>
                  <a:gd name="T7" fmla="*/ 0 h 399"/>
                  <a:gd name="T8" fmla="*/ 0 w 318"/>
                  <a:gd name="T9" fmla="*/ 0 h 399"/>
                  <a:gd name="T10" fmla="*/ 0 w 318"/>
                  <a:gd name="T11" fmla="*/ 0 h 399"/>
                  <a:gd name="T12" fmla="*/ 0 w 318"/>
                  <a:gd name="T13" fmla="*/ 0 h 399"/>
                  <a:gd name="T14" fmla="*/ 0 w 318"/>
                  <a:gd name="T15" fmla="*/ 0 h 399"/>
                  <a:gd name="T16" fmla="*/ 0 w 318"/>
                  <a:gd name="T17" fmla="*/ 0 h 399"/>
                  <a:gd name="T18" fmla="*/ 0 w 318"/>
                  <a:gd name="T19" fmla="*/ 0 h 399"/>
                  <a:gd name="T20" fmla="*/ 0 w 318"/>
                  <a:gd name="T21" fmla="*/ 0 h 399"/>
                  <a:gd name="T22" fmla="*/ 0 w 318"/>
                  <a:gd name="T23" fmla="*/ 0 h 3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8"/>
                  <a:gd name="T37" fmla="*/ 0 h 399"/>
                  <a:gd name="T38" fmla="*/ 318 w 318"/>
                  <a:gd name="T39" fmla="*/ 399 h 39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8" h="399">
                    <a:moveTo>
                      <a:pt x="0" y="138"/>
                    </a:moveTo>
                    <a:lnTo>
                      <a:pt x="87" y="23"/>
                    </a:lnTo>
                    <a:lnTo>
                      <a:pt x="168" y="0"/>
                    </a:lnTo>
                    <a:lnTo>
                      <a:pt x="221" y="72"/>
                    </a:lnTo>
                    <a:lnTo>
                      <a:pt x="221" y="336"/>
                    </a:lnTo>
                    <a:lnTo>
                      <a:pt x="285" y="106"/>
                    </a:lnTo>
                    <a:lnTo>
                      <a:pt x="318" y="196"/>
                    </a:lnTo>
                    <a:lnTo>
                      <a:pt x="318" y="295"/>
                    </a:lnTo>
                    <a:lnTo>
                      <a:pt x="246" y="399"/>
                    </a:lnTo>
                    <a:lnTo>
                      <a:pt x="186" y="399"/>
                    </a:lnTo>
                    <a:lnTo>
                      <a:pt x="39" y="261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4" name="Freeform 141">
                <a:extLst>
                  <a:ext uri="{FF2B5EF4-FFF2-40B4-BE49-F238E27FC236}">
                    <a16:creationId xmlns:a16="http://schemas.microsoft.com/office/drawing/2014/main" id="{BFFE5AC9-F644-CC41-932B-D08B947AC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700"/>
                <a:ext cx="292" cy="269"/>
              </a:xfrm>
              <a:custGeom>
                <a:avLst/>
                <a:gdLst>
                  <a:gd name="T0" fmla="*/ 0 w 2335"/>
                  <a:gd name="T1" fmla="*/ 0 h 2151"/>
                  <a:gd name="T2" fmla="*/ 0 w 2335"/>
                  <a:gd name="T3" fmla="*/ 0 h 2151"/>
                  <a:gd name="T4" fmla="*/ 0 w 2335"/>
                  <a:gd name="T5" fmla="*/ 0 h 2151"/>
                  <a:gd name="T6" fmla="*/ 0 w 2335"/>
                  <a:gd name="T7" fmla="*/ 0 h 2151"/>
                  <a:gd name="T8" fmla="*/ 0 w 2335"/>
                  <a:gd name="T9" fmla="*/ 0 h 2151"/>
                  <a:gd name="T10" fmla="*/ 0 w 2335"/>
                  <a:gd name="T11" fmla="*/ 0 h 2151"/>
                  <a:gd name="T12" fmla="*/ 0 w 2335"/>
                  <a:gd name="T13" fmla="*/ 0 h 2151"/>
                  <a:gd name="T14" fmla="*/ 0 w 2335"/>
                  <a:gd name="T15" fmla="*/ 0 h 2151"/>
                  <a:gd name="T16" fmla="*/ 0 w 2335"/>
                  <a:gd name="T17" fmla="*/ 0 h 2151"/>
                  <a:gd name="T18" fmla="*/ 0 w 2335"/>
                  <a:gd name="T19" fmla="*/ 0 h 2151"/>
                  <a:gd name="T20" fmla="*/ 0 w 2335"/>
                  <a:gd name="T21" fmla="*/ 0 h 2151"/>
                  <a:gd name="T22" fmla="*/ 0 w 2335"/>
                  <a:gd name="T23" fmla="*/ 0 h 2151"/>
                  <a:gd name="T24" fmla="*/ 0 w 2335"/>
                  <a:gd name="T25" fmla="*/ 0 h 2151"/>
                  <a:gd name="T26" fmla="*/ 0 w 2335"/>
                  <a:gd name="T27" fmla="*/ 0 h 2151"/>
                  <a:gd name="T28" fmla="*/ 0 w 2335"/>
                  <a:gd name="T29" fmla="*/ 0 h 2151"/>
                  <a:gd name="T30" fmla="*/ 0 w 2335"/>
                  <a:gd name="T31" fmla="*/ 0 h 2151"/>
                  <a:gd name="T32" fmla="*/ 0 w 2335"/>
                  <a:gd name="T33" fmla="*/ 0 h 2151"/>
                  <a:gd name="T34" fmla="*/ 0 w 2335"/>
                  <a:gd name="T35" fmla="*/ 0 h 2151"/>
                  <a:gd name="T36" fmla="*/ 0 w 2335"/>
                  <a:gd name="T37" fmla="*/ 0 h 2151"/>
                  <a:gd name="T38" fmla="*/ 0 w 2335"/>
                  <a:gd name="T39" fmla="*/ 0 h 2151"/>
                  <a:gd name="T40" fmla="*/ 0 w 2335"/>
                  <a:gd name="T41" fmla="*/ 0 h 2151"/>
                  <a:gd name="T42" fmla="*/ 0 w 2335"/>
                  <a:gd name="T43" fmla="*/ 0 h 2151"/>
                  <a:gd name="T44" fmla="*/ 0 w 2335"/>
                  <a:gd name="T45" fmla="*/ 0 h 2151"/>
                  <a:gd name="T46" fmla="*/ 0 w 2335"/>
                  <a:gd name="T47" fmla="*/ 0 h 2151"/>
                  <a:gd name="T48" fmla="*/ 0 w 2335"/>
                  <a:gd name="T49" fmla="*/ 0 h 2151"/>
                  <a:gd name="T50" fmla="*/ 0 w 2335"/>
                  <a:gd name="T51" fmla="*/ 0 h 2151"/>
                  <a:gd name="T52" fmla="*/ 0 w 2335"/>
                  <a:gd name="T53" fmla="*/ 0 h 2151"/>
                  <a:gd name="T54" fmla="*/ 0 w 2335"/>
                  <a:gd name="T55" fmla="*/ 0 h 2151"/>
                  <a:gd name="T56" fmla="*/ 0 w 2335"/>
                  <a:gd name="T57" fmla="*/ 0 h 2151"/>
                  <a:gd name="T58" fmla="*/ 0 w 2335"/>
                  <a:gd name="T59" fmla="*/ 0 h 2151"/>
                  <a:gd name="T60" fmla="*/ 0 w 2335"/>
                  <a:gd name="T61" fmla="*/ 0 h 2151"/>
                  <a:gd name="T62" fmla="*/ 0 w 2335"/>
                  <a:gd name="T63" fmla="*/ 0 h 2151"/>
                  <a:gd name="T64" fmla="*/ 0 w 2335"/>
                  <a:gd name="T65" fmla="*/ 0 h 2151"/>
                  <a:gd name="T66" fmla="*/ 0 w 2335"/>
                  <a:gd name="T67" fmla="*/ 0 h 2151"/>
                  <a:gd name="T68" fmla="*/ 0 w 2335"/>
                  <a:gd name="T69" fmla="*/ 0 h 2151"/>
                  <a:gd name="T70" fmla="*/ 0 w 2335"/>
                  <a:gd name="T71" fmla="*/ 0 h 2151"/>
                  <a:gd name="T72" fmla="*/ 0 w 2335"/>
                  <a:gd name="T73" fmla="*/ 0 h 2151"/>
                  <a:gd name="T74" fmla="*/ 0 w 2335"/>
                  <a:gd name="T75" fmla="*/ 0 h 2151"/>
                  <a:gd name="T76" fmla="*/ 0 w 2335"/>
                  <a:gd name="T77" fmla="*/ 0 h 215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335"/>
                  <a:gd name="T118" fmla="*/ 0 h 2151"/>
                  <a:gd name="T119" fmla="*/ 2335 w 2335"/>
                  <a:gd name="T120" fmla="*/ 2151 h 215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335" h="2151">
                    <a:moveTo>
                      <a:pt x="87" y="1633"/>
                    </a:moveTo>
                    <a:lnTo>
                      <a:pt x="112" y="1705"/>
                    </a:lnTo>
                    <a:lnTo>
                      <a:pt x="123" y="1896"/>
                    </a:lnTo>
                    <a:lnTo>
                      <a:pt x="0" y="1953"/>
                    </a:lnTo>
                    <a:lnTo>
                      <a:pt x="39" y="1978"/>
                    </a:lnTo>
                    <a:lnTo>
                      <a:pt x="182" y="1953"/>
                    </a:lnTo>
                    <a:lnTo>
                      <a:pt x="742" y="2068"/>
                    </a:lnTo>
                    <a:lnTo>
                      <a:pt x="732" y="2032"/>
                    </a:lnTo>
                    <a:lnTo>
                      <a:pt x="732" y="2011"/>
                    </a:lnTo>
                    <a:lnTo>
                      <a:pt x="758" y="1997"/>
                    </a:lnTo>
                    <a:lnTo>
                      <a:pt x="791" y="2002"/>
                    </a:lnTo>
                    <a:lnTo>
                      <a:pt x="806" y="2032"/>
                    </a:lnTo>
                    <a:lnTo>
                      <a:pt x="830" y="2061"/>
                    </a:lnTo>
                    <a:lnTo>
                      <a:pt x="883" y="2068"/>
                    </a:lnTo>
                    <a:lnTo>
                      <a:pt x="958" y="2127"/>
                    </a:lnTo>
                    <a:lnTo>
                      <a:pt x="938" y="2068"/>
                    </a:lnTo>
                    <a:lnTo>
                      <a:pt x="1180" y="2011"/>
                    </a:lnTo>
                    <a:lnTo>
                      <a:pt x="1477" y="1845"/>
                    </a:lnTo>
                    <a:lnTo>
                      <a:pt x="1807" y="1930"/>
                    </a:lnTo>
                    <a:lnTo>
                      <a:pt x="1872" y="2061"/>
                    </a:lnTo>
                    <a:lnTo>
                      <a:pt x="1872" y="2142"/>
                    </a:lnTo>
                    <a:lnTo>
                      <a:pt x="1883" y="2151"/>
                    </a:lnTo>
                    <a:lnTo>
                      <a:pt x="1897" y="2061"/>
                    </a:lnTo>
                    <a:lnTo>
                      <a:pt x="1823" y="1912"/>
                    </a:lnTo>
                    <a:lnTo>
                      <a:pt x="1666" y="1815"/>
                    </a:lnTo>
                    <a:lnTo>
                      <a:pt x="1731" y="1714"/>
                    </a:lnTo>
                    <a:lnTo>
                      <a:pt x="1855" y="1668"/>
                    </a:lnTo>
                    <a:lnTo>
                      <a:pt x="2003" y="1642"/>
                    </a:lnTo>
                    <a:lnTo>
                      <a:pt x="2189" y="1674"/>
                    </a:lnTo>
                    <a:lnTo>
                      <a:pt x="2226" y="1705"/>
                    </a:lnTo>
                    <a:lnTo>
                      <a:pt x="2235" y="1804"/>
                    </a:lnTo>
                    <a:lnTo>
                      <a:pt x="2285" y="1887"/>
                    </a:lnTo>
                    <a:lnTo>
                      <a:pt x="2335" y="1771"/>
                    </a:lnTo>
                    <a:lnTo>
                      <a:pt x="2309" y="1700"/>
                    </a:lnTo>
                    <a:lnTo>
                      <a:pt x="2219" y="1608"/>
                    </a:lnTo>
                    <a:lnTo>
                      <a:pt x="2102" y="1510"/>
                    </a:lnTo>
                    <a:lnTo>
                      <a:pt x="2010" y="1402"/>
                    </a:lnTo>
                    <a:lnTo>
                      <a:pt x="1929" y="1439"/>
                    </a:lnTo>
                    <a:lnTo>
                      <a:pt x="1883" y="1559"/>
                    </a:lnTo>
                    <a:lnTo>
                      <a:pt x="1839" y="1536"/>
                    </a:lnTo>
                    <a:lnTo>
                      <a:pt x="1883" y="1428"/>
                    </a:lnTo>
                    <a:lnTo>
                      <a:pt x="1929" y="1338"/>
                    </a:lnTo>
                    <a:lnTo>
                      <a:pt x="2138" y="1255"/>
                    </a:lnTo>
                    <a:lnTo>
                      <a:pt x="2235" y="1165"/>
                    </a:lnTo>
                    <a:lnTo>
                      <a:pt x="2189" y="1041"/>
                    </a:lnTo>
                    <a:lnTo>
                      <a:pt x="2169" y="1142"/>
                    </a:lnTo>
                    <a:lnTo>
                      <a:pt x="2063" y="1206"/>
                    </a:lnTo>
                    <a:lnTo>
                      <a:pt x="1962" y="1232"/>
                    </a:lnTo>
                    <a:lnTo>
                      <a:pt x="1883" y="1239"/>
                    </a:lnTo>
                    <a:lnTo>
                      <a:pt x="1855" y="1213"/>
                    </a:lnTo>
                    <a:lnTo>
                      <a:pt x="1872" y="1181"/>
                    </a:lnTo>
                    <a:lnTo>
                      <a:pt x="2039" y="1066"/>
                    </a:lnTo>
                    <a:lnTo>
                      <a:pt x="2169" y="943"/>
                    </a:lnTo>
                    <a:lnTo>
                      <a:pt x="2197" y="1001"/>
                    </a:lnTo>
                    <a:lnTo>
                      <a:pt x="2201" y="868"/>
                    </a:lnTo>
                    <a:lnTo>
                      <a:pt x="2180" y="720"/>
                    </a:lnTo>
                    <a:lnTo>
                      <a:pt x="2169" y="565"/>
                    </a:lnTo>
                    <a:lnTo>
                      <a:pt x="2180" y="337"/>
                    </a:lnTo>
                    <a:lnTo>
                      <a:pt x="2153" y="114"/>
                    </a:lnTo>
                    <a:lnTo>
                      <a:pt x="2111" y="0"/>
                    </a:lnTo>
                    <a:lnTo>
                      <a:pt x="2144" y="182"/>
                    </a:lnTo>
                    <a:lnTo>
                      <a:pt x="2144" y="400"/>
                    </a:lnTo>
                    <a:lnTo>
                      <a:pt x="2111" y="582"/>
                    </a:lnTo>
                    <a:lnTo>
                      <a:pt x="1982" y="868"/>
                    </a:lnTo>
                    <a:lnTo>
                      <a:pt x="2088" y="706"/>
                    </a:lnTo>
                    <a:lnTo>
                      <a:pt x="2127" y="771"/>
                    </a:lnTo>
                    <a:lnTo>
                      <a:pt x="2144" y="861"/>
                    </a:lnTo>
                    <a:lnTo>
                      <a:pt x="2120" y="936"/>
                    </a:lnTo>
                    <a:lnTo>
                      <a:pt x="2003" y="1041"/>
                    </a:lnTo>
                    <a:lnTo>
                      <a:pt x="1865" y="1125"/>
                    </a:lnTo>
                    <a:lnTo>
                      <a:pt x="1872" y="1050"/>
                    </a:lnTo>
                    <a:lnTo>
                      <a:pt x="1673" y="1273"/>
                    </a:lnTo>
                    <a:lnTo>
                      <a:pt x="1402" y="1476"/>
                    </a:lnTo>
                    <a:lnTo>
                      <a:pt x="1169" y="1584"/>
                    </a:lnTo>
                    <a:lnTo>
                      <a:pt x="965" y="1633"/>
                    </a:lnTo>
                    <a:lnTo>
                      <a:pt x="615" y="1600"/>
                    </a:lnTo>
                    <a:lnTo>
                      <a:pt x="410" y="1608"/>
                    </a:lnTo>
                    <a:lnTo>
                      <a:pt x="195" y="1626"/>
                    </a:lnTo>
                    <a:lnTo>
                      <a:pt x="87" y="16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5" name="Freeform 142">
                <a:extLst>
                  <a:ext uri="{FF2B5EF4-FFF2-40B4-BE49-F238E27FC236}">
                    <a16:creationId xmlns:a16="http://schemas.microsoft.com/office/drawing/2014/main" id="{B1C9BA66-57A9-7845-9ADD-B11EB1E1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89"/>
                <a:ext cx="22" cy="176"/>
              </a:xfrm>
              <a:custGeom>
                <a:avLst/>
                <a:gdLst>
                  <a:gd name="T0" fmla="*/ 0 w 180"/>
                  <a:gd name="T1" fmla="*/ 0 h 1411"/>
                  <a:gd name="T2" fmla="*/ 0 w 180"/>
                  <a:gd name="T3" fmla="*/ 0 h 1411"/>
                  <a:gd name="T4" fmla="*/ 0 w 180"/>
                  <a:gd name="T5" fmla="*/ 0 h 1411"/>
                  <a:gd name="T6" fmla="*/ 0 w 180"/>
                  <a:gd name="T7" fmla="*/ 0 h 1411"/>
                  <a:gd name="T8" fmla="*/ 0 w 180"/>
                  <a:gd name="T9" fmla="*/ 0 h 1411"/>
                  <a:gd name="T10" fmla="*/ 0 w 180"/>
                  <a:gd name="T11" fmla="*/ 0 h 1411"/>
                  <a:gd name="T12" fmla="*/ 0 w 180"/>
                  <a:gd name="T13" fmla="*/ 0 h 1411"/>
                  <a:gd name="T14" fmla="*/ 0 w 180"/>
                  <a:gd name="T15" fmla="*/ 0 h 1411"/>
                  <a:gd name="T16" fmla="*/ 0 w 180"/>
                  <a:gd name="T17" fmla="*/ 0 h 1411"/>
                  <a:gd name="T18" fmla="*/ 0 w 180"/>
                  <a:gd name="T19" fmla="*/ 0 h 1411"/>
                  <a:gd name="T20" fmla="*/ 0 w 180"/>
                  <a:gd name="T21" fmla="*/ 0 h 1411"/>
                  <a:gd name="T22" fmla="*/ 0 w 180"/>
                  <a:gd name="T23" fmla="*/ 0 h 1411"/>
                  <a:gd name="T24" fmla="*/ 0 w 180"/>
                  <a:gd name="T25" fmla="*/ 0 h 1411"/>
                  <a:gd name="T26" fmla="*/ 0 w 180"/>
                  <a:gd name="T27" fmla="*/ 0 h 1411"/>
                  <a:gd name="T28" fmla="*/ 0 w 180"/>
                  <a:gd name="T29" fmla="*/ 0 h 1411"/>
                  <a:gd name="T30" fmla="*/ 0 w 180"/>
                  <a:gd name="T31" fmla="*/ 0 h 14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0"/>
                  <a:gd name="T49" fmla="*/ 0 h 1411"/>
                  <a:gd name="T50" fmla="*/ 180 w 180"/>
                  <a:gd name="T51" fmla="*/ 1411 h 14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0" h="1411">
                    <a:moveTo>
                      <a:pt x="0" y="33"/>
                    </a:moveTo>
                    <a:lnTo>
                      <a:pt x="99" y="263"/>
                    </a:lnTo>
                    <a:lnTo>
                      <a:pt x="129" y="483"/>
                    </a:lnTo>
                    <a:lnTo>
                      <a:pt x="124" y="802"/>
                    </a:lnTo>
                    <a:lnTo>
                      <a:pt x="81" y="1075"/>
                    </a:lnTo>
                    <a:lnTo>
                      <a:pt x="9" y="1411"/>
                    </a:lnTo>
                    <a:lnTo>
                      <a:pt x="90" y="1386"/>
                    </a:lnTo>
                    <a:lnTo>
                      <a:pt x="140" y="1303"/>
                    </a:lnTo>
                    <a:lnTo>
                      <a:pt x="171" y="1140"/>
                    </a:lnTo>
                    <a:lnTo>
                      <a:pt x="180" y="886"/>
                    </a:lnTo>
                    <a:lnTo>
                      <a:pt x="171" y="556"/>
                    </a:lnTo>
                    <a:lnTo>
                      <a:pt x="145" y="344"/>
                    </a:lnTo>
                    <a:lnTo>
                      <a:pt x="105" y="180"/>
                    </a:lnTo>
                    <a:lnTo>
                      <a:pt x="39" y="22"/>
                    </a:lnTo>
                    <a:lnTo>
                      <a:pt x="9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6" name="Freeform 143">
                <a:extLst>
                  <a:ext uri="{FF2B5EF4-FFF2-40B4-BE49-F238E27FC236}">
                    <a16:creationId xmlns:a16="http://schemas.microsoft.com/office/drawing/2014/main" id="{D3C0F999-724E-0E48-A6FC-8660CF6BF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04"/>
                <a:ext cx="18" cy="18"/>
              </a:xfrm>
              <a:custGeom>
                <a:avLst/>
                <a:gdLst>
                  <a:gd name="T0" fmla="*/ 0 w 141"/>
                  <a:gd name="T1" fmla="*/ 0 h 141"/>
                  <a:gd name="T2" fmla="*/ 0 w 141"/>
                  <a:gd name="T3" fmla="*/ 0 h 141"/>
                  <a:gd name="T4" fmla="*/ 0 w 141"/>
                  <a:gd name="T5" fmla="*/ 0 h 141"/>
                  <a:gd name="T6" fmla="*/ 0 w 141"/>
                  <a:gd name="T7" fmla="*/ 0 h 141"/>
                  <a:gd name="T8" fmla="*/ 0 w 141"/>
                  <a:gd name="T9" fmla="*/ 0 h 141"/>
                  <a:gd name="T10" fmla="*/ 0 w 141"/>
                  <a:gd name="T11" fmla="*/ 0 h 141"/>
                  <a:gd name="T12" fmla="*/ 0 w 141"/>
                  <a:gd name="T13" fmla="*/ 0 h 141"/>
                  <a:gd name="T14" fmla="*/ 0 w 141"/>
                  <a:gd name="T15" fmla="*/ 0 h 141"/>
                  <a:gd name="T16" fmla="*/ 0 w 141"/>
                  <a:gd name="T17" fmla="*/ 0 h 141"/>
                  <a:gd name="T18" fmla="*/ 0 w 141"/>
                  <a:gd name="T19" fmla="*/ 0 h 141"/>
                  <a:gd name="T20" fmla="*/ 0 w 141"/>
                  <a:gd name="T21" fmla="*/ 0 h 141"/>
                  <a:gd name="T22" fmla="*/ 0 w 141"/>
                  <a:gd name="T23" fmla="*/ 0 h 141"/>
                  <a:gd name="T24" fmla="*/ 0 w 141"/>
                  <a:gd name="T25" fmla="*/ 0 h 141"/>
                  <a:gd name="T26" fmla="*/ 0 w 141"/>
                  <a:gd name="T27" fmla="*/ 0 h 141"/>
                  <a:gd name="T28" fmla="*/ 0 w 141"/>
                  <a:gd name="T29" fmla="*/ 0 h 141"/>
                  <a:gd name="T30" fmla="*/ 0 w 141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1"/>
                  <a:gd name="T49" fmla="*/ 0 h 141"/>
                  <a:gd name="T50" fmla="*/ 141 w 141"/>
                  <a:gd name="T51" fmla="*/ 141 h 14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1" h="141">
                    <a:moveTo>
                      <a:pt x="101" y="7"/>
                    </a:moveTo>
                    <a:lnTo>
                      <a:pt x="66" y="7"/>
                    </a:lnTo>
                    <a:lnTo>
                      <a:pt x="42" y="31"/>
                    </a:lnTo>
                    <a:lnTo>
                      <a:pt x="51" y="62"/>
                    </a:lnTo>
                    <a:lnTo>
                      <a:pt x="77" y="88"/>
                    </a:lnTo>
                    <a:lnTo>
                      <a:pt x="110" y="72"/>
                    </a:lnTo>
                    <a:lnTo>
                      <a:pt x="123" y="49"/>
                    </a:lnTo>
                    <a:lnTo>
                      <a:pt x="123" y="31"/>
                    </a:lnTo>
                    <a:lnTo>
                      <a:pt x="141" y="62"/>
                    </a:lnTo>
                    <a:lnTo>
                      <a:pt x="123" y="113"/>
                    </a:lnTo>
                    <a:lnTo>
                      <a:pt x="77" y="141"/>
                    </a:lnTo>
                    <a:lnTo>
                      <a:pt x="18" y="106"/>
                    </a:lnTo>
                    <a:lnTo>
                      <a:pt x="0" y="49"/>
                    </a:lnTo>
                    <a:lnTo>
                      <a:pt x="42" y="7"/>
                    </a:lnTo>
                    <a:lnTo>
                      <a:pt x="66" y="0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7" name="Freeform 144">
                <a:extLst>
                  <a:ext uri="{FF2B5EF4-FFF2-40B4-BE49-F238E27FC236}">
                    <a16:creationId xmlns:a16="http://schemas.microsoft.com/office/drawing/2014/main" id="{AF67446A-2081-5D43-8DA8-DEFED9EC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0"/>
                <a:ext cx="33" cy="63"/>
              </a:xfrm>
              <a:custGeom>
                <a:avLst/>
                <a:gdLst>
                  <a:gd name="T0" fmla="*/ 0 w 265"/>
                  <a:gd name="T1" fmla="*/ 0 h 505"/>
                  <a:gd name="T2" fmla="*/ 0 w 265"/>
                  <a:gd name="T3" fmla="*/ 0 h 505"/>
                  <a:gd name="T4" fmla="*/ 0 w 265"/>
                  <a:gd name="T5" fmla="*/ 0 h 505"/>
                  <a:gd name="T6" fmla="*/ 0 w 265"/>
                  <a:gd name="T7" fmla="*/ 0 h 505"/>
                  <a:gd name="T8" fmla="*/ 0 w 265"/>
                  <a:gd name="T9" fmla="*/ 0 h 505"/>
                  <a:gd name="T10" fmla="*/ 0 w 265"/>
                  <a:gd name="T11" fmla="*/ 0 h 505"/>
                  <a:gd name="T12" fmla="*/ 0 w 265"/>
                  <a:gd name="T13" fmla="*/ 0 h 505"/>
                  <a:gd name="T14" fmla="*/ 0 w 265"/>
                  <a:gd name="T15" fmla="*/ 0 h 505"/>
                  <a:gd name="T16" fmla="*/ 0 w 265"/>
                  <a:gd name="T17" fmla="*/ 0 h 505"/>
                  <a:gd name="T18" fmla="*/ 0 w 265"/>
                  <a:gd name="T19" fmla="*/ 0 h 505"/>
                  <a:gd name="T20" fmla="*/ 0 w 265"/>
                  <a:gd name="T21" fmla="*/ 0 h 505"/>
                  <a:gd name="T22" fmla="*/ 0 w 265"/>
                  <a:gd name="T23" fmla="*/ 0 h 505"/>
                  <a:gd name="T24" fmla="*/ 0 w 265"/>
                  <a:gd name="T25" fmla="*/ 0 h 505"/>
                  <a:gd name="T26" fmla="*/ 0 w 265"/>
                  <a:gd name="T27" fmla="*/ 0 h 5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5"/>
                  <a:gd name="T43" fmla="*/ 0 h 505"/>
                  <a:gd name="T44" fmla="*/ 265 w 265"/>
                  <a:gd name="T45" fmla="*/ 505 h 50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5" h="505">
                    <a:moveTo>
                      <a:pt x="215" y="0"/>
                    </a:moveTo>
                    <a:lnTo>
                      <a:pt x="215" y="71"/>
                    </a:lnTo>
                    <a:lnTo>
                      <a:pt x="0" y="193"/>
                    </a:lnTo>
                    <a:lnTo>
                      <a:pt x="131" y="152"/>
                    </a:lnTo>
                    <a:lnTo>
                      <a:pt x="131" y="277"/>
                    </a:lnTo>
                    <a:lnTo>
                      <a:pt x="57" y="258"/>
                    </a:lnTo>
                    <a:lnTo>
                      <a:pt x="239" y="431"/>
                    </a:lnTo>
                    <a:lnTo>
                      <a:pt x="265" y="505"/>
                    </a:lnTo>
                    <a:lnTo>
                      <a:pt x="255" y="405"/>
                    </a:lnTo>
                    <a:lnTo>
                      <a:pt x="180" y="308"/>
                    </a:lnTo>
                    <a:lnTo>
                      <a:pt x="180" y="143"/>
                    </a:lnTo>
                    <a:lnTo>
                      <a:pt x="233" y="92"/>
                    </a:lnTo>
                    <a:lnTo>
                      <a:pt x="233" y="51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8" name="Freeform 145">
                <a:extLst>
                  <a:ext uri="{FF2B5EF4-FFF2-40B4-BE49-F238E27FC236}">
                    <a16:creationId xmlns:a16="http://schemas.microsoft.com/office/drawing/2014/main" id="{2D5223C2-BCF4-9D46-9729-05FB0F94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19"/>
                <a:ext cx="115" cy="67"/>
              </a:xfrm>
              <a:custGeom>
                <a:avLst/>
                <a:gdLst>
                  <a:gd name="T0" fmla="*/ 0 w 918"/>
                  <a:gd name="T1" fmla="*/ 0 h 541"/>
                  <a:gd name="T2" fmla="*/ 0 w 918"/>
                  <a:gd name="T3" fmla="*/ 0 h 541"/>
                  <a:gd name="T4" fmla="*/ 0 w 918"/>
                  <a:gd name="T5" fmla="*/ 0 h 541"/>
                  <a:gd name="T6" fmla="*/ 0 w 918"/>
                  <a:gd name="T7" fmla="*/ 0 h 541"/>
                  <a:gd name="T8" fmla="*/ 0 w 918"/>
                  <a:gd name="T9" fmla="*/ 0 h 541"/>
                  <a:gd name="T10" fmla="*/ 0 w 918"/>
                  <a:gd name="T11" fmla="*/ 0 h 541"/>
                  <a:gd name="T12" fmla="*/ 0 w 918"/>
                  <a:gd name="T13" fmla="*/ 0 h 541"/>
                  <a:gd name="T14" fmla="*/ 0 w 918"/>
                  <a:gd name="T15" fmla="*/ 0 h 541"/>
                  <a:gd name="T16" fmla="*/ 0 w 918"/>
                  <a:gd name="T17" fmla="*/ 0 h 541"/>
                  <a:gd name="T18" fmla="*/ 0 w 918"/>
                  <a:gd name="T19" fmla="*/ 0 h 541"/>
                  <a:gd name="T20" fmla="*/ 0 w 918"/>
                  <a:gd name="T21" fmla="*/ 0 h 541"/>
                  <a:gd name="T22" fmla="*/ 0 w 918"/>
                  <a:gd name="T23" fmla="*/ 0 h 541"/>
                  <a:gd name="T24" fmla="*/ 0 w 918"/>
                  <a:gd name="T25" fmla="*/ 0 h 541"/>
                  <a:gd name="T26" fmla="*/ 0 w 918"/>
                  <a:gd name="T27" fmla="*/ 0 h 541"/>
                  <a:gd name="T28" fmla="*/ 0 w 918"/>
                  <a:gd name="T29" fmla="*/ 0 h 541"/>
                  <a:gd name="T30" fmla="*/ 0 w 918"/>
                  <a:gd name="T31" fmla="*/ 0 h 541"/>
                  <a:gd name="T32" fmla="*/ 0 w 918"/>
                  <a:gd name="T33" fmla="*/ 0 h 541"/>
                  <a:gd name="T34" fmla="*/ 0 w 918"/>
                  <a:gd name="T35" fmla="*/ 0 h 541"/>
                  <a:gd name="T36" fmla="*/ 0 w 918"/>
                  <a:gd name="T37" fmla="*/ 0 h 541"/>
                  <a:gd name="T38" fmla="*/ 0 w 918"/>
                  <a:gd name="T39" fmla="*/ 0 h 541"/>
                  <a:gd name="T40" fmla="*/ 0 w 918"/>
                  <a:gd name="T41" fmla="*/ 0 h 541"/>
                  <a:gd name="T42" fmla="*/ 0 w 918"/>
                  <a:gd name="T43" fmla="*/ 0 h 5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18"/>
                  <a:gd name="T67" fmla="*/ 0 h 541"/>
                  <a:gd name="T68" fmla="*/ 918 w 918"/>
                  <a:gd name="T69" fmla="*/ 541 h 5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18" h="541">
                    <a:moveTo>
                      <a:pt x="529" y="181"/>
                    </a:moveTo>
                    <a:lnTo>
                      <a:pt x="520" y="211"/>
                    </a:lnTo>
                    <a:lnTo>
                      <a:pt x="470" y="211"/>
                    </a:lnTo>
                    <a:lnTo>
                      <a:pt x="379" y="55"/>
                    </a:lnTo>
                    <a:lnTo>
                      <a:pt x="217" y="0"/>
                    </a:lnTo>
                    <a:lnTo>
                      <a:pt x="35" y="55"/>
                    </a:lnTo>
                    <a:lnTo>
                      <a:pt x="0" y="123"/>
                    </a:lnTo>
                    <a:lnTo>
                      <a:pt x="65" y="186"/>
                    </a:lnTo>
                    <a:lnTo>
                      <a:pt x="123" y="294"/>
                    </a:lnTo>
                    <a:lnTo>
                      <a:pt x="245" y="172"/>
                    </a:lnTo>
                    <a:lnTo>
                      <a:pt x="373" y="195"/>
                    </a:lnTo>
                    <a:lnTo>
                      <a:pt x="553" y="283"/>
                    </a:lnTo>
                    <a:lnTo>
                      <a:pt x="613" y="319"/>
                    </a:lnTo>
                    <a:lnTo>
                      <a:pt x="619" y="411"/>
                    </a:lnTo>
                    <a:lnTo>
                      <a:pt x="529" y="474"/>
                    </a:lnTo>
                    <a:lnTo>
                      <a:pt x="619" y="541"/>
                    </a:lnTo>
                    <a:lnTo>
                      <a:pt x="918" y="541"/>
                    </a:lnTo>
                    <a:lnTo>
                      <a:pt x="793" y="424"/>
                    </a:lnTo>
                    <a:lnTo>
                      <a:pt x="727" y="424"/>
                    </a:lnTo>
                    <a:lnTo>
                      <a:pt x="660" y="253"/>
                    </a:lnTo>
                    <a:lnTo>
                      <a:pt x="577" y="204"/>
                    </a:lnTo>
                    <a:lnTo>
                      <a:pt x="529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09" name="Freeform 146">
                <a:extLst>
                  <a:ext uri="{FF2B5EF4-FFF2-40B4-BE49-F238E27FC236}">
                    <a16:creationId xmlns:a16="http://schemas.microsoft.com/office/drawing/2014/main" id="{664C7E07-CCF0-0B45-9C88-BF5D7E316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50"/>
                <a:ext cx="163" cy="58"/>
              </a:xfrm>
              <a:custGeom>
                <a:avLst/>
                <a:gdLst>
                  <a:gd name="T0" fmla="*/ 0 w 1305"/>
                  <a:gd name="T1" fmla="*/ 0 h 464"/>
                  <a:gd name="T2" fmla="*/ 0 w 1305"/>
                  <a:gd name="T3" fmla="*/ 0 h 464"/>
                  <a:gd name="T4" fmla="*/ 0 w 1305"/>
                  <a:gd name="T5" fmla="*/ 0 h 464"/>
                  <a:gd name="T6" fmla="*/ 0 w 1305"/>
                  <a:gd name="T7" fmla="*/ 0 h 464"/>
                  <a:gd name="T8" fmla="*/ 0 w 1305"/>
                  <a:gd name="T9" fmla="*/ 0 h 464"/>
                  <a:gd name="T10" fmla="*/ 0 w 1305"/>
                  <a:gd name="T11" fmla="*/ 0 h 464"/>
                  <a:gd name="T12" fmla="*/ 0 w 1305"/>
                  <a:gd name="T13" fmla="*/ 0 h 464"/>
                  <a:gd name="T14" fmla="*/ 0 w 1305"/>
                  <a:gd name="T15" fmla="*/ 0 h 464"/>
                  <a:gd name="T16" fmla="*/ 0 w 1305"/>
                  <a:gd name="T17" fmla="*/ 0 h 464"/>
                  <a:gd name="T18" fmla="*/ 0 w 1305"/>
                  <a:gd name="T19" fmla="*/ 0 h 464"/>
                  <a:gd name="T20" fmla="*/ 0 w 1305"/>
                  <a:gd name="T21" fmla="*/ 0 h 464"/>
                  <a:gd name="T22" fmla="*/ 0 w 1305"/>
                  <a:gd name="T23" fmla="*/ 0 h 464"/>
                  <a:gd name="T24" fmla="*/ 0 w 1305"/>
                  <a:gd name="T25" fmla="*/ 0 h 464"/>
                  <a:gd name="T26" fmla="*/ 0 w 1305"/>
                  <a:gd name="T27" fmla="*/ 0 h 464"/>
                  <a:gd name="T28" fmla="*/ 0 w 1305"/>
                  <a:gd name="T29" fmla="*/ 0 h 464"/>
                  <a:gd name="T30" fmla="*/ 0 w 1305"/>
                  <a:gd name="T31" fmla="*/ 0 h 464"/>
                  <a:gd name="T32" fmla="*/ 0 w 1305"/>
                  <a:gd name="T33" fmla="*/ 0 h 464"/>
                  <a:gd name="T34" fmla="*/ 0 w 1305"/>
                  <a:gd name="T35" fmla="*/ 0 h 464"/>
                  <a:gd name="T36" fmla="*/ 0 w 1305"/>
                  <a:gd name="T37" fmla="*/ 0 h 464"/>
                  <a:gd name="T38" fmla="*/ 0 w 1305"/>
                  <a:gd name="T39" fmla="*/ 0 h 464"/>
                  <a:gd name="T40" fmla="*/ 0 w 1305"/>
                  <a:gd name="T41" fmla="*/ 0 h 464"/>
                  <a:gd name="T42" fmla="*/ 0 w 1305"/>
                  <a:gd name="T43" fmla="*/ 0 h 464"/>
                  <a:gd name="T44" fmla="*/ 0 w 1305"/>
                  <a:gd name="T45" fmla="*/ 0 h 464"/>
                  <a:gd name="T46" fmla="*/ 0 w 1305"/>
                  <a:gd name="T47" fmla="*/ 0 h 464"/>
                  <a:gd name="T48" fmla="*/ 0 w 1305"/>
                  <a:gd name="T49" fmla="*/ 0 h 464"/>
                  <a:gd name="T50" fmla="*/ 0 w 1305"/>
                  <a:gd name="T51" fmla="*/ 0 h 464"/>
                  <a:gd name="T52" fmla="*/ 0 w 1305"/>
                  <a:gd name="T53" fmla="*/ 0 h 464"/>
                  <a:gd name="T54" fmla="*/ 0 w 1305"/>
                  <a:gd name="T55" fmla="*/ 0 h 464"/>
                  <a:gd name="T56" fmla="*/ 0 w 1305"/>
                  <a:gd name="T57" fmla="*/ 0 h 464"/>
                  <a:gd name="T58" fmla="*/ 0 w 1305"/>
                  <a:gd name="T59" fmla="*/ 0 h 4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05"/>
                  <a:gd name="T91" fmla="*/ 0 h 464"/>
                  <a:gd name="T92" fmla="*/ 1305 w 1305"/>
                  <a:gd name="T93" fmla="*/ 464 h 46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05" h="464">
                    <a:moveTo>
                      <a:pt x="1248" y="185"/>
                    </a:moveTo>
                    <a:lnTo>
                      <a:pt x="1184" y="130"/>
                    </a:lnTo>
                    <a:lnTo>
                      <a:pt x="1149" y="53"/>
                    </a:lnTo>
                    <a:lnTo>
                      <a:pt x="1066" y="71"/>
                    </a:lnTo>
                    <a:lnTo>
                      <a:pt x="1033" y="242"/>
                    </a:lnTo>
                    <a:lnTo>
                      <a:pt x="1089" y="293"/>
                    </a:lnTo>
                    <a:lnTo>
                      <a:pt x="944" y="293"/>
                    </a:lnTo>
                    <a:lnTo>
                      <a:pt x="826" y="341"/>
                    </a:lnTo>
                    <a:lnTo>
                      <a:pt x="497" y="433"/>
                    </a:lnTo>
                    <a:lnTo>
                      <a:pt x="308" y="464"/>
                    </a:lnTo>
                    <a:lnTo>
                      <a:pt x="149" y="464"/>
                    </a:lnTo>
                    <a:lnTo>
                      <a:pt x="50" y="433"/>
                    </a:lnTo>
                    <a:lnTo>
                      <a:pt x="0" y="350"/>
                    </a:lnTo>
                    <a:lnTo>
                      <a:pt x="50" y="350"/>
                    </a:lnTo>
                    <a:lnTo>
                      <a:pt x="200" y="415"/>
                    </a:lnTo>
                    <a:lnTo>
                      <a:pt x="349" y="424"/>
                    </a:lnTo>
                    <a:lnTo>
                      <a:pt x="547" y="392"/>
                    </a:lnTo>
                    <a:lnTo>
                      <a:pt x="769" y="311"/>
                    </a:lnTo>
                    <a:lnTo>
                      <a:pt x="826" y="286"/>
                    </a:lnTo>
                    <a:lnTo>
                      <a:pt x="769" y="176"/>
                    </a:lnTo>
                    <a:lnTo>
                      <a:pt x="695" y="110"/>
                    </a:lnTo>
                    <a:lnTo>
                      <a:pt x="605" y="14"/>
                    </a:lnTo>
                    <a:lnTo>
                      <a:pt x="769" y="46"/>
                    </a:lnTo>
                    <a:lnTo>
                      <a:pt x="810" y="110"/>
                    </a:lnTo>
                    <a:lnTo>
                      <a:pt x="870" y="64"/>
                    </a:lnTo>
                    <a:lnTo>
                      <a:pt x="870" y="130"/>
                    </a:lnTo>
                    <a:lnTo>
                      <a:pt x="1033" y="0"/>
                    </a:lnTo>
                    <a:lnTo>
                      <a:pt x="1257" y="46"/>
                    </a:lnTo>
                    <a:lnTo>
                      <a:pt x="1305" y="145"/>
                    </a:lnTo>
                    <a:lnTo>
                      <a:pt x="1248" y="1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0" name="Line 147">
                <a:extLst>
                  <a:ext uri="{FF2B5EF4-FFF2-40B4-BE49-F238E27FC236}">
                    <a16:creationId xmlns:a16="http://schemas.microsoft.com/office/drawing/2014/main" id="{BDB190D8-A2A4-774C-BECB-13EE360C0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4" y="1988"/>
                <a:ext cx="37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1" name="Freeform 148">
                <a:extLst>
                  <a:ext uri="{FF2B5EF4-FFF2-40B4-BE49-F238E27FC236}">
                    <a16:creationId xmlns:a16="http://schemas.microsoft.com/office/drawing/2014/main" id="{254AE749-6850-F343-B0C9-35EE8AF6B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6"/>
                <a:ext cx="7" cy="16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0 w 50"/>
                  <a:gd name="T5" fmla="*/ 0 h 123"/>
                  <a:gd name="T6" fmla="*/ 0 w 50"/>
                  <a:gd name="T7" fmla="*/ 0 h 123"/>
                  <a:gd name="T8" fmla="*/ 0 w 50"/>
                  <a:gd name="T9" fmla="*/ 0 h 123"/>
                  <a:gd name="T10" fmla="*/ 0 w 50"/>
                  <a:gd name="T11" fmla="*/ 0 h 123"/>
                  <a:gd name="T12" fmla="*/ 0 w 50"/>
                  <a:gd name="T13" fmla="*/ 0 h 123"/>
                  <a:gd name="T14" fmla="*/ 0 w 50"/>
                  <a:gd name="T15" fmla="*/ 0 h 123"/>
                  <a:gd name="T16" fmla="*/ 0 w 50"/>
                  <a:gd name="T17" fmla="*/ 0 h 123"/>
                  <a:gd name="T18" fmla="*/ 0 w 50"/>
                  <a:gd name="T19" fmla="*/ 0 h 123"/>
                  <a:gd name="T20" fmla="*/ 0 w 50"/>
                  <a:gd name="T21" fmla="*/ 0 h 123"/>
                  <a:gd name="T22" fmla="*/ 0 w 50"/>
                  <a:gd name="T23" fmla="*/ 0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123"/>
                  <a:gd name="T38" fmla="*/ 50 w 50"/>
                  <a:gd name="T39" fmla="*/ 123 h 1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123">
                    <a:moveTo>
                      <a:pt x="32" y="0"/>
                    </a:moveTo>
                    <a:lnTo>
                      <a:pt x="50" y="42"/>
                    </a:lnTo>
                    <a:lnTo>
                      <a:pt x="50" y="83"/>
                    </a:lnTo>
                    <a:lnTo>
                      <a:pt x="32" y="118"/>
                    </a:lnTo>
                    <a:lnTo>
                      <a:pt x="14" y="123"/>
                    </a:lnTo>
                    <a:lnTo>
                      <a:pt x="0" y="123"/>
                    </a:lnTo>
                    <a:lnTo>
                      <a:pt x="0" y="111"/>
                    </a:lnTo>
                    <a:lnTo>
                      <a:pt x="19" y="111"/>
                    </a:lnTo>
                    <a:lnTo>
                      <a:pt x="32" y="83"/>
                    </a:lnTo>
                    <a:lnTo>
                      <a:pt x="39" y="48"/>
                    </a:lnTo>
                    <a:lnTo>
                      <a:pt x="1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2" name="Freeform 149">
                <a:extLst>
                  <a:ext uri="{FF2B5EF4-FFF2-40B4-BE49-F238E27FC236}">
                    <a16:creationId xmlns:a16="http://schemas.microsoft.com/office/drawing/2014/main" id="{ACF1F283-829D-E74F-82B3-4C1768939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537"/>
                <a:ext cx="39" cy="18"/>
              </a:xfrm>
              <a:custGeom>
                <a:avLst/>
                <a:gdLst>
                  <a:gd name="T0" fmla="*/ 0 w 311"/>
                  <a:gd name="T1" fmla="*/ 0 h 142"/>
                  <a:gd name="T2" fmla="*/ 0 w 311"/>
                  <a:gd name="T3" fmla="*/ 0 h 142"/>
                  <a:gd name="T4" fmla="*/ 0 w 311"/>
                  <a:gd name="T5" fmla="*/ 0 h 142"/>
                  <a:gd name="T6" fmla="*/ 0 w 311"/>
                  <a:gd name="T7" fmla="*/ 0 h 142"/>
                  <a:gd name="T8" fmla="*/ 0 w 311"/>
                  <a:gd name="T9" fmla="*/ 0 h 142"/>
                  <a:gd name="T10" fmla="*/ 0 w 311"/>
                  <a:gd name="T11" fmla="*/ 0 h 142"/>
                  <a:gd name="T12" fmla="*/ 0 w 311"/>
                  <a:gd name="T13" fmla="*/ 0 h 142"/>
                  <a:gd name="T14" fmla="*/ 0 w 311"/>
                  <a:gd name="T15" fmla="*/ 0 h 142"/>
                  <a:gd name="T16" fmla="*/ 0 w 311"/>
                  <a:gd name="T17" fmla="*/ 0 h 142"/>
                  <a:gd name="T18" fmla="*/ 0 w 311"/>
                  <a:gd name="T19" fmla="*/ 0 h 142"/>
                  <a:gd name="T20" fmla="*/ 0 w 311"/>
                  <a:gd name="T21" fmla="*/ 0 h 142"/>
                  <a:gd name="T22" fmla="*/ 0 w 311"/>
                  <a:gd name="T23" fmla="*/ 0 h 142"/>
                  <a:gd name="T24" fmla="*/ 0 w 311"/>
                  <a:gd name="T25" fmla="*/ 0 h 142"/>
                  <a:gd name="T26" fmla="*/ 0 w 311"/>
                  <a:gd name="T27" fmla="*/ 0 h 142"/>
                  <a:gd name="T28" fmla="*/ 0 w 311"/>
                  <a:gd name="T29" fmla="*/ 0 h 142"/>
                  <a:gd name="T30" fmla="*/ 0 w 311"/>
                  <a:gd name="T31" fmla="*/ 0 h 142"/>
                  <a:gd name="T32" fmla="*/ 0 w 311"/>
                  <a:gd name="T33" fmla="*/ 0 h 142"/>
                  <a:gd name="T34" fmla="*/ 0 w 311"/>
                  <a:gd name="T35" fmla="*/ 0 h 142"/>
                  <a:gd name="T36" fmla="*/ 0 w 311"/>
                  <a:gd name="T37" fmla="*/ 0 h 142"/>
                  <a:gd name="T38" fmla="*/ 0 w 311"/>
                  <a:gd name="T39" fmla="*/ 0 h 142"/>
                  <a:gd name="T40" fmla="*/ 0 w 311"/>
                  <a:gd name="T41" fmla="*/ 0 h 142"/>
                  <a:gd name="T42" fmla="*/ 0 w 311"/>
                  <a:gd name="T43" fmla="*/ 0 h 142"/>
                  <a:gd name="T44" fmla="*/ 0 w 311"/>
                  <a:gd name="T45" fmla="*/ 0 h 142"/>
                  <a:gd name="T46" fmla="*/ 0 w 311"/>
                  <a:gd name="T47" fmla="*/ 0 h 142"/>
                  <a:gd name="T48" fmla="*/ 0 w 311"/>
                  <a:gd name="T49" fmla="*/ 0 h 142"/>
                  <a:gd name="T50" fmla="*/ 0 w 311"/>
                  <a:gd name="T51" fmla="*/ 0 h 142"/>
                  <a:gd name="T52" fmla="*/ 0 w 311"/>
                  <a:gd name="T53" fmla="*/ 0 h 142"/>
                  <a:gd name="T54" fmla="*/ 0 w 311"/>
                  <a:gd name="T55" fmla="*/ 0 h 142"/>
                  <a:gd name="T56" fmla="*/ 0 w 311"/>
                  <a:gd name="T57" fmla="*/ 0 h 142"/>
                  <a:gd name="T58" fmla="*/ 0 w 311"/>
                  <a:gd name="T59" fmla="*/ 0 h 142"/>
                  <a:gd name="T60" fmla="*/ 0 w 311"/>
                  <a:gd name="T61" fmla="*/ 0 h 14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142"/>
                  <a:gd name="T95" fmla="*/ 311 w 311"/>
                  <a:gd name="T96" fmla="*/ 142 h 14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142">
                    <a:moveTo>
                      <a:pt x="0" y="49"/>
                    </a:moveTo>
                    <a:lnTo>
                      <a:pt x="48" y="39"/>
                    </a:lnTo>
                    <a:lnTo>
                      <a:pt x="14" y="26"/>
                    </a:lnTo>
                    <a:lnTo>
                      <a:pt x="55" y="0"/>
                    </a:lnTo>
                    <a:lnTo>
                      <a:pt x="117" y="1"/>
                    </a:lnTo>
                    <a:lnTo>
                      <a:pt x="179" y="1"/>
                    </a:lnTo>
                    <a:lnTo>
                      <a:pt x="255" y="37"/>
                    </a:lnTo>
                    <a:lnTo>
                      <a:pt x="218" y="37"/>
                    </a:lnTo>
                    <a:lnTo>
                      <a:pt x="267" y="83"/>
                    </a:lnTo>
                    <a:lnTo>
                      <a:pt x="278" y="54"/>
                    </a:lnTo>
                    <a:lnTo>
                      <a:pt x="311" y="107"/>
                    </a:lnTo>
                    <a:lnTo>
                      <a:pt x="273" y="142"/>
                    </a:lnTo>
                    <a:lnTo>
                      <a:pt x="276" y="109"/>
                    </a:lnTo>
                    <a:lnTo>
                      <a:pt x="223" y="122"/>
                    </a:lnTo>
                    <a:lnTo>
                      <a:pt x="188" y="120"/>
                    </a:lnTo>
                    <a:lnTo>
                      <a:pt x="240" y="109"/>
                    </a:lnTo>
                    <a:lnTo>
                      <a:pt x="253" y="92"/>
                    </a:lnTo>
                    <a:lnTo>
                      <a:pt x="235" y="61"/>
                    </a:lnTo>
                    <a:lnTo>
                      <a:pt x="191" y="39"/>
                    </a:lnTo>
                    <a:lnTo>
                      <a:pt x="156" y="37"/>
                    </a:lnTo>
                    <a:lnTo>
                      <a:pt x="101" y="41"/>
                    </a:lnTo>
                    <a:lnTo>
                      <a:pt x="60" y="46"/>
                    </a:lnTo>
                    <a:lnTo>
                      <a:pt x="95" y="81"/>
                    </a:lnTo>
                    <a:lnTo>
                      <a:pt x="140" y="109"/>
                    </a:lnTo>
                    <a:lnTo>
                      <a:pt x="122" y="122"/>
                    </a:lnTo>
                    <a:lnTo>
                      <a:pt x="106" y="104"/>
                    </a:lnTo>
                    <a:lnTo>
                      <a:pt x="71" y="109"/>
                    </a:lnTo>
                    <a:lnTo>
                      <a:pt x="66" y="81"/>
                    </a:lnTo>
                    <a:lnTo>
                      <a:pt x="36" y="79"/>
                    </a:lnTo>
                    <a:lnTo>
                      <a:pt x="43" y="6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3" name="Freeform 150">
                <a:extLst>
                  <a:ext uri="{FF2B5EF4-FFF2-40B4-BE49-F238E27FC236}">
                    <a16:creationId xmlns:a16="http://schemas.microsoft.com/office/drawing/2014/main" id="{A933193F-B3CD-FE40-8B00-A60AA1C2D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41"/>
                <a:ext cx="33" cy="15"/>
              </a:xfrm>
              <a:custGeom>
                <a:avLst/>
                <a:gdLst>
                  <a:gd name="T0" fmla="*/ 0 w 263"/>
                  <a:gd name="T1" fmla="*/ 0 h 121"/>
                  <a:gd name="T2" fmla="*/ 0 w 263"/>
                  <a:gd name="T3" fmla="*/ 0 h 121"/>
                  <a:gd name="T4" fmla="*/ 0 w 263"/>
                  <a:gd name="T5" fmla="*/ 0 h 121"/>
                  <a:gd name="T6" fmla="*/ 0 w 263"/>
                  <a:gd name="T7" fmla="*/ 0 h 121"/>
                  <a:gd name="T8" fmla="*/ 0 w 263"/>
                  <a:gd name="T9" fmla="*/ 0 h 121"/>
                  <a:gd name="T10" fmla="*/ 0 w 263"/>
                  <a:gd name="T11" fmla="*/ 0 h 121"/>
                  <a:gd name="T12" fmla="*/ 0 w 263"/>
                  <a:gd name="T13" fmla="*/ 0 h 121"/>
                  <a:gd name="T14" fmla="*/ 0 w 263"/>
                  <a:gd name="T15" fmla="*/ 0 h 121"/>
                  <a:gd name="T16" fmla="*/ 0 w 263"/>
                  <a:gd name="T17" fmla="*/ 0 h 121"/>
                  <a:gd name="T18" fmla="*/ 0 w 263"/>
                  <a:gd name="T19" fmla="*/ 0 h 121"/>
                  <a:gd name="T20" fmla="*/ 0 w 263"/>
                  <a:gd name="T21" fmla="*/ 0 h 121"/>
                  <a:gd name="T22" fmla="*/ 0 w 263"/>
                  <a:gd name="T23" fmla="*/ 0 h 121"/>
                  <a:gd name="T24" fmla="*/ 0 w 263"/>
                  <a:gd name="T25" fmla="*/ 0 h 121"/>
                  <a:gd name="T26" fmla="*/ 0 w 263"/>
                  <a:gd name="T27" fmla="*/ 0 h 121"/>
                  <a:gd name="T28" fmla="*/ 0 w 263"/>
                  <a:gd name="T29" fmla="*/ 0 h 121"/>
                  <a:gd name="T30" fmla="*/ 0 w 263"/>
                  <a:gd name="T31" fmla="*/ 0 h 121"/>
                  <a:gd name="T32" fmla="*/ 0 w 263"/>
                  <a:gd name="T33" fmla="*/ 0 h 121"/>
                  <a:gd name="T34" fmla="*/ 0 w 263"/>
                  <a:gd name="T35" fmla="*/ 0 h 121"/>
                  <a:gd name="T36" fmla="*/ 0 w 263"/>
                  <a:gd name="T37" fmla="*/ 0 h 121"/>
                  <a:gd name="T38" fmla="*/ 0 w 263"/>
                  <a:gd name="T39" fmla="*/ 0 h 121"/>
                  <a:gd name="T40" fmla="*/ 0 w 263"/>
                  <a:gd name="T41" fmla="*/ 0 h 121"/>
                  <a:gd name="T42" fmla="*/ 0 w 263"/>
                  <a:gd name="T43" fmla="*/ 0 h 121"/>
                  <a:gd name="T44" fmla="*/ 0 w 263"/>
                  <a:gd name="T45" fmla="*/ 0 h 121"/>
                  <a:gd name="T46" fmla="*/ 0 w 263"/>
                  <a:gd name="T47" fmla="*/ 0 h 121"/>
                  <a:gd name="T48" fmla="*/ 0 w 263"/>
                  <a:gd name="T49" fmla="*/ 0 h 121"/>
                  <a:gd name="T50" fmla="*/ 0 w 263"/>
                  <a:gd name="T51" fmla="*/ 0 h 121"/>
                  <a:gd name="T52" fmla="*/ 0 w 263"/>
                  <a:gd name="T53" fmla="*/ 0 h 1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63"/>
                  <a:gd name="T82" fmla="*/ 0 h 121"/>
                  <a:gd name="T83" fmla="*/ 263 w 263"/>
                  <a:gd name="T84" fmla="*/ 121 h 12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63" h="121">
                    <a:moveTo>
                      <a:pt x="0" y="75"/>
                    </a:moveTo>
                    <a:lnTo>
                      <a:pt x="26" y="31"/>
                    </a:lnTo>
                    <a:lnTo>
                      <a:pt x="92" y="0"/>
                    </a:lnTo>
                    <a:lnTo>
                      <a:pt x="127" y="0"/>
                    </a:lnTo>
                    <a:lnTo>
                      <a:pt x="109" y="24"/>
                    </a:lnTo>
                    <a:lnTo>
                      <a:pt x="145" y="24"/>
                    </a:lnTo>
                    <a:lnTo>
                      <a:pt x="151" y="5"/>
                    </a:lnTo>
                    <a:lnTo>
                      <a:pt x="175" y="17"/>
                    </a:lnTo>
                    <a:lnTo>
                      <a:pt x="208" y="12"/>
                    </a:lnTo>
                    <a:lnTo>
                      <a:pt x="217" y="29"/>
                    </a:lnTo>
                    <a:lnTo>
                      <a:pt x="259" y="24"/>
                    </a:lnTo>
                    <a:lnTo>
                      <a:pt x="226" y="58"/>
                    </a:lnTo>
                    <a:lnTo>
                      <a:pt x="263" y="77"/>
                    </a:lnTo>
                    <a:lnTo>
                      <a:pt x="208" y="86"/>
                    </a:lnTo>
                    <a:lnTo>
                      <a:pt x="206" y="104"/>
                    </a:lnTo>
                    <a:lnTo>
                      <a:pt x="180" y="97"/>
                    </a:lnTo>
                    <a:lnTo>
                      <a:pt x="151" y="121"/>
                    </a:lnTo>
                    <a:lnTo>
                      <a:pt x="134" y="110"/>
                    </a:lnTo>
                    <a:lnTo>
                      <a:pt x="97" y="110"/>
                    </a:lnTo>
                    <a:lnTo>
                      <a:pt x="151" y="97"/>
                    </a:lnTo>
                    <a:lnTo>
                      <a:pt x="184" y="77"/>
                    </a:lnTo>
                    <a:lnTo>
                      <a:pt x="206" y="68"/>
                    </a:lnTo>
                    <a:lnTo>
                      <a:pt x="169" y="51"/>
                    </a:lnTo>
                    <a:lnTo>
                      <a:pt x="134" y="38"/>
                    </a:lnTo>
                    <a:lnTo>
                      <a:pt x="85" y="31"/>
                    </a:lnTo>
                    <a:lnTo>
                      <a:pt x="37" y="58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4" name="Freeform 151">
                <a:extLst>
                  <a:ext uri="{FF2B5EF4-FFF2-40B4-BE49-F238E27FC236}">
                    <a16:creationId xmlns:a16="http://schemas.microsoft.com/office/drawing/2014/main" id="{8C9A8CDA-C56D-1C44-845F-AB2B12BE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52"/>
                <a:ext cx="6" cy="3"/>
              </a:xfrm>
              <a:custGeom>
                <a:avLst/>
                <a:gdLst>
                  <a:gd name="T0" fmla="*/ 0 w 51"/>
                  <a:gd name="T1" fmla="*/ 0 h 17"/>
                  <a:gd name="T2" fmla="*/ 0 w 51"/>
                  <a:gd name="T3" fmla="*/ 0 h 17"/>
                  <a:gd name="T4" fmla="*/ 0 w 51"/>
                  <a:gd name="T5" fmla="*/ 0 h 17"/>
                  <a:gd name="T6" fmla="*/ 0 w 5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1"/>
                  <a:gd name="T13" fmla="*/ 0 h 17"/>
                  <a:gd name="T14" fmla="*/ 51 w 5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1" h="17">
                    <a:moveTo>
                      <a:pt x="14" y="0"/>
                    </a:moveTo>
                    <a:lnTo>
                      <a:pt x="51" y="17"/>
                    </a:lnTo>
                    <a:lnTo>
                      <a:pt x="0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5" name="Freeform 152">
                <a:extLst>
                  <a:ext uri="{FF2B5EF4-FFF2-40B4-BE49-F238E27FC236}">
                    <a16:creationId xmlns:a16="http://schemas.microsoft.com/office/drawing/2014/main" id="{7D4AFB5B-46AD-B444-BEAF-D78950B50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23"/>
                <a:ext cx="39" cy="18"/>
              </a:xfrm>
              <a:custGeom>
                <a:avLst/>
                <a:gdLst>
                  <a:gd name="T0" fmla="*/ 0 w 310"/>
                  <a:gd name="T1" fmla="*/ 0 h 140"/>
                  <a:gd name="T2" fmla="*/ 0 w 310"/>
                  <a:gd name="T3" fmla="*/ 0 h 140"/>
                  <a:gd name="T4" fmla="*/ 0 w 310"/>
                  <a:gd name="T5" fmla="*/ 0 h 140"/>
                  <a:gd name="T6" fmla="*/ 0 w 310"/>
                  <a:gd name="T7" fmla="*/ 0 h 140"/>
                  <a:gd name="T8" fmla="*/ 0 w 310"/>
                  <a:gd name="T9" fmla="*/ 0 h 140"/>
                  <a:gd name="T10" fmla="*/ 0 w 310"/>
                  <a:gd name="T11" fmla="*/ 0 h 140"/>
                  <a:gd name="T12" fmla="*/ 0 w 310"/>
                  <a:gd name="T13" fmla="*/ 0 h 140"/>
                  <a:gd name="T14" fmla="*/ 0 w 310"/>
                  <a:gd name="T15" fmla="*/ 0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0"/>
                  <a:gd name="T25" fmla="*/ 0 h 140"/>
                  <a:gd name="T26" fmla="*/ 310 w 310"/>
                  <a:gd name="T27" fmla="*/ 140 h 14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0" h="140">
                    <a:moveTo>
                      <a:pt x="0" y="28"/>
                    </a:moveTo>
                    <a:lnTo>
                      <a:pt x="93" y="0"/>
                    </a:lnTo>
                    <a:lnTo>
                      <a:pt x="238" y="57"/>
                    </a:lnTo>
                    <a:lnTo>
                      <a:pt x="310" y="140"/>
                    </a:lnTo>
                    <a:lnTo>
                      <a:pt x="244" y="74"/>
                    </a:lnTo>
                    <a:lnTo>
                      <a:pt x="145" y="28"/>
                    </a:lnTo>
                    <a:lnTo>
                      <a:pt x="81" y="2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6" name="Freeform 153">
                <a:extLst>
                  <a:ext uri="{FF2B5EF4-FFF2-40B4-BE49-F238E27FC236}">
                    <a16:creationId xmlns:a16="http://schemas.microsoft.com/office/drawing/2014/main" id="{020582F9-1DF5-ED47-AF33-D2ED8519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28"/>
                <a:ext cx="30" cy="8"/>
              </a:xfrm>
              <a:custGeom>
                <a:avLst/>
                <a:gdLst>
                  <a:gd name="T0" fmla="*/ 0 w 245"/>
                  <a:gd name="T1" fmla="*/ 0 h 64"/>
                  <a:gd name="T2" fmla="*/ 0 w 245"/>
                  <a:gd name="T3" fmla="*/ 0 h 64"/>
                  <a:gd name="T4" fmla="*/ 0 w 245"/>
                  <a:gd name="T5" fmla="*/ 0 h 64"/>
                  <a:gd name="T6" fmla="*/ 0 w 245"/>
                  <a:gd name="T7" fmla="*/ 0 h 64"/>
                  <a:gd name="T8" fmla="*/ 0 w 245"/>
                  <a:gd name="T9" fmla="*/ 0 h 64"/>
                  <a:gd name="T10" fmla="*/ 0 w 245"/>
                  <a:gd name="T11" fmla="*/ 0 h 64"/>
                  <a:gd name="T12" fmla="*/ 0 w 245"/>
                  <a:gd name="T13" fmla="*/ 0 h 64"/>
                  <a:gd name="T14" fmla="*/ 0 w 245"/>
                  <a:gd name="T15" fmla="*/ 0 h 64"/>
                  <a:gd name="T16" fmla="*/ 0 w 245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"/>
                  <a:gd name="T28" fmla="*/ 0 h 64"/>
                  <a:gd name="T29" fmla="*/ 245 w 245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" h="64">
                    <a:moveTo>
                      <a:pt x="0" y="64"/>
                    </a:moveTo>
                    <a:lnTo>
                      <a:pt x="86" y="31"/>
                    </a:lnTo>
                    <a:lnTo>
                      <a:pt x="157" y="18"/>
                    </a:lnTo>
                    <a:lnTo>
                      <a:pt x="218" y="18"/>
                    </a:lnTo>
                    <a:lnTo>
                      <a:pt x="245" y="35"/>
                    </a:lnTo>
                    <a:lnTo>
                      <a:pt x="229" y="0"/>
                    </a:lnTo>
                    <a:lnTo>
                      <a:pt x="168" y="0"/>
                    </a:lnTo>
                    <a:lnTo>
                      <a:pt x="69" y="18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7" name="Freeform 154">
                <a:extLst>
                  <a:ext uri="{FF2B5EF4-FFF2-40B4-BE49-F238E27FC236}">
                    <a16:creationId xmlns:a16="http://schemas.microsoft.com/office/drawing/2014/main" id="{53FD9297-5254-5D48-92A1-1B3067931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584"/>
                <a:ext cx="25" cy="13"/>
              </a:xfrm>
              <a:custGeom>
                <a:avLst/>
                <a:gdLst>
                  <a:gd name="T0" fmla="*/ 0 w 207"/>
                  <a:gd name="T1" fmla="*/ 0 h 103"/>
                  <a:gd name="T2" fmla="*/ 0 w 207"/>
                  <a:gd name="T3" fmla="*/ 0 h 103"/>
                  <a:gd name="T4" fmla="*/ 0 w 207"/>
                  <a:gd name="T5" fmla="*/ 0 h 103"/>
                  <a:gd name="T6" fmla="*/ 0 w 207"/>
                  <a:gd name="T7" fmla="*/ 0 h 103"/>
                  <a:gd name="T8" fmla="*/ 0 w 207"/>
                  <a:gd name="T9" fmla="*/ 0 h 103"/>
                  <a:gd name="T10" fmla="*/ 0 w 207"/>
                  <a:gd name="T11" fmla="*/ 0 h 103"/>
                  <a:gd name="T12" fmla="*/ 0 w 207"/>
                  <a:gd name="T13" fmla="*/ 0 h 103"/>
                  <a:gd name="T14" fmla="*/ 0 w 207"/>
                  <a:gd name="T15" fmla="*/ 0 h 103"/>
                  <a:gd name="T16" fmla="*/ 0 w 207"/>
                  <a:gd name="T17" fmla="*/ 0 h 103"/>
                  <a:gd name="T18" fmla="*/ 0 w 207"/>
                  <a:gd name="T19" fmla="*/ 0 h 103"/>
                  <a:gd name="T20" fmla="*/ 0 w 207"/>
                  <a:gd name="T21" fmla="*/ 0 h 103"/>
                  <a:gd name="T22" fmla="*/ 0 w 207"/>
                  <a:gd name="T23" fmla="*/ 0 h 103"/>
                  <a:gd name="T24" fmla="*/ 0 w 207"/>
                  <a:gd name="T25" fmla="*/ 0 h 103"/>
                  <a:gd name="T26" fmla="*/ 0 w 207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7"/>
                  <a:gd name="T43" fmla="*/ 0 h 103"/>
                  <a:gd name="T44" fmla="*/ 207 w 207"/>
                  <a:gd name="T45" fmla="*/ 103 h 10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7" h="103">
                    <a:moveTo>
                      <a:pt x="207" y="38"/>
                    </a:moveTo>
                    <a:lnTo>
                      <a:pt x="152" y="73"/>
                    </a:lnTo>
                    <a:lnTo>
                      <a:pt x="130" y="66"/>
                    </a:lnTo>
                    <a:lnTo>
                      <a:pt x="101" y="38"/>
                    </a:lnTo>
                    <a:lnTo>
                      <a:pt x="58" y="29"/>
                    </a:lnTo>
                    <a:lnTo>
                      <a:pt x="11" y="22"/>
                    </a:lnTo>
                    <a:lnTo>
                      <a:pt x="11" y="0"/>
                    </a:lnTo>
                    <a:lnTo>
                      <a:pt x="0" y="22"/>
                    </a:lnTo>
                    <a:lnTo>
                      <a:pt x="11" y="38"/>
                    </a:lnTo>
                    <a:lnTo>
                      <a:pt x="67" y="57"/>
                    </a:lnTo>
                    <a:lnTo>
                      <a:pt x="125" y="103"/>
                    </a:lnTo>
                    <a:lnTo>
                      <a:pt x="148" y="103"/>
                    </a:lnTo>
                    <a:lnTo>
                      <a:pt x="207" y="66"/>
                    </a:lnTo>
                    <a:lnTo>
                      <a:pt x="20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8" name="Freeform 155">
                <a:extLst>
                  <a:ext uri="{FF2B5EF4-FFF2-40B4-BE49-F238E27FC236}">
                    <a16:creationId xmlns:a16="http://schemas.microsoft.com/office/drawing/2014/main" id="{B0B89607-555B-7D4C-9B3F-5653115E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38"/>
                <a:ext cx="7" cy="22"/>
              </a:xfrm>
              <a:custGeom>
                <a:avLst/>
                <a:gdLst>
                  <a:gd name="T0" fmla="*/ 0 w 57"/>
                  <a:gd name="T1" fmla="*/ 0 h 172"/>
                  <a:gd name="T2" fmla="*/ 0 w 57"/>
                  <a:gd name="T3" fmla="*/ 0 h 172"/>
                  <a:gd name="T4" fmla="*/ 0 w 57"/>
                  <a:gd name="T5" fmla="*/ 0 h 172"/>
                  <a:gd name="T6" fmla="*/ 0 w 57"/>
                  <a:gd name="T7" fmla="*/ 0 h 172"/>
                  <a:gd name="T8" fmla="*/ 0 w 57"/>
                  <a:gd name="T9" fmla="*/ 0 h 172"/>
                  <a:gd name="T10" fmla="*/ 0 w 57"/>
                  <a:gd name="T11" fmla="*/ 0 h 172"/>
                  <a:gd name="T12" fmla="*/ 0 w 57"/>
                  <a:gd name="T13" fmla="*/ 0 h 172"/>
                  <a:gd name="T14" fmla="*/ 0 w 57"/>
                  <a:gd name="T15" fmla="*/ 0 h 172"/>
                  <a:gd name="T16" fmla="*/ 0 w 57"/>
                  <a:gd name="T17" fmla="*/ 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72"/>
                  <a:gd name="T29" fmla="*/ 57 w 57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72">
                    <a:moveTo>
                      <a:pt x="57" y="0"/>
                    </a:moveTo>
                    <a:lnTo>
                      <a:pt x="15" y="51"/>
                    </a:lnTo>
                    <a:lnTo>
                      <a:pt x="0" y="106"/>
                    </a:lnTo>
                    <a:lnTo>
                      <a:pt x="4" y="141"/>
                    </a:lnTo>
                    <a:lnTo>
                      <a:pt x="33" y="172"/>
                    </a:lnTo>
                    <a:lnTo>
                      <a:pt x="15" y="134"/>
                    </a:lnTo>
                    <a:lnTo>
                      <a:pt x="15" y="95"/>
                    </a:lnTo>
                    <a:lnTo>
                      <a:pt x="28" y="4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19" name="Freeform 156">
                <a:extLst>
                  <a:ext uri="{FF2B5EF4-FFF2-40B4-BE49-F238E27FC236}">
                    <a16:creationId xmlns:a16="http://schemas.microsoft.com/office/drawing/2014/main" id="{A4D34A5F-6BF8-DD4C-9655-50E8496E2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41"/>
                <a:ext cx="10" cy="9"/>
              </a:xfrm>
              <a:custGeom>
                <a:avLst/>
                <a:gdLst>
                  <a:gd name="T0" fmla="*/ 0 w 81"/>
                  <a:gd name="T1" fmla="*/ 0 h 74"/>
                  <a:gd name="T2" fmla="*/ 0 w 81"/>
                  <a:gd name="T3" fmla="*/ 0 h 74"/>
                  <a:gd name="T4" fmla="*/ 0 w 81"/>
                  <a:gd name="T5" fmla="*/ 0 h 74"/>
                  <a:gd name="T6" fmla="*/ 0 w 81"/>
                  <a:gd name="T7" fmla="*/ 0 h 74"/>
                  <a:gd name="T8" fmla="*/ 0 w 81"/>
                  <a:gd name="T9" fmla="*/ 0 h 74"/>
                  <a:gd name="T10" fmla="*/ 0 w 81"/>
                  <a:gd name="T11" fmla="*/ 0 h 74"/>
                  <a:gd name="T12" fmla="*/ 0 w 81"/>
                  <a:gd name="T13" fmla="*/ 0 h 74"/>
                  <a:gd name="T14" fmla="*/ 0 w 81"/>
                  <a:gd name="T15" fmla="*/ 0 h 74"/>
                  <a:gd name="T16" fmla="*/ 0 w 81"/>
                  <a:gd name="T17" fmla="*/ 0 h 74"/>
                  <a:gd name="T18" fmla="*/ 0 w 81"/>
                  <a:gd name="T19" fmla="*/ 0 h 74"/>
                  <a:gd name="T20" fmla="*/ 0 w 81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1"/>
                  <a:gd name="T34" fmla="*/ 0 h 74"/>
                  <a:gd name="T35" fmla="*/ 81 w 81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1" h="74">
                    <a:moveTo>
                      <a:pt x="0" y="6"/>
                    </a:moveTo>
                    <a:lnTo>
                      <a:pt x="6" y="57"/>
                    </a:lnTo>
                    <a:lnTo>
                      <a:pt x="30" y="74"/>
                    </a:lnTo>
                    <a:lnTo>
                      <a:pt x="57" y="74"/>
                    </a:lnTo>
                    <a:lnTo>
                      <a:pt x="72" y="39"/>
                    </a:lnTo>
                    <a:lnTo>
                      <a:pt x="81" y="17"/>
                    </a:lnTo>
                    <a:lnTo>
                      <a:pt x="57" y="32"/>
                    </a:lnTo>
                    <a:lnTo>
                      <a:pt x="37" y="50"/>
                    </a:lnTo>
                    <a:lnTo>
                      <a:pt x="30" y="39"/>
                    </a:lnTo>
                    <a:lnTo>
                      <a:pt x="3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0" name="Freeform 157">
                <a:extLst>
                  <a:ext uri="{FF2B5EF4-FFF2-40B4-BE49-F238E27FC236}">
                    <a16:creationId xmlns:a16="http://schemas.microsoft.com/office/drawing/2014/main" id="{F38EA298-5276-B94C-BAAC-883978C76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5"/>
                <a:ext cx="11" cy="8"/>
              </a:xfrm>
              <a:custGeom>
                <a:avLst/>
                <a:gdLst>
                  <a:gd name="T0" fmla="*/ 0 w 92"/>
                  <a:gd name="T1" fmla="*/ 0 h 64"/>
                  <a:gd name="T2" fmla="*/ 0 w 92"/>
                  <a:gd name="T3" fmla="*/ 0 h 64"/>
                  <a:gd name="T4" fmla="*/ 0 w 92"/>
                  <a:gd name="T5" fmla="*/ 0 h 64"/>
                  <a:gd name="T6" fmla="*/ 0 w 92"/>
                  <a:gd name="T7" fmla="*/ 0 h 64"/>
                  <a:gd name="T8" fmla="*/ 0 w 92"/>
                  <a:gd name="T9" fmla="*/ 0 h 64"/>
                  <a:gd name="T10" fmla="*/ 0 w 92"/>
                  <a:gd name="T11" fmla="*/ 0 h 64"/>
                  <a:gd name="T12" fmla="*/ 0 w 92"/>
                  <a:gd name="T13" fmla="*/ 0 h 64"/>
                  <a:gd name="T14" fmla="*/ 0 w 92"/>
                  <a:gd name="T15" fmla="*/ 0 h 64"/>
                  <a:gd name="T16" fmla="*/ 0 w 92"/>
                  <a:gd name="T17" fmla="*/ 0 h 64"/>
                  <a:gd name="T18" fmla="*/ 0 w 92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4"/>
                  <a:gd name="T32" fmla="*/ 92 w 92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4">
                    <a:moveTo>
                      <a:pt x="0" y="12"/>
                    </a:moveTo>
                    <a:lnTo>
                      <a:pt x="5" y="64"/>
                    </a:lnTo>
                    <a:lnTo>
                      <a:pt x="64" y="64"/>
                    </a:lnTo>
                    <a:lnTo>
                      <a:pt x="89" y="35"/>
                    </a:lnTo>
                    <a:lnTo>
                      <a:pt x="92" y="0"/>
                    </a:lnTo>
                    <a:lnTo>
                      <a:pt x="55" y="0"/>
                    </a:lnTo>
                    <a:lnTo>
                      <a:pt x="64" y="31"/>
                    </a:lnTo>
                    <a:lnTo>
                      <a:pt x="41" y="42"/>
                    </a:lnTo>
                    <a:lnTo>
                      <a:pt x="27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1" name="Freeform 158">
                <a:extLst>
                  <a:ext uri="{FF2B5EF4-FFF2-40B4-BE49-F238E27FC236}">
                    <a16:creationId xmlns:a16="http://schemas.microsoft.com/office/drawing/2014/main" id="{290AC562-E5A6-B64D-BC26-77EC3942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05"/>
                <a:ext cx="43" cy="4"/>
              </a:xfrm>
              <a:custGeom>
                <a:avLst/>
                <a:gdLst>
                  <a:gd name="T0" fmla="*/ 0 w 350"/>
                  <a:gd name="T1" fmla="*/ 0 h 31"/>
                  <a:gd name="T2" fmla="*/ 0 w 350"/>
                  <a:gd name="T3" fmla="*/ 0 h 31"/>
                  <a:gd name="T4" fmla="*/ 0 w 350"/>
                  <a:gd name="T5" fmla="*/ 0 h 31"/>
                  <a:gd name="T6" fmla="*/ 0 w 350"/>
                  <a:gd name="T7" fmla="*/ 0 h 31"/>
                  <a:gd name="T8" fmla="*/ 0 w 350"/>
                  <a:gd name="T9" fmla="*/ 0 h 31"/>
                  <a:gd name="T10" fmla="*/ 0 w 350"/>
                  <a:gd name="T11" fmla="*/ 0 h 31"/>
                  <a:gd name="T12" fmla="*/ 0 w 350"/>
                  <a:gd name="T13" fmla="*/ 0 h 31"/>
                  <a:gd name="T14" fmla="*/ 0 w 350"/>
                  <a:gd name="T15" fmla="*/ 0 h 31"/>
                  <a:gd name="T16" fmla="*/ 0 w 350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50"/>
                  <a:gd name="T28" fmla="*/ 0 h 31"/>
                  <a:gd name="T29" fmla="*/ 350 w 35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50" h="31">
                    <a:moveTo>
                      <a:pt x="0" y="5"/>
                    </a:moveTo>
                    <a:lnTo>
                      <a:pt x="111" y="0"/>
                    </a:lnTo>
                    <a:lnTo>
                      <a:pt x="198" y="14"/>
                    </a:lnTo>
                    <a:lnTo>
                      <a:pt x="251" y="5"/>
                    </a:lnTo>
                    <a:lnTo>
                      <a:pt x="350" y="14"/>
                    </a:lnTo>
                    <a:lnTo>
                      <a:pt x="276" y="24"/>
                    </a:lnTo>
                    <a:lnTo>
                      <a:pt x="198" y="31"/>
                    </a:lnTo>
                    <a:lnTo>
                      <a:pt x="46" y="1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2" name="Freeform 159">
                <a:extLst>
                  <a:ext uri="{FF2B5EF4-FFF2-40B4-BE49-F238E27FC236}">
                    <a16:creationId xmlns:a16="http://schemas.microsoft.com/office/drawing/2014/main" id="{19435BEB-F9B0-1642-B1F4-901F924B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612"/>
                <a:ext cx="29" cy="5"/>
              </a:xfrm>
              <a:custGeom>
                <a:avLst/>
                <a:gdLst>
                  <a:gd name="T0" fmla="*/ 0 w 233"/>
                  <a:gd name="T1" fmla="*/ 0 h 42"/>
                  <a:gd name="T2" fmla="*/ 0 w 233"/>
                  <a:gd name="T3" fmla="*/ 0 h 42"/>
                  <a:gd name="T4" fmla="*/ 0 w 233"/>
                  <a:gd name="T5" fmla="*/ 0 h 42"/>
                  <a:gd name="T6" fmla="*/ 0 w 233"/>
                  <a:gd name="T7" fmla="*/ 0 h 42"/>
                  <a:gd name="T8" fmla="*/ 0 w 233"/>
                  <a:gd name="T9" fmla="*/ 0 h 42"/>
                  <a:gd name="T10" fmla="*/ 0 w 233"/>
                  <a:gd name="T11" fmla="*/ 0 h 42"/>
                  <a:gd name="T12" fmla="*/ 0 w 23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3"/>
                  <a:gd name="T22" fmla="*/ 0 h 42"/>
                  <a:gd name="T23" fmla="*/ 233 w 233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3" h="42">
                    <a:moveTo>
                      <a:pt x="0" y="0"/>
                    </a:moveTo>
                    <a:lnTo>
                      <a:pt x="60" y="35"/>
                    </a:lnTo>
                    <a:lnTo>
                      <a:pt x="159" y="42"/>
                    </a:lnTo>
                    <a:lnTo>
                      <a:pt x="233" y="7"/>
                    </a:lnTo>
                    <a:lnTo>
                      <a:pt x="164" y="24"/>
                    </a:lnTo>
                    <a:lnTo>
                      <a:pt x="7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3" name="Freeform 160">
                <a:extLst>
                  <a:ext uri="{FF2B5EF4-FFF2-40B4-BE49-F238E27FC236}">
                    <a16:creationId xmlns:a16="http://schemas.microsoft.com/office/drawing/2014/main" id="{51F33AD4-136C-E749-99C2-D9A14B95B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28"/>
                <a:ext cx="75" cy="64"/>
              </a:xfrm>
              <a:custGeom>
                <a:avLst/>
                <a:gdLst>
                  <a:gd name="T0" fmla="*/ 0 w 595"/>
                  <a:gd name="T1" fmla="*/ 0 h 512"/>
                  <a:gd name="T2" fmla="*/ 0 w 595"/>
                  <a:gd name="T3" fmla="*/ 0 h 512"/>
                  <a:gd name="T4" fmla="*/ 0 w 595"/>
                  <a:gd name="T5" fmla="*/ 0 h 512"/>
                  <a:gd name="T6" fmla="*/ 0 w 595"/>
                  <a:gd name="T7" fmla="*/ 0 h 512"/>
                  <a:gd name="T8" fmla="*/ 0 w 595"/>
                  <a:gd name="T9" fmla="*/ 0 h 512"/>
                  <a:gd name="T10" fmla="*/ 0 w 595"/>
                  <a:gd name="T11" fmla="*/ 0 h 512"/>
                  <a:gd name="T12" fmla="*/ 0 w 595"/>
                  <a:gd name="T13" fmla="*/ 0 h 512"/>
                  <a:gd name="T14" fmla="*/ 0 w 595"/>
                  <a:gd name="T15" fmla="*/ 0 h 512"/>
                  <a:gd name="T16" fmla="*/ 0 w 595"/>
                  <a:gd name="T17" fmla="*/ 0 h 512"/>
                  <a:gd name="T18" fmla="*/ 0 w 595"/>
                  <a:gd name="T19" fmla="*/ 0 h 512"/>
                  <a:gd name="T20" fmla="*/ 0 w 595"/>
                  <a:gd name="T21" fmla="*/ 0 h 512"/>
                  <a:gd name="T22" fmla="*/ 0 w 595"/>
                  <a:gd name="T23" fmla="*/ 0 h 512"/>
                  <a:gd name="T24" fmla="*/ 0 w 595"/>
                  <a:gd name="T25" fmla="*/ 0 h 512"/>
                  <a:gd name="T26" fmla="*/ 0 w 595"/>
                  <a:gd name="T27" fmla="*/ 0 h 512"/>
                  <a:gd name="T28" fmla="*/ 0 w 595"/>
                  <a:gd name="T29" fmla="*/ 0 h 512"/>
                  <a:gd name="T30" fmla="*/ 0 w 595"/>
                  <a:gd name="T31" fmla="*/ 0 h 512"/>
                  <a:gd name="T32" fmla="*/ 0 w 595"/>
                  <a:gd name="T33" fmla="*/ 0 h 512"/>
                  <a:gd name="T34" fmla="*/ 0 w 595"/>
                  <a:gd name="T35" fmla="*/ 0 h 512"/>
                  <a:gd name="T36" fmla="*/ 0 w 595"/>
                  <a:gd name="T37" fmla="*/ 0 h 512"/>
                  <a:gd name="T38" fmla="*/ 0 w 595"/>
                  <a:gd name="T39" fmla="*/ 0 h 512"/>
                  <a:gd name="T40" fmla="*/ 0 w 595"/>
                  <a:gd name="T41" fmla="*/ 0 h 512"/>
                  <a:gd name="T42" fmla="*/ 0 w 595"/>
                  <a:gd name="T43" fmla="*/ 0 h 512"/>
                  <a:gd name="T44" fmla="*/ 0 w 595"/>
                  <a:gd name="T45" fmla="*/ 0 h 512"/>
                  <a:gd name="T46" fmla="*/ 0 w 595"/>
                  <a:gd name="T47" fmla="*/ 0 h 512"/>
                  <a:gd name="T48" fmla="*/ 0 w 595"/>
                  <a:gd name="T49" fmla="*/ 0 h 512"/>
                  <a:gd name="T50" fmla="*/ 0 w 595"/>
                  <a:gd name="T51" fmla="*/ 0 h 512"/>
                  <a:gd name="T52" fmla="*/ 0 w 595"/>
                  <a:gd name="T53" fmla="*/ 0 h 512"/>
                  <a:gd name="T54" fmla="*/ 0 w 595"/>
                  <a:gd name="T55" fmla="*/ 0 h 5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95"/>
                  <a:gd name="T85" fmla="*/ 0 h 512"/>
                  <a:gd name="T86" fmla="*/ 595 w 595"/>
                  <a:gd name="T87" fmla="*/ 512 h 51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95" h="512">
                    <a:moveTo>
                      <a:pt x="97" y="215"/>
                    </a:moveTo>
                    <a:lnTo>
                      <a:pt x="120" y="122"/>
                    </a:lnTo>
                    <a:lnTo>
                      <a:pt x="305" y="0"/>
                    </a:lnTo>
                    <a:lnTo>
                      <a:pt x="498" y="68"/>
                    </a:lnTo>
                    <a:lnTo>
                      <a:pt x="395" y="68"/>
                    </a:lnTo>
                    <a:lnTo>
                      <a:pt x="514" y="209"/>
                    </a:lnTo>
                    <a:lnTo>
                      <a:pt x="569" y="191"/>
                    </a:lnTo>
                    <a:lnTo>
                      <a:pt x="525" y="96"/>
                    </a:lnTo>
                    <a:lnTo>
                      <a:pt x="595" y="209"/>
                    </a:lnTo>
                    <a:lnTo>
                      <a:pt x="551" y="261"/>
                    </a:lnTo>
                    <a:lnTo>
                      <a:pt x="595" y="503"/>
                    </a:lnTo>
                    <a:lnTo>
                      <a:pt x="533" y="512"/>
                    </a:lnTo>
                    <a:lnTo>
                      <a:pt x="464" y="494"/>
                    </a:lnTo>
                    <a:lnTo>
                      <a:pt x="542" y="486"/>
                    </a:lnTo>
                    <a:lnTo>
                      <a:pt x="475" y="329"/>
                    </a:lnTo>
                    <a:lnTo>
                      <a:pt x="351" y="200"/>
                    </a:lnTo>
                    <a:lnTo>
                      <a:pt x="489" y="311"/>
                    </a:lnTo>
                    <a:lnTo>
                      <a:pt x="542" y="424"/>
                    </a:lnTo>
                    <a:lnTo>
                      <a:pt x="510" y="244"/>
                    </a:lnTo>
                    <a:lnTo>
                      <a:pt x="305" y="41"/>
                    </a:lnTo>
                    <a:lnTo>
                      <a:pt x="261" y="122"/>
                    </a:lnTo>
                    <a:lnTo>
                      <a:pt x="305" y="173"/>
                    </a:lnTo>
                    <a:lnTo>
                      <a:pt x="228" y="173"/>
                    </a:lnTo>
                    <a:lnTo>
                      <a:pt x="323" y="306"/>
                    </a:lnTo>
                    <a:lnTo>
                      <a:pt x="191" y="209"/>
                    </a:lnTo>
                    <a:lnTo>
                      <a:pt x="0" y="373"/>
                    </a:lnTo>
                    <a:lnTo>
                      <a:pt x="17" y="253"/>
                    </a:lnTo>
                    <a:lnTo>
                      <a:pt x="97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4" name="Freeform 161">
                <a:extLst>
                  <a:ext uri="{FF2B5EF4-FFF2-40B4-BE49-F238E27FC236}">
                    <a16:creationId xmlns:a16="http://schemas.microsoft.com/office/drawing/2014/main" id="{C2D77F36-D6AD-734F-A0BC-1A1AA3ED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70"/>
                <a:ext cx="53" cy="66"/>
              </a:xfrm>
              <a:custGeom>
                <a:avLst/>
                <a:gdLst>
                  <a:gd name="T0" fmla="*/ 0 w 417"/>
                  <a:gd name="T1" fmla="*/ 0 h 531"/>
                  <a:gd name="T2" fmla="*/ 0 w 417"/>
                  <a:gd name="T3" fmla="*/ 0 h 531"/>
                  <a:gd name="T4" fmla="*/ 0 w 417"/>
                  <a:gd name="T5" fmla="*/ 0 h 531"/>
                  <a:gd name="T6" fmla="*/ 0 w 417"/>
                  <a:gd name="T7" fmla="*/ 0 h 531"/>
                  <a:gd name="T8" fmla="*/ 0 w 417"/>
                  <a:gd name="T9" fmla="*/ 0 h 531"/>
                  <a:gd name="T10" fmla="*/ 0 w 417"/>
                  <a:gd name="T11" fmla="*/ 0 h 531"/>
                  <a:gd name="T12" fmla="*/ 0 w 417"/>
                  <a:gd name="T13" fmla="*/ 0 h 531"/>
                  <a:gd name="T14" fmla="*/ 0 w 417"/>
                  <a:gd name="T15" fmla="*/ 0 h 531"/>
                  <a:gd name="T16" fmla="*/ 0 w 417"/>
                  <a:gd name="T17" fmla="*/ 0 h 531"/>
                  <a:gd name="T18" fmla="*/ 0 w 417"/>
                  <a:gd name="T19" fmla="*/ 0 h 531"/>
                  <a:gd name="T20" fmla="*/ 0 w 417"/>
                  <a:gd name="T21" fmla="*/ 0 h 531"/>
                  <a:gd name="T22" fmla="*/ 0 w 417"/>
                  <a:gd name="T23" fmla="*/ 0 h 531"/>
                  <a:gd name="T24" fmla="*/ 0 w 417"/>
                  <a:gd name="T25" fmla="*/ 0 h 531"/>
                  <a:gd name="T26" fmla="*/ 0 w 417"/>
                  <a:gd name="T27" fmla="*/ 0 h 531"/>
                  <a:gd name="T28" fmla="*/ 0 w 417"/>
                  <a:gd name="T29" fmla="*/ 0 h 531"/>
                  <a:gd name="T30" fmla="*/ 0 w 417"/>
                  <a:gd name="T31" fmla="*/ 0 h 531"/>
                  <a:gd name="T32" fmla="*/ 0 w 417"/>
                  <a:gd name="T33" fmla="*/ 0 h 531"/>
                  <a:gd name="T34" fmla="*/ 0 w 417"/>
                  <a:gd name="T35" fmla="*/ 0 h 531"/>
                  <a:gd name="T36" fmla="*/ 0 w 417"/>
                  <a:gd name="T37" fmla="*/ 0 h 531"/>
                  <a:gd name="T38" fmla="*/ 0 w 417"/>
                  <a:gd name="T39" fmla="*/ 0 h 531"/>
                  <a:gd name="T40" fmla="*/ 0 w 417"/>
                  <a:gd name="T41" fmla="*/ 0 h 531"/>
                  <a:gd name="T42" fmla="*/ 0 w 417"/>
                  <a:gd name="T43" fmla="*/ 0 h 531"/>
                  <a:gd name="T44" fmla="*/ 0 w 417"/>
                  <a:gd name="T45" fmla="*/ 0 h 531"/>
                  <a:gd name="T46" fmla="*/ 0 w 417"/>
                  <a:gd name="T47" fmla="*/ 0 h 531"/>
                  <a:gd name="T48" fmla="*/ 0 w 417"/>
                  <a:gd name="T49" fmla="*/ 0 h 531"/>
                  <a:gd name="T50" fmla="*/ 0 w 417"/>
                  <a:gd name="T51" fmla="*/ 0 h 531"/>
                  <a:gd name="T52" fmla="*/ 0 w 417"/>
                  <a:gd name="T53" fmla="*/ 0 h 531"/>
                  <a:gd name="T54" fmla="*/ 0 w 417"/>
                  <a:gd name="T55" fmla="*/ 0 h 531"/>
                  <a:gd name="T56" fmla="*/ 0 w 417"/>
                  <a:gd name="T57" fmla="*/ 0 h 531"/>
                  <a:gd name="T58" fmla="*/ 0 w 417"/>
                  <a:gd name="T59" fmla="*/ 0 h 5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17"/>
                  <a:gd name="T91" fmla="*/ 0 h 531"/>
                  <a:gd name="T92" fmla="*/ 417 w 417"/>
                  <a:gd name="T93" fmla="*/ 531 h 53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17" h="531">
                    <a:moveTo>
                      <a:pt x="351" y="198"/>
                    </a:moveTo>
                    <a:lnTo>
                      <a:pt x="307" y="183"/>
                    </a:lnTo>
                    <a:lnTo>
                      <a:pt x="254" y="114"/>
                    </a:lnTo>
                    <a:lnTo>
                      <a:pt x="208" y="114"/>
                    </a:lnTo>
                    <a:lnTo>
                      <a:pt x="146" y="62"/>
                    </a:lnTo>
                    <a:lnTo>
                      <a:pt x="146" y="104"/>
                    </a:lnTo>
                    <a:lnTo>
                      <a:pt x="94" y="114"/>
                    </a:lnTo>
                    <a:lnTo>
                      <a:pt x="44" y="53"/>
                    </a:lnTo>
                    <a:lnTo>
                      <a:pt x="72" y="132"/>
                    </a:lnTo>
                    <a:lnTo>
                      <a:pt x="0" y="132"/>
                    </a:lnTo>
                    <a:lnTo>
                      <a:pt x="87" y="189"/>
                    </a:lnTo>
                    <a:lnTo>
                      <a:pt x="78" y="270"/>
                    </a:lnTo>
                    <a:lnTo>
                      <a:pt x="131" y="383"/>
                    </a:lnTo>
                    <a:lnTo>
                      <a:pt x="131" y="305"/>
                    </a:lnTo>
                    <a:lnTo>
                      <a:pt x="164" y="279"/>
                    </a:lnTo>
                    <a:lnTo>
                      <a:pt x="182" y="321"/>
                    </a:lnTo>
                    <a:lnTo>
                      <a:pt x="219" y="288"/>
                    </a:lnTo>
                    <a:lnTo>
                      <a:pt x="272" y="288"/>
                    </a:lnTo>
                    <a:lnTo>
                      <a:pt x="340" y="347"/>
                    </a:lnTo>
                    <a:lnTo>
                      <a:pt x="332" y="436"/>
                    </a:lnTo>
                    <a:lnTo>
                      <a:pt x="291" y="531"/>
                    </a:lnTo>
                    <a:lnTo>
                      <a:pt x="383" y="383"/>
                    </a:lnTo>
                    <a:lnTo>
                      <a:pt x="413" y="288"/>
                    </a:lnTo>
                    <a:lnTo>
                      <a:pt x="417" y="156"/>
                    </a:lnTo>
                    <a:lnTo>
                      <a:pt x="383" y="156"/>
                    </a:lnTo>
                    <a:lnTo>
                      <a:pt x="323" y="42"/>
                    </a:lnTo>
                    <a:lnTo>
                      <a:pt x="261" y="0"/>
                    </a:lnTo>
                    <a:lnTo>
                      <a:pt x="314" y="77"/>
                    </a:lnTo>
                    <a:lnTo>
                      <a:pt x="351" y="148"/>
                    </a:lnTo>
                    <a:lnTo>
                      <a:pt x="351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5" name="Freeform 162">
                <a:extLst>
                  <a:ext uri="{FF2B5EF4-FFF2-40B4-BE49-F238E27FC236}">
                    <a16:creationId xmlns:a16="http://schemas.microsoft.com/office/drawing/2014/main" id="{DC28B0A5-8BC0-B842-9226-4407171A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679"/>
                <a:ext cx="214" cy="306"/>
              </a:xfrm>
              <a:custGeom>
                <a:avLst/>
                <a:gdLst>
                  <a:gd name="T0" fmla="*/ 0 w 1712"/>
                  <a:gd name="T1" fmla="*/ 0 h 2448"/>
                  <a:gd name="T2" fmla="*/ 0 w 1712"/>
                  <a:gd name="T3" fmla="*/ 0 h 2448"/>
                  <a:gd name="T4" fmla="*/ 0 w 1712"/>
                  <a:gd name="T5" fmla="*/ 0 h 2448"/>
                  <a:gd name="T6" fmla="*/ 0 w 1712"/>
                  <a:gd name="T7" fmla="*/ 0 h 2448"/>
                  <a:gd name="T8" fmla="*/ 0 w 1712"/>
                  <a:gd name="T9" fmla="*/ 0 h 2448"/>
                  <a:gd name="T10" fmla="*/ 0 w 1712"/>
                  <a:gd name="T11" fmla="*/ 0 h 2448"/>
                  <a:gd name="T12" fmla="*/ 0 w 1712"/>
                  <a:gd name="T13" fmla="*/ 0 h 2448"/>
                  <a:gd name="T14" fmla="*/ 0 w 1712"/>
                  <a:gd name="T15" fmla="*/ 0 h 2448"/>
                  <a:gd name="T16" fmla="*/ 0 w 1712"/>
                  <a:gd name="T17" fmla="*/ 0 h 2448"/>
                  <a:gd name="T18" fmla="*/ 0 w 1712"/>
                  <a:gd name="T19" fmla="*/ 0 h 2448"/>
                  <a:gd name="T20" fmla="*/ 0 w 1712"/>
                  <a:gd name="T21" fmla="*/ 0 h 2448"/>
                  <a:gd name="T22" fmla="*/ 0 w 1712"/>
                  <a:gd name="T23" fmla="*/ 0 h 2448"/>
                  <a:gd name="T24" fmla="*/ 0 w 1712"/>
                  <a:gd name="T25" fmla="*/ 0 h 2448"/>
                  <a:gd name="T26" fmla="*/ 0 w 1712"/>
                  <a:gd name="T27" fmla="*/ 0 h 2448"/>
                  <a:gd name="T28" fmla="*/ 0 w 1712"/>
                  <a:gd name="T29" fmla="*/ 0 h 2448"/>
                  <a:gd name="T30" fmla="*/ 0 w 1712"/>
                  <a:gd name="T31" fmla="*/ 0 h 2448"/>
                  <a:gd name="T32" fmla="*/ 0 w 1712"/>
                  <a:gd name="T33" fmla="*/ 0 h 2448"/>
                  <a:gd name="T34" fmla="*/ 0 w 1712"/>
                  <a:gd name="T35" fmla="*/ 0 h 2448"/>
                  <a:gd name="T36" fmla="*/ 0 w 1712"/>
                  <a:gd name="T37" fmla="*/ 0 h 2448"/>
                  <a:gd name="T38" fmla="*/ 0 w 1712"/>
                  <a:gd name="T39" fmla="*/ 0 h 2448"/>
                  <a:gd name="T40" fmla="*/ 0 w 1712"/>
                  <a:gd name="T41" fmla="*/ 0 h 2448"/>
                  <a:gd name="T42" fmla="*/ 0 w 1712"/>
                  <a:gd name="T43" fmla="*/ 0 h 2448"/>
                  <a:gd name="T44" fmla="*/ 0 w 1712"/>
                  <a:gd name="T45" fmla="*/ 0 h 2448"/>
                  <a:gd name="T46" fmla="*/ 0 w 1712"/>
                  <a:gd name="T47" fmla="*/ 0 h 2448"/>
                  <a:gd name="T48" fmla="*/ 0 w 1712"/>
                  <a:gd name="T49" fmla="*/ 0 h 2448"/>
                  <a:gd name="T50" fmla="*/ 0 w 1712"/>
                  <a:gd name="T51" fmla="*/ 0 h 2448"/>
                  <a:gd name="T52" fmla="*/ 0 w 1712"/>
                  <a:gd name="T53" fmla="*/ 0 h 2448"/>
                  <a:gd name="T54" fmla="*/ 0 w 1712"/>
                  <a:gd name="T55" fmla="*/ 0 h 2448"/>
                  <a:gd name="T56" fmla="*/ 0 w 1712"/>
                  <a:gd name="T57" fmla="*/ 0 h 2448"/>
                  <a:gd name="T58" fmla="*/ 0 w 1712"/>
                  <a:gd name="T59" fmla="*/ 0 h 2448"/>
                  <a:gd name="T60" fmla="*/ 0 w 1712"/>
                  <a:gd name="T61" fmla="*/ 0 h 2448"/>
                  <a:gd name="T62" fmla="*/ 0 w 1712"/>
                  <a:gd name="T63" fmla="*/ 0 h 2448"/>
                  <a:gd name="T64" fmla="*/ 0 w 1712"/>
                  <a:gd name="T65" fmla="*/ 0 h 2448"/>
                  <a:gd name="T66" fmla="*/ 0 w 1712"/>
                  <a:gd name="T67" fmla="*/ 0 h 2448"/>
                  <a:gd name="T68" fmla="*/ 0 w 1712"/>
                  <a:gd name="T69" fmla="*/ 0 h 2448"/>
                  <a:gd name="T70" fmla="*/ 0 w 1712"/>
                  <a:gd name="T71" fmla="*/ 0 h 2448"/>
                  <a:gd name="T72" fmla="*/ 0 w 1712"/>
                  <a:gd name="T73" fmla="*/ 0 h 2448"/>
                  <a:gd name="T74" fmla="*/ 0 w 1712"/>
                  <a:gd name="T75" fmla="*/ 0 h 2448"/>
                  <a:gd name="T76" fmla="*/ 0 w 1712"/>
                  <a:gd name="T77" fmla="*/ 0 h 2448"/>
                  <a:gd name="T78" fmla="*/ 0 w 1712"/>
                  <a:gd name="T79" fmla="*/ 0 h 2448"/>
                  <a:gd name="T80" fmla="*/ 0 w 1712"/>
                  <a:gd name="T81" fmla="*/ 0 h 2448"/>
                  <a:gd name="T82" fmla="*/ 0 w 1712"/>
                  <a:gd name="T83" fmla="*/ 0 h 2448"/>
                  <a:gd name="T84" fmla="*/ 0 w 1712"/>
                  <a:gd name="T85" fmla="*/ 0 h 2448"/>
                  <a:gd name="T86" fmla="*/ 0 w 1712"/>
                  <a:gd name="T87" fmla="*/ 0 h 244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12"/>
                  <a:gd name="T133" fmla="*/ 0 h 2448"/>
                  <a:gd name="T134" fmla="*/ 1712 w 1712"/>
                  <a:gd name="T135" fmla="*/ 2448 h 244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12" h="2448">
                    <a:moveTo>
                      <a:pt x="420" y="0"/>
                    </a:moveTo>
                    <a:lnTo>
                      <a:pt x="499" y="424"/>
                    </a:lnTo>
                    <a:lnTo>
                      <a:pt x="522" y="451"/>
                    </a:lnTo>
                    <a:lnTo>
                      <a:pt x="561" y="468"/>
                    </a:lnTo>
                    <a:lnTo>
                      <a:pt x="534" y="495"/>
                    </a:lnTo>
                    <a:lnTo>
                      <a:pt x="483" y="486"/>
                    </a:lnTo>
                    <a:lnTo>
                      <a:pt x="475" y="550"/>
                    </a:lnTo>
                    <a:lnTo>
                      <a:pt x="499" y="599"/>
                    </a:lnTo>
                    <a:lnTo>
                      <a:pt x="540" y="615"/>
                    </a:lnTo>
                    <a:lnTo>
                      <a:pt x="589" y="606"/>
                    </a:lnTo>
                    <a:lnTo>
                      <a:pt x="611" y="479"/>
                    </a:lnTo>
                    <a:lnTo>
                      <a:pt x="663" y="479"/>
                    </a:lnTo>
                    <a:lnTo>
                      <a:pt x="711" y="451"/>
                    </a:lnTo>
                    <a:lnTo>
                      <a:pt x="743" y="398"/>
                    </a:lnTo>
                    <a:lnTo>
                      <a:pt x="743" y="461"/>
                    </a:lnTo>
                    <a:lnTo>
                      <a:pt x="771" y="451"/>
                    </a:lnTo>
                    <a:lnTo>
                      <a:pt x="824" y="424"/>
                    </a:lnTo>
                    <a:lnTo>
                      <a:pt x="798" y="461"/>
                    </a:lnTo>
                    <a:lnTo>
                      <a:pt x="743" y="530"/>
                    </a:lnTo>
                    <a:lnTo>
                      <a:pt x="699" y="650"/>
                    </a:lnTo>
                    <a:lnTo>
                      <a:pt x="909" y="415"/>
                    </a:lnTo>
                    <a:lnTo>
                      <a:pt x="945" y="444"/>
                    </a:lnTo>
                    <a:lnTo>
                      <a:pt x="815" y="798"/>
                    </a:lnTo>
                    <a:lnTo>
                      <a:pt x="824" y="1260"/>
                    </a:lnTo>
                    <a:lnTo>
                      <a:pt x="1172" y="1295"/>
                    </a:lnTo>
                    <a:lnTo>
                      <a:pt x="1331" y="1371"/>
                    </a:lnTo>
                    <a:lnTo>
                      <a:pt x="1417" y="1371"/>
                    </a:lnTo>
                    <a:lnTo>
                      <a:pt x="1460" y="1442"/>
                    </a:lnTo>
                    <a:lnTo>
                      <a:pt x="1172" y="1332"/>
                    </a:lnTo>
                    <a:lnTo>
                      <a:pt x="953" y="1314"/>
                    </a:lnTo>
                    <a:lnTo>
                      <a:pt x="1059" y="1380"/>
                    </a:lnTo>
                    <a:lnTo>
                      <a:pt x="953" y="1380"/>
                    </a:lnTo>
                    <a:lnTo>
                      <a:pt x="798" y="1362"/>
                    </a:lnTo>
                    <a:lnTo>
                      <a:pt x="909" y="1459"/>
                    </a:lnTo>
                    <a:lnTo>
                      <a:pt x="1296" y="1523"/>
                    </a:lnTo>
                    <a:lnTo>
                      <a:pt x="971" y="1493"/>
                    </a:lnTo>
                    <a:lnTo>
                      <a:pt x="1172" y="1611"/>
                    </a:lnTo>
                    <a:lnTo>
                      <a:pt x="1147" y="1636"/>
                    </a:lnTo>
                    <a:lnTo>
                      <a:pt x="875" y="1503"/>
                    </a:lnTo>
                    <a:lnTo>
                      <a:pt x="918" y="1636"/>
                    </a:lnTo>
                    <a:lnTo>
                      <a:pt x="1349" y="1747"/>
                    </a:lnTo>
                    <a:lnTo>
                      <a:pt x="1626" y="1921"/>
                    </a:lnTo>
                    <a:lnTo>
                      <a:pt x="1349" y="1867"/>
                    </a:lnTo>
                    <a:lnTo>
                      <a:pt x="1191" y="1765"/>
                    </a:lnTo>
                    <a:lnTo>
                      <a:pt x="953" y="1701"/>
                    </a:lnTo>
                    <a:lnTo>
                      <a:pt x="1068" y="1826"/>
                    </a:lnTo>
                    <a:lnTo>
                      <a:pt x="1712" y="2049"/>
                    </a:lnTo>
                    <a:lnTo>
                      <a:pt x="1068" y="1867"/>
                    </a:lnTo>
                    <a:lnTo>
                      <a:pt x="884" y="1736"/>
                    </a:lnTo>
                    <a:lnTo>
                      <a:pt x="895" y="1809"/>
                    </a:lnTo>
                    <a:lnTo>
                      <a:pt x="1068" y="1973"/>
                    </a:lnTo>
                    <a:lnTo>
                      <a:pt x="1321" y="2024"/>
                    </a:lnTo>
                    <a:lnTo>
                      <a:pt x="1460" y="2121"/>
                    </a:lnTo>
                    <a:lnTo>
                      <a:pt x="1259" y="2097"/>
                    </a:lnTo>
                    <a:lnTo>
                      <a:pt x="1008" y="1973"/>
                    </a:lnTo>
                    <a:lnTo>
                      <a:pt x="934" y="1982"/>
                    </a:lnTo>
                    <a:lnTo>
                      <a:pt x="971" y="2112"/>
                    </a:lnTo>
                    <a:lnTo>
                      <a:pt x="1033" y="2156"/>
                    </a:lnTo>
                    <a:lnTo>
                      <a:pt x="1349" y="2171"/>
                    </a:lnTo>
                    <a:lnTo>
                      <a:pt x="1024" y="2330"/>
                    </a:lnTo>
                    <a:lnTo>
                      <a:pt x="980" y="2314"/>
                    </a:lnTo>
                    <a:lnTo>
                      <a:pt x="909" y="2084"/>
                    </a:lnTo>
                    <a:lnTo>
                      <a:pt x="831" y="2339"/>
                    </a:lnTo>
                    <a:lnTo>
                      <a:pt x="849" y="2448"/>
                    </a:lnTo>
                    <a:lnTo>
                      <a:pt x="760" y="2354"/>
                    </a:lnTo>
                    <a:lnTo>
                      <a:pt x="895" y="2013"/>
                    </a:lnTo>
                    <a:lnTo>
                      <a:pt x="884" y="1921"/>
                    </a:lnTo>
                    <a:lnTo>
                      <a:pt x="824" y="1765"/>
                    </a:lnTo>
                    <a:lnTo>
                      <a:pt x="778" y="1563"/>
                    </a:lnTo>
                    <a:lnTo>
                      <a:pt x="674" y="1304"/>
                    </a:lnTo>
                    <a:lnTo>
                      <a:pt x="554" y="1523"/>
                    </a:lnTo>
                    <a:lnTo>
                      <a:pt x="554" y="1747"/>
                    </a:lnTo>
                    <a:lnTo>
                      <a:pt x="316" y="2033"/>
                    </a:lnTo>
                    <a:lnTo>
                      <a:pt x="0" y="2148"/>
                    </a:lnTo>
                    <a:lnTo>
                      <a:pt x="37" y="1973"/>
                    </a:lnTo>
                    <a:lnTo>
                      <a:pt x="217" y="1791"/>
                    </a:lnTo>
                    <a:lnTo>
                      <a:pt x="437" y="1685"/>
                    </a:lnTo>
                    <a:lnTo>
                      <a:pt x="534" y="1436"/>
                    </a:lnTo>
                    <a:lnTo>
                      <a:pt x="522" y="1314"/>
                    </a:lnTo>
                    <a:lnTo>
                      <a:pt x="611" y="1026"/>
                    </a:lnTo>
                    <a:lnTo>
                      <a:pt x="510" y="1000"/>
                    </a:lnTo>
                    <a:lnTo>
                      <a:pt x="420" y="938"/>
                    </a:lnTo>
                    <a:lnTo>
                      <a:pt x="522" y="650"/>
                    </a:lnTo>
                    <a:lnTo>
                      <a:pt x="475" y="627"/>
                    </a:lnTo>
                    <a:lnTo>
                      <a:pt x="448" y="541"/>
                    </a:lnTo>
                    <a:lnTo>
                      <a:pt x="448" y="433"/>
                    </a:lnTo>
                    <a:lnTo>
                      <a:pt x="420" y="53"/>
                    </a:lnTo>
                    <a:lnTo>
                      <a:pt x="4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6" name="Freeform 163">
                <a:extLst>
                  <a:ext uri="{FF2B5EF4-FFF2-40B4-BE49-F238E27FC236}">
                    <a16:creationId xmlns:a16="http://schemas.microsoft.com/office/drawing/2014/main" id="{54FFA190-A604-7A46-9A85-BB958DA92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5"/>
                <a:ext cx="86" cy="218"/>
              </a:xfrm>
              <a:custGeom>
                <a:avLst/>
                <a:gdLst>
                  <a:gd name="T0" fmla="*/ 0 w 691"/>
                  <a:gd name="T1" fmla="*/ 0 h 1748"/>
                  <a:gd name="T2" fmla="*/ 0 w 691"/>
                  <a:gd name="T3" fmla="*/ 0 h 1748"/>
                  <a:gd name="T4" fmla="*/ 0 w 691"/>
                  <a:gd name="T5" fmla="*/ 0 h 1748"/>
                  <a:gd name="T6" fmla="*/ 0 w 691"/>
                  <a:gd name="T7" fmla="*/ 0 h 1748"/>
                  <a:gd name="T8" fmla="*/ 0 w 691"/>
                  <a:gd name="T9" fmla="*/ 0 h 1748"/>
                  <a:gd name="T10" fmla="*/ 0 w 691"/>
                  <a:gd name="T11" fmla="*/ 0 h 1748"/>
                  <a:gd name="T12" fmla="*/ 0 w 691"/>
                  <a:gd name="T13" fmla="*/ 0 h 1748"/>
                  <a:gd name="T14" fmla="*/ 0 w 691"/>
                  <a:gd name="T15" fmla="*/ 0 h 1748"/>
                  <a:gd name="T16" fmla="*/ 0 w 691"/>
                  <a:gd name="T17" fmla="*/ 0 h 1748"/>
                  <a:gd name="T18" fmla="*/ 0 w 691"/>
                  <a:gd name="T19" fmla="*/ 0 h 1748"/>
                  <a:gd name="T20" fmla="*/ 0 w 691"/>
                  <a:gd name="T21" fmla="*/ 0 h 1748"/>
                  <a:gd name="T22" fmla="*/ 0 w 691"/>
                  <a:gd name="T23" fmla="*/ 0 h 1748"/>
                  <a:gd name="T24" fmla="*/ 0 w 691"/>
                  <a:gd name="T25" fmla="*/ 0 h 1748"/>
                  <a:gd name="T26" fmla="*/ 0 w 691"/>
                  <a:gd name="T27" fmla="*/ 0 h 1748"/>
                  <a:gd name="T28" fmla="*/ 0 w 691"/>
                  <a:gd name="T29" fmla="*/ 0 h 1748"/>
                  <a:gd name="T30" fmla="*/ 0 w 691"/>
                  <a:gd name="T31" fmla="*/ 0 h 1748"/>
                  <a:gd name="T32" fmla="*/ 0 w 691"/>
                  <a:gd name="T33" fmla="*/ 0 h 1748"/>
                  <a:gd name="T34" fmla="*/ 0 w 691"/>
                  <a:gd name="T35" fmla="*/ 0 h 1748"/>
                  <a:gd name="T36" fmla="*/ 0 w 691"/>
                  <a:gd name="T37" fmla="*/ 0 h 1748"/>
                  <a:gd name="T38" fmla="*/ 0 w 691"/>
                  <a:gd name="T39" fmla="*/ 0 h 1748"/>
                  <a:gd name="T40" fmla="*/ 0 w 691"/>
                  <a:gd name="T41" fmla="*/ 0 h 1748"/>
                  <a:gd name="T42" fmla="*/ 0 w 691"/>
                  <a:gd name="T43" fmla="*/ 0 h 1748"/>
                  <a:gd name="T44" fmla="*/ 0 w 691"/>
                  <a:gd name="T45" fmla="*/ 0 h 1748"/>
                  <a:gd name="T46" fmla="*/ 0 w 691"/>
                  <a:gd name="T47" fmla="*/ 0 h 1748"/>
                  <a:gd name="T48" fmla="*/ 0 w 691"/>
                  <a:gd name="T49" fmla="*/ 0 h 1748"/>
                  <a:gd name="T50" fmla="*/ 0 w 691"/>
                  <a:gd name="T51" fmla="*/ 0 h 1748"/>
                  <a:gd name="T52" fmla="*/ 0 w 691"/>
                  <a:gd name="T53" fmla="*/ 0 h 1748"/>
                  <a:gd name="T54" fmla="*/ 0 w 691"/>
                  <a:gd name="T55" fmla="*/ 0 h 1748"/>
                  <a:gd name="T56" fmla="*/ 0 w 691"/>
                  <a:gd name="T57" fmla="*/ 0 h 1748"/>
                  <a:gd name="T58" fmla="*/ 0 w 691"/>
                  <a:gd name="T59" fmla="*/ 0 h 1748"/>
                  <a:gd name="T60" fmla="*/ 0 w 691"/>
                  <a:gd name="T61" fmla="*/ 0 h 174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691"/>
                  <a:gd name="T94" fmla="*/ 0 h 1748"/>
                  <a:gd name="T95" fmla="*/ 691 w 691"/>
                  <a:gd name="T96" fmla="*/ 1748 h 174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691" h="1748">
                    <a:moveTo>
                      <a:pt x="691" y="312"/>
                    </a:moveTo>
                    <a:lnTo>
                      <a:pt x="586" y="572"/>
                    </a:lnTo>
                    <a:lnTo>
                      <a:pt x="516" y="729"/>
                    </a:lnTo>
                    <a:lnTo>
                      <a:pt x="392" y="982"/>
                    </a:lnTo>
                    <a:lnTo>
                      <a:pt x="334" y="1017"/>
                    </a:lnTo>
                    <a:lnTo>
                      <a:pt x="351" y="1243"/>
                    </a:lnTo>
                    <a:lnTo>
                      <a:pt x="412" y="1527"/>
                    </a:lnTo>
                    <a:lnTo>
                      <a:pt x="472" y="1748"/>
                    </a:lnTo>
                    <a:lnTo>
                      <a:pt x="388" y="1485"/>
                    </a:lnTo>
                    <a:lnTo>
                      <a:pt x="334" y="1233"/>
                    </a:lnTo>
                    <a:lnTo>
                      <a:pt x="243" y="1171"/>
                    </a:lnTo>
                    <a:lnTo>
                      <a:pt x="254" y="1330"/>
                    </a:lnTo>
                    <a:lnTo>
                      <a:pt x="351" y="1591"/>
                    </a:lnTo>
                    <a:lnTo>
                      <a:pt x="239" y="1345"/>
                    </a:lnTo>
                    <a:lnTo>
                      <a:pt x="193" y="1153"/>
                    </a:lnTo>
                    <a:lnTo>
                      <a:pt x="87" y="1153"/>
                    </a:lnTo>
                    <a:lnTo>
                      <a:pt x="0" y="1227"/>
                    </a:lnTo>
                    <a:lnTo>
                      <a:pt x="87" y="1139"/>
                    </a:lnTo>
                    <a:lnTo>
                      <a:pt x="157" y="1112"/>
                    </a:lnTo>
                    <a:lnTo>
                      <a:pt x="219" y="895"/>
                    </a:lnTo>
                    <a:lnTo>
                      <a:pt x="219" y="782"/>
                    </a:lnTo>
                    <a:lnTo>
                      <a:pt x="175" y="721"/>
                    </a:lnTo>
                    <a:lnTo>
                      <a:pt x="175" y="644"/>
                    </a:lnTo>
                    <a:lnTo>
                      <a:pt x="279" y="235"/>
                    </a:lnTo>
                    <a:lnTo>
                      <a:pt x="388" y="0"/>
                    </a:lnTo>
                    <a:lnTo>
                      <a:pt x="307" y="341"/>
                    </a:lnTo>
                    <a:lnTo>
                      <a:pt x="219" y="685"/>
                    </a:lnTo>
                    <a:lnTo>
                      <a:pt x="307" y="798"/>
                    </a:lnTo>
                    <a:lnTo>
                      <a:pt x="366" y="914"/>
                    </a:lnTo>
                    <a:lnTo>
                      <a:pt x="606" y="462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7" name="Freeform 164">
                <a:extLst>
                  <a:ext uri="{FF2B5EF4-FFF2-40B4-BE49-F238E27FC236}">
                    <a16:creationId xmlns:a16="http://schemas.microsoft.com/office/drawing/2014/main" id="{C597A09F-CFC4-8A40-A105-EFB215DC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815"/>
                <a:ext cx="10" cy="54"/>
              </a:xfrm>
              <a:custGeom>
                <a:avLst/>
                <a:gdLst>
                  <a:gd name="T0" fmla="*/ 0 w 83"/>
                  <a:gd name="T1" fmla="*/ 0 h 431"/>
                  <a:gd name="T2" fmla="*/ 0 w 83"/>
                  <a:gd name="T3" fmla="*/ 0 h 431"/>
                  <a:gd name="T4" fmla="*/ 0 w 83"/>
                  <a:gd name="T5" fmla="*/ 0 h 431"/>
                  <a:gd name="T6" fmla="*/ 0 w 83"/>
                  <a:gd name="T7" fmla="*/ 0 h 431"/>
                  <a:gd name="T8" fmla="*/ 0 w 83"/>
                  <a:gd name="T9" fmla="*/ 0 h 431"/>
                  <a:gd name="T10" fmla="*/ 0 w 83"/>
                  <a:gd name="T11" fmla="*/ 0 h 431"/>
                  <a:gd name="T12" fmla="*/ 0 w 83"/>
                  <a:gd name="T13" fmla="*/ 0 h 4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431"/>
                  <a:gd name="T23" fmla="*/ 83 w 83"/>
                  <a:gd name="T24" fmla="*/ 431 h 4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431">
                    <a:moveTo>
                      <a:pt x="0" y="0"/>
                    </a:moveTo>
                    <a:lnTo>
                      <a:pt x="51" y="106"/>
                    </a:lnTo>
                    <a:lnTo>
                      <a:pt x="51" y="297"/>
                    </a:lnTo>
                    <a:lnTo>
                      <a:pt x="83" y="385"/>
                    </a:lnTo>
                    <a:lnTo>
                      <a:pt x="42" y="431"/>
                    </a:lnTo>
                    <a:lnTo>
                      <a:pt x="24" y="2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8" name="Freeform 165">
                <a:extLst>
                  <a:ext uri="{FF2B5EF4-FFF2-40B4-BE49-F238E27FC236}">
                    <a16:creationId xmlns:a16="http://schemas.microsoft.com/office/drawing/2014/main" id="{8694E87A-97A1-234F-AD32-31E1EEAC6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62"/>
                <a:ext cx="53" cy="85"/>
              </a:xfrm>
              <a:custGeom>
                <a:avLst/>
                <a:gdLst>
                  <a:gd name="T0" fmla="*/ 0 w 427"/>
                  <a:gd name="T1" fmla="*/ 0 h 680"/>
                  <a:gd name="T2" fmla="*/ 0 w 427"/>
                  <a:gd name="T3" fmla="*/ 0 h 680"/>
                  <a:gd name="T4" fmla="*/ 0 w 427"/>
                  <a:gd name="T5" fmla="*/ 0 h 680"/>
                  <a:gd name="T6" fmla="*/ 0 w 427"/>
                  <a:gd name="T7" fmla="*/ 0 h 680"/>
                  <a:gd name="T8" fmla="*/ 0 w 427"/>
                  <a:gd name="T9" fmla="*/ 0 h 680"/>
                  <a:gd name="T10" fmla="*/ 0 w 427"/>
                  <a:gd name="T11" fmla="*/ 0 h 680"/>
                  <a:gd name="T12" fmla="*/ 0 w 427"/>
                  <a:gd name="T13" fmla="*/ 0 h 680"/>
                  <a:gd name="T14" fmla="*/ 0 w 427"/>
                  <a:gd name="T15" fmla="*/ 0 h 6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7"/>
                  <a:gd name="T25" fmla="*/ 0 h 680"/>
                  <a:gd name="T26" fmla="*/ 427 w 427"/>
                  <a:gd name="T27" fmla="*/ 680 h 68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7" h="680">
                    <a:moveTo>
                      <a:pt x="0" y="0"/>
                    </a:moveTo>
                    <a:lnTo>
                      <a:pt x="175" y="532"/>
                    </a:lnTo>
                    <a:lnTo>
                      <a:pt x="307" y="543"/>
                    </a:lnTo>
                    <a:lnTo>
                      <a:pt x="427" y="629"/>
                    </a:lnTo>
                    <a:lnTo>
                      <a:pt x="366" y="680"/>
                    </a:lnTo>
                    <a:lnTo>
                      <a:pt x="175" y="611"/>
                    </a:lnTo>
                    <a:lnTo>
                      <a:pt x="81" y="3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29" name="Freeform 166">
                <a:extLst>
                  <a:ext uri="{FF2B5EF4-FFF2-40B4-BE49-F238E27FC236}">
                    <a16:creationId xmlns:a16="http://schemas.microsoft.com/office/drawing/2014/main" id="{D3EF701C-02F5-F54A-A23C-1C0026327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47"/>
                <a:ext cx="16" cy="41"/>
              </a:xfrm>
              <a:custGeom>
                <a:avLst/>
                <a:gdLst>
                  <a:gd name="T0" fmla="*/ 0 w 131"/>
                  <a:gd name="T1" fmla="*/ 0 h 329"/>
                  <a:gd name="T2" fmla="*/ 0 w 131"/>
                  <a:gd name="T3" fmla="*/ 0 h 329"/>
                  <a:gd name="T4" fmla="*/ 0 w 131"/>
                  <a:gd name="T5" fmla="*/ 0 h 329"/>
                  <a:gd name="T6" fmla="*/ 0 w 131"/>
                  <a:gd name="T7" fmla="*/ 0 h 329"/>
                  <a:gd name="T8" fmla="*/ 0 w 131"/>
                  <a:gd name="T9" fmla="*/ 0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1"/>
                  <a:gd name="T16" fmla="*/ 0 h 329"/>
                  <a:gd name="T17" fmla="*/ 131 w 131"/>
                  <a:gd name="T18" fmla="*/ 329 h 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1" h="329">
                    <a:moveTo>
                      <a:pt x="131" y="14"/>
                    </a:moveTo>
                    <a:lnTo>
                      <a:pt x="43" y="329"/>
                    </a:lnTo>
                    <a:lnTo>
                      <a:pt x="0" y="226"/>
                    </a:lnTo>
                    <a:lnTo>
                      <a:pt x="112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0" name="Freeform 167">
                <a:extLst>
                  <a:ext uri="{FF2B5EF4-FFF2-40B4-BE49-F238E27FC236}">
                    <a16:creationId xmlns:a16="http://schemas.microsoft.com/office/drawing/2014/main" id="{33136CF1-9E66-4441-90DB-E9E06BC7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9"/>
                <a:ext cx="13" cy="39"/>
              </a:xfrm>
              <a:custGeom>
                <a:avLst/>
                <a:gdLst>
                  <a:gd name="T0" fmla="*/ 0 w 103"/>
                  <a:gd name="T1" fmla="*/ 0 h 319"/>
                  <a:gd name="T2" fmla="*/ 0 w 103"/>
                  <a:gd name="T3" fmla="*/ 0 h 319"/>
                  <a:gd name="T4" fmla="*/ 0 w 103"/>
                  <a:gd name="T5" fmla="*/ 0 h 319"/>
                  <a:gd name="T6" fmla="*/ 0 w 103"/>
                  <a:gd name="T7" fmla="*/ 0 h 319"/>
                  <a:gd name="T8" fmla="*/ 0 w 103"/>
                  <a:gd name="T9" fmla="*/ 0 h 3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319"/>
                  <a:gd name="T17" fmla="*/ 103 w 103"/>
                  <a:gd name="T18" fmla="*/ 319 h 3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319">
                    <a:moveTo>
                      <a:pt x="71" y="0"/>
                    </a:moveTo>
                    <a:lnTo>
                      <a:pt x="71" y="171"/>
                    </a:lnTo>
                    <a:lnTo>
                      <a:pt x="103" y="319"/>
                    </a:lnTo>
                    <a:lnTo>
                      <a:pt x="0" y="21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1" name="Freeform 168">
                <a:extLst>
                  <a:ext uri="{FF2B5EF4-FFF2-40B4-BE49-F238E27FC236}">
                    <a16:creationId xmlns:a16="http://schemas.microsoft.com/office/drawing/2014/main" id="{4237E7B3-7E37-F94C-9235-D2EA03B3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48"/>
                <a:ext cx="67" cy="89"/>
              </a:xfrm>
              <a:custGeom>
                <a:avLst/>
                <a:gdLst>
                  <a:gd name="T0" fmla="*/ 0 w 533"/>
                  <a:gd name="T1" fmla="*/ 0 h 711"/>
                  <a:gd name="T2" fmla="*/ 0 w 533"/>
                  <a:gd name="T3" fmla="*/ 0 h 711"/>
                  <a:gd name="T4" fmla="*/ 0 w 533"/>
                  <a:gd name="T5" fmla="*/ 0 h 711"/>
                  <a:gd name="T6" fmla="*/ 0 w 533"/>
                  <a:gd name="T7" fmla="*/ 0 h 711"/>
                  <a:gd name="T8" fmla="*/ 0 w 533"/>
                  <a:gd name="T9" fmla="*/ 0 h 711"/>
                  <a:gd name="T10" fmla="*/ 0 w 533"/>
                  <a:gd name="T11" fmla="*/ 0 h 711"/>
                  <a:gd name="T12" fmla="*/ 0 w 533"/>
                  <a:gd name="T13" fmla="*/ 0 h 711"/>
                  <a:gd name="T14" fmla="*/ 0 w 533"/>
                  <a:gd name="T15" fmla="*/ 0 h 711"/>
                  <a:gd name="T16" fmla="*/ 0 w 533"/>
                  <a:gd name="T17" fmla="*/ 0 h 711"/>
                  <a:gd name="T18" fmla="*/ 0 w 533"/>
                  <a:gd name="T19" fmla="*/ 0 h 711"/>
                  <a:gd name="T20" fmla="*/ 0 w 533"/>
                  <a:gd name="T21" fmla="*/ 0 h 711"/>
                  <a:gd name="T22" fmla="*/ 0 w 533"/>
                  <a:gd name="T23" fmla="*/ 0 h 711"/>
                  <a:gd name="T24" fmla="*/ 0 w 533"/>
                  <a:gd name="T25" fmla="*/ 0 h 711"/>
                  <a:gd name="T26" fmla="*/ 0 w 533"/>
                  <a:gd name="T27" fmla="*/ 0 h 7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3"/>
                  <a:gd name="T43" fmla="*/ 0 h 711"/>
                  <a:gd name="T44" fmla="*/ 533 w 533"/>
                  <a:gd name="T45" fmla="*/ 711 h 7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3" h="711">
                    <a:moveTo>
                      <a:pt x="0" y="393"/>
                    </a:moveTo>
                    <a:lnTo>
                      <a:pt x="60" y="393"/>
                    </a:lnTo>
                    <a:lnTo>
                      <a:pt x="174" y="520"/>
                    </a:lnTo>
                    <a:lnTo>
                      <a:pt x="254" y="711"/>
                    </a:lnTo>
                    <a:lnTo>
                      <a:pt x="189" y="503"/>
                    </a:lnTo>
                    <a:lnTo>
                      <a:pt x="93" y="329"/>
                    </a:lnTo>
                    <a:lnTo>
                      <a:pt x="51" y="305"/>
                    </a:lnTo>
                    <a:lnTo>
                      <a:pt x="227" y="164"/>
                    </a:lnTo>
                    <a:lnTo>
                      <a:pt x="427" y="141"/>
                    </a:lnTo>
                    <a:lnTo>
                      <a:pt x="533" y="0"/>
                    </a:lnTo>
                    <a:lnTo>
                      <a:pt x="306" y="35"/>
                    </a:lnTo>
                    <a:lnTo>
                      <a:pt x="189" y="153"/>
                    </a:lnTo>
                    <a:lnTo>
                      <a:pt x="21" y="305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2" name="Freeform 169">
                <a:extLst>
                  <a:ext uri="{FF2B5EF4-FFF2-40B4-BE49-F238E27FC236}">
                    <a16:creationId xmlns:a16="http://schemas.microsoft.com/office/drawing/2014/main" id="{E89835CA-1BE1-4041-A023-A7F21DD0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13"/>
                <a:ext cx="15" cy="20"/>
              </a:xfrm>
              <a:custGeom>
                <a:avLst/>
                <a:gdLst>
                  <a:gd name="T0" fmla="*/ 0 w 118"/>
                  <a:gd name="T1" fmla="*/ 0 h 158"/>
                  <a:gd name="T2" fmla="*/ 0 w 118"/>
                  <a:gd name="T3" fmla="*/ 0 h 158"/>
                  <a:gd name="T4" fmla="*/ 0 w 118"/>
                  <a:gd name="T5" fmla="*/ 0 h 158"/>
                  <a:gd name="T6" fmla="*/ 0 w 118"/>
                  <a:gd name="T7" fmla="*/ 0 h 158"/>
                  <a:gd name="T8" fmla="*/ 0 w 11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158"/>
                  <a:gd name="T17" fmla="*/ 118 w 11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158">
                    <a:moveTo>
                      <a:pt x="63" y="0"/>
                    </a:moveTo>
                    <a:lnTo>
                      <a:pt x="0" y="158"/>
                    </a:lnTo>
                    <a:lnTo>
                      <a:pt x="26" y="158"/>
                    </a:lnTo>
                    <a:lnTo>
                      <a:pt x="118" y="3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3" name="Freeform 170">
                <a:extLst>
                  <a:ext uri="{FF2B5EF4-FFF2-40B4-BE49-F238E27FC236}">
                    <a16:creationId xmlns:a16="http://schemas.microsoft.com/office/drawing/2014/main" id="{4566577D-0BE1-F74B-BAC9-AC815C98E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668"/>
                <a:ext cx="123" cy="76"/>
              </a:xfrm>
              <a:custGeom>
                <a:avLst/>
                <a:gdLst>
                  <a:gd name="T0" fmla="*/ 0 w 985"/>
                  <a:gd name="T1" fmla="*/ 0 h 611"/>
                  <a:gd name="T2" fmla="*/ 0 w 985"/>
                  <a:gd name="T3" fmla="*/ 0 h 611"/>
                  <a:gd name="T4" fmla="*/ 0 w 985"/>
                  <a:gd name="T5" fmla="*/ 0 h 611"/>
                  <a:gd name="T6" fmla="*/ 0 w 985"/>
                  <a:gd name="T7" fmla="*/ 0 h 611"/>
                  <a:gd name="T8" fmla="*/ 0 w 985"/>
                  <a:gd name="T9" fmla="*/ 0 h 611"/>
                  <a:gd name="T10" fmla="*/ 0 w 985"/>
                  <a:gd name="T11" fmla="*/ 0 h 611"/>
                  <a:gd name="T12" fmla="*/ 0 w 985"/>
                  <a:gd name="T13" fmla="*/ 0 h 611"/>
                  <a:gd name="T14" fmla="*/ 0 w 985"/>
                  <a:gd name="T15" fmla="*/ 0 h 611"/>
                  <a:gd name="T16" fmla="*/ 0 w 985"/>
                  <a:gd name="T17" fmla="*/ 0 h 611"/>
                  <a:gd name="T18" fmla="*/ 0 w 985"/>
                  <a:gd name="T19" fmla="*/ 0 h 611"/>
                  <a:gd name="T20" fmla="*/ 0 w 985"/>
                  <a:gd name="T21" fmla="*/ 0 h 611"/>
                  <a:gd name="T22" fmla="*/ 0 w 985"/>
                  <a:gd name="T23" fmla="*/ 0 h 611"/>
                  <a:gd name="T24" fmla="*/ 0 w 985"/>
                  <a:gd name="T25" fmla="*/ 0 h 611"/>
                  <a:gd name="T26" fmla="*/ 0 w 985"/>
                  <a:gd name="T27" fmla="*/ 0 h 611"/>
                  <a:gd name="T28" fmla="*/ 0 w 985"/>
                  <a:gd name="T29" fmla="*/ 0 h 611"/>
                  <a:gd name="T30" fmla="*/ 0 w 985"/>
                  <a:gd name="T31" fmla="*/ 0 h 611"/>
                  <a:gd name="T32" fmla="*/ 0 w 985"/>
                  <a:gd name="T33" fmla="*/ 0 h 611"/>
                  <a:gd name="T34" fmla="*/ 0 w 985"/>
                  <a:gd name="T35" fmla="*/ 0 h 611"/>
                  <a:gd name="T36" fmla="*/ 0 w 985"/>
                  <a:gd name="T37" fmla="*/ 0 h 611"/>
                  <a:gd name="T38" fmla="*/ 0 w 985"/>
                  <a:gd name="T39" fmla="*/ 0 h 611"/>
                  <a:gd name="T40" fmla="*/ 0 w 985"/>
                  <a:gd name="T41" fmla="*/ 0 h 611"/>
                  <a:gd name="T42" fmla="*/ 0 w 985"/>
                  <a:gd name="T43" fmla="*/ 0 h 611"/>
                  <a:gd name="T44" fmla="*/ 0 w 985"/>
                  <a:gd name="T45" fmla="*/ 0 h 611"/>
                  <a:gd name="T46" fmla="*/ 0 w 985"/>
                  <a:gd name="T47" fmla="*/ 0 h 611"/>
                  <a:gd name="T48" fmla="*/ 0 w 985"/>
                  <a:gd name="T49" fmla="*/ 0 h 611"/>
                  <a:gd name="T50" fmla="*/ 0 w 985"/>
                  <a:gd name="T51" fmla="*/ 0 h 611"/>
                  <a:gd name="T52" fmla="*/ 0 w 985"/>
                  <a:gd name="T53" fmla="*/ 0 h 611"/>
                  <a:gd name="T54" fmla="*/ 0 w 985"/>
                  <a:gd name="T55" fmla="*/ 0 h 611"/>
                  <a:gd name="T56" fmla="*/ 0 w 985"/>
                  <a:gd name="T57" fmla="*/ 0 h 611"/>
                  <a:gd name="T58" fmla="*/ 0 w 985"/>
                  <a:gd name="T59" fmla="*/ 0 h 611"/>
                  <a:gd name="T60" fmla="*/ 0 w 985"/>
                  <a:gd name="T61" fmla="*/ 0 h 611"/>
                  <a:gd name="T62" fmla="*/ 0 w 985"/>
                  <a:gd name="T63" fmla="*/ 0 h 611"/>
                  <a:gd name="T64" fmla="*/ 0 w 985"/>
                  <a:gd name="T65" fmla="*/ 0 h 611"/>
                  <a:gd name="T66" fmla="*/ 0 w 985"/>
                  <a:gd name="T67" fmla="*/ 0 h 611"/>
                  <a:gd name="T68" fmla="*/ 0 w 985"/>
                  <a:gd name="T69" fmla="*/ 0 h 6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5"/>
                  <a:gd name="T106" fmla="*/ 0 h 611"/>
                  <a:gd name="T107" fmla="*/ 985 w 985"/>
                  <a:gd name="T108" fmla="*/ 611 h 61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5" h="611">
                    <a:moveTo>
                      <a:pt x="55" y="194"/>
                    </a:moveTo>
                    <a:lnTo>
                      <a:pt x="107" y="264"/>
                    </a:lnTo>
                    <a:lnTo>
                      <a:pt x="182" y="334"/>
                    </a:lnTo>
                    <a:lnTo>
                      <a:pt x="199" y="354"/>
                    </a:lnTo>
                    <a:lnTo>
                      <a:pt x="257" y="334"/>
                    </a:lnTo>
                    <a:lnTo>
                      <a:pt x="254" y="387"/>
                    </a:lnTo>
                    <a:lnTo>
                      <a:pt x="301" y="424"/>
                    </a:lnTo>
                    <a:lnTo>
                      <a:pt x="413" y="470"/>
                    </a:lnTo>
                    <a:lnTo>
                      <a:pt x="479" y="502"/>
                    </a:lnTo>
                    <a:lnTo>
                      <a:pt x="538" y="543"/>
                    </a:lnTo>
                    <a:lnTo>
                      <a:pt x="580" y="585"/>
                    </a:lnTo>
                    <a:lnTo>
                      <a:pt x="901" y="20"/>
                    </a:lnTo>
                    <a:lnTo>
                      <a:pt x="938" y="0"/>
                    </a:lnTo>
                    <a:lnTo>
                      <a:pt x="976" y="0"/>
                    </a:lnTo>
                    <a:lnTo>
                      <a:pt x="985" y="20"/>
                    </a:lnTo>
                    <a:lnTo>
                      <a:pt x="967" y="29"/>
                    </a:lnTo>
                    <a:lnTo>
                      <a:pt x="936" y="29"/>
                    </a:lnTo>
                    <a:lnTo>
                      <a:pt x="899" y="48"/>
                    </a:lnTo>
                    <a:lnTo>
                      <a:pt x="865" y="90"/>
                    </a:lnTo>
                    <a:lnTo>
                      <a:pt x="580" y="611"/>
                    </a:lnTo>
                    <a:lnTo>
                      <a:pt x="459" y="565"/>
                    </a:lnTo>
                    <a:lnTo>
                      <a:pt x="538" y="578"/>
                    </a:lnTo>
                    <a:lnTo>
                      <a:pt x="485" y="532"/>
                    </a:lnTo>
                    <a:lnTo>
                      <a:pt x="404" y="486"/>
                    </a:lnTo>
                    <a:lnTo>
                      <a:pt x="325" y="458"/>
                    </a:lnTo>
                    <a:lnTo>
                      <a:pt x="296" y="453"/>
                    </a:lnTo>
                    <a:lnTo>
                      <a:pt x="362" y="519"/>
                    </a:lnTo>
                    <a:lnTo>
                      <a:pt x="301" y="475"/>
                    </a:lnTo>
                    <a:lnTo>
                      <a:pt x="257" y="440"/>
                    </a:lnTo>
                    <a:lnTo>
                      <a:pt x="204" y="383"/>
                    </a:lnTo>
                    <a:lnTo>
                      <a:pt x="136" y="315"/>
                    </a:lnTo>
                    <a:lnTo>
                      <a:pt x="74" y="269"/>
                    </a:lnTo>
                    <a:lnTo>
                      <a:pt x="24" y="224"/>
                    </a:lnTo>
                    <a:lnTo>
                      <a:pt x="0" y="185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4" name="Freeform 171">
                <a:extLst>
                  <a:ext uri="{FF2B5EF4-FFF2-40B4-BE49-F238E27FC236}">
                    <a16:creationId xmlns:a16="http://schemas.microsoft.com/office/drawing/2014/main" id="{E971978E-9BD6-AE4C-8006-4014DD0C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95"/>
                <a:ext cx="36" cy="44"/>
              </a:xfrm>
              <a:custGeom>
                <a:avLst/>
                <a:gdLst>
                  <a:gd name="T0" fmla="*/ 0 w 281"/>
                  <a:gd name="T1" fmla="*/ 0 h 354"/>
                  <a:gd name="T2" fmla="*/ 0 w 281"/>
                  <a:gd name="T3" fmla="*/ 0 h 354"/>
                  <a:gd name="T4" fmla="*/ 0 w 281"/>
                  <a:gd name="T5" fmla="*/ 0 h 354"/>
                  <a:gd name="T6" fmla="*/ 0 w 281"/>
                  <a:gd name="T7" fmla="*/ 0 h 354"/>
                  <a:gd name="T8" fmla="*/ 0 w 281"/>
                  <a:gd name="T9" fmla="*/ 0 h 354"/>
                  <a:gd name="T10" fmla="*/ 0 w 281"/>
                  <a:gd name="T11" fmla="*/ 0 h 354"/>
                  <a:gd name="T12" fmla="*/ 0 w 281"/>
                  <a:gd name="T13" fmla="*/ 0 h 354"/>
                  <a:gd name="T14" fmla="*/ 0 w 281"/>
                  <a:gd name="T15" fmla="*/ 0 h 354"/>
                  <a:gd name="T16" fmla="*/ 0 w 281"/>
                  <a:gd name="T17" fmla="*/ 0 h 3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1"/>
                  <a:gd name="T28" fmla="*/ 0 h 354"/>
                  <a:gd name="T29" fmla="*/ 281 w 281"/>
                  <a:gd name="T30" fmla="*/ 354 h 35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1" h="354">
                    <a:moveTo>
                      <a:pt x="0" y="338"/>
                    </a:moveTo>
                    <a:lnTo>
                      <a:pt x="199" y="42"/>
                    </a:lnTo>
                    <a:lnTo>
                      <a:pt x="228" y="17"/>
                    </a:lnTo>
                    <a:lnTo>
                      <a:pt x="254" y="0"/>
                    </a:lnTo>
                    <a:lnTo>
                      <a:pt x="281" y="6"/>
                    </a:lnTo>
                    <a:lnTo>
                      <a:pt x="241" y="22"/>
                    </a:lnTo>
                    <a:lnTo>
                      <a:pt x="206" y="54"/>
                    </a:lnTo>
                    <a:lnTo>
                      <a:pt x="4" y="354"/>
                    </a:lnTo>
                    <a:lnTo>
                      <a:pt x="0" y="3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5" name="Freeform 172">
                <a:extLst>
                  <a:ext uri="{FF2B5EF4-FFF2-40B4-BE49-F238E27FC236}">
                    <a16:creationId xmlns:a16="http://schemas.microsoft.com/office/drawing/2014/main" id="{083614AC-642C-224C-BC28-167E1EC75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40"/>
                <a:ext cx="87" cy="30"/>
              </a:xfrm>
              <a:custGeom>
                <a:avLst/>
                <a:gdLst>
                  <a:gd name="T0" fmla="*/ 0 w 696"/>
                  <a:gd name="T1" fmla="*/ 0 h 242"/>
                  <a:gd name="T2" fmla="*/ 0 w 696"/>
                  <a:gd name="T3" fmla="*/ 0 h 242"/>
                  <a:gd name="T4" fmla="*/ 0 w 696"/>
                  <a:gd name="T5" fmla="*/ 0 h 242"/>
                  <a:gd name="T6" fmla="*/ 0 w 696"/>
                  <a:gd name="T7" fmla="*/ 0 h 242"/>
                  <a:gd name="T8" fmla="*/ 0 w 696"/>
                  <a:gd name="T9" fmla="*/ 0 h 242"/>
                  <a:gd name="T10" fmla="*/ 0 w 696"/>
                  <a:gd name="T11" fmla="*/ 0 h 242"/>
                  <a:gd name="T12" fmla="*/ 0 w 696"/>
                  <a:gd name="T13" fmla="*/ 0 h 242"/>
                  <a:gd name="T14" fmla="*/ 0 w 696"/>
                  <a:gd name="T15" fmla="*/ 0 h 242"/>
                  <a:gd name="T16" fmla="*/ 0 w 696"/>
                  <a:gd name="T17" fmla="*/ 0 h 242"/>
                  <a:gd name="T18" fmla="*/ 0 w 696"/>
                  <a:gd name="T19" fmla="*/ 0 h 242"/>
                  <a:gd name="T20" fmla="*/ 0 w 696"/>
                  <a:gd name="T21" fmla="*/ 0 h 242"/>
                  <a:gd name="T22" fmla="*/ 0 w 696"/>
                  <a:gd name="T23" fmla="*/ 0 h 242"/>
                  <a:gd name="T24" fmla="*/ 0 w 696"/>
                  <a:gd name="T25" fmla="*/ 0 h 242"/>
                  <a:gd name="T26" fmla="*/ 0 w 696"/>
                  <a:gd name="T27" fmla="*/ 0 h 242"/>
                  <a:gd name="T28" fmla="*/ 0 w 696"/>
                  <a:gd name="T29" fmla="*/ 0 h 242"/>
                  <a:gd name="T30" fmla="*/ 0 w 696"/>
                  <a:gd name="T31" fmla="*/ 0 h 242"/>
                  <a:gd name="T32" fmla="*/ 0 w 696"/>
                  <a:gd name="T33" fmla="*/ 0 h 242"/>
                  <a:gd name="T34" fmla="*/ 0 w 696"/>
                  <a:gd name="T35" fmla="*/ 0 h 242"/>
                  <a:gd name="T36" fmla="*/ 0 w 696"/>
                  <a:gd name="T37" fmla="*/ 0 h 242"/>
                  <a:gd name="T38" fmla="*/ 0 w 696"/>
                  <a:gd name="T39" fmla="*/ 0 h 242"/>
                  <a:gd name="T40" fmla="*/ 0 w 696"/>
                  <a:gd name="T41" fmla="*/ 0 h 242"/>
                  <a:gd name="T42" fmla="*/ 0 w 696"/>
                  <a:gd name="T43" fmla="*/ 0 h 242"/>
                  <a:gd name="T44" fmla="*/ 0 w 696"/>
                  <a:gd name="T45" fmla="*/ 0 h 242"/>
                  <a:gd name="T46" fmla="*/ 0 w 696"/>
                  <a:gd name="T47" fmla="*/ 0 h 242"/>
                  <a:gd name="T48" fmla="*/ 0 w 696"/>
                  <a:gd name="T49" fmla="*/ 0 h 242"/>
                  <a:gd name="T50" fmla="*/ 0 w 696"/>
                  <a:gd name="T51" fmla="*/ 0 h 242"/>
                  <a:gd name="T52" fmla="*/ 0 w 696"/>
                  <a:gd name="T53" fmla="*/ 0 h 242"/>
                  <a:gd name="T54" fmla="*/ 0 w 696"/>
                  <a:gd name="T55" fmla="*/ 0 h 242"/>
                  <a:gd name="T56" fmla="*/ 0 w 696"/>
                  <a:gd name="T57" fmla="*/ 0 h 242"/>
                  <a:gd name="T58" fmla="*/ 0 w 696"/>
                  <a:gd name="T59" fmla="*/ 0 h 242"/>
                  <a:gd name="T60" fmla="*/ 0 w 696"/>
                  <a:gd name="T61" fmla="*/ 0 h 242"/>
                  <a:gd name="T62" fmla="*/ 0 w 696"/>
                  <a:gd name="T63" fmla="*/ 0 h 242"/>
                  <a:gd name="T64" fmla="*/ 0 w 696"/>
                  <a:gd name="T65" fmla="*/ 0 h 242"/>
                  <a:gd name="T66" fmla="*/ 0 w 696"/>
                  <a:gd name="T67" fmla="*/ 0 h 242"/>
                  <a:gd name="T68" fmla="*/ 0 w 696"/>
                  <a:gd name="T69" fmla="*/ 0 h 242"/>
                  <a:gd name="T70" fmla="*/ 0 w 696"/>
                  <a:gd name="T71" fmla="*/ 0 h 242"/>
                  <a:gd name="T72" fmla="*/ 0 w 696"/>
                  <a:gd name="T73" fmla="*/ 0 h 2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96"/>
                  <a:gd name="T112" fmla="*/ 0 h 242"/>
                  <a:gd name="T113" fmla="*/ 696 w 696"/>
                  <a:gd name="T114" fmla="*/ 242 h 24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96" h="242">
                    <a:moveTo>
                      <a:pt x="0" y="242"/>
                    </a:moveTo>
                    <a:lnTo>
                      <a:pt x="39" y="215"/>
                    </a:lnTo>
                    <a:lnTo>
                      <a:pt x="81" y="180"/>
                    </a:lnTo>
                    <a:lnTo>
                      <a:pt x="131" y="111"/>
                    </a:lnTo>
                    <a:lnTo>
                      <a:pt x="156" y="69"/>
                    </a:lnTo>
                    <a:lnTo>
                      <a:pt x="180" y="49"/>
                    </a:lnTo>
                    <a:lnTo>
                      <a:pt x="208" y="31"/>
                    </a:lnTo>
                    <a:lnTo>
                      <a:pt x="248" y="21"/>
                    </a:lnTo>
                    <a:lnTo>
                      <a:pt x="369" y="0"/>
                    </a:lnTo>
                    <a:lnTo>
                      <a:pt x="439" y="3"/>
                    </a:lnTo>
                    <a:lnTo>
                      <a:pt x="527" y="40"/>
                    </a:lnTo>
                    <a:lnTo>
                      <a:pt x="592" y="88"/>
                    </a:lnTo>
                    <a:lnTo>
                      <a:pt x="696" y="137"/>
                    </a:lnTo>
                    <a:lnTo>
                      <a:pt x="617" y="125"/>
                    </a:lnTo>
                    <a:lnTo>
                      <a:pt x="564" y="106"/>
                    </a:lnTo>
                    <a:lnTo>
                      <a:pt x="527" y="86"/>
                    </a:lnTo>
                    <a:lnTo>
                      <a:pt x="483" y="75"/>
                    </a:lnTo>
                    <a:lnTo>
                      <a:pt x="459" y="79"/>
                    </a:lnTo>
                    <a:lnTo>
                      <a:pt x="435" y="150"/>
                    </a:lnTo>
                    <a:lnTo>
                      <a:pt x="384" y="211"/>
                    </a:lnTo>
                    <a:lnTo>
                      <a:pt x="421" y="152"/>
                    </a:lnTo>
                    <a:lnTo>
                      <a:pt x="447" y="69"/>
                    </a:lnTo>
                    <a:lnTo>
                      <a:pt x="447" y="49"/>
                    </a:lnTo>
                    <a:lnTo>
                      <a:pt x="430" y="28"/>
                    </a:lnTo>
                    <a:lnTo>
                      <a:pt x="384" y="16"/>
                    </a:lnTo>
                    <a:lnTo>
                      <a:pt x="329" y="21"/>
                    </a:lnTo>
                    <a:lnTo>
                      <a:pt x="313" y="44"/>
                    </a:lnTo>
                    <a:lnTo>
                      <a:pt x="343" y="222"/>
                    </a:lnTo>
                    <a:lnTo>
                      <a:pt x="325" y="222"/>
                    </a:lnTo>
                    <a:lnTo>
                      <a:pt x="256" y="198"/>
                    </a:lnTo>
                    <a:lnTo>
                      <a:pt x="195" y="174"/>
                    </a:lnTo>
                    <a:lnTo>
                      <a:pt x="164" y="150"/>
                    </a:lnTo>
                    <a:lnTo>
                      <a:pt x="145" y="137"/>
                    </a:lnTo>
                    <a:lnTo>
                      <a:pt x="108" y="174"/>
                    </a:lnTo>
                    <a:lnTo>
                      <a:pt x="67" y="210"/>
                    </a:lnTo>
                    <a:lnTo>
                      <a:pt x="25" y="231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6" name="Freeform 173">
                <a:extLst>
                  <a:ext uri="{FF2B5EF4-FFF2-40B4-BE49-F238E27FC236}">
                    <a16:creationId xmlns:a16="http://schemas.microsoft.com/office/drawing/2014/main" id="{B145D0AE-AB59-4F41-BB41-E638AFD6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594"/>
                <a:ext cx="49" cy="55"/>
              </a:xfrm>
              <a:custGeom>
                <a:avLst/>
                <a:gdLst>
                  <a:gd name="T0" fmla="*/ 0 w 385"/>
                  <a:gd name="T1" fmla="*/ 0 h 439"/>
                  <a:gd name="T2" fmla="*/ 0 w 385"/>
                  <a:gd name="T3" fmla="*/ 0 h 439"/>
                  <a:gd name="T4" fmla="*/ 0 w 385"/>
                  <a:gd name="T5" fmla="*/ 0 h 439"/>
                  <a:gd name="T6" fmla="*/ 0 w 385"/>
                  <a:gd name="T7" fmla="*/ 0 h 439"/>
                  <a:gd name="T8" fmla="*/ 0 w 385"/>
                  <a:gd name="T9" fmla="*/ 0 h 439"/>
                  <a:gd name="T10" fmla="*/ 0 w 385"/>
                  <a:gd name="T11" fmla="*/ 0 h 439"/>
                  <a:gd name="T12" fmla="*/ 0 w 385"/>
                  <a:gd name="T13" fmla="*/ 0 h 439"/>
                  <a:gd name="T14" fmla="*/ 0 w 385"/>
                  <a:gd name="T15" fmla="*/ 0 h 439"/>
                  <a:gd name="T16" fmla="*/ 0 w 385"/>
                  <a:gd name="T17" fmla="*/ 0 h 439"/>
                  <a:gd name="T18" fmla="*/ 0 w 385"/>
                  <a:gd name="T19" fmla="*/ 0 h 439"/>
                  <a:gd name="T20" fmla="*/ 0 w 385"/>
                  <a:gd name="T21" fmla="*/ 0 h 439"/>
                  <a:gd name="T22" fmla="*/ 0 w 385"/>
                  <a:gd name="T23" fmla="*/ 0 h 439"/>
                  <a:gd name="T24" fmla="*/ 0 w 385"/>
                  <a:gd name="T25" fmla="*/ 0 h 439"/>
                  <a:gd name="T26" fmla="*/ 0 w 385"/>
                  <a:gd name="T27" fmla="*/ 0 h 439"/>
                  <a:gd name="T28" fmla="*/ 0 w 385"/>
                  <a:gd name="T29" fmla="*/ 0 h 439"/>
                  <a:gd name="T30" fmla="*/ 0 w 385"/>
                  <a:gd name="T31" fmla="*/ 0 h 439"/>
                  <a:gd name="T32" fmla="*/ 0 w 385"/>
                  <a:gd name="T33" fmla="*/ 0 h 439"/>
                  <a:gd name="T34" fmla="*/ 0 w 385"/>
                  <a:gd name="T35" fmla="*/ 0 h 439"/>
                  <a:gd name="T36" fmla="*/ 0 w 385"/>
                  <a:gd name="T37" fmla="*/ 0 h 4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85"/>
                  <a:gd name="T58" fmla="*/ 0 h 439"/>
                  <a:gd name="T59" fmla="*/ 385 w 385"/>
                  <a:gd name="T60" fmla="*/ 439 h 4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85" h="439">
                    <a:moveTo>
                      <a:pt x="0" y="0"/>
                    </a:moveTo>
                    <a:lnTo>
                      <a:pt x="40" y="55"/>
                    </a:lnTo>
                    <a:lnTo>
                      <a:pt x="63" y="111"/>
                    </a:lnTo>
                    <a:lnTo>
                      <a:pt x="86" y="256"/>
                    </a:lnTo>
                    <a:lnTo>
                      <a:pt x="75" y="439"/>
                    </a:lnTo>
                    <a:lnTo>
                      <a:pt x="114" y="274"/>
                    </a:lnTo>
                    <a:lnTo>
                      <a:pt x="148" y="189"/>
                    </a:lnTo>
                    <a:lnTo>
                      <a:pt x="204" y="107"/>
                    </a:lnTo>
                    <a:lnTo>
                      <a:pt x="235" y="111"/>
                    </a:lnTo>
                    <a:lnTo>
                      <a:pt x="211" y="256"/>
                    </a:lnTo>
                    <a:lnTo>
                      <a:pt x="215" y="292"/>
                    </a:lnTo>
                    <a:lnTo>
                      <a:pt x="385" y="74"/>
                    </a:lnTo>
                    <a:lnTo>
                      <a:pt x="310" y="26"/>
                    </a:lnTo>
                    <a:lnTo>
                      <a:pt x="252" y="67"/>
                    </a:lnTo>
                    <a:lnTo>
                      <a:pt x="204" y="58"/>
                    </a:lnTo>
                    <a:lnTo>
                      <a:pt x="112" y="81"/>
                    </a:lnTo>
                    <a:lnTo>
                      <a:pt x="81" y="81"/>
                    </a:lnTo>
                    <a:lnTo>
                      <a:pt x="37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7" name="Freeform 174">
                <a:extLst>
                  <a:ext uri="{FF2B5EF4-FFF2-40B4-BE49-F238E27FC236}">
                    <a16:creationId xmlns:a16="http://schemas.microsoft.com/office/drawing/2014/main" id="{3C2DD0F1-D82F-FF4E-82EF-A281F011D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4"/>
                <a:ext cx="103" cy="290"/>
              </a:xfrm>
              <a:custGeom>
                <a:avLst/>
                <a:gdLst>
                  <a:gd name="T0" fmla="*/ 0 w 819"/>
                  <a:gd name="T1" fmla="*/ 0 h 2318"/>
                  <a:gd name="T2" fmla="*/ 0 w 819"/>
                  <a:gd name="T3" fmla="*/ 0 h 2318"/>
                  <a:gd name="T4" fmla="*/ 0 w 819"/>
                  <a:gd name="T5" fmla="*/ 0 h 2318"/>
                  <a:gd name="T6" fmla="*/ 0 w 819"/>
                  <a:gd name="T7" fmla="*/ 0 h 2318"/>
                  <a:gd name="T8" fmla="*/ 0 w 819"/>
                  <a:gd name="T9" fmla="*/ 0 h 2318"/>
                  <a:gd name="T10" fmla="*/ 0 w 819"/>
                  <a:gd name="T11" fmla="*/ 0 h 2318"/>
                  <a:gd name="T12" fmla="*/ 0 w 819"/>
                  <a:gd name="T13" fmla="*/ 0 h 2318"/>
                  <a:gd name="T14" fmla="*/ 0 w 819"/>
                  <a:gd name="T15" fmla="*/ 0 h 2318"/>
                  <a:gd name="T16" fmla="*/ 0 w 819"/>
                  <a:gd name="T17" fmla="*/ 0 h 2318"/>
                  <a:gd name="T18" fmla="*/ 0 w 819"/>
                  <a:gd name="T19" fmla="*/ 0 h 2318"/>
                  <a:gd name="T20" fmla="*/ 0 w 819"/>
                  <a:gd name="T21" fmla="*/ 0 h 2318"/>
                  <a:gd name="T22" fmla="*/ 0 w 819"/>
                  <a:gd name="T23" fmla="*/ 0 h 2318"/>
                  <a:gd name="T24" fmla="*/ 0 w 819"/>
                  <a:gd name="T25" fmla="*/ 0 h 2318"/>
                  <a:gd name="T26" fmla="*/ 0 w 819"/>
                  <a:gd name="T27" fmla="*/ 0 h 2318"/>
                  <a:gd name="T28" fmla="*/ 0 w 819"/>
                  <a:gd name="T29" fmla="*/ 0 h 2318"/>
                  <a:gd name="T30" fmla="*/ 0 w 819"/>
                  <a:gd name="T31" fmla="*/ 0 h 2318"/>
                  <a:gd name="T32" fmla="*/ 0 w 819"/>
                  <a:gd name="T33" fmla="*/ 0 h 2318"/>
                  <a:gd name="T34" fmla="*/ 0 w 819"/>
                  <a:gd name="T35" fmla="*/ 0 h 2318"/>
                  <a:gd name="T36" fmla="*/ 0 w 819"/>
                  <a:gd name="T37" fmla="*/ 0 h 2318"/>
                  <a:gd name="T38" fmla="*/ 0 w 819"/>
                  <a:gd name="T39" fmla="*/ 0 h 2318"/>
                  <a:gd name="T40" fmla="*/ 0 w 819"/>
                  <a:gd name="T41" fmla="*/ 0 h 2318"/>
                  <a:gd name="T42" fmla="*/ 0 w 819"/>
                  <a:gd name="T43" fmla="*/ 0 h 2318"/>
                  <a:gd name="T44" fmla="*/ 0 w 819"/>
                  <a:gd name="T45" fmla="*/ 0 h 2318"/>
                  <a:gd name="T46" fmla="*/ 0 w 819"/>
                  <a:gd name="T47" fmla="*/ 0 h 2318"/>
                  <a:gd name="T48" fmla="*/ 0 w 819"/>
                  <a:gd name="T49" fmla="*/ 0 h 2318"/>
                  <a:gd name="T50" fmla="*/ 0 w 819"/>
                  <a:gd name="T51" fmla="*/ 0 h 2318"/>
                  <a:gd name="T52" fmla="*/ 0 w 819"/>
                  <a:gd name="T53" fmla="*/ 0 h 2318"/>
                  <a:gd name="T54" fmla="*/ 0 w 819"/>
                  <a:gd name="T55" fmla="*/ 0 h 2318"/>
                  <a:gd name="T56" fmla="*/ 0 w 819"/>
                  <a:gd name="T57" fmla="*/ 0 h 2318"/>
                  <a:gd name="T58" fmla="*/ 0 w 819"/>
                  <a:gd name="T59" fmla="*/ 0 h 2318"/>
                  <a:gd name="T60" fmla="*/ 0 w 819"/>
                  <a:gd name="T61" fmla="*/ 0 h 2318"/>
                  <a:gd name="T62" fmla="*/ 0 w 819"/>
                  <a:gd name="T63" fmla="*/ 0 h 2318"/>
                  <a:gd name="T64" fmla="*/ 0 w 819"/>
                  <a:gd name="T65" fmla="*/ 0 h 2318"/>
                  <a:gd name="T66" fmla="*/ 0 w 819"/>
                  <a:gd name="T67" fmla="*/ 0 h 23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19"/>
                  <a:gd name="T103" fmla="*/ 0 h 2318"/>
                  <a:gd name="T104" fmla="*/ 819 w 819"/>
                  <a:gd name="T105" fmla="*/ 2318 h 231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19" h="2318">
                    <a:moveTo>
                      <a:pt x="102" y="23"/>
                    </a:moveTo>
                    <a:lnTo>
                      <a:pt x="196" y="140"/>
                    </a:lnTo>
                    <a:lnTo>
                      <a:pt x="275" y="327"/>
                    </a:lnTo>
                    <a:lnTo>
                      <a:pt x="424" y="714"/>
                    </a:lnTo>
                    <a:lnTo>
                      <a:pt x="579" y="1265"/>
                    </a:lnTo>
                    <a:lnTo>
                      <a:pt x="712" y="1680"/>
                    </a:lnTo>
                    <a:lnTo>
                      <a:pt x="819" y="1925"/>
                    </a:lnTo>
                    <a:lnTo>
                      <a:pt x="660" y="2318"/>
                    </a:lnTo>
                    <a:lnTo>
                      <a:pt x="526" y="2190"/>
                    </a:lnTo>
                    <a:lnTo>
                      <a:pt x="252" y="1992"/>
                    </a:lnTo>
                    <a:lnTo>
                      <a:pt x="35" y="546"/>
                    </a:lnTo>
                    <a:lnTo>
                      <a:pt x="0" y="274"/>
                    </a:lnTo>
                    <a:lnTo>
                      <a:pt x="17" y="103"/>
                    </a:lnTo>
                    <a:lnTo>
                      <a:pt x="35" y="41"/>
                    </a:lnTo>
                    <a:lnTo>
                      <a:pt x="35" y="0"/>
                    </a:lnTo>
                    <a:lnTo>
                      <a:pt x="60" y="41"/>
                    </a:lnTo>
                    <a:lnTo>
                      <a:pt x="53" y="134"/>
                    </a:lnTo>
                    <a:lnTo>
                      <a:pt x="60" y="292"/>
                    </a:lnTo>
                    <a:lnTo>
                      <a:pt x="77" y="465"/>
                    </a:lnTo>
                    <a:lnTo>
                      <a:pt x="116" y="707"/>
                    </a:lnTo>
                    <a:lnTo>
                      <a:pt x="284" y="1487"/>
                    </a:lnTo>
                    <a:lnTo>
                      <a:pt x="343" y="1953"/>
                    </a:lnTo>
                    <a:lnTo>
                      <a:pt x="360" y="2010"/>
                    </a:lnTo>
                    <a:lnTo>
                      <a:pt x="512" y="2142"/>
                    </a:lnTo>
                    <a:lnTo>
                      <a:pt x="642" y="2252"/>
                    </a:lnTo>
                    <a:lnTo>
                      <a:pt x="734" y="2019"/>
                    </a:lnTo>
                    <a:lnTo>
                      <a:pt x="778" y="1925"/>
                    </a:lnTo>
                    <a:lnTo>
                      <a:pt x="651" y="1604"/>
                    </a:lnTo>
                    <a:lnTo>
                      <a:pt x="561" y="1296"/>
                    </a:lnTo>
                    <a:lnTo>
                      <a:pt x="433" y="863"/>
                    </a:lnTo>
                    <a:lnTo>
                      <a:pt x="351" y="555"/>
                    </a:lnTo>
                    <a:lnTo>
                      <a:pt x="235" y="239"/>
                    </a:lnTo>
                    <a:lnTo>
                      <a:pt x="162" y="116"/>
                    </a:lnTo>
                    <a:lnTo>
                      <a:pt x="10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8" name="Freeform 175">
                <a:extLst>
                  <a:ext uri="{FF2B5EF4-FFF2-40B4-BE49-F238E27FC236}">
                    <a16:creationId xmlns:a16="http://schemas.microsoft.com/office/drawing/2014/main" id="{52D3E87F-9C7B-3A4E-8F65-3EC5B95D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55"/>
                <a:ext cx="283" cy="233"/>
              </a:xfrm>
              <a:custGeom>
                <a:avLst/>
                <a:gdLst>
                  <a:gd name="T0" fmla="*/ 0 w 2266"/>
                  <a:gd name="T1" fmla="*/ 0 h 1862"/>
                  <a:gd name="T2" fmla="*/ 0 w 2266"/>
                  <a:gd name="T3" fmla="*/ 0 h 1862"/>
                  <a:gd name="T4" fmla="*/ 0 w 2266"/>
                  <a:gd name="T5" fmla="*/ 0 h 1862"/>
                  <a:gd name="T6" fmla="*/ 0 w 2266"/>
                  <a:gd name="T7" fmla="*/ 0 h 1862"/>
                  <a:gd name="T8" fmla="*/ 0 w 2266"/>
                  <a:gd name="T9" fmla="*/ 0 h 1862"/>
                  <a:gd name="T10" fmla="*/ 0 w 2266"/>
                  <a:gd name="T11" fmla="*/ 0 h 1862"/>
                  <a:gd name="T12" fmla="*/ 0 w 2266"/>
                  <a:gd name="T13" fmla="*/ 0 h 1862"/>
                  <a:gd name="T14" fmla="*/ 0 w 2266"/>
                  <a:gd name="T15" fmla="*/ 0 h 1862"/>
                  <a:gd name="T16" fmla="*/ 0 w 2266"/>
                  <a:gd name="T17" fmla="*/ 0 h 1862"/>
                  <a:gd name="T18" fmla="*/ 0 w 2266"/>
                  <a:gd name="T19" fmla="*/ 0 h 1862"/>
                  <a:gd name="T20" fmla="*/ 0 w 2266"/>
                  <a:gd name="T21" fmla="*/ 0 h 1862"/>
                  <a:gd name="T22" fmla="*/ 0 w 2266"/>
                  <a:gd name="T23" fmla="*/ 0 h 1862"/>
                  <a:gd name="T24" fmla="*/ 0 w 2266"/>
                  <a:gd name="T25" fmla="*/ 0 h 1862"/>
                  <a:gd name="T26" fmla="*/ 0 w 2266"/>
                  <a:gd name="T27" fmla="*/ 0 h 1862"/>
                  <a:gd name="T28" fmla="*/ 0 w 2266"/>
                  <a:gd name="T29" fmla="*/ 0 h 1862"/>
                  <a:gd name="T30" fmla="*/ 0 w 2266"/>
                  <a:gd name="T31" fmla="*/ 0 h 1862"/>
                  <a:gd name="T32" fmla="*/ 0 w 2266"/>
                  <a:gd name="T33" fmla="*/ 0 h 1862"/>
                  <a:gd name="T34" fmla="*/ 0 w 2266"/>
                  <a:gd name="T35" fmla="*/ 0 h 1862"/>
                  <a:gd name="T36" fmla="*/ 0 w 2266"/>
                  <a:gd name="T37" fmla="*/ 0 h 1862"/>
                  <a:gd name="T38" fmla="*/ 0 w 2266"/>
                  <a:gd name="T39" fmla="*/ 0 h 1862"/>
                  <a:gd name="T40" fmla="*/ 0 w 2266"/>
                  <a:gd name="T41" fmla="*/ 0 h 1862"/>
                  <a:gd name="T42" fmla="*/ 0 w 2266"/>
                  <a:gd name="T43" fmla="*/ 0 h 1862"/>
                  <a:gd name="T44" fmla="*/ 0 w 2266"/>
                  <a:gd name="T45" fmla="*/ 0 h 1862"/>
                  <a:gd name="T46" fmla="*/ 0 w 2266"/>
                  <a:gd name="T47" fmla="*/ 0 h 1862"/>
                  <a:gd name="T48" fmla="*/ 0 w 2266"/>
                  <a:gd name="T49" fmla="*/ 0 h 1862"/>
                  <a:gd name="T50" fmla="*/ 0 w 2266"/>
                  <a:gd name="T51" fmla="*/ 0 h 1862"/>
                  <a:gd name="T52" fmla="*/ 0 w 2266"/>
                  <a:gd name="T53" fmla="*/ 0 h 1862"/>
                  <a:gd name="T54" fmla="*/ 0 w 2266"/>
                  <a:gd name="T55" fmla="*/ 0 h 1862"/>
                  <a:gd name="T56" fmla="*/ 0 w 2266"/>
                  <a:gd name="T57" fmla="*/ 0 h 1862"/>
                  <a:gd name="T58" fmla="*/ 0 w 2266"/>
                  <a:gd name="T59" fmla="*/ 0 h 1862"/>
                  <a:gd name="T60" fmla="*/ 0 w 2266"/>
                  <a:gd name="T61" fmla="*/ 0 h 1862"/>
                  <a:gd name="T62" fmla="*/ 0 w 2266"/>
                  <a:gd name="T63" fmla="*/ 0 h 1862"/>
                  <a:gd name="T64" fmla="*/ 0 w 2266"/>
                  <a:gd name="T65" fmla="*/ 0 h 1862"/>
                  <a:gd name="T66" fmla="*/ 0 w 2266"/>
                  <a:gd name="T67" fmla="*/ 0 h 1862"/>
                  <a:gd name="T68" fmla="*/ 0 w 2266"/>
                  <a:gd name="T69" fmla="*/ 0 h 1862"/>
                  <a:gd name="T70" fmla="*/ 0 w 2266"/>
                  <a:gd name="T71" fmla="*/ 0 h 1862"/>
                  <a:gd name="T72" fmla="*/ 0 w 2266"/>
                  <a:gd name="T73" fmla="*/ 0 h 18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66"/>
                  <a:gd name="T112" fmla="*/ 0 h 1862"/>
                  <a:gd name="T113" fmla="*/ 2266 w 2266"/>
                  <a:gd name="T114" fmla="*/ 1862 h 186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66" h="1862">
                    <a:moveTo>
                      <a:pt x="947" y="954"/>
                    </a:moveTo>
                    <a:lnTo>
                      <a:pt x="1211" y="1046"/>
                    </a:lnTo>
                    <a:lnTo>
                      <a:pt x="1455" y="1180"/>
                    </a:lnTo>
                    <a:lnTo>
                      <a:pt x="1630" y="1244"/>
                    </a:lnTo>
                    <a:lnTo>
                      <a:pt x="1747" y="1362"/>
                    </a:lnTo>
                    <a:lnTo>
                      <a:pt x="1925" y="1436"/>
                    </a:lnTo>
                    <a:lnTo>
                      <a:pt x="1914" y="1348"/>
                    </a:lnTo>
                    <a:lnTo>
                      <a:pt x="1764" y="1189"/>
                    </a:lnTo>
                    <a:lnTo>
                      <a:pt x="1582" y="1055"/>
                    </a:lnTo>
                    <a:lnTo>
                      <a:pt x="1854" y="1194"/>
                    </a:lnTo>
                    <a:lnTo>
                      <a:pt x="1905" y="908"/>
                    </a:lnTo>
                    <a:lnTo>
                      <a:pt x="1815" y="921"/>
                    </a:lnTo>
                    <a:lnTo>
                      <a:pt x="1747" y="908"/>
                    </a:lnTo>
                    <a:lnTo>
                      <a:pt x="1663" y="855"/>
                    </a:lnTo>
                    <a:lnTo>
                      <a:pt x="1738" y="839"/>
                    </a:lnTo>
                    <a:lnTo>
                      <a:pt x="1815" y="765"/>
                    </a:lnTo>
                    <a:lnTo>
                      <a:pt x="1863" y="682"/>
                    </a:lnTo>
                    <a:lnTo>
                      <a:pt x="1905" y="506"/>
                    </a:lnTo>
                    <a:lnTo>
                      <a:pt x="1914" y="273"/>
                    </a:lnTo>
                    <a:lnTo>
                      <a:pt x="1872" y="0"/>
                    </a:lnTo>
                    <a:lnTo>
                      <a:pt x="2048" y="168"/>
                    </a:lnTo>
                    <a:lnTo>
                      <a:pt x="2131" y="308"/>
                    </a:lnTo>
                    <a:lnTo>
                      <a:pt x="2110" y="325"/>
                    </a:lnTo>
                    <a:lnTo>
                      <a:pt x="1988" y="242"/>
                    </a:lnTo>
                    <a:lnTo>
                      <a:pt x="2013" y="541"/>
                    </a:lnTo>
                    <a:lnTo>
                      <a:pt x="2165" y="839"/>
                    </a:lnTo>
                    <a:lnTo>
                      <a:pt x="2206" y="1014"/>
                    </a:lnTo>
                    <a:lnTo>
                      <a:pt x="2149" y="1079"/>
                    </a:lnTo>
                    <a:lnTo>
                      <a:pt x="2156" y="1180"/>
                    </a:lnTo>
                    <a:lnTo>
                      <a:pt x="2266" y="1348"/>
                    </a:lnTo>
                    <a:lnTo>
                      <a:pt x="2266" y="1398"/>
                    </a:lnTo>
                    <a:lnTo>
                      <a:pt x="2215" y="1459"/>
                    </a:lnTo>
                    <a:lnTo>
                      <a:pt x="2013" y="1593"/>
                    </a:lnTo>
                    <a:lnTo>
                      <a:pt x="1896" y="1680"/>
                    </a:lnTo>
                    <a:lnTo>
                      <a:pt x="1738" y="1862"/>
                    </a:lnTo>
                    <a:lnTo>
                      <a:pt x="1496" y="1862"/>
                    </a:lnTo>
                    <a:lnTo>
                      <a:pt x="1444" y="1833"/>
                    </a:lnTo>
                    <a:lnTo>
                      <a:pt x="1356" y="1824"/>
                    </a:lnTo>
                    <a:lnTo>
                      <a:pt x="1305" y="1862"/>
                    </a:lnTo>
                    <a:lnTo>
                      <a:pt x="0" y="1862"/>
                    </a:lnTo>
                    <a:lnTo>
                      <a:pt x="169" y="1752"/>
                    </a:lnTo>
                    <a:lnTo>
                      <a:pt x="344" y="1662"/>
                    </a:lnTo>
                    <a:lnTo>
                      <a:pt x="542" y="1578"/>
                    </a:lnTo>
                    <a:lnTo>
                      <a:pt x="747" y="1512"/>
                    </a:lnTo>
                    <a:lnTo>
                      <a:pt x="830" y="1496"/>
                    </a:lnTo>
                    <a:lnTo>
                      <a:pt x="865" y="1545"/>
                    </a:lnTo>
                    <a:lnTo>
                      <a:pt x="837" y="1668"/>
                    </a:lnTo>
                    <a:lnTo>
                      <a:pt x="877" y="1721"/>
                    </a:lnTo>
                    <a:lnTo>
                      <a:pt x="1178" y="1680"/>
                    </a:lnTo>
                    <a:lnTo>
                      <a:pt x="1187" y="1653"/>
                    </a:lnTo>
                    <a:lnTo>
                      <a:pt x="1174" y="1629"/>
                    </a:lnTo>
                    <a:lnTo>
                      <a:pt x="947" y="1653"/>
                    </a:lnTo>
                    <a:lnTo>
                      <a:pt x="911" y="1635"/>
                    </a:lnTo>
                    <a:lnTo>
                      <a:pt x="906" y="1545"/>
                    </a:lnTo>
                    <a:lnTo>
                      <a:pt x="964" y="1503"/>
                    </a:lnTo>
                    <a:lnTo>
                      <a:pt x="994" y="1539"/>
                    </a:lnTo>
                    <a:lnTo>
                      <a:pt x="1037" y="1593"/>
                    </a:lnTo>
                    <a:lnTo>
                      <a:pt x="1103" y="1593"/>
                    </a:lnTo>
                    <a:lnTo>
                      <a:pt x="1139" y="1521"/>
                    </a:lnTo>
                    <a:lnTo>
                      <a:pt x="1019" y="1479"/>
                    </a:lnTo>
                    <a:lnTo>
                      <a:pt x="969" y="1470"/>
                    </a:lnTo>
                    <a:lnTo>
                      <a:pt x="1156" y="1459"/>
                    </a:lnTo>
                    <a:lnTo>
                      <a:pt x="1428" y="1452"/>
                    </a:lnTo>
                    <a:lnTo>
                      <a:pt x="1571" y="1459"/>
                    </a:lnTo>
                    <a:lnTo>
                      <a:pt x="1413" y="1398"/>
                    </a:lnTo>
                    <a:lnTo>
                      <a:pt x="1331" y="1319"/>
                    </a:lnTo>
                    <a:lnTo>
                      <a:pt x="1437" y="1353"/>
                    </a:lnTo>
                    <a:lnTo>
                      <a:pt x="1707" y="1459"/>
                    </a:lnTo>
                    <a:lnTo>
                      <a:pt x="1848" y="1479"/>
                    </a:lnTo>
                    <a:lnTo>
                      <a:pt x="1531" y="1256"/>
                    </a:lnTo>
                    <a:lnTo>
                      <a:pt x="1266" y="1106"/>
                    </a:lnTo>
                    <a:lnTo>
                      <a:pt x="1095" y="1064"/>
                    </a:lnTo>
                    <a:lnTo>
                      <a:pt x="1037" y="1002"/>
                    </a:lnTo>
                    <a:lnTo>
                      <a:pt x="947" y="9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39" name="Freeform 176">
                <a:extLst>
                  <a:ext uri="{FF2B5EF4-FFF2-40B4-BE49-F238E27FC236}">
                    <a16:creationId xmlns:a16="http://schemas.microsoft.com/office/drawing/2014/main" id="{D0655847-9D54-A34F-9BAA-6B79DF8D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95"/>
                <a:ext cx="55" cy="25"/>
              </a:xfrm>
              <a:custGeom>
                <a:avLst/>
                <a:gdLst>
                  <a:gd name="T0" fmla="*/ 0 w 443"/>
                  <a:gd name="T1" fmla="*/ 0 h 201"/>
                  <a:gd name="T2" fmla="*/ 0 w 443"/>
                  <a:gd name="T3" fmla="*/ 0 h 201"/>
                  <a:gd name="T4" fmla="*/ 0 w 443"/>
                  <a:gd name="T5" fmla="*/ 0 h 201"/>
                  <a:gd name="T6" fmla="*/ 0 w 443"/>
                  <a:gd name="T7" fmla="*/ 0 h 201"/>
                  <a:gd name="T8" fmla="*/ 0 w 443"/>
                  <a:gd name="T9" fmla="*/ 0 h 201"/>
                  <a:gd name="T10" fmla="*/ 0 w 443"/>
                  <a:gd name="T11" fmla="*/ 0 h 201"/>
                  <a:gd name="T12" fmla="*/ 0 w 443"/>
                  <a:gd name="T13" fmla="*/ 0 h 201"/>
                  <a:gd name="T14" fmla="*/ 0 w 443"/>
                  <a:gd name="T15" fmla="*/ 0 h 201"/>
                  <a:gd name="T16" fmla="*/ 0 w 443"/>
                  <a:gd name="T17" fmla="*/ 0 h 201"/>
                  <a:gd name="T18" fmla="*/ 0 w 443"/>
                  <a:gd name="T19" fmla="*/ 0 h 201"/>
                  <a:gd name="T20" fmla="*/ 0 w 443"/>
                  <a:gd name="T21" fmla="*/ 0 h 2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43"/>
                  <a:gd name="T34" fmla="*/ 0 h 201"/>
                  <a:gd name="T35" fmla="*/ 443 w 443"/>
                  <a:gd name="T36" fmla="*/ 201 h 2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43" h="201">
                    <a:moveTo>
                      <a:pt x="0" y="69"/>
                    </a:moveTo>
                    <a:lnTo>
                      <a:pt x="0" y="201"/>
                    </a:lnTo>
                    <a:lnTo>
                      <a:pt x="236" y="46"/>
                    </a:lnTo>
                    <a:lnTo>
                      <a:pt x="261" y="69"/>
                    </a:lnTo>
                    <a:lnTo>
                      <a:pt x="351" y="78"/>
                    </a:lnTo>
                    <a:lnTo>
                      <a:pt x="443" y="19"/>
                    </a:lnTo>
                    <a:lnTo>
                      <a:pt x="342" y="51"/>
                    </a:lnTo>
                    <a:lnTo>
                      <a:pt x="287" y="46"/>
                    </a:lnTo>
                    <a:lnTo>
                      <a:pt x="236" y="0"/>
                    </a:lnTo>
                    <a:lnTo>
                      <a:pt x="134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0" name="Freeform 177">
                <a:extLst>
                  <a:ext uri="{FF2B5EF4-FFF2-40B4-BE49-F238E27FC236}">
                    <a16:creationId xmlns:a16="http://schemas.microsoft.com/office/drawing/2014/main" id="{157E4A50-18BE-4D40-A0B7-CBB33236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04"/>
                <a:ext cx="87" cy="135"/>
              </a:xfrm>
              <a:custGeom>
                <a:avLst/>
                <a:gdLst>
                  <a:gd name="T0" fmla="*/ 0 w 701"/>
                  <a:gd name="T1" fmla="*/ 0 h 1079"/>
                  <a:gd name="T2" fmla="*/ 0 w 701"/>
                  <a:gd name="T3" fmla="*/ 0 h 1079"/>
                  <a:gd name="T4" fmla="*/ 0 w 701"/>
                  <a:gd name="T5" fmla="*/ 0 h 1079"/>
                  <a:gd name="T6" fmla="*/ 0 w 701"/>
                  <a:gd name="T7" fmla="*/ 0 h 1079"/>
                  <a:gd name="T8" fmla="*/ 0 w 701"/>
                  <a:gd name="T9" fmla="*/ 0 h 1079"/>
                  <a:gd name="T10" fmla="*/ 0 w 701"/>
                  <a:gd name="T11" fmla="*/ 0 h 1079"/>
                  <a:gd name="T12" fmla="*/ 0 w 701"/>
                  <a:gd name="T13" fmla="*/ 0 h 1079"/>
                  <a:gd name="T14" fmla="*/ 0 w 701"/>
                  <a:gd name="T15" fmla="*/ 0 h 1079"/>
                  <a:gd name="T16" fmla="*/ 0 w 701"/>
                  <a:gd name="T17" fmla="*/ 0 h 1079"/>
                  <a:gd name="T18" fmla="*/ 0 w 701"/>
                  <a:gd name="T19" fmla="*/ 0 h 1079"/>
                  <a:gd name="T20" fmla="*/ 0 w 701"/>
                  <a:gd name="T21" fmla="*/ 0 h 1079"/>
                  <a:gd name="T22" fmla="*/ 0 w 701"/>
                  <a:gd name="T23" fmla="*/ 0 h 1079"/>
                  <a:gd name="T24" fmla="*/ 0 w 701"/>
                  <a:gd name="T25" fmla="*/ 0 h 1079"/>
                  <a:gd name="T26" fmla="*/ 0 w 701"/>
                  <a:gd name="T27" fmla="*/ 0 h 1079"/>
                  <a:gd name="T28" fmla="*/ 0 w 701"/>
                  <a:gd name="T29" fmla="*/ 0 h 10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1"/>
                  <a:gd name="T46" fmla="*/ 0 h 1079"/>
                  <a:gd name="T47" fmla="*/ 701 w 701"/>
                  <a:gd name="T48" fmla="*/ 1079 h 107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1" h="1079">
                    <a:moveTo>
                      <a:pt x="0" y="0"/>
                    </a:moveTo>
                    <a:lnTo>
                      <a:pt x="281" y="374"/>
                    </a:lnTo>
                    <a:lnTo>
                      <a:pt x="424" y="438"/>
                    </a:lnTo>
                    <a:lnTo>
                      <a:pt x="438" y="688"/>
                    </a:lnTo>
                    <a:lnTo>
                      <a:pt x="519" y="823"/>
                    </a:lnTo>
                    <a:lnTo>
                      <a:pt x="519" y="1079"/>
                    </a:lnTo>
                    <a:lnTo>
                      <a:pt x="551" y="1035"/>
                    </a:lnTo>
                    <a:lnTo>
                      <a:pt x="551" y="680"/>
                    </a:lnTo>
                    <a:lnTo>
                      <a:pt x="659" y="747"/>
                    </a:lnTo>
                    <a:lnTo>
                      <a:pt x="684" y="862"/>
                    </a:lnTo>
                    <a:lnTo>
                      <a:pt x="701" y="754"/>
                    </a:lnTo>
                    <a:lnTo>
                      <a:pt x="627" y="583"/>
                    </a:lnTo>
                    <a:lnTo>
                      <a:pt x="361" y="316"/>
                    </a:lnTo>
                    <a:lnTo>
                      <a:pt x="253" y="2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1" name="Freeform 178">
                <a:extLst>
                  <a:ext uri="{FF2B5EF4-FFF2-40B4-BE49-F238E27FC236}">
                    <a16:creationId xmlns:a16="http://schemas.microsoft.com/office/drawing/2014/main" id="{22295E30-B584-F341-B97D-3C146037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660"/>
                <a:ext cx="47" cy="66"/>
              </a:xfrm>
              <a:custGeom>
                <a:avLst/>
                <a:gdLst>
                  <a:gd name="T0" fmla="*/ 0 w 378"/>
                  <a:gd name="T1" fmla="*/ 0 h 533"/>
                  <a:gd name="T2" fmla="*/ 0 w 378"/>
                  <a:gd name="T3" fmla="*/ 0 h 533"/>
                  <a:gd name="T4" fmla="*/ 0 w 378"/>
                  <a:gd name="T5" fmla="*/ 0 h 533"/>
                  <a:gd name="T6" fmla="*/ 0 w 378"/>
                  <a:gd name="T7" fmla="*/ 0 h 533"/>
                  <a:gd name="T8" fmla="*/ 0 w 378"/>
                  <a:gd name="T9" fmla="*/ 0 h 533"/>
                  <a:gd name="T10" fmla="*/ 0 w 378"/>
                  <a:gd name="T11" fmla="*/ 0 h 533"/>
                  <a:gd name="T12" fmla="*/ 0 w 378"/>
                  <a:gd name="T13" fmla="*/ 0 h 533"/>
                  <a:gd name="T14" fmla="*/ 0 w 378"/>
                  <a:gd name="T15" fmla="*/ 0 h 533"/>
                  <a:gd name="T16" fmla="*/ 0 w 378"/>
                  <a:gd name="T17" fmla="*/ 0 h 533"/>
                  <a:gd name="T18" fmla="*/ 0 w 378"/>
                  <a:gd name="T19" fmla="*/ 0 h 5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8"/>
                  <a:gd name="T31" fmla="*/ 0 h 533"/>
                  <a:gd name="T32" fmla="*/ 378 w 378"/>
                  <a:gd name="T33" fmla="*/ 533 h 5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8" h="533">
                    <a:moveTo>
                      <a:pt x="0" y="257"/>
                    </a:moveTo>
                    <a:lnTo>
                      <a:pt x="70" y="107"/>
                    </a:lnTo>
                    <a:lnTo>
                      <a:pt x="143" y="98"/>
                    </a:lnTo>
                    <a:lnTo>
                      <a:pt x="235" y="118"/>
                    </a:lnTo>
                    <a:lnTo>
                      <a:pt x="253" y="0"/>
                    </a:lnTo>
                    <a:lnTo>
                      <a:pt x="378" y="533"/>
                    </a:lnTo>
                    <a:lnTo>
                      <a:pt x="235" y="272"/>
                    </a:lnTo>
                    <a:lnTo>
                      <a:pt x="166" y="233"/>
                    </a:lnTo>
                    <a:lnTo>
                      <a:pt x="83" y="222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2" name="Freeform 179">
                <a:extLst>
                  <a:ext uri="{FF2B5EF4-FFF2-40B4-BE49-F238E27FC236}">
                    <a16:creationId xmlns:a16="http://schemas.microsoft.com/office/drawing/2014/main" id="{6EC7B616-FA94-1A45-BA48-41651980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707"/>
                <a:ext cx="90" cy="145"/>
              </a:xfrm>
              <a:custGeom>
                <a:avLst/>
                <a:gdLst>
                  <a:gd name="T0" fmla="*/ 0 w 717"/>
                  <a:gd name="T1" fmla="*/ 0 h 1161"/>
                  <a:gd name="T2" fmla="*/ 0 w 717"/>
                  <a:gd name="T3" fmla="*/ 0 h 1161"/>
                  <a:gd name="T4" fmla="*/ 0 w 717"/>
                  <a:gd name="T5" fmla="*/ 0 h 1161"/>
                  <a:gd name="T6" fmla="*/ 0 w 717"/>
                  <a:gd name="T7" fmla="*/ 0 h 1161"/>
                  <a:gd name="T8" fmla="*/ 0 w 717"/>
                  <a:gd name="T9" fmla="*/ 0 h 1161"/>
                  <a:gd name="T10" fmla="*/ 0 w 717"/>
                  <a:gd name="T11" fmla="*/ 0 h 1161"/>
                  <a:gd name="T12" fmla="*/ 0 w 717"/>
                  <a:gd name="T13" fmla="*/ 0 h 1161"/>
                  <a:gd name="T14" fmla="*/ 0 w 717"/>
                  <a:gd name="T15" fmla="*/ 0 h 1161"/>
                  <a:gd name="T16" fmla="*/ 0 w 717"/>
                  <a:gd name="T17" fmla="*/ 0 h 1161"/>
                  <a:gd name="T18" fmla="*/ 0 w 717"/>
                  <a:gd name="T19" fmla="*/ 0 h 1161"/>
                  <a:gd name="T20" fmla="*/ 0 w 717"/>
                  <a:gd name="T21" fmla="*/ 0 h 1161"/>
                  <a:gd name="T22" fmla="*/ 0 w 717"/>
                  <a:gd name="T23" fmla="*/ 0 h 1161"/>
                  <a:gd name="T24" fmla="*/ 0 w 717"/>
                  <a:gd name="T25" fmla="*/ 0 h 1161"/>
                  <a:gd name="T26" fmla="*/ 0 w 717"/>
                  <a:gd name="T27" fmla="*/ 0 h 1161"/>
                  <a:gd name="T28" fmla="*/ 0 w 717"/>
                  <a:gd name="T29" fmla="*/ 0 h 1161"/>
                  <a:gd name="T30" fmla="*/ 0 w 717"/>
                  <a:gd name="T31" fmla="*/ 0 h 1161"/>
                  <a:gd name="T32" fmla="*/ 0 w 717"/>
                  <a:gd name="T33" fmla="*/ 0 h 1161"/>
                  <a:gd name="T34" fmla="*/ 0 w 717"/>
                  <a:gd name="T35" fmla="*/ 0 h 1161"/>
                  <a:gd name="T36" fmla="*/ 0 w 717"/>
                  <a:gd name="T37" fmla="*/ 0 h 1161"/>
                  <a:gd name="T38" fmla="*/ 0 w 717"/>
                  <a:gd name="T39" fmla="*/ 0 h 1161"/>
                  <a:gd name="T40" fmla="*/ 0 w 717"/>
                  <a:gd name="T41" fmla="*/ 0 h 1161"/>
                  <a:gd name="T42" fmla="*/ 0 w 717"/>
                  <a:gd name="T43" fmla="*/ 0 h 1161"/>
                  <a:gd name="T44" fmla="*/ 0 w 717"/>
                  <a:gd name="T45" fmla="*/ 0 h 1161"/>
                  <a:gd name="T46" fmla="*/ 0 w 717"/>
                  <a:gd name="T47" fmla="*/ 0 h 1161"/>
                  <a:gd name="T48" fmla="*/ 0 w 717"/>
                  <a:gd name="T49" fmla="*/ 0 h 1161"/>
                  <a:gd name="T50" fmla="*/ 0 w 717"/>
                  <a:gd name="T51" fmla="*/ 0 h 1161"/>
                  <a:gd name="T52" fmla="*/ 0 w 717"/>
                  <a:gd name="T53" fmla="*/ 0 h 1161"/>
                  <a:gd name="T54" fmla="*/ 0 w 717"/>
                  <a:gd name="T55" fmla="*/ 0 h 1161"/>
                  <a:gd name="T56" fmla="*/ 0 w 717"/>
                  <a:gd name="T57" fmla="*/ 0 h 1161"/>
                  <a:gd name="T58" fmla="*/ 0 w 717"/>
                  <a:gd name="T59" fmla="*/ 0 h 1161"/>
                  <a:gd name="T60" fmla="*/ 0 w 717"/>
                  <a:gd name="T61" fmla="*/ 0 h 1161"/>
                  <a:gd name="T62" fmla="*/ 0 w 717"/>
                  <a:gd name="T63" fmla="*/ 0 h 1161"/>
                  <a:gd name="T64" fmla="*/ 0 w 717"/>
                  <a:gd name="T65" fmla="*/ 0 h 1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17"/>
                  <a:gd name="T100" fmla="*/ 0 h 1161"/>
                  <a:gd name="T101" fmla="*/ 717 w 717"/>
                  <a:gd name="T102" fmla="*/ 1161 h 1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17" h="1161">
                    <a:moveTo>
                      <a:pt x="261" y="0"/>
                    </a:moveTo>
                    <a:lnTo>
                      <a:pt x="252" y="99"/>
                    </a:lnTo>
                    <a:lnTo>
                      <a:pt x="177" y="240"/>
                    </a:lnTo>
                    <a:lnTo>
                      <a:pt x="76" y="390"/>
                    </a:lnTo>
                    <a:lnTo>
                      <a:pt x="34" y="509"/>
                    </a:lnTo>
                    <a:lnTo>
                      <a:pt x="34" y="572"/>
                    </a:lnTo>
                    <a:lnTo>
                      <a:pt x="67" y="656"/>
                    </a:lnTo>
                    <a:lnTo>
                      <a:pt x="94" y="724"/>
                    </a:lnTo>
                    <a:lnTo>
                      <a:pt x="0" y="724"/>
                    </a:lnTo>
                    <a:lnTo>
                      <a:pt x="127" y="763"/>
                    </a:lnTo>
                    <a:lnTo>
                      <a:pt x="177" y="889"/>
                    </a:lnTo>
                    <a:lnTo>
                      <a:pt x="325" y="889"/>
                    </a:lnTo>
                    <a:lnTo>
                      <a:pt x="496" y="1161"/>
                    </a:lnTo>
                    <a:lnTo>
                      <a:pt x="535" y="1091"/>
                    </a:lnTo>
                    <a:lnTo>
                      <a:pt x="535" y="970"/>
                    </a:lnTo>
                    <a:lnTo>
                      <a:pt x="643" y="774"/>
                    </a:lnTo>
                    <a:lnTo>
                      <a:pt x="717" y="473"/>
                    </a:lnTo>
                    <a:lnTo>
                      <a:pt x="616" y="756"/>
                    </a:lnTo>
                    <a:lnTo>
                      <a:pt x="560" y="733"/>
                    </a:lnTo>
                    <a:lnTo>
                      <a:pt x="595" y="673"/>
                    </a:lnTo>
                    <a:lnTo>
                      <a:pt x="217" y="839"/>
                    </a:lnTo>
                    <a:lnTo>
                      <a:pt x="210" y="763"/>
                    </a:lnTo>
                    <a:lnTo>
                      <a:pt x="127" y="708"/>
                    </a:lnTo>
                    <a:lnTo>
                      <a:pt x="337" y="524"/>
                    </a:lnTo>
                    <a:lnTo>
                      <a:pt x="184" y="608"/>
                    </a:lnTo>
                    <a:lnTo>
                      <a:pt x="153" y="524"/>
                    </a:lnTo>
                    <a:lnTo>
                      <a:pt x="159" y="422"/>
                    </a:lnTo>
                    <a:lnTo>
                      <a:pt x="201" y="341"/>
                    </a:lnTo>
                    <a:lnTo>
                      <a:pt x="344" y="168"/>
                    </a:lnTo>
                    <a:lnTo>
                      <a:pt x="360" y="99"/>
                    </a:lnTo>
                    <a:lnTo>
                      <a:pt x="344" y="58"/>
                    </a:lnTo>
                    <a:lnTo>
                      <a:pt x="293" y="58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3" name="Freeform 180">
                <a:extLst>
                  <a:ext uri="{FF2B5EF4-FFF2-40B4-BE49-F238E27FC236}">
                    <a16:creationId xmlns:a16="http://schemas.microsoft.com/office/drawing/2014/main" id="{550F58BE-7AF4-2142-B86C-557D0E56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58"/>
                <a:ext cx="97" cy="63"/>
              </a:xfrm>
              <a:custGeom>
                <a:avLst/>
                <a:gdLst>
                  <a:gd name="T0" fmla="*/ 0 w 775"/>
                  <a:gd name="T1" fmla="*/ 0 h 510"/>
                  <a:gd name="T2" fmla="*/ 0 w 775"/>
                  <a:gd name="T3" fmla="*/ 0 h 510"/>
                  <a:gd name="T4" fmla="*/ 0 w 775"/>
                  <a:gd name="T5" fmla="*/ 0 h 510"/>
                  <a:gd name="T6" fmla="*/ 0 w 775"/>
                  <a:gd name="T7" fmla="*/ 0 h 510"/>
                  <a:gd name="T8" fmla="*/ 0 w 775"/>
                  <a:gd name="T9" fmla="*/ 0 h 510"/>
                  <a:gd name="T10" fmla="*/ 0 w 775"/>
                  <a:gd name="T11" fmla="*/ 0 h 510"/>
                  <a:gd name="T12" fmla="*/ 0 w 775"/>
                  <a:gd name="T13" fmla="*/ 0 h 510"/>
                  <a:gd name="T14" fmla="*/ 0 w 775"/>
                  <a:gd name="T15" fmla="*/ 0 h 510"/>
                  <a:gd name="T16" fmla="*/ 0 w 775"/>
                  <a:gd name="T17" fmla="*/ 0 h 510"/>
                  <a:gd name="T18" fmla="*/ 0 w 775"/>
                  <a:gd name="T19" fmla="*/ 0 h 510"/>
                  <a:gd name="T20" fmla="*/ 0 w 775"/>
                  <a:gd name="T21" fmla="*/ 0 h 510"/>
                  <a:gd name="T22" fmla="*/ 0 w 775"/>
                  <a:gd name="T23" fmla="*/ 0 h 510"/>
                  <a:gd name="T24" fmla="*/ 0 w 775"/>
                  <a:gd name="T25" fmla="*/ 0 h 510"/>
                  <a:gd name="T26" fmla="*/ 0 w 775"/>
                  <a:gd name="T27" fmla="*/ 0 h 510"/>
                  <a:gd name="T28" fmla="*/ 0 w 775"/>
                  <a:gd name="T29" fmla="*/ 0 h 5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75"/>
                  <a:gd name="T46" fmla="*/ 0 h 510"/>
                  <a:gd name="T47" fmla="*/ 775 w 775"/>
                  <a:gd name="T48" fmla="*/ 510 h 5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75" h="510">
                    <a:moveTo>
                      <a:pt x="0" y="510"/>
                    </a:moveTo>
                    <a:lnTo>
                      <a:pt x="92" y="353"/>
                    </a:lnTo>
                    <a:lnTo>
                      <a:pt x="472" y="182"/>
                    </a:lnTo>
                    <a:lnTo>
                      <a:pt x="672" y="182"/>
                    </a:lnTo>
                    <a:lnTo>
                      <a:pt x="775" y="118"/>
                    </a:lnTo>
                    <a:lnTo>
                      <a:pt x="540" y="118"/>
                    </a:lnTo>
                    <a:lnTo>
                      <a:pt x="393" y="171"/>
                    </a:lnTo>
                    <a:lnTo>
                      <a:pt x="327" y="143"/>
                    </a:lnTo>
                    <a:lnTo>
                      <a:pt x="342" y="0"/>
                    </a:lnTo>
                    <a:lnTo>
                      <a:pt x="261" y="14"/>
                    </a:lnTo>
                    <a:lnTo>
                      <a:pt x="261" y="171"/>
                    </a:lnTo>
                    <a:lnTo>
                      <a:pt x="197" y="251"/>
                    </a:lnTo>
                    <a:lnTo>
                      <a:pt x="105" y="261"/>
                    </a:lnTo>
                    <a:lnTo>
                      <a:pt x="12" y="393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4" name="Freeform 181">
                <a:extLst>
                  <a:ext uri="{FF2B5EF4-FFF2-40B4-BE49-F238E27FC236}">
                    <a16:creationId xmlns:a16="http://schemas.microsoft.com/office/drawing/2014/main" id="{81C6E452-C61E-FB4D-9A8B-86EEAA7E4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36"/>
                <a:ext cx="149" cy="56"/>
              </a:xfrm>
              <a:custGeom>
                <a:avLst/>
                <a:gdLst>
                  <a:gd name="T0" fmla="*/ 0 w 1191"/>
                  <a:gd name="T1" fmla="*/ 0 h 446"/>
                  <a:gd name="T2" fmla="*/ 0 w 1191"/>
                  <a:gd name="T3" fmla="*/ 0 h 446"/>
                  <a:gd name="T4" fmla="*/ 0 w 1191"/>
                  <a:gd name="T5" fmla="*/ 0 h 446"/>
                  <a:gd name="T6" fmla="*/ 0 w 1191"/>
                  <a:gd name="T7" fmla="*/ 0 h 446"/>
                  <a:gd name="T8" fmla="*/ 0 w 1191"/>
                  <a:gd name="T9" fmla="*/ 0 h 446"/>
                  <a:gd name="T10" fmla="*/ 0 w 1191"/>
                  <a:gd name="T11" fmla="*/ 0 h 446"/>
                  <a:gd name="T12" fmla="*/ 0 w 1191"/>
                  <a:gd name="T13" fmla="*/ 0 h 446"/>
                  <a:gd name="T14" fmla="*/ 0 w 1191"/>
                  <a:gd name="T15" fmla="*/ 0 h 446"/>
                  <a:gd name="T16" fmla="*/ 0 w 1191"/>
                  <a:gd name="T17" fmla="*/ 0 h 446"/>
                  <a:gd name="T18" fmla="*/ 0 w 1191"/>
                  <a:gd name="T19" fmla="*/ 0 h 446"/>
                  <a:gd name="T20" fmla="*/ 0 w 1191"/>
                  <a:gd name="T21" fmla="*/ 0 h 446"/>
                  <a:gd name="T22" fmla="*/ 0 w 1191"/>
                  <a:gd name="T23" fmla="*/ 0 h 446"/>
                  <a:gd name="T24" fmla="*/ 0 w 1191"/>
                  <a:gd name="T25" fmla="*/ 0 h 446"/>
                  <a:gd name="T26" fmla="*/ 0 w 1191"/>
                  <a:gd name="T27" fmla="*/ 0 h 446"/>
                  <a:gd name="T28" fmla="*/ 0 w 1191"/>
                  <a:gd name="T29" fmla="*/ 0 h 446"/>
                  <a:gd name="T30" fmla="*/ 0 w 1191"/>
                  <a:gd name="T31" fmla="*/ 0 h 446"/>
                  <a:gd name="T32" fmla="*/ 0 w 1191"/>
                  <a:gd name="T33" fmla="*/ 0 h 446"/>
                  <a:gd name="T34" fmla="*/ 0 w 1191"/>
                  <a:gd name="T35" fmla="*/ 0 h 446"/>
                  <a:gd name="T36" fmla="*/ 0 w 1191"/>
                  <a:gd name="T37" fmla="*/ 0 h 446"/>
                  <a:gd name="T38" fmla="*/ 0 w 1191"/>
                  <a:gd name="T39" fmla="*/ 0 h 446"/>
                  <a:gd name="T40" fmla="*/ 0 w 1191"/>
                  <a:gd name="T41" fmla="*/ 0 h 446"/>
                  <a:gd name="T42" fmla="*/ 0 w 1191"/>
                  <a:gd name="T43" fmla="*/ 0 h 4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91"/>
                  <a:gd name="T67" fmla="*/ 0 h 446"/>
                  <a:gd name="T68" fmla="*/ 1191 w 1191"/>
                  <a:gd name="T69" fmla="*/ 446 h 44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91" h="446">
                    <a:moveTo>
                      <a:pt x="1191" y="174"/>
                    </a:moveTo>
                    <a:lnTo>
                      <a:pt x="841" y="283"/>
                    </a:lnTo>
                    <a:lnTo>
                      <a:pt x="622" y="446"/>
                    </a:lnTo>
                    <a:lnTo>
                      <a:pt x="609" y="374"/>
                    </a:lnTo>
                    <a:lnTo>
                      <a:pt x="912" y="176"/>
                    </a:lnTo>
                    <a:lnTo>
                      <a:pt x="877" y="137"/>
                    </a:lnTo>
                    <a:lnTo>
                      <a:pt x="708" y="149"/>
                    </a:lnTo>
                    <a:lnTo>
                      <a:pt x="490" y="213"/>
                    </a:lnTo>
                    <a:lnTo>
                      <a:pt x="512" y="108"/>
                    </a:lnTo>
                    <a:lnTo>
                      <a:pt x="313" y="96"/>
                    </a:lnTo>
                    <a:lnTo>
                      <a:pt x="205" y="55"/>
                    </a:lnTo>
                    <a:lnTo>
                      <a:pt x="69" y="24"/>
                    </a:lnTo>
                    <a:lnTo>
                      <a:pt x="0" y="61"/>
                    </a:lnTo>
                    <a:lnTo>
                      <a:pt x="80" y="0"/>
                    </a:lnTo>
                    <a:lnTo>
                      <a:pt x="246" y="47"/>
                    </a:lnTo>
                    <a:lnTo>
                      <a:pt x="409" y="77"/>
                    </a:lnTo>
                    <a:lnTo>
                      <a:pt x="537" y="73"/>
                    </a:lnTo>
                    <a:lnTo>
                      <a:pt x="652" y="55"/>
                    </a:lnTo>
                    <a:lnTo>
                      <a:pt x="749" y="112"/>
                    </a:lnTo>
                    <a:lnTo>
                      <a:pt x="1028" y="96"/>
                    </a:lnTo>
                    <a:lnTo>
                      <a:pt x="1164" y="154"/>
                    </a:lnTo>
                    <a:lnTo>
                      <a:pt x="1191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5" name="Freeform 182">
                <a:extLst>
                  <a:ext uri="{FF2B5EF4-FFF2-40B4-BE49-F238E27FC236}">
                    <a16:creationId xmlns:a16="http://schemas.microsoft.com/office/drawing/2014/main" id="{0AC22C2D-AC6D-B142-8430-927A386D1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81"/>
                <a:ext cx="219" cy="153"/>
              </a:xfrm>
              <a:custGeom>
                <a:avLst/>
                <a:gdLst>
                  <a:gd name="T0" fmla="*/ 0 w 1754"/>
                  <a:gd name="T1" fmla="*/ 0 h 1222"/>
                  <a:gd name="T2" fmla="*/ 0 w 1754"/>
                  <a:gd name="T3" fmla="*/ 0 h 1222"/>
                  <a:gd name="T4" fmla="*/ 0 w 1754"/>
                  <a:gd name="T5" fmla="*/ 0 h 1222"/>
                  <a:gd name="T6" fmla="*/ 0 w 1754"/>
                  <a:gd name="T7" fmla="*/ 0 h 1222"/>
                  <a:gd name="T8" fmla="*/ 0 w 1754"/>
                  <a:gd name="T9" fmla="*/ 0 h 1222"/>
                  <a:gd name="T10" fmla="*/ 0 w 1754"/>
                  <a:gd name="T11" fmla="*/ 0 h 1222"/>
                  <a:gd name="T12" fmla="*/ 0 w 1754"/>
                  <a:gd name="T13" fmla="*/ 0 h 1222"/>
                  <a:gd name="T14" fmla="*/ 0 w 1754"/>
                  <a:gd name="T15" fmla="*/ 0 h 1222"/>
                  <a:gd name="T16" fmla="*/ 0 w 1754"/>
                  <a:gd name="T17" fmla="*/ 0 h 1222"/>
                  <a:gd name="T18" fmla="*/ 0 w 1754"/>
                  <a:gd name="T19" fmla="*/ 0 h 1222"/>
                  <a:gd name="T20" fmla="*/ 0 w 1754"/>
                  <a:gd name="T21" fmla="*/ 0 h 1222"/>
                  <a:gd name="T22" fmla="*/ 0 w 1754"/>
                  <a:gd name="T23" fmla="*/ 0 h 1222"/>
                  <a:gd name="T24" fmla="*/ 0 w 1754"/>
                  <a:gd name="T25" fmla="*/ 0 h 1222"/>
                  <a:gd name="T26" fmla="*/ 0 w 1754"/>
                  <a:gd name="T27" fmla="*/ 0 h 1222"/>
                  <a:gd name="T28" fmla="*/ 0 w 1754"/>
                  <a:gd name="T29" fmla="*/ 0 h 1222"/>
                  <a:gd name="T30" fmla="*/ 0 w 1754"/>
                  <a:gd name="T31" fmla="*/ 0 h 1222"/>
                  <a:gd name="T32" fmla="*/ 0 w 1754"/>
                  <a:gd name="T33" fmla="*/ 0 h 1222"/>
                  <a:gd name="T34" fmla="*/ 0 w 1754"/>
                  <a:gd name="T35" fmla="*/ 0 h 1222"/>
                  <a:gd name="T36" fmla="*/ 0 w 1754"/>
                  <a:gd name="T37" fmla="*/ 0 h 1222"/>
                  <a:gd name="T38" fmla="*/ 0 w 1754"/>
                  <a:gd name="T39" fmla="*/ 0 h 1222"/>
                  <a:gd name="T40" fmla="*/ 0 w 1754"/>
                  <a:gd name="T41" fmla="*/ 0 h 1222"/>
                  <a:gd name="T42" fmla="*/ 0 w 1754"/>
                  <a:gd name="T43" fmla="*/ 0 h 1222"/>
                  <a:gd name="T44" fmla="*/ 0 w 1754"/>
                  <a:gd name="T45" fmla="*/ 0 h 1222"/>
                  <a:gd name="T46" fmla="*/ 0 w 1754"/>
                  <a:gd name="T47" fmla="*/ 0 h 1222"/>
                  <a:gd name="T48" fmla="*/ 0 w 1754"/>
                  <a:gd name="T49" fmla="*/ 0 h 1222"/>
                  <a:gd name="T50" fmla="*/ 0 w 1754"/>
                  <a:gd name="T51" fmla="*/ 0 h 1222"/>
                  <a:gd name="T52" fmla="*/ 0 w 1754"/>
                  <a:gd name="T53" fmla="*/ 0 h 1222"/>
                  <a:gd name="T54" fmla="*/ 0 w 1754"/>
                  <a:gd name="T55" fmla="*/ 0 h 1222"/>
                  <a:gd name="T56" fmla="*/ 0 w 1754"/>
                  <a:gd name="T57" fmla="*/ 0 h 1222"/>
                  <a:gd name="T58" fmla="*/ 0 w 1754"/>
                  <a:gd name="T59" fmla="*/ 0 h 1222"/>
                  <a:gd name="T60" fmla="*/ 0 w 1754"/>
                  <a:gd name="T61" fmla="*/ 0 h 1222"/>
                  <a:gd name="T62" fmla="*/ 0 w 1754"/>
                  <a:gd name="T63" fmla="*/ 0 h 1222"/>
                  <a:gd name="T64" fmla="*/ 0 w 1754"/>
                  <a:gd name="T65" fmla="*/ 0 h 1222"/>
                  <a:gd name="T66" fmla="*/ 0 w 1754"/>
                  <a:gd name="T67" fmla="*/ 0 h 12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54"/>
                  <a:gd name="T103" fmla="*/ 0 h 1222"/>
                  <a:gd name="T104" fmla="*/ 1754 w 1754"/>
                  <a:gd name="T105" fmla="*/ 1222 h 122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54" h="1222">
                    <a:moveTo>
                      <a:pt x="1289" y="666"/>
                    </a:moveTo>
                    <a:lnTo>
                      <a:pt x="1258" y="826"/>
                    </a:lnTo>
                    <a:lnTo>
                      <a:pt x="1258" y="945"/>
                    </a:lnTo>
                    <a:lnTo>
                      <a:pt x="1289" y="1042"/>
                    </a:lnTo>
                    <a:lnTo>
                      <a:pt x="1311" y="1098"/>
                    </a:lnTo>
                    <a:lnTo>
                      <a:pt x="1754" y="1222"/>
                    </a:lnTo>
                    <a:lnTo>
                      <a:pt x="1293" y="1160"/>
                    </a:lnTo>
                    <a:lnTo>
                      <a:pt x="1251" y="1098"/>
                    </a:lnTo>
                    <a:lnTo>
                      <a:pt x="876" y="1092"/>
                    </a:lnTo>
                    <a:lnTo>
                      <a:pt x="576" y="1035"/>
                    </a:lnTo>
                    <a:lnTo>
                      <a:pt x="311" y="955"/>
                    </a:lnTo>
                    <a:lnTo>
                      <a:pt x="93" y="860"/>
                    </a:lnTo>
                    <a:lnTo>
                      <a:pt x="69" y="826"/>
                    </a:lnTo>
                    <a:lnTo>
                      <a:pt x="51" y="749"/>
                    </a:lnTo>
                    <a:lnTo>
                      <a:pt x="0" y="652"/>
                    </a:lnTo>
                    <a:lnTo>
                      <a:pt x="12" y="615"/>
                    </a:lnTo>
                    <a:lnTo>
                      <a:pt x="32" y="588"/>
                    </a:lnTo>
                    <a:lnTo>
                      <a:pt x="32" y="452"/>
                    </a:lnTo>
                    <a:lnTo>
                      <a:pt x="51" y="406"/>
                    </a:lnTo>
                    <a:lnTo>
                      <a:pt x="80" y="382"/>
                    </a:lnTo>
                    <a:lnTo>
                      <a:pt x="58" y="433"/>
                    </a:lnTo>
                    <a:lnTo>
                      <a:pt x="51" y="547"/>
                    </a:lnTo>
                    <a:lnTo>
                      <a:pt x="58" y="613"/>
                    </a:lnTo>
                    <a:lnTo>
                      <a:pt x="230" y="756"/>
                    </a:lnTo>
                    <a:lnTo>
                      <a:pt x="258" y="749"/>
                    </a:lnTo>
                    <a:lnTo>
                      <a:pt x="278" y="670"/>
                    </a:lnTo>
                    <a:lnTo>
                      <a:pt x="170" y="494"/>
                    </a:lnTo>
                    <a:lnTo>
                      <a:pt x="140" y="344"/>
                    </a:lnTo>
                    <a:lnTo>
                      <a:pt x="201" y="202"/>
                    </a:lnTo>
                    <a:lnTo>
                      <a:pt x="201" y="426"/>
                    </a:lnTo>
                    <a:lnTo>
                      <a:pt x="361" y="786"/>
                    </a:lnTo>
                    <a:lnTo>
                      <a:pt x="438" y="802"/>
                    </a:lnTo>
                    <a:lnTo>
                      <a:pt x="489" y="770"/>
                    </a:lnTo>
                    <a:lnTo>
                      <a:pt x="480" y="685"/>
                    </a:lnTo>
                    <a:lnTo>
                      <a:pt x="320" y="286"/>
                    </a:lnTo>
                    <a:lnTo>
                      <a:pt x="320" y="166"/>
                    </a:lnTo>
                    <a:lnTo>
                      <a:pt x="320" y="72"/>
                    </a:lnTo>
                    <a:lnTo>
                      <a:pt x="361" y="0"/>
                    </a:lnTo>
                    <a:lnTo>
                      <a:pt x="343" y="136"/>
                    </a:lnTo>
                    <a:lnTo>
                      <a:pt x="350" y="272"/>
                    </a:lnTo>
                    <a:lnTo>
                      <a:pt x="451" y="540"/>
                    </a:lnTo>
                    <a:lnTo>
                      <a:pt x="493" y="560"/>
                    </a:lnTo>
                    <a:lnTo>
                      <a:pt x="535" y="516"/>
                    </a:lnTo>
                    <a:lnTo>
                      <a:pt x="553" y="468"/>
                    </a:lnTo>
                    <a:lnTo>
                      <a:pt x="546" y="362"/>
                    </a:lnTo>
                    <a:lnTo>
                      <a:pt x="528" y="219"/>
                    </a:lnTo>
                    <a:lnTo>
                      <a:pt x="553" y="215"/>
                    </a:lnTo>
                    <a:lnTo>
                      <a:pt x="581" y="459"/>
                    </a:lnTo>
                    <a:lnTo>
                      <a:pt x="570" y="523"/>
                    </a:lnTo>
                    <a:lnTo>
                      <a:pt x="541" y="569"/>
                    </a:lnTo>
                    <a:lnTo>
                      <a:pt x="498" y="613"/>
                    </a:lnTo>
                    <a:lnTo>
                      <a:pt x="511" y="740"/>
                    </a:lnTo>
                    <a:lnTo>
                      <a:pt x="504" y="826"/>
                    </a:lnTo>
                    <a:lnTo>
                      <a:pt x="456" y="844"/>
                    </a:lnTo>
                    <a:lnTo>
                      <a:pt x="392" y="839"/>
                    </a:lnTo>
                    <a:lnTo>
                      <a:pt x="311" y="795"/>
                    </a:lnTo>
                    <a:lnTo>
                      <a:pt x="265" y="802"/>
                    </a:lnTo>
                    <a:lnTo>
                      <a:pt x="93" y="724"/>
                    </a:lnTo>
                    <a:lnTo>
                      <a:pt x="87" y="806"/>
                    </a:lnTo>
                    <a:lnTo>
                      <a:pt x="152" y="867"/>
                    </a:lnTo>
                    <a:lnTo>
                      <a:pt x="504" y="986"/>
                    </a:lnTo>
                    <a:lnTo>
                      <a:pt x="792" y="1048"/>
                    </a:lnTo>
                    <a:lnTo>
                      <a:pt x="1042" y="1058"/>
                    </a:lnTo>
                    <a:lnTo>
                      <a:pt x="1238" y="1058"/>
                    </a:lnTo>
                    <a:lnTo>
                      <a:pt x="1229" y="955"/>
                    </a:lnTo>
                    <a:lnTo>
                      <a:pt x="1238" y="826"/>
                    </a:lnTo>
                    <a:lnTo>
                      <a:pt x="1263" y="722"/>
                    </a:lnTo>
                    <a:lnTo>
                      <a:pt x="1289" y="6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6" name="Freeform 183">
                <a:extLst>
                  <a:ext uri="{FF2B5EF4-FFF2-40B4-BE49-F238E27FC236}">
                    <a16:creationId xmlns:a16="http://schemas.microsoft.com/office/drawing/2014/main" id="{A37C6D8B-A4B0-AB48-81DC-B342B4137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81"/>
                <a:ext cx="105" cy="68"/>
              </a:xfrm>
              <a:custGeom>
                <a:avLst/>
                <a:gdLst>
                  <a:gd name="T0" fmla="*/ 0 w 846"/>
                  <a:gd name="T1" fmla="*/ 0 h 547"/>
                  <a:gd name="T2" fmla="*/ 0 w 846"/>
                  <a:gd name="T3" fmla="*/ 0 h 547"/>
                  <a:gd name="T4" fmla="*/ 0 w 846"/>
                  <a:gd name="T5" fmla="*/ 0 h 547"/>
                  <a:gd name="T6" fmla="*/ 0 w 846"/>
                  <a:gd name="T7" fmla="*/ 0 h 547"/>
                  <a:gd name="T8" fmla="*/ 0 w 846"/>
                  <a:gd name="T9" fmla="*/ 0 h 547"/>
                  <a:gd name="T10" fmla="*/ 0 w 846"/>
                  <a:gd name="T11" fmla="*/ 0 h 547"/>
                  <a:gd name="T12" fmla="*/ 0 w 846"/>
                  <a:gd name="T13" fmla="*/ 0 h 547"/>
                  <a:gd name="T14" fmla="*/ 0 w 846"/>
                  <a:gd name="T15" fmla="*/ 0 h 547"/>
                  <a:gd name="T16" fmla="*/ 0 w 846"/>
                  <a:gd name="T17" fmla="*/ 0 h 547"/>
                  <a:gd name="T18" fmla="*/ 0 w 846"/>
                  <a:gd name="T19" fmla="*/ 0 h 547"/>
                  <a:gd name="T20" fmla="*/ 0 w 846"/>
                  <a:gd name="T21" fmla="*/ 0 h 547"/>
                  <a:gd name="T22" fmla="*/ 0 w 846"/>
                  <a:gd name="T23" fmla="*/ 0 h 547"/>
                  <a:gd name="T24" fmla="*/ 0 w 846"/>
                  <a:gd name="T25" fmla="*/ 0 h 547"/>
                  <a:gd name="T26" fmla="*/ 0 w 846"/>
                  <a:gd name="T27" fmla="*/ 0 h 547"/>
                  <a:gd name="T28" fmla="*/ 0 w 846"/>
                  <a:gd name="T29" fmla="*/ 0 h 547"/>
                  <a:gd name="T30" fmla="*/ 0 w 846"/>
                  <a:gd name="T31" fmla="*/ 0 h 547"/>
                  <a:gd name="T32" fmla="*/ 0 w 846"/>
                  <a:gd name="T33" fmla="*/ 0 h 547"/>
                  <a:gd name="T34" fmla="*/ 0 w 846"/>
                  <a:gd name="T35" fmla="*/ 0 h 547"/>
                  <a:gd name="T36" fmla="*/ 0 w 846"/>
                  <a:gd name="T37" fmla="*/ 0 h 547"/>
                  <a:gd name="T38" fmla="*/ 0 w 846"/>
                  <a:gd name="T39" fmla="*/ 0 h 547"/>
                  <a:gd name="T40" fmla="*/ 0 w 846"/>
                  <a:gd name="T41" fmla="*/ 0 h 547"/>
                  <a:gd name="T42" fmla="*/ 0 w 846"/>
                  <a:gd name="T43" fmla="*/ 0 h 547"/>
                  <a:gd name="T44" fmla="*/ 0 w 846"/>
                  <a:gd name="T45" fmla="*/ 0 h 547"/>
                  <a:gd name="T46" fmla="*/ 0 w 846"/>
                  <a:gd name="T47" fmla="*/ 0 h 547"/>
                  <a:gd name="T48" fmla="*/ 0 w 846"/>
                  <a:gd name="T49" fmla="*/ 0 h 547"/>
                  <a:gd name="T50" fmla="*/ 0 w 846"/>
                  <a:gd name="T51" fmla="*/ 0 h 547"/>
                  <a:gd name="T52" fmla="*/ 0 w 846"/>
                  <a:gd name="T53" fmla="*/ 0 h 547"/>
                  <a:gd name="T54" fmla="*/ 0 w 846"/>
                  <a:gd name="T55" fmla="*/ 0 h 547"/>
                  <a:gd name="T56" fmla="*/ 0 w 846"/>
                  <a:gd name="T57" fmla="*/ 0 h 54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6"/>
                  <a:gd name="T88" fmla="*/ 0 h 547"/>
                  <a:gd name="T89" fmla="*/ 846 w 846"/>
                  <a:gd name="T90" fmla="*/ 547 h 54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6" h="547">
                    <a:moveTo>
                      <a:pt x="0" y="30"/>
                    </a:moveTo>
                    <a:lnTo>
                      <a:pt x="45" y="94"/>
                    </a:lnTo>
                    <a:lnTo>
                      <a:pt x="101" y="210"/>
                    </a:lnTo>
                    <a:lnTo>
                      <a:pt x="36" y="219"/>
                    </a:lnTo>
                    <a:lnTo>
                      <a:pt x="36" y="237"/>
                    </a:lnTo>
                    <a:lnTo>
                      <a:pt x="174" y="246"/>
                    </a:lnTo>
                    <a:lnTo>
                      <a:pt x="322" y="254"/>
                    </a:lnTo>
                    <a:lnTo>
                      <a:pt x="248" y="233"/>
                    </a:lnTo>
                    <a:lnTo>
                      <a:pt x="394" y="178"/>
                    </a:lnTo>
                    <a:lnTo>
                      <a:pt x="472" y="189"/>
                    </a:lnTo>
                    <a:lnTo>
                      <a:pt x="598" y="297"/>
                    </a:lnTo>
                    <a:lnTo>
                      <a:pt x="675" y="422"/>
                    </a:lnTo>
                    <a:lnTo>
                      <a:pt x="767" y="512"/>
                    </a:lnTo>
                    <a:lnTo>
                      <a:pt x="820" y="547"/>
                    </a:lnTo>
                    <a:lnTo>
                      <a:pt x="846" y="523"/>
                    </a:lnTo>
                    <a:lnTo>
                      <a:pt x="758" y="468"/>
                    </a:lnTo>
                    <a:lnTo>
                      <a:pt x="679" y="392"/>
                    </a:lnTo>
                    <a:lnTo>
                      <a:pt x="611" y="286"/>
                    </a:lnTo>
                    <a:lnTo>
                      <a:pt x="534" y="184"/>
                    </a:lnTo>
                    <a:lnTo>
                      <a:pt x="394" y="136"/>
                    </a:lnTo>
                    <a:lnTo>
                      <a:pt x="317" y="154"/>
                    </a:lnTo>
                    <a:lnTo>
                      <a:pt x="223" y="189"/>
                    </a:lnTo>
                    <a:lnTo>
                      <a:pt x="161" y="184"/>
                    </a:lnTo>
                    <a:lnTo>
                      <a:pt x="244" y="90"/>
                    </a:lnTo>
                    <a:lnTo>
                      <a:pt x="283" y="30"/>
                    </a:lnTo>
                    <a:lnTo>
                      <a:pt x="275" y="0"/>
                    </a:lnTo>
                    <a:lnTo>
                      <a:pt x="223" y="79"/>
                    </a:lnTo>
                    <a:lnTo>
                      <a:pt x="119" y="154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7" name="Freeform 184">
                <a:extLst>
                  <a:ext uri="{FF2B5EF4-FFF2-40B4-BE49-F238E27FC236}">
                    <a16:creationId xmlns:a16="http://schemas.microsoft.com/office/drawing/2014/main" id="{448861EC-A41C-F143-A279-49D07524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422"/>
                <a:ext cx="165" cy="154"/>
              </a:xfrm>
              <a:custGeom>
                <a:avLst/>
                <a:gdLst>
                  <a:gd name="T0" fmla="*/ 0 w 1323"/>
                  <a:gd name="T1" fmla="*/ 0 h 1233"/>
                  <a:gd name="T2" fmla="*/ 0 w 1323"/>
                  <a:gd name="T3" fmla="*/ 0 h 1233"/>
                  <a:gd name="T4" fmla="*/ 0 w 1323"/>
                  <a:gd name="T5" fmla="*/ 0 h 1233"/>
                  <a:gd name="T6" fmla="*/ 0 w 1323"/>
                  <a:gd name="T7" fmla="*/ 0 h 1233"/>
                  <a:gd name="T8" fmla="*/ 0 w 1323"/>
                  <a:gd name="T9" fmla="*/ 0 h 1233"/>
                  <a:gd name="T10" fmla="*/ 0 w 1323"/>
                  <a:gd name="T11" fmla="*/ 0 h 1233"/>
                  <a:gd name="T12" fmla="*/ 0 w 1323"/>
                  <a:gd name="T13" fmla="*/ 0 h 1233"/>
                  <a:gd name="T14" fmla="*/ 0 w 1323"/>
                  <a:gd name="T15" fmla="*/ 0 h 1233"/>
                  <a:gd name="T16" fmla="*/ 0 w 1323"/>
                  <a:gd name="T17" fmla="*/ 0 h 1233"/>
                  <a:gd name="T18" fmla="*/ 0 w 1323"/>
                  <a:gd name="T19" fmla="*/ 0 h 1233"/>
                  <a:gd name="T20" fmla="*/ 0 w 1323"/>
                  <a:gd name="T21" fmla="*/ 0 h 1233"/>
                  <a:gd name="T22" fmla="*/ 0 w 1323"/>
                  <a:gd name="T23" fmla="*/ 0 h 1233"/>
                  <a:gd name="T24" fmla="*/ 0 w 1323"/>
                  <a:gd name="T25" fmla="*/ 0 h 1233"/>
                  <a:gd name="T26" fmla="*/ 0 w 1323"/>
                  <a:gd name="T27" fmla="*/ 0 h 1233"/>
                  <a:gd name="T28" fmla="*/ 0 w 1323"/>
                  <a:gd name="T29" fmla="*/ 0 h 1233"/>
                  <a:gd name="T30" fmla="*/ 0 w 1323"/>
                  <a:gd name="T31" fmla="*/ 0 h 1233"/>
                  <a:gd name="T32" fmla="*/ 0 w 1323"/>
                  <a:gd name="T33" fmla="*/ 0 h 1233"/>
                  <a:gd name="T34" fmla="*/ 0 w 1323"/>
                  <a:gd name="T35" fmla="*/ 0 h 1233"/>
                  <a:gd name="T36" fmla="*/ 0 w 1323"/>
                  <a:gd name="T37" fmla="*/ 0 h 1233"/>
                  <a:gd name="T38" fmla="*/ 0 w 1323"/>
                  <a:gd name="T39" fmla="*/ 0 h 1233"/>
                  <a:gd name="T40" fmla="*/ 0 w 1323"/>
                  <a:gd name="T41" fmla="*/ 0 h 1233"/>
                  <a:gd name="T42" fmla="*/ 0 w 1323"/>
                  <a:gd name="T43" fmla="*/ 0 h 1233"/>
                  <a:gd name="T44" fmla="*/ 0 w 1323"/>
                  <a:gd name="T45" fmla="*/ 0 h 1233"/>
                  <a:gd name="T46" fmla="*/ 0 w 1323"/>
                  <a:gd name="T47" fmla="*/ 0 h 1233"/>
                  <a:gd name="T48" fmla="*/ 0 w 1323"/>
                  <a:gd name="T49" fmla="*/ 0 h 1233"/>
                  <a:gd name="T50" fmla="*/ 0 w 1323"/>
                  <a:gd name="T51" fmla="*/ 0 h 1233"/>
                  <a:gd name="T52" fmla="*/ 0 w 1323"/>
                  <a:gd name="T53" fmla="*/ 0 h 1233"/>
                  <a:gd name="T54" fmla="*/ 0 w 1323"/>
                  <a:gd name="T55" fmla="*/ 0 h 1233"/>
                  <a:gd name="T56" fmla="*/ 0 w 1323"/>
                  <a:gd name="T57" fmla="*/ 0 h 1233"/>
                  <a:gd name="T58" fmla="*/ 0 w 1323"/>
                  <a:gd name="T59" fmla="*/ 0 h 1233"/>
                  <a:gd name="T60" fmla="*/ 0 w 1323"/>
                  <a:gd name="T61" fmla="*/ 0 h 1233"/>
                  <a:gd name="T62" fmla="*/ 0 w 1323"/>
                  <a:gd name="T63" fmla="*/ 0 h 1233"/>
                  <a:gd name="T64" fmla="*/ 0 w 1323"/>
                  <a:gd name="T65" fmla="*/ 0 h 12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23"/>
                  <a:gd name="T100" fmla="*/ 0 h 1233"/>
                  <a:gd name="T101" fmla="*/ 1323 w 1323"/>
                  <a:gd name="T102" fmla="*/ 1233 h 12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23" h="1233">
                    <a:moveTo>
                      <a:pt x="680" y="329"/>
                    </a:moveTo>
                    <a:lnTo>
                      <a:pt x="759" y="233"/>
                    </a:lnTo>
                    <a:lnTo>
                      <a:pt x="833" y="191"/>
                    </a:lnTo>
                    <a:lnTo>
                      <a:pt x="918" y="186"/>
                    </a:lnTo>
                    <a:lnTo>
                      <a:pt x="1026" y="239"/>
                    </a:lnTo>
                    <a:lnTo>
                      <a:pt x="1086" y="329"/>
                    </a:lnTo>
                    <a:lnTo>
                      <a:pt x="1116" y="433"/>
                    </a:lnTo>
                    <a:lnTo>
                      <a:pt x="1128" y="539"/>
                    </a:lnTo>
                    <a:lnTo>
                      <a:pt x="1123" y="648"/>
                    </a:lnTo>
                    <a:lnTo>
                      <a:pt x="1112" y="753"/>
                    </a:lnTo>
                    <a:lnTo>
                      <a:pt x="1141" y="857"/>
                    </a:lnTo>
                    <a:lnTo>
                      <a:pt x="1165" y="744"/>
                    </a:lnTo>
                    <a:lnTo>
                      <a:pt x="1242" y="689"/>
                    </a:lnTo>
                    <a:lnTo>
                      <a:pt x="1291" y="728"/>
                    </a:lnTo>
                    <a:lnTo>
                      <a:pt x="1305" y="857"/>
                    </a:lnTo>
                    <a:lnTo>
                      <a:pt x="1296" y="960"/>
                    </a:lnTo>
                    <a:lnTo>
                      <a:pt x="1238" y="1046"/>
                    </a:lnTo>
                    <a:lnTo>
                      <a:pt x="1209" y="1083"/>
                    </a:lnTo>
                    <a:lnTo>
                      <a:pt x="1152" y="1127"/>
                    </a:lnTo>
                    <a:lnTo>
                      <a:pt x="1222" y="1101"/>
                    </a:lnTo>
                    <a:lnTo>
                      <a:pt x="1310" y="966"/>
                    </a:lnTo>
                    <a:lnTo>
                      <a:pt x="1323" y="834"/>
                    </a:lnTo>
                    <a:lnTo>
                      <a:pt x="1296" y="696"/>
                    </a:lnTo>
                    <a:lnTo>
                      <a:pt x="1242" y="666"/>
                    </a:lnTo>
                    <a:lnTo>
                      <a:pt x="1242" y="585"/>
                    </a:lnTo>
                    <a:lnTo>
                      <a:pt x="1183" y="323"/>
                    </a:lnTo>
                    <a:lnTo>
                      <a:pt x="1086" y="175"/>
                    </a:lnTo>
                    <a:lnTo>
                      <a:pt x="971" y="74"/>
                    </a:lnTo>
                    <a:lnTo>
                      <a:pt x="840" y="32"/>
                    </a:lnTo>
                    <a:lnTo>
                      <a:pt x="629" y="0"/>
                    </a:lnTo>
                    <a:lnTo>
                      <a:pt x="392" y="32"/>
                    </a:lnTo>
                    <a:lnTo>
                      <a:pt x="213" y="131"/>
                    </a:lnTo>
                    <a:lnTo>
                      <a:pt x="97" y="255"/>
                    </a:lnTo>
                    <a:lnTo>
                      <a:pt x="26" y="404"/>
                    </a:lnTo>
                    <a:lnTo>
                      <a:pt x="12" y="562"/>
                    </a:lnTo>
                    <a:lnTo>
                      <a:pt x="26" y="786"/>
                    </a:lnTo>
                    <a:lnTo>
                      <a:pt x="0" y="857"/>
                    </a:lnTo>
                    <a:lnTo>
                      <a:pt x="23" y="995"/>
                    </a:lnTo>
                    <a:lnTo>
                      <a:pt x="97" y="1113"/>
                    </a:lnTo>
                    <a:lnTo>
                      <a:pt x="198" y="1196"/>
                    </a:lnTo>
                    <a:lnTo>
                      <a:pt x="249" y="1201"/>
                    </a:lnTo>
                    <a:lnTo>
                      <a:pt x="279" y="1233"/>
                    </a:lnTo>
                    <a:lnTo>
                      <a:pt x="264" y="1152"/>
                    </a:lnTo>
                    <a:lnTo>
                      <a:pt x="213" y="1187"/>
                    </a:lnTo>
                    <a:lnTo>
                      <a:pt x="104" y="1106"/>
                    </a:lnTo>
                    <a:lnTo>
                      <a:pt x="33" y="973"/>
                    </a:lnTo>
                    <a:lnTo>
                      <a:pt x="26" y="868"/>
                    </a:lnTo>
                    <a:lnTo>
                      <a:pt x="49" y="843"/>
                    </a:lnTo>
                    <a:lnTo>
                      <a:pt x="121" y="857"/>
                    </a:lnTo>
                    <a:lnTo>
                      <a:pt x="213" y="936"/>
                    </a:lnTo>
                    <a:lnTo>
                      <a:pt x="194" y="830"/>
                    </a:lnTo>
                    <a:lnTo>
                      <a:pt x="167" y="771"/>
                    </a:lnTo>
                    <a:lnTo>
                      <a:pt x="130" y="668"/>
                    </a:lnTo>
                    <a:lnTo>
                      <a:pt x="108" y="551"/>
                    </a:lnTo>
                    <a:lnTo>
                      <a:pt x="108" y="459"/>
                    </a:lnTo>
                    <a:lnTo>
                      <a:pt x="130" y="382"/>
                    </a:lnTo>
                    <a:lnTo>
                      <a:pt x="171" y="323"/>
                    </a:lnTo>
                    <a:lnTo>
                      <a:pt x="227" y="281"/>
                    </a:lnTo>
                    <a:lnTo>
                      <a:pt x="286" y="265"/>
                    </a:lnTo>
                    <a:lnTo>
                      <a:pt x="354" y="281"/>
                    </a:lnTo>
                    <a:lnTo>
                      <a:pt x="420" y="318"/>
                    </a:lnTo>
                    <a:lnTo>
                      <a:pt x="466" y="355"/>
                    </a:lnTo>
                    <a:lnTo>
                      <a:pt x="521" y="369"/>
                    </a:lnTo>
                    <a:lnTo>
                      <a:pt x="607" y="362"/>
                    </a:lnTo>
                    <a:lnTo>
                      <a:pt x="655" y="345"/>
                    </a:lnTo>
                    <a:lnTo>
                      <a:pt x="680" y="3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8" name="Freeform 185">
                <a:extLst>
                  <a:ext uri="{FF2B5EF4-FFF2-40B4-BE49-F238E27FC236}">
                    <a16:creationId xmlns:a16="http://schemas.microsoft.com/office/drawing/2014/main" id="{CF308C47-465E-284B-B9CE-79D4E8159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31"/>
                <a:ext cx="53" cy="10"/>
              </a:xfrm>
              <a:custGeom>
                <a:avLst/>
                <a:gdLst>
                  <a:gd name="T0" fmla="*/ 0 w 424"/>
                  <a:gd name="T1" fmla="*/ 0 h 83"/>
                  <a:gd name="T2" fmla="*/ 0 w 424"/>
                  <a:gd name="T3" fmla="*/ 0 h 83"/>
                  <a:gd name="T4" fmla="*/ 0 w 424"/>
                  <a:gd name="T5" fmla="*/ 0 h 83"/>
                  <a:gd name="T6" fmla="*/ 0 w 424"/>
                  <a:gd name="T7" fmla="*/ 0 h 83"/>
                  <a:gd name="T8" fmla="*/ 0 w 424"/>
                  <a:gd name="T9" fmla="*/ 0 h 83"/>
                  <a:gd name="T10" fmla="*/ 0 w 424"/>
                  <a:gd name="T11" fmla="*/ 0 h 83"/>
                  <a:gd name="T12" fmla="*/ 0 w 424"/>
                  <a:gd name="T13" fmla="*/ 0 h 83"/>
                  <a:gd name="T14" fmla="*/ 0 w 424"/>
                  <a:gd name="T15" fmla="*/ 0 h 83"/>
                  <a:gd name="T16" fmla="*/ 0 w 424"/>
                  <a:gd name="T17" fmla="*/ 0 h 83"/>
                  <a:gd name="T18" fmla="*/ 0 w 424"/>
                  <a:gd name="T19" fmla="*/ 0 h 83"/>
                  <a:gd name="T20" fmla="*/ 0 w 424"/>
                  <a:gd name="T21" fmla="*/ 0 h 83"/>
                  <a:gd name="T22" fmla="*/ 0 w 424"/>
                  <a:gd name="T23" fmla="*/ 0 h 83"/>
                  <a:gd name="T24" fmla="*/ 0 w 424"/>
                  <a:gd name="T25" fmla="*/ 0 h 83"/>
                  <a:gd name="T26" fmla="*/ 0 w 424"/>
                  <a:gd name="T27" fmla="*/ 0 h 83"/>
                  <a:gd name="T28" fmla="*/ 0 w 424"/>
                  <a:gd name="T29" fmla="*/ 0 h 83"/>
                  <a:gd name="T30" fmla="*/ 0 w 424"/>
                  <a:gd name="T31" fmla="*/ 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24"/>
                  <a:gd name="T49" fmla="*/ 0 h 83"/>
                  <a:gd name="T50" fmla="*/ 424 w 424"/>
                  <a:gd name="T51" fmla="*/ 83 h 8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24" h="83">
                    <a:moveTo>
                      <a:pt x="0" y="42"/>
                    </a:moveTo>
                    <a:lnTo>
                      <a:pt x="74" y="22"/>
                    </a:lnTo>
                    <a:lnTo>
                      <a:pt x="157" y="15"/>
                    </a:lnTo>
                    <a:lnTo>
                      <a:pt x="274" y="15"/>
                    </a:lnTo>
                    <a:lnTo>
                      <a:pt x="338" y="8"/>
                    </a:lnTo>
                    <a:lnTo>
                      <a:pt x="424" y="0"/>
                    </a:lnTo>
                    <a:lnTo>
                      <a:pt x="389" y="46"/>
                    </a:lnTo>
                    <a:lnTo>
                      <a:pt x="300" y="52"/>
                    </a:lnTo>
                    <a:lnTo>
                      <a:pt x="305" y="83"/>
                    </a:lnTo>
                    <a:lnTo>
                      <a:pt x="263" y="52"/>
                    </a:lnTo>
                    <a:lnTo>
                      <a:pt x="204" y="46"/>
                    </a:lnTo>
                    <a:lnTo>
                      <a:pt x="129" y="56"/>
                    </a:lnTo>
                    <a:lnTo>
                      <a:pt x="210" y="28"/>
                    </a:lnTo>
                    <a:lnTo>
                      <a:pt x="134" y="28"/>
                    </a:lnTo>
                    <a:lnTo>
                      <a:pt x="63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49" name="Freeform 186">
                <a:extLst>
                  <a:ext uri="{FF2B5EF4-FFF2-40B4-BE49-F238E27FC236}">
                    <a16:creationId xmlns:a16="http://schemas.microsoft.com/office/drawing/2014/main" id="{1B0DADFB-11AF-1C4F-90A9-9C33A552E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33"/>
                <a:ext cx="40" cy="21"/>
              </a:xfrm>
              <a:custGeom>
                <a:avLst/>
                <a:gdLst>
                  <a:gd name="T0" fmla="*/ 0 w 318"/>
                  <a:gd name="T1" fmla="*/ 0 h 161"/>
                  <a:gd name="T2" fmla="*/ 0 w 318"/>
                  <a:gd name="T3" fmla="*/ 0 h 161"/>
                  <a:gd name="T4" fmla="*/ 0 w 318"/>
                  <a:gd name="T5" fmla="*/ 0 h 161"/>
                  <a:gd name="T6" fmla="*/ 0 w 318"/>
                  <a:gd name="T7" fmla="*/ 0 h 161"/>
                  <a:gd name="T8" fmla="*/ 0 w 318"/>
                  <a:gd name="T9" fmla="*/ 0 h 161"/>
                  <a:gd name="T10" fmla="*/ 0 w 318"/>
                  <a:gd name="T11" fmla="*/ 0 h 161"/>
                  <a:gd name="T12" fmla="*/ 0 w 318"/>
                  <a:gd name="T13" fmla="*/ 0 h 161"/>
                  <a:gd name="T14" fmla="*/ 0 w 318"/>
                  <a:gd name="T15" fmla="*/ 0 h 161"/>
                  <a:gd name="T16" fmla="*/ 0 w 318"/>
                  <a:gd name="T17" fmla="*/ 0 h 161"/>
                  <a:gd name="T18" fmla="*/ 0 w 318"/>
                  <a:gd name="T19" fmla="*/ 0 h 161"/>
                  <a:gd name="T20" fmla="*/ 0 w 318"/>
                  <a:gd name="T21" fmla="*/ 0 h 161"/>
                  <a:gd name="T22" fmla="*/ 0 w 318"/>
                  <a:gd name="T23" fmla="*/ 0 h 161"/>
                  <a:gd name="T24" fmla="*/ 0 w 318"/>
                  <a:gd name="T25" fmla="*/ 0 h 161"/>
                  <a:gd name="T26" fmla="*/ 0 w 318"/>
                  <a:gd name="T27" fmla="*/ 0 h 161"/>
                  <a:gd name="T28" fmla="*/ 0 w 318"/>
                  <a:gd name="T29" fmla="*/ 0 h 161"/>
                  <a:gd name="T30" fmla="*/ 0 w 318"/>
                  <a:gd name="T31" fmla="*/ 0 h 161"/>
                  <a:gd name="T32" fmla="*/ 0 w 318"/>
                  <a:gd name="T33" fmla="*/ 0 h 161"/>
                  <a:gd name="T34" fmla="*/ 0 w 318"/>
                  <a:gd name="T35" fmla="*/ 0 h 161"/>
                  <a:gd name="T36" fmla="*/ 0 w 318"/>
                  <a:gd name="T37" fmla="*/ 0 h 1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8"/>
                  <a:gd name="T58" fmla="*/ 0 h 161"/>
                  <a:gd name="T59" fmla="*/ 318 w 318"/>
                  <a:gd name="T60" fmla="*/ 161 h 16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8" h="161">
                    <a:moveTo>
                      <a:pt x="0" y="22"/>
                    </a:moveTo>
                    <a:lnTo>
                      <a:pt x="24" y="50"/>
                    </a:lnTo>
                    <a:lnTo>
                      <a:pt x="92" y="74"/>
                    </a:lnTo>
                    <a:lnTo>
                      <a:pt x="138" y="108"/>
                    </a:lnTo>
                    <a:lnTo>
                      <a:pt x="119" y="127"/>
                    </a:lnTo>
                    <a:lnTo>
                      <a:pt x="175" y="161"/>
                    </a:lnTo>
                    <a:lnTo>
                      <a:pt x="237" y="145"/>
                    </a:lnTo>
                    <a:lnTo>
                      <a:pt x="281" y="117"/>
                    </a:lnTo>
                    <a:lnTo>
                      <a:pt x="228" y="108"/>
                    </a:lnTo>
                    <a:lnTo>
                      <a:pt x="318" y="59"/>
                    </a:lnTo>
                    <a:lnTo>
                      <a:pt x="310" y="44"/>
                    </a:lnTo>
                    <a:lnTo>
                      <a:pt x="222" y="97"/>
                    </a:lnTo>
                    <a:lnTo>
                      <a:pt x="175" y="103"/>
                    </a:lnTo>
                    <a:lnTo>
                      <a:pt x="119" y="81"/>
                    </a:lnTo>
                    <a:lnTo>
                      <a:pt x="99" y="53"/>
                    </a:lnTo>
                    <a:lnTo>
                      <a:pt x="156" y="32"/>
                    </a:lnTo>
                    <a:lnTo>
                      <a:pt x="99" y="39"/>
                    </a:lnTo>
                    <a:lnTo>
                      <a:pt x="77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0" name="Freeform 187">
                <a:extLst>
                  <a:ext uri="{FF2B5EF4-FFF2-40B4-BE49-F238E27FC236}">
                    <a16:creationId xmlns:a16="http://schemas.microsoft.com/office/drawing/2014/main" id="{9683C931-F57B-0643-AFAC-9F834676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519"/>
                <a:ext cx="41" cy="10"/>
              </a:xfrm>
              <a:custGeom>
                <a:avLst/>
                <a:gdLst>
                  <a:gd name="T0" fmla="*/ 0 w 327"/>
                  <a:gd name="T1" fmla="*/ 0 h 85"/>
                  <a:gd name="T2" fmla="*/ 0 w 327"/>
                  <a:gd name="T3" fmla="*/ 0 h 85"/>
                  <a:gd name="T4" fmla="*/ 0 w 327"/>
                  <a:gd name="T5" fmla="*/ 0 h 85"/>
                  <a:gd name="T6" fmla="*/ 0 w 327"/>
                  <a:gd name="T7" fmla="*/ 0 h 85"/>
                  <a:gd name="T8" fmla="*/ 0 w 327"/>
                  <a:gd name="T9" fmla="*/ 0 h 85"/>
                  <a:gd name="T10" fmla="*/ 0 w 327"/>
                  <a:gd name="T11" fmla="*/ 0 h 85"/>
                  <a:gd name="T12" fmla="*/ 0 w 327"/>
                  <a:gd name="T13" fmla="*/ 0 h 85"/>
                  <a:gd name="T14" fmla="*/ 0 w 327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7"/>
                  <a:gd name="T25" fmla="*/ 0 h 85"/>
                  <a:gd name="T26" fmla="*/ 327 w 327"/>
                  <a:gd name="T27" fmla="*/ 85 h 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7" h="85">
                    <a:moveTo>
                      <a:pt x="0" y="85"/>
                    </a:moveTo>
                    <a:lnTo>
                      <a:pt x="211" y="0"/>
                    </a:lnTo>
                    <a:lnTo>
                      <a:pt x="269" y="12"/>
                    </a:lnTo>
                    <a:lnTo>
                      <a:pt x="327" y="35"/>
                    </a:lnTo>
                    <a:lnTo>
                      <a:pt x="253" y="28"/>
                    </a:lnTo>
                    <a:lnTo>
                      <a:pt x="200" y="28"/>
                    </a:lnTo>
                    <a:lnTo>
                      <a:pt x="130" y="4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1" name="Freeform 188">
                <a:extLst>
                  <a:ext uri="{FF2B5EF4-FFF2-40B4-BE49-F238E27FC236}">
                    <a16:creationId xmlns:a16="http://schemas.microsoft.com/office/drawing/2014/main" id="{B188CAF2-7E4F-134D-9E2B-662854DC2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29"/>
                <a:ext cx="33" cy="12"/>
              </a:xfrm>
              <a:custGeom>
                <a:avLst/>
                <a:gdLst>
                  <a:gd name="T0" fmla="*/ 0 w 261"/>
                  <a:gd name="T1" fmla="*/ 0 h 99"/>
                  <a:gd name="T2" fmla="*/ 0 w 261"/>
                  <a:gd name="T3" fmla="*/ 0 h 99"/>
                  <a:gd name="T4" fmla="*/ 0 w 261"/>
                  <a:gd name="T5" fmla="*/ 0 h 99"/>
                  <a:gd name="T6" fmla="*/ 0 w 261"/>
                  <a:gd name="T7" fmla="*/ 0 h 99"/>
                  <a:gd name="T8" fmla="*/ 0 w 261"/>
                  <a:gd name="T9" fmla="*/ 0 h 99"/>
                  <a:gd name="T10" fmla="*/ 0 w 261"/>
                  <a:gd name="T11" fmla="*/ 0 h 99"/>
                  <a:gd name="T12" fmla="*/ 0 w 261"/>
                  <a:gd name="T13" fmla="*/ 0 h 99"/>
                  <a:gd name="T14" fmla="*/ 0 w 261"/>
                  <a:gd name="T15" fmla="*/ 0 h 99"/>
                  <a:gd name="T16" fmla="*/ 0 w 261"/>
                  <a:gd name="T17" fmla="*/ 0 h 99"/>
                  <a:gd name="T18" fmla="*/ 0 w 261"/>
                  <a:gd name="T19" fmla="*/ 0 h 99"/>
                  <a:gd name="T20" fmla="*/ 0 w 261"/>
                  <a:gd name="T21" fmla="*/ 0 h 99"/>
                  <a:gd name="T22" fmla="*/ 0 w 261"/>
                  <a:gd name="T23" fmla="*/ 0 h 99"/>
                  <a:gd name="T24" fmla="*/ 0 w 261"/>
                  <a:gd name="T25" fmla="*/ 0 h 99"/>
                  <a:gd name="T26" fmla="*/ 0 w 261"/>
                  <a:gd name="T27" fmla="*/ 0 h 99"/>
                  <a:gd name="T28" fmla="*/ 0 w 261"/>
                  <a:gd name="T29" fmla="*/ 0 h 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1"/>
                  <a:gd name="T46" fmla="*/ 0 h 99"/>
                  <a:gd name="T47" fmla="*/ 261 w 261"/>
                  <a:gd name="T48" fmla="*/ 99 h 9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1" h="99">
                    <a:moveTo>
                      <a:pt x="0" y="53"/>
                    </a:moveTo>
                    <a:lnTo>
                      <a:pt x="70" y="2"/>
                    </a:lnTo>
                    <a:lnTo>
                      <a:pt x="166" y="0"/>
                    </a:lnTo>
                    <a:lnTo>
                      <a:pt x="261" y="11"/>
                    </a:lnTo>
                    <a:lnTo>
                      <a:pt x="224" y="57"/>
                    </a:lnTo>
                    <a:lnTo>
                      <a:pt x="166" y="85"/>
                    </a:lnTo>
                    <a:lnTo>
                      <a:pt x="116" y="99"/>
                    </a:lnTo>
                    <a:lnTo>
                      <a:pt x="42" y="88"/>
                    </a:lnTo>
                    <a:lnTo>
                      <a:pt x="116" y="88"/>
                    </a:lnTo>
                    <a:lnTo>
                      <a:pt x="193" y="57"/>
                    </a:lnTo>
                    <a:lnTo>
                      <a:pt x="240" y="15"/>
                    </a:lnTo>
                    <a:lnTo>
                      <a:pt x="153" y="11"/>
                    </a:lnTo>
                    <a:lnTo>
                      <a:pt x="83" y="15"/>
                    </a:lnTo>
                    <a:lnTo>
                      <a:pt x="30" y="5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2" name="Freeform 189">
                <a:extLst>
                  <a:ext uri="{FF2B5EF4-FFF2-40B4-BE49-F238E27FC236}">
                    <a16:creationId xmlns:a16="http://schemas.microsoft.com/office/drawing/2014/main" id="{B542331B-7BF5-7B41-8D99-6B1870F5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3"/>
                <a:ext cx="31" cy="35"/>
              </a:xfrm>
              <a:custGeom>
                <a:avLst/>
                <a:gdLst>
                  <a:gd name="T0" fmla="*/ 0 w 248"/>
                  <a:gd name="T1" fmla="*/ 0 h 281"/>
                  <a:gd name="T2" fmla="*/ 0 w 248"/>
                  <a:gd name="T3" fmla="*/ 0 h 281"/>
                  <a:gd name="T4" fmla="*/ 0 w 248"/>
                  <a:gd name="T5" fmla="*/ 0 h 281"/>
                  <a:gd name="T6" fmla="*/ 0 w 248"/>
                  <a:gd name="T7" fmla="*/ 0 h 281"/>
                  <a:gd name="T8" fmla="*/ 0 w 248"/>
                  <a:gd name="T9" fmla="*/ 0 h 281"/>
                  <a:gd name="T10" fmla="*/ 0 w 248"/>
                  <a:gd name="T11" fmla="*/ 0 h 281"/>
                  <a:gd name="T12" fmla="*/ 0 w 248"/>
                  <a:gd name="T13" fmla="*/ 0 h 281"/>
                  <a:gd name="T14" fmla="*/ 0 w 248"/>
                  <a:gd name="T15" fmla="*/ 0 h 281"/>
                  <a:gd name="T16" fmla="*/ 0 w 248"/>
                  <a:gd name="T17" fmla="*/ 0 h 281"/>
                  <a:gd name="T18" fmla="*/ 0 w 248"/>
                  <a:gd name="T19" fmla="*/ 0 h 281"/>
                  <a:gd name="T20" fmla="*/ 0 w 248"/>
                  <a:gd name="T21" fmla="*/ 0 h 281"/>
                  <a:gd name="T22" fmla="*/ 0 w 248"/>
                  <a:gd name="T23" fmla="*/ 0 h 281"/>
                  <a:gd name="T24" fmla="*/ 0 w 248"/>
                  <a:gd name="T25" fmla="*/ 0 h 281"/>
                  <a:gd name="T26" fmla="*/ 0 w 248"/>
                  <a:gd name="T27" fmla="*/ 0 h 281"/>
                  <a:gd name="T28" fmla="*/ 0 w 248"/>
                  <a:gd name="T29" fmla="*/ 0 h 2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8"/>
                  <a:gd name="T46" fmla="*/ 0 h 281"/>
                  <a:gd name="T47" fmla="*/ 248 w 248"/>
                  <a:gd name="T48" fmla="*/ 281 h 2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8" h="281">
                    <a:moveTo>
                      <a:pt x="173" y="11"/>
                    </a:moveTo>
                    <a:lnTo>
                      <a:pt x="248" y="25"/>
                    </a:lnTo>
                    <a:lnTo>
                      <a:pt x="158" y="25"/>
                    </a:lnTo>
                    <a:lnTo>
                      <a:pt x="122" y="63"/>
                    </a:lnTo>
                    <a:lnTo>
                      <a:pt x="74" y="94"/>
                    </a:lnTo>
                    <a:lnTo>
                      <a:pt x="55" y="133"/>
                    </a:lnTo>
                    <a:lnTo>
                      <a:pt x="55" y="186"/>
                    </a:lnTo>
                    <a:lnTo>
                      <a:pt x="74" y="281"/>
                    </a:lnTo>
                    <a:lnTo>
                      <a:pt x="43" y="191"/>
                    </a:lnTo>
                    <a:lnTo>
                      <a:pt x="37" y="142"/>
                    </a:lnTo>
                    <a:lnTo>
                      <a:pt x="34" y="105"/>
                    </a:lnTo>
                    <a:lnTo>
                      <a:pt x="0" y="63"/>
                    </a:lnTo>
                    <a:lnTo>
                      <a:pt x="140" y="21"/>
                    </a:lnTo>
                    <a:lnTo>
                      <a:pt x="204" y="0"/>
                    </a:lnTo>
                    <a:lnTo>
                      <a:pt x="173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3" name="Freeform 190">
                <a:extLst>
                  <a:ext uri="{FF2B5EF4-FFF2-40B4-BE49-F238E27FC236}">
                    <a16:creationId xmlns:a16="http://schemas.microsoft.com/office/drawing/2014/main" id="{B8638D71-5645-E64A-B973-D5EAC0B69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36"/>
                <a:ext cx="6" cy="29"/>
              </a:xfrm>
              <a:custGeom>
                <a:avLst/>
                <a:gdLst>
                  <a:gd name="T0" fmla="*/ 0 w 48"/>
                  <a:gd name="T1" fmla="*/ 0 h 233"/>
                  <a:gd name="T2" fmla="*/ 0 w 48"/>
                  <a:gd name="T3" fmla="*/ 0 h 233"/>
                  <a:gd name="T4" fmla="*/ 0 w 48"/>
                  <a:gd name="T5" fmla="*/ 0 h 233"/>
                  <a:gd name="T6" fmla="*/ 0 w 48"/>
                  <a:gd name="T7" fmla="*/ 0 h 233"/>
                  <a:gd name="T8" fmla="*/ 0 w 48"/>
                  <a:gd name="T9" fmla="*/ 0 h 233"/>
                  <a:gd name="T10" fmla="*/ 0 w 48"/>
                  <a:gd name="T11" fmla="*/ 0 h 233"/>
                  <a:gd name="T12" fmla="*/ 0 w 48"/>
                  <a:gd name="T13" fmla="*/ 0 h 233"/>
                  <a:gd name="T14" fmla="*/ 0 w 48"/>
                  <a:gd name="T15" fmla="*/ 0 h 233"/>
                  <a:gd name="T16" fmla="*/ 0 w 48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33"/>
                  <a:gd name="T29" fmla="*/ 48 w 48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33">
                    <a:moveTo>
                      <a:pt x="0" y="10"/>
                    </a:moveTo>
                    <a:lnTo>
                      <a:pt x="22" y="90"/>
                    </a:lnTo>
                    <a:lnTo>
                      <a:pt x="27" y="153"/>
                    </a:lnTo>
                    <a:lnTo>
                      <a:pt x="39" y="233"/>
                    </a:lnTo>
                    <a:lnTo>
                      <a:pt x="48" y="149"/>
                    </a:lnTo>
                    <a:lnTo>
                      <a:pt x="41" y="85"/>
                    </a:lnTo>
                    <a:lnTo>
                      <a:pt x="35" y="32"/>
                    </a:lnTo>
                    <a:lnTo>
                      <a:pt x="2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4" name="Freeform 191">
                <a:extLst>
                  <a:ext uri="{FF2B5EF4-FFF2-40B4-BE49-F238E27FC236}">
                    <a16:creationId xmlns:a16="http://schemas.microsoft.com/office/drawing/2014/main" id="{89D7A3BD-E683-414D-8039-BB7343D15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40"/>
                <a:ext cx="22" cy="7"/>
              </a:xfrm>
              <a:custGeom>
                <a:avLst/>
                <a:gdLst>
                  <a:gd name="T0" fmla="*/ 0 w 171"/>
                  <a:gd name="T1" fmla="*/ 0 h 55"/>
                  <a:gd name="T2" fmla="*/ 0 w 171"/>
                  <a:gd name="T3" fmla="*/ 0 h 55"/>
                  <a:gd name="T4" fmla="*/ 0 w 171"/>
                  <a:gd name="T5" fmla="*/ 0 h 55"/>
                  <a:gd name="T6" fmla="*/ 0 w 171"/>
                  <a:gd name="T7" fmla="*/ 0 h 55"/>
                  <a:gd name="T8" fmla="*/ 0 w 171"/>
                  <a:gd name="T9" fmla="*/ 0 h 55"/>
                  <a:gd name="T10" fmla="*/ 0 w 171"/>
                  <a:gd name="T11" fmla="*/ 0 h 55"/>
                  <a:gd name="T12" fmla="*/ 0 w 171"/>
                  <a:gd name="T13" fmla="*/ 0 h 55"/>
                  <a:gd name="T14" fmla="*/ 0 w 17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1"/>
                  <a:gd name="T25" fmla="*/ 0 h 55"/>
                  <a:gd name="T26" fmla="*/ 171 w 17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1" h="55">
                    <a:moveTo>
                      <a:pt x="32" y="11"/>
                    </a:moveTo>
                    <a:lnTo>
                      <a:pt x="0" y="44"/>
                    </a:lnTo>
                    <a:lnTo>
                      <a:pt x="65" y="55"/>
                    </a:lnTo>
                    <a:lnTo>
                      <a:pt x="106" y="44"/>
                    </a:lnTo>
                    <a:lnTo>
                      <a:pt x="171" y="11"/>
                    </a:lnTo>
                    <a:lnTo>
                      <a:pt x="124" y="11"/>
                    </a:lnTo>
                    <a:lnTo>
                      <a:pt x="81" y="0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5" name="Freeform 192">
                <a:extLst>
                  <a:ext uri="{FF2B5EF4-FFF2-40B4-BE49-F238E27FC236}">
                    <a16:creationId xmlns:a16="http://schemas.microsoft.com/office/drawing/2014/main" id="{884D41BE-3526-894A-BD43-423A2538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539"/>
                <a:ext cx="21" cy="21"/>
              </a:xfrm>
              <a:custGeom>
                <a:avLst/>
                <a:gdLst>
                  <a:gd name="T0" fmla="*/ 0 w 174"/>
                  <a:gd name="T1" fmla="*/ 0 h 170"/>
                  <a:gd name="T2" fmla="*/ 0 w 174"/>
                  <a:gd name="T3" fmla="*/ 0 h 170"/>
                  <a:gd name="T4" fmla="*/ 0 w 174"/>
                  <a:gd name="T5" fmla="*/ 0 h 170"/>
                  <a:gd name="T6" fmla="*/ 0 w 174"/>
                  <a:gd name="T7" fmla="*/ 0 h 170"/>
                  <a:gd name="T8" fmla="*/ 0 w 174"/>
                  <a:gd name="T9" fmla="*/ 0 h 170"/>
                  <a:gd name="T10" fmla="*/ 0 w 174"/>
                  <a:gd name="T11" fmla="*/ 0 h 170"/>
                  <a:gd name="T12" fmla="*/ 0 w 174"/>
                  <a:gd name="T13" fmla="*/ 0 h 170"/>
                  <a:gd name="T14" fmla="*/ 0 w 174"/>
                  <a:gd name="T15" fmla="*/ 0 h 170"/>
                  <a:gd name="T16" fmla="*/ 0 w 174"/>
                  <a:gd name="T17" fmla="*/ 0 h 170"/>
                  <a:gd name="T18" fmla="*/ 0 w 174"/>
                  <a:gd name="T19" fmla="*/ 0 h 170"/>
                  <a:gd name="T20" fmla="*/ 0 w 174"/>
                  <a:gd name="T21" fmla="*/ 0 h 170"/>
                  <a:gd name="T22" fmla="*/ 0 w 174"/>
                  <a:gd name="T23" fmla="*/ 0 h 170"/>
                  <a:gd name="T24" fmla="*/ 0 w 174"/>
                  <a:gd name="T25" fmla="*/ 0 h 170"/>
                  <a:gd name="T26" fmla="*/ 0 w 174"/>
                  <a:gd name="T27" fmla="*/ 0 h 170"/>
                  <a:gd name="T28" fmla="*/ 0 w 174"/>
                  <a:gd name="T29" fmla="*/ 0 h 170"/>
                  <a:gd name="T30" fmla="*/ 0 w 174"/>
                  <a:gd name="T31" fmla="*/ 0 h 170"/>
                  <a:gd name="T32" fmla="*/ 0 w 174"/>
                  <a:gd name="T33" fmla="*/ 0 h 1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4"/>
                  <a:gd name="T52" fmla="*/ 0 h 170"/>
                  <a:gd name="T53" fmla="*/ 174 w 174"/>
                  <a:gd name="T54" fmla="*/ 170 h 1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4" h="170">
                    <a:moveTo>
                      <a:pt x="157" y="30"/>
                    </a:moveTo>
                    <a:lnTo>
                      <a:pt x="88" y="6"/>
                    </a:lnTo>
                    <a:lnTo>
                      <a:pt x="0" y="0"/>
                    </a:lnTo>
                    <a:lnTo>
                      <a:pt x="33" y="20"/>
                    </a:lnTo>
                    <a:lnTo>
                      <a:pt x="51" y="90"/>
                    </a:lnTo>
                    <a:lnTo>
                      <a:pt x="77" y="129"/>
                    </a:lnTo>
                    <a:lnTo>
                      <a:pt x="60" y="78"/>
                    </a:lnTo>
                    <a:lnTo>
                      <a:pt x="70" y="37"/>
                    </a:lnTo>
                    <a:lnTo>
                      <a:pt x="104" y="44"/>
                    </a:lnTo>
                    <a:lnTo>
                      <a:pt x="97" y="78"/>
                    </a:lnTo>
                    <a:lnTo>
                      <a:pt x="108" y="123"/>
                    </a:lnTo>
                    <a:lnTo>
                      <a:pt x="136" y="136"/>
                    </a:lnTo>
                    <a:lnTo>
                      <a:pt x="174" y="170"/>
                    </a:lnTo>
                    <a:lnTo>
                      <a:pt x="157" y="123"/>
                    </a:lnTo>
                    <a:lnTo>
                      <a:pt x="167" y="83"/>
                    </a:lnTo>
                    <a:lnTo>
                      <a:pt x="160" y="59"/>
                    </a:lnTo>
                    <a:lnTo>
                      <a:pt x="15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6" name="Freeform 193">
                <a:extLst>
                  <a:ext uri="{FF2B5EF4-FFF2-40B4-BE49-F238E27FC236}">
                    <a16:creationId xmlns:a16="http://schemas.microsoft.com/office/drawing/2014/main" id="{101F250A-4D03-3348-9A8F-EE5FF2700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18"/>
                <a:ext cx="16" cy="36"/>
              </a:xfrm>
              <a:custGeom>
                <a:avLst/>
                <a:gdLst>
                  <a:gd name="T0" fmla="*/ 0 w 129"/>
                  <a:gd name="T1" fmla="*/ 0 h 292"/>
                  <a:gd name="T2" fmla="*/ 0 w 129"/>
                  <a:gd name="T3" fmla="*/ 0 h 292"/>
                  <a:gd name="T4" fmla="*/ 0 w 129"/>
                  <a:gd name="T5" fmla="*/ 0 h 292"/>
                  <a:gd name="T6" fmla="*/ 0 w 129"/>
                  <a:gd name="T7" fmla="*/ 0 h 292"/>
                  <a:gd name="T8" fmla="*/ 0 w 129"/>
                  <a:gd name="T9" fmla="*/ 0 h 292"/>
                  <a:gd name="T10" fmla="*/ 0 w 129"/>
                  <a:gd name="T11" fmla="*/ 0 h 292"/>
                  <a:gd name="T12" fmla="*/ 0 w 129"/>
                  <a:gd name="T13" fmla="*/ 0 h 292"/>
                  <a:gd name="T14" fmla="*/ 0 w 129"/>
                  <a:gd name="T15" fmla="*/ 0 h 292"/>
                  <a:gd name="T16" fmla="*/ 0 w 129"/>
                  <a:gd name="T17" fmla="*/ 0 h 292"/>
                  <a:gd name="T18" fmla="*/ 0 w 129"/>
                  <a:gd name="T19" fmla="*/ 0 h 292"/>
                  <a:gd name="T20" fmla="*/ 0 w 129"/>
                  <a:gd name="T21" fmla="*/ 0 h 292"/>
                  <a:gd name="T22" fmla="*/ 0 w 129"/>
                  <a:gd name="T23" fmla="*/ 0 h 292"/>
                  <a:gd name="T24" fmla="*/ 0 w 129"/>
                  <a:gd name="T25" fmla="*/ 0 h 292"/>
                  <a:gd name="T26" fmla="*/ 0 w 129"/>
                  <a:gd name="T27" fmla="*/ 0 h 292"/>
                  <a:gd name="T28" fmla="*/ 0 w 129"/>
                  <a:gd name="T29" fmla="*/ 0 h 292"/>
                  <a:gd name="T30" fmla="*/ 0 w 129"/>
                  <a:gd name="T31" fmla="*/ 0 h 292"/>
                  <a:gd name="T32" fmla="*/ 0 w 129"/>
                  <a:gd name="T33" fmla="*/ 0 h 292"/>
                  <a:gd name="T34" fmla="*/ 0 w 129"/>
                  <a:gd name="T35" fmla="*/ 0 h 292"/>
                  <a:gd name="T36" fmla="*/ 0 w 129"/>
                  <a:gd name="T37" fmla="*/ 0 h 292"/>
                  <a:gd name="T38" fmla="*/ 0 w 129"/>
                  <a:gd name="T39" fmla="*/ 0 h 292"/>
                  <a:gd name="T40" fmla="*/ 0 w 129"/>
                  <a:gd name="T41" fmla="*/ 0 h 292"/>
                  <a:gd name="T42" fmla="*/ 0 w 129"/>
                  <a:gd name="T43" fmla="*/ 0 h 2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9"/>
                  <a:gd name="T67" fmla="*/ 0 h 292"/>
                  <a:gd name="T68" fmla="*/ 129 w 129"/>
                  <a:gd name="T69" fmla="*/ 292 h 29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9" h="292">
                    <a:moveTo>
                      <a:pt x="0" y="116"/>
                    </a:moveTo>
                    <a:lnTo>
                      <a:pt x="23" y="109"/>
                    </a:lnTo>
                    <a:lnTo>
                      <a:pt x="63" y="55"/>
                    </a:lnTo>
                    <a:lnTo>
                      <a:pt x="116" y="0"/>
                    </a:lnTo>
                    <a:lnTo>
                      <a:pt x="104" y="46"/>
                    </a:lnTo>
                    <a:lnTo>
                      <a:pt x="129" y="90"/>
                    </a:lnTo>
                    <a:lnTo>
                      <a:pt x="129" y="147"/>
                    </a:lnTo>
                    <a:lnTo>
                      <a:pt x="104" y="199"/>
                    </a:lnTo>
                    <a:lnTo>
                      <a:pt x="116" y="136"/>
                    </a:lnTo>
                    <a:lnTo>
                      <a:pt x="113" y="105"/>
                    </a:lnTo>
                    <a:lnTo>
                      <a:pt x="83" y="76"/>
                    </a:lnTo>
                    <a:lnTo>
                      <a:pt x="69" y="109"/>
                    </a:lnTo>
                    <a:lnTo>
                      <a:pt x="92" y="147"/>
                    </a:lnTo>
                    <a:lnTo>
                      <a:pt x="83" y="184"/>
                    </a:lnTo>
                    <a:lnTo>
                      <a:pt x="54" y="199"/>
                    </a:lnTo>
                    <a:lnTo>
                      <a:pt x="37" y="228"/>
                    </a:lnTo>
                    <a:lnTo>
                      <a:pt x="19" y="292"/>
                    </a:lnTo>
                    <a:lnTo>
                      <a:pt x="17" y="237"/>
                    </a:lnTo>
                    <a:lnTo>
                      <a:pt x="30" y="184"/>
                    </a:lnTo>
                    <a:lnTo>
                      <a:pt x="19" y="164"/>
                    </a:lnTo>
                    <a:lnTo>
                      <a:pt x="0" y="143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7" name="Freeform 194">
                <a:extLst>
                  <a:ext uri="{FF2B5EF4-FFF2-40B4-BE49-F238E27FC236}">
                    <a16:creationId xmlns:a16="http://schemas.microsoft.com/office/drawing/2014/main" id="{59236854-14EB-044A-9391-E61F22962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36"/>
                <a:ext cx="12" cy="8"/>
              </a:xfrm>
              <a:custGeom>
                <a:avLst/>
                <a:gdLst>
                  <a:gd name="T0" fmla="*/ 0 w 99"/>
                  <a:gd name="T1" fmla="*/ 0 h 63"/>
                  <a:gd name="T2" fmla="*/ 0 w 99"/>
                  <a:gd name="T3" fmla="*/ 0 h 63"/>
                  <a:gd name="T4" fmla="*/ 0 w 99"/>
                  <a:gd name="T5" fmla="*/ 0 h 63"/>
                  <a:gd name="T6" fmla="*/ 0 w 99"/>
                  <a:gd name="T7" fmla="*/ 0 h 63"/>
                  <a:gd name="T8" fmla="*/ 0 w 99"/>
                  <a:gd name="T9" fmla="*/ 0 h 63"/>
                  <a:gd name="T10" fmla="*/ 0 w 99"/>
                  <a:gd name="T11" fmla="*/ 0 h 63"/>
                  <a:gd name="T12" fmla="*/ 0 w 99"/>
                  <a:gd name="T13" fmla="*/ 0 h 63"/>
                  <a:gd name="T14" fmla="*/ 0 w 99"/>
                  <a:gd name="T15" fmla="*/ 0 h 63"/>
                  <a:gd name="T16" fmla="*/ 0 w 99"/>
                  <a:gd name="T17" fmla="*/ 0 h 63"/>
                  <a:gd name="T18" fmla="*/ 0 w 99"/>
                  <a:gd name="T19" fmla="*/ 0 h 63"/>
                  <a:gd name="T20" fmla="*/ 0 w 99"/>
                  <a:gd name="T21" fmla="*/ 0 h 63"/>
                  <a:gd name="T22" fmla="*/ 0 w 99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9"/>
                  <a:gd name="T37" fmla="*/ 0 h 63"/>
                  <a:gd name="T38" fmla="*/ 99 w 99"/>
                  <a:gd name="T39" fmla="*/ 63 h 6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9" h="63">
                    <a:moveTo>
                      <a:pt x="0" y="14"/>
                    </a:moveTo>
                    <a:lnTo>
                      <a:pt x="16" y="46"/>
                    </a:lnTo>
                    <a:lnTo>
                      <a:pt x="42" y="63"/>
                    </a:lnTo>
                    <a:lnTo>
                      <a:pt x="81" y="50"/>
                    </a:lnTo>
                    <a:lnTo>
                      <a:pt x="99" y="32"/>
                    </a:lnTo>
                    <a:lnTo>
                      <a:pt x="99" y="0"/>
                    </a:lnTo>
                    <a:lnTo>
                      <a:pt x="64" y="4"/>
                    </a:lnTo>
                    <a:lnTo>
                      <a:pt x="69" y="21"/>
                    </a:lnTo>
                    <a:lnTo>
                      <a:pt x="53" y="35"/>
                    </a:lnTo>
                    <a:lnTo>
                      <a:pt x="42" y="26"/>
                    </a:lnTo>
                    <a:lnTo>
                      <a:pt x="3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8" name="Freeform 195">
                <a:extLst>
                  <a:ext uri="{FF2B5EF4-FFF2-40B4-BE49-F238E27FC236}">
                    <a16:creationId xmlns:a16="http://schemas.microsoft.com/office/drawing/2014/main" id="{C6195E62-1632-8B41-A8C8-87685A80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529"/>
                <a:ext cx="11" cy="8"/>
              </a:xfrm>
              <a:custGeom>
                <a:avLst/>
                <a:gdLst>
                  <a:gd name="T0" fmla="*/ 0 w 92"/>
                  <a:gd name="T1" fmla="*/ 0 h 61"/>
                  <a:gd name="T2" fmla="*/ 0 w 92"/>
                  <a:gd name="T3" fmla="*/ 0 h 61"/>
                  <a:gd name="T4" fmla="*/ 0 w 92"/>
                  <a:gd name="T5" fmla="*/ 0 h 61"/>
                  <a:gd name="T6" fmla="*/ 0 w 92"/>
                  <a:gd name="T7" fmla="*/ 0 h 61"/>
                  <a:gd name="T8" fmla="*/ 0 w 92"/>
                  <a:gd name="T9" fmla="*/ 0 h 61"/>
                  <a:gd name="T10" fmla="*/ 0 w 92"/>
                  <a:gd name="T11" fmla="*/ 0 h 61"/>
                  <a:gd name="T12" fmla="*/ 0 w 92"/>
                  <a:gd name="T13" fmla="*/ 0 h 61"/>
                  <a:gd name="T14" fmla="*/ 0 w 92"/>
                  <a:gd name="T15" fmla="*/ 0 h 61"/>
                  <a:gd name="T16" fmla="*/ 0 w 92"/>
                  <a:gd name="T17" fmla="*/ 0 h 61"/>
                  <a:gd name="T18" fmla="*/ 0 w 92"/>
                  <a:gd name="T19" fmla="*/ 0 h 61"/>
                  <a:gd name="T20" fmla="*/ 0 w 92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2"/>
                  <a:gd name="T34" fmla="*/ 0 h 61"/>
                  <a:gd name="T35" fmla="*/ 92 w 92"/>
                  <a:gd name="T36" fmla="*/ 61 h 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2" h="61">
                    <a:moveTo>
                      <a:pt x="0" y="17"/>
                    </a:moveTo>
                    <a:lnTo>
                      <a:pt x="9" y="55"/>
                    </a:lnTo>
                    <a:lnTo>
                      <a:pt x="42" y="61"/>
                    </a:lnTo>
                    <a:lnTo>
                      <a:pt x="74" y="51"/>
                    </a:lnTo>
                    <a:lnTo>
                      <a:pt x="92" y="31"/>
                    </a:lnTo>
                    <a:lnTo>
                      <a:pt x="86" y="0"/>
                    </a:lnTo>
                    <a:lnTo>
                      <a:pt x="64" y="0"/>
                    </a:lnTo>
                    <a:lnTo>
                      <a:pt x="60" y="33"/>
                    </a:lnTo>
                    <a:lnTo>
                      <a:pt x="37" y="33"/>
                    </a:lnTo>
                    <a:lnTo>
                      <a:pt x="27" y="1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59" name="Freeform 196">
                <a:extLst>
                  <a:ext uri="{FF2B5EF4-FFF2-40B4-BE49-F238E27FC236}">
                    <a16:creationId xmlns:a16="http://schemas.microsoft.com/office/drawing/2014/main" id="{CB0AC4D5-122C-F74D-8F09-95F291A16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63"/>
                <a:ext cx="47" cy="25"/>
              </a:xfrm>
              <a:custGeom>
                <a:avLst/>
                <a:gdLst>
                  <a:gd name="T0" fmla="*/ 0 w 374"/>
                  <a:gd name="T1" fmla="*/ 0 h 198"/>
                  <a:gd name="T2" fmla="*/ 0 w 374"/>
                  <a:gd name="T3" fmla="*/ 0 h 198"/>
                  <a:gd name="T4" fmla="*/ 0 w 374"/>
                  <a:gd name="T5" fmla="*/ 0 h 198"/>
                  <a:gd name="T6" fmla="*/ 0 w 374"/>
                  <a:gd name="T7" fmla="*/ 0 h 198"/>
                  <a:gd name="T8" fmla="*/ 0 w 374"/>
                  <a:gd name="T9" fmla="*/ 0 h 198"/>
                  <a:gd name="T10" fmla="*/ 0 w 374"/>
                  <a:gd name="T11" fmla="*/ 0 h 198"/>
                  <a:gd name="T12" fmla="*/ 0 w 374"/>
                  <a:gd name="T13" fmla="*/ 0 h 198"/>
                  <a:gd name="T14" fmla="*/ 0 w 374"/>
                  <a:gd name="T15" fmla="*/ 0 h 198"/>
                  <a:gd name="T16" fmla="*/ 0 w 374"/>
                  <a:gd name="T17" fmla="*/ 0 h 198"/>
                  <a:gd name="T18" fmla="*/ 0 w 374"/>
                  <a:gd name="T19" fmla="*/ 0 h 198"/>
                  <a:gd name="T20" fmla="*/ 0 w 374"/>
                  <a:gd name="T21" fmla="*/ 0 h 198"/>
                  <a:gd name="T22" fmla="*/ 0 w 374"/>
                  <a:gd name="T23" fmla="*/ 0 h 198"/>
                  <a:gd name="T24" fmla="*/ 0 w 374"/>
                  <a:gd name="T25" fmla="*/ 0 h 198"/>
                  <a:gd name="T26" fmla="*/ 0 w 374"/>
                  <a:gd name="T27" fmla="*/ 0 h 198"/>
                  <a:gd name="T28" fmla="*/ 0 w 374"/>
                  <a:gd name="T29" fmla="*/ 0 h 198"/>
                  <a:gd name="T30" fmla="*/ 0 w 374"/>
                  <a:gd name="T31" fmla="*/ 0 h 198"/>
                  <a:gd name="T32" fmla="*/ 0 w 374"/>
                  <a:gd name="T33" fmla="*/ 0 h 198"/>
                  <a:gd name="T34" fmla="*/ 0 w 374"/>
                  <a:gd name="T35" fmla="*/ 0 h 198"/>
                  <a:gd name="T36" fmla="*/ 0 w 374"/>
                  <a:gd name="T37" fmla="*/ 0 h 198"/>
                  <a:gd name="T38" fmla="*/ 0 w 374"/>
                  <a:gd name="T39" fmla="*/ 0 h 198"/>
                  <a:gd name="T40" fmla="*/ 0 w 374"/>
                  <a:gd name="T41" fmla="*/ 0 h 198"/>
                  <a:gd name="T42" fmla="*/ 0 w 374"/>
                  <a:gd name="T43" fmla="*/ 0 h 198"/>
                  <a:gd name="T44" fmla="*/ 0 w 374"/>
                  <a:gd name="T45" fmla="*/ 0 h 198"/>
                  <a:gd name="T46" fmla="*/ 0 w 374"/>
                  <a:gd name="T47" fmla="*/ 0 h 198"/>
                  <a:gd name="T48" fmla="*/ 0 w 374"/>
                  <a:gd name="T49" fmla="*/ 0 h 198"/>
                  <a:gd name="T50" fmla="*/ 0 w 374"/>
                  <a:gd name="T51" fmla="*/ 0 h 198"/>
                  <a:gd name="T52" fmla="*/ 0 w 374"/>
                  <a:gd name="T53" fmla="*/ 0 h 1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4"/>
                  <a:gd name="T82" fmla="*/ 0 h 198"/>
                  <a:gd name="T83" fmla="*/ 374 w 374"/>
                  <a:gd name="T84" fmla="*/ 198 h 1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4" h="198">
                    <a:moveTo>
                      <a:pt x="31" y="0"/>
                    </a:moveTo>
                    <a:lnTo>
                      <a:pt x="0" y="37"/>
                    </a:lnTo>
                    <a:lnTo>
                      <a:pt x="0" y="79"/>
                    </a:lnTo>
                    <a:lnTo>
                      <a:pt x="26" y="90"/>
                    </a:lnTo>
                    <a:lnTo>
                      <a:pt x="46" y="132"/>
                    </a:lnTo>
                    <a:lnTo>
                      <a:pt x="127" y="163"/>
                    </a:lnTo>
                    <a:lnTo>
                      <a:pt x="199" y="198"/>
                    </a:lnTo>
                    <a:lnTo>
                      <a:pt x="235" y="198"/>
                    </a:lnTo>
                    <a:lnTo>
                      <a:pt x="305" y="120"/>
                    </a:lnTo>
                    <a:lnTo>
                      <a:pt x="360" y="90"/>
                    </a:lnTo>
                    <a:lnTo>
                      <a:pt x="374" y="37"/>
                    </a:lnTo>
                    <a:lnTo>
                      <a:pt x="365" y="22"/>
                    </a:lnTo>
                    <a:lnTo>
                      <a:pt x="342" y="0"/>
                    </a:lnTo>
                    <a:lnTo>
                      <a:pt x="354" y="25"/>
                    </a:lnTo>
                    <a:lnTo>
                      <a:pt x="347" y="46"/>
                    </a:lnTo>
                    <a:lnTo>
                      <a:pt x="325" y="46"/>
                    </a:lnTo>
                    <a:lnTo>
                      <a:pt x="285" y="69"/>
                    </a:lnTo>
                    <a:lnTo>
                      <a:pt x="261" y="97"/>
                    </a:lnTo>
                    <a:lnTo>
                      <a:pt x="235" y="120"/>
                    </a:lnTo>
                    <a:lnTo>
                      <a:pt x="187" y="127"/>
                    </a:lnTo>
                    <a:lnTo>
                      <a:pt x="141" y="117"/>
                    </a:lnTo>
                    <a:lnTo>
                      <a:pt x="107" y="97"/>
                    </a:lnTo>
                    <a:lnTo>
                      <a:pt x="63" y="79"/>
                    </a:lnTo>
                    <a:lnTo>
                      <a:pt x="26" y="79"/>
                    </a:lnTo>
                    <a:lnTo>
                      <a:pt x="8" y="60"/>
                    </a:lnTo>
                    <a:lnTo>
                      <a:pt x="15" y="3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0" name="Freeform 197">
                <a:extLst>
                  <a:ext uri="{FF2B5EF4-FFF2-40B4-BE49-F238E27FC236}">
                    <a16:creationId xmlns:a16="http://schemas.microsoft.com/office/drawing/2014/main" id="{0CF5B339-95C0-034F-A9BC-BE281BEE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87"/>
                <a:ext cx="65" cy="11"/>
              </a:xfrm>
              <a:custGeom>
                <a:avLst/>
                <a:gdLst>
                  <a:gd name="T0" fmla="*/ 0 w 520"/>
                  <a:gd name="T1" fmla="*/ 0 h 90"/>
                  <a:gd name="T2" fmla="*/ 0 w 520"/>
                  <a:gd name="T3" fmla="*/ 0 h 90"/>
                  <a:gd name="T4" fmla="*/ 0 w 520"/>
                  <a:gd name="T5" fmla="*/ 0 h 90"/>
                  <a:gd name="T6" fmla="*/ 0 w 520"/>
                  <a:gd name="T7" fmla="*/ 0 h 90"/>
                  <a:gd name="T8" fmla="*/ 0 w 520"/>
                  <a:gd name="T9" fmla="*/ 0 h 90"/>
                  <a:gd name="T10" fmla="*/ 0 w 520"/>
                  <a:gd name="T11" fmla="*/ 0 h 90"/>
                  <a:gd name="T12" fmla="*/ 0 w 520"/>
                  <a:gd name="T13" fmla="*/ 0 h 90"/>
                  <a:gd name="T14" fmla="*/ 0 w 520"/>
                  <a:gd name="T15" fmla="*/ 0 h 90"/>
                  <a:gd name="T16" fmla="*/ 0 w 520"/>
                  <a:gd name="T17" fmla="*/ 0 h 90"/>
                  <a:gd name="T18" fmla="*/ 0 w 520"/>
                  <a:gd name="T19" fmla="*/ 0 h 90"/>
                  <a:gd name="T20" fmla="*/ 0 w 520"/>
                  <a:gd name="T21" fmla="*/ 0 h 90"/>
                  <a:gd name="T22" fmla="*/ 0 w 520"/>
                  <a:gd name="T23" fmla="*/ 0 h 90"/>
                  <a:gd name="T24" fmla="*/ 0 w 520"/>
                  <a:gd name="T25" fmla="*/ 0 h 90"/>
                  <a:gd name="T26" fmla="*/ 0 w 520"/>
                  <a:gd name="T27" fmla="*/ 0 h 90"/>
                  <a:gd name="T28" fmla="*/ 0 w 520"/>
                  <a:gd name="T29" fmla="*/ 0 h 90"/>
                  <a:gd name="T30" fmla="*/ 0 w 520"/>
                  <a:gd name="T31" fmla="*/ 0 h 90"/>
                  <a:gd name="T32" fmla="*/ 0 w 520"/>
                  <a:gd name="T33" fmla="*/ 0 h 90"/>
                  <a:gd name="T34" fmla="*/ 0 w 520"/>
                  <a:gd name="T35" fmla="*/ 0 h 90"/>
                  <a:gd name="T36" fmla="*/ 0 w 520"/>
                  <a:gd name="T37" fmla="*/ 0 h 90"/>
                  <a:gd name="T38" fmla="*/ 0 w 520"/>
                  <a:gd name="T39" fmla="*/ 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20"/>
                  <a:gd name="T61" fmla="*/ 0 h 90"/>
                  <a:gd name="T62" fmla="*/ 520 w 520"/>
                  <a:gd name="T63" fmla="*/ 90 h 9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20" h="90">
                    <a:moveTo>
                      <a:pt x="48" y="60"/>
                    </a:moveTo>
                    <a:lnTo>
                      <a:pt x="101" y="40"/>
                    </a:lnTo>
                    <a:lnTo>
                      <a:pt x="174" y="23"/>
                    </a:lnTo>
                    <a:lnTo>
                      <a:pt x="259" y="24"/>
                    </a:lnTo>
                    <a:lnTo>
                      <a:pt x="343" y="7"/>
                    </a:lnTo>
                    <a:lnTo>
                      <a:pt x="488" y="23"/>
                    </a:lnTo>
                    <a:lnTo>
                      <a:pt x="511" y="0"/>
                    </a:lnTo>
                    <a:lnTo>
                      <a:pt x="520" y="31"/>
                    </a:lnTo>
                    <a:lnTo>
                      <a:pt x="501" y="46"/>
                    </a:lnTo>
                    <a:lnTo>
                      <a:pt x="477" y="31"/>
                    </a:lnTo>
                    <a:lnTo>
                      <a:pt x="417" y="24"/>
                    </a:lnTo>
                    <a:lnTo>
                      <a:pt x="327" y="46"/>
                    </a:lnTo>
                    <a:lnTo>
                      <a:pt x="253" y="64"/>
                    </a:lnTo>
                    <a:lnTo>
                      <a:pt x="128" y="60"/>
                    </a:lnTo>
                    <a:lnTo>
                      <a:pt x="41" y="70"/>
                    </a:lnTo>
                    <a:lnTo>
                      <a:pt x="20" y="90"/>
                    </a:lnTo>
                    <a:lnTo>
                      <a:pt x="0" y="79"/>
                    </a:lnTo>
                    <a:lnTo>
                      <a:pt x="4" y="53"/>
                    </a:lnTo>
                    <a:lnTo>
                      <a:pt x="27" y="46"/>
                    </a:lnTo>
                    <a:lnTo>
                      <a:pt x="4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1" name="Freeform 198">
                <a:extLst>
                  <a:ext uri="{FF2B5EF4-FFF2-40B4-BE49-F238E27FC236}">
                    <a16:creationId xmlns:a16="http://schemas.microsoft.com/office/drawing/2014/main" id="{72CD373A-D671-E54F-A9E9-05AFEBED7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01"/>
                <a:ext cx="36" cy="12"/>
              </a:xfrm>
              <a:custGeom>
                <a:avLst/>
                <a:gdLst>
                  <a:gd name="T0" fmla="*/ 0 w 286"/>
                  <a:gd name="T1" fmla="*/ 0 h 94"/>
                  <a:gd name="T2" fmla="*/ 0 w 286"/>
                  <a:gd name="T3" fmla="*/ 0 h 94"/>
                  <a:gd name="T4" fmla="*/ 0 w 286"/>
                  <a:gd name="T5" fmla="*/ 0 h 94"/>
                  <a:gd name="T6" fmla="*/ 0 w 286"/>
                  <a:gd name="T7" fmla="*/ 0 h 94"/>
                  <a:gd name="T8" fmla="*/ 0 w 286"/>
                  <a:gd name="T9" fmla="*/ 0 h 94"/>
                  <a:gd name="T10" fmla="*/ 0 w 286"/>
                  <a:gd name="T11" fmla="*/ 0 h 94"/>
                  <a:gd name="T12" fmla="*/ 0 w 286"/>
                  <a:gd name="T13" fmla="*/ 0 h 94"/>
                  <a:gd name="T14" fmla="*/ 0 w 286"/>
                  <a:gd name="T15" fmla="*/ 0 h 94"/>
                  <a:gd name="T16" fmla="*/ 0 w 286"/>
                  <a:gd name="T17" fmla="*/ 0 h 94"/>
                  <a:gd name="T18" fmla="*/ 0 w 286"/>
                  <a:gd name="T19" fmla="*/ 0 h 94"/>
                  <a:gd name="T20" fmla="*/ 0 w 286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6"/>
                  <a:gd name="T34" fmla="*/ 0 h 94"/>
                  <a:gd name="T35" fmla="*/ 286 w 286"/>
                  <a:gd name="T36" fmla="*/ 94 h 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6" h="94">
                    <a:moveTo>
                      <a:pt x="0" y="22"/>
                    </a:moveTo>
                    <a:lnTo>
                      <a:pt x="64" y="31"/>
                    </a:lnTo>
                    <a:lnTo>
                      <a:pt x="123" y="31"/>
                    </a:lnTo>
                    <a:lnTo>
                      <a:pt x="194" y="26"/>
                    </a:lnTo>
                    <a:lnTo>
                      <a:pt x="286" y="0"/>
                    </a:lnTo>
                    <a:lnTo>
                      <a:pt x="231" y="46"/>
                    </a:lnTo>
                    <a:lnTo>
                      <a:pt x="244" y="83"/>
                    </a:lnTo>
                    <a:lnTo>
                      <a:pt x="171" y="83"/>
                    </a:lnTo>
                    <a:lnTo>
                      <a:pt x="64" y="94"/>
                    </a:lnTo>
                    <a:lnTo>
                      <a:pt x="70" y="6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2" name="Freeform 199">
                <a:extLst>
                  <a:ext uri="{FF2B5EF4-FFF2-40B4-BE49-F238E27FC236}">
                    <a16:creationId xmlns:a16="http://schemas.microsoft.com/office/drawing/2014/main" id="{6B6DBC71-88A9-ED4E-9ADD-EDDE1AA98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61"/>
                <a:ext cx="114" cy="76"/>
              </a:xfrm>
              <a:custGeom>
                <a:avLst/>
                <a:gdLst>
                  <a:gd name="T0" fmla="*/ 0 w 911"/>
                  <a:gd name="T1" fmla="*/ 0 h 609"/>
                  <a:gd name="T2" fmla="*/ 0 w 911"/>
                  <a:gd name="T3" fmla="*/ 0 h 609"/>
                  <a:gd name="T4" fmla="*/ 0 w 911"/>
                  <a:gd name="T5" fmla="*/ 0 h 609"/>
                  <a:gd name="T6" fmla="*/ 0 w 911"/>
                  <a:gd name="T7" fmla="*/ 0 h 609"/>
                  <a:gd name="T8" fmla="*/ 0 w 911"/>
                  <a:gd name="T9" fmla="*/ 0 h 609"/>
                  <a:gd name="T10" fmla="*/ 0 w 911"/>
                  <a:gd name="T11" fmla="*/ 0 h 609"/>
                  <a:gd name="T12" fmla="*/ 0 w 911"/>
                  <a:gd name="T13" fmla="*/ 0 h 609"/>
                  <a:gd name="T14" fmla="*/ 0 w 911"/>
                  <a:gd name="T15" fmla="*/ 0 h 609"/>
                  <a:gd name="T16" fmla="*/ 0 w 911"/>
                  <a:gd name="T17" fmla="*/ 0 h 609"/>
                  <a:gd name="T18" fmla="*/ 0 w 911"/>
                  <a:gd name="T19" fmla="*/ 0 h 609"/>
                  <a:gd name="T20" fmla="*/ 0 w 911"/>
                  <a:gd name="T21" fmla="*/ 0 h 609"/>
                  <a:gd name="T22" fmla="*/ 0 w 911"/>
                  <a:gd name="T23" fmla="*/ 0 h 609"/>
                  <a:gd name="T24" fmla="*/ 0 w 911"/>
                  <a:gd name="T25" fmla="*/ 0 h 609"/>
                  <a:gd name="T26" fmla="*/ 0 w 911"/>
                  <a:gd name="T27" fmla="*/ 0 h 609"/>
                  <a:gd name="T28" fmla="*/ 0 w 911"/>
                  <a:gd name="T29" fmla="*/ 0 h 609"/>
                  <a:gd name="T30" fmla="*/ 0 w 911"/>
                  <a:gd name="T31" fmla="*/ 0 h 609"/>
                  <a:gd name="T32" fmla="*/ 0 w 911"/>
                  <a:gd name="T33" fmla="*/ 0 h 609"/>
                  <a:gd name="T34" fmla="*/ 0 w 911"/>
                  <a:gd name="T35" fmla="*/ 0 h 609"/>
                  <a:gd name="T36" fmla="*/ 0 w 911"/>
                  <a:gd name="T37" fmla="*/ 0 h 609"/>
                  <a:gd name="T38" fmla="*/ 0 w 911"/>
                  <a:gd name="T39" fmla="*/ 0 h 609"/>
                  <a:gd name="T40" fmla="*/ 0 w 911"/>
                  <a:gd name="T41" fmla="*/ 0 h 609"/>
                  <a:gd name="T42" fmla="*/ 0 w 911"/>
                  <a:gd name="T43" fmla="*/ 0 h 609"/>
                  <a:gd name="T44" fmla="*/ 0 w 911"/>
                  <a:gd name="T45" fmla="*/ 0 h 609"/>
                  <a:gd name="T46" fmla="*/ 0 w 911"/>
                  <a:gd name="T47" fmla="*/ 0 h 609"/>
                  <a:gd name="T48" fmla="*/ 0 w 911"/>
                  <a:gd name="T49" fmla="*/ 0 h 609"/>
                  <a:gd name="T50" fmla="*/ 0 w 911"/>
                  <a:gd name="T51" fmla="*/ 0 h 609"/>
                  <a:gd name="T52" fmla="*/ 0 w 911"/>
                  <a:gd name="T53" fmla="*/ 0 h 609"/>
                  <a:gd name="T54" fmla="*/ 0 w 911"/>
                  <a:gd name="T55" fmla="*/ 0 h 609"/>
                  <a:gd name="T56" fmla="*/ 0 w 911"/>
                  <a:gd name="T57" fmla="*/ 0 h 609"/>
                  <a:gd name="T58" fmla="*/ 0 w 911"/>
                  <a:gd name="T59" fmla="*/ 0 h 609"/>
                  <a:gd name="T60" fmla="*/ 0 w 911"/>
                  <a:gd name="T61" fmla="*/ 0 h 609"/>
                  <a:gd name="T62" fmla="*/ 0 w 911"/>
                  <a:gd name="T63" fmla="*/ 0 h 609"/>
                  <a:gd name="T64" fmla="*/ 0 w 911"/>
                  <a:gd name="T65" fmla="*/ 0 h 6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11"/>
                  <a:gd name="T100" fmla="*/ 0 h 609"/>
                  <a:gd name="T101" fmla="*/ 911 w 911"/>
                  <a:gd name="T102" fmla="*/ 609 h 6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11" h="609">
                    <a:moveTo>
                      <a:pt x="0" y="83"/>
                    </a:moveTo>
                    <a:lnTo>
                      <a:pt x="96" y="339"/>
                    </a:lnTo>
                    <a:lnTo>
                      <a:pt x="157" y="438"/>
                    </a:lnTo>
                    <a:lnTo>
                      <a:pt x="226" y="498"/>
                    </a:lnTo>
                    <a:lnTo>
                      <a:pt x="304" y="546"/>
                    </a:lnTo>
                    <a:lnTo>
                      <a:pt x="394" y="576"/>
                    </a:lnTo>
                    <a:lnTo>
                      <a:pt x="487" y="609"/>
                    </a:lnTo>
                    <a:lnTo>
                      <a:pt x="570" y="609"/>
                    </a:lnTo>
                    <a:lnTo>
                      <a:pt x="669" y="581"/>
                    </a:lnTo>
                    <a:lnTo>
                      <a:pt x="735" y="535"/>
                    </a:lnTo>
                    <a:lnTo>
                      <a:pt x="793" y="464"/>
                    </a:lnTo>
                    <a:lnTo>
                      <a:pt x="848" y="374"/>
                    </a:lnTo>
                    <a:lnTo>
                      <a:pt x="883" y="288"/>
                    </a:lnTo>
                    <a:lnTo>
                      <a:pt x="898" y="183"/>
                    </a:lnTo>
                    <a:lnTo>
                      <a:pt x="911" y="0"/>
                    </a:lnTo>
                    <a:lnTo>
                      <a:pt x="892" y="14"/>
                    </a:lnTo>
                    <a:lnTo>
                      <a:pt x="869" y="265"/>
                    </a:lnTo>
                    <a:lnTo>
                      <a:pt x="839" y="353"/>
                    </a:lnTo>
                    <a:lnTo>
                      <a:pt x="793" y="434"/>
                    </a:lnTo>
                    <a:lnTo>
                      <a:pt x="724" y="517"/>
                    </a:lnTo>
                    <a:lnTo>
                      <a:pt x="659" y="558"/>
                    </a:lnTo>
                    <a:lnTo>
                      <a:pt x="659" y="528"/>
                    </a:lnTo>
                    <a:lnTo>
                      <a:pt x="595" y="551"/>
                    </a:lnTo>
                    <a:lnTo>
                      <a:pt x="511" y="557"/>
                    </a:lnTo>
                    <a:lnTo>
                      <a:pt x="450" y="551"/>
                    </a:lnTo>
                    <a:lnTo>
                      <a:pt x="392" y="528"/>
                    </a:lnTo>
                    <a:lnTo>
                      <a:pt x="408" y="558"/>
                    </a:lnTo>
                    <a:lnTo>
                      <a:pt x="293" y="524"/>
                    </a:lnTo>
                    <a:lnTo>
                      <a:pt x="203" y="445"/>
                    </a:lnTo>
                    <a:lnTo>
                      <a:pt x="138" y="368"/>
                    </a:lnTo>
                    <a:lnTo>
                      <a:pt x="90" y="279"/>
                    </a:lnTo>
                    <a:lnTo>
                      <a:pt x="10" y="74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3" name="Freeform 200">
                <a:extLst>
                  <a:ext uri="{FF2B5EF4-FFF2-40B4-BE49-F238E27FC236}">
                    <a16:creationId xmlns:a16="http://schemas.microsoft.com/office/drawing/2014/main" id="{5A168C31-2D0B-9C46-AA9A-DAC417DC5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72"/>
                <a:ext cx="23" cy="35"/>
              </a:xfrm>
              <a:custGeom>
                <a:avLst/>
                <a:gdLst>
                  <a:gd name="T0" fmla="*/ 0 w 187"/>
                  <a:gd name="T1" fmla="*/ 0 h 278"/>
                  <a:gd name="T2" fmla="*/ 0 w 187"/>
                  <a:gd name="T3" fmla="*/ 0 h 278"/>
                  <a:gd name="T4" fmla="*/ 0 w 187"/>
                  <a:gd name="T5" fmla="*/ 0 h 278"/>
                  <a:gd name="T6" fmla="*/ 0 w 187"/>
                  <a:gd name="T7" fmla="*/ 0 h 278"/>
                  <a:gd name="T8" fmla="*/ 0 w 187"/>
                  <a:gd name="T9" fmla="*/ 0 h 278"/>
                  <a:gd name="T10" fmla="*/ 0 w 187"/>
                  <a:gd name="T11" fmla="*/ 0 h 278"/>
                  <a:gd name="T12" fmla="*/ 0 w 187"/>
                  <a:gd name="T13" fmla="*/ 0 h 278"/>
                  <a:gd name="T14" fmla="*/ 0 w 187"/>
                  <a:gd name="T15" fmla="*/ 0 h 278"/>
                  <a:gd name="T16" fmla="*/ 0 w 187"/>
                  <a:gd name="T17" fmla="*/ 0 h 278"/>
                  <a:gd name="T18" fmla="*/ 0 w 187"/>
                  <a:gd name="T19" fmla="*/ 0 h 278"/>
                  <a:gd name="T20" fmla="*/ 0 w 187"/>
                  <a:gd name="T21" fmla="*/ 0 h 278"/>
                  <a:gd name="T22" fmla="*/ 0 w 187"/>
                  <a:gd name="T23" fmla="*/ 0 h 278"/>
                  <a:gd name="T24" fmla="*/ 0 w 18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7"/>
                  <a:gd name="T40" fmla="*/ 0 h 278"/>
                  <a:gd name="T41" fmla="*/ 187 w 187"/>
                  <a:gd name="T42" fmla="*/ 278 h 27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7" h="278">
                    <a:moveTo>
                      <a:pt x="22" y="58"/>
                    </a:moveTo>
                    <a:lnTo>
                      <a:pt x="97" y="53"/>
                    </a:lnTo>
                    <a:lnTo>
                      <a:pt x="134" y="36"/>
                    </a:lnTo>
                    <a:lnTo>
                      <a:pt x="187" y="0"/>
                    </a:lnTo>
                    <a:lnTo>
                      <a:pt x="157" y="58"/>
                    </a:lnTo>
                    <a:lnTo>
                      <a:pt x="111" y="117"/>
                    </a:lnTo>
                    <a:lnTo>
                      <a:pt x="118" y="181"/>
                    </a:lnTo>
                    <a:lnTo>
                      <a:pt x="163" y="278"/>
                    </a:lnTo>
                    <a:lnTo>
                      <a:pt x="111" y="207"/>
                    </a:lnTo>
                    <a:lnTo>
                      <a:pt x="77" y="133"/>
                    </a:lnTo>
                    <a:lnTo>
                      <a:pt x="40" y="117"/>
                    </a:lnTo>
                    <a:lnTo>
                      <a:pt x="0" y="64"/>
                    </a:lnTo>
                    <a:lnTo>
                      <a:pt x="22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4" name="Freeform 201">
                <a:extLst>
                  <a:ext uri="{FF2B5EF4-FFF2-40B4-BE49-F238E27FC236}">
                    <a16:creationId xmlns:a16="http://schemas.microsoft.com/office/drawing/2014/main" id="{A5C635B2-3F79-D347-B968-F34C771C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67"/>
                <a:ext cx="20" cy="28"/>
              </a:xfrm>
              <a:custGeom>
                <a:avLst/>
                <a:gdLst>
                  <a:gd name="T0" fmla="*/ 0 w 156"/>
                  <a:gd name="T1" fmla="*/ 0 h 222"/>
                  <a:gd name="T2" fmla="*/ 0 w 156"/>
                  <a:gd name="T3" fmla="*/ 0 h 222"/>
                  <a:gd name="T4" fmla="*/ 0 w 156"/>
                  <a:gd name="T5" fmla="*/ 0 h 222"/>
                  <a:gd name="T6" fmla="*/ 0 w 156"/>
                  <a:gd name="T7" fmla="*/ 0 h 222"/>
                  <a:gd name="T8" fmla="*/ 0 w 156"/>
                  <a:gd name="T9" fmla="*/ 0 h 222"/>
                  <a:gd name="T10" fmla="*/ 0 w 156"/>
                  <a:gd name="T11" fmla="*/ 0 h 222"/>
                  <a:gd name="T12" fmla="*/ 0 w 156"/>
                  <a:gd name="T13" fmla="*/ 0 h 222"/>
                  <a:gd name="T14" fmla="*/ 0 w 156"/>
                  <a:gd name="T15" fmla="*/ 0 h 222"/>
                  <a:gd name="T16" fmla="*/ 0 w 156"/>
                  <a:gd name="T17" fmla="*/ 0 h 222"/>
                  <a:gd name="T18" fmla="*/ 0 w 156"/>
                  <a:gd name="T19" fmla="*/ 0 h 222"/>
                  <a:gd name="T20" fmla="*/ 0 w 156"/>
                  <a:gd name="T21" fmla="*/ 0 h 222"/>
                  <a:gd name="T22" fmla="*/ 0 w 156"/>
                  <a:gd name="T23" fmla="*/ 0 h 2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6"/>
                  <a:gd name="T37" fmla="*/ 0 h 222"/>
                  <a:gd name="T38" fmla="*/ 156 w 156"/>
                  <a:gd name="T39" fmla="*/ 222 h 2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6" h="222">
                    <a:moveTo>
                      <a:pt x="0" y="0"/>
                    </a:moveTo>
                    <a:lnTo>
                      <a:pt x="31" y="29"/>
                    </a:lnTo>
                    <a:lnTo>
                      <a:pt x="94" y="68"/>
                    </a:lnTo>
                    <a:lnTo>
                      <a:pt x="112" y="94"/>
                    </a:lnTo>
                    <a:lnTo>
                      <a:pt x="124" y="140"/>
                    </a:lnTo>
                    <a:lnTo>
                      <a:pt x="117" y="222"/>
                    </a:lnTo>
                    <a:lnTo>
                      <a:pt x="134" y="136"/>
                    </a:lnTo>
                    <a:lnTo>
                      <a:pt x="156" y="46"/>
                    </a:lnTo>
                    <a:lnTo>
                      <a:pt x="156" y="9"/>
                    </a:lnTo>
                    <a:lnTo>
                      <a:pt x="88" y="13"/>
                    </a:lnTo>
                    <a:lnTo>
                      <a:pt x="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5" name="Freeform 202">
                <a:extLst>
                  <a:ext uri="{FF2B5EF4-FFF2-40B4-BE49-F238E27FC236}">
                    <a16:creationId xmlns:a16="http://schemas.microsoft.com/office/drawing/2014/main" id="{4759FE08-13E8-C047-87FD-43CE00DF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20"/>
                <a:ext cx="82" cy="36"/>
              </a:xfrm>
              <a:custGeom>
                <a:avLst/>
                <a:gdLst>
                  <a:gd name="T0" fmla="*/ 0 w 652"/>
                  <a:gd name="T1" fmla="*/ 0 h 291"/>
                  <a:gd name="T2" fmla="*/ 0 w 652"/>
                  <a:gd name="T3" fmla="*/ 0 h 291"/>
                  <a:gd name="T4" fmla="*/ 0 w 652"/>
                  <a:gd name="T5" fmla="*/ 0 h 291"/>
                  <a:gd name="T6" fmla="*/ 0 w 652"/>
                  <a:gd name="T7" fmla="*/ 0 h 291"/>
                  <a:gd name="T8" fmla="*/ 0 w 652"/>
                  <a:gd name="T9" fmla="*/ 0 h 291"/>
                  <a:gd name="T10" fmla="*/ 0 w 652"/>
                  <a:gd name="T11" fmla="*/ 0 h 291"/>
                  <a:gd name="T12" fmla="*/ 0 w 652"/>
                  <a:gd name="T13" fmla="*/ 0 h 291"/>
                  <a:gd name="T14" fmla="*/ 0 w 652"/>
                  <a:gd name="T15" fmla="*/ 0 h 291"/>
                  <a:gd name="T16" fmla="*/ 0 w 652"/>
                  <a:gd name="T17" fmla="*/ 0 h 291"/>
                  <a:gd name="T18" fmla="*/ 0 w 652"/>
                  <a:gd name="T19" fmla="*/ 0 h 291"/>
                  <a:gd name="T20" fmla="*/ 0 w 652"/>
                  <a:gd name="T21" fmla="*/ 0 h 291"/>
                  <a:gd name="T22" fmla="*/ 0 w 652"/>
                  <a:gd name="T23" fmla="*/ 0 h 291"/>
                  <a:gd name="T24" fmla="*/ 0 w 652"/>
                  <a:gd name="T25" fmla="*/ 0 h 291"/>
                  <a:gd name="T26" fmla="*/ 0 w 652"/>
                  <a:gd name="T27" fmla="*/ 0 h 291"/>
                  <a:gd name="T28" fmla="*/ 0 w 652"/>
                  <a:gd name="T29" fmla="*/ 0 h 291"/>
                  <a:gd name="T30" fmla="*/ 0 w 652"/>
                  <a:gd name="T31" fmla="*/ 0 h 291"/>
                  <a:gd name="T32" fmla="*/ 0 w 652"/>
                  <a:gd name="T33" fmla="*/ 0 h 2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2"/>
                  <a:gd name="T52" fmla="*/ 0 h 291"/>
                  <a:gd name="T53" fmla="*/ 652 w 652"/>
                  <a:gd name="T54" fmla="*/ 291 h 29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2" h="291">
                    <a:moveTo>
                      <a:pt x="50" y="0"/>
                    </a:moveTo>
                    <a:lnTo>
                      <a:pt x="59" y="44"/>
                    </a:lnTo>
                    <a:lnTo>
                      <a:pt x="59" y="85"/>
                    </a:lnTo>
                    <a:lnTo>
                      <a:pt x="34" y="126"/>
                    </a:lnTo>
                    <a:lnTo>
                      <a:pt x="0" y="152"/>
                    </a:lnTo>
                    <a:lnTo>
                      <a:pt x="136" y="291"/>
                    </a:lnTo>
                    <a:lnTo>
                      <a:pt x="294" y="192"/>
                    </a:lnTo>
                    <a:lnTo>
                      <a:pt x="384" y="291"/>
                    </a:lnTo>
                    <a:lnTo>
                      <a:pt x="452" y="233"/>
                    </a:lnTo>
                    <a:lnTo>
                      <a:pt x="583" y="152"/>
                    </a:lnTo>
                    <a:lnTo>
                      <a:pt x="652" y="69"/>
                    </a:lnTo>
                    <a:lnTo>
                      <a:pt x="553" y="152"/>
                    </a:lnTo>
                    <a:lnTo>
                      <a:pt x="410" y="210"/>
                    </a:lnTo>
                    <a:lnTo>
                      <a:pt x="343" y="159"/>
                    </a:lnTo>
                    <a:lnTo>
                      <a:pt x="184" y="159"/>
                    </a:lnTo>
                    <a:lnTo>
                      <a:pt x="94" y="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6" name="Freeform 203">
                <a:extLst>
                  <a:ext uri="{FF2B5EF4-FFF2-40B4-BE49-F238E27FC236}">
                    <a16:creationId xmlns:a16="http://schemas.microsoft.com/office/drawing/2014/main" id="{C05779D5-D90E-4345-956F-41A4A864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574"/>
                <a:ext cx="53" cy="55"/>
              </a:xfrm>
              <a:custGeom>
                <a:avLst/>
                <a:gdLst>
                  <a:gd name="T0" fmla="*/ 0 w 419"/>
                  <a:gd name="T1" fmla="*/ 0 h 442"/>
                  <a:gd name="T2" fmla="*/ 0 w 419"/>
                  <a:gd name="T3" fmla="*/ 0 h 442"/>
                  <a:gd name="T4" fmla="*/ 0 w 419"/>
                  <a:gd name="T5" fmla="*/ 0 h 442"/>
                  <a:gd name="T6" fmla="*/ 0 w 419"/>
                  <a:gd name="T7" fmla="*/ 0 h 442"/>
                  <a:gd name="T8" fmla="*/ 0 w 419"/>
                  <a:gd name="T9" fmla="*/ 0 h 442"/>
                  <a:gd name="T10" fmla="*/ 0 w 419"/>
                  <a:gd name="T11" fmla="*/ 0 h 442"/>
                  <a:gd name="T12" fmla="*/ 0 w 419"/>
                  <a:gd name="T13" fmla="*/ 0 h 442"/>
                  <a:gd name="T14" fmla="*/ 0 w 419"/>
                  <a:gd name="T15" fmla="*/ 0 h 442"/>
                  <a:gd name="T16" fmla="*/ 0 w 419"/>
                  <a:gd name="T17" fmla="*/ 0 h 442"/>
                  <a:gd name="T18" fmla="*/ 0 w 419"/>
                  <a:gd name="T19" fmla="*/ 0 h 442"/>
                  <a:gd name="T20" fmla="*/ 0 w 419"/>
                  <a:gd name="T21" fmla="*/ 0 h 442"/>
                  <a:gd name="T22" fmla="*/ 0 w 419"/>
                  <a:gd name="T23" fmla="*/ 0 h 442"/>
                  <a:gd name="T24" fmla="*/ 0 w 419"/>
                  <a:gd name="T25" fmla="*/ 0 h 442"/>
                  <a:gd name="T26" fmla="*/ 0 w 419"/>
                  <a:gd name="T27" fmla="*/ 0 h 442"/>
                  <a:gd name="T28" fmla="*/ 0 w 419"/>
                  <a:gd name="T29" fmla="*/ 0 h 442"/>
                  <a:gd name="T30" fmla="*/ 0 w 419"/>
                  <a:gd name="T31" fmla="*/ 0 h 442"/>
                  <a:gd name="T32" fmla="*/ 0 w 419"/>
                  <a:gd name="T33" fmla="*/ 0 h 442"/>
                  <a:gd name="T34" fmla="*/ 0 w 419"/>
                  <a:gd name="T35" fmla="*/ 0 h 442"/>
                  <a:gd name="T36" fmla="*/ 0 w 419"/>
                  <a:gd name="T37" fmla="*/ 0 h 442"/>
                  <a:gd name="T38" fmla="*/ 0 w 419"/>
                  <a:gd name="T39" fmla="*/ 0 h 442"/>
                  <a:gd name="T40" fmla="*/ 0 w 419"/>
                  <a:gd name="T41" fmla="*/ 0 h 442"/>
                  <a:gd name="T42" fmla="*/ 0 w 419"/>
                  <a:gd name="T43" fmla="*/ 0 h 442"/>
                  <a:gd name="T44" fmla="*/ 0 w 419"/>
                  <a:gd name="T45" fmla="*/ 0 h 442"/>
                  <a:gd name="T46" fmla="*/ 0 w 419"/>
                  <a:gd name="T47" fmla="*/ 0 h 442"/>
                  <a:gd name="T48" fmla="*/ 0 w 419"/>
                  <a:gd name="T49" fmla="*/ 0 h 442"/>
                  <a:gd name="T50" fmla="*/ 0 w 419"/>
                  <a:gd name="T51" fmla="*/ 0 h 442"/>
                  <a:gd name="T52" fmla="*/ 0 w 419"/>
                  <a:gd name="T53" fmla="*/ 0 h 442"/>
                  <a:gd name="T54" fmla="*/ 0 w 419"/>
                  <a:gd name="T55" fmla="*/ 0 h 442"/>
                  <a:gd name="T56" fmla="*/ 0 w 419"/>
                  <a:gd name="T57" fmla="*/ 0 h 442"/>
                  <a:gd name="T58" fmla="*/ 0 w 419"/>
                  <a:gd name="T59" fmla="*/ 0 h 442"/>
                  <a:gd name="T60" fmla="*/ 0 w 419"/>
                  <a:gd name="T61" fmla="*/ 0 h 442"/>
                  <a:gd name="T62" fmla="*/ 0 w 419"/>
                  <a:gd name="T63" fmla="*/ 0 h 4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9"/>
                  <a:gd name="T97" fmla="*/ 0 h 442"/>
                  <a:gd name="T98" fmla="*/ 419 w 419"/>
                  <a:gd name="T99" fmla="*/ 442 h 44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9" h="442">
                    <a:moveTo>
                      <a:pt x="36" y="0"/>
                    </a:moveTo>
                    <a:lnTo>
                      <a:pt x="134" y="35"/>
                    </a:lnTo>
                    <a:lnTo>
                      <a:pt x="260" y="13"/>
                    </a:lnTo>
                    <a:lnTo>
                      <a:pt x="382" y="42"/>
                    </a:lnTo>
                    <a:lnTo>
                      <a:pt x="396" y="0"/>
                    </a:lnTo>
                    <a:lnTo>
                      <a:pt x="419" y="92"/>
                    </a:lnTo>
                    <a:lnTo>
                      <a:pt x="419" y="189"/>
                    </a:lnTo>
                    <a:lnTo>
                      <a:pt x="403" y="334"/>
                    </a:lnTo>
                    <a:lnTo>
                      <a:pt x="373" y="442"/>
                    </a:lnTo>
                    <a:lnTo>
                      <a:pt x="396" y="316"/>
                    </a:lnTo>
                    <a:lnTo>
                      <a:pt x="396" y="260"/>
                    </a:lnTo>
                    <a:lnTo>
                      <a:pt x="290" y="327"/>
                    </a:lnTo>
                    <a:lnTo>
                      <a:pt x="269" y="327"/>
                    </a:lnTo>
                    <a:lnTo>
                      <a:pt x="260" y="308"/>
                    </a:lnTo>
                    <a:lnTo>
                      <a:pt x="359" y="202"/>
                    </a:lnTo>
                    <a:lnTo>
                      <a:pt x="352" y="145"/>
                    </a:lnTo>
                    <a:lnTo>
                      <a:pt x="246" y="214"/>
                    </a:lnTo>
                    <a:lnTo>
                      <a:pt x="274" y="165"/>
                    </a:lnTo>
                    <a:lnTo>
                      <a:pt x="260" y="154"/>
                    </a:lnTo>
                    <a:lnTo>
                      <a:pt x="253" y="110"/>
                    </a:lnTo>
                    <a:lnTo>
                      <a:pt x="218" y="110"/>
                    </a:lnTo>
                    <a:lnTo>
                      <a:pt x="154" y="175"/>
                    </a:lnTo>
                    <a:lnTo>
                      <a:pt x="134" y="175"/>
                    </a:lnTo>
                    <a:lnTo>
                      <a:pt x="134" y="141"/>
                    </a:lnTo>
                    <a:lnTo>
                      <a:pt x="163" y="103"/>
                    </a:lnTo>
                    <a:lnTo>
                      <a:pt x="62" y="79"/>
                    </a:lnTo>
                    <a:lnTo>
                      <a:pt x="62" y="117"/>
                    </a:lnTo>
                    <a:lnTo>
                      <a:pt x="90" y="161"/>
                    </a:lnTo>
                    <a:lnTo>
                      <a:pt x="29" y="117"/>
                    </a:lnTo>
                    <a:lnTo>
                      <a:pt x="0" y="55"/>
                    </a:lnTo>
                    <a:lnTo>
                      <a:pt x="7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7" name="Freeform 204">
                <a:extLst>
                  <a:ext uri="{FF2B5EF4-FFF2-40B4-BE49-F238E27FC236}">
                    <a16:creationId xmlns:a16="http://schemas.microsoft.com/office/drawing/2014/main" id="{18081F0D-7B1D-FB4B-BFDC-04AB38A0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598"/>
                <a:ext cx="13" cy="7"/>
              </a:xfrm>
              <a:custGeom>
                <a:avLst/>
                <a:gdLst>
                  <a:gd name="T0" fmla="*/ 0 w 96"/>
                  <a:gd name="T1" fmla="*/ 0 h 60"/>
                  <a:gd name="T2" fmla="*/ 0 w 96"/>
                  <a:gd name="T3" fmla="*/ 0 h 60"/>
                  <a:gd name="T4" fmla="*/ 0 w 96"/>
                  <a:gd name="T5" fmla="*/ 0 h 60"/>
                  <a:gd name="T6" fmla="*/ 0 w 96"/>
                  <a:gd name="T7" fmla="*/ 0 h 60"/>
                  <a:gd name="T8" fmla="*/ 0 w 96"/>
                  <a:gd name="T9" fmla="*/ 0 h 60"/>
                  <a:gd name="T10" fmla="*/ 0 w 96"/>
                  <a:gd name="T11" fmla="*/ 0 h 60"/>
                  <a:gd name="T12" fmla="*/ 0 w 96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60"/>
                  <a:gd name="T23" fmla="*/ 96 w 9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60">
                    <a:moveTo>
                      <a:pt x="13" y="0"/>
                    </a:moveTo>
                    <a:lnTo>
                      <a:pt x="96" y="35"/>
                    </a:lnTo>
                    <a:lnTo>
                      <a:pt x="96" y="57"/>
                    </a:lnTo>
                    <a:lnTo>
                      <a:pt x="72" y="60"/>
                    </a:lnTo>
                    <a:lnTo>
                      <a:pt x="4" y="29"/>
                    </a:lnTo>
                    <a:lnTo>
                      <a:pt x="0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8" name="Freeform 205">
                <a:extLst>
                  <a:ext uri="{FF2B5EF4-FFF2-40B4-BE49-F238E27FC236}">
                    <a16:creationId xmlns:a16="http://schemas.microsoft.com/office/drawing/2014/main" id="{160AA3B0-502B-8343-B52B-CE55FDDB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42"/>
                <a:ext cx="82" cy="60"/>
              </a:xfrm>
              <a:custGeom>
                <a:avLst/>
                <a:gdLst>
                  <a:gd name="T0" fmla="*/ 0 w 655"/>
                  <a:gd name="T1" fmla="*/ 0 h 483"/>
                  <a:gd name="T2" fmla="*/ 0 w 655"/>
                  <a:gd name="T3" fmla="*/ 0 h 483"/>
                  <a:gd name="T4" fmla="*/ 0 w 655"/>
                  <a:gd name="T5" fmla="*/ 0 h 483"/>
                  <a:gd name="T6" fmla="*/ 0 w 655"/>
                  <a:gd name="T7" fmla="*/ 0 h 483"/>
                  <a:gd name="T8" fmla="*/ 0 w 655"/>
                  <a:gd name="T9" fmla="*/ 0 h 483"/>
                  <a:gd name="T10" fmla="*/ 0 w 655"/>
                  <a:gd name="T11" fmla="*/ 0 h 483"/>
                  <a:gd name="T12" fmla="*/ 0 w 655"/>
                  <a:gd name="T13" fmla="*/ 0 h 483"/>
                  <a:gd name="T14" fmla="*/ 0 w 655"/>
                  <a:gd name="T15" fmla="*/ 0 h 483"/>
                  <a:gd name="T16" fmla="*/ 0 w 655"/>
                  <a:gd name="T17" fmla="*/ 0 h 483"/>
                  <a:gd name="T18" fmla="*/ 0 w 655"/>
                  <a:gd name="T19" fmla="*/ 0 h 483"/>
                  <a:gd name="T20" fmla="*/ 0 w 655"/>
                  <a:gd name="T21" fmla="*/ 0 h 483"/>
                  <a:gd name="T22" fmla="*/ 0 w 655"/>
                  <a:gd name="T23" fmla="*/ 0 h 483"/>
                  <a:gd name="T24" fmla="*/ 0 w 655"/>
                  <a:gd name="T25" fmla="*/ 0 h 483"/>
                  <a:gd name="T26" fmla="*/ 0 w 655"/>
                  <a:gd name="T27" fmla="*/ 0 h 483"/>
                  <a:gd name="T28" fmla="*/ 0 w 655"/>
                  <a:gd name="T29" fmla="*/ 0 h 483"/>
                  <a:gd name="T30" fmla="*/ 0 w 655"/>
                  <a:gd name="T31" fmla="*/ 0 h 483"/>
                  <a:gd name="T32" fmla="*/ 0 w 655"/>
                  <a:gd name="T33" fmla="*/ 0 h 483"/>
                  <a:gd name="T34" fmla="*/ 0 w 655"/>
                  <a:gd name="T35" fmla="*/ 0 h 483"/>
                  <a:gd name="T36" fmla="*/ 0 w 655"/>
                  <a:gd name="T37" fmla="*/ 0 h 483"/>
                  <a:gd name="T38" fmla="*/ 0 w 655"/>
                  <a:gd name="T39" fmla="*/ 0 h 483"/>
                  <a:gd name="T40" fmla="*/ 0 w 655"/>
                  <a:gd name="T41" fmla="*/ 0 h 483"/>
                  <a:gd name="T42" fmla="*/ 0 w 655"/>
                  <a:gd name="T43" fmla="*/ 0 h 483"/>
                  <a:gd name="T44" fmla="*/ 0 w 655"/>
                  <a:gd name="T45" fmla="*/ 0 h 483"/>
                  <a:gd name="T46" fmla="*/ 0 w 655"/>
                  <a:gd name="T47" fmla="*/ 0 h 483"/>
                  <a:gd name="T48" fmla="*/ 0 w 655"/>
                  <a:gd name="T49" fmla="*/ 0 h 483"/>
                  <a:gd name="T50" fmla="*/ 0 w 655"/>
                  <a:gd name="T51" fmla="*/ 0 h 483"/>
                  <a:gd name="T52" fmla="*/ 0 w 655"/>
                  <a:gd name="T53" fmla="*/ 0 h 4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5"/>
                  <a:gd name="T82" fmla="*/ 0 h 483"/>
                  <a:gd name="T83" fmla="*/ 655 w 655"/>
                  <a:gd name="T84" fmla="*/ 483 h 48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5" h="483">
                    <a:moveTo>
                      <a:pt x="0" y="132"/>
                    </a:moveTo>
                    <a:lnTo>
                      <a:pt x="41" y="279"/>
                    </a:lnTo>
                    <a:lnTo>
                      <a:pt x="103" y="351"/>
                    </a:lnTo>
                    <a:lnTo>
                      <a:pt x="103" y="473"/>
                    </a:lnTo>
                    <a:lnTo>
                      <a:pt x="161" y="362"/>
                    </a:lnTo>
                    <a:lnTo>
                      <a:pt x="364" y="483"/>
                    </a:lnTo>
                    <a:lnTo>
                      <a:pt x="521" y="376"/>
                    </a:lnTo>
                    <a:lnTo>
                      <a:pt x="352" y="376"/>
                    </a:lnTo>
                    <a:lnTo>
                      <a:pt x="297" y="356"/>
                    </a:lnTo>
                    <a:lnTo>
                      <a:pt x="224" y="356"/>
                    </a:lnTo>
                    <a:lnTo>
                      <a:pt x="217" y="332"/>
                    </a:lnTo>
                    <a:lnTo>
                      <a:pt x="329" y="314"/>
                    </a:lnTo>
                    <a:lnTo>
                      <a:pt x="329" y="259"/>
                    </a:lnTo>
                    <a:lnTo>
                      <a:pt x="391" y="224"/>
                    </a:lnTo>
                    <a:lnTo>
                      <a:pt x="323" y="224"/>
                    </a:lnTo>
                    <a:lnTo>
                      <a:pt x="308" y="208"/>
                    </a:lnTo>
                    <a:lnTo>
                      <a:pt x="426" y="160"/>
                    </a:lnTo>
                    <a:lnTo>
                      <a:pt x="479" y="107"/>
                    </a:lnTo>
                    <a:lnTo>
                      <a:pt x="631" y="169"/>
                    </a:lnTo>
                    <a:lnTo>
                      <a:pt x="655" y="160"/>
                    </a:lnTo>
                    <a:lnTo>
                      <a:pt x="527" y="0"/>
                    </a:lnTo>
                    <a:lnTo>
                      <a:pt x="479" y="0"/>
                    </a:lnTo>
                    <a:lnTo>
                      <a:pt x="290" y="99"/>
                    </a:lnTo>
                    <a:lnTo>
                      <a:pt x="140" y="187"/>
                    </a:lnTo>
                    <a:lnTo>
                      <a:pt x="134" y="238"/>
                    </a:lnTo>
                    <a:lnTo>
                      <a:pt x="90" y="24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69" name="Freeform 206">
                <a:extLst>
                  <a:ext uri="{FF2B5EF4-FFF2-40B4-BE49-F238E27FC236}">
                    <a16:creationId xmlns:a16="http://schemas.microsoft.com/office/drawing/2014/main" id="{D34D8164-CE84-6449-BF17-E0CE6B8D5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70"/>
                <a:ext cx="24" cy="10"/>
              </a:xfrm>
              <a:custGeom>
                <a:avLst/>
                <a:gdLst>
                  <a:gd name="T0" fmla="*/ 0 w 191"/>
                  <a:gd name="T1" fmla="*/ 0 h 81"/>
                  <a:gd name="T2" fmla="*/ 0 w 191"/>
                  <a:gd name="T3" fmla="*/ 0 h 81"/>
                  <a:gd name="T4" fmla="*/ 0 w 191"/>
                  <a:gd name="T5" fmla="*/ 0 h 81"/>
                  <a:gd name="T6" fmla="*/ 0 w 191"/>
                  <a:gd name="T7" fmla="*/ 0 h 81"/>
                  <a:gd name="T8" fmla="*/ 0 w 191"/>
                  <a:gd name="T9" fmla="*/ 0 h 81"/>
                  <a:gd name="T10" fmla="*/ 0 w 191"/>
                  <a:gd name="T11" fmla="*/ 0 h 81"/>
                  <a:gd name="T12" fmla="*/ 0 w 191"/>
                  <a:gd name="T13" fmla="*/ 0 h 81"/>
                  <a:gd name="T14" fmla="*/ 0 w 191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1"/>
                  <a:gd name="T25" fmla="*/ 0 h 81"/>
                  <a:gd name="T26" fmla="*/ 191 w 191"/>
                  <a:gd name="T27" fmla="*/ 81 h 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1" h="81">
                    <a:moveTo>
                      <a:pt x="0" y="0"/>
                    </a:moveTo>
                    <a:lnTo>
                      <a:pt x="34" y="65"/>
                    </a:lnTo>
                    <a:lnTo>
                      <a:pt x="20" y="81"/>
                    </a:lnTo>
                    <a:lnTo>
                      <a:pt x="176" y="72"/>
                    </a:lnTo>
                    <a:lnTo>
                      <a:pt x="191" y="50"/>
                    </a:lnTo>
                    <a:lnTo>
                      <a:pt x="101" y="0"/>
                    </a:lnTo>
                    <a:lnTo>
                      <a:pt x="2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0" name="Freeform 207">
                <a:extLst>
                  <a:ext uri="{FF2B5EF4-FFF2-40B4-BE49-F238E27FC236}">
                    <a16:creationId xmlns:a16="http://schemas.microsoft.com/office/drawing/2014/main" id="{83A83987-DBB3-B948-8E10-C4A20419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49" cy="29"/>
              </a:xfrm>
              <a:custGeom>
                <a:avLst/>
                <a:gdLst>
                  <a:gd name="T0" fmla="*/ 0 w 396"/>
                  <a:gd name="T1" fmla="*/ 0 h 226"/>
                  <a:gd name="T2" fmla="*/ 0 w 396"/>
                  <a:gd name="T3" fmla="*/ 0 h 226"/>
                  <a:gd name="T4" fmla="*/ 0 w 396"/>
                  <a:gd name="T5" fmla="*/ 0 h 226"/>
                  <a:gd name="T6" fmla="*/ 0 w 396"/>
                  <a:gd name="T7" fmla="*/ 0 h 226"/>
                  <a:gd name="T8" fmla="*/ 0 w 396"/>
                  <a:gd name="T9" fmla="*/ 0 h 226"/>
                  <a:gd name="T10" fmla="*/ 0 w 396"/>
                  <a:gd name="T11" fmla="*/ 0 h 226"/>
                  <a:gd name="T12" fmla="*/ 0 w 396"/>
                  <a:gd name="T13" fmla="*/ 0 h 226"/>
                  <a:gd name="T14" fmla="*/ 0 w 396"/>
                  <a:gd name="T15" fmla="*/ 0 h 226"/>
                  <a:gd name="T16" fmla="*/ 0 w 396"/>
                  <a:gd name="T17" fmla="*/ 0 h 226"/>
                  <a:gd name="T18" fmla="*/ 0 w 396"/>
                  <a:gd name="T19" fmla="*/ 0 h 226"/>
                  <a:gd name="T20" fmla="*/ 0 w 396"/>
                  <a:gd name="T21" fmla="*/ 0 h 226"/>
                  <a:gd name="T22" fmla="*/ 0 w 396"/>
                  <a:gd name="T23" fmla="*/ 0 h 226"/>
                  <a:gd name="T24" fmla="*/ 0 w 396"/>
                  <a:gd name="T25" fmla="*/ 0 h 226"/>
                  <a:gd name="T26" fmla="*/ 0 w 396"/>
                  <a:gd name="T27" fmla="*/ 0 h 226"/>
                  <a:gd name="T28" fmla="*/ 0 w 396"/>
                  <a:gd name="T29" fmla="*/ 0 h 226"/>
                  <a:gd name="T30" fmla="*/ 0 w 396"/>
                  <a:gd name="T31" fmla="*/ 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96"/>
                  <a:gd name="T49" fmla="*/ 0 h 226"/>
                  <a:gd name="T50" fmla="*/ 396 w 396"/>
                  <a:gd name="T51" fmla="*/ 226 h 2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96" h="226">
                    <a:moveTo>
                      <a:pt x="0" y="41"/>
                    </a:moveTo>
                    <a:lnTo>
                      <a:pt x="69" y="83"/>
                    </a:lnTo>
                    <a:lnTo>
                      <a:pt x="136" y="83"/>
                    </a:lnTo>
                    <a:lnTo>
                      <a:pt x="228" y="14"/>
                    </a:lnTo>
                    <a:lnTo>
                      <a:pt x="297" y="0"/>
                    </a:lnTo>
                    <a:lnTo>
                      <a:pt x="302" y="14"/>
                    </a:lnTo>
                    <a:lnTo>
                      <a:pt x="339" y="26"/>
                    </a:lnTo>
                    <a:lnTo>
                      <a:pt x="396" y="14"/>
                    </a:lnTo>
                    <a:lnTo>
                      <a:pt x="359" y="63"/>
                    </a:lnTo>
                    <a:lnTo>
                      <a:pt x="219" y="109"/>
                    </a:lnTo>
                    <a:lnTo>
                      <a:pt x="214" y="180"/>
                    </a:lnTo>
                    <a:lnTo>
                      <a:pt x="168" y="226"/>
                    </a:lnTo>
                    <a:lnTo>
                      <a:pt x="99" y="118"/>
                    </a:lnTo>
                    <a:lnTo>
                      <a:pt x="46" y="104"/>
                    </a:lnTo>
                    <a:lnTo>
                      <a:pt x="0" y="63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1" name="Freeform 208">
                <a:extLst>
                  <a:ext uri="{FF2B5EF4-FFF2-40B4-BE49-F238E27FC236}">
                    <a16:creationId xmlns:a16="http://schemas.microsoft.com/office/drawing/2014/main" id="{6590D57D-E64E-1745-8F57-C685B7B6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15"/>
                <a:ext cx="19" cy="7"/>
              </a:xfrm>
              <a:custGeom>
                <a:avLst/>
                <a:gdLst>
                  <a:gd name="T0" fmla="*/ 0 w 155"/>
                  <a:gd name="T1" fmla="*/ 0 h 58"/>
                  <a:gd name="T2" fmla="*/ 0 w 155"/>
                  <a:gd name="T3" fmla="*/ 0 h 58"/>
                  <a:gd name="T4" fmla="*/ 0 w 155"/>
                  <a:gd name="T5" fmla="*/ 0 h 58"/>
                  <a:gd name="T6" fmla="*/ 0 w 155"/>
                  <a:gd name="T7" fmla="*/ 0 h 58"/>
                  <a:gd name="T8" fmla="*/ 0 w 155"/>
                  <a:gd name="T9" fmla="*/ 0 h 58"/>
                  <a:gd name="T10" fmla="*/ 0 w 15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5"/>
                  <a:gd name="T19" fmla="*/ 0 h 58"/>
                  <a:gd name="T20" fmla="*/ 155 w 155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5" h="58">
                    <a:moveTo>
                      <a:pt x="0" y="58"/>
                    </a:moveTo>
                    <a:lnTo>
                      <a:pt x="106" y="32"/>
                    </a:lnTo>
                    <a:lnTo>
                      <a:pt x="155" y="44"/>
                    </a:lnTo>
                    <a:lnTo>
                      <a:pt x="106" y="0"/>
                    </a:lnTo>
                    <a:lnTo>
                      <a:pt x="41" y="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2" name="Freeform 209">
                <a:extLst>
                  <a:ext uri="{FF2B5EF4-FFF2-40B4-BE49-F238E27FC236}">
                    <a16:creationId xmlns:a16="http://schemas.microsoft.com/office/drawing/2014/main" id="{205A11BE-2743-2B4E-A764-4C0B19CD4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4"/>
                <a:ext cx="41" cy="57"/>
              </a:xfrm>
              <a:custGeom>
                <a:avLst/>
                <a:gdLst>
                  <a:gd name="T0" fmla="*/ 0 w 323"/>
                  <a:gd name="T1" fmla="*/ 0 h 453"/>
                  <a:gd name="T2" fmla="*/ 0 w 323"/>
                  <a:gd name="T3" fmla="*/ 0 h 453"/>
                  <a:gd name="T4" fmla="*/ 0 w 323"/>
                  <a:gd name="T5" fmla="*/ 0 h 453"/>
                  <a:gd name="T6" fmla="*/ 0 w 323"/>
                  <a:gd name="T7" fmla="*/ 0 h 453"/>
                  <a:gd name="T8" fmla="*/ 0 w 323"/>
                  <a:gd name="T9" fmla="*/ 0 h 453"/>
                  <a:gd name="T10" fmla="*/ 0 w 323"/>
                  <a:gd name="T11" fmla="*/ 0 h 453"/>
                  <a:gd name="T12" fmla="*/ 0 w 323"/>
                  <a:gd name="T13" fmla="*/ 0 h 453"/>
                  <a:gd name="T14" fmla="*/ 0 w 323"/>
                  <a:gd name="T15" fmla="*/ 0 h 453"/>
                  <a:gd name="T16" fmla="*/ 0 w 323"/>
                  <a:gd name="T17" fmla="*/ 0 h 453"/>
                  <a:gd name="T18" fmla="*/ 0 w 323"/>
                  <a:gd name="T19" fmla="*/ 0 h 453"/>
                  <a:gd name="T20" fmla="*/ 0 w 323"/>
                  <a:gd name="T21" fmla="*/ 0 h 453"/>
                  <a:gd name="T22" fmla="*/ 0 w 323"/>
                  <a:gd name="T23" fmla="*/ 0 h 453"/>
                  <a:gd name="T24" fmla="*/ 0 w 323"/>
                  <a:gd name="T25" fmla="*/ 0 h 4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3"/>
                  <a:gd name="T40" fmla="*/ 0 h 453"/>
                  <a:gd name="T41" fmla="*/ 323 w 323"/>
                  <a:gd name="T42" fmla="*/ 453 h 4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3" h="453">
                    <a:moveTo>
                      <a:pt x="0" y="0"/>
                    </a:moveTo>
                    <a:lnTo>
                      <a:pt x="7" y="54"/>
                    </a:lnTo>
                    <a:lnTo>
                      <a:pt x="84" y="119"/>
                    </a:lnTo>
                    <a:lnTo>
                      <a:pt x="169" y="229"/>
                    </a:lnTo>
                    <a:lnTo>
                      <a:pt x="99" y="275"/>
                    </a:lnTo>
                    <a:lnTo>
                      <a:pt x="209" y="453"/>
                    </a:lnTo>
                    <a:lnTo>
                      <a:pt x="282" y="453"/>
                    </a:lnTo>
                    <a:lnTo>
                      <a:pt x="323" y="299"/>
                    </a:lnTo>
                    <a:lnTo>
                      <a:pt x="308" y="250"/>
                    </a:lnTo>
                    <a:lnTo>
                      <a:pt x="224" y="222"/>
                    </a:lnTo>
                    <a:lnTo>
                      <a:pt x="205" y="119"/>
                    </a:lnTo>
                    <a:lnTo>
                      <a:pt x="104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3" name="Freeform 210">
                <a:extLst>
                  <a:ext uri="{FF2B5EF4-FFF2-40B4-BE49-F238E27FC236}">
                    <a16:creationId xmlns:a16="http://schemas.microsoft.com/office/drawing/2014/main" id="{70AEE90E-B6E1-F140-B03E-49B04E14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03"/>
                <a:ext cx="51" cy="104"/>
              </a:xfrm>
              <a:custGeom>
                <a:avLst/>
                <a:gdLst>
                  <a:gd name="T0" fmla="*/ 0 w 411"/>
                  <a:gd name="T1" fmla="*/ 0 h 827"/>
                  <a:gd name="T2" fmla="*/ 0 w 411"/>
                  <a:gd name="T3" fmla="*/ 0 h 827"/>
                  <a:gd name="T4" fmla="*/ 0 w 411"/>
                  <a:gd name="T5" fmla="*/ 0 h 827"/>
                  <a:gd name="T6" fmla="*/ 0 w 411"/>
                  <a:gd name="T7" fmla="*/ 0 h 827"/>
                  <a:gd name="T8" fmla="*/ 0 w 411"/>
                  <a:gd name="T9" fmla="*/ 0 h 827"/>
                  <a:gd name="T10" fmla="*/ 0 w 411"/>
                  <a:gd name="T11" fmla="*/ 0 h 827"/>
                  <a:gd name="T12" fmla="*/ 0 w 411"/>
                  <a:gd name="T13" fmla="*/ 0 h 827"/>
                  <a:gd name="T14" fmla="*/ 0 w 411"/>
                  <a:gd name="T15" fmla="*/ 0 h 827"/>
                  <a:gd name="T16" fmla="*/ 0 w 411"/>
                  <a:gd name="T17" fmla="*/ 0 h 827"/>
                  <a:gd name="T18" fmla="*/ 0 w 411"/>
                  <a:gd name="T19" fmla="*/ 0 h 827"/>
                  <a:gd name="T20" fmla="*/ 0 w 411"/>
                  <a:gd name="T21" fmla="*/ 0 h 827"/>
                  <a:gd name="T22" fmla="*/ 0 w 411"/>
                  <a:gd name="T23" fmla="*/ 0 h 827"/>
                  <a:gd name="T24" fmla="*/ 0 w 411"/>
                  <a:gd name="T25" fmla="*/ 0 h 827"/>
                  <a:gd name="T26" fmla="*/ 0 w 411"/>
                  <a:gd name="T27" fmla="*/ 0 h 827"/>
                  <a:gd name="T28" fmla="*/ 0 w 411"/>
                  <a:gd name="T29" fmla="*/ 0 h 827"/>
                  <a:gd name="T30" fmla="*/ 0 w 411"/>
                  <a:gd name="T31" fmla="*/ 0 h 827"/>
                  <a:gd name="T32" fmla="*/ 0 w 411"/>
                  <a:gd name="T33" fmla="*/ 0 h 827"/>
                  <a:gd name="T34" fmla="*/ 0 w 411"/>
                  <a:gd name="T35" fmla="*/ 0 h 827"/>
                  <a:gd name="T36" fmla="*/ 0 w 411"/>
                  <a:gd name="T37" fmla="*/ 0 h 827"/>
                  <a:gd name="T38" fmla="*/ 0 w 411"/>
                  <a:gd name="T39" fmla="*/ 0 h 8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11"/>
                  <a:gd name="T61" fmla="*/ 0 h 827"/>
                  <a:gd name="T62" fmla="*/ 411 w 411"/>
                  <a:gd name="T63" fmla="*/ 827 h 8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11" h="827">
                    <a:moveTo>
                      <a:pt x="290" y="272"/>
                    </a:moveTo>
                    <a:lnTo>
                      <a:pt x="197" y="272"/>
                    </a:lnTo>
                    <a:lnTo>
                      <a:pt x="121" y="230"/>
                    </a:lnTo>
                    <a:lnTo>
                      <a:pt x="51" y="167"/>
                    </a:lnTo>
                    <a:lnTo>
                      <a:pt x="0" y="0"/>
                    </a:lnTo>
                    <a:lnTo>
                      <a:pt x="29" y="193"/>
                    </a:lnTo>
                    <a:lnTo>
                      <a:pt x="160" y="378"/>
                    </a:lnTo>
                    <a:lnTo>
                      <a:pt x="282" y="629"/>
                    </a:lnTo>
                    <a:lnTo>
                      <a:pt x="342" y="708"/>
                    </a:lnTo>
                    <a:lnTo>
                      <a:pt x="395" y="827"/>
                    </a:lnTo>
                    <a:lnTo>
                      <a:pt x="354" y="636"/>
                    </a:lnTo>
                    <a:lnTo>
                      <a:pt x="411" y="609"/>
                    </a:lnTo>
                    <a:lnTo>
                      <a:pt x="354" y="565"/>
                    </a:lnTo>
                    <a:lnTo>
                      <a:pt x="354" y="530"/>
                    </a:lnTo>
                    <a:lnTo>
                      <a:pt x="386" y="507"/>
                    </a:lnTo>
                    <a:lnTo>
                      <a:pt x="319" y="523"/>
                    </a:lnTo>
                    <a:lnTo>
                      <a:pt x="282" y="507"/>
                    </a:lnTo>
                    <a:lnTo>
                      <a:pt x="268" y="466"/>
                    </a:lnTo>
                    <a:lnTo>
                      <a:pt x="268" y="356"/>
                    </a:lnTo>
                    <a:lnTo>
                      <a:pt x="290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4" name="Freeform 211">
                <a:extLst>
                  <a:ext uri="{FF2B5EF4-FFF2-40B4-BE49-F238E27FC236}">
                    <a16:creationId xmlns:a16="http://schemas.microsoft.com/office/drawing/2014/main" id="{9944C602-3C39-4B41-BACA-00C132C5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57"/>
                <a:ext cx="47" cy="9"/>
              </a:xfrm>
              <a:custGeom>
                <a:avLst/>
                <a:gdLst>
                  <a:gd name="T0" fmla="*/ 0 w 381"/>
                  <a:gd name="T1" fmla="*/ 0 h 76"/>
                  <a:gd name="T2" fmla="*/ 0 w 381"/>
                  <a:gd name="T3" fmla="*/ 0 h 76"/>
                  <a:gd name="T4" fmla="*/ 0 w 381"/>
                  <a:gd name="T5" fmla="*/ 0 h 76"/>
                  <a:gd name="T6" fmla="*/ 0 w 381"/>
                  <a:gd name="T7" fmla="*/ 0 h 76"/>
                  <a:gd name="T8" fmla="*/ 0 w 381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1"/>
                  <a:gd name="T16" fmla="*/ 0 h 76"/>
                  <a:gd name="T17" fmla="*/ 381 w 381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1" h="76">
                    <a:moveTo>
                      <a:pt x="0" y="76"/>
                    </a:moveTo>
                    <a:lnTo>
                      <a:pt x="175" y="40"/>
                    </a:lnTo>
                    <a:lnTo>
                      <a:pt x="260" y="0"/>
                    </a:lnTo>
                    <a:lnTo>
                      <a:pt x="313" y="0"/>
                    </a:lnTo>
                    <a:lnTo>
                      <a:pt x="381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5" name="Freeform 212">
                <a:extLst>
                  <a:ext uri="{FF2B5EF4-FFF2-40B4-BE49-F238E27FC236}">
                    <a16:creationId xmlns:a16="http://schemas.microsoft.com/office/drawing/2014/main" id="{517AD3D7-1330-934A-BEEF-E7BFCC57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669"/>
                <a:ext cx="39" cy="24"/>
              </a:xfrm>
              <a:custGeom>
                <a:avLst/>
                <a:gdLst>
                  <a:gd name="T0" fmla="*/ 0 w 316"/>
                  <a:gd name="T1" fmla="*/ 0 h 191"/>
                  <a:gd name="T2" fmla="*/ 0 w 316"/>
                  <a:gd name="T3" fmla="*/ 0 h 191"/>
                  <a:gd name="T4" fmla="*/ 0 w 316"/>
                  <a:gd name="T5" fmla="*/ 0 h 191"/>
                  <a:gd name="T6" fmla="*/ 0 w 316"/>
                  <a:gd name="T7" fmla="*/ 0 h 191"/>
                  <a:gd name="T8" fmla="*/ 0 w 316"/>
                  <a:gd name="T9" fmla="*/ 0 h 191"/>
                  <a:gd name="T10" fmla="*/ 0 w 316"/>
                  <a:gd name="T11" fmla="*/ 0 h 191"/>
                  <a:gd name="T12" fmla="*/ 0 w 316"/>
                  <a:gd name="T13" fmla="*/ 0 h 191"/>
                  <a:gd name="T14" fmla="*/ 0 w 316"/>
                  <a:gd name="T15" fmla="*/ 0 h 191"/>
                  <a:gd name="T16" fmla="*/ 0 w 316"/>
                  <a:gd name="T17" fmla="*/ 0 h 191"/>
                  <a:gd name="T18" fmla="*/ 0 w 316"/>
                  <a:gd name="T19" fmla="*/ 0 h 191"/>
                  <a:gd name="T20" fmla="*/ 0 w 316"/>
                  <a:gd name="T21" fmla="*/ 0 h 191"/>
                  <a:gd name="T22" fmla="*/ 0 w 316"/>
                  <a:gd name="T23" fmla="*/ 0 h 191"/>
                  <a:gd name="T24" fmla="*/ 0 w 316"/>
                  <a:gd name="T25" fmla="*/ 0 h 191"/>
                  <a:gd name="T26" fmla="*/ 0 w 316"/>
                  <a:gd name="T27" fmla="*/ 0 h 1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16"/>
                  <a:gd name="T43" fmla="*/ 0 h 191"/>
                  <a:gd name="T44" fmla="*/ 316 w 316"/>
                  <a:gd name="T45" fmla="*/ 191 h 19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16" h="191">
                    <a:moveTo>
                      <a:pt x="0" y="79"/>
                    </a:moveTo>
                    <a:lnTo>
                      <a:pt x="242" y="26"/>
                    </a:lnTo>
                    <a:lnTo>
                      <a:pt x="295" y="0"/>
                    </a:lnTo>
                    <a:lnTo>
                      <a:pt x="303" y="19"/>
                    </a:lnTo>
                    <a:lnTo>
                      <a:pt x="219" y="64"/>
                    </a:lnTo>
                    <a:lnTo>
                      <a:pt x="235" y="112"/>
                    </a:lnTo>
                    <a:lnTo>
                      <a:pt x="316" y="191"/>
                    </a:lnTo>
                    <a:lnTo>
                      <a:pt x="228" y="162"/>
                    </a:lnTo>
                    <a:lnTo>
                      <a:pt x="150" y="162"/>
                    </a:lnTo>
                    <a:lnTo>
                      <a:pt x="72" y="182"/>
                    </a:lnTo>
                    <a:lnTo>
                      <a:pt x="46" y="191"/>
                    </a:lnTo>
                    <a:lnTo>
                      <a:pt x="60" y="156"/>
                    </a:lnTo>
                    <a:lnTo>
                      <a:pt x="24" y="9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6" name="Freeform 213">
                <a:extLst>
                  <a:ext uri="{FF2B5EF4-FFF2-40B4-BE49-F238E27FC236}">
                    <a16:creationId xmlns:a16="http://schemas.microsoft.com/office/drawing/2014/main" id="{F638E506-2BC0-8547-B365-B615643BD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448"/>
                <a:ext cx="214" cy="129"/>
              </a:xfrm>
              <a:custGeom>
                <a:avLst/>
                <a:gdLst>
                  <a:gd name="T0" fmla="*/ 0 w 1704"/>
                  <a:gd name="T1" fmla="*/ 0 h 1028"/>
                  <a:gd name="T2" fmla="*/ 0 w 1704"/>
                  <a:gd name="T3" fmla="*/ 0 h 1028"/>
                  <a:gd name="T4" fmla="*/ 0 w 1704"/>
                  <a:gd name="T5" fmla="*/ 0 h 1028"/>
                  <a:gd name="T6" fmla="*/ 0 w 1704"/>
                  <a:gd name="T7" fmla="*/ 0 h 1028"/>
                  <a:gd name="T8" fmla="*/ 0 w 1704"/>
                  <a:gd name="T9" fmla="*/ 0 h 1028"/>
                  <a:gd name="T10" fmla="*/ 0 w 1704"/>
                  <a:gd name="T11" fmla="*/ 0 h 1028"/>
                  <a:gd name="T12" fmla="*/ 0 w 1704"/>
                  <a:gd name="T13" fmla="*/ 0 h 1028"/>
                  <a:gd name="T14" fmla="*/ 0 w 1704"/>
                  <a:gd name="T15" fmla="*/ 0 h 1028"/>
                  <a:gd name="T16" fmla="*/ 0 w 1704"/>
                  <a:gd name="T17" fmla="*/ 0 h 1028"/>
                  <a:gd name="T18" fmla="*/ 0 w 1704"/>
                  <a:gd name="T19" fmla="*/ 0 h 1028"/>
                  <a:gd name="T20" fmla="*/ 0 w 1704"/>
                  <a:gd name="T21" fmla="*/ 0 h 1028"/>
                  <a:gd name="T22" fmla="*/ 0 w 1704"/>
                  <a:gd name="T23" fmla="*/ 0 h 1028"/>
                  <a:gd name="T24" fmla="*/ 0 w 1704"/>
                  <a:gd name="T25" fmla="*/ 0 h 1028"/>
                  <a:gd name="T26" fmla="*/ 0 w 1704"/>
                  <a:gd name="T27" fmla="*/ 0 h 1028"/>
                  <a:gd name="T28" fmla="*/ 0 w 1704"/>
                  <a:gd name="T29" fmla="*/ 0 h 1028"/>
                  <a:gd name="T30" fmla="*/ 0 w 1704"/>
                  <a:gd name="T31" fmla="*/ 0 h 1028"/>
                  <a:gd name="T32" fmla="*/ 0 w 1704"/>
                  <a:gd name="T33" fmla="*/ 0 h 1028"/>
                  <a:gd name="T34" fmla="*/ 0 w 1704"/>
                  <a:gd name="T35" fmla="*/ 0 h 1028"/>
                  <a:gd name="T36" fmla="*/ 0 w 1704"/>
                  <a:gd name="T37" fmla="*/ 0 h 1028"/>
                  <a:gd name="T38" fmla="*/ 0 w 1704"/>
                  <a:gd name="T39" fmla="*/ 0 h 1028"/>
                  <a:gd name="T40" fmla="*/ 0 w 1704"/>
                  <a:gd name="T41" fmla="*/ 0 h 1028"/>
                  <a:gd name="T42" fmla="*/ 0 w 1704"/>
                  <a:gd name="T43" fmla="*/ 0 h 1028"/>
                  <a:gd name="T44" fmla="*/ 0 w 1704"/>
                  <a:gd name="T45" fmla="*/ 0 h 1028"/>
                  <a:gd name="T46" fmla="*/ 0 w 1704"/>
                  <a:gd name="T47" fmla="*/ 0 h 1028"/>
                  <a:gd name="T48" fmla="*/ 0 w 1704"/>
                  <a:gd name="T49" fmla="*/ 0 h 1028"/>
                  <a:gd name="T50" fmla="*/ 0 w 1704"/>
                  <a:gd name="T51" fmla="*/ 0 h 1028"/>
                  <a:gd name="T52" fmla="*/ 0 w 1704"/>
                  <a:gd name="T53" fmla="*/ 0 h 1028"/>
                  <a:gd name="T54" fmla="*/ 0 w 1704"/>
                  <a:gd name="T55" fmla="*/ 0 h 1028"/>
                  <a:gd name="T56" fmla="*/ 0 w 1704"/>
                  <a:gd name="T57" fmla="*/ 0 h 1028"/>
                  <a:gd name="T58" fmla="*/ 0 w 1704"/>
                  <a:gd name="T59" fmla="*/ 0 h 1028"/>
                  <a:gd name="T60" fmla="*/ 0 w 1704"/>
                  <a:gd name="T61" fmla="*/ 0 h 1028"/>
                  <a:gd name="T62" fmla="*/ 0 w 1704"/>
                  <a:gd name="T63" fmla="*/ 0 h 1028"/>
                  <a:gd name="T64" fmla="*/ 0 w 1704"/>
                  <a:gd name="T65" fmla="*/ 0 h 1028"/>
                  <a:gd name="T66" fmla="*/ 0 w 1704"/>
                  <a:gd name="T67" fmla="*/ 0 h 1028"/>
                  <a:gd name="T68" fmla="*/ 0 w 1704"/>
                  <a:gd name="T69" fmla="*/ 0 h 1028"/>
                  <a:gd name="T70" fmla="*/ 0 w 1704"/>
                  <a:gd name="T71" fmla="*/ 0 h 1028"/>
                  <a:gd name="T72" fmla="*/ 0 w 1704"/>
                  <a:gd name="T73" fmla="*/ 0 h 1028"/>
                  <a:gd name="T74" fmla="*/ 0 w 1704"/>
                  <a:gd name="T75" fmla="*/ 0 h 1028"/>
                  <a:gd name="T76" fmla="*/ 0 w 1704"/>
                  <a:gd name="T77" fmla="*/ 0 h 1028"/>
                  <a:gd name="T78" fmla="*/ 0 w 1704"/>
                  <a:gd name="T79" fmla="*/ 0 h 1028"/>
                  <a:gd name="T80" fmla="*/ 0 w 1704"/>
                  <a:gd name="T81" fmla="*/ 0 h 1028"/>
                  <a:gd name="T82" fmla="*/ 0 w 1704"/>
                  <a:gd name="T83" fmla="*/ 0 h 1028"/>
                  <a:gd name="T84" fmla="*/ 0 w 1704"/>
                  <a:gd name="T85" fmla="*/ 0 h 1028"/>
                  <a:gd name="T86" fmla="*/ 0 w 1704"/>
                  <a:gd name="T87" fmla="*/ 0 h 1028"/>
                  <a:gd name="T88" fmla="*/ 0 w 1704"/>
                  <a:gd name="T89" fmla="*/ 0 h 1028"/>
                  <a:gd name="T90" fmla="*/ 0 w 1704"/>
                  <a:gd name="T91" fmla="*/ 0 h 1028"/>
                  <a:gd name="T92" fmla="*/ 0 w 1704"/>
                  <a:gd name="T93" fmla="*/ 0 h 1028"/>
                  <a:gd name="T94" fmla="*/ 0 w 1704"/>
                  <a:gd name="T95" fmla="*/ 0 h 1028"/>
                  <a:gd name="T96" fmla="*/ 0 w 1704"/>
                  <a:gd name="T97" fmla="*/ 0 h 1028"/>
                  <a:gd name="T98" fmla="*/ 0 w 1704"/>
                  <a:gd name="T99" fmla="*/ 0 h 1028"/>
                  <a:gd name="T100" fmla="*/ 0 w 1704"/>
                  <a:gd name="T101" fmla="*/ 0 h 1028"/>
                  <a:gd name="T102" fmla="*/ 0 w 1704"/>
                  <a:gd name="T103" fmla="*/ 0 h 1028"/>
                  <a:gd name="T104" fmla="*/ 0 w 1704"/>
                  <a:gd name="T105" fmla="*/ 0 h 1028"/>
                  <a:gd name="T106" fmla="*/ 0 w 1704"/>
                  <a:gd name="T107" fmla="*/ 0 h 102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04"/>
                  <a:gd name="T163" fmla="*/ 0 h 1028"/>
                  <a:gd name="T164" fmla="*/ 1704 w 1704"/>
                  <a:gd name="T165" fmla="*/ 1028 h 102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04" h="1028">
                    <a:moveTo>
                      <a:pt x="159" y="340"/>
                    </a:moveTo>
                    <a:lnTo>
                      <a:pt x="122" y="404"/>
                    </a:lnTo>
                    <a:lnTo>
                      <a:pt x="0" y="551"/>
                    </a:lnTo>
                    <a:lnTo>
                      <a:pt x="0" y="609"/>
                    </a:lnTo>
                    <a:lnTo>
                      <a:pt x="76" y="749"/>
                    </a:lnTo>
                    <a:lnTo>
                      <a:pt x="48" y="874"/>
                    </a:lnTo>
                    <a:lnTo>
                      <a:pt x="111" y="978"/>
                    </a:lnTo>
                    <a:lnTo>
                      <a:pt x="245" y="987"/>
                    </a:lnTo>
                    <a:lnTo>
                      <a:pt x="286" y="1028"/>
                    </a:lnTo>
                    <a:lnTo>
                      <a:pt x="252" y="692"/>
                    </a:lnTo>
                    <a:lnTo>
                      <a:pt x="252" y="588"/>
                    </a:lnTo>
                    <a:lnTo>
                      <a:pt x="265" y="507"/>
                    </a:lnTo>
                    <a:lnTo>
                      <a:pt x="286" y="457"/>
                    </a:lnTo>
                    <a:lnTo>
                      <a:pt x="408" y="507"/>
                    </a:lnTo>
                    <a:lnTo>
                      <a:pt x="555" y="529"/>
                    </a:lnTo>
                    <a:lnTo>
                      <a:pt x="738" y="529"/>
                    </a:lnTo>
                    <a:lnTo>
                      <a:pt x="966" y="507"/>
                    </a:lnTo>
                    <a:lnTo>
                      <a:pt x="851" y="503"/>
                    </a:lnTo>
                    <a:lnTo>
                      <a:pt x="708" y="434"/>
                    </a:lnTo>
                    <a:lnTo>
                      <a:pt x="865" y="441"/>
                    </a:lnTo>
                    <a:lnTo>
                      <a:pt x="992" y="434"/>
                    </a:lnTo>
                    <a:lnTo>
                      <a:pt x="1162" y="397"/>
                    </a:lnTo>
                    <a:lnTo>
                      <a:pt x="1280" y="349"/>
                    </a:lnTo>
                    <a:lnTo>
                      <a:pt x="1441" y="334"/>
                    </a:lnTo>
                    <a:lnTo>
                      <a:pt x="1513" y="362"/>
                    </a:lnTo>
                    <a:lnTo>
                      <a:pt x="1586" y="397"/>
                    </a:lnTo>
                    <a:lnTo>
                      <a:pt x="1644" y="397"/>
                    </a:lnTo>
                    <a:lnTo>
                      <a:pt x="1704" y="362"/>
                    </a:lnTo>
                    <a:lnTo>
                      <a:pt x="1634" y="272"/>
                    </a:lnTo>
                    <a:lnTo>
                      <a:pt x="1526" y="286"/>
                    </a:lnTo>
                    <a:lnTo>
                      <a:pt x="1441" y="259"/>
                    </a:lnTo>
                    <a:lnTo>
                      <a:pt x="1358" y="250"/>
                    </a:lnTo>
                    <a:lnTo>
                      <a:pt x="1280" y="279"/>
                    </a:lnTo>
                    <a:lnTo>
                      <a:pt x="1139" y="340"/>
                    </a:lnTo>
                    <a:lnTo>
                      <a:pt x="1014" y="371"/>
                    </a:lnTo>
                    <a:lnTo>
                      <a:pt x="878" y="378"/>
                    </a:lnTo>
                    <a:lnTo>
                      <a:pt x="766" y="384"/>
                    </a:lnTo>
                    <a:lnTo>
                      <a:pt x="590" y="362"/>
                    </a:lnTo>
                    <a:lnTo>
                      <a:pt x="696" y="334"/>
                    </a:lnTo>
                    <a:lnTo>
                      <a:pt x="570" y="318"/>
                    </a:lnTo>
                    <a:lnTo>
                      <a:pt x="443" y="291"/>
                    </a:lnTo>
                    <a:lnTo>
                      <a:pt x="379" y="265"/>
                    </a:lnTo>
                    <a:lnTo>
                      <a:pt x="482" y="226"/>
                    </a:lnTo>
                    <a:lnTo>
                      <a:pt x="300" y="201"/>
                    </a:lnTo>
                    <a:lnTo>
                      <a:pt x="265" y="173"/>
                    </a:lnTo>
                    <a:lnTo>
                      <a:pt x="258" y="145"/>
                    </a:lnTo>
                    <a:lnTo>
                      <a:pt x="265" y="102"/>
                    </a:lnTo>
                    <a:lnTo>
                      <a:pt x="295" y="54"/>
                    </a:lnTo>
                    <a:lnTo>
                      <a:pt x="373" y="0"/>
                    </a:lnTo>
                    <a:lnTo>
                      <a:pt x="217" y="67"/>
                    </a:lnTo>
                    <a:lnTo>
                      <a:pt x="60" y="164"/>
                    </a:lnTo>
                    <a:lnTo>
                      <a:pt x="69" y="189"/>
                    </a:lnTo>
                    <a:lnTo>
                      <a:pt x="118" y="286"/>
                    </a:lnTo>
                    <a:lnTo>
                      <a:pt x="159" y="3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7" name="Freeform 214">
                <a:extLst>
                  <a:ext uri="{FF2B5EF4-FFF2-40B4-BE49-F238E27FC236}">
                    <a16:creationId xmlns:a16="http://schemas.microsoft.com/office/drawing/2014/main" id="{6D9C5DFF-76DB-614C-89AD-794AED87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420"/>
                <a:ext cx="207" cy="329"/>
              </a:xfrm>
              <a:custGeom>
                <a:avLst/>
                <a:gdLst>
                  <a:gd name="T0" fmla="*/ 0 w 1658"/>
                  <a:gd name="T1" fmla="*/ 0 h 2635"/>
                  <a:gd name="T2" fmla="*/ 0 w 1658"/>
                  <a:gd name="T3" fmla="*/ 0 h 2635"/>
                  <a:gd name="T4" fmla="*/ 0 w 1658"/>
                  <a:gd name="T5" fmla="*/ 0 h 2635"/>
                  <a:gd name="T6" fmla="*/ 0 w 1658"/>
                  <a:gd name="T7" fmla="*/ 0 h 2635"/>
                  <a:gd name="T8" fmla="*/ 0 w 1658"/>
                  <a:gd name="T9" fmla="*/ 0 h 2635"/>
                  <a:gd name="T10" fmla="*/ 0 w 1658"/>
                  <a:gd name="T11" fmla="*/ 0 h 2635"/>
                  <a:gd name="T12" fmla="*/ 0 w 1658"/>
                  <a:gd name="T13" fmla="*/ 0 h 2635"/>
                  <a:gd name="T14" fmla="*/ 0 w 1658"/>
                  <a:gd name="T15" fmla="*/ 0 h 2635"/>
                  <a:gd name="T16" fmla="*/ 0 w 1658"/>
                  <a:gd name="T17" fmla="*/ 0 h 2635"/>
                  <a:gd name="T18" fmla="*/ 0 w 1658"/>
                  <a:gd name="T19" fmla="*/ 0 h 2635"/>
                  <a:gd name="T20" fmla="*/ 0 w 1658"/>
                  <a:gd name="T21" fmla="*/ 0 h 2635"/>
                  <a:gd name="T22" fmla="*/ 0 w 1658"/>
                  <a:gd name="T23" fmla="*/ 0 h 2635"/>
                  <a:gd name="T24" fmla="*/ 0 w 1658"/>
                  <a:gd name="T25" fmla="*/ 0 h 2635"/>
                  <a:gd name="T26" fmla="*/ 0 w 1658"/>
                  <a:gd name="T27" fmla="*/ 0 h 2635"/>
                  <a:gd name="T28" fmla="*/ 0 w 1658"/>
                  <a:gd name="T29" fmla="*/ 0 h 2635"/>
                  <a:gd name="T30" fmla="*/ 0 w 1658"/>
                  <a:gd name="T31" fmla="*/ 0 h 2635"/>
                  <a:gd name="T32" fmla="*/ 0 w 1658"/>
                  <a:gd name="T33" fmla="*/ 0 h 2635"/>
                  <a:gd name="T34" fmla="*/ 0 w 1658"/>
                  <a:gd name="T35" fmla="*/ 0 h 2635"/>
                  <a:gd name="T36" fmla="*/ 0 w 1658"/>
                  <a:gd name="T37" fmla="*/ 0 h 2635"/>
                  <a:gd name="T38" fmla="*/ 0 w 1658"/>
                  <a:gd name="T39" fmla="*/ 0 h 2635"/>
                  <a:gd name="T40" fmla="*/ 0 w 1658"/>
                  <a:gd name="T41" fmla="*/ 0 h 2635"/>
                  <a:gd name="T42" fmla="*/ 0 w 1658"/>
                  <a:gd name="T43" fmla="*/ 0 h 2635"/>
                  <a:gd name="T44" fmla="*/ 0 w 1658"/>
                  <a:gd name="T45" fmla="*/ 0 h 2635"/>
                  <a:gd name="T46" fmla="*/ 0 w 1658"/>
                  <a:gd name="T47" fmla="*/ 0 h 2635"/>
                  <a:gd name="T48" fmla="*/ 0 w 1658"/>
                  <a:gd name="T49" fmla="*/ 0 h 2635"/>
                  <a:gd name="T50" fmla="*/ 0 w 1658"/>
                  <a:gd name="T51" fmla="*/ 0 h 2635"/>
                  <a:gd name="T52" fmla="*/ 0 w 1658"/>
                  <a:gd name="T53" fmla="*/ 0 h 2635"/>
                  <a:gd name="T54" fmla="*/ 0 w 1658"/>
                  <a:gd name="T55" fmla="*/ 0 h 2635"/>
                  <a:gd name="T56" fmla="*/ 0 w 1658"/>
                  <a:gd name="T57" fmla="*/ 0 h 2635"/>
                  <a:gd name="T58" fmla="*/ 0 w 1658"/>
                  <a:gd name="T59" fmla="*/ 0 h 2635"/>
                  <a:gd name="T60" fmla="*/ 0 w 1658"/>
                  <a:gd name="T61" fmla="*/ 0 h 2635"/>
                  <a:gd name="T62" fmla="*/ 0 w 1658"/>
                  <a:gd name="T63" fmla="*/ 0 h 2635"/>
                  <a:gd name="T64" fmla="*/ 0 w 1658"/>
                  <a:gd name="T65" fmla="*/ 0 h 2635"/>
                  <a:gd name="T66" fmla="*/ 0 w 1658"/>
                  <a:gd name="T67" fmla="*/ 0 h 2635"/>
                  <a:gd name="T68" fmla="*/ 0 w 1658"/>
                  <a:gd name="T69" fmla="*/ 0 h 2635"/>
                  <a:gd name="T70" fmla="*/ 0 w 1658"/>
                  <a:gd name="T71" fmla="*/ 0 h 2635"/>
                  <a:gd name="T72" fmla="*/ 0 w 1658"/>
                  <a:gd name="T73" fmla="*/ 0 h 2635"/>
                  <a:gd name="T74" fmla="*/ 0 w 1658"/>
                  <a:gd name="T75" fmla="*/ 0 h 2635"/>
                  <a:gd name="T76" fmla="*/ 0 w 1658"/>
                  <a:gd name="T77" fmla="*/ 0 h 2635"/>
                  <a:gd name="T78" fmla="*/ 0 w 1658"/>
                  <a:gd name="T79" fmla="*/ 0 h 2635"/>
                  <a:gd name="T80" fmla="*/ 0 w 1658"/>
                  <a:gd name="T81" fmla="*/ 0 h 2635"/>
                  <a:gd name="T82" fmla="*/ 0 w 1658"/>
                  <a:gd name="T83" fmla="*/ 0 h 2635"/>
                  <a:gd name="T84" fmla="*/ 0 w 1658"/>
                  <a:gd name="T85" fmla="*/ 0 h 2635"/>
                  <a:gd name="T86" fmla="*/ 0 w 1658"/>
                  <a:gd name="T87" fmla="*/ 0 h 2635"/>
                  <a:gd name="T88" fmla="*/ 0 w 1658"/>
                  <a:gd name="T89" fmla="*/ 0 h 2635"/>
                  <a:gd name="T90" fmla="*/ 0 w 1658"/>
                  <a:gd name="T91" fmla="*/ 0 h 2635"/>
                  <a:gd name="T92" fmla="*/ 0 w 1658"/>
                  <a:gd name="T93" fmla="*/ 0 h 2635"/>
                  <a:gd name="T94" fmla="*/ 0 w 1658"/>
                  <a:gd name="T95" fmla="*/ 0 h 2635"/>
                  <a:gd name="T96" fmla="*/ 0 w 1658"/>
                  <a:gd name="T97" fmla="*/ 0 h 2635"/>
                  <a:gd name="T98" fmla="*/ 0 w 1658"/>
                  <a:gd name="T99" fmla="*/ 0 h 2635"/>
                  <a:gd name="T100" fmla="*/ 0 w 1658"/>
                  <a:gd name="T101" fmla="*/ 0 h 2635"/>
                  <a:gd name="T102" fmla="*/ 0 w 1658"/>
                  <a:gd name="T103" fmla="*/ 0 h 2635"/>
                  <a:gd name="T104" fmla="*/ 0 w 1658"/>
                  <a:gd name="T105" fmla="*/ 0 h 2635"/>
                  <a:gd name="T106" fmla="*/ 0 w 1658"/>
                  <a:gd name="T107" fmla="*/ 0 h 2635"/>
                  <a:gd name="T108" fmla="*/ 0 w 1658"/>
                  <a:gd name="T109" fmla="*/ 0 h 2635"/>
                  <a:gd name="T110" fmla="*/ 0 w 1658"/>
                  <a:gd name="T111" fmla="*/ 0 h 2635"/>
                  <a:gd name="T112" fmla="*/ 0 w 1658"/>
                  <a:gd name="T113" fmla="*/ 0 h 2635"/>
                  <a:gd name="T114" fmla="*/ 0 w 1658"/>
                  <a:gd name="T115" fmla="*/ 0 h 2635"/>
                  <a:gd name="T116" fmla="*/ 0 w 1658"/>
                  <a:gd name="T117" fmla="*/ 0 h 2635"/>
                  <a:gd name="T118" fmla="*/ 0 w 1658"/>
                  <a:gd name="T119" fmla="*/ 0 h 2635"/>
                  <a:gd name="T120" fmla="*/ 0 w 1658"/>
                  <a:gd name="T121" fmla="*/ 0 h 263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8"/>
                  <a:gd name="T184" fmla="*/ 0 h 2635"/>
                  <a:gd name="T185" fmla="*/ 1658 w 1658"/>
                  <a:gd name="T186" fmla="*/ 2635 h 263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8" h="2635">
                    <a:moveTo>
                      <a:pt x="7" y="196"/>
                    </a:moveTo>
                    <a:lnTo>
                      <a:pt x="0" y="216"/>
                    </a:lnTo>
                    <a:lnTo>
                      <a:pt x="14" y="231"/>
                    </a:lnTo>
                    <a:lnTo>
                      <a:pt x="58" y="251"/>
                    </a:lnTo>
                    <a:lnTo>
                      <a:pt x="106" y="260"/>
                    </a:lnTo>
                    <a:lnTo>
                      <a:pt x="185" y="260"/>
                    </a:lnTo>
                    <a:lnTo>
                      <a:pt x="291" y="244"/>
                    </a:lnTo>
                    <a:lnTo>
                      <a:pt x="208" y="279"/>
                    </a:lnTo>
                    <a:lnTo>
                      <a:pt x="114" y="292"/>
                    </a:lnTo>
                    <a:lnTo>
                      <a:pt x="35" y="292"/>
                    </a:lnTo>
                    <a:lnTo>
                      <a:pt x="35" y="315"/>
                    </a:lnTo>
                    <a:lnTo>
                      <a:pt x="58" y="341"/>
                    </a:lnTo>
                    <a:lnTo>
                      <a:pt x="114" y="366"/>
                    </a:lnTo>
                    <a:lnTo>
                      <a:pt x="185" y="354"/>
                    </a:lnTo>
                    <a:lnTo>
                      <a:pt x="231" y="385"/>
                    </a:lnTo>
                    <a:lnTo>
                      <a:pt x="226" y="398"/>
                    </a:lnTo>
                    <a:lnTo>
                      <a:pt x="185" y="420"/>
                    </a:lnTo>
                    <a:lnTo>
                      <a:pt x="141" y="426"/>
                    </a:lnTo>
                    <a:lnTo>
                      <a:pt x="220" y="435"/>
                    </a:lnTo>
                    <a:lnTo>
                      <a:pt x="354" y="435"/>
                    </a:lnTo>
                    <a:lnTo>
                      <a:pt x="510" y="414"/>
                    </a:lnTo>
                    <a:lnTo>
                      <a:pt x="611" y="385"/>
                    </a:lnTo>
                    <a:lnTo>
                      <a:pt x="487" y="426"/>
                    </a:lnTo>
                    <a:lnTo>
                      <a:pt x="345" y="456"/>
                    </a:lnTo>
                    <a:lnTo>
                      <a:pt x="244" y="475"/>
                    </a:lnTo>
                    <a:lnTo>
                      <a:pt x="305" y="504"/>
                    </a:lnTo>
                    <a:lnTo>
                      <a:pt x="437" y="523"/>
                    </a:lnTo>
                    <a:lnTo>
                      <a:pt x="543" y="532"/>
                    </a:lnTo>
                    <a:lnTo>
                      <a:pt x="662" y="532"/>
                    </a:lnTo>
                    <a:lnTo>
                      <a:pt x="741" y="511"/>
                    </a:lnTo>
                    <a:lnTo>
                      <a:pt x="625" y="475"/>
                    </a:lnTo>
                    <a:lnTo>
                      <a:pt x="824" y="398"/>
                    </a:lnTo>
                    <a:lnTo>
                      <a:pt x="763" y="370"/>
                    </a:lnTo>
                    <a:lnTo>
                      <a:pt x="875" y="378"/>
                    </a:lnTo>
                    <a:lnTo>
                      <a:pt x="945" y="414"/>
                    </a:lnTo>
                    <a:lnTo>
                      <a:pt x="1029" y="470"/>
                    </a:lnTo>
                    <a:lnTo>
                      <a:pt x="1095" y="511"/>
                    </a:lnTo>
                    <a:lnTo>
                      <a:pt x="1142" y="622"/>
                    </a:lnTo>
                    <a:lnTo>
                      <a:pt x="1204" y="622"/>
                    </a:lnTo>
                    <a:lnTo>
                      <a:pt x="1257" y="609"/>
                    </a:lnTo>
                    <a:lnTo>
                      <a:pt x="1296" y="580"/>
                    </a:lnTo>
                    <a:lnTo>
                      <a:pt x="1331" y="537"/>
                    </a:lnTo>
                    <a:lnTo>
                      <a:pt x="1354" y="511"/>
                    </a:lnTo>
                    <a:lnTo>
                      <a:pt x="1361" y="559"/>
                    </a:lnTo>
                    <a:lnTo>
                      <a:pt x="1347" y="609"/>
                    </a:lnTo>
                    <a:lnTo>
                      <a:pt x="1310" y="651"/>
                    </a:lnTo>
                    <a:lnTo>
                      <a:pt x="1382" y="651"/>
                    </a:lnTo>
                    <a:lnTo>
                      <a:pt x="1446" y="638"/>
                    </a:lnTo>
                    <a:lnTo>
                      <a:pt x="1485" y="651"/>
                    </a:lnTo>
                    <a:lnTo>
                      <a:pt x="1508" y="684"/>
                    </a:lnTo>
                    <a:lnTo>
                      <a:pt x="1523" y="765"/>
                    </a:lnTo>
                    <a:lnTo>
                      <a:pt x="1517" y="936"/>
                    </a:lnTo>
                    <a:lnTo>
                      <a:pt x="1543" y="996"/>
                    </a:lnTo>
                    <a:lnTo>
                      <a:pt x="1580" y="1030"/>
                    </a:lnTo>
                    <a:lnTo>
                      <a:pt x="1591" y="1073"/>
                    </a:lnTo>
                    <a:lnTo>
                      <a:pt x="1559" y="1073"/>
                    </a:lnTo>
                    <a:lnTo>
                      <a:pt x="1469" y="1014"/>
                    </a:lnTo>
                    <a:lnTo>
                      <a:pt x="1354" y="1009"/>
                    </a:lnTo>
                    <a:lnTo>
                      <a:pt x="1287" y="1095"/>
                    </a:lnTo>
                    <a:lnTo>
                      <a:pt x="1268" y="1226"/>
                    </a:lnTo>
                    <a:lnTo>
                      <a:pt x="1340" y="1284"/>
                    </a:lnTo>
                    <a:lnTo>
                      <a:pt x="1319" y="1457"/>
                    </a:lnTo>
                    <a:lnTo>
                      <a:pt x="1361" y="1374"/>
                    </a:lnTo>
                    <a:lnTo>
                      <a:pt x="1460" y="1330"/>
                    </a:lnTo>
                    <a:lnTo>
                      <a:pt x="1422" y="1240"/>
                    </a:lnTo>
                    <a:lnTo>
                      <a:pt x="1340" y="1219"/>
                    </a:lnTo>
                    <a:lnTo>
                      <a:pt x="1409" y="1143"/>
                    </a:lnTo>
                    <a:lnTo>
                      <a:pt x="1508" y="1212"/>
                    </a:lnTo>
                    <a:lnTo>
                      <a:pt x="1479" y="1106"/>
                    </a:lnTo>
                    <a:lnTo>
                      <a:pt x="1517" y="1095"/>
                    </a:lnTo>
                    <a:lnTo>
                      <a:pt x="1422" y="1099"/>
                    </a:lnTo>
                    <a:lnTo>
                      <a:pt x="1303" y="1189"/>
                    </a:lnTo>
                    <a:lnTo>
                      <a:pt x="1319" y="1099"/>
                    </a:lnTo>
                    <a:lnTo>
                      <a:pt x="1367" y="1035"/>
                    </a:lnTo>
                    <a:lnTo>
                      <a:pt x="1460" y="1035"/>
                    </a:lnTo>
                    <a:lnTo>
                      <a:pt x="1559" y="1095"/>
                    </a:lnTo>
                    <a:lnTo>
                      <a:pt x="1564" y="1198"/>
                    </a:lnTo>
                    <a:lnTo>
                      <a:pt x="1543" y="1316"/>
                    </a:lnTo>
                    <a:lnTo>
                      <a:pt x="1469" y="1435"/>
                    </a:lnTo>
                    <a:lnTo>
                      <a:pt x="1446" y="1519"/>
                    </a:lnTo>
                    <a:lnTo>
                      <a:pt x="1361" y="1560"/>
                    </a:lnTo>
                    <a:lnTo>
                      <a:pt x="1296" y="1493"/>
                    </a:lnTo>
                    <a:lnTo>
                      <a:pt x="1220" y="1968"/>
                    </a:lnTo>
                    <a:lnTo>
                      <a:pt x="1163" y="2261"/>
                    </a:lnTo>
                    <a:lnTo>
                      <a:pt x="939" y="2501"/>
                    </a:lnTo>
                    <a:lnTo>
                      <a:pt x="851" y="2635"/>
                    </a:lnTo>
                    <a:lnTo>
                      <a:pt x="958" y="2492"/>
                    </a:lnTo>
                    <a:lnTo>
                      <a:pt x="1257" y="2174"/>
                    </a:lnTo>
                    <a:lnTo>
                      <a:pt x="1446" y="1827"/>
                    </a:lnTo>
                    <a:lnTo>
                      <a:pt x="1430" y="1807"/>
                    </a:lnTo>
                    <a:lnTo>
                      <a:pt x="1382" y="1811"/>
                    </a:lnTo>
                    <a:lnTo>
                      <a:pt x="1384" y="1730"/>
                    </a:lnTo>
                    <a:lnTo>
                      <a:pt x="1494" y="1701"/>
                    </a:lnTo>
                    <a:lnTo>
                      <a:pt x="1494" y="1624"/>
                    </a:lnTo>
                    <a:lnTo>
                      <a:pt x="1591" y="1592"/>
                    </a:lnTo>
                    <a:lnTo>
                      <a:pt x="1619" y="1457"/>
                    </a:lnTo>
                    <a:lnTo>
                      <a:pt x="1658" y="1394"/>
                    </a:lnTo>
                    <a:lnTo>
                      <a:pt x="1580" y="1350"/>
                    </a:lnTo>
                    <a:lnTo>
                      <a:pt x="1573" y="1306"/>
                    </a:lnTo>
                    <a:lnTo>
                      <a:pt x="1591" y="1240"/>
                    </a:lnTo>
                    <a:lnTo>
                      <a:pt x="1591" y="1154"/>
                    </a:lnTo>
                    <a:lnTo>
                      <a:pt x="1580" y="1122"/>
                    </a:lnTo>
                    <a:lnTo>
                      <a:pt x="1642" y="1143"/>
                    </a:lnTo>
                    <a:lnTo>
                      <a:pt x="1619" y="1057"/>
                    </a:lnTo>
                    <a:lnTo>
                      <a:pt x="1564" y="967"/>
                    </a:lnTo>
                    <a:lnTo>
                      <a:pt x="1550" y="897"/>
                    </a:lnTo>
                    <a:lnTo>
                      <a:pt x="1550" y="813"/>
                    </a:lnTo>
                    <a:lnTo>
                      <a:pt x="1543" y="741"/>
                    </a:lnTo>
                    <a:lnTo>
                      <a:pt x="1550" y="700"/>
                    </a:lnTo>
                    <a:lnTo>
                      <a:pt x="1501" y="580"/>
                    </a:lnTo>
                    <a:lnTo>
                      <a:pt x="1418" y="462"/>
                    </a:lnTo>
                    <a:lnTo>
                      <a:pt x="1326" y="389"/>
                    </a:lnTo>
                    <a:lnTo>
                      <a:pt x="1257" y="341"/>
                    </a:lnTo>
                    <a:lnTo>
                      <a:pt x="1227" y="225"/>
                    </a:lnTo>
                    <a:lnTo>
                      <a:pt x="1137" y="147"/>
                    </a:lnTo>
                    <a:lnTo>
                      <a:pt x="1044" y="119"/>
                    </a:lnTo>
                    <a:lnTo>
                      <a:pt x="909" y="40"/>
                    </a:lnTo>
                    <a:lnTo>
                      <a:pt x="747" y="0"/>
                    </a:lnTo>
                    <a:lnTo>
                      <a:pt x="584" y="4"/>
                    </a:lnTo>
                    <a:lnTo>
                      <a:pt x="427" y="36"/>
                    </a:lnTo>
                    <a:lnTo>
                      <a:pt x="298" y="97"/>
                    </a:lnTo>
                    <a:lnTo>
                      <a:pt x="127" y="161"/>
                    </a:lnTo>
                    <a:lnTo>
                      <a:pt x="7" y="1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8" name="Freeform 215">
                <a:extLst>
                  <a:ext uri="{FF2B5EF4-FFF2-40B4-BE49-F238E27FC236}">
                    <a16:creationId xmlns:a16="http://schemas.microsoft.com/office/drawing/2014/main" id="{7AD24D6A-C8E1-7F4E-BD01-B39BB938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487"/>
                <a:ext cx="56" cy="44"/>
              </a:xfrm>
              <a:custGeom>
                <a:avLst/>
                <a:gdLst>
                  <a:gd name="T0" fmla="*/ 0 w 445"/>
                  <a:gd name="T1" fmla="*/ 0 h 358"/>
                  <a:gd name="T2" fmla="*/ 0 w 445"/>
                  <a:gd name="T3" fmla="*/ 0 h 358"/>
                  <a:gd name="T4" fmla="*/ 0 w 445"/>
                  <a:gd name="T5" fmla="*/ 0 h 358"/>
                  <a:gd name="T6" fmla="*/ 0 w 445"/>
                  <a:gd name="T7" fmla="*/ 0 h 358"/>
                  <a:gd name="T8" fmla="*/ 0 w 445"/>
                  <a:gd name="T9" fmla="*/ 0 h 358"/>
                  <a:gd name="T10" fmla="*/ 0 w 445"/>
                  <a:gd name="T11" fmla="*/ 0 h 358"/>
                  <a:gd name="T12" fmla="*/ 0 w 445"/>
                  <a:gd name="T13" fmla="*/ 0 h 358"/>
                  <a:gd name="T14" fmla="*/ 0 w 445"/>
                  <a:gd name="T15" fmla="*/ 0 h 358"/>
                  <a:gd name="T16" fmla="*/ 0 w 445"/>
                  <a:gd name="T17" fmla="*/ 0 h 358"/>
                  <a:gd name="T18" fmla="*/ 0 w 445"/>
                  <a:gd name="T19" fmla="*/ 0 h 358"/>
                  <a:gd name="T20" fmla="*/ 0 w 445"/>
                  <a:gd name="T21" fmla="*/ 0 h 358"/>
                  <a:gd name="T22" fmla="*/ 0 w 445"/>
                  <a:gd name="T23" fmla="*/ 0 h 358"/>
                  <a:gd name="T24" fmla="*/ 0 w 445"/>
                  <a:gd name="T25" fmla="*/ 0 h 358"/>
                  <a:gd name="T26" fmla="*/ 0 w 445"/>
                  <a:gd name="T27" fmla="*/ 0 h 358"/>
                  <a:gd name="T28" fmla="*/ 0 w 445"/>
                  <a:gd name="T29" fmla="*/ 0 h 358"/>
                  <a:gd name="T30" fmla="*/ 0 w 445"/>
                  <a:gd name="T31" fmla="*/ 0 h 358"/>
                  <a:gd name="T32" fmla="*/ 0 w 445"/>
                  <a:gd name="T33" fmla="*/ 0 h 358"/>
                  <a:gd name="T34" fmla="*/ 0 w 445"/>
                  <a:gd name="T35" fmla="*/ 0 h 358"/>
                  <a:gd name="T36" fmla="*/ 0 w 445"/>
                  <a:gd name="T37" fmla="*/ 0 h 358"/>
                  <a:gd name="T38" fmla="*/ 0 w 445"/>
                  <a:gd name="T39" fmla="*/ 0 h 358"/>
                  <a:gd name="T40" fmla="*/ 0 w 445"/>
                  <a:gd name="T41" fmla="*/ 0 h 358"/>
                  <a:gd name="T42" fmla="*/ 0 w 445"/>
                  <a:gd name="T43" fmla="*/ 0 h 358"/>
                  <a:gd name="T44" fmla="*/ 0 w 445"/>
                  <a:gd name="T45" fmla="*/ 0 h 358"/>
                  <a:gd name="T46" fmla="*/ 0 w 445"/>
                  <a:gd name="T47" fmla="*/ 0 h 358"/>
                  <a:gd name="T48" fmla="*/ 0 w 445"/>
                  <a:gd name="T49" fmla="*/ 0 h 358"/>
                  <a:gd name="T50" fmla="*/ 0 w 445"/>
                  <a:gd name="T51" fmla="*/ 0 h 358"/>
                  <a:gd name="T52" fmla="*/ 0 w 445"/>
                  <a:gd name="T53" fmla="*/ 0 h 35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45"/>
                  <a:gd name="T82" fmla="*/ 0 h 358"/>
                  <a:gd name="T83" fmla="*/ 445 w 445"/>
                  <a:gd name="T84" fmla="*/ 358 h 35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45" h="358">
                    <a:moveTo>
                      <a:pt x="141" y="27"/>
                    </a:moveTo>
                    <a:lnTo>
                      <a:pt x="69" y="48"/>
                    </a:lnTo>
                    <a:lnTo>
                      <a:pt x="0" y="113"/>
                    </a:lnTo>
                    <a:lnTo>
                      <a:pt x="84" y="113"/>
                    </a:lnTo>
                    <a:lnTo>
                      <a:pt x="42" y="209"/>
                    </a:lnTo>
                    <a:lnTo>
                      <a:pt x="93" y="233"/>
                    </a:lnTo>
                    <a:lnTo>
                      <a:pt x="127" y="358"/>
                    </a:lnTo>
                    <a:lnTo>
                      <a:pt x="115" y="222"/>
                    </a:lnTo>
                    <a:lnTo>
                      <a:pt x="163" y="180"/>
                    </a:lnTo>
                    <a:lnTo>
                      <a:pt x="240" y="161"/>
                    </a:lnTo>
                    <a:lnTo>
                      <a:pt x="316" y="161"/>
                    </a:lnTo>
                    <a:lnTo>
                      <a:pt x="385" y="173"/>
                    </a:lnTo>
                    <a:lnTo>
                      <a:pt x="445" y="209"/>
                    </a:lnTo>
                    <a:lnTo>
                      <a:pt x="374" y="161"/>
                    </a:lnTo>
                    <a:lnTo>
                      <a:pt x="268" y="134"/>
                    </a:lnTo>
                    <a:lnTo>
                      <a:pt x="189" y="134"/>
                    </a:lnTo>
                    <a:lnTo>
                      <a:pt x="99" y="161"/>
                    </a:lnTo>
                    <a:lnTo>
                      <a:pt x="106" y="119"/>
                    </a:lnTo>
                    <a:lnTo>
                      <a:pt x="150" y="90"/>
                    </a:lnTo>
                    <a:lnTo>
                      <a:pt x="62" y="90"/>
                    </a:lnTo>
                    <a:lnTo>
                      <a:pt x="99" y="64"/>
                    </a:lnTo>
                    <a:lnTo>
                      <a:pt x="163" y="33"/>
                    </a:lnTo>
                    <a:lnTo>
                      <a:pt x="219" y="42"/>
                    </a:lnTo>
                    <a:lnTo>
                      <a:pt x="316" y="64"/>
                    </a:lnTo>
                    <a:lnTo>
                      <a:pt x="247" y="20"/>
                    </a:lnTo>
                    <a:lnTo>
                      <a:pt x="163" y="0"/>
                    </a:lnTo>
                    <a:lnTo>
                      <a:pt x="1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79" name="Freeform 216">
                <a:extLst>
                  <a:ext uri="{FF2B5EF4-FFF2-40B4-BE49-F238E27FC236}">
                    <a16:creationId xmlns:a16="http://schemas.microsoft.com/office/drawing/2014/main" id="{5465C665-D025-9740-928F-9434B0EE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8"/>
                <a:ext cx="48" cy="38"/>
              </a:xfrm>
              <a:custGeom>
                <a:avLst/>
                <a:gdLst>
                  <a:gd name="T0" fmla="*/ 0 w 387"/>
                  <a:gd name="T1" fmla="*/ 0 h 303"/>
                  <a:gd name="T2" fmla="*/ 0 w 387"/>
                  <a:gd name="T3" fmla="*/ 0 h 303"/>
                  <a:gd name="T4" fmla="*/ 0 w 387"/>
                  <a:gd name="T5" fmla="*/ 0 h 303"/>
                  <a:gd name="T6" fmla="*/ 0 w 387"/>
                  <a:gd name="T7" fmla="*/ 0 h 303"/>
                  <a:gd name="T8" fmla="*/ 0 w 387"/>
                  <a:gd name="T9" fmla="*/ 0 h 303"/>
                  <a:gd name="T10" fmla="*/ 0 w 387"/>
                  <a:gd name="T11" fmla="*/ 0 h 303"/>
                  <a:gd name="T12" fmla="*/ 0 w 387"/>
                  <a:gd name="T13" fmla="*/ 0 h 303"/>
                  <a:gd name="T14" fmla="*/ 0 w 387"/>
                  <a:gd name="T15" fmla="*/ 0 h 303"/>
                  <a:gd name="T16" fmla="*/ 0 w 387"/>
                  <a:gd name="T17" fmla="*/ 0 h 303"/>
                  <a:gd name="T18" fmla="*/ 0 w 387"/>
                  <a:gd name="T19" fmla="*/ 0 h 303"/>
                  <a:gd name="T20" fmla="*/ 0 w 387"/>
                  <a:gd name="T21" fmla="*/ 0 h 303"/>
                  <a:gd name="T22" fmla="*/ 0 w 387"/>
                  <a:gd name="T23" fmla="*/ 0 h 303"/>
                  <a:gd name="T24" fmla="*/ 0 w 387"/>
                  <a:gd name="T25" fmla="*/ 0 h 303"/>
                  <a:gd name="T26" fmla="*/ 0 w 387"/>
                  <a:gd name="T27" fmla="*/ 0 h 303"/>
                  <a:gd name="T28" fmla="*/ 0 w 387"/>
                  <a:gd name="T29" fmla="*/ 0 h 303"/>
                  <a:gd name="T30" fmla="*/ 0 w 387"/>
                  <a:gd name="T31" fmla="*/ 0 h 303"/>
                  <a:gd name="T32" fmla="*/ 0 w 387"/>
                  <a:gd name="T33" fmla="*/ 0 h 303"/>
                  <a:gd name="T34" fmla="*/ 0 w 387"/>
                  <a:gd name="T35" fmla="*/ 0 h 303"/>
                  <a:gd name="T36" fmla="*/ 0 w 387"/>
                  <a:gd name="T37" fmla="*/ 0 h 303"/>
                  <a:gd name="T38" fmla="*/ 0 w 387"/>
                  <a:gd name="T39" fmla="*/ 0 h 303"/>
                  <a:gd name="T40" fmla="*/ 0 w 387"/>
                  <a:gd name="T41" fmla="*/ 0 h 303"/>
                  <a:gd name="T42" fmla="*/ 0 w 387"/>
                  <a:gd name="T43" fmla="*/ 0 h 303"/>
                  <a:gd name="T44" fmla="*/ 0 w 387"/>
                  <a:gd name="T45" fmla="*/ 0 h 303"/>
                  <a:gd name="T46" fmla="*/ 0 w 387"/>
                  <a:gd name="T47" fmla="*/ 0 h 3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87"/>
                  <a:gd name="T73" fmla="*/ 0 h 303"/>
                  <a:gd name="T74" fmla="*/ 387 w 387"/>
                  <a:gd name="T75" fmla="*/ 303 h 30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87" h="303">
                    <a:moveTo>
                      <a:pt x="22" y="18"/>
                    </a:moveTo>
                    <a:lnTo>
                      <a:pt x="115" y="0"/>
                    </a:lnTo>
                    <a:lnTo>
                      <a:pt x="191" y="18"/>
                    </a:lnTo>
                    <a:lnTo>
                      <a:pt x="244" y="53"/>
                    </a:lnTo>
                    <a:lnTo>
                      <a:pt x="281" y="92"/>
                    </a:lnTo>
                    <a:lnTo>
                      <a:pt x="288" y="138"/>
                    </a:lnTo>
                    <a:lnTo>
                      <a:pt x="281" y="156"/>
                    </a:lnTo>
                    <a:lnTo>
                      <a:pt x="255" y="152"/>
                    </a:lnTo>
                    <a:lnTo>
                      <a:pt x="219" y="130"/>
                    </a:lnTo>
                    <a:lnTo>
                      <a:pt x="175" y="92"/>
                    </a:lnTo>
                    <a:lnTo>
                      <a:pt x="127" y="87"/>
                    </a:lnTo>
                    <a:lnTo>
                      <a:pt x="172" y="152"/>
                    </a:lnTo>
                    <a:lnTo>
                      <a:pt x="191" y="207"/>
                    </a:lnTo>
                    <a:lnTo>
                      <a:pt x="182" y="260"/>
                    </a:lnTo>
                    <a:lnTo>
                      <a:pt x="360" y="290"/>
                    </a:lnTo>
                    <a:lnTo>
                      <a:pt x="387" y="303"/>
                    </a:lnTo>
                    <a:lnTo>
                      <a:pt x="147" y="276"/>
                    </a:lnTo>
                    <a:lnTo>
                      <a:pt x="163" y="239"/>
                    </a:lnTo>
                    <a:lnTo>
                      <a:pt x="156" y="191"/>
                    </a:lnTo>
                    <a:lnTo>
                      <a:pt x="121" y="130"/>
                    </a:lnTo>
                    <a:lnTo>
                      <a:pt x="83" y="87"/>
                    </a:lnTo>
                    <a:lnTo>
                      <a:pt x="16" y="53"/>
                    </a:lnTo>
                    <a:lnTo>
                      <a:pt x="0" y="9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0" name="Freeform 217">
                <a:extLst>
                  <a:ext uri="{FF2B5EF4-FFF2-40B4-BE49-F238E27FC236}">
                    <a16:creationId xmlns:a16="http://schemas.microsoft.com/office/drawing/2014/main" id="{F698DBC2-285F-0B43-A9EB-EC50222C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72"/>
                <a:ext cx="27" cy="40"/>
              </a:xfrm>
              <a:custGeom>
                <a:avLst/>
                <a:gdLst>
                  <a:gd name="T0" fmla="*/ 0 w 214"/>
                  <a:gd name="T1" fmla="*/ 0 h 313"/>
                  <a:gd name="T2" fmla="*/ 0 w 214"/>
                  <a:gd name="T3" fmla="*/ 0 h 313"/>
                  <a:gd name="T4" fmla="*/ 0 w 214"/>
                  <a:gd name="T5" fmla="*/ 0 h 313"/>
                  <a:gd name="T6" fmla="*/ 0 w 214"/>
                  <a:gd name="T7" fmla="*/ 0 h 313"/>
                  <a:gd name="T8" fmla="*/ 0 w 214"/>
                  <a:gd name="T9" fmla="*/ 0 h 313"/>
                  <a:gd name="T10" fmla="*/ 0 w 214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4"/>
                  <a:gd name="T19" fmla="*/ 0 h 313"/>
                  <a:gd name="T20" fmla="*/ 214 w 214"/>
                  <a:gd name="T21" fmla="*/ 313 h 3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4" h="313">
                    <a:moveTo>
                      <a:pt x="89" y="0"/>
                    </a:moveTo>
                    <a:lnTo>
                      <a:pt x="0" y="179"/>
                    </a:lnTo>
                    <a:lnTo>
                      <a:pt x="9" y="313"/>
                    </a:lnTo>
                    <a:lnTo>
                      <a:pt x="214" y="65"/>
                    </a:lnTo>
                    <a:lnTo>
                      <a:pt x="214" y="1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1" name="Freeform 218">
                <a:extLst>
                  <a:ext uri="{FF2B5EF4-FFF2-40B4-BE49-F238E27FC236}">
                    <a16:creationId xmlns:a16="http://schemas.microsoft.com/office/drawing/2014/main" id="{ABB018A6-A505-4841-BCA3-ADC3BD85D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73"/>
                <a:ext cx="107" cy="80"/>
              </a:xfrm>
              <a:custGeom>
                <a:avLst/>
                <a:gdLst>
                  <a:gd name="T0" fmla="*/ 0 w 857"/>
                  <a:gd name="T1" fmla="*/ 0 h 640"/>
                  <a:gd name="T2" fmla="*/ 0 w 857"/>
                  <a:gd name="T3" fmla="*/ 0 h 640"/>
                  <a:gd name="T4" fmla="*/ 0 w 857"/>
                  <a:gd name="T5" fmla="*/ 0 h 640"/>
                  <a:gd name="T6" fmla="*/ 0 w 857"/>
                  <a:gd name="T7" fmla="*/ 0 h 640"/>
                  <a:gd name="T8" fmla="*/ 0 w 857"/>
                  <a:gd name="T9" fmla="*/ 0 h 640"/>
                  <a:gd name="T10" fmla="*/ 0 w 857"/>
                  <a:gd name="T11" fmla="*/ 0 h 640"/>
                  <a:gd name="T12" fmla="*/ 0 w 857"/>
                  <a:gd name="T13" fmla="*/ 0 h 640"/>
                  <a:gd name="T14" fmla="*/ 0 w 857"/>
                  <a:gd name="T15" fmla="*/ 0 h 640"/>
                  <a:gd name="T16" fmla="*/ 0 w 857"/>
                  <a:gd name="T17" fmla="*/ 0 h 640"/>
                  <a:gd name="T18" fmla="*/ 0 w 857"/>
                  <a:gd name="T19" fmla="*/ 0 h 640"/>
                  <a:gd name="T20" fmla="*/ 0 w 857"/>
                  <a:gd name="T21" fmla="*/ 0 h 640"/>
                  <a:gd name="T22" fmla="*/ 0 w 857"/>
                  <a:gd name="T23" fmla="*/ 0 h 640"/>
                  <a:gd name="T24" fmla="*/ 0 w 857"/>
                  <a:gd name="T25" fmla="*/ 0 h 640"/>
                  <a:gd name="T26" fmla="*/ 0 w 857"/>
                  <a:gd name="T27" fmla="*/ 0 h 640"/>
                  <a:gd name="T28" fmla="*/ 0 w 857"/>
                  <a:gd name="T29" fmla="*/ 0 h 640"/>
                  <a:gd name="T30" fmla="*/ 0 w 857"/>
                  <a:gd name="T31" fmla="*/ 0 h 640"/>
                  <a:gd name="T32" fmla="*/ 0 w 857"/>
                  <a:gd name="T33" fmla="*/ 0 h 640"/>
                  <a:gd name="T34" fmla="*/ 0 w 857"/>
                  <a:gd name="T35" fmla="*/ 0 h 640"/>
                  <a:gd name="T36" fmla="*/ 0 w 857"/>
                  <a:gd name="T37" fmla="*/ 0 h 640"/>
                  <a:gd name="T38" fmla="*/ 0 w 857"/>
                  <a:gd name="T39" fmla="*/ 0 h 640"/>
                  <a:gd name="T40" fmla="*/ 0 w 857"/>
                  <a:gd name="T41" fmla="*/ 0 h 640"/>
                  <a:gd name="T42" fmla="*/ 0 w 857"/>
                  <a:gd name="T43" fmla="*/ 0 h 640"/>
                  <a:gd name="T44" fmla="*/ 0 w 857"/>
                  <a:gd name="T45" fmla="*/ 0 h 640"/>
                  <a:gd name="T46" fmla="*/ 0 w 857"/>
                  <a:gd name="T47" fmla="*/ 0 h 640"/>
                  <a:gd name="T48" fmla="*/ 0 w 857"/>
                  <a:gd name="T49" fmla="*/ 0 h 640"/>
                  <a:gd name="T50" fmla="*/ 0 w 857"/>
                  <a:gd name="T51" fmla="*/ 0 h 640"/>
                  <a:gd name="T52" fmla="*/ 0 w 857"/>
                  <a:gd name="T53" fmla="*/ 0 h 640"/>
                  <a:gd name="T54" fmla="*/ 0 w 857"/>
                  <a:gd name="T55" fmla="*/ 0 h 6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7"/>
                  <a:gd name="T85" fmla="*/ 0 h 640"/>
                  <a:gd name="T86" fmla="*/ 857 w 857"/>
                  <a:gd name="T87" fmla="*/ 640 h 64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7" h="640">
                    <a:moveTo>
                      <a:pt x="857" y="0"/>
                    </a:moveTo>
                    <a:lnTo>
                      <a:pt x="749" y="53"/>
                    </a:lnTo>
                    <a:lnTo>
                      <a:pt x="648" y="198"/>
                    </a:lnTo>
                    <a:lnTo>
                      <a:pt x="514" y="187"/>
                    </a:lnTo>
                    <a:lnTo>
                      <a:pt x="470" y="260"/>
                    </a:lnTo>
                    <a:lnTo>
                      <a:pt x="415" y="297"/>
                    </a:lnTo>
                    <a:lnTo>
                      <a:pt x="276" y="288"/>
                    </a:lnTo>
                    <a:lnTo>
                      <a:pt x="186" y="321"/>
                    </a:lnTo>
                    <a:lnTo>
                      <a:pt x="118" y="345"/>
                    </a:lnTo>
                    <a:lnTo>
                      <a:pt x="48" y="345"/>
                    </a:lnTo>
                    <a:lnTo>
                      <a:pt x="0" y="317"/>
                    </a:lnTo>
                    <a:lnTo>
                      <a:pt x="48" y="359"/>
                    </a:lnTo>
                    <a:lnTo>
                      <a:pt x="105" y="366"/>
                    </a:lnTo>
                    <a:lnTo>
                      <a:pt x="223" y="366"/>
                    </a:lnTo>
                    <a:lnTo>
                      <a:pt x="294" y="391"/>
                    </a:lnTo>
                    <a:lnTo>
                      <a:pt x="382" y="514"/>
                    </a:lnTo>
                    <a:lnTo>
                      <a:pt x="507" y="611"/>
                    </a:lnTo>
                    <a:lnTo>
                      <a:pt x="527" y="640"/>
                    </a:lnTo>
                    <a:lnTo>
                      <a:pt x="564" y="615"/>
                    </a:lnTo>
                    <a:lnTo>
                      <a:pt x="555" y="550"/>
                    </a:lnTo>
                    <a:lnTo>
                      <a:pt x="544" y="461"/>
                    </a:lnTo>
                    <a:lnTo>
                      <a:pt x="555" y="380"/>
                    </a:lnTo>
                    <a:lnTo>
                      <a:pt x="569" y="327"/>
                    </a:lnTo>
                    <a:lnTo>
                      <a:pt x="630" y="267"/>
                    </a:lnTo>
                    <a:lnTo>
                      <a:pt x="685" y="226"/>
                    </a:lnTo>
                    <a:lnTo>
                      <a:pt x="738" y="132"/>
                    </a:lnTo>
                    <a:lnTo>
                      <a:pt x="800" y="57"/>
                    </a:ln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2" name="Freeform 219">
                <a:extLst>
                  <a:ext uri="{FF2B5EF4-FFF2-40B4-BE49-F238E27FC236}">
                    <a16:creationId xmlns:a16="http://schemas.microsoft.com/office/drawing/2014/main" id="{7DF14368-3ACE-E241-95F0-2AD98A1A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25"/>
                <a:ext cx="9" cy="43"/>
              </a:xfrm>
              <a:custGeom>
                <a:avLst/>
                <a:gdLst>
                  <a:gd name="T0" fmla="*/ 0 w 72"/>
                  <a:gd name="T1" fmla="*/ 0 h 339"/>
                  <a:gd name="T2" fmla="*/ 0 w 72"/>
                  <a:gd name="T3" fmla="*/ 0 h 339"/>
                  <a:gd name="T4" fmla="*/ 0 w 72"/>
                  <a:gd name="T5" fmla="*/ 0 h 339"/>
                  <a:gd name="T6" fmla="*/ 0 w 72"/>
                  <a:gd name="T7" fmla="*/ 0 h 3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339"/>
                  <a:gd name="T14" fmla="*/ 72 w 72"/>
                  <a:gd name="T15" fmla="*/ 339 h 3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339">
                    <a:moveTo>
                      <a:pt x="56" y="0"/>
                    </a:moveTo>
                    <a:lnTo>
                      <a:pt x="0" y="339"/>
                    </a:lnTo>
                    <a:lnTo>
                      <a:pt x="72" y="11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3" name="Freeform 220">
                <a:extLst>
                  <a:ext uri="{FF2B5EF4-FFF2-40B4-BE49-F238E27FC236}">
                    <a16:creationId xmlns:a16="http://schemas.microsoft.com/office/drawing/2014/main" id="{AC0FD541-98AE-2848-A33D-3E77056B3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527"/>
                <a:ext cx="94" cy="23"/>
              </a:xfrm>
              <a:custGeom>
                <a:avLst/>
                <a:gdLst>
                  <a:gd name="T0" fmla="*/ 0 w 747"/>
                  <a:gd name="T1" fmla="*/ 0 h 189"/>
                  <a:gd name="T2" fmla="*/ 0 w 747"/>
                  <a:gd name="T3" fmla="*/ 0 h 189"/>
                  <a:gd name="T4" fmla="*/ 0 w 747"/>
                  <a:gd name="T5" fmla="*/ 0 h 189"/>
                  <a:gd name="T6" fmla="*/ 0 w 747"/>
                  <a:gd name="T7" fmla="*/ 0 h 189"/>
                  <a:gd name="T8" fmla="*/ 0 w 747"/>
                  <a:gd name="T9" fmla="*/ 0 h 189"/>
                  <a:gd name="T10" fmla="*/ 0 w 747"/>
                  <a:gd name="T11" fmla="*/ 0 h 189"/>
                  <a:gd name="T12" fmla="*/ 0 w 747"/>
                  <a:gd name="T13" fmla="*/ 0 h 189"/>
                  <a:gd name="T14" fmla="*/ 0 w 747"/>
                  <a:gd name="T15" fmla="*/ 0 h 189"/>
                  <a:gd name="T16" fmla="*/ 0 w 747"/>
                  <a:gd name="T17" fmla="*/ 0 h 189"/>
                  <a:gd name="T18" fmla="*/ 0 w 747"/>
                  <a:gd name="T19" fmla="*/ 0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47"/>
                  <a:gd name="T31" fmla="*/ 0 h 189"/>
                  <a:gd name="T32" fmla="*/ 747 w 747"/>
                  <a:gd name="T33" fmla="*/ 189 h 1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47" h="189">
                    <a:moveTo>
                      <a:pt x="0" y="189"/>
                    </a:moveTo>
                    <a:lnTo>
                      <a:pt x="38" y="145"/>
                    </a:lnTo>
                    <a:lnTo>
                      <a:pt x="95" y="117"/>
                    </a:lnTo>
                    <a:lnTo>
                      <a:pt x="189" y="97"/>
                    </a:lnTo>
                    <a:lnTo>
                      <a:pt x="341" y="78"/>
                    </a:lnTo>
                    <a:lnTo>
                      <a:pt x="460" y="39"/>
                    </a:lnTo>
                    <a:lnTo>
                      <a:pt x="581" y="0"/>
                    </a:lnTo>
                    <a:lnTo>
                      <a:pt x="664" y="0"/>
                    </a:lnTo>
                    <a:lnTo>
                      <a:pt x="715" y="29"/>
                    </a:lnTo>
                    <a:lnTo>
                      <a:pt x="747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4" name="Freeform 221">
                <a:extLst>
                  <a:ext uri="{FF2B5EF4-FFF2-40B4-BE49-F238E27FC236}">
                    <a16:creationId xmlns:a16="http://schemas.microsoft.com/office/drawing/2014/main" id="{B67C07C3-592D-1A4D-9C9C-A19AE93BF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9"/>
                <a:ext cx="70" cy="14"/>
              </a:xfrm>
              <a:custGeom>
                <a:avLst/>
                <a:gdLst>
                  <a:gd name="T0" fmla="*/ 0 w 563"/>
                  <a:gd name="T1" fmla="*/ 0 h 118"/>
                  <a:gd name="T2" fmla="*/ 0 w 563"/>
                  <a:gd name="T3" fmla="*/ 0 h 118"/>
                  <a:gd name="T4" fmla="*/ 0 w 563"/>
                  <a:gd name="T5" fmla="*/ 0 h 118"/>
                  <a:gd name="T6" fmla="*/ 0 w 563"/>
                  <a:gd name="T7" fmla="*/ 0 h 118"/>
                  <a:gd name="T8" fmla="*/ 0 w 563"/>
                  <a:gd name="T9" fmla="*/ 0 h 118"/>
                  <a:gd name="T10" fmla="*/ 0 w 563"/>
                  <a:gd name="T11" fmla="*/ 0 h 118"/>
                  <a:gd name="T12" fmla="*/ 0 w 56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118"/>
                  <a:gd name="T23" fmla="*/ 563 w 56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118">
                    <a:moveTo>
                      <a:pt x="0" y="118"/>
                    </a:moveTo>
                    <a:lnTo>
                      <a:pt x="134" y="94"/>
                    </a:lnTo>
                    <a:lnTo>
                      <a:pt x="266" y="41"/>
                    </a:lnTo>
                    <a:lnTo>
                      <a:pt x="362" y="4"/>
                    </a:lnTo>
                    <a:lnTo>
                      <a:pt x="436" y="0"/>
                    </a:lnTo>
                    <a:lnTo>
                      <a:pt x="496" y="17"/>
                    </a:lnTo>
                    <a:lnTo>
                      <a:pt x="56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5" name="Freeform 222">
                <a:extLst>
                  <a:ext uri="{FF2B5EF4-FFF2-40B4-BE49-F238E27FC236}">
                    <a16:creationId xmlns:a16="http://schemas.microsoft.com/office/drawing/2014/main" id="{FA97A820-4A3A-9C40-A6AA-997D5D2C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12"/>
                <a:ext cx="35" cy="7"/>
              </a:xfrm>
              <a:custGeom>
                <a:avLst/>
                <a:gdLst>
                  <a:gd name="T0" fmla="*/ 0 w 279"/>
                  <a:gd name="T1" fmla="*/ 0 h 62"/>
                  <a:gd name="T2" fmla="*/ 0 w 279"/>
                  <a:gd name="T3" fmla="*/ 0 h 62"/>
                  <a:gd name="T4" fmla="*/ 0 w 279"/>
                  <a:gd name="T5" fmla="*/ 0 h 62"/>
                  <a:gd name="T6" fmla="*/ 0 w 27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9"/>
                  <a:gd name="T13" fmla="*/ 0 h 62"/>
                  <a:gd name="T14" fmla="*/ 279 w 279"/>
                  <a:gd name="T15" fmla="*/ 62 h 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9" h="62">
                    <a:moveTo>
                      <a:pt x="0" y="62"/>
                    </a:moveTo>
                    <a:lnTo>
                      <a:pt x="161" y="7"/>
                    </a:lnTo>
                    <a:lnTo>
                      <a:pt x="223" y="0"/>
                    </a:lnTo>
                    <a:lnTo>
                      <a:pt x="279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6" name="Freeform 223">
                <a:extLst>
                  <a:ext uri="{FF2B5EF4-FFF2-40B4-BE49-F238E27FC236}">
                    <a16:creationId xmlns:a16="http://schemas.microsoft.com/office/drawing/2014/main" id="{7F7F1453-4FDD-2146-BB14-58A3BD6A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556"/>
                <a:ext cx="13" cy="16"/>
              </a:xfrm>
              <a:custGeom>
                <a:avLst/>
                <a:gdLst>
                  <a:gd name="T0" fmla="*/ 0 w 105"/>
                  <a:gd name="T1" fmla="*/ 0 h 128"/>
                  <a:gd name="T2" fmla="*/ 0 w 105"/>
                  <a:gd name="T3" fmla="*/ 0 h 128"/>
                  <a:gd name="T4" fmla="*/ 0 w 105"/>
                  <a:gd name="T5" fmla="*/ 0 h 128"/>
                  <a:gd name="T6" fmla="*/ 0 w 105"/>
                  <a:gd name="T7" fmla="*/ 0 h 128"/>
                  <a:gd name="T8" fmla="*/ 0 w 105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128"/>
                  <a:gd name="T17" fmla="*/ 105 w 10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128">
                    <a:moveTo>
                      <a:pt x="0" y="0"/>
                    </a:moveTo>
                    <a:lnTo>
                      <a:pt x="0" y="101"/>
                    </a:lnTo>
                    <a:lnTo>
                      <a:pt x="52" y="128"/>
                    </a:lnTo>
                    <a:lnTo>
                      <a:pt x="105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7" name="Freeform 224">
                <a:extLst>
                  <a:ext uri="{FF2B5EF4-FFF2-40B4-BE49-F238E27FC236}">
                    <a16:creationId xmlns:a16="http://schemas.microsoft.com/office/drawing/2014/main" id="{AB765AA8-FD81-BF47-B6E1-149587130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58"/>
                <a:ext cx="266" cy="472"/>
              </a:xfrm>
              <a:custGeom>
                <a:avLst/>
                <a:gdLst>
                  <a:gd name="T0" fmla="*/ 0 w 2124"/>
                  <a:gd name="T1" fmla="*/ 0 h 3774"/>
                  <a:gd name="T2" fmla="*/ 0 w 2124"/>
                  <a:gd name="T3" fmla="*/ 0 h 3774"/>
                  <a:gd name="T4" fmla="*/ 0 w 2124"/>
                  <a:gd name="T5" fmla="*/ 0 h 3774"/>
                  <a:gd name="T6" fmla="*/ 0 w 2124"/>
                  <a:gd name="T7" fmla="*/ 0 h 3774"/>
                  <a:gd name="T8" fmla="*/ 0 w 2124"/>
                  <a:gd name="T9" fmla="*/ 0 h 3774"/>
                  <a:gd name="T10" fmla="*/ 0 w 2124"/>
                  <a:gd name="T11" fmla="*/ 0 h 3774"/>
                  <a:gd name="T12" fmla="*/ 0 w 2124"/>
                  <a:gd name="T13" fmla="*/ 0 h 3774"/>
                  <a:gd name="T14" fmla="*/ 0 w 2124"/>
                  <a:gd name="T15" fmla="*/ 0 h 3774"/>
                  <a:gd name="T16" fmla="*/ 0 w 2124"/>
                  <a:gd name="T17" fmla="*/ 0 h 3774"/>
                  <a:gd name="T18" fmla="*/ 0 w 2124"/>
                  <a:gd name="T19" fmla="*/ 0 h 3774"/>
                  <a:gd name="T20" fmla="*/ 0 w 2124"/>
                  <a:gd name="T21" fmla="*/ 0 h 3774"/>
                  <a:gd name="T22" fmla="*/ 0 w 2124"/>
                  <a:gd name="T23" fmla="*/ 0 h 3774"/>
                  <a:gd name="T24" fmla="*/ 0 w 2124"/>
                  <a:gd name="T25" fmla="*/ 0 h 3774"/>
                  <a:gd name="T26" fmla="*/ 0 w 2124"/>
                  <a:gd name="T27" fmla="*/ 0 h 3774"/>
                  <a:gd name="T28" fmla="*/ 0 w 2124"/>
                  <a:gd name="T29" fmla="*/ 0 h 3774"/>
                  <a:gd name="T30" fmla="*/ 0 w 2124"/>
                  <a:gd name="T31" fmla="*/ 0 h 3774"/>
                  <a:gd name="T32" fmla="*/ 0 w 2124"/>
                  <a:gd name="T33" fmla="*/ 0 h 3774"/>
                  <a:gd name="T34" fmla="*/ 0 w 2124"/>
                  <a:gd name="T35" fmla="*/ 0 h 3774"/>
                  <a:gd name="T36" fmla="*/ 0 w 2124"/>
                  <a:gd name="T37" fmla="*/ 0 h 3774"/>
                  <a:gd name="T38" fmla="*/ 0 w 2124"/>
                  <a:gd name="T39" fmla="*/ 0 h 3774"/>
                  <a:gd name="T40" fmla="*/ 0 w 2124"/>
                  <a:gd name="T41" fmla="*/ 0 h 3774"/>
                  <a:gd name="T42" fmla="*/ 0 w 2124"/>
                  <a:gd name="T43" fmla="*/ 0 h 3774"/>
                  <a:gd name="T44" fmla="*/ 0 w 2124"/>
                  <a:gd name="T45" fmla="*/ 0 h 3774"/>
                  <a:gd name="T46" fmla="*/ 0 w 2124"/>
                  <a:gd name="T47" fmla="*/ 0 h 3774"/>
                  <a:gd name="T48" fmla="*/ 0 w 2124"/>
                  <a:gd name="T49" fmla="*/ 0 h 3774"/>
                  <a:gd name="T50" fmla="*/ 0 w 2124"/>
                  <a:gd name="T51" fmla="*/ 0 h 3774"/>
                  <a:gd name="T52" fmla="*/ 0 w 2124"/>
                  <a:gd name="T53" fmla="*/ 0 h 3774"/>
                  <a:gd name="T54" fmla="*/ 0 w 2124"/>
                  <a:gd name="T55" fmla="*/ 0 h 3774"/>
                  <a:gd name="T56" fmla="*/ 0 w 2124"/>
                  <a:gd name="T57" fmla="*/ 0 h 3774"/>
                  <a:gd name="T58" fmla="*/ 0 w 2124"/>
                  <a:gd name="T59" fmla="*/ 0 h 377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124"/>
                  <a:gd name="T91" fmla="*/ 0 h 3774"/>
                  <a:gd name="T92" fmla="*/ 2124 w 2124"/>
                  <a:gd name="T93" fmla="*/ 3774 h 377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124" h="3774">
                    <a:moveTo>
                      <a:pt x="1483" y="509"/>
                    </a:moveTo>
                    <a:lnTo>
                      <a:pt x="1612" y="966"/>
                    </a:lnTo>
                    <a:lnTo>
                      <a:pt x="1929" y="1474"/>
                    </a:lnTo>
                    <a:lnTo>
                      <a:pt x="1810" y="2116"/>
                    </a:lnTo>
                    <a:lnTo>
                      <a:pt x="2124" y="3119"/>
                    </a:lnTo>
                    <a:lnTo>
                      <a:pt x="2124" y="3774"/>
                    </a:lnTo>
                    <a:lnTo>
                      <a:pt x="916" y="3766"/>
                    </a:lnTo>
                    <a:lnTo>
                      <a:pt x="0" y="3302"/>
                    </a:lnTo>
                    <a:lnTo>
                      <a:pt x="499" y="2990"/>
                    </a:lnTo>
                    <a:lnTo>
                      <a:pt x="510" y="2782"/>
                    </a:lnTo>
                    <a:lnTo>
                      <a:pt x="589" y="2443"/>
                    </a:lnTo>
                    <a:lnTo>
                      <a:pt x="589" y="2755"/>
                    </a:lnTo>
                    <a:lnTo>
                      <a:pt x="932" y="2375"/>
                    </a:lnTo>
                    <a:lnTo>
                      <a:pt x="995" y="2285"/>
                    </a:lnTo>
                    <a:lnTo>
                      <a:pt x="1024" y="2116"/>
                    </a:lnTo>
                    <a:lnTo>
                      <a:pt x="1063" y="1931"/>
                    </a:lnTo>
                    <a:lnTo>
                      <a:pt x="1301" y="1946"/>
                    </a:lnTo>
                    <a:lnTo>
                      <a:pt x="1377" y="1812"/>
                    </a:lnTo>
                    <a:lnTo>
                      <a:pt x="1206" y="1501"/>
                    </a:lnTo>
                    <a:lnTo>
                      <a:pt x="1377" y="1501"/>
                    </a:lnTo>
                    <a:lnTo>
                      <a:pt x="1377" y="1434"/>
                    </a:lnTo>
                    <a:lnTo>
                      <a:pt x="1232" y="1265"/>
                    </a:lnTo>
                    <a:lnTo>
                      <a:pt x="1246" y="1148"/>
                    </a:lnTo>
                    <a:lnTo>
                      <a:pt x="1457" y="966"/>
                    </a:lnTo>
                    <a:lnTo>
                      <a:pt x="1470" y="717"/>
                    </a:lnTo>
                    <a:lnTo>
                      <a:pt x="1351" y="496"/>
                    </a:lnTo>
                    <a:lnTo>
                      <a:pt x="1324" y="258"/>
                    </a:lnTo>
                    <a:lnTo>
                      <a:pt x="1206" y="0"/>
                    </a:lnTo>
                    <a:lnTo>
                      <a:pt x="1419" y="351"/>
                    </a:lnTo>
                    <a:lnTo>
                      <a:pt x="1483" y="5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8" name="Freeform 225">
                <a:extLst>
                  <a:ext uri="{FF2B5EF4-FFF2-40B4-BE49-F238E27FC236}">
                    <a16:creationId xmlns:a16="http://schemas.microsoft.com/office/drawing/2014/main" id="{A313F632-F274-E548-8034-FEFABB20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641"/>
                <a:ext cx="92" cy="109"/>
              </a:xfrm>
              <a:custGeom>
                <a:avLst/>
                <a:gdLst>
                  <a:gd name="T0" fmla="*/ 0 w 734"/>
                  <a:gd name="T1" fmla="*/ 0 h 874"/>
                  <a:gd name="T2" fmla="*/ 0 w 734"/>
                  <a:gd name="T3" fmla="*/ 0 h 874"/>
                  <a:gd name="T4" fmla="*/ 0 w 734"/>
                  <a:gd name="T5" fmla="*/ 0 h 874"/>
                  <a:gd name="T6" fmla="*/ 0 w 734"/>
                  <a:gd name="T7" fmla="*/ 0 h 874"/>
                  <a:gd name="T8" fmla="*/ 0 w 734"/>
                  <a:gd name="T9" fmla="*/ 0 h 874"/>
                  <a:gd name="T10" fmla="*/ 0 w 734"/>
                  <a:gd name="T11" fmla="*/ 0 h 874"/>
                  <a:gd name="T12" fmla="*/ 0 w 734"/>
                  <a:gd name="T13" fmla="*/ 0 h 874"/>
                  <a:gd name="T14" fmla="*/ 0 w 734"/>
                  <a:gd name="T15" fmla="*/ 0 h 874"/>
                  <a:gd name="T16" fmla="*/ 0 w 734"/>
                  <a:gd name="T17" fmla="*/ 0 h 874"/>
                  <a:gd name="T18" fmla="*/ 0 w 734"/>
                  <a:gd name="T19" fmla="*/ 0 h 874"/>
                  <a:gd name="T20" fmla="*/ 0 w 734"/>
                  <a:gd name="T21" fmla="*/ 0 h 874"/>
                  <a:gd name="T22" fmla="*/ 0 w 734"/>
                  <a:gd name="T23" fmla="*/ 0 h 874"/>
                  <a:gd name="T24" fmla="*/ 0 w 734"/>
                  <a:gd name="T25" fmla="*/ 0 h 874"/>
                  <a:gd name="T26" fmla="*/ 0 w 734"/>
                  <a:gd name="T27" fmla="*/ 0 h 874"/>
                  <a:gd name="T28" fmla="*/ 0 w 734"/>
                  <a:gd name="T29" fmla="*/ 0 h 874"/>
                  <a:gd name="T30" fmla="*/ 0 w 734"/>
                  <a:gd name="T31" fmla="*/ 0 h 874"/>
                  <a:gd name="T32" fmla="*/ 0 w 734"/>
                  <a:gd name="T33" fmla="*/ 0 h 874"/>
                  <a:gd name="T34" fmla="*/ 0 w 734"/>
                  <a:gd name="T35" fmla="*/ 0 h 874"/>
                  <a:gd name="T36" fmla="*/ 0 w 734"/>
                  <a:gd name="T37" fmla="*/ 0 h 874"/>
                  <a:gd name="T38" fmla="*/ 0 w 734"/>
                  <a:gd name="T39" fmla="*/ 0 h 874"/>
                  <a:gd name="T40" fmla="*/ 0 w 734"/>
                  <a:gd name="T41" fmla="*/ 0 h 874"/>
                  <a:gd name="T42" fmla="*/ 0 w 734"/>
                  <a:gd name="T43" fmla="*/ 0 h 874"/>
                  <a:gd name="T44" fmla="*/ 0 w 734"/>
                  <a:gd name="T45" fmla="*/ 0 h 8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34"/>
                  <a:gd name="T70" fmla="*/ 0 h 874"/>
                  <a:gd name="T71" fmla="*/ 734 w 734"/>
                  <a:gd name="T72" fmla="*/ 874 h 87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34" h="874">
                    <a:moveTo>
                      <a:pt x="38" y="65"/>
                    </a:moveTo>
                    <a:lnTo>
                      <a:pt x="156" y="301"/>
                    </a:lnTo>
                    <a:lnTo>
                      <a:pt x="0" y="874"/>
                    </a:lnTo>
                    <a:lnTo>
                      <a:pt x="220" y="222"/>
                    </a:lnTo>
                    <a:lnTo>
                      <a:pt x="220" y="158"/>
                    </a:lnTo>
                    <a:lnTo>
                      <a:pt x="195" y="106"/>
                    </a:lnTo>
                    <a:lnTo>
                      <a:pt x="328" y="158"/>
                    </a:lnTo>
                    <a:lnTo>
                      <a:pt x="420" y="250"/>
                    </a:lnTo>
                    <a:lnTo>
                      <a:pt x="446" y="367"/>
                    </a:lnTo>
                    <a:lnTo>
                      <a:pt x="378" y="547"/>
                    </a:lnTo>
                    <a:lnTo>
                      <a:pt x="486" y="404"/>
                    </a:lnTo>
                    <a:lnTo>
                      <a:pt x="576" y="433"/>
                    </a:lnTo>
                    <a:lnTo>
                      <a:pt x="290" y="874"/>
                    </a:lnTo>
                    <a:lnTo>
                      <a:pt x="734" y="378"/>
                    </a:lnTo>
                    <a:lnTo>
                      <a:pt x="681" y="325"/>
                    </a:lnTo>
                    <a:lnTo>
                      <a:pt x="617" y="367"/>
                    </a:lnTo>
                    <a:lnTo>
                      <a:pt x="499" y="339"/>
                    </a:lnTo>
                    <a:lnTo>
                      <a:pt x="472" y="235"/>
                    </a:lnTo>
                    <a:lnTo>
                      <a:pt x="393" y="158"/>
                    </a:lnTo>
                    <a:lnTo>
                      <a:pt x="248" y="79"/>
                    </a:lnTo>
                    <a:lnTo>
                      <a:pt x="156" y="79"/>
                    </a:lnTo>
                    <a:lnTo>
                      <a:pt x="0" y="0"/>
                    </a:lnTo>
                    <a:lnTo>
                      <a:pt x="38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89" name="Freeform 226">
                <a:extLst>
                  <a:ext uri="{FF2B5EF4-FFF2-40B4-BE49-F238E27FC236}">
                    <a16:creationId xmlns:a16="http://schemas.microsoft.com/office/drawing/2014/main" id="{58D5D682-0F2A-9A4B-9C18-AADF549B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693"/>
                <a:ext cx="80" cy="62"/>
              </a:xfrm>
              <a:custGeom>
                <a:avLst/>
                <a:gdLst>
                  <a:gd name="T0" fmla="*/ 0 w 643"/>
                  <a:gd name="T1" fmla="*/ 0 h 496"/>
                  <a:gd name="T2" fmla="*/ 0 w 643"/>
                  <a:gd name="T3" fmla="*/ 0 h 496"/>
                  <a:gd name="T4" fmla="*/ 0 w 643"/>
                  <a:gd name="T5" fmla="*/ 0 h 496"/>
                  <a:gd name="T6" fmla="*/ 0 w 643"/>
                  <a:gd name="T7" fmla="*/ 0 h 496"/>
                  <a:gd name="T8" fmla="*/ 0 w 643"/>
                  <a:gd name="T9" fmla="*/ 0 h 496"/>
                  <a:gd name="T10" fmla="*/ 0 w 643"/>
                  <a:gd name="T11" fmla="*/ 0 h 496"/>
                  <a:gd name="T12" fmla="*/ 0 w 643"/>
                  <a:gd name="T13" fmla="*/ 0 h 4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3"/>
                  <a:gd name="T22" fmla="*/ 0 h 496"/>
                  <a:gd name="T23" fmla="*/ 643 w 643"/>
                  <a:gd name="T24" fmla="*/ 496 h 4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3" h="496">
                    <a:moveTo>
                      <a:pt x="0" y="0"/>
                    </a:moveTo>
                    <a:lnTo>
                      <a:pt x="198" y="94"/>
                    </a:lnTo>
                    <a:lnTo>
                      <a:pt x="420" y="168"/>
                    </a:lnTo>
                    <a:lnTo>
                      <a:pt x="643" y="496"/>
                    </a:lnTo>
                    <a:lnTo>
                      <a:pt x="500" y="442"/>
                    </a:lnTo>
                    <a:lnTo>
                      <a:pt x="408" y="2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9690" name="Freeform 227">
                <a:extLst>
                  <a:ext uri="{FF2B5EF4-FFF2-40B4-BE49-F238E27FC236}">
                    <a16:creationId xmlns:a16="http://schemas.microsoft.com/office/drawing/2014/main" id="{C6EA752E-4438-6D4B-80D8-435BB021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57"/>
                <a:ext cx="83" cy="305"/>
              </a:xfrm>
              <a:custGeom>
                <a:avLst/>
                <a:gdLst>
                  <a:gd name="T0" fmla="*/ 0 w 667"/>
                  <a:gd name="T1" fmla="*/ 0 h 2442"/>
                  <a:gd name="T2" fmla="*/ 0 w 667"/>
                  <a:gd name="T3" fmla="*/ 0 h 2442"/>
                  <a:gd name="T4" fmla="*/ 0 w 667"/>
                  <a:gd name="T5" fmla="*/ 0 h 2442"/>
                  <a:gd name="T6" fmla="*/ 0 w 667"/>
                  <a:gd name="T7" fmla="*/ 0 h 2442"/>
                  <a:gd name="T8" fmla="*/ 0 w 667"/>
                  <a:gd name="T9" fmla="*/ 0 h 2442"/>
                  <a:gd name="T10" fmla="*/ 0 w 667"/>
                  <a:gd name="T11" fmla="*/ 0 h 2442"/>
                  <a:gd name="T12" fmla="*/ 0 w 667"/>
                  <a:gd name="T13" fmla="*/ 0 h 2442"/>
                  <a:gd name="T14" fmla="*/ 0 w 667"/>
                  <a:gd name="T15" fmla="*/ 0 h 2442"/>
                  <a:gd name="T16" fmla="*/ 0 w 667"/>
                  <a:gd name="T17" fmla="*/ 0 h 2442"/>
                  <a:gd name="T18" fmla="*/ 0 w 667"/>
                  <a:gd name="T19" fmla="*/ 0 h 2442"/>
                  <a:gd name="T20" fmla="*/ 0 w 667"/>
                  <a:gd name="T21" fmla="*/ 0 h 2442"/>
                  <a:gd name="T22" fmla="*/ 0 w 667"/>
                  <a:gd name="T23" fmla="*/ 0 h 2442"/>
                  <a:gd name="T24" fmla="*/ 0 w 667"/>
                  <a:gd name="T25" fmla="*/ 0 h 2442"/>
                  <a:gd name="T26" fmla="*/ 0 w 667"/>
                  <a:gd name="T27" fmla="*/ 0 h 2442"/>
                  <a:gd name="T28" fmla="*/ 0 w 667"/>
                  <a:gd name="T29" fmla="*/ 0 h 2442"/>
                  <a:gd name="T30" fmla="*/ 0 w 667"/>
                  <a:gd name="T31" fmla="*/ 0 h 2442"/>
                  <a:gd name="T32" fmla="*/ 0 w 667"/>
                  <a:gd name="T33" fmla="*/ 0 h 2442"/>
                  <a:gd name="T34" fmla="*/ 0 w 667"/>
                  <a:gd name="T35" fmla="*/ 0 h 2442"/>
                  <a:gd name="T36" fmla="*/ 0 w 667"/>
                  <a:gd name="T37" fmla="*/ 0 h 2442"/>
                  <a:gd name="T38" fmla="*/ 0 w 667"/>
                  <a:gd name="T39" fmla="*/ 0 h 2442"/>
                  <a:gd name="T40" fmla="*/ 0 w 667"/>
                  <a:gd name="T41" fmla="*/ 0 h 2442"/>
                  <a:gd name="T42" fmla="*/ 0 w 667"/>
                  <a:gd name="T43" fmla="*/ 0 h 2442"/>
                  <a:gd name="T44" fmla="*/ 0 w 667"/>
                  <a:gd name="T45" fmla="*/ 0 h 2442"/>
                  <a:gd name="T46" fmla="*/ 0 w 667"/>
                  <a:gd name="T47" fmla="*/ 0 h 2442"/>
                  <a:gd name="T48" fmla="*/ 0 w 667"/>
                  <a:gd name="T49" fmla="*/ 0 h 2442"/>
                  <a:gd name="T50" fmla="*/ 0 w 667"/>
                  <a:gd name="T51" fmla="*/ 0 h 2442"/>
                  <a:gd name="T52" fmla="*/ 0 w 667"/>
                  <a:gd name="T53" fmla="*/ 0 h 2442"/>
                  <a:gd name="T54" fmla="*/ 0 w 667"/>
                  <a:gd name="T55" fmla="*/ 0 h 2442"/>
                  <a:gd name="T56" fmla="*/ 0 w 667"/>
                  <a:gd name="T57" fmla="*/ 0 h 2442"/>
                  <a:gd name="T58" fmla="*/ 0 w 667"/>
                  <a:gd name="T59" fmla="*/ 0 h 24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67"/>
                  <a:gd name="T91" fmla="*/ 0 h 2442"/>
                  <a:gd name="T92" fmla="*/ 667 w 667"/>
                  <a:gd name="T93" fmla="*/ 2442 h 244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67" h="2442">
                    <a:moveTo>
                      <a:pt x="208" y="0"/>
                    </a:moveTo>
                    <a:lnTo>
                      <a:pt x="208" y="88"/>
                    </a:lnTo>
                    <a:lnTo>
                      <a:pt x="618" y="326"/>
                    </a:lnTo>
                    <a:lnTo>
                      <a:pt x="272" y="194"/>
                    </a:lnTo>
                    <a:lnTo>
                      <a:pt x="208" y="440"/>
                    </a:lnTo>
                    <a:lnTo>
                      <a:pt x="272" y="625"/>
                    </a:lnTo>
                    <a:lnTo>
                      <a:pt x="272" y="794"/>
                    </a:lnTo>
                    <a:lnTo>
                      <a:pt x="208" y="1190"/>
                    </a:lnTo>
                    <a:lnTo>
                      <a:pt x="153" y="1543"/>
                    </a:lnTo>
                    <a:lnTo>
                      <a:pt x="185" y="1734"/>
                    </a:lnTo>
                    <a:lnTo>
                      <a:pt x="314" y="1996"/>
                    </a:lnTo>
                    <a:lnTo>
                      <a:pt x="512" y="2218"/>
                    </a:lnTo>
                    <a:lnTo>
                      <a:pt x="667" y="2257"/>
                    </a:lnTo>
                    <a:lnTo>
                      <a:pt x="470" y="2242"/>
                    </a:lnTo>
                    <a:lnTo>
                      <a:pt x="404" y="2273"/>
                    </a:lnTo>
                    <a:lnTo>
                      <a:pt x="404" y="2442"/>
                    </a:lnTo>
                    <a:lnTo>
                      <a:pt x="272" y="2321"/>
                    </a:lnTo>
                    <a:lnTo>
                      <a:pt x="0" y="2400"/>
                    </a:lnTo>
                    <a:lnTo>
                      <a:pt x="245" y="2297"/>
                    </a:lnTo>
                    <a:lnTo>
                      <a:pt x="185" y="2089"/>
                    </a:lnTo>
                    <a:lnTo>
                      <a:pt x="129" y="1801"/>
                    </a:lnTo>
                    <a:lnTo>
                      <a:pt x="116" y="1501"/>
                    </a:lnTo>
                    <a:lnTo>
                      <a:pt x="143" y="1200"/>
                    </a:lnTo>
                    <a:lnTo>
                      <a:pt x="208" y="911"/>
                    </a:lnTo>
                    <a:lnTo>
                      <a:pt x="233" y="756"/>
                    </a:lnTo>
                    <a:lnTo>
                      <a:pt x="233" y="598"/>
                    </a:lnTo>
                    <a:lnTo>
                      <a:pt x="185" y="494"/>
                    </a:lnTo>
                    <a:lnTo>
                      <a:pt x="51" y="440"/>
                    </a:lnTo>
                    <a:lnTo>
                      <a:pt x="185" y="13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59485" name="Freeform 228">
              <a:extLst>
                <a:ext uri="{FF2B5EF4-FFF2-40B4-BE49-F238E27FC236}">
                  <a16:creationId xmlns:a16="http://schemas.microsoft.com/office/drawing/2014/main" id="{36DAD13D-179D-2348-B42D-2DCA4CAC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753"/>
              <a:ext cx="136" cy="305"/>
            </a:xfrm>
            <a:custGeom>
              <a:avLst/>
              <a:gdLst>
                <a:gd name="T0" fmla="*/ 0 w 1088"/>
                <a:gd name="T1" fmla="*/ 0 h 2442"/>
                <a:gd name="T2" fmla="*/ 0 w 1088"/>
                <a:gd name="T3" fmla="*/ 0 h 2442"/>
                <a:gd name="T4" fmla="*/ 0 w 1088"/>
                <a:gd name="T5" fmla="*/ 0 h 2442"/>
                <a:gd name="T6" fmla="*/ 0 w 1088"/>
                <a:gd name="T7" fmla="*/ 0 h 2442"/>
                <a:gd name="T8" fmla="*/ 0 w 1088"/>
                <a:gd name="T9" fmla="*/ 0 h 2442"/>
                <a:gd name="T10" fmla="*/ 0 w 1088"/>
                <a:gd name="T11" fmla="*/ 0 h 2442"/>
                <a:gd name="T12" fmla="*/ 0 w 1088"/>
                <a:gd name="T13" fmla="*/ 0 h 2442"/>
                <a:gd name="T14" fmla="*/ 0 w 1088"/>
                <a:gd name="T15" fmla="*/ 0 h 2442"/>
                <a:gd name="T16" fmla="*/ 0 w 1088"/>
                <a:gd name="T17" fmla="*/ 0 h 2442"/>
                <a:gd name="T18" fmla="*/ 0 w 1088"/>
                <a:gd name="T19" fmla="*/ 0 h 2442"/>
                <a:gd name="T20" fmla="*/ 0 w 1088"/>
                <a:gd name="T21" fmla="*/ 0 h 2442"/>
                <a:gd name="T22" fmla="*/ 0 w 1088"/>
                <a:gd name="T23" fmla="*/ 0 h 2442"/>
                <a:gd name="T24" fmla="*/ 0 w 1088"/>
                <a:gd name="T25" fmla="*/ 0 h 2442"/>
                <a:gd name="T26" fmla="*/ 0 w 1088"/>
                <a:gd name="T27" fmla="*/ 0 h 2442"/>
                <a:gd name="T28" fmla="*/ 0 w 1088"/>
                <a:gd name="T29" fmla="*/ 0 h 2442"/>
                <a:gd name="T30" fmla="*/ 0 w 1088"/>
                <a:gd name="T31" fmla="*/ 0 h 2442"/>
                <a:gd name="T32" fmla="*/ 0 w 1088"/>
                <a:gd name="T33" fmla="*/ 0 h 2442"/>
                <a:gd name="T34" fmla="*/ 0 w 1088"/>
                <a:gd name="T35" fmla="*/ 0 h 2442"/>
                <a:gd name="T36" fmla="*/ 0 w 1088"/>
                <a:gd name="T37" fmla="*/ 0 h 2442"/>
                <a:gd name="T38" fmla="*/ 0 w 1088"/>
                <a:gd name="T39" fmla="*/ 0 h 2442"/>
                <a:gd name="T40" fmla="*/ 0 w 1088"/>
                <a:gd name="T41" fmla="*/ 0 h 2442"/>
                <a:gd name="T42" fmla="*/ 0 w 1088"/>
                <a:gd name="T43" fmla="*/ 0 h 2442"/>
                <a:gd name="T44" fmla="*/ 0 w 1088"/>
                <a:gd name="T45" fmla="*/ 0 h 2442"/>
                <a:gd name="T46" fmla="*/ 0 w 1088"/>
                <a:gd name="T47" fmla="*/ 0 h 2442"/>
                <a:gd name="T48" fmla="*/ 0 w 1088"/>
                <a:gd name="T49" fmla="*/ 0 h 2442"/>
                <a:gd name="T50" fmla="*/ 0 w 1088"/>
                <a:gd name="T51" fmla="*/ 0 h 2442"/>
                <a:gd name="T52" fmla="*/ 0 w 1088"/>
                <a:gd name="T53" fmla="*/ 0 h 2442"/>
                <a:gd name="T54" fmla="*/ 0 w 1088"/>
                <a:gd name="T55" fmla="*/ 0 h 2442"/>
                <a:gd name="T56" fmla="*/ 0 w 1088"/>
                <a:gd name="T57" fmla="*/ 0 h 2442"/>
                <a:gd name="T58" fmla="*/ 0 w 1088"/>
                <a:gd name="T59" fmla="*/ 0 h 2442"/>
                <a:gd name="T60" fmla="*/ 0 w 1088"/>
                <a:gd name="T61" fmla="*/ 0 h 2442"/>
                <a:gd name="T62" fmla="*/ 0 w 1088"/>
                <a:gd name="T63" fmla="*/ 0 h 2442"/>
                <a:gd name="T64" fmla="*/ 0 w 1088"/>
                <a:gd name="T65" fmla="*/ 0 h 2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88"/>
                <a:gd name="T100" fmla="*/ 0 h 2442"/>
                <a:gd name="T101" fmla="*/ 1088 w 1088"/>
                <a:gd name="T102" fmla="*/ 2442 h 2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88" h="2442">
                  <a:moveTo>
                    <a:pt x="1035" y="0"/>
                  </a:moveTo>
                  <a:lnTo>
                    <a:pt x="958" y="116"/>
                  </a:lnTo>
                  <a:lnTo>
                    <a:pt x="943" y="238"/>
                  </a:lnTo>
                  <a:lnTo>
                    <a:pt x="943" y="455"/>
                  </a:lnTo>
                  <a:lnTo>
                    <a:pt x="931" y="784"/>
                  </a:lnTo>
                  <a:lnTo>
                    <a:pt x="866" y="1292"/>
                  </a:lnTo>
                  <a:lnTo>
                    <a:pt x="838" y="1672"/>
                  </a:lnTo>
                  <a:lnTo>
                    <a:pt x="853" y="1894"/>
                  </a:lnTo>
                  <a:lnTo>
                    <a:pt x="890" y="2074"/>
                  </a:lnTo>
                  <a:lnTo>
                    <a:pt x="943" y="2207"/>
                  </a:lnTo>
                  <a:lnTo>
                    <a:pt x="1023" y="2338"/>
                  </a:lnTo>
                  <a:lnTo>
                    <a:pt x="1088" y="2378"/>
                  </a:lnTo>
                  <a:lnTo>
                    <a:pt x="980" y="2442"/>
                  </a:lnTo>
                  <a:lnTo>
                    <a:pt x="866" y="2442"/>
                  </a:lnTo>
                  <a:lnTo>
                    <a:pt x="866" y="2232"/>
                  </a:lnTo>
                  <a:lnTo>
                    <a:pt x="798" y="2052"/>
                  </a:lnTo>
                  <a:lnTo>
                    <a:pt x="576" y="1424"/>
                  </a:lnTo>
                  <a:lnTo>
                    <a:pt x="156" y="1488"/>
                  </a:lnTo>
                  <a:lnTo>
                    <a:pt x="75" y="1474"/>
                  </a:lnTo>
                  <a:lnTo>
                    <a:pt x="391" y="1345"/>
                  </a:lnTo>
                  <a:lnTo>
                    <a:pt x="341" y="1228"/>
                  </a:lnTo>
                  <a:lnTo>
                    <a:pt x="0" y="1228"/>
                  </a:lnTo>
                  <a:lnTo>
                    <a:pt x="260" y="1110"/>
                  </a:lnTo>
                  <a:lnTo>
                    <a:pt x="456" y="1096"/>
                  </a:lnTo>
                  <a:lnTo>
                    <a:pt x="417" y="849"/>
                  </a:lnTo>
                  <a:lnTo>
                    <a:pt x="798" y="1905"/>
                  </a:lnTo>
                  <a:lnTo>
                    <a:pt x="798" y="1608"/>
                  </a:lnTo>
                  <a:lnTo>
                    <a:pt x="838" y="1257"/>
                  </a:lnTo>
                  <a:lnTo>
                    <a:pt x="890" y="863"/>
                  </a:lnTo>
                  <a:lnTo>
                    <a:pt x="919" y="575"/>
                  </a:lnTo>
                  <a:lnTo>
                    <a:pt x="919" y="169"/>
                  </a:lnTo>
                  <a:lnTo>
                    <a:pt x="972" y="5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486" name="Freeform 229">
              <a:extLst>
                <a:ext uri="{FF2B5EF4-FFF2-40B4-BE49-F238E27FC236}">
                  <a16:creationId xmlns:a16="http://schemas.microsoft.com/office/drawing/2014/main" id="{30CA33C2-6DD4-4C4F-BD24-1E26C9F1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97"/>
              <a:ext cx="181" cy="263"/>
            </a:xfrm>
            <a:custGeom>
              <a:avLst/>
              <a:gdLst>
                <a:gd name="T0" fmla="*/ 0 w 1444"/>
                <a:gd name="T1" fmla="*/ 0 h 2100"/>
                <a:gd name="T2" fmla="*/ 0 w 1444"/>
                <a:gd name="T3" fmla="*/ 0 h 2100"/>
                <a:gd name="T4" fmla="*/ 0 w 1444"/>
                <a:gd name="T5" fmla="*/ 0 h 2100"/>
                <a:gd name="T6" fmla="*/ 0 w 1444"/>
                <a:gd name="T7" fmla="*/ 0 h 2100"/>
                <a:gd name="T8" fmla="*/ 0 w 1444"/>
                <a:gd name="T9" fmla="*/ 0 h 2100"/>
                <a:gd name="T10" fmla="*/ 0 w 1444"/>
                <a:gd name="T11" fmla="*/ 0 h 2100"/>
                <a:gd name="T12" fmla="*/ 0 w 1444"/>
                <a:gd name="T13" fmla="*/ 0 h 2100"/>
                <a:gd name="T14" fmla="*/ 0 w 1444"/>
                <a:gd name="T15" fmla="*/ 0 h 2100"/>
                <a:gd name="T16" fmla="*/ 0 w 1444"/>
                <a:gd name="T17" fmla="*/ 0 h 2100"/>
                <a:gd name="T18" fmla="*/ 0 w 1444"/>
                <a:gd name="T19" fmla="*/ 0 h 2100"/>
                <a:gd name="T20" fmla="*/ 0 w 1444"/>
                <a:gd name="T21" fmla="*/ 0 h 2100"/>
                <a:gd name="T22" fmla="*/ 0 w 1444"/>
                <a:gd name="T23" fmla="*/ 0 h 2100"/>
                <a:gd name="T24" fmla="*/ 0 w 1444"/>
                <a:gd name="T25" fmla="*/ 0 h 2100"/>
                <a:gd name="T26" fmla="*/ 0 w 1444"/>
                <a:gd name="T27" fmla="*/ 0 h 2100"/>
                <a:gd name="T28" fmla="*/ 0 w 1444"/>
                <a:gd name="T29" fmla="*/ 0 h 2100"/>
                <a:gd name="T30" fmla="*/ 0 w 1444"/>
                <a:gd name="T31" fmla="*/ 0 h 2100"/>
                <a:gd name="T32" fmla="*/ 0 w 1444"/>
                <a:gd name="T33" fmla="*/ 0 h 2100"/>
                <a:gd name="T34" fmla="*/ 0 w 1444"/>
                <a:gd name="T35" fmla="*/ 0 h 2100"/>
                <a:gd name="T36" fmla="*/ 0 w 1444"/>
                <a:gd name="T37" fmla="*/ 0 h 2100"/>
                <a:gd name="T38" fmla="*/ 0 w 1444"/>
                <a:gd name="T39" fmla="*/ 0 h 2100"/>
                <a:gd name="T40" fmla="*/ 0 w 1444"/>
                <a:gd name="T41" fmla="*/ 0 h 2100"/>
                <a:gd name="T42" fmla="*/ 0 w 1444"/>
                <a:gd name="T43" fmla="*/ 0 h 2100"/>
                <a:gd name="T44" fmla="*/ 0 w 1444"/>
                <a:gd name="T45" fmla="*/ 0 h 2100"/>
                <a:gd name="T46" fmla="*/ 0 w 1444"/>
                <a:gd name="T47" fmla="*/ 0 h 2100"/>
                <a:gd name="T48" fmla="*/ 0 w 1444"/>
                <a:gd name="T49" fmla="*/ 0 h 2100"/>
                <a:gd name="T50" fmla="*/ 0 w 1444"/>
                <a:gd name="T51" fmla="*/ 0 h 2100"/>
                <a:gd name="T52" fmla="*/ 0 w 1444"/>
                <a:gd name="T53" fmla="*/ 0 h 2100"/>
                <a:gd name="T54" fmla="*/ 0 w 1444"/>
                <a:gd name="T55" fmla="*/ 0 h 2100"/>
                <a:gd name="T56" fmla="*/ 0 w 1444"/>
                <a:gd name="T57" fmla="*/ 0 h 2100"/>
                <a:gd name="T58" fmla="*/ 0 w 1444"/>
                <a:gd name="T59" fmla="*/ 0 h 2100"/>
                <a:gd name="T60" fmla="*/ 0 w 1444"/>
                <a:gd name="T61" fmla="*/ 0 h 2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44"/>
                <a:gd name="T94" fmla="*/ 0 h 2100"/>
                <a:gd name="T95" fmla="*/ 1444 w 1444"/>
                <a:gd name="T96" fmla="*/ 2100 h 21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44" h="2100">
                  <a:moveTo>
                    <a:pt x="198" y="1931"/>
                  </a:moveTo>
                  <a:lnTo>
                    <a:pt x="407" y="1995"/>
                  </a:lnTo>
                  <a:lnTo>
                    <a:pt x="589" y="2100"/>
                  </a:lnTo>
                  <a:lnTo>
                    <a:pt x="446" y="1931"/>
                  </a:lnTo>
                  <a:lnTo>
                    <a:pt x="343" y="1841"/>
                  </a:lnTo>
                  <a:lnTo>
                    <a:pt x="248" y="1826"/>
                  </a:lnTo>
                  <a:lnTo>
                    <a:pt x="211" y="1812"/>
                  </a:lnTo>
                  <a:lnTo>
                    <a:pt x="211" y="1632"/>
                  </a:lnTo>
                  <a:lnTo>
                    <a:pt x="264" y="1593"/>
                  </a:lnTo>
                  <a:lnTo>
                    <a:pt x="499" y="1498"/>
                  </a:lnTo>
                  <a:lnTo>
                    <a:pt x="776" y="1318"/>
                  </a:lnTo>
                  <a:lnTo>
                    <a:pt x="1025" y="1070"/>
                  </a:lnTo>
                  <a:lnTo>
                    <a:pt x="1444" y="495"/>
                  </a:lnTo>
                  <a:lnTo>
                    <a:pt x="1444" y="403"/>
                  </a:lnTo>
                  <a:lnTo>
                    <a:pt x="1092" y="834"/>
                  </a:lnTo>
                  <a:lnTo>
                    <a:pt x="710" y="1217"/>
                  </a:lnTo>
                  <a:lnTo>
                    <a:pt x="369" y="1448"/>
                  </a:lnTo>
                  <a:lnTo>
                    <a:pt x="578" y="1081"/>
                  </a:lnTo>
                  <a:lnTo>
                    <a:pt x="684" y="732"/>
                  </a:lnTo>
                  <a:lnTo>
                    <a:pt x="710" y="495"/>
                  </a:lnTo>
                  <a:lnTo>
                    <a:pt x="879" y="140"/>
                  </a:lnTo>
                  <a:lnTo>
                    <a:pt x="1117" y="0"/>
                  </a:lnTo>
                  <a:lnTo>
                    <a:pt x="855" y="127"/>
                  </a:lnTo>
                  <a:lnTo>
                    <a:pt x="644" y="442"/>
                  </a:lnTo>
                  <a:lnTo>
                    <a:pt x="644" y="769"/>
                  </a:lnTo>
                  <a:lnTo>
                    <a:pt x="525" y="1081"/>
                  </a:lnTo>
                  <a:lnTo>
                    <a:pt x="356" y="1371"/>
                  </a:lnTo>
                  <a:lnTo>
                    <a:pt x="184" y="1604"/>
                  </a:lnTo>
                  <a:lnTo>
                    <a:pt x="184" y="1826"/>
                  </a:lnTo>
                  <a:lnTo>
                    <a:pt x="0" y="1905"/>
                  </a:lnTo>
                  <a:lnTo>
                    <a:pt x="198" y="19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487" name="Freeform 230">
              <a:extLst>
                <a:ext uri="{FF2B5EF4-FFF2-40B4-BE49-F238E27FC236}">
                  <a16:creationId xmlns:a16="http://schemas.microsoft.com/office/drawing/2014/main" id="{D4C523EB-6F55-A242-8A34-7B20A82C0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70"/>
              <a:ext cx="102" cy="96"/>
            </a:xfrm>
            <a:custGeom>
              <a:avLst/>
              <a:gdLst>
                <a:gd name="T0" fmla="*/ 0 w 818"/>
                <a:gd name="T1" fmla="*/ 0 h 773"/>
                <a:gd name="T2" fmla="*/ 0 w 818"/>
                <a:gd name="T3" fmla="*/ 0 h 773"/>
                <a:gd name="T4" fmla="*/ 0 w 818"/>
                <a:gd name="T5" fmla="*/ 0 h 773"/>
                <a:gd name="T6" fmla="*/ 0 w 818"/>
                <a:gd name="T7" fmla="*/ 0 h 773"/>
                <a:gd name="T8" fmla="*/ 0 w 818"/>
                <a:gd name="T9" fmla="*/ 0 h 773"/>
                <a:gd name="T10" fmla="*/ 0 w 818"/>
                <a:gd name="T11" fmla="*/ 0 h 773"/>
                <a:gd name="T12" fmla="*/ 0 w 818"/>
                <a:gd name="T13" fmla="*/ 0 h 773"/>
                <a:gd name="T14" fmla="*/ 0 w 818"/>
                <a:gd name="T15" fmla="*/ 0 h 773"/>
                <a:gd name="T16" fmla="*/ 0 w 818"/>
                <a:gd name="T17" fmla="*/ 0 h 773"/>
                <a:gd name="T18" fmla="*/ 0 w 818"/>
                <a:gd name="T19" fmla="*/ 0 h 773"/>
                <a:gd name="T20" fmla="*/ 0 w 818"/>
                <a:gd name="T21" fmla="*/ 0 h 773"/>
                <a:gd name="T22" fmla="*/ 0 w 818"/>
                <a:gd name="T23" fmla="*/ 0 h 773"/>
                <a:gd name="T24" fmla="*/ 0 w 818"/>
                <a:gd name="T25" fmla="*/ 0 h 773"/>
                <a:gd name="T26" fmla="*/ 0 w 818"/>
                <a:gd name="T27" fmla="*/ 0 h 773"/>
                <a:gd name="T28" fmla="*/ 0 w 818"/>
                <a:gd name="T29" fmla="*/ 0 h 773"/>
                <a:gd name="T30" fmla="*/ 0 w 818"/>
                <a:gd name="T31" fmla="*/ 0 h 773"/>
                <a:gd name="T32" fmla="*/ 0 w 818"/>
                <a:gd name="T33" fmla="*/ 0 h 773"/>
                <a:gd name="T34" fmla="*/ 0 w 818"/>
                <a:gd name="T35" fmla="*/ 0 h 773"/>
                <a:gd name="T36" fmla="*/ 0 w 818"/>
                <a:gd name="T37" fmla="*/ 0 h 7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18"/>
                <a:gd name="T58" fmla="*/ 0 h 773"/>
                <a:gd name="T59" fmla="*/ 818 w 818"/>
                <a:gd name="T60" fmla="*/ 773 h 7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18" h="773">
                  <a:moveTo>
                    <a:pt x="671" y="0"/>
                  </a:moveTo>
                  <a:lnTo>
                    <a:pt x="776" y="184"/>
                  </a:lnTo>
                  <a:lnTo>
                    <a:pt x="818" y="419"/>
                  </a:lnTo>
                  <a:lnTo>
                    <a:pt x="818" y="564"/>
                  </a:lnTo>
                  <a:lnTo>
                    <a:pt x="739" y="758"/>
                  </a:lnTo>
                  <a:lnTo>
                    <a:pt x="606" y="773"/>
                  </a:lnTo>
                  <a:lnTo>
                    <a:pt x="369" y="654"/>
                  </a:lnTo>
                  <a:lnTo>
                    <a:pt x="226" y="498"/>
                  </a:lnTo>
                  <a:lnTo>
                    <a:pt x="0" y="14"/>
                  </a:lnTo>
                  <a:lnTo>
                    <a:pt x="161" y="290"/>
                  </a:lnTo>
                  <a:lnTo>
                    <a:pt x="435" y="512"/>
                  </a:lnTo>
                  <a:lnTo>
                    <a:pt x="739" y="588"/>
                  </a:lnTo>
                  <a:lnTo>
                    <a:pt x="752" y="474"/>
                  </a:lnTo>
                  <a:lnTo>
                    <a:pt x="712" y="327"/>
                  </a:lnTo>
                  <a:lnTo>
                    <a:pt x="620" y="235"/>
                  </a:lnTo>
                  <a:lnTo>
                    <a:pt x="477" y="184"/>
                  </a:lnTo>
                  <a:lnTo>
                    <a:pt x="620" y="147"/>
                  </a:lnTo>
                  <a:lnTo>
                    <a:pt x="671" y="6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488" name="Freeform 231">
              <a:extLst>
                <a:ext uri="{FF2B5EF4-FFF2-40B4-BE49-F238E27FC236}">
                  <a16:creationId xmlns:a16="http://schemas.microsoft.com/office/drawing/2014/main" id="{EF78E744-93E5-CE48-BF42-A442275C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93"/>
              <a:ext cx="264" cy="76"/>
            </a:xfrm>
            <a:custGeom>
              <a:avLst/>
              <a:gdLst>
                <a:gd name="T0" fmla="*/ 0 w 2111"/>
                <a:gd name="T1" fmla="*/ 0 h 613"/>
                <a:gd name="T2" fmla="*/ 0 w 2111"/>
                <a:gd name="T3" fmla="*/ 0 h 613"/>
                <a:gd name="T4" fmla="*/ 0 w 2111"/>
                <a:gd name="T5" fmla="*/ 0 h 613"/>
                <a:gd name="T6" fmla="*/ 0 w 2111"/>
                <a:gd name="T7" fmla="*/ 0 h 613"/>
                <a:gd name="T8" fmla="*/ 0 w 2111"/>
                <a:gd name="T9" fmla="*/ 0 h 613"/>
                <a:gd name="T10" fmla="*/ 0 w 2111"/>
                <a:gd name="T11" fmla="*/ 0 h 613"/>
                <a:gd name="T12" fmla="*/ 0 w 2111"/>
                <a:gd name="T13" fmla="*/ 0 h 613"/>
                <a:gd name="T14" fmla="*/ 0 w 2111"/>
                <a:gd name="T15" fmla="*/ 0 h 613"/>
                <a:gd name="T16" fmla="*/ 0 w 2111"/>
                <a:gd name="T17" fmla="*/ 0 h 613"/>
                <a:gd name="T18" fmla="*/ 0 w 2111"/>
                <a:gd name="T19" fmla="*/ 0 h 613"/>
                <a:gd name="T20" fmla="*/ 0 w 2111"/>
                <a:gd name="T21" fmla="*/ 0 h 613"/>
                <a:gd name="T22" fmla="*/ 0 w 2111"/>
                <a:gd name="T23" fmla="*/ 0 h 613"/>
                <a:gd name="T24" fmla="*/ 0 w 2111"/>
                <a:gd name="T25" fmla="*/ 0 h 613"/>
                <a:gd name="T26" fmla="*/ 0 w 2111"/>
                <a:gd name="T27" fmla="*/ 0 h 613"/>
                <a:gd name="T28" fmla="*/ 0 w 2111"/>
                <a:gd name="T29" fmla="*/ 0 h 613"/>
                <a:gd name="T30" fmla="*/ 0 w 2111"/>
                <a:gd name="T31" fmla="*/ 0 h 613"/>
                <a:gd name="T32" fmla="*/ 0 w 2111"/>
                <a:gd name="T33" fmla="*/ 0 h 613"/>
                <a:gd name="T34" fmla="*/ 0 w 2111"/>
                <a:gd name="T35" fmla="*/ 0 h 613"/>
                <a:gd name="T36" fmla="*/ 0 w 2111"/>
                <a:gd name="T37" fmla="*/ 0 h 613"/>
                <a:gd name="T38" fmla="*/ 0 w 2111"/>
                <a:gd name="T39" fmla="*/ 0 h 613"/>
                <a:gd name="T40" fmla="*/ 0 w 2111"/>
                <a:gd name="T41" fmla="*/ 0 h 613"/>
                <a:gd name="T42" fmla="*/ 0 w 2111"/>
                <a:gd name="T43" fmla="*/ 0 h 613"/>
                <a:gd name="T44" fmla="*/ 0 w 2111"/>
                <a:gd name="T45" fmla="*/ 0 h 613"/>
                <a:gd name="T46" fmla="*/ 0 w 2111"/>
                <a:gd name="T47" fmla="*/ 0 h 613"/>
                <a:gd name="T48" fmla="*/ 0 w 2111"/>
                <a:gd name="T49" fmla="*/ 0 h 613"/>
                <a:gd name="T50" fmla="*/ 0 w 2111"/>
                <a:gd name="T51" fmla="*/ 0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11"/>
                <a:gd name="T79" fmla="*/ 0 h 613"/>
                <a:gd name="T80" fmla="*/ 2111 w 2111"/>
                <a:gd name="T81" fmla="*/ 613 h 6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11" h="613">
                  <a:moveTo>
                    <a:pt x="2111" y="613"/>
                  </a:moveTo>
                  <a:lnTo>
                    <a:pt x="1718" y="602"/>
                  </a:lnTo>
                  <a:lnTo>
                    <a:pt x="1194" y="549"/>
                  </a:lnTo>
                  <a:lnTo>
                    <a:pt x="593" y="380"/>
                  </a:lnTo>
                  <a:lnTo>
                    <a:pt x="103" y="301"/>
                  </a:lnTo>
                  <a:lnTo>
                    <a:pt x="26" y="235"/>
                  </a:lnTo>
                  <a:lnTo>
                    <a:pt x="0" y="90"/>
                  </a:lnTo>
                  <a:lnTo>
                    <a:pt x="353" y="143"/>
                  </a:lnTo>
                  <a:lnTo>
                    <a:pt x="364" y="0"/>
                  </a:lnTo>
                  <a:lnTo>
                    <a:pt x="406" y="143"/>
                  </a:lnTo>
                  <a:lnTo>
                    <a:pt x="643" y="143"/>
                  </a:lnTo>
                  <a:lnTo>
                    <a:pt x="419" y="249"/>
                  </a:lnTo>
                  <a:lnTo>
                    <a:pt x="445" y="328"/>
                  </a:lnTo>
                  <a:lnTo>
                    <a:pt x="929" y="290"/>
                  </a:lnTo>
                  <a:lnTo>
                    <a:pt x="1243" y="301"/>
                  </a:lnTo>
                  <a:lnTo>
                    <a:pt x="1586" y="362"/>
                  </a:lnTo>
                  <a:lnTo>
                    <a:pt x="1773" y="433"/>
                  </a:lnTo>
                  <a:lnTo>
                    <a:pt x="1625" y="249"/>
                  </a:lnTo>
                  <a:lnTo>
                    <a:pt x="1494" y="169"/>
                  </a:lnTo>
                  <a:lnTo>
                    <a:pt x="1221" y="106"/>
                  </a:lnTo>
                  <a:lnTo>
                    <a:pt x="1549" y="106"/>
                  </a:lnTo>
                  <a:lnTo>
                    <a:pt x="1747" y="235"/>
                  </a:lnTo>
                  <a:lnTo>
                    <a:pt x="1821" y="393"/>
                  </a:lnTo>
                  <a:lnTo>
                    <a:pt x="1929" y="496"/>
                  </a:lnTo>
                  <a:lnTo>
                    <a:pt x="2019" y="574"/>
                  </a:lnTo>
                  <a:lnTo>
                    <a:pt x="2111" y="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489" name="Freeform 232">
              <a:extLst>
                <a:ext uri="{FF2B5EF4-FFF2-40B4-BE49-F238E27FC236}">
                  <a16:creationId xmlns:a16="http://schemas.microsoft.com/office/drawing/2014/main" id="{64A0BCDE-6DE2-A14A-ADF9-3BB332F3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8"/>
              <a:ext cx="114" cy="91"/>
            </a:xfrm>
            <a:custGeom>
              <a:avLst/>
              <a:gdLst>
                <a:gd name="T0" fmla="*/ 0 w 905"/>
                <a:gd name="T1" fmla="*/ 0 h 731"/>
                <a:gd name="T2" fmla="*/ 0 w 905"/>
                <a:gd name="T3" fmla="*/ 0 h 731"/>
                <a:gd name="T4" fmla="*/ 0 w 905"/>
                <a:gd name="T5" fmla="*/ 0 h 731"/>
                <a:gd name="T6" fmla="*/ 0 w 905"/>
                <a:gd name="T7" fmla="*/ 0 h 731"/>
                <a:gd name="T8" fmla="*/ 0 w 905"/>
                <a:gd name="T9" fmla="*/ 0 h 731"/>
                <a:gd name="T10" fmla="*/ 0 w 905"/>
                <a:gd name="T11" fmla="*/ 0 h 731"/>
                <a:gd name="T12" fmla="*/ 0 w 905"/>
                <a:gd name="T13" fmla="*/ 0 h 731"/>
                <a:gd name="T14" fmla="*/ 0 w 905"/>
                <a:gd name="T15" fmla="*/ 0 h 731"/>
                <a:gd name="T16" fmla="*/ 0 w 905"/>
                <a:gd name="T17" fmla="*/ 0 h 731"/>
                <a:gd name="T18" fmla="*/ 0 w 905"/>
                <a:gd name="T19" fmla="*/ 0 h 731"/>
                <a:gd name="T20" fmla="*/ 0 w 905"/>
                <a:gd name="T21" fmla="*/ 0 h 731"/>
                <a:gd name="T22" fmla="*/ 0 w 905"/>
                <a:gd name="T23" fmla="*/ 0 h 731"/>
                <a:gd name="T24" fmla="*/ 0 w 905"/>
                <a:gd name="T25" fmla="*/ 0 h 731"/>
                <a:gd name="T26" fmla="*/ 0 w 905"/>
                <a:gd name="T27" fmla="*/ 0 h 731"/>
                <a:gd name="T28" fmla="*/ 0 w 905"/>
                <a:gd name="T29" fmla="*/ 0 h 731"/>
                <a:gd name="T30" fmla="*/ 0 w 905"/>
                <a:gd name="T31" fmla="*/ 0 h 731"/>
                <a:gd name="T32" fmla="*/ 0 w 905"/>
                <a:gd name="T33" fmla="*/ 0 h 731"/>
                <a:gd name="T34" fmla="*/ 0 w 905"/>
                <a:gd name="T35" fmla="*/ 0 h 731"/>
                <a:gd name="T36" fmla="*/ 0 w 905"/>
                <a:gd name="T37" fmla="*/ 0 h 731"/>
                <a:gd name="T38" fmla="*/ 0 w 905"/>
                <a:gd name="T39" fmla="*/ 0 h 731"/>
                <a:gd name="T40" fmla="*/ 0 w 905"/>
                <a:gd name="T41" fmla="*/ 0 h 731"/>
                <a:gd name="T42" fmla="*/ 0 w 905"/>
                <a:gd name="T43" fmla="*/ 0 h 731"/>
                <a:gd name="T44" fmla="*/ 0 w 905"/>
                <a:gd name="T45" fmla="*/ 0 h 731"/>
                <a:gd name="T46" fmla="*/ 0 w 905"/>
                <a:gd name="T47" fmla="*/ 0 h 731"/>
                <a:gd name="T48" fmla="*/ 0 w 905"/>
                <a:gd name="T49" fmla="*/ 0 h 731"/>
                <a:gd name="T50" fmla="*/ 0 w 905"/>
                <a:gd name="T51" fmla="*/ 0 h 731"/>
                <a:gd name="T52" fmla="*/ 0 w 905"/>
                <a:gd name="T53" fmla="*/ 0 h 731"/>
                <a:gd name="T54" fmla="*/ 0 w 905"/>
                <a:gd name="T55" fmla="*/ 0 h 731"/>
                <a:gd name="T56" fmla="*/ 0 w 905"/>
                <a:gd name="T57" fmla="*/ 0 h 731"/>
                <a:gd name="T58" fmla="*/ 0 w 905"/>
                <a:gd name="T59" fmla="*/ 0 h 731"/>
                <a:gd name="T60" fmla="*/ 0 w 905"/>
                <a:gd name="T61" fmla="*/ 0 h 731"/>
                <a:gd name="T62" fmla="*/ 0 w 905"/>
                <a:gd name="T63" fmla="*/ 0 h 731"/>
                <a:gd name="T64" fmla="*/ 0 w 905"/>
                <a:gd name="T65" fmla="*/ 0 h 7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05"/>
                <a:gd name="T100" fmla="*/ 0 h 731"/>
                <a:gd name="T101" fmla="*/ 905 w 905"/>
                <a:gd name="T102" fmla="*/ 731 h 7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05" h="731">
                  <a:moveTo>
                    <a:pt x="168" y="731"/>
                  </a:moveTo>
                  <a:lnTo>
                    <a:pt x="301" y="612"/>
                  </a:lnTo>
                  <a:lnTo>
                    <a:pt x="301" y="563"/>
                  </a:lnTo>
                  <a:lnTo>
                    <a:pt x="263" y="512"/>
                  </a:lnTo>
                  <a:lnTo>
                    <a:pt x="143" y="457"/>
                  </a:lnTo>
                  <a:lnTo>
                    <a:pt x="26" y="417"/>
                  </a:lnTo>
                  <a:lnTo>
                    <a:pt x="0" y="393"/>
                  </a:lnTo>
                  <a:lnTo>
                    <a:pt x="0" y="340"/>
                  </a:lnTo>
                  <a:lnTo>
                    <a:pt x="26" y="312"/>
                  </a:lnTo>
                  <a:lnTo>
                    <a:pt x="103" y="275"/>
                  </a:lnTo>
                  <a:lnTo>
                    <a:pt x="118" y="312"/>
                  </a:lnTo>
                  <a:lnTo>
                    <a:pt x="158" y="351"/>
                  </a:lnTo>
                  <a:lnTo>
                    <a:pt x="301" y="379"/>
                  </a:lnTo>
                  <a:lnTo>
                    <a:pt x="285" y="287"/>
                  </a:lnTo>
                  <a:lnTo>
                    <a:pt x="221" y="208"/>
                  </a:lnTo>
                  <a:lnTo>
                    <a:pt x="143" y="129"/>
                  </a:lnTo>
                  <a:lnTo>
                    <a:pt x="13" y="54"/>
                  </a:lnTo>
                  <a:lnTo>
                    <a:pt x="90" y="39"/>
                  </a:lnTo>
                  <a:lnTo>
                    <a:pt x="237" y="79"/>
                  </a:lnTo>
                  <a:lnTo>
                    <a:pt x="364" y="158"/>
                  </a:lnTo>
                  <a:lnTo>
                    <a:pt x="472" y="298"/>
                  </a:lnTo>
                  <a:lnTo>
                    <a:pt x="617" y="235"/>
                  </a:lnTo>
                  <a:lnTo>
                    <a:pt x="461" y="158"/>
                  </a:lnTo>
                  <a:lnTo>
                    <a:pt x="433" y="118"/>
                  </a:lnTo>
                  <a:lnTo>
                    <a:pt x="461" y="79"/>
                  </a:lnTo>
                  <a:lnTo>
                    <a:pt x="562" y="39"/>
                  </a:lnTo>
                  <a:lnTo>
                    <a:pt x="747" y="0"/>
                  </a:lnTo>
                  <a:lnTo>
                    <a:pt x="905" y="0"/>
                  </a:lnTo>
                  <a:lnTo>
                    <a:pt x="823" y="158"/>
                  </a:lnTo>
                  <a:lnTo>
                    <a:pt x="643" y="362"/>
                  </a:lnTo>
                  <a:lnTo>
                    <a:pt x="445" y="549"/>
                  </a:lnTo>
                  <a:lnTo>
                    <a:pt x="301" y="667"/>
                  </a:lnTo>
                  <a:lnTo>
                    <a:pt x="168" y="7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490" name="Freeform 233">
              <a:extLst>
                <a:ext uri="{FF2B5EF4-FFF2-40B4-BE49-F238E27FC236}">
                  <a16:creationId xmlns:a16="http://schemas.microsoft.com/office/drawing/2014/main" id="{DAEB3B7A-CF98-3745-A747-B5DE2B64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53"/>
              <a:ext cx="20" cy="97"/>
            </a:xfrm>
            <a:custGeom>
              <a:avLst/>
              <a:gdLst>
                <a:gd name="T0" fmla="*/ 0 w 157"/>
                <a:gd name="T1" fmla="*/ 0 h 771"/>
                <a:gd name="T2" fmla="*/ 0 w 157"/>
                <a:gd name="T3" fmla="*/ 0 h 771"/>
                <a:gd name="T4" fmla="*/ 0 w 157"/>
                <a:gd name="T5" fmla="*/ 0 h 771"/>
                <a:gd name="T6" fmla="*/ 0 w 157"/>
                <a:gd name="T7" fmla="*/ 0 h 771"/>
                <a:gd name="T8" fmla="*/ 0 w 157"/>
                <a:gd name="T9" fmla="*/ 0 h 771"/>
                <a:gd name="T10" fmla="*/ 0 w 157"/>
                <a:gd name="T11" fmla="*/ 0 h 771"/>
                <a:gd name="T12" fmla="*/ 0 w 157"/>
                <a:gd name="T13" fmla="*/ 0 h 771"/>
                <a:gd name="T14" fmla="*/ 0 w 157"/>
                <a:gd name="T15" fmla="*/ 0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7"/>
                <a:gd name="T25" fmla="*/ 0 h 771"/>
                <a:gd name="T26" fmla="*/ 157 w 157"/>
                <a:gd name="T27" fmla="*/ 771 h 7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7" h="771">
                  <a:moveTo>
                    <a:pt x="65" y="116"/>
                  </a:moveTo>
                  <a:lnTo>
                    <a:pt x="90" y="378"/>
                  </a:lnTo>
                  <a:lnTo>
                    <a:pt x="132" y="626"/>
                  </a:lnTo>
                  <a:lnTo>
                    <a:pt x="157" y="771"/>
                  </a:lnTo>
                  <a:lnTo>
                    <a:pt x="24" y="354"/>
                  </a:lnTo>
                  <a:lnTo>
                    <a:pt x="0" y="222"/>
                  </a:lnTo>
                  <a:lnTo>
                    <a:pt x="51" y="0"/>
                  </a:lnTo>
                  <a:lnTo>
                    <a:pt x="6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59408" name="AutoShape 234">
            <a:extLst>
              <a:ext uri="{FF2B5EF4-FFF2-40B4-BE49-F238E27FC236}">
                <a16:creationId xmlns:a16="http://schemas.microsoft.com/office/drawing/2014/main" id="{DF5FE362-437B-D44A-AF1A-A63EBC830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5105400"/>
            <a:ext cx="404812" cy="188913"/>
          </a:xfrm>
          <a:prstGeom prst="rightArrow">
            <a:avLst>
              <a:gd name="adj1" fmla="val 50000"/>
              <a:gd name="adj2" fmla="val 53571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9409" name="Text Box 235">
            <a:extLst>
              <a:ext uri="{FF2B5EF4-FFF2-40B4-BE49-F238E27FC236}">
                <a16:creationId xmlns:a16="http://schemas.microsoft.com/office/drawing/2014/main" id="{74C6A0AC-A148-E743-8830-D6ADD8D68E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4913" y="2286000"/>
            <a:ext cx="7223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Fase</a:t>
            </a:r>
          </a:p>
        </p:txBody>
      </p:sp>
      <p:sp>
        <p:nvSpPr>
          <p:cNvPr id="59410" name="Text Box 236">
            <a:extLst>
              <a:ext uri="{FF2B5EF4-FFF2-40B4-BE49-F238E27FC236}">
                <a16:creationId xmlns:a16="http://schemas.microsoft.com/office/drawing/2014/main" id="{2EED0780-8E2F-E34F-866C-8629BA16E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713" y="2438400"/>
            <a:ext cx="9398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gate anterior</a:t>
            </a:r>
          </a:p>
        </p:txBody>
      </p:sp>
      <p:sp>
        <p:nvSpPr>
          <p:cNvPr id="59411" name="Text Box 237">
            <a:extLst>
              <a:ext uri="{FF2B5EF4-FFF2-40B4-BE49-F238E27FC236}">
                <a16:creationId xmlns:a16="http://schemas.microsoft.com/office/drawing/2014/main" id="{678DDFD0-C7CB-E34E-959C-5DBFC5812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1188" y="2538413"/>
            <a:ext cx="8128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gate atual</a:t>
            </a:r>
          </a:p>
        </p:txBody>
      </p:sp>
      <p:grpSp>
        <p:nvGrpSpPr>
          <p:cNvPr id="59412" name="Group 238">
            <a:extLst>
              <a:ext uri="{FF2B5EF4-FFF2-40B4-BE49-F238E27FC236}">
                <a16:creationId xmlns:a16="http://schemas.microsoft.com/office/drawing/2014/main" id="{5173B7B1-7B6B-384B-8E47-1922F4CC53C7}"/>
              </a:ext>
            </a:extLst>
          </p:cNvPr>
          <p:cNvGrpSpPr>
            <a:grpSpLocks/>
          </p:cNvGrpSpPr>
          <p:nvPr/>
        </p:nvGrpSpPr>
        <p:grpSpPr bwMode="auto">
          <a:xfrm>
            <a:off x="4200525" y="3578225"/>
            <a:ext cx="519113" cy="600075"/>
            <a:chOff x="4800" y="1776"/>
            <a:chExt cx="432" cy="579"/>
          </a:xfrm>
        </p:grpSpPr>
        <p:sp>
          <p:nvSpPr>
            <p:cNvPr id="59474" name="AutoShape 239">
              <a:extLst>
                <a:ext uri="{FF2B5EF4-FFF2-40B4-BE49-F238E27FC236}">
                  <a16:creationId xmlns:a16="http://schemas.microsoft.com/office/drawing/2014/main" id="{276A668C-EDF4-4A44-B042-85DB371E1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776"/>
              <a:ext cx="432" cy="579"/>
            </a:xfrm>
            <a:prstGeom prst="foldedCorner">
              <a:avLst>
                <a:gd name="adj" fmla="val 12500"/>
              </a:avLst>
            </a:prstGeom>
            <a:solidFill>
              <a:srgbClr val="FF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59475" name="Line 240">
              <a:extLst>
                <a:ext uri="{FF2B5EF4-FFF2-40B4-BE49-F238E27FC236}">
                  <a16:creationId xmlns:a16="http://schemas.microsoft.com/office/drawing/2014/main" id="{B97FC942-5116-184F-950E-EDB70A335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872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76" name="Line 241">
              <a:extLst>
                <a:ext uri="{FF2B5EF4-FFF2-40B4-BE49-F238E27FC236}">
                  <a16:creationId xmlns:a16="http://schemas.microsoft.com/office/drawing/2014/main" id="{3431091C-606D-914F-8794-E7EE324AE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920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77" name="Line 242">
              <a:extLst>
                <a:ext uri="{FF2B5EF4-FFF2-40B4-BE49-F238E27FC236}">
                  <a16:creationId xmlns:a16="http://schemas.microsoft.com/office/drawing/2014/main" id="{2BC5B6F2-DBED-804A-9AF2-9FF6C9052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968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78" name="Line 243">
              <a:extLst>
                <a:ext uri="{FF2B5EF4-FFF2-40B4-BE49-F238E27FC236}">
                  <a16:creationId xmlns:a16="http://schemas.microsoft.com/office/drawing/2014/main" id="{A829A583-B891-5947-909A-D79E0D8911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016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79" name="Line 244">
              <a:extLst>
                <a:ext uri="{FF2B5EF4-FFF2-40B4-BE49-F238E27FC236}">
                  <a16:creationId xmlns:a16="http://schemas.microsoft.com/office/drawing/2014/main" id="{4571979D-8DB1-1A40-A728-D318A61F3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064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80" name="Line 245">
              <a:extLst>
                <a:ext uri="{FF2B5EF4-FFF2-40B4-BE49-F238E27FC236}">
                  <a16:creationId xmlns:a16="http://schemas.microsoft.com/office/drawing/2014/main" id="{9CC671D6-2BCD-994B-9A8E-3795562E7A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112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81" name="Line 246">
              <a:extLst>
                <a:ext uri="{FF2B5EF4-FFF2-40B4-BE49-F238E27FC236}">
                  <a16:creationId xmlns:a16="http://schemas.microsoft.com/office/drawing/2014/main" id="{FEEEF1C5-82A1-F748-89DC-0342679B95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160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82" name="Line 247">
              <a:extLst>
                <a:ext uri="{FF2B5EF4-FFF2-40B4-BE49-F238E27FC236}">
                  <a16:creationId xmlns:a16="http://schemas.microsoft.com/office/drawing/2014/main" id="{0A6F1853-EC61-A04E-A36A-17FC9BBD32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208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9483" name="Line 248">
              <a:extLst>
                <a:ext uri="{FF2B5EF4-FFF2-40B4-BE49-F238E27FC236}">
                  <a16:creationId xmlns:a16="http://schemas.microsoft.com/office/drawing/2014/main" id="{01A573F4-9E97-CC42-9E59-B8AFAD774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256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59413" name="AutoShape 249">
            <a:extLst>
              <a:ext uri="{FF2B5EF4-FFF2-40B4-BE49-F238E27FC236}">
                <a16:creationId xmlns:a16="http://schemas.microsoft.com/office/drawing/2014/main" id="{D2562456-E86F-CB48-AE26-1561590F9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75" y="3783013"/>
            <a:ext cx="404813" cy="188912"/>
          </a:xfrm>
          <a:prstGeom prst="rightArrow">
            <a:avLst>
              <a:gd name="adj1" fmla="val 50000"/>
              <a:gd name="adj2" fmla="val 53572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9414" name="AutoShape 250">
            <a:extLst>
              <a:ext uri="{FF2B5EF4-FFF2-40B4-BE49-F238E27FC236}">
                <a16:creationId xmlns:a16="http://schemas.microsoft.com/office/drawing/2014/main" id="{75460D21-C53D-FD47-BEB5-1168BEF05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2975" y="3783013"/>
            <a:ext cx="404813" cy="188912"/>
          </a:xfrm>
          <a:prstGeom prst="rightArrow">
            <a:avLst>
              <a:gd name="adj1" fmla="val 50000"/>
              <a:gd name="adj2" fmla="val 53572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grpSp>
        <p:nvGrpSpPr>
          <p:cNvPr id="59415" name="Group 251">
            <a:extLst>
              <a:ext uri="{FF2B5EF4-FFF2-40B4-BE49-F238E27FC236}">
                <a16:creationId xmlns:a16="http://schemas.microsoft.com/office/drawing/2014/main" id="{D1D5834F-11DE-3944-B963-39CD5CFF0990}"/>
              </a:ext>
            </a:extLst>
          </p:cNvPr>
          <p:cNvGrpSpPr>
            <a:grpSpLocks/>
          </p:cNvGrpSpPr>
          <p:nvPr/>
        </p:nvGrpSpPr>
        <p:grpSpPr bwMode="auto">
          <a:xfrm>
            <a:off x="276225" y="914400"/>
            <a:ext cx="3576638" cy="1274763"/>
            <a:chOff x="1296" y="384"/>
            <a:chExt cx="3312" cy="960"/>
          </a:xfrm>
        </p:grpSpPr>
        <p:sp>
          <p:nvSpPr>
            <p:cNvPr id="59472" name="Rectangle 252">
              <a:extLst>
                <a:ext uri="{FF2B5EF4-FFF2-40B4-BE49-F238E27FC236}">
                  <a16:creationId xmlns:a16="http://schemas.microsoft.com/office/drawing/2014/main" id="{A9C54DD2-80E4-3F4F-B519-53EF9D331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384"/>
              <a:ext cx="3312" cy="960"/>
            </a:xfrm>
            <a:prstGeom prst="rect">
              <a:avLst/>
            </a:prstGeom>
            <a:solidFill>
              <a:srgbClr val="EAEAE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pic>
          <p:nvPicPr>
            <p:cNvPr id="59473" name="Picture 253">
              <a:extLst>
                <a:ext uri="{FF2B5EF4-FFF2-40B4-BE49-F238E27FC236}">
                  <a16:creationId xmlns:a16="http://schemas.microsoft.com/office/drawing/2014/main" id="{402D9EC0-BDE8-5946-9879-14A859323B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6" y="384"/>
              <a:ext cx="3304" cy="9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9416" name="Text Box 254">
            <a:extLst>
              <a:ext uri="{FF2B5EF4-FFF2-40B4-BE49-F238E27FC236}">
                <a16:creationId xmlns:a16="http://schemas.microsoft.com/office/drawing/2014/main" id="{D1A36E3B-08FF-C740-B8DE-D4EC6F5D4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862" y="505619"/>
            <a:ext cx="25273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 dirty="0">
                <a:solidFill>
                  <a:srgbClr val="000000"/>
                </a:solidFill>
              </a:rPr>
              <a:t>Modelo de referência</a:t>
            </a:r>
          </a:p>
        </p:txBody>
      </p:sp>
      <p:grpSp>
        <p:nvGrpSpPr>
          <p:cNvPr id="59417" name="Group 255">
            <a:extLst>
              <a:ext uri="{FF2B5EF4-FFF2-40B4-BE49-F238E27FC236}">
                <a16:creationId xmlns:a16="http://schemas.microsoft.com/office/drawing/2014/main" id="{68EFF1E5-990C-C143-87D8-DB5E4490E762}"/>
              </a:ext>
            </a:extLst>
          </p:cNvPr>
          <p:cNvGrpSpPr>
            <a:grpSpLocks/>
          </p:cNvGrpSpPr>
          <p:nvPr/>
        </p:nvGrpSpPr>
        <p:grpSpPr bwMode="auto">
          <a:xfrm>
            <a:off x="176213" y="3081338"/>
            <a:ext cx="1544637" cy="1673225"/>
            <a:chOff x="224" y="2656"/>
            <a:chExt cx="973" cy="1054"/>
          </a:xfrm>
        </p:grpSpPr>
        <p:sp>
          <p:nvSpPr>
            <p:cNvPr id="59427" name="Rectangle 256">
              <a:extLst>
                <a:ext uri="{FF2B5EF4-FFF2-40B4-BE49-F238E27FC236}">
                  <a16:creationId xmlns:a16="http://schemas.microsoft.com/office/drawing/2014/main" id="{E6818906-E687-7742-8F44-9D4AE3177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" y="2656"/>
              <a:ext cx="973" cy="1054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59428" name="Group 257">
              <a:extLst>
                <a:ext uri="{FF2B5EF4-FFF2-40B4-BE49-F238E27FC236}">
                  <a16:creationId xmlns:a16="http://schemas.microsoft.com/office/drawing/2014/main" id="{39AFC3CA-6B99-1241-80C2-793F5FC768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" y="2724"/>
              <a:ext cx="327" cy="378"/>
              <a:chOff x="4800" y="1776"/>
              <a:chExt cx="432" cy="579"/>
            </a:xfrm>
          </p:grpSpPr>
          <p:sp>
            <p:nvSpPr>
              <p:cNvPr id="59462" name="AutoShape 258">
                <a:extLst>
                  <a:ext uri="{FF2B5EF4-FFF2-40B4-BE49-F238E27FC236}">
                    <a16:creationId xmlns:a16="http://schemas.microsoft.com/office/drawing/2014/main" id="{26A01D3E-CE69-894C-9887-395A188F0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9463" name="Line 259">
                <a:extLst>
                  <a:ext uri="{FF2B5EF4-FFF2-40B4-BE49-F238E27FC236}">
                    <a16:creationId xmlns:a16="http://schemas.microsoft.com/office/drawing/2014/main" id="{E17010A9-DBF1-6443-822A-232EABCB1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4" name="Line 260">
                <a:extLst>
                  <a:ext uri="{FF2B5EF4-FFF2-40B4-BE49-F238E27FC236}">
                    <a16:creationId xmlns:a16="http://schemas.microsoft.com/office/drawing/2014/main" id="{325F2DC9-E557-8D40-8C7C-E4F93BA11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5" name="Line 261">
                <a:extLst>
                  <a:ext uri="{FF2B5EF4-FFF2-40B4-BE49-F238E27FC236}">
                    <a16:creationId xmlns:a16="http://schemas.microsoft.com/office/drawing/2014/main" id="{F90243AD-B875-FF44-A184-1F51D26EF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6" name="Line 262">
                <a:extLst>
                  <a:ext uri="{FF2B5EF4-FFF2-40B4-BE49-F238E27FC236}">
                    <a16:creationId xmlns:a16="http://schemas.microsoft.com/office/drawing/2014/main" id="{90DEADC3-428E-184F-8594-E4F7522295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7" name="Line 263">
                <a:extLst>
                  <a:ext uri="{FF2B5EF4-FFF2-40B4-BE49-F238E27FC236}">
                    <a16:creationId xmlns:a16="http://schemas.microsoft.com/office/drawing/2014/main" id="{C52FE77C-F96F-5645-A76F-9B1F5F376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8" name="Line 264">
                <a:extLst>
                  <a:ext uri="{FF2B5EF4-FFF2-40B4-BE49-F238E27FC236}">
                    <a16:creationId xmlns:a16="http://schemas.microsoft.com/office/drawing/2014/main" id="{2B5FDDBA-EC1C-E042-A830-77F3EC6BD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9" name="Line 265">
                <a:extLst>
                  <a:ext uri="{FF2B5EF4-FFF2-40B4-BE49-F238E27FC236}">
                    <a16:creationId xmlns:a16="http://schemas.microsoft.com/office/drawing/2014/main" id="{3CDEF441-80B3-5445-8E05-D55ECAF396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70" name="Line 266">
                <a:extLst>
                  <a:ext uri="{FF2B5EF4-FFF2-40B4-BE49-F238E27FC236}">
                    <a16:creationId xmlns:a16="http://schemas.microsoft.com/office/drawing/2014/main" id="{7BF9C4EF-877F-924F-9208-19A1705E25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71" name="Line 267">
                <a:extLst>
                  <a:ext uri="{FF2B5EF4-FFF2-40B4-BE49-F238E27FC236}">
                    <a16:creationId xmlns:a16="http://schemas.microsoft.com/office/drawing/2014/main" id="{6222C53B-E2B7-D14C-A572-76FBB0AA1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9429" name="Group 268">
              <a:extLst>
                <a:ext uri="{FF2B5EF4-FFF2-40B4-BE49-F238E27FC236}">
                  <a16:creationId xmlns:a16="http://schemas.microsoft.com/office/drawing/2014/main" id="{EDC660B9-8F0F-C546-9B36-CD6352025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" y="2887"/>
              <a:ext cx="327" cy="378"/>
              <a:chOff x="4800" y="1776"/>
              <a:chExt cx="432" cy="579"/>
            </a:xfrm>
          </p:grpSpPr>
          <p:sp>
            <p:nvSpPr>
              <p:cNvPr id="59452" name="AutoShape 269">
                <a:extLst>
                  <a:ext uri="{FF2B5EF4-FFF2-40B4-BE49-F238E27FC236}">
                    <a16:creationId xmlns:a16="http://schemas.microsoft.com/office/drawing/2014/main" id="{CC741C24-C40B-574E-910D-1EDA1531A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9453" name="Line 270">
                <a:extLst>
                  <a:ext uri="{FF2B5EF4-FFF2-40B4-BE49-F238E27FC236}">
                    <a16:creationId xmlns:a16="http://schemas.microsoft.com/office/drawing/2014/main" id="{C85DE309-B546-D24C-AEB2-5E2BE3136B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4" name="Line 271">
                <a:extLst>
                  <a:ext uri="{FF2B5EF4-FFF2-40B4-BE49-F238E27FC236}">
                    <a16:creationId xmlns:a16="http://schemas.microsoft.com/office/drawing/2014/main" id="{D72A55E0-078D-7743-808F-C3C947DDF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5" name="Line 272">
                <a:extLst>
                  <a:ext uri="{FF2B5EF4-FFF2-40B4-BE49-F238E27FC236}">
                    <a16:creationId xmlns:a16="http://schemas.microsoft.com/office/drawing/2014/main" id="{5BA1B4B2-76F6-0148-94B3-FF9AD679DB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6" name="Line 273">
                <a:extLst>
                  <a:ext uri="{FF2B5EF4-FFF2-40B4-BE49-F238E27FC236}">
                    <a16:creationId xmlns:a16="http://schemas.microsoft.com/office/drawing/2014/main" id="{1C8C45DF-B08E-6A4E-AF05-EC1B3B00D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7" name="Line 274">
                <a:extLst>
                  <a:ext uri="{FF2B5EF4-FFF2-40B4-BE49-F238E27FC236}">
                    <a16:creationId xmlns:a16="http://schemas.microsoft.com/office/drawing/2014/main" id="{7A293C88-BA92-0C43-8BCC-EC9548F44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8" name="Line 275">
                <a:extLst>
                  <a:ext uri="{FF2B5EF4-FFF2-40B4-BE49-F238E27FC236}">
                    <a16:creationId xmlns:a16="http://schemas.microsoft.com/office/drawing/2014/main" id="{423A900D-1F25-9847-9949-63E5D4ABE6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9" name="Line 276">
                <a:extLst>
                  <a:ext uri="{FF2B5EF4-FFF2-40B4-BE49-F238E27FC236}">
                    <a16:creationId xmlns:a16="http://schemas.microsoft.com/office/drawing/2014/main" id="{59B35F3A-8B16-624A-AC07-0CA7E8E579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0" name="Line 277">
                <a:extLst>
                  <a:ext uri="{FF2B5EF4-FFF2-40B4-BE49-F238E27FC236}">
                    <a16:creationId xmlns:a16="http://schemas.microsoft.com/office/drawing/2014/main" id="{843EA97B-1DF1-554A-A5CB-8B03216D0F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61" name="Line 278">
                <a:extLst>
                  <a:ext uri="{FF2B5EF4-FFF2-40B4-BE49-F238E27FC236}">
                    <a16:creationId xmlns:a16="http://schemas.microsoft.com/office/drawing/2014/main" id="{30FBCA0C-86FE-D541-B2FF-9A06A2241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9430" name="Group 279">
              <a:extLst>
                <a:ext uri="{FF2B5EF4-FFF2-40B4-BE49-F238E27FC236}">
                  <a16:creationId xmlns:a16="http://schemas.microsoft.com/office/drawing/2014/main" id="{58F42B2A-1738-7E47-8C09-27AC1CE64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3" y="3050"/>
              <a:ext cx="327" cy="378"/>
              <a:chOff x="4800" y="1776"/>
              <a:chExt cx="432" cy="579"/>
            </a:xfrm>
          </p:grpSpPr>
          <p:sp>
            <p:nvSpPr>
              <p:cNvPr id="59442" name="AutoShape 280">
                <a:extLst>
                  <a:ext uri="{FF2B5EF4-FFF2-40B4-BE49-F238E27FC236}">
                    <a16:creationId xmlns:a16="http://schemas.microsoft.com/office/drawing/2014/main" id="{892C50C8-D341-B340-9D98-A58E0C82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9443" name="Line 281">
                <a:extLst>
                  <a:ext uri="{FF2B5EF4-FFF2-40B4-BE49-F238E27FC236}">
                    <a16:creationId xmlns:a16="http://schemas.microsoft.com/office/drawing/2014/main" id="{74B9AEA7-3C12-B24D-8414-B6E13DCA0B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4" name="Line 282">
                <a:extLst>
                  <a:ext uri="{FF2B5EF4-FFF2-40B4-BE49-F238E27FC236}">
                    <a16:creationId xmlns:a16="http://schemas.microsoft.com/office/drawing/2014/main" id="{C0EF762C-BB01-A245-BD23-407CECAA34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5" name="Line 283">
                <a:extLst>
                  <a:ext uri="{FF2B5EF4-FFF2-40B4-BE49-F238E27FC236}">
                    <a16:creationId xmlns:a16="http://schemas.microsoft.com/office/drawing/2014/main" id="{4083371D-0BA9-EA48-ADEE-1A144B22E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6" name="Line 284">
                <a:extLst>
                  <a:ext uri="{FF2B5EF4-FFF2-40B4-BE49-F238E27FC236}">
                    <a16:creationId xmlns:a16="http://schemas.microsoft.com/office/drawing/2014/main" id="{E8F3B0D1-7946-5F4C-B343-3FD3E19D7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7" name="Line 285">
                <a:extLst>
                  <a:ext uri="{FF2B5EF4-FFF2-40B4-BE49-F238E27FC236}">
                    <a16:creationId xmlns:a16="http://schemas.microsoft.com/office/drawing/2014/main" id="{2B559115-75C3-4A4C-9E52-9540E1A1E6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8" name="Line 286">
                <a:extLst>
                  <a:ext uri="{FF2B5EF4-FFF2-40B4-BE49-F238E27FC236}">
                    <a16:creationId xmlns:a16="http://schemas.microsoft.com/office/drawing/2014/main" id="{E292DAF8-868B-0B44-A607-FCF02244C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9" name="Line 287">
                <a:extLst>
                  <a:ext uri="{FF2B5EF4-FFF2-40B4-BE49-F238E27FC236}">
                    <a16:creationId xmlns:a16="http://schemas.microsoft.com/office/drawing/2014/main" id="{660E69FF-3C8B-C84B-A3E0-A1841CD93A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0" name="Line 288">
                <a:extLst>
                  <a:ext uri="{FF2B5EF4-FFF2-40B4-BE49-F238E27FC236}">
                    <a16:creationId xmlns:a16="http://schemas.microsoft.com/office/drawing/2014/main" id="{F9697159-1716-0843-80E4-32FED29091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51" name="Line 289">
                <a:extLst>
                  <a:ext uri="{FF2B5EF4-FFF2-40B4-BE49-F238E27FC236}">
                    <a16:creationId xmlns:a16="http://schemas.microsoft.com/office/drawing/2014/main" id="{8951055B-6A51-E448-86A4-A3C1504B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9431" name="Group 290">
              <a:extLst>
                <a:ext uri="{FF2B5EF4-FFF2-40B4-BE49-F238E27FC236}">
                  <a16:creationId xmlns:a16="http://schemas.microsoft.com/office/drawing/2014/main" id="{D669CD25-B229-8141-A008-9756C4C75A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" y="3213"/>
              <a:ext cx="327" cy="378"/>
              <a:chOff x="4800" y="1776"/>
              <a:chExt cx="432" cy="579"/>
            </a:xfrm>
          </p:grpSpPr>
          <p:sp>
            <p:nvSpPr>
              <p:cNvPr id="59432" name="AutoShape 291">
                <a:extLst>
                  <a:ext uri="{FF2B5EF4-FFF2-40B4-BE49-F238E27FC236}">
                    <a16:creationId xmlns:a16="http://schemas.microsoft.com/office/drawing/2014/main" id="{EBABE44A-1743-0A47-A71F-3BBE6A7FD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59433" name="Line 292">
                <a:extLst>
                  <a:ext uri="{FF2B5EF4-FFF2-40B4-BE49-F238E27FC236}">
                    <a16:creationId xmlns:a16="http://schemas.microsoft.com/office/drawing/2014/main" id="{4FDC56E4-4488-F342-B076-CE06DA49B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4" name="Line 293">
                <a:extLst>
                  <a:ext uri="{FF2B5EF4-FFF2-40B4-BE49-F238E27FC236}">
                    <a16:creationId xmlns:a16="http://schemas.microsoft.com/office/drawing/2014/main" id="{5DF58B05-8099-8140-B366-E4F3F3D62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5" name="Line 294">
                <a:extLst>
                  <a:ext uri="{FF2B5EF4-FFF2-40B4-BE49-F238E27FC236}">
                    <a16:creationId xmlns:a16="http://schemas.microsoft.com/office/drawing/2014/main" id="{DF764777-F215-0C42-AD86-75ABD0E7D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6" name="Line 295">
                <a:extLst>
                  <a:ext uri="{FF2B5EF4-FFF2-40B4-BE49-F238E27FC236}">
                    <a16:creationId xmlns:a16="http://schemas.microsoft.com/office/drawing/2014/main" id="{215B214D-7C60-694A-B4A7-1AA941700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7" name="Line 296">
                <a:extLst>
                  <a:ext uri="{FF2B5EF4-FFF2-40B4-BE49-F238E27FC236}">
                    <a16:creationId xmlns:a16="http://schemas.microsoft.com/office/drawing/2014/main" id="{B1D8FF02-0645-5247-A9CF-A0C856862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8" name="Line 297">
                <a:extLst>
                  <a:ext uri="{FF2B5EF4-FFF2-40B4-BE49-F238E27FC236}">
                    <a16:creationId xmlns:a16="http://schemas.microsoft.com/office/drawing/2014/main" id="{EB76EF48-9218-D647-A016-98F871106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39" name="Line 298">
                <a:extLst>
                  <a:ext uri="{FF2B5EF4-FFF2-40B4-BE49-F238E27FC236}">
                    <a16:creationId xmlns:a16="http://schemas.microsoft.com/office/drawing/2014/main" id="{73019ACF-CD14-EB4C-822F-1CFD9E20E9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0" name="Line 299">
                <a:extLst>
                  <a:ext uri="{FF2B5EF4-FFF2-40B4-BE49-F238E27FC236}">
                    <a16:creationId xmlns:a16="http://schemas.microsoft.com/office/drawing/2014/main" id="{C0ECE4AE-520F-5142-B043-C2F927533A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9441" name="Line 300">
                <a:extLst>
                  <a:ext uri="{FF2B5EF4-FFF2-40B4-BE49-F238E27FC236}">
                    <a16:creationId xmlns:a16="http://schemas.microsoft.com/office/drawing/2014/main" id="{3FC51647-79B9-1946-BFA5-0AF5CB566B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</p:grpSp>
      <p:sp>
        <p:nvSpPr>
          <p:cNvPr id="59418" name="AutoShape 301">
            <a:extLst>
              <a:ext uri="{FF2B5EF4-FFF2-40B4-BE49-F238E27FC236}">
                <a16:creationId xmlns:a16="http://schemas.microsoft.com/office/drawing/2014/main" id="{65E4C1CA-3DC2-0F41-99A6-C738C6CA92D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698625" y="3763963"/>
            <a:ext cx="485775" cy="225425"/>
          </a:xfrm>
          <a:prstGeom prst="triangle">
            <a:avLst>
              <a:gd name="adj" fmla="val 50000"/>
            </a:avLst>
          </a:prstGeom>
          <a:solidFill>
            <a:srgbClr val="66FF66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9419" name="AutoShape 302">
            <a:extLst>
              <a:ext uri="{FF2B5EF4-FFF2-40B4-BE49-F238E27FC236}">
                <a16:creationId xmlns:a16="http://schemas.microsoft.com/office/drawing/2014/main" id="{A0CF219B-7E8D-3842-85B4-5B14982E277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852863" y="1349375"/>
            <a:ext cx="485775" cy="225425"/>
          </a:xfrm>
          <a:prstGeom prst="triangle">
            <a:avLst>
              <a:gd name="adj" fmla="val 50000"/>
            </a:avLst>
          </a:prstGeom>
          <a:solidFill>
            <a:srgbClr val="66FF66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59420" name="Line 303">
            <a:extLst>
              <a:ext uri="{FF2B5EF4-FFF2-40B4-BE49-F238E27FC236}">
                <a16:creationId xmlns:a16="http://schemas.microsoft.com/office/drawing/2014/main" id="{61288465-4C4E-A146-BABE-EE9A5E21C7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4313" y="1757363"/>
            <a:ext cx="1187450" cy="13779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1" name="Line 304">
            <a:extLst>
              <a:ext uri="{FF2B5EF4-FFF2-40B4-BE49-F238E27FC236}">
                <a16:creationId xmlns:a16="http://schemas.microsoft.com/office/drawing/2014/main" id="{57503243-D936-BC45-BB80-0638C22D88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4663" y="1793875"/>
            <a:ext cx="1187450" cy="13763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2" name="Line 305">
            <a:extLst>
              <a:ext uri="{FF2B5EF4-FFF2-40B4-BE49-F238E27FC236}">
                <a16:creationId xmlns:a16="http://schemas.microsoft.com/office/drawing/2014/main" id="{E8B49943-8108-6446-A298-ABBD73EDD6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3900" y="1770063"/>
            <a:ext cx="1223963" cy="137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3" name="Line 306">
            <a:extLst>
              <a:ext uri="{FF2B5EF4-FFF2-40B4-BE49-F238E27FC236}">
                <a16:creationId xmlns:a16="http://schemas.microsoft.com/office/drawing/2014/main" id="{6BAF5686-1973-E547-A093-547CF5C95B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0438" y="1757363"/>
            <a:ext cx="1176337" cy="15097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4" name="Line 307">
            <a:extLst>
              <a:ext uri="{FF2B5EF4-FFF2-40B4-BE49-F238E27FC236}">
                <a16:creationId xmlns:a16="http://schemas.microsoft.com/office/drawing/2014/main" id="{883EE9A5-BC80-A74A-A3F9-806D02A098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52525" y="1770063"/>
            <a:ext cx="1222375" cy="15795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5" name="Line 308">
            <a:extLst>
              <a:ext uri="{FF2B5EF4-FFF2-40B4-BE49-F238E27FC236}">
                <a16:creationId xmlns:a16="http://schemas.microsoft.com/office/drawing/2014/main" id="{74F8D6A8-7399-9D45-A5CF-E4A77FB326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00175" y="1770063"/>
            <a:ext cx="1223963" cy="1612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59426" name="Text Box 309">
            <a:extLst>
              <a:ext uri="{FF2B5EF4-FFF2-40B4-BE49-F238E27FC236}">
                <a16:creationId xmlns:a16="http://schemas.microsoft.com/office/drawing/2014/main" id="{F77386DF-E01C-6A4C-AA5B-8C234F83C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4719638"/>
            <a:ext cx="2012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“catálogo” de critérios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Rectangle 2">
            <a:extLst>
              <a:ext uri="{FF2B5EF4-FFF2-40B4-BE49-F238E27FC236}">
                <a16:creationId xmlns:a16="http://schemas.microsoft.com/office/drawing/2014/main" id="{72084398-A0E2-CB4F-8E6B-9EC30BC702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4613" y="290514"/>
            <a:ext cx="7772400" cy="457200"/>
          </a:xfrm>
        </p:spPr>
        <p:txBody>
          <a:bodyPr/>
          <a:lstStyle/>
          <a:p>
            <a:pPr eaLnBrk="1" hangingPunct="1"/>
            <a:r>
              <a:rPr lang="pt-BR" altLang="pt-BR" dirty="0"/>
              <a:t>Atividade genérica: monitorar viabilidade econômico-financeira</a:t>
            </a:r>
          </a:p>
        </p:txBody>
      </p:sp>
      <p:grpSp>
        <p:nvGrpSpPr>
          <p:cNvPr id="61442" name="Group 3">
            <a:extLst>
              <a:ext uri="{FF2B5EF4-FFF2-40B4-BE49-F238E27FC236}">
                <a16:creationId xmlns:a16="http://schemas.microsoft.com/office/drawing/2014/main" id="{6C217CE5-2F78-AB43-AC20-5A894169754F}"/>
              </a:ext>
            </a:extLst>
          </p:cNvPr>
          <p:cNvGrpSpPr>
            <a:grpSpLocks/>
          </p:cNvGrpSpPr>
          <p:nvPr/>
        </p:nvGrpSpPr>
        <p:grpSpPr bwMode="auto">
          <a:xfrm>
            <a:off x="22225" y="1076325"/>
            <a:ext cx="8274050" cy="5759450"/>
            <a:chOff x="199" y="541"/>
            <a:chExt cx="5212" cy="3628"/>
          </a:xfrm>
        </p:grpSpPr>
        <p:sp>
          <p:nvSpPr>
            <p:cNvPr id="61443" name="Text Box 4">
              <a:extLst>
                <a:ext uri="{FF2B5EF4-FFF2-40B4-BE49-F238E27FC236}">
                  <a16:creationId xmlns:a16="http://schemas.microsoft.com/office/drawing/2014/main" id="{25EA1971-8A42-3B42-AF1E-F2B22CF77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4" y="541"/>
              <a:ext cx="4365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Avaliar mudanças nas condições do mercado, características técnicas do produto, indicadores de desempenho do projeto (prazos e custos)</a:t>
              </a:r>
            </a:p>
          </p:txBody>
        </p:sp>
        <p:sp>
          <p:nvSpPr>
            <p:cNvPr id="61444" name="Text Box 5">
              <a:extLst>
                <a:ext uri="{FF2B5EF4-FFF2-40B4-BE49-F238E27FC236}">
                  <a16:creationId xmlns:a16="http://schemas.microsoft.com/office/drawing/2014/main" id="{80DF326D-DE2C-D441-810D-4D9A67EFE1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4" y="1109"/>
              <a:ext cx="1466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Avaliar impacto dessas mudanças no projeto</a:t>
              </a:r>
              <a:endParaRPr lang="pt-BR" altLang="pt-BR" sz="1600">
                <a:solidFill>
                  <a:srgbClr val="000000"/>
                </a:solidFill>
              </a:endParaRPr>
            </a:p>
          </p:txBody>
        </p:sp>
        <p:sp>
          <p:nvSpPr>
            <p:cNvPr id="61445" name="Text Box 6">
              <a:extLst>
                <a:ext uri="{FF2B5EF4-FFF2-40B4-BE49-F238E27FC236}">
                  <a16:creationId xmlns:a16="http://schemas.microsoft.com/office/drawing/2014/main" id="{99774D23-6D4A-4A4F-80D0-D2E8B9BC9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1" y="1109"/>
              <a:ext cx="1510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Atualizar as premissas financeiras do projeto</a:t>
              </a:r>
              <a:endParaRPr lang="pt-BR" altLang="pt-BR" sz="1600">
                <a:solidFill>
                  <a:srgbClr val="000000"/>
                </a:solidFill>
              </a:endParaRPr>
            </a:p>
          </p:txBody>
        </p:sp>
        <p:sp>
          <p:nvSpPr>
            <p:cNvPr id="61446" name="Text Box 7">
              <a:extLst>
                <a:ext uri="{FF2B5EF4-FFF2-40B4-BE49-F238E27FC236}">
                  <a16:creationId xmlns:a16="http://schemas.microsoft.com/office/drawing/2014/main" id="{28468722-E671-4546-87A3-9371CB391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" y="1857"/>
              <a:ext cx="1198" cy="48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Atualizar o custo-alvo nos diversos níveis do produto</a:t>
              </a:r>
            </a:p>
          </p:txBody>
        </p:sp>
        <p:sp>
          <p:nvSpPr>
            <p:cNvPr id="61447" name="Text Box 8">
              <a:extLst>
                <a:ext uri="{FF2B5EF4-FFF2-40B4-BE49-F238E27FC236}">
                  <a16:creationId xmlns:a16="http://schemas.microsoft.com/office/drawing/2014/main" id="{024BF64B-79AB-FF40-9643-F6546B734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0" y="1857"/>
              <a:ext cx="1322" cy="48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Atualizar as necessidades de investimentos</a:t>
              </a:r>
            </a:p>
          </p:txBody>
        </p:sp>
        <p:sp>
          <p:nvSpPr>
            <p:cNvPr id="61448" name="Text Box 9">
              <a:extLst>
                <a:ext uri="{FF2B5EF4-FFF2-40B4-BE49-F238E27FC236}">
                  <a16:creationId xmlns:a16="http://schemas.microsoft.com/office/drawing/2014/main" id="{BBCFA713-2CD6-254A-8EDD-4852C8554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7" y="2011"/>
              <a:ext cx="1247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Atualizar as receitas futuras</a:t>
              </a:r>
            </a:p>
          </p:txBody>
        </p:sp>
        <p:sp>
          <p:nvSpPr>
            <p:cNvPr id="61449" name="Text Box 10">
              <a:extLst>
                <a:ext uri="{FF2B5EF4-FFF2-40B4-BE49-F238E27FC236}">
                  <a16:creationId xmlns:a16="http://schemas.microsoft.com/office/drawing/2014/main" id="{229A7F79-7DBE-D044-8DD9-3907CEB6A7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765"/>
              <a:ext cx="1814" cy="17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Calcular o novo fluxo de caixa</a:t>
              </a:r>
            </a:p>
          </p:txBody>
        </p:sp>
        <p:sp>
          <p:nvSpPr>
            <p:cNvPr id="61450" name="Text Box 11">
              <a:extLst>
                <a:ext uri="{FF2B5EF4-FFF2-40B4-BE49-F238E27FC236}">
                  <a16:creationId xmlns:a16="http://schemas.microsoft.com/office/drawing/2014/main" id="{EA66C1E3-4BCB-4848-9E42-F46E5DA36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7" y="3365"/>
              <a:ext cx="2467" cy="17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Calcular os novos indicadores financeiros</a:t>
              </a:r>
              <a:endParaRPr lang="pt-BR" altLang="pt-BR" sz="1600">
                <a:solidFill>
                  <a:srgbClr val="000000"/>
                </a:solidFill>
              </a:endParaRPr>
            </a:p>
          </p:txBody>
        </p:sp>
        <p:sp>
          <p:nvSpPr>
            <p:cNvPr id="61451" name="Text Box 12">
              <a:extLst>
                <a:ext uri="{FF2B5EF4-FFF2-40B4-BE49-F238E27FC236}">
                  <a16:creationId xmlns:a16="http://schemas.microsoft.com/office/drawing/2014/main" id="{936782B0-FE81-F544-87B1-3ED792CB28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8" y="3843"/>
              <a:ext cx="1574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Analisar as novas premissas e indicadores</a:t>
              </a:r>
              <a:endParaRPr lang="pt-BR" altLang="pt-BR" sz="1600">
                <a:solidFill>
                  <a:srgbClr val="000000"/>
                </a:solidFill>
              </a:endParaRPr>
            </a:p>
          </p:txBody>
        </p:sp>
        <p:sp>
          <p:nvSpPr>
            <p:cNvPr id="61452" name="Text Box 13">
              <a:extLst>
                <a:ext uri="{FF2B5EF4-FFF2-40B4-BE49-F238E27FC236}">
                  <a16:creationId xmlns:a16="http://schemas.microsoft.com/office/drawing/2014/main" id="{27B25729-6DB7-9741-9384-063304E01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" y="3843"/>
              <a:ext cx="1749" cy="32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600">
                  <a:solidFill>
                    <a:srgbClr val="000000"/>
                  </a:solidFill>
                  <a:cs typeface="Times New Roman" panose="02020603050405020304" pitchFamily="18" charset="0"/>
                </a:rPr>
                <a:t>Avaliar possíveis desvios e impactos no projeto</a:t>
              </a:r>
            </a:p>
          </p:txBody>
        </p:sp>
        <p:cxnSp>
          <p:nvCxnSpPr>
            <p:cNvPr id="61453" name="AutoShape 14">
              <a:extLst>
                <a:ext uri="{FF2B5EF4-FFF2-40B4-BE49-F238E27FC236}">
                  <a16:creationId xmlns:a16="http://schemas.microsoft.com/office/drawing/2014/main" id="{5FE276A9-8F86-BD47-B10D-3EFB5BF7C8F6}"/>
                </a:ext>
              </a:extLst>
            </p:cNvPr>
            <p:cNvCxnSpPr>
              <a:cxnSpLocks noChangeShapeType="1"/>
              <a:stCxn id="61443" idx="3"/>
              <a:endCxn id="61444" idx="3"/>
            </p:cNvCxnSpPr>
            <p:nvPr/>
          </p:nvCxnSpPr>
          <p:spPr bwMode="auto">
            <a:xfrm flipH="1">
              <a:off x="5289" y="704"/>
              <a:ext cx="79" cy="568"/>
            </a:xfrm>
            <a:prstGeom prst="bentConnector3">
              <a:avLst>
                <a:gd name="adj1" fmla="val -170884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4" name="AutoShape 15">
              <a:extLst>
                <a:ext uri="{FF2B5EF4-FFF2-40B4-BE49-F238E27FC236}">
                  <a16:creationId xmlns:a16="http://schemas.microsoft.com/office/drawing/2014/main" id="{E7594755-AD3F-724C-B6A1-CCEC6ECAA9E4}"/>
                </a:ext>
              </a:extLst>
            </p:cNvPr>
            <p:cNvCxnSpPr>
              <a:cxnSpLocks noChangeShapeType="1"/>
              <a:stCxn id="61444" idx="1"/>
              <a:endCxn id="61445" idx="3"/>
            </p:cNvCxnSpPr>
            <p:nvPr/>
          </p:nvCxnSpPr>
          <p:spPr bwMode="auto">
            <a:xfrm flipH="1">
              <a:off x="2680" y="1272"/>
              <a:ext cx="1125" cy="0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5" name="AutoShape 16">
              <a:extLst>
                <a:ext uri="{FF2B5EF4-FFF2-40B4-BE49-F238E27FC236}">
                  <a16:creationId xmlns:a16="http://schemas.microsoft.com/office/drawing/2014/main" id="{68158BF7-2573-A349-AFED-729633752059}"/>
                </a:ext>
              </a:extLst>
            </p:cNvPr>
            <p:cNvCxnSpPr>
              <a:cxnSpLocks noChangeShapeType="1"/>
              <a:stCxn id="61443" idx="1"/>
              <a:endCxn id="61445" idx="1"/>
            </p:cNvCxnSpPr>
            <p:nvPr/>
          </p:nvCxnSpPr>
          <p:spPr bwMode="auto">
            <a:xfrm rot="10800000" flipH="1" flipV="1">
              <a:off x="985" y="704"/>
              <a:ext cx="167" cy="568"/>
            </a:xfrm>
            <a:prstGeom prst="bentConnector3">
              <a:avLst>
                <a:gd name="adj1" fmla="val -80838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6" name="AutoShape 17">
              <a:extLst>
                <a:ext uri="{FF2B5EF4-FFF2-40B4-BE49-F238E27FC236}">
                  <a16:creationId xmlns:a16="http://schemas.microsoft.com/office/drawing/2014/main" id="{27BA38F5-A93B-464F-8208-028A742F766B}"/>
                </a:ext>
              </a:extLst>
            </p:cNvPr>
            <p:cNvCxnSpPr>
              <a:cxnSpLocks noChangeShapeType="1"/>
              <a:stCxn id="61445" idx="2"/>
              <a:endCxn id="61446" idx="0"/>
            </p:cNvCxnSpPr>
            <p:nvPr/>
          </p:nvCxnSpPr>
          <p:spPr bwMode="auto">
            <a:xfrm flipH="1">
              <a:off x="798" y="1444"/>
              <a:ext cx="1118" cy="404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7" name="AutoShape 18">
              <a:extLst>
                <a:ext uri="{FF2B5EF4-FFF2-40B4-BE49-F238E27FC236}">
                  <a16:creationId xmlns:a16="http://schemas.microsoft.com/office/drawing/2014/main" id="{96A815EC-553C-4740-A2E9-EE9D25B0DBDE}"/>
                </a:ext>
              </a:extLst>
            </p:cNvPr>
            <p:cNvCxnSpPr>
              <a:cxnSpLocks noChangeShapeType="1"/>
              <a:stCxn id="61445" idx="2"/>
              <a:endCxn id="61448" idx="0"/>
            </p:cNvCxnSpPr>
            <p:nvPr/>
          </p:nvCxnSpPr>
          <p:spPr bwMode="auto">
            <a:xfrm>
              <a:off x="1916" y="1444"/>
              <a:ext cx="445" cy="558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8" name="AutoShape 19">
              <a:extLst>
                <a:ext uri="{FF2B5EF4-FFF2-40B4-BE49-F238E27FC236}">
                  <a16:creationId xmlns:a16="http://schemas.microsoft.com/office/drawing/2014/main" id="{92CED4BE-93D4-8043-8F3A-994BCB2B3055}"/>
                </a:ext>
              </a:extLst>
            </p:cNvPr>
            <p:cNvCxnSpPr>
              <a:cxnSpLocks noChangeShapeType="1"/>
              <a:stCxn id="61445" idx="2"/>
              <a:endCxn id="61447" idx="0"/>
            </p:cNvCxnSpPr>
            <p:nvPr/>
          </p:nvCxnSpPr>
          <p:spPr bwMode="auto">
            <a:xfrm>
              <a:off x="1916" y="1444"/>
              <a:ext cx="2085" cy="404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59" name="AutoShape 20">
              <a:extLst>
                <a:ext uri="{FF2B5EF4-FFF2-40B4-BE49-F238E27FC236}">
                  <a16:creationId xmlns:a16="http://schemas.microsoft.com/office/drawing/2014/main" id="{3060F211-B67D-1349-895D-195158091673}"/>
                </a:ext>
              </a:extLst>
            </p:cNvPr>
            <p:cNvCxnSpPr>
              <a:cxnSpLocks noChangeShapeType="1"/>
              <a:stCxn id="61447" idx="2"/>
              <a:endCxn id="61449" idx="3"/>
            </p:cNvCxnSpPr>
            <p:nvPr/>
          </p:nvCxnSpPr>
          <p:spPr bwMode="auto">
            <a:xfrm rot="5400000">
              <a:off x="3386" y="2237"/>
              <a:ext cx="505" cy="724"/>
            </a:xfrm>
            <a:prstGeom prst="bentConnector2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60" name="AutoShape 21">
              <a:extLst>
                <a:ext uri="{FF2B5EF4-FFF2-40B4-BE49-F238E27FC236}">
                  <a16:creationId xmlns:a16="http://schemas.microsoft.com/office/drawing/2014/main" id="{E799029B-89CD-FE4F-9CD7-FDC47A79D979}"/>
                </a:ext>
              </a:extLst>
            </p:cNvPr>
            <p:cNvCxnSpPr>
              <a:cxnSpLocks noChangeShapeType="1"/>
              <a:stCxn id="61446" idx="2"/>
              <a:endCxn id="61449" idx="1"/>
            </p:cNvCxnSpPr>
            <p:nvPr/>
          </p:nvCxnSpPr>
          <p:spPr bwMode="auto">
            <a:xfrm rot="16200000" flipH="1">
              <a:off x="869" y="2275"/>
              <a:ext cx="505" cy="647"/>
            </a:xfrm>
            <a:prstGeom prst="bentConnector2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61" name="AutoShape 22">
              <a:extLst>
                <a:ext uri="{FF2B5EF4-FFF2-40B4-BE49-F238E27FC236}">
                  <a16:creationId xmlns:a16="http://schemas.microsoft.com/office/drawing/2014/main" id="{B0539EB0-7D85-AA47-8EA6-98BA32BE3017}"/>
                </a:ext>
              </a:extLst>
            </p:cNvPr>
            <p:cNvCxnSpPr>
              <a:cxnSpLocks noChangeShapeType="1"/>
              <a:stCxn id="61448" idx="2"/>
              <a:endCxn id="61449" idx="0"/>
            </p:cNvCxnSpPr>
            <p:nvPr/>
          </p:nvCxnSpPr>
          <p:spPr bwMode="auto">
            <a:xfrm>
              <a:off x="2361" y="2346"/>
              <a:ext cx="0" cy="410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62" name="AutoShape 23">
              <a:extLst>
                <a:ext uri="{FF2B5EF4-FFF2-40B4-BE49-F238E27FC236}">
                  <a16:creationId xmlns:a16="http://schemas.microsoft.com/office/drawing/2014/main" id="{88D47E54-5E9F-2543-A277-698BC2126952}"/>
                </a:ext>
              </a:extLst>
            </p:cNvPr>
            <p:cNvCxnSpPr>
              <a:cxnSpLocks noChangeShapeType="1"/>
              <a:stCxn id="61449" idx="2"/>
              <a:endCxn id="61450" idx="0"/>
            </p:cNvCxnSpPr>
            <p:nvPr/>
          </p:nvCxnSpPr>
          <p:spPr bwMode="auto">
            <a:xfrm>
              <a:off x="2361" y="2946"/>
              <a:ext cx="0" cy="410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63" name="AutoShape 24">
              <a:extLst>
                <a:ext uri="{FF2B5EF4-FFF2-40B4-BE49-F238E27FC236}">
                  <a16:creationId xmlns:a16="http://schemas.microsoft.com/office/drawing/2014/main" id="{7A16A6C6-74EC-6043-A71D-6A846DAC2325}"/>
                </a:ext>
              </a:extLst>
            </p:cNvPr>
            <p:cNvCxnSpPr>
              <a:cxnSpLocks noChangeShapeType="1"/>
              <a:stCxn id="61450" idx="1"/>
              <a:endCxn id="61451" idx="1"/>
            </p:cNvCxnSpPr>
            <p:nvPr/>
          </p:nvCxnSpPr>
          <p:spPr bwMode="auto">
            <a:xfrm rot="10800000" flipV="1">
              <a:off x="839" y="3451"/>
              <a:ext cx="279" cy="555"/>
            </a:xfrm>
            <a:prstGeom prst="bentConnector3">
              <a:avLst>
                <a:gd name="adj1" fmla="val 148389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64" name="AutoShape 25">
              <a:extLst>
                <a:ext uri="{FF2B5EF4-FFF2-40B4-BE49-F238E27FC236}">
                  <a16:creationId xmlns:a16="http://schemas.microsoft.com/office/drawing/2014/main" id="{53FEEB32-8692-C549-9B5E-B8EF758E8450}"/>
                </a:ext>
              </a:extLst>
            </p:cNvPr>
            <p:cNvCxnSpPr>
              <a:cxnSpLocks noChangeShapeType="1"/>
              <a:stCxn id="61451" idx="3"/>
              <a:endCxn id="61452" idx="1"/>
            </p:cNvCxnSpPr>
            <p:nvPr/>
          </p:nvCxnSpPr>
          <p:spPr bwMode="auto">
            <a:xfrm>
              <a:off x="2431" y="4006"/>
              <a:ext cx="1222" cy="0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>
            <a:extLst>
              <a:ext uri="{FF2B5EF4-FFF2-40B4-BE49-F238E27FC236}">
                <a16:creationId xmlns:a16="http://schemas.microsoft.com/office/drawing/2014/main" id="{39B57F19-4A92-ED45-BAA2-A627565AFF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Atividade genérica: avaliar fase</a:t>
            </a:r>
          </a:p>
        </p:txBody>
      </p:sp>
      <p:grpSp>
        <p:nvGrpSpPr>
          <p:cNvPr id="63490" name="Group 3">
            <a:extLst>
              <a:ext uri="{FF2B5EF4-FFF2-40B4-BE49-F238E27FC236}">
                <a16:creationId xmlns:a16="http://schemas.microsoft.com/office/drawing/2014/main" id="{0DA07892-CA08-7C4A-82B9-E183A73216D6}"/>
              </a:ext>
            </a:extLst>
          </p:cNvPr>
          <p:cNvGrpSpPr>
            <a:grpSpLocks/>
          </p:cNvGrpSpPr>
          <p:nvPr/>
        </p:nvGrpSpPr>
        <p:grpSpPr bwMode="auto">
          <a:xfrm>
            <a:off x="374650" y="1465263"/>
            <a:ext cx="8509000" cy="5222875"/>
            <a:chOff x="236" y="923"/>
            <a:chExt cx="5360" cy="3290"/>
          </a:xfrm>
        </p:grpSpPr>
        <p:grpSp>
          <p:nvGrpSpPr>
            <p:cNvPr id="63701" name="Group 4">
              <a:extLst>
                <a:ext uri="{FF2B5EF4-FFF2-40B4-BE49-F238E27FC236}">
                  <a16:creationId xmlns:a16="http://schemas.microsoft.com/office/drawing/2014/main" id="{BC111A81-3EF6-CA4D-AAFE-027DBE8D2B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" y="923"/>
              <a:ext cx="5360" cy="634"/>
              <a:chOff x="236" y="923"/>
              <a:chExt cx="5360" cy="634"/>
            </a:xfrm>
          </p:grpSpPr>
          <p:sp>
            <p:nvSpPr>
              <p:cNvPr id="63712" name="Text Box 5">
                <a:extLst>
                  <a:ext uri="{FF2B5EF4-FFF2-40B4-BE49-F238E27FC236}">
                    <a16:creationId xmlns:a16="http://schemas.microsoft.com/office/drawing/2014/main" id="{72197BF8-1A94-E441-8D73-B965947E47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" y="923"/>
                <a:ext cx="993" cy="634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Avaliar o cumprimento das tarefas planejadas</a:t>
                </a:r>
                <a:r>
                  <a:rPr lang="pt-BR" altLang="pt-BR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   </a:t>
                </a:r>
                <a:endParaRPr lang="pt-BR" altLang="pt-BR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713" name="Text Box 6">
                <a:extLst>
                  <a:ext uri="{FF2B5EF4-FFF2-40B4-BE49-F238E27FC236}">
                    <a16:creationId xmlns:a16="http://schemas.microsoft.com/office/drawing/2014/main" id="{DDE538C9-12A7-9944-B2E9-948ECAC8F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85" y="923"/>
                <a:ext cx="1347" cy="634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Avaliar os resultados obtidos segundo os critérios estabelecidos</a:t>
                </a:r>
              </a:p>
            </p:txBody>
          </p:sp>
          <p:sp>
            <p:nvSpPr>
              <p:cNvPr id="63714" name="Text Box 7">
                <a:extLst>
                  <a:ext uri="{FF2B5EF4-FFF2-40B4-BE49-F238E27FC236}">
                    <a16:creationId xmlns:a16="http://schemas.microsoft.com/office/drawing/2014/main" id="{533D06C4-332A-E042-B265-F1E6B5A350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" y="923"/>
                <a:ext cx="1266" cy="634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Avaliar os demais critérios quantitativos e indicadores</a:t>
                </a:r>
              </a:p>
            </p:txBody>
          </p:sp>
          <p:sp>
            <p:nvSpPr>
              <p:cNvPr id="63715" name="Text Box 8">
                <a:extLst>
                  <a:ext uri="{FF2B5EF4-FFF2-40B4-BE49-F238E27FC236}">
                    <a16:creationId xmlns:a16="http://schemas.microsoft.com/office/drawing/2014/main" id="{62FD3A35-ACD3-5041-948E-6BC9E1191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12" y="923"/>
                <a:ext cx="984" cy="634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Avaliar o estudo da viabilidade econômica</a:t>
                </a:r>
              </a:p>
            </p:txBody>
          </p:sp>
        </p:grpSp>
        <p:cxnSp>
          <p:nvCxnSpPr>
            <p:cNvPr id="63702" name="AutoShape 9">
              <a:extLst>
                <a:ext uri="{FF2B5EF4-FFF2-40B4-BE49-F238E27FC236}">
                  <a16:creationId xmlns:a16="http://schemas.microsoft.com/office/drawing/2014/main" id="{3EBE42B8-9802-7F40-A8BC-205C675D3DB3}"/>
                </a:ext>
              </a:extLst>
            </p:cNvPr>
            <p:cNvCxnSpPr>
              <a:cxnSpLocks noChangeShapeType="1"/>
              <a:stCxn id="63712" idx="2"/>
              <a:endCxn id="63707" idx="1"/>
            </p:cNvCxnSpPr>
            <p:nvPr/>
          </p:nvCxnSpPr>
          <p:spPr bwMode="auto">
            <a:xfrm rot="16200000" flipH="1">
              <a:off x="1068" y="1231"/>
              <a:ext cx="828" cy="1498"/>
            </a:xfrm>
            <a:prstGeom prst="bentConnector2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703" name="AutoShape 10">
              <a:extLst>
                <a:ext uri="{FF2B5EF4-FFF2-40B4-BE49-F238E27FC236}">
                  <a16:creationId xmlns:a16="http://schemas.microsoft.com/office/drawing/2014/main" id="{6630CA54-122D-0744-B017-AE6FA57581C4}"/>
                </a:ext>
              </a:extLst>
            </p:cNvPr>
            <p:cNvCxnSpPr>
              <a:cxnSpLocks noChangeShapeType="1"/>
              <a:stCxn id="63715" idx="2"/>
              <a:endCxn id="63707" idx="3"/>
            </p:cNvCxnSpPr>
            <p:nvPr/>
          </p:nvCxnSpPr>
          <p:spPr bwMode="auto">
            <a:xfrm rot="5400000">
              <a:off x="3939" y="1229"/>
              <a:ext cx="828" cy="1502"/>
            </a:xfrm>
            <a:prstGeom prst="bentConnector2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704" name="AutoShape 11">
              <a:extLst>
                <a:ext uri="{FF2B5EF4-FFF2-40B4-BE49-F238E27FC236}">
                  <a16:creationId xmlns:a16="http://schemas.microsoft.com/office/drawing/2014/main" id="{17936035-49DC-334B-A25F-5B2EAEE0230F}"/>
                </a:ext>
              </a:extLst>
            </p:cNvPr>
            <p:cNvCxnSpPr>
              <a:cxnSpLocks noChangeShapeType="1"/>
              <a:stCxn id="63714" idx="2"/>
              <a:endCxn id="63707" idx="0"/>
            </p:cNvCxnSpPr>
            <p:nvPr/>
          </p:nvCxnSpPr>
          <p:spPr bwMode="auto">
            <a:xfrm flipH="1">
              <a:off x="2917" y="1566"/>
              <a:ext cx="805" cy="656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705" name="AutoShape 12">
              <a:extLst>
                <a:ext uri="{FF2B5EF4-FFF2-40B4-BE49-F238E27FC236}">
                  <a16:creationId xmlns:a16="http://schemas.microsoft.com/office/drawing/2014/main" id="{603D032F-AAD2-6347-A3CD-8E82D888152B}"/>
                </a:ext>
              </a:extLst>
            </p:cNvPr>
            <p:cNvCxnSpPr>
              <a:cxnSpLocks noChangeShapeType="1"/>
              <a:stCxn id="63713" idx="2"/>
              <a:endCxn id="63707" idx="0"/>
            </p:cNvCxnSpPr>
            <p:nvPr/>
          </p:nvCxnSpPr>
          <p:spPr bwMode="auto">
            <a:xfrm>
              <a:off x="2159" y="1566"/>
              <a:ext cx="758" cy="656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63706" name="Group 13">
              <a:extLst>
                <a:ext uri="{FF2B5EF4-FFF2-40B4-BE49-F238E27FC236}">
                  <a16:creationId xmlns:a16="http://schemas.microsoft.com/office/drawing/2014/main" id="{E6DA9569-76AB-404D-9E18-7DBBE89BDC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0" y="2231"/>
              <a:ext cx="1532" cy="1982"/>
              <a:chOff x="2245" y="2231"/>
              <a:chExt cx="1532" cy="1982"/>
            </a:xfrm>
          </p:grpSpPr>
          <p:sp>
            <p:nvSpPr>
              <p:cNvPr id="63707" name="Text Box 14">
                <a:extLst>
                  <a:ext uri="{FF2B5EF4-FFF2-40B4-BE49-F238E27FC236}">
                    <a16:creationId xmlns:a16="http://schemas.microsoft.com/office/drawing/2014/main" id="{5058EF4E-6A7B-244A-A3CE-C02163BEC4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35" y="2231"/>
                <a:ext cx="1353" cy="326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Decidir implementar ações corretivas</a:t>
                </a:r>
              </a:p>
            </p:txBody>
          </p:sp>
          <p:sp>
            <p:nvSpPr>
              <p:cNvPr id="63708" name="Text Box 15">
                <a:extLst>
                  <a:ext uri="{FF2B5EF4-FFF2-40B4-BE49-F238E27FC236}">
                    <a16:creationId xmlns:a16="http://schemas.microsoft.com/office/drawing/2014/main" id="{E54C6776-BEE5-4D43-B01B-37168F192C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0" y="2982"/>
                <a:ext cx="1523" cy="480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Decidir se pode ser realizada a atividade de aprovação</a:t>
                </a:r>
              </a:p>
            </p:txBody>
          </p:sp>
          <p:sp>
            <p:nvSpPr>
              <p:cNvPr id="63709" name="Text Box 16">
                <a:extLst>
                  <a:ext uri="{FF2B5EF4-FFF2-40B4-BE49-F238E27FC236}">
                    <a16:creationId xmlns:a16="http://schemas.microsoft.com/office/drawing/2014/main" id="{82E6CC3D-1682-BE4C-8094-BC2989AC05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45" y="3887"/>
                <a:ext cx="1532" cy="326"/>
              </a:xfrm>
              <a:prstGeom prst="rect">
                <a:avLst/>
              </a:prstGeom>
              <a:solidFill>
                <a:srgbClr val="FFFFCC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600">
                    <a:solidFill>
                      <a:srgbClr val="000000"/>
                    </a:solidFill>
                    <a:cs typeface="Times New Roman" panose="02020603050405020304" pitchFamily="18" charset="0"/>
                  </a:rPr>
                  <a:t>Preparar relatório para o time de avaliação</a:t>
                </a:r>
              </a:p>
            </p:txBody>
          </p:sp>
          <p:cxnSp>
            <p:nvCxnSpPr>
              <p:cNvPr id="63710" name="AutoShape 17">
                <a:extLst>
                  <a:ext uri="{FF2B5EF4-FFF2-40B4-BE49-F238E27FC236}">
                    <a16:creationId xmlns:a16="http://schemas.microsoft.com/office/drawing/2014/main" id="{6E20AA68-6BC6-9D43-9469-36BBA88E6C07}"/>
                  </a:ext>
                </a:extLst>
              </p:cNvPr>
              <p:cNvCxnSpPr>
                <a:cxnSpLocks noChangeShapeType="1"/>
                <a:stCxn id="63707" idx="2"/>
                <a:endCxn id="63708" idx="0"/>
              </p:cNvCxnSpPr>
              <p:nvPr/>
            </p:nvCxnSpPr>
            <p:spPr bwMode="auto">
              <a:xfrm>
                <a:off x="3012" y="2566"/>
                <a:ext cx="0" cy="407"/>
              </a:xfrm>
              <a:prstGeom prst="straightConnector1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711" name="AutoShape 18">
                <a:extLst>
                  <a:ext uri="{FF2B5EF4-FFF2-40B4-BE49-F238E27FC236}">
                    <a16:creationId xmlns:a16="http://schemas.microsoft.com/office/drawing/2014/main" id="{32A78A53-F401-7E48-822D-89B1555F3684}"/>
                  </a:ext>
                </a:extLst>
              </p:cNvPr>
              <p:cNvCxnSpPr>
                <a:cxnSpLocks noChangeShapeType="1"/>
                <a:stCxn id="63708" idx="2"/>
                <a:endCxn id="63709" idx="0"/>
              </p:cNvCxnSpPr>
              <p:nvPr/>
            </p:nvCxnSpPr>
            <p:spPr bwMode="auto">
              <a:xfrm flipH="1">
                <a:off x="3011" y="3471"/>
                <a:ext cx="1" cy="407"/>
              </a:xfrm>
              <a:prstGeom prst="straightConnector1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63491" name="Rectangle 19">
            <a:extLst>
              <a:ext uri="{FF2B5EF4-FFF2-40B4-BE49-F238E27FC236}">
                <a16:creationId xmlns:a16="http://schemas.microsoft.com/office/drawing/2014/main" id="{6B058040-2AAF-5C48-9477-867075D8E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3713" y="4149725"/>
            <a:ext cx="1035050" cy="736600"/>
          </a:xfrm>
          <a:prstGeom prst="rect">
            <a:avLst/>
          </a:prstGeom>
          <a:solidFill>
            <a:srgbClr val="EAEAEA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Auto-avaliação </a:t>
            </a:r>
          </a:p>
        </p:txBody>
      </p:sp>
      <p:sp>
        <p:nvSpPr>
          <p:cNvPr id="63492" name="Text Box 20">
            <a:extLst>
              <a:ext uri="{FF2B5EF4-FFF2-40B4-BE49-F238E27FC236}">
                <a16:creationId xmlns:a16="http://schemas.microsoft.com/office/drawing/2014/main" id="{AB0A98DF-4335-0146-B153-44F8FC2AE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75" y="6054725"/>
            <a:ext cx="18573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time de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desenvolvimento</a:t>
            </a:r>
          </a:p>
        </p:txBody>
      </p:sp>
      <p:grpSp>
        <p:nvGrpSpPr>
          <p:cNvPr id="63493" name="Group 21">
            <a:extLst>
              <a:ext uri="{FF2B5EF4-FFF2-40B4-BE49-F238E27FC236}">
                <a16:creationId xmlns:a16="http://schemas.microsoft.com/office/drawing/2014/main" id="{B88BAE71-7167-C748-B698-7A05CE98B701}"/>
              </a:ext>
            </a:extLst>
          </p:cNvPr>
          <p:cNvGrpSpPr>
            <a:grpSpLocks/>
          </p:cNvGrpSpPr>
          <p:nvPr/>
        </p:nvGrpSpPr>
        <p:grpSpPr bwMode="auto">
          <a:xfrm>
            <a:off x="608013" y="5267325"/>
            <a:ext cx="1371600" cy="687388"/>
            <a:chOff x="1850" y="1420"/>
            <a:chExt cx="2069" cy="811"/>
          </a:xfrm>
        </p:grpSpPr>
        <p:grpSp>
          <p:nvGrpSpPr>
            <p:cNvPr id="63494" name="Group 22">
              <a:extLst>
                <a:ext uri="{FF2B5EF4-FFF2-40B4-BE49-F238E27FC236}">
                  <a16:creationId xmlns:a16="http://schemas.microsoft.com/office/drawing/2014/main" id="{DB2872F3-863E-F046-BEB5-44C31073EE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0" y="1420"/>
              <a:ext cx="2069" cy="811"/>
              <a:chOff x="1850" y="1420"/>
              <a:chExt cx="2069" cy="811"/>
            </a:xfrm>
          </p:grpSpPr>
          <p:sp>
            <p:nvSpPr>
              <p:cNvPr id="63501" name="Freeform 23">
                <a:extLst>
                  <a:ext uri="{FF2B5EF4-FFF2-40B4-BE49-F238E27FC236}">
                    <a16:creationId xmlns:a16="http://schemas.microsoft.com/office/drawing/2014/main" id="{A294D1C3-CE42-5044-9E21-4F6169C8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45"/>
                <a:ext cx="443" cy="344"/>
              </a:xfrm>
              <a:custGeom>
                <a:avLst/>
                <a:gdLst>
                  <a:gd name="T0" fmla="*/ 0 w 3542"/>
                  <a:gd name="T1" fmla="*/ 0 h 2755"/>
                  <a:gd name="T2" fmla="*/ 0 w 3542"/>
                  <a:gd name="T3" fmla="*/ 0 h 2755"/>
                  <a:gd name="T4" fmla="*/ 0 w 3542"/>
                  <a:gd name="T5" fmla="*/ 0 h 2755"/>
                  <a:gd name="T6" fmla="*/ 0 w 3542"/>
                  <a:gd name="T7" fmla="*/ 0 h 2755"/>
                  <a:gd name="T8" fmla="*/ 0 w 3542"/>
                  <a:gd name="T9" fmla="*/ 0 h 2755"/>
                  <a:gd name="T10" fmla="*/ 0 w 3542"/>
                  <a:gd name="T11" fmla="*/ 0 h 2755"/>
                  <a:gd name="T12" fmla="*/ 0 w 3542"/>
                  <a:gd name="T13" fmla="*/ 0 h 2755"/>
                  <a:gd name="T14" fmla="*/ 0 w 3542"/>
                  <a:gd name="T15" fmla="*/ 0 h 2755"/>
                  <a:gd name="T16" fmla="*/ 0 w 3542"/>
                  <a:gd name="T17" fmla="*/ 0 h 2755"/>
                  <a:gd name="T18" fmla="*/ 0 w 3542"/>
                  <a:gd name="T19" fmla="*/ 0 h 2755"/>
                  <a:gd name="T20" fmla="*/ 0 w 3542"/>
                  <a:gd name="T21" fmla="*/ 0 h 2755"/>
                  <a:gd name="T22" fmla="*/ 0 w 3542"/>
                  <a:gd name="T23" fmla="*/ 0 h 2755"/>
                  <a:gd name="T24" fmla="*/ 0 w 3542"/>
                  <a:gd name="T25" fmla="*/ 0 h 2755"/>
                  <a:gd name="T26" fmla="*/ 0 w 3542"/>
                  <a:gd name="T27" fmla="*/ 0 h 2755"/>
                  <a:gd name="T28" fmla="*/ 0 w 3542"/>
                  <a:gd name="T29" fmla="*/ 0 h 2755"/>
                  <a:gd name="T30" fmla="*/ 0 w 3542"/>
                  <a:gd name="T31" fmla="*/ 0 h 2755"/>
                  <a:gd name="T32" fmla="*/ 0 w 3542"/>
                  <a:gd name="T33" fmla="*/ 0 h 2755"/>
                  <a:gd name="T34" fmla="*/ 0 w 3542"/>
                  <a:gd name="T35" fmla="*/ 0 h 2755"/>
                  <a:gd name="T36" fmla="*/ 0 w 3542"/>
                  <a:gd name="T37" fmla="*/ 0 h 2755"/>
                  <a:gd name="T38" fmla="*/ 0 w 3542"/>
                  <a:gd name="T39" fmla="*/ 0 h 2755"/>
                  <a:gd name="T40" fmla="*/ 0 w 3542"/>
                  <a:gd name="T41" fmla="*/ 0 h 2755"/>
                  <a:gd name="T42" fmla="*/ 0 w 3542"/>
                  <a:gd name="T43" fmla="*/ 0 h 2755"/>
                  <a:gd name="T44" fmla="*/ 0 w 3542"/>
                  <a:gd name="T45" fmla="*/ 0 h 2755"/>
                  <a:gd name="T46" fmla="*/ 0 w 3542"/>
                  <a:gd name="T47" fmla="*/ 0 h 2755"/>
                  <a:gd name="T48" fmla="*/ 0 w 3542"/>
                  <a:gd name="T49" fmla="*/ 0 h 2755"/>
                  <a:gd name="T50" fmla="*/ 0 w 3542"/>
                  <a:gd name="T51" fmla="*/ 0 h 2755"/>
                  <a:gd name="T52" fmla="*/ 0 w 3542"/>
                  <a:gd name="T53" fmla="*/ 0 h 2755"/>
                  <a:gd name="T54" fmla="*/ 0 w 3542"/>
                  <a:gd name="T55" fmla="*/ 0 h 2755"/>
                  <a:gd name="T56" fmla="*/ 0 w 3542"/>
                  <a:gd name="T57" fmla="*/ 0 h 2755"/>
                  <a:gd name="T58" fmla="*/ 0 w 3542"/>
                  <a:gd name="T59" fmla="*/ 0 h 2755"/>
                  <a:gd name="T60" fmla="*/ 0 w 3542"/>
                  <a:gd name="T61" fmla="*/ 0 h 2755"/>
                  <a:gd name="T62" fmla="*/ 0 w 3542"/>
                  <a:gd name="T63" fmla="*/ 0 h 2755"/>
                  <a:gd name="T64" fmla="*/ 0 w 3542"/>
                  <a:gd name="T65" fmla="*/ 0 h 2755"/>
                  <a:gd name="T66" fmla="*/ 0 w 3542"/>
                  <a:gd name="T67" fmla="*/ 0 h 2755"/>
                  <a:gd name="T68" fmla="*/ 0 w 3542"/>
                  <a:gd name="T69" fmla="*/ 0 h 27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42"/>
                  <a:gd name="T106" fmla="*/ 0 h 2755"/>
                  <a:gd name="T107" fmla="*/ 3542 w 3542"/>
                  <a:gd name="T108" fmla="*/ 2755 h 275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42" h="2755">
                    <a:moveTo>
                      <a:pt x="3542" y="2755"/>
                    </a:moveTo>
                    <a:lnTo>
                      <a:pt x="3452" y="2648"/>
                    </a:lnTo>
                    <a:lnTo>
                      <a:pt x="3415" y="2476"/>
                    </a:lnTo>
                    <a:lnTo>
                      <a:pt x="3307" y="2404"/>
                    </a:lnTo>
                    <a:lnTo>
                      <a:pt x="3290" y="2296"/>
                    </a:lnTo>
                    <a:lnTo>
                      <a:pt x="3355" y="2222"/>
                    </a:lnTo>
                    <a:lnTo>
                      <a:pt x="3355" y="2141"/>
                    </a:lnTo>
                    <a:lnTo>
                      <a:pt x="3314" y="2052"/>
                    </a:lnTo>
                    <a:lnTo>
                      <a:pt x="3248" y="1954"/>
                    </a:lnTo>
                    <a:lnTo>
                      <a:pt x="3248" y="1791"/>
                    </a:lnTo>
                    <a:lnTo>
                      <a:pt x="3307" y="1724"/>
                    </a:lnTo>
                    <a:lnTo>
                      <a:pt x="3299" y="1652"/>
                    </a:lnTo>
                    <a:lnTo>
                      <a:pt x="3233" y="1604"/>
                    </a:lnTo>
                    <a:lnTo>
                      <a:pt x="3200" y="1503"/>
                    </a:lnTo>
                    <a:lnTo>
                      <a:pt x="3209" y="1417"/>
                    </a:lnTo>
                    <a:lnTo>
                      <a:pt x="3191" y="1286"/>
                    </a:lnTo>
                    <a:lnTo>
                      <a:pt x="3166" y="1114"/>
                    </a:lnTo>
                    <a:lnTo>
                      <a:pt x="3166" y="910"/>
                    </a:lnTo>
                    <a:lnTo>
                      <a:pt x="3166" y="754"/>
                    </a:lnTo>
                    <a:lnTo>
                      <a:pt x="3161" y="592"/>
                    </a:lnTo>
                    <a:lnTo>
                      <a:pt x="3125" y="451"/>
                    </a:lnTo>
                    <a:lnTo>
                      <a:pt x="3092" y="360"/>
                    </a:lnTo>
                    <a:lnTo>
                      <a:pt x="2712" y="171"/>
                    </a:lnTo>
                    <a:lnTo>
                      <a:pt x="2492" y="110"/>
                    </a:lnTo>
                    <a:lnTo>
                      <a:pt x="2279" y="68"/>
                    </a:lnTo>
                    <a:lnTo>
                      <a:pt x="2044" y="0"/>
                    </a:lnTo>
                    <a:lnTo>
                      <a:pt x="890" y="27"/>
                    </a:lnTo>
                    <a:lnTo>
                      <a:pt x="556" y="85"/>
                    </a:lnTo>
                    <a:lnTo>
                      <a:pt x="222" y="205"/>
                    </a:lnTo>
                    <a:lnTo>
                      <a:pt x="123" y="264"/>
                    </a:lnTo>
                    <a:lnTo>
                      <a:pt x="40" y="461"/>
                    </a:lnTo>
                    <a:lnTo>
                      <a:pt x="40" y="1145"/>
                    </a:lnTo>
                    <a:lnTo>
                      <a:pt x="0" y="1235"/>
                    </a:lnTo>
                    <a:lnTo>
                      <a:pt x="540" y="2755"/>
                    </a:lnTo>
                    <a:lnTo>
                      <a:pt x="3542" y="27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2" name="Freeform 24">
                <a:extLst>
                  <a:ext uri="{FF2B5EF4-FFF2-40B4-BE49-F238E27FC236}">
                    <a16:creationId xmlns:a16="http://schemas.microsoft.com/office/drawing/2014/main" id="{64FAC952-376E-D649-A46B-088063AF4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653"/>
                <a:ext cx="201" cy="171"/>
              </a:xfrm>
              <a:custGeom>
                <a:avLst/>
                <a:gdLst>
                  <a:gd name="T0" fmla="*/ 0 w 1609"/>
                  <a:gd name="T1" fmla="*/ 0 h 1365"/>
                  <a:gd name="T2" fmla="*/ 0 w 1609"/>
                  <a:gd name="T3" fmla="*/ 0 h 1365"/>
                  <a:gd name="T4" fmla="*/ 0 w 1609"/>
                  <a:gd name="T5" fmla="*/ 0 h 1365"/>
                  <a:gd name="T6" fmla="*/ 0 w 1609"/>
                  <a:gd name="T7" fmla="*/ 0 h 1365"/>
                  <a:gd name="T8" fmla="*/ 0 w 1609"/>
                  <a:gd name="T9" fmla="*/ 0 h 1365"/>
                  <a:gd name="T10" fmla="*/ 0 w 1609"/>
                  <a:gd name="T11" fmla="*/ 0 h 1365"/>
                  <a:gd name="T12" fmla="*/ 0 w 1609"/>
                  <a:gd name="T13" fmla="*/ 0 h 1365"/>
                  <a:gd name="T14" fmla="*/ 0 w 1609"/>
                  <a:gd name="T15" fmla="*/ 0 h 1365"/>
                  <a:gd name="T16" fmla="*/ 0 w 1609"/>
                  <a:gd name="T17" fmla="*/ 0 h 1365"/>
                  <a:gd name="T18" fmla="*/ 0 w 1609"/>
                  <a:gd name="T19" fmla="*/ 0 h 1365"/>
                  <a:gd name="T20" fmla="*/ 0 w 1609"/>
                  <a:gd name="T21" fmla="*/ 0 h 1365"/>
                  <a:gd name="T22" fmla="*/ 0 w 1609"/>
                  <a:gd name="T23" fmla="*/ 0 h 1365"/>
                  <a:gd name="T24" fmla="*/ 0 w 1609"/>
                  <a:gd name="T25" fmla="*/ 0 h 1365"/>
                  <a:gd name="T26" fmla="*/ 0 w 1609"/>
                  <a:gd name="T27" fmla="*/ 0 h 1365"/>
                  <a:gd name="T28" fmla="*/ 0 w 1609"/>
                  <a:gd name="T29" fmla="*/ 0 h 13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09"/>
                  <a:gd name="T46" fmla="*/ 0 h 1365"/>
                  <a:gd name="T47" fmla="*/ 1609 w 1609"/>
                  <a:gd name="T48" fmla="*/ 1365 h 136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09" h="1365">
                    <a:moveTo>
                      <a:pt x="1609" y="1365"/>
                    </a:moveTo>
                    <a:lnTo>
                      <a:pt x="1148" y="499"/>
                    </a:lnTo>
                    <a:lnTo>
                      <a:pt x="1019" y="323"/>
                    </a:lnTo>
                    <a:lnTo>
                      <a:pt x="763" y="187"/>
                    </a:lnTo>
                    <a:lnTo>
                      <a:pt x="493" y="121"/>
                    </a:lnTo>
                    <a:lnTo>
                      <a:pt x="279" y="130"/>
                    </a:lnTo>
                    <a:lnTo>
                      <a:pt x="0" y="169"/>
                    </a:lnTo>
                    <a:lnTo>
                      <a:pt x="67" y="121"/>
                    </a:lnTo>
                    <a:lnTo>
                      <a:pt x="353" y="31"/>
                    </a:lnTo>
                    <a:lnTo>
                      <a:pt x="650" y="0"/>
                    </a:lnTo>
                    <a:lnTo>
                      <a:pt x="862" y="31"/>
                    </a:lnTo>
                    <a:lnTo>
                      <a:pt x="1102" y="255"/>
                    </a:lnTo>
                    <a:lnTo>
                      <a:pt x="1264" y="547"/>
                    </a:lnTo>
                    <a:lnTo>
                      <a:pt x="1346" y="767"/>
                    </a:lnTo>
                    <a:lnTo>
                      <a:pt x="1609" y="136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3" name="Freeform 25">
                <a:extLst>
                  <a:ext uri="{FF2B5EF4-FFF2-40B4-BE49-F238E27FC236}">
                    <a16:creationId xmlns:a16="http://schemas.microsoft.com/office/drawing/2014/main" id="{1F3E36FF-F750-5C4F-93F0-2B2981A59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99"/>
                <a:ext cx="103" cy="166"/>
              </a:xfrm>
              <a:custGeom>
                <a:avLst/>
                <a:gdLst>
                  <a:gd name="T0" fmla="*/ 0 w 829"/>
                  <a:gd name="T1" fmla="*/ 0 h 1330"/>
                  <a:gd name="T2" fmla="*/ 0 w 829"/>
                  <a:gd name="T3" fmla="*/ 0 h 1330"/>
                  <a:gd name="T4" fmla="*/ 0 w 829"/>
                  <a:gd name="T5" fmla="*/ 0 h 1330"/>
                  <a:gd name="T6" fmla="*/ 0 w 829"/>
                  <a:gd name="T7" fmla="*/ 0 h 1330"/>
                  <a:gd name="T8" fmla="*/ 0 w 829"/>
                  <a:gd name="T9" fmla="*/ 0 h 1330"/>
                  <a:gd name="T10" fmla="*/ 0 w 829"/>
                  <a:gd name="T11" fmla="*/ 0 h 1330"/>
                  <a:gd name="T12" fmla="*/ 0 w 829"/>
                  <a:gd name="T13" fmla="*/ 0 h 1330"/>
                  <a:gd name="T14" fmla="*/ 0 w 829"/>
                  <a:gd name="T15" fmla="*/ 0 h 1330"/>
                  <a:gd name="T16" fmla="*/ 0 w 829"/>
                  <a:gd name="T17" fmla="*/ 0 h 1330"/>
                  <a:gd name="T18" fmla="*/ 0 w 829"/>
                  <a:gd name="T19" fmla="*/ 0 h 1330"/>
                  <a:gd name="T20" fmla="*/ 0 w 829"/>
                  <a:gd name="T21" fmla="*/ 0 h 1330"/>
                  <a:gd name="T22" fmla="*/ 0 w 829"/>
                  <a:gd name="T23" fmla="*/ 0 h 1330"/>
                  <a:gd name="T24" fmla="*/ 0 w 829"/>
                  <a:gd name="T25" fmla="*/ 0 h 1330"/>
                  <a:gd name="T26" fmla="*/ 0 w 829"/>
                  <a:gd name="T27" fmla="*/ 0 h 1330"/>
                  <a:gd name="T28" fmla="*/ 0 w 829"/>
                  <a:gd name="T29" fmla="*/ 0 h 1330"/>
                  <a:gd name="T30" fmla="*/ 0 w 829"/>
                  <a:gd name="T31" fmla="*/ 0 h 1330"/>
                  <a:gd name="T32" fmla="*/ 0 w 829"/>
                  <a:gd name="T33" fmla="*/ 0 h 1330"/>
                  <a:gd name="T34" fmla="*/ 0 w 829"/>
                  <a:gd name="T35" fmla="*/ 0 h 1330"/>
                  <a:gd name="T36" fmla="*/ 0 w 829"/>
                  <a:gd name="T37" fmla="*/ 0 h 1330"/>
                  <a:gd name="T38" fmla="*/ 0 w 829"/>
                  <a:gd name="T39" fmla="*/ 0 h 1330"/>
                  <a:gd name="T40" fmla="*/ 0 w 829"/>
                  <a:gd name="T41" fmla="*/ 0 h 1330"/>
                  <a:gd name="T42" fmla="*/ 0 w 829"/>
                  <a:gd name="T43" fmla="*/ 0 h 1330"/>
                  <a:gd name="T44" fmla="*/ 0 w 829"/>
                  <a:gd name="T45" fmla="*/ 0 h 1330"/>
                  <a:gd name="T46" fmla="*/ 0 w 829"/>
                  <a:gd name="T47" fmla="*/ 0 h 1330"/>
                  <a:gd name="T48" fmla="*/ 0 w 829"/>
                  <a:gd name="T49" fmla="*/ 0 h 1330"/>
                  <a:gd name="T50" fmla="*/ 0 w 829"/>
                  <a:gd name="T51" fmla="*/ 0 h 1330"/>
                  <a:gd name="T52" fmla="*/ 0 w 829"/>
                  <a:gd name="T53" fmla="*/ 0 h 1330"/>
                  <a:gd name="T54" fmla="*/ 0 w 829"/>
                  <a:gd name="T55" fmla="*/ 0 h 1330"/>
                  <a:gd name="T56" fmla="*/ 0 w 829"/>
                  <a:gd name="T57" fmla="*/ 0 h 1330"/>
                  <a:gd name="T58" fmla="*/ 0 w 829"/>
                  <a:gd name="T59" fmla="*/ 0 h 1330"/>
                  <a:gd name="T60" fmla="*/ 0 w 829"/>
                  <a:gd name="T61" fmla="*/ 0 h 13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829"/>
                  <a:gd name="T94" fmla="*/ 0 h 1330"/>
                  <a:gd name="T95" fmla="*/ 829 w 829"/>
                  <a:gd name="T96" fmla="*/ 1330 h 13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829" h="1330">
                    <a:moveTo>
                      <a:pt x="548" y="586"/>
                    </a:moveTo>
                    <a:lnTo>
                      <a:pt x="484" y="464"/>
                    </a:lnTo>
                    <a:lnTo>
                      <a:pt x="394" y="360"/>
                    </a:lnTo>
                    <a:lnTo>
                      <a:pt x="304" y="286"/>
                    </a:lnTo>
                    <a:lnTo>
                      <a:pt x="205" y="235"/>
                    </a:lnTo>
                    <a:lnTo>
                      <a:pt x="156" y="226"/>
                    </a:lnTo>
                    <a:lnTo>
                      <a:pt x="221" y="374"/>
                    </a:lnTo>
                    <a:lnTo>
                      <a:pt x="359" y="554"/>
                    </a:lnTo>
                    <a:lnTo>
                      <a:pt x="516" y="694"/>
                    </a:lnTo>
                    <a:lnTo>
                      <a:pt x="714" y="835"/>
                    </a:lnTo>
                    <a:lnTo>
                      <a:pt x="745" y="851"/>
                    </a:lnTo>
                    <a:lnTo>
                      <a:pt x="829" y="1100"/>
                    </a:lnTo>
                    <a:lnTo>
                      <a:pt x="756" y="1158"/>
                    </a:lnTo>
                    <a:lnTo>
                      <a:pt x="809" y="1330"/>
                    </a:lnTo>
                    <a:lnTo>
                      <a:pt x="631" y="1305"/>
                    </a:lnTo>
                    <a:lnTo>
                      <a:pt x="703" y="1275"/>
                    </a:lnTo>
                    <a:lnTo>
                      <a:pt x="590" y="1127"/>
                    </a:lnTo>
                    <a:lnTo>
                      <a:pt x="304" y="1013"/>
                    </a:lnTo>
                    <a:lnTo>
                      <a:pt x="128" y="888"/>
                    </a:lnTo>
                    <a:lnTo>
                      <a:pt x="82" y="851"/>
                    </a:lnTo>
                    <a:lnTo>
                      <a:pt x="106" y="923"/>
                    </a:lnTo>
                    <a:lnTo>
                      <a:pt x="179" y="1028"/>
                    </a:lnTo>
                    <a:lnTo>
                      <a:pt x="39" y="906"/>
                    </a:lnTo>
                    <a:lnTo>
                      <a:pt x="7" y="791"/>
                    </a:lnTo>
                    <a:lnTo>
                      <a:pt x="0" y="743"/>
                    </a:lnTo>
                    <a:lnTo>
                      <a:pt x="48" y="586"/>
                    </a:lnTo>
                    <a:lnTo>
                      <a:pt x="64" y="0"/>
                    </a:lnTo>
                    <a:lnTo>
                      <a:pt x="286" y="148"/>
                    </a:lnTo>
                    <a:lnTo>
                      <a:pt x="431" y="307"/>
                    </a:lnTo>
                    <a:lnTo>
                      <a:pt x="509" y="448"/>
                    </a:lnTo>
                    <a:lnTo>
                      <a:pt x="548" y="586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4" name="Freeform 26">
                <a:extLst>
                  <a:ext uri="{FF2B5EF4-FFF2-40B4-BE49-F238E27FC236}">
                    <a16:creationId xmlns:a16="http://schemas.microsoft.com/office/drawing/2014/main" id="{3331AFB1-CE7A-DE45-A789-AF38C447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830"/>
                <a:ext cx="74" cy="89"/>
              </a:xfrm>
              <a:custGeom>
                <a:avLst/>
                <a:gdLst>
                  <a:gd name="T0" fmla="*/ 0 w 593"/>
                  <a:gd name="T1" fmla="*/ 0 h 716"/>
                  <a:gd name="T2" fmla="*/ 0 w 593"/>
                  <a:gd name="T3" fmla="*/ 0 h 716"/>
                  <a:gd name="T4" fmla="*/ 0 w 593"/>
                  <a:gd name="T5" fmla="*/ 0 h 716"/>
                  <a:gd name="T6" fmla="*/ 0 w 593"/>
                  <a:gd name="T7" fmla="*/ 0 h 716"/>
                  <a:gd name="T8" fmla="*/ 0 w 593"/>
                  <a:gd name="T9" fmla="*/ 0 h 716"/>
                  <a:gd name="T10" fmla="*/ 0 w 593"/>
                  <a:gd name="T11" fmla="*/ 0 h 716"/>
                  <a:gd name="T12" fmla="*/ 0 w 593"/>
                  <a:gd name="T13" fmla="*/ 0 h 716"/>
                  <a:gd name="T14" fmla="*/ 0 w 593"/>
                  <a:gd name="T15" fmla="*/ 0 h 716"/>
                  <a:gd name="T16" fmla="*/ 0 w 593"/>
                  <a:gd name="T17" fmla="*/ 0 h 716"/>
                  <a:gd name="T18" fmla="*/ 0 w 593"/>
                  <a:gd name="T19" fmla="*/ 0 h 716"/>
                  <a:gd name="T20" fmla="*/ 0 w 593"/>
                  <a:gd name="T21" fmla="*/ 0 h 716"/>
                  <a:gd name="T22" fmla="*/ 0 w 593"/>
                  <a:gd name="T23" fmla="*/ 0 h 716"/>
                  <a:gd name="T24" fmla="*/ 0 w 593"/>
                  <a:gd name="T25" fmla="*/ 0 h 716"/>
                  <a:gd name="T26" fmla="*/ 0 w 593"/>
                  <a:gd name="T27" fmla="*/ 0 h 716"/>
                  <a:gd name="T28" fmla="*/ 0 w 593"/>
                  <a:gd name="T29" fmla="*/ 0 h 716"/>
                  <a:gd name="T30" fmla="*/ 0 w 593"/>
                  <a:gd name="T31" fmla="*/ 0 h 716"/>
                  <a:gd name="T32" fmla="*/ 0 w 593"/>
                  <a:gd name="T33" fmla="*/ 0 h 7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3"/>
                  <a:gd name="T52" fmla="*/ 0 h 716"/>
                  <a:gd name="T53" fmla="*/ 593 w 593"/>
                  <a:gd name="T54" fmla="*/ 716 h 7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3" h="716">
                    <a:moveTo>
                      <a:pt x="19" y="0"/>
                    </a:moveTo>
                    <a:lnTo>
                      <a:pt x="132" y="54"/>
                    </a:lnTo>
                    <a:lnTo>
                      <a:pt x="190" y="187"/>
                    </a:lnTo>
                    <a:lnTo>
                      <a:pt x="331" y="268"/>
                    </a:lnTo>
                    <a:lnTo>
                      <a:pt x="222" y="259"/>
                    </a:lnTo>
                    <a:lnTo>
                      <a:pt x="289" y="310"/>
                    </a:lnTo>
                    <a:lnTo>
                      <a:pt x="455" y="358"/>
                    </a:lnTo>
                    <a:lnTo>
                      <a:pt x="534" y="448"/>
                    </a:lnTo>
                    <a:lnTo>
                      <a:pt x="492" y="538"/>
                    </a:lnTo>
                    <a:lnTo>
                      <a:pt x="388" y="473"/>
                    </a:lnTo>
                    <a:lnTo>
                      <a:pt x="354" y="529"/>
                    </a:lnTo>
                    <a:lnTo>
                      <a:pt x="503" y="587"/>
                    </a:lnTo>
                    <a:lnTo>
                      <a:pt x="593" y="554"/>
                    </a:lnTo>
                    <a:lnTo>
                      <a:pt x="518" y="716"/>
                    </a:lnTo>
                    <a:lnTo>
                      <a:pt x="275" y="554"/>
                    </a:lnTo>
                    <a:lnTo>
                      <a:pt x="0" y="22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5" name="Freeform 27">
                <a:extLst>
                  <a:ext uri="{FF2B5EF4-FFF2-40B4-BE49-F238E27FC236}">
                    <a16:creationId xmlns:a16="http://schemas.microsoft.com/office/drawing/2014/main" id="{FEB5AC85-9902-364C-950A-63D373655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10"/>
                <a:ext cx="154" cy="100"/>
              </a:xfrm>
              <a:custGeom>
                <a:avLst/>
                <a:gdLst>
                  <a:gd name="T0" fmla="*/ 0 w 1232"/>
                  <a:gd name="T1" fmla="*/ 0 h 800"/>
                  <a:gd name="T2" fmla="*/ 0 w 1232"/>
                  <a:gd name="T3" fmla="*/ 0 h 800"/>
                  <a:gd name="T4" fmla="*/ 0 w 1232"/>
                  <a:gd name="T5" fmla="*/ 0 h 800"/>
                  <a:gd name="T6" fmla="*/ 0 w 1232"/>
                  <a:gd name="T7" fmla="*/ 0 h 800"/>
                  <a:gd name="T8" fmla="*/ 0 w 1232"/>
                  <a:gd name="T9" fmla="*/ 0 h 800"/>
                  <a:gd name="T10" fmla="*/ 0 w 1232"/>
                  <a:gd name="T11" fmla="*/ 0 h 800"/>
                  <a:gd name="T12" fmla="*/ 0 w 1232"/>
                  <a:gd name="T13" fmla="*/ 0 h 800"/>
                  <a:gd name="T14" fmla="*/ 0 w 1232"/>
                  <a:gd name="T15" fmla="*/ 0 h 800"/>
                  <a:gd name="T16" fmla="*/ 0 w 1232"/>
                  <a:gd name="T17" fmla="*/ 0 h 800"/>
                  <a:gd name="T18" fmla="*/ 0 w 1232"/>
                  <a:gd name="T19" fmla="*/ 0 h 800"/>
                  <a:gd name="T20" fmla="*/ 0 w 1232"/>
                  <a:gd name="T21" fmla="*/ 0 h 800"/>
                  <a:gd name="T22" fmla="*/ 0 w 1232"/>
                  <a:gd name="T23" fmla="*/ 0 h 8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32"/>
                  <a:gd name="T37" fmla="*/ 0 h 800"/>
                  <a:gd name="T38" fmla="*/ 1232 w 1232"/>
                  <a:gd name="T39" fmla="*/ 800 h 80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32" h="800">
                    <a:moveTo>
                      <a:pt x="141" y="141"/>
                    </a:moveTo>
                    <a:lnTo>
                      <a:pt x="188" y="171"/>
                    </a:lnTo>
                    <a:lnTo>
                      <a:pt x="215" y="0"/>
                    </a:lnTo>
                    <a:lnTo>
                      <a:pt x="282" y="254"/>
                    </a:lnTo>
                    <a:lnTo>
                      <a:pt x="248" y="325"/>
                    </a:lnTo>
                    <a:lnTo>
                      <a:pt x="575" y="435"/>
                    </a:lnTo>
                    <a:lnTo>
                      <a:pt x="764" y="595"/>
                    </a:lnTo>
                    <a:lnTo>
                      <a:pt x="1174" y="595"/>
                    </a:lnTo>
                    <a:lnTo>
                      <a:pt x="1232" y="717"/>
                    </a:lnTo>
                    <a:lnTo>
                      <a:pt x="764" y="800"/>
                    </a:lnTo>
                    <a:lnTo>
                      <a:pt x="0" y="341"/>
                    </a:lnTo>
                    <a:lnTo>
                      <a:pt x="141" y="1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6" name="Freeform 28">
                <a:extLst>
                  <a:ext uri="{FF2B5EF4-FFF2-40B4-BE49-F238E27FC236}">
                    <a16:creationId xmlns:a16="http://schemas.microsoft.com/office/drawing/2014/main" id="{882AD467-815C-8649-AE15-C07B2121D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696"/>
                <a:ext cx="280" cy="243"/>
              </a:xfrm>
              <a:custGeom>
                <a:avLst/>
                <a:gdLst>
                  <a:gd name="T0" fmla="*/ 0 w 2241"/>
                  <a:gd name="T1" fmla="*/ 0 h 1943"/>
                  <a:gd name="T2" fmla="*/ 0 w 2241"/>
                  <a:gd name="T3" fmla="*/ 0 h 1943"/>
                  <a:gd name="T4" fmla="*/ 0 w 2241"/>
                  <a:gd name="T5" fmla="*/ 0 h 1943"/>
                  <a:gd name="T6" fmla="*/ 0 w 2241"/>
                  <a:gd name="T7" fmla="*/ 0 h 1943"/>
                  <a:gd name="T8" fmla="*/ 0 w 2241"/>
                  <a:gd name="T9" fmla="*/ 0 h 1943"/>
                  <a:gd name="T10" fmla="*/ 0 w 2241"/>
                  <a:gd name="T11" fmla="*/ 0 h 1943"/>
                  <a:gd name="T12" fmla="*/ 0 w 2241"/>
                  <a:gd name="T13" fmla="*/ 0 h 1943"/>
                  <a:gd name="T14" fmla="*/ 0 w 2241"/>
                  <a:gd name="T15" fmla="*/ 0 h 1943"/>
                  <a:gd name="T16" fmla="*/ 0 w 2241"/>
                  <a:gd name="T17" fmla="*/ 0 h 1943"/>
                  <a:gd name="T18" fmla="*/ 0 w 2241"/>
                  <a:gd name="T19" fmla="*/ 0 h 1943"/>
                  <a:gd name="T20" fmla="*/ 0 w 2241"/>
                  <a:gd name="T21" fmla="*/ 0 h 1943"/>
                  <a:gd name="T22" fmla="*/ 0 w 2241"/>
                  <a:gd name="T23" fmla="*/ 0 h 1943"/>
                  <a:gd name="T24" fmla="*/ 0 w 2241"/>
                  <a:gd name="T25" fmla="*/ 0 h 1943"/>
                  <a:gd name="T26" fmla="*/ 0 w 2241"/>
                  <a:gd name="T27" fmla="*/ 0 h 1943"/>
                  <a:gd name="T28" fmla="*/ 0 w 2241"/>
                  <a:gd name="T29" fmla="*/ 0 h 1943"/>
                  <a:gd name="T30" fmla="*/ 0 w 2241"/>
                  <a:gd name="T31" fmla="*/ 0 h 1943"/>
                  <a:gd name="T32" fmla="*/ 0 w 2241"/>
                  <a:gd name="T33" fmla="*/ 0 h 1943"/>
                  <a:gd name="T34" fmla="*/ 0 w 2241"/>
                  <a:gd name="T35" fmla="*/ 0 h 1943"/>
                  <a:gd name="T36" fmla="*/ 0 w 2241"/>
                  <a:gd name="T37" fmla="*/ 0 h 1943"/>
                  <a:gd name="T38" fmla="*/ 0 w 2241"/>
                  <a:gd name="T39" fmla="*/ 0 h 1943"/>
                  <a:gd name="T40" fmla="*/ 0 w 2241"/>
                  <a:gd name="T41" fmla="*/ 0 h 1943"/>
                  <a:gd name="T42" fmla="*/ 0 w 2241"/>
                  <a:gd name="T43" fmla="*/ 0 h 1943"/>
                  <a:gd name="T44" fmla="*/ 0 w 2241"/>
                  <a:gd name="T45" fmla="*/ 0 h 1943"/>
                  <a:gd name="T46" fmla="*/ 0 w 2241"/>
                  <a:gd name="T47" fmla="*/ 0 h 1943"/>
                  <a:gd name="T48" fmla="*/ 0 w 2241"/>
                  <a:gd name="T49" fmla="*/ 0 h 1943"/>
                  <a:gd name="T50" fmla="*/ 0 w 2241"/>
                  <a:gd name="T51" fmla="*/ 0 h 1943"/>
                  <a:gd name="T52" fmla="*/ 0 w 2241"/>
                  <a:gd name="T53" fmla="*/ 0 h 1943"/>
                  <a:gd name="T54" fmla="*/ 0 w 2241"/>
                  <a:gd name="T55" fmla="*/ 0 h 1943"/>
                  <a:gd name="T56" fmla="*/ 0 w 2241"/>
                  <a:gd name="T57" fmla="*/ 0 h 1943"/>
                  <a:gd name="T58" fmla="*/ 0 w 2241"/>
                  <a:gd name="T59" fmla="*/ 0 h 1943"/>
                  <a:gd name="T60" fmla="*/ 0 w 2241"/>
                  <a:gd name="T61" fmla="*/ 0 h 1943"/>
                  <a:gd name="T62" fmla="*/ 0 w 2241"/>
                  <a:gd name="T63" fmla="*/ 0 h 1943"/>
                  <a:gd name="T64" fmla="*/ 0 w 2241"/>
                  <a:gd name="T65" fmla="*/ 0 h 1943"/>
                  <a:gd name="T66" fmla="*/ 0 w 2241"/>
                  <a:gd name="T67" fmla="*/ 0 h 1943"/>
                  <a:gd name="T68" fmla="*/ 0 w 2241"/>
                  <a:gd name="T69" fmla="*/ 0 h 1943"/>
                  <a:gd name="T70" fmla="*/ 0 w 2241"/>
                  <a:gd name="T71" fmla="*/ 0 h 1943"/>
                  <a:gd name="T72" fmla="*/ 0 w 2241"/>
                  <a:gd name="T73" fmla="*/ 0 h 1943"/>
                  <a:gd name="T74" fmla="*/ 0 w 2241"/>
                  <a:gd name="T75" fmla="*/ 0 h 1943"/>
                  <a:gd name="T76" fmla="*/ 0 w 2241"/>
                  <a:gd name="T77" fmla="*/ 0 h 1943"/>
                  <a:gd name="T78" fmla="*/ 0 w 2241"/>
                  <a:gd name="T79" fmla="*/ 0 h 1943"/>
                  <a:gd name="T80" fmla="*/ 0 w 2241"/>
                  <a:gd name="T81" fmla="*/ 0 h 1943"/>
                  <a:gd name="T82" fmla="*/ 0 w 2241"/>
                  <a:gd name="T83" fmla="*/ 0 h 1943"/>
                  <a:gd name="T84" fmla="*/ 0 w 2241"/>
                  <a:gd name="T85" fmla="*/ 0 h 1943"/>
                  <a:gd name="T86" fmla="*/ 0 w 2241"/>
                  <a:gd name="T87" fmla="*/ 0 h 1943"/>
                  <a:gd name="T88" fmla="*/ 0 w 2241"/>
                  <a:gd name="T89" fmla="*/ 0 h 1943"/>
                  <a:gd name="T90" fmla="*/ 0 w 2241"/>
                  <a:gd name="T91" fmla="*/ 0 h 1943"/>
                  <a:gd name="T92" fmla="*/ 0 w 2241"/>
                  <a:gd name="T93" fmla="*/ 0 h 1943"/>
                  <a:gd name="T94" fmla="*/ 0 w 2241"/>
                  <a:gd name="T95" fmla="*/ 0 h 194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41"/>
                  <a:gd name="T145" fmla="*/ 0 h 1943"/>
                  <a:gd name="T146" fmla="*/ 2241 w 2241"/>
                  <a:gd name="T147" fmla="*/ 1943 h 194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41" h="1943">
                    <a:moveTo>
                      <a:pt x="1241" y="0"/>
                    </a:moveTo>
                    <a:lnTo>
                      <a:pt x="1308" y="277"/>
                    </a:lnTo>
                    <a:lnTo>
                      <a:pt x="1314" y="623"/>
                    </a:lnTo>
                    <a:lnTo>
                      <a:pt x="1250" y="1053"/>
                    </a:lnTo>
                    <a:lnTo>
                      <a:pt x="1133" y="1404"/>
                    </a:lnTo>
                    <a:lnTo>
                      <a:pt x="1232" y="1496"/>
                    </a:lnTo>
                    <a:lnTo>
                      <a:pt x="1035" y="1559"/>
                    </a:lnTo>
                    <a:lnTo>
                      <a:pt x="674" y="1519"/>
                    </a:lnTo>
                    <a:lnTo>
                      <a:pt x="248" y="1528"/>
                    </a:lnTo>
                    <a:lnTo>
                      <a:pt x="0" y="1544"/>
                    </a:lnTo>
                    <a:lnTo>
                      <a:pt x="149" y="1722"/>
                    </a:lnTo>
                    <a:lnTo>
                      <a:pt x="1133" y="1803"/>
                    </a:lnTo>
                    <a:lnTo>
                      <a:pt x="1815" y="1943"/>
                    </a:lnTo>
                    <a:lnTo>
                      <a:pt x="1898" y="1886"/>
                    </a:lnTo>
                    <a:lnTo>
                      <a:pt x="1802" y="1812"/>
                    </a:lnTo>
                    <a:lnTo>
                      <a:pt x="1872" y="1748"/>
                    </a:lnTo>
                    <a:lnTo>
                      <a:pt x="2013" y="1722"/>
                    </a:lnTo>
                    <a:lnTo>
                      <a:pt x="2241" y="1739"/>
                    </a:lnTo>
                    <a:lnTo>
                      <a:pt x="2064" y="1634"/>
                    </a:lnTo>
                    <a:lnTo>
                      <a:pt x="1956" y="1501"/>
                    </a:lnTo>
                    <a:lnTo>
                      <a:pt x="1965" y="1404"/>
                    </a:lnTo>
                    <a:lnTo>
                      <a:pt x="2151" y="1307"/>
                    </a:lnTo>
                    <a:lnTo>
                      <a:pt x="2202" y="1168"/>
                    </a:lnTo>
                    <a:lnTo>
                      <a:pt x="2103" y="1215"/>
                    </a:lnTo>
                    <a:lnTo>
                      <a:pt x="1995" y="1210"/>
                    </a:lnTo>
                    <a:lnTo>
                      <a:pt x="1971" y="1168"/>
                    </a:lnTo>
                    <a:lnTo>
                      <a:pt x="2064" y="1075"/>
                    </a:lnTo>
                    <a:lnTo>
                      <a:pt x="1979" y="1071"/>
                    </a:lnTo>
                    <a:lnTo>
                      <a:pt x="1988" y="972"/>
                    </a:lnTo>
                    <a:lnTo>
                      <a:pt x="2028" y="832"/>
                    </a:lnTo>
                    <a:lnTo>
                      <a:pt x="2120" y="876"/>
                    </a:lnTo>
                    <a:lnTo>
                      <a:pt x="2151" y="963"/>
                    </a:lnTo>
                    <a:lnTo>
                      <a:pt x="2186" y="840"/>
                    </a:lnTo>
                    <a:lnTo>
                      <a:pt x="2145" y="537"/>
                    </a:lnTo>
                    <a:lnTo>
                      <a:pt x="2168" y="311"/>
                    </a:lnTo>
                    <a:lnTo>
                      <a:pt x="2094" y="645"/>
                    </a:lnTo>
                    <a:lnTo>
                      <a:pt x="1979" y="816"/>
                    </a:lnTo>
                    <a:lnTo>
                      <a:pt x="1760" y="1134"/>
                    </a:lnTo>
                    <a:lnTo>
                      <a:pt x="1608" y="1282"/>
                    </a:lnTo>
                    <a:lnTo>
                      <a:pt x="1398" y="1422"/>
                    </a:lnTo>
                    <a:lnTo>
                      <a:pt x="1331" y="1429"/>
                    </a:lnTo>
                    <a:lnTo>
                      <a:pt x="1398" y="1307"/>
                    </a:lnTo>
                    <a:lnTo>
                      <a:pt x="1430" y="1111"/>
                    </a:lnTo>
                    <a:lnTo>
                      <a:pt x="1446" y="800"/>
                    </a:lnTo>
                    <a:lnTo>
                      <a:pt x="1430" y="521"/>
                    </a:lnTo>
                    <a:lnTo>
                      <a:pt x="1398" y="269"/>
                    </a:lnTo>
                    <a:lnTo>
                      <a:pt x="1349" y="113"/>
                    </a:lnTo>
                    <a:lnTo>
                      <a:pt x="1241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7" name="Freeform 29">
                <a:extLst>
                  <a:ext uri="{FF2B5EF4-FFF2-40B4-BE49-F238E27FC236}">
                    <a16:creationId xmlns:a16="http://schemas.microsoft.com/office/drawing/2014/main" id="{8189737A-1D8D-1B4D-9B05-53E42449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45"/>
                <a:ext cx="71" cy="44"/>
              </a:xfrm>
              <a:custGeom>
                <a:avLst/>
                <a:gdLst>
                  <a:gd name="T0" fmla="*/ 0 w 567"/>
                  <a:gd name="T1" fmla="*/ 0 h 351"/>
                  <a:gd name="T2" fmla="*/ 0 w 567"/>
                  <a:gd name="T3" fmla="*/ 0 h 351"/>
                  <a:gd name="T4" fmla="*/ 0 w 567"/>
                  <a:gd name="T5" fmla="*/ 0 h 351"/>
                  <a:gd name="T6" fmla="*/ 0 w 567"/>
                  <a:gd name="T7" fmla="*/ 0 h 351"/>
                  <a:gd name="T8" fmla="*/ 0 w 567"/>
                  <a:gd name="T9" fmla="*/ 0 h 351"/>
                  <a:gd name="T10" fmla="*/ 0 w 567"/>
                  <a:gd name="T11" fmla="*/ 0 h 351"/>
                  <a:gd name="T12" fmla="*/ 0 w 567"/>
                  <a:gd name="T13" fmla="*/ 0 h 351"/>
                  <a:gd name="T14" fmla="*/ 0 w 567"/>
                  <a:gd name="T15" fmla="*/ 0 h 351"/>
                  <a:gd name="T16" fmla="*/ 0 w 567"/>
                  <a:gd name="T17" fmla="*/ 0 h 351"/>
                  <a:gd name="T18" fmla="*/ 0 w 567"/>
                  <a:gd name="T19" fmla="*/ 0 h 351"/>
                  <a:gd name="T20" fmla="*/ 0 w 567"/>
                  <a:gd name="T21" fmla="*/ 0 h 351"/>
                  <a:gd name="T22" fmla="*/ 0 w 567"/>
                  <a:gd name="T23" fmla="*/ 0 h 351"/>
                  <a:gd name="T24" fmla="*/ 0 w 567"/>
                  <a:gd name="T25" fmla="*/ 0 h 351"/>
                  <a:gd name="T26" fmla="*/ 0 w 567"/>
                  <a:gd name="T27" fmla="*/ 0 h 351"/>
                  <a:gd name="T28" fmla="*/ 0 w 567"/>
                  <a:gd name="T29" fmla="*/ 0 h 3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67"/>
                  <a:gd name="T46" fmla="*/ 0 h 351"/>
                  <a:gd name="T47" fmla="*/ 567 w 567"/>
                  <a:gd name="T48" fmla="*/ 351 h 3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67" h="351">
                    <a:moveTo>
                      <a:pt x="129" y="0"/>
                    </a:moveTo>
                    <a:lnTo>
                      <a:pt x="198" y="72"/>
                    </a:lnTo>
                    <a:lnTo>
                      <a:pt x="173" y="162"/>
                    </a:lnTo>
                    <a:lnTo>
                      <a:pt x="237" y="114"/>
                    </a:lnTo>
                    <a:lnTo>
                      <a:pt x="261" y="251"/>
                    </a:lnTo>
                    <a:lnTo>
                      <a:pt x="355" y="169"/>
                    </a:lnTo>
                    <a:lnTo>
                      <a:pt x="426" y="219"/>
                    </a:lnTo>
                    <a:lnTo>
                      <a:pt x="375" y="268"/>
                    </a:lnTo>
                    <a:lnTo>
                      <a:pt x="417" y="327"/>
                    </a:lnTo>
                    <a:lnTo>
                      <a:pt x="507" y="309"/>
                    </a:lnTo>
                    <a:lnTo>
                      <a:pt x="567" y="351"/>
                    </a:lnTo>
                    <a:lnTo>
                      <a:pt x="204" y="351"/>
                    </a:lnTo>
                    <a:lnTo>
                      <a:pt x="0" y="196"/>
                    </a:lnTo>
                    <a:lnTo>
                      <a:pt x="23" y="3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8" name="Freeform 30">
                <a:extLst>
                  <a:ext uri="{FF2B5EF4-FFF2-40B4-BE49-F238E27FC236}">
                    <a16:creationId xmlns:a16="http://schemas.microsoft.com/office/drawing/2014/main" id="{B6EECE29-03E2-B540-9FD6-495F848AD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65"/>
                <a:ext cx="20" cy="25"/>
              </a:xfrm>
              <a:custGeom>
                <a:avLst/>
                <a:gdLst>
                  <a:gd name="T0" fmla="*/ 0 w 156"/>
                  <a:gd name="T1" fmla="*/ 0 h 200"/>
                  <a:gd name="T2" fmla="*/ 0 w 156"/>
                  <a:gd name="T3" fmla="*/ 0 h 200"/>
                  <a:gd name="T4" fmla="*/ 0 w 156"/>
                  <a:gd name="T5" fmla="*/ 0 h 200"/>
                  <a:gd name="T6" fmla="*/ 0 w 156"/>
                  <a:gd name="T7" fmla="*/ 0 h 200"/>
                  <a:gd name="T8" fmla="*/ 0 w 156"/>
                  <a:gd name="T9" fmla="*/ 0 h 200"/>
                  <a:gd name="T10" fmla="*/ 0 w 156"/>
                  <a:gd name="T11" fmla="*/ 0 h 200"/>
                  <a:gd name="T12" fmla="*/ 0 w 156"/>
                  <a:gd name="T13" fmla="*/ 0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6"/>
                  <a:gd name="T22" fmla="*/ 0 h 200"/>
                  <a:gd name="T23" fmla="*/ 156 w 156"/>
                  <a:gd name="T24" fmla="*/ 200 h 2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6" h="200">
                    <a:moveTo>
                      <a:pt x="0" y="79"/>
                    </a:moveTo>
                    <a:lnTo>
                      <a:pt x="81" y="79"/>
                    </a:lnTo>
                    <a:lnTo>
                      <a:pt x="74" y="137"/>
                    </a:lnTo>
                    <a:lnTo>
                      <a:pt x="18" y="128"/>
                    </a:lnTo>
                    <a:lnTo>
                      <a:pt x="127" y="200"/>
                    </a:lnTo>
                    <a:lnTo>
                      <a:pt x="156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09" name="Freeform 31">
                <a:extLst>
                  <a:ext uri="{FF2B5EF4-FFF2-40B4-BE49-F238E27FC236}">
                    <a16:creationId xmlns:a16="http://schemas.microsoft.com/office/drawing/2014/main" id="{0FB503F0-6C7C-2340-95E2-4C43B539C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30"/>
                <a:ext cx="121" cy="78"/>
              </a:xfrm>
              <a:custGeom>
                <a:avLst/>
                <a:gdLst>
                  <a:gd name="T0" fmla="*/ 0 w 966"/>
                  <a:gd name="T1" fmla="*/ 0 h 621"/>
                  <a:gd name="T2" fmla="*/ 0 w 966"/>
                  <a:gd name="T3" fmla="*/ 0 h 621"/>
                  <a:gd name="T4" fmla="*/ 0 w 966"/>
                  <a:gd name="T5" fmla="*/ 0 h 621"/>
                  <a:gd name="T6" fmla="*/ 0 w 966"/>
                  <a:gd name="T7" fmla="*/ 0 h 621"/>
                  <a:gd name="T8" fmla="*/ 0 w 966"/>
                  <a:gd name="T9" fmla="*/ 0 h 621"/>
                  <a:gd name="T10" fmla="*/ 0 w 966"/>
                  <a:gd name="T11" fmla="*/ 0 h 621"/>
                  <a:gd name="T12" fmla="*/ 0 w 966"/>
                  <a:gd name="T13" fmla="*/ 0 h 621"/>
                  <a:gd name="T14" fmla="*/ 0 w 966"/>
                  <a:gd name="T15" fmla="*/ 0 h 621"/>
                  <a:gd name="T16" fmla="*/ 0 w 966"/>
                  <a:gd name="T17" fmla="*/ 0 h 621"/>
                  <a:gd name="T18" fmla="*/ 0 w 966"/>
                  <a:gd name="T19" fmla="*/ 0 h 621"/>
                  <a:gd name="T20" fmla="*/ 0 w 966"/>
                  <a:gd name="T21" fmla="*/ 0 h 621"/>
                  <a:gd name="T22" fmla="*/ 0 w 966"/>
                  <a:gd name="T23" fmla="*/ 0 h 621"/>
                  <a:gd name="T24" fmla="*/ 0 w 966"/>
                  <a:gd name="T25" fmla="*/ 0 h 6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66"/>
                  <a:gd name="T40" fmla="*/ 0 h 621"/>
                  <a:gd name="T41" fmla="*/ 966 w 966"/>
                  <a:gd name="T42" fmla="*/ 621 h 6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66" h="621">
                    <a:moveTo>
                      <a:pt x="0" y="237"/>
                    </a:moveTo>
                    <a:lnTo>
                      <a:pt x="70" y="310"/>
                    </a:lnTo>
                    <a:lnTo>
                      <a:pt x="138" y="432"/>
                    </a:lnTo>
                    <a:lnTo>
                      <a:pt x="171" y="545"/>
                    </a:lnTo>
                    <a:lnTo>
                      <a:pt x="303" y="621"/>
                    </a:lnTo>
                    <a:lnTo>
                      <a:pt x="484" y="596"/>
                    </a:lnTo>
                    <a:lnTo>
                      <a:pt x="681" y="561"/>
                    </a:lnTo>
                    <a:lnTo>
                      <a:pt x="966" y="450"/>
                    </a:lnTo>
                    <a:lnTo>
                      <a:pt x="966" y="220"/>
                    </a:lnTo>
                    <a:lnTo>
                      <a:pt x="910" y="81"/>
                    </a:lnTo>
                    <a:lnTo>
                      <a:pt x="562" y="0"/>
                    </a:lnTo>
                    <a:lnTo>
                      <a:pt x="244" y="160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0" name="Freeform 32">
                <a:extLst>
                  <a:ext uri="{FF2B5EF4-FFF2-40B4-BE49-F238E27FC236}">
                    <a16:creationId xmlns:a16="http://schemas.microsoft.com/office/drawing/2014/main" id="{B13EBF49-6BDC-AD45-8054-907C5EE4F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719"/>
                <a:ext cx="16" cy="14"/>
              </a:xfrm>
              <a:custGeom>
                <a:avLst/>
                <a:gdLst>
                  <a:gd name="T0" fmla="*/ 0 w 125"/>
                  <a:gd name="T1" fmla="*/ 0 h 113"/>
                  <a:gd name="T2" fmla="*/ 0 w 125"/>
                  <a:gd name="T3" fmla="*/ 0 h 113"/>
                  <a:gd name="T4" fmla="*/ 0 w 125"/>
                  <a:gd name="T5" fmla="*/ 0 h 113"/>
                  <a:gd name="T6" fmla="*/ 0 w 125"/>
                  <a:gd name="T7" fmla="*/ 0 h 113"/>
                  <a:gd name="T8" fmla="*/ 0 w 125"/>
                  <a:gd name="T9" fmla="*/ 0 h 113"/>
                  <a:gd name="T10" fmla="*/ 0 w 125"/>
                  <a:gd name="T11" fmla="*/ 0 h 113"/>
                  <a:gd name="T12" fmla="*/ 0 w 125"/>
                  <a:gd name="T13" fmla="*/ 0 h 113"/>
                  <a:gd name="T14" fmla="*/ 0 w 125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113"/>
                  <a:gd name="T26" fmla="*/ 125 w 125"/>
                  <a:gd name="T27" fmla="*/ 113 h 1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113">
                    <a:moveTo>
                      <a:pt x="90" y="0"/>
                    </a:moveTo>
                    <a:lnTo>
                      <a:pt x="33" y="14"/>
                    </a:lnTo>
                    <a:lnTo>
                      <a:pt x="0" y="69"/>
                    </a:lnTo>
                    <a:lnTo>
                      <a:pt x="42" y="113"/>
                    </a:lnTo>
                    <a:lnTo>
                      <a:pt x="99" y="113"/>
                    </a:lnTo>
                    <a:lnTo>
                      <a:pt x="125" y="78"/>
                    </a:lnTo>
                    <a:lnTo>
                      <a:pt x="125" y="3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1" name="Freeform 33">
                <a:extLst>
                  <a:ext uri="{FF2B5EF4-FFF2-40B4-BE49-F238E27FC236}">
                    <a16:creationId xmlns:a16="http://schemas.microsoft.com/office/drawing/2014/main" id="{B9127362-CB86-2347-B09B-BDF103BC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807"/>
                <a:ext cx="11" cy="11"/>
              </a:xfrm>
              <a:custGeom>
                <a:avLst/>
                <a:gdLst>
                  <a:gd name="T0" fmla="*/ 0 w 88"/>
                  <a:gd name="T1" fmla="*/ 0 h 94"/>
                  <a:gd name="T2" fmla="*/ 0 w 88"/>
                  <a:gd name="T3" fmla="*/ 0 h 94"/>
                  <a:gd name="T4" fmla="*/ 0 w 88"/>
                  <a:gd name="T5" fmla="*/ 0 h 94"/>
                  <a:gd name="T6" fmla="*/ 0 w 88"/>
                  <a:gd name="T7" fmla="*/ 0 h 94"/>
                  <a:gd name="T8" fmla="*/ 0 w 88"/>
                  <a:gd name="T9" fmla="*/ 0 h 94"/>
                  <a:gd name="T10" fmla="*/ 0 w 88"/>
                  <a:gd name="T11" fmla="*/ 0 h 94"/>
                  <a:gd name="T12" fmla="*/ 0 w 88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8"/>
                  <a:gd name="T22" fmla="*/ 0 h 94"/>
                  <a:gd name="T23" fmla="*/ 88 w 88"/>
                  <a:gd name="T24" fmla="*/ 94 h 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8" h="94">
                    <a:moveTo>
                      <a:pt x="82" y="21"/>
                    </a:moveTo>
                    <a:lnTo>
                      <a:pt x="55" y="0"/>
                    </a:lnTo>
                    <a:lnTo>
                      <a:pt x="7" y="12"/>
                    </a:lnTo>
                    <a:lnTo>
                      <a:pt x="0" y="69"/>
                    </a:lnTo>
                    <a:lnTo>
                      <a:pt x="42" y="94"/>
                    </a:lnTo>
                    <a:lnTo>
                      <a:pt x="88" y="69"/>
                    </a:lnTo>
                    <a:lnTo>
                      <a:pt x="82" y="21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2" name="Freeform 34">
                <a:extLst>
                  <a:ext uri="{FF2B5EF4-FFF2-40B4-BE49-F238E27FC236}">
                    <a16:creationId xmlns:a16="http://schemas.microsoft.com/office/drawing/2014/main" id="{E9B2BF45-687F-AA48-A977-42122EB03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462"/>
                <a:ext cx="144" cy="251"/>
              </a:xfrm>
              <a:custGeom>
                <a:avLst/>
                <a:gdLst>
                  <a:gd name="T0" fmla="*/ 0 w 1157"/>
                  <a:gd name="T1" fmla="*/ 0 h 2007"/>
                  <a:gd name="T2" fmla="*/ 0 w 1157"/>
                  <a:gd name="T3" fmla="*/ 0 h 2007"/>
                  <a:gd name="T4" fmla="*/ 0 w 1157"/>
                  <a:gd name="T5" fmla="*/ 0 h 2007"/>
                  <a:gd name="T6" fmla="*/ 0 w 1157"/>
                  <a:gd name="T7" fmla="*/ 0 h 2007"/>
                  <a:gd name="T8" fmla="*/ 0 w 1157"/>
                  <a:gd name="T9" fmla="*/ 0 h 2007"/>
                  <a:gd name="T10" fmla="*/ 0 w 1157"/>
                  <a:gd name="T11" fmla="*/ 0 h 2007"/>
                  <a:gd name="T12" fmla="*/ 0 w 1157"/>
                  <a:gd name="T13" fmla="*/ 0 h 2007"/>
                  <a:gd name="T14" fmla="*/ 0 w 1157"/>
                  <a:gd name="T15" fmla="*/ 0 h 2007"/>
                  <a:gd name="T16" fmla="*/ 0 w 1157"/>
                  <a:gd name="T17" fmla="*/ 0 h 2007"/>
                  <a:gd name="T18" fmla="*/ 0 w 1157"/>
                  <a:gd name="T19" fmla="*/ 0 h 2007"/>
                  <a:gd name="T20" fmla="*/ 0 w 1157"/>
                  <a:gd name="T21" fmla="*/ 0 h 2007"/>
                  <a:gd name="T22" fmla="*/ 0 w 1157"/>
                  <a:gd name="T23" fmla="*/ 0 h 2007"/>
                  <a:gd name="T24" fmla="*/ 0 w 1157"/>
                  <a:gd name="T25" fmla="*/ 0 h 2007"/>
                  <a:gd name="T26" fmla="*/ 0 w 1157"/>
                  <a:gd name="T27" fmla="*/ 0 h 2007"/>
                  <a:gd name="T28" fmla="*/ 0 w 1157"/>
                  <a:gd name="T29" fmla="*/ 0 h 2007"/>
                  <a:gd name="T30" fmla="*/ 0 w 1157"/>
                  <a:gd name="T31" fmla="*/ 0 h 2007"/>
                  <a:gd name="T32" fmla="*/ 0 w 1157"/>
                  <a:gd name="T33" fmla="*/ 0 h 2007"/>
                  <a:gd name="T34" fmla="*/ 0 w 1157"/>
                  <a:gd name="T35" fmla="*/ 0 h 2007"/>
                  <a:gd name="T36" fmla="*/ 0 w 1157"/>
                  <a:gd name="T37" fmla="*/ 0 h 2007"/>
                  <a:gd name="T38" fmla="*/ 0 w 1157"/>
                  <a:gd name="T39" fmla="*/ 0 h 2007"/>
                  <a:gd name="T40" fmla="*/ 0 w 1157"/>
                  <a:gd name="T41" fmla="*/ 0 h 2007"/>
                  <a:gd name="T42" fmla="*/ 0 w 1157"/>
                  <a:gd name="T43" fmla="*/ 0 h 2007"/>
                  <a:gd name="T44" fmla="*/ 0 w 1157"/>
                  <a:gd name="T45" fmla="*/ 0 h 2007"/>
                  <a:gd name="T46" fmla="*/ 0 w 1157"/>
                  <a:gd name="T47" fmla="*/ 0 h 2007"/>
                  <a:gd name="T48" fmla="*/ 0 w 1157"/>
                  <a:gd name="T49" fmla="*/ 0 h 2007"/>
                  <a:gd name="T50" fmla="*/ 0 w 1157"/>
                  <a:gd name="T51" fmla="*/ 0 h 200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57"/>
                  <a:gd name="T79" fmla="*/ 0 h 2007"/>
                  <a:gd name="T80" fmla="*/ 1157 w 1157"/>
                  <a:gd name="T81" fmla="*/ 2007 h 200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57" h="2007">
                    <a:moveTo>
                      <a:pt x="35" y="1688"/>
                    </a:moveTo>
                    <a:lnTo>
                      <a:pt x="95" y="1780"/>
                    </a:lnTo>
                    <a:lnTo>
                      <a:pt x="251" y="1881"/>
                    </a:lnTo>
                    <a:lnTo>
                      <a:pt x="411" y="1937"/>
                    </a:lnTo>
                    <a:lnTo>
                      <a:pt x="596" y="1976"/>
                    </a:lnTo>
                    <a:lnTo>
                      <a:pt x="789" y="2007"/>
                    </a:lnTo>
                    <a:lnTo>
                      <a:pt x="895" y="1971"/>
                    </a:lnTo>
                    <a:lnTo>
                      <a:pt x="945" y="1911"/>
                    </a:lnTo>
                    <a:lnTo>
                      <a:pt x="956" y="1766"/>
                    </a:lnTo>
                    <a:lnTo>
                      <a:pt x="915" y="1577"/>
                    </a:lnTo>
                    <a:lnTo>
                      <a:pt x="875" y="1422"/>
                    </a:lnTo>
                    <a:lnTo>
                      <a:pt x="961" y="1317"/>
                    </a:lnTo>
                    <a:lnTo>
                      <a:pt x="1055" y="1143"/>
                    </a:lnTo>
                    <a:lnTo>
                      <a:pt x="1093" y="1009"/>
                    </a:lnTo>
                    <a:lnTo>
                      <a:pt x="1148" y="772"/>
                    </a:lnTo>
                    <a:lnTo>
                      <a:pt x="1157" y="648"/>
                    </a:lnTo>
                    <a:lnTo>
                      <a:pt x="1157" y="480"/>
                    </a:lnTo>
                    <a:lnTo>
                      <a:pt x="1125" y="231"/>
                    </a:lnTo>
                    <a:lnTo>
                      <a:pt x="994" y="14"/>
                    </a:lnTo>
                    <a:lnTo>
                      <a:pt x="411" y="0"/>
                    </a:lnTo>
                    <a:lnTo>
                      <a:pt x="129" y="378"/>
                    </a:lnTo>
                    <a:lnTo>
                      <a:pt x="0" y="576"/>
                    </a:lnTo>
                    <a:lnTo>
                      <a:pt x="5" y="733"/>
                    </a:lnTo>
                    <a:lnTo>
                      <a:pt x="69" y="1056"/>
                    </a:lnTo>
                    <a:lnTo>
                      <a:pt x="23" y="1568"/>
                    </a:lnTo>
                    <a:lnTo>
                      <a:pt x="35" y="168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3" name="Freeform 35">
                <a:extLst>
                  <a:ext uri="{FF2B5EF4-FFF2-40B4-BE49-F238E27FC236}">
                    <a16:creationId xmlns:a16="http://schemas.microsoft.com/office/drawing/2014/main" id="{FA0122F1-EBEA-7742-803F-996165491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569"/>
                <a:ext cx="16" cy="29"/>
              </a:xfrm>
              <a:custGeom>
                <a:avLst/>
                <a:gdLst>
                  <a:gd name="T0" fmla="*/ 0 w 129"/>
                  <a:gd name="T1" fmla="*/ 0 h 233"/>
                  <a:gd name="T2" fmla="*/ 0 w 129"/>
                  <a:gd name="T3" fmla="*/ 0 h 233"/>
                  <a:gd name="T4" fmla="*/ 0 w 129"/>
                  <a:gd name="T5" fmla="*/ 0 h 233"/>
                  <a:gd name="T6" fmla="*/ 0 w 129"/>
                  <a:gd name="T7" fmla="*/ 0 h 233"/>
                  <a:gd name="T8" fmla="*/ 0 w 129"/>
                  <a:gd name="T9" fmla="*/ 0 h 233"/>
                  <a:gd name="T10" fmla="*/ 0 w 129"/>
                  <a:gd name="T11" fmla="*/ 0 h 233"/>
                  <a:gd name="T12" fmla="*/ 0 w 129"/>
                  <a:gd name="T13" fmla="*/ 0 h 233"/>
                  <a:gd name="T14" fmla="*/ 0 w 129"/>
                  <a:gd name="T15" fmla="*/ 0 h 233"/>
                  <a:gd name="T16" fmla="*/ 0 w 129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9"/>
                  <a:gd name="T28" fmla="*/ 0 h 233"/>
                  <a:gd name="T29" fmla="*/ 129 w 129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9" h="233">
                    <a:moveTo>
                      <a:pt x="33" y="12"/>
                    </a:moveTo>
                    <a:lnTo>
                      <a:pt x="67" y="0"/>
                    </a:lnTo>
                    <a:lnTo>
                      <a:pt x="101" y="25"/>
                    </a:lnTo>
                    <a:lnTo>
                      <a:pt x="129" y="79"/>
                    </a:lnTo>
                    <a:lnTo>
                      <a:pt x="123" y="194"/>
                    </a:lnTo>
                    <a:lnTo>
                      <a:pt x="81" y="233"/>
                    </a:lnTo>
                    <a:lnTo>
                      <a:pt x="0" y="194"/>
                    </a:lnTo>
                    <a:lnTo>
                      <a:pt x="0" y="95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4" name="Freeform 36">
                <a:extLst>
                  <a:ext uri="{FF2B5EF4-FFF2-40B4-BE49-F238E27FC236}">
                    <a16:creationId xmlns:a16="http://schemas.microsoft.com/office/drawing/2014/main" id="{A25F45AF-1EEA-CC4B-B1F7-0BAFD8C7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7"/>
                <a:ext cx="5" cy="15"/>
              </a:xfrm>
              <a:custGeom>
                <a:avLst/>
                <a:gdLst>
                  <a:gd name="T0" fmla="*/ 0 w 44"/>
                  <a:gd name="T1" fmla="*/ 0 h 123"/>
                  <a:gd name="T2" fmla="*/ 0 w 44"/>
                  <a:gd name="T3" fmla="*/ 0 h 123"/>
                  <a:gd name="T4" fmla="*/ 0 w 44"/>
                  <a:gd name="T5" fmla="*/ 0 h 123"/>
                  <a:gd name="T6" fmla="*/ 0 w 44"/>
                  <a:gd name="T7" fmla="*/ 0 h 123"/>
                  <a:gd name="T8" fmla="*/ 0 w 44"/>
                  <a:gd name="T9" fmla="*/ 0 h 123"/>
                  <a:gd name="T10" fmla="*/ 0 w 44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23"/>
                  <a:gd name="T20" fmla="*/ 44 w 44"/>
                  <a:gd name="T21" fmla="*/ 123 h 1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23">
                    <a:moveTo>
                      <a:pt x="24" y="0"/>
                    </a:moveTo>
                    <a:lnTo>
                      <a:pt x="0" y="123"/>
                    </a:lnTo>
                    <a:lnTo>
                      <a:pt x="28" y="121"/>
                    </a:lnTo>
                    <a:lnTo>
                      <a:pt x="44" y="88"/>
                    </a:lnTo>
                    <a:lnTo>
                      <a:pt x="39" y="4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5" name="Freeform 37">
                <a:extLst>
                  <a:ext uri="{FF2B5EF4-FFF2-40B4-BE49-F238E27FC236}">
                    <a16:creationId xmlns:a16="http://schemas.microsoft.com/office/drawing/2014/main" id="{F9DC9E4B-0ACE-9740-BADA-004E7C3EB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681"/>
                <a:ext cx="654" cy="484"/>
              </a:xfrm>
              <a:custGeom>
                <a:avLst/>
                <a:gdLst>
                  <a:gd name="T0" fmla="*/ 0 w 5233"/>
                  <a:gd name="T1" fmla="*/ 0 h 3878"/>
                  <a:gd name="T2" fmla="*/ 0 w 5233"/>
                  <a:gd name="T3" fmla="*/ 0 h 3878"/>
                  <a:gd name="T4" fmla="*/ 0 w 5233"/>
                  <a:gd name="T5" fmla="*/ 0 h 3878"/>
                  <a:gd name="T6" fmla="*/ 0 w 5233"/>
                  <a:gd name="T7" fmla="*/ 0 h 3878"/>
                  <a:gd name="T8" fmla="*/ 0 w 5233"/>
                  <a:gd name="T9" fmla="*/ 0 h 3878"/>
                  <a:gd name="T10" fmla="*/ 0 w 5233"/>
                  <a:gd name="T11" fmla="*/ 0 h 3878"/>
                  <a:gd name="T12" fmla="*/ 0 w 5233"/>
                  <a:gd name="T13" fmla="*/ 0 h 3878"/>
                  <a:gd name="T14" fmla="*/ 0 w 5233"/>
                  <a:gd name="T15" fmla="*/ 0 h 3878"/>
                  <a:gd name="T16" fmla="*/ 0 w 5233"/>
                  <a:gd name="T17" fmla="*/ 0 h 3878"/>
                  <a:gd name="T18" fmla="*/ 0 w 5233"/>
                  <a:gd name="T19" fmla="*/ 0 h 3878"/>
                  <a:gd name="T20" fmla="*/ 0 w 5233"/>
                  <a:gd name="T21" fmla="*/ 0 h 3878"/>
                  <a:gd name="T22" fmla="*/ 0 w 5233"/>
                  <a:gd name="T23" fmla="*/ 0 h 3878"/>
                  <a:gd name="T24" fmla="*/ 0 w 5233"/>
                  <a:gd name="T25" fmla="*/ 0 h 3878"/>
                  <a:gd name="T26" fmla="*/ 0 w 5233"/>
                  <a:gd name="T27" fmla="*/ 0 h 3878"/>
                  <a:gd name="T28" fmla="*/ 0 w 5233"/>
                  <a:gd name="T29" fmla="*/ 0 h 3878"/>
                  <a:gd name="T30" fmla="*/ 0 w 5233"/>
                  <a:gd name="T31" fmla="*/ 0 h 3878"/>
                  <a:gd name="T32" fmla="*/ 0 w 5233"/>
                  <a:gd name="T33" fmla="*/ 0 h 3878"/>
                  <a:gd name="T34" fmla="*/ 0 w 5233"/>
                  <a:gd name="T35" fmla="*/ 0 h 3878"/>
                  <a:gd name="T36" fmla="*/ 0 w 5233"/>
                  <a:gd name="T37" fmla="*/ 0 h 3878"/>
                  <a:gd name="T38" fmla="*/ 0 w 5233"/>
                  <a:gd name="T39" fmla="*/ 0 h 3878"/>
                  <a:gd name="T40" fmla="*/ 0 w 5233"/>
                  <a:gd name="T41" fmla="*/ 0 h 3878"/>
                  <a:gd name="T42" fmla="*/ 0 w 5233"/>
                  <a:gd name="T43" fmla="*/ 0 h 3878"/>
                  <a:gd name="T44" fmla="*/ 0 w 5233"/>
                  <a:gd name="T45" fmla="*/ 0 h 3878"/>
                  <a:gd name="T46" fmla="*/ 0 w 5233"/>
                  <a:gd name="T47" fmla="*/ 0 h 3878"/>
                  <a:gd name="T48" fmla="*/ 0 w 5233"/>
                  <a:gd name="T49" fmla="*/ 0 h 3878"/>
                  <a:gd name="T50" fmla="*/ 0 w 5233"/>
                  <a:gd name="T51" fmla="*/ 0 h 3878"/>
                  <a:gd name="T52" fmla="*/ 0 w 5233"/>
                  <a:gd name="T53" fmla="*/ 0 h 3878"/>
                  <a:gd name="T54" fmla="*/ 0 w 5233"/>
                  <a:gd name="T55" fmla="*/ 0 h 3878"/>
                  <a:gd name="T56" fmla="*/ 0 w 5233"/>
                  <a:gd name="T57" fmla="*/ 0 h 3878"/>
                  <a:gd name="T58" fmla="*/ 0 w 5233"/>
                  <a:gd name="T59" fmla="*/ 0 h 3878"/>
                  <a:gd name="T60" fmla="*/ 0 w 5233"/>
                  <a:gd name="T61" fmla="*/ 0 h 3878"/>
                  <a:gd name="T62" fmla="*/ 0 w 5233"/>
                  <a:gd name="T63" fmla="*/ 0 h 3878"/>
                  <a:gd name="T64" fmla="*/ 0 w 5233"/>
                  <a:gd name="T65" fmla="*/ 0 h 3878"/>
                  <a:gd name="T66" fmla="*/ 0 w 5233"/>
                  <a:gd name="T67" fmla="*/ 0 h 3878"/>
                  <a:gd name="T68" fmla="*/ 0 w 5233"/>
                  <a:gd name="T69" fmla="*/ 0 h 3878"/>
                  <a:gd name="T70" fmla="*/ 0 w 5233"/>
                  <a:gd name="T71" fmla="*/ 0 h 3878"/>
                  <a:gd name="T72" fmla="*/ 0 w 5233"/>
                  <a:gd name="T73" fmla="*/ 0 h 3878"/>
                  <a:gd name="T74" fmla="*/ 0 w 5233"/>
                  <a:gd name="T75" fmla="*/ 0 h 38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233"/>
                  <a:gd name="T115" fmla="*/ 0 h 3878"/>
                  <a:gd name="T116" fmla="*/ 5233 w 5233"/>
                  <a:gd name="T117" fmla="*/ 3878 h 38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233" h="3878">
                    <a:moveTo>
                      <a:pt x="4452" y="3024"/>
                    </a:moveTo>
                    <a:lnTo>
                      <a:pt x="4030" y="2787"/>
                    </a:lnTo>
                    <a:lnTo>
                      <a:pt x="3672" y="2893"/>
                    </a:lnTo>
                    <a:lnTo>
                      <a:pt x="3525" y="2812"/>
                    </a:lnTo>
                    <a:lnTo>
                      <a:pt x="3052" y="2393"/>
                    </a:lnTo>
                    <a:lnTo>
                      <a:pt x="2947" y="3010"/>
                    </a:lnTo>
                    <a:lnTo>
                      <a:pt x="3131" y="3089"/>
                    </a:lnTo>
                    <a:lnTo>
                      <a:pt x="3356" y="2999"/>
                    </a:lnTo>
                    <a:lnTo>
                      <a:pt x="3608" y="3076"/>
                    </a:lnTo>
                    <a:lnTo>
                      <a:pt x="3790" y="3063"/>
                    </a:lnTo>
                    <a:lnTo>
                      <a:pt x="4318" y="3052"/>
                    </a:lnTo>
                    <a:lnTo>
                      <a:pt x="4468" y="3234"/>
                    </a:lnTo>
                    <a:lnTo>
                      <a:pt x="4410" y="3612"/>
                    </a:lnTo>
                    <a:lnTo>
                      <a:pt x="4336" y="3681"/>
                    </a:lnTo>
                    <a:lnTo>
                      <a:pt x="3845" y="3681"/>
                    </a:lnTo>
                    <a:lnTo>
                      <a:pt x="1901" y="3878"/>
                    </a:lnTo>
                    <a:lnTo>
                      <a:pt x="11" y="3654"/>
                    </a:lnTo>
                    <a:lnTo>
                      <a:pt x="0" y="1987"/>
                    </a:lnTo>
                    <a:lnTo>
                      <a:pt x="103" y="1510"/>
                    </a:lnTo>
                    <a:lnTo>
                      <a:pt x="304" y="1037"/>
                    </a:lnTo>
                    <a:lnTo>
                      <a:pt x="408" y="892"/>
                    </a:lnTo>
                    <a:lnTo>
                      <a:pt x="685" y="590"/>
                    </a:lnTo>
                    <a:lnTo>
                      <a:pt x="975" y="394"/>
                    </a:lnTo>
                    <a:lnTo>
                      <a:pt x="1213" y="248"/>
                    </a:lnTo>
                    <a:lnTo>
                      <a:pt x="1466" y="145"/>
                    </a:lnTo>
                    <a:lnTo>
                      <a:pt x="1572" y="0"/>
                    </a:lnTo>
                    <a:lnTo>
                      <a:pt x="2604" y="343"/>
                    </a:lnTo>
                    <a:lnTo>
                      <a:pt x="2747" y="514"/>
                    </a:lnTo>
                    <a:lnTo>
                      <a:pt x="2947" y="643"/>
                    </a:lnTo>
                    <a:lnTo>
                      <a:pt x="3172" y="828"/>
                    </a:lnTo>
                    <a:lnTo>
                      <a:pt x="3474" y="1210"/>
                    </a:lnTo>
                    <a:lnTo>
                      <a:pt x="4307" y="1995"/>
                    </a:lnTo>
                    <a:lnTo>
                      <a:pt x="4491" y="2079"/>
                    </a:lnTo>
                    <a:lnTo>
                      <a:pt x="4544" y="2236"/>
                    </a:lnTo>
                    <a:lnTo>
                      <a:pt x="4956" y="2340"/>
                    </a:lnTo>
                    <a:lnTo>
                      <a:pt x="5140" y="2551"/>
                    </a:lnTo>
                    <a:lnTo>
                      <a:pt x="5233" y="2812"/>
                    </a:lnTo>
                    <a:lnTo>
                      <a:pt x="4452" y="3024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6" name="Freeform 38">
                <a:extLst>
                  <a:ext uri="{FF2B5EF4-FFF2-40B4-BE49-F238E27FC236}">
                    <a16:creationId xmlns:a16="http://schemas.microsoft.com/office/drawing/2014/main" id="{28B9CACB-955F-A84D-9CF4-DB4EA890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950"/>
                <a:ext cx="101" cy="159"/>
              </a:xfrm>
              <a:custGeom>
                <a:avLst/>
                <a:gdLst>
                  <a:gd name="T0" fmla="*/ 0 w 803"/>
                  <a:gd name="T1" fmla="*/ 0 h 1268"/>
                  <a:gd name="T2" fmla="*/ 0 w 803"/>
                  <a:gd name="T3" fmla="*/ 0 h 1268"/>
                  <a:gd name="T4" fmla="*/ 0 w 803"/>
                  <a:gd name="T5" fmla="*/ 0 h 1268"/>
                  <a:gd name="T6" fmla="*/ 0 w 803"/>
                  <a:gd name="T7" fmla="*/ 0 h 1268"/>
                  <a:gd name="T8" fmla="*/ 0 w 803"/>
                  <a:gd name="T9" fmla="*/ 0 h 1268"/>
                  <a:gd name="T10" fmla="*/ 0 w 803"/>
                  <a:gd name="T11" fmla="*/ 0 h 1268"/>
                  <a:gd name="T12" fmla="*/ 0 w 803"/>
                  <a:gd name="T13" fmla="*/ 0 h 1268"/>
                  <a:gd name="T14" fmla="*/ 0 w 803"/>
                  <a:gd name="T15" fmla="*/ 0 h 1268"/>
                  <a:gd name="T16" fmla="*/ 0 w 803"/>
                  <a:gd name="T17" fmla="*/ 0 h 1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03"/>
                  <a:gd name="T28" fmla="*/ 0 h 1268"/>
                  <a:gd name="T29" fmla="*/ 803 w 803"/>
                  <a:gd name="T30" fmla="*/ 1268 h 12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03" h="1268">
                    <a:moveTo>
                      <a:pt x="0" y="23"/>
                    </a:moveTo>
                    <a:lnTo>
                      <a:pt x="0" y="44"/>
                    </a:lnTo>
                    <a:lnTo>
                      <a:pt x="12" y="69"/>
                    </a:lnTo>
                    <a:lnTo>
                      <a:pt x="708" y="1183"/>
                    </a:lnTo>
                    <a:lnTo>
                      <a:pt x="803" y="1268"/>
                    </a:lnTo>
                    <a:lnTo>
                      <a:pt x="759" y="1139"/>
                    </a:lnTo>
                    <a:lnTo>
                      <a:pt x="61" y="5"/>
                    </a:lnTo>
                    <a:lnTo>
                      <a:pt x="1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7" name="Freeform 39">
                <a:extLst>
                  <a:ext uri="{FF2B5EF4-FFF2-40B4-BE49-F238E27FC236}">
                    <a16:creationId xmlns:a16="http://schemas.microsoft.com/office/drawing/2014/main" id="{945F4916-B190-BB4A-BFF0-BA87AB7B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018"/>
                <a:ext cx="151" cy="96"/>
              </a:xfrm>
              <a:custGeom>
                <a:avLst/>
                <a:gdLst>
                  <a:gd name="T0" fmla="*/ 0 w 1202"/>
                  <a:gd name="T1" fmla="*/ 0 h 775"/>
                  <a:gd name="T2" fmla="*/ 0 w 1202"/>
                  <a:gd name="T3" fmla="*/ 0 h 775"/>
                  <a:gd name="T4" fmla="*/ 0 w 1202"/>
                  <a:gd name="T5" fmla="*/ 0 h 775"/>
                  <a:gd name="T6" fmla="*/ 0 w 1202"/>
                  <a:gd name="T7" fmla="*/ 0 h 775"/>
                  <a:gd name="T8" fmla="*/ 0 w 1202"/>
                  <a:gd name="T9" fmla="*/ 0 h 775"/>
                  <a:gd name="T10" fmla="*/ 0 w 1202"/>
                  <a:gd name="T11" fmla="*/ 0 h 775"/>
                  <a:gd name="T12" fmla="*/ 0 w 1202"/>
                  <a:gd name="T13" fmla="*/ 0 h 775"/>
                  <a:gd name="T14" fmla="*/ 0 w 1202"/>
                  <a:gd name="T15" fmla="*/ 0 h 775"/>
                  <a:gd name="T16" fmla="*/ 0 w 1202"/>
                  <a:gd name="T17" fmla="*/ 0 h 775"/>
                  <a:gd name="T18" fmla="*/ 0 w 1202"/>
                  <a:gd name="T19" fmla="*/ 0 h 775"/>
                  <a:gd name="T20" fmla="*/ 0 w 1202"/>
                  <a:gd name="T21" fmla="*/ 0 h 775"/>
                  <a:gd name="T22" fmla="*/ 0 w 1202"/>
                  <a:gd name="T23" fmla="*/ 0 h 775"/>
                  <a:gd name="T24" fmla="*/ 0 w 1202"/>
                  <a:gd name="T25" fmla="*/ 0 h 775"/>
                  <a:gd name="T26" fmla="*/ 0 w 1202"/>
                  <a:gd name="T27" fmla="*/ 0 h 775"/>
                  <a:gd name="T28" fmla="*/ 0 w 1202"/>
                  <a:gd name="T29" fmla="*/ 0 h 775"/>
                  <a:gd name="T30" fmla="*/ 0 w 1202"/>
                  <a:gd name="T31" fmla="*/ 0 h 775"/>
                  <a:gd name="T32" fmla="*/ 0 w 1202"/>
                  <a:gd name="T33" fmla="*/ 0 h 775"/>
                  <a:gd name="T34" fmla="*/ 0 w 1202"/>
                  <a:gd name="T35" fmla="*/ 0 h 775"/>
                  <a:gd name="T36" fmla="*/ 0 w 1202"/>
                  <a:gd name="T37" fmla="*/ 0 h 7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02"/>
                  <a:gd name="T58" fmla="*/ 0 h 775"/>
                  <a:gd name="T59" fmla="*/ 1202 w 1202"/>
                  <a:gd name="T60" fmla="*/ 775 h 77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02" h="775">
                    <a:moveTo>
                      <a:pt x="0" y="289"/>
                    </a:moveTo>
                    <a:lnTo>
                      <a:pt x="63" y="132"/>
                    </a:lnTo>
                    <a:lnTo>
                      <a:pt x="182" y="66"/>
                    </a:lnTo>
                    <a:lnTo>
                      <a:pt x="287" y="81"/>
                    </a:lnTo>
                    <a:lnTo>
                      <a:pt x="487" y="118"/>
                    </a:lnTo>
                    <a:lnTo>
                      <a:pt x="607" y="28"/>
                    </a:lnTo>
                    <a:lnTo>
                      <a:pt x="709" y="0"/>
                    </a:lnTo>
                    <a:lnTo>
                      <a:pt x="1147" y="66"/>
                    </a:lnTo>
                    <a:lnTo>
                      <a:pt x="1188" y="171"/>
                    </a:lnTo>
                    <a:lnTo>
                      <a:pt x="1135" y="199"/>
                    </a:lnTo>
                    <a:lnTo>
                      <a:pt x="793" y="224"/>
                    </a:lnTo>
                    <a:lnTo>
                      <a:pt x="1162" y="382"/>
                    </a:lnTo>
                    <a:lnTo>
                      <a:pt x="1202" y="475"/>
                    </a:lnTo>
                    <a:lnTo>
                      <a:pt x="1174" y="552"/>
                    </a:lnTo>
                    <a:lnTo>
                      <a:pt x="1068" y="630"/>
                    </a:lnTo>
                    <a:lnTo>
                      <a:pt x="1029" y="738"/>
                    </a:lnTo>
                    <a:lnTo>
                      <a:pt x="709" y="775"/>
                    </a:lnTo>
                    <a:lnTo>
                      <a:pt x="130" y="710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8" name="Freeform 40">
                <a:extLst>
                  <a:ext uri="{FF2B5EF4-FFF2-40B4-BE49-F238E27FC236}">
                    <a16:creationId xmlns:a16="http://schemas.microsoft.com/office/drawing/2014/main" id="{51F7BD6F-461C-D84E-BF83-0EBD37CB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548"/>
                <a:ext cx="205" cy="239"/>
              </a:xfrm>
              <a:custGeom>
                <a:avLst/>
                <a:gdLst>
                  <a:gd name="T0" fmla="*/ 0 w 1639"/>
                  <a:gd name="T1" fmla="*/ 0 h 1907"/>
                  <a:gd name="T2" fmla="*/ 0 w 1639"/>
                  <a:gd name="T3" fmla="*/ 0 h 1907"/>
                  <a:gd name="T4" fmla="*/ 0 w 1639"/>
                  <a:gd name="T5" fmla="*/ 0 h 1907"/>
                  <a:gd name="T6" fmla="*/ 0 w 1639"/>
                  <a:gd name="T7" fmla="*/ 0 h 1907"/>
                  <a:gd name="T8" fmla="*/ 0 w 1639"/>
                  <a:gd name="T9" fmla="*/ 0 h 1907"/>
                  <a:gd name="T10" fmla="*/ 0 w 1639"/>
                  <a:gd name="T11" fmla="*/ 0 h 1907"/>
                  <a:gd name="T12" fmla="*/ 0 w 1639"/>
                  <a:gd name="T13" fmla="*/ 0 h 1907"/>
                  <a:gd name="T14" fmla="*/ 0 w 1639"/>
                  <a:gd name="T15" fmla="*/ 0 h 1907"/>
                  <a:gd name="T16" fmla="*/ 0 w 1639"/>
                  <a:gd name="T17" fmla="*/ 0 h 1907"/>
                  <a:gd name="T18" fmla="*/ 0 w 1639"/>
                  <a:gd name="T19" fmla="*/ 0 h 1907"/>
                  <a:gd name="T20" fmla="*/ 0 w 1639"/>
                  <a:gd name="T21" fmla="*/ 0 h 1907"/>
                  <a:gd name="T22" fmla="*/ 0 w 1639"/>
                  <a:gd name="T23" fmla="*/ 0 h 1907"/>
                  <a:gd name="T24" fmla="*/ 0 w 1639"/>
                  <a:gd name="T25" fmla="*/ 0 h 1907"/>
                  <a:gd name="T26" fmla="*/ 0 w 1639"/>
                  <a:gd name="T27" fmla="*/ 0 h 1907"/>
                  <a:gd name="T28" fmla="*/ 0 w 1639"/>
                  <a:gd name="T29" fmla="*/ 0 h 1907"/>
                  <a:gd name="T30" fmla="*/ 0 w 1639"/>
                  <a:gd name="T31" fmla="*/ 0 h 1907"/>
                  <a:gd name="T32" fmla="*/ 0 w 1639"/>
                  <a:gd name="T33" fmla="*/ 0 h 1907"/>
                  <a:gd name="T34" fmla="*/ 0 w 1639"/>
                  <a:gd name="T35" fmla="*/ 0 h 1907"/>
                  <a:gd name="T36" fmla="*/ 0 w 1639"/>
                  <a:gd name="T37" fmla="*/ 0 h 1907"/>
                  <a:gd name="T38" fmla="*/ 0 w 1639"/>
                  <a:gd name="T39" fmla="*/ 0 h 1907"/>
                  <a:gd name="T40" fmla="*/ 0 w 1639"/>
                  <a:gd name="T41" fmla="*/ 0 h 1907"/>
                  <a:gd name="T42" fmla="*/ 0 w 1639"/>
                  <a:gd name="T43" fmla="*/ 0 h 1907"/>
                  <a:gd name="T44" fmla="*/ 0 w 1639"/>
                  <a:gd name="T45" fmla="*/ 0 h 1907"/>
                  <a:gd name="T46" fmla="*/ 0 w 1639"/>
                  <a:gd name="T47" fmla="*/ 0 h 1907"/>
                  <a:gd name="T48" fmla="*/ 0 w 1639"/>
                  <a:gd name="T49" fmla="*/ 0 h 1907"/>
                  <a:gd name="T50" fmla="*/ 0 w 1639"/>
                  <a:gd name="T51" fmla="*/ 0 h 1907"/>
                  <a:gd name="T52" fmla="*/ 0 w 1639"/>
                  <a:gd name="T53" fmla="*/ 0 h 1907"/>
                  <a:gd name="T54" fmla="*/ 0 w 1639"/>
                  <a:gd name="T55" fmla="*/ 0 h 19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639"/>
                  <a:gd name="T85" fmla="*/ 0 h 1907"/>
                  <a:gd name="T86" fmla="*/ 1639 w 1639"/>
                  <a:gd name="T87" fmla="*/ 1907 h 19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639" h="1907">
                    <a:moveTo>
                      <a:pt x="0" y="538"/>
                    </a:moveTo>
                    <a:lnTo>
                      <a:pt x="53" y="850"/>
                    </a:lnTo>
                    <a:lnTo>
                      <a:pt x="73" y="949"/>
                    </a:lnTo>
                    <a:lnTo>
                      <a:pt x="127" y="1008"/>
                    </a:lnTo>
                    <a:lnTo>
                      <a:pt x="99" y="1109"/>
                    </a:lnTo>
                    <a:lnTo>
                      <a:pt x="154" y="1217"/>
                    </a:lnTo>
                    <a:lnTo>
                      <a:pt x="207" y="1305"/>
                    </a:lnTo>
                    <a:lnTo>
                      <a:pt x="272" y="1409"/>
                    </a:lnTo>
                    <a:lnTo>
                      <a:pt x="495" y="1599"/>
                    </a:lnTo>
                    <a:lnTo>
                      <a:pt x="784" y="1907"/>
                    </a:lnTo>
                    <a:lnTo>
                      <a:pt x="822" y="1859"/>
                    </a:lnTo>
                    <a:lnTo>
                      <a:pt x="881" y="1736"/>
                    </a:lnTo>
                    <a:lnTo>
                      <a:pt x="905" y="1598"/>
                    </a:lnTo>
                    <a:lnTo>
                      <a:pt x="1030" y="1630"/>
                    </a:lnTo>
                    <a:lnTo>
                      <a:pt x="1155" y="1617"/>
                    </a:lnTo>
                    <a:lnTo>
                      <a:pt x="1213" y="1584"/>
                    </a:lnTo>
                    <a:lnTo>
                      <a:pt x="1270" y="1522"/>
                    </a:lnTo>
                    <a:lnTo>
                      <a:pt x="1429" y="1179"/>
                    </a:lnTo>
                    <a:lnTo>
                      <a:pt x="1510" y="1077"/>
                    </a:lnTo>
                    <a:lnTo>
                      <a:pt x="1572" y="905"/>
                    </a:lnTo>
                    <a:lnTo>
                      <a:pt x="1586" y="718"/>
                    </a:lnTo>
                    <a:lnTo>
                      <a:pt x="1618" y="632"/>
                    </a:lnTo>
                    <a:lnTo>
                      <a:pt x="1635" y="575"/>
                    </a:lnTo>
                    <a:lnTo>
                      <a:pt x="1639" y="261"/>
                    </a:lnTo>
                    <a:lnTo>
                      <a:pt x="1609" y="118"/>
                    </a:lnTo>
                    <a:lnTo>
                      <a:pt x="1540" y="0"/>
                    </a:lnTo>
                    <a:lnTo>
                      <a:pt x="207" y="155"/>
                    </a:lnTo>
                    <a:lnTo>
                      <a:pt x="0" y="53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19" name="Freeform 41">
                <a:extLst>
                  <a:ext uri="{FF2B5EF4-FFF2-40B4-BE49-F238E27FC236}">
                    <a16:creationId xmlns:a16="http://schemas.microsoft.com/office/drawing/2014/main" id="{4A49D032-E29F-9E45-99D7-C6CDA0D44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797"/>
                <a:ext cx="46" cy="241"/>
              </a:xfrm>
              <a:custGeom>
                <a:avLst/>
                <a:gdLst>
                  <a:gd name="T0" fmla="*/ 0 w 369"/>
                  <a:gd name="T1" fmla="*/ 0 h 1920"/>
                  <a:gd name="T2" fmla="*/ 0 w 369"/>
                  <a:gd name="T3" fmla="*/ 0 h 1920"/>
                  <a:gd name="T4" fmla="*/ 0 w 369"/>
                  <a:gd name="T5" fmla="*/ 0 h 1920"/>
                  <a:gd name="T6" fmla="*/ 0 w 369"/>
                  <a:gd name="T7" fmla="*/ 0 h 1920"/>
                  <a:gd name="T8" fmla="*/ 0 w 369"/>
                  <a:gd name="T9" fmla="*/ 0 h 1920"/>
                  <a:gd name="T10" fmla="*/ 0 w 369"/>
                  <a:gd name="T11" fmla="*/ 0 h 1920"/>
                  <a:gd name="T12" fmla="*/ 0 w 369"/>
                  <a:gd name="T13" fmla="*/ 0 h 1920"/>
                  <a:gd name="T14" fmla="*/ 0 w 369"/>
                  <a:gd name="T15" fmla="*/ 0 h 1920"/>
                  <a:gd name="T16" fmla="*/ 0 w 369"/>
                  <a:gd name="T17" fmla="*/ 0 h 1920"/>
                  <a:gd name="T18" fmla="*/ 0 w 369"/>
                  <a:gd name="T19" fmla="*/ 0 h 1920"/>
                  <a:gd name="T20" fmla="*/ 0 w 369"/>
                  <a:gd name="T21" fmla="*/ 0 h 1920"/>
                  <a:gd name="T22" fmla="*/ 0 w 369"/>
                  <a:gd name="T23" fmla="*/ 0 h 1920"/>
                  <a:gd name="T24" fmla="*/ 0 w 369"/>
                  <a:gd name="T25" fmla="*/ 0 h 1920"/>
                  <a:gd name="T26" fmla="*/ 0 w 369"/>
                  <a:gd name="T27" fmla="*/ 0 h 1920"/>
                  <a:gd name="T28" fmla="*/ 0 w 369"/>
                  <a:gd name="T29" fmla="*/ 0 h 1920"/>
                  <a:gd name="T30" fmla="*/ 0 w 369"/>
                  <a:gd name="T31" fmla="*/ 0 h 1920"/>
                  <a:gd name="T32" fmla="*/ 0 w 369"/>
                  <a:gd name="T33" fmla="*/ 0 h 19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9"/>
                  <a:gd name="T52" fmla="*/ 0 h 1920"/>
                  <a:gd name="T53" fmla="*/ 369 w 369"/>
                  <a:gd name="T54" fmla="*/ 1920 h 19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9" h="1920">
                    <a:moveTo>
                      <a:pt x="92" y="0"/>
                    </a:moveTo>
                    <a:lnTo>
                      <a:pt x="40" y="52"/>
                    </a:lnTo>
                    <a:lnTo>
                      <a:pt x="0" y="142"/>
                    </a:lnTo>
                    <a:lnTo>
                      <a:pt x="27" y="313"/>
                    </a:lnTo>
                    <a:lnTo>
                      <a:pt x="14" y="973"/>
                    </a:lnTo>
                    <a:lnTo>
                      <a:pt x="40" y="1433"/>
                    </a:lnTo>
                    <a:lnTo>
                      <a:pt x="119" y="1920"/>
                    </a:lnTo>
                    <a:lnTo>
                      <a:pt x="200" y="1920"/>
                    </a:lnTo>
                    <a:lnTo>
                      <a:pt x="319" y="1920"/>
                    </a:lnTo>
                    <a:lnTo>
                      <a:pt x="369" y="1841"/>
                    </a:lnTo>
                    <a:lnTo>
                      <a:pt x="263" y="1498"/>
                    </a:lnTo>
                    <a:lnTo>
                      <a:pt x="212" y="1169"/>
                    </a:lnTo>
                    <a:lnTo>
                      <a:pt x="200" y="776"/>
                    </a:lnTo>
                    <a:lnTo>
                      <a:pt x="159" y="313"/>
                    </a:lnTo>
                    <a:lnTo>
                      <a:pt x="185" y="211"/>
                    </a:lnTo>
                    <a:lnTo>
                      <a:pt x="159" y="6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0" name="Freeform 42">
                <a:extLst>
                  <a:ext uri="{FF2B5EF4-FFF2-40B4-BE49-F238E27FC236}">
                    <a16:creationId xmlns:a16="http://schemas.microsoft.com/office/drawing/2014/main" id="{83F28430-C895-1C4C-ADE3-4318D730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487"/>
                <a:ext cx="114" cy="117"/>
              </a:xfrm>
              <a:custGeom>
                <a:avLst/>
                <a:gdLst>
                  <a:gd name="T0" fmla="*/ 0 w 914"/>
                  <a:gd name="T1" fmla="*/ 0 h 936"/>
                  <a:gd name="T2" fmla="*/ 0 w 914"/>
                  <a:gd name="T3" fmla="*/ 0 h 936"/>
                  <a:gd name="T4" fmla="*/ 0 w 914"/>
                  <a:gd name="T5" fmla="*/ 0 h 936"/>
                  <a:gd name="T6" fmla="*/ 0 w 914"/>
                  <a:gd name="T7" fmla="*/ 0 h 936"/>
                  <a:gd name="T8" fmla="*/ 0 w 914"/>
                  <a:gd name="T9" fmla="*/ 0 h 936"/>
                  <a:gd name="T10" fmla="*/ 0 w 914"/>
                  <a:gd name="T11" fmla="*/ 0 h 936"/>
                  <a:gd name="T12" fmla="*/ 0 w 914"/>
                  <a:gd name="T13" fmla="*/ 0 h 936"/>
                  <a:gd name="T14" fmla="*/ 0 w 914"/>
                  <a:gd name="T15" fmla="*/ 0 h 936"/>
                  <a:gd name="T16" fmla="*/ 0 w 914"/>
                  <a:gd name="T17" fmla="*/ 0 h 936"/>
                  <a:gd name="T18" fmla="*/ 0 w 914"/>
                  <a:gd name="T19" fmla="*/ 0 h 936"/>
                  <a:gd name="T20" fmla="*/ 0 w 914"/>
                  <a:gd name="T21" fmla="*/ 0 h 936"/>
                  <a:gd name="T22" fmla="*/ 0 w 914"/>
                  <a:gd name="T23" fmla="*/ 0 h 936"/>
                  <a:gd name="T24" fmla="*/ 0 w 914"/>
                  <a:gd name="T25" fmla="*/ 0 h 936"/>
                  <a:gd name="T26" fmla="*/ 0 w 914"/>
                  <a:gd name="T27" fmla="*/ 0 h 936"/>
                  <a:gd name="T28" fmla="*/ 0 w 914"/>
                  <a:gd name="T29" fmla="*/ 0 h 9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14"/>
                  <a:gd name="T46" fmla="*/ 0 h 936"/>
                  <a:gd name="T47" fmla="*/ 914 w 914"/>
                  <a:gd name="T48" fmla="*/ 936 h 9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14" h="936">
                    <a:moveTo>
                      <a:pt x="635" y="499"/>
                    </a:moveTo>
                    <a:lnTo>
                      <a:pt x="714" y="607"/>
                    </a:lnTo>
                    <a:lnTo>
                      <a:pt x="844" y="936"/>
                    </a:lnTo>
                    <a:lnTo>
                      <a:pt x="899" y="855"/>
                    </a:lnTo>
                    <a:lnTo>
                      <a:pt x="914" y="581"/>
                    </a:lnTo>
                    <a:lnTo>
                      <a:pt x="914" y="510"/>
                    </a:lnTo>
                    <a:lnTo>
                      <a:pt x="859" y="462"/>
                    </a:lnTo>
                    <a:lnTo>
                      <a:pt x="767" y="381"/>
                    </a:lnTo>
                    <a:lnTo>
                      <a:pt x="686" y="224"/>
                    </a:lnTo>
                    <a:lnTo>
                      <a:pt x="541" y="79"/>
                    </a:lnTo>
                    <a:lnTo>
                      <a:pt x="356" y="40"/>
                    </a:lnTo>
                    <a:lnTo>
                      <a:pt x="145" y="0"/>
                    </a:lnTo>
                    <a:lnTo>
                      <a:pt x="0" y="51"/>
                    </a:lnTo>
                    <a:lnTo>
                      <a:pt x="15" y="593"/>
                    </a:lnTo>
                    <a:lnTo>
                      <a:pt x="635" y="49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1" name="Freeform 43">
                <a:extLst>
                  <a:ext uri="{FF2B5EF4-FFF2-40B4-BE49-F238E27FC236}">
                    <a16:creationId xmlns:a16="http://schemas.microsoft.com/office/drawing/2014/main" id="{ED824837-19AD-2749-B777-8490E238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13"/>
                <a:ext cx="31" cy="12"/>
              </a:xfrm>
              <a:custGeom>
                <a:avLst/>
                <a:gdLst>
                  <a:gd name="T0" fmla="*/ 0 w 251"/>
                  <a:gd name="T1" fmla="*/ 0 h 93"/>
                  <a:gd name="T2" fmla="*/ 0 w 251"/>
                  <a:gd name="T3" fmla="*/ 0 h 93"/>
                  <a:gd name="T4" fmla="*/ 0 w 251"/>
                  <a:gd name="T5" fmla="*/ 0 h 93"/>
                  <a:gd name="T6" fmla="*/ 0 w 251"/>
                  <a:gd name="T7" fmla="*/ 0 h 93"/>
                  <a:gd name="T8" fmla="*/ 0 w 251"/>
                  <a:gd name="T9" fmla="*/ 0 h 93"/>
                  <a:gd name="T10" fmla="*/ 0 w 251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93"/>
                  <a:gd name="T20" fmla="*/ 251 w 251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93">
                    <a:moveTo>
                      <a:pt x="0" y="55"/>
                    </a:moveTo>
                    <a:lnTo>
                      <a:pt x="147" y="70"/>
                    </a:lnTo>
                    <a:lnTo>
                      <a:pt x="251" y="93"/>
                    </a:lnTo>
                    <a:lnTo>
                      <a:pt x="196" y="0"/>
                    </a:lnTo>
                    <a:lnTo>
                      <a:pt x="53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2" name="Freeform 44">
                <a:extLst>
                  <a:ext uri="{FF2B5EF4-FFF2-40B4-BE49-F238E27FC236}">
                    <a16:creationId xmlns:a16="http://schemas.microsoft.com/office/drawing/2014/main" id="{83C0BE26-9F71-9E4B-A77F-E4698369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627"/>
                <a:ext cx="23" cy="14"/>
              </a:xfrm>
              <a:custGeom>
                <a:avLst/>
                <a:gdLst>
                  <a:gd name="T0" fmla="*/ 0 w 183"/>
                  <a:gd name="T1" fmla="*/ 0 h 119"/>
                  <a:gd name="T2" fmla="*/ 0 w 183"/>
                  <a:gd name="T3" fmla="*/ 0 h 119"/>
                  <a:gd name="T4" fmla="*/ 0 w 183"/>
                  <a:gd name="T5" fmla="*/ 0 h 119"/>
                  <a:gd name="T6" fmla="*/ 0 w 183"/>
                  <a:gd name="T7" fmla="*/ 0 h 119"/>
                  <a:gd name="T8" fmla="*/ 0 w 183"/>
                  <a:gd name="T9" fmla="*/ 0 h 119"/>
                  <a:gd name="T10" fmla="*/ 0 w 183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3"/>
                  <a:gd name="T19" fmla="*/ 0 h 119"/>
                  <a:gd name="T20" fmla="*/ 183 w 183"/>
                  <a:gd name="T21" fmla="*/ 119 h 1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3" h="119">
                    <a:moveTo>
                      <a:pt x="0" y="66"/>
                    </a:moveTo>
                    <a:lnTo>
                      <a:pt x="106" y="119"/>
                    </a:lnTo>
                    <a:lnTo>
                      <a:pt x="183" y="105"/>
                    </a:lnTo>
                    <a:lnTo>
                      <a:pt x="172" y="77"/>
                    </a:lnTo>
                    <a:lnTo>
                      <a:pt x="37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3" name="Freeform 45">
                <a:extLst>
                  <a:ext uri="{FF2B5EF4-FFF2-40B4-BE49-F238E27FC236}">
                    <a16:creationId xmlns:a16="http://schemas.microsoft.com/office/drawing/2014/main" id="{AFA47921-63DE-EA4F-8DB1-DA50F5ACD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541"/>
                <a:ext cx="28" cy="11"/>
              </a:xfrm>
              <a:custGeom>
                <a:avLst/>
                <a:gdLst>
                  <a:gd name="T0" fmla="*/ 0 w 218"/>
                  <a:gd name="T1" fmla="*/ 0 h 86"/>
                  <a:gd name="T2" fmla="*/ 0 w 218"/>
                  <a:gd name="T3" fmla="*/ 0 h 86"/>
                  <a:gd name="T4" fmla="*/ 0 w 218"/>
                  <a:gd name="T5" fmla="*/ 0 h 86"/>
                  <a:gd name="T6" fmla="*/ 0 w 218"/>
                  <a:gd name="T7" fmla="*/ 0 h 86"/>
                  <a:gd name="T8" fmla="*/ 0 w 218"/>
                  <a:gd name="T9" fmla="*/ 0 h 86"/>
                  <a:gd name="T10" fmla="*/ 0 w 218"/>
                  <a:gd name="T11" fmla="*/ 0 h 86"/>
                  <a:gd name="T12" fmla="*/ 0 w 218"/>
                  <a:gd name="T13" fmla="*/ 0 h 86"/>
                  <a:gd name="T14" fmla="*/ 0 w 218"/>
                  <a:gd name="T15" fmla="*/ 0 h 86"/>
                  <a:gd name="T16" fmla="*/ 0 w 218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8"/>
                  <a:gd name="T28" fmla="*/ 0 h 86"/>
                  <a:gd name="T29" fmla="*/ 218 w 218"/>
                  <a:gd name="T30" fmla="*/ 86 h 8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8" h="86">
                    <a:moveTo>
                      <a:pt x="0" y="14"/>
                    </a:moveTo>
                    <a:lnTo>
                      <a:pt x="62" y="60"/>
                    </a:lnTo>
                    <a:lnTo>
                      <a:pt x="97" y="86"/>
                    </a:lnTo>
                    <a:lnTo>
                      <a:pt x="181" y="86"/>
                    </a:lnTo>
                    <a:lnTo>
                      <a:pt x="218" y="58"/>
                    </a:lnTo>
                    <a:lnTo>
                      <a:pt x="177" y="9"/>
                    </a:lnTo>
                    <a:lnTo>
                      <a:pt x="103" y="0"/>
                    </a:lnTo>
                    <a:lnTo>
                      <a:pt x="2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4" name="Freeform 46">
                <a:extLst>
                  <a:ext uri="{FF2B5EF4-FFF2-40B4-BE49-F238E27FC236}">
                    <a16:creationId xmlns:a16="http://schemas.microsoft.com/office/drawing/2014/main" id="{F242D463-65C4-4541-AFFA-187842F90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45"/>
                <a:ext cx="27" cy="10"/>
              </a:xfrm>
              <a:custGeom>
                <a:avLst/>
                <a:gdLst>
                  <a:gd name="T0" fmla="*/ 0 w 216"/>
                  <a:gd name="T1" fmla="*/ 0 h 83"/>
                  <a:gd name="T2" fmla="*/ 0 w 216"/>
                  <a:gd name="T3" fmla="*/ 0 h 83"/>
                  <a:gd name="T4" fmla="*/ 0 w 216"/>
                  <a:gd name="T5" fmla="*/ 0 h 83"/>
                  <a:gd name="T6" fmla="*/ 0 w 216"/>
                  <a:gd name="T7" fmla="*/ 0 h 83"/>
                  <a:gd name="T8" fmla="*/ 0 w 216"/>
                  <a:gd name="T9" fmla="*/ 0 h 83"/>
                  <a:gd name="T10" fmla="*/ 0 w 216"/>
                  <a:gd name="T11" fmla="*/ 0 h 83"/>
                  <a:gd name="T12" fmla="*/ 0 w 216"/>
                  <a:gd name="T13" fmla="*/ 0 h 83"/>
                  <a:gd name="T14" fmla="*/ 0 w 216"/>
                  <a:gd name="T15" fmla="*/ 0 h 83"/>
                  <a:gd name="T16" fmla="*/ 0 w 216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83"/>
                  <a:gd name="T29" fmla="*/ 216 w 216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83">
                    <a:moveTo>
                      <a:pt x="0" y="48"/>
                    </a:moveTo>
                    <a:lnTo>
                      <a:pt x="50" y="7"/>
                    </a:lnTo>
                    <a:lnTo>
                      <a:pt x="130" y="0"/>
                    </a:lnTo>
                    <a:lnTo>
                      <a:pt x="216" y="35"/>
                    </a:lnTo>
                    <a:lnTo>
                      <a:pt x="163" y="66"/>
                    </a:lnTo>
                    <a:lnTo>
                      <a:pt x="121" y="81"/>
                    </a:lnTo>
                    <a:lnTo>
                      <a:pt x="75" y="83"/>
                    </a:lnTo>
                    <a:lnTo>
                      <a:pt x="18" y="62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5" name="Freeform 47">
                <a:extLst>
                  <a:ext uri="{FF2B5EF4-FFF2-40B4-BE49-F238E27FC236}">
                    <a16:creationId xmlns:a16="http://schemas.microsoft.com/office/drawing/2014/main" id="{ADFA00D7-8579-6E43-A93B-677C07C3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606"/>
                <a:ext cx="43" cy="9"/>
              </a:xfrm>
              <a:custGeom>
                <a:avLst/>
                <a:gdLst>
                  <a:gd name="T0" fmla="*/ 0 w 350"/>
                  <a:gd name="T1" fmla="*/ 0 h 67"/>
                  <a:gd name="T2" fmla="*/ 0 w 350"/>
                  <a:gd name="T3" fmla="*/ 0 h 67"/>
                  <a:gd name="T4" fmla="*/ 0 w 350"/>
                  <a:gd name="T5" fmla="*/ 0 h 67"/>
                  <a:gd name="T6" fmla="*/ 0 w 350"/>
                  <a:gd name="T7" fmla="*/ 0 h 67"/>
                  <a:gd name="T8" fmla="*/ 0 w 350"/>
                  <a:gd name="T9" fmla="*/ 0 h 67"/>
                  <a:gd name="T10" fmla="*/ 0 w 350"/>
                  <a:gd name="T11" fmla="*/ 0 h 67"/>
                  <a:gd name="T12" fmla="*/ 0 w 350"/>
                  <a:gd name="T13" fmla="*/ 0 h 67"/>
                  <a:gd name="T14" fmla="*/ 0 w 350"/>
                  <a:gd name="T15" fmla="*/ 0 h 67"/>
                  <a:gd name="T16" fmla="*/ 0 w 350"/>
                  <a:gd name="T17" fmla="*/ 0 h 67"/>
                  <a:gd name="T18" fmla="*/ 0 w 350"/>
                  <a:gd name="T19" fmla="*/ 0 h 67"/>
                  <a:gd name="T20" fmla="*/ 0 w 350"/>
                  <a:gd name="T21" fmla="*/ 0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0"/>
                  <a:gd name="T34" fmla="*/ 0 h 67"/>
                  <a:gd name="T35" fmla="*/ 350 w 350"/>
                  <a:gd name="T36" fmla="*/ 67 h 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0" h="67">
                    <a:moveTo>
                      <a:pt x="0" y="4"/>
                    </a:moveTo>
                    <a:lnTo>
                      <a:pt x="82" y="50"/>
                    </a:lnTo>
                    <a:lnTo>
                      <a:pt x="203" y="67"/>
                    </a:lnTo>
                    <a:lnTo>
                      <a:pt x="260" y="65"/>
                    </a:lnTo>
                    <a:lnTo>
                      <a:pt x="299" y="46"/>
                    </a:lnTo>
                    <a:lnTo>
                      <a:pt x="332" y="21"/>
                    </a:lnTo>
                    <a:lnTo>
                      <a:pt x="350" y="0"/>
                    </a:lnTo>
                    <a:lnTo>
                      <a:pt x="249" y="6"/>
                    </a:lnTo>
                    <a:lnTo>
                      <a:pt x="194" y="14"/>
                    </a:lnTo>
                    <a:lnTo>
                      <a:pt x="108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6" name="Freeform 48">
                <a:extLst>
                  <a:ext uri="{FF2B5EF4-FFF2-40B4-BE49-F238E27FC236}">
                    <a16:creationId xmlns:a16="http://schemas.microsoft.com/office/drawing/2014/main" id="{B354251E-B504-6647-AA13-0D2401F63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642"/>
                <a:ext cx="591" cy="522"/>
              </a:xfrm>
              <a:custGeom>
                <a:avLst/>
                <a:gdLst>
                  <a:gd name="T0" fmla="*/ 0 w 4729"/>
                  <a:gd name="T1" fmla="*/ 0 h 4178"/>
                  <a:gd name="T2" fmla="*/ 0 w 4729"/>
                  <a:gd name="T3" fmla="*/ 0 h 4178"/>
                  <a:gd name="T4" fmla="*/ 0 w 4729"/>
                  <a:gd name="T5" fmla="*/ 0 h 4178"/>
                  <a:gd name="T6" fmla="*/ 0 w 4729"/>
                  <a:gd name="T7" fmla="*/ 0 h 4178"/>
                  <a:gd name="T8" fmla="*/ 0 w 4729"/>
                  <a:gd name="T9" fmla="*/ 0 h 4178"/>
                  <a:gd name="T10" fmla="*/ 0 w 4729"/>
                  <a:gd name="T11" fmla="*/ 0 h 4178"/>
                  <a:gd name="T12" fmla="*/ 0 w 4729"/>
                  <a:gd name="T13" fmla="*/ 0 h 4178"/>
                  <a:gd name="T14" fmla="*/ 0 w 4729"/>
                  <a:gd name="T15" fmla="*/ 0 h 4178"/>
                  <a:gd name="T16" fmla="*/ 0 w 4729"/>
                  <a:gd name="T17" fmla="*/ 0 h 4178"/>
                  <a:gd name="T18" fmla="*/ 0 w 4729"/>
                  <a:gd name="T19" fmla="*/ 0 h 4178"/>
                  <a:gd name="T20" fmla="*/ 0 w 4729"/>
                  <a:gd name="T21" fmla="*/ 0 h 4178"/>
                  <a:gd name="T22" fmla="*/ 0 w 4729"/>
                  <a:gd name="T23" fmla="*/ 0 h 4178"/>
                  <a:gd name="T24" fmla="*/ 0 w 4729"/>
                  <a:gd name="T25" fmla="*/ 0 h 4178"/>
                  <a:gd name="T26" fmla="*/ 0 w 4729"/>
                  <a:gd name="T27" fmla="*/ 0 h 4178"/>
                  <a:gd name="T28" fmla="*/ 0 w 4729"/>
                  <a:gd name="T29" fmla="*/ 0 h 4178"/>
                  <a:gd name="T30" fmla="*/ 0 w 4729"/>
                  <a:gd name="T31" fmla="*/ 0 h 4178"/>
                  <a:gd name="T32" fmla="*/ 0 w 4729"/>
                  <a:gd name="T33" fmla="*/ 0 h 4178"/>
                  <a:gd name="T34" fmla="*/ 0 w 4729"/>
                  <a:gd name="T35" fmla="*/ 0 h 4178"/>
                  <a:gd name="T36" fmla="*/ 0 w 4729"/>
                  <a:gd name="T37" fmla="*/ 0 h 4178"/>
                  <a:gd name="T38" fmla="*/ 0 w 4729"/>
                  <a:gd name="T39" fmla="*/ 0 h 4178"/>
                  <a:gd name="T40" fmla="*/ 0 w 4729"/>
                  <a:gd name="T41" fmla="*/ 0 h 4178"/>
                  <a:gd name="T42" fmla="*/ 0 w 4729"/>
                  <a:gd name="T43" fmla="*/ 0 h 4178"/>
                  <a:gd name="T44" fmla="*/ 0 w 4729"/>
                  <a:gd name="T45" fmla="*/ 0 h 4178"/>
                  <a:gd name="T46" fmla="*/ 0 w 4729"/>
                  <a:gd name="T47" fmla="*/ 0 h 4178"/>
                  <a:gd name="T48" fmla="*/ 0 w 4729"/>
                  <a:gd name="T49" fmla="*/ 0 h 4178"/>
                  <a:gd name="T50" fmla="*/ 0 w 4729"/>
                  <a:gd name="T51" fmla="*/ 0 h 4178"/>
                  <a:gd name="T52" fmla="*/ 0 w 4729"/>
                  <a:gd name="T53" fmla="*/ 0 h 4178"/>
                  <a:gd name="T54" fmla="*/ 0 w 4729"/>
                  <a:gd name="T55" fmla="*/ 0 h 4178"/>
                  <a:gd name="T56" fmla="*/ 0 w 4729"/>
                  <a:gd name="T57" fmla="*/ 0 h 4178"/>
                  <a:gd name="T58" fmla="*/ 0 w 4729"/>
                  <a:gd name="T59" fmla="*/ 0 h 4178"/>
                  <a:gd name="T60" fmla="*/ 0 w 4729"/>
                  <a:gd name="T61" fmla="*/ 0 h 4178"/>
                  <a:gd name="T62" fmla="*/ 0 w 4729"/>
                  <a:gd name="T63" fmla="*/ 0 h 4178"/>
                  <a:gd name="T64" fmla="*/ 0 w 4729"/>
                  <a:gd name="T65" fmla="*/ 0 h 4178"/>
                  <a:gd name="T66" fmla="*/ 0 w 4729"/>
                  <a:gd name="T67" fmla="*/ 0 h 4178"/>
                  <a:gd name="T68" fmla="*/ 0 w 4729"/>
                  <a:gd name="T69" fmla="*/ 0 h 4178"/>
                  <a:gd name="T70" fmla="*/ 0 w 4729"/>
                  <a:gd name="T71" fmla="*/ 0 h 4178"/>
                  <a:gd name="T72" fmla="*/ 0 w 4729"/>
                  <a:gd name="T73" fmla="*/ 0 h 4178"/>
                  <a:gd name="T74" fmla="*/ 0 w 4729"/>
                  <a:gd name="T75" fmla="*/ 0 h 4178"/>
                  <a:gd name="T76" fmla="*/ 0 w 4729"/>
                  <a:gd name="T77" fmla="*/ 0 h 4178"/>
                  <a:gd name="T78" fmla="*/ 0 w 4729"/>
                  <a:gd name="T79" fmla="*/ 0 h 4178"/>
                  <a:gd name="T80" fmla="*/ 0 w 4729"/>
                  <a:gd name="T81" fmla="*/ 0 h 4178"/>
                  <a:gd name="T82" fmla="*/ 0 w 4729"/>
                  <a:gd name="T83" fmla="*/ 0 h 4178"/>
                  <a:gd name="T84" fmla="*/ 0 w 4729"/>
                  <a:gd name="T85" fmla="*/ 0 h 4178"/>
                  <a:gd name="T86" fmla="*/ 0 w 4729"/>
                  <a:gd name="T87" fmla="*/ 0 h 4178"/>
                  <a:gd name="T88" fmla="*/ 0 w 4729"/>
                  <a:gd name="T89" fmla="*/ 0 h 4178"/>
                  <a:gd name="T90" fmla="*/ 0 w 4729"/>
                  <a:gd name="T91" fmla="*/ 0 h 4178"/>
                  <a:gd name="T92" fmla="*/ 0 w 4729"/>
                  <a:gd name="T93" fmla="*/ 0 h 4178"/>
                  <a:gd name="T94" fmla="*/ 0 w 4729"/>
                  <a:gd name="T95" fmla="*/ 0 h 41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729"/>
                  <a:gd name="T145" fmla="*/ 0 h 4178"/>
                  <a:gd name="T146" fmla="*/ 4729 w 4729"/>
                  <a:gd name="T147" fmla="*/ 4178 h 417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729" h="4178">
                    <a:moveTo>
                      <a:pt x="602" y="3182"/>
                    </a:moveTo>
                    <a:lnTo>
                      <a:pt x="1411" y="2760"/>
                    </a:lnTo>
                    <a:lnTo>
                      <a:pt x="1677" y="2463"/>
                    </a:lnTo>
                    <a:lnTo>
                      <a:pt x="1928" y="3087"/>
                    </a:lnTo>
                    <a:lnTo>
                      <a:pt x="1940" y="3300"/>
                    </a:lnTo>
                    <a:lnTo>
                      <a:pt x="1846" y="3325"/>
                    </a:lnTo>
                    <a:lnTo>
                      <a:pt x="1640" y="3288"/>
                    </a:lnTo>
                    <a:lnTo>
                      <a:pt x="1486" y="3279"/>
                    </a:lnTo>
                    <a:lnTo>
                      <a:pt x="1398" y="3241"/>
                    </a:lnTo>
                    <a:lnTo>
                      <a:pt x="1218" y="3265"/>
                    </a:lnTo>
                    <a:lnTo>
                      <a:pt x="1050" y="3230"/>
                    </a:lnTo>
                    <a:lnTo>
                      <a:pt x="844" y="3168"/>
                    </a:lnTo>
                    <a:lnTo>
                      <a:pt x="672" y="3254"/>
                    </a:lnTo>
                    <a:lnTo>
                      <a:pt x="541" y="3491"/>
                    </a:lnTo>
                    <a:lnTo>
                      <a:pt x="640" y="3841"/>
                    </a:lnTo>
                    <a:lnTo>
                      <a:pt x="1070" y="3903"/>
                    </a:lnTo>
                    <a:lnTo>
                      <a:pt x="1640" y="4032"/>
                    </a:lnTo>
                    <a:lnTo>
                      <a:pt x="2013" y="4139"/>
                    </a:lnTo>
                    <a:lnTo>
                      <a:pt x="2919" y="4178"/>
                    </a:lnTo>
                    <a:lnTo>
                      <a:pt x="3270" y="4153"/>
                    </a:lnTo>
                    <a:lnTo>
                      <a:pt x="3620" y="4056"/>
                    </a:lnTo>
                    <a:lnTo>
                      <a:pt x="4667" y="2951"/>
                    </a:lnTo>
                    <a:lnTo>
                      <a:pt x="4729" y="1824"/>
                    </a:lnTo>
                    <a:lnTo>
                      <a:pt x="4584" y="1298"/>
                    </a:lnTo>
                    <a:lnTo>
                      <a:pt x="4425" y="1019"/>
                    </a:lnTo>
                    <a:lnTo>
                      <a:pt x="4138" y="639"/>
                    </a:lnTo>
                    <a:lnTo>
                      <a:pt x="3595" y="384"/>
                    </a:lnTo>
                    <a:lnTo>
                      <a:pt x="3450" y="422"/>
                    </a:lnTo>
                    <a:lnTo>
                      <a:pt x="3342" y="362"/>
                    </a:lnTo>
                    <a:lnTo>
                      <a:pt x="3256" y="194"/>
                    </a:lnTo>
                    <a:lnTo>
                      <a:pt x="3053" y="121"/>
                    </a:lnTo>
                    <a:lnTo>
                      <a:pt x="2872" y="0"/>
                    </a:lnTo>
                    <a:lnTo>
                      <a:pt x="2666" y="12"/>
                    </a:lnTo>
                    <a:lnTo>
                      <a:pt x="1709" y="602"/>
                    </a:lnTo>
                    <a:lnTo>
                      <a:pt x="1558" y="720"/>
                    </a:lnTo>
                    <a:lnTo>
                      <a:pt x="1460" y="817"/>
                    </a:lnTo>
                    <a:lnTo>
                      <a:pt x="1281" y="911"/>
                    </a:lnTo>
                    <a:lnTo>
                      <a:pt x="1070" y="1503"/>
                    </a:lnTo>
                    <a:lnTo>
                      <a:pt x="1064" y="1702"/>
                    </a:lnTo>
                    <a:lnTo>
                      <a:pt x="989" y="1979"/>
                    </a:lnTo>
                    <a:lnTo>
                      <a:pt x="808" y="2039"/>
                    </a:lnTo>
                    <a:lnTo>
                      <a:pt x="723" y="2136"/>
                    </a:lnTo>
                    <a:lnTo>
                      <a:pt x="699" y="2259"/>
                    </a:lnTo>
                    <a:lnTo>
                      <a:pt x="578" y="2377"/>
                    </a:lnTo>
                    <a:lnTo>
                      <a:pt x="240" y="2606"/>
                    </a:lnTo>
                    <a:lnTo>
                      <a:pt x="0" y="2917"/>
                    </a:lnTo>
                    <a:lnTo>
                      <a:pt x="277" y="3145"/>
                    </a:lnTo>
                    <a:lnTo>
                      <a:pt x="602" y="3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7" name="Freeform 49">
                <a:extLst>
                  <a:ext uri="{FF2B5EF4-FFF2-40B4-BE49-F238E27FC236}">
                    <a16:creationId xmlns:a16="http://schemas.microsoft.com/office/drawing/2014/main" id="{D2DC06BA-4838-4445-9890-6B0F2F20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76"/>
                <a:ext cx="174" cy="272"/>
              </a:xfrm>
              <a:custGeom>
                <a:avLst/>
                <a:gdLst>
                  <a:gd name="T0" fmla="*/ 0 w 1387"/>
                  <a:gd name="T1" fmla="*/ 0 h 2184"/>
                  <a:gd name="T2" fmla="*/ 0 w 1387"/>
                  <a:gd name="T3" fmla="*/ 0 h 2184"/>
                  <a:gd name="T4" fmla="*/ 0 w 1387"/>
                  <a:gd name="T5" fmla="*/ 0 h 2184"/>
                  <a:gd name="T6" fmla="*/ 0 w 1387"/>
                  <a:gd name="T7" fmla="*/ 0 h 2184"/>
                  <a:gd name="T8" fmla="*/ 0 w 1387"/>
                  <a:gd name="T9" fmla="*/ 0 h 2184"/>
                  <a:gd name="T10" fmla="*/ 0 w 1387"/>
                  <a:gd name="T11" fmla="*/ 0 h 2184"/>
                  <a:gd name="T12" fmla="*/ 0 w 1387"/>
                  <a:gd name="T13" fmla="*/ 0 h 2184"/>
                  <a:gd name="T14" fmla="*/ 0 w 1387"/>
                  <a:gd name="T15" fmla="*/ 0 h 2184"/>
                  <a:gd name="T16" fmla="*/ 0 w 1387"/>
                  <a:gd name="T17" fmla="*/ 0 h 2184"/>
                  <a:gd name="T18" fmla="*/ 0 w 1387"/>
                  <a:gd name="T19" fmla="*/ 0 h 2184"/>
                  <a:gd name="T20" fmla="*/ 0 w 1387"/>
                  <a:gd name="T21" fmla="*/ 0 h 2184"/>
                  <a:gd name="T22" fmla="*/ 0 w 1387"/>
                  <a:gd name="T23" fmla="*/ 0 h 2184"/>
                  <a:gd name="T24" fmla="*/ 0 w 1387"/>
                  <a:gd name="T25" fmla="*/ 0 h 2184"/>
                  <a:gd name="T26" fmla="*/ 0 w 1387"/>
                  <a:gd name="T27" fmla="*/ 0 h 2184"/>
                  <a:gd name="T28" fmla="*/ 0 w 1387"/>
                  <a:gd name="T29" fmla="*/ 0 h 2184"/>
                  <a:gd name="T30" fmla="*/ 0 w 1387"/>
                  <a:gd name="T31" fmla="*/ 0 h 2184"/>
                  <a:gd name="T32" fmla="*/ 0 w 1387"/>
                  <a:gd name="T33" fmla="*/ 0 h 2184"/>
                  <a:gd name="T34" fmla="*/ 0 w 1387"/>
                  <a:gd name="T35" fmla="*/ 0 h 2184"/>
                  <a:gd name="T36" fmla="*/ 0 w 1387"/>
                  <a:gd name="T37" fmla="*/ 0 h 2184"/>
                  <a:gd name="T38" fmla="*/ 0 w 1387"/>
                  <a:gd name="T39" fmla="*/ 0 h 2184"/>
                  <a:gd name="T40" fmla="*/ 0 w 1387"/>
                  <a:gd name="T41" fmla="*/ 0 h 2184"/>
                  <a:gd name="T42" fmla="*/ 0 w 1387"/>
                  <a:gd name="T43" fmla="*/ 0 h 2184"/>
                  <a:gd name="T44" fmla="*/ 0 w 1387"/>
                  <a:gd name="T45" fmla="*/ 0 h 2184"/>
                  <a:gd name="T46" fmla="*/ 0 w 1387"/>
                  <a:gd name="T47" fmla="*/ 0 h 2184"/>
                  <a:gd name="T48" fmla="*/ 0 w 1387"/>
                  <a:gd name="T49" fmla="*/ 0 h 2184"/>
                  <a:gd name="T50" fmla="*/ 0 w 1387"/>
                  <a:gd name="T51" fmla="*/ 0 h 2184"/>
                  <a:gd name="T52" fmla="*/ 0 w 1387"/>
                  <a:gd name="T53" fmla="*/ 0 h 2184"/>
                  <a:gd name="T54" fmla="*/ 0 w 1387"/>
                  <a:gd name="T55" fmla="*/ 0 h 2184"/>
                  <a:gd name="T56" fmla="*/ 0 w 1387"/>
                  <a:gd name="T57" fmla="*/ 0 h 2184"/>
                  <a:gd name="T58" fmla="*/ 0 w 1387"/>
                  <a:gd name="T59" fmla="*/ 0 h 2184"/>
                  <a:gd name="T60" fmla="*/ 0 w 1387"/>
                  <a:gd name="T61" fmla="*/ 0 h 2184"/>
                  <a:gd name="T62" fmla="*/ 0 w 1387"/>
                  <a:gd name="T63" fmla="*/ 0 h 2184"/>
                  <a:gd name="T64" fmla="*/ 0 w 1387"/>
                  <a:gd name="T65" fmla="*/ 0 h 2184"/>
                  <a:gd name="T66" fmla="*/ 0 w 1387"/>
                  <a:gd name="T67" fmla="*/ 0 h 2184"/>
                  <a:gd name="T68" fmla="*/ 0 w 1387"/>
                  <a:gd name="T69" fmla="*/ 0 h 2184"/>
                  <a:gd name="T70" fmla="*/ 0 w 1387"/>
                  <a:gd name="T71" fmla="*/ 0 h 2184"/>
                  <a:gd name="T72" fmla="*/ 0 w 1387"/>
                  <a:gd name="T73" fmla="*/ 0 h 2184"/>
                  <a:gd name="T74" fmla="*/ 0 w 1387"/>
                  <a:gd name="T75" fmla="*/ 0 h 2184"/>
                  <a:gd name="T76" fmla="*/ 0 w 1387"/>
                  <a:gd name="T77" fmla="*/ 0 h 2184"/>
                  <a:gd name="T78" fmla="*/ 0 w 1387"/>
                  <a:gd name="T79" fmla="*/ 0 h 2184"/>
                  <a:gd name="T80" fmla="*/ 0 w 1387"/>
                  <a:gd name="T81" fmla="*/ 0 h 2184"/>
                  <a:gd name="T82" fmla="*/ 0 w 1387"/>
                  <a:gd name="T83" fmla="*/ 0 h 2184"/>
                  <a:gd name="T84" fmla="*/ 0 w 1387"/>
                  <a:gd name="T85" fmla="*/ 0 h 218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87"/>
                  <a:gd name="T130" fmla="*/ 0 h 2184"/>
                  <a:gd name="T131" fmla="*/ 1387 w 1387"/>
                  <a:gd name="T132" fmla="*/ 2184 h 218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87" h="2184">
                    <a:moveTo>
                      <a:pt x="691" y="312"/>
                    </a:moveTo>
                    <a:lnTo>
                      <a:pt x="679" y="433"/>
                    </a:lnTo>
                    <a:lnTo>
                      <a:pt x="712" y="479"/>
                    </a:lnTo>
                    <a:lnTo>
                      <a:pt x="807" y="528"/>
                    </a:lnTo>
                    <a:lnTo>
                      <a:pt x="859" y="578"/>
                    </a:lnTo>
                    <a:lnTo>
                      <a:pt x="859" y="683"/>
                    </a:lnTo>
                    <a:lnTo>
                      <a:pt x="664" y="731"/>
                    </a:lnTo>
                    <a:lnTo>
                      <a:pt x="605" y="731"/>
                    </a:lnTo>
                    <a:lnTo>
                      <a:pt x="555" y="671"/>
                    </a:lnTo>
                    <a:lnTo>
                      <a:pt x="508" y="899"/>
                    </a:lnTo>
                    <a:lnTo>
                      <a:pt x="290" y="1031"/>
                    </a:lnTo>
                    <a:lnTo>
                      <a:pt x="664" y="899"/>
                    </a:lnTo>
                    <a:lnTo>
                      <a:pt x="749" y="899"/>
                    </a:lnTo>
                    <a:lnTo>
                      <a:pt x="712" y="945"/>
                    </a:lnTo>
                    <a:lnTo>
                      <a:pt x="447" y="1103"/>
                    </a:lnTo>
                    <a:lnTo>
                      <a:pt x="726" y="1103"/>
                    </a:lnTo>
                    <a:lnTo>
                      <a:pt x="737" y="1213"/>
                    </a:lnTo>
                    <a:lnTo>
                      <a:pt x="133" y="1273"/>
                    </a:lnTo>
                    <a:lnTo>
                      <a:pt x="0" y="1369"/>
                    </a:lnTo>
                    <a:lnTo>
                      <a:pt x="170" y="1426"/>
                    </a:lnTo>
                    <a:lnTo>
                      <a:pt x="279" y="1525"/>
                    </a:lnTo>
                    <a:lnTo>
                      <a:pt x="290" y="1593"/>
                    </a:lnTo>
                    <a:lnTo>
                      <a:pt x="181" y="1690"/>
                    </a:lnTo>
                    <a:lnTo>
                      <a:pt x="181" y="1810"/>
                    </a:lnTo>
                    <a:lnTo>
                      <a:pt x="242" y="1932"/>
                    </a:lnTo>
                    <a:lnTo>
                      <a:pt x="84" y="2075"/>
                    </a:lnTo>
                    <a:lnTo>
                      <a:pt x="218" y="2184"/>
                    </a:lnTo>
                    <a:lnTo>
                      <a:pt x="373" y="2098"/>
                    </a:lnTo>
                    <a:lnTo>
                      <a:pt x="472" y="2123"/>
                    </a:lnTo>
                    <a:lnTo>
                      <a:pt x="679" y="1964"/>
                    </a:lnTo>
                    <a:lnTo>
                      <a:pt x="989" y="1630"/>
                    </a:lnTo>
                    <a:lnTo>
                      <a:pt x="1207" y="1379"/>
                    </a:lnTo>
                    <a:lnTo>
                      <a:pt x="1350" y="1752"/>
                    </a:lnTo>
                    <a:lnTo>
                      <a:pt x="1387" y="1358"/>
                    </a:lnTo>
                    <a:lnTo>
                      <a:pt x="1387" y="1199"/>
                    </a:lnTo>
                    <a:lnTo>
                      <a:pt x="1242" y="1093"/>
                    </a:lnTo>
                    <a:lnTo>
                      <a:pt x="1122" y="923"/>
                    </a:lnTo>
                    <a:lnTo>
                      <a:pt x="1014" y="740"/>
                    </a:lnTo>
                    <a:lnTo>
                      <a:pt x="930" y="528"/>
                    </a:lnTo>
                    <a:lnTo>
                      <a:pt x="834" y="228"/>
                    </a:lnTo>
                    <a:lnTo>
                      <a:pt x="800" y="0"/>
                    </a:lnTo>
                    <a:lnTo>
                      <a:pt x="700" y="215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8" name="Freeform 50">
                <a:extLst>
                  <a:ext uri="{FF2B5EF4-FFF2-40B4-BE49-F238E27FC236}">
                    <a16:creationId xmlns:a16="http://schemas.microsoft.com/office/drawing/2014/main" id="{FA88F534-368A-AD4D-9A0D-2E606578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78"/>
                <a:ext cx="357" cy="391"/>
              </a:xfrm>
              <a:custGeom>
                <a:avLst/>
                <a:gdLst>
                  <a:gd name="T0" fmla="*/ 0 w 2861"/>
                  <a:gd name="T1" fmla="*/ 0 h 3124"/>
                  <a:gd name="T2" fmla="*/ 0 w 2861"/>
                  <a:gd name="T3" fmla="*/ 0 h 3124"/>
                  <a:gd name="T4" fmla="*/ 0 w 2861"/>
                  <a:gd name="T5" fmla="*/ 0 h 3124"/>
                  <a:gd name="T6" fmla="*/ 0 w 2861"/>
                  <a:gd name="T7" fmla="*/ 0 h 3124"/>
                  <a:gd name="T8" fmla="*/ 0 w 2861"/>
                  <a:gd name="T9" fmla="*/ 0 h 3124"/>
                  <a:gd name="T10" fmla="*/ 0 w 2861"/>
                  <a:gd name="T11" fmla="*/ 0 h 3124"/>
                  <a:gd name="T12" fmla="*/ 0 w 2861"/>
                  <a:gd name="T13" fmla="*/ 0 h 3124"/>
                  <a:gd name="T14" fmla="*/ 0 w 2861"/>
                  <a:gd name="T15" fmla="*/ 0 h 3124"/>
                  <a:gd name="T16" fmla="*/ 0 w 2861"/>
                  <a:gd name="T17" fmla="*/ 0 h 3124"/>
                  <a:gd name="T18" fmla="*/ 0 w 2861"/>
                  <a:gd name="T19" fmla="*/ 0 h 3124"/>
                  <a:gd name="T20" fmla="*/ 0 w 2861"/>
                  <a:gd name="T21" fmla="*/ 0 h 3124"/>
                  <a:gd name="T22" fmla="*/ 0 w 2861"/>
                  <a:gd name="T23" fmla="*/ 0 h 3124"/>
                  <a:gd name="T24" fmla="*/ 0 w 2861"/>
                  <a:gd name="T25" fmla="*/ 0 h 3124"/>
                  <a:gd name="T26" fmla="*/ 0 w 2861"/>
                  <a:gd name="T27" fmla="*/ 0 h 3124"/>
                  <a:gd name="T28" fmla="*/ 0 w 2861"/>
                  <a:gd name="T29" fmla="*/ 0 h 3124"/>
                  <a:gd name="T30" fmla="*/ 0 w 2861"/>
                  <a:gd name="T31" fmla="*/ 0 h 3124"/>
                  <a:gd name="T32" fmla="*/ 0 w 2861"/>
                  <a:gd name="T33" fmla="*/ 0 h 3124"/>
                  <a:gd name="T34" fmla="*/ 0 w 2861"/>
                  <a:gd name="T35" fmla="*/ 0 h 3124"/>
                  <a:gd name="T36" fmla="*/ 0 w 2861"/>
                  <a:gd name="T37" fmla="*/ 0 h 3124"/>
                  <a:gd name="T38" fmla="*/ 0 w 2861"/>
                  <a:gd name="T39" fmla="*/ 0 h 3124"/>
                  <a:gd name="T40" fmla="*/ 0 w 2861"/>
                  <a:gd name="T41" fmla="*/ 0 h 3124"/>
                  <a:gd name="T42" fmla="*/ 0 w 2861"/>
                  <a:gd name="T43" fmla="*/ 0 h 3124"/>
                  <a:gd name="T44" fmla="*/ 0 w 2861"/>
                  <a:gd name="T45" fmla="*/ 0 h 3124"/>
                  <a:gd name="T46" fmla="*/ 0 w 2861"/>
                  <a:gd name="T47" fmla="*/ 0 h 3124"/>
                  <a:gd name="T48" fmla="*/ 0 w 2861"/>
                  <a:gd name="T49" fmla="*/ 0 h 3124"/>
                  <a:gd name="T50" fmla="*/ 0 w 2861"/>
                  <a:gd name="T51" fmla="*/ 0 h 3124"/>
                  <a:gd name="T52" fmla="*/ 0 w 2861"/>
                  <a:gd name="T53" fmla="*/ 0 h 3124"/>
                  <a:gd name="T54" fmla="*/ 0 w 2861"/>
                  <a:gd name="T55" fmla="*/ 0 h 3124"/>
                  <a:gd name="T56" fmla="*/ 0 w 2861"/>
                  <a:gd name="T57" fmla="*/ 0 h 3124"/>
                  <a:gd name="T58" fmla="*/ 0 w 2861"/>
                  <a:gd name="T59" fmla="*/ 0 h 3124"/>
                  <a:gd name="T60" fmla="*/ 0 w 2861"/>
                  <a:gd name="T61" fmla="*/ 0 h 3124"/>
                  <a:gd name="T62" fmla="*/ 0 w 2861"/>
                  <a:gd name="T63" fmla="*/ 0 h 3124"/>
                  <a:gd name="T64" fmla="*/ 0 w 2861"/>
                  <a:gd name="T65" fmla="*/ 0 h 3124"/>
                  <a:gd name="T66" fmla="*/ 0 w 2861"/>
                  <a:gd name="T67" fmla="*/ 0 h 3124"/>
                  <a:gd name="T68" fmla="*/ 0 w 2861"/>
                  <a:gd name="T69" fmla="*/ 0 h 3124"/>
                  <a:gd name="T70" fmla="*/ 0 w 2861"/>
                  <a:gd name="T71" fmla="*/ 0 h 3124"/>
                  <a:gd name="T72" fmla="*/ 0 w 2861"/>
                  <a:gd name="T73" fmla="*/ 0 h 3124"/>
                  <a:gd name="T74" fmla="*/ 0 w 2861"/>
                  <a:gd name="T75" fmla="*/ 0 h 3124"/>
                  <a:gd name="T76" fmla="*/ 0 w 2861"/>
                  <a:gd name="T77" fmla="*/ 0 h 3124"/>
                  <a:gd name="T78" fmla="*/ 0 w 2861"/>
                  <a:gd name="T79" fmla="*/ 0 h 3124"/>
                  <a:gd name="T80" fmla="*/ 0 w 2861"/>
                  <a:gd name="T81" fmla="*/ 0 h 3124"/>
                  <a:gd name="T82" fmla="*/ 0 w 2861"/>
                  <a:gd name="T83" fmla="*/ 0 h 3124"/>
                  <a:gd name="T84" fmla="*/ 0 w 2861"/>
                  <a:gd name="T85" fmla="*/ 0 h 3124"/>
                  <a:gd name="T86" fmla="*/ 0 w 2861"/>
                  <a:gd name="T87" fmla="*/ 0 h 3124"/>
                  <a:gd name="T88" fmla="*/ 0 w 2861"/>
                  <a:gd name="T89" fmla="*/ 0 h 3124"/>
                  <a:gd name="T90" fmla="*/ 0 w 2861"/>
                  <a:gd name="T91" fmla="*/ 0 h 3124"/>
                  <a:gd name="T92" fmla="*/ 0 w 2861"/>
                  <a:gd name="T93" fmla="*/ 0 h 3124"/>
                  <a:gd name="T94" fmla="*/ 0 w 2861"/>
                  <a:gd name="T95" fmla="*/ 0 h 3124"/>
                  <a:gd name="T96" fmla="*/ 0 w 2861"/>
                  <a:gd name="T97" fmla="*/ 0 h 3124"/>
                  <a:gd name="T98" fmla="*/ 0 w 2861"/>
                  <a:gd name="T99" fmla="*/ 0 h 31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61"/>
                  <a:gd name="T151" fmla="*/ 0 h 3124"/>
                  <a:gd name="T152" fmla="*/ 2861 w 2861"/>
                  <a:gd name="T153" fmla="*/ 3124 h 31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61" h="3124">
                    <a:moveTo>
                      <a:pt x="988" y="1321"/>
                    </a:moveTo>
                    <a:lnTo>
                      <a:pt x="1377" y="1443"/>
                    </a:lnTo>
                    <a:lnTo>
                      <a:pt x="1691" y="1504"/>
                    </a:lnTo>
                    <a:lnTo>
                      <a:pt x="1909" y="1095"/>
                    </a:lnTo>
                    <a:lnTo>
                      <a:pt x="1895" y="698"/>
                    </a:lnTo>
                    <a:lnTo>
                      <a:pt x="2146" y="231"/>
                    </a:lnTo>
                    <a:lnTo>
                      <a:pt x="2642" y="0"/>
                    </a:lnTo>
                    <a:lnTo>
                      <a:pt x="2232" y="399"/>
                    </a:lnTo>
                    <a:lnTo>
                      <a:pt x="2111" y="770"/>
                    </a:lnTo>
                    <a:lnTo>
                      <a:pt x="2111" y="1168"/>
                    </a:lnTo>
                    <a:lnTo>
                      <a:pt x="2350" y="985"/>
                    </a:lnTo>
                    <a:lnTo>
                      <a:pt x="2665" y="627"/>
                    </a:lnTo>
                    <a:lnTo>
                      <a:pt x="2861" y="420"/>
                    </a:lnTo>
                    <a:lnTo>
                      <a:pt x="2861" y="590"/>
                    </a:lnTo>
                    <a:lnTo>
                      <a:pt x="2642" y="1010"/>
                    </a:lnTo>
                    <a:lnTo>
                      <a:pt x="2280" y="1478"/>
                    </a:lnTo>
                    <a:lnTo>
                      <a:pt x="1981" y="1741"/>
                    </a:lnTo>
                    <a:lnTo>
                      <a:pt x="1773" y="1838"/>
                    </a:lnTo>
                    <a:lnTo>
                      <a:pt x="1773" y="1959"/>
                    </a:lnTo>
                    <a:lnTo>
                      <a:pt x="1918" y="2188"/>
                    </a:lnTo>
                    <a:lnTo>
                      <a:pt x="2063" y="2545"/>
                    </a:lnTo>
                    <a:lnTo>
                      <a:pt x="1955" y="2451"/>
                    </a:lnTo>
                    <a:lnTo>
                      <a:pt x="1836" y="2333"/>
                    </a:lnTo>
                    <a:lnTo>
                      <a:pt x="1665" y="2257"/>
                    </a:lnTo>
                    <a:lnTo>
                      <a:pt x="1508" y="2222"/>
                    </a:lnTo>
                    <a:lnTo>
                      <a:pt x="1388" y="2197"/>
                    </a:lnTo>
                    <a:lnTo>
                      <a:pt x="1460" y="2429"/>
                    </a:lnTo>
                    <a:lnTo>
                      <a:pt x="1691" y="2621"/>
                    </a:lnTo>
                    <a:lnTo>
                      <a:pt x="1872" y="2725"/>
                    </a:lnTo>
                    <a:lnTo>
                      <a:pt x="1785" y="2534"/>
                    </a:lnTo>
                    <a:lnTo>
                      <a:pt x="1981" y="2582"/>
                    </a:lnTo>
                    <a:lnTo>
                      <a:pt x="2052" y="2750"/>
                    </a:lnTo>
                    <a:lnTo>
                      <a:pt x="2025" y="2978"/>
                    </a:lnTo>
                    <a:lnTo>
                      <a:pt x="1895" y="3110"/>
                    </a:lnTo>
                    <a:lnTo>
                      <a:pt x="1665" y="3124"/>
                    </a:lnTo>
                    <a:lnTo>
                      <a:pt x="1425" y="3001"/>
                    </a:lnTo>
                    <a:lnTo>
                      <a:pt x="1326" y="2796"/>
                    </a:lnTo>
                    <a:lnTo>
                      <a:pt x="1181" y="2400"/>
                    </a:lnTo>
                    <a:lnTo>
                      <a:pt x="988" y="2284"/>
                    </a:lnTo>
                    <a:lnTo>
                      <a:pt x="485" y="2391"/>
                    </a:lnTo>
                    <a:lnTo>
                      <a:pt x="171" y="2568"/>
                    </a:lnTo>
                    <a:lnTo>
                      <a:pt x="134" y="2499"/>
                    </a:lnTo>
                    <a:lnTo>
                      <a:pt x="217" y="2319"/>
                    </a:lnTo>
                    <a:lnTo>
                      <a:pt x="0" y="2400"/>
                    </a:lnTo>
                    <a:lnTo>
                      <a:pt x="87" y="2271"/>
                    </a:lnTo>
                    <a:lnTo>
                      <a:pt x="362" y="2197"/>
                    </a:lnTo>
                    <a:lnTo>
                      <a:pt x="558" y="2222"/>
                    </a:lnTo>
                    <a:lnTo>
                      <a:pt x="676" y="2234"/>
                    </a:lnTo>
                    <a:lnTo>
                      <a:pt x="950" y="2174"/>
                    </a:lnTo>
                    <a:lnTo>
                      <a:pt x="988" y="132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29" name="Freeform 51">
                <a:extLst>
                  <a:ext uri="{FF2B5EF4-FFF2-40B4-BE49-F238E27FC236}">
                    <a16:creationId xmlns:a16="http://schemas.microsoft.com/office/drawing/2014/main" id="{B82410D7-FADB-C449-8959-3BA8819A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77"/>
                <a:ext cx="63" cy="178"/>
              </a:xfrm>
              <a:custGeom>
                <a:avLst/>
                <a:gdLst>
                  <a:gd name="T0" fmla="*/ 0 w 507"/>
                  <a:gd name="T1" fmla="*/ 0 h 1428"/>
                  <a:gd name="T2" fmla="*/ 0 w 507"/>
                  <a:gd name="T3" fmla="*/ 0 h 1428"/>
                  <a:gd name="T4" fmla="*/ 0 w 507"/>
                  <a:gd name="T5" fmla="*/ 0 h 1428"/>
                  <a:gd name="T6" fmla="*/ 0 w 507"/>
                  <a:gd name="T7" fmla="*/ 0 h 1428"/>
                  <a:gd name="T8" fmla="*/ 0 w 507"/>
                  <a:gd name="T9" fmla="*/ 0 h 1428"/>
                  <a:gd name="T10" fmla="*/ 0 w 507"/>
                  <a:gd name="T11" fmla="*/ 0 h 1428"/>
                  <a:gd name="T12" fmla="*/ 0 w 507"/>
                  <a:gd name="T13" fmla="*/ 0 h 1428"/>
                  <a:gd name="T14" fmla="*/ 0 w 507"/>
                  <a:gd name="T15" fmla="*/ 0 h 1428"/>
                  <a:gd name="T16" fmla="*/ 0 w 507"/>
                  <a:gd name="T17" fmla="*/ 0 h 1428"/>
                  <a:gd name="T18" fmla="*/ 0 w 507"/>
                  <a:gd name="T19" fmla="*/ 0 h 1428"/>
                  <a:gd name="T20" fmla="*/ 0 w 507"/>
                  <a:gd name="T21" fmla="*/ 0 h 1428"/>
                  <a:gd name="T22" fmla="*/ 0 w 507"/>
                  <a:gd name="T23" fmla="*/ 0 h 14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7"/>
                  <a:gd name="T37" fmla="*/ 0 h 1428"/>
                  <a:gd name="T38" fmla="*/ 507 w 507"/>
                  <a:gd name="T39" fmla="*/ 1428 h 14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7" h="1428">
                    <a:moveTo>
                      <a:pt x="143" y="1404"/>
                    </a:moveTo>
                    <a:lnTo>
                      <a:pt x="180" y="1130"/>
                    </a:lnTo>
                    <a:lnTo>
                      <a:pt x="242" y="780"/>
                    </a:lnTo>
                    <a:lnTo>
                      <a:pt x="242" y="613"/>
                    </a:lnTo>
                    <a:lnTo>
                      <a:pt x="194" y="446"/>
                    </a:lnTo>
                    <a:lnTo>
                      <a:pt x="206" y="312"/>
                    </a:lnTo>
                    <a:lnTo>
                      <a:pt x="266" y="134"/>
                    </a:lnTo>
                    <a:lnTo>
                      <a:pt x="507" y="158"/>
                    </a:lnTo>
                    <a:lnTo>
                      <a:pt x="143" y="0"/>
                    </a:lnTo>
                    <a:lnTo>
                      <a:pt x="0" y="325"/>
                    </a:lnTo>
                    <a:lnTo>
                      <a:pt x="21" y="1428"/>
                    </a:lnTo>
                    <a:lnTo>
                      <a:pt x="143" y="140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0" name="Freeform 52">
                <a:extLst>
                  <a:ext uri="{FF2B5EF4-FFF2-40B4-BE49-F238E27FC236}">
                    <a16:creationId xmlns:a16="http://schemas.microsoft.com/office/drawing/2014/main" id="{49BE2D7C-8DA7-8F4D-8CD0-9F9DD7D0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40"/>
                <a:ext cx="249" cy="534"/>
              </a:xfrm>
              <a:custGeom>
                <a:avLst/>
                <a:gdLst>
                  <a:gd name="T0" fmla="*/ 0 w 1991"/>
                  <a:gd name="T1" fmla="*/ 0 h 4272"/>
                  <a:gd name="T2" fmla="*/ 0 w 1991"/>
                  <a:gd name="T3" fmla="*/ 0 h 4272"/>
                  <a:gd name="T4" fmla="*/ 0 w 1991"/>
                  <a:gd name="T5" fmla="*/ 0 h 4272"/>
                  <a:gd name="T6" fmla="*/ 0 w 1991"/>
                  <a:gd name="T7" fmla="*/ 0 h 4272"/>
                  <a:gd name="T8" fmla="*/ 0 w 1991"/>
                  <a:gd name="T9" fmla="*/ 0 h 4272"/>
                  <a:gd name="T10" fmla="*/ 0 w 1991"/>
                  <a:gd name="T11" fmla="*/ 0 h 4272"/>
                  <a:gd name="T12" fmla="*/ 0 w 1991"/>
                  <a:gd name="T13" fmla="*/ 0 h 4272"/>
                  <a:gd name="T14" fmla="*/ 0 w 1991"/>
                  <a:gd name="T15" fmla="*/ 0 h 4272"/>
                  <a:gd name="T16" fmla="*/ 0 w 1991"/>
                  <a:gd name="T17" fmla="*/ 0 h 4272"/>
                  <a:gd name="T18" fmla="*/ 0 w 1991"/>
                  <a:gd name="T19" fmla="*/ 0 h 4272"/>
                  <a:gd name="T20" fmla="*/ 0 w 1991"/>
                  <a:gd name="T21" fmla="*/ 0 h 4272"/>
                  <a:gd name="T22" fmla="*/ 0 w 1991"/>
                  <a:gd name="T23" fmla="*/ 0 h 4272"/>
                  <a:gd name="T24" fmla="*/ 0 w 1991"/>
                  <a:gd name="T25" fmla="*/ 0 h 4272"/>
                  <a:gd name="T26" fmla="*/ 0 w 1991"/>
                  <a:gd name="T27" fmla="*/ 0 h 4272"/>
                  <a:gd name="T28" fmla="*/ 0 w 1991"/>
                  <a:gd name="T29" fmla="*/ 0 h 4272"/>
                  <a:gd name="T30" fmla="*/ 0 w 1991"/>
                  <a:gd name="T31" fmla="*/ 0 h 4272"/>
                  <a:gd name="T32" fmla="*/ 0 w 1991"/>
                  <a:gd name="T33" fmla="*/ 0 h 4272"/>
                  <a:gd name="T34" fmla="*/ 0 w 1991"/>
                  <a:gd name="T35" fmla="*/ 0 h 4272"/>
                  <a:gd name="T36" fmla="*/ 0 w 1991"/>
                  <a:gd name="T37" fmla="*/ 0 h 4272"/>
                  <a:gd name="T38" fmla="*/ 0 w 1991"/>
                  <a:gd name="T39" fmla="*/ 0 h 4272"/>
                  <a:gd name="T40" fmla="*/ 0 w 1991"/>
                  <a:gd name="T41" fmla="*/ 0 h 4272"/>
                  <a:gd name="T42" fmla="*/ 0 w 1991"/>
                  <a:gd name="T43" fmla="*/ 0 h 4272"/>
                  <a:gd name="T44" fmla="*/ 0 w 1991"/>
                  <a:gd name="T45" fmla="*/ 0 h 4272"/>
                  <a:gd name="T46" fmla="*/ 0 w 1991"/>
                  <a:gd name="T47" fmla="*/ 0 h 4272"/>
                  <a:gd name="T48" fmla="*/ 0 w 1991"/>
                  <a:gd name="T49" fmla="*/ 0 h 4272"/>
                  <a:gd name="T50" fmla="*/ 0 w 1991"/>
                  <a:gd name="T51" fmla="*/ 0 h 4272"/>
                  <a:gd name="T52" fmla="*/ 0 w 1991"/>
                  <a:gd name="T53" fmla="*/ 0 h 4272"/>
                  <a:gd name="T54" fmla="*/ 0 w 1991"/>
                  <a:gd name="T55" fmla="*/ 0 h 4272"/>
                  <a:gd name="T56" fmla="*/ 0 w 1991"/>
                  <a:gd name="T57" fmla="*/ 0 h 4272"/>
                  <a:gd name="T58" fmla="*/ 0 w 1991"/>
                  <a:gd name="T59" fmla="*/ 0 h 4272"/>
                  <a:gd name="T60" fmla="*/ 0 w 1991"/>
                  <a:gd name="T61" fmla="*/ 0 h 4272"/>
                  <a:gd name="T62" fmla="*/ 0 w 1991"/>
                  <a:gd name="T63" fmla="*/ 0 h 4272"/>
                  <a:gd name="T64" fmla="*/ 0 w 1991"/>
                  <a:gd name="T65" fmla="*/ 0 h 4272"/>
                  <a:gd name="T66" fmla="*/ 0 w 1991"/>
                  <a:gd name="T67" fmla="*/ 0 h 4272"/>
                  <a:gd name="T68" fmla="*/ 0 w 1991"/>
                  <a:gd name="T69" fmla="*/ 0 h 4272"/>
                  <a:gd name="T70" fmla="*/ 0 w 1991"/>
                  <a:gd name="T71" fmla="*/ 0 h 4272"/>
                  <a:gd name="T72" fmla="*/ 0 w 1991"/>
                  <a:gd name="T73" fmla="*/ 0 h 4272"/>
                  <a:gd name="T74" fmla="*/ 0 w 1991"/>
                  <a:gd name="T75" fmla="*/ 0 h 4272"/>
                  <a:gd name="T76" fmla="*/ 0 w 1991"/>
                  <a:gd name="T77" fmla="*/ 0 h 4272"/>
                  <a:gd name="T78" fmla="*/ 0 w 1991"/>
                  <a:gd name="T79" fmla="*/ 0 h 4272"/>
                  <a:gd name="T80" fmla="*/ 0 w 1991"/>
                  <a:gd name="T81" fmla="*/ 0 h 4272"/>
                  <a:gd name="T82" fmla="*/ 0 w 1991"/>
                  <a:gd name="T83" fmla="*/ 0 h 4272"/>
                  <a:gd name="T84" fmla="*/ 0 w 1991"/>
                  <a:gd name="T85" fmla="*/ 0 h 4272"/>
                  <a:gd name="T86" fmla="*/ 0 w 1991"/>
                  <a:gd name="T87" fmla="*/ 0 h 4272"/>
                  <a:gd name="T88" fmla="*/ 0 w 1991"/>
                  <a:gd name="T89" fmla="*/ 0 h 4272"/>
                  <a:gd name="T90" fmla="*/ 0 w 1991"/>
                  <a:gd name="T91" fmla="*/ 0 h 4272"/>
                  <a:gd name="T92" fmla="*/ 0 w 1991"/>
                  <a:gd name="T93" fmla="*/ 0 h 4272"/>
                  <a:gd name="T94" fmla="*/ 0 w 1991"/>
                  <a:gd name="T95" fmla="*/ 0 h 4272"/>
                  <a:gd name="T96" fmla="*/ 0 w 1991"/>
                  <a:gd name="T97" fmla="*/ 0 h 42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1"/>
                  <a:gd name="T148" fmla="*/ 0 h 4272"/>
                  <a:gd name="T149" fmla="*/ 1991 w 1991"/>
                  <a:gd name="T150" fmla="*/ 4272 h 42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1" h="4272">
                    <a:moveTo>
                      <a:pt x="48" y="182"/>
                    </a:moveTo>
                    <a:lnTo>
                      <a:pt x="181" y="445"/>
                    </a:lnTo>
                    <a:lnTo>
                      <a:pt x="134" y="922"/>
                    </a:lnTo>
                    <a:lnTo>
                      <a:pt x="325" y="240"/>
                    </a:lnTo>
                    <a:lnTo>
                      <a:pt x="409" y="217"/>
                    </a:lnTo>
                    <a:lnTo>
                      <a:pt x="495" y="339"/>
                    </a:lnTo>
                    <a:lnTo>
                      <a:pt x="468" y="468"/>
                    </a:lnTo>
                    <a:lnTo>
                      <a:pt x="371" y="694"/>
                    </a:lnTo>
                    <a:lnTo>
                      <a:pt x="543" y="519"/>
                    </a:lnTo>
                    <a:lnTo>
                      <a:pt x="613" y="540"/>
                    </a:lnTo>
                    <a:lnTo>
                      <a:pt x="251" y="1092"/>
                    </a:lnTo>
                    <a:lnTo>
                      <a:pt x="903" y="481"/>
                    </a:lnTo>
                    <a:lnTo>
                      <a:pt x="1304" y="661"/>
                    </a:lnTo>
                    <a:lnTo>
                      <a:pt x="1387" y="936"/>
                    </a:lnTo>
                    <a:lnTo>
                      <a:pt x="1664" y="1189"/>
                    </a:lnTo>
                    <a:lnTo>
                      <a:pt x="1687" y="1452"/>
                    </a:lnTo>
                    <a:lnTo>
                      <a:pt x="1822" y="1659"/>
                    </a:lnTo>
                    <a:lnTo>
                      <a:pt x="1738" y="1909"/>
                    </a:lnTo>
                    <a:lnTo>
                      <a:pt x="1422" y="2038"/>
                    </a:lnTo>
                    <a:lnTo>
                      <a:pt x="1433" y="2138"/>
                    </a:lnTo>
                    <a:lnTo>
                      <a:pt x="1712" y="2366"/>
                    </a:lnTo>
                    <a:lnTo>
                      <a:pt x="1496" y="2388"/>
                    </a:lnTo>
                    <a:lnTo>
                      <a:pt x="1253" y="2280"/>
                    </a:lnTo>
                    <a:lnTo>
                      <a:pt x="1747" y="2748"/>
                    </a:lnTo>
                    <a:lnTo>
                      <a:pt x="1687" y="2806"/>
                    </a:lnTo>
                    <a:lnTo>
                      <a:pt x="1350" y="2748"/>
                    </a:lnTo>
                    <a:lnTo>
                      <a:pt x="1350" y="3061"/>
                    </a:lnTo>
                    <a:lnTo>
                      <a:pt x="1182" y="3252"/>
                    </a:lnTo>
                    <a:lnTo>
                      <a:pt x="1073" y="3156"/>
                    </a:lnTo>
                    <a:lnTo>
                      <a:pt x="806" y="3636"/>
                    </a:lnTo>
                    <a:lnTo>
                      <a:pt x="506" y="3898"/>
                    </a:lnTo>
                    <a:lnTo>
                      <a:pt x="387" y="4199"/>
                    </a:lnTo>
                    <a:lnTo>
                      <a:pt x="481" y="4272"/>
                    </a:lnTo>
                    <a:lnTo>
                      <a:pt x="1290" y="3995"/>
                    </a:lnTo>
                    <a:lnTo>
                      <a:pt x="1991" y="2833"/>
                    </a:lnTo>
                    <a:lnTo>
                      <a:pt x="1991" y="1821"/>
                    </a:lnTo>
                    <a:lnTo>
                      <a:pt x="1798" y="1199"/>
                    </a:lnTo>
                    <a:lnTo>
                      <a:pt x="1653" y="947"/>
                    </a:lnTo>
                    <a:lnTo>
                      <a:pt x="1521" y="828"/>
                    </a:lnTo>
                    <a:lnTo>
                      <a:pt x="1387" y="613"/>
                    </a:lnTo>
                    <a:lnTo>
                      <a:pt x="831" y="358"/>
                    </a:lnTo>
                    <a:lnTo>
                      <a:pt x="686" y="433"/>
                    </a:lnTo>
                    <a:lnTo>
                      <a:pt x="613" y="358"/>
                    </a:lnTo>
                    <a:lnTo>
                      <a:pt x="578" y="228"/>
                    </a:lnTo>
                    <a:lnTo>
                      <a:pt x="361" y="108"/>
                    </a:lnTo>
                    <a:lnTo>
                      <a:pt x="244" y="97"/>
                    </a:lnTo>
                    <a:lnTo>
                      <a:pt x="134" y="0"/>
                    </a:lnTo>
                    <a:lnTo>
                      <a:pt x="0" y="11"/>
                    </a:lnTo>
                    <a:lnTo>
                      <a:pt x="48" y="18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1" name="Freeform 53">
                <a:extLst>
                  <a:ext uri="{FF2B5EF4-FFF2-40B4-BE49-F238E27FC236}">
                    <a16:creationId xmlns:a16="http://schemas.microsoft.com/office/drawing/2014/main" id="{52CA3E45-A325-CF46-8A61-5783760A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747"/>
                <a:ext cx="55" cy="307"/>
              </a:xfrm>
              <a:custGeom>
                <a:avLst/>
                <a:gdLst>
                  <a:gd name="T0" fmla="*/ 0 w 434"/>
                  <a:gd name="T1" fmla="*/ 0 h 2461"/>
                  <a:gd name="T2" fmla="*/ 0 w 434"/>
                  <a:gd name="T3" fmla="*/ 0 h 2461"/>
                  <a:gd name="T4" fmla="*/ 0 w 434"/>
                  <a:gd name="T5" fmla="*/ 0 h 2461"/>
                  <a:gd name="T6" fmla="*/ 0 w 434"/>
                  <a:gd name="T7" fmla="*/ 0 h 2461"/>
                  <a:gd name="T8" fmla="*/ 0 w 434"/>
                  <a:gd name="T9" fmla="*/ 0 h 2461"/>
                  <a:gd name="T10" fmla="*/ 0 w 434"/>
                  <a:gd name="T11" fmla="*/ 0 h 2461"/>
                  <a:gd name="T12" fmla="*/ 0 w 434"/>
                  <a:gd name="T13" fmla="*/ 0 h 2461"/>
                  <a:gd name="T14" fmla="*/ 0 w 434"/>
                  <a:gd name="T15" fmla="*/ 0 h 2461"/>
                  <a:gd name="T16" fmla="*/ 0 w 434"/>
                  <a:gd name="T17" fmla="*/ 0 h 2461"/>
                  <a:gd name="T18" fmla="*/ 0 w 434"/>
                  <a:gd name="T19" fmla="*/ 0 h 2461"/>
                  <a:gd name="T20" fmla="*/ 0 w 434"/>
                  <a:gd name="T21" fmla="*/ 0 h 2461"/>
                  <a:gd name="T22" fmla="*/ 0 w 434"/>
                  <a:gd name="T23" fmla="*/ 0 h 2461"/>
                  <a:gd name="T24" fmla="*/ 0 w 434"/>
                  <a:gd name="T25" fmla="*/ 0 h 2461"/>
                  <a:gd name="T26" fmla="*/ 0 w 434"/>
                  <a:gd name="T27" fmla="*/ 0 h 2461"/>
                  <a:gd name="T28" fmla="*/ 0 w 434"/>
                  <a:gd name="T29" fmla="*/ 0 h 2461"/>
                  <a:gd name="T30" fmla="*/ 0 w 434"/>
                  <a:gd name="T31" fmla="*/ 0 h 2461"/>
                  <a:gd name="T32" fmla="*/ 0 w 434"/>
                  <a:gd name="T33" fmla="*/ 0 h 2461"/>
                  <a:gd name="T34" fmla="*/ 0 w 434"/>
                  <a:gd name="T35" fmla="*/ 0 h 2461"/>
                  <a:gd name="T36" fmla="*/ 0 w 434"/>
                  <a:gd name="T37" fmla="*/ 0 h 2461"/>
                  <a:gd name="T38" fmla="*/ 0 w 434"/>
                  <a:gd name="T39" fmla="*/ 0 h 2461"/>
                  <a:gd name="T40" fmla="*/ 0 w 434"/>
                  <a:gd name="T41" fmla="*/ 0 h 2461"/>
                  <a:gd name="T42" fmla="*/ 0 w 434"/>
                  <a:gd name="T43" fmla="*/ 0 h 2461"/>
                  <a:gd name="T44" fmla="*/ 0 w 434"/>
                  <a:gd name="T45" fmla="*/ 0 h 246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34"/>
                  <a:gd name="T70" fmla="*/ 0 h 2461"/>
                  <a:gd name="T71" fmla="*/ 434 w 434"/>
                  <a:gd name="T72" fmla="*/ 2461 h 246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34" h="2461">
                    <a:moveTo>
                      <a:pt x="276" y="0"/>
                    </a:moveTo>
                    <a:lnTo>
                      <a:pt x="166" y="72"/>
                    </a:lnTo>
                    <a:lnTo>
                      <a:pt x="106" y="204"/>
                    </a:lnTo>
                    <a:lnTo>
                      <a:pt x="96" y="326"/>
                    </a:lnTo>
                    <a:lnTo>
                      <a:pt x="106" y="688"/>
                    </a:lnTo>
                    <a:lnTo>
                      <a:pt x="72" y="962"/>
                    </a:lnTo>
                    <a:lnTo>
                      <a:pt x="37" y="1275"/>
                    </a:lnTo>
                    <a:lnTo>
                      <a:pt x="0" y="1504"/>
                    </a:lnTo>
                    <a:lnTo>
                      <a:pt x="0" y="1780"/>
                    </a:lnTo>
                    <a:lnTo>
                      <a:pt x="10" y="2029"/>
                    </a:lnTo>
                    <a:lnTo>
                      <a:pt x="145" y="2461"/>
                    </a:lnTo>
                    <a:lnTo>
                      <a:pt x="434" y="2391"/>
                    </a:lnTo>
                    <a:lnTo>
                      <a:pt x="311" y="1993"/>
                    </a:lnTo>
                    <a:lnTo>
                      <a:pt x="263" y="1684"/>
                    </a:lnTo>
                    <a:lnTo>
                      <a:pt x="287" y="1407"/>
                    </a:lnTo>
                    <a:lnTo>
                      <a:pt x="337" y="1130"/>
                    </a:lnTo>
                    <a:lnTo>
                      <a:pt x="397" y="879"/>
                    </a:lnTo>
                    <a:lnTo>
                      <a:pt x="397" y="734"/>
                    </a:lnTo>
                    <a:lnTo>
                      <a:pt x="360" y="602"/>
                    </a:lnTo>
                    <a:lnTo>
                      <a:pt x="311" y="519"/>
                    </a:lnTo>
                    <a:lnTo>
                      <a:pt x="325" y="194"/>
                    </a:lnTo>
                    <a:lnTo>
                      <a:pt x="337" y="12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2" name="Freeform 54">
                <a:extLst>
                  <a:ext uri="{FF2B5EF4-FFF2-40B4-BE49-F238E27FC236}">
                    <a16:creationId xmlns:a16="http://schemas.microsoft.com/office/drawing/2014/main" id="{C15BE01B-CA39-1A40-8E61-2D89C3373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82"/>
                <a:ext cx="165" cy="135"/>
              </a:xfrm>
              <a:custGeom>
                <a:avLst/>
                <a:gdLst>
                  <a:gd name="T0" fmla="*/ 0 w 1314"/>
                  <a:gd name="T1" fmla="*/ 0 h 1079"/>
                  <a:gd name="T2" fmla="*/ 0 w 1314"/>
                  <a:gd name="T3" fmla="*/ 0 h 1079"/>
                  <a:gd name="T4" fmla="*/ 0 w 1314"/>
                  <a:gd name="T5" fmla="*/ 0 h 1079"/>
                  <a:gd name="T6" fmla="*/ 0 w 1314"/>
                  <a:gd name="T7" fmla="*/ 0 h 1079"/>
                  <a:gd name="T8" fmla="*/ 0 w 1314"/>
                  <a:gd name="T9" fmla="*/ 0 h 1079"/>
                  <a:gd name="T10" fmla="*/ 0 w 1314"/>
                  <a:gd name="T11" fmla="*/ 0 h 1079"/>
                  <a:gd name="T12" fmla="*/ 0 w 1314"/>
                  <a:gd name="T13" fmla="*/ 0 h 1079"/>
                  <a:gd name="T14" fmla="*/ 0 w 1314"/>
                  <a:gd name="T15" fmla="*/ 0 h 1079"/>
                  <a:gd name="T16" fmla="*/ 0 w 1314"/>
                  <a:gd name="T17" fmla="*/ 0 h 1079"/>
                  <a:gd name="T18" fmla="*/ 0 w 1314"/>
                  <a:gd name="T19" fmla="*/ 0 h 1079"/>
                  <a:gd name="T20" fmla="*/ 0 w 1314"/>
                  <a:gd name="T21" fmla="*/ 0 h 1079"/>
                  <a:gd name="T22" fmla="*/ 0 w 1314"/>
                  <a:gd name="T23" fmla="*/ 0 h 1079"/>
                  <a:gd name="T24" fmla="*/ 0 w 1314"/>
                  <a:gd name="T25" fmla="*/ 0 h 1079"/>
                  <a:gd name="T26" fmla="*/ 0 w 1314"/>
                  <a:gd name="T27" fmla="*/ 0 h 1079"/>
                  <a:gd name="T28" fmla="*/ 0 w 1314"/>
                  <a:gd name="T29" fmla="*/ 0 h 1079"/>
                  <a:gd name="T30" fmla="*/ 0 w 1314"/>
                  <a:gd name="T31" fmla="*/ 0 h 1079"/>
                  <a:gd name="T32" fmla="*/ 0 w 1314"/>
                  <a:gd name="T33" fmla="*/ 0 h 1079"/>
                  <a:gd name="T34" fmla="*/ 0 w 1314"/>
                  <a:gd name="T35" fmla="*/ 0 h 1079"/>
                  <a:gd name="T36" fmla="*/ 0 w 1314"/>
                  <a:gd name="T37" fmla="*/ 0 h 1079"/>
                  <a:gd name="T38" fmla="*/ 0 w 1314"/>
                  <a:gd name="T39" fmla="*/ 0 h 1079"/>
                  <a:gd name="T40" fmla="*/ 0 w 1314"/>
                  <a:gd name="T41" fmla="*/ 0 h 1079"/>
                  <a:gd name="T42" fmla="*/ 0 w 1314"/>
                  <a:gd name="T43" fmla="*/ 0 h 1079"/>
                  <a:gd name="T44" fmla="*/ 0 w 1314"/>
                  <a:gd name="T45" fmla="*/ 0 h 1079"/>
                  <a:gd name="T46" fmla="*/ 0 w 1314"/>
                  <a:gd name="T47" fmla="*/ 0 h 1079"/>
                  <a:gd name="T48" fmla="*/ 0 w 1314"/>
                  <a:gd name="T49" fmla="*/ 0 h 1079"/>
                  <a:gd name="T50" fmla="*/ 0 w 1314"/>
                  <a:gd name="T51" fmla="*/ 0 h 1079"/>
                  <a:gd name="T52" fmla="*/ 0 w 1314"/>
                  <a:gd name="T53" fmla="*/ 0 h 1079"/>
                  <a:gd name="T54" fmla="*/ 0 w 1314"/>
                  <a:gd name="T55" fmla="*/ 0 h 1079"/>
                  <a:gd name="T56" fmla="*/ 0 w 1314"/>
                  <a:gd name="T57" fmla="*/ 0 h 10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14"/>
                  <a:gd name="T88" fmla="*/ 0 h 1079"/>
                  <a:gd name="T89" fmla="*/ 1314 w 1314"/>
                  <a:gd name="T90" fmla="*/ 1079 h 10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14" h="1079">
                    <a:moveTo>
                      <a:pt x="374" y="0"/>
                    </a:moveTo>
                    <a:lnTo>
                      <a:pt x="300" y="35"/>
                    </a:lnTo>
                    <a:lnTo>
                      <a:pt x="300" y="97"/>
                    </a:lnTo>
                    <a:lnTo>
                      <a:pt x="194" y="143"/>
                    </a:lnTo>
                    <a:lnTo>
                      <a:pt x="167" y="192"/>
                    </a:lnTo>
                    <a:lnTo>
                      <a:pt x="129" y="335"/>
                    </a:lnTo>
                    <a:lnTo>
                      <a:pt x="24" y="395"/>
                    </a:lnTo>
                    <a:lnTo>
                      <a:pt x="0" y="613"/>
                    </a:lnTo>
                    <a:lnTo>
                      <a:pt x="59" y="830"/>
                    </a:lnTo>
                    <a:lnTo>
                      <a:pt x="290" y="934"/>
                    </a:lnTo>
                    <a:lnTo>
                      <a:pt x="662" y="1056"/>
                    </a:lnTo>
                    <a:lnTo>
                      <a:pt x="938" y="1068"/>
                    </a:lnTo>
                    <a:lnTo>
                      <a:pt x="1241" y="1079"/>
                    </a:lnTo>
                    <a:lnTo>
                      <a:pt x="1217" y="925"/>
                    </a:lnTo>
                    <a:lnTo>
                      <a:pt x="1217" y="817"/>
                    </a:lnTo>
                    <a:lnTo>
                      <a:pt x="1229" y="699"/>
                    </a:lnTo>
                    <a:lnTo>
                      <a:pt x="1314" y="529"/>
                    </a:lnTo>
                    <a:lnTo>
                      <a:pt x="1229" y="480"/>
                    </a:lnTo>
                    <a:lnTo>
                      <a:pt x="1156" y="408"/>
                    </a:lnTo>
                    <a:lnTo>
                      <a:pt x="1096" y="309"/>
                    </a:lnTo>
                    <a:lnTo>
                      <a:pt x="1024" y="226"/>
                    </a:lnTo>
                    <a:lnTo>
                      <a:pt x="950" y="167"/>
                    </a:lnTo>
                    <a:lnTo>
                      <a:pt x="879" y="143"/>
                    </a:lnTo>
                    <a:lnTo>
                      <a:pt x="769" y="167"/>
                    </a:lnTo>
                    <a:lnTo>
                      <a:pt x="637" y="204"/>
                    </a:lnTo>
                    <a:lnTo>
                      <a:pt x="588" y="180"/>
                    </a:lnTo>
                    <a:lnTo>
                      <a:pt x="528" y="59"/>
                    </a:lnTo>
                    <a:lnTo>
                      <a:pt x="470" y="26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3" name="Freeform 55">
                <a:extLst>
                  <a:ext uri="{FF2B5EF4-FFF2-40B4-BE49-F238E27FC236}">
                    <a16:creationId xmlns:a16="http://schemas.microsoft.com/office/drawing/2014/main" id="{90C66EC5-9535-E34B-BD4B-2FE15093D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82"/>
                <a:ext cx="226" cy="269"/>
              </a:xfrm>
              <a:custGeom>
                <a:avLst/>
                <a:gdLst>
                  <a:gd name="T0" fmla="*/ 0 w 1808"/>
                  <a:gd name="T1" fmla="*/ 0 h 2151"/>
                  <a:gd name="T2" fmla="*/ 0 w 1808"/>
                  <a:gd name="T3" fmla="*/ 0 h 2151"/>
                  <a:gd name="T4" fmla="*/ 0 w 1808"/>
                  <a:gd name="T5" fmla="*/ 0 h 2151"/>
                  <a:gd name="T6" fmla="*/ 0 w 1808"/>
                  <a:gd name="T7" fmla="*/ 0 h 2151"/>
                  <a:gd name="T8" fmla="*/ 0 w 1808"/>
                  <a:gd name="T9" fmla="*/ 0 h 2151"/>
                  <a:gd name="T10" fmla="*/ 0 w 1808"/>
                  <a:gd name="T11" fmla="*/ 0 h 2151"/>
                  <a:gd name="T12" fmla="*/ 0 w 1808"/>
                  <a:gd name="T13" fmla="*/ 0 h 2151"/>
                  <a:gd name="T14" fmla="*/ 0 w 1808"/>
                  <a:gd name="T15" fmla="*/ 0 h 2151"/>
                  <a:gd name="T16" fmla="*/ 0 w 1808"/>
                  <a:gd name="T17" fmla="*/ 0 h 2151"/>
                  <a:gd name="T18" fmla="*/ 0 w 1808"/>
                  <a:gd name="T19" fmla="*/ 0 h 2151"/>
                  <a:gd name="T20" fmla="*/ 0 w 1808"/>
                  <a:gd name="T21" fmla="*/ 0 h 2151"/>
                  <a:gd name="T22" fmla="*/ 0 w 1808"/>
                  <a:gd name="T23" fmla="*/ 0 h 2151"/>
                  <a:gd name="T24" fmla="*/ 0 w 1808"/>
                  <a:gd name="T25" fmla="*/ 0 h 2151"/>
                  <a:gd name="T26" fmla="*/ 0 w 1808"/>
                  <a:gd name="T27" fmla="*/ 0 h 2151"/>
                  <a:gd name="T28" fmla="*/ 0 w 1808"/>
                  <a:gd name="T29" fmla="*/ 0 h 2151"/>
                  <a:gd name="T30" fmla="*/ 0 w 1808"/>
                  <a:gd name="T31" fmla="*/ 0 h 2151"/>
                  <a:gd name="T32" fmla="*/ 0 w 1808"/>
                  <a:gd name="T33" fmla="*/ 0 h 2151"/>
                  <a:gd name="T34" fmla="*/ 0 w 1808"/>
                  <a:gd name="T35" fmla="*/ 0 h 2151"/>
                  <a:gd name="T36" fmla="*/ 0 w 1808"/>
                  <a:gd name="T37" fmla="*/ 0 h 2151"/>
                  <a:gd name="T38" fmla="*/ 0 w 1808"/>
                  <a:gd name="T39" fmla="*/ 0 h 2151"/>
                  <a:gd name="T40" fmla="*/ 0 w 1808"/>
                  <a:gd name="T41" fmla="*/ 0 h 2151"/>
                  <a:gd name="T42" fmla="*/ 0 w 1808"/>
                  <a:gd name="T43" fmla="*/ 0 h 2151"/>
                  <a:gd name="T44" fmla="*/ 0 w 1808"/>
                  <a:gd name="T45" fmla="*/ 0 h 2151"/>
                  <a:gd name="T46" fmla="*/ 0 w 1808"/>
                  <a:gd name="T47" fmla="*/ 0 h 2151"/>
                  <a:gd name="T48" fmla="*/ 0 w 1808"/>
                  <a:gd name="T49" fmla="*/ 0 h 2151"/>
                  <a:gd name="T50" fmla="*/ 0 w 1808"/>
                  <a:gd name="T51" fmla="*/ 0 h 2151"/>
                  <a:gd name="T52" fmla="*/ 0 w 1808"/>
                  <a:gd name="T53" fmla="*/ 0 h 2151"/>
                  <a:gd name="T54" fmla="*/ 0 w 1808"/>
                  <a:gd name="T55" fmla="*/ 0 h 215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08"/>
                  <a:gd name="T85" fmla="*/ 0 h 2151"/>
                  <a:gd name="T86" fmla="*/ 1808 w 1808"/>
                  <a:gd name="T87" fmla="*/ 2151 h 215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08" h="2151">
                    <a:moveTo>
                      <a:pt x="1784" y="591"/>
                    </a:moveTo>
                    <a:lnTo>
                      <a:pt x="1808" y="681"/>
                    </a:lnTo>
                    <a:lnTo>
                      <a:pt x="1803" y="758"/>
                    </a:lnTo>
                    <a:lnTo>
                      <a:pt x="1773" y="877"/>
                    </a:lnTo>
                    <a:lnTo>
                      <a:pt x="1698" y="1052"/>
                    </a:lnTo>
                    <a:lnTo>
                      <a:pt x="1573" y="1178"/>
                    </a:lnTo>
                    <a:lnTo>
                      <a:pt x="1459" y="1701"/>
                    </a:lnTo>
                    <a:lnTo>
                      <a:pt x="1289" y="1884"/>
                    </a:lnTo>
                    <a:lnTo>
                      <a:pt x="1164" y="2022"/>
                    </a:lnTo>
                    <a:lnTo>
                      <a:pt x="1091" y="2133"/>
                    </a:lnTo>
                    <a:lnTo>
                      <a:pt x="1045" y="2151"/>
                    </a:lnTo>
                    <a:lnTo>
                      <a:pt x="835" y="1868"/>
                    </a:lnTo>
                    <a:lnTo>
                      <a:pt x="657" y="1890"/>
                    </a:lnTo>
                    <a:lnTo>
                      <a:pt x="569" y="1890"/>
                    </a:lnTo>
                    <a:lnTo>
                      <a:pt x="512" y="1852"/>
                    </a:lnTo>
                    <a:lnTo>
                      <a:pt x="477" y="1791"/>
                    </a:lnTo>
                    <a:lnTo>
                      <a:pt x="429" y="1628"/>
                    </a:lnTo>
                    <a:lnTo>
                      <a:pt x="289" y="1351"/>
                    </a:lnTo>
                    <a:lnTo>
                      <a:pt x="141" y="1169"/>
                    </a:lnTo>
                    <a:lnTo>
                      <a:pt x="107" y="1022"/>
                    </a:lnTo>
                    <a:lnTo>
                      <a:pt x="76" y="872"/>
                    </a:lnTo>
                    <a:lnTo>
                      <a:pt x="28" y="653"/>
                    </a:lnTo>
                    <a:lnTo>
                      <a:pt x="0" y="353"/>
                    </a:lnTo>
                    <a:lnTo>
                      <a:pt x="24" y="208"/>
                    </a:lnTo>
                    <a:lnTo>
                      <a:pt x="76" y="99"/>
                    </a:lnTo>
                    <a:lnTo>
                      <a:pt x="1324" y="0"/>
                    </a:lnTo>
                    <a:lnTo>
                      <a:pt x="1698" y="433"/>
                    </a:lnTo>
                    <a:lnTo>
                      <a:pt x="1784" y="59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4" name="Freeform 56">
                <a:extLst>
                  <a:ext uri="{FF2B5EF4-FFF2-40B4-BE49-F238E27FC236}">
                    <a16:creationId xmlns:a16="http://schemas.microsoft.com/office/drawing/2014/main" id="{6C1FBAFA-4CB4-F644-8478-1527A8A6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86"/>
                <a:ext cx="19" cy="14"/>
              </a:xfrm>
              <a:custGeom>
                <a:avLst/>
                <a:gdLst>
                  <a:gd name="T0" fmla="*/ 0 w 152"/>
                  <a:gd name="T1" fmla="*/ 0 h 113"/>
                  <a:gd name="T2" fmla="*/ 0 w 152"/>
                  <a:gd name="T3" fmla="*/ 0 h 113"/>
                  <a:gd name="T4" fmla="*/ 0 w 152"/>
                  <a:gd name="T5" fmla="*/ 0 h 113"/>
                  <a:gd name="T6" fmla="*/ 0 w 152"/>
                  <a:gd name="T7" fmla="*/ 0 h 113"/>
                  <a:gd name="T8" fmla="*/ 0 w 152"/>
                  <a:gd name="T9" fmla="*/ 0 h 113"/>
                  <a:gd name="T10" fmla="*/ 0 w 15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"/>
                  <a:gd name="T19" fmla="*/ 0 h 113"/>
                  <a:gd name="T20" fmla="*/ 152 w 152"/>
                  <a:gd name="T21" fmla="*/ 113 h 1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" h="113">
                    <a:moveTo>
                      <a:pt x="0" y="83"/>
                    </a:moveTo>
                    <a:lnTo>
                      <a:pt x="49" y="113"/>
                    </a:lnTo>
                    <a:lnTo>
                      <a:pt x="152" y="79"/>
                    </a:lnTo>
                    <a:lnTo>
                      <a:pt x="152" y="0"/>
                    </a:lnTo>
                    <a:lnTo>
                      <a:pt x="33" y="16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5" name="Freeform 57">
                <a:extLst>
                  <a:ext uri="{FF2B5EF4-FFF2-40B4-BE49-F238E27FC236}">
                    <a16:creationId xmlns:a16="http://schemas.microsoft.com/office/drawing/2014/main" id="{0F79A5EB-6241-6C47-925A-E5389B56A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72"/>
                <a:ext cx="28" cy="10"/>
              </a:xfrm>
              <a:custGeom>
                <a:avLst/>
                <a:gdLst>
                  <a:gd name="T0" fmla="*/ 0 w 231"/>
                  <a:gd name="T1" fmla="*/ 0 h 83"/>
                  <a:gd name="T2" fmla="*/ 0 w 231"/>
                  <a:gd name="T3" fmla="*/ 0 h 83"/>
                  <a:gd name="T4" fmla="*/ 0 w 231"/>
                  <a:gd name="T5" fmla="*/ 0 h 83"/>
                  <a:gd name="T6" fmla="*/ 0 w 231"/>
                  <a:gd name="T7" fmla="*/ 0 h 83"/>
                  <a:gd name="T8" fmla="*/ 0 w 231"/>
                  <a:gd name="T9" fmla="*/ 0 h 83"/>
                  <a:gd name="T10" fmla="*/ 0 w 23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1"/>
                  <a:gd name="T19" fmla="*/ 0 h 83"/>
                  <a:gd name="T20" fmla="*/ 231 w 23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1" h="83">
                    <a:moveTo>
                      <a:pt x="27" y="83"/>
                    </a:moveTo>
                    <a:lnTo>
                      <a:pt x="130" y="74"/>
                    </a:lnTo>
                    <a:lnTo>
                      <a:pt x="231" y="47"/>
                    </a:lnTo>
                    <a:lnTo>
                      <a:pt x="104" y="0"/>
                    </a:lnTo>
                    <a:lnTo>
                      <a:pt x="0" y="0"/>
                    </a:lnTo>
                    <a:lnTo>
                      <a:pt x="27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6" name="Freeform 58">
                <a:extLst>
                  <a:ext uri="{FF2B5EF4-FFF2-40B4-BE49-F238E27FC236}">
                    <a16:creationId xmlns:a16="http://schemas.microsoft.com/office/drawing/2014/main" id="{2A758A9D-1D97-1C42-8EF8-D83B6934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446"/>
                <a:ext cx="181" cy="56"/>
              </a:xfrm>
              <a:custGeom>
                <a:avLst/>
                <a:gdLst>
                  <a:gd name="T0" fmla="*/ 0 w 1451"/>
                  <a:gd name="T1" fmla="*/ 0 h 452"/>
                  <a:gd name="T2" fmla="*/ 0 w 1451"/>
                  <a:gd name="T3" fmla="*/ 0 h 452"/>
                  <a:gd name="T4" fmla="*/ 0 w 1451"/>
                  <a:gd name="T5" fmla="*/ 0 h 452"/>
                  <a:gd name="T6" fmla="*/ 0 w 1451"/>
                  <a:gd name="T7" fmla="*/ 0 h 452"/>
                  <a:gd name="T8" fmla="*/ 0 w 1451"/>
                  <a:gd name="T9" fmla="*/ 0 h 452"/>
                  <a:gd name="T10" fmla="*/ 0 w 1451"/>
                  <a:gd name="T11" fmla="*/ 0 h 452"/>
                  <a:gd name="T12" fmla="*/ 0 w 1451"/>
                  <a:gd name="T13" fmla="*/ 0 h 452"/>
                  <a:gd name="T14" fmla="*/ 0 w 1451"/>
                  <a:gd name="T15" fmla="*/ 0 h 452"/>
                  <a:gd name="T16" fmla="*/ 0 w 1451"/>
                  <a:gd name="T17" fmla="*/ 0 h 452"/>
                  <a:gd name="T18" fmla="*/ 0 w 1451"/>
                  <a:gd name="T19" fmla="*/ 0 h 452"/>
                  <a:gd name="T20" fmla="*/ 0 w 1451"/>
                  <a:gd name="T21" fmla="*/ 0 h 452"/>
                  <a:gd name="T22" fmla="*/ 0 w 1451"/>
                  <a:gd name="T23" fmla="*/ 0 h 452"/>
                  <a:gd name="T24" fmla="*/ 0 w 1451"/>
                  <a:gd name="T25" fmla="*/ 0 h 452"/>
                  <a:gd name="T26" fmla="*/ 0 w 1451"/>
                  <a:gd name="T27" fmla="*/ 0 h 452"/>
                  <a:gd name="T28" fmla="*/ 0 w 1451"/>
                  <a:gd name="T29" fmla="*/ 0 h 452"/>
                  <a:gd name="T30" fmla="*/ 0 w 1451"/>
                  <a:gd name="T31" fmla="*/ 0 h 4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51"/>
                  <a:gd name="T49" fmla="*/ 0 h 452"/>
                  <a:gd name="T50" fmla="*/ 1451 w 1451"/>
                  <a:gd name="T51" fmla="*/ 452 h 45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51" h="452">
                    <a:moveTo>
                      <a:pt x="110" y="41"/>
                    </a:moveTo>
                    <a:lnTo>
                      <a:pt x="237" y="0"/>
                    </a:lnTo>
                    <a:lnTo>
                      <a:pt x="603" y="0"/>
                    </a:lnTo>
                    <a:lnTo>
                      <a:pt x="1255" y="165"/>
                    </a:lnTo>
                    <a:lnTo>
                      <a:pt x="1451" y="391"/>
                    </a:lnTo>
                    <a:lnTo>
                      <a:pt x="1134" y="318"/>
                    </a:lnTo>
                    <a:lnTo>
                      <a:pt x="981" y="360"/>
                    </a:lnTo>
                    <a:lnTo>
                      <a:pt x="846" y="424"/>
                    </a:lnTo>
                    <a:lnTo>
                      <a:pt x="647" y="452"/>
                    </a:lnTo>
                    <a:lnTo>
                      <a:pt x="426" y="444"/>
                    </a:lnTo>
                    <a:lnTo>
                      <a:pt x="218" y="391"/>
                    </a:lnTo>
                    <a:lnTo>
                      <a:pt x="68" y="318"/>
                    </a:lnTo>
                    <a:lnTo>
                      <a:pt x="16" y="251"/>
                    </a:lnTo>
                    <a:lnTo>
                      <a:pt x="0" y="186"/>
                    </a:lnTo>
                    <a:lnTo>
                      <a:pt x="4" y="129"/>
                    </a:lnTo>
                    <a:lnTo>
                      <a:pt x="110" y="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7" name="Freeform 59">
                <a:extLst>
                  <a:ext uri="{FF2B5EF4-FFF2-40B4-BE49-F238E27FC236}">
                    <a16:creationId xmlns:a16="http://schemas.microsoft.com/office/drawing/2014/main" id="{4373A38A-F040-3347-A2B9-73F61E63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498"/>
                <a:ext cx="88" cy="78"/>
              </a:xfrm>
              <a:custGeom>
                <a:avLst/>
                <a:gdLst>
                  <a:gd name="T0" fmla="*/ 0 w 700"/>
                  <a:gd name="T1" fmla="*/ 0 h 629"/>
                  <a:gd name="T2" fmla="*/ 0 w 700"/>
                  <a:gd name="T3" fmla="*/ 0 h 629"/>
                  <a:gd name="T4" fmla="*/ 0 w 700"/>
                  <a:gd name="T5" fmla="*/ 0 h 629"/>
                  <a:gd name="T6" fmla="*/ 0 w 700"/>
                  <a:gd name="T7" fmla="*/ 0 h 629"/>
                  <a:gd name="T8" fmla="*/ 0 w 700"/>
                  <a:gd name="T9" fmla="*/ 0 h 629"/>
                  <a:gd name="T10" fmla="*/ 0 w 700"/>
                  <a:gd name="T11" fmla="*/ 0 h 629"/>
                  <a:gd name="T12" fmla="*/ 0 w 700"/>
                  <a:gd name="T13" fmla="*/ 0 h 629"/>
                  <a:gd name="T14" fmla="*/ 0 w 700"/>
                  <a:gd name="T15" fmla="*/ 0 h 629"/>
                  <a:gd name="T16" fmla="*/ 0 w 700"/>
                  <a:gd name="T17" fmla="*/ 0 h 629"/>
                  <a:gd name="T18" fmla="*/ 0 w 700"/>
                  <a:gd name="T19" fmla="*/ 0 h 629"/>
                  <a:gd name="T20" fmla="*/ 0 w 700"/>
                  <a:gd name="T21" fmla="*/ 0 h 629"/>
                  <a:gd name="T22" fmla="*/ 0 w 700"/>
                  <a:gd name="T23" fmla="*/ 0 h 629"/>
                  <a:gd name="T24" fmla="*/ 0 w 700"/>
                  <a:gd name="T25" fmla="*/ 0 h 629"/>
                  <a:gd name="T26" fmla="*/ 0 w 700"/>
                  <a:gd name="T27" fmla="*/ 0 h 629"/>
                  <a:gd name="T28" fmla="*/ 0 w 700"/>
                  <a:gd name="T29" fmla="*/ 0 h 629"/>
                  <a:gd name="T30" fmla="*/ 0 w 700"/>
                  <a:gd name="T31" fmla="*/ 0 h 6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00"/>
                  <a:gd name="T49" fmla="*/ 0 h 629"/>
                  <a:gd name="T50" fmla="*/ 700 w 700"/>
                  <a:gd name="T51" fmla="*/ 629 h 62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00" h="629">
                    <a:moveTo>
                      <a:pt x="666" y="482"/>
                    </a:moveTo>
                    <a:lnTo>
                      <a:pt x="548" y="411"/>
                    </a:lnTo>
                    <a:lnTo>
                      <a:pt x="449" y="405"/>
                    </a:lnTo>
                    <a:lnTo>
                      <a:pt x="392" y="482"/>
                    </a:lnTo>
                    <a:lnTo>
                      <a:pt x="378" y="629"/>
                    </a:lnTo>
                    <a:lnTo>
                      <a:pt x="173" y="604"/>
                    </a:lnTo>
                    <a:lnTo>
                      <a:pt x="182" y="528"/>
                    </a:lnTo>
                    <a:lnTo>
                      <a:pt x="139" y="433"/>
                    </a:lnTo>
                    <a:lnTo>
                      <a:pt x="76" y="374"/>
                    </a:lnTo>
                    <a:lnTo>
                      <a:pt x="36" y="350"/>
                    </a:lnTo>
                    <a:lnTo>
                      <a:pt x="0" y="141"/>
                    </a:lnTo>
                    <a:lnTo>
                      <a:pt x="286" y="0"/>
                    </a:lnTo>
                    <a:lnTo>
                      <a:pt x="588" y="110"/>
                    </a:lnTo>
                    <a:lnTo>
                      <a:pt x="632" y="360"/>
                    </a:lnTo>
                    <a:lnTo>
                      <a:pt x="700" y="447"/>
                    </a:lnTo>
                    <a:lnTo>
                      <a:pt x="666" y="4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8" name="Freeform 60">
                <a:extLst>
                  <a:ext uri="{FF2B5EF4-FFF2-40B4-BE49-F238E27FC236}">
                    <a16:creationId xmlns:a16="http://schemas.microsoft.com/office/drawing/2014/main" id="{2904D18D-D9F3-4D49-96A7-309A7DE65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483"/>
                <a:ext cx="97" cy="80"/>
              </a:xfrm>
              <a:custGeom>
                <a:avLst/>
                <a:gdLst>
                  <a:gd name="T0" fmla="*/ 0 w 775"/>
                  <a:gd name="T1" fmla="*/ 0 h 641"/>
                  <a:gd name="T2" fmla="*/ 0 w 775"/>
                  <a:gd name="T3" fmla="*/ 0 h 641"/>
                  <a:gd name="T4" fmla="*/ 0 w 775"/>
                  <a:gd name="T5" fmla="*/ 0 h 641"/>
                  <a:gd name="T6" fmla="*/ 0 w 775"/>
                  <a:gd name="T7" fmla="*/ 0 h 641"/>
                  <a:gd name="T8" fmla="*/ 0 w 775"/>
                  <a:gd name="T9" fmla="*/ 0 h 641"/>
                  <a:gd name="T10" fmla="*/ 0 w 775"/>
                  <a:gd name="T11" fmla="*/ 0 h 641"/>
                  <a:gd name="T12" fmla="*/ 0 w 775"/>
                  <a:gd name="T13" fmla="*/ 0 h 641"/>
                  <a:gd name="T14" fmla="*/ 0 w 775"/>
                  <a:gd name="T15" fmla="*/ 0 h 641"/>
                  <a:gd name="T16" fmla="*/ 0 w 775"/>
                  <a:gd name="T17" fmla="*/ 0 h 641"/>
                  <a:gd name="T18" fmla="*/ 0 w 775"/>
                  <a:gd name="T19" fmla="*/ 0 h 641"/>
                  <a:gd name="T20" fmla="*/ 0 w 775"/>
                  <a:gd name="T21" fmla="*/ 0 h 641"/>
                  <a:gd name="T22" fmla="*/ 0 w 775"/>
                  <a:gd name="T23" fmla="*/ 0 h 641"/>
                  <a:gd name="T24" fmla="*/ 0 w 775"/>
                  <a:gd name="T25" fmla="*/ 0 h 641"/>
                  <a:gd name="T26" fmla="*/ 0 w 775"/>
                  <a:gd name="T27" fmla="*/ 0 h 641"/>
                  <a:gd name="T28" fmla="*/ 0 w 775"/>
                  <a:gd name="T29" fmla="*/ 0 h 641"/>
                  <a:gd name="T30" fmla="*/ 0 w 775"/>
                  <a:gd name="T31" fmla="*/ 0 h 641"/>
                  <a:gd name="T32" fmla="*/ 0 w 775"/>
                  <a:gd name="T33" fmla="*/ 0 h 641"/>
                  <a:gd name="T34" fmla="*/ 0 w 775"/>
                  <a:gd name="T35" fmla="*/ 0 h 641"/>
                  <a:gd name="T36" fmla="*/ 0 w 775"/>
                  <a:gd name="T37" fmla="*/ 0 h 641"/>
                  <a:gd name="T38" fmla="*/ 0 w 775"/>
                  <a:gd name="T39" fmla="*/ 0 h 641"/>
                  <a:gd name="T40" fmla="*/ 0 w 775"/>
                  <a:gd name="T41" fmla="*/ 0 h 641"/>
                  <a:gd name="T42" fmla="*/ 0 w 775"/>
                  <a:gd name="T43" fmla="*/ 0 h 641"/>
                  <a:gd name="T44" fmla="*/ 0 w 775"/>
                  <a:gd name="T45" fmla="*/ 0 h 641"/>
                  <a:gd name="T46" fmla="*/ 0 w 775"/>
                  <a:gd name="T47" fmla="*/ 0 h 641"/>
                  <a:gd name="T48" fmla="*/ 0 w 775"/>
                  <a:gd name="T49" fmla="*/ 0 h 641"/>
                  <a:gd name="T50" fmla="*/ 0 w 775"/>
                  <a:gd name="T51" fmla="*/ 0 h 641"/>
                  <a:gd name="T52" fmla="*/ 0 w 775"/>
                  <a:gd name="T53" fmla="*/ 0 h 641"/>
                  <a:gd name="T54" fmla="*/ 0 w 775"/>
                  <a:gd name="T55" fmla="*/ 0 h 641"/>
                  <a:gd name="T56" fmla="*/ 0 w 775"/>
                  <a:gd name="T57" fmla="*/ 0 h 641"/>
                  <a:gd name="T58" fmla="*/ 0 w 775"/>
                  <a:gd name="T59" fmla="*/ 0 h 641"/>
                  <a:gd name="T60" fmla="*/ 0 w 775"/>
                  <a:gd name="T61" fmla="*/ 0 h 641"/>
                  <a:gd name="T62" fmla="*/ 0 w 775"/>
                  <a:gd name="T63" fmla="*/ 0 h 641"/>
                  <a:gd name="T64" fmla="*/ 0 w 775"/>
                  <a:gd name="T65" fmla="*/ 0 h 641"/>
                  <a:gd name="T66" fmla="*/ 0 w 775"/>
                  <a:gd name="T67" fmla="*/ 0 h 641"/>
                  <a:gd name="T68" fmla="*/ 0 w 775"/>
                  <a:gd name="T69" fmla="*/ 0 h 641"/>
                  <a:gd name="T70" fmla="*/ 0 w 775"/>
                  <a:gd name="T71" fmla="*/ 0 h 641"/>
                  <a:gd name="T72" fmla="*/ 0 w 775"/>
                  <a:gd name="T73" fmla="*/ 0 h 641"/>
                  <a:gd name="T74" fmla="*/ 0 w 775"/>
                  <a:gd name="T75" fmla="*/ 0 h 641"/>
                  <a:gd name="T76" fmla="*/ 0 w 775"/>
                  <a:gd name="T77" fmla="*/ 0 h 641"/>
                  <a:gd name="T78" fmla="*/ 0 w 775"/>
                  <a:gd name="T79" fmla="*/ 0 h 641"/>
                  <a:gd name="T80" fmla="*/ 0 w 775"/>
                  <a:gd name="T81" fmla="*/ 0 h 641"/>
                  <a:gd name="T82" fmla="*/ 0 w 775"/>
                  <a:gd name="T83" fmla="*/ 0 h 641"/>
                  <a:gd name="T84" fmla="*/ 0 w 775"/>
                  <a:gd name="T85" fmla="*/ 0 h 64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75"/>
                  <a:gd name="T130" fmla="*/ 0 h 641"/>
                  <a:gd name="T131" fmla="*/ 775 w 775"/>
                  <a:gd name="T132" fmla="*/ 641 h 64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75" h="641">
                    <a:moveTo>
                      <a:pt x="747" y="575"/>
                    </a:moveTo>
                    <a:lnTo>
                      <a:pt x="701" y="518"/>
                    </a:lnTo>
                    <a:lnTo>
                      <a:pt x="643" y="461"/>
                    </a:lnTo>
                    <a:lnTo>
                      <a:pt x="608" y="397"/>
                    </a:lnTo>
                    <a:lnTo>
                      <a:pt x="617" y="309"/>
                    </a:lnTo>
                    <a:lnTo>
                      <a:pt x="586" y="261"/>
                    </a:lnTo>
                    <a:lnTo>
                      <a:pt x="530" y="230"/>
                    </a:lnTo>
                    <a:lnTo>
                      <a:pt x="496" y="226"/>
                    </a:lnTo>
                    <a:lnTo>
                      <a:pt x="440" y="230"/>
                    </a:lnTo>
                    <a:lnTo>
                      <a:pt x="488" y="316"/>
                    </a:lnTo>
                    <a:lnTo>
                      <a:pt x="571" y="397"/>
                    </a:lnTo>
                    <a:lnTo>
                      <a:pt x="440" y="316"/>
                    </a:lnTo>
                    <a:lnTo>
                      <a:pt x="343" y="274"/>
                    </a:lnTo>
                    <a:lnTo>
                      <a:pt x="242" y="283"/>
                    </a:lnTo>
                    <a:lnTo>
                      <a:pt x="161" y="288"/>
                    </a:lnTo>
                    <a:lnTo>
                      <a:pt x="118" y="300"/>
                    </a:lnTo>
                    <a:lnTo>
                      <a:pt x="152" y="371"/>
                    </a:lnTo>
                    <a:lnTo>
                      <a:pt x="320" y="378"/>
                    </a:lnTo>
                    <a:lnTo>
                      <a:pt x="454" y="447"/>
                    </a:lnTo>
                    <a:lnTo>
                      <a:pt x="336" y="447"/>
                    </a:lnTo>
                    <a:lnTo>
                      <a:pt x="384" y="518"/>
                    </a:lnTo>
                    <a:lnTo>
                      <a:pt x="413" y="602"/>
                    </a:lnTo>
                    <a:lnTo>
                      <a:pt x="378" y="641"/>
                    </a:lnTo>
                    <a:lnTo>
                      <a:pt x="274" y="586"/>
                    </a:lnTo>
                    <a:lnTo>
                      <a:pt x="182" y="542"/>
                    </a:lnTo>
                    <a:lnTo>
                      <a:pt x="161" y="503"/>
                    </a:lnTo>
                    <a:lnTo>
                      <a:pt x="90" y="480"/>
                    </a:lnTo>
                    <a:lnTo>
                      <a:pt x="57" y="378"/>
                    </a:lnTo>
                    <a:lnTo>
                      <a:pt x="48" y="239"/>
                    </a:lnTo>
                    <a:lnTo>
                      <a:pt x="23" y="191"/>
                    </a:lnTo>
                    <a:lnTo>
                      <a:pt x="39" y="136"/>
                    </a:lnTo>
                    <a:lnTo>
                      <a:pt x="0" y="127"/>
                    </a:lnTo>
                    <a:lnTo>
                      <a:pt x="48" y="78"/>
                    </a:lnTo>
                    <a:lnTo>
                      <a:pt x="175" y="63"/>
                    </a:lnTo>
                    <a:lnTo>
                      <a:pt x="343" y="85"/>
                    </a:lnTo>
                    <a:lnTo>
                      <a:pt x="518" y="0"/>
                    </a:lnTo>
                    <a:lnTo>
                      <a:pt x="622" y="94"/>
                    </a:lnTo>
                    <a:lnTo>
                      <a:pt x="678" y="182"/>
                    </a:lnTo>
                    <a:lnTo>
                      <a:pt x="692" y="274"/>
                    </a:lnTo>
                    <a:lnTo>
                      <a:pt x="701" y="406"/>
                    </a:lnTo>
                    <a:lnTo>
                      <a:pt x="705" y="489"/>
                    </a:lnTo>
                    <a:lnTo>
                      <a:pt x="775" y="595"/>
                    </a:lnTo>
                    <a:lnTo>
                      <a:pt x="747" y="57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39" name="Freeform 61">
                <a:extLst>
                  <a:ext uri="{FF2B5EF4-FFF2-40B4-BE49-F238E27FC236}">
                    <a16:creationId xmlns:a16="http://schemas.microsoft.com/office/drawing/2014/main" id="{71F35F81-6B64-7342-A0F0-556AAC62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587"/>
                <a:ext cx="540" cy="400"/>
              </a:xfrm>
              <a:custGeom>
                <a:avLst/>
                <a:gdLst>
                  <a:gd name="T0" fmla="*/ 0 w 4318"/>
                  <a:gd name="T1" fmla="*/ 0 h 3200"/>
                  <a:gd name="T2" fmla="*/ 0 w 4318"/>
                  <a:gd name="T3" fmla="*/ 0 h 3200"/>
                  <a:gd name="T4" fmla="*/ 0 w 4318"/>
                  <a:gd name="T5" fmla="*/ 0 h 3200"/>
                  <a:gd name="T6" fmla="*/ 0 w 4318"/>
                  <a:gd name="T7" fmla="*/ 0 h 3200"/>
                  <a:gd name="T8" fmla="*/ 0 w 4318"/>
                  <a:gd name="T9" fmla="*/ 0 h 3200"/>
                  <a:gd name="T10" fmla="*/ 0 w 4318"/>
                  <a:gd name="T11" fmla="*/ 0 h 3200"/>
                  <a:gd name="T12" fmla="*/ 0 w 4318"/>
                  <a:gd name="T13" fmla="*/ 0 h 3200"/>
                  <a:gd name="T14" fmla="*/ 0 w 4318"/>
                  <a:gd name="T15" fmla="*/ 0 h 3200"/>
                  <a:gd name="T16" fmla="*/ 0 w 4318"/>
                  <a:gd name="T17" fmla="*/ 0 h 3200"/>
                  <a:gd name="T18" fmla="*/ 0 w 4318"/>
                  <a:gd name="T19" fmla="*/ 0 h 3200"/>
                  <a:gd name="T20" fmla="*/ 0 w 4318"/>
                  <a:gd name="T21" fmla="*/ 0 h 3200"/>
                  <a:gd name="T22" fmla="*/ 0 w 4318"/>
                  <a:gd name="T23" fmla="*/ 0 h 3200"/>
                  <a:gd name="T24" fmla="*/ 0 w 4318"/>
                  <a:gd name="T25" fmla="*/ 0 h 3200"/>
                  <a:gd name="T26" fmla="*/ 0 w 4318"/>
                  <a:gd name="T27" fmla="*/ 0 h 3200"/>
                  <a:gd name="T28" fmla="*/ 0 w 4318"/>
                  <a:gd name="T29" fmla="*/ 0 h 3200"/>
                  <a:gd name="T30" fmla="*/ 0 w 4318"/>
                  <a:gd name="T31" fmla="*/ 0 h 3200"/>
                  <a:gd name="T32" fmla="*/ 0 w 4318"/>
                  <a:gd name="T33" fmla="*/ 0 h 3200"/>
                  <a:gd name="T34" fmla="*/ 0 w 4318"/>
                  <a:gd name="T35" fmla="*/ 0 h 3200"/>
                  <a:gd name="T36" fmla="*/ 0 w 4318"/>
                  <a:gd name="T37" fmla="*/ 0 h 3200"/>
                  <a:gd name="T38" fmla="*/ 0 w 4318"/>
                  <a:gd name="T39" fmla="*/ 0 h 3200"/>
                  <a:gd name="T40" fmla="*/ 0 w 4318"/>
                  <a:gd name="T41" fmla="*/ 0 h 3200"/>
                  <a:gd name="T42" fmla="*/ 0 w 4318"/>
                  <a:gd name="T43" fmla="*/ 0 h 3200"/>
                  <a:gd name="T44" fmla="*/ 0 w 4318"/>
                  <a:gd name="T45" fmla="*/ 0 h 3200"/>
                  <a:gd name="T46" fmla="*/ 0 w 4318"/>
                  <a:gd name="T47" fmla="*/ 0 h 3200"/>
                  <a:gd name="T48" fmla="*/ 0 w 4318"/>
                  <a:gd name="T49" fmla="*/ 0 h 3200"/>
                  <a:gd name="T50" fmla="*/ 0 w 4318"/>
                  <a:gd name="T51" fmla="*/ 0 h 3200"/>
                  <a:gd name="T52" fmla="*/ 0 w 4318"/>
                  <a:gd name="T53" fmla="*/ 0 h 3200"/>
                  <a:gd name="T54" fmla="*/ 0 w 4318"/>
                  <a:gd name="T55" fmla="*/ 0 h 3200"/>
                  <a:gd name="T56" fmla="*/ 0 w 4318"/>
                  <a:gd name="T57" fmla="*/ 0 h 3200"/>
                  <a:gd name="T58" fmla="*/ 0 w 4318"/>
                  <a:gd name="T59" fmla="*/ 0 h 3200"/>
                  <a:gd name="T60" fmla="*/ 0 w 4318"/>
                  <a:gd name="T61" fmla="*/ 0 h 3200"/>
                  <a:gd name="T62" fmla="*/ 0 w 4318"/>
                  <a:gd name="T63" fmla="*/ 0 h 3200"/>
                  <a:gd name="T64" fmla="*/ 0 w 4318"/>
                  <a:gd name="T65" fmla="*/ 0 h 3200"/>
                  <a:gd name="T66" fmla="*/ 0 w 4318"/>
                  <a:gd name="T67" fmla="*/ 0 h 3200"/>
                  <a:gd name="T68" fmla="*/ 0 w 4318"/>
                  <a:gd name="T69" fmla="*/ 0 h 3200"/>
                  <a:gd name="T70" fmla="*/ 0 w 4318"/>
                  <a:gd name="T71" fmla="*/ 0 h 3200"/>
                  <a:gd name="T72" fmla="*/ 0 w 4318"/>
                  <a:gd name="T73" fmla="*/ 0 h 3200"/>
                  <a:gd name="T74" fmla="*/ 0 w 4318"/>
                  <a:gd name="T75" fmla="*/ 0 h 3200"/>
                  <a:gd name="T76" fmla="*/ 0 w 4318"/>
                  <a:gd name="T77" fmla="*/ 0 h 3200"/>
                  <a:gd name="T78" fmla="*/ 0 w 4318"/>
                  <a:gd name="T79" fmla="*/ 0 h 3200"/>
                  <a:gd name="T80" fmla="*/ 0 w 4318"/>
                  <a:gd name="T81" fmla="*/ 0 h 3200"/>
                  <a:gd name="T82" fmla="*/ 0 w 4318"/>
                  <a:gd name="T83" fmla="*/ 0 h 3200"/>
                  <a:gd name="T84" fmla="*/ 0 w 4318"/>
                  <a:gd name="T85" fmla="*/ 0 h 3200"/>
                  <a:gd name="T86" fmla="*/ 0 w 4318"/>
                  <a:gd name="T87" fmla="*/ 0 h 3200"/>
                  <a:gd name="T88" fmla="*/ 0 w 4318"/>
                  <a:gd name="T89" fmla="*/ 0 h 3200"/>
                  <a:gd name="T90" fmla="*/ 0 w 4318"/>
                  <a:gd name="T91" fmla="*/ 0 h 3200"/>
                  <a:gd name="T92" fmla="*/ 0 w 4318"/>
                  <a:gd name="T93" fmla="*/ 0 h 3200"/>
                  <a:gd name="T94" fmla="*/ 0 w 4318"/>
                  <a:gd name="T95" fmla="*/ 0 h 3200"/>
                  <a:gd name="T96" fmla="*/ 0 w 4318"/>
                  <a:gd name="T97" fmla="*/ 0 h 3200"/>
                  <a:gd name="T98" fmla="*/ 0 w 4318"/>
                  <a:gd name="T99" fmla="*/ 0 h 3200"/>
                  <a:gd name="T100" fmla="*/ 0 w 4318"/>
                  <a:gd name="T101" fmla="*/ 0 h 3200"/>
                  <a:gd name="T102" fmla="*/ 0 w 4318"/>
                  <a:gd name="T103" fmla="*/ 0 h 3200"/>
                  <a:gd name="T104" fmla="*/ 0 w 4318"/>
                  <a:gd name="T105" fmla="*/ 0 h 320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318"/>
                  <a:gd name="T160" fmla="*/ 0 h 3200"/>
                  <a:gd name="T161" fmla="*/ 4318 w 4318"/>
                  <a:gd name="T162" fmla="*/ 3200 h 320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318" h="3200">
                    <a:moveTo>
                      <a:pt x="4072" y="2092"/>
                    </a:moveTo>
                    <a:lnTo>
                      <a:pt x="4095" y="1897"/>
                    </a:lnTo>
                    <a:lnTo>
                      <a:pt x="4208" y="1706"/>
                    </a:lnTo>
                    <a:lnTo>
                      <a:pt x="4318" y="1345"/>
                    </a:lnTo>
                    <a:lnTo>
                      <a:pt x="4249" y="1246"/>
                    </a:lnTo>
                    <a:lnTo>
                      <a:pt x="4090" y="1246"/>
                    </a:lnTo>
                    <a:lnTo>
                      <a:pt x="3986" y="1086"/>
                    </a:lnTo>
                    <a:lnTo>
                      <a:pt x="3929" y="1035"/>
                    </a:lnTo>
                    <a:lnTo>
                      <a:pt x="3909" y="1035"/>
                    </a:lnTo>
                    <a:lnTo>
                      <a:pt x="3808" y="1057"/>
                    </a:lnTo>
                    <a:lnTo>
                      <a:pt x="3498" y="561"/>
                    </a:lnTo>
                    <a:lnTo>
                      <a:pt x="3329" y="459"/>
                    </a:lnTo>
                    <a:lnTo>
                      <a:pt x="3087" y="139"/>
                    </a:lnTo>
                    <a:lnTo>
                      <a:pt x="2935" y="99"/>
                    </a:lnTo>
                    <a:lnTo>
                      <a:pt x="2834" y="132"/>
                    </a:lnTo>
                    <a:lnTo>
                      <a:pt x="2723" y="113"/>
                    </a:lnTo>
                    <a:lnTo>
                      <a:pt x="2615" y="148"/>
                    </a:lnTo>
                    <a:lnTo>
                      <a:pt x="2327" y="180"/>
                    </a:lnTo>
                    <a:lnTo>
                      <a:pt x="2237" y="148"/>
                    </a:lnTo>
                    <a:lnTo>
                      <a:pt x="2126" y="189"/>
                    </a:lnTo>
                    <a:lnTo>
                      <a:pt x="2057" y="113"/>
                    </a:lnTo>
                    <a:lnTo>
                      <a:pt x="1973" y="31"/>
                    </a:lnTo>
                    <a:lnTo>
                      <a:pt x="1914" y="0"/>
                    </a:lnTo>
                    <a:lnTo>
                      <a:pt x="1232" y="249"/>
                    </a:lnTo>
                    <a:lnTo>
                      <a:pt x="1171" y="420"/>
                    </a:lnTo>
                    <a:lnTo>
                      <a:pt x="853" y="589"/>
                    </a:lnTo>
                    <a:lnTo>
                      <a:pt x="632" y="627"/>
                    </a:lnTo>
                    <a:lnTo>
                      <a:pt x="441" y="807"/>
                    </a:lnTo>
                    <a:lnTo>
                      <a:pt x="413" y="910"/>
                    </a:lnTo>
                    <a:lnTo>
                      <a:pt x="371" y="1015"/>
                    </a:lnTo>
                    <a:lnTo>
                      <a:pt x="259" y="1356"/>
                    </a:lnTo>
                    <a:lnTo>
                      <a:pt x="210" y="1624"/>
                    </a:lnTo>
                    <a:lnTo>
                      <a:pt x="270" y="1854"/>
                    </a:lnTo>
                    <a:lnTo>
                      <a:pt x="180" y="2075"/>
                    </a:lnTo>
                    <a:lnTo>
                      <a:pt x="90" y="2103"/>
                    </a:lnTo>
                    <a:lnTo>
                      <a:pt x="0" y="2193"/>
                    </a:lnTo>
                    <a:lnTo>
                      <a:pt x="191" y="2792"/>
                    </a:lnTo>
                    <a:lnTo>
                      <a:pt x="399" y="2861"/>
                    </a:lnTo>
                    <a:lnTo>
                      <a:pt x="761" y="2613"/>
                    </a:lnTo>
                    <a:lnTo>
                      <a:pt x="1042" y="1945"/>
                    </a:lnTo>
                    <a:lnTo>
                      <a:pt x="1211" y="2262"/>
                    </a:lnTo>
                    <a:lnTo>
                      <a:pt x="1303" y="2771"/>
                    </a:lnTo>
                    <a:lnTo>
                      <a:pt x="1232" y="2903"/>
                    </a:lnTo>
                    <a:lnTo>
                      <a:pt x="1204" y="3129"/>
                    </a:lnTo>
                    <a:lnTo>
                      <a:pt x="1261" y="3200"/>
                    </a:lnTo>
                    <a:lnTo>
                      <a:pt x="3408" y="2892"/>
                    </a:lnTo>
                    <a:lnTo>
                      <a:pt x="3355" y="1517"/>
                    </a:lnTo>
                    <a:lnTo>
                      <a:pt x="3569" y="1695"/>
                    </a:lnTo>
                    <a:lnTo>
                      <a:pt x="3707" y="1714"/>
                    </a:lnTo>
                    <a:lnTo>
                      <a:pt x="3777" y="1846"/>
                    </a:lnTo>
                    <a:lnTo>
                      <a:pt x="3938" y="1854"/>
                    </a:lnTo>
                    <a:lnTo>
                      <a:pt x="4028" y="1994"/>
                    </a:lnTo>
                    <a:lnTo>
                      <a:pt x="4072" y="20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0" name="Freeform 62">
                <a:extLst>
                  <a:ext uri="{FF2B5EF4-FFF2-40B4-BE49-F238E27FC236}">
                    <a16:creationId xmlns:a16="http://schemas.microsoft.com/office/drawing/2014/main" id="{613CF0F8-AF68-484C-BC12-0CC8D99D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939"/>
                <a:ext cx="50" cy="35"/>
              </a:xfrm>
              <a:custGeom>
                <a:avLst/>
                <a:gdLst>
                  <a:gd name="T0" fmla="*/ 0 w 400"/>
                  <a:gd name="T1" fmla="*/ 0 h 279"/>
                  <a:gd name="T2" fmla="*/ 0 w 400"/>
                  <a:gd name="T3" fmla="*/ 0 h 279"/>
                  <a:gd name="T4" fmla="*/ 0 w 400"/>
                  <a:gd name="T5" fmla="*/ 0 h 279"/>
                  <a:gd name="T6" fmla="*/ 0 w 400"/>
                  <a:gd name="T7" fmla="*/ 0 h 279"/>
                  <a:gd name="T8" fmla="*/ 0 w 400"/>
                  <a:gd name="T9" fmla="*/ 0 h 279"/>
                  <a:gd name="T10" fmla="*/ 0 w 400"/>
                  <a:gd name="T11" fmla="*/ 0 h 279"/>
                  <a:gd name="T12" fmla="*/ 0 w 400"/>
                  <a:gd name="T13" fmla="*/ 0 h 279"/>
                  <a:gd name="T14" fmla="*/ 0 w 400"/>
                  <a:gd name="T15" fmla="*/ 0 h 279"/>
                  <a:gd name="T16" fmla="*/ 0 w 400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0"/>
                  <a:gd name="T28" fmla="*/ 0 h 279"/>
                  <a:gd name="T29" fmla="*/ 400 w 400"/>
                  <a:gd name="T30" fmla="*/ 279 h 2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0" h="279">
                    <a:moveTo>
                      <a:pt x="279" y="0"/>
                    </a:moveTo>
                    <a:lnTo>
                      <a:pt x="130" y="0"/>
                    </a:lnTo>
                    <a:lnTo>
                      <a:pt x="8" y="83"/>
                    </a:lnTo>
                    <a:lnTo>
                      <a:pt x="0" y="242"/>
                    </a:lnTo>
                    <a:lnTo>
                      <a:pt x="40" y="279"/>
                    </a:lnTo>
                    <a:lnTo>
                      <a:pt x="391" y="210"/>
                    </a:lnTo>
                    <a:lnTo>
                      <a:pt x="400" y="162"/>
                    </a:lnTo>
                    <a:lnTo>
                      <a:pt x="349" y="30"/>
                    </a:lnTo>
                    <a:lnTo>
                      <a:pt x="279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1" name="Freeform 63">
                <a:extLst>
                  <a:ext uri="{FF2B5EF4-FFF2-40B4-BE49-F238E27FC236}">
                    <a16:creationId xmlns:a16="http://schemas.microsoft.com/office/drawing/2014/main" id="{C3FF03D9-5D8A-3148-806A-C5D022D2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06"/>
                <a:ext cx="28" cy="123"/>
              </a:xfrm>
              <a:custGeom>
                <a:avLst/>
                <a:gdLst>
                  <a:gd name="T0" fmla="*/ 0 w 231"/>
                  <a:gd name="T1" fmla="*/ 0 h 977"/>
                  <a:gd name="T2" fmla="*/ 0 w 231"/>
                  <a:gd name="T3" fmla="*/ 0 h 977"/>
                  <a:gd name="T4" fmla="*/ 0 w 231"/>
                  <a:gd name="T5" fmla="*/ 0 h 977"/>
                  <a:gd name="T6" fmla="*/ 0 w 231"/>
                  <a:gd name="T7" fmla="*/ 0 h 977"/>
                  <a:gd name="T8" fmla="*/ 0 w 231"/>
                  <a:gd name="T9" fmla="*/ 0 h 977"/>
                  <a:gd name="T10" fmla="*/ 0 w 231"/>
                  <a:gd name="T11" fmla="*/ 0 h 977"/>
                  <a:gd name="T12" fmla="*/ 0 w 231"/>
                  <a:gd name="T13" fmla="*/ 0 h 977"/>
                  <a:gd name="T14" fmla="*/ 0 w 231"/>
                  <a:gd name="T15" fmla="*/ 0 h 977"/>
                  <a:gd name="T16" fmla="*/ 0 w 231"/>
                  <a:gd name="T17" fmla="*/ 0 h 977"/>
                  <a:gd name="T18" fmla="*/ 0 w 231"/>
                  <a:gd name="T19" fmla="*/ 0 h 9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1"/>
                  <a:gd name="T31" fmla="*/ 0 h 977"/>
                  <a:gd name="T32" fmla="*/ 231 w 231"/>
                  <a:gd name="T33" fmla="*/ 977 h 9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1" h="977">
                    <a:moveTo>
                      <a:pt x="183" y="0"/>
                    </a:moveTo>
                    <a:lnTo>
                      <a:pt x="183" y="283"/>
                    </a:lnTo>
                    <a:lnTo>
                      <a:pt x="231" y="659"/>
                    </a:lnTo>
                    <a:lnTo>
                      <a:pt x="90" y="648"/>
                    </a:lnTo>
                    <a:lnTo>
                      <a:pt x="210" y="856"/>
                    </a:lnTo>
                    <a:lnTo>
                      <a:pt x="148" y="977"/>
                    </a:lnTo>
                    <a:lnTo>
                      <a:pt x="0" y="687"/>
                    </a:lnTo>
                    <a:lnTo>
                      <a:pt x="0" y="560"/>
                    </a:lnTo>
                    <a:lnTo>
                      <a:pt x="130" y="129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2" name="Freeform 64">
                <a:extLst>
                  <a:ext uri="{FF2B5EF4-FFF2-40B4-BE49-F238E27FC236}">
                    <a16:creationId xmlns:a16="http://schemas.microsoft.com/office/drawing/2014/main" id="{86BEC2EF-81F0-B245-833C-55AAD6C5F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56"/>
                <a:ext cx="126" cy="187"/>
              </a:xfrm>
              <a:custGeom>
                <a:avLst/>
                <a:gdLst>
                  <a:gd name="T0" fmla="*/ 0 w 1008"/>
                  <a:gd name="T1" fmla="*/ 0 h 1494"/>
                  <a:gd name="T2" fmla="*/ 0 w 1008"/>
                  <a:gd name="T3" fmla="*/ 0 h 1494"/>
                  <a:gd name="T4" fmla="*/ 0 w 1008"/>
                  <a:gd name="T5" fmla="*/ 0 h 1494"/>
                  <a:gd name="T6" fmla="*/ 0 w 1008"/>
                  <a:gd name="T7" fmla="*/ 0 h 1494"/>
                  <a:gd name="T8" fmla="*/ 0 w 1008"/>
                  <a:gd name="T9" fmla="*/ 0 h 1494"/>
                  <a:gd name="T10" fmla="*/ 0 w 1008"/>
                  <a:gd name="T11" fmla="*/ 0 h 1494"/>
                  <a:gd name="T12" fmla="*/ 0 w 1008"/>
                  <a:gd name="T13" fmla="*/ 0 h 1494"/>
                  <a:gd name="T14" fmla="*/ 0 w 1008"/>
                  <a:gd name="T15" fmla="*/ 0 h 1494"/>
                  <a:gd name="T16" fmla="*/ 0 w 1008"/>
                  <a:gd name="T17" fmla="*/ 0 h 1494"/>
                  <a:gd name="T18" fmla="*/ 0 w 1008"/>
                  <a:gd name="T19" fmla="*/ 0 h 1494"/>
                  <a:gd name="T20" fmla="*/ 0 w 1008"/>
                  <a:gd name="T21" fmla="*/ 0 h 1494"/>
                  <a:gd name="T22" fmla="*/ 0 w 1008"/>
                  <a:gd name="T23" fmla="*/ 0 h 1494"/>
                  <a:gd name="T24" fmla="*/ 0 w 1008"/>
                  <a:gd name="T25" fmla="*/ 0 h 1494"/>
                  <a:gd name="T26" fmla="*/ 0 w 1008"/>
                  <a:gd name="T27" fmla="*/ 0 h 1494"/>
                  <a:gd name="T28" fmla="*/ 0 w 1008"/>
                  <a:gd name="T29" fmla="*/ 0 h 1494"/>
                  <a:gd name="T30" fmla="*/ 0 w 1008"/>
                  <a:gd name="T31" fmla="*/ 0 h 1494"/>
                  <a:gd name="T32" fmla="*/ 0 w 1008"/>
                  <a:gd name="T33" fmla="*/ 0 h 1494"/>
                  <a:gd name="T34" fmla="*/ 0 w 1008"/>
                  <a:gd name="T35" fmla="*/ 0 h 1494"/>
                  <a:gd name="T36" fmla="*/ 0 w 1008"/>
                  <a:gd name="T37" fmla="*/ 0 h 1494"/>
                  <a:gd name="T38" fmla="*/ 0 w 1008"/>
                  <a:gd name="T39" fmla="*/ 0 h 1494"/>
                  <a:gd name="T40" fmla="*/ 0 w 1008"/>
                  <a:gd name="T41" fmla="*/ 0 h 1494"/>
                  <a:gd name="T42" fmla="*/ 0 w 1008"/>
                  <a:gd name="T43" fmla="*/ 0 h 1494"/>
                  <a:gd name="T44" fmla="*/ 0 w 1008"/>
                  <a:gd name="T45" fmla="*/ 0 h 1494"/>
                  <a:gd name="T46" fmla="*/ 0 w 1008"/>
                  <a:gd name="T47" fmla="*/ 0 h 1494"/>
                  <a:gd name="T48" fmla="*/ 0 w 1008"/>
                  <a:gd name="T49" fmla="*/ 0 h 14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08"/>
                  <a:gd name="T76" fmla="*/ 0 h 1494"/>
                  <a:gd name="T77" fmla="*/ 1008 w 1008"/>
                  <a:gd name="T78" fmla="*/ 1494 h 14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08" h="1494">
                    <a:moveTo>
                      <a:pt x="0" y="778"/>
                    </a:moveTo>
                    <a:lnTo>
                      <a:pt x="28" y="837"/>
                    </a:lnTo>
                    <a:lnTo>
                      <a:pt x="28" y="975"/>
                    </a:lnTo>
                    <a:lnTo>
                      <a:pt x="99" y="1156"/>
                    </a:lnTo>
                    <a:lnTo>
                      <a:pt x="159" y="1048"/>
                    </a:lnTo>
                    <a:lnTo>
                      <a:pt x="281" y="1305"/>
                    </a:lnTo>
                    <a:lnTo>
                      <a:pt x="120" y="1378"/>
                    </a:lnTo>
                    <a:lnTo>
                      <a:pt x="342" y="1494"/>
                    </a:lnTo>
                    <a:lnTo>
                      <a:pt x="648" y="1385"/>
                    </a:lnTo>
                    <a:lnTo>
                      <a:pt x="839" y="1057"/>
                    </a:lnTo>
                    <a:lnTo>
                      <a:pt x="883" y="820"/>
                    </a:lnTo>
                    <a:lnTo>
                      <a:pt x="911" y="589"/>
                    </a:lnTo>
                    <a:lnTo>
                      <a:pt x="1008" y="310"/>
                    </a:lnTo>
                    <a:lnTo>
                      <a:pt x="869" y="30"/>
                    </a:lnTo>
                    <a:lnTo>
                      <a:pt x="812" y="0"/>
                    </a:lnTo>
                    <a:lnTo>
                      <a:pt x="710" y="279"/>
                    </a:lnTo>
                    <a:lnTo>
                      <a:pt x="779" y="350"/>
                    </a:lnTo>
                    <a:lnTo>
                      <a:pt x="890" y="400"/>
                    </a:lnTo>
                    <a:lnTo>
                      <a:pt x="770" y="679"/>
                    </a:lnTo>
                    <a:lnTo>
                      <a:pt x="770" y="848"/>
                    </a:lnTo>
                    <a:lnTo>
                      <a:pt x="648" y="1026"/>
                    </a:lnTo>
                    <a:lnTo>
                      <a:pt x="438" y="1057"/>
                    </a:lnTo>
                    <a:lnTo>
                      <a:pt x="307" y="589"/>
                    </a:lnTo>
                    <a:lnTo>
                      <a:pt x="69" y="73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3" name="Freeform 65">
                <a:extLst>
                  <a:ext uri="{FF2B5EF4-FFF2-40B4-BE49-F238E27FC236}">
                    <a16:creationId xmlns:a16="http://schemas.microsoft.com/office/drawing/2014/main" id="{E9DF64F3-80ED-6B47-8E75-66360A313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46"/>
                <a:ext cx="295" cy="343"/>
              </a:xfrm>
              <a:custGeom>
                <a:avLst/>
                <a:gdLst>
                  <a:gd name="T0" fmla="*/ 0 w 2355"/>
                  <a:gd name="T1" fmla="*/ 0 h 2742"/>
                  <a:gd name="T2" fmla="*/ 0 w 2355"/>
                  <a:gd name="T3" fmla="*/ 0 h 2742"/>
                  <a:gd name="T4" fmla="*/ 0 w 2355"/>
                  <a:gd name="T5" fmla="*/ 0 h 2742"/>
                  <a:gd name="T6" fmla="*/ 0 w 2355"/>
                  <a:gd name="T7" fmla="*/ 0 h 2742"/>
                  <a:gd name="T8" fmla="*/ 0 w 2355"/>
                  <a:gd name="T9" fmla="*/ 0 h 2742"/>
                  <a:gd name="T10" fmla="*/ 0 w 2355"/>
                  <a:gd name="T11" fmla="*/ 0 h 2742"/>
                  <a:gd name="T12" fmla="*/ 0 w 2355"/>
                  <a:gd name="T13" fmla="*/ 0 h 2742"/>
                  <a:gd name="T14" fmla="*/ 0 w 2355"/>
                  <a:gd name="T15" fmla="*/ 0 h 2742"/>
                  <a:gd name="T16" fmla="*/ 0 w 2355"/>
                  <a:gd name="T17" fmla="*/ 0 h 2742"/>
                  <a:gd name="T18" fmla="*/ 0 w 2355"/>
                  <a:gd name="T19" fmla="*/ 0 h 2742"/>
                  <a:gd name="T20" fmla="*/ 0 w 2355"/>
                  <a:gd name="T21" fmla="*/ 0 h 2742"/>
                  <a:gd name="T22" fmla="*/ 0 w 2355"/>
                  <a:gd name="T23" fmla="*/ 0 h 2742"/>
                  <a:gd name="T24" fmla="*/ 0 w 2355"/>
                  <a:gd name="T25" fmla="*/ 0 h 2742"/>
                  <a:gd name="T26" fmla="*/ 0 w 2355"/>
                  <a:gd name="T27" fmla="*/ 0 h 2742"/>
                  <a:gd name="T28" fmla="*/ 0 w 2355"/>
                  <a:gd name="T29" fmla="*/ 0 h 2742"/>
                  <a:gd name="T30" fmla="*/ 0 w 2355"/>
                  <a:gd name="T31" fmla="*/ 0 h 2742"/>
                  <a:gd name="T32" fmla="*/ 0 w 2355"/>
                  <a:gd name="T33" fmla="*/ 0 h 2742"/>
                  <a:gd name="T34" fmla="*/ 0 w 2355"/>
                  <a:gd name="T35" fmla="*/ 0 h 2742"/>
                  <a:gd name="T36" fmla="*/ 0 w 2355"/>
                  <a:gd name="T37" fmla="*/ 0 h 2742"/>
                  <a:gd name="T38" fmla="*/ 0 w 2355"/>
                  <a:gd name="T39" fmla="*/ 0 h 2742"/>
                  <a:gd name="T40" fmla="*/ 0 w 2355"/>
                  <a:gd name="T41" fmla="*/ 0 h 2742"/>
                  <a:gd name="T42" fmla="*/ 0 w 2355"/>
                  <a:gd name="T43" fmla="*/ 0 h 2742"/>
                  <a:gd name="T44" fmla="*/ 0 w 2355"/>
                  <a:gd name="T45" fmla="*/ 0 h 2742"/>
                  <a:gd name="T46" fmla="*/ 0 w 2355"/>
                  <a:gd name="T47" fmla="*/ 0 h 2742"/>
                  <a:gd name="T48" fmla="*/ 0 w 2355"/>
                  <a:gd name="T49" fmla="*/ 0 h 2742"/>
                  <a:gd name="T50" fmla="*/ 0 w 2355"/>
                  <a:gd name="T51" fmla="*/ 0 h 2742"/>
                  <a:gd name="T52" fmla="*/ 0 w 2355"/>
                  <a:gd name="T53" fmla="*/ 0 h 2742"/>
                  <a:gd name="T54" fmla="*/ 0 w 2355"/>
                  <a:gd name="T55" fmla="*/ 0 h 2742"/>
                  <a:gd name="T56" fmla="*/ 0 w 2355"/>
                  <a:gd name="T57" fmla="*/ 0 h 2742"/>
                  <a:gd name="T58" fmla="*/ 0 w 2355"/>
                  <a:gd name="T59" fmla="*/ 0 h 2742"/>
                  <a:gd name="T60" fmla="*/ 0 w 2355"/>
                  <a:gd name="T61" fmla="*/ 0 h 2742"/>
                  <a:gd name="T62" fmla="*/ 0 w 2355"/>
                  <a:gd name="T63" fmla="*/ 0 h 2742"/>
                  <a:gd name="T64" fmla="*/ 0 w 2355"/>
                  <a:gd name="T65" fmla="*/ 0 h 2742"/>
                  <a:gd name="T66" fmla="*/ 0 w 2355"/>
                  <a:gd name="T67" fmla="*/ 0 h 2742"/>
                  <a:gd name="T68" fmla="*/ 0 w 2355"/>
                  <a:gd name="T69" fmla="*/ 0 h 2742"/>
                  <a:gd name="T70" fmla="*/ 0 w 2355"/>
                  <a:gd name="T71" fmla="*/ 0 h 2742"/>
                  <a:gd name="T72" fmla="*/ 0 w 2355"/>
                  <a:gd name="T73" fmla="*/ 0 h 2742"/>
                  <a:gd name="T74" fmla="*/ 0 w 2355"/>
                  <a:gd name="T75" fmla="*/ 0 h 2742"/>
                  <a:gd name="T76" fmla="*/ 0 w 2355"/>
                  <a:gd name="T77" fmla="*/ 0 h 2742"/>
                  <a:gd name="T78" fmla="*/ 0 w 2355"/>
                  <a:gd name="T79" fmla="*/ 0 h 2742"/>
                  <a:gd name="T80" fmla="*/ 0 w 2355"/>
                  <a:gd name="T81" fmla="*/ 0 h 2742"/>
                  <a:gd name="T82" fmla="*/ 0 w 2355"/>
                  <a:gd name="T83" fmla="*/ 0 h 2742"/>
                  <a:gd name="T84" fmla="*/ 0 w 2355"/>
                  <a:gd name="T85" fmla="*/ 0 h 2742"/>
                  <a:gd name="T86" fmla="*/ 0 w 2355"/>
                  <a:gd name="T87" fmla="*/ 0 h 2742"/>
                  <a:gd name="T88" fmla="*/ 0 w 2355"/>
                  <a:gd name="T89" fmla="*/ 0 h 2742"/>
                  <a:gd name="T90" fmla="*/ 0 w 2355"/>
                  <a:gd name="T91" fmla="*/ 0 h 2742"/>
                  <a:gd name="T92" fmla="*/ 0 w 2355"/>
                  <a:gd name="T93" fmla="*/ 0 h 2742"/>
                  <a:gd name="T94" fmla="*/ 0 w 2355"/>
                  <a:gd name="T95" fmla="*/ 0 h 2742"/>
                  <a:gd name="T96" fmla="*/ 0 w 2355"/>
                  <a:gd name="T97" fmla="*/ 0 h 2742"/>
                  <a:gd name="T98" fmla="*/ 0 w 2355"/>
                  <a:gd name="T99" fmla="*/ 0 h 2742"/>
                  <a:gd name="T100" fmla="*/ 0 w 2355"/>
                  <a:gd name="T101" fmla="*/ 0 h 2742"/>
                  <a:gd name="T102" fmla="*/ 0 w 2355"/>
                  <a:gd name="T103" fmla="*/ 0 h 2742"/>
                  <a:gd name="T104" fmla="*/ 0 w 2355"/>
                  <a:gd name="T105" fmla="*/ 0 h 2742"/>
                  <a:gd name="T106" fmla="*/ 0 w 2355"/>
                  <a:gd name="T107" fmla="*/ 0 h 2742"/>
                  <a:gd name="T108" fmla="*/ 0 w 2355"/>
                  <a:gd name="T109" fmla="*/ 0 h 2742"/>
                  <a:gd name="T110" fmla="*/ 0 w 2355"/>
                  <a:gd name="T111" fmla="*/ 0 h 2742"/>
                  <a:gd name="T112" fmla="*/ 0 w 2355"/>
                  <a:gd name="T113" fmla="*/ 0 h 2742"/>
                  <a:gd name="T114" fmla="*/ 0 w 2355"/>
                  <a:gd name="T115" fmla="*/ 0 h 274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55"/>
                  <a:gd name="T175" fmla="*/ 0 h 2742"/>
                  <a:gd name="T176" fmla="*/ 2355 w 2355"/>
                  <a:gd name="T177" fmla="*/ 2742 h 274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55" h="2742">
                    <a:moveTo>
                      <a:pt x="303" y="558"/>
                    </a:moveTo>
                    <a:lnTo>
                      <a:pt x="413" y="639"/>
                    </a:lnTo>
                    <a:lnTo>
                      <a:pt x="289" y="1119"/>
                    </a:lnTo>
                    <a:lnTo>
                      <a:pt x="289" y="1398"/>
                    </a:lnTo>
                    <a:lnTo>
                      <a:pt x="630" y="1476"/>
                    </a:lnTo>
                    <a:lnTo>
                      <a:pt x="604" y="411"/>
                    </a:lnTo>
                    <a:lnTo>
                      <a:pt x="630" y="208"/>
                    </a:lnTo>
                    <a:lnTo>
                      <a:pt x="503" y="150"/>
                    </a:lnTo>
                    <a:lnTo>
                      <a:pt x="382" y="231"/>
                    </a:lnTo>
                    <a:lnTo>
                      <a:pt x="360" y="208"/>
                    </a:lnTo>
                    <a:lnTo>
                      <a:pt x="450" y="143"/>
                    </a:lnTo>
                    <a:lnTo>
                      <a:pt x="503" y="72"/>
                    </a:lnTo>
                    <a:lnTo>
                      <a:pt x="833" y="0"/>
                    </a:lnTo>
                    <a:lnTo>
                      <a:pt x="991" y="84"/>
                    </a:lnTo>
                    <a:lnTo>
                      <a:pt x="943" y="121"/>
                    </a:lnTo>
                    <a:lnTo>
                      <a:pt x="833" y="112"/>
                    </a:lnTo>
                    <a:lnTo>
                      <a:pt x="782" y="252"/>
                    </a:lnTo>
                    <a:lnTo>
                      <a:pt x="1092" y="1558"/>
                    </a:lnTo>
                    <a:lnTo>
                      <a:pt x="1413" y="1747"/>
                    </a:lnTo>
                    <a:lnTo>
                      <a:pt x="1965" y="2035"/>
                    </a:lnTo>
                    <a:lnTo>
                      <a:pt x="1905" y="1875"/>
                    </a:lnTo>
                    <a:lnTo>
                      <a:pt x="2207" y="1993"/>
                    </a:lnTo>
                    <a:lnTo>
                      <a:pt x="2297" y="1773"/>
                    </a:lnTo>
                    <a:lnTo>
                      <a:pt x="2345" y="1785"/>
                    </a:lnTo>
                    <a:lnTo>
                      <a:pt x="2306" y="2145"/>
                    </a:lnTo>
                    <a:lnTo>
                      <a:pt x="2355" y="2343"/>
                    </a:lnTo>
                    <a:lnTo>
                      <a:pt x="2133" y="2393"/>
                    </a:lnTo>
                    <a:lnTo>
                      <a:pt x="1598" y="2356"/>
                    </a:lnTo>
                    <a:lnTo>
                      <a:pt x="1723" y="2272"/>
                    </a:lnTo>
                    <a:lnTo>
                      <a:pt x="1644" y="2126"/>
                    </a:lnTo>
                    <a:lnTo>
                      <a:pt x="1732" y="2085"/>
                    </a:lnTo>
                    <a:lnTo>
                      <a:pt x="1503" y="2015"/>
                    </a:lnTo>
                    <a:lnTo>
                      <a:pt x="1503" y="2165"/>
                    </a:lnTo>
                    <a:lnTo>
                      <a:pt x="1444" y="2334"/>
                    </a:lnTo>
                    <a:lnTo>
                      <a:pt x="1246" y="2405"/>
                    </a:lnTo>
                    <a:lnTo>
                      <a:pt x="1273" y="2384"/>
                    </a:lnTo>
                    <a:lnTo>
                      <a:pt x="1135" y="2043"/>
                    </a:lnTo>
                    <a:lnTo>
                      <a:pt x="863" y="1868"/>
                    </a:lnTo>
                    <a:lnTo>
                      <a:pt x="591" y="1826"/>
                    </a:lnTo>
                    <a:lnTo>
                      <a:pt x="663" y="1916"/>
                    </a:lnTo>
                    <a:lnTo>
                      <a:pt x="624" y="1936"/>
                    </a:lnTo>
                    <a:lnTo>
                      <a:pt x="773" y="1976"/>
                    </a:lnTo>
                    <a:lnTo>
                      <a:pt x="1054" y="2204"/>
                    </a:lnTo>
                    <a:lnTo>
                      <a:pt x="1171" y="2322"/>
                    </a:lnTo>
                    <a:lnTo>
                      <a:pt x="962" y="2315"/>
                    </a:lnTo>
                    <a:lnTo>
                      <a:pt x="734" y="2246"/>
                    </a:lnTo>
                    <a:lnTo>
                      <a:pt x="923" y="2405"/>
                    </a:lnTo>
                    <a:lnTo>
                      <a:pt x="743" y="2463"/>
                    </a:lnTo>
                    <a:lnTo>
                      <a:pt x="521" y="2601"/>
                    </a:lnTo>
                    <a:lnTo>
                      <a:pt x="851" y="2525"/>
                    </a:lnTo>
                    <a:lnTo>
                      <a:pt x="552" y="2742"/>
                    </a:lnTo>
                    <a:lnTo>
                      <a:pt x="250" y="2742"/>
                    </a:lnTo>
                    <a:lnTo>
                      <a:pt x="213" y="2652"/>
                    </a:lnTo>
                    <a:lnTo>
                      <a:pt x="303" y="2272"/>
                    </a:lnTo>
                    <a:lnTo>
                      <a:pt x="270" y="2114"/>
                    </a:lnTo>
                    <a:lnTo>
                      <a:pt x="0" y="1178"/>
                    </a:lnTo>
                    <a:lnTo>
                      <a:pt x="81" y="720"/>
                    </a:lnTo>
                    <a:lnTo>
                      <a:pt x="303" y="55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4" name="Freeform 66">
                <a:extLst>
                  <a:ext uri="{FF2B5EF4-FFF2-40B4-BE49-F238E27FC236}">
                    <a16:creationId xmlns:a16="http://schemas.microsoft.com/office/drawing/2014/main" id="{967D0913-6A11-B142-91F9-D015D1A5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98"/>
                <a:ext cx="107" cy="77"/>
              </a:xfrm>
              <a:custGeom>
                <a:avLst/>
                <a:gdLst>
                  <a:gd name="T0" fmla="*/ 0 w 851"/>
                  <a:gd name="T1" fmla="*/ 0 h 616"/>
                  <a:gd name="T2" fmla="*/ 0 w 851"/>
                  <a:gd name="T3" fmla="*/ 0 h 616"/>
                  <a:gd name="T4" fmla="*/ 0 w 851"/>
                  <a:gd name="T5" fmla="*/ 0 h 616"/>
                  <a:gd name="T6" fmla="*/ 0 w 851"/>
                  <a:gd name="T7" fmla="*/ 0 h 616"/>
                  <a:gd name="T8" fmla="*/ 0 w 851"/>
                  <a:gd name="T9" fmla="*/ 0 h 616"/>
                  <a:gd name="T10" fmla="*/ 0 w 851"/>
                  <a:gd name="T11" fmla="*/ 0 h 616"/>
                  <a:gd name="T12" fmla="*/ 0 w 851"/>
                  <a:gd name="T13" fmla="*/ 0 h 616"/>
                  <a:gd name="T14" fmla="*/ 0 w 851"/>
                  <a:gd name="T15" fmla="*/ 0 h 616"/>
                  <a:gd name="T16" fmla="*/ 0 w 851"/>
                  <a:gd name="T17" fmla="*/ 0 h 616"/>
                  <a:gd name="T18" fmla="*/ 0 w 851"/>
                  <a:gd name="T19" fmla="*/ 0 h 616"/>
                  <a:gd name="T20" fmla="*/ 0 w 851"/>
                  <a:gd name="T21" fmla="*/ 0 h 616"/>
                  <a:gd name="T22" fmla="*/ 0 w 851"/>
                  <a:gd name="T23" fmla="*/ 0 h 616"/>
                  <a:gd name="T24" fmla="*/ 0 w 851"/>
                  <a:gd name="T25" fmla="*/ 0 h 616"/>
                  <a:gd name="T26" fmla="*/ 0 w 851"/>
                  <a:gd name="T27" fmla="*/ 0 h 616"/>
                  <a:gd name="T28" fmla="*/ 0 w 851"/>
                  <a:gd name="T29" fmla="*/ 0 h 616"/>
                  <a:gd name="T30" fmla="*/ 0 w 851"/>
                  <a:gd name="T31" fmla="*/ 0 h 616"/>
                  <a:gd name="T32" fmla="*/ 0 w 851"/>
                  <a:gd name="T33" fmla="*/ 0 h 616"/>
                  <a:gd name="T34" fmla="*/ 0 w 851"/>
                  <a:gd name="T35" fmla="*/ 0 h 6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51"/>
                  <a:gd name="T55" fmla="*/ 0 h 616"/>
                  <a:gd name="T56" fmla="*/ 851 w 851"/>
                  <a:gd name="T57" fmla="*/ 616 h 6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51" h="616">
                    <a:moveTo>
                      <a:pt x="0" y="385"/>
                    </a:moveTo>
                    <a:lnTo>
                      <a:pt x="77" y="207"/>
                    </a:lnTo>
                    <a:lnTo>
                      <a:pt x="77" y="348"/>
                    </a:lnTo>
                    <a:lnTo>
                      <a:pt x="299" y="97"/>
                    </a:lnTo>
                    <a:lnTo>
                      <a:pt x="378" y="616"/>
                    </a:lnTo>
                    <a:lnTo>
                      <a:pt x="417" y="227"/>
                    </a:lnTo>
                    <a:lnTo>
                      <a:pt x="618" y="69"/>
                    </a:lnTo>
                    <a:lnTo>
                      <a:pt x="740" y="97"/>
                    </a:lnTo>
                    <a:lnTo>
                      <a:pt x="851" y="7"/>
                    </a:lnTo>
                    <a:lnTo>
                      <a:pt x="721" y="40"/>
                    </a:lnTo>
                    <a:lnTo>
                      <a:pt x="653" y="40"/>
                    </a:lnTo>
                    <a:lnTo>
                      <a:pt x="618" y="0"/>
                    </a:lnTo>
                    <a:lnTo>
                      <a:pt x="521" y="69"/>
                    </a:lnTo>
                    <a:lnTo>
                      <a:pt x="389" y="47"/>
                    </a:lnTo>
                    <a:lnTo>
                      <a:pt x="279" y="40"/>
                    </a:lnTo>
                    <a:lnTo>
                      <a:pt x="118" y="77"/>
                    </a:lnTo>
                    <a:lnTo>
                      <a:pt x="21" y="189"/>
                    </a:lnTo>
                    <a:lnTo>
                      <a:pt x="0" y="38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5" name="Freeform 67">
                <a:extLst>
                  <a:ext uri="{FF2B5EF4-FFF2-40B4-BE49-F238E27FC236}">
                    <a16:creationId xmlns:a16="http://schemas.microsoft.com/office/drawing/2014/main" id="{88C439F7-24F8-CE4B-9C50-17315E7A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669"/>
                <a:ext cx="101" cy="198"/>
              </a:xfrm>
              <a:custGeom>
                <a:avLst/>
                <a:gdLst>
                  <a:gd name="T0" fmla="*/ 0 w 811"/>
                  <a:gd name="T1" fmla="*/ 0 h 1587"/>
                  <a:gd name="T2" fmla="*/ 0 w 811"/>
                  <a:gd name="T3" fmla="*/ 0 h 1587"/>
                  <a:gd name="T4" fmla="*/ 0 w 811"/>
                  <a:gd name="T5" fmla="*/ 0 h 1587"/>
                  <a:gd name="T6" fmla="*/ 0 w 811"/>
                  <a:gd name="T7" fmla="*/ 0 h 1587"/>
                  <a:gd name="T8" fmla="*/ 0 w 811"/>
                  <a:gd name="T9" fmla="*/ 0 h 1587"/>
                  <a:gd name="T10" fmla="*/ 0 w 811"/>
                  <a:gd name="T11" fmla="*/ 0 h 1587"/>
                  <a:gd name="T12" fmla="*/ 0 w 811"/>
                  <a:gd name="T13" fmla="*/ 0 h 1587"/>
                  <a:gd name="T14" fmla="*/ 0 w 811"/>
                  <a:gd name="T15" fmla="*/ 0 h 1587"/>
                  <a:gd name="T16" fmla="*/ 0 w 811"/>
                  <a:gd name="T17" fmla="*/ 0 h 1587"/>
                  <a:gd name="T18" fmla="*/ 0 w 811"/>
                  <a:gd name="T19" fmla="*/ 0 h 1587"/>
                  <a:gd name="T20" fmla="*/ 0 w 811"/>
                  <a:gd name="T21" fmla="*/ 0 h 1587"/>
                  <a:gd name="T22" fmla="*/ 0 w 811"/>
                  <a:gd name="T23" fmla="*/ 0 h 1587"/>
                  <a:gd name="T24" fmla="*/ 0 w 811"/>
                  <a:gd name="T25" fmla="*/ 0 h 1587"/>
                  <a:gd name="T26" fmla="*/ 0 w 811"/>
                  <a:gd name="T27" fmla="*/ 0 h 1587"/>
                  <a:gd name="T28" fmla="*/ 0 w 811"/>
                  <a:gd name="T29" fmla="*/ 0 h 1587"/>
                  <a:gd name="T30" fmla="*/ 0 w 811"/>
                  <a:gd name="T31" fmla="*/ 0 h 1587"/>
                  <a:gd name="T32" fmla="*/ 0 w 811"/>
                  <a:gd name="T33" fmla="*/ 0 h 1587"/>
                  <a:gd name="T34" fmla="*/ 0 w 811"/>
                  <a:gd name="T35" fmla="*/ 0 h 1587"/>
                  <a:gd name="T36" fmla="*/ 0 w 811"/>
                  <a:gd name="T37" fmla="*/ 0 h 1587"/>
                  <a:gd name="T38" fmla="*/ 0 w 811"/>
                  <a:gd name="T39" fmla="*/ 0 h 1587"/>
                  <a:gd name="T40" fmla="*/ 0 w 811"/>
                  <a:gd name="T41" fmla="*/ 0 h 1587"/>
                  <a:gd name="T42" fmla="*/ 0 w 811"/>
                  <a:gd name="T43" fmla="*/ 0 h 1587"/>
                  <a:gd name="T44" fmla="*/ 0 w 811"/>
                  <a:gd name="T45" fmla="*/ 0 h 1587"/>
                  <a:gd name="T46" fmla="*/ 0 w 811"/>
                  <a:gd name="T47" fmla="*/ 0 h 15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11"/>
                  <a:gd name="T73" fmla="*/ 0 h 1587"/>
                  <a:gd name="T74" fmla="*/ 811 w 811"/>
                  <a:gd name="T75" fmla="*/ 1587 h 158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11" h="1587">
                    <a:moveTo>
                      <a:pt x="481" y="171"/>
                    </a:moveTo>
                    <a:lnTo>
                      <a:pt x="481" y="429"/>
                    </a:lnTo>
                    <a:lnTo>
                      <a:pt x="380" y="600"/>
                    </a:lnTo>
                    <a:lnTo>
                      <a:pt x="239" y="429"/>
                    </a:lnTo>
                    <a:lnTo>
                      <a:pt x="128" y="259"/>
                    </a:lnTo>
                    <a:lnTo>
                      <a:pt x="239" y="860"/>
                    </a:lnTo>
                    <a:lnTo>
                      <a:pt x="207" y="1257"/>
                    </a:lnTo>
                    <a:lnTo>
                      <a:pt x="0" y="1556"/>
                    </a:lnTo>
                    <a:lnTo>
                      <a:pt x="170" y="1587"/>
                    </a:lnTo>
                    <a:lnTo>
                      <a:pt x="361" y="1483"/>
                    </a:lnTo>
                    <a:lnTo>
                      <a:pt x="318" y="840"/>
                    </a:lnTo>
                    <a:lnTo>
                      <a:pt x="509" y="1049"/>
                    </a:lnTo>
                    <a:lnTo>
                      <a:pt x="640" y="1049"/>
                    </a:lnTo>
                    <a:lnTo>
                      <a:pt x="541" y="939"/>
                    </a:lnTo>
                    <a:lnTo>
                      <a:pt x="521" y="770"/>
                    </a:lnTo>
                    <a:lnTo>
                      <a:pt x="582" y="600"/>
                    </a:lnTo>
                    <a:lnTo>
                      <a:pt x="659" y="489"/>
                    </a:lnTo>
                    <a:lnTo>
                      <a:pt x="721" y="392"/>
                    </a:lnTo>
                    <a:lnTo>
                      <a:pt x="762" y="528"/>
                    </a:lnTo>
                    <a:lnTo>
                      <a:pt x="811" y="400"/>
                    </a:lnTo>
                    <a:lnTo>
                      <a:pt x="780" y="293"/>
                    </a:lnTo>
                    <a:lnTo>
                      <a:pt x="721" y="150"/>
                    </a:lnTo>
                    <a:lnTo>
                      <a:pt x="548" y="0"/>
                    </a:lnTo>
                    <a:lnTo>
                      <a:pt x="481" y="17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6" name="Freeform 68">
                <a:extLst>
                  <a:ext uri="{FF2B5EF4-FFF2-40B4-BE49-F238E27FC236}">
                    <a16:creationId xmlns:a16="http://schemas.microsoft.com/office/drawing/2014/main" id="{E11CD174-93E3-6D45-9E33-FE66EAAE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37"/>
                <a:ext cx="69" cy="76"/>
              </a:xfrm>
              <a:custGeom>
                <a:avLst/>
                <a:gdLst>
                  <a:gd name="T0" fmla="*/ 0 w 552"/>
                  <a:gd name="T1" fmla="*/ 0 h 609"/>
                  <a:gd name="T2" fmla="*/ 0 w 552"/>
                  <a:gd name="T3" fmla="*/ 0 h 609"/>
                  <a:gd name="T4" fmla="*/ 0 w 552"/>
                  <a:gd name="T5" fmla="*/ 0 h 609"/>
                  <a:gd name="T6" fmla="*/ 0 w 552"/>
                  <a:gd name="T7" fmla="*/ 0 h 609"/>
                  <a:gd name="T8" fmla="*/ 0 w 552"/>
                  <a:gd name="T9" fmla="*/ 0 h 609"/>
                  <a:gd name="T10" fmla="*/ 0 w 552"/>
                  <a:gd name="T11" fmla="*/ 0 h 609"/>
                  <a:gd name="T12" fmla="*/ 0 w 552"/>
                  <a:gd name="T13" fmla="*/ 0 h 609"/>
                  <a:gd name="T14" fmla="*/ 0 w 552"/>
                  <a:gd name="T15" fmla="*/ 0 h 609"/>
                  <a:gd name="T16" fmla="*/ 0 w 552"/>
                  <a:gd name="T17" fmla="*/ 0 h 609"/>
                  <a:gd name="T18" fmla="*/ 0 w 552"/>
                  <a:gd name="T19" fmla="*/ 0 h 609"/>
                  <a:gd name="T20" fmla="*/ 0 w 552"/>
                  <a:gd name="T21" fmla="*/ 0 h 609"/>
                  <a:gd name="T22" fmla="*/ 0 w 552"/>
                  <a:gd name="T23" fmla="*/ 0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609"/>
                  <a:gd name="T38" fmla="*/ 552 w 552"/>
                  <a:gd name="T39" fmla="*/ 609 h 60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609">
                    <a:moveTo>
                      <a:pt x="152" y="0"/>
                    </a:moveTo>
                    <a:lnTo>
                      <a:pt x="31" y="152"/>
                    </a:lnTo>
                    <a:lnTo>
                      <a:pt x="132" y="293"/>
                    </a:lnTo>
                    <a:lnTo>
                      <a:pt x="373" y="133"/>
                    </a:lnTo>
                    <a:lnTo>
                      <a:pt x="453" y="293"/>
                    </a:lnTo>
                    <a:lnTo>
                      <a:pt x="0" y="609"/>
                    </a:lnTo>
                    <a:lnTo>
                      <a:pt x="420" y="541"/>
                    </a:lnTo>
                    <a:lnTo>
                      <a:pt x="552" y="133"/>
                    </a:lnTo>
                    <a:lnTo>
                      <a:pt x="453" y="42"/>
                    </a:lnTo>
                    <a:lnTo>
                      <a:pt x="299" y="62"/>
                    </a:lnTo>
                    <a:lnTo>
                      <a:pt x="193" y="2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7" name="Freeform 69">
                <a:extLst>
                  <a:ext uri="{FF2B5EF4-FFF2-40B4-BE49-F238E27FC236}">
                    <a16:creationId xmlns:a16="http://schemas.microsoft.com/office/drawing/2014/main" id="{14888EEC-3E01-3A4F-870D-F388E9BD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40"/>
                <a:ext cx="103" cy="307"/>
              </a:xfrm>
              <a:custGeom>
                <a:avLst/>
                <a:gdLst>
                  <a:gd name="T0" fmla="*/ 0 w 820"/>
                  <a:gd name="T1" fmla="*/ 0 h 2453"/>
                  <a:gd name="T2" fmla="*/ 0 w 820"/>
                  <a:gd name="T3" fmla="*/ 0 h 2453"/>
                  <a:gd name="T4" fmla="*/ 0 w 820"/>
                  <a:gd name="T5" fmla="*/ 0 h 2453"/>
                  <a:gd name="T6" fmla="*/ 0 w 820"/>
                  <a:gd name="T7" fmla="*/ 0 h 2453"/>
                  <a:gd name="T8" fmla="*/ 0 w 820"/>
                  <a:gd name="T9" fmla="*/ 0 h 2453"/>
                  <a:gd name="T10" fmla="*/ 0 w 820"/>
                  <a:gd name="T11" fmla="*/ 0 h 2453"/>
                  <a:gd name="T12" fmla="*/ 0 w 820"/>
                  <a:gd name="T13" fmla="*/ 0 h 2453"/>
                  <a:gd name="T14" fmla="*/ 0 w 820"/>
                  <a:gd name="T15" fmla="*/ 0 h 2453"/>
                  <a:gd name="T16" fmla="*/ 0 w 820"/>
                  <a:gd name="T17" fmla="*/ 0 h 2453"/>
                  <a:gd name="T18" fmla="*/ 0 w 820"/>
                  <a:gd name="T19" fmla="*/ 0 h 2453"/>
                  <a:gd name="T20" fmla="*/ 0 w 820"/>
                  <a:gd name="T21" fmla="*/ 0 h 2453"/>
                  <a:gd name="T22" fmla="*/ 0 w 820"/>
                  <a:gd name="T23" fmla="*/ 0 h 2453"/>
                  <a:gd name="T24" fmla="*/ 0 w 820"/>
                  <a:gd name="T25" fmla="*/ 0 h 2453"/>
                  <a:gd name="T26" fmla="*/ 0 w 820"/>
                  <a:gd name="T27" fmla="*/ 0 h 2453"/>
                  <a:gd name="T28" fmla="*/ 0 w 820"/>
                  <a:gd name="T29" fmla="*/ 0 h 2453"/>
                  <a:gd name="T30" fmla="*/ 0 w 820"/>
                  <a:gd name="T31" fmla="*/ 0 h 2453"/>
                  <a:gd name="T32" fmla="*/ 0 w 820"/>
                  <a:gd name="T33" fmla="*/ 0 h 2453"/>
                  <a:gd name="T34" fmla="*/ 0 w 820"/>
                  <a:gd name="T35" fmla="*/ 0 h 2453"/>
                  <a:gd name="T36" fmla="*/ 0 w 820"/>
                  <a:gd name="T37" fmla="*/ 0 h 2453"/>
                  <a:gd name="T38" fmla="*/ 0 w 820"/>
                  <a:gd name="T39" fmla="*/ 0 h 24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20"/>
                  <a:gd name="T61" fmla="*/ 0 h 2453"/>
                  <a:gd name="T62" fmla="*/ 820 w 820"/>
                  <a:gd name="T63" fmla="*/ 2453 h 24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20" h="2453">
                    <a:moveTo>
                      <a:pt x="186" y="21"/>
                    </a:moveTo>
                    <a:lnTo>
                      <a:pt x="178" y="110"/>
                    </a:lnTo>
                    <a:lnTo>
                      <a:pt x="136" y="198"/>
                    </a:lnTo>
                    <a:lnTo>
                      <a:pt x="119" y="228"/>
                    </a:lnTo>
                    <a:lnTo>
                      <a:pt x="186" y="309"/>
                    </a:lnTo>
                    <a:lnTo>
                      <a:pt x="288" y="487"/>
                    </a:lnTo>
                    <a:lnTo>
                      <a:pt x="400" y="817"/>
                    </a:lnTo>
                    <a:lnTo>
                      <a:pt x="520" y="1245"/>
                    </a:lnTo>
                    <a:lnTo>
                      <a:pt x="693" y="1806"/>
                    </a:lnTo>
                    <a:lnTo>
                      <a:pt x="820" y="2125"/>
                    </a:lnTo>
                    <a:lnTo>
                      <a:pt x="672" y="2453"/>
                    </a:lnTo>
                    <a:lnTo>
                      <a:pt x="347" y="2204"/>
                    </a:lnTo>
                    <a:lnTo>
                      <a:pt x="68" y="708"/>
                    </a:lnTo>
                    <a:lnTo>
                      <a:pt x="46" y="440"/>
                    </a:lnTo>
                    <a:lnTo>
                      <a:pt x="68" y="270"/>
                    </a:lnTo>
                    <a:lnTo>
                      <a:pt x="68" y="228"/>
                    </a:lnTo>
                    <a:lnTo>
                      <a:pt x="0" y="141"/>
                    </a:lnTo>
                    <a:lnTo>
                      <a:pt x="6" y="0"/>
                    </a:lnTo>
                    <a:lnTo>
                      <a:pt x="149" y="11"/>
                    </a:lnTo>
                    <a:lnTo>
                      <a:pt x="186" y="2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8" name="Freeform 70">
                <a:extLst>
                  <a:ext uri="{FF2B5EF4-FFF2-40B4-BE49-F238E27FC236}">
                    <a16:creationId xmlns:a16="http://schemas.microsoft.com/office/drawing/2014/main" id="{51B3ABF9-F279-8841-AC12-02E6EEAD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40"/>
                <a:ext cx="108" cy="310"/>
              </a:xfrm>
              <a:custGeom>
                <a:avLst/>
                <a:gdLst>
                  <a:gd name="T0" fmla="*/ 0 w 862"/>
                  <a:gd name="T1" fmla="*/ 0 h 2474"/>
                  <a:gd name="T2" fmla="*/ 0 w 862"/>
                  <a:gd name="T3" fmla="*/ 0 h 2474"/>
                  <a:gd name="T4" fmla="*/ 0 w 862"/>
                  <a:gd name="T5" fmla="*/ 0 h 2474"/>
                  <a:gd name="T6" fmla="*/ 0 w 862"/>
                  <a:gd name="T7" fmla="*/ 0 h 2474"/>
                  <a:gd name="T8" fmla="*/ 0 w 862"/>
                  <a:gd name="T9" fmla="*/ 0 h 2474"/>
                  <a:gd name="T10" fmla="*/ 0 w 862"/>
                  <a:gd name="T11" fmla="*/ 0 h 2474"/>
                  <a:gd name="T12" fmla="*/ 0 w 862"/>
                  <a:gd name="T13" fmla="*/ 0 h 2474"/>
                  <a:gd name="T14" fmla="*/ 0 w 862"/>
                  <a:gd name="T15" fmla="*/ 0 h 2474"/>
                  <a:gd name="T16" fmla="*/ 0 w 862"/>
                  <a:gd name="T17" fmla="*/ 0 h 2474"/>
                  <a:gd name="T18" fmla="*/ 0 w 862"/>
                  <a:gd name="T19" fmla="*/ 0 h 2474"/>
                  <a:gd name="T20" fmla="*/ 0 w 862"/>
                  <a:gd name="T21" fmla="*/ 0 h 2474"/>
                  <a:gd name="T22" fmla="*/ 0 w 862"/>
                  <a:gd name="T23" fmla="*/ 0 h 2474"/>
                  <a:gd name="T24" fmla="*/ 0 w 862"/>
                  <a:gd name="T25" fmla="*/ 0 h 2474"/>
                  <a:gd name="T26" fmla="*/ 0 w 862"/>
                  <a:gd name="T27" fmla="*/ 0 h 2474"/>
                  <a:gd name="T28" fmla="*/ 0 w 862"/>
                  <a:gd name="T29" fmla="*/ 0 h 2474"/>
                  <a:gd name="T30" fmla="*/ 0 w 862"/>
                  <a:gd name="T31" fmla="*/ 0 h 2474"/>
                  <a:gd name="T32" fmla="*/ 0 w 862"/>
                  <a:gd name="T33" fmla="*/ 0 h 2474"/>
                  <a:gd name="T34" fmla="*/ 0 w 862"/>
                  <a:gd name="T35" fmla="*/ 0 h 2474"/>
                  <a:gd name="T36" fmla="*/ 0 w 862"/>
                  <a:gd name="T37" fmla="*/ 0 h 2474"/>
                  <a:gd name="T38" fmla="*/ 0 w 862"/>
                  <a:gd name="T39" fmla="*/ 0 h 2474"/>
                  <a:gd name="T40" fmla="*/ 0 w 862"/>
                  <a:gd name="T41" fmla="*/ 0 h 2474"/>
                  <a:gd name="T42" fmla="*/ 0 w 862"/>
                  <a:gd name="T43" fmla="*/ 0 h 2474"/>
                  <a:gd name="T44" fmla="*/ 0 w 862"/>
                  <a:gd name="T45" fmla="*/ 0 h 2474"/>
                  <a:gd name="T46" fmla="*/ 0 w 862"/>
                  <a:gd name="T47" fmla="*/ 0 h 2474"/>
                  <a:gd name="T48" fmla="*/ 0 w 862"/>
                  <a:gd name="T49" fmla="*/ 0 h 2474"/>
                  <a:gd name="T50" fmla="*/ 0 w 862"/>
                  <a:gd name="T51" fmla="*/ 0 h 2474"/>
                  <a:gd name="T52" fmla="*/ 0 w 862"/>
                  <a:gd name="T53" fmla="*/ 0 h 2474"/>
                  <a:gd name="T54" fmla="*/ 0 w 862"/>
                  <a:gd name="T55" fmla="*/ 0 h 2474"/>
                  <a:gd name="T56" fmla="*/ 0 w 862"/>
                  <a:gd name="T57" fmla="*/ 0 h 24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2"/>
                  <a:gd name="T88" fmla="*/ 0 h 2474"/>
                  <a:gd name="T89" fmla="*/ 862 w 862"/>
                  <a:gd name="T90" fmla="*/ 2474 h 247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2" h="2474">
                    <a:moveTo>
                      <a:pt x="152" y="11"/>
                    </a:moveTo>
                    <a:lnTo>
                      <a:pt x="129" y="251"/>
                    </a:lnTo>
                    <a:lnTo>
                      <a:pt x="178" y="670"/>
                    </a:lnTo>
                    <a:lnTo>
                      <a:pt x="281" y="1141"/>
                    </a:lnTo>
                    <a:lnTo>
                      <a:pt x="461" y="1863"/>
                    </a:lnTo>
                    <a:lnTo>
                      <a:pt x="499" y="2174"/>
                    </a:lnTo>
                    <a:lnTo>
                      <a:pt x="691" y="2370"/>
                    </a:lnTo>
                    <a:lnTo>
                      <a:pt x="811" y="2112"/>
                    </a:lnTo>
                    <a:lnTo>
                      <a:pt x="629" y="1694"/>
                    </a:lnTo>
                    <a:lnTo>
                      <a:pt x="519" y="1257"/>
                    </a:lnTo>
                    <a:lnTo>
                      <a:pt x="422" y="876"/>
                    </a:lnTo>
                    <a:lnTo>
                      <a:pt x="288" y="468"/>
                    </a:lnTo>
                    <a:lnTo>
                      <a:pt x="211" y="309"/>
                    </a:lnTo>
                    <a:lnTo>
                      <a:pt x="170" y="228"/>
                    </a:lnTo>
                    <a:lnTo>
                      <a:pt x="288" y="389"/>
                    </a:lnTo>
                    <a:lnTo>
                      <a:pt x="409" y="738"/>
                    </a:lnTo>
                    <a:lnTo>
                      <a:pt x="562" y="1195"/>
                    </a:lnTo>
                    <a:lnTo>
                      <a:pt x="714" y="1705"/>
                    </a:lnTo>
                    <a:lnTo>
                      <a:pt x="783" y="1936"/>
                    </a:lnTo>
                    <a:lnTo>
                      <a:pt x="862" y="2112"/>
                    </a:lnTo>
                    <a:lnTo>
                      <a:pt x="721" y="2474"/>
                    </a:lnTo>
                    <a:lnTo>
                      <a:pt x="380" y="2193"/>
                    </a:lnTo>
                    <a:lnTo>
                      <a:pt x="251" y="1505"/>
                    </a:lnTo>
                    <a:lnTo>
                      <a:pt x="119" y="717"/>
                    </a:lnTo>
                    <a:lnTo>
                      <a:pt x="110" y="440"/>
                    </a:lnTo>
                    <a:lnTo>
                      <a:pt x="88" y="228"/>
                    </a:lnTo>
                    <a:lnTo>
                      <a:pt x="0" y="110"/>
                    </a:lnTo>
                    <a:lnTo>
                      <a:pt x="60" y="0"/>
                    </a:lnTo>
                    <a:lnTo>
                      <a:pt x="152" y="1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49" name="Freeform 71">
                <a:extLst>
                  <a:ext uri="{FF2B5EF4-FFF2-40B4-BE49-F238E27FC236}">
                    <a16:creationId xmlns:a16="http://schemas.microsoft.com/office/drawing/2014/main" id="{9247CC3D-6EEB-8D46-919C-704E0B67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30"/>
                <a:ext cx="72" cy="128"/>
              </a:xfrm>
              <a:custGeom>
                <a:avLst/>
                <a:gdLst>
                  <a:gd name="T0" fmla="*/ 0 w 578"/>
                  <a:gd name="T1" fmla="*/ 0 h 1028"/>
                  <a:gd name="T2" fmla="*/ 0 w 578"/>
                  <a:gd name="T3" fmla="*/ 0 h 1028"/>
                  <a:gd name="T4" fmla="*/ 0 w 578"/>
                  <a:gd name="T5" fmla="*/ 0 h 1028"/>
                  <a:gd name="T6" fmla="*/ 0 w 578"/>
                  <a:gd name="T7" fmla="*/ 0 h 1028"/>
                  <a:gd name="T8" fmla="*/ 0 w 578"/>
                  <a:gd name="T9" fmla="*/ 0 h 1028"/>
                  <a:gd name="T10" fmla="*/ 0 w 578"/>
                  <a:gd name="T11" fmla="*/ 0 h 1028"/>
                  <a:gd name="T12" fmla="*/ 0 w 578"/>
                  <a:gd name="T13" fmla="*/ 0 h 1028"/>
                  <a:gd name="T14" fmla="*/ 0 w 578"/>
                  <a:gd name="T15" fmla="*/ 0 h 1028"/>
                  <a:gd name="T16" fmla="*/ 0 w 578"/>
                  <a:gd name="T17" fmla="*/ 0 h 1028"/>
                  <a:gd name="T18" fmla="*/ 0 w 578"/>
                  <a:gd name="T19" fmla="*/ 0 h 1028"/>
                  <a:gd name="T20" fmla="*/ 0 w 578"/>
                  <a:gd name="T21" fmla="*/ 0 h 1028"/>
                  <a:gd name="T22" fmla="*/ 0 w 578"/>
                  <a:gd name="T23" fmla="*/ 0 h 1028"/>
                  <a:gd name="T24" fmla="*/ 0 w 578"/>
                  <a:gd name="T25" fmla="*/ 0 h 1028"/>
                  <a:gd name="T26" fmla="*/ 0 w 578"/>
                  <a:gd name="T27" fmla="*/ 0 h 1028"/>
                  <a:gd name="T28" fmla="*/ 0 w 578"/>
                  <a:gd name="T29" fmla="*/ 0 h 1028"/>
                  <a:gd name="T30" fmla="*/ 0 w 578"/>
                  <a:gd name="T31" fmla="*/ 0 h 1028"/>
                  <a:gd name="T32" fmla="*/ 0 w 578"/>
                  <a:gd name="T33" fmla="*/ 0 h 10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8"/>
                  <a:gd name="T52" fmla="*/ 0 h 1028"/>
                  <a:gd name="T53" fmla="*/ 578 w 578"/>
                  <a:gd name="T54" fmla="*/ 1028 h 10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8" h="1028">
                    <a:moveTo>
                      <a:pt x="42" y="938"/>
                    </a:moveTo>
                    <a:lnTo>
                      <a:pt x="37" y="775"/>
                    </a:lnTo>
                    <a:lnTo>
                      <a:pt x="0" y="360"/>
                    </a:lnTo>
                    <a:lnTo>
                      <a:pt x="37" y="276"/>
                    </a:lnTo>
                    <a:lnTo>
                      <a:pt x="293" y="0"/>
                    </a:lnTo>
                    <a:lnTo>
                      <a:pt x="523" y="48"/>
                    </a:lnTo>
                    <a:lnTo>
                      <a:pt x="578" y="184"/>
                    </a:lnTo>
                    <a:lnTo>
                      <a:pt x="528" y="247"/>
                    </a:lnTo>
                    <a:lnTo>
                      <a:pt x="563" y="465"/>
                    </a:lnTo>
                    <a:lnTo>
                      <a:pt x="486" y="487"/>
                    </a:lnTo>
                    <a:lnTo>
                      <a:pt x="464" y="705"/>
                    </a:lnTo>
                    <a:lnTo>
                      <a:pt x="406" y="805"/>
                    </a:lnTo>
                    <a:lnTo>
                      <a:pt x="358" y="874"/>
                    </a:lnTo>
                    <a:lnTo>
                      <a:pt x="305" y="938"/>
                    </a:lnTo>
                    <a:lnTo>
                      <a:pt x="263" y="1028"/>
                    </a:lnTo>
                    <a:lnTo>
                      <a:pt x="92" y="1001"/>
                    </a:lnTo>
                    <a:lnTo>
                      <a:pt x="42" y="93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0" name="Freeform 72">
                <a:extLst>
                  <a:ext uri="{FF2B5EF4-FFF2-40B4-BE49-F238E27FC236}">
                    <a16:creationId xmlns:a16="http://schemas.microsoft.com/office/drawing/2014/main" id="{B28624BF-39EC-6C41-B8CE-B20A4C36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431"/>
                <a:ext cx="162" cy="204"/>
              </a:xfrm>
              <a:custGeom>
                <a:avLst/>
                <a:gdLst>
                  <a:gd name="T0" fmla="*/ 0 w 1289"/>
                  <a:gd name="T1" fmla="*/ 0 h 1630"/>
                  <a:gd name="T2" fmla="*/ 0 w 1289"/>
                  <a:gd name="T3" fmla="*/ 0 h 1630"/>
                  <a:gd name="T4" fmla="*/ 0 w 1289"/>
                  <a:gd name="T5" fmla="*/ 0 h 1630"/>
                  <a:gd name="T6" fmla="*/ 0 w 1289"/>
                  <a:gd name="T7" fmla="*/ 0 h 1630"/>
                  <a:gd name="T8" fmla="*/ 0 w 1289"/>
                  <a:gd name="T9" fmla="*/ 0 h 1630"/>
                  <a:gd name="T10" fmla="*/ 0 w 1289"/>
                  <a:gd name="T11" fmla="*/ 0 h 1630"/>
                  <a:gd name="T12" fmla="*/ 0 w 1289"/>
                  <a:gd name="T13" fmla="*/ 0 h 1630"/>
                  <a:gd name="T14" fmla="*/ 0 w 1289"/>
                  <a:gd name="T15" fmla="*/ 0 h 1630"/>
                  <a:gd name="T16" fmla="*/ 0 w 1289"/>
                  <a:gd name="T17" fmla="*/ 0 h 1630"/>
                  <a:gd name="T18" fmla="*/ 0 w 1289"/>
                  <a:gd name="T19" fmla="*/ 0 h 1630"/>
                  <a:gd name="T20" fmla="*/ 0 w 1289"/>
                  <a:gd name="T21" fmla="*/ 0 h 1630"/>
                  <a:gd name="T22" fmla="*/ 0 w 1289"/>
                  <a:gd name="T23" fmla="*/ 0 h 1630"/>
                  <a:gd name="T24" fmla="*/ 0 w 1289"/>
                  <a:gd name="T25" fmla="*/ 0 h 1630"/>
                  <a:gd name="T26" fmla="*/ 0 w 1289"/>
                  <a:gd name="T27" fmla="*/ 0 h 1630"/>
                  <a:gd name="T28" fmla="*/ 0 w 1289"/>
                  <a:gd name="T29" fmla="*/ 0 h 1630"/>
                  <a:gd name="T30" fmla="*/ 0 w 1289"/>
                  <a:gd name="T31" fmla="*/ 0 h 1630"/>
                  <a:gd name="T32" fmla="*/ 0 w 1289"/>
                  <a:gd name="T33" fmla="*/ 0 h 1630"/>
                  <a:gd name="T34" fmla="*/ 0 w 1289"/>
                  <a:gd name="T35" fmla="*/ 0 h 1630"/>
                  <a:gd name="T36" fmla="*/ 0 w 1289"/>
                  <a:gd name="T37" fmla="*/ 0 h 1630"/>
                  <a:gd name="T38" fmla="*/ 0 w 1289"/>
                  <a:gd name="T39" fmla="*/ 0 h 1630"/>
                  <a:gd name="T40" fmla="*/ 0 w 1289"/>
                  <a:gd name="T41" fmla="*/ 0 h 1630"/>
                  <a:gd name="T42" fmla="*/ 0 w 1289"/>
                  <a:gd name="T43" fmla="*/ 0 h 1630"/>
                  <a:gd name="T44" fmla="*/ 0 w 1289"/>
                  <a:gd name="T45" fmla="*/ 0 h 1630"/>
                  <a:gd name="T46" fmla="*/ 0 w 1289"/>
                  <a:gd name="T47" fmla="*/ 0 h 1630"/>
                  <a:gd name="T48" fmla="*/ 0 w 1289"/>
                  <a:gd name="T49" fmla="*/ 0 h 1630"/>
                  <a:gd name="T50" fmla="*/ 0 w 1289"/>
                  <a:gd name="T51" fmla="*/ 0 h 1630"/>
                  <a:gd name="T52" fmla="*/ 0 w 1289"/>
                  <a:gd name="T53" fmla="*/ 0 h 1630"/>
                  <a:gd name="T54" fmla="*/ 0 w 1289"/>
                  <a:gd name="T55" fmla="*/ 0 h 1630"/>
                  <a:gd name="T56" fmla="*/ 0 w 1289"/>
                  <a:gd name="T57" fmla="*/ 0 h 1630"/>
                  <a:gd name="T58" fmla="*/ 0 w 1289"/>
                  <a:gd name="T59" fmla="*/ 0 h 1630"/>
                  <a:gd name="T60" fmla="*/ 0 w 1289"/>
                  <a:gd name="T61" fmla="*/ 0 h 16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89"/>
                  <a:gd name="T94" fmla="*/ 0 h 1630"/>
                  <a:gd name="T95" fmla="*/ 1289 w 1289"/>
                  <a:gd name="T96" fmla="*/ 1630 h 16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89" h="1630">
                    <a:moveTo>
                      <a:pt x="37" y="717"/>
                    </a:moveTo>
                    <a:lnTo>
                      <a:pt x="0" y="784"/>
                    </a:lnTo>
                    <a:lnTo>
                      <a:pt x="0" y="915"/>
                    </a:lnTo>
                    <a:lnTo>
                      <a:pt x="85" y="1036"/>
                    </a:lnTo>
                    <a:lnTo>
                      <a:pt x="200" y="1120"/>
                    </a:lnTo>
                    <a:lnTo>
                      <a:pt x="235" y="1120"/>
                    </a:lnTo>
                    <a:lnTo>
                      <a:pt x="298" y="1263"/>
                    </a:lnTo>
                    <a:lnTo>
                      <a:pt x="348" y="1395"/>
                    </a:lnTo>
                    <a:lnTo>
                      <a:pt x="447" y="1508"/>
                    </a:lnTo>
                    <a:lnTo>
                      <a:pt x="555" y="1572"/>
                    </a:lnTo>
                    <a:lnTo>
                      <a:pt x="705" y="1621"/>
                    </a:lnTo>
                    <a:lnTo>
                      <a:pt x="855" y="1630"/>
                    </a:lnTo>
                    <a:lnTo>
                      <a:pt x="947" y="1579"/>
                    </a:lnTo>
                    <a:lnTo>
                      <a:pt x="1019" y="1494"/>
                    </a:lnTo>
                    <a:lnTo>
                      <a:pt x="1090" y="1374"/>
                    </a:lnTo>
                    <a:lnTo>
                      <a:pt x="1118" y="1263"/>
                    </a:lnTo>
                    <a:lnTo>
                      <a:pt x="1140" y="1056"/>
                    </a:lnTo>
                    <a:lnTo>
                      <a:pt x="1203" y="1001"/>
                    </a:lnTo>
                    <a:lnTo>
                      <a:pt x="1284" y="889"/>
                    </a:lnTo>
                    <a:lnTo>
                      <a:pt x="1289" y="768"/>
                    </a:lnTo>
                    <a:lnTo>
                      <a:pt x="1274" y="662"/>
                    </a:lnTo>
                    <a:lnTo>
                      <a:pt x="1261" y="627"/>
                    </a:lnTo>
                    <a:lnTo>
                      <a:pt x="1203" y="595"/>
                    </a:lnTo>
                    <a:lnTo>
                      <a:pt x="1118" y="325"/>
                    </a:lnTo>
                    <a:lnTo>
                      <a:pt x="1012" y="94"/>
                    </a:lnTo>
                    <a:lnTo>
                      <a:pt x="692" y="0"/>
                    </a:lnTo>
                    <a:lnTo>
                      <a:pt x="270" y="85"/>
                    </a:lnTo>
                    <a:lnTo>
                      <a:pt x="85" y="247"/>
                    </a:lnTo>
                    <a:lnTo>
                      <a:pt x="41" y="429"/>
                    </a:lnTo>
                    <a:lnTo>
                      <a:pt x="41" y="657"/>
                    </a:lnTo>
                    <a:lnTo>
                      <a:pt x="37" y="71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1" name="Freeform 73">
                <a:extLst>
                  <a:ext uri="{FF2B5EF4-FFF2-40B4-BE49-F238E27FC236}">
                    <a16:creationId xmlns:a16="http://schemas.microsoft.com/office/drawing/2014/main" id="{E33895CA-1CCB-0541-AF44-9F7978A57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52"/>
                <a:ext cx="28" cy="16"/>
              </a:xfrm>
              <a:custGeom>
                <a:avLst/>
                <a:gdLst>
                  <a:gd name="T0" fmla="*/ 0 w 223"/>
                  <a:gd name="T1" fmla="*/ 0 h 120"/>
                  <a:gd name="T2" fmla="*/ 0 w 223"/>
                  <a:gd name="T3" fmla="*/ 0 h 120"/>
                  <a:gd name="T4" fmla="*/ 0 w 223"/>
                  <a:gd name="T5" fmla="*/ 0 h 120"/>
                  <a:gd name="T6" fmla="*/ 0 w 223"/>
                  <a:gd name="T7" fmla="*/ 0 h 120"/>
                  <a:gd name="T8" fmla="*/ 0 w 223"/>
                  <a:gd name="T9" fmla="*/ 0 h 120"/>
                  <a:gd name="T10" fmla="*/ 0 w 223"/>
                  <a:gd name="T11" fmla="*/ 0 h 120"/>
                  <a:gd name="T12" fmla="*/ 0 w 223"/>
                  <a:gd name="T13" fmla="*/ 0 h 120"/>
                  <a:gd name="T14" fmla="*/ 0 w 223"/>
                  <a:gd name="T15" fmla="*/ 0 h 120"/>
                  <a:gd name="T16" fmla="*/ 0 w 223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3"/>
                  <a:gd name="T28" fmla="*/ 0 h 120"/>
                  <a:gd name="T29" fmla="*/ 223 w 223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3" h="120">
                    <a:moveTo>
                      <a:pt x="223" y="6"/>
                    </a:moveTo>
                    <a:lnTo>
                      <a:pt x="223" y="41"/>
                    </a:lnTo>
                    <a:lnTo>
                      <a:pt x="140" y="108"/>
                    </a:lnTo>
                    <a:lnTo>
                      <a:pt x="57" y="120"/>
                    </a:lnTo>
                    <a:lnTo>
                      <a:pt x="0" y="78"/>
                    </a:lnTo>
                    <a:lnTo>
                      <a:pt x="16" y="0"/>
                    </a:lnTo>
                    <a:lnTo>
                      <a:pt x="92" y="28"/>
                    </a:lnTo>
                    <a:lnTo>
                      <a:pt x="140" y="35"/>
                    </a:lnTo>
                    <a:lnTo>
                      <a:pt x="223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2" name="Freeform 74">
                <a:extLst>
                  <a:ext uri="{FF2B5EF4-FFF2-40B4-BE49-F238E27FC236}">
                    <a16:creationId xmlns:a16="http://schemas.microsoft.com/office/drawing/2014/main" id="{ED2FAF51-A0B1-4E46-B3C0-482A79272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539"/>
                <a:ext cx="30" cy="18"/>
              </a:xfrm>
              <a:custGeom>
                <a:avLst/>
                <a:gdLst>
                  <a:gd name="T0" fmla="*/ 0 w 245"/>
                  <a:gd name="T1" fmla="*/ 0 h 141"/>
                  <a:gd name="T2" fmla="*/ 0 w 245"/>
                  <a:gd name="T3" fmla="*/ 0 h 141"/>
                  <a:gd name="T4" fmla="*/ 0 w 245"/>
                  <a:gd name="T5" fmla="*/ 0 h 141"/>
                  <a:gd name="T6" fmla="*/ 0 w 245"/>
                  <a:gd name="T7" fmla="*/ 0 h 141"/>
                  <a:gd name="T8" fmla="*/ 0 w 245"/>
                  <a:gd name="T9" fmla="*/ 0 h 141"/>
                  <a:gd name="T10" fmla="*/ 0 w 245"/>
                  <a:gd name="T11" fmla="*/ 0 h 141"/>
                  <a:gd name="T12" fmla="*/ 0 w 245"/>
                  <a:gd name="T13" fmla="*/ 0 h 141"/>
                  <a:gd name="T14" fmla="*/ 0 w 245"/>
                  <a:gd name="T15" fmla="*/ 0 h 141"/>
                  <a:gd name="T16" fmla="*/ 0 w 245"/>
                  <a:gd name="T17" fmla="*/ 0 h 141"/>
                  <a:gd name="T18" fmla="*/ 0 w 245"/>
                  <a:gd name="T19" fmla="*/ 0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5"/>
                  <a:gd name="T31" fmla="*/ 0 h 141"/>
                  <a:gd name="T32" fmla="*/ 245 w 245"/>
                  <a:gd name="T33" fmla="*/ 141 h 1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5" h="141">
                    <a:moveTo>
                      <a:pt x="0" y="85"/>
                    </a:moveTo>
                    <a:lnTo>
                      <a:pt x="18" y="112"/>
                    </a:lnTo>
                    <a:lnTo>
                      <a:pt x="117" y="141"/>
                    </a:lnTo>
                    <a:lnTo>
                      <a:pt x="212" y="134"/>
                    </a:lnTo>
                    <a:lnTo>
                      <a:pt x="245" y="79"/>
                    </a:lnTo>
                    <a:lnTo>
                      <a:pt x="238" y="0"/>
                    </a:lnTo>
                    <a:lnTo>
                      <a:pt x="179" y="42"/>
                    </a:lnTo>
                    <a:lnTo>
                      <a:pt x="139" y="79"/>
                    </a:lnTo>
                    <a:lnTo>
                      <a:pt x="83" y="9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3" name="Freeform 75">
                <a:extLst>
                  <a:ext uri="{FF2B5EF4-FFF2-40B4-BE49-F238E27FC236}">
                    <a16:creationId xmlns:a16="http://schemas.microsoft.com/office/drawing/2014/main" id="{B63B0916-33F3-2043-BAD7-4246CB75C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545"/>
                <a:ext cx="16" cy="30"/>
              </a:xfrm>
              <a:custGeom>
                <a:avLst/>
                <a:gdLst>
                  <a:gd name="T0" fmla="*/ 0 w 120"/>
                  <a:gd name="T1" fmla="*/ 0 h 235"/>
                  <a:gd name="T2" fmla="*/ 0 w 120"/>
                  <a:gd name="T3" fmla="*/ 0 h 235"/>
                  <a:gd name="T4" fmla="*/ 0 w 120"/>
                  <a:gd name="T5" fmla="*/ 0 h 235"/>
                  <a:gd name="T6" fmla="*/ 0 w 120"/>
                  <a:gd name="T7" fmla="*/ 0 h 235"/>
                  <a:gd name="T8" fmla="*/ 0 w 120"/>
                  <a:gd name="T9" fmla="*/ 0 h 235"/>
                  <a:gd name="T10" fmla="*/ 0 w 120"/>
                  <a:gd name="T11" fmla="*/ 0 h 235"/>
                  <a:gd name="T12" fmla="*/ 0 w 120"/>
                  <a:gd name="T13" fmla="*/ 0 h 235"/>
                  <a:gd name="T14" fmla="*/ 0 w 120"/>
                  <a:gd name="T15" fmla="*/ 0 h 235"/>
                  <a:gd name="T16" fmla="*/ 0 w 120"/>
                  <a:gd name="T17" fmla="*/ 0 h 235"/>
                  <a:gd name="T18" fmla="*/ 0 w 120"/>
                  <a:gd name="T19" fmla="*/ 0 h 235"/>
                  <a:gd name="T20" fmla="*/ 0 w 120"/>
                  <a:gd name="T21" fmla="*/ 0 h 235"/>
                  <a:gd name="T22" fmla="*/ 0 w 120"/>
                  <a:gd name="T23" fmla="*/ 0 h 2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0"/>
                  <a:gd name="T37" fmla="*/ 0 h 235"/>
                  <a:gd name="T38" fmla="*/ 120 w 120"/>
                  <a:gd name="T39" fmla="*/ 235 h 2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0" h="235">
                    <a:moveTo>
                      <a:pt x="57" y="37"/>
                    </a:moveTo>
                    <a:lnTo>
                      <a:pt x="37" y="0"/>
                    </a:lnTo>
                    <a:lnTo>
                      <a:pt x="13" y="16"/>
                    </a:lnTo>
                    <a:lnTo>
                      <a:pt x="22" y="141"/>
                    </a:lnTo>
                    <a:lnTo>
                      <a:pt x="0" y="169"/>
                    </a:lnTo>
                    <a:lnTo>
                      <a:pt x="13" y="220"/>
                    </a:lnTo>
                    <a:lnTo>
                      <a:pt x="64" y="235"/>
                    </a:lnTo>
                    <a:lnTo>
                      <a:pt x="108" y="220"/>
                    </a:lnTo>
                    <a:lnTo>
                      <a:pt x="120" y="178"/>
                    </a:lnTo>
                    <a:lnTo>
                      <a:pt x="112" y="148"/>
                    </a:lnTo>
                    <a:lnTo>
                      <a:pt x="78" y="121"/>
                    </a:lnTo>
                    <a:lnTo>
                      <a:pt x="57" y="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4" name="Freeform 76">
                <a:extLst>
                  <a:ext uri="{FF2B5EF4-FFF2-40B4-BE49-F238E27FC236}">
                    <a16:creationId xmlns:a16="http://schemas.microsoft.com/office/drawing/2014/main" id="{4487BC45-4CC4-4943-BF9E-C3A42A46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63"/>
                <a:ext cx="6" cy="5"/>
              </a:xfrm>
              <a:custGeom>
                <a:avLst/>
                <a:gdLst>
                  <a:gd name="T0" fmla="*/ 0 w 51"/>
                  <a:gd name="T1" fmla="*/ 0 h 42"/>
                  <a:gd name="T2" fmla="*/ 0 w 51"/>
                  <a:gd name="T3" fmla="*/ 0 h 42"/>
                  <a:gd name="T4" fmla="*/ 0 w 51"/>
                  <a:gd name="T5" fmla="*/ 0 h 42"/>
                  <a:gd name="T6" fmla="*/ 0 w 51"/>
                  <a:gd name="T7" fmla="*/ 0 h 42"/>
                  <a:gd name="T8" fmla="*/ 0 w 5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42"/>
                  <a:gd name="T17" fmla="*/ 51 w 5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42">
                    <a:moveTo>
                      <a:pt x="25" y="0"/>
                    </a:moveTo>
                    <a:lnTo>
                      <a:pt x="0" y="25"/>
                    </a:lnTo>
                    <a:lnTo>
                      <a:pt x="25" y="42"/>
                    </a:lnTo>
                    <a:lnTo>
                      <a:pt x="51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5" name="Freeform 77">
                <a:extLst>
                  <a:ext uri="{FF2B5EF4-FFF2-40B4-BE49-F238E27FC236}">
                    <a16:creationId xmlns:a16="http://schemas.microsoft.com/office/drawing/2014/main" id="{4E53119B-3F68-A24A-9C02-DB74B195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560"/>
                <a:ext cx="6" cy="5"/>
              </a:xfrm>
              <a:custGeom>
                <a:avLst/>
                <a:gdLst>
                  <a:gd name="T0" fmla="*/ 0 w 48"/>
                  <a:gd name="T1" fmla="*/ 0 h 36"/>
                  <a:gd name="T2" fmla="*/ 0 w 48"/>
                  <a:gd name="T3" fmla="*/ 0 h 36"/>
                  <a:gd name="T4" fmla="*/ 0 w 48"/>
                  <a:gd name="T5" fmla="*/ 0 h 36"/>
                  <a:gd name="T6" fmla="*/ 0 w 48"/>
                  <a:gd name="T7" fmla="*/ 0 h 36"/>
                  <a:gd name="T8" fmla="*/ 0 w 4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36"/>
                  <a:gd name="T17" fmla="*/ 48 w 48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36">
                    <a:moveTo>
                      <a:pt x="0" y="6"/>
                    </a:moveTo>
                    <a:lnTo>
                      <a:pt x="21" y="36"/>
                    </a:lnTo>
                    <a:lnTo>
                      <a:pt x="48" y="6"/>
                    </a:lnTo>
                    <a:lnTo>
                      <a:pt x="2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6" name="Freeform 78">
                <a:extLst>
                  <a:ext uri="{FF2B5EF4-FFF2-40B4-BE49-F238E27FC236}">
                    <a16:creationId xmlns:a16="http://schemas.microsoft.com/office/drawing/2014/main" id="{CE03BBE1-DFB7-344A-B868-886C2365A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93"/>
                <a:ext cx="42" cy="9"/>
              </a:xfrm>
              <a:custGeom>
                <a:avLst/>
                <a:gdLst>
                  <a:gd name="T0" fmla="*/ 0 w 343"/>
                  <a:gd name="T1" fmla="*/ 0 h 70"/>
                  <a:gd name="T2" fmla="*/ 0 w 343"/>
                  <a:gd name="T3" fmla="*/ 0 h 70"/>
                  <a:gd name="T4" fmla="*/ 0 w 343"/>
                  <a:gd name="T5" fmla="*/ 0 h 70"/>
                  <a:gd name="T6" fmla="*/ 0 w 343"/>
                  <a:gd name="T7" fmla="*/ 0 h 70"/>
                  <a:gd name="T8" fmla="*/ 0 w 343"/>
                  <a:gd name="T9" fmla="*/ 0 h 70"/>
                  <a:gd name="T10" fmla="*/ 0 w 343"/>
                  <a:gd name="T11" fmla="*/ 0 h 70"/>
                  <a:gd name="T12" fmla="*/ 0 w 343"/>
                  <a:gd name="T13" fmla="*/ 0 h 70"/>
                  <a:gd name="T14" fmla="*/ 0 w 343"/>
                  <a:gd name="T15" fmla="*/ 0 h 70"/>
                  <a:gd name="T16" fmla="*/ 0 w 343"/>
                  <a:gd name="T17" fmla="*/ 0 h 70"/>
                  <a:gd name="T18" fmla="*/ 0 w 343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3"/>
                  <a:gd name="T31" fmla="*/ 0 h 70"/>
                  <a:gd name="T32" fmla="*/ 343 w 343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3" h="70">
                    <a:moveTo>
                      <a:pt x="0" y="44"/>
                    </a:moveTo>
                    <a:lnTo>
                      <a:pt x="128" y="70"/>
                    </a:lnTo>
                    <a:lnTo>
                      <a:pt x="235" y="55"/>
                    </a:lnTo>
                    <a:lnTo>
                      <a:pt x="322" y="21"/>
                    </a:lnTo>
                    <a:lnTo>
                      <a:pt x="343" y="7"/>
                    </a:lnTo>
                    <a:lnTo>
                      <a:pt x="297" y="0"/>
                    </a:lnTo>
                    <a:lnTo>
                      <a:pt x="214" y="21"/>
                    </a:lnTo>
                    <a:lnTo>
                      <a:pt x="135" y="26"/>
                    </a:lnTo>
                    <a:lnTo>
                      <a:pt x="20" y="2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7" name="Freeform 79">
                <a:extLst>
                  <a:ext uri="{FF2B5EF4-FFF2-40B4-BE49-F238E27FC236}">
                    <a16:creationId xmlns:a16="http://schemas.microsoft.com/office/drawing/2014/main" id="{30E51DB1-4E7D-F542-A122-67C80FB02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470"/>
                <a:ext cx="45" cy="53"/>
              </a:xfrm>
              <a:custGeom>
                <a:avLst/>
                <a:gdLst>
                  <a:gd name="T0" fmla="*/ 0 w 363"/>
                  <a:gd name="T1" fmla="*/ 0 h 429"/>
                  <a:gd name="T2" fmla="*/ 0 w 363"/>
                  <a:gd name="T3" fmla="*/ 0 h 429"/>
                  <a:gd name="T4" fmla="*/ 0 w 363"/>
                  <a:gd name="T5" fmla="*/ 0 h 429"/>
                  <a:gd name="T6" fmla="*/ 0 w 363"/>
                  <a:gd name="T7" fmla="*/ 0 h 429"/>
                  <a:gd name="T8" fmla="*/ 0 w 363"/>
                  <a:gd name="T9" fmla="*/ 0 h 429"/>
                  <a:gd name="T10" fmla="*/ 0 w 363"/>
                  <a:gd name="T11" fmla="*/ 0 h 429"/>
                  <a:gd name="T12" fmla="*/ 0 w 363"/>
                  <a:gd name="T13" fmla="*/ 0 h 429"/>
                  <a:gd name="T14" fmla="*/ 0 w 363"/>
                  <a:gd name="T15" fmla="*/ 0 h 429"/>
                  <a:gd name="T16" fmla="*/ 0 w 363"/>
                  <a:gd name="T17" fmla="*/ 0 h 429"/>
                  <a:gd name="T18" fmla="*/ 0 w 363"/>
                  <a:gd name="T19" fmla="*/ 0 h 429"/>
                  <a:gd name="T20" fmla="*/ 0 w 363"/>
                  <a:gd name="T21" fmla="*/ 0 h 429"/>
                  <a:gd name="T22" fmla="*/ 0 w 363"/>
                  <a:gd name="T23" fmla="*/ 0 h 429"/>
                  <a:gd name="T24" fmla="*/ 0 w 363"/>
                  <a:gd name="T25" fmla="*/ 0 h 429"/>
                  <a:gd name="T26" fmla="*/ 0 w 363"/>
                  <a:gd name="T27" fmla="*/ 0 h 429"/>
                  <a:gd name="T28" fmla="*/ 0 w 363"/>
                  <a:gd name="T29" fmla="*/ 0 h 429"/>
                  <a:gd name="T30" fmla="*/ 0 w 363"/>
                  <a:gd name="T31" fmla="*/ 0 h 429"/>
                  <a:gd name="T32" fmla="*/ 0 w 363"/>
                  <a:gd name="T33" fmla="*/ 0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3"/>
                  <a:gd name="T52" fmla="*/ 0 h 429"/>
                  <a:gd name="T53" fmla="*/ 363 w 363"/>
                  <a:gd name="T54" fmla="*/ 429 h 4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3" h="429">
                    <a:moveTo>
                      <a:pt x="226" y="35"/>
                    </a:moveTo>
                    <a:lnTo>
                      <a:pt x="158" y="99"/>
                    </a:lnTo>
                    <a:lnTo>
                      <a:pt x="127" y="182"/>
                    </a:lnTo>
                    <a:lnTo>
                      <a:pt x="127" y="266"/>
                    </a:lnTo>
                    <a:lnTo>
                      <a:pt x="149" y="337"/>
                    </a:lnTo>
                    <a:lnTo>
                      <a:pt x="363" y="394"/>
                    </a:lnTo>
                    <a:lnTo>
                      <a:pt x="185" y="389"/>
                    </a:lnTo>
                    <a:lnTo>
                      <a:pt x="63" y="429"/>
                    </a:lnTo>
                    <a:lnTo>
                      <a:pt x="79" y="380"/>
                    </a:lnTo>
                    <a:lnTo>
                      <a:pt x="33" y="323"/>
                    </a:lnTo>
                    <a:lnTo>
                      <a:pt x="6" y="231"/>
                    </a:lnTo>
                    <a:lnTo>
                      <a:pt x="0" y="134"/>
                    </a:lnTo>
                    <a:lnTo>
                      <a:pt x="19" y="62"/>
                    </a:lnTo>
                    <a:lnTo>
                      <a:pt x="68" y="14"/>
                    </a:lnTo>
                    <a:lnTo>
                      <a:pt x="136" y="0"/>
                    </a:lnTo>
                    <a:lnTo>
                      <a:pt x="192" y="7"/>
                    </a:lnTo>
                    <a:lnTo>
                      <a:pt x="226" y="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8" name="Freeform 80">
                <a:extLst>
                  <a:ext uri="{FF2B5EF4-FFF2-40B4-BE49-F238E27FC236}">
                    <a16:creationId xmlns:a16="http://schemas.microsoft.com/office/drawing/2014/main" id="{8B24564C-8044-B149-87FB-9EF9A4C4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97"/>
                <a:ext cx="39" cy="19"/>
              </a:xfrm>
              <a:custGeom>
                <a:avLst/>
                <a:gdLst>
                  <a:gd name="T0" fmla="*/ 0 w 314"/>
                  <a:gd name="T1" fmla="*/ 0 h 154"/>
                  <a:gd name="T2" fmla="*/ 0 w 314"/>
                  <a:gd name="T3" fmla="*/ 0 h 154"/>
                  <a:gd name="T4" fmla="*/ 0 w 314"/>
                  <a:gd name="T5" fmla="*/ 0 h 154"/>
                  <a:gd name="T6" fmla="*/ 0 w 314"/>
                  <a:gd name="T7" fmla="*/ 0 h 154"/>
                  <a:gd name="T8" fmla="*/ 0 w 314"/>
                  <a:gd name="T9" fmla="*/ 0 h 154"/>
                  <a:gd name="T10" fmla="*/ 0 w 314"/>
                  <a:gd name="T11" fmla="*/ 0 h 154"/>
                  <a:gd name="T12" fmla="*/ 0 w 314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154"/>
                  <a:gd name="T23" fmla="*/ 314 w 314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154">
                    <a:moveTo>
                      <a:pt x="70" y="115"/>
                    </a:moveTo>
                    <a:lnTo>
                      <a:pt x="226" y="34"/>
                    </a:lnTo>
                    <a:lnTo>
                      <a:pt x="314" y="30"/>
                    </a:lnTo>
                    <a:lnTo>
                      <a:pt x="249" y="0"/>
                    </a:lnTo>
                    <a:lnTo>
                      <a:pt x="176" y="30"/>
                    </a:lnTo>
                    <a:lnTo>
                      <a:pt x="0" y="154"/>
                    </a:lnTo>
                    <a:lnTo>
                      <a:pt x="70" y="11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59" name="Freeform 81">
                <a:extLst>
                  <a:ext uri="{FF2B5EF4-FFF2-40B4-BE49-F238E27FC236}">
                    <a16:creationId xmlns:a16="http://schemas.microsoft.com/office/drawing/2014/main" id="{766C3C81-871E-E541-B126-449D202F6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529"/>
                <a:ext cx="13" cy="8"/>
              </a:xfrm>
              <a:custGeom>
                <a:avLst/>
                <a:gdLst>
                  <a:gd name="T0" fmla="*/ 0 w 105"/>
                  <a:gd name="T1" fmla="*/ 0 h 60"/>
                  <a:gd name="T2" fmla="*/ 0 w 105"/>
                  <a:gd name="T3" fmla="*/ 0 h 60"/>
                  <a:gd name="T4" fmla="*/ 0 w 105"/>
                  <a:gd name="T5" fmla="*/ 0 h 60"/>
                  <a:gd name="T6" fmla="*/ 0 w 105"/>
                  <a:gd name="T7" fmla="*/ 0 h 60"/>
                  <a:gd name="T8" fmla="*/ 0 w 105"/>
                  <a:gd name="T9" fmla="*/ 0 h 60"/>
                  <a:gd name="T10" fmla="*/ 0 w 105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60"/>
                  <a:gd name="T20" fmla="*/ 105 w 105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60">
                    <a:moveTo>
                      <a:pt x="0" y="44"/>
                    </a:moveTo>
                    <a:lnTo>
                      <a:pt x="96" y="60"/>
                    </a:lnTo>
                    <a:lnTo>
                      <a:pt x="105" y="31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0" name="Freeform 82">
                <a:extLst>
                  <a:ext uri="{FF2B5EF4-FFF2-40B4-BE49-F238E27FC236}">
                    <a16:creationId xmlns:a16="http://schemas.microsoft.com/office/drawing/2014/main" id="{A7C7594C-9B4B-9645-B15E-C544BAF9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11"/>
                <a:ext cx="13" cy="14"/>
              </a:xfrm>
              <a:custGeom>
                <a:avLst/>
                <a:gdLst>
                  <a:gd name="T0" fmla="*/ 0 w 99"/>
                  <a:gd name="T1" fmla="*/ 0 h 111"/>
                  <a:gd name="T2" fmla="*/ 0 w 99"/>
                  <a:gd name="T3" fmla="*/ 0 h 111"/>
                  <a:gd name="T4" fmla="*/ 0 w 99"/>
                  <a:gd name="T5" fmla="*/ 0 h 111"/>
                  <a:gd name="T6" fmla="*/ 0 w 99"/>
                  <a:gd name="T7" fmla="*/ 0 h 111"/>
                  <a:gd name="T8" fmla="*/ 0 w 99"/>
                  <a:gd name="T9" fmla="*/ 0 h 111"/>
                  <a:gd name="T10" fmla="*/ 0 w 99"/>
                  <a:gd name="T11" fmla="*/ 0 h 111"/>
                  <a:gd name="T12" fmla="*/ 0 w 99"/>
                  <a:gd name="T13" fmla="*/ 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111"/>
                  <a:gd name="T23" fmla="*/ 99 w 99"/>
                  <a:gd name="T24" fmla="*/ 111 h 1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111">
                    <a:moveTo>
                      <a:pt x="0" y="111"/>
                    </a:moveTo>
                    <a:lnTo>
                      <a:pt x="19" y="111"/>
                    </a:lnTo>
                    <a:lnTo>
                      <a:pt x="99" y="35"/>
                    </a:lnTo>
                    <a:lnTo>
                      <a:pt x="90" y="0"/>
                    </a:lnTo>
                    <a:lnTo>
                      <a:pt x="55" y="0"/>
                    </a:lnTo>
                    <a:lnTo>
                      <a:pt x="7" y="39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1" name="Freeform 83">
                <a:extLst>
                  <a:ext uri="{FF2B5EF4-FFF2-40B4-BE49-F238E27FC236}">
                    <a16:creationId xmlns:a16="http://schemas.microsoft.com/office/drawing/2014/main" id="{A16A92F0-AD64-FF41-AB92-5674C747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5"/>
                <a:ext cx="19" cy="10"/>
              </a:xfrm>
              <a:custGeom>
                <a:avLst/>
                <a:gdLst>
                  <a:gd name="T0" fmla="*/ 0 w 154"/>
                  <a:gd name="T1" fmla="*/ 0 h 84"/>
                  <a:gd name="T2" fmla="*/ 0 w 154"/>
                  <a:gd name="T3" fmla="*/ 0 h 84"/>
                  <a:gd name="T4" fmla="*/ 0 w 154"/>
                  <a:gd name="T5" fmla="*/ 0 h 84"/>
                  <a:gd name="T6" fmla="*/ 0 w 154"/>
                  <a:gd name="T7" fmla="*/ 0 h 84"/>
                  <a:gd name="T8" fmla="*/ 0 w 154"/>
                  <a:gd name="T9" fmla="*/ 0 h 84"/>
                  <a:gd name="T10" fmla="*/ 0 w 154"/>
                  <a:gd name="T11" fmla="*/ 0 h 84"/>
                  <a:gd name="T12" fmla="*/ 0 w 154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4"/>
                  <a:gd name="T22" fmla="*/ 0 h 84"/>
                  <a:gd name="T23" fmla="*/ 154 w 154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4" h="84">
                    <a:moveTo>
                      <a:pt x="27" y="7"/>
                    </a:moveTo>
                    <a:lnTo>
                      <a:pt x="0" y="49"/>
                    </a:lnTo>
                    <a:lnTo>
                      <a:pt x="32" y="84"/>
                    </a:lnTo>
                    <a:lnTo>
                      <a:pt x="140" y="69"/>
                    </a:lnTo>
                    <a:lnTo>
                      <a:pt x="154" y="27"/>
                    </a:lnTo>
                    <a:lnTo>
                      <a:pt x="127" y="0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2" name="Freeform 84">
                <a:extLst>
                  <a:ext uri="{FF2B5EF4-FFF2-40B4-BE49-F238E27FC236}">
                    <a16:creationId xmlns:a16="http://schemas.microsoft.com/office/drawing/2014/main" id="{B369A71C-3D65-1D4D-9DEB-106292665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89"/>
                <a:ext cx="22" cy="42"/>
              </a:xfrm>
              <a:custGeom>
                <a:avLst/>
                <a:gdLst>
                  <a:gd name="T0" fmla="*/ 0 w 172"/>
                  <a:gd name="T1" fmla="*/ 0 h 336"/>
                  <a:gd name="T2" fmla="*/ 0 w 172"/>
                  <a:gd name="T3" fmla="*/ 0 h 336"/>
                  <a:gd name="T4" fmla="*/ 0 w 172"/>
                  <a:gd name="T5" fmla="*/ 0 h 336"/>
                  <a:gd name="T6" fmla="*/ 0 w 172"/>
                  <a:gd name="T7" fmla="*/ 0 h 336"/>
                  <a:gd name="T8" fmla="*/ 0 w 172"/>
                  <a:gd name="T9" fmla="*/ 0 h 336"/>
                  <a:gd name="T10" fmla="*/ 0 w 172"/>
                  <a:gd name="T11" fmla="*/ 0 h 336"/>
                  <a:gd name="T12" fmla="*/ 0 w 172"/>
                  <a:gd name="T13" fmla="*/ 0 h 336"/>
                  <a:gd name="T14" fmla="*/ 0 w 172"/>
                  <a:gd name="T15" fmla="*/ 0 h 336"/>
                  <a:gd name="T16" fmla="*/ 0 w 172"/>
                  <a:gd name="T17" fmla="*/ 0 h 336"/>
                  <a:gd name="T18" fmla="*/ 0 w 172"/>
                  <a:gd name="T19" fmla="*/ 0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336"/>
                  <a:gd name="T32" fmla="*/ 172 w 172"/>
                  <a:gd name="T33" fmla="*/ 336 h 3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336">
                    <a:moveTo>
                      <a:pt x="7" y="42"/>
                    </a:moveTo>
                    <a:lnTo>
                      <a:pt x="51" y="211"/>
                    </a:lnTo>
                    <a:lnTo>
                      <a:pt x="73" y="336"/>
                    </a:lnTo>
                    <a:lnTo>
                      <a:pt x="156" y="336"/>
                    </a:lnTo>
                    <a:lnTo>
                      <a:pt x="172" y="279"/>
                    </a:lnTo>
                    <a:lnTo>
                      <a:pt x="99" y="231"/>
                    </a:lnTo>
                    <a:lnTo>
                      <a:pt x="73" y="147"/>
                    </a:lnTo>
                    <a:lnTo>
                      <a:pt x="78" y="75"/>
                    </a:lnTo>
                    <a:lnTo>
                      <a:pt x="0" y="0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3" name="Freeform 85">
                <a:extLst>
                  <a:ext uri="{FF2B5EF4-FFF2-40B4-BE49-F238E27FC236}">
                    <a16:creationId xmlns:a16="http://schemas.microsoft.com/office/drawing/2014/main" id="{6654FB79-685A-AC43-B90A-97C28C9A9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661"/>
                <a:ext cx="33" cy="15"/>
              </a:xfrm>
              <a:custGeom>
                <a:avLst/>
                <a:gdLst>
                  <a:gd name="T0" fmla="*/ 0 w 264"/>
                  <a:gd name="T1" fmla="*/ 0 h 122"/>
                  <a:gd name="T2" fmla="*/ 0 w 264"/>
                  <a:gd name="T3" fmla="*/ 0 h 122"/>
                  <a:gd name="T4" fmla="*/ 0 w 264"/>
                  <a:gd name="T5" fmla="*/ 0 h 122"/>
                  <a:gd name="T6" fmla="*/ 0 w 264"/>
                  <a:gd name="T7" fmla="*/ 0 h 122"/>
                  <a:gd name="T8" fmla="*/ 0 w 264"/>
                  <a:gd name="T9" fmla="*/ 0 h 122"/>
                  <a:gd name="T10" fmla="*/ 0 w 264"/>
                  <a:gd name="T11" fmla="*/ 0 h 122"/>
                  <a:gd name="T12" fmla="*/ 0 w 264"/>
                  <a:gd name="T13" fmla="*/ 0 h 122"/>
                  <a:gd name="T14" fmla="*/ 0 w 264"/>
                  <a:gd name="T15" fmla="*/ 0 h 122"/>
                  <a:gd name="T16" fmla="*/ 0 w 264"/>
                  <a:gd name="T17" fmla="*/ 0 h 122"/>
                  <a:gd name="T18" fmla="*/ 0 w 264"/>
                  <a:gd name="T19" fmla="*/ 0 h 1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64"/>
                  <a:gd name="T31" fmla="*/ 0 h 122"/>
                  <a:gd name="T32" fmla="*/ 264 w 264"/>
                  <a:gd name="T33" fmla="*/ 122 h 12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64" h="122">
                    <a:moveTo>
                      <a:pt x="0" y="106"/>
                    </a:moveTo>
                    <a:lnTo>
                      <a:pt x="13" y="122"/>
                    </a:lnTo>
                    <a:lnTo>
                      <a:pt x="57" y="78"/>
                    </a:lnTo>
                    <a:lnTo>
                      <a:pt x="114" y="97"/>
                    </a:lnTo>
                    <a:lnTo>
                      <a:pt x="140" y="53"/>
                    </a:lnTo>
                    <a:lnTo>
                      <a:pt x="264" y="106"/>
                    </a:lnTo>
                    <a:lnTo>
                      <a:pt x="127" y="0"/>
                    </a:lnTo>
                    <a:lnTo>
                      <a:pt x="101" y="14"/>
                    </a:lnTo>
                    <a:lnTo>
                      <a:pt x="32" y="6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4" name="Freeform 86">
                <a:extLst>
                  <a:ext uri="{FF2B5EF4-FFF2-40B4-BE49-F238E27FC236}">
                    <a16:creationId xmlns:a16="http://schemas.microsoft.com/office/drawing/2014/main" id="{194F24DF-0513-DE46-90F7-B25BAEC7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710"/>
                <a:ext cx="13" cy="19"/>
              </a:xfrm>
              <a:custGeom>
                <a:avLst/>
                <a:gdLst>
                  <a:gd name="T0" fmla="*/ 0 w 106"/>
                  <a:gd name="T1" fmla="*/ 0 h 147"/>
                  <a:gd name="T2" fmla="*/ 0 w 106"/>
                  <a:gd name="T3" fmla="*/ 0 h 147"/>
                  <a:gd name="T4" fmla="*/ 0 w 106"/>
                  <a:gd name="T5" fmla="*/ 0 h 147"/>
                  <a:gd name="T6" fmla="*/ 0 w 106"/>
                  <a:gd name="T7" fmla="*/ 0 h 147"/>
                  <a:gd name="T8" fmla="*/ 0 w 106"/>
                  <a:gd name="T9" fmla="*/ 0 h 147"/>
                  <a:gd name="T10" fmla="*/ 0 w 106"/>
                  <a:gd name="T11" fmla="*/ 0 h 147"/>
                  <a:gd name="T12" fmla="*/ 0 w 106"/>
                  <a:gd name="T13" fmla="*/ 0 h 147"/>
                  <a:gd name="T14" fmla="*/ 0 w 106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6"/>
                  <a:gd name="T25" fmla="*/ 0 h 147"/>
                  <a:gd name="T26" fmla="*/ 106 w 106"/>
                  <a:gd name="T27" fmla="*/ 147 h 1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6" h="147">
                    <a:moveTo>
                      <a:pt x="0" y="44"/>
                    </a:moveTo>
                    <a:lnTo>
                      <a:pt x="41" y="85"/>
                    </a:lnTo>
                    <a:lnTo>
                      <a:pt x="63" y="147"/>
                    </a:lnTo>
                    <a:lnTo>
                      <a:pt x="106" y="92"/>
                    </a:lnTo>
                    <a:lnTo>
                      <a:pt x="99" y="35"/>
                    </a:lnTo>
                    <a:lnTo>
                      <a:pt x="63" y="9"/>
                    </a:lnTo>
                    <a:lnTo>
                      <a:pt x="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5" name="Freeform 87">
                <a:extLst>
                  <a:ext uri="{FF2B5EF4-FFF2-40B4-BE49-F238E27FC236}">
                    <a16:creationId xmlns:a16="http://schemas.microsoft.com/office/drawing/2014/main" id="{467350A3-7948-1F4F-8638-6DAD44C7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534"/>
                <a:ext cx="31" cy="12"/>
              </a:xfrm>
              <a:custGeom>
                <a:avLst/>
                <a:gdLst>
                  <a:gd name="T0" fmla="*/ 0 w 244"/>
                  <a:gd name="T1" fmla="*/ 0 h 94"/>
                  <a:gd name="T2" fmla="*/ 0 w 244"/>
                  <a:gd name="T3" fmla="*/ 0 h 94"/>
                  <a:gd name="T4" fmla="*/ 0 w 244"/>
                  <a:gd name="T5" fmla="*/ 0 h 94"/>
                  <a:gd name="T6" fmla="*/ 0 w 244"/>
                  <a:gd name="T7" fmla="*/ 0 h 94"/>
                  <a:gd name="T8" fmla="*/ 0 w 244"/>
                  <a:gd name="T9" fmla="*/ 0 h 94"/>
                  <a:gd name="T10" fmla="*/ 0 w 244"/>
                  <a:gd name="T11" fmla="*/ 0 h 94"/>
                  <a:gd name="T12" fmla="*/ 0 w 244"/>
                  <a:gd name="T13" fmla="*/ 0 h 94"/>
                  <a:gd name="T14" fmla="*/ 0 w 244"/>
                  <a:gd name="T15" fmla="*/ 0 h 94"/>
                  <a:gd name="T16" fmla="*/ 0 w 244"/>
                  <a:gd name="T17" fmla="*/ 0 h 94"/>
                  <a:gd name="T18" fmla="*/ 0 w 244"/>
                  <a:gd name="T19" fmla="*/ 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4"/>
                  <a:gd name="T31" fmla="*/ 0 h 94"/>
                  <a:gd name="T32" fmla="*/ 244 w 244"/>
                  <a:gd name="T33" fmla="*/ 94 h 9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4" h="94">
                    <a:moveTo>
                      <a:pt x="0" y="34"/>
                    </a:moveTo>
                    <a:lnTo>
                      <a:pt x="45" y="81"/>
                    </a:lnTo>
                    <a:lnTo>
                      <a:pt x="89" y="94"/>
                    </a:lnTo>
                    <a:lnTo>
                      <a:pt x="114" y="94"/>
                    </a:lnTo>
                    <a:lnTo>
                      <a:pt x="167" y="94"/>
                    </a:lnTo>
                    <a:lnTo>
                      <a:pt x="244" y="43"/>
                    </a:lnTo>
                    <a:lnTo>
                      <a:pt x="204" y="0"/>
                    </a:lnTo>
                    <a:lnTo>
                      <a:pt x="123" y="9"/>
                    </a:lnTo>
                    <a:lnTo>
                      <a:pt x="45" y="28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6" name="Freeform 88">
                <a:extLst>
                  <a:ext uri="{FF2B5EF4-FFF2-40B4-BE49-F238E27FC236}">
                    <a16:creationId xmlns:a16="http://schemas.microsoft.com/office/drawing/2014/main" id="{DD658012-8E20-D542-8683-9A0180D3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29"/>
                <a:ext cx="27" cy="11"/>
              </a:xfrm>
              <a:custGeom>
                <a:avLst/>
                <a:gdLst>
                  <a:gd name="T0" fmla="*/ 0 w 221"/>
                  <a:gd name="T1" fmla="*/ 0 h 85"/>
                  <a:gd name="T2" fmla="*/ 0 w 221"/>
                  <a:gd name="T3" fmla="*/ 0 h 85"/>
                  <a:gd name="T4" fmla="*/ 0 w 221"/>
                  <a:gd name="T5" fmla="*/ 0 h 85"/>
                  <a:gd name="T6" fmla="*/ 0 w 221"/>
                  <a:gd name="T7" fmla="*/ 0 h 85"/>
                  <a:gd name="T8" fmla="*/ 0 w 221"/>
                  <a:gd name="T9" fmla="*/ 0 h 85"/>
                  <a:gd name="T10" fmla="*/ 0 w 221"/>
                  <a:gd name="T11" fmla="*/ 0 h 85"/>
                  <a:gd name="T12" fmla="*/ 0 w 221"/>
                  <a:gd name="T13" fmla="*/ 0 h 85"/>
                  <a:gd name="T14" fmla="*/ 0 w 221"/>
                  <a:gd name="T15" fmla="*/ 0 h 85"/>
                  <a:gd name="T16" fmla="*/ 0 w 221"/>
                  <a:gd name="T17" fmla="*/ 0 h 85"/>
                  <a:gd name="T18" fmla="*/ 0 w 221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1"/>
                  <a:gd name="T31" fmla="*/ 0 h 85"/>
                  <a:gd name="T32" fmla="*/ 221 w 221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1" h="85">
                    <a:moveTo>
                      <a:pt x="0" y="70"/>
                    </a:moveTo>
                    <a:lnTo>
                      <a:pt x="44" y="7"/>
                    </a:lnTo>
                    <a:lnTo>
                      <a:pt x="129" y="0"/>
                    </a:lnTo>
                    <a:lnTo>
                      <a:pt x="221" y="7"/>
                    </a:lnTo>
                    <a:lnTo>
                      <a:pt x="216" y="26"/>
                    </a:lnTo>
                    <a:lnTo>
                      <a:pt x="185" y="57"/>
                    </a:lnTo>
                    <a:lnTo>
                      <a:pt x="115" y="85"/>
                    </a:lnTo>
                    <a:lnTo>
                      <a:pt x="51" y="85"/>
                    </a:lnTo>
                    <a:lnTo>
                      <a:pt x="9" y="85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7" name="Freeform 89">
                <a:extLst>
                  <a:ext uri="{FF2B5EF4-FFF2-40B4-BE49-F238E27FC236}">
                    <a16:creationId xmlns:a16="http://schemas.microsoft.com/office/drawing/2014/main" id="{CC4FD5F8-30EF-FB41-9243-42AA1200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90"/>
                <a:ext cx="68" cy="44"/>
              </a:xfrm>
              <a:custGeom>
                <a:avLst/>
                <a:gdLst>
                  <a:gd name="T0" fmla="*/ 0 w 546"/>
                  <a:gd name="T1" fmla="*/ 0 h 352"/>
                  <a:gd name="T2" fmla="*/ 0 w 546"/>
                  <a:gd name="T3" fmla="*/ 0 h 352"/>
                  <a:gd name="T4" fmla="*/ 0 w 546"/>
                  <a:gd name="T5" fmla="*/ 0 h 352"/>
                  <a:gd name="T6" fmla="*/ 0 w 546"/>
                  <a:gd name="T7" fmla="*/ 0 h 352"/>
                  <a:gd name="T8" fmla="*/ 0 w 546"/>
                  <a:gd name="T9" fmla="*/ 0 h 352"/>
                  <a:gd name="T10" fmla="*/ 0 w 546"/>
                  <a:gd name="T11" fmla="*/ 0 h 352"/>
                  <a:gd name="T12" fmla="*/ 0 w 546"/>
                  <a:gd name="T13" fmla="*/ 0 h 352"/>
                  <a:gd name="T14" fmla="*/ 0 w 546"/>
                  <a:gd name="T15" fmla="*/ 0 h 352"/>
                  <a:gd name="T16" fmla="*/ 0 w 546"/>
                  <a:gd name="T17" fmla="*/ 0 h 352"/>
                  <a:gd name="T18" fmla="*/ 0 w 546"/>
                  <a:gd name="T19" fmla="*/ 0 h 352"/>
                  <a:gd name="T20" fmla="*/ 0 w 546"/>
                  <a:gd name="T21" fmla="*/ 0 h 352"/>
                  <a:gd name="T22" fmla="*/ 0 w 546"/>
                  <a:gd name="T23" fmla="*/ 0 h 352"/>
                  <a:gd name="T24" fmla="*/ 0 w 546"/>
                  <a:gd name="T25" fmla="*/ 0 h 352"/>
                  <a:gd name="T26" fmla="*/ 0 w 546"/>
                  <a:gd name="T27" fmla="*/ 0 h 352"/>
                  <a:gd name="T28" fmla="*/ 0 w 546"/>
                  <a:gd name="T29" fmla="*/ 0 h 352"/>
                  <a:gd name="T30" fmla="*/ 0 w 546"/>
                  <a:gd name="T31" fmla="*/ 0 h 352"/>
                  <a:gd name="T32" fmla="*/ 0 w 546"/>
                  <a:gd name="T33" fmla="*/ 0 h 352"/>
                  <a:gd name="T34" fmla="*/ 0 w 546"/>
                  <a:gd name="T35" fmla="*/ 0 h 352"/>
                  <a:gd name="T36" fmla="*/ 0 w 546"/>
                  <a:gd name="T37" fmla="*/ 0 h 352"/>
                  <a:gd name="T38" fmla="*/ 0 w 546"/>
                  <a:gd name="T39" fmla="*/ 0 h 352"/>
                  <a:gd name="T40" fmla="*/ 0 w 546"/>
                  <a:gd name="T41" fmla="*/ 0 h 352"/>
                  <a:gd name="T42" fmla="*/ 0 w 546"/>
                  <a:gd name="T43" fmla="*/ 0 h 352"/>
                  <a:gd name="T44" fmla="*/ 0 w 546"/>
                  <a:gd name="T45" fmla="*/ 0 h 352"/>
                  <a:gd name="T46" fmla="*/ 0 w 546"/>
                  <a:gd name="T47" fmla="*/ 0 h 352"/>
                  <a:gd name="T48" fmla="*/ 0 w 546"/>
                  <a:gd name="T49" fmla="*/ 0 h 352"/>
                  <a:gd name="T50" fmla="*/ 0 w 546"/>
                  <a:gd name="T51" fmla="*/ 0 h 352"/>
                  <a:gd name="T52" fmla="*/ 0 w 546"/>
                  <a:gd name="T53" fmla="*/ 0 h 352"/>
                  <a:gd name="T54" fmla="*/ 0 w 546"/>
                  <a:gd name="T55" fmla="*/ 0 h 352"/>
                  <a:gd name="T56" fmla="*/ 0 w 546"/>
                  <a:gd name="T57" fmla="*/ 0 h 352"/>
                  <a:gd name="T58" fmla="*/ 0 w 546"/>
                  <a:gd name="T59" fmla="*/ 0 h 352"/>
                  <a:gd name="T60" fmla="*/ 0 w 546"/>
                  <a:gd name="T61" fmla="*/ 0 h 352"/>
                  <a:gd name="T62" fmla="*/ 0 w 546"/>
                  <a:gd name="T63" fmla="*/ 0 h 352"/>
                  <a:gd name="T64" fmla="*/ 0 w 546"/>
                  <a:gd name="T65" fmla="*/ 0 h 3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46"/>
                  <a:gd name="T100" fmla="*/ 0 h 352"/>
                  <a:gd name="T101" fmla="*/ 546 w 546"/>
                  <a:gd name="T102" fmla="*/ 352 h 3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46" h="352">
                    <a:moveTo>
                      <a:pt x="53" y="229"/>
                    </a:moveTo>
                    <a:lnTo>
                      <a:pt x="126" y="174"/>
                    </a:lnTo>
                    <a:lnTo>
                      <a:pt x="163" y="161"/>
                    </a:lnTo>
                    <a:lnTo>
                      <a:pt x="313" y="161"/>
                    </a:lnTo>
                    <a:lnTo>
                      <a:pt x="387" y="167"/>
                    </a:lnTo>
                    <a:lnTo>
                      <a:pt x="194" y="94"/>
                    </a:lnTo>
                    <a:lnTo>
                      <a:pt x="60" y="94"/>
                    </a:lnTo>
                    <a:lnTo>
                      <a:pt x="9" y="82"/>
                    </a:lnTo>
                    <a:lnTo>
                      <a:pt x="0" y="75"/>
                    </a:lnTo>
                    <a:lnTo>
                      <a:pt x="145" y="0"/>
                    </a:lnTo>
                    <a:lnTo>
                      <a:pt x="224" y="13"/>
                    </a:lnTo>
                    <a:lnTo>
                      <a:pt x="313" y="64"/>
                    </a:lnTo>
                    <a:lnTo>
                      <a:pt x="415" y="108"/>
                    </a:lnTo>
                    <a:lnTo>
                      <a:pt x="498" y="130"/>
                    </a:lnTo>
                    <a:lnTo>
                      <a:pt x="546" y="198"/>
                    </a:lnTo>
                    <a:lnTo>
                      <a:pt x="521" y="255"/>
                    </a:lnTo>
                    <a:lnTo>
                      <a:pt x="484" y="255"/>
                    </a:lnTo>
                    <a:lnTo>
                      <a:pt x="431" y="322"/>
                    </a:lnTo>
                    <a:lnTo>
                      <a:pt x="376" y="329"/>
                    </a:lnTo>
                    <a:lnTo>
                      <a:pt x="286" y="352"/>
                    </a:lnTo>
                    <a:lnTo>
                      <a:pt x="365" y="280"/>
                    </a:lnTo>
                    <a:lnTo>
                      <a:pt x="401" y="235"/>
                    </a:lnTo>
                    <a:lnTo>
                      <a:pt x="401" y="218"/>
                    </a:lnTo>
                    <a:lnTo>
                      <a:pt x="365" y="209"/>
                    </a:lnTo>
                    <a:lnTo>
                      <a:pt x="304" y="191"/>
                    </a:lnTo>
                    <a:lnTo>
                      <a:pt x="286" y="235"/>
                    </a:lnTo>
                    <a:lnTo>
                      <a:pt x="282" y="205"/>
                    </a:lnTo>
                    <a:lnTo>
                      <a:pt x="256" y="205"/>
                    </a:lnTo>
                    <a:lnTo>
                      <a:pt x="253" y="225"/>
                    </a:lnTo>
                    <a:lnTo>
                      <a:pt x="277" y="244"/>
                    </a:lnTo>
                    <a:lnTo>
                      <a:pt x="268" y="266"/>
                    </a:lnTo>
                    <a:lnTo>
                      <a:pt x="84" y="244"/>
                    </a:lnTo>
                    <a:lnTo>
                      <a:pt x="53" y="2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8" name="Freeform 90">
                <a:extLst>
                  <a:ext uri="{FF2B5EF4-FFF2-40B4-BE49-F238E27FC236}">
                    <a16:creationId xmlns:a16="http://schemas.microsoft.com/office/drawing/2014/main" id="{1E3A2109-0C0B-1D4F-A1AE-EB2FD657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5"/>
                <a:ext cx="28" cy="6"/>
              </a:xfrm>
              <a:custGeom>
                <a:avLst/>
                <a:gdLst>
                  <a:gd name="T0" fmla="*/ 0 w 224"/>
                  <a:gd name="T1" fmla="*/ 0 h 49"/>
                  <a:gd name="T2" fmla="*/ 0 w 224"/>
                  <a:gd name="T3" fmla="*/ 0 h 49"/>
                  <a:gd name="T4" fmla="*/ 0 w 224"/>
                  <a:gd name="T5" fmla="*/ 0 h 49"/>
                  <a:gd name="T6" fmla="*/ 0 w 224"/>
                  <a:gd name="T7" fmla="*/ 0 h 49"/>
                  <a:gd name="T8" fmla="*/ 0 w 224"/>
                  <a:gd name="T9" fmla="*/ 0 h 49"/>
                  <a:gd name="T10" fmla="*/ 0 w 22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4"/>
                  <a:gd name="T19" fmla="*/ 0 h 49"/>
                  <a:gd name="T20" fmla="*/ 224 w 22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4" h="49">
                    <a:moveTo>
                      <a:pt x="0" y="0"/>
                    </a:moveTo>
                    <a:lnTo>
                      <a:pt x="40" y="33"/>
                    </a:lnTo>
                    <a:lnTo>
                      <a:pt x="139" y="49"/>
                    </a:lnTo>
                    <a:lnTo>
                      <a:pt x="224" y="3"/>
                    </a:lnTo>
                    <a:lnTo>
                      <a:pt x="13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69" name="Freeform 91">
                <a:extLst>
                  <a:ext uri="{FF2B5EF4-FFF2-40B4-BE49-F238E27FC236}">
                    <a16:creationId xmlns:a16="http://schemas.microsoft.com/office/drawing/2014/main" id="{DE8EF480-285A-5740-8E59-11103D16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3"/>
                <a:ext cx="8" cy="12"/>
              </a:xfrm>
              <a:custGeom>
                <a:avLst/>
                <a:gdLst>
                  <a:gd name="T0" fmla="*/ 0 w 64"/>
                  <a:gd name="T1" fmla="*/ 0 h 98"/>
                  <a:gd name="T2" fmla="*/ 0 w 64"/>
                  <a:gd name="T3" fmla="*/ 0 h 98"/>
                  <a:gd name="T4" fmla="*/ 0 w 64"/>
                  <a:gd name="T5" fmla="*/ 0 h 98"/>
                  <a:gd name="T6" fmla="*/ 0 w 64"/>
                  <a:gd name="T7" fmla="*/ 0 h 98"/>
                  <a:gd name="T8" fmla="*/ 0 w 64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98"/>
                  <a:gd name="T17" fmla="*/ 64 w 64"/>
                  <a:gd name="T18" fmla="*/ 98 h 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98">
                    <a:moveTo>
                      <a:pt x="0" y="0"/>
                    </a:moveTo>
                    <a:lnTo>
                      <a:pt x="53" y="98"/>
                    </a:lnTo>
                    <a:lnTo>
                      <a:pt x="64" y="81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0" name="Freeform 92">
                <a:extLst>
                  <a:ext uri="{FF2B5EF4-FFF2-40B4-BE49-F238E27FC236}">
                    <a16:creationId xmlns:a16="http://schemas.microsoft.com/office/drawing/2014/main" id="{25F38D79-EE8D-4446-BC30-79255C56F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2"/>
                <a:ext cx="51" cy="65"/>
              </a:xfrm>
              <a:custGeom>
                <a:avLst/>
                <a:gdLst>
                  <a:gd name="T0" fmla="*/ 0 w 406"/>
                  <a:gd name="T1" fmla="*/ 0 h 514"/>
                  <a:gd name="T2" fmla="*/ 0 w 406"/>
                  <a:gd name="T3" fmla="*/ 0 h 514"/>
                  <a:gd name="T4" fmla="*/ 0 w 406"/>
                  <a:gd name="T5" fmla="*/ 0 h 514"/>
                  <a:gd name="T6" fmla="*/ 0 w 406"/>
                  <a:gd name="T7" fmla="*/ 0 h 514"/>
                  <a:gd name="T8" fmla="*/ 0 w 406"/>
                  <a:gd name="T9" fmla="*/ 0 h 514"/>
                  <a:gd name="T10" fmla="*/ 0 w 406"/>
                  <a:gd name="T11" fmla="*/ 0 h 514"/>
                  <a:gd name="T12" fmla="*/ 0 w 406"/>
                  <a:gd name="T13" fmla="*/ 0 h 514"/>
                  <a:gd name="T14" fmla="*/ 0 w 406"/>
                  <a:gd name="T15" fmla="*/ 0 h 514"/>
                  <a:gd name="T16" fmla="*/ 0 w 406"/>
                  <a:gd name="T17" fmla="*/ 0 h 514"/>
                  <a:gd name="T18" fmla="*/ 0 w 406"/>
                  <a:gd name="T19" fmla="*/ 0 h 514"/>
                  <a:gd name="T20" fmla="*/ 0 w 406"/>
                  <a:gd name="T21" fmla="*/ 0 h 514"/>
                  <a:gd name="T22" fmla="*/ 0 w 406"/>
                  <a:gd name="T23" fmla="*/ 0 h 514"/>
                  <a:gd name="T24" fmla="*/ 0 w 406"/>
                  <a:gd name="T25" fmla="*/ 0 h 514"/>
                  <a:gd name="T26" fmla="*/ 0 w 406"/>
                  <a:gd name="T27" fmla="*/ 0 h 514"/>
                  <a:gd name="T28" fmla="*/ 0 w 406"/>
                  <a:gd name="T29" fmla="*/ 0 h 514"/>
                  <a:gd name="T30" fmla="*/ 0 w 406"/>
                  <a:gd name="T31" fmla="*/ 0 h 514"/>
                  <a:gd name="T32" fmla="*/ 0 w 406"/>
                  <a:gd name="T33" fmla="*/ 0 h 514"/>
                  <a:gd name="T34" fmla="*/ 0 w 406"/>
                  <a:gd name="T35" fmla="*/ 0 h 514"/>
                  <a:gd name="T36" fmla="*/ 0 w 406"/>
                  <a:gd name="T37" fmla="*/ 0 h 514"/>
                  <a:gd name="T38" fmla="*/ 0 w 406"/>
                  <a:gd name="T39" fmla="*/ 0 h 514"/>
                  <a:gd name="T40" fmla="*/ 0 w 406"/>
                  <a:gd name="T41" fmla="*/ 0 h 514"/>
                  <a:gd name="T42" fmla="*/ 0 w 406"/>
                  <a:gd name="T43" fmla="*/ 0 h 514"/>
                  <a:gd name="T44" fmla="*/ 0 w 406"/>
                  <a:gd name="T45" fmla="*/ 0 h 514"/>
                  <a:gd name="T46" fmla="*/ 0 w 406"/>
                  <a:gd name="T47" fmla="*/ 0 h 514"/>
                  <a:gd name="T48" fmla="*/ 0 w 406"/>
                  <a:gd name="T49" fmla="*/ 0 h 514"/>
                  <a:gd name="T50" fmla="*/ 0 w 406"/>
                  <a:gd name="T51" fmla="*/ 0 h 514"/>
                  <a:gd name="T52" fmla="*/ 0 w 406"/>
                  <a:gd name="T53" fmla="*/ 0 h 514"/>
                  <a:gd name="T54" fmla="*/ 0 w 406"/>
                  <a:gd name="T55" fmla="*/ 0 h 514"/>
                  <a:gd name="T56" fmla="*/ 0 w 406"/>
                  <a:gd name="T57" fmla="*/ 0 h 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6"/>
                  <a:gd name="T88" fmla="*/ 0 h 514"/>
                  <a:gd name="T89" fmla="*/ 406 w 406"/>
                  <a:gd name="T90" fmla="*/ 514 h 51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6" h="514">
                    <a:moveTo>
                      <a:pt x="0" y="10"/>
                    </a:moveTo>
                    <a:lnTo>
                      <a:pt x="0" y="63"/>
                    </a:lnTo>
                    <a:lnTo>
                      <a:pt x="28" y="99"/>
                    </a:lnTo>
                    <a:lnTo>
                      <a:pt x="12" y="388"/>
                    </a:lnTo>
                    <a:lnTo>
                      <a:pt x="35" y="514"/>
                    </a:lnTo>
                    <a:lnTo>
                      <a:pt x="28" y="380"/>
                    </a:lnTo>
                    <a:lnTo>
                      <a:pt x="39" y="213"/>
                    </a:lnTo>
                    <a:lnTo>
                      <a:pt x="146" y="288"/>
                    </a:lnTo>
                    <a:lnTo>
                      <a:pt x="105" y="201"/>
                    </a:lnTo>
                    <a:lnTo>
                      <a:pt x="197" y="235"/>
                    </a:lnTo>
                    <a:lnTo>
                      <a:pt x="275" y="222"/>
                    </a:lnTo>
                    <a:lnTo>
                      <a:pt x="202" y="201"/>
                    </a:lnTo>
                    <a:lnTo>
                      <a:pt x="202" y="178"/>
                    </a:lnTo>
                    <a:lnTo>
                      <a:pt x="233" y="160"/>
                    </a:lnTo>
                    <a:lnTo>
                      <a:pt x="294" y="208"/>
                    </a:lnTo>
                    <a:lnTo>
                      <a:pt x="328" y="189"/>
                    </a:lnTo>
                    <a:lnTo>
                      <a:pt x="250" y="114"/>
                    </a:lnTo>
                    <a:lnTo>
                      <a:pt x="202" y="85"/>
                    </a:lnTo>
                    <a:lnTo>
                      <a:pt x="202" y="65"/>
                    </a:lnTo>
                    <a:lnTo>
                      <a:pt x="321" y="90"/>
                    </a:lnTo>
                    <a:lnTo>
                      <a:pt x="356" y="132"/>
                    </a:lnTo>
                    <a:lnTo>
                      <a:pt x="344" y="164"/>
                    </a:lnTo>
                    <a:lnTo>
                      <a:pt x="406" y="141"/>
                    </a:lnTo>
                    <a:lnTo>
                      <a:pt x="406" y="54"/>
                    </a:lnTo>
                    <a:lnTo>
                      <a:pt x="365" y="17"/>
                    </a:lnTo>
                    <a:lnTo>
                      <a:pt x="270" y="17"/>
                    </a:lnTo>
                    <a:lnTo>
                      <a:pt x="79" y="0"/>
                    </a:lnTo>
                    <a:lnTo>
                      <a:pt x="3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1" name="Freeform 93">
                <a:extLst>
                  <a:ext uri="{FF2B5EF4-FFF2-40B4-BE49-F238E27FC236}">
                    <a16:creationId xmlns:a16="http://schemas.microsoft.com/office/drawing/2014/main" id="{44313258-4669-D744-BB52-4424D3403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81"/>
                <a:ext cx="6" cy="8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0 w 44"/>
                  <a:gd name="T5" fmla="*/ 0 h 62"/>
                  <a:gd name="T6" fmla="*/ 0 w 44"/>
                  <a:gd name="T7" fmla="*/ 0 h 62"/>
                  <a:gd name="T8" fmla="*/ 0 w 4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62"/>
                  <a:gd name="T17" fmla="*/ 44 w 44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62">
                    <a:moveTo>
                      <a:pt x="0" y="46"/>
                    </a:moveTo>
                    <a:lnTo>
                      <a:pt x="28" y="62"/>
                    </a:lnTo>
                    <a:lnTo>
                      <a:pt x="44" y="49"/>
                    </a:lnTo>
                    <a:lnTo>
                      <a:pt x="35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2" name="Freeform 94">
                <a:extLst>
                  <a:ext uri="{FF2B5EF4-FFF2-40B4-BE49-F238E27FC236}">
                    <a16:creationId xmlns:a16="http://schemas.microsoft.com/office/drawing/2014/main" id="{0709B49B-CFCD-D849-B8D5-3ABBD0A5E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73"/>
                <a:ext cx="81" cy="43"/>
              </a:xfrm>
              <a:custGeom>
                <a:avLst/>
                <a:gdLst>
                  <a:gd name="T0" fmla="*/ 0 w 647"/>
                  <a:gd name="T1" fmla="*/ 0 h 347"/>
                  <a:gd name="T2" fmla="*/ 0 w 647"/>
                  <a:gd name="T3" fmla="*/ 0 h 347"/>
                  <a:gd name="T4" fmla="*/ 0 w 647"/>
                  <a:gd name="T5" fmla="*/ 0 h 347"/>
                  <a:gd name="T6" fmla="*/ 0 w 647"/>
                  <a:gd name="T7" fmla="*/ 0 h 347"/>
                  <a:gd name="T8" fmla="*/ 0 w 647"/>
                  <a:gd name="T9" fmla="*/ 0 h 347"/>
                  <a:gd name="T10" fmla="*/ 0 w 647"/>
                  <a:gd name="T11" fmla="*/ 0 h 347"/>
                  <a:gd name="T12" fmla="*/ 0 w 647"/>
                  <a:gd name="T13" fmla="*/ 0 h 347"/>
                  <a:gd name="T14" fmla="*/ 0 w 647"/>
                  <a:gd name="T15" fmla="*/ 0 h 347"/>
                  <a:gd name="T16" fmla="*/ 0 w 647"/>
                  <a:gd name="T17" fmla="*/ 0 h 347"/>
                  <a:gd name="T18" fmla="*/ 0 w 647"/>
                  <a:gd name="T19" fmla="*/ 0 h 347"/>
                  <a:gd name="T20" fmla="*/ 0 w 647"/>
                  <a:gd name="T21" fmla="*/ 0 h 347"/>
                  <a:gd name="T22" fmla="*/ 0 w 647"/>
                  <a:gd name="T23" fmla="*/ 0 h 347"/>
                  <a:gd name="T24" fmla="*/ 0 w 647"/>
                  <a:gd name="T25" fmla="*/ 0 h 347"/>
                  <a:gd name="T26" fmla="*/ 0 w 647"/>
                  <a:gd name="T27" fmla="*/ 0 h 347"/>
                  <a:gd name="T28" fmla="*/ 0 w 647"/>
                  <a:gd name="T29" fmla="*/ 0 h 347"/>
                  <a:gd name="T30" fmla="*/ 0 w 647"/>
                  <a:gd name="T31" fmla="*/ 0 h 347"/>
                  <a:gd name="T32" fmla="*/ 0 w 647"/>
                  <a:gd name="T33" fmla="*/ 0 h 347"/>
                  <a:gd name="T34" fmla="*/ 0 w 647"/>
                  <a:gd name="T35" fmla="*/ 0 h 347"/>
                  <a:gd name="T36" fmla="*/ 0 w 647"/>
                  <a:gd name="T37" fmla="*/ 0 h 347"/>
                  <a:gd name="T38" fmla="*/ 0 w 647"/>
                  <a:gd name="T39" fmla="*/ 0 h 347"/>
                  <a:gd name="T40" fmla="*/ 0 w 647"/>
                  <a:gd name="T41" fmla="*/ 0 h 347"/>
                  <a:gd name="T42" fmla="*/ 0 w 647"/>
                  <a:gd name="T43" fmla="*/ 0 h 3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47"/>
                  <a:gd name="T67" fmla="*/ 0 h 347"/>
                  <a:gd name="T68" fmla="*/ 647 w 647"/>
                  <a:gd name="T69" fmla="*/ 347 h 3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47" h="347">
                    <a:moveTo>
                      <a:pt x="509" y="114"/>
                    </a:moveTo>
                    <a:lnTo>
                      <a:pt x="466" y="117"/>
                    </a:lnTo>
                    <a:lnTo>
                      <a:pt x="374" y="29"/>
                    </a:lnTo>
                    <a:lnTo>
                      <a:pt x="311" y="0"/>
                    </a:lnTo>
                    <a:lnTo>
                      <a:pt x="219" y="31"/>
                    </a:lnTo>
                    <a:lnTo>
                      <a:pt x="219" y="57"/>
                    </a:lnTo>
                    <a:lnTo>
                      <a:pt x="258" y="64"/>
                    </a:lnTo>
                    <a:lnTo>
                      <a:pt x="120" y="105"/>
                    </a:lnTo>
                    <a:lnTo>
                      <a:pt x="0" y="181"/>
                    </a:lnTo>
                    <a:lnTo>
                      <a:pt x="23" y="225"/>
                    </a:lnTo>
                    <a:lnTo>
                      <a:pt x="95" y="220"/>
                    </a:lnTo>
                    <a:lnTo>
                      <a:pt x="157" y="237"/>
                    </a:lnTo>
                    <a:lnTo>
                      <a:pt x="240" y="193"/>
                    </a:lnTo>
                    <a:lnTo>
                      <a:pt x="357" y="211"/>
                    </a:lnTo>
                    <a:lnTo>
                      <a:pt x="461" y="200"/>
                    </a:lnTo>
                    <a:lnTo>
                      <a:pt x="521" y="257"/>
                    </a:lnTo>
                    <a:lnTo>
                      <a:pt x="567" y="279"/>
                    </a:lnTo>
                    <a:lnTo>
                      <a:pt x="620" y="347"/>
                    </a:lnTo>
                    <a:lnTo>
                      <a:pt x="647" y="334"/>
                    </a:lnTo>
                    <a:lnTo>
                      <a:pt x="643" y="225"/>
                    </a:lnTo>
                    <a:lnTo>
                      <a:pt x="567" y="105"/>
                    </a:lnTo>
                    <a:lnTo>
                      <a:pt x="509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3" name="Freeform 95">
                <a:extLst>
                  <a:ext uri="{FF2B5EF4-FFF2-40B4-BE49-F238E27FC236}">
                    <a16:creationId xmlns:a16="http://schemas.microsoft.com/office/drawing/2014/main" id="{E5814C25-C36D-3046-9616-E9938E59D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3"/>
                <a:ext cx="9" cy="11"/>
              </a:xfrm>
              <a:custGeom>
                <a:avLst/>
                <a:gdLst>
                  <a:gd name="T0" fmla="*/ 0 w 72"/>
                  <a:gd name="T1" fmla="*/ 0 h 86"/>
                  <a:gd name="T2" fmla="*/ 0 w 72"/>
                  <a:gd name="T3" fmla="*/ 0 h 86"/>
                  <a:gd name="T4" fmla="*/ 0 w 72"/>
                  <a:gd name="T5" fmla="*/ 0 h 86"/>
                  <a:gd name="T6" fmla="*/ 0 w 72"/>
                  <a:gd name="T7" fmla="*/ 0 h 86"/>
                  <a:gd name="T8" fmla="*/ 0 w 72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86"/>
                  <a:gd name="T17" fmla="*/ 72 w 72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86">
                    <a:moveTo>
                      <a:pt x="0" y="55"/>
                    </a:moveTo>
                    <a:lnTo>
                      <a:pt x="37" y="86"/>
                    </a:lnTo>
                    <a:lnTo>
                      <a:pt x="72" y="24"/>
                    </a:lnTo>
                    <a:lnTo>
                      <a:pt x="60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4" name="Freeform 96">
                <a:extLst>
                  <a:ext uri="{FF2B5EF4-FFF2-40B4-BE49-F238E27FC236}">
                    <a16:creationId xmlns:a16="http://schemas.microsoft.com/office/drawing/2014/main" id="{E1B5EB86-329C-9F4E-81B5-78F3630B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07"/>
                <a:ext cx="38" cy="16"/>
              </a:xfrm>
              <a:custGeom>
                <a:avLst/>
                <a:gdLst>
                  <a:gd name="T0" fmla="*/ 0 w 302"/>
                  <a:gd name="T1" fmla="*/ 0 h 129"/>
                  <a:gd name="T2" fmla="*/ 0 w 302"/>
                  <a:gd name="T3" fmla="*/ 0 h 129"/>
                  <a:gd name="T4" fmla="*/ 0 w 302"/>
                  <a:gd name="T5" fmla="*/ 0 h 129"/>
                  <a:gd name="T6" fmla="*/ 0 w 302"/>
                  <a:gd name="T7" fmla="*/ 0 h 129"/>
                  <a:gd name="T8" fmla="*/ 0 w 302"/>
                  <a:gd name="T9" fmla="*/ 0 h 129"/>
                  <a:gd name="T10" fmla="*/ 0 w 302"/>
                  <a:gd name="T11" fmla="*/ 0 h 129"/>
                  <a:gd name="T12" fmla="*/ 0 w 302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2"/>
                  <a:gd name="T22" fmla="*/ 0 h 129"/>
                  <a:gd name="T23" fmla="*/ 302 w 302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2" h="129">
                    <a:moveTo>
                      <a:pt x="0" y="26"/>
                    </a:moveTo>
                    <a:lnTo>
                      <a:pt x="48" y="0"/>
                    </a:lnTo>
                    <a:lnTo>
                      <a:pt x="302" y="42"/>
                    </a:lnTo>
                    <a:lnTo>
                      <a:pt x="279" y="129"/>
                    </a:lnTo>
                    <a:lnTo>
                      <a:pt x="228" y="98"/>
                    </a:lnTo>
                    <a:lnTo>
                      <a:pt x="30" y="9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5" name="Freeform 97">
                <a:extLst>
                  <a:ext uri="{FF2B5EF4-FFF2-40B4-BE49-F238E27FC236}">
                    <a16:creationId xmlns:a16="http://schemas.microsoft.com/office/drawing/2014/main" id="{91F7BFC3-B24D-6848-92F8-2AE3EFAB0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85"/>
                <a:ext cx="159" cy="86"/>
              </a:xfrm>
              <a:custGeom>
                <a:avLst/>
                <a:gdLst>
                  <a:gd name="T0" fmla="*/ 0 w 1275"/>
                  <a:gd name="T1" fmla="*/ 0 h 682"/>
                  <a:gd name="T2" fmla="*/ 0 w 1275"/>
                  <a:gd name="T3" fmla="*/ 0 h 682"/>
                  <a:gd name="T4" fmla="*/ 0 w 1275"/>
                  <a:gd name="T5" fmla="*/ 0 h 682"/>
                  <a:gd name="T6" fmla="*/ 0 w 1275"/>
                  <a:gd name="T7" fmla="*/ 0 h 682"/>
                  <a:gd name="T8" fmla="*/ 0 w 1275"/>
                  <a:gd name="T9" fmla="*/ 0 h 682"/>
                  <a:gd name="T10" fmla="*/ 0 w 1275"/>
                  <a:gd name="T11" fmla="*/ 0 h 682"/>
                  <a:gd name="T12" fmla="*/ 0 w 1275"/>
                  <a:gd name="T13" fmla="*/ 0 h 682"/>
                  <a:gd name="T14" fmla="*/ 0 w 1275"/>
                  <a:gd name="T15" fmla="*/ 0 h 682"/>
                  <a:gd name="T16" fmla="*/ 0 w 1275"/>
                  <a:gd name="T17" fmla="*/ 0 h 682"/>
                  <a:gd name="T18" fmla="*/ 0 w 1275"/>
                  <a:gd name="T19" fmla="*/ 0 h 682"/>
                  <a:gd name="T20" fmla="*/ 0 w 1275"/>
                  <a:gd name="T21" fmla="*/ 0 h 682"/>
                  <a:gd name="T22" fmla="*/ 0 w 1275"/>
                  <a:gd name="T23" fmla="*/ 0 h 682"/>
                  <a:gd name="T24" fmla="*/ 0 w 1275"/>
                  <a:gd name="T25" fmla="*/ 0 h 682"/>
                  <a:gd name="T26" fmla="*/ 0 w 1275"/>
                  <a:gd name="T27" fmla="*/ 0 h 682"/>
                  <a:gd name="T28" fmla="*/ 0 w 1275"/>
                  <a:gd name="T29" fmla="*/ 0 h 682"/>
                  <a:gd name="T30" fmla="*/ 0 w 1275"/>
                  <a:gd name="T31" fmla="*/ 0 h 682"/>
                  <a:gd name="T32" fmla="*/ 0 w 1275"/>
                  <a:gd name="T33" fmla="*/ 0 h 682"/>
                  <a:gd name="T34" fmla="*/ 0 w 1275"/>
                  <a:gd name="T35" fmla="*/ 0 h 682"/>
                  <a:gd name="T36" fmla="*/ 0 w 1275"/>
                  <a:gd name="T37" fmla="*/ 0 h 682"/>
                  <a:gd name="T38" fmla="*/ 0 w 1275"/>
                  <a:gd name="T39" fmla="*/ 0 h 682"/>
                  <a:gd name="T40" fmla="*/ 0 w 1275"/>
                  <a:gd name="T41" fmla="*/ 0 h 682"/>
                  <a:gd name="T42" fmla="*/ 0 w 1275"/>
                  <a:gd name="T43" fmla="*/ 0 h 682"/>
                  <a:gd name="T44" fmla="*/ 0 w 1275"/>
                  <a:gd name="T45" fmla="*/ 0 h 682"/>
                  <a:gd name="T46" fmla="*/ 0 w 1275"/>
                  <a:gd name="T47" fmla="*/ 0 h 682"/>
                  <a:gd name="T48" fmla="*/ 0 w 1275"/>
                  <a:gd name="T49" fmla="*/ 0 h 682"/>
                  <a:gd name="T50" fmla="*/ 0 w 1275"/>
                  <a:gd name="T51" fmla="*/ 0 h 682"/>
                  <a:gd name="T52" fmla="*/ 0 w 1275"/>
                  <a:gd name="T53" fmla="*/ 0 h 682"/>
                  <a:gd name="T54" fmla="*/ 0 w 1275"/>
                  <a:gd name="T55" fmla="*/ 0 h 682"/>
                  <a:gd name="T56" fmla="*/ 0 w 1275"/>
                  <a:gd name="T57" fmla="*/ 0 h 682"/>
                  <a:gd name="T58" fmla="*/ 0 w 1275"/>
                  <a:gd name="T59" fmla="*/ 0 h 682"/>
                  <a:gd name="T60" fmla="*/ 0 w 1275"/>
                  <a:gd name="T61" fmla="*/ 0 h 682"/>
                  <a:gd name="T62" fmla="*/ 0 w 1275"/>
                  <a:gd name="T63" fmla="*/ 0 h 682"/>
                  <a:gd name="T64" fmla="*/ 0 w 1275"/>
                  <a:gd name="T65" fmla="*/ 0 h 682"/>
                  <a:gd name="T66" fmla="*/ 0 w 1275"/>
                  <a:gd name="T67" fmla="*/ 0 h 682"/>
                  <a:gd name="T68" fmla="*/ 0 w 1275"/>
                  <a:gd name="T69" fmla="*/ 0 h 682"/>
                  <a:gd name="T70" fmla="*/ 0 w 1275"/>
                  <a:gd name="T71" fmla="*/ 0 h 6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275"/>
                  <a:gd name="T109" fmla="*/ 0 h 682"/>
                  <a:gd name="T110" fmla="*/ 1275 w 1275"/>
                  <a:gd name="T111" fmla="*/ 682 h 6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275" h="682">
                    <a:moveTo>
                      <a:pt x="934" y="170"/>
                    </a:moveTo>
                    <a:lnTo>
                      <a:pt x="1037" y="159"/>
                    </a:lnTo>
                    <a:lnTo>
                      <a:pt x="1037" y="136"/>
                    </a:lnTo>
                    <a:lnTo>
                      <a:pt x="970" y="92"/>
                    </a:lnTo>
                    <a:lnTo>
                      <a:pt x="834" y="42"/>
                    </a:lnTo>
                    <a:lnTo>
                      <a:pt x="730" y="25"/>
                    </a:lnTo>
                    <a:lnTo>
                      <a:pt x="431" y="7"/>
                    </a:lnTo>
                    <a:lnTo>
                      <a:pt x="652" y="0"/>
                    </a:lnTo>
                    <a:lnTo>
                      <a:pt x="868" y="18"/>
                    </a:lnTo>
                    <a:lnTo>
                      <a:pt x="1037" y="73"/>
                    </a:lnTo>
                    <a:lnTo>
                      <a:pt x="1157" y="154"/>
                    </a:lnTo>
                    <a:lnTo>
                      <a:pt x="1249" y="251"/>
                    </a:lnTo>
                    <a:lnTo>
                      <a:pt x="1275" y="325"/>
                    </a:lnTo>
                    <a:lnTo>
                      <a:pt x="1275" y="387"/>
                    </a:lnTo>
                    <a:lnTo>
                      <a:pt x="1217" y="449"/>
                    </a:lnTo>
                    <a:lnTo>
                      <a:pt x="1104" y="530"/>
                    </a:lnTo>
                    <a:lnTo>
                      <a:pt x="943" y="578"/>
                    </a:lnTo>
                    <a:lnTo>
                      <a:pt x="730" y="631"/>
                    </a:lnTo>
                    <a:lnTo>
                      <a:pt x="315" y="664"/>
                    </a:lnTo>
                    <a:lnTo>
                      <a:pt x="0" y="682"/>
                    </a:lnTo>
                    <a:lnTo>
                      <a:pt x="703" y="504"/>
                    </a:lnTo>
                    <a:lnTo>
                      <a:pt x="864" y="449"/>
                    </a:lnTo>
                    <a:lnTo>
                      <a:pt x="952" y="407"/>
                    </a:lnTo>
                    <a:lnTo>
                      <a:pt x="975" y="387"/>
                    </a:lnTo>
                    <a:lnTo>
                      <a:pt x="970" y="374"/>
                    </a:lnTo>
                    <a:lnTo>
                      <a:pt x="917" y="367"/>
                    </a:lnTo>
                    <a:lnTo>
                      <a:pt x="1074" y="325"/>
                    </a:lnTo>
                    <a:lnTo>
                      <a:pt x="1086" y="304"/>
                    </a:lnTo>
                    <a:lnTo>
                      <a:pt x="1157" y="306"/>
                    </a:lnTo>
                    <a:lnTo>
                      <a:pt x="1161" y="284"/>
                    </a:lnTo>
                    <a:lnTo>
                      <a:pt x="1136" y="271"/>
                    </a:lnTo>
                    <a:lnTo>
                      <a:pt x="1018" y="242"/>
                    </a:lnTo>
                    <a:lnTo>
                      <a:pt x="1123" y="242"/>
                    </a:lnTo>
                    <a:lnTo>
                      <a:pt x="1123" y="216"/>
                    </a:lnTo>
                    <a:lnTo>
                      <a:pt x="1044" y="189"/>
                    </a:lnTo>
                    <a:lnTo>
                      <a:pt x="934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6" name="Freeform 98">
                <a:extLst>
                  <a:ext uri="{FF2B5EF4-FFF2-40B4-BE49-F238E27FC236}">
                    <a16:creationId xmlns:a16="http://schemas.microsoft.com/office/drawing/2014/main" id="{02236038-14D2-6043-B0A3-479071D3C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85"/>
                <a:ext cx="174" cy="170"/>
              </a:xfrm>
              <a:custGeom>
                <a:avLst/>
                <a:gdLst>
                  <a:gd name="T0" fmla="*/ 0 w 1400"/>
                  <a:gd name="T1" fmla="*/ 0 h 1354"/>
                  <a:gd name="T2" fmla="*/ 0 w 1400"/>
                  <a:gd name="T3" fmla="*/ 0 h 1354"/>
                  <a:gd name="T4" fmla="*/ 0 w 1400"/>
                  <a:gd name="T5" fmla="*/ 0 h 1354"/>
                  <a:gd name="T6" fmla="*/ 0 w 1400"/>
                  <a:gd name="T7" fmla="*/ 0 h 1354"/>
                  <a:gd name="T8" fmla="*/ 0 w 1400"/>
                  <a:gd name="T9" fmla="*/ 0 h 1354"/>
                  <a:gd name="T10" fmla="*/ 0 w 1400"/>
                  <a:gd name="T11" fmla="*/ 0 h 1354"/>
                  <a:gd name="T12" fmla="*/ 0 w 1400"/>
                  <a:gd name="T13" fmla="*/ 0 h 1354"/>
                  <a:gd name="T14" fmla="*/ 0 w 1400"/>
                  <a:gd name="T15" fmla="*/ 0 h 1354"/>
                  <a:gd name="T16" fmla="*/ 0 w 1400"/>
                  <a:gd name="T17" fmla="*/ 0 h 1354"/>
                  <a:gd name="T18" fmla="*/ 0 w 1400"/>
                  <a:gd name="T19" fmla="*/ 0 h 1354"/>
                  <a:gd name="T20" fmla="*/ 0 w 1400"/>
                  <a:gd name="T21" fmla="*/ 0 h 1354"/>
                  <a:gd name="T22" fmla="*/ 0 w 1400"/>
                  <a:gd name="T23" fmla="*/ 0 h 1354"/>
                  <a:gd name="T24" fmla="*/ 0 w 1400"/>
                  <a:gd name="T25" fmla="*/ 0 h 1354"/>
                  <a:gd name="T26" fmla="*/ 0 w 1400"/>
                  <a:gd name="T27" fmla="*/ 0 h 1354"/>
                  <a:gd name="T28" fmla="*/ 0 w 1400"/>
                  <a:gd name="T29" fmla="*/ 0 h 1354"/>
                  <a:gd name="T30" fmla="*/ 0 w 1400"/>
                  <a:gd name="T31" fmla="*/ 0 h 1354"/>
                  <a:gd name="T32" fmla="*/ 0 w 1400"/>
                  <a:gd name="T33" fmla="*/ 0 h 1354"/>
                  <a:gd name="T34" fmla="*/ 0 w 1400"/>
                  <a:gd name="T35" fmla="*/ 0 h 1354"/>
                  <a:gd name="T36" fmla="*/ 0 w 1400"/>
                  <a:gd name="T37" fmla="*/ 0 h 1354"/>
                  <a:gd name="T38" fmla="*/ 0 w 1400"/>
                  <a:gd name="T39" fmla="*/ 0 h 1354"/>
                  <a:gd name="T40" fmla="*/ 0 w 1400"/>
                  <a:gd name="T41" fmla="*/ 0 h 1354"/>
                  <a:gd name="T42" fmla="*/ 0 w 1400"/>
                  <a:gd name="T43" fmla="*/ 0 h 1354"/>
                  <a:gd name="T44" fmla="*/ 0 w 1400"/>
                  <a:gd name="T45" fmla="*/ 0 h 1354"/>
                  <a:gd name="T46" fmla="*/ 0 w 1400"/>
                  <a:gd name="T47" fmla="*/ 0 h 1354"/>
                  <a:gd name="T48" fmla="*/ 0 w 1400"/>
                  <a:gd name="T49" fmla="*/ 0 h 1354"/>
                  <a:gd name="T50" fmla="*/ 0 w 1400"/>
                  <a:gd name="T51" fmla="*/ 0 h 1354"/>
                  <a:gd name="T52" fmla="*/ 0 w 1400"/>
                  <a:gd name="T53" fmla="*/ 0 h 1354"/>
                  <a:gd name="T54" fmla="*/ 0 w 1400"/>
                  <a:gd name="T55" fmla="*/ 0 h 1354"/>
                  <a:gd name="T56" fmla="*/ 0 w 1400"/>
                  <a:gd name="T57" fmla="*/ 0 h 1354"/>
                  <a:gd name="T58" fmla="*/ 0 w 1400"/>
                  <a:gd name="T59" fmla="*/ 0 h 1354"/>
                  <a:gd name="T60" fmla="*/ 0 w 1400"/>
                  <a:gd name="T61" fmla="*/ 0 h 1354"/>
                  <a:gd name="T62" fmla="*/ 0 w 1400"/>
                  <a:gd name="T63" fmla="*/ 0 h 1354"/>
                  <a:gd name="T64" fmla="*/ 0 w 1400"/>
                  <a:gd name="T65" fmla="*/ 0 h 1354"/>
                  <a:gd name="T66" fmla="*/ 0 w 1400"/>
                  <a:gd name="T67" fmla="*/ 0 h 1354"/>
                  <a:gd name="T68" fmla="*/ 0 w 1400"/>
                  <a:gd name="T69" fmla="*/ 0 h 1354"/>
                  <a:gd name="T70" fmla="*/ 0 w 1400"/>
                  <a:gd name="T71" fmla="*/ 0 h 1354"/>
                  <a:gd name="T72" fmla="*/ 0 w 1400"/>
                  <a:gd name="T73" fmla="*/ 0 h 1354"/>
                  <a:gd name="T74" fmla="*/ 0 w 1400"/>
                  <a:gd name="T75" fmla="*/ 0 h 13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400"/>
                  <a:gd name="T115" fmla="*/ 0 h 1354"/>
                  <a:gd name="T116" fmla="*/ 1400 w 1400"/>
                  <a:gd name="T117" fmla="*/ 1354 h 135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400" h="1354">
                    <a:moveTo>
                      <a:pt x="585" y="668"/>
                    </a:moveTo>
                    <a:lnTo>
                      <a:pt x="486" y="811"/>
                    </a:lnTo>
                    <a:lnTo>
                      <a:pt x="468" y="885"/>
                    </a:lnTo>
                    <a:lnTo>
                      <a:pt x="413" y="947"/>
                    </a:lnTo>
                    <a:lnTo>
                      <a:pt x="352" y="1130"/>
                    </a:lnTo>
                    <a:lnTo>
                      <a:pt x="277" y="1118"/>
                    </a:lnTo>
                    <a:lnTo>
                      <a:pt x="233" y="1002"/>
                    </a:lnTo>
                    <a:lnTo>
                      <a:pt x="171" y="975"/>
                    </a:lnTo>
                    <a:lnTo>
                      <a:pt x="110" y="991"/>
                    </a:lnTo>
                    <a:lnTo>
                      <a:pt x="67" y="1064"/>
                    </a:lnTo>
                    <a:lnTo>
                      <a:pt x="97" y="1354"/>
                    </a:lnTo>
                    <a:lnTo>
                      <a:pt x="46" y="1263"/>
                    </a:lnTo>
                    <a:lnTo>
                      <a:pt x="0" y="730"/>
                    </a:lnTo>
                    <a:lnTo>
                      <a:pt x="40" y="627"/>
                    </a:lnTo>
                    <a:lnTo>
                      <a:pt x="110" y="438"/>
                    </a:lnTo>
                    <a:lnTo>
                      <a:pt x="270" y="242"/>
                    </a:lnTo>
                    <a:lnTo>
                      <a:pt x="486" y="71"/>
                    </a:lnTo>
                    <a:lnTo>
                      <a:pt x="754" y="11"/>
                    </a:lnTo>
                    <a:lnTo>
                      <a:pt x="976" y="0"/>
                    </a:lnTo>
                    <a:lnTo>
                      <a:pt x="1095" y="55"/>
                    </a:lnTo>
                    <a:lnTo>
                      <a:pt x="1160" y="124"/>
                    </a:lnTo>
                    <a:lnTo>
                      <a:pt x="1286" y="165"/>
                    </a:lnTo>
                    <a:lnTo>
                      <a:pt x="1240" y="165"/>
                    </a:lnTo>
                    <a:lnTo>
                      <a:pt x="1240" y="189"/>
                    </a:lnTo>
                    <a:lnTo>
                      <a:pt x="1342" y="223"/>
                    </a:lnTo>
                    <a:lnTo>
                      <a:pt x="1270" y="251"/>
                    </a:lnTo>
                    <a:lnTo>
                      <a:pt x="1277" y="271"/>
                    </a:lnTo>
                    <a:lnTo>
                      <a:pt x="1314" y="290"/>
                    </a:lnTo>
                    <a:lnTo>
                      <a:pt x="1229" y="318"/>
                    </a:lnTo>
                    <a:lnTo>
                      <a:pt x="1277" y="365"/>
                    </a:lnTo>
                    <a:lnTo>
                      <a:pt x="1125" y="403"/>
                    </a:lnTo>
                    <a:lnTo>
                      <a:pt x="1125" y="413"/>
                    </a:lnTo>
                    <a:lnTo>
                      <a:pt x="1266" y="424"/>
                    </a:lnTo>
                    <a:lnTo>
                      <a:pt x="1116" y="470"/>
                    </a:lnTo>
                    <a:lnTo>
                      <a:pt x="1400" y="438"/>
                    </a:lnTo>
                    <a:lnTo>
                      <a:pt x="1383" y="530"/>
                    </a:lnTo>
                    <a:lnTo>
                      <a:pt x="864" y="631"/>
                    </a:lnTo>
                    <a:lnTo>
                      <a:pt x="585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7" name="Freeform 99">
                <a:extLst>
                  <a:ext uri="{FF2B5EF4-FFF2-40B4-BE49-F238E27FC236}">
                    <a16:creationId xmlns:a16="http://schemas.microsoft.com/office/drawing/2014/main" id="{891CE82F-B312-2A41-9A1C-6ECBFB3CC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541"/>
                <a:ext cx="71" cy="197"/>
              </a:xfrm>
              <a:custGeom>
                <a:avLst/>
                <a:gdLst>
                  <a:gd name="T0" fmla="*/ 0 w 567"/>
                  <a:gd name="T1" fmla="*/ 0 h 1578"/>
                  <a:gd name="T2" fmla="*/ 0 w 567"/>
                  <a:gd name="T3" fmla="*/ 0 h 1578"/>
                  <a:gd name="T4" fmla="*/ 0 w 567"/>
                  <a:gd name="T5" fmla="*/ 0 h 1578"/>
                  <a:gd name="T6" fmla="*/ 0 w 567"/>
                  <a:gd name="T7" fmla="*/ 0 h 1578"/>
                  <a:gd name="T8" fmla="*/ 0 w 567"/>
                  <a:gd name="T9" fmla="*/ 0 h 1578"/>
                  <a:gd name="T10" fmla="*/ 0 w 567"/>
                  <a:gd name="T11" fmla="*/ 0 h 1578"/>
                  <a:gd name="T12" fmla="*/ 0 w 567"/>
                  <a:gd name="T13" fmla="*/ 0 h 1578"/>
                  <a:gd name="T14" fmla="*/ 0 w 567"/>
                  <a:gd name="T15" fmla="*/ 0 h 1578"/>
                  <a:gd name="T16" fmla="*/ 0 w 567"/>
                  <a:gd name="T17" fmla="*/ 0 h 1578"/>
                  <a:gd name="T18" fmla="*/ 0 w 567"/>
                  <a:gd name="T19" fmla="*/ 0 h 1578"/>
                  <a:gd name="T20" fmla="*/ 0 w 567"/>
                  <a:gd name="T21" fmla="*/ 0 h 1578"/>
                  <a:gd name="T22" fmla="*/ 0 w 567"/>
                  <a:gd name="T23" fmla="*/ 0 h 1578"/>
                  <a:gd name="T24" fmla="*/ 0 w 567"/>
                  <a:gd name="T25" fmla="*/ 0 h 1578"/>
                  <a:gd name="T26" fmla="*/ 0 w 567"/>
                  <a:gd name="T27" fmla="*/ 0 h 1578"/>
                  <a:gd name="T28" fmla="*/ 0 w 567"/>
                  <a:gd name="T29" fmla="*/ 0 h 1578"/>
                  <a:gd name="T30" fmla="*/ 0 w 567"/>
                  <a:gd name="T31" fmla="*/ 0 h 1578"/>
                  <a:gd name="T32" fmla="*/ 0 w 567"/>
                  <a:gd name="T33" fmla="*/ 0 h 1578"/>
                  <a:gd name="T34" fmla="*/ 0 w 567"/>
                  <a:gd name="T35" fmla="*/ 0 h 1578"/>
                  <a:gd name="T36" fmla="*/ 0 w 567"/>
                  <a:gd name="T37" fmla="*/ 0 h 1578"/>
                  <a:gd name="T38" fmla="*/ 0 w 567"/>
                  <a:gd name="T39" fmla="*/ 0 h 1578"/>
                  <a:gd name="T40" fmla="*/ 0 w 567"/>
                  <a:gd name="T41" fmla="*/ 0 h 1578"/>
                  <a:gd name="T42" fmla="*/ 0 w 567"/>
                  <a:gd name="T43" fmla="*/ 0 h 1578"/>
                  <a:gd name="T44" fmla="*/ 0 w 567"/>
                  <a:gd name="T45" fmla="*/ 0 h 1578"/>
                  <a:gd name="T46" fmla="*/ 0 w 567"/>
                  <a:gd name="T47" fmla="*/ 0 h 1578"/>
                  <a:gd name="T48" fmla="*/ 0 w 567"/>
                  <a:gd name="T49" fmla="*/ 0 h 1578"/>
                  <a:gd name="T50" fmla="*/ 0 w 567"/>
                  <a:gd name="T51" fmla="*/ 0 h 1578"/>
                  <a:gd name="T52" fmla="*/ 0 w 567"/>
                  <a:gd name="T53" fmla="*/ 0 h 1578"/>
                  <a:gd name="T54" fmla="*/ 0 w 567"/>
                  <a:gd name="T55" fmla="*/ 0 h 1578"/>
                  <a:gd name="T56" fmla="*/ 0 w 567"/>
                  <a:gd name="T57" fmla="*/ 0 h 1578"/>
                  <a:gd name="T58" fmla="*/ 0 w 567"/>
                  <a:gd name="T59" fmla="*/ 0 h 157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67"/>
                  <a:gd name="T91" fmla="*/ 0 h 1578"/>
                  <a:gd name="T92" fmla="*/ 567 w 567"/>
                  <a:gd name="T93" fmla="*/ 1578 h 157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67" h="1578">
                    <a:moveTo>
                      <a:pt x="320" y="150"/>
                    </a:moveTo>
                    <a:lnTo>
                      <a:pt x="358" y="245"/>
                    </a:lnTo>
                    <a:lnTo>
                      <a:pt x="358" y="635"/>
                    </a:lnTo>
                    <a:lnTo>
                      <a:pt x="304" y="761"/>
                    </a:lnTo>
                    <a:lnTo>
                      <a:pt x="304" y="904"/>
                    </a:lnTo>
                    <a:lnTo>
                      <a:pt x="239" y="1119"/>
                    </a:lnTo>
                    <a:lnTo>
                      <a:pt x="147" y="1255"/>
                    </a:lnTo>
                    <a:lnTo>
                      <a:pt x="0" y="1578"/>
                    </a:lnTo>
                    <a:lnTo>
                      <a:pt x="90" y="1471"/>
                    </a:lnTo>
                    <a:lnTo>
                      <a:pt x="198" y="1211"/>
                    </a:lnTo>
                    <a:lnTo>
                      <a:pt x="270" y="1105"/>
                    </a:lnTo>
                    <a:lnTo>
                      <a:pt x="341" y="941"/>
                    </a:lnTo>
                    <a:lnTo>
                      <a:pt x="341" y="794"/>
                    </a:lnTo>
                    <a:lnTo>
                      <a:pt x="484" y="704"/>
                    </a:lnTo>
                    <a:lnTo>
                      <a:pt x="567" y="455"/>
                    </a:lnTo>
                    <a:lnTo>
                      <a:pt x="567" y="261"/>
                    </a:lnTo>
                    <a:lnTo>
                      <a:pt x="558" y="121"/>
                    </a:lnTo>
                    <a:lnTo>
                      <a:pt x="532" y="42"/>
                    </a:lnTo>
                    <a:lnTo>
                      <a:pt x="468" y="0"/>
                    </a:lnTo>
                    <a:lnTo>
                      <a:pt x="521" y="60"/>
                    </a:lnTo>
                    <a:lnTo>
                      <a:pt x="532" y="110"/>
                    </a:lnTo>
                    <a:lnTo>
                      <a:pt x="521" y="139"/>
                    </a:lnTo>
                    <a:lnTo>
                      <a:pt x="444" y="90"/>
                    </a:lnTo>
                    <a:lnTo>
                      <a:pt x="437" y="97"/>
                    </a:lnTo>
                    <a:lnTo>
                      <a:pt x="488" y="178"/>
                    </a:lnTo>
                    <a:lnTo>
                      <a:pt x="505" y="305"/>
                    </a:lnTo>
                    <a:lnTo>
                      <a:pt x="505" y="429"/>
                    </a:lnTo>
                    <a:lnTo>
                      <a:pt x="468" y="275"/>
                    </a:lnTo>
                    <a:lnTo>
                      <a:pt x="345" y="110"/>
                    </a:lnTo>
                    <a:lnTo>
                      <a:pt x="320" y="1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8" name="Freeform 100">
                <a:extLst>
                  <a:ext uri="{FF2B5EF4-FFF2-40B4-BE49-F238E27FC236}">
                    <a16:creationId xmlns:a16="http://schemas.microsoft.com/office/drawing/2014/main" id="{DEBE44D6-3AE1-2643-B10D-D914F02D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55"/>
                <a:ext cx="132" cy="131"/>
              </a:xfrm>
              <a:custGeom>
                <a:avLst/>
                <a:gdLst>
                  <a:gd name="T0" fmla="*/ 0 w 1057"/>
                  <a:gd name="T1" fmla="*/ 0 h 1050"/>
                  <a:gd name="T2" fmla="*/ 0 w 1057"/>
                  <a:gd name="T3" fmla="*/ 0 h 1050"/>
                  <a:gd name="T4" fmla="*/ 0 w 1057"/>
                  <a:gd name="T5" fmla="*/ 0 h 1050"/>
                  <a:gd name="T6" fmla="*/ 0 w 1057"/>
                  <a:gd name="T7" fmla="*/ 0 h 1050"/>
                  <a:gd name="T8" fmla="*/ 0 w 1057"/>
                  <a:gd name="T9" fmla="*/ 0 h 1050"/>
                  <a:gd name="T10" fmla="*/ 0 w 1057"/>
                  <a:gd name="T11" fmla="*/ 0 h 1050"/>
                  <a:gd name="T12" fmla="*/ 0 w 1057"/>
                  <a:gd name="T13" fmla="*/ 0 h 1050"/>
                  <a:gd name="T14" fmla="*/ 0 w 1057"/>
                  <a:gd name="T15" fmla="*/ 0 h 1050"/>
                  <a:gd name="T16" fmla="*/ 0 w 1057"/>
                  <a:gd name="T17" fmla="*/ 0 h 1050"/>
                  <a:gd name="T18" fmla="*/ 0 w 1057"/>
                  <a:gd name="T19" fmla="*/ 0 h 1050"/>
                  <a:gd name="T20" fmla="*/ 0 w 1057"/>
                  <a:gd name="T21" fmla="*/ 0 h 1050"/>
                  <a:gd name="T22" fmla="*/ 0 w 1057"/>
                  <a:gd name="T23" fmla="*/ 0 h 1050"/>
                  <a:gd name="T24" fmla="*/ 0 w 1057"/>
                  <a:gd name="T25" fmla="*/ 0 h 1050"/>
                  <a:gd name="T26" fmla="*/ 0 w 1057"/>
                  <a:gd name="T27" fmla="*/ 0 h 1050"/>
                  <a:gd name="T28" fmla="*/ 0 w 1057"/>
                  <a:gd name="T29" fmla="*/ 0 h 1050"/>
                  <a:gd name="T30" fmla="*/ 0 w 1057"/>
                  <a:gd name="T31" fmla="*/ 0 h 1050"/>
                  <a:gd name="T32" fmla="*/ 0 w 1057"/>
                  <a:gd name="T33" fmla="*/ 0 h 1050"/>
                  <a:gd name="T34" fmla="*/ 0 w 1057"/>
                  <a:gd name="T35" fmla="*/ 0 h 1050"/>
                  <a:gd name="T36" fmla="*/ 0 w 1057"/>
                  <a:gd name="T37" fmla="*/ 0 h 1050"/>
                  <a:gd name="T38" fmla="*/ 0 w 1057"/>
                  <a:gd name="T39" fmla="*/ 0 h 1050"/>
                  <a:gd name="T40" fmla="*/ 0 w 1057"/>
                  <a:gd name="T41" fmla="*/ 0 h 1050"/>
                  <a:gd name="T42" fmla="*/ 0 w 1057"/>
                  <a:gd name="T43" fmla="*/ 0 h 1050"/>
                  <a:gd name="T44" fmla="*/ 0 w 1057"/>
                  <a:gd name="T45" fmla="*/ 0 h 1050"/>
                  <a:gd name="T46" fmla="*/ 0 w 1057"/>
                  <a:gd name="T47" fmla="*/ 0 h 1050"/>
                  <a:gd name="T48" fmla="*/ 0 w 1057"/>
                  <a:gd name="T49" fmla="*/ 0 h 1050"/>
                  <a:gd name="T50" fmla="*/ 0 w 1057"/>
                  <a:gd name="T51" fmla="*/ 0 h 1050"/>
                  <a:gd name="T52" fmla="*/ 0 w 1057"/>
                  <a:gd name="T53" fmla="*/ 0 h 1050"/>
                  <a:gd name="T54" fmla="*/ 0 w 1057"/>
                  <a:gd name="T55" fmla="*/ 0 h 1050"/>
                  <a:gd name="T56" fmla="*/ 0 w 1057"/>
                  <a:gd name="T57" fmla="*/ 0 h 1050"/>
                  <a:gd name="T58" fmla="*/ 0 w 1057"/>
                  <a:gd name="T59" fmla="*/ 0 h 1050"/>
                  <a:gd name="T60" fmla="*/ 0 w 1057"/>
                  <a:gd name="T61" fmla="*/ 0 h 1050"/>
                  <a:gd name="T62" fmla="*/ 0 w 1057"/>
                  <a:gd name="T63" fmla="*/ 0 h 1050"/>
                  <a:gd name="T64" fmla="*/ 0 w 1057"/>
                  <a:gd name="T65" fmla="*/ 0 h 1050"/>
                  <a:gd name="T66" fmla="*/ 0 w 1057"/>
                  <a:gd name="T67" fmla="*/ 0 h 1050"/>
                  <a:gd name="T68" fmla="*/ 0 w 1057"/>
                  <a:gd name="T69" fmla="*/ 0 h 1050"/>
                  <a:gd name="T70" fmla="*/ 0 w 1057"/>
                  <a:gd name="T71" fmla="*/ 0 h 1050"/>
                  <a:gd name="T72" fmla="*/ 0 w 1057"/>
                  <a:gd name="T73" fmla="*/ 0 h 10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7"/>
                  <a:gd name="T112" fmla="*/ 0 h 1050"/>
                  <a:gd name="T113" fmla="*/ 1057 w 1057"/>
                  <a:gd name="T114" fmla="*/ 1050 h 10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7" h="1050">
                    <a:moveTo>
                      <a:pt x="90" y="0"/>
                    </a:moveTo>
                    <a:lnTo>
                      <a:pt x="68" y="195"/>
                    </a:lnTo>
                    <a:lnTo>
                      <a:pt x="72" y="281"/>
                    </a:lnTo>
                    <a:lnTo>
                      <a:pt x="105" y="356"/>
                    </a:lnTo>
                    <a:lnTo>
                      <a:pt x="158" y="424"/>
                    </a:lnTo>
                    <a:lnTo>
                      <a:pt x="259" y="506"/>
                    </a:lnTo>
                    <a:lnTo>
                      <a:pt x="558" y="651"/>
                    </a:lnTo>
                    <a:lnTo>
                      <a:pt x="842" y="758"/>
                    </a:lnTo>
                    <a:lnTo>
                      <a:pt x="925" y="762"/>
                    </a:lnTo>
                    <a:lnTo>
                      <a:pt x="995" y="758"/>
                    </a:lnTo>
                    <a:lnTo>
                      <a:pt x="1057" y="730"/>
                    </a:lnTo>
                    <a:lnTo>
                      <a:pt x="1006" y="767"/>
                    </a:lnTo>
                    <a:lnTo>
                      <a:pt x="944" y="783"/>
                    </a:lnTo>
                    <a:lnTo>
                      <a:pt x="863" y="785"/>
                    </a:lnTo>
                    <a:lnTo>
                      <a:pt x="753" y="767"/>
                    </a:lnTo>
                    <a:lnTo>
                      <a:pt x="753" y="817"/>
                    </a:lnTo>
                    <a:lnTo>
                      <a:pt x="738" y="882"/>
                    </a:lnTo>
                    <a:lnTo>
                      <a:pt x="661" y="1009"/>
                    </a:lnTo>
                    <a:lnTo>
                      <a:pt x="704" y="901"/>
                    </a:lnTo>
                    <a:lnTo>
                      <a:pt x="709" y="824"/>
                    </a:lnTo>
                    <a:lnTo>
                      <a:pt x="624" y="861"/>
                    </a:lnTo>
                    <a:lnTo>
                      <a:pt x="624" y="978"/>
                    </a:lnTo>
                    <a:lnTo>
                      <a:pt x="598" y="1013"/>
                    </a:lnTo>
                    <a:lnTo>
                      <a:pt x="624" y="1050"/>
                    </a:lnTo>
                    <a:lnTo>
                      <a:pt x="591" y="1050"/>
                    </a:lnTo>
                    <a:lnTo>
                      <a:pt x="506" y="1009"/>
                    </a:lnTo>
                    <a:lnTo>
                      <a:pt x="328" y="843"/>
                    </a:lnTo>
                    <a:lnTo>
                      <a:pt x="215" y="721"/>
                    </a:lnTo>
                    <a:lnTo>
                      <a:pt x="98" y="567"/>
                    </a:lnTo>
                    <a:lnTo>
                      <a:pt x="0" y="370"/>
                    </a:lnTo>
                    <a:lnTo>
                      <a:pt x="107" y="541"/>
                    </a:lnTo>
                    <a:lnTo>
                      <a:pt x="204" y="633"/>
                    </a:lnTo>
                    <a:lnTo>
                      <a:pt x="81" y="411"/>
                    </a:lnTo>
                    <a:lnTo>
                      <a:pt x="52" y="288"/>
                    </a:lnTo>
                    <a:lnTo>
                      <a:pt x="52" y="213"/>
                    </a:lnTo>
                    <a:lnTo>
                      <a:pt x="68" y="9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79" name="Freeform 101">
                <a:extLst>
                  <a:ext uri="{FF2B5EF4-FFF2-40B4-BE49-F238E27FC236}">
                    <a16:creationId xmlns:a16="http://schemas.microsoft.com/office/drawing/2014/main" id="{41179F5D-0A58-EE47-ABB4-DBD69FB2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17"/>
                <a:ext cx="22" cy="39"/>
              </a:xfrm>
              <a:custGeom>
                <a:avLst/>
                <a:gdLst>
                  <a:gd name="T0" fmla="*/ 0 w 180"/>
                  <a:gd name="T1" fmla="*/ 0 h 312"/>
                  <a:gd name="T2" fmla="*/ 0 w 180"/>
                  <a:gd name="T3" fmla="*/ 0 h 312"/>
                  <a:gd name="T4" fmla="*/ 0 w 180"/>
                  <a:gd name="T5" fmla="*/ 0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0 w 180"/>
                  <a:gd name="T15" fmla="*/ 0 h 312"/>
                  <a:gd name="T16" fmla="*/ 0 w 180"/>
                  <a:gd name="T17" fmla="*/ 0 h 312"/>
                  <a:gd name="T18" fmla="*/ 0 w 180"/>
                  <a:gd name="T19" fmla="*/ 0 h 312"/>
                  <a:gd name="T20" fmla="*/ 0 w 180"/>
                  <a:gd name="T21" fmla="*/ 0 h 312"/>
                  <a:gd name="T22" fmla="*/ 0 w 180"/>
                  <a:gd name="T23" fmla="*/ 0 h 312"/>
                  <a:gd name="T24" fmla="*/ 0 w 180"/>
                  <a:gd name="T25" fmla="*/ 0 h 312"/>
                  <a:gd name="T26" fmla="*/ 0 w 180"/>
                  <a:gd name="T27" fmla="*/ 0 h 312"/>
                  <a:gd name="T28" fmla="*/ 0 w 180"/>
                  <a:gd name="T29" fmla="*/ 0 h 312"/>
                  <a:gd name="T30" fmla="*/ 0 w 180"/>
                  <a:gd name="T31" fmla="*/ 0 h 312"/>
                  <a:gd name="T32" fmla="*/ 0 w 180"/>
                  <a:gd name="T33" fmla="*/ 0 h 312"/>
                  <a:gd name="T34" fmla="*/ 0 w 180"/>
                  <a:gd name="T35" fmla="*/ 0 h 3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0"/>
                  <a:gd name="T55" fmla="*/ 0 h 312"/>
                  <a:gd name="T56" fmla="*/ 180 w 180"/>
                  <a:gd name="T57" fmla="*/ 312 h 3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0" h="312">
                    <a:moveTo>
                      <a:pt x="37" y="0"/>
                    </a:moveTo>
                    <a:lnTo>
                      <a:pt x="88" y="7"/>
                    </a:lnTo>
                    <a:lnTo>
                      <a:pt x="175" y="62"/>
                    </a:lnTo>
                    <a:lnTo>
                      <a:pt x="180" y="164"/>
                    </a:lnTo>
                    <a:lnTo>
                      <a:pt x="146" y="147"/>
                    </a:lnTo>
                    <a:lnTo>
                      <a:pt x="136" y="134"/>
                    </a:lnTo>
                    <a:lnTo>
                      <a:pt x="94" y="171"/>
                    </a:lnTo>
                    <a:lnTo>
                      <a:pt x="94" y="185"/>
                    </a:lnTo>
                    <a:lnTo>
                      <a:pt x="125" y="204"/>
                    </a:lnTo>
                    <a:lnTo>
                      <a:pt x="155" y="301"/>
                    </a:lnTo>
                    <a:lnTo>
                      <a:pt x="132" y="312"/>
                    </a:lnTo>
                    <a:lnTo>
                      <a:pt x="100" y="257"/>
                    </a:lnTo>
                    <a:lnTo>
                      <a:pt x="19" y="233"/>
                    </a:lnTo>
                    <a:lnTo>
                      <a:pt x="0" y="111"/>
                    </a:lnTo>
                    <a:lnTo>
                      <a:pt x="19" y="95"/>
                    </a:lnTo>
                    <a:lnTo>
                      <a:pt x="105" y="53"/>
                    </a:lnTo>
                    <a:lnTo>
                      <a:pt x="81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0" name="Freeform 102">
                <a:extLst>
                  <a:ext uri="{FF2B5EF4-FFF2-40B4-BE49-F238E27FC236}">
                    <a16:creationId xmlns:a16="http://schemas.microsoft.com/office/drawing/2014/main" id="{D917FFE1-DD08-1841-B405-B6B854C3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54"/>
                <a:ext cx="9" cy="2"/>
              </a:xfrm>
              <a:custGeom>
                <a:avLst/>
                <a:gdLst>
                  <a:gd name="T0" fmla="*/ 0 w 69"/>
                  <a:gd name="T1" fmla="*/ 0 h 17"/>
                  <a:gd name="T2" fmla="*/ 0 w 69"/>
                  <a:gd name="T3" fmla="*/ 0 h 17"/>
                  <a:gd name="T4" fmla="*/ 0 w 69"/>
                  <a:gd name="T5" fmla="*/ 0 h 17"/>
                  <a:gd name="T6" fmla="*/ 0 w 6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17"/>
                  <a:gd name="T14" fmla="*/ 69 w 69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17">
                    <a:moveTo>
                      <a:pt x="0" y="0"/>
                    </a:moveTo>
                    <a:lnTo>
                      <a:pt x="69" y="17"/>
                    </a:lnTo>
                    <a:lnTo>
                      <a:pt x="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1" name="Freeform 103">
                <a:extLst>
                  <a:ext uri="{FF2B5EF4-FFF2-40B4-BE49-F238E27FC236}">
                    <a16:creationId xmlns:a16="http://schemas.microsoft.com/office/drawing/2014/main" id="{BCD85E88-6ADC-0845-8754-10F5B10F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64"/>
                <a:ext cx="18" cy="24"/>
              </a:xfrm>
              <a:custGeom>
                <a:avLst/>
                <a:gdLst>
                  <a:gd name="T0" fmla="*/ 0 w 143"/>
                  <a:gd name="T1" fmla="*/ 0 h 195"/>
                  <a:gd name="T2" fmla="*/ 0 w 143"/>
                  <a:gd name="T3" fmla="*/ 0 h 195"/>
                  <a:gd name="T4" fmla="*/ 0 w 143"/>
                  <a:gd name="T5" fmla="*/ 0 h 195"/>
                  <a:gd name="T6" fmla="*/ 0 w 143"/>
                  <a:gd name="T7" fmla="*/ 0 h 195"/>
                  <a:gd name="T8" fmla="*/ 0 w 143"/>
                  <a:gd name="T9" fmla="*/ 0 h 195"/>
                  <a:gd name="T10" fmla="*/ 0 w 143"/>
                  <a:gd name="T11" fmla="*/ 0 h 195"/>
                  <a:gd name="T12" fmla="*/ 0 w 143"/>
                  <a:gd name="T13" fmla="*/ 0 h 195"/>
                  <a:gd name="T14" fmla="*/ 0 w 143"/>
                  <a:gd name="T15" fmla="*/ 0 h 195"/>
                  <a:gd name="T16" fmla="*/ 0 w 143"/>
                  <a:gd name="T17" fmla="*/ 0 h 195"/>
                  <a:gd name="T18" fmla="*/ 0 w 143"/>
                  <a:gd name="T19" fmla="*/ 0 h 195"/>
                  <a:gd name="T20" fmla="*/ 0 w 143"/>
                  <a:gd name="T21" fmla="*/ 0 h 195"/>
                  <a:gd name="T22" fmla="*/ 0 w 143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3"/>
                  <a:gd name="T37" fmla="*/ 0 h 195"/>
                  <a:gd name="T38" fmla="*/ 143 w 143"/>
                  <a:gd name="T39" fmla="*/ 195 h 1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3" h="195">
                    <a:moveTo>
                      <a:pt x="0" y="0"/>
                    </a:moveTo>
                    <a:lnTo>
                      <a:pt x="26" y="23"/>
                    </a:lnTo>
                    <a:lnTo>
                      <a:pt x="67" y="37"/>
                    </a:lnTo>
                    <a:lnTo>
                      <a:pt x="143" y="18"/>
                    </a:lnTo>
                    <a:lnTo>
                      <a:pt x="114" y="85"/>
                    </a:lnTo>
                    <a:lnTo>
                      <a:pt x="61" y="103"/>
                    </a:lnTo>
                    <a:lnTo>
                      <a:pt x="33" y="195"/>
                    </a:lnTo>
                    <a:lnTo>
                      <a:pt x="6" y="140"/>
                    </a:lnTo>
                    <a:lnTo>
                      <a:pt x="6" y="112"/>
                    </a:lnTo>
                    <a:lnTo>
                      <a:pt x="33" y="85"/>
                    </a:lnTo>
                    <a:lnTo>
                      <a:pt x="1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2" name="Line 104">
                <a:extLst>
                  <a:ext uri="{FF2B5EF4-FFF2-40B4-BE49-F238E27FC236}">
                    <a16:creationId xmlns:a16="http://schemas.microsoft.com/office/drawing/2014/main" id="{AB6D721A-3352-D347-8236-C3EA2FF848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0" y="1620"/>
                <a:ext cx="9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3" name="Line 105">
                <a:extLst>
                  <a:ext uri="{FF2B5EF4-FFF2-40B4-BE49-F238E27FC236}">
                    <a16:creationId xmlns:a16="http://schemas.microsoft.com/office/drawing/2014/main" id="{358F030E-63EC-3F4A-AB5F-F1FA316DE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2" y="1614"/>
                <a:ext cx="13" cy="4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4" name="Line 106">
                <a:extLst>
                  <a:ext uri="{FF2B5EF4-FFF2-40B4-BE49-F238E27FC236}">
                    <a16:creationId xmlns:a16="http://schemas.microsoft.com/office/drawing/2014/main" id="{2E62D81B-4C7B-5942-8FE8-7A3463FC16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0" y="1626"/>
                <a:ext cx="12" cy="3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5" name="Line 107">
                <a:extLst>
                  <a:ext uri="{FF2B5EF4-FFF2-40B4-BE49-F238E27FC236}">
                    <a16:creationId xmlns:a16="http://schemas.microsoft.com/office/drawing/2014/main" id="{EBE8FF80-58A1-CD4C-BDD5-729987E484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8" y="1638"/>
                <a:ext cx="9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6" name="Freeform 108">
                <a:extLst>
                  <a:ext uri="{FF2B5EF4-FFF2-40B4-BE49-F238E27FC236}">
                    <a16:creationId xmlns:a16="http://schemas.microsoft.com/office/drawing/2014/main" id="{5455FC5C-B12F-1D41-BC33-DC0FA1267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568"/>
                <a:ext cx="92" cy="21"/>
              </a:xfrm>
              <a:custGeom>
                <a:avLst/>
                <a:gdLst>
                  <a:gd name="T0" fmla="*/ 0 w 743"/>
                  <a:gd name="T1" fmla="*/ 0 h 165"/>
                  <a:gd name="T2" fmla="*/ 0 w 743"/>
                  <a:gd name="T3" fmla="*/ 0 h 165"/>
                  <a:gd name="T4" fmla="*/ 0 w 743"/>
                  <a:gd name="T5" fmla="*/ 0 h 165"/>
                  <a:gd name="T6" fmla="*/ 0 w 743"/>
                  <a:gd name="T7" fmla="*/ 0 h 165"/>
                  <a:gd name="T8" fmla="*/ 0 w 743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3"/>
                  <a:gd name="T16" fmla="*/ 0 h 165"/>
                  <a:gd name="T17" fmla="*/ 743 w 743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3" h="165">
                    <a:moveTo>
                      <a:pt x="0" y="0"/>
                    </a:moveTo>
                    <a:lnTo>
                      <a:pt x="116" y="18"/>
                    </a:lnTo>
                    <a:lnTo>
                      <a:pt x="351" y="101"/>
                    </a:lnTo>
                    <a:lnTo>
                      <a:pt x="519" y="138"/>
                    </a:lnTo>
                    <a:lnTo>
                      <a:pt x="743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7" name="Freeform 109">
                <a:extLst>
                  <a:ext uri="{FF2B5EF4-FFF2-40B4-BE49-F238E27FC236}">
                    <a16:creationId xmlns:a16="http://schemas.microsoft.com/office/drawing/2014/main" id="{E89B36F3-051B-464F-B1BF-C516706A7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65"/>
                <a:ext cx="61" cy="17"/>
              </a:xfrm>
              <a:custGeom>
                <a:avLst/>
                <a:gdLst>
                  <a:gd name="T0" fmla="*/ 0 w 491"/>
                  <a:gd name="T1" fmla="*/ 0 h 134"/>
                  <a:gd name="T2" fmla="*/ 0 w 491"/>
                  <a:gd name="T3" fmla="*/ 0 h 134"/>
                  <a:gd name="T4" fmla="*/ 0 w 491"/>
                  <a:gd name="T5" fmla="*/ 0 h 134"/>
                  <a:gd name="T6" fmla="*/ 0 w 491"/>
                  <a:gd name="T7" fmla="*/ 0 h 13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91"/>
                  <a:gd name="T13" fmla="*/ 0 h 134"/>
                  <a:gd name="T14" fmla="*/ 491 w 491"/>
                  <a:gd name="T15" fmla="*/ 134 h 13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91" h="134">
                    <a:moveTo>
                      <a:pt x="0" y="0"/>
                    </a:moveTo>
                    <a:lnTo>
                      <a:pt x="82" y="28"/>
                    </a:lnTo>
                    <a:lnTo>
                      <a:pt x="260" y="88"/>
                    </a:lnTo>
                    <a:lnTo>
                      <a:pt x="491" y="1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8" name="Freeform 110">
                <a:extLst>
                  <a:ext uri="{FF2B5EF4-FFF2-40B4-BE49-F238E27FC236}">
                    <a16:creationId xmlns:a16="http://schemas.microsoft.com/office/drawing/2014/main" id="{EEBFEDED-7763-374C-A4C8-78D913458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8"/>
                <a:ext cx="45" cy="73"/>
              </a:xfrm>
              <a:custGeom>
                <a:avLst/>
                <a:gdLst>
                  <a:gd name="T0" fmla="*/ 0 w 365"/>
                  <a:gd name="T1" fmla="*/ 0 h 579"/>
                  <a:gd name="T2" fmla="*/ 0 w 365"/>
                  <a:gd name="T3" fmla="*/ 0 h 579"/>
                  <a:gd name="T4" fmla="*/ 0 w 365"/>
                  <a:gd name="T5" fmla="*/ 0 h 579"/>
                  <a:gd name="T6" fmla="*/ 0 w 365"/>
                  <a:gd name="T7" fmla="*/ 0 h 579"/>
                  <a:gd name="T8" fmla="*/ 0 w 365"/>
                  <a:gd name="T9" fmla="*/ 0 h 579"/>
                  <a:gd name="T10" fmla="*/ 0 w 365"/>
                  <a:gd name="T11" fmla="*/ 0 h 579"/>
                  <a:gd name="T12" fmla="*/ 0 w 365"/>
                  <a:gd name="T13" fmla="*/ 0 h 579"/>
                  <a:gd name="T14" fmla="*/ 0 w 365"/>
                  <a:gd name="T15" fmla="*/ 0 h 579"/>
                  <a:gd name="T16" fmla="*/ 0 w 365"/>
                  <a:gd name="T17" fmla="*/ 0 h 579"/>
                  <a:gd name="T18" fmla="*/ 0 w 365"/>
                  <a:gd name="T19" fmla="*/ 0 h 5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5"/>
                  <a:gd name="T31" fmla="*/ 0 h 579"/>
                  <a:gd name="T32" fmla="*/ 365 w 365"/>
                  <a:gd name="T33" fmla="*/ 579 h 5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5" h="579">
                    <a:moveTo>
                      <a:pt x="365" y="0"/>
                    </a:moveTo>
                    <a:lnTo>
                      <a:pt x="277" y="129"/>
                    </a:lnTo>
                    <a:lnTo>
                      <a:pt x="277" y="265"/>
                    </a:lnTo>
                    <a:lnTo>
                      <a:pt x="350" y="579"/>
                    </a:lnTo>
                    <a:lnTo>
                      <a:pt x="224" y="290"/>
                    </a:lnTo>
                    <a:lnTo>
                      <a:pt x="224" y="199"/>
                    </a:lnTo>
                    <a:lnTo>
                      <a:pt x="0" y="199"/>
                    </a:lnTo>
                    <a:lnTo>
                      <a:pt x="187" y="76"/>
                    </a:lnTo>
                    <a:lnTo>
                      <a:pt x="277" y="76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89" name="Freeform 111">
                <a:extLst>
                  <a:ext uri="{FF2B5EF4-FFF2-40B4-BE49-F238E27FC236}">
                    <a16:creationId xmlns:a16="http://schemas.microsoft.com/office/drawing/2014/main" id="{DCDDC2E9-E993-EE45-9253-C58E038D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35"/>
                <a:ext cx="526" cy="496"/>
              </a:xfrm>
              <a:custGeom>
                <a:avLst/>
                <a:gdLst>
                  <a:gd name="T0" fmla="*/ 0 w 4215"/>
                  <a:gd name="T1" fmla="*/ 0 h 3969"/>
                  <a:gd name="T2" fmla="*/ 0 w 4215"/>
                  <a:gd name="T3" fmla="*/ 0 h 3969"/>
                  <a:gd name="T4" fmla="*/ 0 w 4215"/>
                  <a:gd name="T5" fmla="*/ 0 h 3969"/>
                  <a:gd name="T6" fmla="*/ 0 w 4215"/>
                  <a:gd name="T7" fmla="*/ 0 h 3969"/>
                  <a:gd name="T8" fmla="*/ 0 w 4215"/>
                  <a:gd name="T9" fmla="*/ 0 h 3969"/>
                  <a:gd name="T10" fmla="*/ 0 w 4215"/>
                  <a:gd name="T11" fmla="*/ 0 h 3969"/>
                  <a:gd name="T12" fmla="*/ 0 w 4215"/>
                  <a:gd name="T13" fmla="*/ 0 h 3969"/>
                  <a:gd name="T14" fmla="*/ 0 w 4215"/>
                  <a:gd name="T15" fmla="*/ 0 h 3969"/>
                  <a:gd name="T16" fmla="*/ 0 w 4215"/>
                  <a:gd name="T17" fmla="*/ 0 h 3969"/>
                  <a:gd name="T18" fmla="*/ 0 w 4215"/>
                  <a:gd name="T19" fmla="*/ 0 h 3969"/>
                  <a:gd name="T20" fmla="*/ 0 w 4215"/>
                  <a:gd name="T21" fmla="*/ 0 h 3969"/>
                  <a:gd name="T22" fmla="*/ 0 w 4215"/>
                  <a:gd name="T23" fmla="*/ 0 h 3969"/>
                  <a:gd name="T24" fmla="*/ 0 w 4215"/>
                  <a:gd name="T25" fmla="*/ 0 h 3969"/>
                  <a:gd name="T26" fmla="*/ 0 w 4215"/>
                  <a:gd name="T27" fmla="*/ 0 h 3969"/>
                  <a:gd name="T28" fmla="*/ 0 w 4215"/>
                  <a:gd name="T29" fmla="*/ 0 h 3969"/>
                  <a:gd name="T30" fmla="*/ 0 w 4215"/>
                  <a:gd name="T31" fmla="*/ 0 h 3969"/>
                  <a:gd name="T32" fmla="*/ 0 w 4215"/>
                  <a:gd name="T33" fmla="*/ 0 h 3969"/>
                  <a:gd name="T34" fmla="*/ 0 w 4215"/>
                  <a:gd name="T35" fmla="*/ 0 h 3969"/>
                  <a:gd name="T36" fmla="*/ 0 w 4215"/>
                  <a:gd name="T37" fmla="*/ 0 h 3969"/>
                  <a:gd name="T38" fmla="*/ 0 w 4215"/>
                  <a:gd name="T39" fmla="*/ 0 h 3969"/>
                  <a:gd name="T40" fmla="*/ 0 w 4215"/>
                  <a:gd name="T41" fmla="*/ 0 h 3969"/>
                  <a:gd name="T42" fmla="*/ 0 w 4215"/>
                  <a:gd name="T43" fmla="*/ 0 h 3969"/>
                  <a:gd name="T44" fmla="*/ 0 w 4215"/>
                  <a:gd name="T45" fmla="*/ 0 h 3969"/>
                  <a:gd name="T46" fmla="*/ 0 w 4215"/>
                  <a:gd name="T47" fmla="*/ 0 h 3969"/>
                  <a:gd name="T48" fmla="*/ 0 w 4215"/>
                  <a:gd name="T49" fmla="*/ 0 h 3969"/>
                  <a:gd name="T50" fmla="*/ 0 w 4215"/>
                  <a:gd name="T51" fmla="*/ 0 h 3969"/>
                  <a:gd name="T52" fmla="*/ 0 w 4215"/>
                  <a:gd name="T53" fmla="*/ 0 h 3969"/>
                  <a:gd name="T54" fmla="*/ 0 w 4215"/>
                  <a:gd name="T55" fmla="*/ 0 h 3969"/>
                  <a:gd name="T56" fmla="*/ 0 w 4215"/>
                  <a:gd name="T57" fmla="*/ 0 h 3969"/>
                  <a:gd name="T58" fmla="*/ 0 w 4215"/>
                  <a:gd name="T59" fmla="*/ 0 h 3969"/>
                  <a:gd name="T60" fmla="*/ 0 w 4215"/>
                  <a:gd name="T61" fmla="*/ 0 h 3969"/>
                  <a:gd name="T62" fmla="*/ 0 w 4215"/>
                  <a:gd name="T63" fmla="*/ 0 h 3969"/>
                  <a:gd name="T64" fmla="*/ 0 w 4215"/>
                  <a:gd name="T65" fmla="*/ 0 h 3969"/>
                  <a:gd name="T66" fmla="*/ 0 w 4215"/>
                  <a:gd name="T67" fmla="*/ 0 h 3969"/>
                  <a:gd name="T68" fmla="*/ 0 w 4215"/>
                  <a:gd name="T69" fmla="*/ 0 h 3969"/>
                  <a:gd name="T70" fmla="*/ 0 w 4215"/>
                  <a:gd name="T71" fmla="*/ 0 h 3969"/>
                  <a:gd name="T72" fmla="*/ 0 w 4215"/>
                  <a:gd name="T73" fmla="*/ 0 h 3969"/>
                  <a:gd name="T74" fmla="*/ 0 w 4215"/>
                  <a:gd name="T75" fmla="*/ 0 h 39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15"/>
                  <a:gd name="T115" fmla="*/ 0 h 3969"/>
                  <a:gd name="T116" fmla="*/ 4215 w 4215"/>
                  <a:gd name="T117" fmla="*/ 3969 h 39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15" h="3969">
                    <a:moveTo>
                      <a:pt x="1158" y="0"/>
                    </a:moveTo>
                    <a:lnTo>
                      <a:pt x="897" y="255"/>
                    </a:lnTo>
                    <a:lnTo>
                      <a:pt x="743" y="466"/>
                    </a:lnTo>
                    <a:lnTo>
                      <a:pt x="743" y="706"/>
                    </a:lnTo>
                    <a:lnTo>
                      <a:pt x="920" y="591"/>
                    </a:lnTo>
                    <a:lnTo>
                      <a:pt x="920" y="756"/>
                    </a:lnTo>
                    <a:lnTo>
                      <a:pt x="1314" y="1684"/>
                    </a:lnTo>
                    <a:lnTo>
                      <a:pt x="1224" y="1582"/>
                    </a:lnTo>
                    <a:lnTo>
                      <a:pt x="1134" y="1582"/>
                    </a:lnTo>
                    <a:lnTo>
                      <a:pt x="1072" y="1610"/>
                    </a:lnTo>
                    <a:lnTo>
                      <a:pt x="1031" y="1644"/>
                    </a:lnTo>
                    <a:lnTo>
                      <a:pt x="1174" y="1960"/>
                    </a:lnTo>
                    <a:lnTo>
                      <a:pt x="1448" y="2451"/>
                    </a:lnTo>
                    <a:lnTo>
                      <a:pt x="1868" y="2890"/>
                    </a:lnTo>
                    <a:lnTo>
                      <a:pt x="2031" y="3026"/>
                    </a:lnTo>
                    <a:lnTo>
                      <a:pt x="2031" y="3116"/>
                    </a:lnTo>
                    <a:lnTo>
                      <a:pt x="1930" y="3239"/>
                    </a:lnTo>
                    <a:lnTo>
                      <a:pt x="1930" y="3380"/>
                    </a:lnTo>
                    <a:lnTo>
                      <a:pt x="2129" y="3343"/>
                    </a:lnTo>
                    <a:lnTo>
                      <a:pt x="2158" y="3295"/>
                    </a:lnTo>
                    <a:lnTo>
                      <a:pt x="2145" y="3228"/>
                    </a:lnTo>
                    <a:lnTo>
                      <a:pt x="2094" y="3191"/>
                    </a:lnTo>
                    <a:lnTo>
                      <a:pt x="2296" y="3239"/>
                    </a:lnTo>
                    <a:lnTo>
                      <a:pt x="2435" y="3228"/>
                    </a:lnTo>
                    <a:lnTo>
                      <a:pt x="2575" y="3178"/>
                    </a:lnTo>
                    <a:lnTo>
                      <a:pt x="2712" y="3065"/>
                    </a:lnTo>
                    <a:lnTo>
                      <a:pt x="2815" y="2967"/>
                    </a:lnTo>
                    <a:lnTo>
                      <a:pt x="2749" y="3076"/>
                    </a:lnTo>
                    <a:lnTo>
                      <a:pt x="2700" y="3166"/>
                    </a:lnTo>
                    <a:lnTo>
                      <a:pt x="2903" y="3191"/>
                    </a:lnTo>
                    <a:lnTo>
                      <a:pt x="3154" y="3203"/>
                    </a:lnTo>
                    <a:lnTo>
                      <a:pt x="3357" y="3154"/>
                    </a:lnTo>
                    <a:lnTo>
                      <a:pt x="3433" y="2855"/>
                    </a:lnTo>
                    <a:lnTo>
                      <a:pt x="3468" y="2855"/>
                    </a:lnTo>
                    <a:lnTo>
                      <a:pt x="3494" y="2890"/>
                    </a:lnTo>
                    <a:lnTo>
                      <a:pt x="3521" y="2991"/>
                    </a:lnTo>
                    <a:lnTo>
                      <a:pt x="3535" y="3076"/>
                    </a:lnTo>
                    <a:lnTo>
                      <a:pt x="4203" y="3039"/>
                    </a:lnTo>
                    <a:lnTo>
                      <a:pt x="4215" y="3116"/>
                    </a:lnTo>
                    <a:lnTo>
                      <a:pt x="4215" y="3178"/>
                    </a:lnTo>
                    <a:lnTo>
                      <a:pt x="4189" y="3254"/>
                    </a:lnTo>
                    <a:lnTo>
                      <a:pt x="4037" y="3265"/>
                    </a:lnTo>
                    <a:lnTo>
                      <a:pt x="3913" y="3343"/>
                    </a:lnTo>
                    <a:lnTo>
                      <a:pt x="3683" y="3390"/>
                    </a:lnTo>
                    <a:lnTo>
                      <a:pt x="3481" y="3380"/>
                    </a:lnTo>
                    <a:lnTo>
                      <a:pt x="3281" y="3441"/>
                    </a:lnTo>
                    <a:lnTo>
                      <a:pt x="3105" y="3481"/>
                    </a:lnTo>
                    <a:lnTo>
                      <a:pt x="2852" y="3492"/>
                    </a:lnTo>
                    <a:lnTo>
                      <a:pt x="2547" y="3457"/>
                    </a:lnTo>
                    <a:lnTo>
                      <a:pt x="2320" y="3481"/>
                    </a:lnTo>
                    <a:lnTo>
                      <a:pt x="2129" y="3542"/>
                    </a:lnTo>
                    <a:lnTo>
                      <a:pt x="1990" y="3620"/>
                    </a:lnTo>
                    <a:lnTo>
                      <a:pt x="1615" y="3516"/>
                    </a:lnTo>
                    <a:lnTo>
                      <a:pt x="681" y="3969"/>
                    </a:lnTo>
                    <a:lnTo>
                      <a:pt x="0" y="3969"/>
                    </a:lnTo>
                    <a:lnTo>
                      <a:pt x="176" y="1723"/>
                    </a:lnTo>
                    <a:lnTo>
                      <a:pt x="328" y="1244"/>
                    </a:lnTo>
                    <a:lnTo>
                      <a:pt x="266" y="1558"/>
                    </a:lnTo>
                    <a:lnTo>
                      <a:pt x="418" y="2059"/>
                    </a:lnTo>
                    <a:lnTo>
                      <a:pt x="418" y="2500"/>
                    </a:lnTo>
                    <a:lnTo>
                      <a:pt x="591" y="2977"/>
                    </a:lnTo>
                    <a:lnTo>
                      <a:pt x="681" y="2977"/>
                    </a:lnTo>
                    <a:lnTo>
                      <a:pt x="907" y="2488"/>
                    </a:lnTo>
                    <a:lnTo>
                      <a:pt x="602" y="1886"/>
                    </a:lnTo>
                    <a:lnTo>
                      <a:pt x="556" y="1697"/>
                    </a:lnTo>
                    <a:lnTo>
                      <a:pt x="528" y="1497"/>
                    </a:lnTo>
                    <a:lnTo>
                      <a:pt x="556" y="1281"/>
                    </a:lnTo>
                    <a:lnTo>
                      <a:pt x="681" y="780"/>
                    </a:lnTo>
                    <a:lnTo>
                      <a:pt x="618" y="729"/>
                    </a:lnTo>
                    <a:lnTo>
                      <a:pt x="577" y="665"/>
                    </a:lnTo>
                    <a:lnTo>
                      <a:pt x="567" y="618"/>
                    </a:lnTo>
                    <a:lnTo>
                      <a:pt x="441" y="905"/>
                    </a:lnTo>
                    <a:lnTo>
                      <a:pt x="540" y="591"/>
                    </a:lnTo>
                    <a:lnTo>
                      <a:pt x="591" y="517"/>
                    </a:lnTo>
                    <a:lnTo>
                      <a:pt x="769" y="317"/>
                    </a:lnTo>
                    <a:lnTo>
                      <a:pt x="943" y="139"/>
                    </a:lnTo>
                    <a:lnTo>
                      <a:pt x="11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0" name="Freeform 112">
                <a:extLst>
                  <a:ext uri="{FF2B5EF4-FFF2-40B4-BE49-F238E27FC236}">
                    <a16:creationId xmlns:a16="http://schemas.microsoft.com/office/drawing/2014/main" id="{95650DAB-7DE5-E743-B6D6-72C75E33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97"/>
                <a:ext cx="163" cy="265"/>
              </a:xfrm>
              <a:custGeom>
                <a:avLst/>
                <a:gdLst>
                  <a:gd name="T0" fmla="*/ 0 w 1300"/>
                  <a:gd name="T1" fmla="*/ 0 h 2125"/>
                  <a:gd name="T2" fmla="*/ 0 w 1300"/>
                  <a:gd name="T3" fmla="*/ 0 h 2125"/>
                  <a:gd name="T4" fmla="*/ 0 w 1300"/>
                  <a:gd name="T5" fmla="*/ 0 h 2125"/>
                  <a:gd name="T6" fmla="*/ 0 w 1300"/>
                  <a:gd name="T7" fmla="*/ 0 h 2125"/>
                  <a:gd name="T8" fmla="*/ 0 w 1300"/>
                  <a:gd name="T9" fmla="*/ 0 h 2125"/>
                  <a:gd name="T10" fmla="*/ 0 w 1300"/>
                  <a:gd name="T11" fmla="*/ 0 h 2125"/>
                  <a:gd name="T12" fmla="*/ 0 w 1300"/>
                  <a:gd name="T13" fmla="*/ 0 h 2125"/>
                  <a:gd name="T14" fmla="*/ 0 w 1300"/>
                  <a:gd name="T15" fmla="*/ 0 h 2125"/>
                  <a:gd name="T16" fmla="*/ 0 w 1300"/>
                  <a:gd name="T17" fmla="*/ 0 h 2125"/>
                  <a:gd name="T18" fmla="*/ 0 w 1300"/>
                  <a:gd name="T19" fmla="*/ 0 h 2125"/>
                  <a:gd name="T20" fmla="*/ 0 w 1300"/>
                  <a:gd name="T21" fmla="*/ 0 h 2125"/>
                  <a:gd name="T22" fmla="*/ 0 w 1300"/>
                  <a:gd name="T23" fmla="*/ 0 h 2125"/>
                  <a:gd name="T24" fmla="*/ 0 w 1300"/>
                  <a:gd name="T25" fmla="*/ 0 h 2125"/>
                  <a:gd name="T26" fmla="*/ 0 w 1300"/>
                  <a:gd name="T27" fmla="*/ 0 h 2125"/>
                  <a:gd name="T28" fmla="*/ 0 w 1300"/>
                  <a:gd name="T29" fmla="*/ 0 h 2125"/>
                  <a:gd name="T30" fmla="*/ 0 w 1300"/>
                  <a:gd name="T31" fmla="*/ 0 h 2125"/>
                  <a:gd name="T32" fmla="*/ 0 w 1300"/>
                  <a:gd name="T33" fmla="*/ 0 h 2125"/>
                  <a:gd name="T34" fmla="*/ 0 w 1300"/>
                  <a:gd name="T35" fmla="*/ 0 h 2125"/>
                  <a:gd name="T36" fmla="*/ 0 w 1300"/>
                  <a:gd name="T37" fmla="*/ 0 h 2125"/>
                  <a:gd name="T38" fmla="*/ 0 w 1300"/>
                  <a:gd name="T39" fmla="*/ 0 h 2125"/>
                  <a:gd name="T40" fmla="*/ 0 w 1300"/>
                  <a:gd name="T41" fmla="*/ 0 h 2125"/>
                  <a:gd name="T42" fmla="*/ 0 w 1300"/>
                  <a:gd name="T43" fmla="*/ 0 h 2125"/>
                  <a:gd name="T44" fmla="*/ 0 w 1300"/>
                  <a:gd name="T45" fmla="*/ 0 h 2125"/>
                  <a:gd name="T46" fmla="*/ 0 w 1300"/>
                  <a:gd name="T47" fmla="*/ 0 h 2125"/>
                  <a:gd name="T48" fmla="*/ 0 w 1300"/>
                  <a:gd name="T49" fmla="*/ 0 h 2125"/>
                  <a:gd name="T50" fmla="*/ 0 w 1300"/>
                  <a:gd name="T51" fmla="*/ 0 h 2125"/>
                  <a:gd name="T52" fmla="*/ 0 w 1300"/>
                  <a:gd name="T53" fmla="*/ 0 h 2125"/>
                  <a:gd name="T54" fmla="*/ 0 w 1300"/>
                  <a:gd name="T55" fmla="*/ 0 h 2125"/>
                  <a:gd name="T56" fmla="*/ 0 w 1300"/>
                  <a:gd name="T57" fmla="*/ 0 h 2125"/>
                  <a:gd name="T58" fmla="*/ 0 w 1300"/>
                  <a:gd name="T59" fmla="*/ 0 h 2125"/>
                  <a:gd name="T60" fmla="*/ 0 w 1300"/>
                  <a:gd name="T61" fmla="*/ 0 h 2125"/>
                  <a:gd name="T62" fmla="*/ 0 w 1300"/>
                  <a:gd name="T63" fmla="*/ 0 h 2125"/>
                  <a:gd name="T64" fmla="*/ 0 w 1300"/>
                  <a:gd name="T65" fmla="*/ 0 h 2125"/>
                  <a:gd name="T66" fmla="*/ 0 w 1300"/>
                  <a:gd name="T67" fmla="*/ 0 h 2125"/>
                  <a:gd name="T68" fmla="*/ 0 w 1300"/>
                  <a:gd name="T69" fmla="*/ 0 h 2125"/>
                  <a:gd name="T70" fmla="*/ 0 w 1300"/>
                  <a:gd name="T71" fmla="*/ 0 h 2125"/>
                  <a:gd name="T72" fmla="*/ 0 w 1300"/>
                  <a:gd name="T73" fmla="*/ 0 h 2125"/>
                  <a:gd name="T74" fmla="*/ 0 w 1300"/>
                  <a:gd name="T75" fmla="*/ 0 h 2125"/>
                  <a:gd name="T76" fmla="*/ 0 w 1300"/>
                  <a:gd name="T77" fmla="*/ 0 h 2125"/>
                  <a:gd name="T78" fmla="*/ 0 w 1300"/>
                  <a:gd name="T79" fmla="*/ 0 h 2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00"/>
                  <a:gd name="T121" fmla="*/ 0 h 2125"/>
                  <a:gd name="T122" fmla="*/ 1300 w 1300"/>
                  <a:gd name="T123" fmla="*/ 2125 h 21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00" h="2125">
                    <a:moveTo>
                      <a:pt x="0" y="140"/>
                    </a:moveTo>
                    <a:lnTo>
                      <a:pt x="378" y="378"/>
                    </a:lnTo>
                    <a:lnTo>
                      <a:pt x="641" y="829"/>
                    </a:lnTo>
                    <a:lnTo>
                      <a:pt x="641" y="1020"/>
                    </a:lnTo>
                    <a:lnTo>
                      <a:pt x="984" y="1318"/>
                    </a:lnTo>
                    <a:lnTo>
                      <a:pt x="1111" y="1556"/>
                    </a:lnTo>
                    <a:lnTo>
                      <a:pt x="1083" y="967"/>
                    </a:lnTo>
                    <a:lnTo>
                      <a:pt x="1083" y="589"/>
                    </a:lnTo>
                    <a:lnTo>
                      <a:pt x="1111" y="327"/>
                    </a:lnTo>
                    <a:lnTo>
                      <a:pt x="1072" y="266"/>
                    </a:lnTo>
                    <a:lnTo>
                      <a:pt x="984" y="378"/>
                    </a:lnTo>
                    <a:lnTo>
                      <a:pt x="906" y="424"/>
                    </a:lnTo>
                    <a:lnTo>
                      <a:pt x="998" y="327"/>
                    </a:lnTo>
                    <a:lnTo>
                      <a:pt x="1072" y="165"/>
                    </a:lnTo>
                    <a:lnTo>
                      <a:pt x="1160" y="27"/>
                    </a:lnTo>
                    <a:lnTo>
                      <a:pt x="1212" y="0"/>
                    </a:lnTo>
                    <a:lnTo>
                      <a:pt x="1160" y="80"/>
                    </a:lnTo>
                    <a:lnTo>
                      <a:pt x="1224" y="304"/>
                    </a:lnTo>
                    <a:lnTo>
                      <a:pt x="1160" y="304"/>
                    </a:lnTo>
                    <a:lnTo>
                      <a:pt x="1146" y="516"/>
                    </a:lnTo>
                    <a:lnTo>
                      <a:pt x="1184" y="1120"/>
                    </a:lnTo>
                    <a:lnTo>
                      <a:pt x="1247" y="1723"/>
                    </a:lnTo>
                    <a:lnTo>
                      <a:pt x="1300" y="1910"/>
                    </a:lnTo>
                    <a:lnTo>
                      <a:pt x="1035" y="2059"/>
                    </a:lnTo>
                    <a:lnTo>
                      <a:pt x="1146" y="1961"/>
                    </a:lnTo>
                    <a:lnTo>
                      <a:pt x="1095" y="1881"/>
                    </a:lnTo>
                    <a:lnTo>
                      <a:pt x="971" y="1910"/>
                    </a:lnTo>
                    <a:lnTo>
                      <a:pt x="694" y="2099"/>
                    </a:lnTo>
                    <a:lnTo>
                      <a:pt x="606" y="2125"/>
                    </a:lnTo>
                    <a:lnTo>
                      <a:pt x="593" y="2086"/>
                    </a:lnTo>
                    <a:lnTo>
                      <a:pt x="756" y="1934"/>
                    </a:lnTo>
                    <a:lnTo>
                      <a:pt x="1095" y="1821"/>
                    </a:lnTo>
                    <a:lnTo>
                      <a:pt x="1045" y="1685"/>
                    </a:lnTo>
                    <a:lnTo>
                      <a:pt x="1045" y="1547"/>
                    </a:lnTo>
                    <a:lnTo>
                      <a:pt x="998" y="1470"/>
                    </a:lnTo>
                    <a:lnTo>
                      <a:pt x="606" y="1169"/>
                    </a:lnTo>
                    <a:lnTo>
                      <a:pt x="138" y="841"/>
                    </a:lnTo>
                    <a:lnTo>
                      <a:pt x="657" y="1154"/>
                    </a:lnTo>
                    <a:lnTo>
                      <a:pt x="390" y="46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1" name="Freeform 113">
                <a:extLst>
                  <a:ext uri="{FF2B5EF4-FFF2-40B4-BE49-F238E27FC236}">
                    <a16:creationId xmlns:a16="http://schemas.microsoft.com/office/drawing/2014/main" id="{D3372DB2-84B8-8D4E-876E-4BA7B06F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60"/>
                <a:ext cx="26" cy="59"/>
              </a:xfrm>
              <a:custGeom>
                <a:avLst/>
                <a:gdLst>
                  <a:gd name="T0" fmla="*/ 0 w 203"/>
                  <a:gd name="T1" fmla="*/ 0 h 466"/>
                  <a:gd name="T2" fmla="*/ 0 w 203"/>
                  <a:gd name="T3" fmla="*/ 0 h 466"/>
                  <a:gd name="T4" fmla="*/ 0 w 203"/>
                  <a:gd name="T5" fmla="*/ 0 h 466"/>
                  <a:gd name="T6" fmla="*/ 0 w 203"/>
                  <a:gd name="T7" fmla="*/ 0 h 466"/>
                  <a:gd name="T8" fmla="*/ 0 w 203"/>
                  <a:gd name="T9" fmla="*/ 0 h 466"/>
                  <a:gd name="T10" fmla="*/ 0 w 203"/>
                  <a:gd name="T11" fmla="*/ 0 h 466"/>
                  <a:gd name="T12" fmla="*/ 0 w 203"/>
                  <a:gd name="T13" fmla="*/ 0 h 466"/>
                  <a:gd name="T14" fmla="*/ 0 w 203"/>
                  <a:gd name="T15" fmla="*/ 0 h 466"/>
                  <a:gd name="T16" fmla="*/ 0 w 203"/>
                  <a:gd name="T17" fmla="*/ 0 h 4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3"/>
                  <a:gd name="T28" fmla="*/ 0 h 466"/>
                  <a:gd name="T29" fmla="*/ 203 w 203"/>
                  <a:gd name="T30" fmla="*/ 466 h 4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3" h="466">
                    <a:moveTo>
                      <a:pt x="203" y="0"/>
                    </a:moveTo>
                    <a:lnTo>
                      <a:pt x="111" y="51"/>
                    </a:lnTo>
                    <a:lnTo>
                      <a:pt x="0" y="403"/>
                    </a:lnTo>
                    <a:lnTo>
                      <a:pt x="99" y="466"/>
                    </a:lnTo>
                    <a:lnTo>
                      <a:pt x="203" y="378"/>
                    </a:lnTo>
                    <a:lnTo>
                      <a:pt x="203" y="136"/>
                    </a:lnTo>
                    <a:lnTo>
                      <a:pt x="152" y="136"/>
                    </a:lnTo>
                    <a:lnTo>
                      <a:pt x="152" y="76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2" name="Freeform 114">
                <a:extLst>
                  <a:ext uri="{FF2B5EF4-FFF2-40B4-BE49-F238E27FC236}">
                    <a16:creationId xmlns:a16="http://schemas.microsoft.com/office/drawing/2014/main" id="{44292494-46F7-2945-A018-9D30AA90B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045"/>
                <a:ext cx="63" cy="75"/>
              </a:xfrm>
              <a:custGeom>
                <a:avLst/>
                <a:gdLst>
                  <a:gd name="T0" fmla="*/ 0 w 506"/>
                  <a:gd name="T1" fmla="*/ 0 h 599"/>
                  <a:gd name="T2" fmla="*/ 0 w 506"/>
                  <a:gd name="T3" fmla="*/ 0 h 599"/>
                  <a:gd name="T4" fmla="*/ 0 w 506"/>
                  <a:gd name="T5" fmla="*/ 0 h 599"/>
                  <a:gd name="T6" fmla="*/ 0 w 506"/>
                  <a:gd name="T7" fmla="*/ 0 h 599"/>
                  <a:gd name="T8" fmla="*/ 0 w 506"/>
                  <a:gd name="T9" fmla="*/ 0 h 599"/>
                  <a:gd name="T10" fmla="*/ 0 w 506"/>
                  <a:gd name="T11" fmla="*/ 0 h 599"/>
                  <a:gd name="T12" fmla="*/ 0 w 506"/>
                  <a:gd name="T13" fmla="*/ 0 h 599"/>
                  <a:gd name="T14" fmla="*/ 0 w 506"/>
                  <a:gd name="T15" fmla="*/ 0 h 599"/>
                  <a:gd name="T16" fmla="*/ 0 w 506"/>
                  <a:gd name="T17" fmla="*/ 0 h 599"/>
                  <a:gd name="T18" fmla="*/ 0 w 506"/>
                  <a:gd name="T19" fmla="*/ 0 h 599"/>
                  <a:gd name="T20" fmla="*/ 0 w 506"/>
                  <a:gd name="T21" fmla="*/ 0 h 599"/>
                  <a:gd name="T22" fmla="*/ 0 w 506"/>
                  <a:gd name="T23" fmla="*/ 0 h 599"/>
                  <a:gd name="T24" fmla="*/ 0 w 506"/>
                  <a:gd name="T25" fmla="*/ 0 h 5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06"/>
                  <a:gd name="T40" fmla="*/ 0 h 599"/>
                  <a:gd name="T41" fmla="*/ 506 w 506"/>
                  <a:gd name="T42" fmla="*/ 599 h 59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06" h="599">
                    <a:moveTo>
                      <a:pt x="138" y="162"/>
                    </a:moveTo>
                    <a:lnTo>
                      <a:pt x="317" y="0"/>
                    </a:lnTo>
                    <a:lnTo>
                      <a:pt x="506" y="72"/>
                    </a:lnTo>
                    <a:lnTo>
                      <a:pt x="506" y="173"/>
                    </a:lnTo>
                    <a:lnTo>
                      <a:pt x="391" y="325"/>
                    </a:lnTo>
                    <a:lnTo>
                      <a:pt x="0" y="599"/>
                    </a:lnTo>
                    <a:lnTo>
                      <a:pt x="279" y="364"/>
                    </a:lnTo>
                    <a:lnTo>
                      <a:pt x="317" y="274"/>
                    </a:lnTo>
                    <a:lnTo>
                      <a:pt x="329" y="198"/>
                    </a:lnTo>
                    <a:lnTo>
                      <a:pt x="317" y="138"/>
                    </a:lnTo>
                    <a:lnTo>
                      <a:pt x="279" y="112"/>
                    </a:lnTo>
                    <a:lnTo>
                      <a:pt x="230" y="112"/>
                    </a:lnTo>
                    <a:lnTo>
                      <a:pt x="138" y="1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3" name="Freeform 115">
                <a:extLst>
                  <a:ext uri="{FF2B5EF4-FFF2-40B4-BE49-F238E27FC236}">
                    <a16:creationId xmlns:a16="http://schemas.microsoft.com/office/drawing/2014/main" id="{6125AE68-E19E-C04D-992F-F9686C15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8"/>
                <a:ext cx="389" cy="124"/>
              </a:xfrm>
              <a:custGeom>
                <a:avLst/>
                <a:gdLst>
                  <a:gd name="T0" fmla="*/ 0 w 3106"/>
                  <a:gd name="T1" fmla="*/ 0 h 992"/>
                  <a:gd name="T2" fmla="*/ 0 w 3106"/>
                  <a:gd name="T3" fmla="*/ 0 h 992"/>
                  <a:gd name="T4" fmla="*/ 0 w 3106"/>
                  <a:gd name="T5" fmla="*/ 0 h 992"/>
                  <a:gd name="T6" fmla="*/ 0 w 3106"/>
                  <a:gd name="T7" fmla="*/ 0 h 992"/>
                  <a:gd name="T8" fmla="*/ 0 w 3106"/>
                  <a:gd name="T9" fmla="*/ 0 h 992"/>
                  <a:gd name="T10" fmla="*/ 0 w 3106"/>
                  <a:gd name="T11" fmla="*/ 0 h 992"/>
                  <a:gd name="T12" fmla="*/ 0 w 3106"/>
                  <a:gd name="T13" fmla="*/ 0 h 992"/>
                  <a:gd name="T14" fmla="*/ 0 w 3106"/>
                  <a:gd name="T15" fmla="*/ 0 h 992"/>
                  <a:gd name="T16" fmla="*/ 0 w 3106"/>
                  <a:gd name="T17" fmla="*/ 0 h 992"/>
                  <a:gd name="T18" fmla="*/ 0 w 3106"/>
                  <a:gd name="T19" fmla="*/ 0 h 992"/>
                  <a:gd name="T20" fmla="*/ 0 w 3106"/>
                  <a:gd name="T21" fmla="*/ 0 h 992"/>
                  <a:gd name="T22" fmla="*/ 0 w 3106"/>
                  <a:gd name="T23" fmla="*/ 0 h 992"/>
                  <a:gd name="T24" fmla="*/ 0 w 3106"/>
                  <a:gd name="T25" fmla="*/ 0 h 992"/>
                  <a:gd name="T26" fmla="*/ 0 w 3106"/>
                  <a:gd name="T27" fmla="*/ 0 h 992"/>
                  <a:gd name="T28" fmla="*/ 0 w 3106"/>
                  <a:gd name="T29" fmla="*/ 0 h 992"/>
                  <a:gd name="T30" fmla="*/ 0 w 3106"/>
                  <a:gd name="T31" fmla="*/ 0 h 992"/>
                  <a:gd name="T32" fmla="*/ 0 w 3106"/>
                  <a:gd name="T33" fmla="*/ 0 h 992"/>
                  <a:gd name="T34" fmla="*/ 0 w 3106"/>
                  <a:gd name="T35" fmla="*/ 0 h 992"/>
                  <a:gd name="T36" fmla="*/ 0 w 3106"/>
                  <a:gd name="T37" fmla="*/ 0 h 992"/>
                  <a:gd name="T38" fmla="*/ 0 w 3106"/>
                  <a:gd name="T39" fmla="*/ 0 h 992"/>
                  <a:gd name="T40" fmla="*/ 0 w 3106"/>
                  <a:gd name="T41" fmla="*/ 0 h 992"/>
                  <a:gd name="T42" fmla="*/ 0 w 3106"/>
                  <a:gd name="T43" fmla="*/ 0 h 992"/>
                  <a:gd name="T44" fmla="*/ 0 w 3106"/>
                  <a:gd name="T45" fmla="*/ 0 h 992"/>
                  <a:gd name="T46" fmla="*/ 0 w 3106"/>
                  <a:gd name="T47" fmla="*/ 0 h 992"/>
                  <a:gd name="T48" fmla="*/ 0 w 3106"/>
                  <a:gd name="T49" fmla="*/ 0 h 992"/>
                  <a:gd name="T50" fmla="*/ 0 w 3106"/>
                  <a:gd name="T51" fmla="*/ 0 h 992"/>
                  <a:gd name="T52" fmla="*/ 0 w 3106"/>
                  <a:gd name="T53" fmla="*/ 0 h 992"/>
                  <a:gd name="T54" fmla="*/ 0 w 3106"/>
                  <a:gd name="T55" fmla="*/ 0 h 992"/>
                  <a:gd name="T56" fmla="*/ 0 w 3106"/>
                  <a:gd name="T57" fmla="*/ 0 h 992"/>
                  <a:gd name="T58" fmla="*/ 0 w 3106"/>
                  <a:gd name="T59" fmla="*/ 0 h 992"/>
                  <a:gd name="T60" fmla="*/ 0 w 3106"/>
                  <a:gd name="T61" fmla="*/ 0 h 992"/>
                  <a:gd name="T62" fmla="*/ 0 w 3106"/>
                  <a:gd name="T63" fmla="*/ 0 h 992"/>
                  <a:gd name="T64" fmla="*/ 0 w 3106"/>
                  <a:gd name="T65" fmla="*/ 0 h 992"/>
                  <a:gd name="T66" fmla="*/ 0 w 3106"/>
                  <a:gd name="T67" fmla="*/ 0 h 992"/>
                  <a:gd name="T68" fmla="*/ 0 w 3106"/>
                  <a:gd name="T69" fmla="*/ 0 h 992"/>
                  <a:gd name="T70" fmla="*/ 0 w 3106"/>
                  <a:gd name="T71" fmla="*/ 0 h 992"/>
                  <a:gd name="T72" fmla="*/ 0 w 3106"/>
                  <a:gd name="T73" fmla="*/ 0 h 992"/>
                  <a:gd name="T74" fmla="*/ 0 w 3106"/>
                  <a:gd name="T75" fmla="*/ 0 h 992"/>
                  <a:gd name="T76" fmla="*/ 0 w 3106"/>
                  <a:gd name="T77" fmla="*/ 0 h 992"/>
                  <a:gd name="T78" fmla="*/ 0 w 3106"/>
                  <a:gd name="T79" fmla="*/ 0 h 992"/>
                  <a:gd name="T80" fmla="*/ 0 w 3106"/>
                  <a:gd name="T81" fmla="*/ 0 h 992"/>
                  <a:gd name="T82" fmla="*/ 0 w 3106"/>
                  <a:gd name="T83" fmla="*/ 0 h 992"/>
                  <a:gd name="T84" fmla="*/ 0 w 3106"/>
                  <a:gd name="T85" fmla="*/ 0 h 992"/>
                  <a:gd name="T86" fmla="*/ 0 w 3106"/>
                  <a:gd name="T87" fmla="*/ 0 h 992"/>
                  <a:gd name="T88" fmla="*/ 0 w 3106"/>
                  <a:gd name="T89" fmla="*/ 0 h 9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06"/>
                  <a:gd name="T136" fmla="*/ 0 h 992"/>
                  <a:gd name="T137" fmla="*/ 3106 w 3106"/>
                  <a:gd name="T138" fmla="*/ 992 h 9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06" h="992">
                    <a:moveTo>
                      <a:pt x="0" y="215"/>
                    </a:moveTo>
                    <a:lnTo>
                      <a:pt x="430" y="377"/>
                    </a:lnTo>
                    <a:lnTo>
                      <a:pt x="540" y="268"/>
                    </a:lnTo>
                    <a:lnTo>
                      <a:pt x="770" y="268"/>
                    </a:lnTo>
                    <a:lnTo>
                      <a:pt x="896" y="364"/>
                    </a:lnTo>
                    <a:lnTo>
                      <a:pt x="1010" y="327"/>
                    </a:lnTo>
                    <a:lnTo>
                      <a:pt x="1603" y="314"/>
                    </a:lnTo>
                    <a:lnTo>
                      <a:pt x="2017" y="226"/>
                    </a:lnTo>
                    <a:lnTo>
                      <a:pt x="2589" y="0"/>
                    </a:lnTo>
                    <a:lnTo>
                      <a:pt x="2663" y="49"/>
                    </a:lnTo>
                    <a:lnTo>
                      <a:pt x="2676" y="100"/>
                    </a:lnTo>
                    <a:lnTo>
                      <a:pt x="2614" y="162"/>
                    </a:lnTo>
                    <a:lnTo>
                      <a:pt x="2689" y="238"/>
                    </a:lnTo>
                    <a:lnTo>
                      <a:pt x="2713" y="302"/>
                    </a:lnTo>
                    <a:lnTo>
                      <a:pt x="2689" y="377"/>
                    </a:lnTo>
                    <a:lnTo>
                      <a:pt x="3091" y="413"/>
                    </a:lnTo>
                    <a:lnTo>
                      <a:pt x="3106" y="439"/>
                    </a:lnTo>
                    <a:lnTo>
                      <a:pt x="2689" y="461"/>
                    </a:lnTo>
                    <a:lnTo>
                      <a:pt x="2689" y="500"/>
                    </a:lnTo>
                    <a:lnTo>
                      <a:pt x="2713" y="540"/>
                    </a:lnTo>
                    <a:lnTo>
                      <a:pt x="3078" y="553"/>
                    </a:lnTo>
                    <a:lnTo>
                      <a:pt x="3043" y="602"/>
                    </a:lnTo>
                    <a:lnTo>
                      <a:pt x="2737" y="665"/>
                    </a:lnTo>
                    <a:lnTo>
                      <a:pt x="2737" y="715"/>
                    </a:lnTo>
                    <a:lnTo>
                      <a:pt x="2953" y="715"/>
                    </a:lnTo>
                    <a:lnTo>
                      <a:pt x="2977" y="680"/>
                    </a:lnTo>
                    <a:lnTo>
                      <a:pt x="2965" y="740"/>
                    </a:lnTo>
                    <a:lnTo>
                      <a:pt x="2589" y="791"/>
                    </a:lnTo>
                    <a:lnTo>
                      <a:pt x="2160" y="814"/>
                    </a:lnTo>
                    <a:lnTo>
                      <a:pt x="1992" y="814"/>
                    </a:lnTo>
                    <a:lnTo>
                      <a:pt x="1753" y="854"/>
                    </a:lnTo>
                    <a:lnTo>
                      <a:pt x="1676" y="992"/>
                    </a:lnTo>
                    <a:lnTo>
                      <a:pt x="1314" y="992"/>
                    </a:lnTo>
                    <a:lnTo>
                      <a:pt x="1641" y="953"/>
                    </a:lnTo>
                    <a:lnTo>
                      <a:pt x="1692" y="867"/>
                    </a:lnTo>
                    <a:lnTo>
                      <a:pt x="1715" y="752"/>
                    </a:lnTo>
                    <a:lnTo>
                      <a:pt x="1715" y="641"/>
                    </a:lnTo>
                    <a:lnTo>
                      <a:pt x="1676" y="489"/>
                    </a:lnTo>
                    <a:lnTo>
                      <a:pt x="1630" y="364"/>
                    </a:lnTo>
                    <a:lnTo>
                      <a:pt x="1010" y="377"/>
                    </a:lnTo>
                    <a:lnTo>
                      <a:pt x="881" y="401"/>
                    </a:lnTo>
                    <a:lnTo>
                      <a:pt x="669" y="314"/>
                    </a:lnTo>
                    <a:lnTo>
                      <a:pt x="468" y="473"/>
                    </a:lnTo>
                    <a:lnTo>
                      <a:pt x="415" y="401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4" name="Freeform 116">
                <a:extLst>
                  <a:ext uri="{FF2B5EF4-FFF2-40B4-BE49-F238E27FC236}">
                    <a16:creationId xmlns:a16="http://schemas.microsoft.com/office/drawing/2014/main" id="{F83B0BAA-D613-0F40-961B-4E98CD36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081"/>
                <a:ext cx="45" cy="18"/>
              </a:xfrm>
              <a:custGeom>
                <a:avLst/>
                <a:gdLst>
                  <a:gd name="T0" fmla="*/ 0 w 366"/>
                  <a:gd name="T1" fmla="*/ 0 h 150"/>
                  <a:gd name="T2" fmla="*/ 0 w 366"/>
                  <a:gd name="T3" fmla="*/ 0 h 150"/>
                  <a:gd name="T4" fmla="*/ 0 w 366"/>
                  <a:gd name="T5" fmla="*/ 0 h 150"/>
                  <a:gd name="T6" fmla="*/ 0 w 366"/>
                  <a:gd name="T7" fmla="*/ 0 h 150"/>
                  <a:gd name="T8" fmla="*/ 0 w 366"/>
                  <a:gd name="T9" fmla="*/ 0 h 150"/>
                  <a:gd name="T10" fmla="*/ 0 w 366"/>
                  <a:gd name="T11" fmla="*/ 0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6"/>
                  <a:gd name="T19" fmla="*/ 0 h 150"/>
                  <a:gd name="T20" fmla="*/ 366 w 366"/>
                  <a:gd name="T21" fmla="*/ 150 h 1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6" h="150">
                    <a:moveTo>
                      <a:pt x="366" y="114"/>
                    </a:moveTo>
                    <a:lnTo>
                      <a:pt x="200" y="0"/>
                    </a:lnTo>
                    <a:lnTo>
                      <a:pt x="0" y="40"/>
                    </a:lnTo>
                    <a:lnTo>
                      <a:pt x="38" y="93"/>
                    </a:lnTo>
                    <a:lnTo>
                      <a:pt x="302" y="150"/>
                    </a:lnTo>
                    <a:lnTo>
                      <a:pt x="366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5" name="Freeform 117">
                <a:extLst>
                  <a:ext uri="{FF2B5EF4-FFF2-40B4-BE49-F238E27FC236}">
                    <a16:creationId xmlns:a16="http://schemas.microsoft.com/office/drawing/2014/main" id="{BAAFE2AD-D315-FD47-BBBB-FB401AD4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70"/>
                <a:ext cx="39" cy="273"/>
              </a:xfrm>
              <a:custGeom>
                <a:avLst/>
                <a:gdLst>
                  <a:gd name="T0" fmla="*/ 0 w 315"/>
                  <a:gd name="T1" fmla="*/ 0 h 2186"/>
                  <a:gd name="T2" fmla="*/ 0 w 315"/>
                  <a:gd name="T3" fmla="*/ 0 h 2186"/>
                  <a:gd name="T4" fmla="*/ 0 w 315"/>
                  <a:gd name="T5" fmla="*/ 0 h 2186"/>
                  <a:gd name="T6" fmla="*/ 0 w 315"/>
                  <a:gd name="T7" fmla="*/ 0 h 2186"/>
                  <a:gd name="T8" fmla="*/ 0 w 315"/>
                  <a:gd name="T9" fmla="*/ 0 h 2186"/>
                  <a:gd name="T10" fmla="*/ 0 w 315"/>
                  <a:gd name="T11" fmla="*/ 0 h 2186"/>
                  <a:gd name="T12" fmla="*/ 0 w 315"/>
                  <a:gd name="T13" fmla="*/ 0 h 2186"/>
                  <a:gd name="T14" fmla="*/ 0 w 315"/>
                  <a:gd name="T15" fmla="*/ 0 h 2186"/>
                  <a:gd name="T16" fmla="*/ 0 w 315"/>
                  <a:gd name="T17" fmla="*/ 0 h 2186"/>
                  <a:gd name="T18" fmla="*/ 0 w 315"/>
                  <a:gd name="T19" fmla="*/ 0 h 2186"/>
                  <a:gd name="T20" fmla="*/ 0 w 315"/>
                  <a:gd name="T21" fmla="*/ 0 h 2186"/>
                  <a:gd name="T22" fmla="*/ 0 w 315"/>
                  <a:gd name="T23" fmla="*/ 0 h 2186"/>
                  <a:gd name="T24" fmla="*/ 0 w 315"/>
                  <a:gd name="T25" fmla="*/ 0 h 2186"/>
                  <a:gd name="T26" fmla="*/ 0 w 315"/>
                  <a:gd name="T27" fmla="*/ 0 h 2186"/>
                  <a:gd name="T28" fmla="*/ 0 w 315"/>
                  <a:gd name="T29" fmla="*/ 0 h 2186"/>
                  <a:gd name="T30" fmla="*/ 0 w 315"/>
                  <a:gd name="T31" fmla="*/ 0 h 2186"/>
                  <a:gd name="T32" fmla="*/ 0 w 315"/>
                  <a:gd name="T33" fmla="*/ 0 h 2186"/>
                  <a:gd name="T34" fmla="*/ 0 w 315"/>
                  <a:gd name="T35" fmla="*/ 0 h 2186"/>
                  <a:gd name="T36" fmla="*/ 0 w 315"/>
                  <a:gd name="T37" fmla="*/ 0 h 2186"/>
                  <a:gd name="T38" fmla="*/ 0 w 315"/>
                  <a:gd name="T39" fmla="*/ 0 h 2186"/>
                  <a:gd name="T40" fmla="*/ 0 w 315"/>
                  <a:gd name="T41" fmla="*/ 0 h 2186"/>
                  <a:gd name="T42" fmla="*/ 0 w 315"/>
                  <a:gd name="T43" fmla="*/ 0 h 2186"/>
                  <a:gd name="T44" fmla="*/ 0 w 315"/>
                  <a:gd name="T45" fmla="*/ 0 h 2186"/>
                  <a:gd name="T46" fmla="*/ 0 w 315"/>
                  <a:gd name="T47" fmla="*/ 0 h 218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5"/>
                  <a:gd name="T73" fmla="*/ 0 h 2186"/>
                  <a:gd name="T74" fmla="*/ 315 w 315"/>
                  <a:gd name="T75" fmla="*/ 2186 h 218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5" h="2186">
                    <a:moveTo>
                      <a:pt x="175" y="2133"/>
                    </a:moveTo>
                    <a:lnTo>
                      <a:pt x="214" y="2085"/>
                    </a:lnTo>
                    <a:lnTo>
                      <a:pt x="214" y="1958"/>
                    </a:lnTo>
                    <a:lnTo>
                      <a:pt x="124" y="1633"/>
                    </a:lnTo>
                    <a:lnTo>
                      <a:pt x="62" y="1180"/>
                    </a:lnTo>
                    <a:lnTo>
                      <a:pt x="49" y="796"/>
                    </a:lnTo>
                    <a:lnTo>
                      <a:pt x="21" y="540"/>
                    </a:lnTo>
                    <a:lnTo>
                      <a:pt x="49" y="466"/>
                    </a:lnTo>
                    <a:lnTo>
                      <a:pt x="49" y="325"/>
                    </a:lnTo>
                    <a:lnTo>
                      <a:pt x="0" y="213"/>
                    </a:lnTo>
                    <a:lnTo>
                      <a:pt x="73" y="277"/>
                    </a:lnTo>
                    <a:lnTo>
                      <a:pt x="99" y="213"/>
                    </a:lnTo>
                    <a:lnTo>
                      <a:pt x="111" y="127"/>
                    </a:lnTo>
                    <a:lnTo>
                      <a:pt x="111" y="0"/>
                    </a:lnTo>
                    <a:lnTo>
                      <a:pt x="124" y="104"/>
                    </a:lnTo>
                    <a:lnTo>
                      <a:pt x="136" y="213"/>
                    </a:lnTo>
                    <a:lnTo>
                      <a:pt x="111" y="341"/>
                    </a:lnTo>
                    <a:lnTo>
                      <a:pt x="73" y="466"/>
                    </a:lnTo>
                    <a:lnTo>
                      <a:pt x="49" y="551"/>
                    </a:lnTo>
                    <a:lnTo>
                      <a:pt x="111" y="1292"/>
                    </a:lnTo>
                    <a:lnTo>
                      <a:pt x="185" y="1732"/>
                    </a:lnTo>
                    <a:lnTo>
                      <a:pt x="262" y="1958"/>
                    </a:lnTo>
                    <a:lnTo>
                      <a:pt x="315" y="2186"/>
                    </a:lnTo>
                    <a:lnTo>
                      <a:pt x="175" y="21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6" name="Freeform 118">
                <a:extLst>
                  <a:ext uri="{FF2B5EF4-FFF2-40B4-BE49-F238E27FC236}">
                    <a16:creationId xmlns:a16="http://schemas.microsoft.com/office/drawing/2014/main" id="{DC508D48-B07E-F143-B0DD-6A1A330B0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50"/>
                <a:ext cx="217" cy="307"/>
              </a:xfrm>
              <a:custGeom>
                <a:avLst/>
                <a:gdLst>
                  <a:gd name="T0" fmla="*/ 0 w 1731"/>
                  <a:gd name="T1" fmla="*/ 0 h 2462"/>
                  <a:gd name="T2" fmla="*/ 0 w 1731"/>
                  <a:gd name="T3" fmla="*/ 0 h 2462"/>
                  <a:gd name="T4" fmla="*/ 0 w 1731"/>
                  <a:gd name="T5" fmla="*/ 0 h 2462"/>
                  <a:gd name="T6" fmla="*/ 0 w 1731"/>
                  <a:gd name="T7" fmla="*/ 0 h 2462"/>
                  <a:gd name="T8" fmla="*/ 0 w 1731"/>
                  <a:gd name="T9" fmla="*/ 0 h 2462"/>
                  <a:gd name="T10" fmla="*/ 0 w 1731"/>
                  <a:gd name="T11" fmla="*/ 0 h 2462"/>
                  <a:gd name="T12" fmla="*/ 0 w 1731"/>
                  <a:gd name="T13" fmla="*/ 0 h 2462"/>
                  <a:gd name="T14" fmla="*/ 0 w 1731"/>
                  <a:gd name="T15" fmla="*/ 0 h 2462"/>
                  <a:gd name="T16" fmla="*/ 0 w 1731"/>
                  <a:gd name="T17" fmla="*/ 0 h 2462"/>
                  <a:gd name="T18" fmla="*/ 0 w 1731"/>
                  <a:gd name="T19" fmla="*/ 0 h 2462"/>
                  <a:gd name="T20" fmla="*/ 0 w 1731"/>
                  <a:gd name="T21" fmla="*/ 0 h 2462"/>
                  <a:gd name="T22" fmla="*/ 0 w 1731"/>
                  <a:gd name="T23" fmla="*/ 0 h 2462"/>
                  <a:gd name="T24" fmla="*/ 0 w 1731"/>
                  <a:gd name="T25" fmla="*/ 0 h 2462"/>
                  <a:gd name="T26" fmla="*/ 0 w 1731"/>
                  <a:gd name="T27" fmla="*/ 0 h 2462"/>
                  <a:gd name="T28" fmla="*/ 0 w 1731"/>
                  <a:gd name="T29" fmla="*/ 0 h 2462"/>
                  <a:gd name="T30" fmla="*/ 0 w 1731"/>
                  <a:gd name="T31" fmla="*/ 0 h 2462"/>
                  <a:gd name="T32" fmla="*/ 0 w 1731"/>
                  <a:gd name="T33" fmla="*/ 0 h 2462"/>
                  <a:gd name="T34" fmla="*/ 0 w 1731"/>
                  <a:gd name="T35" fmla="*/ 0 h 2462"/>
                  <a:gd name="T36" fmla="*/ 0 w 1731"/>
                  <a:gd name="T37" fmla="*/ 0 h 2462"/>
                  <a:gd name="T38" fmla="*/ 0 w 1731"/>
                  <a:gd name="T39" fmla="*/ 0 h 2462"/>
                  <a:gd name="T40" fmla="*/ 0 w 1731"/>
                  <a:gd name="T41" fmla="*/ 0 h 2462"/>
                  <a:gd name="T42" fmla="*/ 0 w 1731"/>
                  <a:gd name="T43" fmla="*/ 0 h 2462"/>
                  <a:gd name="T44" fmla="*/ 0 w 1731"/>
                  <a:gd name="T45" fmla="*/ 0 h 2462"/>
                  <a:gd name="T46" fmla="*/ 0 w 1731"/>
                  <a:gd name="T47" fmla="*/ 0 h 2462"/>
                  <a:gd name="T48" fmla="*/ 0 w 1731"/>
                  <a:gd name="T49" fmla="*/ 0 h 2462"/>
                  <a:gd name="T50" fmla="*/ 0 w 1731"/>
                  <a:gd name="T51" fmla="*/ 0 h 2462"/>
                  <a:gd name="T52" fmla="*/ 0 w 1731"/>
                  <a:gd name="T53" fmla="*/ 0 h 2462"/>
                  <a:gd name="T54" fmla="*/ 0 w 1731"/>
                  <a:gd name="T55" fmla="*/ 0 h 2462"/>
                  <a:gd name="T56" fmla="*/ 0 w 1731"/>
                  <a:gd name="T57" fmla="*/ 0 h 2462"/>
                  <a:gd name="T58" fmla="*/ 0 w 1731"/>
                  <a:gd name="T59" fmla="*/ 0 h 2462"/>
                  <a:gd name="T60" fmla="*/ 0 w 1731"/>
                  <a:gd name="T61" fmla="*/ 0 h 2462"/>
                  <a:gd name="T62" fmla="*/ 0 w 1731"/>
                  <a:gd name="T63" fmla="*/ 0 h 2462"/>
                  <a:gd name="T64" fmla="*/ 0 w 1731"/>
                  <a:gd name="T65" fmla="*/ 0 h 2462"/>
                  <a:gd name="T66" fmla="*/ 0 w 1731"/>
                  <a:gd name="T67" fmla="*/ 0 h 2462"/>
                  <a:gd name="T68" fmla="*/ 0 w 1731"/>
                  <a:gd name="T69" fmla="*/ 0 h 2462"/>
                  <a:gd name="T70" fmla="*/ 0 w 1731"/>
                  <a:gd name="T71" fmla="*/ 0 h 2462"/>
                  <a:gd name="T72" fmla="*/ 0 w 1731"/>
                  <a:gd name="T73" fmla="*/ 0 h 2462"/>
                  <a:gd name="T74" fmla="*/ 0 w 1731"/>
                  <a:gd name="T75" fmla="*/ 0 h 2462"/>
                  <a:gd name="T76" fmla="*/ 0 w 1731"/>
                  <a:gd name="T77" fmla="*/ 0 h 2462"/>
                  <a:gd name="T78" fmla="*/ 0 w 1731"/>
                  <a:gd name="T79" fmla="*/ 0 h 2462"/>
                  <a:gd name="T80" fmla="*/ 0 w 1731"/>
                  <a:gd name="T81" fmla="*/ 0 h 2462"/>
                  <a:gd name="T82" fmla="*/ 0 w 1731"/>
                  <a:gd name="T83" fmla="*/ 0 h 2462"/>
                  <a:gd name="T84" fmla="*/ 0 w 1731"/>
                  <a:gd name="T85" fmla="*/ 0 h 2462"/>
                  <a:gd name="T86" fmla="*/ 0 w 1731"/>
                  <a:gd name="T87" fmla="*/ 0 h 24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31"/>
                  <a:gd name="T133" fmla="*/ 0 h 2462"/>
                  <a:gd name="T134" fmla="*/ 1731 w 1731"/>
                  <a:gd name="T135" fmla="*/ 2462 h 246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31" h="2462">
                    <a:moveTo>
                      <a:pt x="152" y="0"/>
                    </a:moveTo>
                    <a:lnTo>
                      <a:pt x="379" y="203"/>
                    </a:lnTo>
                    <a:lnTo>
                      <a:pt x="440" y="376"/>
                    </a:lnTo>
                    <a:lnTo>
                      <a:pt x="480" y="541"/>
                    </a:lnTo>
                    <a:lnTo>
                      <a:pt x="480" y="800"/>
                    </a:lnTo>
                    <a:lnTo>
                      <a:pt x="368" y="1646"/>
                    </a:lnTo>
                    <a:lnTo>
                      <a:pt x="267" y="1747"/>
                    </a:lnTo>
                    <a:lnTo>
                      <a:pt x="0" y="1784"/>
                    </a:lnTo>
                    <a:lnTo>
                      <a:pt x="368" y="1772"/>
                    </a:lnTo>
                    <a:lnTo>
                      <a:pt x="254" y="2450"/>
                    </a:lnTo>
                    <a:lnTo>
                      <a:pt x="278" y="2462"/>
                    </a:lnTo>
                    <a:lnTo>
                      <a:pt x="406" y="1881"/>
                    </a:lnTo>
                    <a:lnTo>
                      <a:pt x="883" y="2273"/>
                    </a:lnTo>
                    <a:lnTo>
                      <a:pt x="996" y="2273"/>
                    </a:lnTo>
                    <a:lnTo>
                      <a:pt x="1174" y="2185"/>
                    </a:lnTo>
                    <a:lnTo>
                      <a:pt x="1363" y="2035"/>
                    </a:lnTo>
                    <a:lnTo>
                      <a:pt x="1500" y="1895"/>
                    </a:lnTo>
                    <a:lnTo>
                      <a:pt x="1603" y="1759"/>
                    </a:lnTo>
                    <a:lnTo>
                      <a:pt x="1462" y="1881"/>
                    </a:lnTo>
                    <a:lnTo>
                      <a:pt x="1363" y="1809"/>
                    </a:lnTo>
                    <a:lnTo>
                      <a:pt x="1480" y="1734"/>
                    </a:lnTo>
                    <a:lnTo>
                      <a:pt x="1238" y="1809"/>
                    </a:lnTo>
                    <a:lnTo>
                      <a:pt x="950" y="1846"/>
                    </a:lnTo>
                    <a:lnTo>
                      <a:pt x="669" y="1846"/>
                    </a:lnTo>
                    <a:lnTo>
                      <a:pt x="555" y="1846"/>
                    </a:lnTo>
                    <a:lnTo>
                      <a:pt x="469" y="1784"/>
                    </a:lnTo>
                    <a:lnTo>
                      <a:pt x="647" y="1708"/>
                    </a:lnTo>
                    <a:lnTo>
                      <a:pt x="1012" y="1708"/>
                    </a:lnTo>
                    <a:lnTo>
                      <a:pt x="1300" y="1545"/>
                    </a:lnTo>
                    <a:lnTo>
                      <a:pt x="1012" y="1631"/>
                    </a:lnTo>
                    <a:lnTo>
                      <a:pt x="647" y="1631"/>
                    </a:lnTo>
                    <a:lnTo>
                      <a:pt x="440" y="1685"/>
                    </a:lnTo>
                    <a:lnTo>
                      <a:pt x="440" y="1496"/>
                    </a:lnTo>
                    <a:lnTo>
                      <a:pt x="987" y="1409"/>
                    </a:lnTo>
                    <a:lnTo>
                      <a:pt x="781" y="892"/>
                    </a:lnTo>
                    <a:lnTo>
                      <a:pt x="555" y="592"/>
                    </a:lnTo>
                    <a:lnTo>
                      <a:pt x="555" y="415"/>
                    </a:lnTo>
                    <a:lnTo>
                      <a:pt x="1570" y="1444"/>
                    </a:lnTo>
                    <a:lnTo>
                      <a:pt x="1731" y="1519"/>
                    </a:lnTo>
                    <a:lnTo>
                      <a:pt x="1642" y="1332"/>
                    </a:lnTo>
                    <a:lnTo>
                      <a:pt x="733" y="477"/>
                    </a:lnTo>
                    <a:lnTo>
                      <a:pt x="620" y="267"/>
                    </a:lnTo>
                    <a:lnTo>
                      <a:pt x="304" y="5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7" name="Freeform 119">
                <a:extLst>
                  <a:ext uri="{FF2B5EF4-FFF2-40B4-BE49-F238E27FC236}">
                    <a16:creationId xmlns:a16="http://schemas.microsoft.com/office/drawing/2014/main" id="{02F0FFED-9008-3E4D-AF9E-E649B575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986"/>
                <a:ext cx="98" cy="73"/>
              </a:xfrm>
              <a:custGeom>
                <a:avLst/>
                <a:gdLst>
                  <a:gd name="T0" fmla="*/ 0 w 783"/>
                  <a:gd name="T1" fmla="*/ 0 h 580"/>
                  <a:gd name="T2" fmla="*/ 0 w 783"/>
                  <a:gd name="T3" fmla="*/ 0 h 580"/>
                  <a:gd name="T4" fmla="*/ 0 w 783"/>
                  <a:gd name="T5" fmla="*/ 0 h 580"/>
                  <a:gd name="T6" fmla="*/ 0 w 783"/>
                  <a:gd name="T7" fmla="*/ 0 h 580"/>
                  <a:gd name="T8" fmla="*/ 0 w 783"/>
                  <a:gd name="T9" fmla="*/ 0 h 580"/>
                  <a:gd name="T10" fmla="*/ 0 w 783"/>
                  <a:gd name="T11" fmla="*/ 0 h 580"/>
                  <a:gd name="T12" fmla="*/ 0 w 783"/>
                  <a:gd name="T13" fmla="*/ 0 h 580"/>
                  <a:gd name="T14" fmla="*/ 0 w 783"/>
                  <a:gd name="T15" fmla="*/ 0 h 580"/>
                  <a:gd name="T16" fmla="*/ 0 w 783"/>
                  <a:gd name="T17" fmla="*/ 0 h 580"/>
                  <a:gd name="T18" fmla="*/ 0 w 783"/>
                  <a:gd name="T19" fmla="*/ 0 h 5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3"/>
                  <a:gd name="T31" fmla="*/ 0 h 580"/>
                  <a:gd name="T32" fmla="*/ 783 w 783"/>
                  <a:gd name="T33" fmla="*/ 580 h 5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3" h="580">
                    <a:moveTo>
                      <a:pt x="0" y="442"/>
                    </a:moveTo>
                    <a:lnTo>
                      <a:pt x="317" y="378"/>
                    </a:lnTo>
                    <a:lnTo>
                      <a:pt x="670" y="580"/>
                    </a:lnTo>
                    <a:lnTo>
                      <a:pt x="783" y="540"/>
                    </a:lnTo>
                    <a:lnTo>
                      <a:pt x="504" y="378"/>
                    </a:lnTo>
                    <a:lnTo>
                      <a:pt x="619" y="166"/>
                    </a:lnTo>
                    <a:lnTo>
                      <a:pt x="619" y="0"/>
                    </a:lnTo>
                    <a:lnTo>
                      <a:pt x="402" y="265"/>
                    </a:lnTo>
                    <a:lnTo>
                      <a:pt x="216" y="362"/>
                    </a:lnTo>
                    <a:lnTo>
                      <a:pt x="0" y="4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8" name="Freeform 120">
                <a:extLst>
                  <a:ext uri="{FF2B5EF4-FFF2-40B4-BE49-F238E27FC236}">
                    <a16:creationId xmlns:a16="http://schemas.microsoft.com/office/drawing/2014/main" id="{C04B0382-4FAF-4149-ADE5-84AB5DBB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35"/>
                <a:ext cx="123" cy="88"/>
              </a:xfrm>
              <a:custGeom>
                <a:avLst/>
                <a:gdLst>
                  <a:gd name="T0" fmla="*/ 0 w 984"/>
                  <a:gd name="T1" fmla="*/ 0 h 703"/>
                  <a:gd name="T2" fmla="*/ 0 w 984"/>
                  <a:gd name="T3" fmla="*/ 0 h 703"/>
                  <a:gd name="T4" fmla="*/ 0 w 984"/>
                  <a:gd name="T5" fmla="*/ 0 h 703"/>
                  <a:gd name="T6" fmla="*/ 0 w 984"/>
                  <a:gd name="T7" fmla="*/ 0 h 703"/>
                  <a:gd name="T8" fmla="*/ 0 w 984"/>
                  <a:gd name="T9" fmla="*/ 0 h 703"/>
                  <a:gd name="T10" fmla="*/ 0 w 984"/>
                  <a:gd name="T11" fmla="*/ 0 h 703"/>
                  <a:gd name="T12" fmla="*/ 0 w 984"/>
                  <a:gd name="T13" fmla="*/ 0 h 703"/>
                  <a:gd name="T14" fmla="*/ 0 w 984"/>
                  <a:gd name="T15" fmla="*/ 0 h 703"/>
                  <a:gd name="T16" fmla="*/ 0 w 984"/>
                  <a:gd name="T17" fmla="*/ 0 h 703"/>
                  <a:gd name="T18" fmla="*/ 0 w 984"/>
                  <a:gd name="T19" fmla="*/ 0 h 703"/>
                  <a:gd name="T20" fmla="*/ 0 w 984"/>
                  <a:gd name="T21" fmla="*/ 0 h 703"/>
                  <a:gd name="T22" fmla="*/ 0 w 984"/>
                  <a:gd name="T23" fmla="*/ 0 h 703"/>
                  <a:gd name="T24" fmla="*/ 0 w 984"/>
                  <a:gd name="T25" fmla="*/ 0 h 703"/>
                  <a:gd name="T26" fmla="*/ 0 w 984"/>
                  <a:gd name="T27" fmla="*/ 0 h 703"/>
                  <a:gd name="T28" fmla="*/ 0 w 984"/>
                  <a:gd name="T29" fmla="*/ 0 h 7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84"/>
                  <a:gd name="T46" fmla="*/ 0 h 703"/>
                  <a:gd name="T47" fmla="*/ 984 w 984"/>
                  <a:gd name="T48" fmla="*/ 703 h 70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84" h="703">
                    <a:moveTo>
                      <a:pt x="189" y="314"/>
                    </a:moveTo>
                    <a:lnTo>
                      <a:pt x="367" y="212"/>
                    </a:lnTo>
                    <a:lnTo>
                      <a:pt x="744" y="364"/>
                    </a:lnTo>
                    <a:lnTo>
                      <a:pt x="744" y="500"/>
                    </a:lnTo>
                    <a:lnTo>
                      <a:pt x="442" y="579"/>
                    </a:lnTo>
                    <a:lnTo>
                      <a:pt x="809" y="567"/>
                    </a:lnTo>
                    <a:lnTo>
                      <a:pt x="984" y="703"/>
                    </a:lnTo>
                    <a:lnTo>
                      <a:pt x="870" y="450"/>
                    </a:lnTo>
                    <a:lnTo>
                      <a:pt x="707" y="265"/>
                    </a:lnTo>
                    <a:lnTo>
                      <a:pt x="343" y="164"/>
                    </a:lnTo>
                    <a:lnTo>
                      <a:pt x="202" y="0"/>
                    </a:lnTo>
                    <a:lnTo>
                      <a:pt x="0" y="164"/>
                    </a:lnTo>
                    <a:lnTo>
                      <a:pt x="178" y="63"/>
                    </a:lnTo>
                    <a:lnTo>
                      <a:pt x="239" y="149"/>
                    </a:lnTo>
                    <a:lnTo>
                      <a:pt x="189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599" name="Freeform 121">
                <a:extLst>
                  <a:ext uri="{FF2B5EF4-FFF2-40B4-BE49-F238E27FC236}">
                    <a16:creationId xmlns:a16="http://schemas.microsoft.com/office/drawing/2014/main" id="{EFD930BB-F491-EC42-AAAB-3CC27647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016"/>
                <a:ext cx="73" cy="52"/>
              </a:xfrm>
              <a:custGeom>
                <a:avLst/>
                <a:gdLst>
                  <a:gd name="T0" fmla="*/ 0 w 581"/>
                  <a:gd name="T1" fmla="*/ 0 h 415"/>
                  <a:gd name="T2" fmla="*/ 0 w 581"/>
                  <a:gd name="T3" fmla="*/ 0 h 415"/>
                  <a:gd name="T4" fmla="*/ 0 w 581"/>
                  <a:gd name="T5" fmla="*/ 0 h 415"/>
                  <a:gd name="T6" fmla="*/ 0 w 581"/>
                  <a:gd name="T7" fmla="*/ 0 h 415"/>
                  <a:gd name="T8" fmla="*/ 0 w 581"/>
                  <a:gd name="T9" fmla="*/ 0 h 415"/>
                  <a:gd name="T10" fmla="*/ 0 w 581"/>
                  <a:gd name="T11" fmla="*/ 0 h 415"/>
                  <a:gd name="T12" fmla="*/ 0 w 581"/>
                  <a:gd name="T13" fmla="*/ 0 h 415"/>
                  <a:gd name="T14" fmla="*/ 0 w 581"/>
                  <a:gd name="T15" fmla="*/ 0 h 415"/>
                  <a:gd name="T16" fmla="*/ 0 w 581"/>
                  <a:gd name="T17" fmla="*/ 0 h 415"/>
                  <a:gd name="T18" fmla="*/ 0 w 581"/>
                  <a:gd name="T19" fmla="*/ 0 h 415"/>
                  <a:gd name="T20" fmla="*/ 0 w 581"/>
                  <a:gd name="T21" fmla="*/ 0 h 415"/>
                  <a:gd name="T22" fmla="*/ 0 w 581"/>
                  <a:gd name="T23" fmla="*/ 0 h 415"/>
                  <a:gd name="T24" fmla="*/ 0 w 581"/>
                  <a:gd name="T25" fmla="*/ 0 h 415"/>
                  <a:gd name="T26" fmla="*/ 0 w 581"/>
                  <a:gd name="T27" fmla="*/ 0 h 415"/>
                  <a:gd name="T28" fmla="*/ 0 w 581"/>
                  <a:gd name="T29" fmla="*/ 0 h 4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1"/>
                  <a:gd name="T46" fmla="*/ 0 h 415"/>
                  <a:gd name="T47" fmla="*/ 581 w 581"/>
                  <a:gd name="T48" fmla="*/ 415 h 4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1" h="415">
                    <a:moveTo>
                      <a:pt x="22" y="0"/>
                    </a:moveTo>
                    <a:lnTo>
                      <a:pt x="464" y="37"/>
                    </a:lnTo>
                    <a:lnTo>
                      <a:pt x="581" y="240"/>
                    </a:lnTo>
                    <a:lnTo>
                      <a:pt x="581" y="288"/>
                    </a:lnTo>
                    <a:lnTo>
                      <a:pt x="492" y="316"/>
                    </a:lnTo>
                    <a:lnTo>
                      <a:pt x="363" y="240"/>
                    </a:lnTo>
                    <a:lnTo>
                      <a:pt x="187" y="240"/>
                    </a:lnTo>
                    <a:lnTo>
                      <a:pt x="477" y="351"/>
                    </a:lnTo>
                    <a:lnTo>
                      <a:pt x="492" y="415"/>
                    </a:lnTo>
                    <a:lnTo>
                      <a:pt x="453" y="367"/>
                    </a:lnTo>
                    <a:lnTo>
                      <a:pt x="22" y="229"/>
                    </a:lnTo>
                    <a:lnTo>
                      <a:pt x="0" y="192"/>
                    </a:lnTo>
                    <a:lnTo>
                      <a:pt x="464" y="176"/>
                    </a:lnTo>
                    <a:lnTo>
                      <a:pt x="453" y="75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0" name="Freeform 122">
                <a:extLst>
                  <a:ext uri="{FF2B5EF4-FFF2-40B4-BE49-F238E27FC236}">
                    <a16:creationId xmlns:a16="http://schemas.microsoft.com/office/drawing/2014/main" id="{1D0FE1D3-3F7E-E845-B5E5-7DF6D06AD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62"/>
                <a:ext cx="29" cy="44"/>
              </a:xfrm>
              <a:custGeom>
                <a:avLst/>
                <a:gdLst>
                  <a:gd name="T0" fmla="*/ 0 w 228"/>
                  <a:gd name="T1" fmla="*/ 0 h 352"/>
                  <a:gd name="T2" fmla="*/ 0 w 228"/>
                  <a:gd name="T3" fmla="*/ 0 h 352"/>
                  <a:gd name="T4" fmla="*/ 0 w 228"/>
                  <a:gd name="T5" fmla="*/ 0 h 352"/>
                  <a:gd name="T6" fmla="*/ 0 w 228"/>
                  <a:gd name="T7" fmla="*/ 0 h 352"/>
                  <a:gd name="T8" fmla="*/ 0 w 228"/>
                  <a:gd name="T9" fmla="*/ 0 h 352"/>
                  <a:gd name="T10" fmla="*/ 0 w 228"/>
                  <a:gd name="T11" fmla="*/ 0 h 352"/>
                  <a:gd name="T12" fmla="*/ 0 w 228"/>
                  <a:gd name="T13" fmla="*/ 0 h 352"/>
                  <a:gd name="T14" fmla="*/ 0 w 228"/>
                  <a:gd name="T15" fmla="*/ 0 h 352"/>
                  <a:gd name="T16" fmla="*/ 0 w 228"/>
                  <a:gd name="T17" fmla="*/ 0 h 352"/>
                  <a:gd name="T18" fmla="*/ 0 w 228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8"/>
                  <a:gd name="T31" fmla="*/ 0 h 352"/>
                  <a:gd name="T32" fmla="*/ 228 w 228"/>
                  <a:gd name="T33" fmla="*/ 352 h 3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8" h="352">
                    <a:moveTo>
                      <a:pt x="186" y="99"/>
                    </a:moveTo>
                    <a:lnTo>
                      <a:pt x="186" y="163"/>
                    </a:lnTo>
                    <a:lnTo>
                      <a:pt x="96" y="210"/>
                    </a:lnTo>
                    <a:lnTo>
                      <a:pt x="0" y="275"/>
                    </a:lnTo>
                    <a:lnTo>
                      <a:pt x="72" y="352"/>
                    </a:lnTo>
                    <a:lnTo>
                      <a:pt x="125" y="249"/>
                    </a:lnTo>
                    <a:lnTo>
                      <a:pt x="228" y="187"/>
                    </a:lnTo>
                    <a:lnTo>
                      <a:pt x="228" y="74"/>
                    </a:lnTo>
                    <a:lnTo>
                      <a:pt x="186" y="0"/>
                    </a:lnTo>
                    <a:lnTo>
                      <a:pt x="186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1" name="Freeform 123">
                <a:extLst>
                  <a:ext uri="{FF2B5EF4-FFF2-40B4-BE49-F238E27FC236}">
                    <a16:creationId xmlns:a16="http://schemas.microsoft.com/office/drawing/2014/main" id="{C4F7BD1A-0BF4-D347-B07A-E030C638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43"/>
                <a:ext cx="46" cy="65"/>
              </a:xfrm>
              <a:custGeom>
                <a:avLst/>
                <a:gdLst>
                  <a:gd name="T0" fmla="*/ 0 w 369"/>
                  <a:gd name="T1" fmla="*/ 0 h 514"/>
                  <a:gd name="T2" fmla="*/ 0 w 369"/>
                  <a:gd name="T3" fmla="*/ 0 h 514"/>
                  <a:gd name="T4" fmla="*/ 0 w 369"/>
                  <a:gd name="T5" fmla="*/ 0 h 514"/>
                  <a:gd name="T6" fmla="*/ 0 w 369"/>
                  <a:gd name="T7" fmla="*/ 0 h 514"/>
                  <a:gd name="T8" fmla="*/ 0 w 369"/>
                  <a:gd name="T9" fmla="*/ 0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9"/>
                  <a:gd name="T16" fmla="*/ 0 h 514"/>
                  <a:gd name="T17" fmla="*/ 369 w 369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9" h="514">
                    <a:moveTo>
                      <a:pt x="129" y="71"/>
                    </a:moveTo>
                    <a:lnTo>
                      <a:pt x="325" y="396"/>
                    </a:lnTo>
                    <a:lnTo>
                      <a:pt x="369" y="514"/>
                    </a:lnTo>
                    <a:lnTo>
                      <a:pt x="269" y="4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2" name="Freeform 124">
                <a:extLst>
                  <a:ext uri="{FF2B5EF4-FFF2-40B4-BE49-F238E27FC236}">
                    <a16:creationId xmlns:a16="http://schemas.microsoft.com/office/drawing/2014/main" id="{41BE5D7B-1705-4043-B6FB-118FEE678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50"/>
                <a:ext cx="51" cy="72"/>
              </a:xfrm>
              <a:custGeom>
                <a:avLst/>
                <a:gdLst>
                  <a:gd name="T0" fmla="*/ 0 w 413"/>
                  <a:gd name="T1" fmla="*/ 0 h 576"/>
                  <a:gd name="T2" fmla="*/ 0 w 413"/>
                  <a:gd name="T3" fmla="*/ 0 h 576"/>
                  <a:gd name="T4" fmla="*/ 0 w 413"/>
                  <a:gd name="T5" fmla="*/ 0 h 576"/>
                  <a:gd name="T6" fmla="*/ 0 w 413"/>
                  <a:gd name="T7" fmla="*/ 0 h 576"/>
                  <a:gd name="T8" fmla="*/ 0 w 413"/>
                  <a:gd name="T9" fmla="*/ 0 h 576"/>
                  <a:gd name="T10" fmla="*/ 0 w 413"/>
                  <a:gd name="T11" fmla="*/ 0 h 576"/>
                  <a:gd name="T12" fmla="*/ 0 w 413"/>
                  <a:gd name="T13" fmla="*/ 0 h 576"/>
                  <a:gd name="T14" fmla="*/ 0 w 413"/>
                  <a:gd name="T15" fmla="*/ 0 h 5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3"/>
                  <a:gd name="T25" fmla="*/ 0 h 576"/>
                  <a:gd name="T26" fmla="*/ 413 w 413"/>
                  <a:gd name="T27" fmla="*/ 576 h 57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3" h="576">
                    <a:moveTo>
                      <a:pt x="319" y="558"/>
                    </a:moveTo>
                    <a:lnTo>
                      <a:pt x="0" y="4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2" y="0"/>
                    </a:lnTo>
                    <a:lnTo>
                      <a:pt x="37" y="0"/>
                    </a:lnTo>
                    <a:lnTo>
                      <a:pt x="59" y="5"/>
                    </a:lnTo>
                    <a:lnTo>
                      <a:pt x="413" y="5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3" name="Freeform 125">
                <a:extLst>
                  <a:ext uri="{FF2B5EF4-FFF2-40B4-BE49-F238E27FC236}">
                    <a16:creationId xmlns:a16="http://schemas.microsoft.com/office/drawing/2014/main" id="{C51EC720-1DE2-AD46-A782-B3516E5BB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024"/>
                <a:ext cx="60" cy="31"/>
              </a:xfrm>
              <a:custGeom>
                <a:avLst/>
                <a:gdLst>
                  <a:gd name="T0" fmla="*/ 0 w 477"/>
                  <a:gd name="T1" fmla="*/ 0 h 244"/>
                  <a:gd name="T2" fmla="*/ 0 w 477"/>
                  <a:gd name="T3" fmla="*/ 0 h 244"/>
                  <a:gd name="T4" fmla="*/ 0 w 477"/>
                  <a:gd name="T5" fmla="*/ 0 h 244"/>
                  <a:gd name="T6" fmla="*/ 0 w 477"/>
                  <a:gd name="T7" fmla="*/ 0 h 244"/>
                  <a:gd name="T8" fmla="*/ 0 w 477"/>
                  <a:gd name="T9" fmla="*/ 0 h 244"/>
                  <a:gd name="T10" fmla="*/ 0 w 477"/>
                  <a:gd name="T11" fmla="*/ 0 h 244"/>
                  <a:gd name="T12" fmla="*/ 0 w 477"/>
                  <a:gd name="T13" fmla="*/ 0 h 244"/>
                  <a:gd name="T14" fmla="*/ 0 w 477"/>
                  <a:gd name="T15" fmla="*/ 0 h 244"/>
                  <a:gd name="T16" fmla="*/ 0 w 477"/>
                  <a:gd name="T17" fmla="*/ 0 h 244"/>
                  <a:gd name="T18" fmla="*/ 0 w 477"/>
                  <a:gd name="T19" fmla="*/ 0 h 244"/>
                  <a:gd name="T20" fmla="*/ 0 w 477"/>
                  <a:gd name="T21" fmla="*/ 0 h 244"/>
                  <a:gd name="T22" fmla="*/ 0 w 477"/>
                  <a:gd name="T23" fmla="*/ 0 h 2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7"/>
                  <a:gd name="T37" fmla="*/ 0 h 244"/>
                  <a:gd name="T38" fmla="*/ 477 w 477"/>
                  <a:gd name="T39" fmla="*/ 244 h 2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7" h="244">
                    <a:moveTo>
                      <a:pt x="67" y="181"/>
                    </a:moveTo>
                    <a:lnTo>
                      <a:pt x="99" y="82"/>
                    </a:lnTo>
                    <a:lnTo>
                      <a:pt x="180" y="34"/>
                    </a:lnTo>
                    <a:lnTo>
                      <a:pt x="279" y="34"/>
                    </a:lnTo>
                    <a:lnTo>
                      <a:pt x="427" y="62"/>
                    </a:lnTo>
                    <a:lnTo>
                      <a:pt x="477" y="34"/>
                    </a:lnTo>
                    <a:lnTo>
                      <a:pt x="310" y="0"/>
                    </a:lnTo>
                    <a:lnTo>
                      <a:pt x="198" y="0"/>
                    </a:lnTo>
                    <a:lnTo>
                      <a:pt x="99" y="34"/>
                    </a:lnTo>
                    <a:lnTo>
                      <a:pt x="51" y="99"/>
                    </a:lnTo>
                    <a:lnTo>
                      <a:pt x="0" y="244"/>
                    </a:lnTo>
                    <a:lnTo>
                      <a:pt x="67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4" name="Freeform 126">
                <a:extLst>
                  <a:ext uri="{FF2B5EF4-FFF2-40B4-BE49-F238E27FC236}">
                    <a16:creationId xmlns:a16="http://schemas.microsoft.com/office/drawing/2014/main" id="{D109B4D9-59C7-F146-A270-ED6C63E9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33"/>
                <a:ext cx="202" cy="247"/>
              </a:xfrm>
              <a:custGeom>
                <a:avLst/>
                <a:gdLst>
                  <a:gd name="T0" fmla="*/ 0 w 1617"/>
                  <a:gd name="T1" fmla="*/ 0 h 1969"/>
                  <a:gd name="T2" fmla="*/ 0 w 1617"/>
                  <a:gd name="T3" fmla="*/ 0 h 1969"/>
                  <a:gd name="T4" fmla="*/ 0 w 1617"/>
                  <a:gd name="T5" fmla="*/ 0 h 1969"/>
                  <a:gd name="T6" fmla="*/ 0 w 1617"/>
                  <a:gd name="T7" fmla="*/ 0 h 1969"/>
                  <a:gd name="T8" fmla="*/ 0 w 1617"/>
                  <a:gd name="T9" fmla="*/ 0 h 1969"/>
                  <a:gd name="T10" fmla="*/ 0 w 1617"/>
                  <a:gd name="T11" fmla="*/ 0 h 1969"/>
                  <a:gd name="T12" fmla="*/ 0 w 1617"/>
                  <a:gd name="T13" fmla="*/ 0 h 1969"/>
                  <a:gd name="T14" fmla="*/ 0 w 1617"/>
                  <a:gd name="T15" fmla="*/ 0 h 1969"/>
                  <a:gd name="T16" fmla="*/ 0 w 1617"/>
                  <a:gd name="T17" fmla="*/ 0 h 1969"/>
                  <a:gd name="T18" fmla="*/ 0 w 1617"/>
                  <a:gd name="T19" fmla="*/ 0 h 1969"/>
                  <a:gd name="T20" fmla="*/ 0 w 1617"/>
                  <a:gd name="T21" fmla="*/ 0 h 1969"/>
                  <a:gd name="T22" fmla="*/ 0 w 1617"/>
                  <a:gd name="T23" fmla="*/ 0 h 1969"/>
                  <a:gd name="T24" fmla="*/ 0 w 1617"/>
                  <a:gd name="T25" fmla="*/ 0 h 1969"/>
                  <a:gd name="T26" fmla="*/ 0 w 1617"/>
                  <a:gd name="T27" fmla="*/ 0 h 1969"/>
                  <a:gd name="T28" fmla="*/ 0 w 1617"/>
                  <a:gd name="T29" fmla="*/ 0 h 1969"/>
                  <a:gd name="T30" fmla="*/ 0 w 1617"/>
                  <a:gd name="T31" fmla="*/ 0 h 1969"/>
                  <a:gd name="T32" fmla="*/ 0 w 1617"/>
                  <a:gd name="T33" fmla="*/ 0 h 1969"/>
                  <a:gd name="T34" fmla="*/ 0 w 1617"/>
                  <a:gd name="T35" fmla="*/ 0 h 1969"/>
                  <a:gd name="T36" fmla="*/ 0 w 1617"/>
                  <a:gd name="T37" fmla="*/ 0 h 1969"/>
                  <a:gd name="T38" fmla="*/ 0 w 1617"/>
                  <a:gd name="T39" fmla="*/ 0 h 1969"/>
                  <a:gd name="T40" fmla="*/ 0 w 1617"/>
                  <a:gd name="T41" fmla="*/ 0 h 1969"/>
                  <a:gd name="T42" fmla="*/ 0 w 1617"/>
                  <a:gd name="T43" fmla="*/ 0 h 1969"/>
                  <a:gd name="T44" fmla="*/ 0 w 1617"/>
                  <a:gd name="T45" fmla="*/ 0 h 1969"/>
                  <a:gd name="T46" fmla="*/ 0 w 1617"/>
                  <a:gd name="T47" fmla="*/ 0 h 1969"/>
                  <a:gd name="T48" fmla="*/ 0 w 1617"/>
                  <a:gd name="T49" fmla="*/ 0 h 1969"/>
                  <a:gd name="T50" fmla="*/ 0 w 1617"/>
                  <a:gd name="T51" fmla="*/ 0 h 1969"/>
                  <a:gd name="T52" fmla="*/ 0 w 1617"/>
                  <a:gd name="T53" fmla="*/ 0 h 1969"/>
                  <a:gd name="T54" fmla="*/ 0 w 1617"/>
                  <a:gd name="T55" fmla="*/ 0 h 1969"/>
                  <a:gd name="T56" fmla="*/ 0 w 1617"/>
                  <a:gd name="T57" fmla="*/ 0 h 1969"/>
                  <a:gd name="T58" fmla="*/ 0 w 1617"/>
                  <a:gd name="T59" fmla="*/ 0 h 1969"/>
                  <a:gd name="T60" fmla="*/ 0 w 1617"/>
                  <a:gd name="T61" fmla="*/ 0 h 1969"/>
                  <a:gd name="T62" fmla="*/ 0 w 1617"/>
                  <a:gd name="T63" fmla="*/ 0 h 1969"/>
                  <a:gd name="T64" fmla="*/ 0 w 1617"/>
                  <a:gd name="T65" fmla="*/ 0 h 1969"/>
                  <a:gd name="T66" fmla="*/ 0 w 1617"/>
                  <a:gd name="T67" fmla="*/ 0 h 1969"/>
                  <a:gd name="T68" fmla="*/ 0 w 1617"/>
                  <a:gd name="T69" fmla="*/ 0 h 1969"/>
                  <a:gd name="T70" fmla="*/ 0 w 1617"/>
                  <a:gd name="T71" fmla="*/ 0 h 1969"/>
                  <a:gd name="T72" fmla="*/ 0 w 1617"/>
                  <a:gd name="T73" fmla="*/ 0 h 1969"/>
                  <a:gd name="T74" fmla="*/ 0 w 1617"/>
                  <a:gd name="T75" fmla="*/ 0 h 1969"/>
                  <a:gd name="T76" fmla="*/ 0 w 1617"/>
                  <a:gd name="T77" fmla="*/ 0 h 1969"/>
                  <a:gd name="T78" fmla="*/ 0 w 1617"/>
                  <a:gd name="T79" fmla="*/ 0 h 1969"/>
                  <a:gd name="T80" fmla="*/ 0 w 1617"/>
                  <a:gd name="T81" fmla="*/ 0 h 1969"/>
                  <a:gd name="T82" fmla="*/ 0 w 1617"/>
                  <a:gd name="T83" fmla="*/ 0 h 196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7"/>
                  <a:gd name="T127" fmla="*/ 0 h 1969"/>
                  <a:gd name="T128" fmla="*/ 1617 w 1617"/>
                  <a:gd name="T129" fmla="*/ 1969 h 196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7" h="1969">
                    <a:moveTo>
                      <a:pt x="1578" y="822"/>
                    </a:moveTo>
                    <a:lnTo>
                      <a:pt x="1615" y="694"/>
                    </a:lnTo>
                    <a:lnTo>
                      <a:pt x="1617" y="512"/>
                    </a:lnTo>
                    <a:lnTo>
                      <a:pt x="1573" y="350"/>
                    </a:lnTo>
                    <a:lnTo>
                      <a:pt x="1506" y="233"/>
                    </a:lnTo>
                    <a:lnTo>
                      <a:pt x="1413" y="123"/>
                    </a:lnTo>
                    <a:lnTo>
                      <a:pt x="1275" y="48"/>
                    </a:lnTo>
                    <a:lnTo>
                      <a:pt x="980" y="0"/>
                    </a:lnTo>
                    <a:lnTo>
                      <a:pt x="710" y="73"/>
                    </a:lnTo>
                    <a:lnTo>
                      <a:pt x="565" y="198"/>
                    </a:lnTo>
                    <a:lnTo>
                      <a:pt x="439" y="417"/>
                    </a:lnTo>
                    <a:lnTo>
                      <a:pt x="404" y="631"/>
                    </a:lnTo>
                    <a:lnTo>
                      <a:pt x="351" y="818"/>
                    </a:lnTo>
                    <a:lnTo>
                      <a:pt x="356" y="910"/>
                    </a:lnTo>
                    <a:lnTo>
                      <a:pt x="404" y="1026"/>
                    </a:lnTo>
                    <a:lnTo>
                      <a:pt x="393" y="1095"/>
                    </a:lnTo>
                    <a:lnTo>
                      <a:pt x="268" y="1185"/>
                    </a:lnTo>
                    <a:lnTo>
                      <a:pt x="171" y="1270"/>
                    </a:lnTo>
                    <a:lnTo>
                      <a:pt x="106" y="1411"/>
                    </a:lnTo>
                    <a:lnTo>
                      <a:pt x="106" y="1484"/>
                    </a:lnTo>
                    <a:lnTo>
                      <a:pt x="116" y="1554"/>
                    </a:lnTo>
                    <a:lnTo>
                      <a:pt x="130" y="1597"/>
                    </a:lnTo>
                    <a:lnTo>
                      <a:pt x="112" y="1653"/>
                    </a:lnTo>
                    <a:lnTo>
                      <a:pt x="0" y="1754"/>
                    </a:lnTo>
                    <a:lnTo>
                      <a:pt x="160" y="1712"/>
                    </a:lnTo>
                    <a:lnTo>
                      <a:pt x="347" y="1657"/>
                    </a:lnTo>
                    <a:lnTo>
                      <a:pt x="415" y="1861"/>
                    </a:lnTo>
                    <a:lnTo>
                      <a:pt x="479" y="1969"/>
                    </a:lnTo>
                    <a:lnTo>
                      <a:pt x="450" y="1872"/>
                    </a:lnTo>
                    <a:lnTo>
                      <a:pt x="450" y="1800"/>
                    </a:lnTo>
                    <a:lnTo>
                      <a:pt x="468" y="1758"/>
                    </a:lnTo>
                    <a:lnTo>
                      <a:pt x="505" y="1754"/>
                    </a:lnTo>
                    <a:lnTo>
                      <a:pt x="565" y="1769"/>
                    </a:lnTo>
                    <a:lnTo>
                      <a:pt x="628" y="1826"/>
                    </a:lnTo>
                    <a:lnTo>
                      <a:pt x="685" y="1904"/>
                    </a:lnTo>
                    <a:lnTo>
                      <a:pt x="639" y="1754"/>
                    </a:lnTo>
                    <a:lnTo>
                      <a:pt x="618" y="1641"/>
                    </a:lnTo>
                    <a:lnTo>
                      <a:pt x="604" y="1507"/>
                    </a:lnTo>
                    <a:lnTo>
                      <a:pt x="611" y="1411"/>
                    </a:lnTo>
                    <a:lnTo>
                      <a:pt x="674" y="1507"/>
                    </a:lnTo>
                    <a:lnTo>
                      <a:pt x="765" y="1593"/>
                    </a:lnTo>
                    <a:lnTo>
                      <a:pt x="870" y="1666"/>
                    </a:lnTo>
                    <a:lnTo>
                      <a:pt x="980" y="1703"/>
                    </a:lnTo>
                    <a:lnTo>
                      <a:pt x="888" y="1666"/>
                    </a:lnTo>
                    <a:lnTo>
                      <a:pt x="802" y="1613"/>
                    </a:lnTo>
                    <a:lnTo>
                      <a:pt x="717" y="1533"/>
                    </a:lnTo>
                    <a:lnTo>
                      <a:pt x="671" y="1466"/>
                    </a:lnTo>
                    <a:lnTo>
                      <a:pt x="632" y="1399"/>
                    </a:lnTo>
                    <a:lnTo>
                      <a:pt x="618" y="1339"/>
                    </a:lnTo>
                    <a:lnTo>
                      <a:pt x="611" y="1261"/>
                    </a:lnTo>
                    <a:lnTo>
                      <a:pt x="598" y="1180"/>
                    </a:lnTo>
                    <a:lnTo>
                      <a:pt x="591" y="1042"/>
                    </a:lnTo>
                    <a:lnTo>
                      <a:pt x="584" y="1237"/>
                    </a:lnTo>
                    <a:lnTo>
                      <a:pt x="569" y="1261"/>
                    </a:lnTo>
                    <a:lnTo>
                      <a:pt x="538" y="1277"/>
                    </a:lnTo>
                    <a:lnTo>
                      <a:pt x="499" y="1261"/>
                    </a:lnTo>
                    <a:lnTo>
                      <a:pt x="479" y="1217"/>
                    </a:lnTo>
                    <a:lnTo>
                      <a:pt x="479" y="1167"/>
                    </a:lnTo>
                    <a:lnTo>
                      <a:pt x="494" y="1114"/>
                    </a:lnTo>
                    <a:lnTo>
                      <a:pt x="523" y="1072"/>
                    </a:lnTo>
                    <a:lnTo>
                      <a:pt x="487" y="1092"/>
                    </a:lnTo>
                    <a:lnTo>
                      <a:pt x="429" y="963"/>
                    </a:lnTo>
                    <a:lnTo>
                      <a:pt x="411" y="910"/>
                    </a:lnTo>
                    <a:lnTo>
                      <a:pt x="404" y="853"/>
                    </a:lnTo>
                    <a:lnTo>
                      <a:pt x="411" y="804"/>
                    </a:lnTo>
                    <a:lnTo>
                      <a:pt x="436" y="776"/>
                    </a:lnTo>
                    <a:lnTo>
                      <a:pt x="461" y="751"/>
                    </a:lnTo>
                    <a:lnTo>
                      <a:pt x="487" y="751"/>
                    </a:lnTo>
                    <a:lnTo>
                      <a:pt x="514" y="767"/>
                    </a:lnTo>
                    <a:lnTo>
                      <a:pt x="538" y="804"/>
                    </a:lnTo>
                    <a:lnTo>
                      <a:pt x="565" y="890"/>
                    </a:lnTo>
                    <a:lnTo>
                      <a:pt x="574" y="782"/>
                    </a:lnTo>
                    <a:lnTo>
                      <a:pt x="622" y="687"/>
                    </a:lnTo>
                    <a:lnTo>
                      <a:pt x="697" y="549"/>
                    </a:lnTo>
                    <a:lnTo>
                      <a:pt x="741" y="435"/>
                    </a:lnTo>
                    <a:lnTo>
                      <a:pt x="798" y="354"/>
                    </a:lnTo>
                    <a:lnTo>
                      <a:pt x="888" y="304"/>
                    </a:lnTo>
                    <a:lnTo>
                      <a:pt x="1038" y="286"/>
                    </a:lnTo>
                    <a:lnTo>
                      <a:pt x="1195" y="304"/>
                    </a:lnTo>
                    <a:lnTo>
                      <a:pt x="1393" y="343"/>
                    </a:lnTo>
                    <a:lnTo>
                      <a:pt x="1470" y="406"/>
                    </a:lnTo>
                    <a:lnTo>
                      <a:pt x="1520" y="519"/>
                    </a:lnTo>
                    <a:lnTo>
                      <a:pt x="1549" y="641"/>
                    </a:lnTo>
                    <a:lnTo>
                      <a:pt x="1569" y="883"/>
                    </a:lnTo>
                    <a:lnTo>
                      <a:pt x="1578" y="8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5" name="Freeform 127">
                <a:extLst>
                  <a:ext uri="{FF2B5EF4-FFF2-40B4-BE49-F238E27FC236}">
                    <a16:creationId xmlns:a16="http://schemas.microsoft.com/office/drawing/2014/main" id="{EA29A663-F96A-2843-870D-3F2C6FD9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56"/>
                <a:ext cx="102" cy="147"/>
              </a:xfrm>
              <a:custGeom>
                <a:avLst/>
                <a:gdLst>
                  <a:gd name="T0" fmla="*/ 0 w 817"/>
                  <a:gd name="T1" fmla="*/ 0 h 1173"/>
                  <a:gd name="T2" fmla="*/ 0 w 817"/>
                  <a:gd name="T3" fmla="*/ 0 h 1173"/>
                  <a:gd name="T4" fmla="*/ 0 w 817"/>
                  <a:gd name="T5" fmla="*/ 0 h 1173"/>
                  <a:gd name="T6" fmla="*/ 0 w 817"/>
                  <a:gd name="T7" fmla="*/ 0 h 1173"/>
                  <a:gd name="T8" fmla="*/ 0 w 817"/>
                  <a:gd name="T9" fmla="*/ 0 h 1173"/>
                  <a:gd name="T10" fmla="*/ 0 w 817"/>
                  <a:gd name="T11" fmla="*/ 0 h 1173"/>
                  <a:gd name="T12" fmla="*/ 0 w 817"/>
                  <a:gd name="T13" fmla="*/ 0 h 1173"/>
                  <a:gd name="T14" fmla="*/ 0 w 817"/>
                  <a:gd name="T15" fmla="*/ 0 h 1173"/>
                  <a:gd name="T16" fmla="*/ 0 w 817"/>
                  <a:gd name="T17" fmla="*/ 0 h 1173"/>
                  <a:gd name="T18" fmla="*/ 0 w 817"/>
                  <a:gd name="T19" fmla="*/ 0 h 1173"/>
                  <a:gd name="T20" fmla="*/ 0 w 817"/>
                  <a:gd name="T21" fmla="*/ 0 h 1173"/>
                  <a:gd name="T22" fmla="*/ 0 w 817"/>
                  <a:gd name="T23" fmla="*/ 0 h 1173"/>
                  <a:gd name="T24" fmla="*/ 0 w 817"/>
                  <a:gd name="T25" fmla="*/ 0 h 1173"/>
                  <a:gd name="T26" fmla="*/ 0 w 817"/>
                  <a:gd name="T27" fmla="*/ 0 h 1173"/>
                  <a:gd name="T28" fmla="*/ 0 w 817"/>
                  <a:gd name="T29" fmla="*/ 0 h 1173"/>
                  <a:gd name="T30" fmla="*/ 0 w 817"/>
                  <a:gd name="T31" fmla="*/ 0 h 1173"/>
                  <a:gd name="T32" fmla="*/ 0 w 817"/>
                  <a:gd name="T33" fmla="*/ 0 h 1173"/>
                  <a:gd name="T34" fmla="*/ 0 w 817"/>
                  <a:gd name="T35" fmla="*/ 0 h 1173"/>
                  <a:gd name="T36" fmla="*/ 0 w 817"/>
                  <a:gd name="T37" fmla="*/ 0 h 1173"/>
                  <a:gd name="T38" fmla="*/ 0 w 817"/>
                  <a:gd name="T39" fmla="*/ 0 h 1173"/>
                  <a:gd name="T40" fmla="*/ 0 w 817"/>
                  <a:gd name="T41" fmla="*/ 0 h 1173"/>
                  <a:gd name="T42" fmla="*/ 0 w 817"/>
                  <a:gd name="T43" fmla="*/ 0 h 1173"/>
                  <a:gd name="T44" fmla="*/ 0 w 817"/>
                  <a:gd name="T45" fmla="*/ 0 h 1173"/>
                  <a:gd name="T46" fmla="*/ 0 w 817"/>
                  <a:gd name="T47" fmla="*/ 0 h 1173"/>
                  <a:gd name="T48" fmla="*/ 0 w 817"/>
                  <a:gd name="T49" fmla="*/ 0 h 1173"/>
                  <a:gd name="T50" fmla="*/ 0 w 817"/>
                  <a:gd name="T51" fmla="*/ 0 h 1173"/>
                  <a:gd name="T52" fmla="*/ 0 w 817"/>
                  <a:gd name="T53" fmla="*/ 0 h 1173"/>
                  <a:gd name="T54" fmla="*/ 0 w 817"/>
                  <a:gd name="T55" fmla="*/ 0 h 1173"/>
                  <a:gd name="T56" fmla="*/ 0 w 817"/>
                  <a:gd name="T57" fmla="*/ 0 h 1173"/>
                  <a:gd name="T58" fmla="*/ 0 w 817"/>
                  <a:gd name="T59" fmla="*/ 0 h 117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17"/>
                  <a:gd name="T91" fmla="*/ 0 h 1173"/>
                  <a:gd name="T92" fmla="*/ 817 w 817"/>
                  <a:gd name="T93" fmla="*/ 1173 h 117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17" h="1173">
                    <a:moveTo>
                      <a:pt x="817" y="0"/>
                    </a:moveTo>
                    <a:lnTo>
                      <a:pt x="786" y="103"/>
                    </a:lnTo>
                    <a:lnTo>
                      <a:pt x="718" y="359"/>
                    </a:lnTo>
                    <a:lnTo>
                      <a:pt x="634" y="514"/>
                    </a:lnTo>
                    <a:lnTo>
                      <a:pt x="569" y="608"/>
                    </a:lnTo>
                    <a:lnTo>
                      <a:pt x="481" y="703"/>
                    </a:lnTo>
                    <a:lnTo>
                      <a:pt x="417" y="723"/>
                    </a:lnTo>
                    <a:lnTo>
                      <a:pt x="305" y="732"/>
                    </a:lnTo>
                    <a:lnTo>
                      <a:pt x="187" y="707"/>
                    </a:lnTo>
                    <a:lnTo>
                      <a:pt x="94" y="661"/>
                    </a:lnTo>
                    <a:lnTo>
                      <a:pt x="0" y="596"/>
                    </a:lnTo>
                    <a:lnTo>
                      <a:pt x="57" y="692"/>
                    </a:lnTo>
                    <a:lnTo>
                      <a:pt x="136" y="758"/>
                    </a:lnTo>
                    <a:lnTo>
                      <a:pt x="206" y="800"/>
                    </a:lnTo>
                    <a:lnTo>
                      <a:pt x="300" y="825"/>
                    </a:lnTo>
                    <a:lnTo>
                      <a:pt x="380" y="825"/>
                    </a:lnTo>
                    <a:lnTo>
                      <a:pt x="329" y="1173"/>
                    </a:lnTo>
                    <a:lnTo>
                      <a:pt x="376" y="1064"/>
                    </a:lnTo>
                    <a:lnTo>
                      <a:pt x="443" y="795"/>
                    </a:lnTo>
                    <a:lnTo>
                      <a:pt x="477" y="747"/>
                    </a:lnTo>
                    <a:lnTo>
                      <a:pt x="527" y="820"/>
                    </a:lnTo>
                    <a:lnTo>
                      <a:pt x="574" y="940"/>
                    </a:lnTo>
                    <a:lnTo>
                      <a:pt x="551" y="800"/>
                    </a:lnTo>
                    <a:lnTo>
                      <a:pt x="503" y="707"/>
                    </a:lnTo>
                    <a:lnTo>
                      <a:pt x="579" y="617"/>
                    </a:lnTo>
                    <a:lnTo>
                      <a:pt x="668" y="493"/>
                    </a:lnTo>
                    <a:lnTo>
                      <a:pt x="720" y="373"/>
                    </a:lnTo>
                    <a:lnTo>
                      <a:pt x="754" y="286"/>
                    </a:lnTo>
                    <a:lnTo>
                      <a:pt x="793" y="115"/>
                    </a:lnTo>
                    <a:lnTo>
                      <a:pt x="8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6" name="Freeform 128">
                <a:extLst>
                  <a:ext uri="{FF2B5EF4-FFF2-40B4-BE49-F238E27FC236}">
                    <a16:creationId xmlns:a16="http://schemas.microsoft.com/office/drawing/2014/main" id="{C2BDF4D0-2AA3-3C45-B025-CAD41A7C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35"/>
                <a:ext cx="12" cy="27"/>
              </a:xfrm>
              <a:custGeom>
                <a:avLst/>
                <a:gdLst>
                  <a:gd name="T0" fmla="*/ 0 w 99"/>
                  <a:gd name="T1" fmla="*/ 0 h 215"/>
                  <a:gd name="T2" fmla="*/ 0 w 99"/>
                  <a:gd name="T3" fmla="*/ 0 h 215"/>
                  <a:gd name="T4" fmla="*/ 0 w 99"/>
                  <a:gd name="T5" fmla="*/ 0 h 215"/>
                  <a:gd name="T6" fmla="*/ 0 w 99"/>
                  <a:gd name="T7" fmla="*/ 0 h 215"/>
                  <a:gd name="T8" fmla="*/ 0 w 99"/>
                  <a:gd name="T9" fmla="*/ 0 h 215"/>
                  <a:gd name="T10" fmla="*/ 0 w 99"/>
                  <a:gd name="T11" fmla="*/ 0 h 215"/>
                  <a:gd name="T12" fmla="*/ 0 w 99"/>
                  <a:gd name="T13" fmla="*/ 0 h 215"/>
                  <a:gd name="T14" fmla="*/ 0 w 99"/>
                  <a:gd name="T15" fmla="*/ 0 h 215"/>
                  <a:gd name="T16" fmla="*/ 0 w 99"/>
                  <a:gd name="T17" fmla="*/ 0 h 215"/>
                  <a:gd name="T18" fmla="*/ 0 w 99"/>
                  <a:gd name="T19" fmla="*/ 0 h 215"/>
                  <a:gd name="T20" fmla="*/ 0 w 99"/>
                  <a:gd name="T21" fmla="*/ 0 h 215"/>
                  <a:gd name="T22" fmla="*/ 0 w 99"/>
                  <a:gd name="T23" fmla="*/ 0 h 215"/>
                  <a:gd name="T24" fmla="*/ 0 w 99"/>
                  <a:gd name="T25" fmla="*/ 0 h 215"/>
                  <a:gd name="T26" fmla="*/ 0 w 99"/>
                  <a:gd name="T27" fmla="*/ 0 h 215"/>
                  <a:gd name="T28" fmla="*/ 0 w 99"/>
                  <a:gd name="T29" fmla="*/ 0 h 215"/>
                  <a:gd name="T30" fmla="*/ 0 w 99"/>
                  <a:gd name="T31" fmla="*/ 0 h 215"/>
                  <a:gd name="T32" fmla="*/ 0 w 99"/>
                  <a:gd name="T33" fmla="*/ 0 h 215"/>
                  <a:gd name="T34" fmla="*/ 0 w 99"/>
                  <a:gd name="T35" fmla="*/ 0 h 215"/>
                  <a:gd name="T36" fmla="*/ 0 w 99"/>
                  <a:gd name="T37" fmla="*/ 0 h 215"/>
                  <a:gd name="T38" fmla="*/ 0 w 99"/>
                  <a:gd name="T39" fmla="*/ 0 h 215"/>
                  <a:gd name="T40" fmla="*/ 0 w 99"/>
                  <a:gd name="T41" fmla="*/ 0 h 2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9"/>
                  <a:gd name="T64" fmla="*/ 0 h 215"/>
                  <a:gd name="T65" fmla="*/ 99 w 99"/>
                  <a:gd name="T66" fmla="*/ 215 h 2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9" h="215">
                    <a:moveTo>
                      <a:pt x="11" y="0"/>
                    </a:moveTo>
                    <a:lnTo>
                      <a:pt x="48" y="7"/>
                    </a:lnTo>
                    <a:lnTo>
                      <a:pt x="91" y="60"/>
                    </a:lnTo>
                    <a:lnTo>
                      <a:pt x="99" y="111"/>
                    </a:lnTo>
                    <a:lnTo>
                      <a:pt x="94" y="145"/>
                    </a:lnTo>
                    <a:lnTo>
                      <a:pt x="60" y="162"/>
                    </a:lnTo>
                    <a:lnTo>
                      <a:pt x="55" y="180"/>
                    </a:lnTo>
                    <a:lnTo>
                      <a:pt x="73" y="215"/>
                    </a:lnTo>
                    <a:lnTo>
                      <a:pt x="22" y="169"/>
                    </a:lnTo>
                    <a:lnTo>
                      <a:pt x="22" y="145"/>
                    </a:lnTo>
                    <a:lnTo>
                      <a:pt x="36" y="123"/>
                    </a:lnTo>
                    <a:lnTo>
                      <a:pt x="55" y="106"/>
                    </a:lnTo>
                    <a:lnTo>
                      <a:pt x="84" y="92"/>
                    </a:lnTo>
                    <a:lnTo>
                      <a:pt x="73" y="65"/>
                    </a:lnTo>
                    <a:lnTo>
                      <a:pt x="60" y="42"/>
                    </a:lnTo>
                    <a:lnTo>
                      <a:pt x="36" y="28"/>
                    </a:lnTo>
                    <a:lnTo>
                      <a:pt x="11" y="60"/>
                    </a:lnTo>
                    <a:lnTo>
                      <a:pt x="11" y="79"/>
                    </a:lnTo>
                    <a:lnTo>
                      <a:pt x="0" y="53"/>
                    </a:lnTo>
                    <a:lnTo>
                      <a:pt x="0" y="17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7" name="Line 129">
                <a:extLst>
                  <a:ext uri="{FF2B5EF4-FFF2-40B4-BE49-F238E27FC236}">
                    <a16:creationId xmlns:a16="http://schemas.microsoft.com/office/drawing/2014/main" id="{1C8807F0-035E-6345-8972-B274BE493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4" y="1544"/>
                <a:ext cx="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8" name="Line 130">
                <a:extLst>
                  <a:ext uri="{FF2B5EF4-FFF2-40B4-BE49-F238E27FC236}">
                    <a16:creationId xmlns:a16="http://schemas.microsoft.com/office/drawing/2014/main" id="{66AE6D50-CB1C-E04F-BE5D-BCBDA38E36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1549"/>
                <a:ext cx="8" cy="3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09" name="Line 131">
                <a:extLst>
                  <a:ext uri="{FF2B5EF4-FFF2-40B4-BE49-F238E27FC236}">
                    <a16:creationId xmlns:a16="http://schemas.microsoft.com/office/drawing/2014/main" id="{D3C0FCF6-2E98-9844-A8AF-66EBF3CCD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4" y="1566"/>
                <a:ext cx="5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0" name="Freeform 132">
                <a:extLst>
                  <a:ext uri="{FF2B5EF4-FFF2-40B4-BE49-F238E27FC236}">
                    <a16:creationId xmlns:a16="http://schemas.microsoft.com/office/drawing/2014/main" id="{3163A2E6-9F65-C648-A828-AB54E70C9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70"/>
                <a:ext cx="9" cy="20"/>
              </a:xfrm>
              <a:custGeom>
                <a:avLst/>
                <a:gdLst>
                  <a:gd name="T0" fmla="*/ 0 w 77"/>
                  <a:gd name="T1" fmla="*/ 0 h 162"/>
                  <a:gd name="T2" fmla="*/ 0 w 77"/>
                  <a:gd name="T3" fmla="*/ 0 h 162"/>
                  <a:gd name="T4" fmla="*/ 0 w 77"/>
                  <a:gd name="T5" fmla="*/ 0 h 162"/>
                  <a:gd name="T6" fmla="*/ 0 w 77"/>
                  <a:gd name="T7" fmla="*/ 0 h 162"/>
                  <a:gd name="T8" fmla="*/ 0 w 77"/>
                  <a:gd name="T9" fmla="*/ 0 h 162"/>
                  <a:gd name="T10" fmla="*/ 0 w 77"/>
                  <a:gd name="T11" fmla="*/ 0 h 162"/>
                  <a:gd name="T12" fmla="*/ 0 w 77"/>
                  <a:gd name="T13" fmla="*/ 0 h 162"/>
                  <a:gd name="T14" fmla="*/ 0 w 77"/>
                  <a:gd name="T15" fmla="*/ 0 h 162"/>
                  <a:gd name="T16" fmla="*/ 0 w 77"/>
                  <a:gd name="T17" fmla="*/ 0 h 162"/>
                  <a:gd name="T18" fmla="*/ 0 w 77"/>
                  <a:gd name="T19" fmla="*/ 0 h 162"/>
                  <a:gd name="T20" fmla="*/ 0 w 77"/>
                  <a:gd name="T21" fmla="*/ 0 h 162"/>
                  <a:gd name="T22" fmla="*/ 0 w 77"/>
                  <a:gd name="T23" fmla="*/ 0 h 162"/>
                  <a:gd name="T24" fmla="*/ 0 w 77"/>
                  <a:gd name="T25" fmla="*/ 0 h 162"/>
                  <a:gd name="T26" fmla="*/ 0 w 77"/>
                  <a:gd name="T27" fmla="*/ 0 h 1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7"/>
                  <a:gd name="T43" fmla="*/ 0 h 162"/>
                  <a:gd name="T44" fmla="*/ 77 w 77"/>
                  <a:gd name="T45" fmla="*/ 162 h 16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7" h="162">
                    <a:moveTo>
                      <a:pt x="33" y="0"/>
                    </a:moveTo>
                    <a:lnTo>
                      <a:pt x="59" y="28"/>
                    </a:lnTo>
                    <a:lnTo>
                      <a:pt x="72" y="63"/>
                    </a:lnTo>
                    <a:lnTo>
                      <a:pt x="77" y="112"/>
                    </a:lnTo>
                    <a:lnTo>
                      <a:pt x="72" y="145"/>
                    </a:lnTo>
                    <a:lnTo>
                      <a:pt x="54" y="158"/>
                    </a:lnTo>
                    <a:lnTo>
                      <a:pt x="33" y="162"/>
                    </a:lnTo>
                    <a:lnTo>
                      <a:pt x="8" y="158"/>
                    </a:lnTo>
                    <a:lnTo>
                      <a:pt x="0" y="116"/>
                    </a:lnTo>
                    <a:lnTo>
                      <a:pt x="44" y="123"/>
                    </a:lnTo>
                    <a:lnTo>
                      <a:pt x="51" y="88"/>
                    </a:lnTo>
                    <a:lnTo>
                      <a:pt x="59" y="63"/>
                    </a:lnTo>
                    <a:lnTo>
                      <a:pt x="54" y="3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1" name="Freeform 133">
                <a:extLst>
                  <a:ext uri="{FF2B5EF4-FFF2-40B4-BE49-F238E27FC236}">
                    <a16:creationId xmlns:a16="http://schemas.microsoft.com/office/drawing/2014/main" id="{058E71B2-3F5E-D444-8199-D14587D9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635"/>
                <a:ext cx="356" cy="188"/>
              </a:xfrm>
              <a:custGeom>
                <a:avLst/>
                <a:gdLst>
                  <a:gd name="T0" fmla="*/ 0 w 2847"/>
                  <a:gd name="T1" fmla="*/ 0 h 1510"/>
                  <a:gd name="T2" fmla="*/ 0 w 2847"/>
                  <a:gd name="T3" fmla="*/ 0 h 1510"/>
                  <a:gd name="T4" fmla="*/ 0 w 2847"/>
                  <a:gd name="T5" fmla="*/ 0 h 1510"/>
                  <a:gd name="T6" fmla="*/ 0 w 2847"/>
                  <a:gd name="T7" fmla="*/ 0 h 1510"/>
                  <a:gd name="T8" fmla="*/ 0 w 2847"/>
                  <a:gd name="T9" fmla="*/ 0 h 1510"/>
                  <a:gd name="T10" fmla="*/ 0 w 2847"/>
                  <a:gd name="T11" fmla="*/ 0 h 1510"/>
                  <a:gd name="T12" fmla="*/ 0 w 2847"/>
                  <a:gd name="T13" fmla="*/ 0 h 1510"/>
                  <a:gd name="T14" fmla="*/ 0 w 2847"/>
                  <a:gd name="T15" fmla="*/ 0 h 1510"/>
                  <a:gd name="T16" fmla="*/ 0 w 2847"/>
                  <a:gd name="T17" fmla="*/ 0 h 1510"/>
                  <a:gd name="T18" fmla="*/ 0 w 2847"/>
                  <a:gd name="T19" fmla="*/ 0 h 1510"/>
                  <a:gd name="T20" fmla="*/ 0 w 2847"/>
                  <a:gd name="T21" fmla="*/ 0 h 1510"/>
                  <a:gd name="T22" fmla="*/ 0 w 2847"/>
                  <a:gd name="T23" fmla="*/ 0 h 1510"/>
                  <a:gd name="T24" fmla="*/ 0 w 2847"/>
                  <a:gd name="T25" fmla="*/ 0 h 1510"/>
                  <a:gd name="T26" fmla="*/ 0 w 2847"/>
                  <a:gd name="T27" fmla="*/ 0 h 1510"/>
                  <a:gd name="T28" fmla="*/ 0 w 2847"/>
                  <a:gd name="T29" fmla="*/ 0 h 1510"/>
                  <a:gd name="T30" fmla="*/ 0 w 2847"/>
                  <a:gd name="T31" fmla="*/ 0 h 1510"/>
                  <a:gd name="T32" fmla="*/ 0 w 2847"/>
                  <a:gd name="T33" fmla="*/ 0 h 1510"/>
                  <a:gd name="T34" fmla="*/ 0 w 2847"/>
                  <a:gd name="T35" fmla="*/ 0 h 1510"/>
                  <a:gd name="T36" fmla="*/ 0 w 2847"/>
                  <a:gd name="T37" fmla="*/ 0 h 1510"/>
                  <a:gd name="T38" fmla="*/ 0 w 2847"/>
                  <a:gd name="T39" fmla="*/ 0 h 1510"/>
                  <a:gd name="T40" fmla="*/ 0 w 2847"/>
                  <a:gd name="T41" fmla="*/ 0 h 1510"/>
                  <a:gd name="T42" fmla="*/ 0 w 2847"/>
                  <a:gd name="T43" fmla="*/ 0 h 1510"/>
                  <a:gd name="T44" fmla="*/ 0 w 2847"/>
                  <a:gd name="T45" fmla="*/ 0 h 1510"/>
                  <a:gd name="T46" fmla="*/ 0 w 2847"/>
                  <a:gd name="T47" fmla="*/ 0 h 1510"/>
                  <a:gd name="T48" fmla="*/ 0 w 2847"/>
                  <a:gd name="T49" fmla="*/ 0 h 1510"/>
                  <a:gd name="T50" fmla="*/ 0 w 2847"/>
                  <a:gd name="T51" fmla="*/ 0 h 1510"/>
                  <a:gd name="T52" fmla="*/ 0 w 2847"/>
                  <a:gd name="T53" fmla="*/ 0 h 1510"/>
                  <a:gd name="T54" fmla="*/ 0 w 2847"/>
                  <a:gd name="T55" fmla="*/ 0 h 1510"/>
                  <a:gd name="T56" fmla="*/ 0 w 2847"/>
                  <a:gd name="T57" fmla="*/ 0 h 1510"/>
                  <a:gd name="T58" fmla="*/ 0 w 2847"/>
                  <a:gd name="T59" fmla="*/ 0 h 1510"/>
                  <a:gd name="T60" fmla="*/ 0 w 2847"/>
                  <a:gd name="T61" fmla="*/ 0 h 1510"/>
                  <a:gd name="T62" fmla="*/ 0 w 2847"/>
                  <a:gd name="T63" fmla="*/ 0 h 1510"/>
                  <a:gd name="T64" fmla="*/ 0 w 2847"/>
                  <a:gd name="T65" fmla="*/ 0 h 1510"/>
                  <a:gd name="T66" fmla="*/ 0 w 2847"/>
                  <a:gd name="T67" fmla="*/ 0 h 1510"/>
                  <a:gd name="T68" fmla="*/ 0 w 2847"/>
                  <a:gd name="T69" fmla="*/ 0 h 1510"/>
                  <a:gd name="T70" fmla="*/ 0 w 2847"/>
                  <a:gd name="T71" fmla="*/ 0 h 1510"/>
                  <a:gd name="T72" fmla="*/ 0 w 2847"/>
                  <a:gd name="T73" fmla="*/ 0 h 1510"/>
                  <a:gd name="T74" fmla="*/ 0 w 2847"/>
                  <a:gd name="T75" fmla="*/ 0 h 1510"/>
                  <a:gd name="T76" fmla="*/ 0 w 2847"/>
                  <a:gd name="T77" fmla="*/ 0 h 1510"/>
                  <a:gd name="T78" fmla="*/ 0 w 2847"/>
                  <a:gd name="T79" fmla="*/ 0 h 1510"/>
                  <a:gd name="T80" fmla="*/ 0 w 2847"/>
                  <a:gd name="T81" fmla="*/ 0 h 1510"/>
                  <a:gd name="T82" fmla="*/ 0 w 2847"/>
                  <a:gd name="T83" fmla="*/ 0 h 1510"/>
                  <a:gd name="T84" fmla="*/ 0 w 2847"/>
                  <a:gd name="T85" fmla="*/ 0 h 1510"/>
                  <a:gd name="T86" fmla="*/ 0 w 2847"/>
                  <a:gd name="T87" fmla="*/ 0 h 1510"/>
                  <a:gd name="T88" fmla="*/ 0 w 2847"/>
                  <a:gd name="T89" fmla="*/ 0 h 1510"/>
                  <a:gd name="T90" fmla="*/ 0 w 2847"/>
                  <a:gd name="T91" fmla="*/ 0 h 1510"/>
                  <a:gd name="T92" fmla="*/ 0 w 2847"/>
                  <a:gd name="T93" fmla="*/ 0 h 1510"/>
                  <a:gd name="T94" fmla="*/ 0 w 2847"/>
                  <a:gd name="T95" fmla="*/ 0 h 1510"/>
                  <a:gd name="T96" fmla="*/ 0 w 2847"/>
                  <a:gd name="T97" fmla="*/ 0 h 1510"/>
                  <a:gd name="T98" fmla="*/ 0 w 2847"/>
                  <a:gd name="T99" fmla="*/ 0 h 1510"/>
                  <a:gd name="T100" fmla="*/ 0 w 2847"/>
                  <a:gd name="T101" fmla="*/ 0 h 1510"/>
                  <a:gd name="T102" fmla="*/ 0 w 2847"/>
                  <a:gd name="T103" fmla="*/ 0 h 1510"/>
                  <a:gd name="T104" fmla="*/ 0 w 2847"/>
                  <a:gd name="T105" fmla="*/ 0 h 1510"/>
                  <a:gd name="T106" fmla="*/ 0 w 2847"/>
                  <a:gd name="T107" fmla="*/ 0 h 1510"/>
                  <a:gd name="T108" fmla="*/ 0 w 2847"/>
                  <a:gd name="T109" fmla="*/ 0 h 1510"/>
                  <a:gd name="T110" fmla="*/ 0 w 2847"/>
                  <a:gd name="T111" fmla="*/ 0 h 1510"/>
                  <a:gd name="T112" fmla="*/ 0 w 2847"/>
                  <a:gd name="T113" fmla="*/ 0 h 1510"/>
                  <a:gd name="T114" fmla="*/ 0 w 2847"/>
                  <a:gd name="T115" fmla="*/ 0 h 1510"/>
                  <a:gd name="T116" fmla="*/ 0 w 2847"/>
                  <a:gd name="T117" fmla="*/ 0 h 1510"/>
                  <a:gd name="T118" fmla="*/ 0 w 2847"/>
                  <a:gd name="T119" fmla="*/ 0 h 1510"/>
                  <a:gd name="T120" fmla="*/ 0 w 2847"/>
                  <a:gd name="T121" fmla="*/ 0 h 1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47"/>
                  <a:gd name="T184" fmla="*/ 0 h 1510"/>
                  <a:gd name="T185" fmla="*/ 2847 w 2847"/>
                  <a:gd name="T186" fmla="*/ 1510 h 15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47" h="1510">
                    <a:moveTo>
                      <a:pt x="1072" y="246"/>
                    </a:moveTo>
                    <a:lnTo>
                      <a:pt x="1129" y="369"/>
                    </a:lnTo>
                    <a:lnTo>
                      <a:pt x="1228" y="441"/>
                    </a:lnTo>
                    <a:lnTo>
                      <a:pt x="1369" y="516"/>
                    </a:lnTo>
                    <a:lnTo>
                      <a:pt x="1558" y="567"/>
                    </a:lnTo>
                    <a:lnTo>
                      <a:pt x="1798" y="606"/>
                    </a:lnTo>
                    <a:lnTo>
                      <a:pt x="1903" y="576"/>
                    </a:lnTo>
                    <a:lnTo>
                      <a:pt x="1945" y="507"/>
                    </a:lnTo>
                    <a:lnTo>
                      <a:pt x="1969" y="408"/>
                    </a:lnTo>
                    <a:lnTo>
                      <a:pt x="1969" y="345"/>
                    </a:lnTo>
                    <a:lnTo>
                      <a:pt x="1929" y="239"/>
                    </a:lnTo>
                    <a:lnTo>
                      <a:pt x="1890" y="171"/>
                    </a:lnTo>
                    <a:lnTo>
                      <a:pt x="1839" y="120"/>
                    </a:lnTo>
                    <a:lnTo>
                      <a:pt x="1903" y="32"/>
                    </a:lnTo>
                    <a:lnTo>
                      <a:pt x="1945" y="0"/>
                    </a:lnTo>
                    <a:lnTo>
                      <a:pt x="2160" y="113"/>
                    </a:lnTo>
                    <a:lnTo>
                      <a:pt x="2400" y="162"/>
                    </a:lnTo>
                    <a:lnTo>
                      <a:pt x="2630" y="252"/>
                    </a:lnTo>
                    <a:lnTo>
                      <a:pt x="2847" y="378"/>
                    </a:lnTo>
                    <a:lnTo>
                      <a:pt x="2556" y="252"/>
                    </a:lnTo>
                    <a:lnTo>
                      <a:pt x="2342" y="191"/>
                    </a:lnTo>
                    <a:lnTo>
                      <a:pt x="2202" y="171"/>
                    </a:lnTo>
                    <a:lnTo>
                      <a:pt x="2052" y="171"/>
                    </a:lnTo>
                    <a:lnTo>
                      <a:pt x="1987" y="215"/>
                    </a:lnTo>
                    <a:lnTo>
                      <a:pt x="2004" y="387"/>
                    </a:lnTo>
                    <a:lnTo>
                      <a:pt x="1987" y="484"/>
                    </a:lnTo>
                    <a:lnTo>
                      <a:pt x="1953" y="590"/>
                    </a:lnTo>
                    <a:lnTo>
                      <a:pt x="1903" y="655"/>
                    </a:lnTo>
                    <a:lnTo>
                      <a:pt x="1789" y="760"/>
                    </a:lnTo>
                    <a:lnTo>
                      <a:pt x="1789" y="707"/>
                    </a:lnTo>
                    <a:lnTo>
                      <a:pt x="1749" y="673"/>
                    </a:lnTo>
                    <a:lnTo>
                      <a:pt x="1708" y="687"/>
                    </a:lnTo>
                    <a:lnTo>
                      <a:pt x="1696" y="738"/>
                    </a:lnTo>
                    <a:lnTo>
                      <a:pt x="1720" y="770"/>
                    </a:lnTo>
                    <a:lnTo>
                      <a:pt x="1756" y="779"/>
                    </a:lnTo>
                    <a:lnTo>
                      <a:pt x="1731" y="813"/>
                    </a:lnTo>
                    <a:lnTo>
                      <a:pt x="1674" y="802"/>
                    </a:lnTo>
                    <a:lnTo>
                      <a:pt x="1648" y="760"/>
                    </a:lnTo>
                    <a:lnTo>
                      <a:pt x="1659" y="707"/>
                    </a:lnTo>
                    <a:lnTo>
                      <a:pt x="1681" y="666"/>
                    </a:lnTo>
                    <a:lnTo>
                      <a:pt x="1720" y="648"/>
                    </a:lnTo>
                    <a:lnTo>
                      <a:pt x="1780" y="624"/>
                    </a:lnTo>
                    <a:lnTo>
                      <a:pt x="1433" y="567"/>
                    </a:lnTo>
                    <a:lnTo>
                      <a:pt x="1235" y="500"/>
                    </a:lnTo>
                    <a:lnTo>
                      <a:pt x="1353" y="795"/>
                    </a:lnTo>
                    <a:lnTo>
                      <a:pt x="1549" y="1289"/>
                    </a:lnTo>
                    <a:lnTo>
                      <a:pt x="1648" y="1510"/>
                    </a:lnTo>
                    <a:lnTo>
                      <a:pt x="1358" y="903"/>
                    </a:lnTo>
                    <a:lnTo>
                      <a:pt x="1201" y="576"/>
                    </a:lnTo>
                    <a:lnTo>
                      <a:pt x="1046" y="378"/>
                    </a:lnTo>
                    <a:lnTo>
                      <a:pt x="896" y="239"/>
                    </a:lnTo>
                    <a:lnTo>
                      <a:pt x="774" y="156"/>
                    </a:lnTo>
                    <a:lnTo>
                      <a:pt x="668" y="147"/>
                    </a:lnTo>
                    <a:lnTo>
                      <a:pt x="525" y="162"/>
                    </a:lnTo>
                    <a:lnTo>
                      <a:pt x="106" y="270"/>
                    </a:lnTo>
                    <a:lnTo>
                      <a:pt x="0" y="345"/>
                    </a:lnTo>
                    <a:lnTo>
                      <a:pt x="106" y="239"/>
                    </a:lnTo>
                    <a:lnTo>
                      <a:pt x="493" y="94"/>
                    </a:lnTo>
                    <a:lnTo>
                      <a:pt x="749" y="90"/>
                    </a:lnTo>
                    <a:lnTo>
                      <a:pt x="995" y="15"/>
                    </a:lnTo>
                    <a:lnTo>
                      <a:pt x="1072" y="2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2" name="Freeform 134">
                <a:extLst>
                  <a:ext uri="{FF2B5EF4-FFF2-40B4-BE49-F238E27FC236}">
                    <a16:creationId xmlns:a16="http://schemas.microsoft.com/office/drawing/2014/main" id="{76628812-4A22-9442-BCCD-CFC434ED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42" cy="214"/>
              </a:xfrm>
              <a:custGeom>
                <a:avLst/>
                <a:gdLst>
                  <a:gd name="T0" fmla="*/ 0 w 1134"/>
                  <a:gd name="T1" fmla="*/ 0 h 1714"/>
                  <a:gd name="T2" fmla="*/ 0 w 1134"/>
                  <a:gd name="T3" fmla="*/ 0 h 1714"/>
                  <a:gd name="T4" fmla="*/ 0 w 1134"/>
                  <a:gd name="T5" fmla="*/ 0 h 1714"/>
                  <a:gd name="T6" fmla="*/ 0 w 1134"/>
                  <a:gd name="T7" fmla="*/ 0 h 1714"/>
                  <a:gd name="T8" fmla="*/ 0 w 1134"/>
                  <a:gd name="T9" fmla="*/ 0 h 1714"/>
                  <a:gd name="T10" fmla="*/ 0 w 1134"/>
                  <a:gd name="T11" fmla="*/ 0 h 1714"/>
                  <a:gd name="T12" fmla="*/ 0 w 1134"/>
                  <a:gd name="T13" fmla="*/ 0 h 1714"/>
                  <a:gd name="T14" fmla="*/ 0 w 1134"/>
                  <a:gd name="T15" fmla="*/ 0 h 1714"/>
                  <a:gd name="T16" fmla="*/ 0 w 1134"/>
                  <a:gd name="T17" fmla="*/ 0 h 1714"/>
                  <a:gd name="T18" fmla="*/ 0 w 1134"/>
                  <a:gd name="T19" fmla="*/ 0 h 1714"/>
                  <a:gd name="T20" fmla="*/ 0 w 1134"/>
                  <a:gd name="T21" fmla="*/ 0 h 1714"/>
                  <a:gd name="T22" fmla="*/ 0 w 1134"/>
                  <a:gd name="T23" fmla="*/ 0 h 1714"/>
                  <a:gd name="T24" fmla="*/ 0 w 1134"/>
                  <a:gd name="T25" fmla="*/ 0 h 1714"/>
                  <a:gd name="T26" fmla="*/ 0 w 1134"/>
                  <a:gd name="T27" fmla="*/ 0 h 1714"/>
                  <a:gd name="T28" fmla="*/ 0 w 1134"/>
                  <a:gd name="T29" fmla="*/ 0 h 1714"/>
                  <a:gd name="T30" fmla="*/ 0 w 1134"/>
                  <a:gd name="T31" fmla="*/ 0 h 1714"/>
                  <a:gd name="T32" fmla="*/ 0 w 1134"/>
                  <a:gd name="T33" fmla="*/ 0 h 1714"/>
                  <a:gd name="T34" fmla="*/ 0 w 1134"/>
                  <a:gd name="T35" fmla="*/ 0 h 1714"/>
                  <a:gd name="T36" fmla="*/ 0 w 1134"/>
                  <a:gd name="T37" fmla="*/ 0 h 1714"/>
                  <a:gd name="T38" fmla="*/ 0 w 1134"/>
                  <a:gd name="T39" fmla="*/ 0 h 1714"/>
                  <a:gd name="T40" fmla="*/ 0 w 1134"/>
                  <a:gd name="T41" fmla="*/ 0 h 1714"/>
                  <a:gd name="T42" fmla="*/ 0 w 1134"/>
                  <a:gd name="T43" fmla="*/ 0 h 1714"/>
                  <a:gd name="T44" fmla="*/ 0 w 1134"/>
                  <a:gd name="T45" fmla="*/ 0 h 1714"/>
                  <a:gd name="T46" fmla="*/ 0 w 1134"/>
                  <a:gd name="T47" fmla="*/ 0 h 1714"/>
                  <a:gd name="T48" fmla="*/ 0 w 1134"/>
                  <a:gd name="T49" fmla="*/ 0 h 1714"/>
                  <a:gd name="T50" fmla="*/ 0 w 1134"/>
                  <a:gd name="T51" fmla="*/ 0 h 1714"/>
                  <a:gd name="T52" fmla="*/ 0 w 1134"/>
                  <a:gd name="T53" fmla="*/ 0 h 1714"/>
                  <a:gd name="T54" fmla="*/ 0 w 1134"/>
                  <a:gd name="T55" fmla="*/ 0 h 1714"/>
                  <a:gd name="T56" fmla="*/ 0 w 1134"/>
                  <a:gd name="T57" fmla="*/ 0 h 1714"/>
                  <a:gd name="T58" fmla="*/ 0 w 1134"/>
                  <a:gd name="T59" fmla="*/ 0 h 1714"/>
                  <a:gd name="T60" fmla="*/ 0 w 1134"/>
                  <a:gd name="T61" fmla="*/ 0 h 1714"/>
                  <a:gd name="T62" fmla="*/ 0 w 1134"/>
                  <a:gd name="T63" fmla="*/ 0 h 1714"/>
                  <a:gd name="T64" fmla="*/ 0 w 1134"/>
                  <a:gd name="T65" fmla="*/ 0 h 1714"/>
                  <a:gd name="T66" fmla="*/ 0 w 1134"/>
                  <a:gd name="T67" fmla="*/ 0 h 1714"/>
                  <a:gd name="T68" fmla="*/ 0 w 1134"/>
                  <a:gd name="T69" fmla="*/ 0 h 1714"/>
                  <a:gd name="T70" fmla="*/ 0 w 1134"/>
                  <a:gd name="T71" fmla="*/ 0 h 1714"/>
                  <a:gd name="T72" fmla="*/ 0 w 1134"/>
                  <a:gd name="T73" fmla="*/ 0 h 1714"/>
                  <a:gd name="T74" fmla="*/ 0 w 1134"/>
                  <a:gd name="T75" fmla="*/ 0 h 1714"/>
                  <a:gd name="T76" fmla="*/ 0 w 1134"/>
                  <a:gd name="T77" fmla="*/ 0 h 1714"/>
                  <a:gd name="T78" fmla="*/ 0 w 1134"/>
                  <a:gd name="T79" fmla="*/ 0 h 1714"/>
                  <a:gd name="T80" fmla="*/ 0 w 1134"/>
                  <a:gd name="T81" fmla="*/ 0 h 1714"/>
                  <a:gd name="T82" fmla="*/ 0 w 1134"/>
                  <a:gd name="T83" fmla="*/ 0 h 1714"/>
                  <a:gd name="T84" fmla="*/ 0 w 1134"/>
                  <a:gd name="T85" fmla="*/ 0 h 1714"/>
                  <a:gd name="T86" fmla="*/ 0 w 1134"/>
                  <a:gd name="T87" fmla="*/ 0 h 1714"/>
                  <a:gd name="T88" fmla="*/ 0 w 1134"/>
                  <a:gd name="T89" fmla="*/ 0 h 1714"/>
                  <a:gd name="T90" fmla="*/ 0 w 1134"/>
                  <a:gd name="T91" fmla="*/ 0 h 1714"/>
                  <a:gd name="T92" fmla="*/ 0 w 1134"/>
                  <a:gd name="T93" fmla="*/ 0 h 1714"/>
                  <a:gd name="T94" fmla="*/ 0 w 1134"/>
                  <a:gd name="T95" fmla="*/ 0 h 1714"/>
                  <a:gd name="T96" fmla="*/ 0 w 1134"/>
                  <a:gd name="T97" fmla="*/ 0 h 1714"/>
                  <a:gd name="T98" fmla="*/ 0 w 1134"/>
                  <a:gd name="T99" fmla="*/ 0 h 1714"/>
                  <a:gd name="T100" fmla="*/ 0 w 1134"/>
                  <a:gd name="T101" fmla="*/ 0 h 1714"/>
                  <a:gd name="T102" fmla="*/ 0 w 1134"/>
                  <a:gd name="T103" fmla="*/ 0 h 1714"/>
                  <a:gd name="T104" fmla="*/ 0 w 1134"/>
                  <a:gd name="T105" fmla="*/ 0 h 1714"/>
                  <a:gd name="T106" fmla="*/ 0 w 1134"/>
                  <a:gd name="T107" fmla="*/ 0 h 1714"/>
                  <a:gd name="T108" fmla="*/ 0 w 1134"/>
                  <a:gd name="T109" fmla="*/ 0 h 1714"/>
                  <a:gd name="T110" fmla="*/ 0 w 1134"/>
                  <a:gd name="T111" fmla="*/ 0 h 1714"/>
                  <a:gd name="T112" fmla="*/ 0 w 1134"/>
                  <a:gd name="T113" fmla="*/ 0 h 1714"/>
                  <a:gd name="T114" fmla="*/ 0 w 1134"/>
                  <a:gd name="T115" fmla="*/ 0 h 1714"/>
                  <a:gd name="T116" fmla="*/ 0 w 1134"/>
                  <a:gd name="T117" fmla="*/ 0 h 1714"/>
                  <a:gd name="T118" fmla="*/ 0 w 1134"/>
                  <a:gd name="T119" fmla="*/ 0 h 17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4"/>
                  <a:gd name="T181" fmla="*/ 0 h 1714"/>
                  <a:gd name="T182" fmla="*/ 1134 w 1134"/>
                  <a:gd name="T183" fmla="*/ 1714 h 171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4" h="1714">
                    <a:moveTo>
                      <a:pt x="159" y="0"/>
                    </a:moveTo>
                    <a:lnTo>
                      <a:pt x="264" y="31"/>
                    </a:lnTo>
                    <a:lnTo>
                      <a:pt x="365" y="113"/>
                    </a:lnTo>
                    <a:lnTo>
                      <a:pt x="447" y="229"/>
                    </a:lnTo>
                    <a:lnTo>
                      <a:pt x="521" y="367"/>
                    </a:lnTo>
                    <a:lnTo>
                      <a:pt x="570" y="484"/>
                    </a:lnTo>
                    <a:lnTo>
                      <a:pt x="611" y="591"/>
                    </a:lnTo>
                    <a:lnTo>
                      <a:pt x="491" y="409"/>
                    </a:lnTo>
                    <a:lnTo>
                      <a:pt x="387" y="288"/>
                    </a:lnTo>
                    <a:lnTo>
                      <a:pt x="264" y="205"/>
                    </a:lnTo>
                    <a:lnTo>
                      <a:pt x="167" y="157"/>
                    </a:lnTo>
                    <a:lnTo>
                      <a:pt x="167" y="319"/>
                    </a:lnTo>
                    <a:lnTo>
                      <a:pt x="222" y="499"/>
                    </a:lnTo>
                    <a:lnTo>
                      <a:pt x="312" y="646"/>
                    </a:lnTo>
                    <a:lnTo>
                      <a:pt x="413" y="754"/>
                    </a:lnTo>
                    <a:lnTo>
                      <a:pt x="598" y="886"/>
                    </a:lnTo>
                    <a:lnTo>
                      <a:pt x="768" y="998"/>
                    </a:lnTo>
                    <a:lnTo>
                      <a:pt x="860" y="1049"/>
                    </a:lnTo>
                    <a:lnTo>
                      <a:pt x="818" y="925"/>
                    </a:lnTo>
                    <a:lnTo>
                      <a:pt x="923" y="1132"/>
                    </a:lnTo>
                    <a:lnTo>
                      <a:pt x="976" y="1301"/>
                    </a:lnTo>
                    <a:lnTo>
                      <a:pt x="1007" y="1508"/>
                    </a:lnTo>
                    <a:lnTo>
                      <a:pt x="1081" y="1631"/>
                    </a:lnTo>
                    <a:lnTo>
                      <a:pt x="1134" y="1714"/>
                    </a:lnTo>
                    <a:lnTo>
                      <a:pt x="959" y="1559"/>
                    </a:lnTo>
                    <a:lnTo>
                      <a:pt x="959" y="1642"/>
                    </a:lnTo>
                    <a:lnTo>
                      <a:pt x="877" y="1665"/>
                    </a:lnTo>
                    <a:lnTo>
                      <a:pt x="918" y="1609"/>
                    </a:lnTo>
                    <a:lnTo>
                      <a:pt x="908" y="1534"/>
                    </a:lnTo>
                    <a:lnTo>
                      <a:pt x="703" y="1402"/>
                    </a:lnTo>
                    <a:lnTo>
                      <a:pt x="877" y="1411"/>
                    </a:lnTo>
                    <a:lnTo>
                      <a:pt x="736" y="1204"/>
                    </a:lnTo>
                    <a:lnTo>
                      <a:pt x="853" y="1195"/>
                    </a:lnTo>
                    <a:lnTo>
                      <a:pt x="869" y="1147"/>
                    </a:lnTo>
                    <a:lnTo>
                      <a:pt x="703" y="1141"/>
                    </a:lnTo>
                    <a:lnTo>
                      <a:pt x="494" y="1077"/>
                    </a:lnTo>
                    <a:lnTo>
                      <a:pt x="249" y="967"/>
                    </a:lnTo>
                    <a:lnTo>
                      <a:pt x="99" y="860"/>
                    </a:lnTo>
                    <a:lnTo>
                      <a:pt x="84" y="886"/>
                    </a:lnTo>
                    <a:lnTo>
                      <a:pt x="143" y="985"/>
                    </a:lnTo>
                    <a:lnTo>
                      <a:pt x="240" y="1077"/>
                    </a:lnTo>
                    <a:lnTo>
                      <a:pt x="339" y="1132"/>
                    </a:lnTo>
                    <a:lnTo>
                      <a:pt x="413" y="1338"/>
                    </a:lnTo>
                    <a:lnTo>
                      <a:pt x="644" y="1402"/>
                    </a:lnTo>
                    <a:lnTo>
                      <a:pt x="482" y="1386"/>
                    </a:lnTo>
                    <a:lnTo>
                      <a:pt x="556" y="1460"/>
                    </a:lnTo>
                    <a:lnTo>
                      <a:pt x="763" y="1508"/>
                    </a:lnTo>
                    <a:lnTo>
                      <a:pt x="853" y="1582"/>
                    </a:lnTo>
                    <a:lnTo>
                      <a:pt x="826" y="1631"/>
                    </a:lnTo>
                    <a:lnTo>
                      <a:pt x="694" y="1591"/>
                    </a:lnTo>
                    <a:lnTo>
                      <a:pt x="598" y="1600"/>
                    </a:lnTo>
                    <a:lnTo>
                      <a:pt x="51" y="1107"/>
                    </a:lnTo>
                    <a:lnTo>
                      <a:pt x="21" y="943"/>
                    </a:lnTo>
                    <a:lnTo>
                      <a:pt x="9" y="826"/>
                    </a:lnTo>
                    <a:lnTo>
                      <a:pt x="51" y="770"/>
                    </a:lnTo>
                    <a:lnTo>
                      <a:pt x="21" y="642"/>
                    </a:lnTo>
                    <a:lnTo>
                      <a:pt x="0" y="443"/>
                    </a:lnTo>
                    <a:lnTo>
                      <a:pt x="25" y="279"/>
                    </a:lnTo>
                    <a:lnTo>
                      <a:pt x="77" y="132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3" name="Freeform 135">
                <a:extLst>
                  <a:ext uri="{FF2B5EF4-FFF2-40B4-BE49-F238E27FC236}">
                    <a16:creationId xmlns:a16="http://schemas.microsoft.com/office/drawing/2014/main" id="{57198225-FA18-B640-91B9-189A83C5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892"/>
                <a:ext cx="40" cy="50"/>
              </a:xfrm>
              <a:custGeom>
                <a:avLst/>
                <a:gdLst>
                  <a:gd name="T0" fmla="*/ 0 w 318"/>
                  <a:gd name="T1" fmla="*/ 0 h 399"/>
                  <a:gd name="T2" fmla="*/ 0 w 318"/>
                  <a:gd name="T3" fmla="*/ 0 h 399"/>
                  <a:gd name="T4" fmla="*/ 0 w 318"/>
                  <a:gd name="T5" fmla="*/ 0 h 399"/>
                  <a:gd name="T6" fmla="*/ 0 w 318"/>
                  <a:gd name="T7" fmla="*/ 0 h 399"/>
                  <a:gd name="T8" fmla="*/ 0 w 318"/>
                  <a:gd name="T9" fmla="*/ 0 h 399"/>
                  <a:gd name="T10" fmla="*/ 0 w 318"/>
                  <a:gd name="T11" fmla="*/ 0 h 399"/>
                  <a:gd name="T12" fmla="*/ 0 w 318"/>
                  <a:gd name="T13" fmla="*/ 0 h 399"/>
                  <a:gd name="T14" fmla="*/ 0 w 318"/>
                  <a:gd name="T15" fmla="*/ 0 h 399"/>
                  <a:gd name="T16" fmla="*/ 0 w 318"/>
                  <a:gd name="T17" fmla="*/ 0 h 399"/>
                  <a:gd name="T18" fmla="*/ 0 w 318"/>
                  <a:gd name="T19" fmla="*/ 0 h 399"/>
                  <a:gd name="T20" fmla="*/ 0 w 318"/>
                  <a:gd name="T21" fmla="*/ 0 h 399"/>
                  <a:gd name="T22" fmla="*/ 0 w 318"/>
                  <a:gd name="T23" fmla="*/ 0 h 3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8"/>
                  <a:gd name="T37" fmla="*/ 0 h 399"/>
                  <a:gd name="T38" fmla="*/ 318 w 318"/>
                  <a:gd name="T39" fmla="*/ 399 h 39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8" h="399">
                    <a:moveTo>
                      <a:pt x="0" y="138"/>
                    </a:moveTo>
                    <a:lnTo>
                      <a:pt x="87" y="23"/>
                    </a:lnTo>
                    <a:lnTo>
                      <a:pt x="168" y="0"/>
                    </a:lnTo>
                    <a:lnTo>
                      <a:pt x="221" y="72"/>
                    </a:lnTo>
                    <a:lnTo>
                      <a:pt x="221" y="336"/>
                    </a:lnTo>
                    <a:lnTo>
                      <a:pt x="285" y="106"/>
                    </a:lnTo>
                    <a:lnTo>
                      <a:pt x="318" y="196"/>
                    </a:lnTo>
                    <a:lnTo>
                      <a:pt x="318" y="295"/>
                    </a:lnTo>
                    <a:lnTo>
                      <a:pt x="246" y="399"/>
                    </a:lnTo>
                    <a:lnTo>
                      <a:pt x="186" y="399"/>
                    </a:lnTo>
                    <a:lnTo>
                      <a:pt x="39" y="261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4" name="Freeform 136">
                <a:extLst>
                  <a:ext uri="{FF2B5EF4-FFF2-40B4-BE49-F238E27FC236}">
                    <a16:creationId xmlns:a16="http://schemas.microsoft.com/office/drawing/2014/main" id="{EA13E291-6F83-CC45-8FE9-6174210D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700"/>
                <a:ext cx="292" cy="269"/>
              </a:xfrm>
              <a:custGeom>
                <a:avLst/>
                <a:gdLst>
                  <a:gd name="T0" fmla="*/ 0 w 2335"/>
                  <a:gd name="T1" fmla="*/ 0 h 2151"/>
                  <a:gd name="T2" fmla="*/ 0 w 2335"/>
                  <a:gd name="T3" fmla="*/ 0 h 2151"/>
                  <a:gd name="T4" fmla="*/ 0 w 2335"/>
                  <a:gd name="T5" fmla="*/ 0 h 2151"/>
                  <a:gd name="T6" fmla="*/ 0 w 2335"/>
                  <a:gd name="T7" fmla="*/ 0 h 2151"/>
                  <a:gd name="T8" fmla="*/ 0 w 2335"/>
                  <a:gd name="T9" fmla="*/ 0 h 2151"/>
                  <a:gd name="T10" fmla="*/ 0 w 2335"/>
                  <a:gd name="T11" fmla="*/ 0 h 2151"/>
                  <a:gd name="T12" fmla="*/ 0 w 2335"/>
                  <a:gd name="T13" fmla="*/ 0 h 2151"/>
                  <a:gd name="T14" fmla="*/ 0 w 2335"/>
                  <a:gd name="T15" fmla="*/ 0 h 2151"/>
                  <a:gd name="T16" fmla="*/ 0 w 2335"/>
                  <a:gd name="T17" fmla="*/ 0 h 2151"/>
                  <a:gd name="T18" fmla="*/ 0 w 2335"/>
                  <a:gd name="T19" fmla="*/ 0 h 2151"/>
                  <a:gd name="T20" fmla="*/ 0 w 2335"/>
                  <a:gd name="T21" fmla="*/ 0 h 2151"/>
                  <a:gd name="T22" fmla="*/ 0 w 2335"/>
                  <a:gd name="T23" fmla="*/ 0 h 2151"/>
                  <a:gd name="T24" fmla="*/ 0 w 2335"/>
                  <a:gd name="T25" fmla="*/ 0 h 2151"/>
                  <a:gd name="T26" fmla="*/ 0 w 2335"/>
                  <a:gd name="T27" fmla="*/ 0 h 2151"/>
                  <a:gd name="T28" fmla="*/ 0 w 2335"/>
                  <a:gd name="T29" fmla="*/ 0 h 2151"/>
                  <a:gd name="T30" fmla="*/ 0 w 2335"/>
                  <a:gd name="T31" fmla="*/ 0 h 2151"/>
                  <a:gd name="T32" fmla="*/ 0 w 2335"/>
                  <a:gd name="T33" fmla="*/ 0 h 2151"/>
                  <a:gd name="T34" fmla="*/ 0 w 2335"/>
                  <a:gd name="T35" fmla="*/ 0 h 2151"/>
                  <a:gd name="T36" fmla="*/ 0 w 2335"/>
                  <a:gd name="T37" fmla="*/ 0 h 2151"/>
                  <a:gd name="T38" fmla="*/ 0 w 2335"/>
                  <a:gd name="T39" fmla="*/ 0 h 2151"/>
                  <a:gd name="T40" fmla="*/ 0 w 2335"/>
                  <a:gd name="T41" fmla="*/ 0 h 2151"/>
                  <a:gd name="T42" fmla="*/ 0 w 2335"/>
                  <a:gd name="T43" fmla="*/ 0 h 2151"/>
                  <a:gd name="T44" fmla="*/ 0 w 2335"/>
                  <a:gd name="T45" fmla="*/ 0 h 2151"/>
                  <a:gd name="T46" fmla="*/ 0 w 2335"/>
                  <a:gd name="T47" fmla="*/ 0 h 2151"/>
                  <a:gd name="T48" fmla="*/ 0 w 2335"/>
                  <a:gd name="T49" fmla="*/ 0 h 2151"/>
                  <a:gd name="T50" fmla="*/ 0 w 2335"/>
                  <a:gd name="T51" fmla="*/ 0 h 2151"/>
                  <a:gd name="T52" fmla="*/ 0 w 2335"/>
                  <a:gd name="T53" fmla="*/ 0 h 2151"/>
                  <a:gd name="T54" fmla="*/ 0 w 2335"/>
                  <a:gd name="T55" fmla="*/ 0 h 2151"/>
                  <a:gd name="T56" fmla="*/ 0 w 2335"/>
                  <a:gd name="T57" fmla="*/ 0 h 2151"/>
                  <a:gd name="T58" fmla="*/ 0 w 2335"/>
                  <a:gd name="T59" fmla="*/ 0 h 2151"/>
                  <a:gd name="T60" fmla="*/ 0 w 2335"/>
                  <a:gd name="T61" fmla="*/ 0 h 2151"/>
                  <a:gd name="T62" fmla="*/ 0 w 2335"/>
                  <a:gd name="T63" fmla="*/ 0 h 2151"/>
                  <a:gd name="T64" fmla="*/ 0 w 2335"/>
                  <a:gd name="T65" fmla="*/ 0 h 2151"/>
                  <a:gd name="T66" fmla="*/ 0 w 2335"/>
                  <a:gd name="T67" fmla="*/ 0 h 2151"/>
                  <a:gd name="T68" fmla="*/ 0 w 2335"/>
                  <a:gd name="T69" fmla="*/ 0 h 2151"/>
                  <a:gd name="T70" fmla="*/ 0 w 2335"/>
                  <a:gd name="T71" fmla="*/ 0 h 2151"/>
                  <a:gd name="T72" fmla="*/ 0 w 2335"/>
                  <a:gd name="T73" fmla="*/ 0 h 2151"/>
                  <a:gd name="T74" fmla="*/ 0 w 2335"/>
                  <a:gd name="T75" fmla="*/ 0 h 2151"/>
                  <a:gd name="T76" fmla="*/ 0 w 2335"/>
                  <a:gd name="T77" fmla="*/ 0 h 215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335"/>
                  <a:gd name="T118" fmla="*/ 0 h 2151"/>
                  <a:gd name="T119" fmla="*/ 2335 w 2335"/>
                  <a:gd name="T120" fmla="*/ 2151 h 215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335" h="2151">
                    <a:moveTo>
                      <a:pt x="87" y="1633"/>
                    </a:moveTo>
                    <a:lnTo>
                      <a:pt x="112" y="1705"/>
                    </a:lnTo>
                    <a:lnTo>
                      <a:pt x="123" y="1896"/>
                    </a:lnTo>
                    <a:lnTo>
                      <a:pt x="0" y="1953"/>
                    </a:lnTo>
                    <a:lnTo>
                      <a:pt x="39" y="1978"/>
                    </a:lnTo>
                    <a:lnTo>
                      <a:pt x="182" y="1953"/>
                    </a:lnTo>
                    <a:lnTo>
                      <a:pt x="742" y="2068"/>
                    </a:lnTo>
                    <a:lnTo>
                      <a:pt x="732" y="2032"/>
                    </a:lnTo>
                    <a:lnTo>
                      <a:pt x="732" y="2011"/>
                    </a:lnTo>
                    <a:lnTo>
                      <a:pt x="758" y="1997"/>
                    </a:lnTo>
                    <a:lnTo>
                      <a:pt x="791" y="2002"/>
                    </a:lnTo>
                    <a:lnTo>
                      <a:pt x="806" y="2032"/>
                    </a:lnTo>
                    <a:lnTo>
                      <a:pt x="830" y="2061"/>
                    </a:lnTo>
                    <a:lnTo>
                      <a:pt x="883" y="2068"/>
                    </a:lnTo>
                    <a:lnTo>
                      <a:pt x="958" y="2127"/>
                    </a:lnTo>
                    <a:lnTo>
                      <a:pt x="938" y="2068"/>
                    </a:lnTo>
                    <a:lnTo>
                      <a:pt x="1180" y="2011"/>
                    </a:lnTo>
                    <a:lnTo>
                      <a:pt x="1477" y="1845"/>
                    </a:lnTo>
                    <a:lnTo>
                      <a:pt x="1807" y="1930"/>
                    </a:lnTo>
                    <a:lnTo>
                      <a:pt x="1872" y="2061"/>
                    </a:lnTo>
                    <a:lnTo>
                      <a:pt x="1872" y="2142"/>
                    </a:lnTo>
                    <a:lnTo>
                      <a:pt x="1883" y="2151"/>
                    </a:lnTo>
                    <a:lnTo>
                      <a:pt x="1897" y="2061"/>
                    </a:lnTo>
                    <a:lnTo>
                      <a:pt x="1823" y="1912"/>
                    </a:lnTo>
                    <a:lnTo>
                      <a:pt x="1666" y="1815"/>
                    </a:lnTo>
                    <a:lnTo>
                      <a:pt x="1731" y="1714"/>
                    </a:lnTo>
                    <a:lnTo>
                      <a:pt x="1855" y="1668"/>
                    </a:lnTo>
                    <a:lnTo>
                      <a:pt x="2003" y="1642"/>
                    </a:lnTo>
                    <a:lnTo>
                      <a:pt x="2189" y="1674"/>
                    </a:lnTo>
                    <a:lnTo>
                      <a:pt x="2226" y="1705"/>
                    </a:lnTo>
                    <a:lnTo>
                      <a:pt x="2235" y="1804"/>
                    </a:lnTo>
                    <a:lnTo>
                      <a:pt x="2285" y="1887"/>
                    </a:lnTo>
                    <a:lnTo>
                      <a:pt x="2335" y="1771"/>
                    </a:lnTo>
                    <a:lnTo>
                      <a:pt x="2309" y="1700"/>
                    </a:lnTo>
                    <a:lnTo>
                      <a:pt x="2219" y="1608"/>
                    </a:lnTo>
                    <a:lnTo>
                      <a:pt x="2102" y="1510"/>
                    </a:lnTo>
                    <a:lnTo>
                      <a:pt x="2010" y="1402"/>
                    </a:lnTo>
                    <a:lnTo>
                      <a:pt x="1929" y="1439"/>
                    </a:lnTo>
                    <a:lnTo>
                      <a:pt x="1883" y="1559"/>
                    </a:lnTo>
                    <a:lnTo>
                      <a:pt x="1839" y="1536"/>
                    </a:lnTo>
                    <a:lnTo>
                      <a:pt x="1883" y="1428"/>
                    </a:lnTo>
                    <a:lnTo>
                      <a:pt x="1929" y="1338"/>
                    </a:lnTo>
                    <a:lnTo>
                      <a:pt x="2138" y="1255"/>
                    </a:lnTo>
                    <a:lnTo>
                      <a:pt x="2235" y="1165"/>
                    </a:lnTo>
                    <a:lnTo>
                      <a:pt x="2189" y="1041"/>
                    </a:lnTo>
                    <a:lnTo>
                      <a:pt x="2169" y="1142"/>
                    </a:lnTo>
                    <a:lnTo>
                      <a:pt x="2063" y="1206"/>
                    </a:lnTo>
                    <a:lnTo>
                      <a:pt x="1962" y="1232"/>
                    </a:lnTo>
                    <a:lnTo>
                      <a:pt x="1883" y="1239"/>
                    </a:lnTo>
                    <a:lnTo>
                      <a:pt x="1855" y="1213"/>
                    </a:lnTo>
                    <a:lnTo>
                      <a:pt x="1872" y="1181"/>
                    </a:lnTo>
                    <a:lnTo>
                      <a:pt x="2039" y="1066"/>
                    </a:lnTo>
                    <a:lnTo>
                      <a:pt x="2169" y="943"/>
                    </a:lnTo>
                    <a:lnTo>
                      <a:pt x="2197" y="1001"/>
                    </a:lnTo>
                    <a:lnTo>
                      <a:pt x="2201" y="868"/>
                    </a:lnTo>
                    <a:lnTo>
                      <a:pt x="2180" y="720"/>
                    </a:lnTo>
                    <a:lnTo>
                      <a:pt x="2169" y="565"/>
                    </a:lnTo>
                    <a:lnTo>
                      <a:pt x="2180" y="337"/>
                    </a:lnTo>
                    <a:lnTo>
                      <a:pt x="2153" y="114"/>
                    </a:lnTo>
                    <a:lnTo>
                      <a:pt x="2111" y="0"/>
                    </a:lnTo>
                    <a:lnTo>
                      <a:pt x="2144" y="182"/>
                    </a:lnTo>
                    <a:lnTo>
                      <a:pt x="2144" y="400"/>
                    </a:lnTo>
                    <a:lnTo>
                      <a:pt x="2111" y="582"/>
                    </a:lnTo>
                    <a:lnTo>
                      <a:pt x="1982" y="868"/>
                    </a:lnTo>
                    <a:lnTo>
                      <a:pt x="2088" y="706"/>
                    </a:lnTo>
                    <a:lnTo>
                      <a:pt x="2127" y="771"/>
                    </a:lnTo>
                    <a:lnTo>
                      <a:pt x="2144" y="861"/>
                    </a:lnTo>
                    <a:lnTo>
                      <a:pt x="2120" y="936"/>
                    </a:lnTo>
                    <a:lnTo>
                      <a:pt x="2003" y="1041"/>
                    </a:lnTo>
                    <a:lnTo>
                      <a:pt x="1865" y="1125"/>
                    </a:lnTo>
                    <a:lnTo>
                      <a:pt x="1872" y="1050"/>
                    </a:lnTo>
                    <a:lnTo>
                      <a:pt x="1673" y="1273"/>
                    </a:lnTo>
                    <a:lnTo>
                      <a:pt x="1402" y="1476"/>
                    </a:lnTo>
                    <a:lnTo>
                      <a:pt x="1169" y="1584"/>
                    </a:lnTo>
                    <a:lnTo>
                      <a:pt x="965" y="1633"/>
                    </a:lnTo>
                    <a:lnTo>
                      <a:pt x="615" y="1600"/>
                    </a:lnTo>
                    <a:lnTo>
                      <a:pt x="410" y="1608"/>
                    </a:lnTo>
                    <a:lnTo>
                      <a:pt x="195" y="1626"/>
                    </a:lnTo>
                    <a:lnTo>
                      <a:pt x="87" y="16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5" name="Freeform 137">
                <a:extLst>
                  <a:ext uri="{FF2B5EF4-FFF2-40B4-BE49-F238E27FC236}">
                    <a16:creationId xmlns:a16="http://schemas.microsoft.com/office/drawing/2014/main" id="{221E4255-EBA7-A04C-9377-638202E5C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89"/>
                <a:ext cx="22" cy="176"/>
              </a:xfrm>
              <a:custGeom>
                <a:avLst/>
                <a:gdLst>
                  <a:gd name="T0" fmla="*/ 0 w 180"/>
                  <a:gd name="T1" fmla="*/ 0 h 1411"/>
                  <a:gd name="T2" fmla="*/ 0 w 180"/>
                  <a:gd name="T3" fmla="*/ 0 h 1411"/>
                  <a:gd name="T4" fmla="*/ 0 w 180"/>
                  <a:gd name="T5" fmla="*/ 0 h 1411"/>
                  <a:gd name="T6" fmla="*/ 0 w 180"/>
                  <a:gd name="T7" fmla="*/ 0 h 1411"/>
                  <a:gd name="T8" fmla="*/ 0 w 180"/>
                  <a:gd name="T9" fmla="*/ 0 h 1411"/>
                  <a:gd name="T10" fmla="*/ 0 w 180"/>
                  <a:gd name="T11" fmla="*/ 0 h 1411"/>
                  <a:gd name="T12" fmla="*/ 0 w 180"/>
                  <a:gd name="T13" fmla="*/ 0 h 1411"/>
                  <a:gd name="T14" fmla="*/ 0 w 180"/>
                  <a:gd name="T15" fmla="*/ 0 h 1411"/>
                  <a:gd name="T16" fmla="*/ 0 w 180"/>
                  <a:gd name="T17" fmla="*/ 0 h 1411"/>
                  <a:gd name="T18" fmla="*/ 0 w 180"/>
                  <a:gd name="T19" fmla="*/ 0 h 1411"/>
                  <a:gd name="T20" fmla="*/ 0 w 180"/>
                  <a:gd name="T21" fmla="*/ 0 h 1411"/>
                  <a:gd name="T22" fmla="*/ 0 w 180"/>
                  <a:gd name="T23" fmla="*/ 0 h 1411"/>
                  <a:gd name="T24" fmla="*/ 0 w 180"/>
                  <a:gd name="T25" fmla="*/ 0 h 1411"/>
                  <a:gd name="T26" fmla="*/ 0 w 180"/>
                  <a:gd name="T27" fmla="*/ 0 h 1411"/>
                  <a:gd name="T28" fmla="*/ 0 w 180"/>
                  <a:gd name="T29" fmla="*/ 0 h 1411"/>
                  <a:gd name="T30" fmla="*/ 0 w 180"/>
                  <a:gd name="T31" fmla="*/ 0 h 14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0"/>
                  <a:gd name="T49" fmla="*/ 0 h 1411"/>
                  <a:gd name="T50" fmla="*/ 180 w 180"/>
                  <a:gd name="T51" fmla="*/ 1411 h 14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0" h="1411">
                    <a:moveTo>
                      <a:pt x="0" y="33"/>
                    </a:moveTo>
                    <a:lnTo>
                      <a:pt x="99" y="263"/>
                    </a:lnTo>
                    <a:lnTo>
                      <a:pt x="129" y="483"/>
                    </a:lnTo>
                    <a:lnTo>
                      <a:pt x="124" y="802"/>
                    </a:lnTo>
                    <a:lnTo>
                      <a:pt x="81" y="1075"/>
                    </a:lnTo>
                    <a:lnTo>
                      <a:pt x="9" y="1411"/>
                    </a:lnTo>
                    <a:lnTo>
                      <a:pt x="90" y="1386"/>
                    </a:lnTo>
                    <a:lnTo>
                      <a:pt x="140" y="1303"/>
                    </a:lnTo>
                    <a:lnTo>
                      <a:pt x="171" y="1140"/>
                    </a:lnTo>
                    <a:lnTo>
                      <a:pt x="180" y="886"/>
                    </a:lnTo>
                    <a:lnTo>
                      <a:pt x="171" y="556"/>
                    </a:lnTo>
                    <a:lnTo>
                      <a:pt x="145" y="344"/>
                    </a:lnTo>
                    <a:lnTo>
                      <a:pt x="105" y="180"/>
                    </a:lnTo>
                    <a:lnTo>
                      <a:pt x="39" y="22"/>
                    </a:lnTo>
                    <a:lnTo>
                      <a:pt x="9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6" name="Freeform 138">
                <a:extLst>
                  <a:ext uri="{FF2B5EF4-FFF2-40B4-BE49-F238E27FC236}">
                    <a16:creationId xmlns:a16="http://schemas.microsoft.com/office/drawing/2014/main" id="{D8D496AA-899B-D749-8689-64075D16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04"/>
                <a:ext cx="18" cy="18"/>
              </a:xfrm>
              <a:custGeom>
                <a:avLst/>
                <a:gdLst>
                  <a:gd name="T0" fmla="*/ 0 w 141"/>
                  <a:gd name="T1" fmla="*/ 0 h 141"/>
                  <a:gd name="T2" fmla="*/ 0 w 141"/>
                  <a:gd name="T3" fmla="*/ 0 h 141"/>
                  <a:gd name="T4" fmla="*/ 0 w 141"/>
                  <a:gd name="T5" fmla="*/ 0 h 141"/>
                  <a:gd name="T6" fmla="*/ 0 w 141"/>
                  <a:gd name="T7" fmla="*/ 0 h 141"/>
                  <a:gd name="T8" fmla="*/ 0 w 141"/>
                  <a:gd name="T9" fmla="*/ 0 h 141"/>
                  <a:gd name="T10" fmla="*/ 0 w 141"/>
                  <a:gd name="T11" fmla="*/ 0 h 141"/>
                  <a:gd name="T12" fmla="*/ 0 w 141"/>
                  <a:gd name="T13" fmla="*/ 0 h 141"/>
                  <a:gd name="T14" fmla="*/ 0 w 141"/>
                  <a:gd name="T15" fmla="*/ 0 h 141"/>
                  <a:gd name="T16" fmla="*/ 0 w 141"/>
                  <a:gd name="T17" fmla="*/ 0 h 141"/>
                  <a:gd name="T18" fmla="*/ 0 w 141"/>
                  <a:gd name="T19" fmla="*/ 0 h 141"/>
                  <a:gd name="T20" fmla="*/ 0 w 141"/>
                  <a:gd name="T21" fmla="*/ 0 h 141"/>
                  <a:gd name="T22" fmla="*/ 0 w 141"/>
                  <a:gd name="T23" fmla="*/ 0 h 141"/>
                  <a:gd name="T24" fmla="*/ 0 w 141"/>
                  <a:gd name="T25" fmla="*/ 0 h 141"/>
                  <a:gd name="T26" fmla="*/ 0 w 141"/>
                  <a:gd name="T27" fmla="*/ 0 h 141"/>
                  <a:gd name="T28" fmla="*/ 0 w 141"/>
                  <a:gd name="T29" fmla="*/ 0 h 141"/>
                  <a:gd name="T30" fmla="*/ 0 w 141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1"/>
                  <a:gd name="T49" fmla="*/ 0 h 141"/>
                  <a:gd name="T50" fmla="*/ 141 w 141"/>
                  <a:gd name="T51" fmla="*/ 141 h 14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1" h="141">
                    <a:moveTo>
                      <a:pt x="101" y="7"/>
                    </a:moveTo>
                    <a:lnTo>
                      <a:pt x="66" y="7"/>
                    </a:lnTo>
                    <a:lnTo>
                      <a:pt x="42" y="31"/>
                    </a:lnTo>
                    <a:lnTo>
                      <a:pt x="51" y="62"/>
                    </a:lnTo>
                    <a:lnTo>
                      <a:pt x="77" y="88"/>
                    </a:lnTo>
                    <a:lnTo>
                      <a:pt x="110" y="72"/>
                    </a:lnTo>
                    <a:lnTo>
                      <a:pt x="123" y="49"/>
                    </a:lnTo>
                    <a:lnTo>
                      <a:pt x="123" y="31"/>
                    </a:lnTo>
                    <a:lnTo>
                      <a:pt x="141" y="62"/>
                    </a:lnTo>
                    <a:lnTo>
                      <a:pt x="123" y="113"/>
                    </a:lnTo>
                    <a:lnTo>
                      <a:pt x="77" y="141"/>
                    </a:lnTo>
                    <a:lnTo>
                      <a:pt x="18" y="106"/>
                    </a:lnTo>
                    <a:lnTo>
                      <a:pt x="0" y="49"/>
                    </a:lnTo>
                    <a:lnTo>
                      <a:pt x="42" y="7"/>
                    </a:lnTo>
                    <a:lnTo>
                      <a:pt x="66" y="0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7" name="Freeform 139">
                <a:extLst>
                  <a:ext uri="{FF2B5EF4-FFF2-40B4-BE49-F238E27FC236}">
                    <a16:creationId xmlns:a16="http://schemas.microsoft.com/office/drawing/2014/main" id="{EF44288A-67C5-BD49-AA78-204FA8FF6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0"/>
                <a:ext cx="33" cy="63"/>
              </a:xfrm>
              <a:custGeom>
                <a:avLst/>
                <a:gdLst>
                  <a:gd name="T0" fmla="*/ 0 w 265"/>
                  <a:gd name="T1" fmla="*/ 0 h 505"/>
                  <a:gd name="T2" fmla="*/ 0 w 265"/>
                  <a:gd name="T3" fmla="*/ 0 h 505"/>
                  <a:gd name="T4" fmla="*/ 0 w 265"/>
                  <a:gd name="T5" fmla="*/ 0 h 505"/>
                  <a:gd name="T6" fmla="*/ 0 w 265"/>
                  <a:gd name="T7" fmla="*/ 0 h 505"/>
                  <a:gd name="T8" fmla="*/ 0 w 265"/>
                  <a:gd name="T9" fmla="*/ 0 h 505"/>
                  <a:gd name="T10" fmla="*/ 0 w 265"/>
                  <a:gd name="T11" fmla="*/ 0 h 505"/>
                  <a:gd name="T12" fmla="*/ 0 w 265"/>
                  <a:gd name="T13" fmla="*/ 0 h 505"/>
                  <a:gd name="T14" fmla="*/ 0 w 265"/>
                  <a:gd name="T15" fmla="*/ 0 h 505"/>
                  <a:gd name="T16" fmla="*/ 0 w 265"/>
                  <a:gd name="T17" fmla="*/ 0 h 505"/>
                  <a:gd name="T18" fmla="*/ 0 w 265"/>
                  <a:gd name="T19" fmla="*/ 0 h 505"/>
                  <a:gd name="T20" fmla="*/ 0 w 265"/>
                  <a:gd name="T21" fmla="*/ 0 h 505"/>
                  <a:gd name="T22" fmla="*/ 0 w 265"/>
                  <a:gd name="T23" fmla="*/ 0 h 505"/>
                  <a:gd name="T24" fmla="*/ 0 w 265"/>
                  <a:gd name="T25" fmla="*/ 0 h 505"/>
                  <a:gd name="T26" fmla="*/ 0 w 265"/>
                  <a:gd name="T27" fmla="*/ 0 h 5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5"/>
                  <a:gd name="T43" fmla="*/ 0 h 505"/>
                  <a:gd name="T44" fmla="*/ 265 w 265"/>
                  <a:gd name="T45" fmla="*/ 505 h 50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5" h="505">
                    <a:moveTo>
                      <a:pt x="215" y="0"/>
                    </a:moveTo>
                    <a:lnTo>
                      <a:pt x="215" y="71"/>
                    </a:lnTo>
                    <a:lnTo>
                      <a:pt x="0" y="193"/>
                    </a:lnTo>
                    <a:lnTo>
                      <a:pt x="131" y="152"/>
                    </a:lnTo>
                    <a:lnTo>
                      <a:pt x="131" y="277"/>
                    </a:lnTo>
                    <a:lnTo>
                      <a:pt x="57" y="258"/>
                    </a:lnTo>
                    <a:lnTo>
                      <a:pt x="239" y="431"/>
                    </a:lnTo>
                    <a:lnTo>
                      <a:pt x="265" y="505"/>
                    </a:lnTo>
                    <a:lnTo>
                      <a:pt x="255" y="405"/>
                    </a:lnTo>
                    <a:lnTo>
                      <a:pt x="180" y="308"/>
                    </a:lnTo>
                    <a:lnTo>
                      <a:pt x="180" y="143"/>
                    </a:lnTo>
                    <a:lnTo>
                      <a:pt x="233" y="92"/>
                    </a:lnTo>
                    <a:lnTo>
                      <a:pt x="233" y="51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8" name="Freeform 140">
                <a:extLst>
                  <a:ext uri="{FF2B5EF4-FFF2-40B4-BE49-F238E27FC236}">
                    <a16:creationId xmlns:a16="http://schemas.microsoft.com/office/drawing/2014/main" id="{D7D9D078-F53C-014B-92D0-B9A38F07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19"/>
                <a:ext cx="115" cy="67"/>
              </a:xfrm>
              <a:custGeom>
                <a:avLst/>
                <a:gdLst>
                  <a:gd name="T0" fmla="*/ 0 w 918"/>
                  <a:gd name="T1" fmla="*/ 0 h 541"/>
                  <a:gd name="T2" fmla="*/ 0 w 918"/>
                  <a:gd name="T3" fmla="*/ 0 h 541"/>
                  <a:gd name="T4" fmla="*/ 0 w 918"/>
                  <a:gd name="T5" fmla="*/ 0 h 541"/>
                  <a:gd name="T6" fmla="*/ 0 w 918"/>
                  <a:gd name="T7" fmla="*/ 0 h 541"/>
                  <a:gd name="T8" fmla="*/ 0 w 918"/>
                  <a:gd name="T9" fmla="*/ 0 h 541"/>
                  <a:gd name="T10" fmla="*/ 0 w 918"/>
                  <a:gd name="T11" fmla="*/ 0 h 541"/>
                  <a:gd name="T12" fmla="*/ 0 w 918"/>
                  <a:gd name="T13" fmla="*/ 0 h 541"/>
                  <a:gd name="T14" fmla="*/ 0 w 918"/>
                  <a:gd name="T15" fmla="*/ 0 h 541"/>
                  <a:gd name="T16" fmla="*/ 0 w 918"/>
                  <a:gd name="T17" fmla="*/ 0 h 541"/>
                  <a:gd name="T18" fmla="*/ 0 w 918"/>
                  <a:gd name="T19" fmla="*/ 0 h 541"/>
                  <a:gd name="T20" fmla="*/ 0 w 918"/>
                  <a:gd name="T21" fmla="*/ 0 h 541"/>
                  <a:gd name="T22" fmla="*/ 0 w 918"/>
                  <a:gd name="T23" fmla="*/ 0 h 541"/>
                  <a:gd name="T24" fmla="*/ 0 w 918"/>
                  <a:gd name="T25" fmla="*/ 0 h 541"/>
                  <a:gd name="T26" fmla="*/ 0 w 918"/>
                  <a:gd name="T27" fmla="*/ 0 h 541"/>
                  <a:gd name="T28" fmla="*/ 0 w 918"/>
                  <a:gd name="T29" fmla="*/ 0 h 541"/>
                  <a:gd name="T30" fmla="*/ 0 w 918"/>
                  <a:gd name="T31" fmla="*/ 0 h 541"/>
                  <a:gd name="T32" fmla="*/ 0 w 918"/>
                  <a:gd name="T33" fmla="*/ 0 h 541"/>
                  <a:gd name="T34" fmla="*/ 0 w 918"/>
                  <a:gd name="T35" fmla="*/ 0 h 541"/>
                  <a:gd name="T36" fmla="*/ 0 w 918"/>
                  <a:gd name="T37" fmla="*/ 0 h 541"/>
                  <a:gd name="T38" fmla="*/ 0 w 918"/>
                  <a:gd name="T39" fmla="*/ 0 h 541"/>
                  <a:gd name="T40" fmla="*/ 0 w 918"/>
                  <a:gd name="T41" fmla="*/ 0 h 541"/>
                  <a:gd name="T42" fmla="*/ 0 w 918"/>
                  <a:gd name="T43" fmla="*/ 0 h 5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18"/>
                  <a:gd name="T67" fmla="*/ 0 h 541"/>
                  <a:gd name="T68" fmla="*/ 918 w 918"/>
                  <a:gd name="T69" fmla="*/ 541 h 5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18" h="541">
                    <a:moveTo>
                      <a:pt x="529" y="181"/>
                    </a:moveTo>
                    <a:lnTo>
                      <a:pt x="520" y="211"/>
                    </a:lnTo>
                    <a:lnTo>
                      <a:pt x="470" y="211"/>
                    </a:lnTo>
                    <a:lnTo>
                      <a:pt x="379" y="55"/>
                    </a:lnTo>
                    <a:lnTo>
                      <a:pt x="217" y="0"/>
                    </a:lnTo>
                    <a:lnTo>
                      <a:pt x="35" y="55"/>
                    </a:lnTo>
                    <a:lnTo>
                      <a:pt x="0" y="123"/>
                    </a:lnTo>
                    <a:lnTo>
                      <a:pt x="65" y="186"/>
                    </a:lnTo>
                    <a:lnTo>
                      <a:pt x="123" y="294"/>
                    </a:lnTo>
                    <a:lnTo>
                      <a:pt x="245" y="172"/>
                    </a:lnTo>
                    <a:lnTo>
                      <a:pt x="373" y="195"/>
                    </a:lnTo>
                    <a:lnTo>
                      <a:pt x="553" y="283"/>
                    </a:lnTo>
                    <a:lnTo>
                      <a:pt x="613" y="319"/>
                    </a:lnTo>
                    <a:lnTo>
                      <a:pt x="619" y="411"/>
                    </a:lnTo>
                    <a:lnTo>
                      <a:pt x="529" y="474"/>
                    </a:lnTo>
                    <a:lnTo>
                      <a:pt x="619" y="541"/>
                    </a:lnTo>
                    <a:lnTo>
                      <a:pt x="918" y="541"/>
                    </a:lnTo>
                    <a:lnTo>
                      <a:pt x="793" y="424"/>
                    </a:lnTo>
                    <a:lnTo>
                      <a:pt x="727" y="424"/>
                    </a:lnTo>
                    <a:lnTo>
                      <a:pt x="660" y="253"/>
                    </a:lnTo>
                    <a:lnTo>
                      <a:pt x="577" y="204"/>
                    </a:lnTo>
                    <a:lnTo>
                      <a:pt x="529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19" name="Freeform 141">
                <a:extLst>
                  <a:ext uri="{FF2B5EF4-FFF2-40B4-BE49-F238E27FC236}">
                    <a16:creationId xmlns:a16="http://schemas.microsoft.com/office/drawing/2014/main" id="{53806331-FDEF-1543-99EF-BEF37C95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50"/>
                <a:ext cx="163" cy="58"/>
              </a:xfrm>
              <a:custGeom>
                <a:avLst/>
                <a:gdLst>
                  <a:gd name="T0" fmla="*/ 0 w 1305"/>
                  <a:gd name="T1" fmla="*/ 0 h 464"/>
                  <a:gd name="T2" fmla="*/ 0 w 1305"/>
                  <a:gd name="T3" fmla="*/ 0 h 464"/>
                  <a:gd name="T4" fmla="*/ 0 w 1305"/>
                  <a:gd name="T5" fmla="*/ 0 h 464"/>
                  <a:gd name="T6" fmla="*/ 0 w 1305"/>
                  <a:gd name="T7" fmla="*/ 0 h 464"/>
                  <a:gd name="T8" fmla="*/ 0 w 1305"/>
                  <a:gd name="T9" fmla="*/ 0 h 464"/>
                  <a:gd name="T10" fmla="*/ 0 w 1305"/>
                  <a:gd name="T11" fmla="*/ 0 h 464"/>
                  <a:gd name="T12" fmla="*/ 0 w 1305"/>
                  <a:gd name="T13" fmla="*/ 0 h 464"/>
                  <a:gd name="T14" fmla="*/ 0 w 1305"/>
                  <a:gd name="T15" fmla="*/ 0 h 464"/>
                  <a:gd name="T16" fmla="*/ 0 w 1305"/>
                  <a:gd name="T17" fmla="*/ 0 h 464"/>
                  <a:gd name="T18" fmla="*/ 0 w 1305"/>
                  <a:gd name="T19" fmla="*/ 0 h 464"/>
                  <a:gd name="T20" fmla="*/ 0 w 1305"/>
                  <a:gd name="T21" fmla="*/ 0 h 464"/>
                  <a:gd name="T22" fmla="*/ 0 w 1305"/>
                  <a:gd name="T23" fmla="*/ 0 h 464"/>
                  <a:gd name="T24" fmla="*/ 0 w 1305"/>
                  <a:gd name="T25" fmla="*/ 0 h 464"/>
                  <a:gd name="T26" fmla="*/ 0 w 1305"/>
                  <a:gd name="T27" fmla="*/ 0 h 464"/>
                  <a:gd name="T28" fmla="*/ 0 w 1305"/>
                  <a:gd name="T29" fmla="*/ 0 h 464"/>
                  <a:gd name="T30" fmla="*/ 0 w 1305"/>
                  <a:gd name="T31" fmla="*/ 0 h 464"/>
                  <a:gd name="T32" fmla="*/ 0 w 1305"/>
                  <a:gd name="T33" fmla="*/ 0 h 464"/>
                  <a:gd name="T34" fmla="*/ 0 w 1305"/>
                  <a:gd name="T35" fmla="*/ 0 h 464"/>
                  <a:gd name="T36" fmla="*/ 0 w 1305"/>
                  <a:gd name="T37" fmla="*/ 0 h 464"/>
                  <a:gd name="T38" fmla="*/ 0 w 1305"/>
                  <a:gd name="T39" fmla="*/ 0 h 464"/>
                  <a:gd name="T40" fmla="*/ 0 w 1305"/>
                  <a:gd name="T41" fmla="*/ 0 h 464"/>
                  <a:gd name="T42" fmla="*/ 0 w 1305"/>
                  <a:gd name="T43" fmla="*/ 0 h 464"/>
                  <a:gd name="T44" fmla="*/ 0 w 1305"/>
                  <a:gd name="T45" fmla="*/ 0 h 464"/>
                  <a:gd name="T46" fmla="*/ 0 w 1305"/>
                  <a:gd name="T47" fmla="*/ 0 h 464"/>
                  <a:gd name="T48" fmla="*/ 0 w 1305"/>
                  <a:gd name="T49" fmla="*/ 0 h 464"/>
                  <a:gd name="T50" fmla="*/ 0 w 1305"/>
                  <a:gd name="T51" fmla="*/ 0 h 464"/>
                  <a:gd name="T52" fmla="*/ 0 w 1305"/>
                  <a:gd name="T53" fmla="*/ 0 h 464"/>
                  <a:gd name="T54" fmla="*/ 0 w 1305"/>
                  <a:gd name="T55" fmla="*/ 0 h 464"/>
                  <a:gd name="T56" fmla="*/ 0 w 1305"/>
                  <a:gd name="T57" fmla="*/ 0 h 464"/>
                  <a:gd name="T58" fmla="*/ 0 w 1305"/>
                  <a:gd name="T59" fmla="*/ 0 h 4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05"/>
                  <a:gd name="T91" fmla="*/ 0 h 464"/>
                  <a:gd name="T92" fmla="*/ 1305 w 1305"/>
                  <a:gd name="T93" fmla="*/ 464 h 46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05" h="464">
                    <a:moveTo>
                      <a:pt x="1248" y="185"/>
                    </a:moveTo>
                    <a:lnTo>
                      <a:pt x="1184" y="130"/>
                    </a:lnTo>
                    <a:lnTo>
                      <a:pt x="1149" y="53"/>
                    </a:lnTo>
                    <a:lnTo>
                      <a:pt x="1066" y="71"/>
                    </a:lnTo>
                    <a:lnTo>
                      <a:pt x="1033" y="242"/>
                    </a:lnTo>
                    <a:lnTo>
                      <a:pt x="1089" y="293"/>
                    </a:lnTo>
                    <a:lnTo>
                      <a:pt x="944" y="293"/>
                    </a:lnTo>
                    <a:lnTo>
                      <a:pt x="826" y="341"/>
                    </a:lnTo>
                    <a:lnTo>
                      <a:pt x="497" y="433"/>
                    </a:lnTo>
                    <a:lnTo>
                      <a:pt x="308" y="464"/>
                    </a:lnTo>
                    <a:lnTo>
                      <a:pt x="149" y="464"/>
                    </a:lnTo>
                    <a:lnTo>
                      <a:pt x="50" y="433"/>
                    </a:lnTo>
                    <a:lnTo>
                      <a:pt x="0" y="350"/>
                    </a:lnTo>
                    <a:lnTo>
                      <a:pt x="50" y="350"/>
                    </a:lnTo>
                    <a:lnTo>
                      <a:pt x="200" y="415"/>
                    </a:lnTo>
                    <a:lnTo>
                      <a:pt x="349" y="424"/>
                    </a:lnTo>
                    <a:lnTo>
                      <a:pt x="547" y="392"/>
                    </a:lnTo>
                    <a:lnTo>
                      <a:pt x="769" y="311"/>
                    </a:lnTo>
                    <a:lnTo>
                      <a:pt x="826" y="286"/>
                    </a:lnTo>
                    <a:lnTo>
                      <a:pt x="769" y="176"/>
                    </a:lnTo>
                    <a:lnTo>
                      <a:pt x="695" y="110"/>
                    </a:lnTo>
                    <a:lnTo>
                      <a:pt x="605" y="14"/>
                    </a:lnTo>
                    <a:lnTo>
                      <a:pt x="769" y="46"/>
                    </a:lnTo>
                    <a:lnTo>
                      <a:pt x="810" y="110"/>
                    </a:lnTo>
                    <a:lnTo>
                      <a:pt x="870" y="64"/>
                    </a:lnTo>
                    <a:lnTo>
                      <a:pt x="870" y="130"/>
                    </a:lnTo>
                    <a:lnTo>
                      <a:pt x="1033" y="0"/>
                    </a:lnTo>
                    <a:lnTo>
                      <a:pt x="1257" y="46"/>
                    </a:lnTo>
                    <a:lnTo>
                      <a:pt x="1305" y="145"/>
                    </a:lnTo>
                    <a:lnTo>
                      <a:pt x="1248" y="1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0" name="Line 142">
                <a:extLst>
                  <a:ext uri="{FF2B5EF4-FFF2-40B4-BE49-F238E27FC236}">
                    <a16:creationId xmlns:a16="http://schemas.microsoft.com/office/drawing/2014/main" id="{9628BA56-C911-0D43-9787-34CDAD2A8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4" y="1988"/>
                <a:ext cx="37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1" name="Freeform 143">
                <a:extLst>
                  <a:ext uri="{FF2B5EF4-FFF2-40B4-BE49-F238E27FC236}">
                    <a16:creationId xmlns:a16="http://schemas.microsoft.com/office/drawing/2014/main" id="{C4926A69-52B9-5841-8903-6FC46F3D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6"/>
                <a:ext cx="7" cy="16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0 w 50"/>
                  <a:gd name="T5" fmla="*/ 0 h 123"/>
                  <a:gd name="T6" fmla="*/ 0 w 50"/>
                  <a:gd name="T7" fmla="*/ 0 h 123"/>
                  <a:gd name="T8" fmla="*/ 0 w 50"/>
                  <a:gd name="T9" fmla="*/ 0 h 123"/>
                  <a:gd name="T10" fmla="*/ 0 w 50"/>
                  <a:gd name="T11" fmla="*/ 0 h 123"/>
                  <a:gd name="T12" fmla="*/ 0 w 50"/>
                  <a:gd name="T13" fmla="*/ 0 h 123"/>
                  <a:gd name="T14" fmla="*/ 0 w 50"/>
                  <a:gd name="T15" fmla="*/ 0 h 123"/>
                  <a:gd name="T16" fmla="*/ 0 w 50"/>
                  <a:gd name="T17" fmla="*/ 0 h 123"/>
                  <a:gd name="T18" fmla="*/ 0 w 50"/>
                  <a:gd name="T19" fmla="*/ 0 h 123"/>
                  <a:gd name="T20" fmla="*/ 0 w 50"/>
                  <a:gd name="T21" fmla="*/ 0 h 123"/>
                  <a:gd name="T22" fmla="*/ 0 w 50"/>
                  <a:gd name="T23" fmla="*/ 0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123"/>
                  <a:gd name="T38" fmla="*/ 50 w 50"/>
                  <a:gd name="T39" fmla="*/ 123 h 1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123">
                    <a:moveTo>
                      <a:pt x="32" y="0"/>
                    </a:moveTo>
                    <a:lnTo>
                      <a:pt x="50" y="42"/>
                    </a:lnTo>
                    <a:lnTo>
                      <a:pt x="50" y="83"/>
                    </a:lnTo>
                    <a:lnTo>
                      <a:pt x="32" y="118"/>
                    </a:lnTo>
                    <a:lnTo>
                      <a:pt x="14" y="123"/>
                    </a:lnTo>
                    <a:lnTo>
                      <a:pt x="0" y="123"/>
                    </a:lnTo>
                    <a:lnTo>
                      <a:pt x="0" y="111"/>
                    </a:lnTo>
                    <a:lnTo>
                      <a:pt x="19" y="111"/>
                    </a:lnTo>
                    <a:lnTo>
                      <a:pt x="32" y="83"/>
                    </a:lnTo>
                    <a:lnTo>
                      <a:pt x="39" y="48"/>
                    </a:lnTo>
                    <a:lnTo>
                      <a:pt x="1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2" name="Freeform 144">
                <a:extLst>
                  <a:ext uri="{FF2B5EF4-FFF2-40B4-BE49-F238E27FC236}">
                    <a16:creationId xmlns:a16="http://schemas.microsoft.com/office/drawing/2014/main" id="{5896AB4D-96E5-2443-BA1F-95EB5FA6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537"/>
                <a:ext cx="39" cy="18"/>
              </a:xfrm>
              <a:custGeom>
                <a:avLst/>
                <a:gdLst>
                  <a:gd name="T0" fmla="*/ 0 w 311"/>
                  <a:gd name="T1" fmla="*/ 0 h 142"/>
                  <a:gd name="T2" fmla="*/ 0 w 311"/>
                  <a:gd name="T3" fmla="*/ 0 h 142"/>
                  <a:gd name="T4" fmla="*/ 0 w 311"/>
                  <a:gd name="T5" fmla="*/ 0 h 142"/>
                  <a:gd name="T6" fmla="*/ 0 w 311"/>
                  <a:gd name="T7" fmla="*/ 0 h 142"/>
                  <a:gd name="T8" fmla="*/ 0 w 311"/>
                  <a:gd name="T9" fmla="*/ 0 h 142"/>
                  <a:gd name="T10" fmla="*/ 0 w 311"/>
                  <a:gd name="T11" fmla="*/ 0 h 142"/>
                  <a:gd name="T12" fmla="*/ 0 w 311"/>
                  <a:gd name="T13" fmla="*/ 0 h 142"/>
                  <a:gd name="T14" fmla="*/ 0 w 311"/>
                  <a:gd name="T15" fmla="*/ 0 h 142"/>
                  <a:gd name="T16" fmla="*/ 0 w 311"/>
                  <a:gd name="T17" fmla="*/ 0 h 142"/>
                  <a:gd name="T18" fmla="*/ 0 w 311"/>
                  <a:gd name="T19" fmla="*/ 0 h 142"/>
                  <a:gd name="T20" fmla="*/ 0 w 311"/>
                  <a:gd name="T21" fmla="*/ 0 h 142"/>
                  <a:gd name="T22" fmla="*/ 0 w 311"/>
                  <a:gd name="T23" fmla="*/ 0 h 142"/>
                  <a:gd name="T24" fmla="*/ 0 w 311"/>
                  <a:gd name="T25" fmla="*/ 0 h 142"/>
                  <a:gd name="T26" fmla="*/ 0 w 311"/>
                  <a:gd name="T27" fmla="*/ 0 h 142"/>
                  <a:gd name="T28" fmla="*/ 0 w 311"/>
                  <a:gd name="T29" fmla="*/ 0 h 142"/>
                  <a:gd name="T30" fmla="*/ 0 w 311"/>
                  <a:gd name="T31" fmla="*/ 0 h 142"/>
                  <a:gd name="T32" fmla="*/ 0 w 311"/>
                  <a:gd name="T33" fmla="*/ 0 h 142"/>
                  <a:gd name="T34" fmla="*/ 0 w 311"/>
                  <a:gd name="T35" fmla="*/ 0 h 142"/>
                  <a:gd name="T36" fmla="*/ 0 w 311"/>
                  <a:gd name="T37" fmla="*/ 0 h 142"/>
                  <a:gd name="T38" fmla="*/ 0 w 311"/>
                  <a:gd name="T39" fmla="*/ 0 h 142"/>
                  <a:gd name="T40" fmla="*/ 0 w 311"/>
                  <a:gd name="T41" fmla="*/ 0 h 142"/>
                  <a:gd name="T42" fmla="*/ 0 w 311"/>
                  <a:gd name="T43" fmla="*/ 0 h 142"/>
                  <a:gd name="T44" fmla="*/ 0 w 311"/>
                  <a:gd name="T45" fmla="*/ 0 h 142"/>
                  <a:gd name="T46" fmla="*/ 0 w 311"/>
                  <a:gd name="T47" fmla="*/ 0 h 142"/>
                  <a:gd name="T48" fmla="*/ 0 w 311"/>
                  <a:gd name="T49" fmla="*/ 0 h 142"/>
                  <a:gd name="T50" fmla="*/ 0 w 311"/>
                  <a:gd name="T51" fmla="*/ 0 h 142"/>
                  <a:gd name="T52" fmla="*/ 0 w 311"/>
                  <a:gd name="T53" fmla="*/ 0 h 142"/>
                  <a:gd name="T54" fmla="*/ 0 w 311"/>
                  <a:gd name="T55" fmla="*/ 0 h 142"/>
                  <a:gd name="T56" fmla="*/ 0 w 311"/>
                  <a:gd name="T57" fmla="*/ 0 h 142"/>
                  <a:gd name="T58" fmla="*/ 0 w 311"/>
                  <a:gd name="T59" fmla="*/ 0 h 142"/>
                  <a:gd name="T60" fmla="*/ 0 w 311"/>
                  <a:gd name="T61" fmla="*/ 0 h 14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142"/>
                  <a:gd name="T95" fmla="*/ 311 w 311"/>
                  <a:gd name="T96" fmla="*/ 142 h 14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142">
                    <a:moveTo>
                      <a:pt x="0" y="49"/>
                    </a:moveTo>
                    <a:lnTo>
                      <a:pt x="48" y="39"/>
                    </a:lnTo>
                    <a:lnTo>
                      <a:pt x="14" y="26"/>
                    </a:lnTo>
                    <a:lnTo>
                      <a:pt x="55" y="0"/>
                    </a:lnTo>
                    <a:lnTo>
                      <a:pt x="117" y="1"/>
                    </a:lnTo>
                    <a:lnTo>
                      <a:pt x="179" y="1"/>
                    </a:lnTo>
                    <a:lnTo>
                      <a:pt x="255" y="37"/>
                    </a:lnTo>
                    <a:lnTo>
                      <a:pt x="218" y="37"/>
                    </a:lnTo>
                    <a:lnTo>
                      <a:pt x="267" y="83"/>
                    </a:lnTo>
                    <a:lnTo>
                      <a:pt x="278" y="54"/>
                    </a:lnTo>
                    <a:lnTo>
                      <a:pt x="311" y="107"/>
                    </a:lnTo>
                    <a:lnTo>
                      <a:pt x="273" y="142"/>
                    </a:lnTo>
                    <a:lnTo>
                      <a:pt x="276" y="109"/>
                    </a:lnTo>
                    <a:lnTo>
                      <a:pt x="223" y="122"/>
                    </a:lnTo>
                    <a:lnTo>
                      <a:pt x="188" y="120"/>
                    </a:lnTo>
                    <a:lnTo>
                      <a:pt x="240" y="109"/>
                    </a:lnTo>
                    <a:lnTo>
                      <a:pt x="253" y="92"/>
                    </a:lnTo>
                    <a:lnTo>
                      <a:pt x="235" y="61"/>
                    </a:lnTo>
                    <a:lnTo>
                      <a:pt x="191" y="39"/>
                    </a:lnTo>
                    <a:lnTo>
                      <a:pt x="156" y="37"/>
                    </a:lnTo>
                    <a:lnTo>
                      <a:pt x="101" y="41"/>
                    </a:lnTo>
                    <a:lnTo>
                      <a:pt x="60" y="46"/>
                    </a:lnTo>
                    <a:lnTo>
                      <a:pt x="95" y="81"/>
                    </a:lnTo>
                    <a:lnTo>
                      <a:pt x="140" y="109"/>
                    </a:lnTo>
                    <a:lnTo>
                      <a:pt x="122" y="122"/>
                    </a:lnTo>
                    <a:lnTo>
                      <a:pt x="106" y="104"/>
                    </a:lnTo>
                    <a:lnTo>
                      <a:pt x="71" y="109"/>
                    </a:lnTo>
                    <a:lnTo>
                      <a:pt x="66" y="81"/>
                    </a:lnTo>
                    <a:lnTo>
                      <a:pt x="36" y="79"/>
                    </a:lnTo>
                    <a:lnTo>
                      <a:pt x="43" y="6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3" name="Freeform 145">
                <a:extLst>
                  <a:ext uri="{FF2B5EF4-FFF2-40B4-BE49-F238E27FC236}">
                    <a16:creationId xmlns:a16="http://schemas.microsoft.com/office/drawing/2014/main" id="{60EA7218-62FF-B046-B7FF-110EEF88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41"/>
                <a:ext cx="33" cy="15"/>
              </a:xfrm>
              <a:custGeom>
                <a:avLst/>
                <a:gdLst>
                  <a:gd name="T0" fmla="*/ 0 w 263"/>
                  <a:gd name="T1" fmla="*/ 0 h 121"/>
                  <a:gd name="T2" fmla="*/ 0 w 263"/>
                  <a:gd name="T3" fmla="*/ 0 h 121"/>
                  <a:gd name="T4" fmla="*/ 0 w 263"/>
                  <a:gd name="T5" fmla="*/ 0 h 121"/>
                  <a:gd name="T6" fmla="*/ 0 w 263"/>
                  <a:gd name="T7" fmla="*/ 0 h 121"/>
                  <a:gd name="T8" fmla="*/ 0 w 263"/>
                  <a:gd name="T9" fmla="*/ 0 h 121"/>
                  <a:gd name="T10" fmla="*/ 0 w 263"/>
                  <a:gd name="T11" fmla="*/ 0 h 121"/>
                  <a:gd name="T12" fmla="*/ 0 w 263"/>
                  <a:gd name="T13" fmla="*/ 0 h 121"/>
                  <a:gd name="T14" fmla="*/ 0 w 263"/>
                  <a:gd name="T15" fmla="*/ 0 h 121"/>
                  <a:gd name="T16" fmla="*/ 0 w 263"/>
                  <a:gd name="T17" fmla="*/ 0 h 121"/>
                  <a:gd name="T18" fmla="*/ 0 w 263"/>
                  <a:gd name="T19" fmla="*/ 0 h 121"/>
                  <a:gd name="T20" fmla="*/ 0 w 263"/>
                  <a:gd name="T21" fmla="*/ 0 h 121"/>
                  <a:gd name="T22" fmla="*/ 0 w 263"/>
                  <a:gd name="T23" fmla="*/ 0 h 121"/>
                  <a:gd name="T24" fmla="*/ 0 w 263"/>
                  <a:gd name="T25" fmla="*/ 0 h 121"/>
                  <a:gd name="T26" fmla="*/ 0 w 263"/>
                  <a:gd name="T27" fmla="*/ 0 h 121"/>
                  <a:gd name="T28" fmla="*/ 0 w 263"/>
                  <a:gd name="T29" fmla="*/ 0 h 121"/>
                  <a:gd name="T30" fmla="*/ 0 w 263"/>
                  <a:gd name="T31" fmla="*/ 0 h 121"/>
                  <a:gd name="T32" fmla="*/ 0 w 263"/>
                  <a:gd name="T33" fmla="*/ 0 h 121"/>
                  <a:gd name="T34" fmla="*/ 0 w 263"/>
                  <a:gd name="T35" fmla="*/ 0 h 121"/>
                  <a:gd name="T36" fmla="*/ 0 w 263"/>
                  <a:gd name="T37" fmla="*/ 0 h 121"/>
                  <a:gd name="T38" fmla="*/ 0 w 263"/>
                  <a:gd name="T39" fmla="*/ 0 h 121"/>
                  <a:gd name="T40" fmla="*/ 0 w 263"/>
                  <a:gd name="T41" fmla="*/ 0 h 121"/>
                  <a:gd name="T42" fmla="*/ 0 w 263"/>
                  <a:gd name="T43" fmla="*/ 0 h 121"/>
                  <a:gd name="T44" fmla="*/ 0 w 263"/>
                  <a:gd name="T45" fmla="*/ 0 h 121"/>
                  <a:gd name="T46" fmla="*/ 0 w 263"/>
                  <a:gd name="T47" fmla="*/ 0 h 121"/>
                  <a:gd name="T48" fmla="*/ 0 w 263"/>
                  <a:gd name="T49" fmla="*/ 0 h 121"/>
                  <a:gd name="T50" fmla="*/ 0 w 263"/>
                  <a:gd name="T51" fmla="*/ 0 h 121"/>
                  <a:gd name="T52" fmla="*/ 0 w 263"/>
                  <a:gd name="T53" fmla="*/ 0 h 1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63"/>
                  <a:gd name="T82" fmla="*/ 0 h 121"/>
                  <a:gd name="T83" fmla="*/ 263 w 263"/>
                  <a:gd name="T84" fmla="*/ 121 h 12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63" h="121">
                    <a:moveTo>
                      <a:pt x="0" y="75"/>
                    </a:moveTo>
                    <a:lnTo>
                      <a:pt x="26" y="31"/>
                    </a:lnTo>
                    <a:lnTo>
                      <a:pt x="92" y="0"/>
                    </a:lnTo>
                    <a:lnTo>
                      <a:pt x="127" y="0"/>
                    </a:lnTo>
                    <a:lnTo>
                      <a:pt x="109" y="24"/>
                    </a:lnTo>
                    <a:lnTo>
                      <a:pt x="145" y="24"/>
                    </a:lnTo>
                    <a:lnTo>
                      <a:pt x="151" y="5"/>
                    </a:lnTo>
                    <a:lnTo>
                      <a:pt x="175" y="17"/>
                    </a:lnTo>
                    <a:lnTo>
                      <a:pt x="208" y="12"/>
                    </a:lnTo>
                    <a:lnTo>
                      <a:pt x="217" y="29"/>
                    </a:lnTo>
                    <a:lnTo>
                      <a:pt x="259" y="24"/>
                    </a:lnTo>
                    <a:lnTo>
                      <a:pt x="226" y="58"/>
                    </a:lnTo>
                    <a:lnTo>
                      <a:pt x="263" y="77"/>
                    </a:lnTo>
                    <a:lnTo>
                      <a:pt x="208" y="86"/>
                    </a:lnTo>
                    <a:lnTo>
                      <a:pt x="206" y="104"/>
                    </a:lnTo>
                    <a:lnTo>
                      <a:pt x="180" y="97"/>
                    </a:lnTo>
                    <a:lnTo>
                      <a:pt x="151" y="121"/>
                    </a:lnTo>
                    <a:lnTo>
                      <a:pt x="134" y="110"/>
                    </a:lnTo>
                    <a:lnTo>
                      <a:pt x="97" y="110"/>
                    </a:lnTo>
                    <a:lnTo>
                      <a:pt x="151" y="97"/>
                    </a:lnTo>
                    <a:lnTo>
                      <a:pt x="184" y="77"/>
                    </a:lnTo>
                    <a:lnTo>
                      <a:pt x="206" y="68"/>
                    </a:lnTo>
                    <a:lnTo>
                      <a:pt x="169" y="51"/>
                    </a:lnTo>
                    <a:lnTo>
                      <a:pt x="134" y="38"/>
                    </a:lnTo>
                    <a:lnTo>
                      <a:pt x="85" y="31"/>
                    </a:lnTo>
                    <a:lnTo>
                      <a:pt x="37" y="58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4" name="Freeform 146">
                <a:extLst>
                  <a:ext uri="{FF2B5EF4-FFF2-40B4-BE49-F238E27FC236}">
                    <a16:creationId xmlns:a16="http://schemas.microsoft.com/office/drawing/2014/main" id="{9418BB4F-EF9D-E44F-B7B6-4D5F15EC2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52"/>
                <a:ext cx="6" cy="3"/>
              </a:xfrm>
              <a:custGeom>
                <a:avLst/>
                <a:gdLst>
                  <a:gd name="T0" fmla="*/ 0 w 51"/>
                  <a:gd name="T1" fmla="*/ 0 h 17"/>
                  <a:gd name="T2" fmla="*/ 0 w 51"/>
                  <a:gd name="T3" fmla="*/ 0 h 17"/>
                  <a:gd name="T4" fmla="*/ 0 w 51"/>
                  <a:gd name="T5" fmla="*/ 0 h 17"/>
                  <a:gd name="T6" fmla="*/ 0 w 5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1"/>
                  <a:gd name="T13" fmla="*/ 0 h 17"/>
                  <a:gd name="T14" fmla="*/ 51 w 5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1" h="17">
                    <a:moveTo>
                      <a:pt x="14" y="0"/>
                    </a:moveTo>
                    <a:lnTo>
                      <a:pt x="51" y="17"/>
                    </a:lnTo>
                    <a:lnTo>
                      <a:pt x="0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5" name="Freeform 147">
                <a:extLst>
                  <a:ext uri="{FF2B5EF4-FFF2-40B4-BE49-F238E27FC236}">
                    <a16:creationId xmlns:a16="http://schemas.microsoft.com/office/drawing/2014/main" id="{4B4BA1BA-BFC6-334E-A68C-AD981644D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23"/>
                <a:ext cx="39" cy="18"/>
              </a:xfrm>
              <a:custGeom>
                <a:avLst/>
                <a:gdLst>
                  <a:gd name="T0" fmla="*/ 0 w 310"/>
                  <a:gd name="T1" fmla="*/ 0 h 140"/>
                  <a:gd name="T2" fmla="*/ 0 w 310"/>
                  <a:gd name="T3" fmla="*/ 0 h 140"/>
                  <a:gd name="T4" fmla="*/ 0 w 310"/>
                  <a:gd name="T5" fmla="*/ 0 h 140"/>
                  <a:gd name="T6" fmla="*/ 0 w 310"/>
                  <a:gd name="T7" fmla="*/ 0 h 140"/>
                  <a:gd name="T8" fmla="*/ 0 w 310"/>
                  <a:gd name="T9" fmla="*/ 0 h 140"/>
                  <a:gd name="T10" fmla="*/ 0 w 310"/>
                  <a:gd name="T11" fmla="*/ 0 h 140"/>
                  <a:gd name="T12" fmla="*/ 0 w 310"/>
                  <a:gd name="T13" fmla="*/ 0 h 140"/>
                  <a:gd name="T14" fmla="*/ 0 w 310"/>
                  <a:gd name="T15" fmla="*/ 0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0"/>
                  <a:gd name="T25" fmla="*/ 0 h 140"/>
                  <a:gd name="T26" fmla="*/ 310 w 310"/>
                  <a:gd name="T27" fmla="*/ 140 h 14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0" h="140">
                    <a:moveTo>
                      <a:pt x="0" y="28"/>
                    </a:moveTo>
                    <a:lnTo>
                      <a:pt x="93" y="0"/>
                    </a:lnTo>
                    <a:lnTo>
                      <a:pt x="238" y="57"/>
                    </a:lnTo>
                    <a:lnTo>
                      <a:pt x="310" y="140"/>
                    </a:lnTo>
                    <a:lnTo>
                      <a:pt x="244" y="74"/>
                    </a:lnTo>
                    <a:lnTo>
                      <a:pt x="145" y="28"/>
                    </a:lnTo>
                    <a:lnTo>
                      <a:pt x="81" y="2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6" name="Freeform 148">
                <a:extLst>
                  <a:ext uri="{FF2B5EF4-FFF2-40B4-BE49-F238E27FC236}">
                    <a16:creationId xmlns:a16="http://schemas.microsoft.com/office/drawing/2014/main" id="{A542B655-3080-724B-88C9-F7A02C2DA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28"/>
                <a:ext cx="30" cy="8"/>
              </a:xfrm>
              <a:custGeom>
                <a:avLst/>
                <a:gdLst>
                  <a:gd name="T0" fmla="*/ 0 w 245"/>
                  <a:gd name="T1" fmla="*/ 0 h 64"/>
                  <a:gd name="T2" fmla="*/ 0 w 245"/>
                  <a:gd name="T3" fmla="*/ 0 h 64"/>
                  <a:gd name="T4" fmla="*/ 0 w 245"/>
                  <a:gd name="T5" fmla="*/ 0 h 64"/>
                  <a:gd name="T6" fmla="*/ 0 w 245"/>
                  <a:gd name="T7" fmla="*/ 0 h 64"/>
                  <a:gd name="T8" fmla="*/ 0 w 245"/>
                  <a:gd name="T9" fmla="*/ 0 h 64"/>
                  <a:gd name="T10" fmla="*/ 0 w 245"/>
                  <a:gd name="T11" fmla="*/ 0 h 64"/>
                  <a:gd name="T12" fmla="*/ 0 w 245"/>
                  <a:gd name="T13" fmla="*/ 0 h 64"/>
                  <a:gd name="T14" fmla="*/ 0 w 245"/>
                  <a:gd name="T15" fmla="*/ 0 h 64"/>
                  <a:gd name="T16" fmla="*/ 0 w 245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"/>
                  <a:gd name="T28" fmla="*/ 0 h 64"/>
                  <a:gd name="T29" fmla="*/ 245 w 245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" h="64">
                    <a:moveTo>
                      <a:pt x="0" y="64"/>
                    </a:moveTo>
                    <a:lnTo>
                      <a:pt x="86" y="31"/>
                    </a:lnTo>
                    <a:lnTo>
                      <a:pt x="157" y="18"/>
                    </a:lnTo>
                    <a:lnTo>
                      <a:pt x="218" y="18"/>
                    </a:lnTo>
                    <a:lnTo>
                      <a:pt x="245" y="35"/>
                    </a:lnTo>
                    <a:lnTo>
                      <a:pt x="229" y="0"/>
                    </a:lnTo>
                    <a:lnTo>
                      <a:pt x="168" y="0"/>
                    </a:lnTo>
                    <a:lnTo>
                      <a:pt x="69" y="18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7" name="Freeform 149">
                <a:extLst>
                  <a:ext uri="{FF2B5EF4-FFF2-40B4-BE49-F238E27FC236}">
                    <a16:creationId xmlns:a16="http://schemas.microsoft.com/office/drawing/2014/main" id="{D97EF39D-E398-F746-A98A-CD419013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584"/>
                <a:ext cx="25" cy="13"/>
              </a:xfrm>
              <a:custGeom>
                <a:avLst/>
                <a:gdLst>
                  <a:gd name="T0" fmla="*/ 0 w 207"/>
                  <a:gd name="T1" fmla="*/ 0 h 103"/>
                  <a:gd name="T2" fmla="*/ 0 w 207"/>
                  <a:gd name="T3" fmla="*/ 0 h 103"/>
                  <a:gd name="T4" fmla="*/ 0 w 207"/>
                  <a:gd name="T5" fmla="*/ 0 h 103"/>
                  <a:gd name="T6" fmla="*/ 0 w 207"/>
                  <a:gd name="T7" fmla="*/ 0 h 103"/>
                  <a:gd name="T8" fmla="*/ 0 w 207"/>
                  <a:gd name="T9" fmla="*/ 0 h 103"/>
                  <a:gd name="T10" fmla="*/ 0 w 207"/>
                  <a:gd name="T11" fmla="*/ 0 h 103"/>
                  <a:gd name="T12" fmla="*/ 0 w 207"/>
                  <a:gd name="T13" fmla="*/ 0 h 103"/>
                  <a:gd name="T14" fmla="*/ 0 w 207"/>
                  <a:gd name="T15" fmla="*/ 0 h 103"/>
                  <a:gd name="T16" fmla="*/ 0 w 207"/>
                  <a:gd name="T17" fmla="*/ 0 h 103"/>
                  <a:gd name="T18" fmla="*/ 0 w 207"/>
                  <a:gd name="T19" fmla="*/ 0 h 103"/>
                  <a:gd name="T20" fmla="*/ 0 w 207"/>
                  <a:gd name="T21" fmla="*/ 0 h 103"/>
                  <a:gd name="T22" fmla="*/ 0 w 207"/>
                  <a:gd name="T23" fmla="*/ 0 h 103"/>
                  <a:gd name="T24" fmla="*/ 0 w 207"/>
                  <a:gd name="T25" fmla="*/ 0 h 103"/>
                  <a:gd name="T26" fmla="*/ 0 w 207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7"/>
                  <a:gd name="T43" fmla="*/ 0 h 103"/>
                  <a:gd name="T44" fmla="*/ 207 w 207"/>
                  <a:gd name="T45" fmla="*/ 103 h 10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7" h="103">
                    <a:moveTo>
                      <a:pt x="207" y="38"/>
                    </a:moveTo>
                    <a:lnTo>
                      <a:pt x="152" y="73"/>
                    </a:lnTo>
                    <a:lnTo>
                      <a:pt x="130" y="66"/>
                    </a:lnTo>
                    <a:lnTo>
                      <a:pt x="101" y="38"/>
                    </a:lnTo>
                    <a:lnTo>
                      <a:pt x="58" y="29"/>
                    </a:lnTo>
                    <a:lnTo>
                      <a:pt x="11" y="22"/>
                    </a:lnTo>
                    <a:lnTo>
                      <a:pt x="11" y="0"/>
                    </a:lnTo>
                    <a:lnTo>
                      <a:pt x="0" y="22"/>
                    </a:lnTo>
                    <a:lnTo>
                      <a:pt x="11" y="38"/>
                    </a:lnTo>
                    <a:lnTo>
                      <a:pt x="67" y="57"/>
                    </a:lnTo>
                    <a:lnTo>
                      <a:pt x="125" y="103"/>
                    </a:lnTo>
                    <a:lnTo>
                      <a:pt x="148" y="103"/>
                    </a:lnTo>
                    <a:lnTo>
                      <a:pt x="207" y="66"/>
                    </a:lnTo>
                    <a:lnTo>
                      <a:pt x="20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8" name="Freeform 150">
                <a:extLst>
                  <a:ext uri="{FF2B5EF4-FFF2-40B4-BE49-F238E27FC236}">
                    <a16:creationId xmlns:a16="http://schemas.microsoft.com/office/drawing/2014/main" id="{F0AEE65B-14C0-EC4F-B21C-10BB98887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38"/>
                <a:ext cx="7" cy="22"/>
              </a:xfrm>
              <a:custGeom>
                <a:avLst/>
                <a:gdLst>
                  <a:gd name="T0" fmla="*/ 0 w 57"/>
                  <a:gd name="T1" fmla="*/ 0 h 172"/>
                  <a:gd name="T2" fmla="*/ 0 w 57"/>
                  <a:gd name="T3" fmla="*/ 0 h 172"/>
                  <a:gd name="T4" fmla="*/ 0 w 57"/>
                  <a:gd name="T5" fmla="*/ 0 h 172"/>
                  <a:gd name="T6" fmla="*/ 0 w 57"/>
                  <a:gd name="T7" fmla="*/ 0 h 172"/>
                  <a:gd name="T8" fmla="*/ 0 w 57"/>
                  <a:gd name="T9" fmla="*/ 0 h 172"/>
                  <a:gd name="T10" fmla="*/ 0 w 57"/>
                  <a:gd name="T11" fmla="*/ 0 h 172"/>
                  <a:gd name="T12" fmla="*/ 0 w 57"/>
                  <a:gd name="T13" fmla="*/ 0 h 172"/>
                  <a:gd name="T14" fmla="*/ 0 w 57"/>
                  <a:gd name="T15" fmla="*/ 0 h 172"/>
                  <a:gd name="T16" fmla="*/ 0 w 57"/>
                  <a:gd name="T17" fmla="*/ 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72"/>
                  <a:gd name="T29" fmla="*/ 57 w 57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72">
                    <a:moveTo>
                      <a:pt x="57" y="0"/>
                    </a:moveTo>
                    <a:lnTo>
                      <a:pt x="15" y="51"/>
                    </a:lnTo>
                    <a:lnTo>
                      <a:pt x="0" y="106"/>
                    </a:lnTo>
                    <a:lnTo>
                      <a:pt x="4" y="141"/>
                    </a:lnTo>
                    <a:lnTo>
                      <a:pt x="33" y="172"/>
                    </a:lnTo>
                    <a:lnTo>
                      <a:pt x="15" y="134"/>
                    </a:lnTo>
                    <a:lnTo>
                      <a:pt x="15" y="95"/>
                    </a:lnTo>
                    <a:lnTo>
                      <a:pt x="28" y="4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29" name="Freeform 151">
                <a:extLst>
                  <a:ext uri="{FF2B5EF4-FFF2-40B4-BE49-F238E27FC236}">
                    <a16:creationId xmlns:a16="http://schemas.microsoft.com/office/drawing/2014/main" id="{03F9DE3A-915D-EE44-9D2E-F89A0967A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41"/>
                <a:ext cx="10" cy="9"/>
              </a:xfrm>
              <a:custGeom>
                <a:avLst/>
                <a:gdLst>
                  <a:gd name="T0" fmla="*/ 0 w 81"/>
                  <a:gd name="T1" fmla="*/ 0 h 74"/>
                  <a:gd name="T2" fmla="*/ 0 w 81"/>
                  <a:gd name="T3" fmla="*/ 0 h 74"/>
                  <a:gd name="T4" fmla="*/ 0 w 81"/>
                  <a:gd name="T5" fmla="*/ 0 h 74"/>
                  <a:gd name="T6" fmla="*/ 0 w 81"/>
                  <a:gd name="T7" fmla="*/ 0 h 74"/>
                  <a:gd name="T8" fmla="*/ 0 w 81"/>
                  <a:gd name="T9" fmla="*/ 0 h 74"/>
                  <a:gd name="T10" fmla="*/ 0 w 81"/>
                  <a:gd name="T11" fmla="*/ 0 h 74"/>
                  <a:gd name="T12" fmla="*/ 0 w 81"/>
                  <a:gd name="T13" fmla="*/ 0 h 74"/>
                  <a:gd name="T14" fmla="*/ 0 w 81"/>
                  <a:gd name="T15" fmla="*/ 0 h 74"/>
                  <a:gd name="T16" fmla="*/ 0 w 81"/>
                  <a:gd name="T17" fmla="*/ 0 h 74"/>
                  <a:gd name="T18" fmla="*/ 0 w 81"/>
                  <a:gd name="T19" fmla="*/ 0 h 74"/>
                  <a:gd name="T20" fmla="*/ 0 w 81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1"/>
                  <a:gd name="T34" fmla="*/ 0 h 74"/>
                  <a:gd name="T35" fmla="*/ 81 w 81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1" h="74">
                    <a:moveTo>
                      <a:pt x="0" y="6"/>
                    </a:moveTo>
                    <a:lnTo>
                      <a:pt x="6" y="57"/>
                    </a:lnTo>
                    <a:lnTo>
                      <a:pt x="30" y="74"/>
                    </a:lnTo>
                    <a:lnTo>
                      <a:pt x="57" y="74"/>
                    </a:lnTo>
                    <a:lnTo>
                      <a:pt x="72" y="39"/>
                    </a:lnTo>
                    <a:lnTo>
                      <a:pt x="81" y="17"/>
                    </a:lnTo>
                    <a:lnTo>
                      <a:pt x="57" y="32"/>
                    </a:lnTo>
                    <a:lnTo>
                      <a:pt x="37" y="50"/>
                    </a:lnTo>
                    <a:lnTo>
                      <a:pt x="30" y="39"/>
                    </a:lnTo>
                    <a:lnTo>
                      <a:pt x="3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0" name="Freeform 152">
                <a:extLst>
                  <a:ext uri="{FF2B5EF4-FFF2-40B4-BE49-F238E27FC236}">
                    <a16:creationId xmlns:a16="http://schemas.microsoft.com/office/drawing/2014/main" id="{03930DDB-4231-AD46-8C91-651BE68B4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5"/>
                <a:ext cx="11" cy="8"/>
              </a:xfrm>
              <a:custGeom>
                <a:avLst/>
                <a:gdLst>
                  <a:gd name="T0" fmla="*/ 0 w 92"/>
                  <a:gd name="T1" fmla="*/ 0 h 64"/>
                  <a:gd name="T2" fmla="*/ 0 w 92"/>
                  <a:gd name="T3" fmla="*/ 0 h 64"/>
                  <a:gd name="T4" fmla="*/ 0 w 92"/>
                  <a:gd name="T5" fmla="*/ 0 h 64"/>
                  <a:gd name="T6" fmla="*/ 0 w 92"/>
                  <a:gd name="T7" fmla="*/ 0 h 64"/>
                  <a:gd name="T8" fmla="*/ 0 w 92"/>
                  <a:gd name="T9" fmla="*/ 0 h 64"/>
                  <a:gd name="T10" fmla="*/ 0 w 92"/>
                  <a:gd name="T11" fmla="*/ 0 h 64"/>
                  <a:gd name="T12" fmla="*/ 0 w 92"/>
                  <a:gd name="T13" fmla="*/ 0 h 64"/>
                  <a:gd name="T14" fmla="*/ 0 w 92"/>
                  <a:gd name="T15" fmla="*/ 0 h 64"/>
                  <a:gd name="T16" fmla="*/ 0 w 92"/>
                  <a:gd name="T17" fmla="*/ 0 h 64"/>
                  <a:gd name="T18" fmla="*/ 0 w 92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4"/>
                  <a:gd name="T32" fmla="*/ 92 w 92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4">
                    <a:moveTo>
                      <a:pt x="0" y="12"/>
                    </a:moveTo>
                    <a:lnTo>
                      <a:pt x="5" y="64"/>
                    </a:lnTo>
                    <a:lnTo>
                      <a:pt x="64" y="64"/>
                    </a:lnTo>
                    <a:lnTo>
                      <a:pt x="89" y="35"/>
                    </a:lnTo>
                    <a:lnTo>
                      <a:pt x="92" y="0"/>
                    </a:lnTo>
                    <a:lnTo>
                      <a:pt x="55" y="0"/>
                    </a:lnTo>
                    <a:lnTo>
                      <a:pt x="64" y="31"/>
                    </a:lnTo>
                    <a:lnTo>
                      <a:pt x="41" y="42"/>
                    </a:lnTo>
                    <a:lnTo>
                      <a:pt x="27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1" name="Freeform 153">
                <a:extLst>
                  <a:ext uri="{FF2B5EF4-FFF2-40B4-BE49-F238E27FC236}">
                    <a16:creationId xmlns:a16="http://schemas.microsoft.com/office/drawing/2014/main" id="{2AE0DDC7-D75F-F945-AA43-F20073C6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05"/>
                <a:ext cx="43" cy="4"/>
              </a:xfrm>
              <a:custGeom>
                <a:avLst/>
                <a:gdLst>
                  <a:gd name="T0" fmla="*/ 0 w 350"/>
                  <a:gd name="T1" fmla="*/ 0 h 31"/>
                  <a:gd name="T2" fmla="*/ 0 w 350"/>
                  <a:gd name="T3" fmla="*/ 0 h 31"/>
                  <a:gd name="T4" fmla="*/ 0 w 350"/>
                  <a:gd name="T5" fmla="*/ 0 h 31"/>
                  <a:gd name="T6" fmla="*/ 0 w 350"/>
                  <a:gd name="T7" fmla="*/ 0 h 31"/>
                  <a:gd name="T8" fmla="*/ 0 w 350"/>
                  <a:gd name="T9" fmla="*/ 0 h 31"/>
                  <a:gd name="T10" fmla="*/ 0 w 350"/>
                  <a:gd name="T11" fmla="*/ 0 h 31"/>
                  <a:gd name="T12" fmla="*/ 0 w 350"/>
                  <a:gd name="T13" fmla="*/ 0 h 31"/>
                  <a:gd name="T14" fmla="*/ 0 w 350"/>
                  <a:gd name="T15" fmla="*/ 0 h 31"/>
                  <a:gd name="T16" fmla="*/ 0 w 350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50"/>
                  <a:gd name="T28" fmla="*/ 0 h 31"/>
                  <a:gd name="T29" fmla="*/ 350 w 35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50" h="31">
                    <a:moveTo>
                      <a:pt x="0" y="5"/>
                    </a:moveTo>
                    <a:lnTo>
                      <a:pt x="111" y="0"/>
                    </a:lnTo>
                    <a:lnTo>
                      <a:pt x="198" y="14"/>
                    </a:lnTo>
                    <a:lnTo>
                      <a:pt x="251" y="5"/>
                    </a:lnTo>
                    <a:lnTo>
                      <a:pt x="350" y="14"/>
                    </a:lnTo>
                    <a:lnTo>
                      <a:pt x="276" y="24"/>
                    </a:lnTo>
                    <a:lnTo>
                      <a:pt x="198" y="31"/>
                    </a:lnTo>
                    <a:lnTo>
                      <a:pt x="46" y="1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2" name="Freeform 154">
                <a:extLst>
                  <a:ext uri="{FF2B5EF4-FFF2-40B4-BE49-F238E27FC236}">
                    <a16:creationId xmlns:a16="http://schemas.microsoft.com/office/drawing/2014/main" id="{679890AD-07CF-A840-A988-6AB855F8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612"/>
                <a:ext cx="29" cy="5"/>
              </a:xfrm>
              <a:custGeom>
                <a:avLst/>
                <a:gdLst>
                  <a:gd name="T0" fmla="*/ 0 w 233"/>
                  <a:gd name="T1" fmla="*/ 0 h 42"/>
                  <a:gd name="T2" fmla="*/ 0 w 233"/>
                  <a:gd name="T3" fmla="*/ 0 h 42"/>
                  <a:gd name="T4" fmla="*/ 0 w 233"/>
                  <a:gd name="T5" fmla="*/ 0 h 42"/>
                  <a:gd name="T6" fmla="*/ 0 w 233"/>
                  <a:gd name="T7" fmla="*/ 0 h 42"/>
                  <a:gd name="T8" fmla="*/ 0 w 233"/>
                  <a:gd name="T9" fmla="*/ 0 h 42"/>
                  <a:gd name="T10" fmla="*/ 0 w 233"/>
                  <a:gd name="T11" fmla="*/ 0 h 42"/>
                  <a:gd name="T12" fmla="*/ 0 w 23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3"/>
                  <a:gd name="T22" fmla="*/ 0 h 42"/>
                  <a:gd name="T23" fmla="*/ 233 w 233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3" h="42">
                    <a:moveTo>
                      <a:pt x="0" y="0"/>
                    </a:moveTo>
                    <a:lnTo>
                      <a:pt x="60" y="35"/>
                    </a:lnTo>
                    <a:lnTo>
                      <a:pt x="159" y="42"/>
                    </a:lnTo>
                    <a:lnTo>
                      <a:pt x="233" y="7"/>
                    </a:lnTo>
                    <a:lnTo>
                      <a:pt x="164" y="24"/>
                    </a:lnTo>
                    <a:lnTo>
                      <a:pt x="7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3" name="Freeform 155">
                <a:extLst>
                  <a:ext uri="{FF2B5EF4-FFF2-40B4-BE49-F238E27FC236}">
                    <a16:creationId xmlns:a16="http://schemas.microsoft.com/office/drawing/2014/main" id="{7BBE437B-1E4A-C84A-A23D-4F220AB3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28"/>
                <a:ext cx="75" cy="64"/>
              </a:xfrm>
              <a:custGeom>
                <a:avLst/>
                <a:gdLst>
                  <a:gd name="T0" fmla="*/ 0 w 595"/>
                  <a:gd name="T1" fmla="*/ 0 h 512"/>
                  <a:gd name="T2" fmla="*/ 0 w 595"/>
                  <a:gd name="T3" fmla="*/ 0 h 512"/>
                  <a:gd name="T4" fmla="*/ 0 w 595"/>
                  <a:gd name="T5" fmla="*/ 0 h 512"/>
                  <a:gd name="T6" fmla="*/ 0 w 595"/>
                  <a:gd name="T7" fmla="*/ 0 h 512"/>
                  <a:gd name="T8" fmla="*/ 0 w 595"/>
                  <a:gd name="T9" fmla="*/ 0 h 512"/>
                  <a:gd name="T10" fmla="*/ 0 w 595"/>
                  <a:gd name="T11" fmla="*/ 0 h 512"/>
                  <a:gd name="T12" fmla="*/ 0 w 595"/>
                  <a:gd name="T13" fmla="*/ 0 h 512"/>
                  <a:gd name="T14" fmla="*/ 0 w 595"/>
                  <a:gd name="T15" fmla="*/ 0 h 512"/>
                  <a:gd name="T16" fmla="*/ 0 w 595"/>
                  <a:gd name="T17" fmla="*/ 0 h 512"/>
                  <a:gd name="T18" fmla="*/ 0 w 595"/>
                  <a:gd name="T19" fmla="*/ 0 h 512"/>
                  <a:gd name="T20" fmla="*/ 0 w 595"/>
                  <a:gd name="T21" fmla="*/ 0 h 512"/>
                  <a:gd name="T22" fmla="*/ 0 w 595"/>
                  <a:gd name="T23" fmla="*/ 0 h 512"/>
                  <a:gd name="T24" fmla="*/ 0 w 595"/>
                  <a:gd name="T25" fmla="*/ 0 h 512"/>
                  <a:gd name="T26" fmla="*/ 0 w 595"/>
                  <a:gd name="T27" fmla="*/ 0 h 512"/>
                  <a:gd name="T28" fmla="*/ 0 w 595"/>
                  <a:gd name="T29" fmla="*/ 0 h 512"/>
                  <a:gd name="T30" fmla="*/ 0 w 595"/>
                  <a:gd name="T31" fmla="*/ 0 h 512"/>
                  <a:gd name="T32" fmla="*/ 0 w 595"/>
                  <a:gd name="T33" fmla="*/ 0 h 512"/>
                  <a:gd name="T34" fmla="*/ 0 w 595"/>
                  <a:gd name="T35" fmla="*/ 0 h 512"/>
                  <a:gd name="T36" fmla="*/ 0 w 595"/>
                  <a:gd name="T37" fmla="*/ 0 h 512"/>
                  <a:gd name="T38" fmla="*/ 0 w 595"/>
                  <a:gd name="T39" fmla="*/ 0 h 512"/>
                  <a:gd name="T40" fmla="*/ 0 w 595"/>
                  <a:gd name="T41" fmla="*/ 0 h 512"/>
                  <a:gd name="T42" fmla="*/ 0 w 595"/>
                  <a:gd name="T43" fmla="*/ 0 h 512"/>
                  <a:gd name="T44" fmla="*/ 0 w 595"/>
                  <a:gd name="T45" fmla="*/ 0 h 512"/>
                  <a:gd name="T46" fmla="*/ 0 w 595"/>
                  <a:gd name="T47" fmla="*/ 0 h 512"/>
                  <a:gd name="T48" fmla="*/ 0 w 595"/>
                  <a:gd name="T49" fmla="*/ 0 h 512"/>
                  <a:gd name="T50" fmla="*/ 0 w 595"/>
                  <a:gd name="T51" fmla="*/ 0 h 512"/>
                  <a:gd name="T52" fmla="*/ 0 w 595"/>
                  <a:gd name="T53" fmla="*/ 0 h 512"/>
                  <a:gd name="T54" fmla="*/ 0 w 595"/>
                  <a:gd name="T55" fmla="*/ 0 h 5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95"/>
                  <a:gd name="T85" fmla="*/ 0 h 512"/>
                  <a:gd name="T86" fmla="*/ 595 w 595"/>
                  <a:gd name="T87" fmla="*/ 512 h 51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95" h="512">
                    <a:moveTo>
                      <a:pt x="97" y="215"/>
                    </a:moveTo>
                    <a:lnTo>
                      <a:pt x="120" y="122"/>
                    </a:lnTo>
                    <a:lnTo>
                      <a:pt x="305" y="0"/>
                    </a:lnTo>
                    <a:lnTo>
                      <a:pt x="498" y="68"/>
                    </a:lnTo>
                    <a:lnTo>
                      <a:pt x="395" y="68"/>
                    </a:lnTo>
                    <a:lnTo>
                      <a:pt x="514" y="209"/>
                    </a:lnTo>
                    <a:lnTo>
                      <a:pt x="569" y="191"/>
                    </a:lnTo>
                    <a:lnTo>
                      <a:pt x="525" y="96"/>
                    </a:lnTo>
                    <a:lnTo>
                      <a:pt x="595" y="209"/>
                    </a:lnTo>
                    <a:lnTo>
                      <a:pt x="551" y="261"/>
                    </a:lnTo>
                    <a:lnTo>
                      <a:pt x="595" y="503"/>
                    </a:lnTo>
                    <a:lnTo>
                      <a:pt x="533" y="512"/>
                    </a:lnTo>
                    <a:lnTo>
                      <a:pt x="464" y="494"/>
                    </a:lnTo>
                    <a:lnTo>
                      <a:pt x="542" y="486"/>
                    </a:lnTo>
                    <a:lnTo>
                      <a:pt x="475" y="329"/>
                    </a:lnTo>
                    <a:lnTo>
                      <a:pt x="351" y="200"/>
                    </a:lnTo>
                    <a:lnTo>
                      <a:pt x="489" y="311"/>
                    </a:lnTo>
                    <a:lnTo>
                      <a:pt x="542" y="424"/>
                    </a:lnTo>
                    <a:lnTo>
                      <a:pt x="510" y="244"/>
                    </a:lnTo>
                    <a:lnTo>
                      <a:pt x="305" y="41"/>
                    </a:lnTo>
                    <a:lnTo>
                      <a:pt x="261" y="122"/>
                    </a:lnTo>
                    <a:lnTo>
                      <a:pt x="305" y="173"/>
                    </a:lnTo>
                    <a:lnTo>
                      <a:pt x="228" y="173"/>
                    </a:lnTo>
                    <a:lnTo>
                      <a:pt x="323" y="306"/>
                    </a:lnTo>
                    <a:lnTo>
                      <a:pt x="191" y="209"/>
                    </a:lnTo>
                    <a:lnTo>
                      <a:pt x="0" y="373"/>
                    </a:lnTo>
                    <a:lnTo>
                      <a:pt x="17" y="253"/>
                    </a:lnTo>
                    <a:lnTo>
                      <a:pt x="97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4" name="Freeform 156">
                <a:extLst>
                  <a:ext uri="{FF2B5EF4-FFF2-40B4-BE49-F238E27FC236}">
                    <a16:creationId xmlns:a16="http://schemas.microsoft.com/office/drawing/2014/main" id="{B1D1EEF5-9792-7B4F-A959-D609BF9C9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70"/>
                <a:ext cx="53" cy="66"/>
              </a:xfrm>
              <a:custGeom>
                <a:avLst/>
                <a:gdLst>
                  <a:gd name="T0" fmla="*/ 0 w 417"/>
                  <a:gd name="T1" fmla="*/ 0 h 531"/>
                  <a:gd name="T2" fmla="*/ 0 w 417"/>
                  <a:gd name="T3" fmla="*/ 0 h 531"/>
                  <a:gd name="T4" fmla="*/ 0 w 417"/>
                  <a:gd name="T5" fmla="*/ 0 h 531"/>
                  <a:gd name="T6" fmla="*/ 0 w 417"/>
                  <a:gd name="T7" fmla="*/ 0 h 531"/>
                  <a:gd name="T8" fmla="*/ 0 w 417"/>
                  <a:gd name="T9" fmla="*/ 0 h 531"/>
                  <a:gd name="T10" fmla="*/ 0 w 417"/>
                  <a:gd name="T11" fmla="*/ 0 h 531"/>
                  <a:gd name="T12" fmla="*/ 0 w 417"/>
                  <a:gd name="T13" fmla="*/ 0 h 531"/>
                  <a:gd name="T14" fmla="*/ 0 w 417"/>
                  <a:gd name="T15" fmla="*/ 0 h 531"/>
                  <a:gd name="T16" fmla="*/ 0 w 417"/>
                  <a:gd name="T17" fmla="*/ 0 h 531"/>
                  <a:gd name="T18" fmla="*/ 0 w 417"/>
                  <a:gd name="T19" fmla="*/ 0 h 531"/>
                  <a:gd name="T20" fmla="*/ 0 w 417"/>
                  <a:gd name="T21" fmla="*/ 0 h 531"/>
                  <a:gd name="T22" fmla="*/ 0 w 417"/>
                  <a:gd name="T23" fmla="*/ 0 h 531"/>
                  <a:gd name="T24" fmla="*/ 0 w 417"/>
                  <a:gd name="T25" fmla="*/ 0 h 531"/>
                  <a:gd name="T26" fmla="*/ 0 w 417"/>
                  <a:gd name="T27" fmla="*/ 0 h 531"/>
                  <a:gd name="T28" fmla="*/ 0 w 417"/>
                  <a:gd name="T29" fmla="*/ 0 h 531"/>
                  <a:gd name="T30" fmla="*/ 0 w 417"/>
                  <a:gd name="T31" fmla="*/ 0 h 531"/>
                  <a:gd name="T32" fmla="*/ 0 w 417"/>
                  <a:gd name="T33" fmla="*/ 0 h 531"/>
                  <a:gd name="T34" fmla="*/ 0 w 417"/>
                  <a:gd name="T35" fmla="*/ 0 h 531"/>
                  <a:gd name="T36" fmla="*/ 0 w 417"/>
                  <a:gd name="T37" fmla="*/ 0 h 531"/>
                  <a:gd name="T38" fmla="*/ 0 w 417"/>
                  <a:gd name="T39" fmla="*/ 0 h 531"/>
                  <a:gd name="T40" fmla="*/ 0 w 417"/>
                  <a:gd name="T41" fmla="*/ 0 h 531"/>
                  <a:gd name="T42" fmla="*/ 0 w 417"/>
                  <a:gd name="T43" fmla="*/ 0 h 531"/>
                  <a:gd name="T44" fmla="*/ 0 w 417"/>
                  <a:gd name="T45" fmla="*/ 0 h 531"/>
                  <a:gd name="T46" fmla="*/ 0 w 417"/>
                  <a:gd name="T47" fmla="*/ 0 h 531"/>
                  <a:gd name="T48" fmla="*/ 0 w 417"/>
                  <a:gd name="T49" fmla="*/ 0 h 531"/>
                  <a:gd name="T50" fmla="*/ 0 w 417"/>
                  <a:gd name="T51" fmla="*/ 0 h 531"/>
                  <a:gd name="T52" fmla="*/ 0 w 417"/>
                  <a:gd name="T53" fmla="*/ 0 h 531"/>
                  <a:gd name="T54" fmla="*/ 0 w 417"/>
                  <a:gd name="T55" fmla="*/ 0 h 531"/>
                  <a:gd name="T56" fmla="*/ 0 w 417"/>
                  <a:gd name="T57" fmla="*/ 0 h 531"/>
                  <a:gd name="T58" fmla="*/ 0 w 417"/>
                  <a:gd name="T59" fmla="*/ 0 h 5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17"/>
                  <a:gd name="T91" fmla="*/ 0 h 531"/>
                  <a:gd name="T92" fmla="*/ 417 w 417"/>
                  <a:gd name="T93" fmla="*/ 531 h 53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17" h="531">
                    <a:moveTo>
                      <a:pt x="351" y="198"/>
                    </a:moveTo>
                    <a:lnTo>
                      <a:pt x="307" y="183"/>
                    </a:lnTo>
                    <a:lnTo>
                      <a:pt x="254" y="114"/>
                    </a:lnTo>
                    <a:lnTo>
                      <a:pt x="208" y="114"/>
                    </a:lnTo>
                    <a:lnTo>
                      <a:pt x="146" y="62"/>
                    </a:lnTo>
                    <a:lnTo>
                      <a:pt x="146" y="104"/>
                    </a:lnTo>
                    <a:lnTo>
                      <a:pt x="94" y="114"/>
                    </a:lnTo>
                    <a:lnTo>
                      <a:pt x="44" y="53"/>
                    </a:lnTo>
                    <a:lnTo>
                      <a:pt x="72" y="132"/>
                    </a:lnTo>
                    <a:lnTo>
                      <a:pt x="0" y="132"/>
                    </a:lnTo>
                    <a:lnTo>
                      <a:pt x="87" y="189"/>
                    </a:lnTo>
                    <a:lnTo>
                      <a:pt x="78" y="270"/>
                    </a:lnTo>
                    <a:lnTo>
                      <a:pt x="131" y="383"/>
                    </a:lnTo>
                    <a:lnTo>
                      <a:pt x="131" y="305"/>
                    </a:lnTo>
                    <a:lnTo>
                      <a:pt x="164" y="279"/>
                    </a:lnTo>
                    <a:lnTo>
                      <a:pt x="182" y="321"/>
                    </a:lnTo>
                    <a:lnTo>
                      <a:pt x="219" y="288"/>
                    </a:lnTo>
                    <a:lnTo>
                      <a:pt x="272" y="288"/>
                    </a:lnTo>
                    <a:lnTo>
                      <a:pt x="340" y="347"/>
                    </a:lnTo>
                    <a:lnTo>
                      <a:pt x="332" y="436"/>
                    </a:lnTo>
                    <a:lnTo>
                      <a:pt x="291" y="531"/>
                    </a:lnTo>
                    <a:lnTo>
                      <a:pt x="383" y="383"/>
                    </a:lnTo>
                    <a:lnTo>
                      <a:pt x="413" y="288"/>
                    </a:lnTo>
                    <a:lnTo>
                      <a:pt x="417" y="156"/>
                    </a:lnTo>
                    <a:lnTo>
                      <a:pt x="383" y="156"/>
                    </a:lnTo>
                    <a:lnTo>
                      <a:pt x="323" y="42"/>
                    </a:lnTo>
                    <a:lnTo>
                      <a:pt x="261" y="0"/>
                    </a:lnTo>
                    <a:lnTo>
                      <a:pt x="314" y="77"/>
                    </a:lnTo>
                    <a:lnTo>
                      <a:pt x="351" y="148"/>
                    </a:lnTo>
                    <a:lnTo>
                      <a:pt x="351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5" name="Freeform 157">
                <a:extLst>
                  <a:ext uri="{FF2B5EF4-FFF2-40B4-BE49-F238E27FC236}">
                    <a16:creationId xmlns:a16="http://schemas.microsoft.com/office/drawing/2014/main" id="{06881B68-5BD5-2944-8180-C6679347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679"/>
                <a:ext cx="214" cy="306"/>
              </a:xfrm>
              <a:custGeom>
                <a:avLst/>
                <a:gdLst>
                  <a:gd name="T0" fmla="*/ 0 w 1712"/>
                  <a:gd name="T1" fmla="*/ 0 h 2448"/>
                  <a:gd name="T2" fmla="*/ 0 w 1712"/>
                  <a:gd name="T3" fmla="*/ 0 h 2448"/>
                  <a:gd name="T4" fmla="*/ 0 w 1712"/>
                  <a:gd name="T5" fmla="*/ 0 h 2448"/>
                  <a:gd name="T6" fmla="*/ 0 w 1712"/>
                  <a:gd name="T7" fmla="*/ 0 h 2448"/>
                  <a:gd name="T8" fmla="*/ 0 w 1712"/>
                  <a:gd name="T9" fmla="*/ 0 h 2448"/>
                  <a:gd name="T10" fmla="*/ 0 w 1712"/>
                  <a:gd name="T11" fmla="*/ 0 h 2448"/>
                  <a:gd name="T12" fmla="*/ 0 w 1712"/>
                  <a:gd name="T13" fmla="*/ 0 h 2448"/>
                  <a:gd name="T14" fmla="*/ 0 w 1712"/>
                  <a:gd name="T15" fmla="*/ 0 h 2448"/>
                  <a:gd name="T16" fmla="*/ 0 w 1712"/>
                  <a:gd name="T17" fmla="*/ 0 h 2448"/>
                  <a:gd name="T18" fmla="*/ 0 w 1712"/>
                  <a:gd name="T19" fmla="*/ 0 h 2448"/>
                  <a:gd name="T20" fmla="*/ 0 w 1712"/>
                  <a:gd name="T21" fmla="*/ 0 h 2448"/>
                  <a:gd name="T22" fmla="*/ 0 w 1712"/>
                  <a:gd name="T23" fmla="*/ 0 h 2448"/>
                  <a:gd name="T24" fmla="*/ 0 w 1712"/>
                  <a:gd name="T25" fmla="*/ 0 h 2448"/>
                  <a:gd name="T26" fmla="*/ 0 w 1712"/>
                  <a:gd name="T27" fmla="*/ 0 h 2448"/>
                  <a:gd name="T28" fmla="*/ 0 w 1712"/>
                  <a:gd name="T29" fmla="*/ 0 h 2448"/>
                  <a:gd name="T30" fmla="*/ 0 w 1712"/>
                  <a:gd name="T31" fmla="*/ 0 h 2448"/>
                  <a:gd name="T32" fmla="*/ 0 w 1712"/>
                  <a:gd name="T33" fmla="*/ 0 h 2448"/>
                  <a:gd name="T34" fmla="*/ 0 w 1712"/>
                  <a:gd name="T35" fmla="*/ 0 h 2448"/>
                  <a:gd name="T36" fmla="*/ 0 w 1712"/>
                  <a:gd name="T37" fmla="*/ 0 h 2448"/>
                  <a:gd name="T38" fmla="*/ 0 w 1712"/>
                  <a:gd name="T39" fmla="*/ 0 h 2448"/>
                  <a:gd name="T40" fmla="*/ 0 w 1712"/>
                  <a:gd name="T41" fmla="*/ 0 h 2448"/>
                  <a:gd name="T42" fmla="*/ 0 w 1712"/>
                  <a:gd name="T43" fmla="*/ 0 h 2448"/>
                  <a:gd name="T44" fmla="*/ 0 w 1712"/>
                  <a:gd name="T45" fmla="*/ 0 h 2448"/>
                  <a:gd name="T46" fmla="*/ 0 w 1712"/>
                  <a:gd name="T47" fmla="*/ 0 h 2448"/>
                  <a:gd name="T48" fmla="*/ 0 w 1712"/>
                  <a:gd name="T49" fmla="*/ 0 h 2448"/>
                  <a:gd name="T50" fmla="*/ 0 w 1712"/>
                  <a:gd name="T51" fmla="*/ 0 h 2448"/>
                  <a:gd name="T52" fmla="*/ 0 w 1712"/>
                  <a:gd name="T53" fmla="*/ 0 h 2448"/>
                  <a:gd name="T54" fmla="*/ 0 w 1712"/>
                  <a:gd name="T55" fmla="*/ 0 h 2448"/>
                  <a:gd name="T56" fmla="*/ 0 w 1712"/>
                  <a:gd name="T57" fmla="*/ 0 h 2448"/>
                  <a:gd name="T58" fmla="*/ 0 w 1712"/>
                  <a:gd name="T59" fmla="*/ 0 h 2448"/>
                  <a:gd name="T60" fmla="*/ 0 w 1712"/>
                  <a:gd name="T61" fmla="*/ 0 h 2448"/>
                  <a:gd name="T62" fmla="*/ 0 w 1712"/>
                  <a:gd name="T63" fmla="*/ 0 h 2448"/>
                  <a:gd name="T64" fmla="*/ 0 w 1712"/>
                  <a:gd name="T65" fmla="*/ 0 h 2448"/>
                  <a:gd name="T66" fmla="*/ 0 w 1712"/>
                  <a:gd name="T67" fmla="*/ 0 h 2448"/>
                  <a:gd name="T68" fmla="*/ 0 w 1712"/>
                  <a:gd name="T69" fmla="*/ 0 h 2448"/>
                  <a:gd name="T70" fmla="*/ 0 w 1712"/>
                  <a:gd name="T71" fmla="*/ 0 h 2448"/>
                  <a:gd name="T72" fmla="*/ 0 w 1712"/>
                  <a:gd name="T73" fmla="*/ 0 h 2448"/>
                  <a:gd name="T74" fmla="*/ 0 w 1712"/>
                  <a:gd name="T75" fmla="*/ 0 h 2448"/>
                  <a:gd name="T76" fmla="*/ 0 w 1712"/>
                  <a:gd name="T77" fmla="*/ 0 h 2448"/>
                  <a:gd name="T78" fmla="*/ 0 w 1712"/>
                  <a:gd name="T79" fmla="*/ 0 h 2448"/>
                  <a:gd name="T80" fmla="*/ 0 w 1712"/>
                  <a:gd name="T81" fmla="*/ 0 h 2448"/>
                  <a:gd name="T82" fmla="*/ 0 w 1712"/>
                  <a:gd name="T83" fmla="*/ 0 h 2448"/>
                  <a:gd name="T84" fmla="*/ 0 w 1712"/>
                  <a:gd name="T85" fmla="*/ 0 h 2448"/>
                  <a:gd name="T86" fmla="*/ 0 w 1712"/>
                  <a:gd name="T87" fmla="*/ 0 h 244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12"/>
                  <a:gd name="T133" fmla="*/ 0 h 2448"/>
                  <a:gd name="T134" fmla="*/ 1712 w 1712"/>
                  <a:gd name="T135" fmla="*/ 2448 h 244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12" h="2448">
                    <a:moveTo>
                      <a:pt x="420" y="0"/>
                    </a:moveTo>
                    <a:lnTo>
                      <a:pt x="499" y="424"/>
                    </a:lnTo>
                    <a:lnTo>
                      <a:pt x="522" y="451"/>
                    </a:lnTo>
                    <a:lnTo>
                      <a:pt x="561" y="468"/>
                    </a:lnTo>
                    <a:lnTo>
                      <a:pt x="534" y="495"/>
                    </a:lnTo>
                    <a:lnTo>
                      <a:pt x="483" y="486"/>
                    </a:lnTo>
                    <a:lnTo>
                      <a:pt x="475" y="550"/>
                    </a:lnTo>
                    <a:lnTo>
                      <a:pt x="499" y="599"/>
                    </a:lnTo>
                    <a:lnTo>
                      <a:pt x="540" y="615"/>
                    </a:lnTo>
                    <a:lnTo>
                      <a:pt x="589" y="606"/>
                    </a:lnTo>
                    <a:lnTo>
                      <a:pt x="611" y="479"/>
                    </a:lnTo>
                    <a:lnTo>
                      <a:pt x="663" y="479"/>
                    </a:lnTo>
                    <a:lnTo>
                      <a:pt x="711" y="451"/>
                    </a:lnTo>
                    <a:lnTo>
                      <a:pt x="743" y="398"/>
                    </a:lnTo>
                    <a:lnTo>
                      <a:pt x="743" y="461"/>
                    </a:lnTo>
                    <a:lnTo>
                      <a:pt x="771" y="451"/>
                    </a:lnTo>
                    <a:lnTo>
                      <a:pt x="824" y="424"/>
                    </a:lnTo>
                    <a:lnTo>
                      <a:pt x="798" y="461"/>
                    </a:lnTo>
                    <a:lnTo>
                      <a:pt x="743" y="530"/>
                    </a:lnTo>
                    <a:lnTo>
                      <a:pt x="699" y="650"/>
                    </a:lnTo>
                    <a:lnTo>
                      <a:pt x="909" y="415"/>
                    </a:lnTo>
                    <a:lnTo>
                      <a:pt x="945" y="444"/>
                    </a:lnTo>
                    <a:lnTo>
                      <a:pt x="815" y="798"/>
                    </a:lnTo>
                    <a:lnTo>
                      <a:pt x="824" y="1260"/>
                    </a:lnTo>
                    <a:lnTo>
                      <a:pt x="1172" y="1295"/>
                    </a:lnTo>
                    <a:lnTo>
                      <a:pt x="1331" y="1371"/>
                    </a:lnTo>
                    <a:lnTo>
                      <a:pt x="1417" y="1371"/>
                    </a:lnTo>
                    <a:lnTo>
                      <a:pt x="1460" y="1442"/>
                    </a:lnTo>
                    <a:lnTo>
                      <a:pt x="1172" y="1332"/>
                    </a:lnTo>
                    <a:lnTo>
                      <a:pt x="953" y="1314"/>
                    </a:lnTo>
                    <a:lnTo>
                      <a:pt x="1059" y="1380"/>
                    </a:lnTo>
                    <a:lnTo>
                      <a:pt x="953" y="1380"/>
                    </a:lnTo>
                    <a:lnTo>
                      <a:pt x="798" y="1362"/>
                    </a:lnTo>
                    <a:lnTo>
                      <a:pt x="909" y="1459"/>
                    </a:lnTo>
                    <a:lnTo>
                      <a:pt x="1296" y="1523"/>
                    </a:lnTo>
                    <a:lnTo>
                      <a:pt x="971" y="1493"/>
                    </a:lnTo>
                    <a:lnTo>
                      <a:pt x="1172" y="1611"/>
                    </a:lnTo>
                    <a:lnTo>
                      <a:pt x="1147" y="1636"/>
                    </a:lnTo>
                    <a:lnTo>
                      <a:pt x="875" y="1503"/>
                    </a:lnTo>
                    <a:lnTo>
                      <a:pt x="918" y="1636"/>
                    </a:lnTo>
                    <a:lnTo>
                      <a:pt x="1349" y="1747"/>
                    </a:lnTo>
                    <a:lnTo>
                      <a:pt x="1626" y="1921"/>
                    </a:lnTo>
                    <a:lnTo>
                      <a:pt x="1349" y="1867"/>
                    </a:lnTo>
                    <a:lnTo>
                      <a:pt x="1191" y="1765"/>
                    </a:lnTo>
                    <a:lnTo>
                      <a:pt x="953" y="1701"/>
                    </a:lnTo>
                    <a:lnTo>
                      <a:pt x="1068" y="1826"/>
                    </a:lnTo>
                    <a:lnTo>
                      <a:pt x="1712" y="2049"/>
                    </a:lnTo>
                    <a:lnTo>
                      <a:pt x="1068" y="1867"/>
                    </a:lnTo>
                    <a:lnTo>
                      <a:pt x="884" y="1736"/>
                    </a:lnTo>
                    <a:lnTo>
                      <a:pt x="895" y="1809"/>
                    </a:lnTo>
                    <a:lnTo>
                      <a:pt x="1068" y="1973"/>
                    </a:lnTo>
                    <a:lnTo>
                      <a:pt x="1321" y="2024"/>
                    </a:lnTo>
                    <a:lnTo>
                      <a:pt x="1460" y="2121"/>
                    </a:lnTo>
                    <a:lnTo>
                      <a:pt x="1259" y="2097"/>
                    </a:lnTo>
                    <a:lnTo>
                      <a:pt x="1008" y="1973"/>
                    </a:lnTo>
                    <a:lnTo>
                      <a:pt x="934" y="1982"/>
                    </a:lnTo>
                    <a:lnTo>
                      <a:pt x="971" y="2112"/>
                    </a:lnTo>
                    <a:lnTo>
                      <a:pt x="1033" y="2156"/>
                    </a:lnTo>
                    <a:lnTo>
                      <a:pt x="1349" y="2171"/>
                    </a:lnTo>
                    <a:lnTo>
                      <a:pt x="1024" y="2330"/>
                    </a:lnTo>
                    <a:lnTo>
                      <a:pt x="980" y="2314"/>
                    </a:lnTo>
                    <a:lnTo>
                      <a:pt x="909" y="2084"/>
                    </a:lnTo>
                    <a:lnTo>
                      <a:pt x="831" y="2339"/>
                    </a:lnTo>
                    <a:lnTo>
                      <a:pt x="849" y="2448"/>
                    </a:lnTo>
                    <a:lnTo>
                      <a:pt x="760" y="2354"/>
                    </a:lnTo>
                    <a:lnTo>
                      <a:pt x="895" y="2013"/>
                    </a:lnTo>
                    <a:lnTo>
                      <a:pt x="884" y="1921"/>
                    </a:lnTo>
                    <a:lnTo>
                      <a:pt x="824" y="1765"/>
                    </a:lnTo>
                    <a:lnTo>
                      <a:pt x="778" y="1563"/>
                    </a:lnTo>
                    <a:lnTo>
                      <a:pt x="674" y="1304"/>
                    </a:lnTo>
                    <a:lnTo>
                      <a:pt x="554" y="1523"/>
                    </a:lnTo>
                    <a:lnTo>
                      <a:pt x="554" y="1747"/>
                    </a:lnTo>
                    <a:lnTo>
                      <a:pt x="316" y="2033"/>
                    </a:lnTo>
                    <a:lnTo>
                      <a:pt x="0" y="2148"/>
                    </a:lnTo>
                    <a:lnTo>
                      <a:pt x="37" y="1973"/>
                    </a:lnTo>
                    <a:lnTo>
                      <a:pt x="217" y="1791"/>
                    </a:lnTo>
                    <a:lnTo>
                      <a:pt x="437" y="1685"/>
                    </a:lnTo>
                    <a:lnTo>
                      <a:pt x="534" y="1436"/>
                    </a:lnTo>
                    <a:lnTo>
                      <a:pt x="522" y="1314"/>
                    </a:lnTo>
                    <a:lnTo>
                      <a:pt x="611" y="1026"/>
                    </a:lnTo>
                    <a:lnTo>
                      <a:pt x="510" y="1000"/>
                    </a:lnTo>
                    <a:lnTo>
                      <a:pt x="420" y="938"/>
                    </a:lnTo>
                    <a:lnTo>
                      <a:pt x="522" y="650"/>
                    </a:lnTo>
                    <a:lnTo>
                      <a:pt x="475" y="627"/>
                    </a:lnTo>
                    <a:lnTo>
                      <a:pt x="448" y="541"/>
                    </a:lnTo>
                    <a:lnTo>
                      <a:pt x="448" y="433"/>
                    </a:lnTo>
                    <a:lnTo>
                      <a:pt x="420" y="53"/>
                    </a:lnTo>
                    <a:lnTo>
                      <a:pt x="4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6" name="Freeform 158">
                <a:extLst>
                  <a:ext uri="{FF2B5EF4-FFF2-40B4-BE49-F238E27FC236}">
                    <a16:creationId xmlns:a16="http://schemas.microsoft.com/office/drawing/2014/main" id="{1A2B7476-40D4-8543-8FC0-1D807061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5"/>
                <a:ext cx="86" cy="218"/>
              </a:xfrm>
              <a:custGeom>
                <a:avLst/>
                <a:gdLst>
                  <a:gd name="T0" fmla="*/ 0 w 691"/>
                  <a:gd name="T1" fmla="*/ 0 h 1748"/>
                  <a:gd name="T2" fmla="*/ 0 w 691"/>
                  <a:gd name="T3" fmla="*/ 0 h 1748"/>
                  <a:gd name="T4" fmla="*/ 0 w 691"/>
                  <a:gd name="T5" fmla="*/ 0 h 1748"/>
                  <a:gd name="T6" fmla="*/ 0 w 691"/>
                  <a:gd name="T7" fmla="*/ 0 h 1748"/>
                  <a:gd name="T8" fmla="*/ 0 w 691"/>
                  <a:gd name="T9" fmla="*/ 0 h 1748"/>
                  <a:gd name="T10" fmla="*/ 0 w 691"/>
                  <a:gd name="T11" fmla="*/ 0 h 1748"/>
                  <a:gd name="T12" fmla="*/ 0 w 691"/>
                  <a:gd name="T13" fmla="*/ 0 h 1748"/>
                  <a:gd name="T14" fmla="*/ 0 w 691"/>
                  <a:gd name="T15" fmla="*/ 0 h 1748"/>
                  <a:gd name="T16" fmla="*/ 0 w 691"/>
                  <a:gd name="T17" fmla="*/ 0 h 1748"/>
                  <a:gd name="T18" fmla="*/ 0 w 691"/>
                  <a:gd name="T19" fmla="*/ 0 h 1748"/>
                  <a:gd name="T20" fmla="*/ 0 w 691"/>
                  <a:gd name="T21" fmla="*/ 0 h 1748"/>
                  <a:gd name="T22" fmla="*/ 0 w 691"/>
                  <a:gd name="T23" fmla="*/ 0 h 1748"/>
                  <a:gd name="T24" fmla="*/ 0 w 691"/>
                  <a:gd name="T25" fmla="*/ 0 h 1748"/>
                  <a:gd name="T26" fmla="*/ 0 w 691"/>
                  <a:gd name="T27" fmla="*/ 0 h 1748"/>
                  <a:gd name="T28" fmla="*/ 0 w 691"/>
                  <a:gd name="T29" fmla="*/ 0 h 1748"/>
                  <a:gd name="T30" fmla="*/ 0 w 691"/>
                  <a:gd name="T31" fmla="*/ 0 h 1748"/>
                  <a:gd name="T32" fmla="*/ 0 w 691"/>
                  <a:gd name="T33" fmla="*/ 0 h 1748"/>
                  <a:gd name="T34" fmla="*/ 0 w 691"/>
                  <a:gd name="T35" fmla="*/ 0 h 1748"/>
                  <a:gd name="T36" fmla="*/ 0 w 691"/>
                  <a:gd name="T37" fmla="*/ 0 h 1748"/>
                  <a:gd name="T38" fmla="*/ 0 w 691"/>
                  <a:gd name="T39" fmla="*/ 0 h 1748"/>
                  <a:gd name="T40" fmla="*/ 0 w 691"/>
                  <a:gd name="T41" fmla="*/ 0 h 1748"/>
                  <a:gd name="T42" fmla="*/ 0 w 691"/>
                  <a:gd name="T43" fmla="*/ 0 h 1748"/>
                  <a:gd name="T44" fmla="*/ 0 w 691"/>
                  <a:gd name="T45" fmla="*/ 0 h 1748"/>
                  <a:gd name="T46" fmla="*/ 0 w 691"/>
                  <a:gd name="T47" fmla="*/ 0 h 1748"/>
                  <a:gd name="T48" fmla="*/ 0 w 691"/>
                  <a:gd name="T49" fmla="*/ 0 h 1748"/>
                  <a:gd name="T50" fmla="*/ 0 w 691"/>
                  <a:gd name="T51" fmla="*/ 0 h 1748"/>
                  <a:gd name="T52" fmla="*/ 0 w 691"/>
                  <a:gd name="T53" fmla="*/ 0 h 1748"/>
                  <a:gd name="T54" fmla="*/ 0 w 691"/>
                  <a:gd name="T55" fmla="*/ 0 h 1748"/>
                  <a:gd name="T56" fmla="*/ 0 w 691"/>
                  <a:gd name="T57" fmla="*/ 0 h 1748"/>
                  <a:gd name="T58" fmla="*/ 0 w 691"/>
                  <a:gd name="T59" fmla="*/ 0 h 1748"/>
                  <a:gd name="T60" fmla="*/ 0 w 691"/>
                  <a:gd name="T61" fmla="*/ 0 h 174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691"/>
                  <a:gd name="T94" fmla="*/ 0 h 1748"/>
                  <a:gd name="T95" fmla="*/ 691 w 691"/>
                  <a:gd name="T96" fmla="*/ 1748 h 174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691" h="1748">
                    <a:moveTo>
                      <a:pt x="691" y="312"/>
                    </a:moveTo>
                    <a:lnTo>
                      <a:pt x="586" y="572"/>
                    </a:lnTo>
                    <a:lnTo>
                      <a:pt x="516" y="729"/>
                    </a:lnTo>
                    <a:lnTo>
                      <a:pt x="392" y="982"/>
                    </a:lnTo>
                    <a:lnTo>
                      <a:pt x="334" y="1017"/>
                    </a:lnTo>
                    <a:lnTo>
                      <a:pt x="351" y="1243"/>
                    </a:lnTo>
                    <a:lnTo>
                      <a:pt x="412" y="1527"/>
                    </a:lnTo>
                    <a:lnTo>
                      <a:pt x="472" y="1748"/>
                    </a:lnTo>
                    <a:lnTo>
                      <a:pt x="388" y="1485"/>
                    </a:lnTo>
                    <a:lnTo>
                      <a:pt x="334" y="1233"/>
                    </a:lnTo>
                    <a:lnTo>
                      <a:pt x="243" y="1171"/>
                    </a:lnTo>
                    <a:lnTo>
                      <a:pt x="254" y="1330"/>
                    </a:lnTo>
                    <a:lnTo>
                      <a:pt x="351" y="1591"/>
                    </a:lnTo>
                    <a:lnTo>
                      <a:pt x="239" y="1345"/>
                    </a:lnTo>
                    <a:lnTo>
                      <a:pt x="193" y="1153"/>
                    </a:lnTo>
                    <a:lnTo>
                      <a:pt x="87" y="1153"/>
                    </a:lnTo>
                    <a:lnTo>
                      <a:pt x="0" y="1227"/>
                    </a:lnTo>
                    <a:lnTo>
                      <a:pt x="87" y="1139"/>
                    </a:lnTo>
                    <a:lnTo>
                      <a:pt x="157" y="1112"/>
                    </a:lnTo>
                    <a:lnTo>
                      <a:pt x="219" y="895"/>
                    </a:lnTo>
                    <a:lnTo>
                      <a:pt x="219" y="782"/>
                    </a:lnTo>
                    <a:lnTo>
                      <a:pt x="175" y="721"/>
                    </a:lnTo>
                    <a:lnTo>
                      <a:pt x="175" y="644"/>
                    </a:lnTo>
                    <a:lnTo>
                      <a:pt x="279" y="235"/>
                    </a:lnTo>
                    <a:lnTo>
                      <a:pt x="388" y="0"/>
                    </a:lnTo>
                    <a:lnTo>
                      <a:pt x="307" y="341"/>
                    </a:lnTo>
                    <a:lnTo>
                      <a:pt x="219" y="685"/>
                    </a:lnTo>
                    <a:lnTo>
                      <a:pt x="307" y="798"/>
                    </a:lnTo>
                    <a:lnTo>
                      <a:pt x="366" y="914"/>
                    </a:lnTo>
                    <a:lnTo>
                      <a:pt x="606" y="462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7" name="Freeform 159">
                <a:extLst>
                  <a:ext uri="{FF2B5EF4-FFF2-40B4-BE49-F238E27FC236}">
                    <a16:creationId xmlns:a16="http://schemas.microsoft.com/office/drawing/2014/main" id="{EC17101E-3872-F14E-8781-B935AFC70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815"/>
                <a:ext cx="10" cy="54"/>
              </a:xfrm>
              <a:custGeom>
                <a:avLst/>
                <a:gdLst>
                  <a:gd name="T0" fmla="*/ 0 w 83"/>
                  <a:gd name="T1" fmla="*/ 0 h 431"/>
                  <a:gd name="T2" fmla="*/ 0 w 83"/>
                  <a:gd name="T3" fmla="*/ 0 h 431"/>
                  <a:gd name="T4" fmla="*/ 0 w 83"/>
                  <a:gd name="T5" fmla="*/ 0 h 431"/>
                  <a:gd name="T6" fmla="*/ 0 w 83"/>
                  <a:gd name="T7" fmla="*/ 0 h 431"/>
                  <a:gd name="T8" fmla="*/ 0 w 83"/>
                  <a:gd name="T9" fmla="*/ 0 h 431"/>
                  <a:gd name="T10" fmla="*/ 0 w 83"/>
                  <a:gd name="T11" fmla="*/ 0 h 431"/>
                  <a:gd name="T12" fmla="*/ 0 w 83"/>
                  <a:gd name="T13" fmla="*/ 0 h 4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431"/>
                  <a:gd name="T23" fmla="*/ 83 w 83"/>
                  <a:gd name="T24" fmla="*/ 431 h 4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431">
                    <a:moveTo>
                      <a:pt x="0" y="0"/>
                    </a:moveTo>
                    <a:lnTo>
                      <a:pt x="51" y="106"/>
                    </a:lnTo>
                    <a:lnTo>
                      <a:pt x="51" y="297"/>
                    </a:lnTo>
                    <a:lnTo>
                      <a:pt x="83" y="385"/>
                    </a:lnTo>
                    <a:lnTo>
                      <a:pt x="42" y="431"/>
                    </a:lnTo>
                    <a:lnTo>
                      <a:pt x="24" y="2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8" name="Freeform 160">
                <a:extLst>
                  <a:ext uri="{FF2B5EF4-FFF2-40B4-BE49-F238E27FC236}">
                    <a16:creationId xmlns:a16="http://schemas.microsoft.com/office/drawing/2014/main" id="{518B6DF5-751D-3741-B862-6A5C0069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62"/>
                <a:ext cx="53" cy="85"/>
              </a:xfrm>
              <a:custGeom>
                <a:avLst/>
                <a:gdLst>
                  <a:gd name="T0" fmla="*/ 0 w 427"/>
                  <a:gd name="T1" fmla="*/ 0 h 680"/>
                  <a:gd name="T2" fmla="*/ 0 w 427"/>
                  <a:gd name="T3" fmla="*/ 0 h 680"/>
                  <a:gd name="T4" fmla="*/ 0 w 427"/>
                  <a:gd name="T5" fmla="*/ 0 h 680"/>
                  <a:gd name="T6" fmla="*/ 0 w 427"/>
                  <a:gd name="T7" fmla="*/ 0 h 680"/>
                  <a:gd name="T8" fmla="*/ 0 w 427"/>
                  <a:gd name="T9" fmla="*/ 0 h 680"/>
                  <a:gd name="T10" fmla="*/ 0 w 427"/>
                  <a:gd name="T11" fmla="*/ 0 h 680"/>
                  <a:gd name="T12" fmla="*/ 0 w 427"/>
                  <a:gd name="T13" fmla="*/ 0 h 680"/>
                  <a:gd name="T14" fmla="*/ 0 w 427"/>
                  <a:gd name="T15" fmla="*/ 0 h 6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7"/>
                  <a:gd name="T25" fmla="*/ 0 h 680"/>
                  <a:gd name="T26" fmla="*/ 427 w 427"/>
                  <a:gd name="T27" fmla="*/ 680 h 68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7" h="680">
                    <a:moveTo>
                      <a:pt x="0" y="0"/>
                    </a:moveTo>
                    <a:lnTo>
                      <a:pt x="175" y="532"/>
                    </a:lnTo>
                    <a:lnTo>
                      <a:pt x="307" y="543"/>
                    </a:lnTo>
                    <a:lnTo>
                      <a:pt x="427" y="629"/>
                    </a:lnTo>
                    <a:lnTo>
                      <a:pt x="366" y="680"/>
                    </a:lnTo>
                    <a:lnTo>
                      <a:pt x="175" y="611"/>
                    </a:lnTo>
                    <a:lnTo>
                      <a:pt x="81" y="3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39" name="Freeform 161">
                <a:extLst>
                  <a:ext uri="{FF2B5EF4-FFF2-40B4-BE49-F238E27FC236}">
                    <a16:creationId xmlns:a16="http://schemas.microsoft.com/office/drawing/2014/main" id="{BF385F76-CC38-C047-B5F7-626F4D70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47"/>
                <a:ext cx="16" cy="41"/>
              </a:xfrm>
              <a:custGeom>
                <a:avLst/>
                <a:gdLst>
                  <a:gd name="T0" fmla="*/ 0 w 131"/>
                  <a:gd name="T1" fmla="*/ 0 h 329"/>
                  <a:gd name="T2" fmla="*/ 0 w 131"/>
                  <a:gd name="T3" fmla="*/ 0 h 329"/>
                  <a:gd name="T4" fmla="*/ 0 w 131"/>
                  <a:gd name="T5" fmla="*/ 0 h 329"/>
                  <a:gd name="T6" fmla="*/ 0 w 131"/>
                  <a:gd name="T7" fmla="*/ 0 h 329"/>
                  <a:gd name="T8" fmla="*/ 0 w 131"/>
                  <a:gd name="T9" fmla="*/ 0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1"/>
                  <a:gd name="T16" fmla="*/ 0 h 329"/>
                  <a:gd name="T17" fmla="*/ 131 w 131"/>
                  <a:gd name="T18" fmla="*/ 329 h 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1" h="329">
                    <a:moveTo>
                      <a:pt x="131" y="14"/>
                    </a:moveTo>
                    <a:lnTo>
                      <a:pt x="43" y="329"/>
                    </a:lnTo>
                    <a:lnTo>
                      <a:pt x="0" y="226"/>
                    </a:lnTo>
                    <a:lnTo>
                      <a:pt x="112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0" name="Freeform 162">
                <a:extLst>
                  <a:ext uri="{FF2B5EF4-FFF2-40B4-BE49-F238E27FC236}">
                    <a16:creationId xmlns:a16="http://schemas.microsoft.com/office/drawing/2014/main" id="{2C691747-FDCA-614C-B19D-EBE2A084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9"/>
                <a:ext cx="13" cy="39"/>
              </a:xfrm>
              <a:custGeom>
                <a:avLst/>
                <a:gdLst>
                  <a:gd name="T0" fmla="*/ 0 w 103"/>
                  <a:gd name="T1" fmla="*/ 0 h 319"/>
                  <a:gd name="T2" fmla="*/ 0 w 103"/>
                  <a:gd name="T3" fmla="*/ 0 h 319"/>
                  <a:gd name="T4" fmla="*/ 0 w 103"/>
                  <a:gd name="T5" fmla="*/ 0 h 319"/>
                  <a:gd name="T6" fmla="*/ 0 w 103"/>
                  <a:gd name="T7" fmla="*/ 0 h 319"/>
                  <a:gd name="T8" fmla="*/ 0 w 103"/>
                  <a:gd name="T9" fmla="*/ 0 h 3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319"/>
                  <a:gd name="T17" fmla="*/ 103 w 103"/>
                  <a:gd name="T18" fmla="*/ 319 h 3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319">
                    <a:moveTo>
                      <a:pt x="71" y="0"/>
                    </a:moveTo>
                    <a:lnTo>
                      <a:pt x="71" y="171"/>
                    </a:lnTo>
                    <a:lnTo>
                      <a:pt x="103" y="319"/>
                    </a:lnTo>
                    <a:lnTo>
                      <a:pt x="0" y="21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1" name="Freeform 163">
                <a:extLst>
                  <a:ext uri="{FF2B5EF4-FFF2-40B4-BE49-F238E27FC236}">
                    <a16:creationId xmlns:a16="http://schemas.microsoft.com/office/drawing/2014/main" id="{FA453802-FE38-6642-9266-3526BA85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48"/>
                <a:ext cx="67" cy="89"/>
              </a:xfrm>
              <a:custGeom>
                <a:avLst/>
                <a:gdLst>
                  <a:gd name="T0" fmla="*/ 0 w 533"/>
                  <a:gd name="T1" fmla="*/ 0 h 711"/>
                  <a:gd name="T2" fmla="*/ 0 w 533"/>
                  <a:gd name="T3" fmla="*/ 0 h 711"/>
                  <a:gd name="T4" fmla="*/ 0 w 533"/>
                  <a:gd name="T5" fmla="*/ 0 h 711"/>
                  <a:gd name="T6" fmla="*/ 0 w 533"/>
                  <a:gd name="T7" fmla="*/ 0 h 711"/>
                  <a:gd name="T8" fmla="*/ 0 w 533"/>
                  <a:gd name="T9" fmla="*/ 0 h 711"/>
                  <a:gd name="T10" fmla="*/ 0 w 533"/>
                  <a:gd name="T11" fmla="*/ 0 h 711"/>
                  <a:gd name="T12" fmla="*/ 0 w 533"/>
                  <a:gd name="T13" fmla="*/ 0 h 711"/>
                  <a:gd name="T14" fmla="*/ 0 w 533"/>
                  <a:gd name="T15" fmla="*/ 0 h 711"/>
                  <a:gd name="T16" fmla="*/ 0 w 533"/>
                  <a:gd name="T17" fmla="*/ 0 h 711"/>
                  <a:gd name="T18" fmla="*/ 0 w 533"/>
                  <a:gd name="T19" fmla="*/ 0 h 711"/>
                  <a:gd name="T20" fmla="*/ 0 w 533"/>
                  <a:gd name="T21" fmla="*/ 0 h 711"/>
                  <a:gd name="T22" fmla="*/ 0 w 533"/>
                  <a:gd name="T23" fmla="*/ 0 h 711"/>
                  <a:gd name="T24" fmla="*/ 0 w 533"/>
                  <a:gd name="T25" fmla="*/ 0 h 711"/>
                  <a:gd name="T26" fmla="*/ 0 w 533"/>
                  <a:gd name="T27" fmla="*/ 0 h 7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3"/>
                  <a:gd name="T43" fmla="*/ 0 h 711"/>
                  <a:gd name="T44" fmla="*/ 533 w 533"/>
                  <a:gd name="T45" fmla="*/ 711 h 7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3" h="711">
                    <a:moveTo>
                      <a:pt x="0" y="393"/>
                    </a:moveTo>
                    <a:lnTo>
                      <a:pt x="60" y="393"/>
                    </a:lnTo>
                    <a:lnTo>
                      <a:pt x="174" y="520"/>
                    </a:lnTo>
                    <a:lnTo>
                      <a:pt x="254" y="711"/>
                    </a:lnTo>
                    <a:lnTo>
                      <a:pt x="189" y="503"/>
                    </a:lnTo>
                    <a:lnTo>
                      <a:pt x="93" y="329"/>
                    </a:lnTo>
                    <a:lnTo>
                      <a:pt x="51" y="305"/>
                    </a:lnTo>
                    <a:lnTo>
                      <a:pt x="227" y="164"/>
                    </a:lnTo>
                    <a:lnTo>
                      <a:pt x="427" y="141"/>
                    </a:lnTo>
                    <a:lnTo>
                      <a:pt x="533" y="0"/>
                    </a:lnTo>
                    <a:lnTo>
                      <a:pt x="306" y="35"/>
                    </a:lnTo>
                    <a:lnTo>
                      <a:pt x="189" y="153"/>
                    </a:lnTo>
                    <a:lnTo>
                      <a:pt x="21" y="305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2" name="Freeform 164">
                <a:extLst>
                  <a:ext uri="{FF2B5EF4-FFF2-40B4-BE49-F238E27FC236}">
                    <a16:creationId xmlns:a16="http://schemas.microsoft.com/office/drawing/2014/main" id="{A846EFFE-2456-3B4B-9BFD-E85E122F3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13"/>
                <a:ext cx="15" cy="20"/>
              </a:xfrm>
              <a:custGeom>
                <a:avLst/>
                <a:gdLst>
                  <a:gd name="T0" fmla="*/ 0 w 118"/>
                  <a:gd name="T1" fmla="*/ 0 h 158"/>
                  <a:gd name="T2" fmla="*/ 0 w 118"/>
                  <a:gd name="T3" fmla="*/ 0 h 158"/>
                  <a:gd name="T4" fmla="*/ 0 w 118"/>
                  <a:gd name="T5" fmla="*/ 0 h 158"/>
                  <a:gd name="T6" fmla="*/ 0 w 118"/>
                  <a:gd name="T7" fmla="*/ 0 h 158"/>
                  <a:gd name="T8" fmla="*/ 0 w 11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158"/>
                  <a:gd name="T17" fmla="*/ 118 w 11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158">
                    <a:moveTo>
                      <a:pt x="63" y="0"/>
                    </a:moveTo>
                    <a:lnTo>
                      <a:pt x="0" y="158"/>
                    </a:lnTo>
                    <a:lnTo>
                      <a:pt x="26" y="158"/>
                    </a:lnTo>
                    <a:lnTo>
                      <a:pt x="118" y="3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3" name="Freeform 165">
                <a:extLst>
                  <a:ext uri="{FF2B5EF4-FFF2-40B4-BE49-F238E27FC236}">
                    <a16:creationId xmlns:a16="http://schemas.microsoft.com/office/drawing/2014/main" id="{48141B94-62DE-034E-8FEA-B2FB91BD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668"/>
                <a:ext cx="123" cy="76"/>
              </a:xfrm>
              <a:custGeom>
                <a:avLst/>
                <a:gdLst>
                  <a:gd name="T0" fmla="*/ 0 w 985"/>
                  <a:gd name="T1" fmla="*/ 0 h 611"/>
                  <a:gd name="T2" fmla="*/ 0 w 985"/>
                  <a:gd name="T3" fmla="*/ 0 h 611"/>
                  <a:gd name="T4" fmla="*/ 0 w 985"/>
                  <a:gd name="T5" fmla="*/ 0 h 611"/>
                  <a:gd name="T6" fmla="*/ 0 w 985"/>
                  <a:gd name="T7" fmla="*/ 0 h 611"/>
                  <a:gd name="T8" fmla="*/ 0 w 985"/>
                  <a:gd name="T9" fmla="*/ 0 h 611"/>
                  <a:gd name="T10" fmla="*/ 0 w 985"/>
                  <a:gd name="T11" fmla="*/ 0 h 611"/>
                  <a:gd name="T12" fmla="*/ 0 w 985"/>
                  <a:gd name="T13" fmla="*/ 0 h 611"/>
                  <a:gd name="T14" fmla="*/ 0 w 985"/>
                  <a:gd name="T15" fmla="*/ 0 h 611"/>
                  <a:gd name="T16" fmla="*/ 0 w 985"/>
                  <a:gd name="T17" fmla="*/ 0 h 611"/>
                  <a:gd name="T18" fmla="*/ 0 w 985"/>
                  <a:gd name="T19" fmla="*/ 0 h 611"/>
                  <a:gd name="T20" fmla="*/ 0 w 985"/>
                  <a:gd name="T21" fmla="*/ 0 h 611"/>
                  <a:gd name="T22" fmla="*/ 0 w 985"/>
                  <a:gd name="T23" fmla="*/ 0 h 611"/>
                  <a:gd name="T24" fmla="*/ 0 w 985"/>
                  <a:gd name="T25" fmla="*/ 0 h 611"/>
                  <a:gd name="T26" fmla="*/ 0 w 985"/>
                  <a:gd name="T27" fmla="*/ 0 h 611"/>
                  <a:gd name="T28" fmla="*/ 0 w 985"/>
                  <a:gd name="T29" fmla="*/ 0 h 611"/>
                  <a:gd name="T30" fmla="*/ 0 w 985"/>
                  <a:gd name="T31" fmla="*/ 0 h 611"/>
                  <a:gd name="T32" fmla="*/ 0 w 985"/>
                  <a:gd name="T33" fmla="*/ 0 h 611"/>
                  <a:gd name="T34" fmla="*/ 0 w 985"/>
                  <a:gd name="T35" fmla="*/ 0 h 611"/>
                  <a:gd name="T36" fmla="*/ 0 w 985"/>
                  <a:gd name="T37" fmla="*/ 0 h 611"/>
                  <a:gd name="T38" fmla="*/ 0 w 985"/>
                  <a:gd name="T39" fmla="*/ 0 h 611"/>
                  <a:gd name="T40" fmla="*/ 0 w 985"/>
                  <a:gd name="T41" fmla="*/ 0 h 611"/>
                  <a:gd name="T42" fmla="*/ 0 w 985"/>
                  <a:gd name="T43" fmla="*/ 0 h 611"/>
                  <a:gd name="T44" fmla="*/ 0 w 985"/>
                  <a:gd name="T45" fmla="*/ 0 h 611"/>
                  <a:gd name="T46" fmla="*/ 0 w 985"/>
                  <a:gd name="T47" fmla="*/ 0 h 611"/>
                  <a:gd name="T48" fmla="*/ 0 w 985"/>
                  <a:gd name="T49" fmla="*/ 0 h 611"/>
                  <a:gd name="T50" fmla="*/ 0 w 985"/>
                  <a:gd name="T51" fmla="*/ 0 h 611"/>
                  <a:gd name="T52" fmla="*/ 0 w 985"/>
                  <a:gd name="T53" fmla="*/ 0 h 611"/>
                  <a:gd name="T54" fmla="*/ 0 w 985"/>
                  <a:gd name="T55" fmla="*/ 0 h 611"/>
                  <a:gd name="T56" fmla="*/ 0 w 985"/>
                  <a:gd name="T57" fmla="*/ 0 h 611"/>
                  <a:gd name="T58" fmla="*/ 0 w 985"/>
                  <a:gd name="T59" fmla="*/ 0 h 611"/>
                  <a:gd name="T60" fmla="*/ 0 w 985"/>
                  <a:gd name="T61" fmla="*/ 0 h 611"/>
                  <a:gd name="T62" fmla="*/ 0 w 985"/>
                  <a:gd name="T63" fmla="*/ 0 h 611"/>
                  <a:gd name="T64" fmla="*/ 0 w 985"/>
                  <a:gd name="T65" fmla="*/ 0 h 611"/>
                  <a:gd name="T66" fmla="*/ 0 w 985"/>
                  <a:gd name="T67" fmla="*/ 0 h 611"/>
                  <a:gd name="T68" fmla="*/ 0 w 985"/>
                  <a:gd name="T69" fmla="*/ 0 h 6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5"/>
                  <a:gd name="T106" fmla="*/ 0 h 611"/>
                  <a:gd name="T107" fmla="*/ 985 w 985"/>
                  <a:gd name="T108" fmla="*/ 611 h 61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5" h="611">
                    <a:moveTo>
                      <a:pt x="55" y="194"/>
                    </a:moveTo>
                    <a:lnTo>
                      <a:pt x="107" y="264"/>
                    </a:lnTo>
                    <a:lnTo>
                      <a:pt x="182" y="334"/>
                    </a:lnTo>
                    <a:lnTo>
                      <a:pt x="199" y="354"/>
                    </a:lnTo>
                    <a:lnTo>
                      <a:pt x="257" y="334"/>
                    </a:lnTo>
                    <a:lnTo>
                      <a:pt x="254" y="387"/>
                    </a:lnTo>
                    <a:lnTo>
                      <a:pt x="301" y="424"/>
                    </a:lnTo>
                    <a:lnTo>
                      <a:pt x="413" y="470"/>
                    </a:lnTo>
                    <a:lnTo>
                      <a:pt x="479" y="502"/>
                    </a:lnTo>
                    <a:lnTo>
                      <a:pt x="538" y="543"/>
                    </a:lnTo>
                    <a:lnTo>
                      <a:pt x="580" y="585"/>
                    </a:lnTo>
                    <a:lnTo>
                      <a:pt x="901" y="20"/>
                    </a:lnTo>
                    <a:lnTo>
                      <a:pt x="938" y="0"/>
                    </a:lnTo>
                    <a:lnTo>
                      <a:pt x="976" y="0"/>
                    </a:lnTo>
                    <a:lnTo>
                      <a:pt x="985" y="20"/>
                    </a:lnTo>
                    <a:lnTo>
                      <a:pt x="967" y="29"/>
                    </a:lnTo>
                    <a:lnTo>
                      <a:pt x="936" y="29"/>
                    </a:lnTo>
                    <a:lnTo>
                      <a:pt x="899" y="48"/>
                    </a:lnTo>
                    <a:lnTo>
                      <a:pt x="865" y="90"/>
                    </a:lnTo>
                    <a:lnTo>
                      <a:pt x="580" y="611"/>
                    </a:lnTo>
                    <a:lnTo>
                      <a:pt x="459" y="565"/>
                    </a:lnTo>
                    <a:lnTo>
                      <a:pt x="538" y="578"/>
                    </a:lnTo>
                    <a:lnTo>
                      <a:pt x="485" y="532"/>
                    </a:lnTo>
                    <a:lnTo>
                      <a:pt x="404" y="486"/>
                    </a:lnTo>
                    <a:lnTo>
                      <a:pt x="325" y="458"/>
                    </a:lnTo>
                    <a:lnTo>
                      <a:pt x="296" y="453"/>
                    </a:lnTo>
                    <a:lnTo>
                      <a:pt x="362" y="519"/>
                    </a:lnTo>
                    <a:lnTo>
                      <a:pt x="301" y="475"/>
                    </a:lnTo>
                    <a:lnTo>
                      <a:pt x="257" y="440"/>
                    </a:lnTo>
                    <a:lnTo>
                      <a:pt x="204" y="383"/>
                    </a:lnTo>
                    <a:lnTo>
                      <a:pt x="136" y="315"/>
                    </a:lnTo>
                    <a:lnTo>
                      <a:pt x="74" y="269"/>
                    </a:lnTo>
                    <a:lnTo>
                      <a:pt x="24" y="224"/>
                    </a:lnTo>
                    <a:lnTo>
                      <a:pt x="0" y="185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4" name="Freeform 166">
                <a:extLst>
                  <a:ext uri="{FF2B5EF4-FFF2-40B4-BE49-F238E27FC236}">
                    <a16:creationId xmlns:a16="http://schemas.microsoft.com/office/drawing/2014/main" id="{9D0FB241-0DB6-6B4C-AC42-75E14A98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95"/>
                <a:ext cx="36" cy="44"/>
              </a:xfrm>
              <a:custGeom>
                <a:avLst/>
                <a:gdLst>
                  <a:gd name="T0" fmla="*/ 0 w 281"/>
                  <a:gd name="T1" fmla="*/ 0 h 354"/>
                  <a:gd name="T2" fmla="*/ 0 w 281"/>
                  <a:gd name="T3" fmla="*/ 0 h 354"/>
                  <a:gd name="T4" fmla="*/ 0 w 281"/>
                  <a:gd name="T5" fmla="*/ 0 h 354"/>
                  <a:gd name="T6" fmla="*/ 0 w 281"/>
                  <a:gd name="T7" fmla="*/ 0 h 354"/>
                  <a:gd name="T8" fmla="*/ 0 w 281"/>
                  <a:gd name="T9" fmla="*/ 0 h 354"/>
                  <a:gd name="T10" fmla="*/ 0 w 281"/>
                  <a:gd name="T11" fmla="*/ 0 h 354"/>
                  <a:gd name="T12" fmla="*/ 0 w 281"/>
                  <a:gd name="T13" fmla="*/ 0 h 354"/>
                  <a:gd name="T14" fmla="*/ 0 w 281"/>
                  <a:gd name="T15" fmla="*/ 0 h 354"/>
                  <a:gd name="T16" fmla="*/ 0 w 281"/>
                  <a:gd name="T17" fmla="*/ 0 h 3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1"/>
                  <a:gd name="T28" fmla="*/ 0 h 354"/>
                  <a:gd name="T29" fmla="*/ 281 w 281"/>
                  <a:gd name="T30" fmla="*/ 354 h 35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1" h="354">
                    <a:moveTo>
                      <a:pt x="0" y="338"/>
                    </a:moveTo>
                    <a:lnTo>
                      <a:pt x="199" y="42"/>
                    </a:lnTo>
                    <a:lnTo>
                      <a:pt x="228" y="17"/>
                    </a:lnTo>
                    <a:lnTo>
                      <a:pt x="254" y="0"/>
                    </a:lnTo>
                    <a:lnTo>
                      <a:pt x="281" y="6"/>
                    </a:lnTo>
                    <a:lnTo>
                      <a:pt x="241" y="22"/>
                    </a:lnTo>
                    <a:lnTo>
                      <a:pt x="206" y="54"/>
                    </a:lnTo>
                    <a:lnTo>
                      <a:pt x="4" y="354"/>
                    </a:lnTo>
                    <a:lnTo>
                      <a:pt x="0" y="3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5" name="Freeform 167">
                <a:extLst>
                  <a:ext uri="{FF2B5EF4-FFF2-40B4-BE49-F238E27FC236}">
                    <a16:creationId xmlns:a16="http://schemas.microsoft.com/office/drawing/2014/main" id="{5A26DA93-22B3-6742-8435-6AFC3230D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40"/>
                <a:ext cx="87" cy="30"/>
              </a:xfrm>
              <a:custGeom>
                <a:avLst/>
                <a:gdLst>
                  <a:gd name="T0" fmla="*/ 0 w 696"/>
                  <a:gd name="T1" fmla="*/ 0 h 242"/>
                  <a:gd name="T2" fmla="*/ 0 w 696"/>
                  <a:gd name="T3" fmla="*/ 0 h 242"/>
                  <a:gd name="T4" fmla="*/ 0 w 696"/>
                  <a:gd name="T5" fmla="*/ 0 h 242"/>
                  <a:gd name="T6" fmla="*/ 0 w 696"/>
                  <a:gd name="T7" fmla="*/ 0 h 242"/>
                  <a:gd name="T8" fmla="*/ 0 w 696"/>
                  <a:gd name="T9" fmla="*/ 0 h 242"/>
                  <a:gd name="T10" fmla="*/ 0 w 696"/>
                  <a:gd name="T11" fmla="*/ 0 h 242"/>
                  <a:gd name="T12" fmla="*/ 0 w 696"/>
                  <a:gd name="T13" fmla="*/ 0 h 242"/>
                  <a:gd name="T14" fmla="*/ 0 w 696"/>
                  <a:gd name="T15" fmla="*/ 0 h 242"/>
                  <a:gd name="T16" fmla="*/ 0 w 696"/>
                  <a:gd name="T17" fmla="*/ 0 h 242"/>
                  <a:gd name="T18" fmla="*/ 0 w 696"/>
                  <a:gd name="T19" fmla="*/ 0 h 242"/>
                  <a:gd name="T20" fmla="*/ 0 w 696"/>
                  <a:gd name="T21" fmla="*/ 0 h 242"/>
                  <a:gd name="T22" fmla="*/ 0 w 696"/>
                  <a:gd name="T23" fmla="*/ 0 h 242"/>
                  <a:gd name="T24" fmla="*/ 0 w 696"/>
                  <a:gd name="T25" fmla="*/ 0 h 242"/>
                  <a:gd name="T26" fmla="*/ 0 w 696"/>
                  <a:gd name="T27" fmla="*/ 0 h 242"/>
                  <a:gd name="T28" fmla="*/ 0 w 696"/>
                  <a:gd name="T29" fmla="*/ 0 h 242"/>
                  <a:gd name="T30" fmla="*/ 0 w 696"/>
                  <a:gd name="T31" fmla="*/ 0 h 242"/>
                  <a:gd name="T32" fmla="*/ 0 w 696"/>
                  <a:gd name="T33" fmla="*/ 0 h 242"/>
                  <a:gd name="T34" fmla="*/ 0 w 696"/>
                  <a:gd name="T35" fmla="*/ 0 h 242"/>
                  <a:gd name="T36" fmla="*/ 0 w 696"/>
                  <a:gd name="T37" fmla="*/ 0 h 242"/>
                  <a:gd name="T38" fmla="*/ 0 w 696"/>
                  <a:gd name="T39" fmla="*/ 0 h 242"/>
                  <a:gd name="T40" fmla="*/ 0 w 696"/>
                  <a:gd name="T41" fmla="*/ 0 h 242"/>
                  <a:gd name="T42" fmla="*/ 0 w 696"/>
                  <a:gd name="T43" fmla="*/ 0 h 242"/>
                  <a:gd name="T44" fmla="*/ 0 w 696"/>
                  <a:gd name="T45" fmla="*/ 0 h 242"/>
                  <a:gd name="T46" fmla="*/ 0 w 696"/>
                  <a:gd name="T47" fmla="*/ 0 h 242"/>
                  <a:gd name="T48" fmla="*/ 0 w 696"/>
                  <a:gd name="T49" fmla="*/ 0 h 242"/>
                  <a:gd name="T50" fmla="*/ 0 w 696"/>
                  <a:gd name="T51" fmla="*/ 0 h 242"/>
                  <a:gd name="T52" fmla="*/ 0 w 696"/>
                  <a:gd name="T53" fmla="*/ 0 h 242"/>
                  <a:gd name="T54" fmla="*/ 0 w 696"/>
                  <a:gd name="T55" fmla="*/ 0 h 242"/>
                  <a:gd name="T56" fmla="*/ 0 w 696"/>
                  <a:gd name="T57" fmla="*/ 0 h 242"/>
                  <a:gd name="T58" fmla="*/ 0 w 696"/>
                  <a:gd name="T59" fmla="*/ 0 h 242"/>
                  <a:gd name="T60" fmla="*/ 0 w 696"/>
                  <a:gd name="T61" fmla="*/ 0 h 242"/>
                  <a:gd name="T62" fmla="*/ 0 w 696"/>
                  <a:gd name="T63" fmla="*/ 0 h 242"/>
                  <a:gd name="T64" fmla="*/ 0 w 696"/>
                  <a:gd name="T65" fmla="*/ 0 h 242"/>
                  <a:gd name="T66" fmla="*/ 0 w 696"/>
                  <a:gd name="T67" fmla="*/ 0 h 242"/>
                  <a:gd name="T68" fmla="*/ 0 w 696"/>
                  <a:gd name="T69" fmla="*/ 0 h 242"/>
                  <a:gd name="T70" fmla="*/ 0 w 696"/>
                  <a:gd name="T71" fmla="*/ 0 h 242"/>
                  <a:gd name="T72" fmla="*/ 0 w 696"/>
                  <a:gd name="T73" fmla="*/ 0 h 2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96"/>
                  <a:gd name="T112" fmla="*/ 0 h 242"/>
                  <a:gd name="T113" fmla="*/ 696 w 696"/>
                  <a:gd name="T114" fmla="*/ 242 h 24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96" h="242">
                    <a:moveTo>
                      <a:pt x="0" y="242"/>
                    </a:moveTo>
                    <a:lnTo>
                      <a:pt x="39" y="215"/>
                    </a:lnTo>
                    <a:lnTo>
                      <a:pt x="81" y="180"/>
                    </a:lnTo>
                    <a:lnTo>
                      <a:pt x="131" y="111"/>
                    </a:lnTo>
                    <a:lnTo>
                      <a:pt x="156" y="69"/>
                    </a:lnTo>
                    <a:lnTo>
                      <a:pt x="180" y="49"/>
                    </a:lnTo>
                    <a:lnTo>
                      <a:pt x="208" y="31"/>
                    </a:lnTo>
                    <a:lnTo>
                      <a:pt x="248" y="21"/>
                    </a:lnTo>
                    <a:lnTo>
                      <a:pt x="369" y="0"/>
                    </a:lnTo>
                    <a:lnTo>
                      <a:pt x="439" y="3"/>
                    </a:lnTo>
                    <a:lnTo>
                      <a:pt x="527" y="40"/>
                    </a:lnTo>
                    <a:lnTo>
                      <a:pt x="592" y="88"/>
                    </a:lnTo>
                    <a:lnTo>
                      <a:pt x="696" y="137"/>
                    </a:lnTo>
                    <a:lnTo>
                      <a:pt x="617" y="125"/>
                    </a:lnTo>
                    <a:lnTo>
                      <a:pt x="564" y="106"/>
                    </a:lnTo>
                    <a:lnTo>
                      <a:pt x="527" y="86"/>
                    </a:lnTo>
                    <a:lnTo>
                      <a:pt x="483" y="75"/>
                    </a:lnTo>
                    <a:lnTo>
                      <a:pt x="459" y="79"/>
                    </a:lnTo>
                    <a:lnTo>
                      <a:pt x="435" y="150"/>
                    </a:lnTo>
                    <a:lnTo>
                      <a:pt x="384" y="211"/>
                    </a:lnTo>
                    <a:lnTo>
                      <a:pt x="421" y="152"/>
                    </a:lnTo>
                    <a:lnTo>
                      <a:pt x="447" y="69"/>
                    </a:lnTo>
                    <a:lnTo>
                      <a:pt x="447" y="49"/>
                    </a:lnTo>
                    <a:lnTo>
                      <a:pt x="430" y="28"/>
                    </a:lnTo>
                    <a:lnTo>
                      <a:pt x="384" y="16"/>
                    </a:lnTo>
                    <a:lnTo>
                      <a:pt x="329" y="21"/>
                    </a:lnTo>
                    <a:lnTo>
                      <a:pt x="313" y="44"/>
                    </a:lnTo>
                    <a:lnTo>
                      <a:pt x="343" y="222"/>
                    </a:lnTo>
                    <a:lnTo>
                      <a:pt x="325" y="222"/>
                    </a:lnTo>
                    <a:lnTo>
                      <a:pt x="256" y="198"/>
                    </a:lnTo>
                    <a:lnTo>
                      <a:pt x="195" y="174"/>
                    </a:lnTo>
                    <a:lnTo>
                      <a:pt x="164" y="150"/>
                    </a:lnTo>
                    <a:lnTo>
                      <a:pt x="145" y="137"/>
                    </a:lnTo>
                    <a:lnTo>
                      <a:pt x="108" y="174"/>
                    </a:lnTo>
                    <a:lnTo>
                      <a:pt x="67" y="210"/>
                    </a:lnTo>
                    <a:lnTo>
                      <a:pt x="25" y="231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6" name="Freeform 168">
                <a:extLst>
                  <a:ext uri="{FF2B5EF4-FFF2-40B4-BE49-F238E27FC236}">
                    <a16:creationId xmlns:a16="http://schemas.microsoft.com/office/drawing/2014/main" id="{194B0976-6A3C-BB4E-8DF6-E1D7633C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594"/>
                <a:ext cx="49" cy="55"/>
              </a:xfrm>
              <a:custGeom>
                <a:avLst/>
                <a:gdLst>
                  <a:gd name="T0" fmla="*/ 0 w 385"/>
                  <a:gd name="T1" fmla="*/ 0 h 439"/>
                  <a:gd name="T2" fmla="*/ 0 w 385"/>
                  <a:gd name="T3" fmla="*/ 0 h 439"/>
                  <a:gd name="T4" fmla="*/ 0 w 385"/>
                  <a:gd name="T5" fmla="*/ 0 h 439"/>
                  <a:gd name="T6" fmla="*/ 0 w 385"/>
                  <a:gd name="T7" fmla="*/ 0 h 439"/>
                  <a:gd name="T8" fmla="*/ 0 w 385"/>
                  <a:gd name="T9" fmla="*/ 0 h 439"/>
                  <a:gd name="T10" fmla="*/ 0 w 385"/>
                  <a:gd name="T11" fmla="*/ 0 h 439"/>
                  <a:gd name="T12" fmla="*/ 0 w 385"/>
                  <a:gd name="T13" fmla="*/ 0 h 439"/>
                  <a:gd name="T14" fmla="*/ 0 w 385"/>
                  <a:gd name="T15" fmla="*/ 0 h 439"/>
                  <a:gd name="T16" fmla="*/ 0 w 385"/>
                  <a:gd name="T17" fmla="*/ 0 h 439"/>
                  <a:gd name="T18" fmla="*/ 0 w 385"/>
                  <a:gd name="T19" fmla="*/ 0 h 439"/>
                  <a:gd name="T20" fmla="*/ 0 w 385"/>
                  <a:gd name="T21" fmla="*/ 0 h 439"/>
                  <a:gd name="T22" fmla="*/ 0 w 385"/>
                  <a:gd name="T23" fmla="*/ 0 h 439"/>
                  <a:gd name="T24" fmla="*/ 0 w 385"/>
                  <a:gd name="T25" fmla="*/ 0 h 439"/>
                  <a:gd name="T26" fmla="*/ 0 w 385"/>
                  <a:gd name="T27" fmla="*/ 0 h 439"/>
                  <a:gd name="T28" fmla="*/ 0 w 385"/>
                  <a:gd name="T29" fmla="*/ 0 h 439"/>
                  <a:gd name="T30" fmla="*/ 0 w 385"/>
                  <a:gd name="T31" fmla="*/ 0 h 439"/>
                  <a:gd name="T32" fmla="*/ 0 w 385"/>
                  <a:gd name="T33" fmla="*/ 0 h 439"/>
                  <a:gd name="T34" fmla="*/ 0 w 385"/>
                  <a:gd name="T35" fmla="*/ 0 h 439"/>
                  <a:gd name="T36" fmla="*/ 0 w 385"/>
                  <a:gd name="T37" fmla="*/ 0 h 4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85"/>
                  <a:gd name="T58" fmla="*/ 0 h 439"/>
                  <a:gd name="T59" fmla="*/ 385 w 385"/>
                  <a:gd name="T60" fmla="*/ 439 h 4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85" h="439">
                    <a:moveTo>
                      <a:pt x="0" y="0"/>
                    </a:moveTo>
                    <a:lnTo>
                      <a:pt x="40" y="55"/>
                    </a:lnTo>
                    <a:lnTo>
                      <a:pt x="63" y="111"/>
                    </a:lnTo>
                    <a:lnTo>
                      <a:pt x="86" y="256"/>
                    </a:lnTo>
                    <a:lnTo>
                      <a:pt x="75" y="439"/>
                    </a:lnTo>
                    <a:lnTo>
                      <a:pt x="114" y="274"/>
                    </a:lnTo>
                    <a:lnTo>
                      <a:pt x="148" y="189"/>
                    </a:lnTo>
                    <a:lnTo>
                      <a:pt x="204" y="107"/>
                    </a:lnTo>
                    <a:lnTo>
                      <a:pt x="235" y="111"/>
                    </a:lnTo>
                    <a:lnTo>
                      <a:pt x="211" y="256"/>
                    </a:lnTo>
                    <a:lnTo>
                      <a:pt x="215" y="292"/>
                    </a:lnTo>
                    <a:lnTo>
                      <a:pt x="385" y="74"/>
                    </a:lnTo>
                    <a:lnTo>
                      <a:pt x="310" y="26"/>
                    </a:lnTo>
                    <a:lnTo>
                      <a:pt x="252" y="67"/>
                    </a:lnTo>
                    <a:lnTo>
                      <a:pt x="204" y="58"/>
                    </a:lnTo>
                    <a:lnTo>
                      <a:pt x="112" y="81"/>
                    </a:lnTo>
                    <a:lnTo>
                      <a:pt x="81" y="81"/>
                    </a:lnTo>
                    <a:lnTo>
                      <a:pt x="37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7" name="Freeform 169">
                <a:extLst>
                  <a:ext uri="{FF2B5EF4-FFF2-40B4-BE49-F238E27FC236}">
                    <a16:creationId xmlns:a16="http://schemas.microsoft.com/office/drawing/2014/main" id="{D95713DC-31F3-684B-AE83-766852C44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4"/>
                <a:ext cx="103" cy="290"/>
              </a:xfrm>
              <a:custGeom>
                <a:avLst/>
                <a:gdLst>
                  <a:gd name="T0" fmla="*/ 0 w 819"/>
                  <a:gd name="T1" fmla="*/ 0 h 2318"/>
                  <a:gd name="T2" fmla="*/ 0 w 819"/>
                  <a:gd name="T3" fmla="*/ 0 h 2318"/>
                  <a:gd name="T4" fmla="*/ 0 w 819"/>
                  <a:gd name="T5" fmla="*/ 0 h 2318"/>
                  <a:gd name="T6" fmla="*/ 0 w 819"/>
                  <a:gd name="T7" fmla="*/ 0 h 2318"/>
                  <a:gd name="T8" fmla="*/ 0 w 819"/>
                  <a:gd name="T9" fmla="*/ 0 h 2318"/>
                  <a:gd name="T10" fmla="*/ 0 w 819"/>
                  <a:gd name="T11" fmla="*/ 0 h 2318"/>
                  <a:gd name="T12" fmla="*/ 0 w 819"/>
                  <a:gd name="T13" fmla="*/ 0 h 2318"/>
                  <a:gd name="T14" fmla="*/ 0 w 819"/>
                  <a:gd name="T15" fmla="*/ 0 h 2318"/>
                  <a:gd name="T16" fmla="*/ 0 w 819"/>
                  <a:gd name="T17" fmla="*/ 0 h 2318"/>
                  <a:gd name="T18" fmla="*/ 0 w 819"/>
                  <a:gd name="T19" fmla="*/ 0 h 2318"/>
                  <a:gd name="T20" fmla="*/ 0 w 819"/>
                  <a:gd name="T21" fmla="*/ 0 h 2318"/>
                  <a:gd name="T22" fmla="*/ 0 w 819"/>
                  <a:gd name="T23" fmla="*/ 0 h 2318"/>
                  <a:gd name="T24" fmla="*/ 0 w 819"/>
                  <a:gd name="T25" fmla="*/ 0 h 2318"/>
                  <a:gd name="T26" fmla="*/ 0 w 819"/>
                  <a:gd name="T27" fmla="*/ 0 h 2318"/>
                  <a:gd name="T28" fmla="*/ 0 w 819"/>
                  <a:gd name="T29" fmla="*/ 0 h 2318"/>
                  <a:gd name="T30" fmla="*/ 0 w 819"/>
                  <a:gd name="T31" fmla="*/ 0 h 2318"/>
                  <a:gd name="T32" fmla="*/ 0 w 819"/>
                  <a:gd name="T33" fmla="*/ 0 h 2318"/>
                  <a:gd name="T34" fmla="*/ 0 w 819"/>
                  <a:gd name="T35" fmla="*/ 0 h 2318"/>
                  <a:gd name="T36" fmla="*/ 0 w 819"/>
                  <a:gd name="T37" fmla="*/ 0 h 2318"/>
                  <a:gd name="T38" fmla="*/ 0 w 819"/>
                  <a:gd name="T39" fmla="*/ 0 h 2318"/>
                  <a:gd name="T40" fmla="*/ 0 w 819"/>
                  <a:gd name="T41" fmla="*/ 0 h 2318"/>
                  <a:gd name="T42" fmla="*/ 0 w 819"/>
                  <a:gd name="T43" fmla="*/ 0 h 2318"/>
                  <a:gd name="T44" fmla="*/ 0 w 819"/>
                  <a:gd name="T45" fmla="*/ 0 h 2318"/>
                  <a:gd name="T46" fmla="*/ 0 w 819"/>
                  <a:gd name="T47" fmla="*/ 0 h 2318"/>
                  <a:gd name="T48" fmla="*/ 0 w 819"/>
                  <a:gd name="T49" fmla="*/ 0 h 2318"/>
                  <a:gd name="T50" fmla="*/ 0 w 819"/>
                  <a:gd name="T51" fmla="*/ 0 h 2318"/>
                  <a:gd name="T52" fmla="*/ 0 w 819"/>
                  <a:gd name="T53" fmla="*/ 0 h 2318"/>
                  <a:gd name="T54" fmla="*/ 0 w 819"/>
                  <a:gd name="T55" fmla="*/ 0 h 2318"/>
                  <a:gd name="T56" fmla="*/ 0 w 819"/>
                  <a:gd name="T57" fmla="*/ 0 h 2318"/>
                  <a:gd name="T58" fmla="*/ 0 w 819"/>
                  <a:gd name="T59" fmla="*/ 0 h 2318"/>
                  <a:gd name="T60" fmla="*/ 0 w 819"/>
                  <a:gd name="T61" fmla="*/ 0 h 2318"/>
                  <a:gd name="T62" fmla="*/ 0 w 819"/>
                  <a:gd name="T63" fmla="*/ 0 h 2318"/>
                  <a:gd name="T64" fmla="*/ 0 w 819"/>
                  <a:gd name="T65" fmla="*/ 0 h 2318"/>
                  <a:gd name="T66" fmla="*/ 0 w 819"/>
                  <a:gd name="T67" fmla="*/ 0 h 23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19"/>
                  <a:gd name="T103" fmla="*/ 0 h 2318"/>
                  <a:gd name="T104" fmla="*/ 819 w 819"/>
                  <a:gd name="T105" fmla="*/ 2318 h 231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19" h="2318">
                    <a:moveTo>
                      <a:pt x="102" y="23"/>
                    </a:moveTo>
                    <a:lnTo>
                      <a:pt x="196" y="140"/>
                    </a:lnTo>
                    <a:lnTo>
                      <a:pt x="275" y="327"/>
                    </a:lnTo>
                    <a:lnTo>
                      <a:pt x="424" y="714"/>
                    </a:lnTo>
                    <a:lnTo>
                      <a:pt x="579" y="1265"/>
                    </a:lnTo>
                    <a:lnTo>
                      <a:pt x="712" y="1680"/>
                    </a:lnTo>
                    <a:lnTo>
                      <a:pt x="819" y="1925"/>
                    </a:lnTo>
                    <a:lnTo>
                      <a:pt x="660" y="2318"/>
                    </a:lnTo>
                    <a:lnTo>
                      <a:pt x="526" y="2190"/>
                    </a:lnTo>
                    <a:lnTo>
                      <a:pt x="252" y="1992"/>
                    </a:lnTo>
                    <a:lnTo>
                      <a:pt x="35" y="546"/>
                    </a:lnTo>
                    <a:lnTo>
                      <a:pt x="0" y="274"/>
                    </a:lnTo>
                    <a:lnTo>
                      <a:pt x="17" y="103"/>
                    </a:lnTo>
                    <a:lnTo>
                      <a:pt x="35" y="41"/>
                    </a:lnTo>
                    <a:lnTo>
                      <a:pt x="35" y="0"/>
                    </a:lnTo>
                    <a:lnTo>
                      <a:pt x="60" y="41"/>
                    </a:lnTo>
                    <a:lnTo>
                      <a:pt x="53" y="134"/>
                    </a:lnTo>
                    <a:lnTo>
                      <a:pt x="60" y="292"/>
                    </a:lnTo>
                    <a:lnTo>
                      <a:pt x="77" y="465"/>
                    </a:lnTo>
                    <a:lnTo>
                      <a:pt x="116" y="707"/>
                    </a:lnTo>
                    <a:lnTo>
                      <a:pt x="284" y="1487"/>
                    </a:lnTo>
                    <a:lnTo>
                      <a:pt x="343" y="1953"/>
                    </a:lnTo>
                    <a:lnTo>
                      <a:pt x="360" y="2010"/>
                    </a:lnTo>
                    <a:lnTo>
                      <a:pt x="512" y="2142"/>
                    </a:lnTo>
                    <a:lnTo>
                      <a:pt x="642" y="2252"/>
                    </a:lnTo>
                    <a:lnTo>
                      <a:pt x="734" y="2019"/>
                    </a:lnTo>
                    <a:lnTo>
                      <a:pt x="778" y="1925"/>
                    </a:lnTo>
                    <a:lnTo>
                      <a:pt x="651" y="1604"/>
                    </a:lnTo>
                    <a:lnTo>
                      <a:pt x="561" y="1296"/>
                    </a:lnTo>
                    <a:lnTo>
                      <a:pt x="433" y="863"/>
                    </a:lnTo>
                    <a:lnTo>
                      <a:pt x="351" y="555"/>
                    </a:lnTo>
                    <a:lnTo>
                      <a:pt x="235" y="239"/>
                    </a:lnTo>
                    <a:lnTo>
                      <a:pt x="162" y="116"/>
                    </a:lnTo>
                    <a:lnTo>
                      <a:pt x="10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8" name="Freeform 170">
                <a:extLst>
                  <a:ext uri="{FF2B5EF4-FFF2-40B4-BE49-F238E27FC236}">
                    <a16:creationId xmlns:a16="http://schemas.microsoft.com/office/drawing/2014/main" id="{0258F616-D271-004E-846F-2ADC5770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55"/>
                <a:ext cx="283" cy="233"/>
              </a:xfrm>
              <a:custGeom>
                <a:avLst/>
                <a:gdLst>
                  <a:gd name="T0" fmla="*/ 0 w 2266"/>
                  <a:gd name="T1" fmla="*/ 0 h 1862"/>
                  <a:gd name="T2" fmla="*/ 0 w 2266"/>
                  <a:gd name="T3" fmla="*/ 0 h 1862"/>
                  <a:gd name="T4" fmla="*/ 0 w 2266"/>
                  <a:gd name="T5" fmla="*/ 0 h 1862"/>
                  <a:gd name="T6" fmla="*/ 0 w 2266"/>
                  <a:gd name="T7" fmla="*/ 0 h 1862"/>
                  <a:gd name="T8" fmla="*/ 0 w 2266"/>
                  <a:gd name="T9" fmla="*/ 0 h 1862"/>
                  <a:gd name="T10" fmla="*/ 0 w 2266"/>
                  <a:gd name="T11" fmla="*/ 0 h 1862"/>
                  <a:gd name="T12" fmla="*/ 0 w 2266"/>
                  <a:gd name="T13" fmla="*/ 0 h 1862"/>
                  <a:gd name="T14" fmla="*/ 0 w 2266"/>
                  <a:gd name="T15" fmla="*/ 0 h 1862"/>
                  <a:gd name="T16" fmla="*/ 0 w 2266"/>
                  <a:gd name="T17" fmla="*/ 0 h 1862"/>
                  <a:gd name="T18" fmla="*/ 0 w 2266"/>
                  <a:gd name="T19" fmla="*/ 0 h 1862"/>
                  <a:gd name="T20" fmla="*/ 0 w 2266"/>
                  <a:gd name="T21" fmla="*/ 0 h 1862"/>
                  <a:gd name="T22" fmla="*/ 0 w 2266"/>
                  <a:gd name="T23" fmla="*/ 0 h 1862"/>
                  <a:gd name="T24" fmla="*/ 0 w 2266"/>
                  <a:gd name="T25" fmla="*/ 0 h 1862"/>
                  <a:gd name="T26" fmla="*/ 0 w 2266"/>
                  <a:gd name="T27" fmla="*/ 0 h 1862"/>
                  <a:gd name="T28" fmla="*/ 0 w 2266"/>
                  <a:gd name="T29" fmla="*/ 0 h 1862"/>
                  <a:gd name="T30" fmla="*/ 0 w 2266"/>
                  <a:gd name="T31" fmla="*/ 0 h 1862"/>
                  <a:gd name="T32" fmla="*/ 0 w 2266"/>
                  <a:gd name="T33" fmla="*/ 0 h 1862"/>
                  <a:gd name="T34" fmla="*/ 0 w 2266"/>
                  <a:gd name="T35" fmla="*/ 0 h 1862"/>
                  <a:gd name="T36" fmla="*/ 0 w 2266"/>
                  <a:gd name="T37" fmla="*/ 0 h 1862"/>
                  <a:gd name="T38" fmla="*/ 0 w 2266"/>
                  <a:gd name="T39" fmla="*/ 0 h 1862"/>
                  <a:gd name="T40" fmla="*/ 0 w 2266"/>
                  <a:gd name="T41" fmla="*/ 0 h 1862"/>
                  <a:gd name="T42" fmla="*/ 0 w 2266"/>
                  <a:gd name="T43" fmla="*/ 0 h 1862"/>
                  <a:gd name="T44" fmla="*/ 0 w 2266"/>
                  <a:gd name="T45" fmla="*/ 0 h 1862"/>
                  <a:gd name="T46" fmla="*/ 0 w 2266"/>
                  <a:gd name="T47" fmla="*/ 0 h 1862"/>
                  <a:gd name="T48" fmla="*/ 0 w 2266"/>
                  <a:gd name="T49" fmla="*/ 0 h 1862"/>
                  <a:gd name="T50" fmla="*/ 0 w 2266"/>
                  <a:gd name="T51" fmla="*/ 0 h 1862"/>
                  <a:gd name="T52" fmla="*/ 0 w 2266"/>
                  <a:gd name="T53" fmla="*/ 0 h 1862"/>
                  <a:gd name="T54" fmla="*/ 0 w 2266"/>
                  <a:gd name="T55" fmla="*/ 0 h 1862"/>
                  <a:gd name="T56" fmla="*/ 0 w 2266"/>
                  <a:gd name="T57" fmla="*/ 0 h 1862"/>
                  <a:gd name="T58" fmla="*/ 0 w 2266"/>
                  <a:gd name="T59" fmla="*/ 0 h 1862"/>
                  <a:gd name="T60" fmla="*/ 0 w 2266"/>
                  <a:gd name="T61" fmla="*/ 0 h 1862"/>
                  <a:gd name="T62" fmla="*/ 0 w 2266"/>
                  <a:gd name="T63" fmla="*/ 0 h 1862"/>
                  <a:gd name="T64" fmla="*/ 0 w 2266"/>
                  <a:gd name="T65" fmla="*/ 0 h 1862"/>
                  <a:gd name="T66" fmla="*/ 0 w 2266"/>
                  <a:gd name="T67" fmla="*/ 0 h 1862"/>
                  <a:gd name="T68" fmla="*/ 0 w 2266"/>
                  <a:gd name="T69" fmla="*/ 0 h 1862"/>
                  <a:gd name="T70" fmla="*/ 0 w 2266"/>
                  <a:gd name="T71" fmla="*/ 0 h 1862"/>
                  <a:gd name="T72" fmla="*/ 0 w 2266"/>
                  <a:gd name="T73" fmla="*/ 0 h 18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66"/>
                  <a:gd name="T112" fmla="*/ 0 h 1862"/>
                  <a:gd name="T113" fmla="*/ 2266 w 2266"/>
                  <a:gd name="T114" fmla="*/ 1862 h 186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66" h="1862">
                    <a:moveTo>
                      <a:pt x="947" y="954"/>
                    </a:moveTo>
                    <a:lnTo>
                      <a:pt x="1211" y="1046"/>
                    </a:lnTo>
                    <a:lnTo>
                      <a:pt x="1455" y="1180"/>
                    </a:lnTo>
                    <a:lnTo>
                      <a:pt x="1630" y="1244"/>
                    </a:lnTo>
                    <a:lnTo>
                      <a:pt x="1747" y="1362"/>
                    </a:lnTo>
                    <a:lnTo>
                      <a:pt x="1925" y="1436"/>
                    </a:lnTo>
                    <a:lnTo>
                      <a:pt x="1914" y="1348"/>
                    </a:lnTo>
                    <a:lnTo>
                      <a:pt x="1764" y="1189"/>
                    </a:lnTo>
                    <a:lnTo>
                      <a:pt x="1582" y="1055"/>
                    </a:lnTo>
                    <a:lnTo>
                      <a:pt x="1854" y="1194"/>
                    </a:lnTo>
                    <a:lnTo>
                      <a:pt x="1905" y="908"/>
                    </a:lnTo>
                    <a:lnTo>
                      <a:pt x="1815" y="921"/>
                    </a:lnTo>
                    <a:lnTo>
                      <a:pt x="1747" y="908"/>
                    </a:lnTo>
                    <a:lnTo>
                      <a:pt x="1663" y="855"/>
                    </a:lnTo>
                    <a:lnTo>
                      <a:pt x="1738" y="839"/>
                    </a:lnTo>
                    <a:lnTo>
                      <a:pt x="1815" y="765"/>
                    </a:lnTo>
                    <a:lnTo>
                      <a:pt x="1863" y="682"/>
                    </a:lnTo>
                    <a:lnTo>
                      <a:pt x="1905" y="506"/>
                    </a:lnTo>
                    <a:lnTo>
                      <a:pt x="1914" y="273"/>
                    </a:lnTo>
                    <a:lnTo>
                      <a:pt x="1872" y="0"/>
                    </a:lnTo>
                    <a:lnTo>
                      <a:pt x="2048" y="168"/>
                    </a:lnTo>
                    <a:lnTo>
                      <a:pt x="2131" y="308"/>
                    </a:lnTo>
                    <a:lnTo>
                      <a:pt x="2110" y="325"/>
                    </a:lnTo>
                    <a:lnTo>
                      <a:pt x="1988" y="242"/>
                    </a:lnTo>
                    <a:lnTo>
                      <a:pt x="2013" y="541"/>
                    </a:lnTo>
                    <a:lnTo>
                      <a:pt x="2165" y="839"/>
                    </a:lnTo>
                    <a:lnTo>
                      <a:pt x="2206" y="1014"/>
                    </a:lnTo>
                    <a:lnTo>
                      <a:pt x="2149" y="1079"/>
                    </a:lnTo>
                    <a:lnTo>
                      <a:pt x="2156" y="1180"/>
                    </a:lnTo>
                    <a:lnTo>
                      <a:pt x="2266" y="1348"/>
                    </a:lnTo>
                    <a:lnTo>
                      <a:pt x="2266" y="1398"/>
                    </a:lnTo>
                    <a:lnTo>
                      <a:pt x="2215" y="1459"/>
                    </a:lnTo>
                    <a:lnTo>
                      <a:pt x="2013" y="1593"/>
                    </a:lnTo>
                    <a:lnTo>
                      <a:pt x="1896" y="1680"/>
                    </a:lnTo>
                    <a:lnTo>
                      <a:pt x="1738" y="1862"/>
                    </a:lnTo>
                    <a:lnTo>
                      <a:pt x="1496" y="1862"/>
                    </a:lnTo>
                    <a:lnTo>
                      <a:pt x="1444" y="1833"/>
                    </a:lnTo>
                    <a:lnTo>
                      <a:pt x="1356" y="1824"/>
                    </a:lnTo>
                    <a:lnTo>
                      <a:pt x="1305" y="1862"/>
                    </a:lnTo>
                    <a:lnTo>
                      <a:pt x="0" y="1862"/>
                    </a:lnTo>
                    <a:lnTo>
                      <a:pt x="169" y="1752"/>
                    </a:lnTo>
                    <a:lnTo>
                      <a:pt x="344" y="1662"/>
                    </a:lnTo>
                    <a:lnTo>
                      <a:pt x="542" y="1578"/>
                    </a:lnTo>
                    <a:lnTo>
                      <a:pt x="747" y="1512"/>
                    </a:lnTo>
                    <a:lnTo>
                      <a:pt x="830" y="1496"/>
                    </a:lnTo>
                    <a:lnTo>
                      <a:pt x="865" y="1545"/>
                    </a:lnTo>
                    <a:lnTo>
                      <a:pt x="837" y="1668"/>
                    </a:lnTo>
                    <a:lnTo>
                      <a:pt x="877" y="1721"/>
                    </a:lnTo>
                    <a:lnTo>
                      <a:pt x="1178" y="1680"/>
                    </a:lnTo>
                    <a:lnTo>
                      <a:pt x="1187" y="1653"/>
                    </a:lnTo>
                    <a:lnTo>
                      <a:pt x="1174" y="1629"/>
                    </a:lnTo>
                    <a:lnTo>
                      <a:pt x="947" y="1653"/>
                    </a:lnTo>
                    <a:lnTo>
                      <a:pt x="911" y="1635"/>
                    </a:lnTo>
                    <a:lnTo>
                      <a:pt x="906" y="1545"/>
                    </a:lnTo>
                    <a:lnTo>
                      <a:pt x="964" y="1503"/>
                    </a:lnTo>
                    <a:lnTo>
                      <a:pt x="994" y="1539"/>
                    </a:lnTo>
                    <a:lnTo>
                      <a:pt x="1037" y="1593"/>
                    </a:lnTo>
                    <a:lnTo>
                      <a:pt x="1103" y="1593"/>
                    </a:lnTo>
                    <a:lnTo>
                      <a:pt x="1139" y="1521"/>
                    </a:lnTo>
                    <a:lnTo>
                      <a:pt x="1019" y="1479"/>
                    </a:lnTo>
                    <a:lnTo>
                      <a:pt x="969" y="1470"/>
                    </a:lnTo>
                    <a:lnTo>
                      <a:pt x="1156" y="1459"/>
                    </a:lnTo>
                    <a:lnTo>
                      <a:pt x="1428" y="1452"/>
                    </a:lnTo>
                    <a:lnTo>
                      <a:pt x="1571" y="1459"/>
                    </a:lnTo>
                    <a:lnTo>
                      <a:pt x="1413" y="1398"/>
                    </a:lnTo>
                    <a:lnTo>
                      <a:pt x="1331" y="1319"/>
                    </a:lnTo>
                    <a:lnTo>
                      <a:pt x="1437" y="1353"/>
                    </a:lnTo>
                    <a:lnTo>
                      <a:pt x="1707" y="1459"/>
                    </a:lnTo>
                    <a:lnTo>
                      <a:pt x="1848" y="1479"/>
                    </a:lnTo>
                    <a:lnTo>
                      <a:pt x="1531" y="1256"/>
                    </a:lnTo>
                    <a:lnTo>
                      <a:pt x="1266" y="1106"/>
                    </a:lnTo>
                    <a:lnTo>
                      <a:pt x="1095" y="1064"/>
                    </a:lnTo>
                    <a:lnTo>
                      <a:pt x="1037" y="1002"/>
                    </a:lnTo>
                    <a:lnTo>
                      <a:pt x="947" y="9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49" name="Freeform 171">
                <a:extLst>
                  <a:ext uri="{FF2B5EF4-FFF2-40B4-BE49-F238E27FC236}">
                    <a16:creationId xmlns:a16="http://schemas.microsoft.com/office/drawing/2014/main" id="{07C7A685-9546-7840-8E37-702F5598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95"/>
                <a:ext cx="55" cy="25"/>
              </a:xfrm>
              <a:custGeom>
                <a:avLst/>
                <a:gdLst>
                  <a:gd name="T0" fmla="*/ 0 w 443"/>
                  <a:gd name="T1" fmla="*/ 0 h 201"/>
                  <a:gd name="T2" fmla="*/ 0 w 443"/>
                  <a:gd name="T3" fmla="*/ 0 h 201"/>
                  <a:gd name="T4" fmla="*/ 0 w 443"/>
                  <a:gd name="T5" fmla="*/ 0 h 201"/>
                  <a:gd name="T6" fmla="*/ 0 w 443"/>
                  <a:gd name="T7" fmla="*/ 0 h 201"/>
                  <a:gd name="T8" fmla="*/ 0 w 443"/>
                  <a:gd name="T9" fmla="*/ 0 h 201"/>
                  <a:gd name="T10" fmla="*/ 0 w 443"/>
                  <a:gd name="T11" fmla="*/ 0 h 201"/>
                  <a:gd name="T12" fmla="*/ 0 w 443"/>
                  <a:gd name="T13" fmla="*/ 0 h 201"/>
                  <a:gd name="T14" fmla="*/ 0 w 443"/>
                  <a:gd name="T15" fmla="*/ 0 h 201"/>
                  <a:gd name="T16" fmla="*/ 0 w 443"/>
                  <a:gd name="T17" fmla="*/ 0 h 201"/>
                  <a:gd name="T18" fmla="*/ 0 w 443"/>
                  <a:gd name="T19" fmla="*/ 0 h 201"/>
                  <a:gd name="T20" fmla="*/ 0 w 443"/>
                  <a:gd name="T21" fmla="*/ 0 h 2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43"/>
                  <a:gd name="T34" fmla="*/ 0 h 201"/>
                  <a:gd name="T35" fmla="*/ 443 w 443"/>
                  <a:gd name="T36" fmla="*/ 201 h 2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43" h="201">
                    <a:moveTo>
                      <a:pt x="0" y="69"/>
                    </a:moveTo>
                    <a:lnTo>
                      <a:pt x="0" y="201"/>
                    </a:lnTo>
                    <a:lnTo>
                      <a:pt x="236" y="46"/>
                    </a:lnTo>
                    <a:lnTo>
                      <a:pt x="261" y="69"/>
                    </a:lnTo>
                    <a:lnTo>
                      <a:pt x="351" y="78"/>
                    </a:lnTo>
                    <a:lnTo>
                      <a:pt x="443" y="19"/>
                    </a:lnTo>
                    <a:lnTo>
                      <a:pt x="342" y="51"/>
                    </a:lnTo>
                    <a:lnTo>
                      <a:pt x="287" y="46"/>
                    </a:lnTo>
                    <a:lnTo>
                      <a:pt x="236" y="0"/>
                    </a:lnTo>
                    <a:lnTo>
                      <a:pt x="134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0" name="Freeform 172">
                <a:extLst>
                  <a:ext uri="{FF2B5EF4-FFF2-40B4-BE49-F238E27FC236}">
                    <a16:creationId xmlns:a16="http://schemas.microsoft.com/office/drawing/2014/main" id="{B5EE2DAD-D6D0-E846-A426-4CEE4117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04"/>
                <a:ext cx="87" cy="135"/>
              </a:xfrm>
              <a:custGeom>
                <a:avLst/>
                <a:gdLst>
                  <a:gd name="T0" fmla="*/ 0 w 701"/>
                  <a:gd name="T1" fmla="*/ 0 h 1079"/>
                  <a:gd name="T2" fmla="*/ 0 w 701"/>
                  <a:gd name="T3" fmla="*/ 0 h 1079"/>
                  <a:gd name="T4" fmla="*/ 0 w 701"/>
                  <a:gd name="T5" fmla="*/ 0 h 1079"/>
                  <a:gd name="T6" fmla="*/ 0 w 701"/>
                  <a:gd name="T7" fmla="*/ 0 h 1079"/>
                  <a:gd name="T8" fmla="*/ 0 w 701"/>
                  <a:gd name="T9" fmla="*/ 0 h 1079"/>
                  <a:gd name="T10" fmla="*/ 0 w 701"/>
                  <a:gd name="T11" fmla="*/ 0 h 1079"/>
                  <a:gd name="T12" fmla="*/ 0 w 701"/>
                  <a:gd name="T13" fmla="*/ 0 h 1079"/>
                  <a:gd name="T14" fmla="*/ 0 w 701"/>
                  <a:gd name="T15" fmla="*/ 0 h 1079"/>
                  <a:gd name="T16" fmla="*/ 0 w 701"/>
                  <a:gd name="T17" fmla="*/ 0 h 1079"/>
                  <a:gd name="T18" fmla="*/ 0 w 701"/>
                  <a:gd name="T19" fmla="*/ 0 h 1079"/>
                  <a:gd name="T20" fmla="*/ 0 w 701"/>
                  <a:gd name="T21" fmla="*/ 0 h 1079"/>
                  <a:gd name="T22" fmla="*/ 0 w 701"/>
                  <a:gd name="T23" fmla="*/ 0 h 1079"/>
                  <a:gd name="T24" fmla="*/ 0 w 701"/>
                  <a:gd name="T25" fmla="*/ 0 h 1079"/>
                  <a:gd name="T26" fmla="*/ 0 w 701"/>
                  <a:gd name="T27" fmla="*/ 0 h 1079"/>
                  <a:gd name="T28" fmla="*/ 0 w 701"/>
                  <a:gd name="T29" fmla="*/ 0 h 10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1"/>
                  <a:gd name="T46" fmla="*/ 0 h 1079"/>
                  <a:gd name="T47" fmla="*/ 701 w 701"/>
                  <a:gd name="T48" fmla="*/ 1079 h 107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1" h="1079">
                    <a:moveTo>
                      <a:pt x="0" y="0"/>
                    </a:moveTo>
                    <a:lnTo>
                      <a:pt x="281" y="374"/>
                    </a:lnTo>
                    <a:lnTo>
                      <a:pt x="424" y="438"/>
                    </a:lnTo>
                    <a:lnTo>
                      <a:pt x="438" y="688"/>
                    </a:lnTo>
                    <a:lnTo>
                      <a:pt x="519" y="823"/>
                    </a:lnTo>
                    <a:lnTo>
                      <a:pt x="519" y="1079"/>
                    </a:lnTo>
                    <a:lnTo>
                      <a:pt x="551" y="1035"/>
                    </a:lnTo>
                    <a:lnTo>
                      <a:pt x="551" y="680"/>
                    </a:lnTo>
                    <a:lnTo>
                      <a:pt x="659" y="747"/>
                    </a:lnTo>
                    <a:lnTo>
                      <a:pt x="684" y="862"/>
                    </a:lnTo>
                    <a:lnTo>
                      <a:pt x="701" y="754"/>
                    </a:lnTo>
                    <a:lnTo>
                      <a:pt x="627" y="583"/>
                    </a:lnTo>
                    <a:lnTo>
                      <a:pt x="361" y="316"/>
                    </a:lnTo>
                    <a:lnTo>
                      <a:pt x="253" y="2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1" name="Freeform 173">
                <a:extLst>
                  <a:ext uri="{FF2B5EF4-FFF2-40B4-BE49-F238E27FC236}">
                    <a16:creationId xmlns:a16="http://schemas.microsoft.com/office/drawing/2014/main" id="{8012FF88-D826-434C-91AC-3FAFE2F57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660"/>
                <a:ext cx="47" cy="66"/>
              </a:xfrm>
              <a:custGeom>
                <a:avLst/>
                <a:gdLst>
                  <a:gd name="T0" fmla="*/ 0 w 378"/>
                  <a:gd name="T1" fmla="*/ 0 h 533"/>
                  <a:gd name="T2" fmla="*/ 0 w 378"/>
                  <a:gd name="T3" fmla="*/ 0 h 533"/>
                  <a:gd name="T4" fmla="*/ 0 w 378"/>
                  <a:gd name="T5" fmla="*/ 0 h 533"/>
                  <a:gd name="T6" fmla="*/ 0 w 378"/>
                  <a:gd name="T7" fmla="*/ 0 h 533"/>
                  <a:gd name="T8" fmla="*/ 0 w 378"/>
                  <a:gd name="T9" fmla="*/ 0 h 533"/>
                  <a:gd name="T10" fmla="*/ 0 w 378"/>
                  <a:gd name="T11" fmla="*/ 0 h 533"/>
                  <a:gd name="T12" fmla="*/ 0 w 378"/>
                  <a:gd name="T13" fmla="*/ 0 h 533"/>
                  <a:gd name="T14" fmla="*/ 0 w 378"/>
                  <a:gd name="T15" fmla="*/ 0 h 533"/>
                  <a:gd name="T16" fmla="*/ 0 w 378"/>
                  <a:gd name="T17" fmla="*/ 0 h 533"/>
                  <a:gd name="T18" fmla="*/ 0 w 378"/>
                  <a:gd name="T19" fmla="*/ 0 h 5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8"/>
                  <a:gd name="T31" fmla="*/ 0 h 533"/>
                  <a:gd name="T32" fmla="*/ 378 w 378"/>
                  <a:gd name="T33" fmla="*/ 533 h 5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8" h="533">
                    <a:moveTo>
                      <a:pt x="0" y="257"/>
                    </a:moveTo>
                    <a:lnTo>
                      <a:pt x="70" y="107"/>
                    </a:lnTo>
                    <a:lnTo>
                      <a:pt x="143" y="98"/>
                    </a:lnTo>
                    <a:lnTo>
                      <a:pt x="235" y="118"/>
                    </a:lnTo>
                    <a:lnTo>
                      <a:pt x="253" y="0"/>
                    </a:lnTo>
                    <a:lnTo>
                      <a:pt x="378" y="533"/>
                    </a:lnTo>
                    <a:lnTo>
                      <a:pt x="235" y="272"/>
                    </a:lnTo>
                    <a:lnTo>
                      <a:pt x="166" y="233"/>
                    </a:lnTo>
                    <a:lnTo>
                      <a:pt x="83" y="222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2" name="Freeform 174">
                <a:extLst>
                  <a:ext uri="{FF2B5EF4-FFF2-40B4-BE49-F238E27FC236}">
                    <a16:creationId xmlns:a16="http://schemas.microsoft.com/office/drawing/2014/main" id="{3012554A-9011-F24A-89EA-042C76CEB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707"/>
                <a:ext cx="90" cy="145"/>
              </a:xfrm>
              <a:custGeom>
                <a:avLst/>
                <a:gdLst>
                  <a:gd name="T0" fmla="*/ 0 w 717"/>
                  <a:gd name="T1" fmla="*/ 0 h 1161"/>
                  <a:gd name="T2" fmla="*/ 0 w 717"/>
                  <a:gd name="T3" fmla="*/ 0 h 1161"/>
                  <a:gd name="T4" fmla="*/ 0 w 717"/>
                  <a:gd name="T5" fmla="*/ 0 h 1161"/>
                  <a:gd name="T6" fmla="*/ 0 w 717"/>
                  <a:gd name="T7" fmla="*/ 0 h 1161"/>
                  <a:gd name="T8" fmla="*/ 0 w 717"/>
                  <a:gd name="T9" fmla="*/ 0 h 1161"/>
                  <a:gd name="T10" fmla="*/ 0 w 717"/>
                  <a:gd name="T11" fmla="*/ 0 h 1161"/>
                  <a:gd name="T12" fmla="*/ 0 w 717"/>
                  <a:gd name="T13" fmla="*/ 0 h 1161"/>
                  <a:gd name="T14" fmla="*/ 0 w 717"/>
                  <a:gd name="T15" fmla="*/ 0 h 1161"/>
                  <a:gd name="T16" fmla="*/ 0 w 717"/>
                  <a:gd name="T17" fmla="*/ 0 h 1161"/>
                  <a:gd name="T18" fmla="*/ 0 w 717"/>
                  <a:gd name="T19" fmla="*/ 0 h 1161"/>
                  <a:gd name="T20" fmla="*/ 0 w 717"/>
                  <a:gd name="T21" fmla="*/ 0 h 1161"/>
                  <a:gd name="T22" fmla="*/ 0 w 717"/>
                  <a:gd name="T23" fmla="*/ 0 h 1161"/>
                  <a:gd name="T24" fmla="*/ 0 w 717"/>
                  <a:gd name="T25" fmla="*/ 0 h 1161"/>
                  <a:gd name="T26" fmla="*/ 0 w 717"/>
                  <a:gd name="T27" fmla="*/ 0 h 1161"/>
                  <a:gd name="T28" fmla="*/ 0 w 717"/>
                  <a:gd name="T29" fmla="*/ 0 h 1161"/>
                  <a:gd name="T30" fmla="*/ 0 w 717"/>
                  <a:gd name="T31" fmla="*/ 0 h 1161"/>
                  <a:gd name="T32" fmla="*/ 0 w 717"/>
                  <a:gd name="T33" fmla="*/ 0 h 1161"/>
                  <a:gd name="T34" fmla="*/ 0 w 717"/>
                  <a:gd name="T35" fmla="*/ 0 h 1161"/>
                  <a:gd name="T36" fmla="*/ 0 w 717"/>
                  <a:gd name="T37" fmla="*/ 0 h 1161"/>
                  <a:gd name="T38" fmla="*/ 0 w 717"/>
                  <a:gd name="T39" fmla="*/ 0 h 1161"/>
                  <a:gd name="T40" fmla="*/ 0 w 717"/>
                  <a:gd name="T41" fmla="*/ 0 h 1161"/>
                  <a:gd name="T42" fmla="*/ 0 w 717"/>
                  <a:gd name="T43" fmla="*/ 0 h 1161"/>
                  <a:gd name="T44" fmla="*/ 0 w 717"/>
                  <a:gd name="T45" fmla="*/ 0 h 1161"/>
                  <a:gd name="T46" fmla="*/ 0 w 717"/>
                  <a:gd name="T47" fmla="*/ 0 h 1161"/>
                  <a:gd name="T48" fmla="*/ 0 w 717"/>
                  <a:gd name="T49" fmla="*/ 0 h 1161"/>
                  <a:gd name="T50" fmla="*/ 0 w 717"/>
                  <a:gd name="T51" fmla="*/ 0 h 1161"/>
                  <a:gd name="T52" fmla="*/ 0 w 717"/>
                  <a:gd name="T53" fmla="*/ 0 h 1161"/>
                  <a:gd name="T54" fmla="*/ 0 w 717"/>
                  <a:gd name="T55" fmla="*/ 0 h 1161"/>
                  <a:gd name="T56" fmla="*/ 0 w 717"/>
                  <a:gd name="T57" fmla="*/ 0 h 1161"/>
                  <a:gd name="T58" fmla="*/ 0 w 717"/>
                  <a:gd name="T59" fmla="*/ 0 h 1161"/>
                  <a:gd name="T60" fmla="*/ 0 w 717"/>
                  <a:gd name="T61" fmla="*/ 0 h 1161"/>
                  <a:gd name="T62" fmla="*/ 0 w 717"/>
                  <a:gd name="T63" fmla="*/ 0 h 1161"/>
                  <a:gd name="T64" fmla="*/ 0 w 717"/>
                  <a:gd name="T65" fmla="*/ 0 h 1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17"/>
                  <a:gd name="T100" fmla="*/ 0 h 1161"/>
                  <a:gd name="T101" fmla="*/ 717 w 717"/>
                  <a:gd name="T102" fmla="*/ 1161 h 1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17" h="1161">
                    <a:moveTo>
                      <a:pt x="261" y="0"/>
                    </a:moveTo>
                    <a:lnTo>
                      <a:pt x="252" y="99"/>
                    </a:lnTo>
                    <a:lnTo>
                      <a:pt x="177" y="240"/>
                    </a:lnTo>
                    <a:lnTo>
                      <a:pt x="76" y="390"/>
                    </a:lnTo>
                    <a:lnTo>
                      <a:pt x="34" y="509"/>
                    </a:lnTo>
                    <a:lnTo>
                      <a:pt x="34" y="572"/>
                    </a:lnTo>
                    <a:lnTo>
                      <a:pt x="67" y="656"/>
                    </a:lnTo>
                    <a:lnTo>
                      <a:pt x="94" y="724"/>
                    </a:lnTo>
                    <a:lnTo>
                      <a:pt x="0" y="724"/>
                    </a:lnTo>
                    <a:lnTo>
                      <a:pt x="127" y="763"/>
                    </a:lnTo>
                    <a:lnTo>
                      <a:pt x="177" y="889"/>
                    </a:lnTo>
                    <a:lnTo>
                      <a:pt x="325" y="889"/>
                    </a:lnTo>
                    <a:lnTo>
                      <a:pt x="496" y="1161"/>
                    </a:lnTo>
                    <a:lnTo>
                      <a:pt x="535" y="1091"/>
                    </a:lnTo>
                    <a:lnTo>
                      <a:pt x="535" y="970"/>
                    </a:lnTo>
                    <a:lnTo>
                      <a:pt x="643" y="774"/>
                    </a:lnTo>
                    <a:lnTo>
                      <a:pt x="717" y="473"/>
                    </a:lnTo>
                    <a:lnTo>
                      <a:pt x="616" y="756"/>
                    </a:lnTo>
                    <a:lnTo>
                      <a:pt x="560" y="733"/>
                    </a:lnTo>
                    <a:lnTo>
                      <a:pt x="595" y="673"/>
                    </a:lnTo>
                    <a:lnTo>
                      <a:pt x="217" y="839"/>
                    </a:lnTo>
                    <a:lnTo>
                      <a:pt x="210" y="763"/>
                    </a:lnTo>
                    <a:lnTo>
                      <a:pt x="127" y="708"/>
                    </a:lnTo>
                    <a:lnTo>
                      <a:pt x="337" y="524"/>
                    </a:lnTo>
                    <a:lnTo>
                      <a:pt x="184" y="608"/>
                    </a:lnTo>
                    <a:lnTo>
                      <a:pt x="153" y="524"/>
                    </a:lnTo>
                    <a:lnTo>
                      <a:pt x="159" y="422"/>
                    </a:lnTo>
                    <a:lnTo>
                      <a:pt x="201" y="341"/>
                    </a:lnTo>
                    <a:lnTo>
                      <a:pt x="344" y="168"/>
                    </a:lnTo>
                    <a:lnTo>
                      <a:pt x="360" y="99"/>
                    </a:lnTo>
                    <a:lnTo>
                      <a:pt x="344" y="58"/>
                    </a:lnTo>
                    <a:lnTo>
                      <a:pt x="293" y="58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3" name="Freeform 175">
                <a:extLst>
                  <a:ext uri="{FF2B5EF4-FFF2-40B4-BE49-F238E27FC236}">
                    <a16:creationId xmlns:a16="http://schemas.microsoft.com/office/drawing/2014/main" id="{0A83E150-4851-5140-B465-D84680012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58"/>
                <a:ext cx="97" cy="63"/>
              </a:xfrm>
              <a:custGeom>
                <a:avLst/>
                <a:gdLst>
                  <a:gd name="T0" fmla="*/ 0 w 775"/>
                  <a:gd name="T1" fmla="*/ 0 h 510"/>
                  <a:gd name="T2" fmla="*/ 0 w 775"/>
                  <a:gd name="T3" fmla="*/ 0 h 510"/>
                  <a:gd name="T4" fmla="*/ 0 w 775"/>
                  <a:gd name="T5" fmla="*/ 0 h 510"/>
                  <a:gd name="T6" fmla="*/ 0 w 775"/>
                  <a:gd name="T7" fmla="*/ 0 h 510"/>
                  <a:gd name="T8" fmla="*/ 0 w 775"/>
                  <a:gd name="T9" fmla="*/ 0 h 510"/>
                  <a:gd name="T10" fmla="*/ 0 w 775"/>
                  <a:gd name="T11" fmla="*/ 0 h 510"/>
                  <a:gd name="T12" fmla="*/ 0 w 775"/>
                  <a:gd name="T13" fmla="*/ 0 h 510"/>
                  <a:gd name="T14" fmla="*/ 0 w 775"/>
                  <a:gd name="T15" fmla="*/ 0 h 510"/>
                  <a:gd name="T16" fmla="*/ 0 w 775"/>
                  <a:gd name="T17" fmla="*/ 0 h 510"/>
                  <a:gd name="T18" fmla="*/ 0 w 775"/>
                  <a:gd name="T19" fmla="*/ 0 h 510"/>
                  <a:gd name="T20" fmla="*/ 0 w 775"/>
                  <a:gd name="T21" fmla="*/ 0 h 510"/>
                  <a:gd name="T22" fmla="*/ 0 w 775"/>
                  <a:gd name="T23" fmla="*/ 0 h 510"/>
                  <a:gd name="T24" fmla="*/ 0 w 775"/>
                  <a:gd name="T25" fmla="*/ 0 h 510"/>
                  <a:gd name="T26" fmla="*/ 0 w 775"/>
                  <a:gd name="T27" fmla="*/ 0 h 510"/>
                  <a:gd name="T28" fmla="*/ 0 w 775"/>
                  <a:gd name="T29" fmla="*/ 0 h 5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75"/>
                  <a:gd name="T46" fmla="*/ 0 h 510"/>
                  <a:gd name="T47" fmla="*/ 775 w 775"/>
                  <a:gd name="T48" fmla="*/ 510 h 5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75" h="510">
                    <a:moveTo>
                      <a:pt x="0" y="510"/>
                    </a:moveTo>
                    <a:lnTo>
                      <a:pt x="92" y="353"/>
                    </a:lnTo>
                    <a:lnTo>
                      <a:pt x="472" y="182"/>
                    </a:lnTo>
                    <a:lnTo>
                      <a:pt x="672" y="182"/>
                    </a:lnTo>
                    <a:lnTo>
                      <a:pt x="775" y="118"/>
                    </a:lnTo>
                    <a:lnTo>
                      <a:pt x="540" y="118"/>
                    </a:lnTo>
                    <a:lnTo>
                      <a:pt x="393" y="171"/>
                    </a:lnTo>
                    <a:lnTo>
                      <a:pt x="327" y="143"/>
                    </a:lnTo>
                    <a:lnTo>
                      <a:pt x="342" y="0"/>
                    </a:lnTo>
                    <a:lnTo>
                      <a:pt x="261" y="14"/>
                    </a:lnTo>
                    <a:lnTo>
                      <a:pt x="261" y="171"/>
                    </a:lnTo>
                    <a:lnTo>
                      <a:pt x="197" y="251"/>
                    </a:lnTo>
                    <a:lnTo>
                      <a:pt x="105" y="261"/>
                    </a:lnTo>
                    <a:lnTo>
                      <a:pt x="12" y="393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4" name="Freeform 176">
                <a:extLst>
                  <a:ext uri="{FF2B5EF4-FFF2-40B4-BE49-F238E27FC236}">
                    <a16:creationId xmlns:a16="http://schemas.microsoft.com/office/drawing/2014/main" id="{295F47EB-6480-144B-B36D-56EC1AFD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36"/>
                <a:ext cx="149" cy="56"/>
              </a:xfrm>
              <a:custGeom>
                <a:avLst/>
                <a:gdLst>
                  <a:gd name="T0" fmla="*/ 0 w 1191"/>
                  <a:gd name="T1" fmla="*/ 0 h 446"/>
                  <a:gd name="T2" fmla="*/ 0 w 1191"/>
                  <a:gd name="T3" fmla="*/ 0 h 446"/>
                  <a:gd name="T4" fmla="*/ 0 w 1191"/>
                  <a:gd name="T5" fmla="*/ 0 h 446"/>
                  <a:gd name="T6" fmla="*/ 0 w 1191"/>
                  <a:gd name="T7" fmla="*/ 0 h 446"/>
                  <a:gd name="T8" fmla="*/ 0 w 1191"/>
                  <a:gd name="T9" fmla="*/ 0 h 446"/>
                  <a:gd name="T10" fmla="*/ 0 w 1191"/>
                  <a:gd name="T11" fmla="*/ 0 h 446"/>
                  <a:gd name="T12" fmla="*/ 0 w 1191"/>
                  <a:gd name="T13" fmla="*/ 0 h 446"/>
                  <a:gd name="T14" fmla="*/ 0 w 1191"/>
                  <a:gd name="T15" fmla="*/ 0 h 446"/>
                  <a:gd name="T16" fmla="*/ 0 w 1191"/>
                  <a:gd name="T17" fmla="*/ 0 h 446"/>
                  <a:gd name="T18" fmla="*/ 0 w 1191"/>
                  <a:gd name="T19" fmla="*/ 0 h 446"/>
                  <a:gd name="T20" fmla="*/ 0 w 1191"/>
                  <a:gd name="T21" fmla="*/ 0 h 446"/>
                  <a:gd name="T22" fmla="*/ 0 w 1191"/>
                  <a:gd name="T23" fmla="*/ 0 h 446"/>
                  <a:gd name="T24" fmla="*/ 0 w 1191"/>
                  <a:gd name="T25" fmla="*/ 0 h 446"/>
                  <a:gd name="T26" fmla="*/ 0 w 1191"/>
                  <a:gd name="T27" fmla="*/ 0 h 446"/>
                  <a:gd name="T28" fmla="*/ 0 w 1191"/>
                  <a:gd name="T29" fmla="*/ 0 h 446"/>
                  <a:gd name="T30" fmla="*/ 0 w 1191"/>
                  <a:gd name="T31" fmla="*/ 0 h 446"/>
                  <a:gd name="T32" fmla="*/ 0 w 1191"/>
                  <a:gd name="T33" fmla="*/ 0 h 446"/>
                  <a:gd name="T34" fmla="*/ 0 w 1191"/>
                  <a:gd name="T35" fmla="*/ 0 h 446"/>
                  <a:gd name="T36" fmla="*/ 0 w 1191"/>
                  <a:gd name="T37" fmla="*/ 0 h 446"/>
                  <a:gd name="T38" fmla="*/ 0 w 1191"/>
                  <a:gd name="T39" fmla="*/ 0 h 446"/>
                  <a:gd name="T40" fmla="*/ 0 w 1191"/>
                  <a:gd name="T41" fmla="*/ 0 h 446"/>
                  <a:gd name="T42" fmla="*/ 0 w 1191"/>
                  <a:gd name="T43" fmla="*/ 0 h 4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91"/>
                  <a:gd name="T67" fmla="*/ 0 h 446"/>
                  <a:gd name="T68" fmla="*/ 1191 w 1191"/>
                  <a:gd name="T69" fmla="*/ 446 h 44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91" h="446">
                    <a:moveTo>
                      <a:pt x="1191" y="174"/>
                    </a:moveTo>
                    <a:lnTo>
                      <a:pt x="841" y="283"/>
                    </a:lnTo>
                    <a:lnTo>
                      <a:pt x="622" y="446"/>
                    </a:lnTo>
                    <a:lnTo>
                      <a:pt x="609" y="374"/>
                    </a:lnTo>
                    <a:lnTo>
                      <a:pt x="912" y="176"/>
                    </a:lnTo>
                    <a:lnTo>
                      <a:pt x="877" y="137"/>
                    </a:lnTo>
                    <a:lnTo>
                      <a:pt x="708" y="149"/>
                    </a:lnTo>
                    <a:lnTo>
                      <a:pt x="490" y="213"/>
                    </a:lnTo>
                    <a:lnTo>
                      <a:pt x="512" y="108"/>
                    </a:lnTo>
                    <a:lnTo>
                      <a:pt x="313" y="96"/>
                    </a:lnTo>
                    <a:lnTo>
                      <a:pt x="205" y="55"/>
                    </a:lnTo>
                    <a:lnTo>
                      <a:pt x="69" y="24"/>
                    </a:lnTo>
                    <a:lnTo>
                      <a:pt x="0" y="61"/>
                    </a:lnTo>
                    <a:lnTo>
                      <a:pt x="80" y="0"/>
                    </a:lnTo>
                    <a:lnTo>
                      <a:pt x="246" y="47"/>
                    </a:lnTo>
                    <a:lnTo>
                      <a:pt x="409" y="77"/>
                    </a:lnTo>
                    <a:lnTo>
                      <a:pt x="537" y="73"/>
                    </a:lnTo>
                    <a:lnTo>
                      <a:pt x="652" y="55"/>
                    </a:lnTo>
                    <a:lnTo>
                      <a:pt x="749" y="112"/>
                    </a:lnTo>
                    <a:lnTo>
                      <a:pt x="1028" y="96"/>
                    </a:lnTo>
                    <a:lnTo>
                      <a:pt x="1164" y="154"/>
                    </a:lnTo>
                    <a:lnTo>
                      <a:pt x="1191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5" name="Freeform 177">
                <a:extLst>
                  <a:ext uri="{FF2B5EF4-FFF2-40B4-BE49-F238E27FC236}">
                    <a16:creationId xmlns:a16="http://schemas.microsoft.com/office/drawing/2014/main" id="{0DE32A07-55CC-5C4B-917C-6E67979B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81"/>
                <a:ext cx="219" cy="153"/>
              </a:xfrm>
              <a:custGeom>
                <a:avLst/>
                <a:gdLst>
                  <a:gd name="T0" fmla="*/ 0 w 1754"/>
                  <a:gd name="T1" fmla="*/ 0 h 1222"/>
                  <a:gd name="T2" fmla="*/ 0 w 1754"/>
                  <a:gd name="T3" fmla="*/ 0 h 1222"/>
                  <a:gd name="T4" fmla="*/ 0 w 1754"/>
                  <a:gd name="T5" fmla="*/ 0 h 1222"/>
                  <a:gd name="T6" fmla="*/ 0 w 1754"/>
                  <a:gd name="T7" fmla="*/ 0 h 1222"/>
                  <a:gd name="T8" fmla="*/ 0 w 1754"/>
                  <a:gd name="T9" fmla="*/ 0 h 1222"/>
                  <a:gd name="T10" fmla="*/ 0 w 1754"/>
                  <a:gd name="T11" fmla="*/ 0 h 1222"/>
                  <a:gd name="T12" fmla="*/ 0 w 1754"/>
                  <a:gd name="T13" fmla="*/ 0 h 1222"/>
                  <a:gd name="T14" fmla="*/ 0 w 1754"/>
                  <a:gd name="T15" fmla="*/ 0 h 1222"/>
                  <a:gd name="T16" fmla="*/ 0 w 1754"/>
                  <a:gd name="T17" fmla="*/ 0 h 1222"/>
                  <a:gd name="T18" fmla="*/ 0 w 1754"/>
                  <a:gd name="T19" fmla="*/ 0 h 1222"/>
                  <a:gd name="T20" fmla="*/ 0 w 1754"/>
                  <a:gd name="T21" fmla="*/ 0 h 1222"/>
                  <a:gd name="T22" fmla="*/ 0 w 1754"/>
                  <a:gd name="T23" fmla="*/ 0 h 1222"/>
                  <a:gd name="T24" fmla="*/ 0 w 1754"/>
                  <a:gd name="T25" fmla="*/ 0 h 1222"/>
                  <a:gd name="T26" fmla="*/ 0 w 1754"/>
                  <a:gd name="T27" fmla="*/ 0 h 1222"/>
                  <a:gd name="T28" fmla="*/ 0 w 1754"/>
                  <a:gd name="T29" fmla="*/ 0 h 1222"/>
                  <a:gd name="T30" fmla="*/ 0 w 1754"/>
                  <a:gd name="T31" fmla="*/ 0 h 1222"/>
                  <a:gd name="T32" fmla="*/ 0 w 1754"/>
                  <a:gd name="T33" fmla="*/ 0 h 1222"/>
                  <a:gd name="T34" fmla="*/ 0 w 1754"/>
                  <a:gd name="T35" fmla="*/ 0 h 1222"/>
                  <a:gd name="T36" fmla="*/ 0 w 1754"/>
                  <a:gd name="T37" fmla="*/ 0 h 1222"/>
                  <a:gd name="T38" fmla="*/ 0 w 1754"/>
                  <a:gd name="T39" fmla="*/ 0 h 1222"/>
                  <a:gd name="T40" fmla="*/ 0 w 1754"/>
                  <a:gd name="T41" fmla="*/ 0 h 1222"/>
                  <a:gd name="T42" fmla="*/ 0 w 1754"/>
                  <a:gd name="T43" fmla="*/ 0 h 1222"/>
                  <a:gd name="T44" fmla="*/ 0 w 1754"/>
                  <a:gd name="T45" fmla="*/ 0 h 1222"/>
                  <a:gd name="T46" fmla="*/ 0 w 1754"/>
                  <a:gd name="T47" fmla="*/ 0 h 1222"/>
                  <a:gd name="T48" fmla="*/ 0 w 1754"/>
                  <a:gd name="T49" fmla="*/ 0 h 1222"/>
                  <a:gd name="T50" fmla="*/ 0 w 1754"/>
                  <a:gd name="T51" fmla="*/ 0 h 1222"/>
                  <a:gd name="T52" fmla="*/ 0 w 1754"/>
                  <a:gd name="T53" fmla="*/ 0 h 1222"/>
                  <a:gd name="T54" fmla="*/ 0 w 1754"/>
                  <a:gd name="T55" fmla="*/ 0 h 1222"/>
                  <a:gd name="T56" fmla="*/ 0 w 1754"/>
                  <a:gd name="T57" fmla="*/ 0 h 1222"/>
                  <a:gd name="T58" fmla="*/ 0 w 1754"/>
                  <a:gd name="T59" fmla="*/ 0 h 1222"/>
                  <a:gd name="T60" fmla="*/ 0 w 1754"/>
                  <a:gd name="T61" fmla="*/ 0 h 1222"/>
                  <a:gd name="T62" fmla="*/ 0 w 1754"/>
                  <a:gd name="T63" fmla="*/ 0 h 1222"/>
                  <a:gd name="T64" fmla="*/ 0 w 1754"/>
                  <a:gd name="T65" fmla="*/ 0 h 1222"/>
                  <a:gd name="T66" fmla="*/ 0 w 1754"/>
                  <a:gd name="T67" fmla="*/ 0 h 12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54"/>
                  <a:gd name="T103" fmla="*/ 0 h 1222"/>
                  <a:gd name="T104" fmla="*/ 1754 w 1754"/>
                  <a:gd name="T105" fmla="*/ 1222 h 122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54" h="1222">
                    <a:moveTo>
                      <a:pt x="1289" y="666"/>
                    </a:moveTo>
                    <a:lnTo>
                      <a:pt x="1258" y="826"/>
                    </a:lnTo>
                    <a:lnTo>
                      <a:pt x="1258" y="945"/>
                    </a:lnTo>
                    <a:lnTo>
                      <a:pt x="1289" y="1042"/>
                    </a:lnTo>
                    <a:lnTo>
                      <a:pt x="1311" y="1098"/>
                    </a:lnTo>
                    <a:lnTo>
                      <a:pt x="1754" y="1222"/>
                    </a:lnTo>
                    <a:lnTo>
                      <a:pt x="1293" y="1160"/>
                    </a:lnTo>
                    <a:lnTo>
                      <a:pt x="1251" y="1098"/>
                    </a:lnTo>
                    <a:lnTo>
                      <a:pt x="876" y="1092"/>
                    </a:lnTo>
                    <a:lnTo>
                      <a:pt x="576" y="1035"/>
                    </a:lnTo>
                    <a:lnTo>
                      <a:pt x="311" y="955"/>
                    </a:lnTo>
                    <a:lnTo>
                      <a:pt x="93" y="860"/>
                    </a:lnTo>
                    <a:lnTo>
                      <a:pt x="69" y="826"/>
                    </a:lnTo>
                    <a:lnTo>
                      <a:pt x="51" y="749"/>
                    </a:lnTo>
                    <a:lnTo>
                      <a:pt x="0" y="652"/>
                    </a:lnTo>
                    <a:lnTo>
                      <a:pt x="12" y="615"/>
                    </a:lnTo>
                    <a:lnTo>
                      <a:pt x="32" y="588"/>
                    </a:lnTo>
                    <a:lnTo>
                      <a:pt x="32" y="452"/>
                    </a:lnTo>
                    <a:lnTo>
                      <a:pt x="51" y="406"/>
                    </a:lnTo>
                    <a:lnTo>
                      <a:pt x="80" y="382"/>
                    </a:lnTo>
                    <a:lnTo>
                      <a:pt x="58" y="433"/>
                    </a:lnTo>
                    <a:lnTo>
                      <a:pt x="51" y="547"/>
                    </a:lnTo>
                    <a:lnTo>
                      <a:pt x="58" y="613"/>
                    </a:lnTo>
                    <a:lnTo>
                      <a:pt x="230" y="756"/>
                    </a:lnTo>
                    <a:lnTo>
                      <a:pt x="258" y="749"/>
                    </a:lnTo>
                    <a:lnTo>
                      <a:pt x="278" y="670"/>
                    </a:lnTo>
                    <a:lnTo>
                      <a:pt x="170" y="494"/>
                    </a:lnTo>
                    <a:lnTo>
                      <a:pt x="140" y="344"/>
                    </a:lnTo>
                    <a:lnTo>
                      <a:pt x="201" y="202"/>
                    </a:lnTo>
                    <a:lnTo>
                      <a:pt x="201" y="426"/>
                    </a:lnTo>
                    <a:lnTo>
                      <a:pt x="361" y="786"/>
                    </a:lnTo>
                    <a:lnTo>
                      <a:pt x="438" y="802"/>
                    </a:lnTo>
                    <a:lnTo>
                      <a:pt x="489" y="770"/>
                    </a:lnTo>
                    <a:lnTo>
                      <a:pt x="480" y="685"/>
                    </a:lnTo>
                    <a:lnTo>
                      <a:pt x="320" y="286"/>
                    </a:lnTo>
                    <a:lnTo>
                      <a:pt x="320" y="166"/>
                    </a:lnTo>
                    <a:lnTo>
                      <a:pt x="320" y="72"/>
                    </a:lnTo>
                    <a:lnTo>
                      <a:pt x="361" y="0"/>
                    </a:lnTo>
                    <a:lnTo>
                      <a:pt x="343" y="136"/>
                    </a:lnTo>
                    <a:lnTo>
                      <a:pt x="350" y="272"/>
                    </a:lnTo>
                    <a:lnTo>
                      <a:pt x="451" y="540"/>
                    </a:lnTo>
                    <a:lnTo>
                      <a:pt x="493" y="560"/>
                    </a:lnTo>
                    <a:lnTo>
                      <a:pt x="535" y="516"/>
                    </a:lnTo>
                    <a:lnTo>
                      <a:pt x="553" y="468"/>
                    </a:lnTo>
                    <a:lnTo>
                      <a:pt x="546" y="362"/>
                    </a:lnTo>
                    <a:lnTo>
                      <a:pt x="528" y="219"/>
                    </a:lnTo>
                    <a:lnTo>
                      <a:pt x="553" y="215"/>
                    </a:lnTo>
                    <a:lnTo>
                      <a:pt x="581" y="459"/>
                    </a:lnTo>
                    <a:lnTo>
                      <a:pt x="570" y="523"/>
                    </a:lnTo>
                    <a:lnTo>
                      <a:pt x="541" y="569"/>
                    </a:lnTo>
                    <a:lnTo>
                      <a:pt x="498" y="613"/>
                    </a:lnTo>
                    <a:lnTo>
                      <a:pt x="511" y="740"/>
                    </a:lnTo>
                    <a:lnTo>
                      <a:pt x="504" y="826"/>
                    </a:lnTo>
                    <a:lnTo>
                      <a:pt x="456" y="844"/>
                    </a:lnTo>
                    <a:lnTo>
                      <a:pt x="392" y="839"/>
                    </a:lnTo>
                    <a:lnTo>
                      <a:pt x="311" y="795"/>
                    </a:lnTo>
                    <a:lnTo>
                      <a:pt x="265" y="802"/>
                    </a:lnTo>
                    <a:lnTo>
                      <a:pt x="93" y="724"/>
                    </a:lnTo>
                    <a:lnTo>
                      <a:pt x="87" y="806"/>
                    </a:lnTo>
                    <a:lnTo>
                      <a:pt x="152" y="867"/>
                    </a:lnTo>
                    <a:lnTo>
                      <a:pt x="504" y="986"/>
                    </a:lnTo>
                    <a:lnTo>
                      <a:pt x="792" y="1048"/>
                    </a:lnTo>
                    <a:lnTo>
                      <a:pt x="1042" y="1058"/>
                    </a:lnTo>
                    <a:lnTo>
                      <a:pt x="1238" y="1058"/>
                    </a:lnTo>
                    <a:lnTo>
                      <a:pt x="1229" y="955"/>
                    </a:lnTo>
                    <a:lnTo>
                      <a:pt x="1238" y="826"/>
                    </a:lnTo>
                    <a:lnTo>
                      <a:pt x="1263" y="722"/>
                    </a:lnTo>
                    <a:lnTo>
                      <a:pt x="1289" y="6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6" name="Freeform 178">
                <a:extLst>
                  <a:ext uri="{FF2B5EF4-FFF2-40B4-BE49-F238E27FC236}">
                    <a16:creationId xmlns:a16="http://schemas.microsoft.com/office/drawing/2014/main" id="{8B1FEC1E-DD2A-C642-910A-628D8ABAE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81"/>
                <a:ext cx="105" cy="68"/>
              </a:xfrm>
              <a:custGeom>
                <a:avLst/>
                <a:gdLst>
                  <a:gd name="T0" fmla="*/ 0 w 846"/>
                  <a:gd name="T1" fmla="*/ 0 h 547"/>
                  <a:gd name="T2" fmla="*/ 0 w 846"/>
                  <a:gd name="T3" fmla="*/ 0 h 547"/>
                  <a:gd name="T4" fmla="*/ 0 w 846"/>
                  <a:gd name="T5" fmla="*/ 0 h 547"/>
                  <a:gd name="T6" fmla="*/ 0 w 846"/>
                  <a:gd name="T7" fmla="*/ 0 h 547"/>
                  <a:gd name="T8" fmla="*/ 0 w 846"/>
                  <a:gd name="T9" fmla="*/ 0 h 547"/>
                  <a:gd name="T10" fmla="*/ 0 w 846"/>
                  <a:gd name="T11" fmla="*/ 0 h 547"/>
                  <a:gd name="T12" fmla="*/ 0 w 846"/>
                  <a:gd name="T13" fmla="*/ 0 h 547"/>
                  <a:gd name="T14" fmla="*/ 0 w 846"/>
                  <a:gd name="T15" fmla="*/ 0 h 547"/>
                  <a:gd name="T16" fmla="*/ 0 w 846"/>
                  <a:gd name="T17" fmla="*/ 0 h 547"/>
                  <a:gd name="T18" fmla="*/ 0 w 846"/>
                  <a:gd name="T19" fmla="*/ 0 h 547"/>
                  <a:gd name="T20" fmla="*/ 0 w 846"/>
                  <a:gd name="T21" fmla="*/ 0 h 547"/>
                  <a:gd name="T22" fmla="*/ 0 w 846"/>
                  <a:gd name="T23" fmla="*/ 0 h 547"/>
                  <a:gd name="T24" fmla="*/ 0 w 846"/>
                  <a:gd name="T25" fmla="*/ 0 h 547"/>
                  <a:gd name="T26" fmla="*/ 0 w 846"/>
                  <a:gd name="T27" fmla="*/ 0 h 547"/>
                  <a:gd name="T28" fmla="*/ 0 w 846"/>
                  <a:gd name="T29" fmla="*/ 0 h 547"/>
                  <a:gd name="T30" fmla="*/ 0 w 846"/>
                  <a:gd name="T31" fmla="*/ 0 h 547"/>
                  <a:gd name="T32" fmla="*/ 0 w 846"/>
                  <a:gd name="T33" fmla="*/ 0 h 547"/>
                  <a:gd name="T34" fmla="*/ 0 w 846"/>
                  <a:gd name="T35" fmla="*/ 0 h 547"/>
                  <a:gd name="T36" fmla="*/ 0 w 846"/>
                  <a:gd name="T37" fmla="*/ 0 h 547"/>
                  <a:gd name="T38" fmla="*/ 0 w 846"/>
                  <a:gd name="T39" fmla="*/ 0 h 547"/>
                  <a:gd name="T40" fmla="*/ 0 w 846"/>
                  <a:gd name="T41" fmla="*/ 0 h 547"/>
                  <a:gd name="T42" fmla="*/ 0 w 846"/>
                  <a:gd name="T43" fmla="*/ 0 h 547"/>
                  <a:gd name="T44" fmla="*/ 0 w 846"/>
                  <a:gd name="T45" fmla="*/ 0 h 547"/>
                  <a:gd name="T46" fmla="*/ 0 w 846"/>
                  <a:gd name="T47" fmla="*/ 0 h 547"/>
                  <a:gd name="T48" fmla="*/ 0 w 846"/>
                  <a:gd name="T49" fmla="*/ 0 h 547"/>
                  <a:gd name="T50" fmla="*/ 0 w 846"/>
                  <a:gd name="T51" fmla="*/ 0 h 547"/>
                  <a:gd name="T52" fmla="*/ 0 w 846"/>
                  <a:gd name="T53" fmla="*/ 0 h 547"/>
                  <a:gd name="T54" fmla="*/ 0 w 846"/>
                  <a:gd name="T55" fmla="*/ 0 h 547"/>
                  <a:gd name="T56" fmla="*/ 0 w 846"/>
                  <a:gd name="T57" fmla="*/ 0 h 54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6"/>
                  <a:gd name="T88" fmla="*/ 0 h 547"/>
                  <a:gd name="T89" fmla="*/ 846 w 846"/>
                  <a:gd name="T90" fmla="*/ 547 h 54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6" h="547">
                    <a:moveTo>
                      <a:pt x="0" y="30"/>
                    </a:moveTo>
                    <a:lnTo>
                      <a:pt x="45" y="94"/>
                    </a:lnTo>
                    <a:lnTo>
                      <a:pt x="101" y="210"/>
                    </a:lnTo>
                    <a:lnTo>
                      <a:pt x="36" y="219"/>
                    </a:lnTo>
                    <a:lnTo>
                      <a:pt x="36" y="237"/>
                    </a:lnTo>
                    <a:lnTo>
                      <a:pt x="174" y="246"/>
                    </a:lnTo>
                    <a:lnTo>
                      <a:pt x="322" y="254"/>
                    </a:lnTo>
                    <a:lnTo>
                      <a:pt x="248" y="233"/>
                    </a:lnTo>
                    <a:lnTo>
                      <a:pt x="394" y="178"/>
                    </a:lnTo>
                    <a:lnTo>
                      <a:pt x="472" y="189"/>
                    </a:lnTo>
                    <a:lnTo>
                      <a:pt x="598" y="297"/>
                    </a:lnTo>
                    <a:lnTo>
                      <a:pt x="675" y="422"/>
                    </a:lnTo>
                    <a:lnTo>
                      <a:pt x="767" y="512"/>
                    </a:lnTo>
                    <a:lnTo>
                      <a:pt x="820" y="547"/>
                    </a:lnTo>
                    <a:lnTo>
                      <a:pt x="846" y="523"/>
                    </a:lnTo>
                    <a:lnTo>
                      <a:pt x="758" y="468"/>
                    </a:lnTo>
                    <a:lnTo>
                      <a:pt x="679" y="392"/>
                    </a:lnTo>
                    <a:lnTo>
                      <a:pt x="611" y="286"/>
                    </a:lnTo>
                    <a:lnTo>
                      <a:pt x="534" y="184"/>
                    </a:lnTo>
                    <a:lnTo>
                      <a:pt x="394" y="136"/>
                    </a:lnTo>
                    <a:lnTo>
                      <a:pt x="317" y="154"/>
                    </a:lnTo>
                    <a:lnTo>
                      <a:pt x="223" y="189"/>
                    </a:lnTo>
                    <a:lnTo>
                      <a:pt x="161" y="184"/>
                    </a:lnTo>
                    <a:lnTo>
                      <a:pt x="244" y="90"/>
                    </a:lnTo>
                    <a:lnTo>
                      <a:pt x="283" y="30"/>
                    </a:lnTo>
                    <a:lnTo>
                      <a:pt x="275" y="0"/>
                    </a:lnTo>
                    <a:lnTo>
                      <a:pt x="223" y="79"/>
                    </a:lnTo>
                    <a:lnTo>
                      <a:pt x="119" y="154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7" name="Freeform 179">
                <a:extLst>
                  <a:ext uri="{FF2B5EF4-FFF2-40B4-BE49-F238E27FC236}">
                    <a16:creationId xmlns:a16="http://schemas.microsoft.com/office/drawing/2014/main" id="{CE537E3A-6216-0949-A923-4FD54A95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422"/>
                <a:ext cx="165" cy="154"/>
              </a:xfrm>
              <a:custGeom>
                <a:avLst/>
                <a:gdLst>
                  <a:gd name="T0" fmla="*/ 0 w 1323"/>
                  <a:gd name="T1" fmla="*/ 0 h 1233"/>
                  <a:gd name="T2" fmla="*/ 0 w 1323"/>
                  <a:gd name="T3" fmla="*/ 0 h 1233"/>
                  <a:gd name="T4" fmla="*/ 0 w 1323"/>
                  <a:gd name="T5" fmla="*/ 0 h 1233"/>
                  <a:gd name="T6" fmla="*/ 0 w 1323"/>
                  <a:gd name="T7" fmla="*/ 0 h 1233"/>
                  <a:gd name="T8" fmla="*/ 0 w 1323"/>
                  <a:gd name="T9" fmla="*/ 0 h 1233"/>
                  <a:gd name="T10" fmla="*/ 0 w 1323"/>
                  <a:gd name="T11" fmla="*/ 0 h 1233"/>
                  <a:gd name="T12" fmla="*/ 0 w 1323"/>
                  <a:gd name="T13" fmla="*/ 0 h 1233"/>
                  <a:gd name="T14" fmla="*/ 0 w 1323"/>
                  <a:gd name="T15" fmla="*/ 0 h 1233"/>
                  <a:gd name="T16" fmla="*/ 0 w 1323"/>
                  <a:gd name="T17" fmla="*/ 0 h 1233"/>
                  <a:gd name="T18" fmla="*/ 0 w 1323"/>
                  <a:gd name="T19" fmla="*/ 0 h 1233"/>
                  <a:gd name="T20" fmla="*/ 0 w 1323"/>
                  <a:gd name="T21" fmla="*/ 0 h 1233"/>
                  <a:gd name="T22" fmla="*/ 0 w 1323"/>
                  <a:gd name="T23" fmla="*/ 0 h 1233"/>
                  <a:gd name="T24" fmla="*/ 0 w 1323"/>
                  <a:gd name="T25" fmla="*/ 0 h 1233"/>
                  <a:gd name="T26" fmla="*/ 0 w 1323"/>
                  <a:gd name="T27" fmla="*/ 0 h 1233"/>
                  <a:gd name="T28" fmla="*/ 0 w 1323"/>
                  <a:gd name="T29" fmla="*/ 0 h 1233"/>
                  <a:gd name="T30" fmla="*/ 0 w 1323"/>
                  <a:gd name="T31" fmla="*/ 0 h 1233"/>
                  <a:gd name="T32" fmla="*/ 0 w 1323"/>
                  <a:gd name="T33" fmla="*/ 0 h 1233"/>
                  <a:gd name="T34" fmla="*/ 0 w 1323"/>
                  <a:gd name="T35" fmla="*/ 0 h 1233"/>
                  <a:gd name="T36" fmla="*/ 0 w 1323"/>
                  <a:gd name="T37" fmla="*/ 0 h 1233"/>
                  <a:gd name="T38" fmla="*/ 0 w 1323"/>
                  <a:gd name="T39" fmla="*/ 0 h 1233"/>
                  <a:gd name="T40" fmla="*/ 0 w 1323"/>
                  <a:gd name="T41" fmla="*/ 0 h 1233"/>
                  <a:gd name="T42" fmla="*/ 0 w 1323"/>
                  <a:gd name="T43" fmla="*/ 0 h 1233"/>
                  <a:gd name="T44" fmla="*/ 0 w 1323"/>
                  <a:gd name="T45" fmla="*/ 0 h 1233"/>
                  <a:gd name="T46" fmla="*/ 0 w 1323"/>
                  <a:gd name="T47" fmla="*/ 0 h 1233"/>
                  <a:gd name="T48" fmla="*/ 0 w 1323"/>
                  <a:gd name="T49" fmla="*/ 0 h 1233"/>
                  <a:gd name="T50" fmla="*/ 0 w 1323"/>
                  <a:gd name="T51" fmla="*/ 0 h 1233"/>
                  <a:gd name="T52" fmla="*/ 0 w 1323"/>
                  <a:gd name="T53" fmla="*/ 0 h 1233"/>
                  <a:gd name="T54" fmla="*/ 0 w 1323"/>
                  <a:gd name="T55" fmla="*/ 0 h 1233"/>
                  <a:gd name="T56" fmla="*/ 0 w 1323"/>
                  <a:gd name="T57" fmla="*/ 0 h 1233"/>
                  <a:gd name="T58" fmla="*/ 0 w 1323"/>
                  <a:gd name="T59" fmla="*/ 0 h 1233"/>
                  <a:gd name="T60" fmla="*/ 0 w 1323"/>
                  <a:gd name="T61" fmla="*/ 0 h 1233"/>
                  <a:gd name="T62" fmla="*/ 0 w 1323"/>
                  <a:gd name="T63" fmla="*/ 0 h 1233"/>
                  <a:gd name="T64" fmla="*/ 0 w 1323"/>
                  <a:gd name="T65" fmla="*/ 0 h 12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23"/>
                  <a:gd name="T100" fmla="*/ 0 h 1233"/>
                  <a:gd name="T101" fmla="*/ 1323 w 1323"/>
                  <a:gd name="T102" fmla="*/ 1233 h 12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23" h="1233">
                    <a:moveTo>
                      <a:pt x="680" y="329"/>
                    </a:moveTo>
                    <a:lnTo>
                      <a:pt x="759" y="233"/>
                    </a:lnTo>
                    <a:lnTo>
                      <a:pt x="833" y="191"/>
                    </a:lnTo>
                    <a:lnTo>
                      <a:pt x="918" y="186"/>
                    </a:lnTo>
                    <a:lnTo>
                      <a:pt x="1026" y="239"/>
                    </a:lnTo>
                    <a:lnTo>
                      <a:pt x="1086" y="329"/>
                    </a:lnTo>
                    <a:lnTo>
                      <a:pt x="1116" y="433"/>
                    </a:lnTo>
                    <a:lnTo>
                      <a:pt x="1128" y="539"/>
                    </a:lnTo>
                    <a:lnTo>
                      <a:pt x="1123" y="648"/>
                    </a:lnTo>
                    <a:lnTo>
                      <a:pt x="1112" y="753"/>
                    </a:lnTo>
                    <a:lnTo>
                      <a:pt x="1141" y="857"/>
                    </a:lnTo>
                    <a:lnTo>
                      <a:pt x="1165" y="744"/>
                    </a:lnTo>
                    <a:lnTo>
                      <a:pt x="1242" y="689"/>
                    </a:lnTo>
                    <a:lnTo>
                      <a:pt x="1291" y="728"/>
                    </a:lnTo>
                    <a:lnTo>
                      <a:pt x="1305" y="857"/>
                    </a:lnTo>
                    <a:lnTo>
                      <a:pt x="1296" y="960"/>
                    </a:lnTo>
                    <a:lnTo>
                      <a:pt x="1238" y="1046"/>
                    </a:lnTo>
                    <a:lnTo>
                      <a:pt x="1209" y="1083"/>
                    </a:lnTo>
                    <a:lnTo>
                      <a:pt x="1152" y="1127"/>
                    </a:lnTo>
                    <a:lnTo>
                      <a:pt x="1222" y="1101"/>
                    </a:lnTo>
                    <a:lnTo>
                      <a:pt x="1310" y="966"/>
                    </a:lnTo>
                    <a:lnTo>
                      <a:pt x="1323" y="834"/>
                    </a:lnTo>
                    <a:lnTo>
                      <a:pt x="1296" y="696"/>
                    </a:lnTo>
                    <a:lnTo>
                      <a:pt x="1242" y="666"/>
                    </a:lnTo>
                    <a:lnTo>
                      <a:pt x="1242" y="585"/>
                    </a:lnTo>
                    <a:lnTo>
                      <a:pt x="1183" y="323"/>
                    </a:lnTo>
                    <a:lnTo>
                      <a:pt x="1086" y="175"/>
                    </a:lnTo>
                    <a:lnTo>
                      <a:pt x="971" y="74"/>
                    </a:lnTo>
                    <a:lnTo>
                      <a:pt x="840" y="32"/>
                    </a:lnTo>
                    <a:lnTo>
                      <a:pt x="629" y="0"/>
                    </a:lnTo>
                    <a:lnTo>
                      <a:pt x="392" y="32"/>
                    </a:lnTo>
                    <a:lnTo>
                      <a:pt x="213" y="131"/>
                    </a:lnTo>
                    <a:lnTo>
                      <a:pt x="97" y="255"/>
                    </a:lnTo>
                    <a:lnTo>
                      <a:pt x="26" y="404"/>
                    </a:lnTo>
                    <a:lnTo>
                      <a:pt x="12" y="562"/>
                    </a:lnTo>
                    <a:lnTo>
                      <a:pt x="26" y="786"/>
                    </a:lnTo>
                    <a:lnTo>
                      <a:pt x="0" y="857"/>
                    </a:lnTo>
                    <a:lnTo>
                      <a:pt x="23" y="995"/>
                    </a:lnTo>
                    <a:lnTo>
                      <a:pt x="97" y="1113"/>
                    </a:lnTo>
                    <a:lnTo>
                      <a:pt x="198" y="1196"/>
                    </a:lnTo>
                    <a:lnTo>
                      <a:pt x="249" y="1201"/>
                    </a:lnTo>
                    <a:lnTo>
                      <a:pt x="279" y="1233"/>
                    </a:lnTo>
                    <a:lnTo>
                      <a:pt x="264" y="1152"/>
                    </a:lnTo>
                    <a:lnTo>
                      <a:pt x="213" y="1187"/>
                    </a:lnTo>
                    <a:lnTo>
                      <a:pt x="104" y="1106"/>
                    </a:lnTo>
                    <a:lnTo>
                      <a:pt x="33" y="973"/>
                    </a:lnTo>
                    <a:lnTo>
                      <a:pt x="26" y="868"/>
                    </a:lnTo>
                    <a:lnTo>
                      <a:pt x="49" y="843"/>
                    </a:lnTo>
                    <a:lnTo>
                      <a:pt x="121" y="857"/>
                    </a:lnTo>
                    <a:lnTo>
                      <a:pt x="213" y="936"/>
                    </a:lnTo>
                    <a:lnTo>
                      <a:pt x="194" y="830"/>
                    </a:lnTo>
                    <a:lnTo>
                      <a:pt x="167" y="771"/>
                    </a:lnTo>
                    <a:lnTo>
                      <a:pt x="130" y="668"/>
                    </a:lnTo>
                    <a:lnTo>
                      <a:pt x="108" y="551"/>
                    </a:lnTo>
                    <a:lnTo>
                      <a:pt x="108" y="459"/>
                    </a:lnTo>
                    <a:lnTo>
                      <a:pt x="130" y="382"/>
                    </a:lnTo>
                    <a:lnTo>
                      <a:pt x="171" y="323"/>
                    </a:lnTo>
                    <a:lnTo>
                      <a:pt x="227" y="281"/>
                    </a:lnTo>
                    <a:lnTo>
                      <a:pt x="286" y="265"/>
                    </a:lnTo>
                    <a:lnTo>
                      <a:pt x="354" y="281"/>
                    </a:lnTo>
                    <a:lnTo>
                      <a:pt x="420" y="318"/>
                    </a:lnTo>
                    <a:lnTo>
                      <a:pt x="466" y="355"/>
                    </a:lnTo>
                    <a:lnTo>
                      <a:pt x="521" y="369"/>
                    </a:lnTo>
                    <a:lnTo>
                      <a:pt x="607" y="362"/>
                    </a:lnTo>
                    <a:lnTo>
                      <a:pt x="655" y="345"/>
                    </a:lnTo>
                    <a:lnTo>
                      <a:pt x="680" y="3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8" name="Freeform 180">
                <a:extLst>
                  <a:ext uri="{FF2B5EF4-FFF2-40B4-BE49-F238E27FC236}">
                    <a16:creationId xmlns:a16="http://schemas.microsoft.com/office/drawing/2014/main" id="{22DE376E-96F4-A74F-AFD9-012DB89F2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31"/>
                <a:ext cx="53" cy="10"/>
              </a:xfrm>
              <a:custGeom>
                <a:avLst/>
                <a:gdLst>
                  <a:gd name="T0" fmla="*/ 0 w 424"/>
                  <a:gd name="T1" fmla="*/ 0 h 83"/>
                  <a:gd name="T2" fmla="*/ 0 w 424"/>
                  <a:gd name="T3" fmla="*/ 0 h 83"/>
                  <a:gd name="T4" fmla="*/ 0 w 424"/>
                  <a:gd name="T5" fmla="*/ 0 h 83"/>
                  <a:gd name="T6" fmla="*/ 0 w 424"/>
                  <a:gd name="T7" fmla="*/ 0 h 83"/>
                  <a:gd name="T8" fmla="*/ 0 w 424"/>
                  <a:gd name="T9" fmla="*/ 0 h 83"/>
                  <a:gd name="T10" fmla="*/ 0 w 424"/>
                  <a:gd name="T11" fmla="*/ 0 h 83"/>
                  <a:gd name="T12" fmla="*/ 0 w 424"/>
                  <a:gd name="T13" fmla="*/ 0 h 83"/>
                  <a:gd name="T14" fmla="*/ 0 w 424"/>
                  <a:gd name="T15" fmla="*/ 0 h 83"/>
                  <a:gd name="T16" fmla="*/ 0 w 424"/>
                  <a:gd name="T17" fmla="*/ 0 h 83"/>
                  <a:gd name="T18" fmla="*/ 0 w 424"/>
                  <a:gd name="T19" fmla="*/ 0 h 83"/>
                  <a:gd name="T20" fmla="*/ 0 w 424"/>
                  <a:gd name="T21" fmla="*/ 0 h 83"/>
                  <a:gd name="T22" fmla="*/ 0 w 424"/>
                  <a:gd name="T23" fmla="*/ 0 h 83"/>
                  <a:gd name="T24" fmla="*/ 0 w 424"/>
                  <a:gd name="T25" fmla="*/ 0 h 83"/>
                  <a:gd name="T26" fmla="*/ 0 w 424"/>
                  <a:gd name="T27" fmla="*/ 0 h 83"/>
                  <a:gd name="T28" fmla="*/ 0 w 424"/>
                  <a:gd name="T29" fmla="*/ 0 h 83"/>
                  <a:gd name="T30" fmla="*/ 0 w 424"/>
                  <a:gd name="T31" fmla="*/ 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24"/>
                  <a:gd name="T49" fmla="*/ 0 h 83"/>
                  <a:gd name="T50" fmla="*/ 424 w 424"/>
                  <a:gd name="T51" fmla="*/ 83 h 8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24" h="83">
                    <a:moveTo>
                      <a:pt x="0" y="42"/>
                    </a:moveTo>
                    <a:lnTo>
                      <a:pt x="74" y="22"/>
                    </a:lnTo>
                    <a:lnTo>
                      <a:pt x="157" y="15"/>
                    </a:lnTo>
                    <a:lnTo>
                      <a:pt x="274" y="15"/>
                    </a:lnTo>
                    <a:lnTo>
                      <a:pt x="338" y="8"/>
                    </a:lnTo>
                    <a:lnTo>
                      <a:pt x="424" y="0"/>
                    </a:lnTo>
                    <a:lnTo>
                      <a:pt x="389" y="46"/>
                    </a:lnTo>
                    <a:lnTo>
                      <a:pt x="300" y="52"/>
                    </a:lnTo>
                    <a:lnTo>
                      <a:pt x="305" y="83"/>
                    </a:lnTo>
                    <a:lnTo>
                      <a:pt x="263" y="52"/>
                    </a:lnTo>
                    <a:lnTo>
                      <a:pt x="204" y="46"/>
                    </a:lnTo>
                    <a:lnTo>
                      <a:pt x="129" y="56"/>
                    </a:lnTo>
                    <a:lnTo>
                      <a:pt x="210" y="28"/>
                    </a:lnTo>
                    <a:lnTo>
                      <a:pt x="134" y="28"/>
                    </a:lnTo>
                    <a:lnTo>
                      <a:pt x="63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59" name="Freeform 181">
                <a:extLst>
                  <a:ext uri="{FF2B5EF4-FFF2-40B4-BE49-F238E27FC236}">
                    <a16:creationId xmlns:a16="http://schemas.microsoft.com/office/drawing/2014/main" id="{76F6836D-72D5-AC49-B459-C0F6FE5F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33"/>
                <a:ext cx="40" cy="21"/>
              </a:xfrm>
              <a:custGeom>
                <a:avLst/>
                <a:gdLst>
                  <a:gd name="T0" fmla="*/ 0 w 318"/>
                  <a:gd name="T1" fmla="*/ 0 h 161"/>
                  <a:gd name="T2" fmla="*/ 0 w 318"/>
                  <a:gd name="T3" fmla="*/ 0 h 161"/>
                  <a:gd name="T4" fmla="*/ 0 w 318"/>
                  <a:gd name="T5" fmla="*/ 0 h 161"/>
                  <a:gd name="T6" fmla="*/ 0 w 318"/>
                  <a:gd name="T7" fmla="*/ 0 h 161"/>
                  <a:gd name="T8" fmla="*/ 0 w 318"/>
                  <a:gd name="T9" fmla="*/ 0 h 161"/>
                  <a:gd name="T10" fmla="*/ 0 w 318"/>
                  <a:gd name="T11" fmla="*/ 0 h 161"/>
                  <a:gd name="T12" fmla="*/ 0 w 318"/>
                  <a:gd name="T13" fmla="*/ 0 h 161"/>
                  <a:gd name="T14" fmla="*/ 0 w 318"/>
                  <a:gd name="T15" fmla="*/ 0 h 161"/>
                  <a:gd name="T16" fmla="*/ 0 w 318"/>
                  <a:gd name="T17" fmla="*/ 0 h 161"/>
                  <a:gd name="T18" fmla="*/ 0 w 318"/>
                  <a:gd name="T19" fmla="*/ 0 h 161"/>
                  <a:gd name="T20" fmla="*/ 0 w 318"/>
                  <a:gd name="T21" fmla="*/ 0 h 161"/>
                  <a:gd name="T22" fmla="*/ 0 w 318"/>
                  <a:gd name="T23" fmla="*/ 0 h 161"/>
                  <a:gd name="T24" fmla="*/ 0 w 318"/>
                  <a:gd name="T25" fmla="*/ 0 h 161"/>
                  <a:gd name="T26" fmla="*/ 0 w 318"/>
                  <a:gd name="T27" fmla="*/ 0 h 161"/>
                  <a:gd name="T28" fmla="*/ 0 w 318"/>
                  <a:gd name="T29" fmla="*/ 0 h 161"/>
                  <a:gd name="T30" fmla="*/ 0 w 318"/>
                  <a:gd name="T31" fmla="*/ 0 h 161"/>
                  <a:gd name="T32" fmla="*/ 0 w 318"/>
                  <a:gd name="T33" fmla="*/ 0 h 161"/>
                  <a:gd name="T34" fmla="*/ 0 w 318"/>
                  <a:gd name="T35" fmla="*/ 0 h 161"/>
                  <a:gd name="T36" fmla="*/ 0 w 318"/>
                  <a:gd name="T37" fmla="*/ 0 h 1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8"/>
                  <a:gd name="T58" fmla="*/ 0 h 161"/>
                  <a:gd name="T59" fmla="*/ 318 w 318"/>
                  <a:gd name="T60" fmla="*/ 161 h 16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8" h="161">
                    <a:moveTo>
                      <a:pt x="0" y="22"/>
                    </a:moveTo>
                    <a:lnTo>
                      <a:pt x="24" y="50"/>
                    </a:lnTo>
                    <a:lnTo>
                      <a:pt x="92" y="74"/>
                    </a:lnTo>
                    <a:lnTo>
                      <a:pt x="138" y="108"/>
                    </a:lnTo>
                    <a:lnTo>
                      <a:pt x="119" y="127"/>
                    </a:lnTo>
                    <a:lnTo>
                      <a:pt x="175" y="161"/>
                    </a:lnTo>
                    <a:lnTo>
                      <a:pt x="237" y="145"/>
                    </a:lnTo>
                    <a:lnTo>
                      <a:pt x="281" y="117"/>
                    </a:lnTo>
                    <a:lnTo>
                      <a:pt x="228" y="108"/>
                    </a:lnTo>
                    <a:lnTo>
                      <a:pt x="318" y="59"/>
                    </a:lnTo>
                    <a:lnTo>
                      <a:pt x="310" y="44"/>
                    </a:lnTo>
                    <a:lnTo>
                      <a:pt x="222" y="97"/>
                    </a:lnTo>
                    <a:lnTo>
                      <a:pt x="175" y="103"/>
                    </a:lnTo>
                    <a:lnTo>
                      <a:pt x="119" y="81"/>
                    </a:lnTo>
                    <a:lnTo>
                      <a:pt x="99" y="53"/>
                    </a:lnTo>
                    <a:lnTo>
                      <a:pt x="156" y="32"/>
                    </a:lnTo>
                    <a:lnTo>
                      <a:pt x="99" y="39"/>
                    </a:lnTo>
                    <a:lnTo>
                      <a:pt x="77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0" name="Freeform 182">
                <a:extLst>
                  <a:ext uri="{FF2B5EF4-FFF2-40B4-BE49-F238E27FC236}">
                    <a16:creationId xmlns:a16="http://schemas.microsoft.com/office/drawing/2014/main" id="{0C1CFF80-BCE4-1A48-9947-F765DF76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519"/>
                <a:ext cx="41" cy="10"/>
              </a:xfrm>
              <a:custGeom>
                <a:avLst/>
                <a:gdLst>
                  <a:gd name="T0" fmla="*/ 0 w 327"/>
                  <a:gd name="T1" fmla="*/ 0 h 85"/>
                  <a:gd name="T2" fmla="*/ 0 w 327"/>
                  <a:gd name="T3" fmla="*/ 0 h 85"/>
                  <a:gd name="T4" fmla="*/ 0 w 327"/>
                  <a:gd name="T5" fmla="*/ 0 h 85"/>
                  <a:gd name="T6" fmla="*/ 0 w 327"/>
                  <a:gd name="T7" fmla="*/ 0 h 85"/>
                  <a:gd name="T8" fmla="*/ 0 w 327"/>
                  <a:gd name="T9" fmla="*/ 0 h 85"/>
                  <a:gd name="T10" fmla="*/ 0 w 327"/>
                  <a:gd name="T11" fmla="*/ 0 h 85"/>
                  <a:gd name="T12" fmla="*/ 0 w 327"/>
                  <a:gd name="T13" fmla="*/ 0 h 85"/>
                  <a:gd name="T14" fmla="*/ 0 w 327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7"/>
                  <a:gd name="T25" fmla="*/ 0 h 85"/>
                  <a:gd name="T26" fmla="*/ 327 w 327"/>
                  <a:gd name="T27" fmla="*/ 85 h 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7" h="85">
                    <a:moveTo>
                      <a:pt x="0" y="85"/>
                    </a:moveTo>
                    <a:lnTo>
                      <a:pt x="211" y="0"/>
                    </a:lnTo>
                    <a:lnTo>
                      <a:pt x="269" y="12"/>
                    </a:lnTo>
                    <a:lnTo>
                      <a:pt x="327" y="35"/>
                    </a:lnTo>
                    <a:lnTo>
                      <a:pt x="253" y="28"/>
                    </a:lnTo>
                    <a:lnTo>
                      <a:pt x="200" y="28"/>
                    </a:lnTo>
                    <a:lnTo>
                      <a:pt x="130" y="4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1" name="Freeform 183">
                <a:extLst>
                  <a:ext uri="{FF2B5EF4-FFF2-40B4-BE49-F238E27FC236}">
                    <a16:creationId xmlns:a16="http://schemas.microsoft.com/office/drawing/2014/main" id="{5281B406-AF2F-ED43-921A-6EC4822F7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29"/>
                <a:ext cx="33" cy="12"/>
              </a:xfrm>
              <a:custGeom>
                <a:avLst/>
                <a:gdLst>
                  <a:gd name="T0" fmla="*/ 0 w 261"/>
                  <a:gd name="T1" fmla="*/ 0 h 99"/>
                  <a:gd name="T2" fmla="*/ 0 w 261"/>
                  <a:gd name="T3" fmla="*/ 0 h 99"/>
                  <a:gd name="T4" fmla="*/ 0 w 261"/>
                  <a:gd name="T5" fmla="*/ 0 h 99"/>
                  <a:gd name="T6" fmla="*/ 0 w 261"/>
                  <a:gd name="T7" fmla="*/ 0 h 99"/>
                  <a:gd name="T8" fmla="*/ 0 w 261"/>
                  <a:gd name="T9" fmla="*/ 0 h 99"/>
                  <a:gd name="T10" fmla="*/ 0 w 261"/>
                  <a:gd name="T11" fmla="*/ 0 h 99"/>
                  <a:gd name="T12" fmla="*/ 0 w 261"/>
                  <a:gd name="T13" fmla="*/ 0 h 99"/>
                  <a:gd name="T14" fmla="*/ 0 w 261"/>
                  <a:gd name="T15" fmla="*/ 0 h 99"/>
                  <a:gd name="T16" fmla="*/ 0 w 261"/>
                  <a:gd name="T17" fmla="*/ 0 h 99"/>
                  <a:gd name="T18" fmla="*/ 0 w 261"/>
                  <a:gd name="T19" fmla="*/ 0 h 99"/>
                  <a:gd name="T20" fmla="*/ 0 w 261"/>
                  <a:gd name="T21" fmla="*/ 0 h 99"/>
                  <a:gd name="T22" fmla="*/ 0 w 261"/>
                  <a:gd name="T23" fmla="*/ 0 h 99"/>
                  <a:gd name="T24" fmla="*/ 0 w 261"/>
                  <a:gd name="T25" fmla="*/ 0 h 99"/>
                  <a:gd name="T26" fmla="*/ 0 w 261"/>
                  <a:gd name="T27" fmla="*/ 0 h 99"/>
                  <a:gd name="T28" fmla="*/ 0 w 261"/>
                  <a:gd name="T29" fmla="*/ 0 h 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1"/>
                  <a:gd name="T46" fmla="*/ 0 h 99"/>
                  <a:gd name="T47" fmla="*/ 261 w 261"/>
                  <a:gd name="T48" fmla="*/ 99 h 9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1" h="99">
                    <a:moveTo>
                      <a:pt x="0" y="53"/>
                    </a:moveTo>
                    <a:lnTo>
                      <a:pt x="70" y="2"/>
                    </a:lnTo>
                    <a:lnTo>
                      <a:pt x="166" y="0"/>
                    </a:lnTo>
                    <a:lnTo>
                      <a:pt x="261" y="11"/>
                    </a:lnTo>
                    <a:lnTo>
                      <a:pt x="224" y="57"/>
                    </a:lnTo>
                    <a:lnTo>
                      <a:pt x="166" y="85"/>
                    </a:lnTo>
                    <a:lnTo>
                      <a:pt x="116" y="99"/>
                    </a:lnTo>
                    <a:lnTo>
                      <a:pt x="42" y="88"/>
                    </a:lnTo>
                    <a:lnTo>
                      <a:pt x="116" y="88"/>
                    </a:lnTo>
                    <a:lnTo>
                      <a:pt x="193" y="57"/>
                    </a:lnTo>
                    <a:lnTo>
                      <a:pt x="240" y="15"/>
                    </a:lnTo>
                    <a:lnTo>
                      <a:pt x="153" y="11"/>
                    </a:lnTo>
                    <a:lnTo>
                      <a:pt x="83" y="15"/>
                    </a:lnTo>
                    <a:lnTo>
                      <a:pt x="30" y="5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2" name="Freeform 184">
                <a:extLst>
                  <a:ext uri="{FF2B5EF4-FFF2-40B4-BE49-F238E27FC236}">
                    <a16:creationId xmlns:a16="http://schemas.microsoft.com/office/drawing/2014/main" id="{41F766EE-54DB-4841-B840-52FCD278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3"/>
                <a:ext cx="31" cy="35"/>
              </a:xfrm>
              <a:custGeom>
                <a:avLst/>
                <a:gdLst>
                  <a:gd name="T0" fmla="*/ 0 w 248"/>
                  <a:gd name="T1" fmla="*/ 0 h 281"/>
                  <a:gd name="T2" fmla="*/ 0 w 248"/>
                  <a:gd name="T3" fmla="*/ 0 h 281"/>
                  <a:gd name="T4" fmla="*/ 0 w 248"/>
                  <a:gd name="T5" fmla="*/ 0 h 281"/>
                  <a:gd name="T6" fmla="*/ 0 w 248"/>
                  <a:gd name="T7" fmla="*/ 0 h 281"/>
                  <a:gd name="T8" fmla="*/ 0 w 248"/>
                  <a:gd name="T9" fmla="*/ 0 h 281"/>
                  <a:gd name="T10" fmla="*/ 0 w 248"/>
                  <a:gd name="T11" fmla="*/ 0 h 281"/>
                  <a:gd name="T12" fmla="*/ 0 w 248"/>
                  <a:gd name="T13" fmla="*/ 0 h 281"/>
                  <a:gd name="T14" fmla="*/ 0 w 248"/>
                  <a:gd name="T15" fmla="*/ 0 h 281"/>
                  <a:gd name="T16" fmla="*/ 0 w 248"/>
                  <a:gd name="T17" fmla="*/ 0 h 281"/>
                  <a:gd name="T18" fmla="*/ 0 w 248"/>
                  <a:gd name="T19" fmla="*/ 0 h 281"/>
                  <a:gd name="T20" fmla="*/ 0 w 248"/>
                  <a:gd name="T21" fmla="*/ 0 h 281"/>
                  <a:gd name="T22" fmla="*/ 0 w 248"/>
                  <a:gd name="T23" fmla="*/ 0 h 281"/>
                  <a:gd name="T24" fmla="*/ 0 w 248"/>
                  <a:gd name="T25" fmla="*/ 0 h 281"/>
                  <a:gd name="T26" fmla="*/ 0 w 248"/>
                  <a:gd name="T27" fmla="*/ 0 h 281"/>
                  <a:gd name="T28" fmla="*/ 0 w 248"/>
                  <a:gd name="T29" fmla="*/ 0 h 2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8"/>
                  <a:gd name="T46" fmla="*/ 0 h 281"/>
                  <a:gd name="T47" fmla="*/ 248 w 248"/>
                  <a:gd name="T48" fmla="*/ 281 h 2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8" h="281">
                    <a:moveTo>
                      <a:pt x="173" y="11"/>
                    </a:moveTo>
                    <a:lnTo>
                      <a:pt x="248" y="25"/>
                    </a:lnTo>
                    <a:lnTo>
                      <a:pt x="158" y="25"/>
                    </a:lnTo>
                    <a:lnTo>
                      <a:pt x="122" y="63"/>
                    </a:lnTo>
                    <a:lnTo>
                      <a:pt x="74" y="94"/>
                    </a:lnTo>
                    <a:lnTo>
                      <a:pt x="55" y="133"/>
                    </a:lnTo>
                    <a:lnTo>
                      <a:pt x="55" y="186"/>
                    </a:lnTo>
                    <a:lnTo>
                      <a:pt x="74" y="281"/>
                    </a:lnTo>
                    <a:lnTo>
                      <a:pt x="43" y="191"/>
                    </a:lnTo>
                    <a:lnTo>
                      <a:pt x="37" y="142"/>
                    </a:lnTo>
                    <a:lnTo>
                      <a:pt x="34" y="105"/>
                    </a:lnTo>
                    <a:lnTo>
                      <a:pt x="0" y="63"/>
                    </a:lnTo>
                    <a:lnTo>
                      <a:pt x="140" y="21"/>
                    </a:lnTo>
                    <a:lnTo>
                      <a:pt x="204" y="0"/>
                    </a:lnTo>
                    <a:lnTo>
                      <a:pt x="173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3" name="Freeform 185">
                <a:extLst>
                  <a:ext uri="{FF2B5EF4-FFF2-40B4-BE49-F238E27FC236}">
                    <a16:creationId xmlns:a16="http://schemas.microsoft.com/office/drawing/2014/main" id="{B5CEB8BB-0F89-3849-A009-D244590D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36"/>
                <a:ext cx="6" cy="29"/>
              </a:xfrm>
              <a:custGeom>
                <a:avLst/>
                <a:gdLst>
                  <a:gd name="T0" fmla="*/ 0 w 48"/>
                  <a:gd name="T1" fmla="*/ 0 h 233"/>
                  <a:gd name="T2" fmla="*/ 0 w 48"/>
                  <a:gd name="T3" fmla="*/ 0 h 233"/>
                  <a:gd name="T4" fmla="*/ 0 w 48"/>
                  <a:gd name="T5" fmla="*/ 0 h 233"/>
                  <a:gd name="T6" fmla="*/ 0 w 48"/>
                  <a:gd name="T7" fmla="*/ 0 h 233"/>
                  <a:gd name="T8" fmla="*/ 0 w 48"/>
                  <a:gd name="T9" fmla="*/ 0 h 233"/>
                  <a:gd name="T10" fmla="*/ 0 w 48"/>
                  <a:gd name="T11" fmla="*/ 0 h 233"/>
                  <a:gd name="T12" fmla="*/ 0 w 48"/>
                  <a:gd name="T13" fmla="*/ 0 h 233"/>
                  <a:gd name="T14" fmla="*/ 0 w 48"/>
                  <a:gd name="T15" fmla="*/ 0 h 233"/>
                  <a:gd name="T16" fmla="*/ 0 w 48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33"/>
                  <a:gd name="T29" fmla="*/ 48 w 48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33">
                    <a:moveTo>
                      <a:pt x="0" y="10"/>
                    </a:moveTo>
                    <a:lnTo>
                      <a:pt x="22" y="90"/>
                    </a:lnTo>
                    <a:lnTo>
                      <a:pt x="27" y="153"/>
                    </a:lnTo>
                    <a:lnTo>
                      <a:pt x="39" y="233"/>
                    </a:lnTo>
                    <a:lnTo>
                      <a:pt x="48" y="149"/>
                    </a:lnTo>
                    <a:lnTo>
                      <a:pt x="41" y="85"/>
                    </a:lnTo>
                    <a:lnTo>
                      <a:pt x="35" y="32"/>
                    </a:lnTo>
                    <a:lnTo>
                      <a:pt x="2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4" name="Freeform 186">
                <a:extLst>
                  <a:ext uri="{FF2B5EF4-FFF2-40B4-BE49-F238E27FC236}">
                    <a16:creationId xmlns:a16="http://schemas.microsoft.com/office/drawing/2014/main" id="{0857690F-836F-3A49-BABD-63012726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40"/>
                <a:ext cx="22" cy="7"/>
              </a:xfrm>
              <a:custGeom>
                <a:avLst/>
                <a:gdLst>
                  <a:gd name="T0" fmla="*/ 0 w 171"/>
                  <a:gd name="T1" fmla="*/ 0 h 55"/>
                  <a:gd name="T2" fmla="*/ 0 w 171"/>
                  <a:gd name="T3" fmla="*/ 0 h 55"/>
                  <a:gd name="T4" fmla="*/ 0 w 171"/>
                  <a:gd name="T5" fmla="*/ 0 h 55"/>
                  <a:gd name="T6" fmla="*/ 0 w 171"/>
                  <a:gd name="T7" fmla="*/ 0 h 55"/>
                  <a:gd name="T8" fmla="*/ 0 w 171"/>
                  <a:gd name="T9" fmla="*/ 0 h 55"/>
                  <a:gd name="T10" fmla="*/ 0 w 171"/>
                  <a:gd name="T11" fmla="*/ 0 h 55"/>
                  <a:gd name="T12" fmla="*/ 0 w 171"/>
                  <a:gd name="T13" fmla="*/ 0 h 55"/>
                  <a:gd name="T14" fmla="*/ 0 w 17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1"/>
                  <a:gd name="T25" fmla="*/ 0 h 55"/>
                  <a:gd name="T26" fmla="*/ 171 w 17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1" h="55">
                    <a:moveTo>
                      <a:pt x="32" y="11"/>
                    </a:moveTo>
                    <a:lnTo>
                      <a:pt x="0" y="44"/>
                    </a:lnTo>
                    <a:lnTo>
                      <a:pt x="65" y="55"/>
                    </a:lnTo>
                    <a:lnTo>
                      <a:pt x="106" y="44"/>
                    </a:lnTo>
                    <a:lnTo>
                      <a:pt x="171" y="11"/>
                    </a:lnTo>
                    <a:lnTo>
                      <a:pt x="124" y="11"/>
                    </a:lnTo>
                    <a:lnTo>
                      <a:pt x="81" y="0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5" name="Freeform 187">
                <a:extLst>
                  <a:ext uri="{FF2B5EF4-FFF2-40B4-BE49-F238E27FC236}">
                    <a16:creationId xmlns:a16="http://schemas.microsoft.com/office/drawing/2014/main" id="{8BF8AD3B-8B27-2B4B-B992-78D73392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539"/>
                <a:ext cx="21" cy="21"/>
              </a:xfrm>
              <a:custGeom>
                <a:avLst/>
                <a:gdLst>
                  <a:gd name="T0" fmla="*/ 0 w 174"/>
                  <a:gd name="T1" fmla="*/ 0 h 170"/>
                  <a:gd name="T2" fmla="*/ 0 w 174"/>
                  <a:gd name="T3" fmla="*/ 0 h 170"/>
                  <a:gd name="T4" fmla="*/ 0 w 174"/>
                  <a:gd name="T5" fmla="*/ 0 h 170"/>
                  <a:gd name="T6" fmla="*/ 0 w 174"/>
                  <a:gd name="T7" fmla="*/ 0 h 170"/>
                  <a:gd name="T8" fmla="*/ 0 w 174"/>
                  <a:gd name="T9" fmla="*/ 0 h 170"/>
                  <a:gd name="T10" fmla="*/ 0 w 174"/>
                  <a:gd name="T11" fmla="*/ 0 h 170"/>
                  <a:gd name="T12" fmla="*/ 0 w 174"/>
                  <a:gd name="T13" fmla="*/ 0 h 170"/>
                  <a:gd name="T14" fmla="*/ 0 w 174"/>
                  <a:gd name="T15" fmla="*/ 0 h 170"/>
                  <a:gd name="T16" fmla="*/ 0 w 174"/>
                  <a:gd name="T17" fmla="*/ 0 h 170"/>
                  <a:gd name="T18" fmla="*/ 0 w 174"/>
                  <a:gd name="T19" fmla="*/ 0 h 170"/>
                  <a:gd name="T20" fmla="*/ 0 w 174"/>
                  <a:gd name="T21" fmla="*/ 0 h 170"/>
                  <a:gd name="T22" fmla="*/ 0 w 174"/>
                  <a:gd name="T23" fmla="*/ 0 h 170"/>
                  <a:gd name="T24" fmla="*/ 0 w 174"/>
                  <a:gd name="T25" fmla="*/ 0 h 170"/>
                  <a:gd name="T26" fmla="*/ 0 w 174"/>
                  <a:gd name="T27" fmla="*/ 0 h 170"/>
                  <a:gd name="T28" fmla="*/ 0 w 174"/>
                  <a:gd name="T29" fmla="*/ 0 h 170"/>
                  <a:gd name="T30" fmla="*/ 0 w 174"/>
                  <a:gd name="T31" fmla="*/ 0 h 170"/>
                  <a:gd name="T32" fmla="*/ 0 w 174"/>
                  <a:gd name="T33" fmla="*/ 0 h 1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4"/>
                  <a:gd name="T52" fmla="*/ 0 h 170"/>
                  <a:gd name="T53" fmla="*/ 174 w 174"/>
                  <a:gd name="T54" fmla="*/ 170 h 1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4" h="170">
                    <a:moveTo>
                      <a:pt x="157" y="30"/>
                    </a:moveTo>
                    <a:lnTo>
                      <a:pt x="88" y="6"/>
                    </a:lnTo>
                    <a:lnTo>
                      <a:pt x="0" y="0"/>
                    </a:lnTo>
                    <a:lnTo>
                      <a:pt x="33" y="20"/>
                    </a:lnTo>
                    <a:lnTo>
                      <a:pt x="51" y="90"/>
                    </a:lnTo>
                    <a:lnTo>
                      <a:pt x="77" y="129"/>
                    </a:lnTo>
                    <a:lnTo>
                      <a:pt x="60" y="78"/>
                    </a:lnTo>
                    <a:lnTo>
                      <a:pt x="70" y="37"/>
                    </a:lnTo>
                    <a:lnTo>
                      <a:pt x="104" y="44"/>
                    </a:lnTo>
                    <a:lnTo>
                      <a:pt x="97" y="78"/>
                    </a:lnTo>
                    <a:lnTo>
                      <a:pt x="108" y="123"/>
                    </a:lnTo>
                    <a:lnTo>
                      <a:pt x="136" y="136"/>
                    </a:lnTo>
                    <a:lnTo>
                      <a:pt x="174" y="170"/>
                    </a:lnTo>
                    <a:lnTo>
                      <a:pt x="157" y="123"/>
                    </a:lnTo>
                    <a:lnTo>
                      <a:pt x="167" y="83"/>
                    </a:lnTo>
                    <a:lnTo>
                      <a:pt x="160" y="59"/>
                    </a:lnTo>
                    <a:lnTo>
                      <a:pt x="15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6" name="Freeform 188">
                <a:extLst>
                  <a:ext uri="{FF2B5EF4-FFF2-40B4-BE49-F238E27FC236}">
                    <a16:creationId xmlns:a16="http://schemas.microsoft.com/office/drawing/2014/main" id="{1AF441F7-24AC-AC46-928A-DB6C4723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18"/>
                <a:ext cx="16" cy="36"/>
              </a:xfrm>
              <a:custGeom>
                <a:avLst/>
                <a:gdLst>
                  <a:gd name="T0" fmla="*/ 0 w 129"/>
                  <a:gd name="T1" fmla="*/ 0 h 292"/>
                  <a:gd name="T2" fmla="*/ 0 w 129"/>
                  <a:gd name="T3" fmla="*/ 0 h 292"/>
                  <a:gd name="T4" fmla="*/ 0 w 129"/>
                  <a:gd name="T5" fmla="*/ 0 h 292"/>
                  <a:gd name="T6" fmla="*/ 0 w 129"/>
                  <a:gd name="T7" fmla="*/ 0 h 292"/>
                  <a:gd name="T8" fmla="*/ 0 w 129"/>
                  <a:gd name="T9" fmla="*/ 0 h 292"/>
                  <a:gd name="T10" fmla="*/ 0 w 129"/>
                  <a:gd name="T11" fmla="*/ 0 h 292"/>
                  <a:gd name="T12" fmla="*/ 0 w 129"/>
                  <a:gd name="T13" fmla="*/ 0 h 292"/>
                  <a:gd name="T14" fmla="*/ 0 w 129"/>
                  <a:gd name="T15" fmla="*/ 0 h 292"/>
                  <a:gd name="T16" fmla="*/ 0 w 129"/>
                  <a:gd name="T17" fmla="*/ 0 h 292"/>
                  <a:gd name="T18" fmla="*/ 0 w 129"/>
                  <a:gd name="T19" fmla="*/ 0 h 292"/>
                  <a:gd name="T20" fmla="*/ 0 w 129"/>
                  <a:gd name="T21" fmla="*/ 0 h 292"/>
                  <a:gd name="T22" fmla="*/ 0 w 129"/>
                  <a:gd name="T23" fmla="*/ 0 h 292"/>
                  <a:gd name="T24" fmla="*/ 0 w 129"/>
                  <a:gd name="T25" fmla="*/ 0 h 292"/>
                  <a:gd name="T26" fmla="*/ 0 w 129"/>
                  <a:gd name="T27" fmla="*/ 0 h 292"/>
                  <a:gd name="T28" fmla="*/ 0 w 129"/>
                  <a:gd name="T29" fmla="*/ 0 h 292"/>
                  <a:gd name="T30" fmla="*/ 0 w 129"/>
                  <a:gd name="T31" fmla="*/ 0 h 292"/>
                  <a:gd name="T32" fmla="*/ 0 w 129"/>
                  <a:gd name="T33" fmla="*/ 0 h 292"/>
                  <a:gd name="T34" fmla="*/ 0 w 129"/>
                  <a:gd name="T35" fmla="*/ 0 h 292"/>
                  <a:gd name="T36" fmla="*/ 0 w 129"/>
                  <a:gd name="T37" fmla="*/ 0 h 292"/>
                  <a:gd name="T38" fmla="*/ 0 w 129"/>
                  <a:gd name="T39" fmla="*/ 0 h 292"/>
                  <a:gd name="T40" fmla="*/ 0 w 129"/>
                  <a:gd name="T41" fmla="*/ 0 h 292"/>
                  <a:gd name="T42" fmla="*/ 0 w 129"/>
                  <a:gd name="T43" fmla="*/ 0 h 2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9"/>
                  <a:gd name="T67" fmla="*/ 0 h 292"/>
                  <a:gd name="T68" fmla="*/ 129 w 129"/>
                  <a:gd name="T69" fmla="*/ 292 h 29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9" h="292">
                    <a:moveTo>
                      <a:pt x="0" y="116"/>
                    </a:moveTo>
                    <a:lnTo>
                      <a:pt x="23" y="109"/>
                    </a:lnTo>
                    <a:lnTo>
                      <a:pt x="63" y="55"/>
                    </a:lnTo>
                    <a:lnTo>
                      <a:pt x="116" y="0"/>
                    </a:lnTo>
                    <a:lnTo>
                      <a:pt x="104" y="46"/>
                    </a:lnTo>
                    <a:lnTo>
                      <a:pt x="129" y="90"/>
                    </a:lnTo>
                    <a:lnTo>
                      <a:pt x="129" y="147"/>
                    </a:lnTo>
                    <a:lnTo>
                      <a:pt x="104" y="199"/>
                    </a:lnTo>
                    <a:lnTo>
                      <a:pt x="116" y="136"/>
                    </a:lnTo>
                    <a:lnTo>
                      <a:pt x="113" y="105"/>
                    </a:lnTo>
                    <a:lnTo>
                      <a:pt x="83" y="76"/>
                    </a:lnTo>
                    <a:lnTo>
                      <a:pt x="69" y="109"/>
                    </a:lnTo>
                    <a:lnTo>
                      <a:pt x="92" y="147"/>
                    </a:lnTo>
                    <a:lnTo>
                      <a:pt x="83" y="184"/>
                    </a:lnTo>
                    <a:lnTo>
                      <a:pt x="54" y="199"/>
                    </a:lnTo>
                    <a:lnTo>
                      <a:pt x="37" y="228"/>
                    </a:lnTo>
                    <a:lnTo>
                      <a:pt x="19" y="292"/>
                    </a:lnTo>
                    <a:lnTo>
                      <a:pt x="17" y="237"/>
                    </a:lnTo>
                    <a:lnTo>
                      <a:pt x="30" y="184"/>
                    </a:lnTo>
                    <a:lnTo>
                      <a:pt x="19" y="164"/>
                    </a:lnTo>
                    <a:lnTo>
                      <a:pt x="0" y="143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7" name="Freeform 189">
                <a:extLst>
                  <a:ext uri="{FF2B5EF4-FFF2-40B4-BE49-F238E27FC236}">
                    <a16:creationId xmlns:a16="http://schemas.microsoft.com/office/drawing/2014/main" id="{1BB214F4-575B-7F40-A56E-32274B04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36"/>
                <a:ext cx="12" cy="8"/>
              </a:xfrm>
              <a:custGeom>
                <a:avLst/>
                <a:gdLst>
                  <a:gd name="T0" fmla="*/ 0 w 99"/>
                  <a:gd name="T1" fmla="*/ 0 h 63"/>
                  <a:gd name="T2" fmla="*/ 0 w 99"/>
                  <a:gd name="T3" fmla="*/ 0 h 63"/>
                  <a:gd name="T4" fmla="*/ 0 w 99"/>
                  <a:gd name="T5" fmla="*/ 0 h 63"/>
                  <a:gd name="T6" fmla="*/ 0 w 99"/>
                  <a:gd name="T7" fmla="*/ 0 h 63"/>
                  <a:gd name="T8" fmla="*/ 0 w 99"/>
                  <a:gd name="T9" fmla="*/ 0 h 63"/>
                  <a:gd name="T10" fmla="*/ 0 w 99"/>
                  <a:gd name="T11" fmla="*/ 0 h 63"/>
                  <a:gd name="T12" fmla="*/ 0 w 99"/>
                  <a:gd name="T13" fmla="*/ 0 h 63"/>
                  <a:gd name="T14" fmla="*/ 0 w 99"/>
                  <a:gd name="T15" fmla="*/ 0 h 63"/>
                  <a:gd name="T16" fmla="*/ 0 w 99"/>
                  <a:gd name="T17" fmla="*/ 0 h 63"/>
                  <a:gd name="T18" fmla="*/ 0 w 99"/>
                  <a:gd name="T19" fmla="*/ 0 h 63"/>
                  <a:gd name="T20" fmla="*/ 0 w 99"/>
                  <a:gd name="T21" fmla="*/ 0 h 63"/>
                  <a:gd name="T22" fmla="*/ 0 w 99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9"/>
                  <a:gd name="T37" fmla="*/ 0 h 63"/>
                  <a:gd name="T38" fmla="*/ 99 w 99"/>
                  <a:gd name="T39" fmla="*/ 63 h 6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9" h="63">
                    <a:moveTo>
                      <a:pt x="0" y="14"/>
                    </a:moveTo>
                    <a:lnTo>
                      <a:pt x="16" y="46"/>
                    </a:lnTo>
                    <a:lnTo>
                      <a:pt x="42" y="63"/>
                    </a:lnTo>
                    <a:lnTo>
                      <a:pt x="81" y="50"/>
                    </a:lnTo>
                    <a:lnTo>
                      <a:pt x="99" y="32"/>
                    </a:lnTo>
                    <a:lnTo>
                      <a:pt x="99" y="0"/>
                    </a:lnTo>
                    <a:lnTo>
                      <a:pt x="64" y="4"/>
                    </a:lnTo>
                    <a:lnTo>
                      <a:pt x="69" y="21"/>
                    </a:lnTo>
                    <a:lnTo>
                      <a:pt x="53" y="35"/>
                    </a:lnTo>
                    <a:lnTo>
                      <a:pt x="42" y="26"/>
                    </a:lnTo>
                    <a:lnTo>
                      <a:pt x="3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8" name="Freeform 190">
                <a:extLst>
                  <a:ext uri="{FF2B5EF4-FFF2-40B4-BE49-F238E27FC236}">
                    <a16:creationId xmlns:a16="http://schemas.microsoft.com/office/drawing/2014/main" id="{0DE2C948-67A1-AB49-A684-D6505598A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529"/>
                <a:ext cx="11" cy="8"/>
              </a:xfrm>
              <a:custGeom>
                <a:avLst/>
                <a:gdLst>
                  <a:gd name="T0" fmla="*/ 0 w 92"/>
                  <a:gd name="T1" fmla="*/ 0 h 61"/>
                  <a:gd name="T2" fmla="*/ 0 w 92"/>
                  <a:gd name="T3" fmla="*/ 0 h 61"/>
                  <a:gd name="T4" fmla="*/ 0 w 92"/>
                  <a:gd name="T5" fmla="*/ 0 h 61"/>
                  <a:gd name="T6" fmla="*/ 0 w 92"/>
                  <a:gd name="T7" fmla="*/ 0 h 61"/>
                  <a:gd name="T8" fmla="*/ 0 w 92"/>
                  <a:gd name="T9" fmla="*/ 0 h 61"/>
                  <a:gd name="T10" fmla="*/ 0 w 92"/>
                  <a:gd name="T11" fmla="*/ 0 h 61"/>
                  <a:gd name="T12" fmla="*/ 0 w 92"/>
                  <a:gd name="T13" fmla="*/ 0 h 61"/>
                  <a:gd name="T14" fmla="*/ 0 w 92"/>
                  <a:gd name="T15" fmla="*/ 0 h 61"/>
                  <a:gd name="T16" fmla="*/ 0 w 92"/>
                  <a:gd name="T17" fmla="*/ 0 h 61"/>
                  <a:gd name="T18" fmla="*/ 0 w 92"/>
                  <a:gd name="T19" fmla="*/ 0 h 61"/>
                  <a:gd name="T20" fmla="*/ 0 w 92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2"/>
                  <a:gd name="T34" fmla="*/ 0 h 61"/>
                  <a:gd name="T35" fmla="*/ 92 w 92"/>
                  <a:gd name="T36" fmla="*/ 61 h 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2" h="61">
                    <a:moveTo>
                      <a:pt x="0" y="17"/>
                    </a:moveTo>
                    <a:lnTo>
                      <a:pt x="9" y="55"/>
                    </a:lnTo>
                    <a:lnTo>
                      <a:pt x="42" y="61"/>
                    </a:lnTo>
                    <a:lnTo>
                      <a:pt x="74" y="51"/>
                    </a:lnTo>
                    <a:lnTo>
                      <a:pt x="92" y="31"/>
                    </a:lnTo>
                    <a:lnTo>
                      <a:pt x="86" y="0"/>
                    </a:lnTo>
                    <a:lnTo>
                      <a:pt x="64" y="0"/>
                    </a:lnTo>
                    <a:lnTo>
                      <a:pt x="60" y="33"/>
                    </a:lnTo>
                    <a:lnTo>
                      <a:pt x="37" y="33"/>
                    </a:lnTo>
                    <a:lnTo>
                      <a:pt x="27" y="1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69" name="Freeform 191">
                <a:extLst>
                  <a:ext uri="{FF2B5EF4-FFF2-40B4-BE49-F238E27FC236}">
                    <a16:creationId xmlns:a16="http://schemas.microsoft.com/office/drawing/2014/main" id="{B8C21429-BA8D-A64C-8EE6-955CF9A5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63"/>
                <a:ext cx="47" cy="25"/>
              </a:xfrm>
              <a:custGeom>
                <a:avLst/>
                <a:gdLst>
                  <a:gd name="T0" fmla="*/ 0 w 374"/>
                  <a:gd name="T1" fmla="*/ 0 h 198"/>
                  <a:gd name="T2" fmla="*/ 0 w 374"/>
                  <a:gd name="T3" fmla="*/ 0 h 198"/>
                  <a:gd name="T4" fmla="*/ 0 w 374"/>
                  <a:gd name="T5" fmla="*/ 0 h 198"/>
                  <a:gd name="T6" fmla="*/ 0 w 374"/>
                  <a:gd name="T7" fmla="*/ 0 h 198"/>
                  <a:gd name="T8" fmla="*/ 0 w 374"/>
                  <a:gd name="T9" fmla="*/ 0 h 198"/>
                  <a:gd name="T10" fmla="*/ 0 w 374"/>
                  <a:gd name="T11" fmla="*/ 0 h 198"/>
                  <a:gd name="T12" fmla="*/ 0 w 374"/>
                  <a:gd name="T13" fmla="*/ 0 h 198"/>
                  <a:gd name="T14" fmla="*/ 0 w 374"/>
                  <a:gd name="T15" fmla="*/ 0 h 198"/>
                  <a:gd name="T16" fmla="*/ 0 w 374"/>
                  <a:gd name="T17" fmla="*/ 0 h 198"/>
                  <a:gd name="T18" fmla="*/ 0 w 374"/>
                  <a:gd name="T19" fmla="*/ 0 h 198"/>
                  <a:gd name="T20" fmla="*/ 0 w 374"/>
                  <a:gd name="T21" fmla="*/ 0 h 198"/>
                  <a:gd name="T22" fmla="*/ 0 w 374"/>
                  <a:gd name="T23" fmla="*/ 0 h 198"/>
                  <a:gd name="T24" fmla="*/ 0 w 374"/>
                  <a:gd name="T25" fmla="*/ 0 h 198"/>
                  <a:gd name="T26" fmla="*/ 0 w 374"/>
                  <a:gd name="T27" fmla="*/ 0 h 198"/>
                  <a:gd name="T28" fmla="*/ 0 w 374"/>
                  <a:gd name="T29" fmla="*/ 0 h 198"/>
                  <a:gd name="T30" fmla="*/ 0 w 374"/>
                  <a:gd name="T31" fmla="*/ 0 h 198"/>
                  <a:gd name="T32" fmla="*/ 0 w 374"/>
                  <a:gd name="T33" fmla="*/ 0 h 198"/>
                  <a:gd name="T34" fmla="*/ 0 w 374"/>
                  <a:gd name="T35" fmla="*/ 0 h 198"/>
                  <a:gd name="T36" fmla="*/ 0 w 374"/>
                  <a:gd name="T37" fmla="*/ 0 h 198"/>
                  <a:gd name="T38" fmla="*/ 0 w 374"/>
                  <a:gd name="T39" fmla="*/ 0 h 198"/>
                  <a:gd name="T40" fmla="*/ 0 w 374"/>
                  <a:gd name="T41" fmla="*/ 0 h 198"/>
                  <a:gd name="T42" fmla="*/ 0 w 374"/>
                  <a:gd name="T43" fmla="*/ 0 h 198"/>
                  <a:gd name="T44" fmla="*/ 0 w 374"/>
                  <a:gd name="T45" fmla="*/ 0 h 198"/>
                  <a:gd name="T46" fmla="*/ 0 w 374"/>
                  <a:gd name="T47" fmla="*/ 0 h 198"/>
                  <a:gd name="T48" fmla="*/ 0 w 374"/>
                  <a:gd name="T49" fmla="*/ 0 h 198"/>
                  <a:gd name="T50" fmla="*/ 0 w 374"/>
                  <a:gd name="T51" fmla="*/ 0 h 198"/>
                  <a:gd name="T52" fmla="*/ 0 w 374"/>
                  <a:gd name="T53" fmla="*/ 0 h 1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4"/>
                  <a:gd name="T82" fmla="*/ 0 h 198"/>
                  <a:gd name="T83" fmla="*/ 374 w 374"/>
                  <a:gd name="T84" fmla="*/ 198 h 1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4" h="198">
                    <a:moveTo>
                      <a:pt x="31" y="0"/>
                    </a:moveTo>
                    <a:lnTo>
                      <a:pt x="0" y="37"/>
                    </a:lnTo>
                    <a:lnTo>
                      <a:pt x="0" y="79"/>
                    </a:lnTo>
                    <a:lnTo>
                      <a:pt x="26" y="90"/>
                    </a:lnTo>
                    <a:lnTo>
                      <a:pt x="46" y="132"/>
                    </a:lnTo>
                    <a:lnTo>
                      <a:pt x="127" y="163"/>
                    </a:lnTo>
                    <a:lnTo>
                      <a:pt x="199" y="198"/>
                    </a:lnTo>
                    <a:lnTo>
                      <a:pt x="235" y="198"/>
                    </a:lnTo>
                    <a:lnTo>
                      <a:pt x="305" y="120"/>
                    </a:lnTo>
                    <a:lnTo>
                      <a:pt x="360" y="90"/>
                    </a:lnTo>
                    <a:lnTo>
                      <a:pt x="374" y="37"/>
                    </a:lnTo>
                    <a:lnTo>
                      <a:pt x="365" y="22"/>
                    </a:lnTo>
                    <a:lnTo>
                      <a:pt x="342" y="0"/>
                    </a:lnTo>
                    <a:lnTo>
                      <a:pt x="354" y="25"/>
                    </a:lnTo>
                    <a:lnTo>
                      <a:pt x="347" y="46"/>
                    </a:lnTo>
                    <a:lnTo>
                      <a:pt x="325" y="46"/>
                    </a:lnTo>
                    <a:lnTo>
                      <a:pt x="285" y="69"/>
                    </a:lnTo>
                    <a:lnTo>
                      <a:pt x="261" y="97"/>
                    </a:lnTo>
                    <a:lnTo>
                      <a:pt x="235" y="120"/>
                    </a:lnTo>
                    <a:lnTo>
                      <a:pt x="187" y="127"/>
                    </a:lnTo>
                    <a:lnTo>
                      <a:pt x="141" y="117"/>
                    </a:lnTo>
                    <a:lnTo>
                      <a:pt x="107" y="97"/>
                    </a:lnTo>
                    <a:lnTo>
                      <a:pt x="63" y="79"/>
                    </a:lnTo>
                    <a:lnTo>
                      <a:pt x="26" y="79"/>
                    </a:lnTo>
                    <a:lnTo>
                      <a:pt x="8" y="60"/>
                    </a:lnTo>
                    <a:lnTo>
                      <a:pt x="15" y="3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0" name="Freeform 192">
                <a:extLst>
                  <a:ext uri="{FF2B5EF4-FFF2-40B4-BE49-F238E27FC236}">
                    <a16:creationId xmlns:a16="http://schemas.microsoft.com/office/drawing/2014/main" id="{3B86C842-616F-7146-92EB-37B811C93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87"/>
                <a:ext cx="65" cy="11"/>
              </a:xfrm>
              <a:custGeom>
                <a:avLst/>
                <a:gdLst>
                  <a:gd name="T0" fmla="*/ 0 w 520"/>
                  <a:gd name="T1" fmla="*/ 0 h 90"/>
                  <a:gd name="T2" fmla="*/ 0 w 520"/>
                  <a:gd name="T3" fmla="*/ 0 h 90"/>
                  <a:gd name="T4" fmla="*/ 0 w 520"/>
                  <a:gd name="T5" fmla="*/ 0 h 90"/>
                  <a:gd name="T6" fmla="*/ 0 w 520"/>
                  <a:gd name="T7" fmla="*/ 0 h 90"/>
                  <a:gd name="T8" fmla="*/ 0 w 520"/>
                  <a:gd name="T9" fmla="*/ 0 h 90"/>
                  <a:gd name="T10" fmla="*/ 0 w 520"/>
                  <a:gd name="T11" fmla="*/ 0 h 90"/>
                  <a:gd name="T12" fmla="*/ 0 w 520"/>
                  <a:gd name="T13" fmla="*/ 0 h 90"/>
                  <a:gd name="T14" fmla="*/ 0 w 520"/>
                  <a:gd name="T15" fmla="*/ 0 h 90"/>
                  <a:gd name="T16" fmla="*/ 0 w 520"/>
                  <a:gd name="T17" fmla="*/ 0 h 90"/>
                  <a:gd name="T18" fmla="*/ 0 w 520"/>
                  <a:gd name="T19" fmla="*/ 0 h 90"/>
                  <a:gd name="T20" fmla="*/ 0 w 520"/>
                  <a:gd name="T21" fmla="*/ 0 h 90"/>
                  <a:gd name="T22" fmla="*/ 0 w 520"/>
                  <a:gd name="T23" fmla="*/ 0 h 90"/>
                  <a:gd name="T24" fmla="*/ 0 w 520"/>
                  <a:gd name="T25" fmla="*/ 0 h 90"/>
                  <a:gd name="T26" fmla="*/ 0 w 520"/>
                  <a:gd name="T27" fmla="*/ 0 h 90"/>
                  <a:gd name="T28" fmla="*/ 0 w 520"/>
                  <a:gd name="T29" fmla="*/ 0 h 90"/>
                  <a:gd name="T30" fmla="*/ 0 w 520"/>
                  <a:gd name="T31" fmla="*/ 0 h 90"/>
                  <a:gd name="T32" fmla="*/ 0 w 520"/>
                  <a:gd name="T33" fmla="*/ 0 h 90"/>
                  <a:gd name="T34" fmla="*/ 0 w 520"/>
                  <a:gd name="T35" fmla="*/ 0 h 90"/>
                  <a:gd name="T36" fmla="*/ 0 w 520"/>
                  <a:gd name="T37" fmla="*/ 0 h 90"/>
                  <a:gd name="T38" fmla="*/ 0 w 520"/>
                  <a:gd name="T39" fmla="*/ 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20"/>
                  <a:gd name="T61" fmla="*/ 0 h 90"/>
                  <a:gd name="T62" fmla="*/ 520 w 520"/>
                  <a:gd name="T63" fmla="*/ 90 h 9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20" h="90">
                    <a:moveTo>
                      <a:pt x="48" y="60"/>
                    </a:moveTo>
                    <a:lnTo>
                      <a:pt x="101" y="40"/>
                    </a:lnTo>
                    <a:lnTo>
                      <a:pt x="174" y="23"/>
                    </a:lnTo>
                    <a:lnTo>
                      <a:pt x="259" y="24"/>
                    </a:lnTo>
                    <a:lnTo>
                      <a:pt x="343" y="7"/>
                    </a:lnTo>
                    <a:lnTo>
                      <a:pt x="488" y="23"/>
                    </a:lnTo>
                    <a:lnTo>
                      <a:pt x="511" y="0"/>
                    </a:lnTo>
                    <a:lnTo>
                      <a:pt x="520" y="31"/>
                    </a:lnTo>
                    <a:lnTo>
                      <a:pt x="501" y="46"/>
                    </a:lnTo>
                    <a:lnTo>
                      <a:pt x="477" y="31"/>
                    </a:lnTo>
                    <a:lnTo>
                      <a:pt x="417" y="24"/>
                    </a:lnTo>
                    <a:lnTo>
                      <a:pt x="327" y="46"/>
                    </a:lnTo>
                    <a:lnTo>
                      <a:pt x="253" y="64"/>
                    </a:lnTo>
                    <a:lnTo>
                      <a:pt x="128" y="60"/>
                    </a:lnTo>
                    <a:lnTo>
                      <a:pt x="41" y="70"/>
                    </a:lnTo>
                    <a:lnTo>
                      <a:pt x="20" y="90"/>
                    </a:lnTo>
                    <a:lnTo>
                      <a:pt x="0" y="79"/>
                    </a:lnTo>
                    <a:lnTo>
                      <a:pt x="4" y="53"/>
                    </a:lnTo>
                    <a:lnTo>
                      <a:pt x="27" y="46"/>
                    </a:lnTo>
                    <a:lnTo>
                      <a:pt x="4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1" name="Freeform 193">
                <a:extLst>
                  <a:ext uri="{FF2B5EF4-FFF2-40B4-BE49-F238E27FC236}">
                    <a16:creationId xmlns:a16="http://schemas.microsoft.com/office/drawing/2014/main" id="{EB01DA00-E48C-6942-AD78-428FD9A38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01"/>
                <a:ext cx="36" cy="12"/>
              </a:xfrm>
              <a:custGeom>
                <a:avLst/>
                <a:gdLst>
                  <a:gd name="T0" fmla="*/ 0 w 286"/>
                  <a:gd name="T1" fmla="*/ 0 h 94"/>
                  <a:gd name="T2" fmla="*/ 0 w 286"/>
                  <a:gd name="T3" fmla="*/ 0 h 94"/>
                  <a:gd name="T4" fmla="*/ 0 w 286"/>
                  <a:gd name="T5" fmla="*/ 0 h 94"/>
                  <a:gd name="T6" fmla="*/ 0 w 286"/>
                  <a:gd name="T7" fmla="*/ 0 h 94"/>
                  <a:gd name="T8" fmla="*/ 0 w 286"/>
                  <a:gd name="T9" fmla="*/ 0 h 94"/>
                  <a:gd name="T10" fmla="*/ 0 w 286"/>
                  <a:gd name="T11" fmla="*/ 0 h 94"/>
                  <a:gd name="T12" fmla="*/ 0 w 286"/>
                  <a:gd name="T13" fmla="*/ 0 h 94"/>
                  <a:gd name="T14" fmla="*/ 0 w 286"/>
                  <a:gd name="T15" fmla="*/ 0 h 94"/>
                  <a:gd name="T16" fmla="*/ 0 w 286"/>
                  <a:gd name="T17" fmla="*/ 0 h 94"/>
                  <a:gd name="T18" fmla="*/ 0 w 286"/>
                  <a:gd name="T19" fmla="*/ 0 h 94"/>
                  <a:gd name="T20" fmla="*/ 0 w 286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6"/>
                  <a:gd name="T34" fmla="*/ 0 h 94"/>
                  <a:gd name="T35" fmla="*/ 286 w 286"/>
                  <a:gd name="T36" fmla="*/ 94 h 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6" h="94">
                    <a:moveTo>
                      <a:pt x="0" y="22"/>
                    </a:moveTo>
                    <a:lnTo>
                      <a:pt x="64" y="31"/>
                    </a:lnTo>
                    <a:lnTo>
                      <a:pt x="123" y="31"/>
                    </a:lnTo>
                    <a:lnTo>
                      <a:pt x="194" y="26"/>
                    </a:lnTo>
                    <a:lnTo>
                      <a:pt x="286" y="0"/>
                    </a:lnTo>
                    <a:lnTo>
                      <a:pt x="231" y="46"/>
                    </a:lnTo>
                    <a:lnTo>
                      <a:pt x="244" y="83"/>
                    </a:lnTo>
                    <a:lnTo>
                      <a:pt x="171" y="83"/>
                    </a:lnTo>
                    <a:lnTo>
                      <a:pt x="64" y="94"/>
                    </a:lnTo>
                    <a:lnTo>
                      <a:pt x="70" y="6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2" name="Freeform 194">
                <a:extLst>
                  <a:ext uri="{FF2B5EF4-FFF2-40B4-BE49-F238E27FC236}">
                    <a16:creationId xmlns:a16="http://schemas.microsoft.com/office/drawing/2014/main" id="{A6D4C104-F3E4-6342-96FA-5536FD498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61"/>
                <a:ext cx="114" cy="76"/>
              </a:xfrm>
              <a:custGeom>
                <a:avLst/>
                <a:gdLst>
                  <a:gd name="T0" fmla="*/ 0 w 911"/>
                  <a:gd name="T1" fmla="*/ 0 h 609"/>
                  <a:gd name="T2" fmla="*/ 0 w 911"/>
                  <a:gd name="T3" fmla="*/ 0 h 609"/>
                  <a:gd name="T4" fmla="*/ 0 w 911"/>
                  <a:gd name="T5" fmla="*/ 0 h 609"/>
                  <a:gd name="T6" fmla="*/ 0 w 911"/>
                  <a:gd name="T7" fmla="*/ 0 h 609"/>
                  <a:gd name="T8" fmla="*/ 0 w 911"/>
                  <a:gd name="T9" fmla="*/ 0 h 609"/>
                  <a:gd name="T10" fmla="*/ 0 w 911"/>
                  <a:gd name="T11" fmla="*/ 0 h 609"/>
                  <a:gd name="T12" fmla="*/ 0 w 911"/>
                  <a:gd name="T13" fmla="*/ 0 h 609"/>
                  <a:gd name="T14" fmla="*/ 0 w 911"/>
                  <a:gd name="T15" fmla="*/ 0 h 609"/>
                  <a:gd name="T16" fmla="*/ 0 w 911"/>
                  <a:gd name="T17" fmla="*/ 0 h 609"/>
                  <a:gd name="T18" fmla="*/ 0 w 911"/>
                  <a:gd name="T19" fmla="*/ 0 h 609"/>
                  <a:gd name="T20" fmla="*/ 0 w 911"/>
                  <a:gd name="T21" fmla="*/ 0 h 609"/>
                  <a:gd name="T22" fmla="*/ 0 w 911"/>
                  <a:gd name="T23" fmla="*/ 0 h 609"/>
                  <a:gd name="T24" fmla="*/ 0 w 911"/>
                  <a:gd name="T25" fmla="*/ 0 h 609"/>
                  <a:gd name="T26" fmla="*/ 0 w 911"/>
                  <a:gd name="T27" fmla="*/ 0 h 609"/>
                  <a:gd name="T28" fmla="*/ 0 w 911"/>
                  <a:gd name="T29" fmla="*/ 0 h 609"/>
                  <a:gd name="T30" fmla="*/ 0 w 911"/>
                  <a:gd name="T31" fmla="*/ 0 h 609"/>
                  <a:gd name="T32" fmla="*/ 0 w 911"/>
                  <a:gd name="T33" fmla="*/ 0 h 609"/>
                  <a:gd name="T34" fmla="*/ 0 w 911"/>
                  <a:gd name="T35" fmla="*/ 0 h 609"/>
                  <a:gd name="T36" fmla="*/ 0 w 911"/>
                  <a:gd name="T37" fmla="*/ 0 h 609"/>
                  <a:gd name="T38" fmla="*/ 0 w 911"/>
                  <a:gd name="T39" fmla="*/ 0 h 609"/>
                  <a:gd name="T40" fmla="*/ 0 w 911"/>
                  <a:gd name="T41" fmla="*/ 0 h 609"/>
                  <a:gd name="T42" fmla="*/ 0 w 911"/>
                  <a:gd name="T43" fmla="*/ 0 h 609"/>
                  <a:gd name="T44" fmla="*/ 0 w 911"/>
                  <a:gd name="T45" fmla="*/ 0 h 609"/>
                  <a:gd name="T46" fmla="*/ 0 w 911"/>
                  <a:gd name="T47" fmla="*/ 0 h 609"/>
                  <a:gd name="T48" fmla="*/ 0 w 911"/>
                  <a:gd name="T49" fmla="*/ 0 h 609"/>
                  <a:gd name="T50" fmla="*/ 0 w 911"/>
                  <a:gd name="T51" fmla="*/ 0 h 609"/>
                  <a:gd name="T52" fmla="*/ 0 w 911"/>
                  <a:gd name="T53" fmla="*/ 0 h 609"/>
                  <a:gd name="T54" fmla="*/ 0 w 911"/>
                  <a:gd name="T55" fmla="*/ 0 h 609"/>
                  <a:gd name="T56" fmla="*/ 0 w 911"/>
                  <a:gd name="T57" fmla="*/ 0 h 609"/>
                  <a:gd name="T58" fmla="*/ 0 w 911"/>
                  <a:gd name="T59" fmla="*/ 0 h 609"/>
                  <a:gd name="T60" fmla="*/ 0 w 911"/>
                  <a:gd name="T61" fmla="*/ 0 h 609"/>
                  <a:gd name="T62" fmla="*/ 0 w 911"/>
                  <a:gd name="T63" fmla="*/ 0 h 609"/>
                  <a:gd name="T64" fmla="*/ 0 w 911"/>
                  <a:gd name="T65" fmla="*/ 0 h 6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11"/>
                  <a:gd name="T100" fmla="*/ 0 h 609"/>
                  <a:gd name="T101" fmla="*/ 911 w 911"/>
                  <a:gd name="T102" fmla="*/ 609 h 6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11" h="609">
                    <a:moveTo>
                      <a:pt x="0" y="83"/>
                    </a:moveTo>
                    <a:lnTo>
                      <a:pt x="96" y="339"/>
                    </a:lnTo>
                    <a:lnTo>
                      <a:pt x="157" y="438"/>
                    </a:lnTo>
                    <a:lnTo>
                      <a:pt x="226" y="498"/>
                    </a:lnTo>
                    <a:lnTo>
                      <a:pt x="304" y="546"/>
                    </a:lnTo>
                    <a:lnTo>
                      <a:pt x="394" y="576"/>
                    </a:lnTo>
                    <a:lnTo>
                      <a:pt x="487" y="609"/>
                    </a:lnTo>
                    <a:lnTo>
                      <a:pt x="570" y="609"/>
                    </a:lnTo>
                    <a:lnTo>
                      <a:pt x="669" y="581"/>
                    </a:lnTo>
                    <a:lnTo>
                      <a:pt x="735" y="535"/>
                    </a:lnTo>
                    <a:lnTo>
                      <a:pt x="793" y="464"/>
                    </a:lnTo>
                    <a:lnTo>
                      <a:pt x="848" y="374"/>
                    </a:lnTo>
                    <a:lnTo>
                      <a:pt x="883" y="288"/>
                    </a:lnTo>
                    <a:lnTo>
                      <a:pt x="898" y="183"/>
                    </a:lnTo>
                    <a:lnTo>
                      <a:pt x="911" y="0"/>
                    </a:lnTo>
                    <a:lnTo>
                      <a:pt x="892" y="14"/>
                    </a:lnTo>
                    <a:lnTo>
                      <a:pt x="869" y="265"/>
                    </a:lnTo>
                    <a:lnTo>
                      <a:pt x="839" y="353"/>
                    </a:lnTo>
                    <a:lnTo>
                      <a:pt x="793" y="434"/>
                    </a:lnTo>
                    <a:lnTo>
                      <a:pt x="724" y="517"/>
                    </a:lnTo>
                    <a:lnTo>
                      <a:pt x="659" y="558"/>
                    </a:lnTo>
                    <a:lnTo>
                      <a:pt x="659" y="528"/>
                    </a:lnTo>
                    <a:lnTo>
                      <a:pt x="595" y="551"/>
                    </a:lnTo>
                    <a:lnTo>
                      <a:pt x="511" y="557"/>
                    </a:lnTo>
                    <a:lnTo>
                      <a:pt x="450" y="551"/>
                    </a:lnTo>
                    <a:lnTo>
                      <a:pt x="392" y="528"/>
                    </a:lnTo>
                    <a:lnTo>
                      <a:pt x="408" y="558"/>
                    </a:lnTo>
                    <a:lnTo>
                      <a:pt x="293" y="524"/>
                    </a:lnTo>
                    <a:lnTo>
                      <a:pt x="203" y="445"/>
                    </a:lnTo>
                    <a:lnTo>
                      <a:pt x="138" y="368"/>
                    </a:lnTo>
                    <a:lnTo>
                      <a:pt x="90" y="279"/>
                    </a:lnTo>
                    <a:lnTo>
                      <a:pt x="10" y="74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3" name="Freeform 195">
                <a:extLst>
                  <a:ext uri="{FF2B5EF4-FFF2-40B4-BE49-F238E27FC236}">
                    <a16:creationId xmlns:a16="http://schemas.microsoft.com/office/drawing/2014/main" id="{22BEBD62-B0A0-A244-B416-5BD3C7A4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72"/>
                <a:ext cx="23" cy="35"/>
              </a:xfrm>
              <a:custGeom>
                <a:avLst/>
                <a:gdLst>
                  <a:gd name="T0" fmla="*/ 0 w 187"/>
                  <a:gd name="T1" fmla="*/ 0 h 278"/>
                  <a:gd name="T2" fmla="*/ 0 w 187"/>
                  <a:gd name="T3" fmla="*/ 0 h 278"/>
                  <a:gd name="T4" fmla="*/ 0 w 187"/>
                  <a:gd name="T5" fmla="*/ 0 h 278"/>
                  <a:gd name="T6" fmla="*/ 0 w 187"/>
                  <a:gd name="T7" fmla="*/ 0 h 278"/>
                  <a:gd name="T8" fmla="*/ 0 w 187"/>
                  <a:gd name="T9" fmla="*/ 0 h 278"/>
                  <a:gd name="T10" fmla="*/ 0 w 187"/>
                  <a:gd name="T11" fmla="*/ 0 h 278"/>
                  <a:gd name="T12" fmla="*/ 0 w 187"/>
                  <a:gd name="T13" fmla="*/ 0 h 278"/>
                  <a:gd name="T14" fmla="*/ 0 w 187"/>
                  <a:gd name="T15" fmla="*/ 0 h 278"/>
                  <a:gd name="T16" fmla="*/ 0 w 187"/>
                  <a:gd name="T17" fmla="*/ 0 h 278"/>
                  <a:gd name="T18" fmla="*/ 0 w 187"/>
                  <a:gd name="T19" fmla="*/ 0 h 278"/>
                  <a:gd name="T20" fmla="*/ 0 w 187"/>
                  <a:gd name="T21" fmla="*/ 0 h 278"/>
                  <a:gd name="T22" fmla="*/ 0 w 187"/>
                  <a:gd name="T23" fmla="*/ 0 h 278"/>
                  <a:gd name="T24" fmla="*/ 0 w 18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7"/>
                  <a:gd name="T40" fmla="*/ 0 h 278"/>
                  <a:gd name="T41" fmla="*/ 187 w 187"/>
                  <a:gd name="T42" fmla="*/ 278 h 27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7" h="278">
                    <a:moveTo>
                      <a:pt x="22" y="58"/>
                    </a:moveTo>
                    <a:lnTo>
                      <a:pt x="97" y="53"/>
                    </a:lnTo>
                    <a:lnTo>
                      <a:pt x="134" y="36"/>
                    </a:lnTo>
                    <a:lnTo>
                      <a:pt x="187" y="0"/>
                    </a:lnTo>
                    <a:lnTo>
                      <a:pt x="157" y="58"/>
                    </a:lnTo>
                    <a:lnTo>
                      <a:pt x="111" y="117"/>
                    </a:lnTo>
                    <a:lnTo>
                      <a:pt x="118" y="181"/>
                    </a:lnTo>
                    <a:lnTo>
                      <a:pt x="163" y="278"/>
                    </a:lnTo>
                    <a:lnTo>
                      <a:pt x="111" y="207"/>
                    </a:lnTo>
                    <a:lnTo>
                      <a:pt x="77" y="133"/>
                    </a:lnTo>
                    <a:lnTo>
                      <a:pt x="40" y="117"/>
                    </a:lnTo>
                    <a:lnTo>
                      <a:pt x="0" y="64"/>
                    </a:lnTo>
                    <a:lnTo>
                      <a:pt x="22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4" name="Freeform 196">
                <a:extLst>
                  <a:ext uri="{FF2B5EF4-FFF2-40B4-BE49-F238E27FC236}">
                    <a16:creationId xmlns:a16="http://schemas.microsoft.com/office/drawing/2014/main" id="{454199D4-BC9D-6942-89B5-2F282CFC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67"/>
                <a:ext cx="20" cy="28"/>
              </a:xfrm>
              <a:custGeom>
                <a:avLst/>
                <a:gdLst>
                  <a:gd name="T0" fmla="*/ 0 w 156"/>
                  <a:gd name="T1" fmla="*/ 0 h 222"/>
                  <a:gd name="T2" fmla="*/ 0 w 156"/>
                  <a:gd name="T3" fmla="*/ 0 h 222"/>
                  <a:gd name="T4" fmla="*/ 0 w 156"/>
                  <a:gd name="T5" fmla="*/ 0 h 222"/>
                  <a:gd name="T6" fmla="*/ 0 w 156"/>
                  <a:gd name="T7" fmla="*/ 0 h 222"/>
                  <a:gd name="T8" fmla="*/ 0 w 156"/>
                  <a:gd name="T9" fmla="*/ 0 h 222"/>
                  <a:gd name="T10" fmla="*/ 0 w 156"/>
                  <a:gd name="T11" fmla="*/ 0 h 222"/>
                  <a:gd name="T12" fmla="*/ 0 w 156"/>
                  <a:gd name="T13" fmla="*/ 0 h 222"/>
                  <a:gd name="T14" fmla="*/ 0 w 156"/>
                  <a:gd name="T15" fmla="*/ 0 h 222"/>
                  <a:gd name="T16" fmla="*/ 0 w 156"/>
                  <a:gd name="T17" fmla="*/ 0 h 222"/>
                  <a:gd name="T18" fmla="*/ 0 w 156"/>
                  <a:gd name="T19" fmla="*/ 0 h 222"/>
                  <a:gd name="T20" fmla="*/ 0 w 156"/>
                  <a:gd name="T21" fmla="*/ 0 h 222"/>
                  <a:gd name="T22" fmla="*/ 0 w 156"/>
                  <a:gd name="T23" fmla="*/ 0 h 2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6"/>
                  <a:gd name="T37" fmla="*/ 0 h 222"/>
                  <a:gd name="T38" fmla="*/ 156 w 156"/>
                  <a:gd name="T39" fmla="*/ 222 h 2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6" h="222">
                    <a:moveTo>
                      <a:pt x="0" y="0"/>
                    </a:moveTo>
                    <a:lnTo>
                      <a:pt x="31" y="29"/>
                    </a:lnTo>
                    <a:lnTo>
                      <a:pt x="94" y="68"/>
                    </a:lnTo>
                    <a:lnTo>
                      <a:pt x="112" y="94"/>
                    </a:lnTo>
                    <a:lnTo>
                      <a:pt x="124" y="140"/>
                    </a:lnTo>
                    <a:lnTo>
                      <a:pt x="117" y="222"/>
                    </a:lnTo>
                    <a:lnTo>
                      <a:pt x="134" y="136"/>
                    </a:lnTo>
                    <a:lnTo>
                      <a:pt x="156" y="46"/>
                    </a:lnTo>
                    <a:lnTo>
                      <a:pt x="156" y="9"/>
                    </a:lnTo>
                    <a:lnTo>
                      <a:pt x="88" y="13"/>
                    </a:lnTo>
                    <a:lnTo>
                      <a:pt x="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5" name="Freeform 197">
                <a:extLst>
                  <a:ext uri="{FF2B5EF4-FFF2-40B4-BE49-F238E27FC236}">
                    <a16:creationId xmlns:a16="http://schemas.microsoft.com/office/drawing/2014/main" id="{A11168FE-AC9A-554C-912E-D3F62AC1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20"/>
                <a:ext cx="82" cy="36"/>
              </a:xfrm>
              <a:custGeom>
                <a:avLst/>
                <a:gdLst>
                  <a:gd name="T0" fmla="*/ 0 w 652"/>
                  <a:gd name="T1" fmla="*/ 0 h 291"/>
                  <a:gd name="T2" fmla="*/ 0 w 652"/>
                  <a:gd name="T3" fmla="*/ 0 h 291"/>
                  <a:gd name="T4" fmla="*/ 0 w 652"/>
                  <a:gd name="T5" fmla="*/ 0 h 291"/>
                  <a:gd name="T6" fmla="*/ 0 w 652"/>
                  <a:gd name="T7" fmla="*/ 0 h 291"/>
                  <a:gd name="T8" fmla="*/ 0 w 652"/>
                  <a:gd name="T9" fmla="*/ 0 h 291"/>
                  <a:gd name="T10" fmla="*/ 0 w 652"/>
                  <a:gd name="T11" fmla="*/ 0 h 291"/>
                  <a:gd name="T12" fmla="*/ 0 w 652"/>
                  <a:gd name="T13" fmla="*/ 0 h 291"/>
                  <a:gd name="T14" fmla="*/ 0 w 652"/>
                  <a:gd name="T15" fmla="*/ 0 h 291"/>
                  <a:gd name="T16" fmla="*/ 0 w 652"/>
                  <a:gd name="T17" fmla="*/ 0 h 291"/>
                  <a:gd name="T18" fmla="*/ 0 w 652"/>
                  <a:gd name="T19" fmla="*/ 0 h 291"/>
                  <a:gd name="T20" fmla="*/ 0 w 652"/>
                  <a:gd name="T21" fmla="*/ 0 h 291"/>
                  <a:gd name="T22" fmla="*/ 0 w 652"/>
                  <a:gd name="T23" fmla="*/ 0 h 291"/>
                  <a:gd name="T24" fmla="*/ 0 w 652"/>
                  <a:gd name="T25" fmla="*/ 0 h 291"/>
                  <a:gd name="T26" fmla="*/ 0 w 652"/>
                  <a:gd name="T27" fmla="*/ 0 h 291"/>
                  <a:gd name="T28" fmla="*/ 0 w 652"/>
                  <a:gd name="T29" fmla="*/ 0 h 291"/>
                  <a:gd name="T30" fmla="*/ 0 w 652"/>
                  <a:gd name="T31" fmla="*/ 0 h 291"/>
                  <a:gd name="T32" fmla="*/ 0 w 652"/>
                  <a:gd name="T33" fmla="*/ 0 h 2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2"/>
                  <a:gd name="T52" fmla="*/ 0 h 291"/>
                  <a:gd name="T53" fmla="*/ 652 w 652"/>
                  <a:gd name="T54" fmla="*/ 291 h 29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2" h="291">
                    <a:moveTo>
                      <a:pt x="50" y="0"/>
                    </a:moveTo>
                    <a:lnTo>
                      <a:pt x="59" y="44"/>
                    </a:lnTo>
                    <a:lnTo>
                      <a:pt x="59" y="85"/>
                    </a:lnTo>
                    <a:lnTo>
                      <a:pt x="34" y="126"/>
                    </a:lnTo>
                    <a:lnTo>
                      <a:pt x="0" y="152"/>
                    </a:lnTo>
                    <a:lnTo>
                      <a:pt x="136" y="291"/>
                    </a:lnTo>
                    <a:lnTo>
                      <a:pt x="294" y="192"/>
                    </a:lnTo>
                    <a:lnTo>
                      <a:pt x="384" y="291"/>
                    </a:lnTo>
                    <a:lnTo>
                      <a:pt x="452" y="233"/>
                    </a:lnTo>
                    <a:lnTo>
                      <a:pt x="583" y="152"/>
                    </a:lnTo>
                    <a:lnTo>
                      <a:pt x="652" y="69"/>
                    </a:lnTo>
                    <a:lnTo>
                      <a:pt x="553" y="152"/>
                    </a:lnTo>
                    <a:lnTo>
                      <a:pt x="410" y="210"/>
                    </a:lnTo>
                    <a:lnTo>
                      <a:pt x="343" y="159"/>
                    </a:lnTo>
                    <a:lnTo>
                      <a:pt x="184" y="159"/>
                    </a:lnTo>
                    <a:lnTo>
                      <a:pt x="94" y="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6" name="Freeform 198">
                <a:extLst>
                  <a:ext uri="{FF2B5EF4-FFF2-40B4-BE49-F238E27FC236}">
                    <a16:creationId xmlns:a16="http://schemas.microsoft.com/office/drawing/2014/main" id="{99958D13-7994-104D-91AD-96DE6AAC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574"/>
                <a:ext cx="53" cy="55"/>
              </a:xfrm>
              <a:custGeom>
                <a:avLst/>
                <a:gdLst>
                  <a:gd name="T0" fmla="*/ 0 w 419"/>
                  <a:gd name="T1" fmla="*/ 0 h 442"/>
                  <a:gd name="T2" fmla="*/ 0 w 419"/>
                  <a:gd name="T3" fmla="*/ 0 h 442"/>
                  <a:gd name="T4" fmla="*/ 0 w 419"/>
                  <a:gd name="T5" fmla="*/ 0 h 442"/>
                  <a:gd name="T6" fmla="*/ 0 w 419"/>
                  <a:gd name="T7" fmla="*/ 0 h 442"/>
                  <a:gd name="T8" fmla="*/ 0 w 419"/>
                  <a:gd name="T9" fmla="*/ 0 h 442"/>
                  <a:gd name="T10" fmla="*/ 0 w 419"/>
                  <a:gd name="T11" fmla="*/ 0 h 442"/>
                  <a:gd name="T12" fmla="*/ 0 w 419"/>
                  <a:gd name="T13" fmla="*/ 0 h 442"/>
                  <a:gd name="T14" fmla="*/ 0 w 419"/>
                  <a:gd name="T15" fmla="*/ 0 h 442"/>
                  <a:gd name="T16" fmla="*/ 0 w 419"/>
                  <a:gd name="T17" fmla="*/ 0 h 442"/>
                  <a:gd name="T18" fmla="*/ 0 w 419"/>
                  <a:gd name="T19" fmla="*/ 0 h 442"/>
                  <a:gd name="T20" fmla="*/ 0 w 419"/>
                  <a:gd name="T21" fmla="*/ 0 h 442"/>
                  <a:gd name="T22" fmla="*/ 0 w 419"/>
                  <a:gd name="T23" fmla="*/ 0 h 442"/>
                  <a:gd name="T24" fmla="*/ 0 w 419"/>
                  <a:gd name="T25" fmla="*/ 0 h 442"/>
                  <a:gd name="T26" fmla="*/ 0 w 419"/>
                  <a:gd name="T27" fmla="*/ 0 h 442"/>
                  <a:gd name="T28" fmla="*/ 0 w 419"/>
                  <a:gd name="T29" fmla="*/ 0 h 442"/>
                  <a:gd name="T30" fmla="*/ 0 w 419"/>
                  <a:gd name="T31" fmla="*/ 0 h 442"/>
                  <a:gd name="T32" fmla="*/ 0 w 419"/>
                  <a:gd name="T33" fmla="*/ 0 h 442"/>
                  <a:gd name="T34" fmla="*/ 0 w 419"/>
                  <a:gd name="T35" fmla="*/ 0 h 442"/>
                  <a:gd name="T36" fmla="*/ 0 w 419"/>
                  <a:gd name="T37" fmla="*/ 0 h 442"/>
                  <a:gd name="T38" fmla="*/ 0 w 419"/>
                  <a:gd name="T39" fmla="*/ 0 h 442"/>
                  <a:gd name="T40" fmla="*/ 0 w 419"/>
                  <a:gd name="T41" fmla="*/ 0 h 442"/>
                  <a:gd name="T42" fmla="*/ 0 w 419"/>
                  <a:gd name="T43" fmla="*/ 0 h 442"/>
                  <a:gd name="T44" fmla="*/ 0 w 419"/>
                  <a:gd name="T45" fmla="*/ 0 h 442"/>
                  <a:gd name="T46" fmla="*/ 0 w 419"/>
                  <a:gd name="T47" fmla="*/ 0 h 442"/>
                  <a:gd name="T48" fmla="*/ 0 w 419"/>
                  <a:gd name="T49" fmla="*/ 0 h 442"/>
                  <a:gd name="T50" fmla="*/ 0 w 419"/>
                  <a:gd name="T51" fmla="*/ 0 h 442"/>
                  <a:gd name="T52" fmla="*/ 0 w 419"/>
                  <a:gd name="T53" fmla="*/ 0 h 442"/>
                  <a:gd name="T54" fmla="*/ 0 w 419"/>
                  <a:gd name="T55" fmla="*/ 0 h 442"/>
                  <a:gd name="T56" fmla="*/ 0 w 419"/>
                  <a:gd name="T57" fmla="*/ 0 h 442"/>
                  <a:gd name="T58" fmla="*/ 0 w 419"/>
                  <a:gd name="T59" fmla="*/ 0 h 442"/>
                  <a:gd name="T60" fmla="*/ 0 w 419"/>
                  <a:gd name="T61" fmla="*/ 0 h 442"/>
                  <a:gd name="T62" fmla="*/ 0 w 419"/>
                  <a:gd name="T63" fmla="*/ 0 h 4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9"/>
                  <a:gd name="T97" fmla="*/ 0 h 442"/>
                  <a:gd name="T98" fmla="*/ 419 w 419"/>
                  <a:gd name="T99" fmla="*/ 442 h 44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9" h="442">
                    <a:moveTo>
                      <a:pt x="36" y="0"/>
                    </a:moveTo>
                    <a:lnTo>
                      <a:pt x="134" y="35"/>
                    </a:lnTo>
                    <a:lnTo>
                      <a:pt x="260" y="13"/>
                    </a:lnTo>
                    <a:lnTo>
                      <a:pt x="382" y="42"/>
                    </a:lnTo>
                    <a:lnTo>
                      <a:pt x="396" y="0"/>
                    </a:lnTo>
                    <a:lnTo>
                      <a:pt x="419" y="92"/>
                    </a:lnTo>
                    <a:lnTo>
                      <a:pt x="419" y="189"/>
                    </a:lnTo>
                    <a:lnTo>
                      <a:pt x="403" y="334"/>
                    </a:lnTo>
                    <a:lnTo>
                      <a:pt x="373" y="442"/>
                    </a:lnTo>
                    <a:lnTo>
                      <a:pt x="396" y="316"/>
                    </a:lnTo>
                    <a:lnTo>
                      <a:pt x="396" y="260"/>
                    </a:lnTo>
                    <a:lnTo>
                      <a:pt x="290" y="327"/>
                    </a:lnTo>
                    <a:lnTo>
                      <a:pt x="269" y="327"/>
                    </a:lnTo>
                    <a:lnTo>
                      <a:pt x="260" y="308"/>
                    </a:lnTo>
                    <a:lnTo>
                      <a:pt x="359" y="202"/>
                    </a:lnTo>
                    <a:lnTo>
                      <a:pt x="352" y="145"/>
                    </a:lnTo>
                    <a:lnTo>
                      <a:pt x="246" y="214"/>
                    </a:lnTo>
                    <a:lnTo>
                      <a:pt x="274" y="165"/>
                    </a:lnTo>
                    <a:lnTo>
                      <a:pt x="260" y="154"/>
                    </a:lnTo>
                    <a:lnTo>
                      <a:pt x="253" y="110"/>
                    </a:lnTo>
                    <a:lnTo>
                      <a:pt x="218" y="110"/>
                    </a:lnTo>
                    <a:lnTo>
                      <a:pt x="154" y="175"/>
                    </a:lnTo>
                    <a:lnTo>
                      <a:pt x="134" y="175"/>
                    </a:lnTo>
                    <a:lnTo>
                      <a:pt x="134" y="141"/>
                    </a:lnTo>
                    <a:lnTo>
                      <a:pt x="163" y="103"/>
                    </a:lnTo>
                    <a:lnTo>
                      <a:pt x="62" y="79"/>
                    </a:lnTo>
                    <a:lnTo>
                      <a:pt x="62" y="117"/>
                    </a:lnTo>
                    <a:lnTo>
                      <a:pt x="90" y="161"/>
                    </a:lnTo>
                    <a:lnTo>
                      <a:pt x="29" y="117"/>
                    </a:lnTo>
                    <a:lnTo>
                      <a:pt x="0" y="55"/>
                    </a:lnTo>
                    <a:lnTo>
                      <a:pt x="7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7" name="Freeform 199">
                <a:extLst>
                  <a:ext uri="{FF2B5EF4-FFF2-40B4-BE49-F238E27FC236}">
                    <a16:creationId xmlns:a16="http://schemas.microsoft.com/office/drawing/2014/main" id="{04DCD386-210C-9343-8A5A-DFB87CE9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598"/>
                <a:ext cx="13" cy="7"/>
              </a:xfrm>
              <a:custGeom>
                <a:avLst/>
                <a:gdLst>
                  <a:gd name="T0" fmla="*/ 0 w 96"/>
                  <a:gd name="T1" fmla="*/ 0 h 60"/>
                  <a:gd name="T2" fmla="*/ 0 w 96"/>
                  <a:gd name="T3" fmla="*/ 0 h 60"/>
                  <a:gd name="T4" fmla="*/ 0 w 96"/>
                  <a:gd name="T5" fmla="*/ 0 h 60"/>
                  <a:gd name="T6" fmla="*/ 0 w 96"/>
                  <a:gd name="T7" fmla="*/ 0 h 60"/>
                  <a:gd name="T8" fmla="*/ 0 w 96"/>
                  <a:gd name="T9" fmla="*/ 0 h 60"/>
                  <a:gd name="T10" fmla="*/ 0 w 96"/>
                  <a:gd name="T11" fmla="*/ 0 h 60"/>
                  <a:gd name="T12" fmla="*/ 0 w 96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60"/>
                  <a:gd name="T23" fmla="*/ 96 w 9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60">
                    <a:moveTo>
                      <a:pt x="13" y="0"/>
                    </a:moveTo>
                    <a:lnTo>
                      <a:pt x="96" y="35"/>
                    </a:lnTo>
                    <a:lnTo>
                      <a:pt x="96" y="57"/>
                    </a:lnTo>
                    <a:lnTo>
                      <a:pt x="72" y="60"/>
                    </a:lnTo>
                    <a:lnTo>
                      <a:pt x="4" y="29"/>
                    </a:lnTo>
                    <a:lnTo>
                      <a:pt x="0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8" name="Freeform 200">
                <a:extLst>
                  <a:ext uri="{FF2B5EF4-FFF2-40B4-BE49-F238E27FC236}">
                    <a16:creationId xmlns:a16="http://schemas.microsoft.com/office/drawing/2014/main" id="{0633E8AB-3A09-2148-955E-8354027A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42"/>
                <a:ext cx="82" cy="60"/>
              </a:xfrm>
              <a:custGeom>
                <a:avLst/>
                <a:gdLst>
                  <a:gd name="T0" fmla="*/ 0 w 655"/>
                  <a:gd name="T1" fmla="*/ 0 h 483"/>
                  <a:gd name="T2" fmla="*/ 0 w 655"/>
                  <a:gd name="T3" fmla="*/ 0 h 483"/>
                  <a:gd name="T4" fmla="*/ 0 w 655"/>
                  <a:gd name="T5" fmla="*/ 0 h 483"/>
                  <a:gd name="T6" fmla="*/ 0 w 655"/>
                  <a:gd name="T7" fmla="*/ 0 h 483"/>
                  <a:gd name="T8" fmla="*/ 0 w 655"/>
                  <a:gd name="T9" fmla="*/ 0 h 483"/>
                  <a:gd name="T10" fmla="*/ 0 w 655"/>
                  <a:gd name="T11" fmla="*/ 0 h 483"/>
                  <a:gd name="T12" fmla="*/ 0 w 655"/>
                  <a:gd name="T13" fmla="*/ 0 h 483"/>
                  <a:gd name="T14" fmla="*/ 0 w 655"/>
                  <a:gd name="T15" fmla="*/ 0 h 483"/>
                  <a:gd name="T16" fmla="*/ 0 w 655"/>
                  <a:gd name="T17" fmla="*/ 0 h 483"/>
                  <a:gd name="T18" fmla="*/ 0 w 655"/>
                  <a:gd name="T19" fmla="*/ 0 h 483"/>
                  <a:gd name="T20" fmla="*/ 0 w 655"/>
                  <a:gd name="T21" fmla="*/ 0 h 483"/>
                  <a:gd name="T22" fmla="*/ 0 w 655"/>
                  <a:gd name="T23" fmla="*/ 0 h 483"/>
                  <a:gd name="T24" fmla="*/ 0 w 655"/>
                  <a:gd name="T25" fmla="*/ 0 h 483"/>
                  <a:gd name="T26" fmla="*/ 0 w 655"/>
                  <a:gd name="T27" fmla="*/ 0 h 483"/>
                  <a:gd name="T28" fmla="*/ 0 w 655"/>
                  <a:gd name="T29" fmla="*/ 0 h 483"/>
                  <a:gd name="T30" fmla="*/ 0 w 655"/>
                  <a:gd name="T31" fmla="*/ 0 h 483"/>
                  <a:gd name="T32" fmla="*/ 0 w 655"/>
                  <a:gd name="T33" fmla="*/ 0 h 483"/>
                  <a:gd name="T34" fmla="*/ 0 w 655"/>
                  <a:gd name="T35" fmla="*/ 0 h 483"/>
                  <a:gd name="T36" fmla="*/ 0 w 655"/>
                  <a:gd name="T37" fmla="*/ 0 h 483"/>
                  <a:gd name="T38" fmla="*/ 0 w 655"/>
                  <a:gd name="T39" fmla="*/ 0 h 483"/>
                  <a:gd name="T40" fmla="*/ 0 w 655"/>
                  <a:gd name="T41" fmla="*/ 0 h 483"/>
                  <a:gd name="T42" fmla="*/ 0 w 655"/>
                  <a:gd name="T43" fmla="*/ 0 h 483"/>
                  <a:gd name="T44" fmla="*/ 0 w 655"/>
                  <a:gd name="T45" fmla="*/ 0 h 483"/>
                  <a:gd name="T46" fmla="*/ 0 w 655"/>
                  <a:gd name="T47" fmla="*/ 0 h 483"/>
                  <a:gd name="T48" fmla="*/ 0 w 655"/>
                  <a:gd name="T49" fmla="*/ 0 h 483"/>
                  <a:gd name="T50" fmla="*/ 0 w 655"/>
                  <a:gd name="T51" fmla="*/ 0 h 483"/>
                  <a:gd name="T52" fmla="*/ 0 w 655"/>
                  <a:gd name="T53" fmla="*/ 0 h 4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5"/>
                  <a:gd name="T82" fmla="*/ 0 h 483"/>
                  <a:gd name="T83" fmla="*/ 655 w 655"/>
                  <a:gd name="T84" fmla="*/ 483 h 48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5" h="483">
                    <a:moveTo>
                      <a:pt x="0" y="132"/>
                    </a:moveTo>
                    <a:lnTo>
                      <a:pt x="41" y="279"/>
                    </a:lnTo>
                    <a:lnTo>
                      <a:pt x="103" y="351"/>
                    </a:lnTo>
                    <a:lnTo>
                      <a:pt x="103" y="473"/>
                    </a:lnTo>
                    <a:lnTo>
                      <a:pt x="161" y="362"/>
                    </a:lnTo>
                    <a:lnTo>
                      <a:pt x="364" y="483"/>
                    </a:lnTo>
                    <a:lnTo>
                      <a:pt x="521" y="376"/>
                    </a:lnTo>
                    <a:lnTo>
                      <a:pt x="352" y="376"/>
                    </a:lnTo>
                    <a:lnTo>
                      <a:pt x="297" y="356"/>
                    </a:lnTo>
                    <a:lnTo>
                      <a:pt x="224" y="356"/>
                    </a:lnTo>
                    <a:lnTo>
                      <a:pt x="217" y="332"/>
                    </a:lnTo>
                    <a:lnTo>
                      <a:pt x="329" y="314"/>
                    </a:lnTo>
                    <a:lnTo>
                      <a:pt x="329" y="259"/>
                    </a:lnTo>
                    <a:lnTo>
                      <a:pt x="391" y="224"/>
                    </a:lnTo>
                    <a:lnTo>
                      <a:pt x="323" y="224"/>
                    </a:lnTo>
                    <a:lnTo>
                      <a:pt x="308" y="208"/>
                    </a:lnTo>
                    <a:lnTo>
                      <a:pt x="426" y="160"/>
                    </a:lnTo>
                    <a:lnTo>
                      <a:pt x="479" y="107"/>
                    </a:lnTo>
                    <a:lnTo>
                      <a:pt x="631" y="169"/>
                    </a:lnTo>
                    <a:lnTo>
                      <a:pt x="655" y="160"/>
                    </a:lnTo>
                    <a:lnTo>
                      <a:pt x="527" y="0"/>
                    </a:lnTo>
                    <a:lnTo>
                      <a:pt x="479" y="0"/>
                    </a:lnTo>
                    <a:lnTo>
                      <a:pt x="290" y="99"/>
                    </a:lnTo>
                    <a:lnTo>
                      <a:pt x="140" y="187"/>
                    </a:lnTo>
                    <a:lnTo>
                      <a:pt x="134" y="238"/>
                    </a:lnTo>
                    <a:lnTo>
                      <a:pt x="90" y="24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79" name="Freeform 201">
                <a:extLst>
                  <a:ext uri="{FF2B5EF4-FFF2-40B4-BE49-F238E27FC236}">
                    <a16:creationId xmlns:a16="http://schemas.microsoft.com/office/drawing/2014/main" id="{4F2A0275-C707-8948-9899-97D2D930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70"/>
                <a:ext cx="24" cy="10"/>
              </a:xfrm>
              <a:custGeom>
                <a:avLst/>
                <a:gdLst>
                  <a:gd name="T0" fmla="*/ 0 w 191"/>
                  <a:gd name="T1" fmla="*/ 0 h 81"/>
                  <a:gd name="T2" fmla="*/ 0 w 191"/>
                  <a:gd name="T3" fmla="*/ 0 h 81"/>
                  <a:gd name="T4" fmla="*/ 0 w 191"/>
                  <a:gd name="T5" fmla="*/ 0 h 81"/>
                  <a:gd name="T6" fmla="*/ 0 w 191"/>
                  <a:gd name="T7" fmla="*/ 0 h 81"/>
                  <a:gd name="T8" fmla="*/ 0 w 191"/>
                  <a:gd name="T9" fmla="*/ 0 h 81"/>
                  <a:gd name="T10" fmla="*/ 0 w 191"/>
                  <a:gd name="T11" fmla="*/ 0 h 81"/>
                  <a:gd name="T12" fmla="*/ 0 w 191"/>
                  <a:gd name="T13" fmla="*/ 0 h 81"/>
                  <a:gd name="T14" fmla="*/ 0 w 191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1"/>
                  <a:gd name="T25" fmla="*/ 0 h 81"/>
                  <a:gd name="T26" fmla="*/ 191 w 191"/>
                  <a:gd name="T27" fmla="*/ 81 h 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1" h="81">
                    <a:moveTo>
                      <a:pt x="0" y="0"/>
                    </a:moveTo>
                    <a:lnTo>
                      <a:pt x="34" y="65"/>
                    </a:lnTo>
                    <a:lnTo>
                      <a:pt x="20" y="81"/>
                    </a:lnTo>
                    <a:lnTo>
                      <a:pt x="176" y="72"/>
                    </a:lnTo>
                    <a:lnTo>
                      <a:pt x="191" y="50"/>
                    </a:lnTo>
                    <a:lnTo>
                      <a:pt x="101" y="0"/>
                    </a:lnTo>
                    <a:lnTo>
                      <a:pt x="2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0" name="Freeform 202">
                <a:extLst>
                  <a:ext uri="{FF2B5EF4-FFF2-40B4-BE49-F238E27FC236}">
                    <a16:creationId xmlns:a16="http://schemas.microsoft.com/office/drawing/2014/main" id="{10034E41-F9D7-FD43-ACE8-13BDB095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49" cy="29"/>
              </a:xfrm>
              <a:custGeom>
                <a:avLst/>
                <a:gdLst>
                  <a:gd name="T0" fmla="*/ 0 w 396"/>
                  <a:gd name="T1" fmla="*/ 0 h 226"/>
                  <a:gd name="T2" fmla="*/ 0 w 396"/>
                  <a:gd name="T3" fmla="*/ 0 h 226"/>
                  <a:gd name="T4" fmla="*/ 0 w 396"/>
                  <a:gd name="T5" fmla="*/ 0 h 226"/>
                  <a:gd name="T6" fmla="*/ 0 w 396"/>
                  <a:gd name="T7" fmla="*/ 0 h 226"/>
                  <a:gd name="T8" fmla="*/ 0 w 396"/>
                  <a:gd name="T9" fmla="*/ 0 h 226"/>
                  <a:gd name="T10" fmla="*/ 0 w 396"/>
                  <a:gd name="T11" fmla="*/ 0 h 226"/>
                  <a:gd name="T12" fmla="*/ 0 w 396"/>
                  <a:gd name="T13" fmla="*/ 0 h 226"/>
                  <a:gd name="T14" fmla="*/ 0 w 396"/>
                  <a:gd name="T15" fmla="*/ 0 h 226"/>
                  <a:gd name="T16" fmla="*/ 0 w 396"/>
                  <a:gd name="T17" fmla="*/ 0 h 226"/>
                  <a:gd name="T18" fmla="*/ 0 w 396"/>
                  <a:gd name="T19" fmla="*/ 0 h 226"/>
                  <a:gd name="T20" fmla="*/ 0 w 396"/>
                  <a:gd name="T21" fmla="*/ 0 h 226"/>
                  <a:gd name="T22" fmla="*/ 0 w 396"/>
                  <a:gd name="T23" fmla="*/ 0 h 226"/>
                  <a:gd name="T24" fmla="*/ 0 w 396"/>
                  <a:gd name="T25" fmla="*/ 0 h 226"/>
                  <a:gd name="T26" fmla="*/ 0 w 396"/>
                  <a:gd name="T27" fmla="*/ 0 h 226"/>
                  <a:gd name="T28" fmla="*/ 0 w 396"/>
                  <a:gd name="T29" fmla="*/ 0 h 226"/>
                  <a:gd name="T30" fmla="*/ 0 w 396"/>
                  <a:gd name="T31" fmla="*/ 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96"/>
                  <a:gd name="T49" fmla="*/ 0 h 226"/>
                  <a:gd name="T50" fmla="*/ 396 w 396"/>
                  <a:gd name="T51" fmla="*/ 226 h 2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96" h="226">
                    <a:moveTo>
                      <a:pt x="0" y="41"/>
                    </a:moveTo>
                    <a:lnTo>
                      <a:pt x="69" y="83"/>
                    </a:lnTo>
                    <a:lnTo>
                      <a:pt x="136" y="83"/>
                    </a:lnTo>
                    <a:lnTo>
                      <a:pt x="228" y="14"/>
                    </a:lnTo>
                    <a:lnTo>
                      <a:pt x="297" y="0"/>
                    </a:lnTo>
                    <a:lnTo>
                      <a:pt x="302" y="14"/>
                    </a:lnTo>
                    <a:lnTo>
                      <a:pt x="339" y="26"/>
                    </a:lnTo>
                    <a:lnTo>
                      <a:pt x="396" y="14"/>
                    </a:lnTo>
                    <a:lnTo>
                      <a:pt x="359" y="63"/>
                    </a:lnTo>
                    <a:lnTo>
                      <a:pt x="219" y="109"/>
                    </a:lnTo>
                    <a:lnTo>
                      <a:pt x="214" y="180"/>
                    </a:lnTo>
                    <a:lnTo>
                      <a:pt x="168" y="226"/>
                    </a:lnTo>
                    <a:lnTo>
                      <a:pt x="99" y="118"/>
                    </a:lnTo>
                    <a:lnTo>
                      <a:pt x="46" y="104"/>
                    </a:lnTo>
                    <a:lnTo>
                      <a:pt x="0" y="63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1" name="Freeform 203">
                <a:extLst>
                  <a:ext uri="{FF2B5EF4-FFF2-40B4-BE49-F238E27FC236}">
                    <a16:creationId xmlns:a16="http://schemas.microsoft.com/office/drawing/2014/main" id="{74B6C271-7314-644B-9AD3-5082AEC4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15"/>
                <a:ext cx="19" cy="7"/>
              </a:xfrm>
              <a:custGeom>
                <a:avLst/>
                <a:gdLst>
                  <a:gd name="T0" fmla="*/ 0 w 155"/>
                  <a:gd name="T1" fmla="*/ 0 h 58"/>
                  <a:gd name="T2" fmla="*/ 0 w 155"/>
                  <a:gd name="T3" fmla="*/ 0 h 58"/>
                  <a:gd name="T4" fmla="*/ 0 w 155"/>
                  <a:gd name="T5" fmla="*/ 0 h 58"/>
                  <a:gd name="T6" fmla="*/ 0 w 155"/>
                  <a:gd name="T7" fmla="*/ 0 h 58"/>
                  <a:gd name="T8" fmla="*/ 0 w 155"/>
                  <a:gd name="T9" fmla="*/ 0 h 58"/>
                  <a:gd name="T10" fmla="*/ 0 w 15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5"/>
                  <a:gd name="T19" fmla="*/ 0 h 58"/>
                  <a:gd name="T20" fmla="*/ 155 w 155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5" h="58">
                    <a:moveTo>
                      <a:pt x="0" y="58"/>
                    </a:moveTo>
                    <a:lnTo>
                      <a:pt x="106" y="32"/>
                    </a:lnTo>
                    <a:lnTo>
                      <a:pt x="155" y="44"/>
                    </a:lnTo>
                    <a:lnTo>
                      <a:pt x="106" y="0"/>
                    </a:lnTo>
                    <a:lnTo>
                      <a:pt x="41" y="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2" name="Freeform 204">
                <a:extLst>
                  <a:ext uri="{FF2B5EF4-FFF2-40B4-BE49-F238E27FC236}">
                    <a16:creationId xmlns:a16="http://schemas.microsoft.com/office/drawing/2014/main" id="{E0E3ACE6-485F-CB41-A81F-F9268B260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4"/>
                <a:ext cx="41" cy="57"/>
              </a:xfrm>
              <a:custGeom>
                <a:avLst/>
                <a:gdLst>
                  <a:gd name="T0" fmla="*/ 0 w 323"/>
                  <a:gd name="T1" fmla="*/ 0 h 453"/>
                  <a:gd name="T2" fmla="*/ 0 w 323"/>
                  <a:gd name="T3" fmla="*/ 0 h 453"/>
                  <a:gd name="T4" fmla="*/ 0 w 323"/>
                  <a:gd name="T5" fmla="*/ 0 h 453"/>
                  <a:gd name="T6" fmla="*/ 0 w 323"/>
                  <a:gd name="T7" fmla="*/ 0 h 453"/>
                  <a:gd name="T8" fmla="*/ 0 w 323"/>
                  <a:gd name="T9" fmla="*/ 0 h 453"/>
                  <a:gd name="T10" fmla="*/ 0 w 323"/>
                  <a:gd name="T11" fmla="*/ 0 h 453"/>
                  <a:gd name="T12" fmla="*/ 0 w 323"/>
                  <a:gd name="T13" fmla="*/ 0 h 453"/>
                  <a:gd name="T14" fmla="*/ 0 w 323"/>
                  <a:gd name="T15" fmla="*/ 0 h 453"/>
                  <a:gd name="T16" fmla="*/ 0 w 323"/>
                  <a:gd name="T17" fmla="*/ 0 h 453"/>
                  <a:gd name="T18" fmla="*/ 0 w 323"/>
                  <a:gd name="T19" fmla="*/ 0 h 453"/>
                  <a:gd name="T20" fmla="*/ 0 w 323"/>
                  <a:gd name="T21" fmla="*/ 0 h 453"/>
                  <a:gd name="T22" fmla="*/ 0 w 323"/>
                  <a:gd name="T23" fmla="*/ 0 h 453"/>
                  <a:gd name="T24" fmla="*/ 0 w 323"/>
                  <a:gd name="T25" fmla="*/ 0 h 4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3"/>
                  <a:gd name="T40" fmla="*/ 0 h 453"/>
                  <a:gd name="T41" fmla="*/ 323 w 323"/>
                  <a:gd name="T42" fmla="*/ 453 h 4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3" h="453">
                    <a:moveTo>
                      <a:pt x="0" y="0"/>
                    </a:moveTo>
                    <a:lnTo>
                      <a:pt x="7" y="54"/>
                    </a:lnTo>
                    <a:lnTo>
                      <a:pt x="84" y="119"/>
                    </a:lnTo>
                    <a:lnTo>
                      <a:pt x="169" y="229"/>
                    </a:lnTo>
                    <a:lnTo>
                      <a:pt x="99" y="275"/>
                    </a:lnTo>
                    <a:lnTo>
                      <a:pt x="209" y="453"/>
                    </a:lnTo>
                    <a:lnTo>
                      <a:pt x="282" y="453"/>
                    </a:lnTo>
                    <a:lnTo>
                      <a:pt x="323" y="299"/>
                    </a:lnTo>
                    <a:lnTo>
                      <a:pt x="308" y="250"/>
                    </a:lnTo>
                    <a:lnTo>
                      <a:pt x="224" y="222"/>
                    </a:lnTo>
                    <a:lnTo>
                      <a:pt x="205" y="119"/>
                    </a:lnTo>
                    <a:lnTo>
                      <a:pt x="104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3" name="Freeform 205">
                <a:extLst>
                  <a:ext uri="{FF2B5EF4-FFF2-40B4-BE49-F238E27FC236}">
                    <a16:creationId xmlns:a16="http://schemas.microsoft.com/office/drawing/2014/main" id="{9CC775CC-F283-7F4F-B82A-2013B813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03"/>
                <a:ext cx="51" cy="104"/>
              </a:xfrm>
              <a:custGeom>
                <a:avLst/>
                <a:gdLst>
                  <a:gd name="T0" fmla="*/ 0 w 411"/>
                  <a:gd name="T1" fmla="*/ 0 h 827"/>
                  <a:gd name="T2" fmla="*/ 0 w 411"/>
                  <a:gd name="T3" fmla="*/ 0 h 827"/>
                  <a:gd name="T4" fmla="*/ 0 w 411"/>
                  <a:gd name="T5" fmla="*/ 0 h 827"/>
                  <a:gd name="T6" fmla="*/ 0 w 411"/>
                  <a:gd name="T7" fmla="*/ 0 h 827"/>
                  <a:gd name="T8" fmla="*/ 0 w 411"/>
                  <a:gd name="T9" fmla="*/ 0 h 827"/>
                  <a:gd name="T10" fmla="*/ 0 w 411"/>
                  <a:gd name="T11" fmla="*/ 0 h 827"/>
                  <a:gd name="T12" fmla="*/ 0 w 411"/>
                  <a:gd name="T13" fmla="*/ 0 h 827"/>
                  <a:gd name="T14" fmla="*/ 0 w 411"/>
                  <a:gd name="T15" fmla="*/ 0 h 827"/>
                  <a:gd name="T16" fmla="*/ 0 w 411"/>
                  <a:gd name="T17" fmla="*/ 0 h 827"/>
                  <a:gd name="T18" fmla="*/ 0 w 411"/>
                  <a:gd name="T19" fmla="*/ 0 h 827"/>
                  <a:gd name="T20" fmla="*/ 0 w 411"/>
                  <a:gd name="T21" fmla="*/ 0 h 827"/>
                  <a:gd name="T22" fmla="*/ 0 w 411"/>
                  <a:gd name="T23" fmla="*/ 0 h 827"/>
                  <a:gd name="T24" fmla="*/ 0 w 411"/>
                  <a:gd name="T25" fmla="*/ 0 h 827"/>
                  <a:gd name="T26" fmla="*/ 0 w 411"/>
                  <a:gd name="T27" fmla="*/ 0 h 827"/>
                  <a:gd name="T28" fmla="*/ 0 w 411"/>
                  <a:gd name="T29" fmla="*/ 0 h 827"/>
                  <a:gd name="T30" fmla="*/ 0 w 411"/>
                  <a:gd name="T31" fmla="*/ 0 h 827"/>
                  <a:gd name="T32" fmla="*/ 0 w 411"/>
                  <a:gd name="T33" fmla="*/ 0 h 827"/>
                  <a:gd name="T34" fmla="*/ 0 w 411"/>
                  <a:gd name="T35" fmla="*/ 0 h 827"/>
                  <a:gd name="T36" fmla="*/ 0 w 411"/>
                  <a:gd name="T37" fmla="*/ 0 h 827"/>
                  <a:gd name="T38" fmla="*/ 0 w 411"/>
                  <a:gd name="T39" fmla="*/ 0 h 8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11"/>
                  <a:gd name="T61" fmla="*/ 0 h 827"/>
                  <a:gd name="T62" fmla="*/ 411 w 411"/>
                  <a:gd name="T63" fmla="*/ 827 h 8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11" h="827">
                    <a:moveTo>
                      <a:pt x="290" y="272"/>
                    </a:moveTo>
                    <a:lnTo>
                      <a:pt x="197" y="272"/>
                    </a:lnTo>
                    <a:lnTo>
                      <a:pt x="121" y="230"/>
                    </a:lnTo>
                    <a:lnTo>
                      <a:pt x="51" y="167"/>
                    </a:lnTo>
                    <a:lnTo>
                      <a:pt x="0" y="0"/>
                    </a:lnTo>
                    <a:lnTo>
                      <a:pt x="29" y="193"/>
                    </a:lnTo>
                    <a:lnTo>
                      <a:pt x="160" y="378"/>
                    </a:lnTo>
                    <a:lnTo>
                      <a:pt x="282" y="629"/>
                    </a:lnTo>
                    <a:lnTo>
                      <a:pt x="342" y="708"/>
                    </a:lnTo>
                    <a:lnTo>
                      <a:pt x="395" y="827"/>
                    </a:lnTo>
                    <a:lnTo>
                      <a:pt x="354" y="636"/>
                    </a:lnTo>
                    <a:lnTo>
                      <a:pt x="411" y="609"/>
                    </a:lnTo>
                    <a:lnTo>
                      <a:pt x="354" y="565"/>
                    </a:lnTo>
                    <a:lnTo>
                      <a:pt x="354" y="530"/>
                    </a:lnTo>
                    <a:lnTo>
                      <a:pt x="386" y="507"/>
                    </a:lnTo>
                    <a:lnTo>
                      <a:pt x="319" y="523"/>
                    </a:lnTo>
                    <a:lnTo>
                      <a:pt x="282" y="507"/>
                    </a:lnTo>
                    <a:lnTo>
                      <a:pt x="268" y="466"/>
                    </a:lnTo>
                    <a:lnTo>
                      <a:pt x="268" y="356"/>
                    </a:lnTo>
                    <a:lnTo>
                      <a:pt x="290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4" name="Freeform 206">
                <a:extLst>
                  <a:ext uri="{FF2B5EF4-FFF2-40B4-BE49-F238E27FC236}">
                    <a16:creationId xmlns:a16="http://schemas.microsoft.com/office/drawing/2014/main" id="{139ABD10-E01C-8D4D-A4B2-B2B55ABDE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57"/>
                <a:ext cx="47" cy="9"/>
              </a:xfrm>
              <a:custGeom>
                <a:avLst/>
                <a:gdLst>
                  <a:gd name="T0" fmla="*/ 0 w 381"/>
                  <a:gd name="T1" fmla="*/ 0 h 76"/>
                  <a:gd name="T2" fmla="*/ 0 w 381"/>
                  <a:gd name="T3" fmla="*/ 0 h 76"/>
                  <a:gd name="T4" fmla="*/ 0 w 381"/>
                  <a:gd name="T5" fmla="*/ 0 h 76"/>
                  <a:gd name="T6" fmla="*/ 0 w 381"/>
                  <a:gd name="T7" fmla="*/ 0 h 76"/>
                  <a:gd name="T8" fmla="*/ 0 w 381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1"/>
                  <a:gd name="T16" fmla="*/ 0 h 76"/>
                  <a:gd name="T17" fmla="*/ 381 w 381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1" h="76">
                    <a:moveTo>
                      <a:pt x="0" y="76"/>
                    </a:moveTo>
                    <a:lnTo>
                      <a:pt x="175" y="40"/>
                    </a:lnTo>
                    <a:lnTo>
                      <a:pt x="260" y="0"/>
                    </a:lnTo>
                    <a:lnTo>
                      <a:pt x="313" y="0"/>
                    </a:lnTo>
                    <a:lnTo>
                      <a:pt x="381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5" name="Freeform 207">
                <a:extLst>
                  <a:ext uri="{FF2B5EF4-FFF2-40B4-BE49-F238E27FC236}">
                    <a16:creationId xmlns:a16="http://schemas.microsoft.com/office/drawing/2014/main" id="{44415197-470D-DD41-B50F-B9E3B0625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669"/>
                <a:ext cx="39" cy="24"/>
              </a:xfrm>
              <a:custGeom>
                <a:avLst/>
                <a:gdLst>
                  <a:gd name="T0" fmla="*/ 0 w 316"/>
                  <a:gd name="T1" fmla="*/ 0 h 191"/>
                  <a:gd name="T2" fmla="*/ 0 w 316"/>
                  <a:gd name="T3" fmla="*/ 0 h 191"/>
                  <a:gd name="T4" fmla="*/ 0 w 316"/>
                  <a:gd name="T5" fmla="*/ 0 h 191"/>
                  <a:gd name="T6" fmla="*/ 0 w 316"/>
                  <a:gd name="T7" fmla="*/ 0 h 191"/>
                  <a:gd name="T8" fmla="*/ 0 w 316"/>
                  <a:gd name="T9" fmla="*/ 0 h 191"/>
                  <a:gd name="T10" fmla="*/ 0 w 316"/>
                  <a:gd name="T11" fmla="*/ 0 h 191"/>
                  <a:gd name="T12" fmla="*/ 0 w 316"/>
                  <a:gd name="T13" fmla="*/ 0 h 191"/>
                  <a:gd name="T14" fmla="*/ 0 w 316"/>
                  <a:gd name="T15" fmla="*/ 0 h 191"/>
                  <a:gd name="T16" fmla="*/ 0 w 316"/>
                  <a:gd name="T17" fmla="*/ 0 h 191"/>
                  <a:gd name="T18" fmla="*/ 0 w 316"/>
                  <a:gd name="T19" fmla="*/ 0 h 191"/>
                  <a:gd name="T20" fmla="*/ 0 w 316"/>
                  <a:gd name="T21" fmla="*/ 0 h 191"/>
                  <a:gd name="T22" fmla="*/ 0 w 316"/>
                  <a:gd name="T23" fmla="*/ 0 h 191"/>
                  <a:gd name="T24" fmla="*/ 0 w 316"/>
                  <a:gd name="T25" fmla="*/ 0 h 191"/>
                  <a:gd name="T26" fmla="*/ 0 w 316"/>
                  <a:gd name="T27" fmla="*/ 0 h 1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16"/>
                  <a:gd name="T43" fmla="*/ 0 h 191"/>
                  <a:gd name="T44" fmla="*/ 316 w 316"/>
                  <a:gd name="T45" fmla="*/ 191 h 19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16" h="191">
                    <a:moveTo>
                      <a:pt x="0" y="79"/>
                    </a:moveTo>
                    <a:lnTo>
                      <a:pt x="242" y="26"/>
                    </a:lnTo>
                    <a:lnTo>
                      <a:pt x="295" y="0"/>
                    </a:lnTo>
                    <a:lnTo>
                      <a:pt x="303" y="19"/>
                    </a:lnTo>
                    <a:lnTo>
                      <a:pt x="219" y="64"/>
                    </a:lnTo>
                    <a:lnTo>
                      <a:pt x="235" y="112"/>
                    </a:lnTo>
                    <a:lnTo>
                      <a:pt x="316" y="191"/>
                    </a:lnTo>
                    <a:lnTo>
                      <a:pt x="228" y="162"/>
                    </a:lnTo>
                    <a:lnTo>
                      <a:pt x="150" y="162"/>
                    </a:lnTo>
                    <a:lnTo>
                      <a:pt x="72" y="182"/>
                    </a:lnTo>
                    <a:lnTo>
                      <a:pt x="46" y="191"/>
                    </a:lnTo>
                    <a:lnTo>
                      <a:pt x="60" y="156"/>
                    </a:lnTo>
                    <a:lnTo>
                      <a:pt x="24" y="9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6" name="Freeform 208">
                <a:extLst>
                  <a:ext uri="{FF2B5EF4-FFF2-40B4-BE49-F238E27FC236}">
                    <a16:creationId xmlns:a16="http://schemas.microsoft.com/office/drawing/2014/main" id="{A7BC6C46-78EC-314D-B1D2-9B70FB63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448"/>
                <a:ext cx="214" cy="129"/>
              </a:xfrm>
              <a:custGeom>
                <a:avLst/>
                <a:gdLst>
                  <a:gd name="T0" fmla="*/ 0 w 1704"/>
                  <a:gd name="T1" fmla="*/ 0 h 1028"/>
                  <a:gd name="T2" fmla="*/ 0 w 1704"/>
                  <a:gd name="T3" fmla="*/ 0 h 1028"/>
                  <a:gd name="T4" fmla="*/ 0 w 1704"/>
                  <a:gd name="T5" fmla="*/ 0 h 1028"/>
                  <a:gd name="T6" fmla="*/ 0 w 1704"/>
                  <a:gd name="T7" fmla="*/ 0 h 1028"/>
                  <a:gd name="T8" fmla="*/ 0 w 1704"/>
                  <a:gd name="T9" fmla="*/ 0 h 1028"/>
                  <a:gd name="T10" fmla="*/ 0 w 1704"/>
                  <a:gd name="T11" fmla="*/ 0 h 1028"/>
                  <a:gd name="T12" fmla="*/ 0 w 1704"/>
                  <a:gd name="T13" fmla="*/ 0 h 1028"/>
                  <a:gd name="T14" fmla="*/ 0 w 1704"/>
                  <a:gd name="T15" fmla="*/ 0 h 1028"/>
                  <a:gd name="T16" fmla="*/ 0 w 1704"/>
                  <a:gd name="T17" fmla="*/ 0 h 1028"/>
                  <a:gd name="T18" fmla="*/ 0 w 1704"/>
                  <a:gd name="T19" fmla="*/ 0 h 1028"/>
                  <a:gd name="T20" fmla="*/ 0 w 1704"/>
                  <a:gd name="T21" fmla="*/ 0 h 1028"/>
                  <a:gd name="T22" fmla="*/ 0 w 1704"/>
                  <a:gd name="T23" fmla="*/ 0 h 1028"/>
                  <a:gd name="T24" fmla="*/ 0 w 1704"/>
                  <a:gd name="T25" fmla="*/ 0 h 1028"/>
                  <a:gd name="T26" fmla="*/ 0 w 1704"/>
                  <a:gd name="T27" fmla="*/ 0 h 1028"/>
                  <a:gd name="T28" fmla="*/ 0 w 1704"/>
                  <a:gd name="T29" fmla="*/ 0 h 1028"/>
                  <a:gd name="T30" fmla="*/ 0 w 1704"/>
                  <a:gd name="T31" fmla="*/ 0 h 1028"/>
                  <a:gd name="T32" fmla="*/ 0 w 1704"/>
                  <a:gd name="T33" fmla="*/ 0 h 1028"/>
                  <a:gd name="T34" fmla="*/ 0 w 1704"/>
                  <a:gd name="T35" fmla="*/ 0 h 1028"/>
                  <a:gd name="T36" fmla="*/ 0 w 1704"/>
                  <a:gd name="T37" fmla="*/ 0 h 1028"/>
                  <a:gd name="T38" fmla="*/ 0 w 1704"/>
                  <a:gd name="T39" fmla="*/ 0 h 1028"/>
                  <a:gd name="T40" fmla="*/ 0 w 1704"/>
                  <a:gd name="T41" fmla="*/ 0 h 1028"/>
                  <a:gd name="T42" fmla="*/ 0 w 1704"/>
                  <a:gd name="T43" fmla="*/ 0 h 1028"/>
                  <a:gd name="T44" fmla="*/ 0 w 1704"/>
                  <a:gd name="T45" fmla="*/ 0 h 1028"/>
                  <a:gd name="T46" fmla="*/ 0 w 1704"/>
                  <a:gd name="T47" fmla="*/ 0 h 1028"/>
                  <a:gd name="T48" fmla="*/ 0 w 1704"/>
                  <a:gd name="T49" fmla="*/ 0 h 1028"/>
                  <a:gd name="T50" fmla="*/ 0 w 1704"/>
                  <a:gd name="T51" fmla="*/ 0 h 1028"/>
                  <a:gd name="T52" fmla="*/ 0 w 1704"/>
                  <a:gd name="T53" fmla="*/ 0 h 1028"/>
                  <a:gd name="T54" fmla="*/ 0 w 1704"/>
                  <a:gd name="T55" fmla="*/ 0 h 1028"/>
                  <a:gd name="T56" fmla="*/ 0 w 1704"/>
                  <a:gd name="T57" fmla="*/ 0 h 1028"/>
                  <a:gd name="T58" fmla="*/ 0 w 1704"/>
                  <a:gd name="T59" fmla="*/ 0 h 1028"/>
                  <a:gd name="T60" fmla="*/ 0 w 1704"/>
                  <a:gd name="T61" fmla="*/ 0 h 1028"/>
                  <a:gd name="T62" fmla="*/ 0 w 1704"/>
                  <a:gd name="T63" fmla="*/ 0 h 1028"/>
                  <a:gd name="T64" fmla="*/ 0 w 1704"/>
                  <a:gd name="T65" fmla="*/ 0 h 1028"/>
                  <a:gd name="T66" fmla="*/ 0 w 1704"/>
                  <a:gd name="T67" fmla="*/ 0 h 1028"/>
                  <a:gd name="T68" fmla="*/ 0 w 1704"/>
                  <a:gd name="T69" fmla="*/ 0 h 1028"/>
                  <a:gd name="T70" fmla="*/ 0 w 1704"/>
                  <a:gd name="T71" fmla="*/ 0 h 1028"/>
                  <a:gd name="T72" fmla="*/ 0 w 1704"/>
                  <a:gd name="T73" fmla="*/ 0 h 1028"/>
                  <a:gd name="T74" fmla="*/ 0 w 1704"/>
                  <a:gd name="T75" fmla="*/ 0 h 1028"/>
                  <a:gd name="T76" fmla="*/ 0 w 1704"/>
                  <a:gd name="T77" fmla="*/ 0 h 1028"/>
                  <a:gd name="T78" fmla="*/ 0 w 1704"/>
                  <a:gd name="T79" fmla="*/ 0 h 1028"/>
                  <a:gd name="T80" fmla="*/ 0 w 1704"/>
                  <a:gd name="T81" fmla="*/ 0 h 1028"/>
                  <a:gd name="T82" fmla="*/ 0 w 1704"/>
                  <a:gd name="T83" fmla="*/ 0 h 1028"/>
                  <a:gd name="T84" fmla="*/ 0 w 1704"/>
                  <a:gd name="T85" fmla="*/ 0 h 1028"/>
                  <a:gd name="T86" fmla="*/ 0 w 1704"/>
                  <a:gd name="T87" fmla="*/ 0 h 1028"/>
                  <a:gd name="T88" fmla="*/ 0 w 1704"/>
                  <a:gd name="T89" fmla="*/ 0 h 1028"/>
                  <a:gd name="T90" fmla="*/ 0 w 1704"/>
                  <a:gd name="T91" fmla="*/ 0 h 1028"/>
                  <a:gd name="T92" fmla="*/ 0 w 1704"/>
                  <a:gd name="T93" fmla="*/ 0 h 1028"/>
                  <a:gd name="T94" fmla="*/ 0 w 1704"/>
                  <a:gd name="T95" fmla="*/ 0 h 1028"/>
                  <a:gd name="T96" fmla="*/ 0 w 1704"/>
                  <a:gd name="T97" fmla="*/ 0 h 1028"/>
                  <a:gd name="T98" fmla="*/ 0 w 1704"/>
                  <a:gd name="T99" fmla="*/ 0 h 1028"/>
                  <a:gd name="T100" fmla="*/ 0 w 1704"/>
                  <a:gd name="T101" fmla="*/ 0 h 1028"/>
                  <a:gd name="T102" fmla="*/ 0 w 1704"/>
                  <a:gd name="T103" fmla="*/ 0 h 1028"/>
                  <a:gd name="T104" fmla="*/ 0 w 1704"/>
                  <a:gd name="T105" fmla="*/ 0 h 1028"/>
                  <a:gd name="T106" fmla="*/ 0 w 1704"/>
                  <a:gd name="T107" fmla="*/ 0 h 102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04"/>
                  <a:gd name="T163" fmla="*/ 0 h 1028"/>
                  <a:gd name="T164" fmla="*/ 1704 w 1704"/>
                  <a:gd name="T165" fmla="*/ 1028 h 102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04" h="1028">
                    <a:moveTo>
                      <a:pt x="159" y="340"/>
                    </a:moveTo>
                    <a:lnTo>
                      <a:pt x="122" y="404"/>
                    </a:lnTo>
                    <a:lnTo>
                      <a:pt x="0" y="551"/>
                    </a:lnTo>
                    <a:lnTo>
                      <a:pt x="0" y="609"/>
                    </a:lnTo>
                    <a:lnTo>
                      <a:pt x="76" y="749"/>
                    </a:lnTo>
                    <a:lnTo>
                      <a:pt x="48" y="874"/>
                    </a:lnTo>
                    <a:lnTo>
                      <a:pt x="111" y="978"/>
                    </a:lnTo>
                    <a:lnTo>
                      <a:pt x="245" y="987"/>
                    </a:lnTo>
                    <a:lnTo>
                      <a:pt x="286" y="1028"/>
                    </a:lnTo>
                    <a:lnTo>
                      <a:pt x="252" y="692"/>
                    </a:lnTo>
                    <a:lnTo>
                      <a:pt x="252" y="588"/>
                    </a:lnTo>
                    <a:lnTo>
                      <a:pt x="265" y="507"/>
                    </a:lnTo>
                    <a:lnTo>
                      <a:pt x="286" y="457"/>
                    </a:lnTo>
                    <a:lnTo>
                      <a:pt x="408" y="507"/>
                    </a:lnTo>
                    <a:lnTo>
                      <a:pt x="555" y="529"/>
                    </a:lnTo>
                    <a:lnTo>
                      <a:pt x="738" y="529"/>
                    </a:lnTo>
                    <a:lnTo>
                      <a:pt x="966" y="507"/>
                    </a:lnTo>
                    <a:lnTo>
                      <a:pt x="851" y="503"/>
                    </a:lnTo>
                    <a:lnTo>
                      <a:pt x="708" y="434"/>
                    </a:lnTo>
                    <a:lnTo>
                      <a:pt x="865" y="441"/>
                    </a:lnTo>
                    <a:lnTo>
                      <a:pt x="992" y="434"/>
                    </a:lnTo>
                    <a:lnTo>
                      <a:pt x="1162" y="397"/>
                    </a:lnTo>
                    <a:lnTo>
                      <a:pt x="1280" y="349"/>
                    </a:lnTo>
                    <a:lnTo>
                      <a:pt x="1441" y="334"/>
                    </a:lnTo>
                    <a:lnTo>
                      <a:pt x="1513" y="362"/>
                    </a:lnTo>
                    <a:lnTo>
                      <a:pt x="1586" y="397"/>
                    </a:lnTo>
                    <a:lnTo>
                      <a:pt x="1644" y="397"/>
                    </a:lnTo>
                    <a:lnTo>
                      <a:pt x="1704" y="362"/>
                    </a:lnTo>
                    <a:lnTo>
                      <a:pt x="1634" y="272"/>
                    </a:lnTo>
                    <a:lnTo>
                      <a:pt x="1526" y="286"/>
                    </a:lnTo>
                    <a:lnTo>
                      <a:pt x="1441" y="259"/>
                    </a:lnTo>
                    <a:lnTo>
                      <a:pt x="1358" y="250"/>
                    </a:lnTo>
                    <a:lnTo>
                      <a:pt x="1280" y="279"/>
                    </a:lnTo>
                    <a:lnTo>
                      <a:pt x="1139" y="340"/>
                    </a:lnTo>
                    <a:lnTo>
                      <a:pt x="1014" y="371"/>
                    </a:lnTo>
                    <a:lnTo>
                      <a:pt x="878" y="378"/>
                    </a:lnTo>
                    <a:lnTo>
                      <a:pt x="766" y="384"/>
                    </a:lnTo>
                    <a:lnTo>
                      <a:pt x="590" y="362"/>
                    </a:lnTo>
                    <a:lnTo>
                      <a:pt x="696" y="334"/>
                    </a:lnTo>
                    <a:lnTo>
                      <a:pt x="570" y="318"/>
                    </a:lnTo>
                    <a:lnTo>
                      <a:pt x="443" y="291"/>
                    </a:lnTo>
                    <a:lnTo>
                      <a:pt x="379" y="265"/>
                    </a:lnTo>
                    <a:lnTo>
                      <a:pt x="482" y="226"/>
                    </a:lnTo>
                    <a:lnTo>
                      <a:pt x="300" y="201"/>
                    </a:lnTo>
                    <a:lnTo>
                      <a:pt x="265" y="173"/>
                    </a:lnTo>
                    <a:lnTo>
                      <a:pt x="258" y="145"/>
                    </a:lnTo>
                    <a:lnTo>
                      <a:pt x="265" y="102"/>
                    </a:lnTo>
                    <a:lnTo>
                      <a:pt x="295" y="54"/>
                    </a:lnTo>
                    <a:lnTo>
                      <a:pt x="373" y="0"/>
                    </a:lnTo>
                    <a:lnTo>
                      <a:pt x="217" y="67"/>
                    </a:lnTo>
                    <a:lnTo>
                      <a:pt x="60" y="164"/>
                    </a:lnTo>
                    <a:lnTo>
                      <a:pt x="69" y="189"/>
                    </a:lnTo>
                    <a:lnTo>
                      <a:pt x="118" y="286"/>
                    </a:lnTo>
                    <a:lnTo>
                      <a:pt x="159" y="3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7" name="Freeform 209">
                <a:extLst>
                  <a:ext uri="{FF2B5EF4-FFF2-40B4-BE49-F238E27FC236}">
                    <a16:creationId xmlns:a16="http://schemas.microsoft.com/office/drawing/2014/main" id="{D4D266CF-9F39-C34F-9B77-03CB8457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420"/>
                <a:ext cx="207" cy="329"/>
              </a:xfrm>
              <a:custGeom>
                <a:avLst/>
                <a:gdLst>
                  <a:gd name="T0" fmla="*/ 0 w 1658"/>
                  <a:gd name="T1" fmla="*/ 0 h 2635"/>
                  <a:gd name="T2" fmla="*/ 0 w 1658"/>
                  <a:gd name="T3" fmla="*/ 0 h 2635"/>
                  <a:gd name="T4" fmla="*/ 0 w 1658"/>
                  <a:gd name="T5" fmla="*/ 0 h 2635"/>
                  <a:gd name="T6" fmla="*/ 0 w 1658"/>
                  <a:gd name="T7" fmla="*/ 0 h 2635"/>
                  <a:gd name="T8" fmla="*/ 0 w 1658"/>
                  <a:gd name="T9" fmla="*/ 0 h 2635"/>
                  <a:gd name="T10" fmla="*/ 0 w 1658"/>
                  <a:gd name="T11" fmla="*/ 0 h 2635"/>
                  <a:gd name="T12" fmla="*/ 0 w 1658"/>
                  <a:gd name="T13" fmla="*/ 0 h 2635"/>
                  <a:gd name="T14" fmla="*/ 0 w 1658"/>
                  <a:gd name="T15" fmla="*/ 0 h 2635"/>
                  <a:gd name="T16" fmla="*/ 0 w 1658"/>
                  <a:gd name="T17" fmla="*/ 0 h 2635"/>
                  <a:gd name="T18" fmla="*/ 0 w 1658"/>
                  <a:gd name="T19" fmla="*/ 0 h 2635"/>
                  <a:gd name="T20" fmla="*/ 0 w 1658"/>
                  <a:gd name="T21" fmla="*/ 0 h 2635"/>
                  <a:gd name="T22" fmla="*/ 0 w 1658"/>
                  <a:gd name="T23" fmla="*/ 0 h 2635"/>
                  <a:gd name="T24" fmla="*/ 0 w 1658"/>
                  <a:gd name="T25" fmla="*/ 0 h 2635"/>
                  <a:gd name="T26" fmla="*/ 0 w 1658"/>
                  <a:gd name="T27" fmla="*/ 0 h 2635"/>
                  <a:gd name="T28" fmla="*/ 0 w 1658"/>
                  <a:gd name="T29" fmla="*/ 0 h 2635"/>
                  <a:gd name="T30" fmla="*/ 0 w 1658"/>
                  <a:gd name="T31" fmla="*/ 0 h 2635"/>
                  <a:gd name="T32" fmla="*/ 0 w 1658"/>
                  <a:gd name="T33" fmla="*/ 0 h 2635"/>
                  <a:gd name="T34" fmla="*/ 0 w 1658"/>
                  <a:gd name="T35" fmla="*/ 0 h 2635"/>
                  <a:gd name="T36" fmla="*/ 0 w 1658"/>
                  <a:gd name="T37" fmla="*/ 0 h 2635"/>
                  <a:gd name="T38" fmla="*/ 0 w 1658"/>
                  <a:gd name="T39" fmla="*/ 0 h 2635"/>
                  <a:gd name="T40" fmla="*/ 0 w 1658"/>
                  <a:gd name="T41" fmla="*/ 0 h 2635"/>
                  <a:gd name="T42" fmla="*/ 0 w 1658"/>
                  <a:gd name="T43" fmla="*/ 0 h 2635"/>
                  <a:gd name="T44" fmla="*/ 0 w 1658"/>
                  <a:gd name="T45" fmla="*/ 0 h 2635"/>
                  <a:gd name="T46" fmla="*/ 0 w 1658"/>
                  <a:gd name="T47" fmla="*/ 0 h 2635"/>
                  <a:gd name="T48" fmla="*/ 0 w 1658"/>
                  <a:gd name="T49" fmla="*/ 0 h 2635"/>
                  <a:gd name="T50" fmla="*/ 0 w 1658"/>
                  <a:gd name="T51" fmla="*/ 0 h 2635"/>
                  <a:gd name="T52" fmla="*/ 0 w 1658"/>
                  <a:gd name="T53" fmla="*/ 0 h 2635"/>
                  <a:gd name="T54" fmla="*/ 0 w 1658"/>
                  <a:gd name="T55" fmla="*/ 0 h 2635"/>
                  <a:gd name="T56" fmla="*/ 0 w 1658"/>
                  <a:gd name="T57" fmla="*/ 0 h 2635"/>
                  <a:gd name="T58" fmla="*/ 0 w 1658"/>
                  <a:gd name="T59" fmla="*/ 0 h 2635"/>
                  <a:gd name="T60" fmla="*/ 0 w 1658"/>
                  <a:gd name="T61" fmla="*/ 0 h 2635"/>
                  <a:gd name="T62" fmla="*/ 0 w 1658"/>
                  <a:gd name="T63" fmla="*/ 0 h 2635"/>
                  <a:gd name="T64" fmla="*/ 0 w 1658"/>
                  <a:gd name="T65" fmla="*/ 0 h 2635"/>
                  <a:gd name="T66" fmla="*/ 0 w 1658"/>
                  <a:gd name="T67" fmla="*/ 0 h 2635"/>
                  <a:gd name="T68" fmla="*/ 0 w 1658"/>
                  <a:gd name="T69" fmla="*/ 0 h 2635"/>
                  <a:gd name="T70" fmla="*/ 0 w 1658"/>
                  <a:gd name="T71" fmla="*/ 0 h 2635"/>
                  <a:gd name="T72" fmla="*/ 0 w 1658"/>
                  <a:gd name="T73" fmla="*/ 0 h 2635"/>
                  <a:gd name="T74" fmla="*/ 0 w 1658"/>
                  <a:gd name="T75" fmla="*/ 0 h 2635"/>
                  <a:gd name="T76" fmla="*/ 0 w 1658"/>
                  <a:gd name="T77" fmla="*/ 0 h 2635"/>
                  <a:gd name="T78" fmla="*/ 0 w 1658"/>
                  <a:gd name="T79" fmla="*/ 0 h 2635"/>
                  <a:gd name="T80" fmla="*/ 0 w 1658"/>
                  <a:gd name="T81" fmla="*/ 0 h 2635"/>
                  <a:gd name="T82" fmla="*/ 0 w 1658"/>
                  <a:gd name="T83" fmla="*/ 0 h 2635"/>
                  <a:gd name="T84" fmla="*/ 0 w 1658"/>
                  <a:gd name="T85" fmla="*/ 0 h 2635"/>
                  <a:gd name="T86" fmla="*/ 0 w 1658"/>
                  <a:gd name="T87" fmla="*/ 0 h 2635"/>
                  <a:gd name="T88" fmla="*/ 0 w 1658"/>
                  <a:gd name="T89" fmla="*/ 0 h 2635"/>
                  <a:gd name="T90" fmla="*/ 0 w 1658"/>
                  <a:gd name="T91" fmla="*/ 0 h 2635"/>
                  <a:gd name="T92" fmla="*/ 0 w 1658"/>
                  <a:gd name="T93" fmla="*/ 0 h 2635"/>
                  <a:gd name="T94" fmla="*/ 0 w 1658"/>
                  <a:gd name="T95" fmla="*/ 0 h 2635"/>
                  <a:gd name="T96" fmla="*/ 0 w 1658"/>
                  <a:gd name="T97" fmla="*/ 0 h 2635"/>
                  <a:gd name="T98" fmla="*/ 0 w 1658"/>
                  <a:gd name="T99" fmla="*/ 0 h 2635"/>
                  <a:gd name="T100" fmla="*/ 0 w 1658"/>
                  <a:gd name="T101" fmla="*/ 0 h 2635"/>
                  <a:gd name="T102" fmla="*/ 0 w 1658"/>
                  <a:gd name="T103" fmla="*/ 0 h 2635"/>
                  <a:gd name="T104" fmla="*/ 0 w 1658"/>
                  <a:gd name="T105" fmla="*/ 0 h 2635"/>
                  <a:gd name="T106" fmla="*/ 0 w 1658"/>
                  <a:gd name="T107" fmla="*/ 0 h 2635"/>
                  <a:gd name="T108" fmla="*/ 0 w 1658"/>
                  <a:gd name="T109" fmla="*/ 0 h 2635"/>
                  <a:gd name="T110" fmla="*/ 0 w 1658"/>
                  <a:gd name="T111" fmla="*/ 0 h 2635"/>
                  <a:gd name="T112" fmla="*/ 0 w 1658"/>
                  <a:gd name="T113" fmla="*/ 0 h 2635"/>
                  <a:gd name="T114" fmla="*/ 0 w 1658"/>
                  <a:gd name="T115" fmla="*/ 0 h 2635"/>
                  <a:gd name="T116" fmla="*/ 0 w 1658"/>
                  <a:gd name="T117" fmla="*/ 0 h 2635"/>
                  <a:gd name="T118" fmla="*/ 0 w 1658"/>
                  <a:gd name="T119" fmla="*/ 0 h 2635"/>
                  <a:gd name="T120" fmla="*/ 0 w 1658"/>
                  <a:gd name="T121" fmla="*/ 0 h 263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8"/>
                  <a:gd name="T184" fmla="*/ 0 h 2635"/>
                  <a:gd name="T185" fmla="*/ 1658 w 1658"/>
                  <a:gd name="T186" fmla="*/ 2635 h 263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8" h="2635">
                    <a:moveTo>
                      <a:pt x="7" y="196"/>
                    </a:moveTo>
                    <a:lnTo>
                      <a:pt x="0" y="216"/>
                    </a:lnTo>
                    <a:lnTo>
                      <a:pt x="14" y="231"/>
                    </a:lnTo>
                    <a:lnTo>
                      <a:pt x="58" y="251"/>
                    </a:lnTo>
                    <a:lnTo>
                      <a:pt x="106" y="260"/>
                    </a:lnTo>
                    <a:lnTo>
                      <a:pt x="185" y="260"/>
                    </a:lnTo>
                    <a:lnTo>
                      <a:pt x="291" y="244"/>
                    </a:lnTo>
                    <a:lnTo>
                      <a:pt x="208" y="279"/>
                    </a:lnTo>
                    <a:lnTo>
                      <a:pt x="114" y="292"/>
                    </a:lnTo>
                    <a:lnTo>
                      <a:pt x="35" y="292"/>
                    </a:lnTo>
                    <a:lnTo>
                      <a:pt x="35" y="315"/>
                    </a:lnTo>
                    <a:lnTo>
                      <a:pt x="58" y="341"/>
                    </a:lnTo>
                    <a:lnTo>
                      <a:pt x="114" y="366"/>
                    </a:lnTo>
                    <a:lnTo>
                      <a:pt x="185" y="354"/>
                    </a:lnTo>
                    <a:lnTo>
                      <a:pt x="231" y="385"/>
                    </a:lnTo>
                    <a:lnTo>
                      <a:pt x="226" y="398"/>
                    </a:lnTo>
                    <a:lnTo>
                      <a:pt x="185" y="420"/>
                    </a:lnTo>
                    <a:lnTo>
                      <a:pt x="141" y="426"/>
                    </a:lnTo>
                    <a:lnTo>
                      <a:pt x="220" y="435"/>
                    </a:lnTo>
                    <a:lnTo>
                      <a:pt x="354" y="435"/>
                    </a:lnTo>
                    <a:lnTo>
                      <a:pt x="510" y="414"/>
                    </a:lnTo>
                    <a:lnTo>
                      <a:pt x="611" y="385"/>
                    </a:lnTo>
                    <a:lnTo>
                      <a:pt x="487" y="426"/>
                    </a:lnTo>
                    <a:lnTo>
                      <a:pt x="345" y="456"/>
                    </a:lnTo>
                    <a:lnTo>
                      <a:pt x="244" y="475"/>
                    </a:lnTo>
                    <a:lnTo>
                      <a:pt x="305" y="504"/>
                    </a:lnTo>
                    <a:lnTo>
                      <a:pt x="437" y="523"/>
                    </a:lnTo>
                    <a:lnTo>
                      <a:pt x="543" y="532"/>
                    </a:lnTo>
                    <a:lnTo>
                      <a:pt x="662" y="532"/>
                    </a:lnTo>
                    <a:lnTo>
                      <a:pt x="741" y="511"/>
                    </a:lnTo>
                    <a:lnTo>
                      <a:pt x="625" y="475"/>
                    </a:lnTo>
                    <a:lnTo>
                      <a:pt x="824" y="398"/>
                    </a:lnTo>
                    <a:lnTo>
                      <a:pt x="763" y="370"/>
                    </a:lnTo>
                    <a:lnTo>
                      <a:pt x="875" y="378"/>
                    </a:lnTo>
                    <a:lnTo>
                      <a:pt x="945" y="414"/>
                    </a:lnTo>
                    <a:lnTo>
                      <a:pt x="1029" y="470"/>
                    </a:lnTo>
                    <a:lnTo>
                      <a:pt x="1095" y="511"/>
                    </a:lnTo>
                    <a:lnTo>
                      <a:pt x="1142" y="622"/>
                    </a:lnTo>
                    <a:lnTo>
                      <a:pt x="1204" y="622"/>
                    </a:lnTo>
                    <a:lnTo>
                      <a:pt x="1257" y="609"/>
                    </a:lnTo>
                    <a:lnTo>
                      <a:pt x="1296" y="580"/>
                    </a:lnTo>
                    <a:lnTo>
                      <a:pt x="1331" y="537"/>
                    </a:lnTo>
                    <a:lnTo>
                      <a:pt x="1354" y="511"/>
                    </a:lnTo>
                    <a:lnTo>
                      <a:pt x="1361" y="559"/>
                    </a:lnTo>
                    <a:lnTo>
                      <a:pt x="1347" y="609"/>
                    </a:lnTo>
                    <a:lnTo>
                      <a:pt x="1310" y="651"/>
                    </a:lnTo>
                    <a:lnTo>
                      <a:pt x="1382" y="651"/>
                    </a:lnTo>
                    <a:lnTo>
                      <a:pt x="1446" y="638"/>
                    </a:lnTo>
                    <a:lnTo>
                      <a:pt x="1485" y="651"/>
                    </a:lnTo>
                    <a:lnTo>
                      <a:pt x="1508" y="684"/>
                    </a:lnTo>
                    <a:lnTo>
                      <a:pt x="1523" y="765"/>
                    </a:lnTo>
                    <a:lnTo>
                      <a:pt x="1517" y="936"/>
                    </a:lnTo>
                    <a:lnTo>
                      <a:pt x="1543" y="996"/>
                    </a:lnTo>
                    <a:lnTo>
                      <a:pt x="1580" y="1030"/>
                    </a:lnTo>
                    <a:lnTo>
                      <a:pt x="1591" y="1073"/>
                    </a:lnTo>
                    <a:lnTo>
                      <a:pt x="1559" y="1073"/>
                    </a:lnTo>
                    <a:lnTo>
                      <a:pt x="1469" y="1014"/>
                    </a:lnTo>
                    <a:lnTo>
                      <a:pt x="1354" y="1009"/>
                    </a:lnTo>
                    <a:lnTo>
                      <a:pt x="1287" y="1095"/>
                    </a:lnTo>
                    <a:lnTo>
                      <a:pt x="1268" y="1226"/>
                    </a:lnTo>
                    <a:lnTo>
                      <a:pt x="1340" y="1284"/>
                    </a:lnTo>
                    <a:lnTo>
                      <a:pt x="1319" y="1457"/>
                    </a:lnTo>
                    <a:lnTo>
                      <a:pt x="1361" y="1374"/>
                    </a:lnTo>
                    <a:lnTo>
                      <a:pt x="1460" y="1330"/>
                    </a:lnTo>
                    <a:lnTo>
                      <a:pt x="1422" y="1240"/>
                    </a:lnTo>
                    <a:lnTo>
                      <a:pt x="1340" y="1219"/>
                    </a:lnTo>
                    <a:lnTo>
                      <a:pt x="1409" y="1143"/>
                    </a:lnTo>
                    <a:lnTo>
                      <a:pt x="1508" y="1212"/>
                    </a:lnTo>
                    <a:lnTo>
                      <a:pt x="1479" y="1106"/>
                    </a:lnTo>
                    <a:lnTo>
                      <a:pt x="1517" y="1095"/>
                    </a:lnTo>
                    <a:lnTo>
                      <a:pt x="1422" y="1099"/>
                    </a:lnTo>
                    <a:lnTo>
                      <a:pt x="1303" y="1189"/>
                    </a:lnTo>
                    <a:lnTo>
                      <a:pt x="1319" y="1099"/>
                    </a:lnTo>
                    <a:lnTo>
                      <a:pt x="1367" y="1035"/>
                    </a:lnTo>
                    <a:lnTo>
                      <a:pt x="1460" y="1035"/>
                    </a:lnTo>
                    <a:lnTo>
                      <a:pt x="1559" y="1095"/>
                    </a:lnTo>
                    <a:lnTo>
                      <a:pt x="1564" y="1198"/>
                    </a:lnTo>
                    <a:lnTo>
                      <a:pt x="1543" y="1316"/>
                    </a:lnTo>
                    <a:lnTo>
                      <a:pt x="1469" y="1435"/>
                    </a:lnTo>
                    <a:lnTo>
                      <a:pt x="1446" y="1519"/>
                    </a:lnTo>
                    <a:lnTo>
                      <a:pt x="1361" y="1560"/>
                    </a:lnTo>
                    <a:lnTo>
                      <a:pt x="1296" y="1493"/>
                    </a:lnTo>
                    <a:lnTo>
                      <a:pt x="1220" y="1968"/>
                    </a:lnTo>
                    <a:lnTo>
                      <a:pt x="1163" y="2261"/>
                    </a:lnTo>
                    <a:lnTo>
                      <a:pt x="939" y="2501"/>
                    </a:lnTo>
                    <a:lnTo>
                      <a:pt x="851" y="2635"/>
                    </a:lnTo>
                    <a:lnTo>
                      <a:pt x="958" y="2492"/>
                    </a:lnTo>
                    <a:lnTo>
                      <a:pt x="1257" y="2174"/>
                    </a:lnTo>
                    <a:lnTo>
                      <a:pt x="1446" y="1827"/>
                    </a:lnTo>
                    <a:lnTo>
                      <a:pt x="1430" y="1807"/>
                    </a:lnTo>
                    <a:lnTo>
                      <a:pt x="1382" y="1811"/>
                    </a:lnTo>
                    <a:lnTo>
                      <a:pt x="1384" y="1730"/>
                    </a:lnTo>
                    <a:lnTo>
                      <a:pt x="1494" y="1701"/>
                    </a:lnTo>
                    <a:lnTo>
                      <a:pt x="1494" y="1624"/>
                    </a:lnTo>
                    <a:lnTo>
                      <a:pt x="1591" y="1592"/>
                    </a:lnTo>
                    <a:lnTo>
                      <a:pt x="1619" y="1457"/>
                    </a:lnTo>
                    <a:lnTo>
                      <a:pt x="1658" y="1394"/>
                    </a:lnTo>
                    <a:lnTo>
                      <a:pt x="1580" y="1350"/>
                    </a:lnTo>
                    <a:lnTo>
                      <a:pt x="1573" y="1306"/>
                    </a:lnTo>
                    <a:lnTo>
                      <a:pt x="1591" y="1240"/>
                    </a:lnTo>
                    <a:lnTo>
                      <a:pt x="1591" y="1154"/>
                    </a:lnTo>
                    <a:lnTo>
                      <a:pt x="1580" y="1122"/>
                    </a:lnTo>
                    <a:lnTo>
                      <a:pt x="1642" y="1143"/>
                    </a:lnTo>
                    <a:lnTo>
                      <a:pt x="1619" y="1057"/>
                    </a:lnTo>
                    <a:lnTo>
                      <a:pt x="1564" y="967"/>
                    </a:lnTo>
                    <a:lnTo>
                      <a:pt x="1550" y="897"/>
                    </a:lnTo>
                    <a:lnTo>
                      <a:pt x="1550" y="813"/>
                    </a:lnTo>
                    <a:lnTo>
                      <a:pt x="1543" y="741"/>
                    </a:lnTo>
                    <a:lnTo>
                      <a:pt x="1550" y="700"/>
                    </a:lnTo>
                    <a:lnTo>
                      <a:pt x="1501" y="580"/>
                    </a:lnTo>
                    <a:lnTo>
                      <a:pt x="1418" y="462"/>
                    </a:lnTo>
                    <a:lnTo>
                      <a:pt x="1326" y="389"/>
                    </a:lnTo>
                    <a:lnTo>
                      <a:pt x="1257" y="341"/>
                    </a:lnTo>
                    <a:lnTo>
                      <a:pt x="1227" y="225"/>
                    </a:lnTo>
                    <a:lnTo>
                      <a:pt x="1137" y="147"/>
                    </a:lnTo>
                    <a:lnTo>
                      <a:pt x="1044" y="119"/>
                    </a:lnTo>
                    <a:lnTo>
                      <a:pt x="909" y="40"/>
                    </a:lnTo>
                    <a:lnTo>
                      <a:pt x="747" y="0"/>
                    </a:lnTo>
                    <a:lnTo>
                      <a:pt x="584" y="4"/>
                    </a:lnTo>
                    <a:lnTo>
                      <a:pt x="427" y="36"/>
                    </a:lnTo>
                    <a:lnTo>
                      <a:pt x="298" y="97"/>
                    </a:lnTo>
                    <a:lnTo>
                      <a:pt x="127" y="161"/>
                    </a:lnTo>
                    <a:lnTo>
                      <a:pt x="7" y="1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8" name="Freeform 210">
                <a:extLst>
                  <a:ext uri="{FF2B5EF4-FFF2-40B4-BE49-F238E27FC236}">
                    <a16:creationId xmlns:a16="http://schemas.microsoft.com/office/drawing/2014/main" id="{19100AA2-0676-A743-B620-F67EF6C8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487"/>
                <a:ext cx="56" cy="44"/>
              </a:xfrm>
              <a:custGeom>
                <a:avLst/>
                <a:gdLst>
                  <a:gd name="T0" fmla="*/ 0 w 445"/>
                  <a:gd name="T1" fmla="*/ 0 h 358"/>
                  <a:gd name="T2" fmla="*/ 0 w 445"/>
                  <a:gd name="T3" fmla="*/ 0 h 358"/>
                  <a:gd name="T4" fmla="*/ 0 w 445"/>
                  <a:gd name="T5" fmla="*/ 0 h 358"/>
                  <a:gd name="T6" fmla="*/ 0 w 445"/>
                  <a:gd name="T7" fmla="*/ 0 h 358"/>
                  <a:gd name="T8" fmla="*/ 0 w 445"/>
                  <a:gd name="T9" fmla="*/ 0 h 358"/>
                  <a:gd name="T10" fmla="*/ 0 w 445"/>
                  <a:gd name="T11" fmla="*/ 0 h 358"/>
                  <a:gd name="T12" fmla="*/ 0 w 445"/>
                  <a:gd name="T13" fmla="*/ 0 h 358"/>
                  <a:gd name="T14" fmla="*/ 0 w 445"/>
                  <a:gd name="T15" fmla="*/ 0 h 358"/>
                  <a:gd name="T16" fmla="*/ 0 w 445"/>
                  <a:gd name="T17" fmla="*/ 0 h 358"/>
                  <a:gd name="T18" fmla="*/ 0 w 445"/>
                  <a:gd name="T19" fmla="*/ 0 h 358"/>
                  <a:gd name="T20" fmla="*/ 0 w 445"/>
                  <a:gd name="T21" fmla="*/ 0 h 358"/>
                  <a:gd name="T22" fmla="*/ 0 w 445"/>
                  <a:gd name="T23" fmla="*/ 0 h 358"/>
                  <a:gd name="T24" fmla="*/ 0 w 445"/>
                  <a:gd name="T25" fmla="*/ 0 h 358"/>
                  <a:gd name="T26" fmla="*/ 0 w 445"/>
                  <a:gd name="T27" fmla="*/ 0 h 358"/>
                  <a:gd name="T28" fmla="*/ 0 w 445"/>
                  <a:gd name="T29" fmla="*/ 0 h 358"/>
                  <a:gd name="T30" fmla="*/ 0 w 445"/>
                  <a:gd name="T31" fmla="*/ 0 h 358"/>
                  <a:gd name="T32" fmla="*/ 0 w 445"/>
                  <a:gd name="T33" fmla="*/ 0 h 358"/>
                  <a:gd name="T34" fmla="*/ 0 w 445"/>
                  <a:gd name="T35" fmla="*/ 0 h 358"/>
                  <a:gd name="T36" fmla="*/ 0 w 445"/>
                  <a:gd name="T37" fmla="*/ 0 h 358"/>
                  <a:gd name="T38" fmla="*/ 0 w 445"/>
                  <a:gd name="T39" fmla="*/ 0 h 358"/>
                  <a:gd name="T40" fmla="*/ 0 w 445"/>
                  <a:gd name="T41" fmla="*/ 0 h 358"/>
                  <a:gd name="T42" fmla="*/ 0 w 445"/>
                  <a:gd name="T43" fmla="*/ 0 h 358"/>
                  <a:gd name="T44" fmla="*/ 0 w 445"/>
                  <a:gd name="T45" fmla="*/ 0 h 358"/>
                  <a:gd name="T46" fmla="*/ 0 w 445"/>
                  <a:gd name="T47" fmla="*/ 0 h 358"/>
                  <a:gd name="T48" fmla="*/ 0 w 445"/>
                  <a:gd name="T49" fmla="*/ 0 h 358"/>
                  <a:gd name="T50" fmla="*/ 0 w 445"/>
                  <a:gd name="T51" fmla="*/ 0 h 358"/>
                  <a:gd name="T52" fmla="*/ 0 w 445"/>
                  <a:gd name="T53" fmla="*/ 0 h 35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45"/>
                  <a:gd name="T82" fmla="*/ 0 h 358"/>
                  <a:gd name="T83" fmla="*/ 445 w 445"/>
                  <a:gd name="T84" fmla="*/ 358 h 35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45" h="358">
                    <a:moveTo>
                      <a:pt x="141" y="27"/>
                    </a:moveTo>
                    <a:lnTo>
                      <a:pt x="69" y="48"/>
                    </a:lnTo>
                    <a:lnTo>
                      <a:pt x="0" y="113"/>
                    </a:lnTo>
                    <a:lnTo>
                      <a:pt x="84" y="113"/>
                    </a:lnTo>
                    <a:lnTo>
                      <a:pt x="42" y="209"/>
                    </a:lnTo>
                    <a:lnTo>
                      <a:pt x="93" y="233"/>
                    </a:lnTo>
                    <a:lnTo>
                      <a:pt x="127" y="358"/>
                    </a:lnTo>
                    <a:lnTo>
                      <a:pt x="115" y="222"/>
                    </a:lnTo>
                    <a:lnTo>
                      <a:pt x="163" y="180"/>
                    </a:lnTo>
                    <a:lnTo>
                      <a:pt x="240" y="161"/>
                    </a:lnTo>
                    <a:lnTo>
                      <a:pt x="316" y="161"/>
                    </a:lnTo>
                    <a:lnTo>
                      <a:pt x="385" y="173"/>
                    </a:lnTo>
                    <a:lnTo>
                      <a:pt x="445" y="209"/>
                    </a:lnTo>
                    <a:lnTo>
                      <a:pt x="374" y="161"/>
                    </a:lnTo>
                    <a:lnTo>
                      <a:pt x="268" y="134"/>
                    </a:lnTo>
                    <a:lnTo>
                      <a:pt x="189" y="134"/>
                    </a:lnTo>
                    <a:lnTo>
                      <a:pt x="99" y="161"/>
                    </a:lnTo>
                    <a:lnTo>
                      <a:pt x="106" y="119"/>
                    </a:lnTo>
                    <a:lnTo>
                      <a:pt x="150" y="90"/>
                    </a:lnTo>
                    <a:lnTo>
                      <a:pt x="62" y="90"/>
                    </a:lnTo>
                    <a:lnTo>
                      <a:pt x="99" y="64"/>
                    </a:lnTo>
                    <a:lnTo>
                      <a:pt x="163" y="33"/>
                    </a:lnTo>
                    <a:lnTo>
                      <a:pt x="219" y="42"/>
                    </a:lnTo>
                    <a:lnTo>
                      <a:pt x="316" y="64"/>
                    </a:lnTo>
                    <a:lnTo>
                      <a:pt x="247" y="20"/>
                    </a:lnTo>
                    <a:lnTo>
                      <a:pt x="163" y="0"/>
                    </a:lnTo>
                    <a:lnTo>
                      <a:pt x="1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89" name="Freeform 211">
                <a:extLst>
                  <a:ext uri="{FF2B5EF4-FFF2-40B4-BE49-F238E27FC236}">
                    <a16:creationId xmlns:a16="http://schemas.microsoft.com/office/drawing/2014/main" id="{EA74C52E-2C74-E940-8271-777473876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8"/>
                <a:ext cx="48" cy="38"/>
              </a:xfrm>
              <a:custGeom>
                <a:avLst/>
                <a:gdLst>
                  <a:gd name="T0" fmla="*/ 0 w 387"/>
                  <a:gd name="T1" fmla="*/ 0 h 303"/>
                  <a:gd name="T2" fmla="*/ 0 w 387"/>
                  <a:gd name="T3" fmla="*/ 0 h 303"/>
                  <a:gd name="T4" fmla="*/ 0 w 387"/>
                  <a:gd name="T5" fmla="*/ 0 h 303"/>
                  <a:gd name="T6" fmla="*/ 0 w 387"/>
                  <a:gd name="T7" fmla="*/ 0 h 303"/>
                  <a:gd name="T8" fmla="*/ 0 w 387"/>
                  <a:gd name="T9" fmla="*/ 0 h 303"/>
                  <a:gd name="T10" fmla="*/ 0 w 387"/>
                  <a:gd name="T11" fmla="*/ 0 h 303"/>
                  <a:gd name="T12" fmla="*/ 0 w 387"/>
                  <a:gd name="T13" fmla="*/ 0 h 303"/>
                  <a:gd name="T14" fmla="*/ 0 w 387"/>
                  <a:gd name="T15" fmla="*/ 0 h 303"/>
                  <a:gd name="T16" fmla="*/ 0 w 387"/>
                  <a:gd name="T17" fmla="*/ 0 h 303"/>
                  <a:gd name="T18" fmla="*/ 0 w 387"/>
                  <a:gd name="T19" fmla="*/ 0 h 303"/>
                  <a:gd name="T20" fmla="*/ 0 w 387"/>
                  <a:gd name="T21" fmla="*/ 0 h 303"/>
                  <a:gd name="T22" fmla="*/ 0 w 387"/>
                  <a:gd name="T23" fmla="*/ 0 h 303"/>
                  <a:gd name="T24" fmla="*/ 0 w 387"/>
                  <a:gd name="T25" fmla="*/ 0 h 303"/>
                  <a:gd name="T26" fmla="*/ 0 w 387"/>
                  <a:gd name="T27" fmla="*/ 0 h 303"/>
                  <a:gd name="T28" fmla="*/ 0 w 387"/>
                  <a:gd name="T29" fmla="*/ 0 h 303"/>
                  <a:gd name="T30" fmla="*/ 0 w 387"/>
                  <a:gd name="T31" fmla="*/ 0 h 303"/>
                  <a:gd name="T32" fmla="*/ 0 w 387"/>
                  <a:gd name="T33" fmla="*/ 0 h 303"/>
                  <a:gd name="T34" fmla="*/ 0 w 387"/>
                  <a:gd name="T35" fmla="*/ 0 h 303"/>
                  <a:gd name="T36" fmla="*/ 0 w 387"/>
                  <a:gd name="T37" fmla="*/ 0 h 303"/>
                  <a:gd name="T38" fmla="*/ 0 w 387"/>
                  <a:gd name="T39" fmla="*/ 0 h 303"/>
                  <a:gd name="T40" fmla="*/ 0 w 387"/>
                  <a:gd name="T41" fmla="*/ 0 h 303"/>
                  <a:gd name="T42" fmla="*/ 0 w 387"/>
                  <a:gd name="T43" fmla="*/ 0 h 303"/>
                  <a:gd name="T44" fmla="*/ 0 w 387"/>
                  <a:gd name="T45" fmla="*/ 0 h 303"/>
                  <a:gd name="T46" fmla="*/ 0 w 387"/>
                  <a:gd name="T47" fmla="*/ 0 h 3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87"/>
                  <a:gd name="T73" fmla="*/ 0 h 303"/>
                  <a:gd name="T74" fmla="*/ 387 w 387"/>
                  <a:gd name="T75" fmla="*/ 303 h 30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87" h="303">
                    <a:moveTo>
                      <a:pt x="22" y="18"/>
                    </a:moveTo>
                    <a:lnTo>
                      <a:pt x="115" y="0"/>
                    </a:lnTo>
                    <a:lnTo>
                      <a:pt x="191" y="18"/>
                    </a:lnTo>
                    <a:lnTo>
                      <a:pt x="244" y="53"/>
                    </a:lnTo>
                    <a:lnTo>
                      <a:pt x="281" y="92"/>
                    </a:lnTo>
                    <a:lnTo>
                      <a:pt x="288" y="138"/>
                    </a:lnTo>
                    <a:lnTo>
                      <a:pt x="281" y="156"/>
                    </a:lnTo>
                    <a:lnTo>
                      <a:pt x="255" y="152"/>
                    </a:lnTo>
                    <a:lnTo>
                      <a:pt x="219" y="130"/>
                    </a:lnTo>
                    <a:lnTo>
                      <a:pt x="175" y="92"/>
                    </a:lnTo>
                    <a:lnTo>
                      <a:pt x="127" y="87"/>
                    </a:lnTo>
                    <a:lnTo>
                      <a:pt x="172" y="152"/>
                    </a:lnTo>
                    <a:lnTo>
                      <a:pt x="191" y="207"/>
                    </a:lnTo>
                    <a:lnTo>
                      <a:pt x="182" y="260"/>
                    </a:lnTo>
                    <a:lnTo>
                      <a:pt x="360" y="290"/>
                    </a:lnTo>
                    <a:lnTo>
                      <a:pt x="387" y="303"/>
                    </a:lnTo>
                    <a:lnTo>
                      <a:pt x="147" y="276"/>
                    </a:lnTo>
                    <a:lnTo>
                      <a:pt x="163" y="239"/>
                    </a:lnTo>
                    <a:lnTo>
                      <a:pt x="156" y="191"/>
                    </a:lnTo>
                    <a:lnTo>
                      <a:pt x="121" y="130"/>
                    </a:lnTo>
                    <a:lnTo>
                      <a:pt x="83" y="87"/>
                    </a:lnTo>
                    <a:lnTo>
                      <a:pt x="16" y="53"/>
                    </a:lnTo>
                    <a:lnTo>
                      <a:pt x="0" y="9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0" name="Freeform 212">
                <a:extLst>
                  <a:ext uri="{FF2B5EF4-FFF2-40B4-BE49-F238E27FC236}">
                    <a16:creationId xmlns:a16="http://schemas.microsoft.com/office/drawing/2014/main" id="{37902C4D-4E39-9644-ACBD-FA0D6A54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72"/>
                <a:ext cx="27" cy="40"/>
              </a:xfrm>
              <a:custGeom>
                <a:avLst/>
                <a:gdLst>
                  <a:gd name="T0" fmla="*/ 0 w 214"/>
                  <a:gd name="T1" fmla="*/ 0 h 313"/>
                  <a:gd name="T2" fmla="*/ 0 w 214"/>
                  <a:gd name="T3" fmla="*/ 0 h 313"/>
                  <a:gd name="T4" fmla="*/ 0 w 214"/>
                  <a:gd name="T5" fmla="*/ 0 h 313"/>
                  <a:gd name="T6" fmla="*/ 0 w 214"/>
                  <a:gd name="T7" fmla="*/ 0 h 313"/>
                  <a:gd name="T8" fmla="*/ 0 w 214"/>
                  <a:gd name="T9" fmla="*/ 0 h 313"/>
                  <a:gd name="T10" fmla="*/ 0 w 214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4"/>
                  <a:gd name="T19" fmla="*/ 0 h 313"/>
                  <a:gd name="T20" fmla="*/ 214 w 214"/>
                  <a:gd name="T21" fmla="*/ 313 h 3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4" h="313">
                    <a:moveTo>
                      <a:pt x="89" y="0"/>
                    </a:moveTo>
                    <a:lnTo>
                      <a:pt x="0" y="179"/>
                    </a:lnTo>
                    <a:lnTo>
                      <a:pt x="9" y="313"/>
                    </a:lnTo>
                    <a:lnTo>
                      <a:pt x="214" y="65"/>
                    </a:lnTo>
                    <a:lnTo>
                      <a:pt x="214" y="1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1" name="Freeform 213">
                <a:extLst>
                  <a:ext uri="{FF2B5EF4-FFF2-40B4-BE49-F238E27FC236}">
                    <a16:creationId xmlns:a16="http://schemas.microsoft.com/office/drawing/2014/main" id="{64722023-68F6-1B41-AC06-E1A263280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73"/>
                <a:ext cx="107" cy="80"/>
              </a:xfrm>
              <a:custGeom>
                <a:avLst/>
                <a:gdLst>
                  <a:gd name="T0" fmla="*/ 0 w 857"/>
                  <a:gd name="T1" fmla="*/ 0 h 640"/>
                  <a:gd name="T2" fmla="*/ 0 w 857"/>
                  <a:gd name="T3" fmla="*/ 0 h 640"/>
                  <a:gd name="T4" fmla="*/ 0 w 857"/>
                  <a:gd name="T5" fmla="*/ 0 h 640"/>
                  <a:gd name="T6" fmla="*/ 0 w 857"/>
                  <a:gd name="T7" fmla="*/ 0 h 640"/>
                  <a:gd name="T8" fmla="*/ 0 w 857"/>
                  <a:gd name="T9" fmla="*/ 0 h 640"/>
                  <a:gd name="T10" fmla="*/ 0 w 857"/>
                  <a:gd name="T11" fmla="*/ 0 h 640"/>
                  <a:gd name="T12" fmla="*/ 0 w 857"/>
                  <a:gd name="T13" fmla="*/ 0 h 640"/>
                  <a:gd name="T14" fmla="*/ 0 w 857"/>
                  <a:gd name="T15" fmla="*/ 0 h 640"/>
                  <a:gd name="T16" fmla="*/ 0 w 857"/>
                  <a:gd name="T17" fmla="*/ 0 h 640"/>
                  <a:gd name="T18" fmla="*/ 0 w 857"/>
                  <a:gd name="T19" fmla="*/ 0 h 640"/>
                  <a:gd name="T20" fmla="*/ 0 w 857"/>
                  <a:gd name="T21" fmla="*/ 0 h 640"/>
                  <a:gd name="T22" fmla="*/ 0 w 857"/>
                  <a:gd name="T23" fmla="*/ 0 h 640"/>
                  <a:gd name="T24" fmla="*/ 0 w 857"/>
                  <a:gd name="T25" fmla="*/ 0 h 640"/>
                  <a:gd name="T26" fmla="*/ 0 w 857"/>
                  <a:gd name="T27" fmla="*/ 0 h 640"/>
                  <a:gd name="T28" fmla="*/ 0 w 857"/>
                  <a:gd name="T29" fmla="*/ 0 h 640"/>
                  <a:gd name="T30" fmla="*/ 0 w 857"/>
                  <a:gd name="T31" fmla="*/ 0 h 640"/>
                  <a:gd name="T32" fmla="*/ 0 w 857"/>
                  <a:gd name="T33" fmla="*/ 0 h 640"/>
                  <a:gd name="T34" fmla="*/ 0 w 857"/>
                  <a:gd name="T35" fmla="*/ 0 h 640"/>
                  <a:gd name="T36" fmla="*/ 0 w 857"/>
                  <a:gd name="T37" fmla="*/ 0 h 640"/>
                  <a:gd name="T38" fmla="*/ 0 w 857"/>
                  <a:gd name="T39" fmla="*/ 0 h 640"/>
                  <a:gd name="T40" fmla="*/ 0 w 857"/>
                  <a:gd name="T41" fmla="*/ 0 h 640"/>
                  <a:gd name="T42" fmla="*/ 0 w 857"/>
                  <a:gd name="T43" fmla="*/ 0 h 640"/>
                  <a:gd name="T44" fmla="*/ 0 w 857"/>
                  <a:gd name="T45" fmla="*/ 0 h 640"/>
                  <a:gd name="T46" fmla="*/ 0 w 857"/>
                  <a:gd name="T47" fmla="*/ 0 h 640"/>
                  <a:gd name="T48" fmla="*/ 0 w 857"/>
                  <a:gd name="T49" fmla="*/ 0 h 640"/>
                  <a:gd name="T50" fmla="*/ 0 w 857"/>
                  <a:gd name="T51" fmla="*/ 0 h 640"/>
                  <a:gd name="T52" fmla="*/ 0 w 857"/>
                  <a:gd name="T53" fmla="*/ 0 h 640"/>
                  <a:gd name="T54" fmla="*/ 0 w 857"/>
                  <a:gd name="T55" fmla="*/ 0 h 6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7"/>
                  <a:gd name="T85" fmla="*/ 0 h 640"/>
                  <a:gd name="T86" fmla="*/ 857 w 857"/>
                  <a:gd name="T87" fmla="*/ 640 h 64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7" h="640">
                    <a:moveTo>
                      <a:pt x="857" y="0"/>
                    </a:moveTo>
                    <a:lnTo>
                      <a:pt x="749" y="53"/>
                    </a:lnTo>
                    <a:lnTo>
                      <a:pt x="648" y="198"/>
                    </a:lnTo>
                    <a:lnTo>
                      <a:pt x="514" y="187"/>
                    </a:lnTo>
                    <a:lnTo>
                      <a:pt x="470" y="260"/>
                    </a:lnTo>
                    <a:lnTo>
                      <a:pt x="415" y="297"/>
                    </a:lnTo>
                    <a:lnTo>
                      <a:pt x="276" y="288"/>
                    </a:lnTo>
                    <a:lnTo>
                      <a:pt x="186" y="321"/>
                    </a:lnTo>
                    <a:lnTo>
                      <a:pt x="118" y="345"/>
                    </a:lnTo>
                    <a:lnTo>
                      <a:pt x="48" y="345"/>
                    </a:lnTo>
                    <a:lnTo>
                      <a:pt x="0" y="317"/>
                    </a:lnTo>
                    <a:lnTo>
                      <a:pt x="48" y="359"/>
                    </a:lnTo>
                    <a:lnTo>
                      <a:pt x="105" y="366"/>
                    </a:lnTo>
                    <a:lnTo>
                      <a:pt x="223" y="366"/>
                    </a:lnTo>
                    <a:lnTo>
                      <a:pt x="294" y="391"/>
                    </a:lnTo>
                    <a:lnTo>
                      <a:pt x="382" y="514"/>
                    </a:lnTo>
                    <a:lnTo>
                      <a:pt x="507" y="611"/>
                    </a:lnTo>
                    <a:lnTo>
                      <a:pt x="527" y="640"/>
                    </a:lnTo>
                    <a:lnTo>
                      <a:pt x="564" y="615"/>
                    </a:lnTo>
                    <a:lnTo>
                      <a:pt x="555" y="550"/>
                    </a:lnTo>
                    <a:lnTo>
                      <a:pt x="544" y="461"/>
                    </a:lnTo>
                    <a:lnTo>
                      <a:pt x="555" y="380"/>
                    </a:lnTo>
                    <a:lnTo>
                      <a:pt x="569" y="327"/>
                    </a:lnTo>
                    <a:lnTo>
                      <a:pt x="630" y="267"/>
                    </a:lnTo>
                    <a:lnTo>
                      <a:pt x="685" y="226"/>
                    </a:lnTo>
                    <a:lnTo>
                      <a:pt x="738" y="132"/>
                    </a:lnTo>
                    <a:lnTo>
                      <a:pt x="800" y="57"/>
                    </a:ln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2" name="Freeform 214">
                <a:extLst>
                  <a:ext uri="{FF2B5EF4-FFF2-40B4-BE49-F238E27FC236}">
                    <a16:creationId xmlns:a16="http://schemas.microsoft.com/office/drawing/2014/main" id="{1ED3E176-B230-1F4C-B3C2-EE3FFE7F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25"/>
                <a:ext cx="9" cy="43"/>
              </a:xfrm>
              <a:custGeom>
                <a:avLst/>
                <a:gdLst>
                  <a:gd name="T0" fmla="*/ 0 w 72"/>
                  <a:gd name="T1" fmla="*/ 0 h 339"/>
                  <a:gd name="T2" fmla="*/ 0 w 72"/>
                  <a:gd name="T3" fmla="*/ 0 h 339"/>
                  <a:gd name="T4" fmla="*/ 0 w 72"/>
                  <a:gd name="T5" fmla="*/ 0 h 339"/>
                  <a:gd name="T6" fmla="*/ 0 w 72"/>
                  <a:gd name="T7" fmla="*/ 0 h 3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339"/>
                  <a:gd name="T14" fmla="*/ 72 w 72"/>
                  <a:gd name="T15" fmla="*/ 339 h 3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339">
                    <a:moveTo>
                      <a:pt x="56" y="0"/>
                    </a:moveTo>
                    <a:lnTo>
                      <a:pt x="0" y="339"/>
                    </a:lnTo>
                    <a:lnTo>
                      <a:pt x="72" y="11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3" name="Freeform 215">
                <a:extLst>
                  <a:ext uri="{FF2B5EF4-FFF2-40B4-BE49-F238E27FC236}">
                    <a16:creationId xmlns:a16="http://schemas.microsoft.com/office/drawing/2014/main" id="{3E23A37E-5869-DD42-8C19-F961E7B25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527"/>
                <a:ext cx="94" cy="23"/>
              </a:xfrm>
              <a:custGeom>
                <a:avLst/>
                <a:gdLst>
                  <a:gd name="T0" fmla="*/ 0 w 747"/>
                  <a:gd name="T1" fmla="*/ 0 h 189"/>
                  <a:gd name="T2" fmla="*/ 0 w 747"/>
                  <a:gd name="T3" fmla="*/ 0 h 189"/>
                  <a:gd name="T4" fmla="*/ 0 w 747"/>
                  <a:gd name="T5" fmla="*/ 0 h 189"/>
                  <a:gd name="T6" fmla="*/ 0 w 747"/>
                  <a:gd name="T7" fmla="*/ 0 h 189"/>
                  <a:gd name="T8" fmla="*/ 0 w 747"/>
                  <a:gd name="T9" fmla="*/ 0 h 189"/>
                  <a:gd name="T10" fmla="*/ 0 w 747"/>
                  <a:gd name="T11" fmla="*/ 0 h 189"/>
                  <a:gd name="T12" fmla="*/ 0 w 747"/>
                  <a:gd name="T13" fmla="*/ 0 h 189"/>
                  <a:gd name="T14" fmla="*/ 0 w 747"/>
                  <a:gd name="T15" fmla="*/ 0 h 189"/>
                  <a:gd name="T16" fmla="*/ 0 w 747"/>
                  <a:gd name="T17" fmla="*/ 0 h 189"/>
                  <a:gd name="T18" fmla="*/ 0 w 747"/>
                  <a:gd name="T19" fmla="*/ 0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47"/>
                  <a:gd name="T31" fmla="*/ 0 h 189"/>
                  <a:gd name="T32" fmla="*/ 747 w 747"/>
                  <a:gd name="T33" fmla="*/ 189 h 1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47" h="189">
                    <a:moveTo>
                      <a:pt x="0" y="189"/>
                    </a:moveTo>
                    <a:lnTo>
                      <a:pt x="38" y="145"/>
                    </a:lnTo>
                    <a:lnTo>
                      <a:pt x="95" y="117"/>
                    </a:lnTo>
                    <a:lnTo>
                      <a:pt x="189" y="97"/>
                    </a:lnTo>
                    <a:lnTo>
                      <a:pt x="341" y="78"/>
                    </a:lnTo>
                    <a:lnTo>
                      <a:pt x="460" y="39"/>
                    </a:lnTo>
                    <a:lnTo>
                      <a:pt x="581" y="0"/>
                    </a:lnTo>
                    <a:lnTo>
                      <a:pt x="664" y="0"/>
                    </a:lnTo>
                    <a:lnTo>
                      <a:pt x="715" y="29"/>
                    </a:lnTo>
                    <a:lnTo>
                      <a:pt x="747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4" name="Freeform 216">
                <a:extLst>
                  <a:ext uri="{FF2B5EF4-FFF2-40B4-BE49-F238E27FC236}">
                    <a16:creationId xmlns:a16="http://schemas.microsoft.com/office/drawing/2014/main" id="{67799C76-4F08-9046-BE42-E227C3E23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9"/>
                <a:ext cx="70" cy="14"/>
              </a:xfrm>
              <a:custGeom>
                <a:avLst/>
                <a:gdLst>
                  <a:gd name="T0" fmla="*/ 0 w 563"/>
                  <a:gd name="T1" fmla="*/ 0 h 118"/>
                  <a:gd name="T2" fmla="*/ 0 w 563"/>
                  <a:gd name="T3" fmla="*/ 0 h 118"/>
                  <a:gd name="T4" fmla="*/ 0 w 563"/>
                  <a:gd name="T5" fmla="*/ 0 h 118"/>
                  <a:gd name="T6" fmla="*/ 0 w 563"/>
                  <a:gd name="T7" fmla="*/ 0 h 118"/>
                  <a:gd name="T8" fmla="*/ 0 w 563"/>
                  <a:gd name="T9" fmla="*/ 0 h 118"/>
                  <a:gd name="T10" fmla="*/ 0 w 563"/>
                  <a:gd name="T11" fmla="*/ 0 h 118"/>
                  <a:gd name="T12" fmla="*/ 0 w 56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118"/>
                  <a:gd name="T23" fmla="*/ 563 w 56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118">
                    <a:moveTo>
                      <a:pt x="0" y="118"/>
                    </a:moveTo>
                    <a:lnTo>
                      <a:pt x="134" y="94"/>
                    </a:lnTo>
                    <a:lnTo>
                      <a:pt x="266" y="41"/>
                    </a:lnTo>
                    <a:lnTo>
                      <a:pt x="362" y="4"/>
                    </a:lnTo>
                    <a:lnTo>
                      <a:pt x="436" y="0"/>
                    </a:lnTo>
                    <a:lnTo>
                      <a:pt x="496" y="17"/>
                    </a:lnTo>
                    <a:lnTo>
                      <a:pt x="56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5" name="Freeform 217">
                <a:extLst>
                  <a:ext uri="{FF2B5EF4-FFF2-40B4-BE49-F238E27FC236}">
                    <a16:creationId xmlns:a16="http://schemas.microsoft.com/office/drawing/2014/main" id="{57EB7B8E-4B57-B140-9AB1-DC8A2B55F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12"/>
                <a:ext cx="35" cy="7"/>
              </a:xfrm>
              <a:custGeom>
                <a:avLst/>
                <a:gdLst>
                  <a:gd name="T0" fmla="*/ 0 w 279"/>
                  <a:gd name="T1" fmla="*/ 0 h 62"/>
                  <a:gd name="T2" fmla="*/ 0 w 279"/>
                  <a:gd name="T3" fmla="*/ 0 h 62"/>
                  <a:gd name="T4" fmla="*/ 0 w 279"/>
                  <a:gd name="T5" fmla="*/ 0 h 62"/>
                  <a:gd name="T6" fmla="*/ 0 w 27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9"/>
                  <a:gd name="T13" fmla="*/ 0 h 62"/>
                  <a:gd name="T14" fmla="*/ 279 w 279"/>
                  <a:gd name="T15" fmla="*/ 62 h 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9" h="62">
                    <a:moveTo>
                      <a:pt x="0" y="62"/>
                    </a:moveTo>
                    <a:lnTo>
                      <a:pt x="161" y="7"/>
                    </a:lnTo>
                    <a:lnTo>
                      <a:pt x="223" y="0"/>
                    </a:lnTo>
                    <a:lnTo>
                      <a:pt x="279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6" name="Freeform 218">
                <a:extLst>
                  <a:ext uri="{FF2B5EF4-FFF2-40B4-BE49-F238E27FC236}">
                    <a16:creationId xmlns:a16="http://schemas.microsoft.com/office/drawing/2014/main" id="{76AB2EAF-3D22-B144-9C17-2A829C13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556"/>
                <a:ext cx="13" cy="16"/>
              </a:xfrm>
              <a:custGeom>
                <a:avLst/>
                <a:gdLst>
                  <a:gd name="T0" fmla="*/ 0 w 105"/>
                  <a:gd name="T1" fmla="*/ 0 h 128"/>
                  <a:gd name="T2" fmla="*/ 0 w 105"/>
                  <a:gd name="T3" fmla="*/ 0 h 128"/>
                  <a:gd name="T4" fmla="*/ 0 w 105"/>
                  <a:gd name="T5" fmla="*/ 0 h 128"/>
                  <a:gd name="T6" fmla="*/ 0 w 105"/>
                  <a:gd name="T7" fmla="*/ 0 h 128"/>
                  <a:gd name="T8" fmla="*/ 0 w 105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128"/>
                  <a:gd name="T17" fmla="*/ 105 w 10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128">
                    <a:moveTo>
                      <a:pt x="0" y="0"/>
                    </a:moveTo>
                    <a:lnTo>
                      <a:pt x="0" y="101"/>
                    </a:lnTo>
                    <a:lnTo>
                      <a:pt x="52" y="128"/>
                    </a:lnTo>
                    <a:lnTo>
                      <a:pt x="105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7" name="Freeform 219">
                <a:extLst>
                  <a:ext uri="{FF2B5EF4-FFF2-40B4-BE49-F238E27FC236}">
                    <a16:creationId xmlns:a16="http://schemas.microsoft.com/office/drawing/2014/main" id="{BF3E485F-B3A3-1241-88FF-792484D0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58"/>
                <a:ext cx="266" cy="472"/>
              </a:xfrm>
              <a:custGeom>
                <a:avLst/>
                <a:gdLst>
                  <a:gd name="T0" fmla="*/ 0 w 2124"/>
                  <a:gd name="T1" fmla="*/ 0 h 3774"/>
                  <a:gd name="T2" fmla="*/ 0 w 2124"/>
                  <a:gd name="T3" fmla="*/ 0 h 3774"/>
                  <a:gd name="T4" fmla="*/ 0 w 2124"/>
                  <a:gd name="T5" fmla="*/ 0 h 3774"/>
                  <a:gd name="T6" fmla="*/ 0 w 2124"/>
                  <a:gd name="T7" fmla="*/ 0 h 3774"/>
                  <a:gd name="T8" fmla="*/ 0 w 2124"/>
                  <a:gd name="T9" fmla="*/ 0 h 3774"/>
                  <a:gd name="T10" fmla="*/ 0 w 2124"/>
                  <a:gd name="T11" fmla="*/ 0 h 3774"/>
                  <a:gd name="T12" fmla="*/ 0 w 2124"/>
                  <a:gd name="T13" fmla="*/ 0 h 3774"/>
                  <a:gd name="T14" fmla="*/ 0 w 2124"/>
                  <a:gd name="T15" fmla="*/ 0 h 3774"/>
                  <a:gd name="T16" fmla="*/ 0 w 2124"/>
                  <a:gd name="T17" fmla="*/ 0 h 3774"/>
                  <a:gd name="T18" fmla="*/ 0 w 2124"/>
                  <a:gd name="T19" fmla="*/ 0 h 3774"/>
                  <a:gd name="T20" fmla="*/ 0 w 2124"/>
                  <a:gd name="T21" fmla="*/ 0 h 3774"/>
                  <a:gd name="T22" fmla="*/ 0 w 2124"/>
                  <a:gd name="T23" fmla="*/ 0 h 3774"/>
                  <a:gd name="T24" fmla="*/ 0 w 2124"/>
                  <a:gd name="T25" fmla="*/ 0 h 3774"/>
                  <a:gd name="T26" fmla="*/ 0 w 2124"/>
                  <a:gd name="T27" fmla="*/ 0 h 3774"/>
                  <a:gd name="T28" fmla="*/ 0 w 2124"/>
                  <a:gd name="T29" fmla="*/ 0 h 3774"/>
                  <a:gd name="T30" fmla="*/ 0 w 2124"/>
                  <a:gd name="T31" fmla="*/ 0 h 3774"/>
                  <a:gd name="T32" fmla="*/ 0 w 2124"/>
                  <a:gd name="T33" fmla="*/ 0 h 3774"/>
                  <a:gd name="T34" fmla="*/ 0 w 2124"/>
                  <a:gd name="T35" fmla="*/ 0 h 3774"/>
                  <a:gd name="T36" fmla="*/ 0 w 2124"/>
                  <a:gd name="T37" fmla="*/ 0 h 3774"/>
                  <a:gd name="T38" fmla="*/ 0 w 2124"/>
                  <a:gd name="T39" fmla="*/ 0 h 3774"/>
                  <a:gd name="T40" fmla="*/ 0 w 2124"/>
                  <a:gd name="T41" fmla="*/ 0 h 3774"/>
                  <a:gd name="T42" fmla="*/ 0 w 2124"/>
                  <a:gd name="T43" fmla="*/ 0 h 3774"/>
                  <a:gd name="T44" fmla="*/ 0 w 2124"/>
                  <a:gd name="T45" fmla="*/ 0 h 3774"/>
                  <a:gd name="T46" fmla="*/ 0 w 2124"/>
                  <a:gd name="T47" fmla="*/ 0 h 3774"/>
                  <a:gd name="T48" fmla="*/ 0 w 2124"/>
                  <a:gd name="T49" fmla="*/ 0 h 3774"/>
                  <a:gd name="T50" fmla="*/ 0 w 2124"/>
                  <a:gd name="T51" fmla="*/ 0 h 3774"/>
                  <a:gd name="T52" fmla="*/ 0 w 2124"/>
                  <a:gd name="T53" fmla="*/ 0 h 3774"/>
                  <a:gd name="T54" fmla="*/ 0 w 2124"/>
                  <a:gd name="T55" fmla="*/ 0 h 3774"/>
                  <a:gd name="T56" fmla="*/ 0 w 2124"/>
                  <a:gd name="T57" fmla="*/ 0 h 3774"/>
                  <a:gd name="T58" fmla="*/ 0 w 2124"/>
                  <a:gd name="T59" fmla="*/ 0 h 377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124"/>
                  <a:gd name="T91" fmla="*/ 0 h 3774"/>
                  <a:gd name="T92" fmla="*/ 2124 w 2124"/>
                  <a:gd name="T93" fmla="*/ 3774 h 377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124" h="3774">
                    <a:moveTo>
                      <a:pt x="1483" y="509"/>
                    </a:moveTo>
                    <a:lnTo>
                      <a:pt x="1612" y="966"/>
                    </a:lnTo>
                    <a:lnTo>
                      <a:pt x="1929" y="1474"/>
                    </a:lnTo>
                    <a:lnTo>
                      <a:pt x="1810" y="2116"/>
                    </a:lnTo>
                    <a:lnTo>
                      <a:pt x="2124" y="3119"/>
                    </a:lnTo>
                    <a:lnTo>
                      <a:pt x="2124" y="3774"/>
                    </a:lnTo>
                    <a:lnTo>
                      <a:pt x="916" y="3766"/>
                    </a:lnTo>
                    <a:lnTo>
                      <a:pt x="0" y="3302"/>
                    </a:lnTo>
                    <a:lnTo>
                      <a:pt x="499" y="2990"/>
                    </a:lnTo>
                    <a:lnTo>
                      <a:pt x="510" y="2782"/>
                    </a:lnTo>
                    <a:lnTo>
                      <a:pt x="589" y="2443"/>
                    </a:lnTo>
                    <a:lnTo>
                      <a:pt x="589" y="2755"/>
                    </a:lnTo>
                    <a:lnTo>
                      <a:pt x="932" y="2375"/>
                    </a:lnTo>
                    <a:lnTo>
                      <a:pt x="995" y="2285"/>
                    </a:lnTo>
                    <a:lnTo>
                      <a:pt x="1024" y="2116"/>
                    </a:lnTo>
                    <a:lnTo>
                      <a:pt x="1063" y="1931"/>
                    </a:lnTo>
                    <a:lnTo>
                      <a:pt x="1301" y="1946"/>
                    </a:lnTo>
                    <a:lnTo>
                      <a:pt x="1377" y="1812"/>
                    </a:lnTo>
                    <a:lnTo>
                      <a:pt x="1206" y="1501"/>
                    </a:lnTo>
                    <a:lnTo>
                      <a:pt x="1377" y="1501"/>
                    </a:lnTo>
                    <a:lnTo>
                      <a:pt x="1377" y="1434"/>
                    </a:lnTo>
                    <a:lnTo>
                      <a:pt x="1232" y="1265"/>
                    </a:lnTo>
                    <a:lnTo>
                      <a:pt x="1246" y="1148"/>
                    </a:lnTo>
                    <a:lnTo>
                      <a:pt x="1457" y="966"/>
                    </a:lnTo>
                    <a:lnTo>
                      <a:pt x="1470" y="717"/>
                    </a:lnTo>
                    <a:lnTo>
                      <a:pt x="1351" y="496"/>
                    </a:lnTo>
                    <a:lnTo>
                      <a:pt x="1324" y="258"/>
                    </a:lnTo>
                    <a:lnTo>
                      <a:pt x="1206" y="0"/>
                    </a:lnTo>
                    <a:lnTo>
                      <a:pt x="1419" y="351"/>
                    </a:lnTo>
                    <a:lnTo>
                      <a:pt x="1483" y="5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8" name="Freeform 220">
                <a:extLst>
                  <a:ext uri="{FF2B5EF4-FFF2-40B4-BE49-F238E27FC236}">
                    <a16:creationId xmlns:a16="http://schemas.microsoft.com/office/drawing/2014/main" id="{B87A5A77-4B9B-BB4F-A305-809F0171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641"/>
                <a:ext cx="92" cy="109"/>
              </a:xfrm>
              <a:custGeom>
                <a:avLst/>
                <a:gdLst>
                  <a:gd name="T0" fmla="*/ 0 w 734"/>
                  <a:gd name="T1" fmla="*/ 0 h 874"/>
                  <a:gd name="T2" fmla="*/ 0 w 734"/>
                  <a:gd name="T3" fmla="*/ 0 h 874"/>
                  <a:gd name="T4" fmla="*/ 0 w 734"/>
                  <a:gd name="T5" fmla="*/ 0 h 874"/>
                  <a:gd name="T6" fmla="*/ 0 w 734"/>
                  <a:gd name="T7" fmla="*/ 0 h 874"/>
                  <a:gd name="T8" fmla="*/ 0 w 734"/>
                  <a:gd name="T9" fmla="*/ 0 h 874"/>
                  <a:gd name="T10" fmla="*/ 0 w 734"/>
                  <a:gd name="T11" fmla="*/ 0 h 874"/>
                  <a:gd name="T12" fmla="*/ 0 w 734"/>
                  <a:gd name="T13" fmla="*/ 0 h 874"/>
                  <a:gd name="T14" fmla="*/ 0 w 734"/>
                  <a:gd name="T15" fmla="*/ 0 h 874"/>
                  <a:gd name="T16" fmla="*/ 0 w 734"/>
                  <a:gd name="T17" fmla="*/ 0 h 874"/>
                  <a:gd name="T18" fmla="*/ 0 w 734"/>
                  <a:gd name="T19" fmla="*/ 0 h 874"/>
                  <a:gd name="T20" fmla="*/ 0 w 734"/>
                  <a:gd name="T21" fmla="*/ 0 h 874"/>
                  <a:gd name="T22" fmla="*/ 0 w 734"/>
                  <a:gd name="T23" fmla="*/ 0 h 874"/>
                  <a:gd name="T24" fmla="*/ 0 w 734"/>
                  <a:gd name="T25" fmla="*/ 0 h 874"/>
                  <a:gd name="T26" fmla="*/ 0 w 734"/>
                  <a:gd name="T27" fmla="*/ 0 h 874"/>
                  <a:gd name="T28" fmla="*/ 0 w 734"/>
                  <a:gd name="T29" fmla="*/ 0 h 874"/>
                  <a:gd name="T30" fmla="*/ 0 w 734"/>
                  <a:gd name="T31" fmla="*/ 0 h 874"/>
                  <a:gd name="T32" fmla="*/ 0 w 734"/>
                  <a:gd name="T33" fmla="*/ 0 h 874"/>
                  <a:gd name="T34" fmla="*/ 0 w 734"/>
                  <a:gd name="T35" fmla="*/ 0 h 874"/>
                  <a:gd name="T36" fmla="*/ 0 w 734"/>
                  <a:gd name="T37" fmla="*/ 0 h 874"/>
                  <a:gd name="T38" fmla="*/ 0 w 734"/>
                  <a:gd name="T39" fmla="*/ 0 h 874"/>
                  <a:gd name="T40" fmla="*/ 0 w 734"/>
                  <a:gd name="T41" fmla="*/ 0 h 874"/>
                  <a:gd name="T42" fmla="*/ 0 w 734"/>
                  <a:gd name="T43" fmla="*/ 0 h 874"/>
                  <a:gd name="T44" fmla="*/ 0 w 734"/>
                  <a:gd name="T45" fmla="*/ 0 h 8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34"/>
                  <a:gd name="T70" fmla="*/ 0 h 874"/>
                  <a:gd name="T71" fmla="*/ 734 w 734"/>
                  <a:gd name="T72" fmla="*/ 874 h 87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34" h="874">
                    <a:moveTo>
                      <a:pt x="38" y="65"/>
                    </a:moveTo>
                    <a:lnTo>
                      <a:pt x="156" y="301"/>
                    </a:lnTo>
                    <a:lnTo>
                      <a:pt x="0" y="874"/>
                    </a:lnTo>
                    <a:lnTo>
                      <a:pt x="220" y="222"/>
                    </a:lnTo>
                    <a:lnTo>
                      <a:pt x="220" y="158"/>
                    </a:lnTo>
                    <a:lnTo>
                      <a:pt x="195" y="106"/>
                    </a:lnTo>
                    <a:lnTo>
                      <a:pt x="328" y="158"/>
                    </a:lnTo>
                    <a:lnTo>
                      <a:pt x="420" y="250"/>
                    </a:lnTo>
                    <a:lnTo>
                      <a:pt x="446" y="367"/>
                    </a:lnTo>
                    <a:lnTo>
                      <a:pt x="378" y="547"/>
                    </a:lnTo>
                    <a:lnTo>
                      <a:pt x="486" y="404"/>
                    </a:lnTo>
                    <a:lnTo>
                      <a:pt x="576" y="433"/>
                    </a:lnTo>
                    <a:lnTo>
                      <a:pt x="290" y="874"/>
                    </a:lnTo>
                    <a:lnTo>
                      <a:pt x="734" y="378"/>
                    </a:lnTo>
                    <a:lnTo>
                      <a:pt x="681" y="325"/>
                    </a:lnTo>
                    <a:lnTo>
                      <a:pt x="617" y="367"/>
                    </a:lnTo>
                    <a:lnTo>
                      <a:pt x="499" y="339"/>
                    </a:lnTo>
                    <a:lnTo>
                      <a:pt x="472" y="235"/>
                    </a:lnTo>
                    <a:lnTo>
                      <a:pt x="393" y="158"/>
                    </a:lnTo>
                    <a:lnTo>
                      <a:pt x="248" y="79"/>
                    </a:lnTo>
                    <a:lnTo>
                      <a:pt x="156" y="79"/>
                    </a:lnTo>
                    <a:lnTo>
                      <a:pt x="0" y="0"/>
                    </a:lnTo>
                    <a:lnTo>
                      <a:pt x="38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699" name="Freeform 221">
                <a:extLst>
                  <a:ext uri="{FF2B5EF4-FFF2-40B4-BE49-F238E27FC236}">
                    <a16:creationId xmlns:a16="http://schemas.microsoft.com/office/drawing/2014/main" id="{423A4141-396C-AE40-B6D6-7F921866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693"/>
                <a:ext cx="80" cy="62"/>
              </a:xfrm>
              <a:custGeom>
                <a:avLst/>
                <a:gdLst>
                  <a:gd name="T0" fmla="*/ 0 w 643"/>
                  <a:gd name="T1" fmla="*/ 0 h 496"/>
                  <a:gd name="T2" fmla="*/ 0 w 643"/>
                  <a:gd name="T3" fmla="*/ 0 h 496"/>
                  <a:gd name="T4" fmla="*/ 0 w 643"/>
                  <a:gd name="T5" fmla="*/ 0 h 496"/>
                  <a:gd name="T6" fmla="*/ 0 w 643"/>
                  <a:gd name="T7" fmla="*/ 0 h 496"/>
                  <a:gd name="T8" fmla="*/ 0 w 643"/>
                  <a:gd name="T9" fmla="*/ 0 h 496"/>
                  <a:gd name="T10" fmla="*/ 0 w 643"/>
                  <a:gd name="T11" fmla="*/ 0 h 496"/>
                  <a:gd name="T12" fmla="*/ 0 w 643"/>
                  <a:gd name="T13" fmla="*/ 0 h 4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3"/>
                  <a:gd name="T22" fmla="*/ 0 h 496"/>
                  <a:gd name="T23" fmla="*/ 643 w 643"/>
                  <a:gd name="T24" fmla="*/ 496 h 4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3" h="496">
                    <a:moveTo>
                      <a:pt x="0" y="0"/>
                    </a:moveTo>
                    <a:lnTo>
                      <a:pt x="198" y="94"/>
                    </a:lnTo>
                    <a:lnTo>
                      <a:pt x="420" y="168"/>
                    </a:lnTo>
                    <a:lnTo>
                      <a:pt x="643" y="496"/>
                    </a:lnTo>
                    <a:lnTo>
                      <a:pt x="500" y="442"/>
                    </a:lnTo>
                    <a:lnTo>
                      <a:pt x="408" y="2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3700" name="Freeform 222">
                <a:extLst>
                  <a:ext uri="{FF2B5EF4-FFF2-40B4-BE49-F238E27FC236}">
                    <a16:creationId xmlns:a16="http://schemas.microsoft.com/office/drawing/2014/main" id="{A8770CA3-4DAD-F743-8EEB-131245D9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57"/>
                <a:ext cx="83" cy="305"/>
              </a:xfrm>
              <a:custGeom>
                <a:avLst/>
                <a:gdLst>
                  <a:gd name="T0" fmla="*/ 0 w 667"/>
                  <a:gd name="T1" fmla="*/ 0 h 2442"/>
                  <a:gd name="T2" fmla="*/ 0 w 667"/>
                  <a:gd name="T3" fmla="*/ 0 h 2442"/>
                  <a:gd name="T4" fmla="*/ 0 w 667"/>
                  <a:gd name="T5" fmla="*/ 0 h 2442"/>
                  <a:gd name="T6" fmla="*/ 0 w 667"/>
                  <a:gd name="T7" fmla="*/ 0 h 2442"/>
                  <a:gd name="T8" fmla="*/ 0 w 667"/>
                  <a:gd name="T9" fmla="*/ 0 h 2442"/>
                  <a:gd name="T10" fmla="*/ 0 w 667"/>
                  <a:gd name="T11" fmla="*/ 0 h 2442"/>
                  <a:gd name="T12" fmla="*/ 0 w 667"/>
                  <a:gd name="T13" fmla="*/ 0 h 2442"/>
                  <a:gd name="T14" fmla="*/ 0 w 667"/>
                  <a:gd name="T15" fmla="*/ 0 h 2442"/>
                  <a:gd name="T16" fmla="*/ 0 w 667"/>
                  <a:gd name="T17" fmla="*/ 0 h 2442"/>
                  <a:gd name="T18" fmla="*/ 0 w 667"/>
                  <a:gd name="T19" fmla="*/ 0 h 2442"/>
                  <a:gd name="T20" fmla="*/ 0 w 667"/>
                  <a:gd name="T21" fmla="*/ 0 h 2442"/>
                  <a:gd name="T22" fmla="*/ 0 w 667"/>
                  <a:gd name="T23" fmla="*/ 0 h 2442"/>
                  <a:gd name="T24" fmla="*/ 0 w 667"/>
                  <a:gd name="T25" fmla="*/ 0 h 2442"/>
                  <a:gd name="T26" fmla="*/ 0 w 667"/>
                  <a:gd name="T27" fmla="*/ 0 h 2442"/>
                  <a:gd name="T28" fmla="*/ 0 w 667"/>
                  <a:gd name="T29" fmla="*/ 0 h 2442"/>
                  <a:gd name="T30" fmla="*/ 0 w 667"/>
                  <a:gd name="T31" fmla="*/ 0 h 2442"/>
                  <a:gd name="T32" fmla="*/ 0 w 667"/>
                  <a:gd name="T33" fmla="*/ 0 h 2442"/>
                  <a:gd name="T34" fmla="*/ 0 w 667"/>
                  <a:gd name="T35" fmla="*/ 0 h 2442"/>
                  <a:gd name="T36" fmla="*/ 0 w 667"/>
                  <a:gd name="T37" fmla="*/ 0 h 2442"/>
                  <a:gd name="T38" fmla="*/ 0 w 667"/>
                  <a:gd name="T39" fmla="*/ 0 h 2442"/>
                  <a:gd name="T40" fmla="*/ 0 w 667"/>
                  <a:gd name="T41" fmla="*/ 0 h 2442"/>
                  <a:gd name="T42" fmla="*/ 0 w 667"/>
                  <a:gd name="T43" fmla="*/ 0 h 2442"/>
                  <a:gd name="T44" fmla="*/ 0 w 667"/>
                  <a:gd name="T45" fmla="*/ 0 h 2442"/>
                  <a:gd name="T46" fmla="*/ 0 w 667"/>
                  <a:gd name="T47" fmla="*/ 0 h 2442"/>
                  <a:gd name="T48" fmla="*/ 0 w 667"/>
                  <a:gd name="T49" fmla="*/ 0 h 2442"/>
                  <a:gd name="T50" fmla="*/ 0 w 667"/>
                  <a:gd name="T51" fmla="*/ 0 h 2442"/>
                  <a:gd name="T52" fmla="*/ 0 w 667"/>
                  <a:gd name="T53" fmla="*/ 0 h 2442"/>
                  <a:gd name="T54" fmla="*/ 0 w 667"/>
                  <a:gd name="T55" fmla="*/ 0 h 2442"/>
                  <a:gd name="T56" fmla="*/ 0 w 667"/>
                  <a:gd name="T57" fmla="*/ 0 h 2442"/>
                  <a:gd name="T58" fmla="*/ 0 w 667"/>
                  <a:gd name="T59" fmla="*/ 0 h 24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67"/>
                  <a:gd name="T91" fmla="*/ 0 h 2442"/>
                  <a:gd name="T92" fmla="*/ 667 w 667"/>
                  <a:gd name="T93" fmla="*/ 2442 h 244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67" h="2442">
                    <a:moveTo>
                      <a:pt x="208" y="0"/>
                    </a:moveTo>
                    <a:lnTo>
                      <a:pt x="208" y="88"/>
                    </a:lnTo>
                    <a:lnTo>
                      <a:pt x="618" y="326"/>
                    </a:lnTo>
                    <a:lnTo>
                      <a:pt x="272" y="194"/>
                    </a:lnTo>
                    <a:lnTo>
                      <a:pt x="208" y="440"/>
                    </a:lnTo>
                    <a:lnTo>
                      <a:pt x="272" y="625"/>
                    </a:lnTo>
                    <a:lnTo>
                      <a:pt x="272" y="794"/>
                    </a:lnTo>
                    <a:lnTo>
                      <a:pt x="208" y="1190"/>
                    </a:lnTo>
                    <a:lnTo>
                      <a:pt x="153" y="1543"/>
                    </a:lnTo>
                    <a:lnTo>
                      <a:pt x="185" y="1734"/>
                    </a:lnTo>
                    <a:lnTo>
                      <a:pt x="314" y="1996"/>
                    </a:lnTo>
                    <a:lnTo>
                      <a:pt x="512" y="2218"/>
                    </a:lnTo>
                    <a:lnTo>
                      <a:pt x="667" y="2257"/>
                    </a:lnTo>
                    <a:lnTo>
                      <a:pt x="470" y="2242"/>
                    </a:lnTo>
                    <a:lnTo>
                      <a:pt x="404" y="2273"/>
                    </a:lnTo>
                    <a:lnTo>
                      <a:pt x="404" y="2442"/>
                    </a:lnTo>
                    <a:lnTo>
                      <a:pt x="272" y="2321"/>
                    </a:lnTo>
                    <a:lnTo>
                      <a:pt x="0" y="2400"/>
                    </a:lnTo>
                    <a:lnTo>
                      <a:pt x="245" y="2297"/>
                    </a:lnTo>
                    <a:lnTo>
                      <a:pt x="185" y="2089"/>
                    </a:lnTo>
                    <a:lnTo>
                      <a:pt x="129" y="1801"/>
                    </a:lnTo>
                    <a:lnTo>
                      <a:pt x="116" y="1501"/>
                    </a:lnTo>
                    <a:lnTo>
                      <a:pt x="143" y="1200"/>
                    </a:lnTo>
                    <a:lnTo>
                      <a:pt x="208" y="911"/>
                    </a:lnTo>
                    <a:lnTo>
                      <a:pt x="233" y="756"/>
                    </a:lnTo>
                    <a:lnTo>
                      <a:pt x="233" y="598"/>
                    </a:lnTo>
                    <a:lnTo>
                      <a:pt x="185" y="494"/>
                    </a:lnTo>
                    <a:lnTo>
                      <a:pt x="51" y="440"/>
                    </a:lnTo>
                    <a:lnTo>
                      <a:pt x="185" y="13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63495" name="Freeform 223">
              <a:extLst>
                <a:ext uri="{FF2B5EF4-FFF2-40B4-BE49-F238E27FC236}">
                  <a16:creationId xmlns:a16="http://schemas.microsoft.com/office/drawing/2014/main" id="{C66EFB8D-1738-6D4A-986C-FA3E62A7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753"/>
              <a:ext cx="136" cy="305"/>
            </a:xfrm>
            <a:custGeom>
              <a:avLst/>
              <a:gdLst>
                <a:gd name="T0" fmla="*/ 0 w 1088"/>
                <a:gd name="T1" fmla="*/ 0 h 2442"/>
                <a:gd name="T2" fmla="*/ 0 w 1088"/>
                <a:gd name="T3" fmla="*/ 0 h 2442"/>
                <a:gd name="T4" fmla="*/ 0 w 1088"/>
                <a:gd name="T5" fmla="*/ 0 h 2442"/>
                <a:gd name="T6" fmla="*/ 0 w 1088"/>
                <a:gd name="T7" fmla="*/ 0 h 2442"/>
                <a:gd name="T8" fmla="*/ 0 w 1088"/>
                <a:gd name="T9" fmla="*/ 0 h 2442"/>
                <a:gd name="T10" fmla="*/ 0 w 1088"/>
                <a:gd name="T11" fmla="*/ 0 h 2442"/>
                <a:gd name="T12" fmla="*/ 0 w 1088"/>
                <a:gd name="T13" fmla="*/ 0 h 2442"/>
                <a:gd name="T14" fmla="*/ 0 w 1088"/>
                <a:gd name="T15" fmla="*/ 0 h 2442"/>
                <a:gd name="T16" fmla="*/ 0 w 1088"/>
                <a:gd name="T17" fmla="*/ 0 h 2442"/>
                <a:gd name="T18" fmla="*/ 0 w 1088"/>
                <a:gd name="T19" fmla="*/ 0 h 2442"/>
                <a:gd name="T20" fmla="*/ 0 w 1088"/>
                <a:gd name="T21" fmla="*/ 0 h 2442"/>
                <a:gd name="T22" fmla="*/ 0 w 1088"/>
                <a:gd name="T23" fmla="*/ 0 h 2442"/>
                <a:gd name="T24" fmla="*/ 0 w 1088"/>
                <a:gd name="T25" fmla="*/ 0 h 2442"/>
                <a:gd name="T26" fmla="*/ 0 w 1088"/>
                <a:gd name="T27" fmla="*/ 0 h 2442"/>
                <a:gd name="T28" fmla="*/ 0 w 1088"/>
                <a:gd name="T29" fmla="*/ 0 h 2442"/>
                <a:gd name="T30" fmla="*/ 0 w 1088"/>
                <a:gd name="T31" fmla="*/ 0 h 2442"/>
                <a:gd name="T32" fmla="*/ 0 w 1088"/>
                <a:gd name="T33" fmla="*/ 0 h 2442"/>
                <a:gd name="T34" fmla="*/ 0 w 1088"/>
                <a:gd name="T35" fmla="*/ 0 h 2442"/>
                <a:gd name="T36" fmla="*/ 0 w 1088"/>
                <a:gd name="T37" fmla="*/ 0 h 2442"/>
                <a:gd name="T38" fmla="*/ 0 w 1088"/>
                <a:gd name="T39" fmla="*/ 0 h 2442"/>
                <a:gd name="T40" fmla="*/ 0 w 1088"/>
                <a:gd name="T41" fmla="*/ 0 h 2442"/>
                <a:gd name="T42" fmla="*/ 0 w 1088"/>
                <a:gd name="T43" fmla="*/ 0 h 2442"/>
                <a:gd name="T44" fmla="*/ 0 w 1088"/>
                <a:gd name="T45" fmla="*/ 0 h 2442"/>
                <a:gd name="T46" fmla="*/ 0 w 1088"/>
                <a:gd name="T47" fmla="*/ 0 h 2442"/>
                <a:gd name="T48" fmla="*/ 0 w 1088"/>
                <a:gd name="T49" fmla="*/ 0 h 2442"/>
                <a:gd name="T50" fmla="*/ 0 w 1088"/>
                <a:gd name="T51" fmla="*/ 0 h 2442"/>
                <a:gd name="T52" fmla="*/ 0 w 1088"/>
                <a:gd name="T53" fmla="*/ 0 h 2442"/>
                <a:gd name="T54" fmla="*/ 0 w 1088"/>
                <a:gd name="T55" fmla="*/ 0 h 2442"/>
                <a:gd name="T56" fmla="*/ 0 w 1088"/>
                <a:gd name="T57" fmla="*/ 0 h 2442"/>
                <a:gd name="T58" fmla="*/ 0 w 1088"/>
                <a:gd name="T59" fmla="*/ 0 h 2442"/>
                <a:gd name="T60" fmla="*/ 0 w 1088"/>
                <a:gd name="T61" fmla="*/ 0 h 2442"/>
                <a:gd name="T62" fmla="*/ 0 w 1088"/>
                <a:gd name="T63" fmla="*/ 0 h 2442"/>
                <a:gd name="T64" fmla="*/ 0 w 1088"/>
                <a:gd name="T65" fmla="*/ 0 h 2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88"/>
                <a:gd name="T100" fmla="*/ 0 h 2442"/>
                <a:gd name="T101" fmla="*/ 1088 w 1088"/>
                <a:gd name="T102" fmla="*/ 2442 h 2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88" h="2442">
                  <a:moveTo>
                    <a:pt x="1035" y="0"/>
                  </a:moveTo>
                  <a:lnTo>
                    <a:pt x="958" y="116"/>
                  </a:lnTo>
                  <a:lnTo>
                    <a:pt x="943" y="238"/>
                  </a:lnTo>
                  <a:lnTo>
                    <a:pt x="943" y="455"/>
                  </a:lnTo>
                  <a:lnTo>
                    <a:pt x="931" y="784"/>
                  </a:lnTo>
                  <a:lnTo>
                    <a:pt x="866" y="1292"/>
                  </a:lnTo>
                  <a:lnTo>
                    <a:pt x="838" y="1672"/>
                  </a:lnTo>
                  <a:lnTo>
                    <a:pt x="853" y="1894"/>
                  </a:lnTo>
                  <a:lnTo>
                    <a:pt x="890" y="2074"/>
                  </a:lnTo>
                  <a:lnTo>
                    <a:pt x="943" y="2207"/>
                  </a:lnTo>
                  <a:lnTo>
                    <a:pt x="1023" y="2338"/>
                  </a:lnTo>
                  <a:lnTo>
                    <a:pt x="1088" y="2378"/>
                  </a:lnTo>
                  <a:lnTo>
                    <a:pt x="980" y="2442"/>
                  </a:lnTo>
                  <a:lnTo>
                    <a:pt x="866" y="2442"/>
                  </a:lnTo>
                  <a:lnTo>
                    <a:pt x="866" y="2232"/>
                  </a:lnTo>
                  <a:lnTo>
                    <a:pt x="798" y="2052"/>
                  </a:lnTo>
                  <a:lnTo>
                    <a:pt x="576" y="1424"/>
                  </a:lnTo>
                  <a:lnTo>
                    <a:pt x="156" y="1488"/>
                  </a:lnTo>
                  <a:lnTo>
                    <a:pt x="75" y="1474"/>
                  </a:lnTo>
                  <a:lnTo>
                    <a:pt x="391" y="1345"/>
                  </a:lnTo>
                  <a:lnTo>
                    <a:pt x="341" y="1228"/>
                  </a:lnTo>
                  <a:lnTo>
                    <a:pt x="0" y="1228"/>
                  </a:lnTo>
                  <a:lnTo>
                    <a:pt x="260" y="1110"/>
                  </a:lnTo>
                  <a:lnTo>
                    <a:pt x="456" y="1096"/>
                  </a:lnTo>
                  <a:lnTo>
                    <a:pt x="417" y="849"/>
                  </a:lnTo>
                  <a:lnTo>
                    <a:pt x="798" y="1905"/>
                  </a:lnTo>
                  <a:lnTo>
                    <a:pt x="798" y="1608"/>
                  </a:lnTo>
                  <a:lnTo>
                    <a:pt x="838" y="1257"/>
                  </a:lnTo>
                  <a:lnTo>
                    <a:pt x="890" y="863"/>
                  </a:lnTo>
                  <a:lnTo>
                    <a:pt x="919" y="575"/>
                  </a:lnTo>
                  <a:lnTo>
                    <a:pt x="919" y="169"/>
                  </a:lnTo>
                  <a:lnTo>
                    <a:pt x="972" y="5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496" name="Freeform 224">
              <a:extLst>
                <a:ext uri="{FF2B5EF4-FFF2-40B4-BE49-F238E27FC236}">
                  <a16:creationId xmlns:a16="http://schemas.microsoft.com/office/drawing/2014/main" id="{7956E5BB-BAE1-6549-AC66-A05E4B99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97"/>
              <a:ext cx="181" cy="263"/>
            </a:xfrm>
            <a:custGeom>
              <a:avLst/>
              <a:gdLst>
                <a:gd name="T0" fmla="*/ 0 w 1444"/>
                <a:gd name="T1" fmla="*/ 0 h 2100"/>
                <a:gd name="T2" fmla="*/ 0 w 1444"/>
                <a:gd name="T3" fmla="*/ 0 h 2100"/>
                <a:gd name="T4" fmla="*/ 0 w 1444"/>
                <a:gd name="T5" fmla="*/ 0 h 2100"/>
                <a:gd name="T6" fmla="*/ 0 w 1444"/>
                <a:gd name="T7" fmla="*/ 0 h 2100"/>
                <a:gd name="T8" fmla="*/ 0 w 1444"/>
                <a:gd name="T9" fmla="*/ 0 h 2100"/>
                <a:gd name="T10" fmla="*/ 0 w 1444"/>
                <a:gd name="T11" fmla="*/ 0 h 2100"/>
                <a:gd name="T12" fmla="*/ 0 w 1444"/>
                <a:gd name="T13" fmla="*/ 0 h 2100"/>
                <a:gd name="T14" fmla="*/ 0 w 1444"/>
                <a:gd name="T15" fmla="*/ 0 h 2100"/>
                <a:gd name="T16" fmla="*/ 0 w 1444"/>
                <a:gd name="T17" fmla="*/ 0 h 2100"/>
                <a:gd name="T18" fmla="*/ 0 w 1444"/>
                <a:gd name="T19" fmla="*/ 0 h 2100"/>
                <a:gd name="T20" fmla="*/ 0 w 1444"/>
                <a:gd name="T21" fmla="*/ 0 h 2100"/>
                <a:gd name="T22" fmla="*/ 0 w 1444"/>
                <a:gd name="T23" fmla="*/ 0 h 2100"/>
                <a:gd name="T24" fmla="*/ 0 w 1444"/>
                <a:gd name="T25" fmla="*/ 0 h 2100"/>
                <a:gd name="T26" fmla="*/ 0 w 1444"/>
                <a:gd name="T27" fmla="*/ 0 h 2100"/>
                <a:gd name="T28" fmla="*/ 0 w 1444"/>
                <a:gd name="T29" fmla="*/ 0 h 2100"/>
                <a:gd name="T30" fmla="*/ 0 w 1444"/>
                <a:gd name="T31" fmla="*/ 0 h 2100"/>
                <a:gd name="T32" fmla="*/ 0 w 1444"/>
                <a:gd name="T33" fmla="*/ 0 h 2100"/>
                <a:gd name="T34" fmla="*/ 0 w 1444"/>
                <a:gd name="T35" fmla="*/ 0 h 2100"/>
                <a:gd name="T36" fmla="*/ 0 w 1444"/>
                <a:gd name="T37" fmla="*/ 0 h 2100"/>
                <a:gd name="T38" fmla="*/ 0 w 1444"/>
                <a:gd name="T39" fmla="*/ 0 h 2100"/>
                <a:gd name="T40" fmla="*/ 0 w 1444"/>
                <a:gd name="T41" fmla="*/ 0 h 2100"/>
                <a:gd name="T42" fmla="*/ 0 w 1444"/>
                <a:gd name="T43" fmla="*/ 0 h 2100"/>
                <a:gd name="T44" fmla="*/ 0 w 1444"/>
                <a:gd name="T45" fmla="*/ 0 h 2100"/>
                <a:gd name="T46" fmla="*/ 0 w 1444"/>
                <a:gd name="T47" fmla="*/ 0 h 2100"/>
                <a:gd name="T48" fmla="*/ 0 w 1444"/>
                <a:gd name="T49" fmla="*/ 0 h 2100"/>
                <a:gd name="T50" fmla="*/ 0 w 1444"/>
                <a:gd name="T51" fmla="*/ 0 h 2100"/>
                <a:gd name="T52" fmla="*/ 0 w 1444"/>
                <a:gd name="T53" fmla="*/ 0 h 2100"/>
                <a:gd name="T54" fmla="*/ 0 w 1444"/>
                <a:gd name="T55" fmla="*/ 0 h 2100"/>
                <a:gd name="T56" fmla="*/ 0 w 1444"/>
                <a:gd name="T57" fmla="*/ 0 h 2100"/>
                <a:gd name="T58" fmla="*/ 0 w 1444"/>
                <a:gd name="T59" fmla="*/ 0 h 2100"/>
                <a:gd name="T60" fmla="*/ 0 w 1444"/>
                <a:gd name="T61" fmla="*/ 0 h 2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44"/>
                <a:gd name="T94" fmla="*/ 0 h 2100"/>
                <a:gd name="T95" fmla="*/ 1444 w 1444"/>
                <a:gd name="T96" fmla="*/ 2100 h 21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44" h="2100">
                  <a:moveTo>
                    <a:pt x="198" y="1931"/>
                  </a:moveTo>
                  <a:lnTo>
                    <a:pt x="407" y="1995"/>
                  </a:lnTo>
                  <a:lnTo>
                    <a:pt x="589" y="2100"/>
                  </a:lnTo>
                  <a:lnTo>
                    <a:pt x="446" y="1931"/>
                  </a:lnTo>
                  <a:lnTo>
                    <a:pt x="343" y="1841"/>
                  </a:lnTo>
                  <a:lnTo>
                    <a:pt x="248" y="1826"/>
                  </a:lnTo>
                  <a:lnTo>
                    <a:pt x="211" y="1812"/>
                  </a:lnTo>
                  <a:lnTo>
                    <a:pt x="211" y="1632"/>
                  </a:lnTo>
                  <a:lnTo>
                    <a:pt x="264" y="1593"/>
                  </a:lnTo>
                  <a:lnTo>
                    <a:pt x="499" y="1498"/>
                  </a:lnTo>
                  <a:lnTo>
                    <a:pt x="776" y="1318"/>
                  </a:lnTo>
                  <a:lnTo>
                    <a:pt x="1025" y="1070"/>
                  </a:lnTo>
                  <a:lnTo>
                    <a:pt x="1444" y="495"/>
                  </a:lnTo>
                  <a:lnTo>
                    <a:pt x="1444" y="403"/>
                  </a:lnTo>
                  <a:lnTo>
                    <a:pt x="1092" y="834"/>
                  </a:lnTo>
                  <a:lnTo>
                    <a:pt x="710" y="1217"/>
                  </a:lnTo>
                  <a:lnTo>
                    <a:pt x="369" y="1448"/>
                  </a:lnTo>
                  <a:lnTo>
                    <a:pt x="578" y="1081"/>
                  </a:lnTo>
                  <a:lnTo>
                    <a:pt x="684" y="732"/>
                  </a:lnTo>
                  <a:lnTo>
                    <a:pt x="710" y="495"/>
                  </a:lnTo>
                  <a:lnTo>
                    <a:pt x="879" y="140"/>
                  </a:lnTo>
                  <a:lnTo>
                    <a:pt x="1117" y="0"/>
                  </a:lnTo>
                  <a:lnTo>
                    <a:pt x="855" y="127"/>
                  </a:lnTo>
                  <a:lnTo>
                    <a:pt x="644" y="442"/>
                  </a:lnTo>
                  <a:lnTo>
                    <a:pt x="644" y="769"/>
                  </a:lnTo>
                  <a:lnTo>
                    <a:pt x="525" y="1081"/>
                  </a:lnTo>
                  <a:lnTo>
                    <a:pt x="356" y="1371"/>
                  </a:lnTo>
                  <a:lnTo>
                    <a:pt x="184" y="1604"/>
                  </a:lnTo>
                  <a:lnTo>
                    <a:pt x="184" y="1826"/>
                  </a:lnTo>
                  <a:lnTo>
                    <a:pt x="0" y="1905"/>
                  </a:lnTo>
                  <a:lnTo>
                    <a:pt x="198" y="19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497" name="Freeform 225">
              <a:extLst>
                <a:ext uri="{FF2B5EF4-FFF2-40B4-BE49-F238E27FC236}">
                  <a16:creationId xmlns:a16="http://schemas.microsoft.com/office/drawing/2014/main" id="{90472597-D385-1749-9A0A-E0C6F649A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70"/>
              <a:ext cx="102" cy="96"/>
            </a:xfrm>
            <a:custGeom>
              <a:avLst/>
              <a:gdLst>
                <a:gd name="T0" fmla="*/ 0 w 818"/>
                <a:gd name="T1" fmla="*/ 0 h 773"/>
                <a:gd name="T2" fmla="*/ 0 w 818"/>
                <a:gd name="T3" fmla="*/ 0 h 773"/>
                <a:gd name="T4" fmla="*/ 0 w 818"/>
                <a:gd name="T5" fmla="*/ 0 h 773"/>
                <a:gd name="T6" fmla="*/ 0 w 818"/>
                <a:gd name="T7" fmla="*/ 0 h 773"/>
                <a:gd name="T8" fmla="*/ 0 w 818"/>
                <a:gd name="T9" fmla="*/ 0 h 773"/>
                <a:gd name="T10" fmla="*/ 0 w 818"/>
                <a:gd name="T11" fmla="*/ 0 h 773"/>
                <a:gd name="T12" fmla="*/ 0 w 818"/>
                <a:gd name="T13" fmla="*/ 0 h 773"/>
                <a:gd name="T14" fmla="*/ 0 w 818"/>
                <a:gd name="T15" fmla="*/ 0 h 773"/>
                <a:gd name="T16" fmla="*/ 0 w 818"/>
                <a:gd name="T17" fmla="*/ 0 h 773"/>
                <a:gd name="T18" fmla="*/ 0 w 818"/>
                <a:gd name="T19" fmla="*/ 0 h 773"/>
                <a:gd name="T20" fmla="*/ 0 w 818"/>
                <a:gd name="T21" fmla="*/ 0 h 773"/>
                <a:gd name="T22" fmla="*/ 0 w 818"/>
                <a:gd name="T23" fmla="*/ 0 h 773"/>
                <a:gd name="T24" fmla="*/ 0 w 818"/>
                <a:gd name="T25" fmla="*/ 0 h 773"/>
                <a:gd name="T26" fmla="*/ 0 w 818"/>
                <a:gd name="T27" fmla="*/ 0 h 773"/>
                <a:gd name="T28" fmla="*/ 0 w 818"/>
                <a:gd name="T29" fmla="*/ 0 h 773"/>
                <a:gd name="T30" fmla="*/ 0 w 818"/>
                <a:gd name="T31" fmla="*/ 0 h 773"/>
                <a:gd name="T32" fmla="*/ 0 w 818"/>
                <a:gd name="T33" fmla="*/ 0 h 773"/>
                <a:gd name="T34" fmla="*/ 0 w 818"/>
                <a:gd name="T35" fmla="*/ 0 h 773"/>
                <a:gd name="T36" fmla="*/ 0 w 818"/>
                <a:gd name="T37" fmla="*/ 0 h 7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18"/>
                <a:gd name="T58" fmla="*/ 0 h 773"/>
                <a:gd name="T59" fmla="*/ 818 w 818"/>
                <a:gd name="T60" fmla="*/ 773 h 7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18" h="773">
                  <a:moveTo>
                    <a:pt x="671" y="0"/>
                  </a:moveTo>
                  <a:lnTo>
                    <a:pt x="776" y="184"/>
                  </a:lnTo>
                  <a:lnTo>
                    <a:pt x="818" y="419"/>
                  </a:lnTo>
                  <a:lnTo>
                    <a:pt x="818" y="564"/>
                  </a:lnTo>
                  <a:lnTo>
                    <a:pt x="739" y="758"/>
                  </a:lnTo>
                  <a:lnTo>
                    <a:pt x="606" y="773"/>
                  </a:lnTo>
                  <a:lnTo>
                    <a:pt x="369" y="654"/>
                  </a:lnTo>
                  <a:lnTo>
                    <a:pt x="226" y="498"/>
                  </a:lnTo>
                  <a:lnTo>
                    <a:pt x="0" y="14"/>
                  </a:lnTo>
                  <a:lnTo>
                    <a:pt x="161" y="290"/>
                  </a:lnTo>
                  <a:lnTo>
                    <a:pt x="435" y="512"/>
                  </a:lnTo>
                  <a:lnTo>
                    <a:pt x="739" y="588"/>
                  </a:lnTo>
                  <a:lnTo>
                    <a:pt x="752" y="474"/>
                  </a:lnTo>
                  <a:lnTo>
                    <a:pt x="712" y="327"/>
                  </a:lnTo>
                  <a:lnTo>
                    <a:pt x="620" y="235"/>
                  </a:lnTo>
                  <a:lnTo>
                    <a:pt x="477" y="184"/>
                  </a:lnTo>
                  <a:lnTo>
                    <a:pt x="620" y="147"/>
                  </a:lnTo>
                  <a:lnTo>
                    <a:pt x="671" y="6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498" name="Freeform 226">
              <a:extLst>
                <a:ext uri="{FF2B5EF4-FFF2-40B4-BE49-F238E27FC236}">
                  <a16:creationId xmlns:a16="http://schemas.microsoft.com/office/drawing/2014/main" id="{5C91F8FB-8A1D-CD4F-A1F4-7FD42AD60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93"/>
              <a:ext cx="264" cy="76"/>
            </a:xfrm>
            <a:custGeom>
              <a:avLst/>
              <a:gdLst>
                <a:gd name="T0" fmla="*/ 0 w 2111"/>
                <a:gd name="T1" fmla="*/ 0 h 613"/>
                <a:gd name="T2" fmla="*/ 0 w 2111"/>
                <a:gd name="T3" fmla="*/ 0 h 613"/>
                <a:gd name="T4" fmla="*/ 0 w 2111"/>
                <a:gd name="T5" fmla="*/ 0 h 613"/>
                <a:gd name="T6" fmla="*/ 0 w 2111"/>
                <a:gd name="T7" fmla="*/ 0 h 613"/>
                <a:gd name="T8" fmla="*/ 0 w 2111"/>
                <a:gd name="T9" fmla="*/ 0 h 613"/>
                <a:gd name="T10" fmla="*/ 0 w 2111"/>
                <a:gd name="T11" fmla="*/ 0 h 613"/>
                <a:gd name="T12" fmla="*/ 0 w 2111"/>
                <a:gd name="T13" fmla="*/ 0 h 613"/>
                <a:gd name="T14" fmla="*/ 0 w 2111"/>
                <a:gd name="T15" fmla="*/ 0 h 613"/>
                <a:gd name="T16" fmla="*/ 0 w 2111"/>
                <a:gd name="T17" fmla="*/ 0 h 613"/>
                <a:gd name="T18" fmla="*/ 0 w 2111"/>
                <a:gd name="T19" fmla="*/ 0 h 613"/>
                <a:gd name="T20" fmla="*/ 0 w 2111"/>
                <a:gd name="T21" fmla="*/ 0 h 613"/>
                <a:gd name="T22" fmla="*/ 0 w 2111"/>
                <a:gd name="T23" fmla="*/ 0 h 613"/>
                <a:gd name="T24" fmla="*/ 0 w 2111"/>
                <a:gd name="T25" fmla="*/ 0 h 613"/>
                <a:gd name="T26" fmla="*/ 0 w 2111"/>
                <a:gd name="T27" fmla="*/ 0 h 613"/>
                <a:gd name="T28" fmla="*/ 0 w 2111"/>
                <a:gd name="T29" fmla="*/ 0 h 613"/>
                <a:gd name="T30" fmla="*/ 0 w 2111"/>
                <a:gd name="T31" fmla="*/ 0 h 613"/>
                <a:gd name="T32" fmla="*/ 0 w 2111"/>
                <a:gd name="T33" fmla="*/ 0 h 613"/>
                <a:gd name="T34" fmla="*/ 0 w 2111"/>
                <a:gd name="T35" fmla="*/ 0 h 613"/>
                <a:gd name="T36" fmla="*/ 0 w 2111"/>
                <a:gd name="T37" fmla="*/ 0 h 613"/>
                <a:gd name="T38" fmla="*/ 0 w 2111"/>
                <a:gd name="T39" fmla="*/ 0 h 613"/>
                <a:gd name="T40" fmla="*/ 0 w 2111"/>
                <a:gd name="T41" fmla="*/ 0 h 613"/>
                <a:gd name="T42" fmla="*/ 0 w 2111"/>
                <a:gd name="T43" fmla="*/ 0 h 613"/>
                <a:gd name="T44" fmla="*/ 0 w 2111"/>
                <a:gd name="T45" fmla="*/ 0 h 613"/>
                <a:gd name="T46" fmla="*/ 0 w 2111"/>
                <a:gd name="T47" fmla="*/ 0 h 613"/>
                <a:gd name="T48" fmla="*/ 0 w 2111"/>
                <a:gd name="T49" fmla="*/ 0 h 613"/>
                <a:gd name="T50" fmla="*/ 0 w 2111"/>
                <a:gd name="T51" fmla="*/ 0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11"/>
                <a:gd name="T79" fmla="*/ 0 h 613"/>
                <a:gd name="T80" fmla="*/ 2111 w 2111"/>
                <a:gd name="T81" fmla="*/ 613 h 6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11" h="613">
                  <a:moveTo>
                    <a:pt x="2111" y="613"/>
                  </a:moveTo>
                  <a:lnTo>
                    <a:pt x="1718" y="602"/>
                  </a:lnTo>
                  <a:lnTo>
                    <a:pt x="1194" y="549"/>
                  </a:lnTo>
                  <a:lnTo>
                    <a:pt x="593" y="380"/>
                  </a:lnTo>
                  <a:lnTo>
                    <a:pt x="103" y="301"/>
                  </a:lnTo>
                  <a:lnTo>
                    <a:pt x="26" y="235"/>
                  </a:lnTo>
                  <a:lnTo>
                    <a:pt x="0" y="90"/>
                  </a:lnTo>
                  <a:lnTo>
                    <a:pt x="353" y="143"/>
                  </a:lnTo>
                  <a:lnTo>
                    <a:pt x="364" y="0"/>
                  </a:lnTo>
                  <a:lnTo>
                    <a:pt x="406" y="143"/>
                  </a:lnTo>
                  <a:lnTo>
                    <a:pt x="643" y="143"/>
                  </a:lnTo>
                  <a:lnTo>
                    <a:pt x="419" y="249"/>
                  </a:lnTo>
                  <a:lnTo>
                    <a:pt x="445" y="328"/>
                  </a:lnTo>
                  <a:lnTo>
                    <a:pt x="929" y="290"/>
                  </a:lnTo>
                  <a:lnTo>
                    <a:pt x="1243" y="301"/>
                  </a:lnTo>
                  <a:lnTo>
                    <a:pt x="1586" y="362"/>
                  </a:lnTo>
                  <a:lnTo>
                    <a:pt x="1773" y="433"/>
                  </a:lnTo>
                  <a:lnTo>
                    <a:pt x="1625" y="249"/>
                  </a:lnTo>
                  <a:lnTo>
                    <a:pt x="1494" y="169"/>
                  </a:lnTo>
                  <a:lnTo>
                    <a:pt x="1221" y="106"/>
                  </a:lnTo>
                  <a:lnTo>
                    <a:pt x="1549" y="106"/>
                  </a:lnTo>
                  <a:lnTo>
                    <a:pt x="1747" y="235"/>
                  </a:lnTo>
                  <a:lnTo>
                    <a:pt x="1821" y="393"/>
                  </a:lnTo>
                  <a:lnTo>
                    <a:pt x="1929" y="496"/>
                  </a:lnTo>
                  <a:lnTo>
                    <a:pt x="2019" y="574"/>
                  </a:lnTo>
                  <a:lnTo>
                    <a:pt x="2111" y="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499" name="Freeform 227">
              <a:extLst>
                <a:ext uri="{FF2B5EF4-FFF2-40B4-BE49-F238E27FC236}">
                  <a16:creationId xmlns:a16="http://schemas.microsoft.com/office/drawing/2014/main" id="{BC4C5318-ABCE-3949-B56F-FFD7A9F07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8"/>
              <a:ext cx="114" cy="91"/>
            </a:xfrm>
            <a:custGeom>
              <a:avLst/>
              <a:gdLst>
                <a:gd name="T0" fmla="*/ 0 w 905"/>
                <a:gd name="T1" fmla="*/ 0 h 731"/>
                <a:gd name="T2" fmla="*/ 0 w 905"/>
                <a:gd name="T3" fmla="*/ 0 h 731"/>
                <a:gd name="T4" fmla="*/ 0 w 905"/>
                <a:gd name="T5" fmla="*/ 0 h 731"/>
                <a:gd name="T6" fmla="*/ 0 w 905"/>
                <a:gd name="T7" fmla="*/ 0 h 731"/>
                <a:gd name="T8" fmla="*/ 0 w 905"/>
                <a:gd name="T9" fmla="*/ 0 h 731"/>
                <a:gd name="T10" fmla="*/ 0 w 905"/>
                <a:gd name="T11" fmla="*/ 0 h 731"/>
                <a:gd name="T12" fmla="*/ 0 w 905"/>
                <a:gd name="T13" fmla="*/ 0 h 731"/>
                <a:gd name="T14" fmla="*/ 0 w 905"/>
                <a:gd name="T15" fmla="*/ 0 h 731"/>
                <a:gd name="T16" fmla="*/ 0 w 905"/>
                <a:gd name="T17" fmla="*/ 0 h 731"/>
                <a:gd name="T18" fmla="*/ 0 w 905"/>
                <a:gd name="T19" fmla="*/ 0 h 731"/>
                <a:gd name="T20" fmla="*/ 0 w 905"/>
                <a:gd name="T21" fmla="*/ 0 h 731"/>
                <a:gd name="T22" fmla="*/ 0 w 905"/>
                <a:gd name="T23" fmla="*/ 0 h 731"/>
                <a:gd name="T24" fmla="*/ 0 w 905"/>
                <a:gd name="T25" fmla="*/ 0 h 731"/>
                <a:gd name="T26" fmla="*/ 0 w 905"/>
                <a:gd name="T27" fmla="*/ 0 h 731"/>
                <a:gd name="T28" fmla="*/ 0 w 905"/>
                <a:gd name="T29" fmla="*/ 0 h 731"/>
                <a:gd name="T30" fmla="*/ 0 w 905"/>
                <a:gd name="T31" fmla="*/ 0 h 731"/>
                <a:gd name="T32" fmla="*/ 0 w 905"/>
                <a:gd name="T33" fmla="*/ 0 h 731"/>
                <a:gd name="T34" fmla="*/ 0 w 905"/>
                <a:gd name="T35" fmla="*/ 0 h 731"/>
                <a:gd name="T36" fmla="*/ 0 w 905"/>
                <a:gd name="T37" fmla="*/ 0 h 731"/>
                <a:gd name="T38" fmla="*/ 0 w 905"/>
                <a:gd name="T39" fmla="*/ 0 h 731"/>
                <a:gd name="T40" fmla="*/ 0 w 905"/>
                <a:gd name="T41" fmla="*/ 0 h 731"/>
                <a:gd name="T42" fmla="*/ 0 w 905"/>
                <a:gd name="T43" fmla="*/ 0 h 731"/>
                <a:gd name="T44" fmla="*/ 0 w 905"/>
                <a:gd name="T45" fmla="*/ 0 h 731"/>
                <a:gd name="T46" fmla="*/ 0 w 905"/>
                <a:gd name="T47" fmla="*/ 0 h 731"/>
                <a:gd name="T48" fmla="*/ 0 w 905"/>
                <a:gd name="T49" fmla="*/ 0 h 731"/>
                <a:gd name="T50" fmla="*/ 0 w 905"/>
                <a:gd name="T51" fmla="*/ 0 h 731"/>
                <a:gd name="T52" fmla="*/ 0 w 905"/>
                <a:gd name="T53" fmla="*/ 0 h 731"/>
                <a:gd name="T54" fmla="*/ 0 w 905"/>
                <a:gd name="T55" fmla="*/ 0 h 731"/>
                <a:gd name="T56" fmla="*/ 0 w 905"/>
                <a:gd name="T57" fmla="*/ 0 h 731"/>
                <a:gd name="T58" fmla="*/ 0 w 905"/>
                <a:gd name="T59" fmla="*/ 0 h 731"/>
                <a:gd name="T60" fmla="*/ 0 w 905"/>
                <a:gd name="T61" fmla="*/ 0 h 731"/>
                <a:gd name="T62" fmla="*/ 0 w 905"/>
                <a:gd name="T63" fmla="*/ 0 h 731"/>
                <a:gd name="T64" fmla="*/ 0 w 905"/>
                <a:gd name="T65" fmla="*/ 0 h 7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05"/>
                <a:gd name="T100" fmla="*/ 0 h 731"/>
                <a:gd name="T101" fmla="*/ 905 w 905"/>
                <a:gd name="T102" fmla="*/ 731 h 7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05" h="731">
                  <a:moveTo>
                    <a:pt x="168" y="731"/>
                  </a:moveTo>
                  <a:lnTo>
                    <a:pt x="301" y="612"/>
                  </a:lnTo>
                  <a:lnTo>
                    <a:pt x="301" y="563"/>
                  </a:lnTo>
                  <a:lnTo>
                    <a:pt x="263" y="512"/>
                  </a:lnTo>
                  <a:lnTo>
                    <a:pt x="143" y="457"/>
                  </a:lnTo>
                  <a:lnTo>
                    <a:pt x="26" y="417"/>
                  </a:lnTo>
                  <a:lnTo>
                    <a:pt x="0" y="393"/>
                  </a:lnTo>
                  <a:lnTo>
                    <a:pt x="0" y="340"/>
                  </a:lnTo>
                  <a:lnTo>
                    <a:pt x="26" y="312"/>
                  </a:lnTo>
                  <a:lnTo>
                    <a:pt x="103" y="275"/>
                  </a:lnTo>
                  <a:lnTo>
                    <a:pt x="118" y="312"/>
                  </a:lnTo>
                  <a:lnTo>
                    <a:pt x="158" y="351"/>
                  </a:lnTo>
                  <a:lnTo>
                    <a:pt x="301" y="379"/>
                  </a:lnTo>
                  <a:lnTo>
                    <a:pt x="285" y="287"/>
                  </a:lnTo>
                  <a:lnTo>
                    <a:pt x="221" y="208"/>
                  </a:lnTo>
                  <a:lnTo>
                    <a:pt x="143" y="129"/>
                  </a:lnTo>
                  <a:lnTo>
                    <a:pt x="13" y="54"/>
                  </a:lnTo>
                  <a:lnTo>
                    <a:pt x="90" y="39"/>
                  </a:lnTo>
                  <a:lnTo>
                    <a:pt x="237" y="79"/>
                  </a:lnTo>
                  <a:lnTo>
                    <a:pt x="364" y="158"/>
                  </a:lnTo>
                  <a:lnTo>
                    <a:pt x="472" y="298"/>
                  </a:lnTo>
                  <a:lnTo>
                    <a:pt x="617" y="235"/>
                  </a:lnTo>
                  <a:lnTo>
                    <a:pt x="461" y="158"/>
                  </a:lnTo>
                  <a:lnTo>
                    <a:pt x="433" y="118"/>
                  </a:lnTo>
                  <a:lnTo>
                    <a:pt x="461" y="79"/>
                  </a:lnTo>
                  <a:lnTo>
                    <a:pt x="562" y="39"/>
                  </a:lnTo>
                  <a:lnTo>
                    <a:pt x="747" y="0"/>
                  </a:lnTo>
                  <a:lnTo>
                    <a:pt x="905" y="0"/>
                  </a:lnTo>
                  <a:lnTo>
                    <a:pt x="823" y="158"/>
                  </a:lnTo>
                  <a:lnTo>
                    <a:pt x="643" y="362"/>
                  </a:lnTo>
                  <a:lnTo>
                    <a:pt x="445" y="549"/>
                  </a:lnTo>
                  <a:lnTo>
                    <a:pt x="301" y="667"/>
                  </a:lnTo>
                  <a:lnTo>
                    <a:pt x="168" y="7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500" name="Freeform 228">
              <a:extLst>
                <a:ext uri="{FF2B5EF4-FFF2-40B4-BE49-F238E27FC236}">
                  <a16:creationId xmlns:a16="http://schemas.microsoft.com/office/drawing/2014/main" id="{98724B5E-7872-DF4D-B07B-8FAC501D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53"/>
              <a:ext cx="20" cy="97"/>
            </a:xfrm>
            <a:custGeom>
              <a:avLst/>
              <a:gdLst>
                <a:gd name="T0" fmla="*/ 0 w 157"/>
                <a:gd name="T1" fmla="*/ 0 h 771"/>
                <a:gd name="T2" fmla="*/ 0 w 157"/>
                <a:gd name="T3" fmla="*/ 0 h 771"/>
                <a:gd name="T4" fmla="*/ 0 w 157"/>
                <a:gd name="T5" fmla="*/ 0 h 771"/>
                <a:gd name="T6" fmla="*/ 0 w 157"/>
                <a:gd name="T7" fmla="*/ 0 h 771"/>
                <a:gd name="T8" fmla="*/ 0 w 157"/>
                <a:gd name="T9" fmla="*/ 0 h 771"/>
                <a:gd name="T10" fmla="*/ 0 w 157"/>
                <a:gd name="T11" fmla="*/ 0 h 771"/>
                <a:gd name="T12" fmla="*/ 0 w 157"/>
                <a:gd name="T13" fmla="*/ 0 h 771"/>
                <a:gd name="T14" fmla="*/ 0 w 157"/>
                <a:gd name="T15" fmla="*/ 0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7"/>
                <a:gd name="T25" fmla="*/ 0 h 771"/>
                <a:gd name="T26" fmla="*/ 157 w 157"/>
                <a:gd name="T27" fmla="*/ 771 h 7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7" h="771">
                  <a:moveTo>
                    <a:pt x="65" y="116"/>
                  </a:moveTo>
                  <a:lnTo>
                    <a:pt x="90" y="378"/>
                  </a:lnTo>
                  <a:lnTo>
                    <a:pt x="132" y="626"/>
                  </a:lnTo>
                  <a:lnTo>
                    <a:pt x="157" y="771"/>
                  </a:lnTo>
                  <a:lnTo>
                    <a:pt x="24" y="354"/>
                  </a:lnTo>
                  <a:lnTo>
                    <a:pt x="0" y="222"/>
                  </a:lnTo>
                  <a:lnTo>
                    <a:pt x="51" y="0"/>
                  </a:lnTo>
                  <a:lnTo>
                    <a:pt x="6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ransition>
    <p:pull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Rectangle 2">
            <a:extLst>
              <a:ext uri="{FF2B5EF4-FFF2-40B4-BE49-F238E27FC236}">
                <a16:creationId xmlns:a16="http://schemas.microsoft.com/office/drawing/2014/main" id="{101B967A-0A98-E84C-8D85-8655F429D2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Processo da sistemática de gates: avaliar fase</a:t>
            </a:r>
          </a:p>
        </p:txBody>
      </p:sp>
      <p:sp>
        <p:nvSpPr>
          <p:cNvPr id="65538" name="Freeform 3">
            <a:extLst>
              <a:ext uri="{FF2B5EF4-FFF2-40B4-BE49-F238E27FC236}">
                <a16:creationId xmlns:a16="http://schemas.microsoft.com/office/drawing/2014/main" id="{3C86B878-95A2-3C47-9D41-C2419F2031D9}"/>
              </a:ext>
            </a:extLst>
          </p:cNvPr>
          <p:cNvSpPr>
            <a:spLocks/>
          </p:cNvSpPr>
          <p:nvPr/>
        </p:nvSpPr>
        <p:spPr bwMode="auto">
          <a:xfrm>
            <a:off x="3609975" y="1698625"/>
            <a:ext cx="3360738" cy="569913"/>
          </a:xfrm>
          <a:custGeom>
            <a:avLst/>
            <a:gdLst>
              <a:gd name="T0" fmla="*/ 2147483646 w 2117"/>
              <a:gd name="T1" fmla="*/ 2147483646 h 359"/>
              <a:gd name="T2" fmla="*/ 0 w 2117"/>
              <a:gd name="T3" fmla="*/ 2147483646 h 359"/>
              <a:gd name="T4" fmla="*/ 2147483646 w 2117"/>
              <a:gd name="T5" fmla="*/ 2147483646 h 359"/>
              <a:gd name="T6" fmla="*/ 2147483646 w 2117"/>
              <a:gd name="T7" fmla="*/ 0 h 359"/>
              <a:gd name="T8" fmla="*/ 0 60000 65536"/>
              <a:gd name="T9" fmla="*/ 0 60000 65536"/>
              <a:gd name="T10" fmla="*/ 0 60000 65536"/>
              <a:gd name="T11" fmla="*/ 0 60000 65536"/>
              <a:gd name="T12" fmla="*/ 0 w 2117"/>
              <a:gd name="T13" fmla="*/ 0 h 359"/>
              <a:gd name="T14" fmla="*/ 2117 w 2117"/>
              <a:gd name="T15" fmla="*/ 359 h 3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7" h="359">
                <a:moveTo>
                  <a:pt x="1047" y="15"/>
                </a:moveTo>
                <a:lnTo>
                  <a:pt x="0" y="359"/>
                </a:lnTo>
                <a:lnTo>
                  <a:pt x="2117" y="359"/>
                </a:lnTo>
                <a:lnTo>
                  <a:pt x="1496" y="0"/>
                </a:lnTo>
              </a:path>
            </a:pathLst>
          </a:custGeom>
          <a:solidFill>
            <a:schemeClr val="folHlink">
              <a:alpha val="50195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5539" name="Freeform 4">
            <a:extLst>
              <a:ext uri="{FF2B5EF4-FFF2-40B4-BE49-F238E27FC236}">
                <a16:creationId xmlns:a16="http://schemas.microsoft.com/office/drawing/2014/main" id="{2847C143-E915-D142-B143-7057D237DE98}"/>
              </a:ext>
            </a:extLst>
          </p:cNvPr>
          <p:cNvSpPr>
            <a:spLocks/>
          </p:cNvSpPr>
          <p:nvPr/>
        </p:nvSpPr>
        <p:spPr bwMode="auto">
          <a:xfrm>
            <a:off x="1722438" y="3111500"/>
            <a:ext cx="1946275" cy="439738"/>
          </a:xfrm>
          <a:custGeom>
            <a:avLst/>
            <a:gdLst>
              <a:gd name="T0" fmla="*/ 2147483646 w 1226"/>
              <a:gd name="T1" fmla="*/ 0 h 277"/>
              <a:gd name="T2" fmla="*/ 2147483646 w 1226"/>
              <a:gd name="T3" fmla="*/ 2147483646 h 277"/>
              <a:gd name="T4" fmla="*/ 0 w 1226"/>
              <a:gd name="T5" fmla="*/ 2147483646 h 277"/>
              <a:gd name="T6" fmla="*/ 2147483646 w 1226"/>
              <a:gd name="T7" fmla="*/ 0 h 277"/>
              <a:gd name="T8" fmla="*/ 0 60000 65536"/>
              <a:gd name="T9" fmla="*/ 0 60000 65536"/>
              <a:gd name="T10" fmla="*/ 0 60000 65536"/>
              <a:gd name="T11" fmla="*/ 0 60000 65536"/>
              <a:gd name="T12" fmla="*/ 0 w 1226"/>
              <a:gd name="T13" fmla="*/ 0 h 277"/>
              <a:gd name="T14" fmla="*/ 1226 w 1226"/>
              <a:gd name="T15" fmla="*/ 277 h 27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26" h="277">
                <a:moveTo>
                  <a:pt x="1174" y="0"/>
                </a:moveTo>
                <a:lnTo>
                  <a:pt x="1226" y="277"/>
                </a:lnTo>
                <a:lnTo>
                  <a:pt x="0" y="277"/>
                </a:lnTo>
                <a:lnTo>
                  <a:pt x="1174" y="0"/>
                </a:lnTo>
                <a:close/>
              </a:path>
            </a:pathLst>
          </a:cu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40" name="Freeform 5">
            <a:extLst>
              <a:ext uri="{FF2B5EF4-FFF2-40B4-BE49-F238E27FC236}">
                <a16:creationId xmlns:a16="http://schemas.microsoft.com/office/drawing/2014/main" id="{52E26045-8F34-A140-9471-AC3A426AC117}"/>
              </a:ext>
            </a:extLst>
          </p:cNvPr>
          <p:cNvSpPr>
            <a:spLocks/>
          </p:cNvSpPr>
          <p:nvPr/>
        </p:nvSpPr>
        <p:spPr bwMode="auto">
          <a:xfrm>
            <a:off x="5260975" y="3122613"/>
            <a:ext cx="3360738" cy="428625"/>
          </a:xfrm>
          <a:custGeom>
            <a:avLst/>
            <a:gdLst>
              <a:gd name="T0" fmla="*/ 2147483646 w 2117"/>
              <a:gd name="T1" fmla="*/ 0 h 270"/>
              <a:gd name="T2" fmla="*/ 0 w 2117"/>
              <a:gd name="T3" fmla="*/ 2147483646 h 270"/>
              <a:gd name="T4" fmla="*/ 2147483646 w 2117"/>
              <a:gd name="T5" fmla="*/ 2147483646 h 270"/>
              <a:gd name="T6" fmla="*/ 2147483646 w 2117"/>
              <a:gd name="T7" fmla="*/ 0 h 270"/>
              <a:gd name="T8" fmla="*/ 0 60000 65536"/>
              <a:gd name="T9" fmla="*/ 0 60000 65536"/>
              <a:gd name="T10" fmla="*/ 0 60000 65536"/>
              <a:gd name="T11" fmla="*/ 0 60000 65536"/>
              <a:gd name="T12" fmla="*/ 0 w 2117"/>
              <a:gd name="T13" fmla="*/ 0 h 270"/>
              <a:gd name="T14" fmla="*/ 2117 w 2117"/>
              <a:gd name="T15" fmla="*/ 270 h 27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7" h="270">
                <a:moveTo>
                  <a:pt x="1055" y="0"/>
                </a:moveTo>
                <a:lnTo>
                  <a:pt x="0" y="255"/>
                </a:lnTo>
                <a:lnTo>
                  <a:pt x="2117" y="270"/>
                </a:lnTo>
                <a:lnTo>
                  <a:pt x="1055" y="0"/>
                </a:lnTo>
                <a:close/>
              </a:path>
            </a:pathLst>
          </a:cu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41" name="Freeform 6">
            <a:extLst>
              <a:ext uri="{FF2B5EF4-FFF2-40B4-BE49-F238E27FC236}">
                <a16:creationId xmlns:a16="http://schemas.microsoft.com/office/drawing/2014/main" id="{16DF3C1B-1713-064B-9BAD-6E1C2C59434B}"/>
              </a:ext>
            </a:extLst>
          </p:cNvPr>
          <p:cNvSpPr>
            <a:spLocks/>
          </p:cNvSpPr>
          <p:nvPr/>
        </p:nvSpPr>
        <p:spPr bwMode="auto">
          <a:xfrm>
            <a:off x="6246813" y="4192588"/>
            <a:ext cx="2801937" cy="2173287"/>
          </a:xfrm>
          <a:custGeom>
            <a:avLst/>
            <a:gdLst>
              <a:gd name="T0" fmla="*/ 0 w 1765"/>
              <a:gd name="T1" fmla="*/ 2147483646 h 1369"/>
              <a:gd name="T2" fmla="*/ 0 w 1765"/>
              <a:gd name="T3" fmla="*/ 2147483646 h 1369"/>
              <a:gd name="T4" fmla="*/ 2147483646 w 1765"/>
              <a:gd name="T5" fmla="*/ 2147483646 h 1369"/>
              <a:gd name="T6" fmla="*/ 2147483646 w 1765"/>
              <a:gd name="T7" fmla="*/ 2147483646 h 1369"/>
              <a:gd name="T8" fmla="*/ 2147483646 w 1765"/>
              <a:gd name="T9" fmla="*/ 0 h 136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65"/>
              <a:gd name="T16" fmla="*/ 0 h 1369"/>
              <a:gd name="T17" fmla="*/ 1765 w 1765"/>
              <a:gd name="T18" fmla="*/ 1369 h 136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65" h="1369">
                <a:moveTo>
                  <a:pt x="0" y="30"/>
                </a:moveTo>
                <a:lnTo>
                  <a:pt x="0" y="1369"/>
                </a:lnTo>
                <a:lnTo>
                  <a:pt x="1765" y="1369"/>
                </a:lnTo>
                <a:lnTo>
                  <a:pt x="1765" y="224"/>
                </a:lnTo>
                <a:lnTo>
                  <a:pt x="1488" y="0"/>
                </a:lnTo>
              </a:path>
            </a:pathLst>
          </a:custGeom>
          <a:solidFill>
            <a:srgbClr val="FFCCFF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42" name="Freeform 7">
            <a:extLst>
              <a:ext uri="{FF2B5EF4-FFF2-40B4-BE49-F238E27FC236}">
                <a16:creationId xmlns:a16="http://schemas.microsoft.com/office/drawing/2014/main" id="{2BA061BF-4B7F-4F49-A1AE-6F1A18821F18}"/>
              </a:ext>
            </a:extLst>
          </p:cNvPr>
          <p:cNvSpPr>
            <a:spLocks/>
          </p:cNvSpPr>
          <p:nvPr/>
        </p:nvSpPr>
        <p:spPr bwMode="auto">
          <a:xfrm>
            <a:off x="3455988" y="4216400"/>
            <a:ext cx="2790825" cy="2149475"/>
          </a:xfrm>
          <a:custGeom>
            <a:avLst/>
            <a:gdLst>
              <a:gd name="T0" fmla="*/ 2147483646 w 1758"/>
              <a:gd name="T1" fmla="*/ 2147483646 h 1354"/>
              <a:gd name="T2" fmla="*/ 2147483646 w 1758"/>
              <a:gd name="T3" fmla="*/ 2147483646 h 1354"/>
              <a:gd name="T4" fmla="*/ 0 w 1758"/>
              <a:gd name="T5" fmla="*/ 2147483646 h 1354"/>
              <a:gd name="T6" fmla="*/ 0 w 1758"/>
              <a:gd name="T7" fmla="*/ 2147483646 h 1354"/>
              <a:gd name="T8" fmla="*/ 2147483646 w 1758"/>
              <a:gd name="T9" fmla="*/ 0 h 13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58"/>
              <a:gd name="T16" fmla="*/ 0 h 1354"/>
              <a:gd name="T17" fmla="*/ 1758 w 1758"/>
              <a:gd name="T18" fmla="*/ 1354 h 13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58" h="1354">
                <a:moveTo>
                  <a:pt x="1758" y="15"/>
                </a:moveTo>
                <a:lnTo>
                  <a:pt x="1758" y="1354"/>
                </a:lnTo>
                <a:lnTo>
                  <a:pt x="0" y="1354"/>
                </a:lnTo>
                <a:lnTo>
                  <a:pt x="0" y="456"/>
                </a:lnTo>
                <a:lnTo>
                  <a:pt x="1152" y="0"/>
                </a:lnTo>
              </a:path>
            </a:pathLst>
          </a:cu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grpSp>
        <p:nvGrpSpPr>
          <p:cNvPr id="65543" name="Group 8">
            <a:extLst>
              <a:ext uri="{FF2B5EF4-FFF2-40B4-BE49-F238E27FC236}">
                <a16:creationId xmlns:a16="http://schemas.microsoft.com/office/drawing/2014/main" id="{18182308-D281-BC41-9A17-095010186CAF}"/>
              </a:ext>
            </a:extLst>
          </p:cNvPr>
          <p:cNvGrpSpPr>
            <a:grpSpLocks/>
          </p:cNvGrpSpPr>
          <p:nvPr/>
        </p:nvGrpSpPr>
        <p:grpSpPr bwMode="auto">
          <a:xfrm>
            <a:off x="4292600" y="1116013"/>
            <a:ext cx="2916238" cy="627062"/>
            <a:chOff x="2368" y="695"/>
            <a:chExt cx="1837" cy="395"/>
          </a:xfrm>
        </p:grpSpPr>
        <p:sp>
          <p:nvSpPr>
            <p:cNvPr id="66221" name="AutoShape 9">
              <a:extLst>
                <a:ext uri="{FF2B5EF4-FFF2-40B4-BE49-F238E27FC236}">
                  <a16:creationId xmlns:a16="http://schemas.microsoft.com/office/drawing/2014/main" id="{9B586A8D-008E-EB44-8542-D0F274C1B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6222" name="AutoShape 10">
              <a:extLst>
                <a:ext uri="{FF2B5EF4-FFF2-40B4-BE49-F238E27FC236}">
                  <a16:creationId xmlns:a16="http://schemas.microsoft.com/office/drawing/2014/main" id="{78412D72-E680-3743-9CD3-50C14120E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6223" name="AutoShape 11">
              <a:extLst>
                <a:ext uri="{FF2B5EF4-FFF2-40B4-BE49-F238E27FC236}">
                  <a16:creationId xmlns:a16="http://schemas.microsoft.com/office/drawing/2014/main" id="{55DC8E02-3423-6545-B0AB-070726068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695"/>
              <a:ext cx="735" cy="395"/>
            </a:xfrm>
            <a:prstGeom prst="homePlate">
              <a:avLst>
                <a:gd name="adj" fmla="val 46519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</p:grpSp>
      <p:sp>
        <p:nvSpPr>
          <p:cNvPr id="65544" name="Text Box 12">
            <a:extLst>
              <a:ext uri="{FF2B5EF4-FFF2-40B4-BE49-F238E27FC236}">
                <a16:creationId xmlns:a16="http://schemas.microsoft.com/office/drawing/2014/main" id="{F1D09D00-56C4-2747-9DC1-85D17DE25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3238" y="806450"/>
            <a:ext cx="2824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 do produto ABC</a:t>
            </a:r>
          </a:p>
        </p:txBody>
      </p:sp>
      <p:grpSp>
        <p:nvGrpSpPr>
          <p:cNvPr id="65545" name="Group 13">
            <a:extLst>
              <a:ext uri="{FF2B5EF4-FFF2-40B4-BE49-F238E27FC236}">
                <a16:creationId xmlns:a16="http://schemas.microsoft.com/office/drawing/2014/main" id="{4F3CC3D2-FDC4-614F-A028-DD7E245D6519}"/>
              </a:ext>
            </a:extLst>
          </p:cNvPr>
          <p:cNvGrpSpPr>
            <a:grpSpLocks/>
          </p:cNvGrpSpPr>
          <p:nvPr/>
        </p:nvGrpSpPr>
        <p:grpSpPr bwMode="auto">
          <a:xfrm>
            <a:off x="3494088" y="2247900"/>
            <a:ext cx="3678237" cy="1239838"/>
            <a:chOff x="1820" y="1791"/>
            <a:chExt cx="3724" cy="945"/>
          </a:xfrm>
        </p:grpSpPr>
        <p:grpSp>
          <p:nvGrpSpPr>
            <p:cNvPr id="66214" name="Group 14">
              <a:extLst>
                <a:ext uri="{FF2B5EF4-FFF2-40B4-BE49-F238E27FC236}">
                  <a16:creationId xmlns:a16="http://schemas.microsoft.com/office/drawing/2014/main" id="{9DF7A879-4766-BB49-A527-287C0F0B0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0" y="2086"/>
              <a:ext cx="158" cy="650"/>
              <a:chOff x="2496" y="1399"/>
              <a:chExt cx="192" cy="857"/>
            </a:xfrm>
          </p:grpSpPr>
          <p:sp>
            <p:nvSpPr>
              <p:cNvPr id="66219" name="Line 15">
                <a:extLst>
                  <a:ext uri="{FF2B5EF4-FFF2-40B4-BE49-F238E27FC236}">
                    <a16:creationId xmlns:a16="http://schemas.microsoft.com/office/drawing/2014/main" id="{14E212D9-DD9E-B54D-9E78-85EF50ED3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399"/>
                <a:ext cx="0" cy="8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20" name="Rectangle 16">
                <a:extLst>
                  <a:ext uri="{FF2B5EF4-FFF2-40B4-BE49-F238E27FC236}">
                    <a16:creationId xmlns:a16="http://schemas.microsoft.com/office/drawing/2014/main" id="{01255646-A167-D94C-BFD8-71C197FFE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700000">
                <a:off x="2496" y="1680"/>
                <a:ext cx="192" cy="192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sp>
          <p:nvSpPr>
            <p:cNvPr id="66215" name="AutoShape 17">
              <a:extLst>
                <a:ext uri="{FF2B5EF4-FFF2-40B4-BE49-F238E27FC236}">
                  <a16:creationId xmlns:a16="http://schemas.microsoft.com/office/drawing/2014/main" id="{B64B9BB3-2D74-4043-9127-56EB6459C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1791"/>
              <a:ext cx="3648" cy="295"/>
            </a:xfrm>
            <a:prstGeom prst="chevron">
              <a:avLst>
                <a:gd name="adj" fmla="val 58281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6216" name="Group 18">
              <a:extLst>
                <a:ext uri="{FF2B5EF4-FFF2-40B4-BE49-F238E27FC236}">
                  <a16:creationId xmlns:a16="http://schemas.microsoft.com/office/drawing/2014/main" id="{368662BE-912D-7448-AA42-5B14FE9C9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0" y="2082"/>
              <a:ext cx="158" cy="650"/>
              <a:chOff x="2496" y="1399"/>
              <a:chExt cx="192" cy="857"/>
            </a:xfrm>
          </p:grpSpPr>
          <p:sp>
            <p:nvSpPr>
              <p:cNvPr id="66217" name="Line 19">
                <a:extLst>
                  <a:ext uri="{FF2B5EF4-FFF2-40B4-BE49-F238E27FC236}">
                    <a16:creationId xmlns:a16="http://schemas.microsoft.com/office/drawing/2014/main" id="{465557D3-1E2A-374A-A969-84A9236FB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399"/>
                <a:ext cx="0" cy="8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18" name="Rectangle 20">
                <a:extLst>
                  <a:ext uri="{FF2B5EF4-FFF2-40B4-BE49-F238E27FC236}">
                    <a16:creationId xmlns:a16="http://schemas.microsoft.com/office/drawing/2014/main" id="{4640DE19-C565-6C4F-ACE6-0FDD4532C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700000">
                <a:off x="2496" y="1680"/>
                <a:ext cx="192" cy="192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  <p:sp>
        <p:nvSpPr>
          <p:cNvPr id="65546" name="Rectangle 21">
            <a:extLst>
              <a:ext uri="{FF2B5EF4-FFF2-40B4-BE49-F238E27FC236}">
                <a16:creationId xmlns:a16="http://schemas.microsoft.com/office/drawing/2014/main" id="{4C718443-C8D4-AF4F-A98D-B1FCD978D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3500438"/>
            <a:ext cx="1533525" cy="7366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Definição de critérios para próximo gate</a:t>
            </a:r>
          </a:p>
        </p:txBody>
      </p:sp>
      <p:sp>
        <p:nvSpPr>
          <p:cNvPr id="65547" name="Rectangle 22">
            <a:extLst>
              <a:ext uri="{FF2B5EF4-FFF2-40B4-BE49-F238E27FC236}">
                <a16:creationId xmlns:a16="http://schemas.microsoft.com/office/drawing/2014/main" id="{B50EE07C-09A5-4746-B5A2-63FF4F7E6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4863" y="3500438"/>
            <a:ext cx="1533525" cy="736600"/>
          </a:xfrm>
          <a:prstGeom prst="rect">
            <a:avLst/>
          </a:prstGeom>
          <a:solidFill>
            <a:srgbClr val="FFCCFF"/>
          </a:solidFill>
          <a:ln w="3175">
            <a:solidFill>
              <a:schemeClr val="tx1"/>
            </a:solidFill>
            <a:prstDash val="sysDot"/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Definição de critérios para próximo gate</a:t>
            </a:r>
          </a:p>
        </p:txBody>
      </p:sp>
      <p:sp>
        <p:nvSpPr>
          <p:cNvPr id="65548" name="Rectangle 23">
            <a:extLst>
              <a:ext uri="{FF2B5EF4-FFF2-40B4-BE49-F238E27FC236}">
                <a16:creationId xmlns:a16="http://schemas.microsoft.com/office/drawing/2014/main" id="{870F3939-FB71-B045-A677-28E8688CB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500438"/>
            <a:ext cx="904875" cy="736600"/>
          </a:xfrm>
          <a:prstGeom prst="rect">
            <a:avLst/>
          </a:prstGeom>
          <a:solidFill>
            <a:srgbClr val="FFCCFF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Aprovar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gate</a:t>
            </a:r>
          </a:p>
        </p:txBody>
      </p:sp>
      <p:sp>
        <p:nvSpPr>
          <p:cNvPr id="65549" name="Rectangle 24">
            <a:extLst>
              <a:ext uri="{FF2B5EF4-FFF2-40B4-BE49-F238E27FC236}">
                <a16:creationId xmlns:a16="http://schemas.microsoft.com/office/drawing/2014/main" id="{0A061107-398B-7F40-B83E-09F35A74D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3350" y="3500438"/>
            <a:ext cx="1035050" cy="736600"/>
          </a:xfrm>
          <a:prstGeom prst="rect">
            <a:avLst/>
          </a:prstGeom>
          <a:solidFill>
            <a:srgbClr val="EAEAEA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Auto-avaliação </a:t>
            </a:r>
          </a:p>
        </p:txBody>
      </p:sp>
      <p:sp>
        <p:nvSpPr>
          <p:cNvPr id="65550" name="Text Box 25">
            <a:extLst>
              <a:ext uri="{FF2B5EF4-FFF2-40B4-BE49-F238E27FC236}">
                <a16:creationId xmlns:a16="http://schemas.microsoft.com/office/drawing/2014/main" id="{7A53F410-FA19-4C45-9E1E-A0540BF8E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3308350"/>
            <a:ext cx="9429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critérios</a:t>
            </a:r>
          </a:p>
        </p:txBody>
      </p:sp>
      <p:grpSp>
        <p:nvGrpSpPr>
          <p:cNvPr id="65551" name="Group 26">
            <a:extLst>
              <a:ext uri="{FF2B5EF4-FFF2-40B4-BE49-F238E27FC236}">
                <a16:creationId xmlns:a16="http://schemas.microsoft.com/office/drawing/2014/main" id="{8725254C-BCBF-944F-B5BD-6C1CEB2833EA}"/>
              </a:ext>
            </a:extLst>
          </p:cNvPr>
          <p:cNvGrpSpPr>
            <a:grpSpLocks/>
          </p:cNvGrpSpPr>
          <p:nvPr/>
        </p:nvGrpSpPr>
        <p:grpSpPr bwMode="auto">
          <a:xfrm>
            <a:off x="7038975" y="4346575"/>
            <a:ext cx="1371600" cy="687388"/>
            <a:chOff x="1850" y="1420"/>
            <a:chExt cx="2069" cy="811"/>
          </a:xfrm>
        </p:grpSpPr>
        <p:grpSp>
          <p:nvGrpSpPr>
            <p:cNvPr id="66007" name="Group 27">
              <a:extLst>
                <a:ext uri="{FF2B5EF4-FFF2-40B4-BE49-F238E27FC236}">
                  <a16:creationId xmlns:a16="http://schemas.microsoft.com/office/drawing/2014/main" id="{5C970AB3-7B6C-3542-B569-81B1529EFD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0" y="1420"/>
              <a:ext cx="2069" cy="811"/>
              <a:chOff x="1850" y="1420"/>
              <a:chExt cx="2069" cy="811"/>
            </a:xfrm>
          </p:grpSpPr>
          <p:sp>
            <p:nvSpPr>
              <p:cNvPr id="66014" name="Freeform 28">
                <a:extLst>
                  <a:ext uri="{FF2B5EF4-FFF2-40B4-BE49-F238E27FC236}">
                    <a16:creationId xmlns:a16="http://schemas.microsoft.com/office/drawing/2014/main" id="{7346F490-F94C-634A-87E4-B01B66D0C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45"/>
                <a:ext cx="443" cy="344"/>
              </a:xfrm>
              <a:custGeom>
                <a:avLst/>
                <a:gdLst>
                  <a:gd name="T0" fmla="*/ 0 w 3542"/>
                  <a:gd name="T1" fmla="*/ 0 h 2755"/>
                  <a:gd name="T2" fmla="*/ 0 w 3542"/>
                  <a:gd name="T3" fmla="*/ 0 h 2755"/>
                  <a:gd name="T4" fmla="*/ 0 w 3542"/>
                  <a:gd name="T5" fmla="*/ 0 h 2755"/>
                  <a:gd name="T6" fmla="*/ 0 w 3542"/>
                  <a:gd name="T7" fmla="*/ 0 h 2755"/>
                  <a:gd name="T8" fmla="*/ 0 w 3542"/>
                  <a:gd name="T9" fmla="*/ 0 h 2755"/>
                  <a:gd name="T10" fmla="*/ 0 w 3542"/>
                  <a:gd name="T11" fmla="*/ 0 h 2755"/>
                  <a:gd name="T12" fmla="*/ 0 w 3542"/>
                  <a:gd name="T13" fmla="*/ 0 h 2755"/>
                  <a:gd name="T14" fmla="*/ 0 w 3542"/>
                  <a:gd name="T15" fmla="*/ 0 h 2755"/>
                  <a:gd name="T16" fmla="*/ 0 w 3542"/>
                  <a:gd name="T17" fmla="*/ 0 h 2755"/>
                  <a:gd name="T18" fmla="*/ 0 w 3542"/>
                  <a:gd name="T19" fmla="*/ 0 h 2755"/>
                  <a:gd name="T20" fmla="*/ 0 w 3542"/>
                  <a:gd name="T21" fmla="*/ 0 h 2755"/>
                  <a:gd name="T22" fmla="*/ 0 w 3542"/>
                  <a:gd name="T23" fmla="*/ 0 h 2755"/>
                  <a:gd name="T24" fmla="*/ 0 w 3542"/>
                  <a:gd name="T25" fmla="*/ 0 h 2755"/>
                  <a:gd name="T26" fmla="*/ 0 w 3542"/>
                  <a:gd name="T27" fmla="*/ 0 h 2755"/>
                  <a:gd name="T28" fmla="*/ 0 w 3542"/>
                  <a:gd name="T29" fmla="*/ 0 h 2755"/>
                  <a:gd name="T30" fmla="*/ 0 w 3542"/>
                  <a:gd name="T31" fmla="*/ 0 h 2755"/>
                  <a:gd name="T32" fmla="*/ 0 w 3542"/>
                  <a:gd name="T33" fmla="*/ 0 h 2755"/>
                  <a:gd name="T34" fmla="*/ 0 w 3542"/>
                  <a:gd name="T35" fmla="*/ 0 h 2755"/>
                  <a:gd name="T36" fmla="*/ 0 w 3542"/>
                  <a:gd name="T37" fmla="*/ 0 h 2755"/>
                  <a:gd name="T38" fmla="*/ 0 w 3542"/>
                  <a:gd name="T39" fmla="*/ 0 h 2755"/>
                  <a:gd name="T40" fmla="*/ 0 w 3542"/>
                  <a:gd name="T41" fmla="*/ 0 h 2755"/>
                  <a:gd name="T42" fmla="*/ 0 w 3542"/>
                  <a:gd name="T43" fmla="*/ 0 h 2755"/>
                  <a:gd name="T44" fmla="*/ 0 w 3542"/>
                  <a:gd name="T45" fmla="*/ 0 h 2755"/>
                  <a:gd name="T46" fmla="*/ 0 w 3542"/>
                  <a:gd name="T47" fmla="*/ 0 h 2755"/>
                  <a:gd name="T48" fmla="*/ 0 w 3542"/>
                  <a:gd name="T49" fmla="*/ 0 h 2755"/>
                  <a:gd name="T50" fmla="*/ 0 w 3542"/>
                  <a:gd name="T51" fmla="*/ 0 h 2755"/>
                  <a:gd name="T52" fmla="*/ 0 w 3542"/>
                  <a:gd name="T53" fmla="*/ 0 h 2755"/>
                  <a:gd name="T54" fmla="*/ 0 w 3542"/>
                  <a:gd name="T55" fmla="*/ 0 h 2755"/>
                  <a:gd name="T56" fmla="*/ 0 w 3542"/>
                  <a:gd name="T57" fmla="*/ 0 h 2755"/>
                  <a:gd name="T58" fmla="*/ 0 w 3542"/>
                  <a:gd name="T59" fmla="*/ 0 h 2755"/>
                  <a:gd name="T60" fmla="*/ 0 w 3542"/>
                  <a:gd name="T61" fmla="*/ 0 h 2755"/>
                  <a:gd name="T62" fmla="*/ 0 w 3542"/>
                  <a:gd name="T63" fmla="*/ 0 h 2755"/>
                  <a:gd name="T64" fmla="*/ 0 w 3542"/>
                  <a:gd name="T65" fmla="*/ 0 h 2755"/>
                  <a:gd name="T66" fmla="*/ 0 w 3542"/>
                  <a:gd name="T67" fmla="*/ 0 h 2755"/>
                  <a:gd name="T68" fmla="*/ 0 w 3542"/>
                  <a:gd name="T69" fmla="*/ 0 h 27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42"/>
                  <a:gd name="T106" fmla="*/ 0 h 2755"/>
                  <a:gd name="T107" fmla="*/ 3542 w 3542"/>
                  <a:gd name="T108" fmla="*/ 2755 h 275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42" h="2755">
                    <a:moveTo>
                      <a:pt x="3542" y="2755"/>
                    </a:moveTo>
                    <a:lnTo>
                      <a:pt x="3452" y="2648"/>
                    </a:lnTo>
                    <a:lnTo>
                      <a:pt x="3415" y="2476"/>
                    </a:lnTo>
                    <a:lnTo>
                      <a:pt x="3307" y="2404"/>
                    </a:lnTo>
                    <a:lnTo>
                      <a:pt x="3290" y="2296"/>
                    </a:lnTo>
                    <a:lnTo>
                      <a:pt x="3355" y="2222"/>
                    </a:lnTo>
                    <a:lnTo>
                      <a:pt x="3355" y="2141"/>
                    </a:lnTo>
                    <a:lnTo>
                      <a:pt x="3314" y="2052"/>
                    </a:lnTo>
                    <a:lnTo>
                      <a:pt x="3248" y="1954"/>
                    </a:lnTo>
                    <a:lnTo>
                      <a:pt x="3248" y="1791"/>
                    </a:lnTo>
                    <a:lnTo>
                      <a:pt x="3307" y="1724"/>
                    </a:lnTo>
                    <a:lnTo>
                      <a:pt x="3299" y="1652"/>
                    </a:lnTo>
                    <a:lnTo>
                      <a:pt x="3233" y="1604"/>
                    </a:lnTo>
                    <a:lnTo>
                      <a:pt x="3200" y="1503"/>
                    </a:lnTo>
                    <a:lnTo>
                      <a:pt x="3209" y="1417"/>
                    </a:lnTo>
                    <a:lnTo>
                      <a:pt x="3191" y="1286"/>
                    </a:lnTo>
                    <a:lnTo>
                      <a:pt x="3166" y="1114"/>
                    </a:lnTo>
                    <a:lnTo>
                      <a:pt x="3166" y="910"/>
                    </a:lnTo>
                    <a:lnTo>
                      <a:pt x="3166" y="754"/>
                    </a:lnTo>
                    <a:lnTo>
                      <a:pt x="3161" y="592"/>
                    </a:lnTo>
                    <a:lnTo>
                      <a:pt x="3125" y="451"/>
                    </a:lnTo>
                    <a:lnTo>
                      <a:pt x="3092" y="360"/>
                    </a:lnTo>
                    <a:lnTo>
                      <a:pt x="2712" y="171"/>
                    </a:lnTo>
                    <a:lnTo>
                      <a:pt x="2492" y="110"/>
                    </a:lnTo>
                    <a:lnTo>
                      <a:pt x="2279" y="68"/>
                    </a:lnTo>
                    <a:lnTo>
                      <a:pt x="2044" y="0"/>
                    </a:lnTo>
                    <a:lnTo>
                      <a:pt x="890" y="27"/>
                    </a:lnTo>
                    <a:lnTo>
                      <a:pt x="556" y="85"/>
                    </a:lnTo>
                    <a:lnTo>
                      <a:pt x="222" y="205"/>
                    </a:lnTo>
                    <a:lnTo>
                      <a:pt x="123" y="264"/>
                    </a:lnTo>
                    <a:lnTo>
                      <a:pt x="40" y="461"/>
                    </a:lnTo>
                    <a:lnTo>
                      <a:pt x="40" y="1145"/>
                    </a:lnTo>
                    <a:lnTo>
                      <a:pt x="0" y="1235"/>
                    </a:lnTo>
                    <a:lnTo>
                      <a:pt x="540" y="2755"/>
                    </a:lnTo>
                    <a:lnTo>
                      <a:pt x="3542" y="27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15" name="Freeform 29">
                <a:extLst>
                  <a:ext uri="{FF2B5EF4-FFF2-40B4-BE49-F238E27FC236}">
                    <a16:creationId xmlns:a16="http://schemas.microsoft.com/office/drawing/2014/main" id="{EF022C62-BB06-F343-BAB9-2D7BF29C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653"/>
                <a:ext cx="201" cy="171"/>
              </a:xfrm>
              <a:custGeom>
                <a:avLst/>
                <a:gdLst>
                  <a:gd name="T0" fmla="*/ 0 w 1609"/>
                  <a:gd name="T1" fmla="*/ 0 h 1365"/>
                  <a:gd name="T2" fmla="*/ 0 w 1609"/>
                  <a:gd name="T3" fmla="*/ 0 h 1365"/>
                  <a:gd name="T4" fmla="*/ 0 w 1609"/>
                  <a:gd name="T5" fmla="*/ 0 h 1365"/>
                  <a:gd name="T6" fmla="*/ 0 w 1609"/>
                  <a:gd name="T7" fmla="*/ 0 h 1365"/>
                  <a:gd name="T8" fmla="*/ 0 w 1609"/>
                  <a:gd name="T9" fmla="*/ 0 h 1365"/>
                  <a:gd name="T10" fmla="*/ 0 w 1609"/>
                  <a:gd name="T11" fmla="*/ 0 h 1365"/>
                  <a:gd name="T12" fmla="*/ 0 w 1609"/>
                  <a:gd name="T13" fmla="*/ 0 h 1365"/>
                  <a:gd name="T14" fmla="*/ 0 w 1609"/>
                  <a:gd name="T15" fmla="*/ 0 h 1365"/>
                  <a:gd name="T16" fmla="*/ 0 w 1609"/>
                  <a:gd name="T17" fmla="*/ 0 h 1365"/>
                  <a:gd name="T18" fmla="*/ 0 w 1609"/>
                  <a:gd name="T19" fmla="*/ 0 h 1365"/>
                  <a:gd name="T20" fmla="*/ 0 w 1609"/>
                  <a:gd name="T21" fmla="*/ 0 h 1365"/>
                  <a:gd name="T22" fmla="*/ 0 w 1609"/>
                  <a:gd name="T23" fmla="*/ 0 h 1365"/>
                  <a:gd name="T24" fmla="*/ 0 w 1609"/>
                  <a:gd name="T25" fmla="*/ 0 h 1365"/>
                  <a:gd name="T26" fmla="*/ 0 w 1609"/>
                  <a:gd name="T27" fmla="*/ 0 h 1365"/>
                  <a:gd name="T28" fmla="*/ 0 w 1609"/>
                  <a:gd name="T29" fmla="*/ 0 h 13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09"/>
                  <a:gd name="T46" fmla="*/ 0 h 1365"/>
                  <a:gd name="T47" fmla="*/ 1609 w 1609"/>
                  <a:gd name="T48" fmla="*/ 1365 h 136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09" h="1365">
                    <a:moveTo>
                      <a:pt x="1609" y="1365"/>
                    </a:moveTo>
                    <a:lnTo>
                      <a:pt x="1148" y="499"/>
                    </a:lnTo>
                    <a:lnTo>
                      <a:pt x="1019" y="323"/>
                    </a:lnTo>
                    <a:lnTo>
                      <a:pt x="763" y="187"/>
                    </a:lnTo>
                    <a:lnTo>
                      <a:pt x="493" y="121"/>
                    </a:lnTo>
                    <a:lnTo>
                      <a:pt x="279" y="130"/>
                    </a:lnTo>
                    <a:lnTo>
                      <a:pt x="0" y="169"/>
                    </a:lnTo>
                    <a:lnTo>
                      <a:pt x="67" y="121"/>
                    </a:lnTo>
                    <a:lnTo>
                      <a:pt x="353" y="31"/>
                    </a:lnTo>
                    <a:lnTo>
                      <a:pt x="650" y="0"/>
                    </a:lnTo>
                    <a:lnTo>
                      <a:pt x="862" y="31"/>
                    </a:lnTo>
                    <a:lnTo>
                      <a:pt x="1102" y="255"/>
                    </a:lnTo>
                    <a:lnTo>
                      <a:pt x="1264" y="547"/>
                    </a:lnTo>
                    <a:lnTo>
                      <a:pt x="1346" y="767"/>
                    </a:lnTo>
                    <a:lnTo>
                      <a:pt x="1609" y="136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16" name="Freeform 30">
                <a:extLst>
                  <a:ext uri="{FF2B5EF4-FFF2-40B4-BE49-F238E27FC236}">
                    <a16:creationId xmlns:a16="http://schemas.microsoft.com/office/drawing/2014/main" id="{37A7E5A6-C65D-9A4A-99FC-B632CC556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99"/>
                <a:ext cx="103" cy="166"/>
              </a:xfrm>
              <a:custGeom>
                <a:avLst/>
                <a:gdLst>
                  <a:gd name="T0" fmla="*/ 0 w 829"/>
                  <a:gd name="T1" fmla="*/ 0 h 1330"/>
                  <a:gd name="T2" fmla="*/ 0 w 829"/>
                  <a:gd name="T3" fmla="*/ 0 h 1330"/>
                  <a:gd name="T4" fmla="*/ 0 w 829"/>
                  <a:gd name="T5" fmla="*/ 0 h 1330"/>
                  <a:gd name="T6" fmla="*/ 0 w 829"/>
                  <a:gd name="T7" fmla="*/ 0 h 1330"/>
                  <a:gd name="T8" fmla="*/ 0 w 829"/>
                  <a:gd name="T9" fmla="*/ 0 h 1330"/>
                  <a:gd name="T10" fmla="*/ 0 w 829"/>
                  <a:gd name="T11" fmla="*/ 0 h 1330"/>
                  <a:gd name="T12" fmla="*/ 0 w 829"/>
                  <a:gd name="T13" fmla="*/ 0 h 1330"/>
                  <a:gd name="T14" fmla="*/ 0 w 829"/>
                  <a:gd name="T15" fmla="*/ 0 h 1330"/>
                  <a:gd name="T16" fmla="*/ 0 w 829"/>
                  <a:gd name="T17" fmla="*/ 0 h 1330"/>
                  <a:gd name="T18" fmla="*/ 0 w 829"/>
                  <a:gd name="T19" fmla="*/ 0 h 1330"/>
                  <a:gd name="T20" fmla="*/ 0 w 829"/>
                  <a:gd name="T21" fmla="*/ 0 h 1330"/>
                  <a:gd name="T22" fmla="*/ 0 w 829"/>
                  <a:gd name="T23" fmla="*/ 0 h 1330"/>
                  <a:gd name="T24" fmla="*/ 0 w 829"/>
                  <a:gd name="T25" fmla="*/ 0 h 1330"/>
                  <a:gd name="T26" fmla="*/ 0 w 829"/>
                  <a:gd name="T27" fmla="*/ 0 h 1330"/>
                  <a:gd name="T28" fmla="*/ 0 w 829"/>
                  <a:gd name="T29" fmla="*/ 0 h 1330"/>
                  <a:gd name="T30" fmla="*/ 0 w 829"/>
                  <a:gd name="T31" fmla="*/ 0 h 1330"/>
                  <a:gd name="T32" fmla="*/ 0 w 829"/>
                  <a:gd name="T33" fmla="*/ 0 h 1330"/>
                  <a:gd name="T34" fmla="*/ 0 w 829"/>
                  <a:gd name="T35" fmla="*/ 0 h 1330"/>
                  <a:gd name="T36" fmla="*/ 0 w 829"/>
                  <a:gd name="T37" fmla="*/ 0 h 1330"/>
                  <a:gd name="T38" fmla="*/ 0 w 829"/>
                  <a:gd name="T39" fmla="*/ 0 h 1330"/>
                  <a:gd name="T40" fmla="*/ 0 w 829"/>
                  <a:gd name="T41" fmla="*/ 0 h 1330"/>
                  <a:gd name="T42" fmla="*/ 0 w 829"/>
                  <a:gd name="T43" fmla="*/ 0 h 1330"/>
                  <a:gd name="T44" fmla="*/ 0 w 829"/>
                  <a:gd name="T45" fmla="*/ 0 h 1330"/>
                  <a:gd name="T46" fmla="*/ 0 w 829"/>
                  <a:gd name="T47" fmla="*/ 0 h 1330"/>
                  <a:gd name="T48" fmla="*/ 0 w 829"/>
                  <a:gd name="T49" fmla="*/ 0 h 1330"/>
                  <a:gd name="T50" fmla="*/ 0 w 829"/>
                  <a:gd name="T51" fmla="*/ 0 h 1330"/>
                  <a:gd name="T52" fmla="*/ 0 w 829"/>
                  <a:gd name="T53" fmla="*/ 0 h 1330"/>
                  <a:gd name="T54" fmla="*/ 0 w 829"/>
                  <a:gd name="T55" fmla="*/ 0 h 1330"/>
                  <a:gd name="T56" fmla="*/ 0 w 829"/>
                  <a:gd name="T57" fmla="*/ 0 h 1330"/>
                  <a:gd name="T58" fmla="*/ 0 w 829"/>
                  <a:gd name="T59" fmla="*/ 0 h 1330"/>
                  <a:gd name="T60" fmla="*/ 0 w 829"/>
                  <a:gd name="T61" fmla="*/ 0 h 13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829"/>
                  <a:gd name="T94" fmla="*/ 0 h 1330"/>
                  <a:gd name="T95" fmla="*/ 829 w 829"/>
                  <a:gd name="T96" fmla="*/ 1330 h 13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829" h="1330">
                    <a:moveTo>
                      <a:pt x="548" y="586"/>
                    </a:moveTo>
                    <a:lnTo>
                      <a:pt x="484" y="464"/>
                    </a:lnTo>
                    <a:lnTo>
                      <a:pt x="394" y="360"/>
                    </a:lnTo>
                    <a:lnTo>
                      <a:pt x="304" y="286"/>
                    </a:lnTo>
                    <a:lnTo>
                      <a:pt x="205" y="235"/>
                    </a:lnTo>
                    <a:lnTo>
                      <a:pt x="156" y="226"/>
                    </a:lnTo>
                    <a:lnTo>
                      <a:pt x="221" y="374"/>
                    </a:lnTo>
                    <a:lnTo>
                      <a:pt x="359" y="554"/>
                    </a:lnTo>
                    <a:lnTo>
                      <a:pt x="516" y="694"/>
                    </a:lnTo>
                    <a:lnTo>
                      <a:pt x="714" y="835"/>
                    </a:lnTo>
                    <a:lnTo>
                      <a:pt x="745" y="851"/>
                    </a:lnTo>
                    <a:lnTo>
                      <a:pt x="829" y="1100"/>
                    </a:lnTo>
                    <a:lnTo>
                      <a:pt x="756" y="1158"/>
                    </a:lnTo>
                    <a:lnTo>
                      <a:pt x="809" y="1330"/>
                    </a:lnTo>
                    <a:lnTo>
                      <a:pt x="631" y="1305"/>
                    </a:lnTo>
                    <a:lnTo>
                      <a:pt x="703" y="1275"/>
                    </a:lnTo>
                    <a:lnTo>
                      <a:pt x="590" y="1127"/>
                    </a:lnTo>
                    <a:lnTo>
                      <a:pt x="304" y="1013"/>
                    </a:lnTo>
                    <a:lnTo>
                      <a:pt x="128" y="888"/>
                    </a:lnTo>
                    <a:lnTo>
                      <a:pt x="82" y="851"/>
                    </a:lnTo>
                    <a:lnTo>
                      <a:pt x="106" y="923"/>
                    </a:lnTo>
                    <a:lnTo>
                      <a:pt x="179" y="1028"/>
                    </a:lnTo>
                    <a:lnTo>
                      <a:pt x="39" y="906"/>
                    </a:lnTo>
                    <a:lnTo>
                      <a:pt x="7" y="791"/>
                    </a:lnTo>
                    <a:lnTo>
                      <a:pt x="0" y="743"/>
                    </a:lnTo>
                    <a:lnTo>
                      <a:pt x="48" y="586"/>
                    </a:lnTo>
                    <a:lnTo>
                      <a:pt x="64" y="0"/>
                    </a:lnTo>
                    <a:lnTo>
                      <a:pt x="286" y="148"/>
                    </a:lnTo>
                    <a:lnTo>
                      <a:pt x="431" y="307"/>
                    </a:lnTo>
                    <a:lnTo>
                      <a:pt x="509" y="448"/>
                    </a:lnTo>
                    <a:lnTo>
                      <a:pt x="548" y="586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17" name="Freeform 31">
                <a:extLst>
                  <a:ext uri="{FF2B5EF4-FFF2-40B4-BE49-F238E27FC236}">
                    <a16:creationId xmlns:a16="http://schemas.microsoft.com/office/drawing/2014/main" id="{4BCAF739-7B37-574C-B7EC-EFBE898F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830"/>
                <a:ext cx="74" cy="89"/>
              </a:xfrm>
              <a:custGeom>
                <a:avLst/>
                <a:gdLst>
                  <a:gd name="T0" fmla="*/ 0 w 593"/>
                  <a:gd name="T1" fmla="*/ 0 h 716"/>
                  <a:gd name="T2" fmla="*/ 0 w 593"/>
                  <a:gd name="T3" fmla="*/ 0 h 716"/>
                  <a:gd name="T4" fmla="*/ 0 w 593"/>
                  <a:gd name="T5" fmla="*/ 0 h 716"/>
                  <a:gd name="T6" fmla="*/ 0 w 593"/>
                  <a:gd name="T7" fmla="*/ 0 h 716"/>
                  <a:gd name="T8" fmla="*/ 0 w 593"/>
                  <a:gd name="T9" fmla="*/ 0 h 716"/>
                  <a:gd name="T10" fmla="*/ 0 w 593"/>
                  <a:gd name="T11" fmla="*/ 0 h 716"/>
                  <a:gd name="T12" fmla="*/ 0 w 593"/>
                  <a:gd name="T13" fmla="*/ 0 h 716"/>
                  <a:gd name="T14" fmla="*/ 0 w 593"/>
                  <a:gd name="T15" fmla="*/ 0 h 716"/>
                  <a:gd name="T16" fmla="*/ 0 w 593"/>
                  <a:gd name="T17" fmla="*/ 0 h 716"/>
                  <a:gd name="T18" fmla="*/ 0 w 593"/>
                  <a:gd name="T19" fmla="*/ 0 h 716"/>
                  <a:gd name="T20" fmla="*/ 0 w 593"/>
                  <a:gd name="T21" fmla="*/ 0 h 716"/>
                  <a:gd name="T22" fmla="*/ 0 w 593"/>
                  <a:gd name="T23" fmla="*/ 0 h 716"/>
                  <a:gd name="T24" fmla="*/ 0 w 593"/>
                  <a:gd name="T25" fmla="*/ 0 h 716"/>
                  <a:gd name="T26" fmla="*/ 0 w 593"/>
                  <a:gd name="T27" fmla="*/ 0 h 716"/>
                  <a:gd name="T28" fmla="*/ 0 w 593"/>
                  <a:gd name="T29" fmla="*/ 0 h 716"/>
                  <a:gd name="T30" fmla="*/ 0 w 593"/>
                  <a:gd name="T31" fmla="*/ 0 h 716"/>
                  <a:gd name="T32" fmla="*/ 0 w 593"/>
                  <a:gd name="T33" fmla="*/ 0 h 7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3"/>
                  <a:gd name="T52" fmla="*/ 0 h 716"/>
                  <a:gd name="T53" fmla="*/ 593 w 593"/>
                  <a:gd name="T54" fmla="*/ 716 h 7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3" h="716">
                    <a:moveTo>
                      <a:pt x="19" y="0"/>
                    </a:moveTo>
                    <a:lnTo>
                      <a:pt x="132" y="54"/>
                    </a:lnTo>
                    <a:lnTo>
                      <a:pt x="190" y="187"/>
                    </a:lnTo>
                    <a:lnTo>
                      <a:pt x="331" y="268"/>
                    </a:lnTo>
                    <a:lnTo>
                      <a:pt x="222" y="259"/>
                    </a:lnTo>
                    <a:lnTo>
                      <a:pt x="289" y="310"/>
                    </a:lnTo>
                    <a:lnTo>
                      <a:pt x="455" y="358"/>
                    </a:lnTo>
                    <a:lnTo>
                      <a:pt x="534" y="448"/>
                    </a:lnTo>
                    <a:lnTo>
                      <a:pt x="492" y="538"/>
                    </a:lnTo>
                    <a:lnTo>
                      <a:pt x="388" y="473"/>
                    </a:lnTo>
                    <a:lnTo>
                      <a:pt x="354" y="529"/>
                    </a:lnTo>
                    <a:lnTo>
                      <a:pt x="503" y="587"/>
                    </a:lnTo>
                    <a:lnTo>
                      <a:pt x="593" y="554"/>
                    </a:lnTo>
                    <a:lnTo>
                      <a:pt x="518" y="716"/>
                    </a:lnTo>
                    <a:lnTo>
                      <a:pt x="275" y="554"/>
                    </a:lnTo>
                    <a:lnTo>
                      <a:pt x="0" y="22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18" name="Freeform 32">
                <a:extLst>
                  <a:ext uri="{FF2B5EF4-FFF2-40B4-BE49-F238E27FC236}">
                    <a16:creationId xmlns:a16="http://schemas.microsoft.com/office/drawing/2014/main" id="{CDA088C9-30AA-2F4B-A195-C10C4AE3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10"/>
                <a:ext cx="154" cy="100"/>
              </a:xfrm>
              <a:custGeom>
                <a:avLst/>
                <a:gdLst>
                  <a:gd name="T0" fmla="*/ 0 w 1232"/>
                  <a:gd name="T1" fmla="*/ 0 h 800"/>
                  <a:gd name="T2" fmla="*/ 0 w 1232"/>
                  <a:gd name="T3" fmla="*/ 0 h 800"/>
                  <a:gd name="T4" fmla="*/ 0 w 1232"/>
                  <a:gd name="T5" fmla="*/ 0 h 800"/>
                  <a:gd name="T6" fmla="*/ 0 w 1232"/>
                  <a:gd name="T7" fmla="*/ 0 h 800"/>
                  <a:gd name="T8" fmla="*/ 0 w 1232"/>
                  <a:gd name="T9" fmla="*/ 0 h 800"/>
                  <a:gd name="T10" fmla="*/ 0 w 1232"/>
                  <a:gd name="T11" fmla="*/ 0 h 800"/>
                  <a:gd name="T12" fmla="*/ 0 w 1232"/>
                  <a:gd name="T13" fmla="*/ 0 h 800"/>
                  <a:gd name="T14" fmla="*/ 0 w 1232"/>
                  <a:gd name="T15" fmla="*/ 0 h 800"/>
                  <a:gd name="T16" fmla="*/ 0 w 1232"/>
                  <a:gd name="T17" fmla="*/ 0 h 800"/>
                  <a:gd name="T18" fmla="*/ 0 w 1232"/>
                  <a:gd name="T19" fmla="*/ 0 h 800"/>
                  <a:gd name="T20" fmla="*/ 0 w 1232"/>
                  <a:gd name="T21" fmla="*/ 0 h 800"/>
                  <a:gd name="T22" fmla="*/ 0 w 1232"/>
                  <a:gd name="T23" fmla="*/ 0 h 8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32"/>
                  <a:gd name="T37" fmla="*/ 0 h 800"/>
                  <a:gd name="T38" fmla="*/ 1232 w 1232"/>
                  <a:gd name="T39" fmla="*/ 800 h 80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32" h="800">
                    <a:moveTo>
                      <a:pt x="141" y="141"/>
                    </a:moveTo>
                    <a:lnTo>
                      <a:pt x="188" y="171"/>
                    </a:lnTo>
                    <a:lnTo>
                      <a:pt x="215" y="0"/>
                    </a:lnTo>
                    <a:lnTo>
                      <a:pt x="282" y="254"/>
                    </a:lnTo>
                    <a:lnTo>
                      <a:pt x="248" y="325"/>
                    </a:lnTo>
                    <a:lnTo>
                      <a:pt x="575" y="435"/>
                    </a:lnTo>
                    <a:lnTo>
                      <a:pt x="764" y="595"/>
                    </a:lnTo>
                    <a:lnTo>
                      <a:pt x="1174" y="595"/>
                    </a:lnTo>
                    <a:lnTo>
                      <a:pt x="1232" y="717"/>
                    </a:lnTo>
                    <a:lnTo>
                      <a:pt x="764" y="800"/>
                    </a:lnTo>
                    <a:lnTo>
                      <a:pt x="0" y="341"/>
                    </a:lnTo>
                    <a:lnTo>
                      <a:pt x="141" y="1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19" name="Freeform 33">
                <a:extLst>
                  <a:ext uri="{FF2B5EF4-FFF2-40B4-BE49-F238E27FC236}">
                    <a16:creationId xmlns:a16="http://schemas.microsoft.com/office/drawing/2014/main" id="{129CD2A1-41FF-C948-A1AE-6E42F62DD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696"/>
                <a:ext cx="280" cy="243"/>
              </a:xfrm>
              <a:custGeom>
                <a:avLst/>
                <a:gdLst>
                  <a:gd name="T0" fmla="*/ 0 w 2241"/>
                  <a:gd name="T1" fmla="*/ 0 h 1943"/>
                  <a:gd name="T2" fmla="*/ 0 w 2241"/>
                  <a:gd name="T3" fmla="*/ 0 h 1943"/>
                  <a:gd name="T4" fmla="*/ 0 w 2241"/>
                  <a:gd name="T5" fmla="*/ 0 h 1943"/>
                  <a:gd name="T6" fmla="*/ 0 w 2241"/>
                  <a:gd name="T7" fmla="*/ 0 h 1943"/>
                  <a:gd name="T8" fmla="*/ 0 w 2241"/>
                  <a:gd name="T9" fmla="*/ 0 h 1943"/>
                  <a:gd name="T10" fmla="*/ 0 w 2241"/>
                  <a:gd name="T11" fmla="*/ 0 h 1943"/>
                  <a:gd name="T12" fmla="*/ 0 w 2241"/>
                  <a:gd name="T13" fmla="*/ 0 h 1943"/>
                  <a:gd name="T14" fmla="*/ 0 w 2241"/>
                  <a:gd name="T15" fmla="*/ 0 h 1943"/>
                  <a:gd name="T16" fmla="*/ 0 w 2241"/>
                  <a:gd name="T17" fmla="*/ 0 h 1943"/>
                  <a:gd name="T18" fmla="*/ 0 w 2241"/>
                  <a:gd name="T19" fmla="*/ 0 h 1943"/>
                  <a:gd name="T20" fmla="*/ 0 w 2241"/>
                  <a:gd name="T21" fmla="*/ 0 h 1943"/>
                  <a:gd name="T22" fmla="*/ 0 w 2241"/>
                  <a:gd name="T23" fmla="*/ 0 h 1943"/>
                  <a:gd name="T24" fmla="*/ 0 w 2241"/>
                  <a:gd name="T25" fmla="*/ 0 h 1943"/>
                  <a:gd name="T26" fmla="*/ 0 w 2241"/>
                  <a:gd name="T27" fmla="*/ 0 h 1943"/>
                  <a:gd name="T28" fmla="*/ 0 w 2241"/>
                  <a:gd name="T29" fmla="*/ 0 h 1943"/>
                  <a:gd name="T30" fmla="*/ 0 w 2241"/>
                  <a:gd name="T31" fmla="*/ 0 h 1943"/>
                  <a:gd name="T32" fmla="*/ 0 w 2241"/>
                  <a:gd name="T33" fmla="*/ 0 h 1943"/>
                  <a:gd name="T34" fmla="*/ 0 w 2241"/>
                  <a:gd name="T35" fmla="*/ 0 h 1943"/>
                  <a:gd name="T36" fmla="*/ 0 w 2241"/>
                  <a:gd name="T37" fmla="*/ 0 h 1943"/>
                  <a:gd name="T38" fmla="*/ 0 w 2241"/>
                  <a:gd name="T39" fmla="*/ 0 h 1943"/>
                  <a:gd name="T40" fmla="*/ 0 w 2241"/>
                  <a:gd name="T41" fmla="*/ 0 h 1943"/>
                  <a:gd name="T42" fmla="*/ 0 w 2241"/>
                  <a:gd name="T43" fmla="*/ 0 h 1943"/>
                  <a:gd name="T44" fmla="*/ 0 w 2241"/>
                  <a:gd name="T45" fmla="*/ 0 h 1943"/>
                  <a:gd name="T46" fmla="*/ 0 w 2241"/>
                  <a:gd name="T47" fmla="*/ 0 h 1943"/>
                  <a:gd name="T48" fmla="*/ 0 w 2241"/>
                  <a:gd name="T49" fmla="*/ 0 h 1943"/>
                  <a:gd name="T50" fmla="*/ 0 w 2241"/>
                  <a:gd name="T51" fmla="*/ 0 h 1943"/>
                  <a:gd name="T52" fmla="*/ 0 w 2241"/>
                  <a:gd name="T53" fmla="*/ 0 h 1943"/>
                  <a:gd name="T54" fmla="*/ 0 w 2241"/>
                  <a:gd name="T55" fmla="*/ 0 h 1943"/>
                  <a:gd name="T56" fmla="*/ 0 w 2241"/>
                  <a:gd name="T57" fmla="*/ 0 h 1943"/>
                  <a:gd name="T58" fmla="*/ 0 w 2241"/>
                  <a:gd name="T59" fmla="*/ 0 h 1943"/>
                  <a:gd name="T60" fmla="*/ 0 w 2241"/>
                  <a:gd name="T61" fmla="*/ 0 h 1943"/>
                  <a:gd name="T62" fmla="*/ 0 w 2241"/>
                  <a:gd name="T63" fmla="*/ 0 h 1943"/>
                  <a:gd name="T64" fmla="*/ 0 w 2241"/>
                  <a:gd name="T65" fmla="*/ 0 h 1943"/>
                  <a:gd name="T66" fmla="*/ 0 w 2241"/>
                  <a:gd name="T67" fmla="*/ 0 h 1943"/>
                  <a:gd name="T68" fmla="*/ 0 w 2241"/>
                  <a:gd name="T69" fmla="*/ 0 h 1943"/>
                  <a:gd name="T70" fmla="*/ 0 w 2241"/>
                  <a:gd name="T71" fmla="*/ 0 h 1943"/>
                  <a:gd name="T72" fmla="*/ 0 w 2241"/>
                  <a:gd name="T73" fmla="*/ 0 h 1943"/>
                  <a:gd name="T74" fmla="*/ 0 w 2241"/>
                  <a:gd name="T75" fmla="*/ 0 h 1943"/>
                  <a:gd name="T76" fmla="*/ 0 w 2241"/>
                  <a:gd name="T77" fmla="*/ 0 h 1943"/>
                  <a:gd name="T78" fmla="*/ 0 w 2241"/>
                  <a:gd name="T79" fmla="*/ 0 h 1943"/>
                  <a:gd name="T80" fmla="*/ 0 w 2241"/>
                  <a:gd name="T81" fmla="*/ 0 h 1943"/>
                  <a:gd name="T82" fmla="*/ 0 w 2241"/>
                  <a:gd name="T83" fmla="*/ 0 h 1943"/>
                  <a:gd name="T84" fmla="*/ 0 w 2241"/>
                  <a:gd name="T85" fmla="*/ 0 h 1943"/>
                  <a:gd name="T86" fmla="*/ 0 w 2241"/>
                  <a:gd name="T87" fmla="*/ 0 h 1943"/>
                  <a:gd name="T88" fmla="*/ 0 w 2241"/>
                  <a:gd name="T89" fmla="*/ 0 h 1943"/>
                  <a:gd name="T90" fmla="*/ 0 w 2241"/>
                  <a:gd name="T91" fmla="*/ 0 h 1943"/>
                  <a:gd name="T92" fmla="*/ 0 w 2241"/>
                  <a:gd name="T93" fmla="*/ 0 h 1943"/>
                  <a:gd name="T94" fmla="*/ 0 w 2241"/>
                  <a:gd name="T95" fmla="*/ 0 h 194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41"/>
                  <a:gd name="T145" fmla="*/ 0 h 1943"/>
                  <a:gd name="T146" fmla="*/ 2241 w 2241"/>
                  <a:gd name="T147" fmla="*/ 1943 h 194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41" h="1943">
                    <a:moveTo>
                      <a:pt x="1241" y="0"/>
                    </a:moveTo>
                    <a:lnTo>
                      <a:pt x="1308" y="277"/>
                    </a:lnTo>
                    <a:lnTo>
                      <a:pt x="1314" y="623"/>
                    </a:lnTo>
                    <a:lnTo>
                      <a:pt x="1250" y="1053"/>
                    </a:lnTo>
                    <a:lnTo>
                      <a:pt x="1133" y="1404"/>
                    </a:lnTo>
                    <a:lnTo>
                      <a:pt x="1232" y="1496"/>
                    </a:lnTo>
                    <a:lnTo>
                      <a:pt x="1035" y="1559"/>
                    </a:lnTo>
                    <a:lnTo>
                      <a:pt x="674" y="1519"/>
                    </a:lnTo>
                    <a:lnTo>
                      <a:pt x="248" y="1528"/>
                    </a:lnTo>
                    <a:lnTo>
                      <a:pt x="0" y="1544"/>
                    </a:lnTo>
                    <a:lnTo>
                      <a:pt x="149" y="1722"/>
                    </a:lnTo>
                    <a:lnTo>
                      <a:pt x="1133" y="1803"/>
                    </a:lnTo>
                    <a:lnTo>
                      <a:pt x="1815" y="1943"/>
                    </a:lnTo>
                    <a:lnTo>
                      <a:pt x="1898" y="1886"/>
                    </a:lnTo>
                    <a:lnTo>
                      <a:pt x="1802" y="1812"/>
                    </a:lnTo>
                    <a:lnTo>
                      <a:pt x="1872" y="1748"/>
                    </a:lnTo>
                    <a:lnTo>
                      <a:pt x="2013" y="1722"/>
                    </a:lnTo>
                    <a:lnTo>
                      <a:pt x="2241" y="1739"/>
                    </a:lnTo>
                    <a:lnTo>
                      <a:pt x="2064" y="1634"/>
                    </a:lnTo>
                    <a:lnTo>
                      <a:pt x="1956" y="1501"/>
                    </a:lnTo>
                    <a:lnTo>
                      <a:pt x="1965" y="1404"/>
                    </a:lnTo>
                    <a:lnTo>
                      <a:pt x="2151" y="1307"/>
                    </a:lnTo>
                    <a:lnTo>
                      <a:pt x="2202" y="1168"/>
                    </a:lnTo>
                    <a:lnTo>
                      <a:pt x="2103" y="1215"/>
                    </a:lnTo>
                    <a:lnTo>
                      <a:pt x="1995" y="1210"/>
                    </a:lnTo>
                    <a:lnTo>
                      <a:pt x="1971" y="1168"/>
                    </a:lnTo>
                    <a:lnTo>
                      <a:pt x="2064" y="1075"/>
                    </a:lnTo>
                    <a:lnTo>
                      <a:pt x="1979" y="1071"/>
                    </a:lnTo>
                    <a:lnTo>
                      <a:pt x="1988" y="972"/>
                    </a:lnTo>
                    <a:lnTo>
                      <a:pt x="2028" y="832"/>
                    </a:lnTo>
                    <a:lnTo>
                      <a:pt x="2120" y="876"/>
                    </a:lnTo>
                    <a:lnTo>
                      <a:pt x="2151" y="963"/>
                    </a:lnTo>
                    <a:lnTo>
                      <a:pt x="2186" y="840"/>
                    </a:lnTo>
                    <a:lnTo>
                      <a:pt x="2145" y="537"/>
                    </a:lnTo>
                    <a:lnTo>
                      <a:pt x="2168" y="311"/>
                    </a:lnTo>
                    <a:lnTo>
                      <a:pt x="2094" y="645"/>
                    </a:lnTo>
                    <a:lnTo>
                      <a:pt x="1979" y="816"/>
                    </a:lnTo>
                    <a:lnTo>
                      <a:pt x="1760" y="1134"/>
                    </a:lnTo>
                    <a:lnTo>
                      <a:pt x="1608" y="1282"/>
                    </a:lnTo>
                    <a:lnTo>
                      <a:pt x="1398" y="1422"/>
                    </a:lnTo>
                    <a:lnTo>
                      <a:pt x="1331" y="1429"/>
                    </a:lnTo>
                    <a:lnTo>
                      <a:pt x="1398" y="1307"/>
                    </a:lnTo>
                    <a:lnTo>
                      <a:pt x="1430" y="1111"/>
                    </a:lnTo>
                    <a:lnTo>
                      <a:pt x="1446" y="800"/>
                    </a:lnTo>
                    <a:lnTo>
                      <a:pt x="1430" y="521"/>
                    </a:lnTo>
                    <a:lnTo>
                      <a:pt x="1398" y="269"/>
                    </a:lnTo>
                    <a:lnTo>
                      <a:pt x="1349" y="113"/>
                    </a:lnTo>
                    <a:lnTo>
                      <a:pt x="1241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0" name="Freeform 34">
                <a:extLst>
                  <a:ext uri="{FF2B5EF4-FFF2-40B4-BE49-F238E27FC236}">
                    <a16:creationId xmlns:a16="http://schemas.microsoft.com/office/drawing/2014/main" id="{F3D07B8D-0CD4-CD4B-B646-DAB5FCBA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45"/>
                <a:ext cx="71" cy="44"/>
              </a:xfrm>
              <a:custGeom>
                <a:avLst/>
                <a:gdLst>
                  <a:gd name="T0" fmla="*/ 0 w 567"/>
                  <a:gd name="T1" fmla="*/ 0 h 351"/>
                  <a:gd name="T2" fmla="*/ 0 w 567"/>
                  <a:gd name="T3" fmla="*/ 0 h 351"/>
                  <a:gd name="T4" fmla="*/ 0 w 567"/>
                  <a:gd name="T5" fmla="*/ 0 h 351"/>
                  <a:gd name="T6" fmla="*/ 0 w 567"/>
                  <a:gd name="T7" fmla="*/ 0 h 351"/>
                  <a:gd name="T8" fmla="*/ 0 w 567"/>
                  <a:gd name="T9" fmla="*/ 0 h 351"/>
                  <a:gd name="T10" fmla="*/ 0 w 567"/>
                  <a:gd name="T11" fmla="*/ 0 h 351"/>
                  <a:gd name="T12" fmla="*/ 0 w 567"/>
                  <a:gd name="T13" fmla="*/ 0 h 351"/>
                  <a:gd name="T14" fmla="*/ 0 w 567"/>
                  <a:gd name="T15" fmla="*/ 0 h 351"/>
                  <a:gd name="T16" fmla="*/ 0 w 567"/>
                  <a:gd name="T17" fmla="*/ 0 h 351"/>
                  <a:gd name="T18" fmla="*/ 0 w 567"/>
                  <a:gd name="T19" fmla="*/ 0 h 351"/>
                  <a:gd name="T20" fmla="*/ 0 w 567"/>
                  <a:gd name="T21" fmla="*/ 0 h 351"/>
                  <a:gd name="T22" fmla="*/ 0 w 567"/>
                  <a:gd name="T23" fmla="*/ 0 h 351"/>
                  <a:gd name="T24" fmla="*/ 0 w 567"/>
                  <a:gd name="T25" fmla="*/ 0 h 351"/>
                  <a:gd name="T26" fmla="*/ 0 w 567"/>
                  <a:gd name="T27" fmla="*/ 0 h 351"/>
                  <a:gd name="T28" fmla="*/ 0 w 567"/>
                  <a:gd name="T29" fmla="*/ 0 h 3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67"/>
                  <a:gd name="T46" fmla="*/ 0 h 351"/>
                  <a:gd name="T47" fmla="*/ 567 w 567"/>
                  <a:gd name="T48" fmla="*/ 351 h 3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67" h="351">
                    <a:moveTo>
                      <a:pt x="129" y="0"/>
                    </a:moveTo>
                    <a:lnTo>
                      <a:pt x="198" y="72"/>
                    </a:lnTo>
                    <a:lnTo>
                      <a:pt x="173" y="162"/>
                    </a:lnTo>
                    <a:lnTo>
                      <a:pt x="237" y="114"/>
                    </a:lnTo>
                    <a:lnTo>
                      <a:pt x="261" y="251"/>
                    </a:lnTo>
                    <a:lnTo>
                      <a:pt x="355" y="169"/>
                    </a:lnTo>
                    <a:lnTo>
                      <a:pt x="426" y="219"/>
                    </a:lnTo>
                    <a:lnTo>
                      <a:pt x="375" y="268"/>
                    </a:lnTo>
                    <a:lnTo>
                      <a:pt x="417" y="327"/>
                    </a:lnTo>
                    <a:lnTo>
                      <a:pt x="507" y="309"/>
                    </a:lnTo>
                    <a:lnTo>
                      <a:pt x="567" y="351"/>
                    </a:lnTo>
                    <a:lnTo>
                      <a:pt x="204" y="351"/>
                    </a:lnTo>
                    <a:lnTo>
                      <a:pt x="0" y="196"/>
                    </a:lnTo>
                    <a:lnTo>
                      <a:pt x="23" y="3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1" name="Freeform 35">
                <a:extLst>
                  <a:ext uri="{FF2B5EF4-FFF2-40B4-BE49-F238E27FC236}">
                    <a16:creationId xmlns:a16="http://schemas.microsoft.com/office/drawing/2014/main" id="{C53EACB6-1552-3841-9EEA-3F2A474E0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65"/>
                <a:ext cx="20" cy="25"/>
              </a:xfrm>
              <a:custGeom>
                <a:avLst/>
                <a:gdLst>
                  <a:gd name="T0" fmla="*/ 0 w 156"/>
                  <a:gd name="T1" fmla="*/ 0 h 200"/>
                  <a:gd name="T2" fmla="*/ 0 w 156"/>
                  <a:gd name="T3" fmla="*/ 0 h 200"/>
                  <a:gd name="T4" fmla="*/ 0 w 156"/>
                  <a:gd name="T5" fmla="*/ 0 h 200"/>
                  <a:gd name="T6" fmla="*/ 0 w 156"/>
                  <a:gd name="T7" fmla="*/ 0 h 200"/>
                  <a:gd name="T8" fmla="*/ 0 w 156"/>
                  <a:gd name="T9" fmla="*/ 0 h 200"/>
                  <a:gd name="T10" fmla="*/ 0 w 156"/>
                  <a:gd name="T11" fmla="*/ 0 h 200"/>
                  <a:gd name="T12" fmla="*/ 0 w 156"/>
                  <a:gd name="T13" fmla="*/ 0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6"/>
                  <a:gd name="T22" fmla="*/ 0 h 200"/>
                  <a:gd name="T23" fmla="*/ 156 w 156"/>
                  <a:gd name="T24" fmla="*/ 200 h 2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6" h="200">
                    <a:moveTo>
                      <a:pt x="0" y="79"/>
                    </a:moveTo>
                    <a:lnTo>
                      <a:pt x="81" y="79"/>
                    </a:lnTo>
                    <a:lnTo>
                      <a:pt x="74" y="137"/>
                    </a:lnTo>
                    <a:lnTo>
                      <a:pt x="18" y="128"/>
                    </a:lnTo>
                    <a:lnTo>
                      <a:pt x="127" y="200"/>
                    </a:lnTo>
                    <a:lnTo>
                      <a:pt x="156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2" name="Freeform 36">
                <a:extLst>
                  <a:ext uri="{FF2B5EF4-FFF2-40B4-BE49-F238E27FC236}">
                    <a16:creationId xmlns:a16="http://schemas.microsoft.com/office/drawing/2014/main" id="{6422C7B8-D4FA-064E-A804-1556ECEA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30"/>
                <a:ext cx="121" cy="78"/>
              </a:xfrm>
              <a:custGeom>
                <a:avLst/>
                <a:gdLst>
                  <a:gd name="T0" fmla="*/ 0 w 966"/>
                  <a:gd name="T1" fmla="*/ 0 h 621"/>
                  <a:gd name="T2" fmla="*/ 0 w 966"/>
                  <a:gd name="T3" fmla="*/ 0 h 621"/>
                  <a:gd name="T4" fmla="*/ 0 w 966"/>
                  <a:gd name="T5" fmla="*/ 0 h 621"/>
                  <a:gd name="T6" fmla="*/ 0 w 966"/>
                  <a:gd name="T7" fmla="*/ 0 h 621"/>
                  <a:gd name="T8" fmla="*/ 0 w 966"/>
                  <a:gd name="T9" fmla="*/ 0 h 621"/>
                  <a:gd name="T10" fmla="*/ 0 w 966"/>
                  <a:gd name="T11" fmla="*/ 0 h 621"/>
                  <a:gd name="T12" fmla="*/ 0 w 966"/>
                  <a:gd name="T13" fmla="*/ 0 h 621"/>
                  <a:gd name="T14" fmla="*/ 0 w 966"/>
                  <a:gd name="T15" fmla="*/ 0 h 621"/>
                  <a:gd name="T16" fmla="*/ 0 w 966"/>
                  <a:gd name="T17" fmla="*/ 0 h 621"/>
                  <a:gd name="T18" fmla="*/ 0 w 966"/>
                  <a:gd name="T19" fmla="*/ 0 h 621"/>
                  <a:gd name="T20" fmla="*/ 0 w 966"/>
                  <a:gd name="T21" fmla="*/ 0 h 621"/>
                  <a:gd name="T22" fmla="*/ 0 w 966"/>
                  <a:gd name="T23" fmla="*/ 0 h 621"/>
                  <a:gd name="T24" fmla="*/ 0 w 966"/>
                  <a:gd name="T25" fmla="*/ 0 h 6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66"/>
                  <a:gd name="T40" fmla="*/ 0 h 621"/>
                  <a:gd name="T41" fmla="*/ 966 w 966"/>
                  <a:gd name="T42" fmla="*/ 621 h 6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66" h="621">
                    <a:moveTo>
                      <a:pt x="0" y="237"/>
                    </a:moveTo>
                    <a:lnTo>
                      <a:pt x="70" y="310"/>
                    </a:lnTo>
                    <a:lnTo>
                      <a:pt x="138" y="432"/>
                    </a:lnTo>
                    <a:lnTo>
                      <a:pt x="171" y="545"/>
                    </a:lnTo>
                    <a:lnTo>
                      <a:pt x="303" y="621"/>
                    </a:lnTo>
                    <a:lnTo>
                      <a:pt x="484" y="596"/>
                    </a:lnTo>
                    <a:lnTo>
                      <a:pt x="681" y="561"/>
                    </a:lnTo>
                    <a:lnTo>
                      <a:pt x="966" y="450"/>
                    </a:lnTo>
                    <a:lnTo>
                      <a:pt x="966" y="220"/>
                    </a:lnTo>
                    <a:lnTo>
                      <a:pt x="910" y="81"/>
                    </a:lnTo>
                    <a:lnTo>
                      <a:pt x="562" y="0"/>
                    </a:lnTo>
                    <a:lnTo>
                      <a:pt x="244" y="160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3" name="Freeform 37">
                <a:extLst>
                  <a:ext uri="{FF2B5EF4-FFF2-40B4-BE49-F238E27FC236}">
                    <a16:creationId xmlns:a16="http://schemas.microsoft.com/office/drawing/2014/main" id="{7F0A8DEA-96AF-A24E-BD47-67E5BB65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719"/>
                <a:ext cx="16" cy="14"/>
              </a:xfrm>
              <a:custGeom>
                <a:avLst/>
                <a:gdLst>
                  <a:gd name="T0" fmla="*/ 0 w 125"/>
                  <a:gd name="T1" fmla="*/ 0 h 113"/>
                  <a:gd name="T2" fmla="*/ 0 w 125"/>
                  <a:gd name="T3" fmla="*/ 0 h 113"/>
                  <a:gd name="T4" fmla="*/ 0 w 125"/>
                  <a:gd name="T5" fmla="*/ 0 h 113"/>
                  <a:gd name="T6" fmla="*/ 0 w 125"/>
                  <a:gd name="T7" fmla="*/ 0 h 113"/>
                  <a:gd name="T8" fmla="*/ 0 w 125"/>
                  <a:gd name="T9" fmla="*/ 0 h 113"/>
                  <a:gd name="T10" fmla="*/ 0 w 125"/>
                  <a:gd name="T11" fmla="*/ 0 h 113"/>
                  <a:gd name="T12" fmla="*/ 0 w 125"/>
                  <a:gd name="T13" fmla="*/ 0 h 113"/>
                  <a:gd name="T14" fmla="*/ 0 w 125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113"/>
                  <a:gd name="T26" fmla="*/ 125 w 125"/>
                  <a:gd name="T27" fmla="*/ 113 h 1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113">
                    <a:moveTo>
                      <a:pt x="90" y="0"/>
                    </a:moveTo>
                    <a:lnTo>
                      <a:pt x="33" y="14"/>
                    </a:lnTo>
                    <a:lnTo>
                      <a:pt x="0" y="69"/>
                    </a:lnTo>
                    <a:lnTo>
                      <a:pt x="42" y="113"/>
                    </a:lnTo>
                    <a:lnTo>
                      <a:pt x="99" y="113"/>
                    </a:lnTo>
                    <a:lnTo>
                      <a:pt x="125" y="78"/>
                    </a:lnTo>
                    <a:lnTo>
                      <a:pt x="125" y="3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4" name="Freeform 38">
                <a:extLst>
                  <a:ext uri="{FF2B5EF4-FFF2-40B4-BE49-F238E27FC236}">
                    <a16:creationId xmlns:a16="http://schemas.microsoft.com/office/drawing/2014/main" id="{AC5CFE93-CD3D-9245-8423-6964747CF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807"/>
                <a:ext cx="11" cy="11"/>
              </a:xfrm>
              <a:custGeom>
                <a:avLst/>
                <a:gdLst>
                  <a:gd name="T0" fmla="*/ 0 w 88"/>
                  <a:gd name="T1" fmla="*/ 0 h 94"/>
                  <a:gd name="T2" fmla="*/ 0 w 88"/>
                  <a:gd name="T3" fmla="*/ 0 h 94"/>
                  <a:gd name="T4" fmla="*/ 0 w 88"/>
                  <a:gd name="T5" fmla="*/ 0 h 94"/>
                  <a:gd name="T6" fmla="*/ 0 w 88"/>
                  <a:gd name="T7" fmla="*/ 0 h 94"/>
                  <a:gd name="T8" fmla="*/ 0 w 88"/>
                  <a:gd name="T9" fmla="*/ 0 h 94"/>
                  <a:gd name="T10" fmla="*/ 0 w 88"/>
                  <a:gd name="T11" fmla="*/ 0 h 94"/>
                  <a:gd name="T12" fmla="*/ 0 w 88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8"/>
                  <a:gd name="T22" fmla="*/ 0 h 94"/>
                  <a:gd name="T23" fmla="*/ 88 w 88"/>
                  <a:gd name="T24" fmla="*/ 94 h 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8" h="94">
                    <a:moveTo>
                      <a:pt x="82" y="21"/>
                    </a:moveTo>
                    <a:lnTo>
                      <a:pt x="55" y="0"/>
                    </a:lnTo>
                    <a:lnTo>
                      <a:pt x="7" y="12"/>
                    </a:lnTo>
                    <a:lnTo>
                      <a:pt x="0" y="69"/>
                    </a:lnTo>
                    <a:lnTo>
                      <a:pt x="42" y="94"/>
                    </a:lnTo>
                    <a:lnTo>
                      <a:pt x="88" y="69"/>
                    </a:lnTo>
                    <a:lnTo>
                      <a:pt x="82" y="21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5" name="Freeform 39">
                <a:extLst>
                  <a:ext uri="{FF2B5EF4-FFF2-40B4-BE49-F238E27FC236}">
                    <a16:creationId xmlns:a16="http://schemas.microsoft.com/office/drawing/2014/main" id="{CA02D9AB-F628-0D42-9684-8539053D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462"/>
                <a:ext cx="144" cy="251"/>
              </a:xfrm>
              <a:custGeom>
                <a:avLst/>
                <a:gdLst>
                  <a:gd name="T0" fmla="*/ 0 w 1157"/>
                  <a:gd name="T1" fmla="*/ 0 h 2007"/>
                  <a:gd name="T2" fmla="*/ 0 w 1157"/>
                  <a:gd name="T3" fmla="*/ 0 h 2007"/>
                  <a:gd name="T4" fmla="*/ 0 w 1157"/>
                  <a:gd name="T5" fmla="*/ 0 h 2007"/>
                  <a:gd name="T6" fmla="*/ 0 w 1157"/>
                  <a:gd name="T7" fmla="*/ 0 h 2007"/>
                  <a:gd name="T8" fmla="*/ 0 w 1157"/>
                  <a:gd name="T9" fmla="*/ 0 h 2007"/>
                  <a:gd name="T10" fmla="*/ 0 w 1157"/>
                  <a:gd name="T11" fmla="*/ 0 h 2007"/>
                  <a:gd name="T12" fmla="*/ 0 w 1157"/>
                  <a:gd name="T13" fmla="*/ 0 h 2007"/>
                  <a:gd name="T14" fmla="*/ 0 w 1157"/>
                  <a:gd name="T15" fmla="*/ 0 h 2007"/>
                  <a:gd name="T16" fmla="*/ 0 w 1157"/>
                  <a:gd name="T17" fmla="*/ 0 h 2007"/>
                  <a:gd name="T18" fmla="*/ 0 w 1157"/>
                  <a:gd name="T19" fmla="*/ 0 h 2007"/>
                  <a:gd name="T20" fmla="*/ 0 w 1157"/>
                  <a:gd name="T21" fmla="*/ 0 h 2007"/>
                  <a:gd name="T22" fmla="*/ 0 w 1157"/>
                  <a:gd name="T23" fmla="*/ 0 h 2007"/>
                  <a:gd name="T24" fmla="*/ 0 w 1157"/>
                  <a:gd name="T25" fmla="*/ 0 h 2007"/>
                  <a:gd name="T26" fmla="*/ 0 w 1157"/>
                  <a:gd name="T27" fmla="*/ 0 h 2007"/>
                  <a:gd name="T28" fmla="*/ 0 w 1157"/>
                  <a:gd name="T29" fmla="*/ 0 h 2007"/>
                  <a:gd name="T30" fmla="*/ 0 w 1157"/>
                  <a:gd name="T31" fmla="*/ 0 h 2007"/>
                  <a:gd name="T32" fmla="*/ 0 w 1157"/>
                  <a:gd name="T33" fmla="*/ 0 h 2007"/>
                  <a:gd name="T34" fmla="*/ 0 w 1157"/>
                  <a:gd name="T35" fmla="*/ 0 h 2007"/>
                  <a:gd name="T36" fmla="*/ 0 w 1157"/>
                  <a:gd name="T37" fmla="*/ 0 h 2007"/>
                  <a:gd name="T38" fmla="*/ 0 w 1157"/>
                  <a:gd name="T39" fmla="*/ 0 h 2007"/>
                  <a:gd name="T40" fmla="*/ 0 w 1157"/>
                  <a:gd name="T41" fmla="*/ 0 h 2007"/>
                  <a:gd name="T42" fmla="*/ 0 w 1157"/>
                  <a:gd name="T43" fmla="*/ 0 h 2007"/>
                  <a:gd name="T44" fmla="*/ 0 w 1157"/>
                  <a:gd name="T45" fmla="*/ 0 h 2007"/>
                  <a:gd name="T46" fmla="*/ 0 w 1157"/>
                  <a:gd name="T47" fmla="*/ 0 h 2007"/>
                  <a:gd name="T48" fmla="*/ 0 w 1157"/>
                  <a:gd name="T49" fmla="*/ 0 h 2007"/>
                  <a:gd name="T50" fmla="*/ 0 w 1157"/>
                  <a:gd name="T51" fmla="*/ 0 h 200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57"/>
                  <a:gd name="T79" fmla="*/ 0 h 2007"/>
                  <a:gd name="T80" fmla="*/ 1157 w 1157"/>
                  <a:gd name="T81" fmla="*/ 2007 h 200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57" h="2007">
                    <a:moveTo>
                      <a:pt x="35" y="1688"/>
                    </a:moveTo>
                    <a:lnTo>
                      <a:pt x="95" y="1780"/>
                    </a:lnTo>
                    <a:lnTo>
                      <a:pt x="251" y="1881"/>
                    </a:lnTo>
                    <a:lnTo>
                      <a:pt x="411" y="1937"/>
                    </a:lnTo>
                    <a:lnTo>
                      <a:pt x="596" y="1976"/>
                    </a:lnTo>
                    <a:lnTo>
                      <a:pt x="789" y="2007"/>
                    </a:lnTo>
                    <a:lnTo>
                      <a:pt x="895" y="1971"/>
                    </a:lnTo>
                    <a:lnTo>
                      <a:pt x="945" y="1911"/>
                    </a:lnTo>
                    <a:lnTo>
                      <a:pt x="956" y="1766"/>
                    </a:lnTo>
                    <a:lnTo>
                      <a:pt x="915" y="1577"/>
                    </a:lnTo>
                    <a:lnTo>
                      <a:pt x="875" y="1422"/>
                    </a:lnTo>
                    <a:lnTo>
                      <a:pt x="961" y="1317"/>
                    </a:lnTo>
                    <a:lnTo>
                      <a:pt x="1055" y="1143"/>
                    </a:lnTo>
                    <a:lnTo>
                      <a:pt x="1093" y="1009"/>
                    </a:lnTo>
                    <a:lnTo>
                      <a:pt x="1148" y="772"/>
                    </a:lnTo>
                    <a:lnTo>
                      <a:pt x="1157" y="648"/>
                    </a:lnTo>
                    <a:lnTo>
                      <a:pt x="1157" y="480"/>
                    </a:lnTo>
                    <a:lnTo>
                      <a:pt x="1125" y="231"/>
                    </a:lnTo>
                    <a:lnTo>
                      <a:pt x="994" y="14"/>
                    </a:lnTo>
                    <a:lnTo>
                      <a:pt x="411" y="0"/>
                    </a:lnTo>
                    <a:lnTo>
                      <a:pt x="129" y="378"/>
                    </a:lnTo>
                    <a:lnTo>
                      <a:pt x="0" y="576"/>
                    </a:lnTo>
                    <a:lnTo>
                      <a:pt x="5" y="733"/>
                    </a:lnTo>
                    <a:lnTo>
                      <a:pt x="69" y="1056"/>
                    </a:lnTo>
                    <a:lnTo>
                      <a:pt x="23" y="1568"/>
                    </a:lnTo>
                    <a:lnTo>
                      <a:pt x="35" y="168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6" name="Freeform 40">
                <a:extLst>
                  <a:ext uri="{FF2B5EF4-FFF2-40B4-BE49-F238E27FC236}">
                    <a16:creationId xmlns:a16="http://schemas.microsoft.com/office/drawing/2014/main" id="{81CFB191-0863-E74C-9B70-8D11CBFD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569"/>
                <a:ext cx="16" cy="29"/>
              </a:xfrm>
              <a:custGeom>
                <a:avLst/>
                <a:gdLst>
                  <a:gd name="T0" fmla="*/ 0 w 129"/>
                  <a:gd name="T1" fmla="*/ 0 h 233"/>
                  <a:gd name="T2" fmla="*/ 0 w 129"/>
                  <a:gd name="T3" fmla="*/ 0 h 233"/>
                  <a:gd name="T4" fmla="*/ 0 w 129"/>
                  <a:gd name="T5" fmla="*/ 0 h 233"/>
                  <a:gd name="T6" fmla="*/ 0 w 129"/>
                  <a:gd name="T7" fmla="*/ 0 h 233"/>
                  <a:gd name="T8" fmla="*/ 0 w 129"/>
                  <a:gd name="T9" fmla="*/ 0 h 233"/>
                  <a:gd name="T10" fmla="*/ 0 w 129"/>
                  <a:gd name="T11" fmla="*/ 0 h 233"/>
                  <a:gd name="T12" fmla="*/ 0 w 129"/>
                  <a:gd name="T13" fmla="*/ 0 h 233"/>
                  <a:gd name="T14" fmla="*/ 0 w 129"/>
                  <a:gd name="T15" fmla="*/ 0 h 233"/>
                  <a:gd name="T16" fmla="*/ 0 w 129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9"/>
                  <a:gd name="T28" fmla="*/ 0 h 233"/>
                  <a:gd name="T29" fmla="*/ 129 w 129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9" h="233">
                    <a:moveTo>
                      <a:pt x="33" y="12"/>
                    </a:moveTo>
                    <a:lnTo>
                      <a:pt x="67" y="0"/>
                    </a:lnTo>
                    <a:lnTo>
                      <a:pt x="101" y="25"/>
                    </a:lnTo>
                    <a:lnTo>
                      <a:pt x="129" y="79"/>
                    </a:lnTo>
                    <a:lnTo>
                      <a:pt x="123" y="194"/>
                    </a:lnTo>
                    <a:lnTo>
                      <a:pt x="81" y="233"/>
                    </a:lnTo>
                    <a:lnTo>
                      <a:pt x="0" y="194"/>
                    </a:lnTo>
                    <a:lnTo>
                      <a:pt x="0" y="95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7" name="Freeform 41">
                <a:extLst>
                  <a:ext uri="{FF2B5EF4-FFF2-40B4-BE49-F238E27FC236}">
                    <a16:creationId xmlns:a16="http://schemas.microsoft.com/office/drawing/2014/main" id="{E932188D-407A-A248-A60B-8E79538D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7"/>
                <a:ext cx="5" cy="15"/>
              </a:xfrm>
              <a:custGeom>
                <a:avLst/>
                <a:gdLst>
                  <a:gd name="T0" fmla="*/ 0 w 44"/>
                  <a:gd name="T1" fmla="*/ 0 h 123"/>
                  <a:gd name="T2" fmla="*/ 0 w 44"/>
                  <a:gd name="T3" fmla="*/ 0 h 123"/>
                  <a:gd name="T4" fmla="*/ 0 w 44"/>
                  <a:gd name="T5" fmla="*/ 0 h 123"/>
                  <a:gd name="T6" fmla="*/ 0 w 44"/>
                  <a:gd name="T7" fmla="*/ 0 h 123"/>
                  <a:gd name="T8" fmla="*/ 0 w 44"/>
                  <a:gd name="T9" fmla="*/ 0 h 123"/>
                  <a:gd name="T10" fmla="*/ 0 w 44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23"/>
                  <a:gd name="T20" fmla="*/ 44 w 44"/>
                  <a:gd name="T21" fmla="*/ 123 h 1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23">
                    <a:moveTo>
                      <a:pt x="24" y="0"/>
                    </a:moveTo>
                    <a:lnTo>
                      <a:pt x="0" y="123"/>
                    </a:lnTo>
                    <a:lnTo>
                      <a:pt x="28" y="121"/>
                    </a:lnTo>
                    <a:lnTo>
                      <a:pt x="44" y="88"/>
                    </a:lnTo>
                    <a:lnTo>
                      <a:pt x="39" y="4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8" name="Freeform 42">
                <a:extLst>
                  <a:ext uri="{FF2B5EF4-FFF2-40B4-BE49-F238E27FC236}">
                    <a16:creationId xmlns:a16="http://schemas.microsoft.com/office/drawing/2014/main" id="{71B02F30-3693-3C4D-B72E-C617F07A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681"/>
                <a:ext cx="654" cy="484"/>
              </a:xfrm>
              <a:custGeom>
                <a:avLst/>
                <a:gdLst>
                  <a:gd name="T0" fmla="*/ 0 w 5233"/>
                  <a:gd name="T1" fmla="*/ 0 h 3878"/>
                  <a:gd name="T2" fmla="*/ 0 w 5233"/>
                  <a:gd name="T3" fmla="*/ 0 h 3878"/>
                  <a:gd name="T4" fmla="*/ 0 w 5233"/>
                  <a:gd name="T5" fmla="*/ 0 h 3878"/>
                  <a:gd name="T6" fmla="*/ 0 w 5233"/>
                  <a:gd name="T7" fmla="*/ 0 h 3878"/>
                  <a:gd name="T8" fmla="*/ 0 w 5233"/>
                  <a:gd name="T9" fmla="*/ 0 h 3878"/>
                  <a:gd name="T10" fmla="*/ 0 w 5233"/>
                  <a:gd name="T11" fmla="*/ 0 h 3878"/>
                  <a:gd name="T12" fmla="*/ 0 w 5233"/>
                  <a:gd name="T13" fmla="*/ 0 h 3878"/>
                  <a:gd name="T14" fmla="*/ 0 w 5233"/>
                  <a:gd name="T15" fmla="*/ 0 h 3878"/>
                  <a:gd name="T16" fmla="*/ 0 w 5233"/>
                  <a:gd name="T17" fmla="*/ 0 h 3878"/>
                  <a:gd name="T18" fmla="*/ 0 w 5233"/>
                  <a:gd name="T19" fmla="*/ 0 h 3878"/>
                  <a:gd name="T20" fmla="*/ 0 w 5233"/>
                  <a:gd name="T21" fmla="*/ 0 h 3878"/>
                  <a:gd name="T22" fmla="*/ 0 w 5233"/>
                  <a:gd name="T23" fmla="*/ 0 h 3878"/>
                  <a:gd name="T24" fmla="*/ 0 w 5233"/>
                  <a:gd name="T25" fmla="*/ 0 h 3878"/>
                  <a:gd name="T26" fmla="*/ 0 w 5233"/>
                  <a:gd name="T27" fmla="*/ 0 h 3878"/>
                  <a:gd name="T28" fmla="*/ 0 w 5233"/>
                  <a:gd name="T29" fmla="*/ 0 h 3878"/>
                  <a:gd name="T30" fmla="*/ 0 w 5233"/>
                  <a:gd name="T31" fmla="*/ 0 h 3878"/>
                  <a:gd name="T32" fmla="*/ 0 w 5233"/>
                  <a:gd name="T33" fmla="*/ 0 h 3878"/>
                  <a:gd name="T34" fmla="*/ 0 w 5233"/>
                  <a:gd name="T35" fmla="*/ 0 h 3878"/>
                  <a:gd name="T36" fmla="*/ 0 w 5233"/>
                  <a:gd name="T37" fmla="*/ 0 h 3878"/>
                  <a:gd name="T38" fmla="*/ 0 w 5233"/>
                  <a:gd name="T39" fmla="*/ 0 h 3878"/>
                  <a:gd name="T40" fmla="*/ 0 w 5233"/>
                  <a:gd name="T41" fmla="*/ 0 h 3878"/>
                  <a:gd name="T42" fmla="*/ 0 w 5233"/>
                  <a:gd name="T43" fmla="*/ 0 h 3878"/>
                  <a:gd name="T44" fmla="*/ 0 w 5233"/>
                  <a:gd name="T45" fmla="*/ 0 h 3878"/>
                  <a:gd name="T46" fmla="*/ 0 w 5233"/>
                  <a:gd name="T47" fmla="*/ 0 h 3878"/>
                  <a:gd name="T48" fmla="*/ 0 w 5233"/>
                  <a:gd name="T49" fmla="*/ 0 h 3878"/>
                  <a:gd name="T50" fmla="*/ 0 w 5233"/>
                  <a:gd name="T51" fmla="*/ 0 h 3878"/>
                  <a:gd name="T52" fmla="*/ 0 w 5233"/>
                  <a:gd name="T53" fmla="*/ 0 h 3878"/>
                  <a:gd name="T54" fmla="*/ 0 w 5233"/>
                  <a:gd name="T55" fmla="*/ 0 h 3878"/>
                  <a:gd name="T56" fmla="*/ 0 w 5233"/>
                  <a:gd name="T57" fmla="*/ 0 h 3878"/>
                  <a:gd name="T58" fmla="*/ 0 w 5233"/>
                  <a:gd name="T59" fmla="*/ 0 h 3878"/>
                  <a:gd name="T60" fmla="*/ 0 w 5233"/>
                  <a:gd name="T61" fmla="*/ 0 h 3878"/>
                  <a:gd name="T62" fmla="*/ 0 w 5233"/>
                  <a:gd name="T63" fmla="*/ 0 h 3878"/>
                  <a:gd name="T64" fmla="*/ 0 w 5233"/>
                  <a:gd name="T65" fmla="*/ 0 h 3878"/>
                  <a:gd name="T66" fmla="*/ 0 w 5233"/>
                  <a:gd name="T67" fmla="*/ 0 h 3878"/>
                  <a:gd name="T68" fmla="*/ 0 w 5233"/>
                  <a:gd name="T69" fmla="*/ 0 h 3878"/>
                  <a:gd name="T70" fmla="*/ 0 w 5233"/>
                  <a:gd name="T71" fmla="*/ 0 h 3878"/>
                  <a:gd name="T72" fmla="*/ 0 w 5233"/>
                  <a:gd name="T73" fmla="*/ 0 h 3878"/>
                  <a:gd name="T74" fmla="*/ 0 w 5233"/>
                  <a:gd name="T75" fmla="*/ 0 h 38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233"/>
                  <a:gd name="T115" fmla="*/ 0 h 3878"/>
                  <a:gd name="T116" fmla="*/ 5233 w 5233"/>
                  <a:gd name="T117" fmla="*/ 3878 h 38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233" h="3878">
                    <a:moveTo>
                      <a:pt x="4452" y="3024"/>
                    </a:moveTo>
                    <a:lnTo>
                      <a:pt x="4030" y="2787"/>
                    </a:lnTo>
                    <a:lnTo>
                      <a:pt x="3672" y="2893"/>
                    </a:lnTo>
                    <a:lnTo>
                      <a:pt x="3525" y="2812"/>
                    </a:lnTo>
                    <a:lnTo>
                      <a:pt x="3052" y="2393"/>
                    </a:lnTo>
                    <a:lnTo>
                      <a:pt x="2947" y="3010"/>
                    </a:lnTo>
                    <a:lnTo>
                      <a:pt x="3131" y="3089"/>
                    </a:lnTo>
                    <a:lnTo>
                      <a:pt x="3356" y="2999"/>
                    </a:lnTo>
                    <a:lnTo>
                      <a:pt x="3608" y="3076"/>
                    </a:lnTo>
                    <a:lnTo>
                      <a:pt x="3790" y="3063"/>
                    </a:lnTo>
                    <a:lnTo>
                      <a:pt x="4318" y="3052"/>
                    </a:lnTo>
                    <a:lnTo>
                      <a:pt x="4468" y="3234"/>
                    </a:lnTo>
                    <a:lnTo>
                      <a:pt x="4410" y="3612"/>
                    </a:lnTo>
                    <a:lnTo>
                      <a:pt x="4336" y="3681"/>
                    </a:lnTo>
                    <a:lnTo>
                      <a:pt x="3845" y="3681"/>
                    </a:lnTo>
                    <a:lnTo>
                      <a:pt x="1901" y="3878"/>
                    </a:lnTo>
                    <a:lnTo>
                      <a:pt x="11" y="3654"/>
                    </a:lnTo>
                    <a:lnTo>
                      <a:pt x="0" y="1987"/>
                    </a:lnTo>
                    <a:lnTo>
                      <a:pt x="103" y="1510"/>
                    </a:lnTo>
                    <a:lnTo>
                      <a:pt x="304" y="1037"/>
                    </a:lnTo>
                    <a:lnTo>
                      <a:pt x="408" y="892"/>
                    </a:lnTo>
                    <a:lnTo>
                      <a:pt x="685" y="590"/>
                    </a:lnTo>
                    <a:lnTo>
                      <a:pt x="975" y="394"/>
                    </a:lnTo>
                    <a:lnTo>
                      <a:pt x="1213" y="248"/>
                    </a:lnTo>
                    <a:lnTo>
                      <a:pt x="1466" y="145"/>
                    </a:lnTo>
                    <a:lnTo>
                      <a:pt x="1572" y="0"/>
                    </a:lnTo>
                    <a:lnTo>
                      <a:pt x="2604" y="343"/>
                    </a:lnTo>
                    <a:lnTo>
                      <a:pt x="2747" y="514"/>
                    </a:lnTo>
                    <a:lnTo>
                      <a:pt x="2947" y="643"/>
                    </a:lnTo>
                    <a:lnTo>
                      <a:pt x="3172" y="828"/>
                    </a:lnTo>
                    <a:lnTo>
                      <a:pt x="3474" y="1210"/>
                    </a:lnTo>
                    <a:lnTo>
                      <a:pt x="4307" y="1995"/>
                    </a:lnTo>
                    <a:lnTo>
                      <a:pt x="4491" y="2079"/>
                    </a:lnTo>
                    <a:lnTo>
                      <a:pt x="4544" y="2236"/>
                    </a:lnTo>
                    <a:lnTo>
                      <a:pt x="4956" y="2340"/>
                    </a:lnTo>
                    <a:lnTo>
                      <a:pt x="5140" y="2551"/>
                    </a:lnTo>
                    <a:lnTo>
                      <a:pt x="5233" y="2812"/>
                    </a:lnTo>
                    <a:lnTo>
                      <a:pt x="4452" y="3024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29" name="Freeform 43">
                <a:extLst>
                  <a:ext uri="{FF2B5EF4-FFF2-40B4-BE49-F238E27FC236}">
                    <a16:creationId xmlns:a16="http://schemas.microsoft.com/office/drawing/2014/main" id="{A50D9A83-BE01-064D-A50B-380210C6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950"/>
                <a:ext cx="101" cy="159"/>
              </a:xfrm>
              <a:custGeom>
                <a:avLst/>
                <a:gdLst>
                  <a:gd name="T0" fmla="*/ 0 w 803"/>
                  <a:gd name="T1" fmla="*/ 0 h 1268"/>
                  <a:gd name="T2" fmla="*/ 0 w 803"/>
                  <a:gd name="T3" fmla="*/ 0 h 1268"/>
                  <a:gd name="T4" fmla="*/ 0 w 803"/>
                  <a:gd name="T5" fmla="*/ 0 h 1268"/>
                  <a:gd name="T6" fmla="*/ 0 w 803"/>
                  <a:gd name="T7" fmla="*/ 0 h 1268"/>
                  <a:gd name="T8" fmla="*/ 0 w 803"/>
                  <a:gd name="T9" fmla="*/ 0 h 1268"/>
                  <a:gd name="T10" fmla="*/ 0 w 803"/>
                  <a:gd name="T11" fmla="*/ 0 h 1268"/>
                  <a:gd name="T12" fmla="*/ 0 w 803"/>
                  <a:gd name="T13" fmla="*/ 0 h 1268"/>
                  <a:gd name="T14" fmla="*/ 0 w 803"/>
                  <a:gd name="T15" fmla="*/ 0 h 1268"/>
                  <a:gd name="T16" fmla="*/ 0 w 803"/>
                  <a:gd name="T17" fmla="*/ 0 h 1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03"/>
                  <a:gd name="T28" fmla="*/ 0 h 1268"/>
                  <a:gd name="T29" fmla="*/ 803 w 803"/>
                  <a:gd name="T30" fmla="*/ 1268 h 12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03" h="1268">
                    <a:moveTo>
                      <a:pt x="0" y="23"/>
                    </a:moveTo>
                    <a:lnTo>
                      <a:pt x="0" y="44"/>
                    </a:lnTo>
                    <a:lnTo>
                      <a:pt x="12" y="69"/>
                    </a:lnTo>
                    <a:lnTo>
                      <a:pt x="708" y="1183"/>
                    </a:lnTo>
                    <a:lnTo>
                      <a:pt x="803" y="1268"/>
                    </a:lnTo>
                    <a:lnTo>
                      <a:pt x="759" y="1139"/>
                    </a:lnTo>
                    <a:lnTo>
                      <a:pt x="61" y="5"/>
                    </a:lnTo>
                    <a:lnTo>
                      <a:pt x="1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0" name="Freeform 44">
                <a:extLst>
                  <a:ext uri="{FF2B5EF4-FFF2-40B4-BE49-F238E27FC236}">
                    <a16:creationId xmlns:a16="http://schemas.microsoft.com/office/drawing/2014/main" id="{A4225F9B-D422-7049-8587-363B3456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018"/>
                <a:ext cx="151" cy="96"/>
              </a:xfrm>
              <a:custGeom>
                <a:avLst/>
                <a:gdLst>
                  <a:gd name="T0" fmla="*/ 0 w 1202"/>
                  <a:gd name="T1" fmla="*/ 0 h 775"/>
                  <a:gd name="T2" fmla="*/ 0 w 1202"/>
                  <a:gd name="T3" fmla="*/ 0 h 775"/>
                  <a:gd name="T4" fmla="*/ 0 w 1202"/>
                  <a:gd name="T5" fmla="*/ 0 h 775"/>
                  <a:gd name="T6" fmla="*/ 0 w 1202"/>
                  <a:gd name="T7" fmla="*/ 0 h 775"/>
                  <a:gd name="T8" fmla="*/ 0 w 1202"/>
                  <a:gd name="T9" fmla="*/ 0 h 775"/>
                  <a:gd name="T10" fmla="*/ 0 w 1202"/>
                  <a:gd name="T11" fmla="*/ 0 h 775"/>
                  <a:gd name="T12" fmla="*/ 0 w 1202"/>
                  <a:gd name="T13" fmla="*/ 0 h 775"/>
                  <a:gd name="T14" fmla="*/ 0 w 1202"/>
                  <a:gd name="T15" fmla="*/ 0 h 775"/>
                  <a:gd name="T16" fmla="*/ 0 w 1202"/>
                  <a:gd name="T17" fmla="*/ 0 h 775"/>
                  <a:gd name="T18" fmla="*/ 0 w 1202"/>
                  <a:gd name="T19" fmla="*/ 0 h 775"/>
                  <a:gd name="T20" fmla="*/ 0 w 1202"/>
                  <a:gd name="T21" fmla="*/ 0 h 775"/>
                  <a:gd name="T22" fmla="*/ 0 w 1202"/>
                  <a:gd name="T23" fmla="*/ 0 h 775"/>
                  <a:gd name="T24" fmla="*/ 0 w 1202"/>
                  <a:gd name="T25" fmla="*/ 0 h 775"/>
                  <a:gd name="T26" fmla="*/ 0 w 1202"/>
                  <a:gd name="T27" fmla="*/ 0 h 775"/>
                  <a:gd name="T28" fmla="*/ 0 w 1202"/>
                  <a:gd name="T29" fmla="*/ 0 h 775"/>
                  <a:gd name="T30" fmla="*/ 0 w 1202"/>
                  <a:gd name="T31" fmla="*/ 0 h 775"/>
                  <a:gd name="T32" fmla="*/ 0 w 1202"/>
                  <a:gd name="T33" fmla="*/ 0 h 775"/>
                  <a:gd name="T34" fmla="*/ 0 w 1202"/>
                  <a:gd name="T35" fmla="*/ 0 h 775"/>
                  <a:gd name="T36" fmla="*/ 0 w 1202"/>
                  <a:gd name="T37" fmla="*/ 0 h 7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02"/>
                  <a:gd name="T58" fmla="*/ 0 h 775"/>
                  <a:gd name="T59" fmla="*/ 1202 w 1202"/>
                  <a:gd name="T60" fmla="*/ 775 h 77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02" h="775">
                    <a:moveTo>
                      <a:pt x="0" y="289"/>
                    </a:moveTo>
                    <a:lnTo>
                      <a:pt x="63" y="132"/>
                    </a:lnTo>
                    <a:lnTo>
                      <a:pt x="182" y="66"/>
                    </a:lnTo>
                    <a:lnTo>
                      <a:pt x="287" y="81"/>
                    </a:lnTo>
                    <a:lnTo>
                      <a:pt x="487" y="118"/>
                    </a:lnTo>
                    <a:lnTo>
                      <a:pt x="607" y="28"/>
                    </a:lnTo>
                    <a:lnTo>
                      <a:pt x="709" y="0"/>
                    </a:lnTo>
                    <a:lnTo>
                      <a:pt x="1147" y="66"/>
                    </a:lnTo>
                    <a:lnTo>
                      <a:pt x="1188" y="171"/>
                    </a:lnTo>
                    <a:lnTo>
                      <a:pt x="1135" y="199"/>
                    </a:lnTo>
                    <a:lnTo>
                      <a:pt x="793" y="224"/>
                    </a:lnTo>
                    <a:lnTo>
                      <a:pt x="1162" y="382"/>
                    </a:lnTo>
                    <a:lnTo>
                      <a:pt x="1202" y="475"/>
                    </a:lnTo>
                    <a:lnTo>
                      <a:pt x="1174" y="552"/>
                    </a:lnTo>
                    <a:lnTo>
                      <a:pt x="1068" y="630"/>
                    </a:lnTo>
                    <a:lnTo>
                      <a:pt x="1029" y="738"/>
                    </a:lnTo>
                    <a:lnTo>
                      <a:pt x="709" y="775"/>
                    </a:lnTo>
                    <a:lnTo>
                      <a:pt x="130" y="710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1" name="Freeform 45">
                <a:extLst>
                  <a:ext uri="{FF2B5EF4-FFF2-40B4-BE49-F238E27FC236}">
                    <a16:creationId xmlns:a16="http://schemas.microsoft.com/office/drawing/2014/main" id="{C4D8C3B9-431E-8A43-927F-BF58FD72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548"/>
                <a:ext cx="205" cy="239"/>
              </a:xfrm>
              <a:custGeom>
                <a:avLst/>
                <a:gdLst>
                  <a:gd name="T0" fmla="*/ 0 w 1639"/>
                  <a:gd name="T1" fmla="*/ 0 h 1907"/>
                  <a:gd name="T2" fmla="*/ 0 w 1639"/>
                  <a:gd name="T3" fmla="*/ 0 h 1907"/>
                  <a:gd name="T4" fmla="*/ 0 w 1639"/>
                  <a:gd name="T5" fmla="*/ 0 h 1907"/>
                  <a:gd name="T6" fmla="*/ 0 w 1639"/>
                  <a:gd name="T7" fmla="*/ 0 h 1907"/>
                  <a:gd name="T8" fmla="*/ 0 w 1639"/>
                  <a:gd name="T9" fmla="*/ 0 h 1907"/>
                  <a:gd name="T10" fmla="*/ 0 w 1639"/>
                  <a:gd name="T11" fmla="*/ 0 h 1907"/>
                  <a:gd name="T12" fmla="*/ 0 w 1639"/>
                  <a:gd name="T13" fmla="*/ 0 h 1907"/>
                  <a:gd name="T14" fmla="*/ 0 w 1639"/>
                  <a:gd name="T15" fmla="*/ 0 h 1907"/>
                  <a:gd name="T16" fmla="*/ 0 w 1639"/>
                  <a:gd name="T17" fmla="*/ 0 h 1907"/>
                  <a:gd name="T18" fmla="*/ 0 w 1639"/>
                  <a:gd name="T19" fmla="*/ 0 h 1907"/>
                  <a:gd name="T20" fmla="*/ 0 w 1639"/>
                  <a:gd name="T21" fmla="*/ 0 h 1907"/>
                  <a:gd name="T22" fmla="*/ 0 w 1639"/>
                  <a:gd name="T23" fmla="*/ 0 h 1907"/>
                  <a:gd name="T24" fmla="*/ 0 w 1639"/>
                  <a:gd name="T25" fmla="*/ 0 h 1907"/>
                  <a:gd name="T26" fmla="*/ 0 w 1639"/>
                  <a:gd name="T27" fmla="*/ 0 h 1907"/>
                  <a:gd name="T28" fmla="*/ 0 w 1639"/>
                  <a:gd name="T29" fmla="*/ 0 h 1907"/>
                  <a:gd name="T30" fmla="*/ 0 w 1639"/>
                  <a:gd name="T31" fmla="*/ 0 h 1907"/>
                  <a:gd name="T32" fmla="*/ 0 w 1639"/>
                  <a:gd name="T33" fmla="*/ 0 h 1907"/>
                  <a:gd name="T34" fmla="*/ 0 w 1639"/>
                  <a:gd name="T35" fmla="*/ 0 h 1907"/>
                  <a:gd name="T36" fmla="*/ 0 w 1639"/>
                  <a:gd name="T37" fmla="*/ 0 h 1907"/>
                  <a:gd name="T38" fmla="*/ 0 w 1639"/>
                  <a:gd name="T39" fmla="*/ 0 h 1907"/>
                  <a:gd name="T40" fmla="*/ 0 w 1639"/>
                  <a:gd name="T41" fmla="*/ 0 h 1907"/>
                  <a:gd name="T42" fmla="*/ 0 w 1639"/>
                  <a:gd name="T43" fmla="*/ 0 h 1907"/>
                  <a:gd name="T44" fmla="*/ 0 w 1639"/>
                  <a:gd name="T45" fmla="*/ 0 h 1907"/>
                  <a:gd name="T46" fmla="*/ 0 w 1639"/>
                  <a:gd name="T47" fmla="*/ 0 h 1907"/>
                  <a:gd name="T48" fmla="*/ 0 w 1639"/>
                  <a:gd name="T49" fmla="*/ 0 h 1907"/>
                  <a:gd name="T50" fmla="*/ 0 w 1639"/>
                  <a:gd name="T51" fmla="*/ 0 h 1907"/>
                  <a:gd name="T52" fmla="*/ 0 w 1639"/>
                  <a:gd name="T53" fmla="*/ 0 h 1907"/>
                  <a:gd name="T54" fmla="*/ 0 w 1639"/>
                  <a:gd name="T55" fmla="*/ 0 h 19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639"/>
                  <a:gd name="T85" fmla="*/ 0 h 1907"/>
                  <a:gd name="T86" fmla="*/ 1639 w 1639"/>
                  <a:gd name="T87" fmla="*/ 1907 h 19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639" h="1907">
                    <a:moveTo>
                      <a:pt x="0" y="538"/>
                    </a:moveTo>
                    <a:lnTo>
                      <a:pt x="53" y="850"/>
                    </a:lnTo>
                    <a:lnTo>
                      <a:pt x="73" y="949"/>
                    </a:lnTo>
                    <a:lnTo>
                      <a:pt x="127" y="1008"/>
                    </a:lnTo>
                    <a:lnTo>
                      <a:pt x="99" y="1109"/>
                    </a:lnTo>
                    <a:lnTo>
                      <a:pt x="154" y="1217"/>
                    </a:lnTo>
                    <a:lnTo>
                      <a:pt x="207" y="1305"/>
                    </a:lnTo>
                    <a:lnTo>
                      <a:pt x="272" y="1409"/>
                    </a:lnTo>
                    <a:lnTo>
                      <a:pt x="495" y="1599"/>
                    </a:lnTo>
                    <a:lnTo>
                      <a:pt x="784" y="1907"/>
                    </a:lnTo>
                    <a:lnTo>
                      <a:pt x="822" y="1859"/>
                    </a:lnTo>
                    <a:lnTo>
                      <a:pt x="881" y="1736"/>
                    </a:lnTo>
                    <a:lnTo>
                      <a:pt x="905" y="1598"/>
                    </a:lnTo>
                    <a:lnTo>
                      <a:pt x="1030" y="1630"/>
                    </a:lnTo>
                    <a:lnTo>
                      <a:pt x="1155" y="1617"/>
                    </a:lnTo>
                    <a:lnTo>
                      <a:pt x="1213" y="1584"/>
                    </a:lnTo>
                    <a:lnTo>
                      <a:pt x="1270" y="1522"/>
                    </a:lnTo>
                    <a:lnTo>
                      <a:pt x="1429" y="1179"/>
                    </a:lnTo>
                    <a:lnTo>
                      <a:pt x="1510" y="1077"/>
                    </a:lnTo>
                    <a:lnTo>
                      <a:pt x="1572" y="905"/>
                    </a:lnTo>
                    <a:lnTo>
                      <a:pt x="1586" y="718"/>
                    </a:lnTo>
                    <a:lnTo>
                      <a:pt x="1618" y="632"/>
                    </a:lnTo>
                    <a:lnTo>
                      <a:pt x="1635" y="575"/>
                    </a:lnTo>
                    <a:lnTo>
                      <a:pt x="1639" y="261"/>
                    </a:lnTo>
                    <a:lnTo>
                      <a:pt x="1609" y="118"/>
                    </a:lnTo>
                    <a:lnTo>
                      <a:pt x="1540" y="0"/>
                    </a:lnTo>
                    <a:lnTo>
                      <a:pt x="207" y="155"/>
                    </a:lnTo>
                    <a:lnTo>
                      <a:pt x="0" y="53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2" name="Freeform 46">
                <a:extLst>
                  <a:ext uri="{FF2B5EF4-FFF2-40B4-BE49-F238E27FC236}">
                    <a16:creationId xmlns:a16="http://schemas.microsoft.com/office/drawing/2014/main" id="{8FFD1B7B-9DF4-A143-89CA-2E52FD97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797"/>
                <a:ext cx="46" cy="241"/>
              </a:xfrm>
              <a:custGeom>
                <a:avLst/>
                <a:gdLst>
                  <a:gd name="T0" fmla="*/ 0 w 369"/>
                  <a:gd name="T1" fmla="*/ 0 h 1920"/>
                  <a:gd name="T2" fmla="*/ 0 w 369"/>
                  <a:gd name="T3" fmla="*/ 0 h 1920"/>
                  <a:gd name="T4" fmla="*/ 0 w 369"/>
                  <a:gd name="T5" fmla="*/ 0 h 1920"/>
                  <a:gd name="T6" fmla="*/ 0 w 369"/>
                  <a:gd name="T7" fmla="*/ 0 h 1920"/>
                  <a:gd name="T8" fmla="*/ 0 w 369"/>
                  <a:gd name="T9" fmla="*/ 0 h 1920"/>
                  <a:gd name="T10" fmla="*/ 0 w 369"/>
                  <a:gd name="T11" fmla="*/ 0 h 1920"/>
                  <a:gd name="T12" fmla="*/ 0 w 369"/>
                  <a:gd name="T13" fmla="*/ 0 h 1920"/>
                  <a:gd name="T14" fmla="*/ 0 w 369"/>
                  <a:gd name="T15" fmla="*/ 0 h 1920"/>
                  <a:gd name="T16" fmla="*/ 0 w 369"/>
                  <a:gd name="T17" fmla="*/ 0 h 1920"/>
                  <a:gd name="T18" fmla="*/ 0 w 369"/>
                  <a:gd name="T19" fmla="*/ 0 h 1920"/>
                  <a:gd name="T20" fmla="*/ 0 w 369"/>
                  <a:gd name="T21" fmla="*/ 0 h 1920"/>
                  <a:gd name="T22" fmla="*/ 0 w 369"/>
                  <a:gd name="T23" fmla="*/ 0 h 1920"/>
                  <a:gd name="T24" fmla="*/ 0 w 369"/>
                  <a:gd name="T25" fmla="*/ 0 h 1920"/>
                  <a:gd name="T26" fmla="*/ 0 w 369"/>
                  <a:gd name="T27" fmla="*/ 0 h 1920"/>
                  <a:gd name="T28" fmla="*/ 0 w 369"/>
                  <a:gd name="T29" fmla="*/ 0 h 1920"/>
                  <a:gd name="T30" fmla="*/ 0 w 369"/>
                  <a:gd name="T31" fmla="*/ 0 h 1920"/>
                  <a:gd name="T32" fmla="*/ 0 w 369"/>
                  <a:gd name="T33" fmla="*/ 0 h 19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9"/>
                  <a:gd name="T52" fmla="*/ 0 h 1920"/>
                  <a:gd name="T53" fmla="*/ 369 w 369"/>
                  <a:gd name="T54" fmla="*/ 1920 h 19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9" h="1920">
                    <a:moveTo>
                      <a:pt x="92" y="0"/>
                    </a:moveTo>
                    <a:lnTo>
                      <a:pt x="40" y="52"/>
                    </a:lnTo>
                    <a:lnTo>
                      <a:pt x="0" y="142"/>
                    </a:lnTo>
                    <a:lnTo>
                      <a:pt x="27" y="313"/>
                    </a:lnTo>
                    <a:lnTo>
                      <a:pt x="14" y="973"/>
                    </a:lnTo>
                    <a:lnTo>
                      <a:pt x="40" y="1433"/>
                    </a:lnTo>
                    <a:lnTo>
                      <a:pt x="119" y="1920"/>
                    </a:lnTo>
                    <a:lnTo>
                      <a:pt x="200" y="1920"/>
                    </a:lnTo>
                    <a:lnTo>
                      <a:pt x="319" y="1920"/>
                    </a:lnTo>
                    <a:lnTo>
                      <a:pt x="369" y="1841"/>
                    </a:lnTo>
                    <a:lnTo>
                      <a:pt x="263" y="1498"/>
                    </a:lnTo>
                    <a:lnTo>
                      <a:pt x="212" y="1169"/>
                    </a:lnTo>
                    <a:lnTo>
                      <a:pt x="200" y="776"/>
                    </a:lnTo>
                    <a:lnTo>
                      <a:pt x="159" y="313"/>
                    </a:lnTo>
                    <a:lnTo>
                      <a:pt x="185" y="211"/>
                    </a:lnTo>
                    <a:lnTo>
                      <a:pt x="159" y="6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3" name="Freeform 47">
                <a:extLst>
                  <a:ext uri="{FF2B5EF4-FFF2-40B4-BE49-F238E27FC236}">
                    <a16:creationId xmlns:a16="http://schemas.microsoft.com/office/drawing/2014/main" id="{B1E7331D-C095-4E4C-B407-6924BD29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487"/>
                <a:ext cx="114" cy="117"/>
              </a:xfrm>
              <a:custGeom>
                <a:avLst/>
                <a:gdLst>
                  <a:gd name="T0" fmla="*/ 0 w 914"/>
                  <a:gd name="T1" fmla="*/ 0 h 936"/>
                  <a:gd name="T2" fmla="*/ 0 w 914"/>
                  <a:gd name="T3" fmla="*/ 0 h 936"/>
                  <a:gd name="T4" fmla="*/ 0 w 914"/>
                  <a:gd name="T5" fmla="*/ 0 h 936"/>
                  <a:gd name="T6" fmla="*/ 0 w 914"/>
                  <a:gd name="T7" fmla="*/ 0 h 936"/>
                  <a:gd name="T8" fmla="*/ 0 w 914"/>
                  <a:gd name="T9" fmla="*/ 0 h 936"/>
                  <a:gd name="T10" fmla="*/ 0 w 914"/>
                  <a:gd name="T11" fmla="*/ 0 h 936"/>
                  <a:gd name="T12" fmla="*/ 0 w 914"/>
                  <a:gd name="T13" fmla="*/ 0 h 936"/>
                  <a:gd name="T14" fmla="*/ 0 w 914"/>
                  <a:gd name="T15" fmla="*/ 0 h 936"/>
                  <a:gd name="T16" fmla="*/ 0 w 914"/>
                  <a:gd name="T17" fmla="*/ 0 h 936"/>
                  <a:gd name="T18" fmla="*/ 0 w 914"/>
                  <a:gd name="T19" fmla="*/ 0 h 936"/>
                  <a:gd name="T20" fmla="*/ 0 w 914"/>
                  <a:gd name="T21" fmla="*/ 0 h 936"/>
                  <a:gd name="T22" fmla="*/ 0 w 914"/>
                  <a:gd name="T23" fmla="*/ 0 h 936"/>
                  <a:gd name="T24" fmla="*/ 0 w 914"/>
                  <a:gd name="T25" fmla="*/ 0 h 936"/>
                  <a:gd name="T26" fmla="*/ 0 w 914"/>
                  <a:gd name="T27" fmla="*/ 0 h 936"/>
                  <a:gd name="T28" fmla="*/ 0 w 914"/>
                  <a:gd name="T29" fmla="*/ 0 h 9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14"/>
                  <a:gd name="T46" fmla="*/ 0 h 936"/>
                  <a:gd name="T47" fmla="*/ 914 w 914"/>
                  <a:gd name="T48" fmla="*/ 936 h 9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14" h="936">
                    <a:moveTo>
                      <a:pt x="635" y="499"/>
                    </a:moveTo>
                    <a:lnTo>
                      <a:pt x="714" y="607"/>
                    </a:lnTo>
                    <a:lnTo>
                      <a:pt x="844" y="936"/>
                    </a:lnTo>
                    <a:lnTo>
                      <a:pt x="899" y="855"/>
                    </a:lnTo>
                    <a:lnTo>
                      <a:pt x="914" y="581"/>
                    </a:lnTo>
                    <a:lnTo>
                      <a:pt x="914" y="510"/>
                    </a:lnTo>
                    <a:lnTo>
                      <a:pt x="859" y="462"/>
                    </a:lnTo>
                    <a:lnTo>
                      <a:pt x="767" y="381"/>
                    </a:lnTo>
                    <a:lnTo>
                      <a:pt x="686" y="224"/>
                    </a:lnTo>
                    <a:lnTo>
                      <a:pt x="541" y="79"/>
                    </a:lnTo>
                    <a:lnTo>
                      <a:pt x="356" y="40"/>
                    </a:lnTo>
                    <a:lnTo>
                      <a:pt x="145" y="0"/>
                    </a:lnTo>
                    <a:lnTo>
                      <a:pt x="0" y="51"/>
                    </a:lnTo>
                    <a:lnTo>
                      <a:pt x="15" y="593"/>
                    </a:lnTo>
                    <a:lnTo>
                      <a:pt x="635" y="49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4" name="Freeform 48">
                <a:extLst>
                  <a:ext uri="{FF2B5EF4-FFF2-40B4-BE49-F238E27FC236}">
                    <a16:creationId xmlns:a16="http://schemas.microsoft.com/office/drawing/2014/main" id="{0A053C2B-196F-2841-8490-767B4051E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13"/>
                <a:ext cx="31" cy="12"/>
              </a:xfrm>
              <a:custGeom>
                <a:avLst/>
                <a:gdLst>
                  <a:gd name="T0" fmla="*/ 0 w 251"/>
                  <a:gd name="T1" fmla="*/ 0 h 93"/>
                  <a:gd name="T2" fmla="*/ 0 w 251"/>
                  <a:gd name="T3" fmla="*/ 0 h 93"/>
                  <a:gd name="T4" fmla="*/ 0 w 251"/>
                  <a:gd name="T5" fmla="*/ 0 h 93"/>
                  <a:gd name="T6" fmla="*/ 0 w 251"/>
                  <a:gd name="T7" fmla="*/ 0 h 93"/>
                  <a:gd name="T8" fmla="*/ 0 w 251"/>
                  <a:gd name="T9" fmla="*/ 0 h 93"/>
                  <a:gd name="T10" fmla="*/ 0 w 251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93"/>
                  <a:gd name="T20" fmla="*/ 251 w 251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93">
                    <a:moveTo>
                      <a:pt x="0" y="55"/>
                    </a:moveTo>
                    <a:lnTo>
                      <a:pt x="147" y="70"/>
                    </a:lnTo>
                    <a:lnTo>
                      <a:pt x="251" y="93"/>
                    </a:lnTo>
                    <a:lnTo>
                      <a:pt x="196" y="0"/>
                    </a:lnTo>
                    <a:lnTo>
                      <a:pt x="53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5" name="Freeform 49">
                <a:extLst>
                  <a:ext uri="{FF2B5EF4-FFF2-40B4-BE49-F238E27FC236}">
                    <a16:creationId xmlns:a16="http://schemas.microsoft.com/office/drawing/2014/main" id="{F36A7CAB-EA16-424D-8254-AE9C3AE91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627"/>
                <a:ext cx="23" cy="14"/>
              </a:xfrm>
              <a:custGeom>
                <a:avLst/>
                <a:gdLst>
                  <a:gd name="T0" fmla="*/ 0 w 183"/>
                  <a:gd name="T1" fmla="*/ 0 h 119"/>
                  <a:gd name="T2" fmla="*/ 0 w 183"/>
                  <a:gd name="T3" fmla="*/ 0 h 119"/>
                  <a:gd name="T4" fmla="*/ 0 w 183"/>
                  <a:gd name="T5" fmla="*/ 0 h 119"/>
                  <a:gd name="T6" fmla="*/ 0 w 183"/>
                  <a:gd name="T7" fmla="*/ 0 h 119"/>
                  <a:gd name="T8" fmla="*/ 0 w 183"/>
                  <a:gd name="T9" fmla="*/ 0 h 119"/>
                  <a:gd name="T10" fmla="*/ 0 w 183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3"/>
                  <a:gd name="T19" fmla="*/ 0 h 119"/>
                  <a:gd name="T20" fmla="*/ 183 w 183"/>
                  <a:gd name="T21" fmla="*/ 119 h 1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3" h="119">
                    <a:moveTo>
                      <a:pt x="0" y="66"/>
                    </a:moveTo>
                    <a:lnTo>
                      <a:pt x="106" y="119"/>
                    </a:lnTo>
                    <a:lnTo>
                      <a:pt x="183" y="105"/>
                    </a:lnTo>
                    <a:lnTo>
                      <a:pt x="172" y="77"/>
                    </a:lnTo>
                    <a:lnTo>
                      <a:pt x="37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6" name="Freeform 50">
                <a:extLst>
                  <a:ext uri="{FF2B5EF4-FFF2-40B4-BE49-F238E27FC236}">
                    <a16:creationId xmlns:a16="http://schemas.microsoft.com/office/drawing/2014/main" id="{6807060F-8065-8640-AA40-B98DAB36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541"/>
                <a:ext cx="28" cy="11"/>
              </a:xfrm>
              <a:custGeom>
                <a:avLst/>
                <a:gdLst>
                  <a:gd name="T0" fmla="*/ 0 w 218"/>
                  <a:gd name="T1" fmla="*/ 0 h 86"/>
                  <a:gd name="T2" fmla="*/ 0 w 218"/>
                  <a:gd name="T3" fmla="*/ 0 h 86"/>
                  <a:gd name="T4" fmla="*/ 0 w 218"/>
                  <a:gd name="T5" fmla="*/ 0 h 86"/>
                  <a:gd name="T6" fmla="*/ 0 w 218"/>
                  <a:gd name="T7" fmla="*/ 0 h 86"/>
                  <a:gd name="T8" fmla="*/ 0 w 218"/>
                  <a:gd name="T9" fmla="*/ 0 h 86"/>
                  <a:gd name="T10" fmla="*/ 0 w 218"/>
                  <a:gd name="T11" fmla="*/ 0 h 86"/>
                  <a:gd name="T12" fmla="*/ 0 w 218"/>
                  <a:gd name="T13" fmla="*/ 0 h 86"/>
                  <a:gd name="T14" fmla="*/ 0 w 218"/>
                  <a:gd name="T15" fmla="*/ 0 h 86"/>
                  <a:gd name="T16" fmla="*/ 0 w 218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8"/>
                  <a:gd name="T28" fmla="*/ 0 h 86"/>
                  <a:gd name="T29" fmla="*/ 218 w 218"/>
                  <a:gd name="T30" fmla="*/ 86 h 8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8" h="86">
                    <a:moveTo>
                      <a:pt x="0" y="14"/>
                    </a:moveTo>
                    <a:lnTo>
                      <a:pt x="62" y="60"/>
                    </a:lnTo>
                    <a:lnTo>
                      <a:pt x="97" y="86"/>
                    </a:lnTo>
                    <a:lnTo>
                      <a:pt x="181" y="86"/>
                    </a:lnTo>
                    <a:lnTo>
                      <a:pt x="218" y="58"/>
                    </a:lnTo>
                    <a:lnTo>
                      <a:pt x="177" y="9"/>
                    </a:lnTo>
                    <a:lnTo>
                      <a:pt x="103" y="0"/>
                    </a:lnTo>
                    <a:lnTo>
                      <a:pt x="2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7" name="Freeform 51">
                <a:extLst>
                  <a:ext uri="{FF2B5EF4-FFF2-40B4-BE49-F238E27FC236}">
                    <a16:creationId xmlns:a16="http://schemas.microsoft.com/office/drawing/2014/main" id="{5252E7E4-F84B-0A4A-85C4-7B6CFA011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45"/>
                <a:ext cx="27" cy="10"/>
              </a:xfrm>
              <a:custGeom>
                <a:avLst/>
                <a:gdLst>
                  <a:gd name="T0" fmla="*/ 0 w 216"/>
                  <a:gd name="T1" fmla="*/ 0 h 83"/>
                  <a:gd name="T2" fmla="*/ 0 w 216"/>
                  <a:gd name="T3" fmla="*/ 0 h 83"/>
                  <a:gd name="T4" fmla="*/ 0 w 216"/>
                  <a:gd name="T5" fmla="*/ 0 h 83"/>
                  <a:gd name="T6" fmla="*/ 0 w 216"/>
                  <a:gd name="T7" fmla="*/ 0 h 83"/>
                  <a:gd name="T8" fmla="*/ 0 w 216"/>
                  <a:gd name="T9" fmla="*/ 0 h 83"/>
                  <a:gd name="T10" fmla="*/ 0 w 216"/>
                  <a:gd name="T11" fmla="*/ 0 h 83"/>
                  <a:gd name="T12" fmla="*/ 0 w 216"/>
                  <a:gd name="T13" fmla="*/ 0 h 83"/>
                  <a:gd name="T14" fmla="*/ 0 w 216"/>
                  <a:gd name="T15" fmla="*/ 0 h 83"/>
                  <a:gd name="T16" fmla="*/ 0 w 216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83"/>
                  <a:gd name="T29" fmla="*/ 216 w 216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83">
                    <a:moveTo>
                      <a:pt x="0" y="48"/>
                    </a:moveTo>
                    <a:lnTo>
                      <a:pt x="50" y="7"/>
                    </a:lnTo>
                    <a:lnTo>
                      <a:pt x="130" y="0"/>
                    </a:lnTo>
                    <a:lnTo>
                      <a:pt x="216" y="35"/>
                    </a:lnTo>
                    <a:lnTo>
                      <a:pt x="163" y="66"/>
                    </a:lnTo>
                    <a:lnTo>
                      <a:pt x="121" y="81"/>
                    </a:lnTo>
                    <a:lnTo>
                      <a:pt x="75" y="83"/>
                    </a:lnTo>
                    <a:lnTo>
                      <a:pt x="18" y="62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8" name="Freeform 52">
                <a:extLst>
                  <a:ext uri="{FF2B5EF4-FFF2-40B4-BE49-F238E27FC236}">
                    <a16:creationId xmlns:a16="http://schemas.microsoft.com/office/drawing/2014/main" id="{AEFABBD1-6F06-5941-BFD1-EFE235375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606"/>
                <a:ext cx="43" cy="9"/>
              </a:xfrm>
              <a:custGeom>
                <a:avLst/>
                <a:gdLst>
                  <a:gd name="T0" fmla="*/ 0 w 350"/>
                  <a:gd name="T1" fmla="*/ 0 h 67"/>
                  <a:gd name="T2" fmla="*/ 0 w 350"/>
                  <a:gd name="T3" fmla="*/ 0 h 67"/>
                  <a:gd name="T4" fmla="*/ 0 w 350"/>
                  <a:gd name="T5" fmla="*/ 0 h 67"/>
                  <a:gd name="T6" fmla="*/ 0 w 350"/>
                  <a:gd name="T7" fmla="*/ 0 h 67"/>
                  <a:gd name="T8" fmla="*/ 0 w 350"/>
                  <a:gd name="T9" fmla="*/ 0 h 67"/>
                  <a:gd name="T10" fmla="*/ 0 w 350"/>
                  <a:gd name="T11" fmla="*/ 0 h 67"/>
                  <a:gd name="T12" fmla="*/ 0 w 350"/>
                  <a:gd name="T13" fmla="*/ 0 h 67"/>
                  <a:gd name="T14" fmla="*/ 0 w 350"/>
                  <a:gd name="T15" fmla="*/ 0 h 67"/>
                  <a:gd name="T16" fmla="*/ 0 w 350"/>
                  <a:gd name="T17" fmla="*/ 0 h 67"/>
                  <a:gd name="T18" fmla="*/ 0 w 350"/>
                  <a:gd name="T19" fmla="*/ 0 h 67"/>
                  <a:gd name="T20" fmla="*/ 0 w 350"/>
                  <a:gd name="T21" fmla="*/ 0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0"/>
                  <a:gd name="T34" fmla="*/ 0 h 67"/>
                  <a:gd name="T35" fmla="*/ 350 w 350"/>
                  <a:gd name="T36" fmla="*/ 67 h 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0" h="67">
                    <a:moveTo>
                      <a:pt x="0" y="4"/>
                    </a:moveTo>
                    <a:lnTo>
                      <a:pt x="82" y="50"/>
                    </a:lnTo>
                    <a:lnTo>
                      <a:pt x="203" y="67"/>
                    </a:lnTo>
                    <a:lnTo>
                      <a:pt x="260" y="65"/>
                    </a:lnTo>
                    <a:lnTo>
                      <a:pt x="299" y="46"/>
                    </a:lnTo>
                    <a:lnTo>
                      <a:pt x="332" y="21"/>
                    </a:lnTo>
                    <a:lnTo>
                      <a:pt x="350" y="0"/>
                    </a:lnTo>
                    <a:lnTo>
                      <a:pt x="249" y="6"/>
                    </a:lnTo>
                    <a:lnTo>
                      <a:pt x="194" y="14"/>
                    </a:lnTo>
                    <a:lnTo>
                      <a:pt x="108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39" name="Freeform 53">
                <a:extLst>
                  <a:ext uri="{FF2B5EF4-FFF2-40B4-BE49-F238E27FC236}">
                    <a16:creationId xmlns:a16="http://schemas.microsoft.com/office/drawing/2014/main" id="{64021719-1108-7F43-BB99-0BE4296C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642"/>
                <a:ext cx="591" cy="522"/>
              </a:xfrm>
              <a:custGeom>
                <a:avLst/>
                <a:gdLst>
                  <a:gd name="T0" fmla="*/ 0 w 4729"/>
                  <a:gd name="T1" fmla="*/ 0 h 4178"/>
                  <a:gd name="T2" fmla="*/ 0 w 4729"/>
                  <a:gd name="T3" fmla="*/ 0 h 4178"/>
                  <a:gd name="T4" fmla="*/ 0 w 4729"/>
                  <a:gd name="T5" fmla="*/ 0 h 4178"/>
                  <a:gd name="T6" fmla="*/ 0 w 4729"/>
                  <a:gd name="T7" fmla="*/ 0 h 4178"/>
                  <a:gd name="T8" fmla="*/ 0 w 4729"/>
                  <a:gd name="T9" fmla="*/ 0 h 4178"/>
                  <a:gd name="T10" fmla="*/ 0 w 4729"/>
                  <a:gd name="T11" fmla="*/ 0 h 4178"/>
                  <a:gd name="T12" fmla="*/ 0 w 4729"/>
                  <a:gd name="T13" fmla="*/ 0 h 4178"/>
                  <a:gd name="T14" fmla="*/ 0 w 4729"/>
                  <a:gd name="T15" fmla="*/ 0 h 4178"/>
                  <a:gd name="T16" fmla="*/ 0 w 4729"/>
                  <a:gd name="T17" fmla="*/ 0 h 4178"/>
                  <a:gd name="T18" fmla="*/ 0 w 4729"/>
                  <a:gd name="T19" fmla="*/ 0 h 4178"/>
                  <a:gd name="T20" fmla="*/ 0 w 4729"/>
                  <a:gd name="T21" fmla="*/ 0 h 4178"/>
                  <a:gd name="T22" fmla="*/ 0 w 4729"/>
                  <a:gd name="T23" fmla="*/ 0 h 4178"/>
                  <a:gd name="T24" fmla="*/ 0 w 4729"/>
                  <a:gd name="T25" fmla="*/ 0 h 4178"/>
                  <a:gd name="T26" fmla="*/ 0 w 4729"/>
                  <a:gd name="T27" fmla="*/ 0 h 4178"/>
                  <a:gd name="T28" fmla="*/ 0 w 4729"/>
                  <a:gd name="T29" fmla="*/ 0 h 4178"/>
                  <a:gd name="T30" fmla="*/ 0 w 4729"/>
                  <a:gd name="T31" fmla="*/ 0 h 4178"/>
                  <a:gd name="T32" fmla="*/ 0 w 4729"/>
                  <a:gd name="T33" fmla="*/ 0 h 4178"/>
                  <a:gd name="T34" fmla="*/ 0 w 4729"/>
                  <a:gd name="T35" fmla="*/ 0 h 4178"/>
                  <a:gd name="T36" fmla="*/ 0 w 4729"/>
                  <a:gd name="T37" fmla="*/ 0 h 4178"/>
                  <a:gd name="T38" fmla="*/ 0 w 4729"/>
                  <a:gd name="T39" fmla="*/ 0 h 4178"/>
                  <a:gd name="T40" fmla="*/ 0 w 4729"/>
                  <a:gd name="T41" fmla="*/ 0 h 4178"/>
                  <a:gd name="T42" fmla="*/ 0 w 4729"/>
                  <a:gd name="T43" fmla="*/ 0 h 4178"/>
                  <a:gd name="T44" fmla="*/ 0 w 4729"/>
                  <a:gd name="T45" fmla="*/ 0 h 4178"/>
                  <a:gd name="T46" fmla="*/ 0 w 4729"/>
                  <a:gd name="T47" fmla="*/ 0 h 4178"/>
                  <a:gd name="T48" fmla="*/ 0 w 4729"/>
                  <a:gd name="T49" fmla="*/ 0 h 4178"/>
                  <a:gd name="T50" fmla="*/ 0 w 4729"/>
                  <a:gd name="T51" fmla="*/ 0 h 4178"/>
                  <a:gd name="T52" fmla="*/ 0 w 4729"/>
                  <a:gd name="T53" fmla="*/ 0 h 4178"/>
                  <a:gd name="T54" fmla="*/ 0 w 4729"/>
                  <a:gd name="T55" fmla="*/ 0 h 4178"/>
                  <a:gd name="T56" fmla="*/ 0 w 4729"/>
                  <a:gd name="T57" fmla="*/ 0 h 4178"/>
                  <a:gd name="T58" fmla="*/ 0 w 4729"/>
                  <a:gd name="T59" fmla="*/ 0 h 4178"/>
                  <a:gd name="T60" fmla="*/ 0 w 4729"/>
                  <a:gd name="T61" fmla="*/ 0 h 4178"/>
                  <a:gd name="T62" fmla="*/ 0 w 4729"/>
                  <a:gd name="T63" fmla="*/ 0 h 4178"/>
                  <a:gd name="T64" fmla="*/ 0 w 4729"/>
                  <a:gd name="T65" fmla="*/ 0 h 4178"/>
                  <a:gd name="T66" fmla="*/ 0 w 4729"/>
                  <a:gd name="T67" fmla="*/ 0 h 4178"/>
                  <a:gd name="T68" fmla="*/ 0 w 4729"/>
                  <a:gd name="T69" fmla="*/ 0 h 4178"/>
                  <a:gd name="T70" fmla="*/ 0 w 4729"/>
                  <a:gd name="T71" fmla="*/ 0 h 4178"/>
                  <a:gd name="T72" fmla="*/ 0 w 4729"/>
                  <a:gd name="T73" fmla="*/ 0 h 4178"/>
                  <a:gd name="T74" fmla="*/ 0 w 4729"/>
                  <a:gd name="T75" fmla="*/ 0 h 4178"/>
                  <a:gd name="T76" fmla="*/ 0 w 4729"/>
                  <a:gd name="T77" fmla="*/ 0 h 4178"/>
                  <a:gd name="T78" fmla="*/ 0 w 4729"/>
                  <a:gd name="T79" fmla="*/ 0 h 4178"/>
                  <a:gd name="T80" fmla="*/ 0 w 4729"/>
                  <a:gd name="T81" fmla="*/ 0 h 4178"/>
                  <a:gd name="T82" fmla="*/ 0 w 4729"/>
                  <a:gd name="T83" fmla="*/ 0 h 4178"/>
                  <a:gd name="T84" fmla="*/ 0 w 4729"/>
                  <a:gd name="T85" fmla="*/ 0 h 4178"/>
                  <a:gd name="T86" fmla="*/ 0 w 4729"/>
                  <a:gd name="T87" fmla="*/ 0 h 4178"/>
                  <a:gd name="T88" fmla="*/ 0 w 4729"/>
                  <a:gd name="T89" fmla="*/ 0 h 4178"/>
                  <a:gd name="T90" fmla="*/ 0 w 4729"/>
                  <a:gd name="T91" fmla="*/ 0 h 4178"/>
                  <a:gd name="T92" fmla="*/ 0 w 4729"/>
                  <a:gd name="T93" fmla="*/ 0 h 4178"/>
                  <a:gd name="T94" fmla="*/ 0 w 4729"/>
                  <a:gd name="T95" fmla="*/ 0 h 41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729"/>
                  <a:gd name="T145" fmla="*/ 0 h 4178"/>
                  <a:gd name="T146" fmla="*/ 4729 w 4729"/>
                  <a:gd name="T147" fmla="*/ 4178 h 417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729" h="4178">
                    <a:moveTo>
                      <a:pt x="602" y="3182"/>
                    </a:moveTo>
                    <a:lnTo>
                      <a:pt x="1411" y="2760"/>
                    </a:lnTo>
                    <a:lnTo>
                      <a:pt x="1677" y="2463"/>
                    </a:lnTo>
                    <a:lnTo>
                      <a:pt x="1928" y="3087"/>
                    </a:lnTo>
                    <a:lnTo>
                      <a:pt x="1940" y="3300"/>
                    </a:lnTo>
                    <a:lnTo>
                      <a:pt x="1846" y="3325"/>
                    </a:lnTo>
                    <a:lnTo>
                      <a:pt x="1640" y="3288"/>
                    </a:lnTo>
                    <a:lnTo>
                      <a:pt x="1486" y="3279"/>
                    </a:lnTo>
                    <a:lnTo>
                      <a:pt x="1398" y="3241"/>
                    </a:lnTo>
                    <a:lnTo>
                      <a:pt x="1218" y="3265"/>
                    </a:lnTo>
                    <a:lnTo>
                      <a:pt x="1050" y="3230"/>
                    </a:lnTo>
                    <a:lnTo>
                      <a:pt x="844" y="3168"/>
                    </a:lnTo>
                    <a:lnTo>
                      <a:pt x="672" y="3254"/>
                    </a:lnTo>
                    <a:lnTo>
                      <a:pt x="541" y="3491"/>
                    </a:lnTo>
                    <a:lnTo>
                      <a:pt x="640" y="3841"/>
                    </a:lnTo>
                    <a:lnTo>
                      <a:pt x="1070" y="3903"/>
                    </a:lnTo>
                    <a:lnTo>
                      <a:pt x="1640" y="4032"/>
                    </a:lnTo>
                    <a:lnTo>
                      <a:pt x="2013" y="4139"/>
                    </a:lnTo>
                    <a:lnTo>
                      <a:pt x="2919" y="4178"/>
                    </a:lnTo>
                    <a:lnTo>
                      <a:pt x="3270" y="4153"/>
                    </a:lnTo>
                    <a:lnTo>
                      <a:pt x="3620" y="4056"/>
                    </a:lnTo>
                    <a:lnTo>
                      <a:pt x="4667" y="2951"/>
                    </a:lnTo>
                    <a:lnTo>
                      <a:pt x="4729" y="1824"/>
                    </a:lnTo>
                    <a:lnTo>
                      <a:pt x="4584" y="1298"/>
                    </a:lnTo>
                    <a:lnTo>
                      <a:pt x="4425" y="1019"/>
                    </a:lnTo>
                    <a:lnTo>
                      <a:pt x="4138" y="639"/>
                    </a:lnTo>
                    <a:lnTo>
                      <a:pt x="3595" y="384"/>
                    </a:lnTo>
                    <a:lnTo>
                      <a:pt x="3450" y="422"/>
                    </a:lnTo>
                    <a:lnTo>
                      <a:pt x="3342" y="362"/>
                    </a:lnTo>
                    <a:lnTo>
                      <a:pt x="3256" y="194"/>
                    </a:lnTo>
                    <a:lnTo>
                      <a:pt x="3053" y="121"/>
                    </a:lnTo>
                    <a:lnTo>
                      <a:pt x="2872" y="0"/>
                    </a:lnTo>
                    <a:lnTo>
                      <a:pt x="2666" y="12"/>
                    </a:lnTo>
                    <a:lnTo>
                      <a:pt x="1709" y="602"/>
                    </a:lnTo>
                    <a:lnTo>
                      <a:pt x="1558" y="720"/>
                    </a:lnTo>
                    <a:lnTo>
                      <a:pt x="1460" y="817"/>
                    </a:lnTo>
                    <a:lnTo>
                      <a:pt x="1281" y="911"/>
                    </a:lnTo>
                    <a:lnTo>
                      <a:pt x="1070" y="1503"/>
                    </a:lnTo>
                    <a:lnTo>
                      <a:pt x="1064" y="1702"/>
                    </a:lnTo>
                    <a:lnTo>
                      <a:pt x="989" y="1979"/>
                    </a:lnTo>
                    <a:lnTo>
                      <a:pt x="808" y="2039"/>
                    </a:lnTo>
                    <a:lnTo>
                      <a:pt x="723" y="2136"/>
                    </a:lnTo>
                    <a:lnTo>
                      <a:pt x="699" y="2259"/>
                    </a:lnTo>
                    <a:lnTo>
                      <a:pt x="578" y="2377"/>
                    </a:lnTo>
                    <a:lnTo>
                      <a:pt x="240" y="2606"/>
                    </a:lnTo>
                    <a:lnTo>
                      <a:pt x="0" y="2917"/>
                    </a:lnTo>
                    <a:lnTo>
                      <a:pt x="277" y="3145"/>
                    </a:lnTo>
                    <a:lnTo>
                      <a:pt x="602" y="3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0" name="Freeform 54">
                <a:extLst>
                  <a:ext uri="{FF2B5EF4-FFF2-40B4-BE49-F238E27FC236}">
                    <a16:creationId xmlns:a16="http://schemas.microsoft.com/office/drawing/2014/main" id="{A91710BB-B90F-374E-9A7F-150A020A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76"/>
                <a:ext cx="174" cy="272"/>
              </a:xfrm>
              <a:custGeom>
                <a:avLst/>
                <a:gdLst>
                  <a:gd name="T0" fmla="*/ 0 w 1387"/>
                  <a:gd name="T1" fmla="*/ 0 h 2184"/>
                  <a:gd name="T2" fmla="*/ 0 w 1387"/>
                  <a:gd name="T3" fmla="*/ 0 h 2184"/>
                  <a:gd name="T4" fmla="*/ 0 w 1387"/>
                  <a:gd name="T5" fmla="*/ 0 h 2184"/>
                  <a:gd name="T6" fmla="*/ 0 w 1387"/>
                  <a:gd name="T7" fmla="*/ 0 h 2184"/>
                  <a:gd name="T8" fmla="*/ 0 w 1387"/>
                  <a:gd name="T9" fmla="*/ 0 h 2184"/>
                  <a:gd name="T10" fmla="*/ 0 w 1387"/>
                  <a:gd name="T11" fmla="*/ 0 h 2184"/>
                  <a:gd name="T12" fmla="*/ 0 w 1387"/>
                  <a:gd name="T13" fmla="*/ 0 h 2184"/>
                  <a:gd name="T14" fmla="*/ 0 w 1387"/>
                  <a:gd name="T15" fmla="*/ 0 h 2184"/>
                  <a:gd name="T16" fmla="*/ 0 w 1387"/>
                  <a:gd name="T17" fmla="*/ 0 h 2184"/>
                  <a:gd name="T18" fmla="*/ 0 w 1387"/>
                  <a:gd name="T19" fmla="*/ 0 h 2184"/>
                  <a:gd name="T20" fmla="*/ 0 w 1387"/>
                  <a:gd name="T21" fmla="*/ 0 h 2184"/>
                  <a:gd name="T22" fmla="*/ 0 w 1387"/>
                  <a:gd name="T23" fmla="*/ 0 h 2184"/>
                  <a:gd name="T24" fmla="*/ 0 w 1387"/>
                  <a:gd name="T25" fmla="*/ 0 h 2184"/>
                  <a:gd name="T26" fmla="*/ 0 w 1387"/>
                  <a:gd name="T27" fmla="*/ 0 h 2184"/>
                  <a:gd name="T28" fmla="*/ 0 w 1387"/>
                  <a:gd name="T29" fmla="*/ 0 h 2184"/>
                  <a:gd name="T30" fmla="*/ 0 w 1387"/>
                  <a:gd name="T31" fmla="*/ 0 h 2184"/>
                  <a:gd name="T32" fmla="*/ 0 w 1387"/>
                  <a:gd name="T33" fmla="*/ 0 h 2184"/>
                  <a:gd name="T34" fmla="*/ 0 w 1387"/>
                  <a:gd name="T35" fmla="*/ 0 h 2184"/>
                  <a:gd name="T36" fmla="*/ 0 w 1387"/>
                  <a:gd name="T37" fmla="*/ 0 h 2184"/>
                  <a:gd name="T38" fmla="*/ 0 w 1387"/>
                  <a:gd name="T39" fmla="*/ 0 h 2184"/>
                  <a:gd name="T40" fmla="*/ 0 w 1387"/>
                  <a:gd name="T41" fmla="*/ 0 h 2184"/>
                  <a:gd name="T42" fmla="*/ 0 w 1387"/>
                  <a:gd name="T43" fmla="*/ 0 h 2184"/>
                  <a:gd name="T44" fmla="*/ 0 w 1387"/>
                  <a:gd name="T45" fmla="*/ 0 h 2184"/>
                  <a:gd name="T46" fmla="*/ 0 w 1387"/>
                  <a:gd name="T47" fmla="*/ 0 h 2184"/>
                  <a:gd name="T48" fmla="*/ 0 w 1387"/>
                  <a:gd name="T49" fmla="*/ 0 h 2184"/>
                  <a:gd name="T50" fmla="*/ 0 w 1387"/>
                  <a:gd name="T51" fmla="*/ 0 h 2184"/>
                  <a:gd name="T52" fmla="*/ 0 w 1387"/>
                  <a:gd name="T53" fmla="*/ 0 h 2184"/>
                  <a:gd name="T54" fmla="*/ 0 w 1387"/>
                  <a:gd name="T55" fmla="*/ 0 h 2184"/>
                  <a:gd name="T56" fmla="*/ 0 w 1387"/>
                  <a:gd name="T57" fmla="*/ 0 h 2184"/>
                  <a:gd name="T58" fmla="*/ 0 w 1387"/>
                  <a:gd name="T59" fmla="*/ 0 h 2184"/>
                  <a:gd name="T60" fmla="*/ 0 w 1387"/>
                  <a:gd name="T61" fmla="*/ 0 h 2184"/>
                  <a:gd name="T62" fmla="*/ 0 w 1387"/>
                  <a:gd name="T63" fmla="*/ 0 h 2184"/>
                  <a:gd name="T64" fmla="*/ 0 w 1387"/>
                  <a:gd name="T65" fmla="*/ 0 h 2184"/>
                  <a:gd name="T66" fmla="*/ 0 w 1387"/>
                  <a:gd name="T67" fmla="*/ 0 h 2184"/>
                  <a:gd name="T68" fmla="*/ 0 w 1387"/>
                  <a:gd name="T69" fmla="*/ 0 h 2184"/>
                  <a:gd name="T70" fmla="*/ 0 w 1387"/>
                  <a:gd name="T71" fmla="*/ 0 h 2184"/>
                  <a:gd name="T72" fmla="*/ 0 w 1387"/>
                  <a:gd name="T73" fmla="*/ 0 h 2184"/>
                  <a:gd name="T74" fmla="*/ 0 w 1387"/>
                  <a:gd name="T75" fmla="*/ 0 h 2184"/>
                  <a:gd name="T76" fmla="*/ 0 w 1387"/>
                  <a:gd name="T77" fmla="*/ 0 h 2184"/>
                  <a:gd name="T78" fmla="*/ 0 w 1387"/>
                  <a:gd name="T79" fmla="*/ 0 h 2184"/>
                  <a:gd name="T80" fmla="*/ 0 w 1387"/>
                  <a:gd name="T81" fmla="*/ 0 h 2184"/>
                  <a:gd name="T82" fmla="*/ 0 w 1387"/>
                  <a:gd name="T83" fmla="*/ 0 h 2184"/>
                  <a:gd name="T84" fmla="*/ 0 w 1387"/>
                  <a:gd name="T85" fmla="*/ 0 h 218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87"/>
                  <a:gd name="T130" fmla="*/ 0 h 2184"/>
                  <a:gd name="T131" fmla="*/ 1387 w 1387"/>
                  <a:gd name="T132" fmla="*/ 2184 h 218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87" h="2184">
                    <a:moveTo>
                      <a:pt x="691" y="312"/>
                    </a:moveTo>
                    <a:lnTo>
                      <a:pt x="679" y="433"/>
                    </a:lnTo>
                    <a:lnTo>
                      <a:pt x="712" y="479"/>
                    </a:lnTo>
                    <a:lnTo>
                      <a:pt x="807" y="528"/>
                    </a:lnTo>
                    <a:lnTo>
                      <a:pt x="859" y="578"/>
                    </a:lnTo>
                    <a:lnTo>
                      <a:pt x="859" y="683"/>
                    </a:lnTo>
                    <a:lnTo>
                      <a:pt x="664" y="731"/>
                    </a:lnTo>
                    <a:lnTo>
                      <a:pt x="605" y="731"/>
                    </a:lnTo>
                    <a:lnTo>
                      <a:pt x="555" y="671"/>
                    </a:lnTo>
                    <a:lnTo>
                      <a:pt x="508" y="899"/>
                    </a:lnTo>
                    <a:lnTo>
                      <a:pt x="290" y="1031"/>
                    </a:lnTo>
                    <a:lnTo>
                      <a:pt x="664" y="899"/>
                    </a:lnTo>
                    <a:lnTo>
                      <a:pt x="749" y="899"/>
                    </a:lnTo>
                    <a:lnTo>
                      <a:pt x="712" y="945"/>
                    </a:lnTo>
                    <a:lnTo>
                      <a:pt x="447" y="1103"/>
                    </a:lnTo>
                    <a:lnTo>
                      <a:pt x="726" y="1103"/>
                    </a:lnTo>
                    <a:lnTo>
                      <a:pt x="737" y="1213"/>
                    </a:lnTo>
                    <a:lnTo>
                      <a:pt x="133" y="1273"/>
                    </a:lnTo>
                    <a:lnTo>
                      <a:pt x="0" y="1369"/>
                    </a:lnTo>
                    <a:lnTo>
                      <a:pt x="170" y="1426"/>
                    </a:lnTo>
                    <a:lnTo>
                      <a:pt x="279" y="1525"/>
                    </a:lnTo>
                    <a:lnTo>
                      <a:pt x="290" y="1593"/>
                    </a:lnTo>
                    <a:lnTo>
                      <a:pt x="181" y="1690"/>
                    </a:lnTo>
                    <a:lnTo>
                      <a:pt x="181" y="1810"/>
                    </a:lnTo>
                    <a:lnTo>
                      <a:pt x="242" y="1932"/>
                    </a:lnTo>
                    <a:lnTo>
                      <a:pt x="84" y="2075"/>
                    </a:lnTo>
                    <a:lnTo>
                      <a:pt x="218" y="2184"/>
                    </a:lnTo>
                    <a:lnTo>
                      <a:pt x="373" y="2098"/>
                    </a:lnTo>
                    <a:lnTo>
                      <a:pt x="472" y="2123"/>
                    </a:lnTo>
                    <a:lnTo>
                      <a:pt x="679" y="1964"/>
                    </a:lnTo>
                    <a:lnTo>
                      <a:pt x="989" y="1630"/>
                    </a:lnTo>
                    <a:lnTo>
                      <a:pt x="1207" y="1379"/>
                    </a:lnTo>
                    <a:lnTo>
                      <a:pt x="1350" y="1752"/>
                    </a:lnTo>
                    <a:lnTo>
                      <a:pt x="1387" y="1358"/>
                    </a:lnTo>
                    <a:lnTo>
                      <a:pt x="1387" y="1199"/>
                    </a:lnTo>
                    <a:lnTo>
                      <a:pt x="1242" y="1093"/>
                    </a:lnTo>
                    <a:lnTo>
                      <a:pt x="1122" y="923"/>
                    </a:lnTo>
                    <a:lnTo>
                      <a:pt x="1014" y="740"/>
                    </a:lnTo>
                    <a:lnTo>
                      <a:pt x="930" y="528"/>
                    </a:lnTo>
                    <a:lnTo>
                      <a:pt x="834" y="228"/>
                    </a:lnTo>
                    <a:lnTo>
                      <a:pt x="800" y="0"/>
                    </a:lnTo>
                    <a:lnTo>
                      <a:pt x="700" y="215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1" name="Freeform 55">
                <a:extLst>
                  <a:ext uri="{FF2B5EF4-FFF2-40B4-BE49-F238E27FC236}">
                    <a16:creationId xmlns:a16="http://schemas.microsoft.com/office/drawing/2014/main" id="{76A503E9-6EF4-554C-899E-B5CC55F4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78"/>
                <a:ext cx="357" cy="391"/>
              </a:xfrm>
              <a:custGeom>
                <a:avLst/>
                <a:gdLst>
                  <a:gd name="T0" fmla="*/ 0 w 2861"/>
                  <a:gd name="T1" fmla="*/ 0 h 3124"/>
                  <a:gd name="T2" fmla="*/ 0 w 2861"/>
                  <a:gd name="T3" fmla="*/ 0 h 3124"/>
                  <a:gd name="T4" fmla="*/ 0 w 2861"/>
                  <a:gd name="T5" fmla="*/ 0 h 3124"/>
                  <a:gd name="T6" fmla="*/ 0 w 2861"/>
                  <a:gd name="T7" fmla="*/ 0 h 3124"/>
                  <a:gd name="T8" fmla="*/ 0 w 2861"/>
                  <a:gd name="T9" fmla="*/ 0 h 3124"/>
                  <a:gd name="T10" fmla="*/ 0 w 2861"/>
                  <a:gd name="T11" fmla="*/ 0 h 3124"/>
                  <a:gd name="T12" fmla="*/ 0 w 2861"/>
                  <a:gd name="T13" fmla="*/ 0 h 3124"/>
                  <a:gd name="T14" fmla="*/ 0 w 2861"/>
                  <a:gd name="T15" fmla="*/ 0 h 3124"/>
                  <a:gd name="T16" fmla="*/ 0 w 2861"/>
                  <a:gd name="T17" fmla="*/ 0 h 3124"/>
                  <a:gd name="T18" fmla="*/ 0 w 2861"/>
                  <a:gd name="T19" fmla="*/ 0 h 3124"/>
                  <a:gd name="T20" fmla="*/ 0 w 2861"/>
                  <a:gd name="T21" fmla="*/ 0 h 3124"/>
                  <a:gd name="T22" fmla="*/ 0 w 2861"/>
                  <a:gd name="T23" fmla="*/ 0 h 3124"/>
                  <a:gd name="T24" fmla="*/ 0 w 2861"/>
                  <a:gd name="T25" fmla="*/ 0 h 3124"/>
                  <a:gd name="T26" fmla="*/ 0 w 2861"/>
                  <a:gd name="T27" fmla="*/ 0 h 3124"/>
                  <a:gd name="T28" fmla="*/ 0 w 2861"/>
                  <a:gd name="T29" fmla="*/ 0 h 3124"/>
                  <a:gd name="T30" fmla="*/ 0 w 2861"/>
                  <a:gd name="T31" fmla="*/ 0 h 3124"/>
                  <a:gd name="T32" fmla="*/ 0 w 2861"/>
                  <a:gd name="T33" fmla="*/ 0 h 3124"/>
                  <a:gd name="T34" fmla="*/ 0 w 2861"/>
                  <a:gd name="T35" fmla="*/ 0 h 3124"/>
                  <a:gd name="T36" fmla="*/ 0 w 2861"/>
                  <a:gd name="T37" fmla="*/ 0 h 3124"/>
                  <a:gd name="T38" fmla="*/ 0 w 2861"/>
                  <a:gd name="T39" fmla="*/ 0 h 3124"/>
                  <a:gd name="T40" fmla="*/ 0 w 2861"/>
                  <a:gd name="T41" fmla="*/ 0 h 3124"/>
                  <a:gd name="T42" fmla="*/ 0 w 2861"/>
                  <a:gd name="T43" fmla="*/ 0 h 3124"/>
                  <a:gd name="T44" fmla="*/ 0 w 2861"/>
                  <a:gd name="T45" fmla="*/ 0 h 3124"/>
                  <a:gd name="T46" fmla="*/ 0 w 2861"/>
                  <a:gd name="T47" fmla="*/ 0 h 3124"/>
                  <a:gd name="T48" fmla="*/ 0 w 2861"/>
                  <a:gd name="T49" fmla="*/ 0 h 3124"/>
                  <a:gd name="T50" fmla="*/ 0 w 2861"/>
                  <a:gd name="T51" fmla="*/ 0 h 3124"/>
                  <a:gd name="T52" fmla="*/ 0 w 2861"/>
                  <a:gd name="T53" fmla="*/ 0 h 3124"/>
                  <a:gd name="T54" fmla="*/ 0 w 2861"/>
                  <a:gd name="T55" fmla="*/ 0 h 3124"/>
                  <a:gd name="T56" fmla="*/ 0 w 2861"/>
                  <a:gd name="T57" fmla="*/ 0 h 3124"/>
                  <a:gd name="T58" fmla="*/ 0 w 2861"/>
                  <a:gd name="T59" fmla="*/ 0 h 3124"/>
                  <a:gd name="T60" fmla="*/ 0 w 2861"/>
                  <a:gd name="T61" fmla="*/ 0 h 3124"/>
                  <a:gd name="T62" fmla="*/ 0 w 2861"/>
                  <a:gd name="T63" fmla="*/ 0 h 3124"/>
                  <a:gd name="T64" fmla="*/ 0 w 2861"/>
                  <a:gd name="T65" fmla="*/ 0 h 3124"/>
                  <a:gd name="T66" fmla="*/ 0 w 2861"/>
                  <a:gd name="T67" fmla="*/ 0 h 3124"/>
                  <a:gd name="T68" fmla="*/ 0 w 2861"/>
                  <a:gd name="T69" fmla="*/ 0 h 3124"/>
                  <a:gd name="T70" fmla="*/ 0 w 2861"/>
                  <a:gd name="T71" fmla="*/ 0 h 3124"/>
                  <a:gd name="T72" fmla="*/ 0 w 2861"/>
                  <a:gd name="T73" fmla="*/ 0 h 3124"/>
                  <a:gd name="T74" fmla="*/ 0 w 2861"/>
                  <a:gd name="T75" fmla="*/ 0 h 3124"/>
                  <a:gd name="T76" fmla="*/ 0 w 2861"/>
                  <a:gd name="T77" fmla="*/ 0 h 3124"/>
                  <a:gd name="T78" fmla="*/ 0 w 2861"/>
                  <a:gd name="T79" fmla="*/ 0 h 3124"/>
                  <a:gd name="T80" fmla="*/ 0 w 2861"/>
                  <a:gd name="T81" fmla="*/ 0 h 3124"/>
                  <a:gd name="T82" fmla="*/ 0 w 2861"/>
                  <a:gd name="T83" fmla="*/ 0 h 3124"/>
                  <a:gd name="T84" fmla="*/ 0 w 2861"/>
                  <a:gd name="T85" fmla="*/ 0 h 3124"/>
                  <a:gd name="T86" fmla="*/ 0 w 2861"/>
                  <a:gd name="T87" fmla="*/ 0 h 3124"/>
                  <a:gd name="T88" fmla="*/ 0 w 2861"/>
                  <a:gd name="T89" fmla="*/ 0 h 3124"/>
                  <a:gd name="T90" fmla="*/ 0 w 2861"/>
                  <a:gd name="T91" fmla="*/ 0 h 3124"/>
                  <a:gd name="T92" fmla="*/ 0 w 2861"/>
                  <a:gd name="T93" fmla="*/ 0 h 3124"/>
                  <a:gd name="T94" fmla="*/ 0 w 2861"/>
                  <a:gd name="T95" fmla="*/ 0 h 3124"/>
                  <a:gd name="T96" fmla="*/ 0 w 2861"/>
                  <a:gd name="T97" fmla="*/ 0 h 3124"/>
                  <a:gd name="T98" fmla="*/ 0 w 2861"/>
                  <a:gd name="T99" fmla="*/ 0 h 31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61"/>
                  <a:gd name="T151" fmla="*/ 0 h 3124"/>
                  <a:gd name="T152" fmla="*/ 2861 w 2861"/>
                  <a:gd name="T153" fmla="*/ 3124 h 31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61" h="3124">
                    <a:moveTo>
                      <a:pt x="988" y="1321"/>
                    </a:moveTo>
                    <a:lnTo>
                      <a:pt x="1377" y="1443"/>
                    </a:lnTo>
                    <a:lnTo>
                      <a:pt x="1691" y="1504"/>
                    </a:lnTo>
                    <a:lnTo>
                      <a:pt x="1909" y="1095"/>
                    </a:lnTo>
                    <a:lnTo>
                      <a:pt x="1895" y="698"/>
                    </a:lnTo>
                    <a:lnTo>
                      <a:pt x="2146" y="231"/>
                    </a:lnTo>
                    <a:lnTo>
                      <a:pt x="2642" y="0"/>
                    </a:lnTo>
                    <a:lnTo>
                      <a:pt x="2232" y="399"/>
                    </a:lnTo>
                    <a:lnTo>
                      <a:pt x="2111" y="770"/>
                    </a:lnTo>
                    <a:lnTo>
                      <a:pt x="2111" y="1168"/>
                    </a:lnTo>
                    <a:lnTo>
                      <a:pt x="2350" y="985"/>
                    </a:lnTo>
                    <a:lnTo>
                      <a:pt x="2665" y="627"/>
                    </a:lnTo>
                    <a:lnTo>
                      <a:pt x="2861" y="420"/>
                    </a:lnTo>
                    <a:lnTo>
                      <a:pt x="2861" y="590"/>
                    </a:lnTo>
                    <a:lnTo>
                      <a:pt x="2642" y="1010"/>
                    </a:lnTo>
                    <a:lnTo>
                      <a:pt x="2280" y="1478"/>
                    </a:lnTo>
                    <a:lnTo>
                      <a:pt x="1981" y="1741"/>
                    </a:lnTo>
                    <a:lnTo>
                      <a:pt x="1773" y="1838"/>
                    </a:lnTo>
                    <a:lnTo>
                      <a:pt x="1773" y="1959"/>
                    </a:lnTo>
                    <a:lnTo>
                      <a:pt x="1918" y="2188"/>
                    </a:lnTo>
                    <a:lnTo>
                      <a:pt x="2063" y="2545"/>
                    </a:lnTo>
                    <a:lnTo>
                      <a:pt x="1955" y="2451"/>
                    </a:lnTo>
                    <a:lnTo>
                      <a:pt x="1836" y="2333"/>
                    </a:lnTo>
                    <a:lnTo>
                      <a:pt x="1665" y="2257"/>
                    </a:lnTo>
                    <a:lnTo>
                      <a:pt x="1508" y="2222"/>
                    </a:lnTo>
                    <a:lnTo>
                      <a:pt x="1388" y="2197"/>
                    </a:lnTo>
                    <a:lnTo>
                      <a:pt x="1460" y="2429"/>
                    </a:lnTo>
                    <a:lnTo>
                      <a:pt x="1691" y="2621"/>
                    </a:lnTo>
                    <a:lnTo>
                      <a:pt x="1872" y="2725"/>
                    </a:lnTo>
                    <a:lnTo>
                      <a:pt x="1785" y="2534"/>
                    </a:lnTo>
                    <a:lnTo>
                      <a:pt x="1981" y="2582"/>
                    </a:lnTo>
                    <a:lnTo>
                      <a:pt x="2052" y="2750"/>
                    </a:lnTo>
                    <a:lnTo>
                      <a:pt x="2025" y="2978"/>
                    </a:lnTo>
                    <a:lnTo>
                      <a:pt x="1895" y="3110"/>
                    </a:lnTo>
                    <a:lnTo>
                      <a:pt x="1665" y="3124"/>
                    </a:lnTo>
                    <a:lnTo>
                      <a:pt x="1425" y="3001"/>
                    </a:lnTo>
                    <a:lnTo>
                      <a:pt x="1326" y="2796"/>
                    </a:lnTo>
                    <a:lnTo>
                      <a:pt x="1181" y="2400"/>
                    </a:lnTo>
                    <a:lnTo>
                      <a:pt x="988" y="2284"/>
                    </a:lnTo>
                    <a:lnTo>
                      <a:pt x="485" y="2391"/>
                    </a:lnTo>
                    <a:lnTo>
                      <a:pt x="171" y="2568"/>
                    </a:lnTo>
                    <a:lnTo>
                      <a:pt x="134" y="2499"/>
                    </a:lnTo>
                    <a:lnTo>
                      <a:pt x="217" y="2319"/>
                    </a:lnTo>
                    <a:lnTo>
                      <a:pt x="0" y="2400"/>
                    </a:lnTo>
                    <a:lnTo>
                      <a:pt x="87" y="2271"/>
                    </a:lnTo>
                    <a:lnTo>
                      <a:pt x="362" y="2197"/>
                    </a:lnTo>
                    <a:lnTo>
                      <a:pt x="558" y="2222"/>
                    </a:lnTo>
                    <a:lnTo>
                      <a:pt x="676" y="2234"/>
                    </a:lnTo>
                    <a:lnTo>
                      <a:pt x="950" y="2174"/>
                    </a:lnTo>
                    <a:lnTo>
                      <a:pt x="988" y="132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2" name="Freeform 56">
                <a:extLst>
                  <a:ext uri="{FF2B5EF4-FFF2-40B4-BE49-F238E27FC236}">
                    <a16:creationId xmlns:a16="http://schemas.microsoft.com/office/drawing/2014/main" id="{3816466A-D30C-1A49-8995-F7FFA436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77"/>
                <a:ext cx="63" cy="178"/>
              </a:xfrm>
              <a:custGeom>
                <a:avLst/>
                <a:gdLst>
                  <a:gd name="T0" fmla="*/ 0 w 507"/>
                  <a:gd name="T1" fmla="*/ 0 h 1428"/>
                  <a:gd name="T2" fmla="*/ 0 w 507"/>
                  <a:gd name="T3" fmla="*/ 0 h 1428"/>
                  <a:gd name="T4" fmla="*/ 0 w 507"/>
                  <a:gd name="T5" fmla="*/ 0 h 1428"/>
                  <a:gd name="T6" fmla="*/ 0 w 507"/>
                  <a:gd name="T7" fmla="*/ 0 h 1428"/>
                  <a:gd name="T8" fmla="*/ 0 w 507"/>
                  <a:gd name="T9" fmla="*/ 0 h 1428"/>
                  <a:gd name="T10" fmla="*/ 0 w 507"/>
                  <a:gd name="T11" fmla="*/ 0 h 1428"/>
                  <a:gd name="T12" fmla="*/ 0 w 507"/>
                  <a:gd name="T13" fmla="*/ 0 h 1428"/>
                  <a:gd name="T14" fmla="*/ 0 w 507"/>
                  <a:gd name="T15" fmla="*/ 0 h 1428"/>
                  <a:gd name="T16" fmla="*/ 0 w 507"/>
                  <a:gd name="T17" fmla="*/ 0 h 1428"/>
                  <a:gd name="T18" fmla="*/ 0 w 507"/>
                  <a:gd name="T19" fmla="*/ 0 h 1428"/>
                  <a:gd name="T20" fmla="*/ 0 w 507"/>
                  <a:gd name="T21" fmla="*/ 0 h 1428"/>
                  <a:gd name="T22" fmla="*/ 0 w 507"/>
                  <a:gd name="T23" fmla="*/ 0 h 14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7"/>
                  <a:gd name="T37" fmla="*/ 0 h 1428"/>
                  <a:gd name="T38" fmla="*/ 507 w 507"/>
                  <a:gd name="T39" fmla="*/ 1428 h 14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7" h="1428">
                    <a:moveTo>
                      <a:pt x="143" y="1404"/>
                    </a:moveTo>
                    <a:lnTo>
                      <a:pt x="180" y="1130"/>
                    </a:lnTo>
                    <a:lnTo>
                      <a:pt x="242" y="780"/>
                    </a:lnTo>
                    <a:lnTo>
                      <a:pt x="242" y="613"/>
                    </a:lnTo>
                    <a:lnTo>
                      <a:pt x="194" y="446"/>
                    </a:lnTo>
                    <a:lnTo>
                      <a:pt x="206" y="312"/>
                    </a:lnTo>
                    <a:lnTo>
                      <a:pt x="266" y="134"/>
                    </a:lnTo>
                    <a:lnTo>
                      <a:pt x="507" y="158"/>
                    </a:lnTo>
                    <a:lnTo>
                      <a:pt x="143" y="0"/>
                    </a:lnTo>
                    <a:lnTo>
                      <a:pt x="0" y="325"/>
                    </a:lnTo>
                    <a:lnTo>
                      <a:pt x="21" y="1428"/>
                    </a:lnTo>
                    <a:lnTo>
                      <a:pt x="143" y="140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3" name="Freeform 57">
                <a:extLst>
                  <a:ext uri="{FF2B5EF4-FFF2-40B4-BE49-F238E27FC236}">
                    <a16:creationId xmlns:a16="http://schemas.microsoft.com/office/drawing/2014/main" id="{C1FBFF72-2358-D549-B13A-1A69EF760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40"/>
                <a:ext cx="249" cy="534"/>
              </a:xfrm>
              <a:custGeom>
                <a:avLst/>
                <a:gdLst>
                  <a:gd name="T0" fmla="*/ 0 w 1991"/>
                  <a:gd name="T1" fmla="*/ 0 h 4272"/>
                  <a:gd name="T2" fmla="*/ 0 w 1991"/>
                  <a:gd name="T3" fmla="*/ 0 h 4272"/>
                  <a:gd name="T4" fmla="*/ 0 w 1991"/>
                  <a:gd name="T5" fmla="*/ 0 h 4272"/>
                  <a:gd name="T6" fmla="*/ 0 w 1991"/>
                  <a:gd name="T7" fmla="*/ 0 h 4272"/>
                  <a:gd name="T8" fmla="*/ 0 w 1991"/>
                  <a:gd name="T9" fmla="*/ 0 h 4272"/>
                  <a:gd name="T10" fmla="*/ 0 w 1991"/>
                  <a:gd name="T11" fmla="*/ 0 h 4272"/>
                  <a:gd name="T12" fmla="*/ 0 w 1991"/>
                  <a:gd name="T13" fmla="*/ 0 h 4272"/>
                  <a:gd name="T14" fmla="*/ 0 w 1991"/>
                  <a:gd name="T15" fmla="*/ 0 h 4272"/>
                  <a:gd name="T16" fmla="*/ 0 w 1991"/>
                  <a:gd name="T17" fmla="*/ 0 h 4272"/>
                  <a:gd name="T18" fmla="*/ 0 w 1991"/>
                  <a:gd name="T19" fmla="*/ 0 h 4272"/>
                  <a:gd name="T20" fmla="*/ 0 w 1991"/>
                  <a:gd name="T21" fmla="*/ 0 h 4272"/>
                  <a:gd name="T22" fmla="*/ 0 w 1991"/>
                  <a:gd name="T23" fmla="*/ 0 h 4272"/>
                  <a:gd name="T24" fmla="*/ 0 w 1991"/>
                  <a:gd name="T25" fmla="*/ 0 h 4272"/>
                  <a:gd name="T26" fmla="*/ 0 w 1991"/>
                  <a:gd name="T27" fmla="*/ 0 h 4272"/>
                  <a:gd name="T28" fmla="*/ 0 w 1991"/>
                  <a:gd name="T29" fmla="*/ 0 h 4272"/>
                  <a:gd name="T30" fmla="*/ 0 w 1991"/>
                  <a:gd name="T31" fmla="*/ 0 h 4272"/>
                  <a:gd name="T32" fmla="*/ 0 w 1991"/>
                  <a:gd name="T33" fmla="*/ 0 h 4272"/>
                  <a:gd name="T34" fmla="*/ 0 w 1991"/>
                  <a:gd name="T35" fmla="*/ 0 h 4272"/>
                  <a:gd name="T36" fmla="*/ 0 w 1991"/>
                  <a:gd name="T37" fmla="*/ 0 h 4272"/>
                  <a:gd name="T38" fmla="*/ 0 w 1991"/>
                  <a:gd name="T39" fmla="*/ 0 h 4272"/>
                  <a:gd name="T40" fmla="*/ 0 w 1991"/>
                  <a:gd name="T41" fmla="*/ 0 h 4272"/>
                  <a:gd name="T42" fmla="*/ 0 w 1991"/>
                  <a:gd name="T43" fmla="*/ 0 h 4272"/>
                  <a:gd name="T44" fmla="*/ 0 w 1991"/>
                  <a:gd name="T45" fmla="*/ 0 h 4272"/>
                  <a:gd name="T46" fmla="*/ 0 w 1991"/>
                  <a:gd name="T47" fmla="*/ 0 h 4272"/>
                  <a:gd name="T48" fmla="*/ 0 w 1991"/>
                  <a:gd name="T49" fmla="*/ 0 h 4272"/>
                  <a:gd name="T50" fmla="*/ 0 w 1991"/>
                  <a:gd name="T51" fmla="*/ 0 h 4272"/>
                  <a:gd name="T52" fmla="*/ 0 w 1991"/>
                  <a:gd name="T53" fmla="*/ 0 h 4272"/>
                  <a:gd name="T54" fmla="*/ 0 w 1991"/>
                  <a:gd name="T55" fmla="*/ 0 h 4272"/>
                  <a:gd name="T56" fmla="*/ 0 w 1991"/>
                  <a:gd name="T57" fmla="*/ 0 h 4272"/>
                  <a:gd name="T58" fmla="*/ 0 w 1991"/>
                  <a:gd name="T59" fmla="*/ 0 h 4272"/>
                  <a:gd name="T60" fmla="*/ 0 w 1991"/>
                  <a:gd name="T61" fmla="*/ 0 h 4272"/>
                  <a:gd name="T62" fmla="*/ 0 w 1991"/>
                  <a:gd name="T63" fmla="*/ 0 h 4272"/>
                  <a:gd name="T64" fmla="*/ 0 w 1991"/>
                  <a:gd name="T65" fmla="*/ 0 h 4272"/>
                  <a:gd name="T66" fmla="*/ 0 w 1991"/>
                  <a:gd name="T67" fmla="*/ 0 h 4272"/>
                  <a:gd name="T68" fmla="*/ 0 w 1991"/>
                  <a:gd name="T69" fmla="*/ 0 h 4272"/>
                  <a:gd name="T70" fmla="*/ 0 w 1991"/>
                  <a:gd name="T71" fmla="*/ 0 h 4272"/>
                  <a:gd name="T72" fmla="*/ 0 w 1991"/>
                  <a:gd name="T73" fmla="*/ 0 h 4272"/>
                  <a:gd name="T74" fmla="*/ 0 w 1991"/>
                  <a:gd name="T75" fmla="*/ 0 h 4272"/>
                  <a:gd name="T76" fmla="*/ 0 w 1991"/>
                  <a:gd name="T77" fmla="*/ 0 h 4272"/>
                  <a:gd name="T78" fmla="*/ 0 w 1991"/>
                  <a:gd name="T79" fmla="*/ 0 h 4272"/>
                  <a:gd name="T80" fmla="*/ 0 w 1991"/>
                  <a:gd name="T81" fmla="*/ 0 h 4272"/>
                  <a:gd name="T82" fmla="*/ 0 w 1991"/>
                  <a:gd name="T83" fmla="*/ 0 h 4272"/>
                  <a:gd name="T84" fmla="*/ 0 w 1991"/>
                  <a:gd name="T85" fmla="*/ 0 h 4272"/>
                  <a:gd name="T86" fmla="*/ 0 w 1991"/>
                  <a:gd name="T87" fmla="*/ 0 h 4272"/>
                  <a:gd name="T88" fmla="*/ 0 w 1991"/>
                  <a:gd name="T89" fmla="*/ 0 h 4272"/>
                  <a:gd name="T90" fmla="*/ 0 w 1991"/>
                  <a:gd name="T91" fmla="*/ 0 h 4272"/>
                  <a:gd name="T92" fmla="*/ 0 w 1991"/>
                  <a:gd name="T93" fmla="*/ 0 h 4272"/>
                  <a:gd name="T94" fmla="*/ 0 w 1991"/>
                  <a:gd name="T95" fmla="*/ 0 h 4272"/>
                  <a:gd name="T96" fmla="*/ 0 w 1991"/>
                  <a:gd name="T97" fmla="*/ 0 h 42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1"/>
                  <a:gd name="T148" fmla="*/ 0 h 4272"/>
                  <a:gd name="T149" fmla="*/ 1991 w 1991"/>
                  <a:gd name="T150" fmla="*/ 4272 h 42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1" h="4272">
                    <a:moveTo>
                      <a:pt x="48" y="182"/>
                    </a:moveTo>
                    <a:lnTo>
                      <a:pt x="181" y="445"/>
                    </a:lnTo>
                    <a:lnTo>
                      <a:pt x="134" y="922"/>
                    </a:lnTo>
                    <a:lnTo>
                      <a:pt x="325" y="240"/>
                    </a:lnTo>
                    <a:lnTo>
                      <a:pt x="409" y="217"/>
                    </a:lnTo>
                    <a:lnTo>
                      <a:pt x="495" y="339"/>
                    </a:lnTo>
                    <a:lnTo>
                      <a:pt x="468" y="468"/>
                    </a:lnTo>
                    <a:lnTo>
                      <a:pt x="371" y="694"/>
                    </a:lnTo>
                    <a:lnTo>
                      <a:pt x="543" y="519"/>
                    </a:lnTo>
                    <a:lnTo>
                      <a:pt x="613" y="540"/>
                    </a:lnTo>
                    <a:lnTo>
                      <a:pt x="251" y="1092"/>
                    </a:lnTo>
                    <a:lnTo>
                      <a:pt x="903" y="481"/>
                    </a:lnTo>
                    <a:lnTo>
                      <a:pt x="1304" y="661"/>
                    </a:lnTo>
                    <a:lnTo>
                      <a:pt x="1387" y="936"/>
                    </a:lnTo>
                    <a:lnTo>
                      <a:pt x="1664" y="1189"/>
                    </a:lnTo>
                    <a:lnTo>
                      <a:pt x="1687" y="1452"/>
                    </a:lnTo>
                    <a:lnTo>
                      <a:pt x="1822" y="1659"/>
                    </a:lnTo>
                    <a:lnTo>
                      <a:pt x="1738" y="1909"/>
                    </a:lnTo>
                    <a:lnTo>
                      <a:pt x="1422" y="2038"/>
                    </a:lnTo>
                    <a:lnTo>
                      <a:pt x="1433" y="2138"/>
                    </a:lnTo>
                    <a:lnTo>
                      <a:pt x="1712" y="2366"/>
                    </a:lnTo>
                    <a:lnTo>
                      <a:pt x="1496" y="2388"/>
                    </a:lnTo>
                    <a:lnTo>
                      <a:pt x="1253" y="2280"/>
                    </a:lnTo>
                    <a:lnTo>
                      <a:pt x="1747" y="2748"/>
                    </a:lnTo>
                    <a:lnTo>
                      <a:pt x="1687" y="2806"/>
                    </a:lnTo>
                    <a:lnTo>
                      <a:pt x="1350" y="2748"/>
                    </a:lnTo>
                    <a:lnTo>
                      <a:pt x="1350" y="3061"/>
                    </a:lnTo>
                    <a:lnTo>
                      <a:pt x="1182" y="3252"/>
                    </a:lnTo>
                    <a:lnTo>
                      <a:pt x="1073" y="3156"/>
                    </a:lnTo>
                    <a:lnTo>
                      <a:pt x="806" y="3636"/>
                    </a:lnTo>
                    <a:lnTo>
                      <a:pt x="506" y="3898"/>
                    </a:lnTo>
                    <a:lnTo>
                      <a:pt x="387" y="4199"/>
                    </a:lnTo>
                    <a:lnTo>
                      <a:pt x="481" y="4272"/>
                    </a:lnTo>
                    <a:lnTo>
                      <a:pt x="1290" y="3995"/>
                    </a:lnTo>
                    <a:lnTo>
                      <a:pt x="1991" y="2833"/>
                    </a:lnTo>
                    <a:lnTo>
                      <a:pt x="1991" y="1821"/>
                    </a:lnTo>
                    <a:lnTo>
                      <a:pt x="1798" y="1199"/>
                    </a:lnTo>
                    <a:lnTo>
                      <a:pt x="1653" y="947"/>
                    </a:lnTo>
                    <a:lnTo>
                      <a:pt x="1521" y="828"/>
                    </a:lnTo>
                    <a:lnTo>
                      <a:pt x="1387" y="613"/>
                    </a:lnTo>
                    <a:lnTo>
                      <a:pt x="831" y="358"/>
                    </a:lnTo>
                    <a:lnTo>
                      <a:pt x="686" y="433"/>
                    </a:lnTo>
                    <a:lnTo>
                      <a:pt x="613" y="358"/>
                    </a:lnTo>
                    <a:lnTo>
                      <a:pt x="578" y="228"/>
                    </a:lnTo>
                    <a:lnTo>
                      <a:pt x="361" y="108"/>
                    </a:lnTo>
                    <a:lnTo>
                      <a:pt x="244" y="97"/>
                    </a:lnTo>
                    <a:lnTo>
                      <a:pt x="134" y="0"/>
                    </a:lnTo>
                    <a:lnTo>
                      <a:pt x="0" y="11"/>
                    </a:lnTo>
                    <a:lnTo>
                      <a:pt x="48" y="18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4" name="Freeform 58">
                <a:extLst>
                  <a:ext uri="{FF2B5EF4-FFF2-40B4-BE49-F238E27FC236}">
                    <a16:creationId xmlns:a16="http://schemas.microsoft.com/office/drawing/2014/main" id="{AAAC62DD-0A13-C149-8F48-0A5965BF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747"/>
                <a:ext cx="55" cy="307"/>
              </a:xfrm>
              <a:custGeom>
                <a:avLst/>
                <a:gdLst>
                  <a:gd name="T0" fmla="*/ 0 w 434"/>
                  <a:gd name="T1" fmla="*/ 0 h 2461"/>
                  <a:gd name="T2" fmla="*/ 0 w 434"/>
                  <a:gd name="T3" fmla="*/ 0 h 2461"/>
                  <a:gd name="T4" fmla="*/ 0 w 434"/>
                  <a:gd name="T5" fmla="*/ 0 h 2461"/>
                  <a:gd name="T6" fmla="*/ 0 w 434"/>
                  <a:gd name="T7" fmla="*/ 0 h 2461"/>
                  <a:gd name="T8" fmla="*/ 0 w 434"/>
                  <a:gd name="T9" fmla="*/ 0 h 2461"/>
                  <a:gd name="T10" fmla="*/ 0 w 434"/>
                  <a:gd name="T11" fmla="*/ 0 h 2461"/>
                  <a:gd name="T12" fmla="*/ 0 w 434"/>
                  <a:gd name="T13" fmla="*/ 0 h 2461"/>
                  <a:gd name="T14" fmla="*/ 0 w 434"/>
                  <a:gd name="T15" fmla="*/ 0 h 2461"/>
                  <a:gd name="T16" fmla="*/ 0 w 434"/>
                  <a:gd name="T17" fmla="*/ 0 h 2461"/>
                  <a:gd name="T18" fmla="*/ 0 w 434"/>
                  <a:gd name="T19" fmla="*/ 0 h 2461"/>
                  <a:gd name="T20" fmla="*/ 0 w 434"/>
                  <a:gd name="T21" fmla="*/ 0 h 2461"/>
                  <a:gd name="T22" fmla="*/ 0 w 434"/>
                  <a:gd name="T23" fmla="*/ 0 h 2461"/>
                  <a:gd name="T24" fmla="*/ 0 w 434"/>
                  <a:gd name="T25" fmla="*/ 0 h 2461"/>
                  <a:gd name="T26" fmla="*/ 0 w 434"/>
                  <a:gd name="T27" fmla="*/ 0 h 2461"/>
                  <a:gd name="T28" fmla="*/ 0 w 434"/>
                  <a:gd name="T29" fmla="*/ 0 h 2461"/>
                  <a:gd name="T30" fmla="*/ 0 w 434"/>
                  <a:gd name="T31" fmla="*/ 0 h 2461"/>
                  <a:gd name="T32" fmla="*/ 0 w 434"/>
                  <a:gd name="T33" fmla="*/ 0 h 2461"/>
                  <a:gd name="T34" fmla="*/ 0 w 434"/>
                  <a:gd name="T35" fmla="*/ 0 h 2461"/>
                  <a:gd name="T36" fmla="*/ 0 w 434"/>
                  <a:gd name="T37" fmla="*/ 0 h 2461"/>
                  <a:gd name="T38" fmla="*/ 0 w 434"/>
                  <a:gd name="T39" fmla="*/ 0 h 2461"/>
                  <a:gd name="T40" fmla="*/ 0 w 434"/>
                  <a:gd name="T41" fmla="*/ 0 h 2461"/>
                  <a:gd name="T42" fmla="*/ 0 w 434"/>
                  <a:gd name="T43" fmla="*/ 0 h 2461"/>
                  <a:gd name="T44" fmla="*/ 0 w 434"/>
                  <a:gd name="T45" fmla="*/ 0 h 246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34"/>
                  <a:gd name="T70" fmla="*/ 0 h 2461"/>
                  <a:gd name="T71" fmla="*/ 434 w 434"/>
                  <a:gd name="T72" fmla="*/ 2461 h 246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34" h="2461">
                    <a:moveTo>
                      <a:pt x="276" y="0"/>
                    </a:moveTo>
                    <a:lnTo>
                      <a:pt x="166" y="72"/>
                    </a:lnTo>
                    <a:lnTo>
                      <a:pt x="106" y="204"/>
                    </a:lnTo>
                    <a:lnTo>
                      <a:pt x="96" y="326"/>
                    </a:lnTo>
                    <a:lnTo>
                      <a:pt x="106" y="688"/>
                    </a:lnTo>
                    <a:lnTo>
                      <a:pt x="72" y="962"/>
                    </a:lnTo>
                    <a:lnTo>
                      <a:pt x="37" y="1275"/>
                    </a:lnTo>
                    <a:lnTo>
                      <a:pt x="0" y="1504"/>
                    </a:lnTo>
                    <a:lnTo>
                      <a:pt x="0" y="1780"/>
                    </a:lnTo>
                    <a:lnTo>
                      <a:pt x="10" y="2029"/>
                    </a:lnTo>
                    <a:lnTo>
                      <a:pt x="145" y="2461"/>
                    </a:lnTo>
                    <a:lnTo>
                      <a:pt x="434" y="2391"/>
                    </a:lnTo>
                    <a:lnTo>
                      <a:pt x="311" y="1993"/>
                    </a:lnTo>
                    <a:lnTo>
                      <a:pt x="263" y="1684"/>
                    </a:lnTo>
                    <a:lnTo>
                      <a:pt x="287" y="1407"/>
                    </a:lnTo>
                    <a:lnTo>
                      <a:pt x="337" y="1130"/>
                    </a:lnTo>
                    <a:lnTo>
                      <a:pt x="397" y="879"/>
                    </a:lnTo>
                    <a:lnTo>
                      <a:pt x="397" y="734"/>
                    </a:lnTo>
                    <a:lnTo>
                      <a:pt x="360" y="602"/>
                    </a:lnTo>
                    <a:lnTo>
                      <a:pt x="311" y="519"/>
                    </a:lnTo>
                    <a:lnTo>
                      <a:pt x="325" y="194"/>
                    </a:lnTo>
                    <a:lnTo>
                      <a:pt x="337" y="12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5" name="Freeform 59">
                <a:extLst>
                  <a:ext uri="{FF2B5EF4-FFF2-40B4-BE49-F238E27FC236}">
                    <a16:creationId xmlns:a16="http://schemas.microsoft.com/office/drawing/2014/main" id="{DAE9960D-8B60-F74D-B958-DB888814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82"/>
                <a:ext cx="165" cy="135"/>
              </a:xfrm>
              <a:custGeom>
                <a:avLst/>
                <a:gdLst>
                  <a:gd name="T0" fmla="*/ 0 w 1314"/>
                  <a:gd name="T1" fmla="*/ 0 h 1079"/>
                  <a:gd name="T2" fmla="*/ 0 w 1314"/>
                  <a:gd name="T3" fmla="*/ 0 h 1079"/>
                  <a:gd name="T4" fmla="*/ 0 w 1314"/>
                  <a:gd name="T5" fmla="*/ 0 h 1079"/>
                  <a:gd name="T6" fmla="*/ 0 w 1314"/>
                  <a:gd name="T7" fmla="*/ 0 h 1079"/>
                  <a:gd name="T8" fmla="*/ 0 w 1314"/>
                  <a:gd name="T9" fmla="*/ 0 h 1079"/>
                  <a:gd name="T10" fmla="*/ 0 w 1314"/>
                  <a:gd name="T11" fmla="*/ 0 h 1079"/>
                  <a:gd name="T12" fmla="*/ 0 w 1314"/>
                  <a:gd name="T13" fmla="*/ 0 h 1079"/>
                  <a:gd name="T14" fmla="*/ 0 w 1314"/>
                  <a:gd name="T15" fmla="*/ 0 h 1079"/>
                  <a:gd name="T16" fmla="*/ 0 w 1314"/>
                  <a:gd name="T17" fmla="*/ 0 h 1079"/>
                  <a:gd name="T18" fmla="*/ 0 w 1314"/>
                  <a:gd name="T19" fmla="*/ 0 h 1079"/>
                  <a:gd name="T20" fmla="*/ 0 w 1314"/>
                  <a:gd name="T21" fmla="*/ 0 h 1079"/>
                  <a:gd name="T22" fmla="*/ 0 w 1314"/>
                  <a:gd name="T23" fmla="*/ 0 h 1079"/>
                  <a:gd name="T24" fmla="*/ 0 w 1314"/>
                  <a:gd name="T25" fmla="*/ 0 h 1079"/>
                  <a:gd name="T26" fmla="*/ 0 w 1314"/>
                  <a:gd name="T27" fmla="*/ 0 h 1079"/>
                  <a:gd name="T28" fmla="*/ 0 w 1314"/>
                  <a:gd name="T29" fmla="*/ 0 h 1079"/>
                  <a:gd name="T30" fmla="*/ 0 w 1314"/>
                  <a:gd name="T31" fmla="*/ 0 h 1079"/>
                  <a:gd name="T32" fmla="*/ 0 w 1314"/>
                  <a:gd name="T33" fmla="*/ 0 h 1079"/>
                  <a:gd name="T34" fmla="*/ 0 w 1314"/>
                  <a:gd name="T35" fmla="*/ 0 h 1079"/>
                  <a:gd name="T36" fmla="*/ 0 w 1314"/>
                  <a:gd name="T37" fmla="*/ 0 h 1079"/>
                  <a:gd name="T38" fmla="*/ 0 w 1314"/>
                  <a:gd name="T39" fmla="*/ 0 h 1079"/>
                  <a:gd name="T40" fmla="*/ 0 w 1314"/>
                  <a:gd name="T41" fmla="*/ 0 h 1079"/>
                  <a:gd name="T42" fmla="*/ 0 w 1314"/>
                  <a:gd name="T43" fmla="*/ 0 h 1079"/>
                  <a:gd name="T44" fmla="*/ 0 w 1314"/>
                  <a:gd name="T45" fmla="*/ 0 h 1079"/>
                  <a:gd name="T46" fmla="*/ 0 w 1314"/>
                  <a:gd name="T47" fmla="*/ 0 h 1079"/>
                  <a:gd name="T48" fmla="*/ 0 w 1314"/>
                  <a:gd name="T49" fmla="*/ 0 h 1079"/>
                  <a:gd name="T50" fmla="*/ 0 w 1314"/>
                  <a:gd name="T51" fmla="*/ 0 h 1079"/>
                  <a:gd name="T52" fmla="*/ 0 w 1314"/>
                  <a:gd name="T53" fmla="*/ 0 h 1079"/>
                  <a:gd name="T54" fmla="*/ 0 w 1314"/>
                  <a:gd name="T55" fmla="*/ 0 h 1079"/>
                  <a:gd name="T56" fmla="*/ 0 w 1314"/>
                  <a:gd name="T57" fmla="*/ 0 h 10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14"/>
                  <a:gd name="T88" fmla="*/ 0 h 1079"/>
                  <a:gd name="T89" fmla="*/ 1314 w 1314"/>
                  <a:gd name="T90" fmla="*/ 1079 h 10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14" h="1079">
                    <a:moveTo>
                      <a:pt x="374" y="0"/>
                    </a:moveTo>
                    <a:lnTo>
                      <a:pt x="300" y="35"/>
                    </a:lnTo>
                    <a:lnTo>
                      <a:pt x="300" y="97"/>
                    </a:lnTo>
                    <a:lnTo>
                      <a:pt x="194" y="143"/>
                    </a:lnTo>
                    <a:lnTo>
                      <a:pt x="167" y="192"/>
                    </a:lnTo>
                    <a:lnTo>
                      <a:pt x="129" y="335"/>
                    </a:lnTo>
                    <a:lnTo>
                      <a:pt x="24" y="395"/>
                    </a:lnTo>
                    <a:lnTo>
                      <a:pt x="0" y="613"/>
                    </a:lnTo>
                    <a:lnTo>
                      <a:pt x="59" y="830"/>
                    </a:lnTo>
                    <a:lnTo>
                      <a:pt x="290" y="934"/>
                    </a:lnTo>
                    <a:lnTo>
                      <a:pt x="662" y="1056"/>
                    </a:lnTo>
                    <a:lnTo>
                      <a:pt x="938" y="1068"/>
                    </a:lnTo>
                    <a:lnTo>
                      <a:pt x="1241" y="1079"/>
                    </a:lnTo>
                    <a:lnTo>
                      <a:pt x="1217" y="925"/>
                    </a:lnTo>
                    <a:lnTo>
                      <a:pt x="1217" y="817"/>
                    </a:lnTo>
                    <a:lnTo>
                      <a:pt x="1229" y="699"/>
                    </a:lnTo>
                    <a:lnTo>
                      <a:pt x="1314" y="529"/>
                    </a:lnTo>
                    <a:lnTo>
                      <a:pt x="1229" y="480"/>
                    </a:lnTo>
                    <a:lnTo>
                      <a:pt x="1156" y="408"/>
                    </a:lnTo>
                    <a:lnTo>
                      <a:pt x="1096" y="309"/>
                    </a:lnTo>
                    <a:lnTo>
                      <a:pt x="1024" y="226"/>
                    </a:lnTo>
                    <a:lnTo>
                      <a:pt x="950" y="167"/>
                    </a:lnTo>
                    <a:lnTo>
                      <a:pt x="879" y="143"/>
                    </a:lnTo>
                    <a:lnTo>
                      <a:pt x="769" y="167"/>
                    </a:lnTo>
                    <a:lnTo>
                      <a:pt x="637" y="204"/>
                    </a:lnTo>
                    <a:lnTo>
                      <a:pt x="588" y="180"/>
                    </a:lnTo>
                    <a:lnTo>
                      <a:pt x="528" y="59"/>
                    </a:lnTo>
                    <a:lnTo>
                      <a:pt x="470" y="26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6" name="Freeform 60">
                <a:extLst>
                  <a:ext uri="{FF2B5EF4-FFF2-40B4-BE49-F238E27FC236}">
                    <a16:creationId xmlns:a16="http://schemas.microsoft.com/office/drawing/2014/main" id="{44412586-1D71-194F-9A28-FB3C5D95B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82"/>
                <a:ext cx="226" cy="269"/>
              </a:xfrm>
              <a:custGeom>
                <a:avLst/>
                <a:gdLst>
                  <a:gd name="T0" fmla="*/ 0 w 1808"/>
                  <a:gd name="T1" fmla="*/ 0 h 2151"/>
                  <a:gd name="T2" fmla="*/ 0 w 1808"/>
                  <a:gd name="T3" fmla="*/ 0 h 2151"/>
                  <a:gd name="T4" fmla="*/ 0 w 1808"/>
                  <a:gd name="T5" fmla="*/ 0 h 2151"/>
                  <a:gd name="T6" fmla="*/ 0 w 1808"/>
                  <a:gd name="T7" fmla="*/ 0 h 2151"/>
                  <a:gd name="T8" fmla="*/ 0 w 1808"/>
                  <a:gd name="T9" fmla="*/ 0 h 2151"/>
                  <a:gd name="T10" fmla="*/ 0 w 1808"/>
                  <a:gd name="T11" fmla="*/ 0 h 2151"/>
                  <a:gd name="T12" fmla="*/ 0 w 1808"/>
                  <a:gd name="T13" fmla="*/ 0 h 2151"/>
                  <a:gd name="T14" fmla="*/ 0 w 1808"/>
                  <a:gd name="T15" fmla="*/ 0 h 2151"/>
                  <a:gd name="T16" fmla="*/ 0 w 1808"/>
                  <a:gd name="T17" fmla="*/ 0 h 2151"/>
                  <a:gd name="T18" fmla="*/ 0 w 1808"/>
                  <a:gd name="T19" fmla="*/ 0 h 2151"/>
                  <a:gd name="T20" fmla="*/ 0 w 1808"/>
                  <a:gd name="T21" fmla="*/ 0 h 2151"/>
                  <a:gd name="T22" fmla="*/ 0 w 1808"/>
                  <a:gd name="T23" fmla="*/ 0 h 2151"/>
                  <a:gd name="T24" fmla="*/ 0 w 1808"/>
                  <a:gd name="T25" fmla="*/ 0 h 2151"/>
                  <a:gd name="T26" fmla="*/ 0 w 1808"/>
                  <a:gd name="T27" fmla="*/ 0 h 2151"/>
                  <a:gd name="T28" fmla="*/ 0 w 1808"/>
                  <a:gd name="T29" fmla="*/ 0 h 2151"/>
                  <a:gd name="T30" fmla="*/ 0 w 1808"/>
                  <a:gd name="T31" fmla="*/ 0 h 2151"/>
                  <a:gd name="T32" fmla="*/ 0 w 1808"/>
                  <a:gd name="T33" fmla="*/ 0 h 2151"/>
                  <a:gd name="T34" fmla="*/ 0 w 1808"/>
                  <a:gd name="T35" fmla="*/ 0 h 2151"/>
                  <a:gd name="T36" fmla="*/ 0 w 1808"/>
                  <a:gd name="T37" fmla="*/ 0 h 2151"/>
                  <a:gd name="T38" fmla="*/ 0 w 1808"/>
                  <a:gd name="T39" fmla="*/ 0 h 2151"/>
                  <a:gd name="T40" fmla="*/ 0 w 1808"/>
                  <a:gd name="T41" fmla="*/ 0 h 2151"/>
                  <a:gd name="T42" fmla="*/ 0 w 1808"/>
                  <a:gd name="T43" fmla="*/ 0 h 2151"/>
                  <a:gd name="T44" fmla="*/ 0 w 1808"/>
                  <a:gd name="T45" fmla="*/ 0 h 2151"/>
                  <a:gd name="T46" fmla="*/ 0 w 1808"/>
                  <a:gd name="T47" fmla="*/ 0 h 2151"/>
                  <a:gd name="T48" fmla="*/ 0 w 1808"/>
                  <a:gd name="T49" fmla="*/ 0 h 2151"/>
                  <a:gd name="T50" fmla="*/ 0 w 1808"/>
                  <a:gd name="T51" fmla="*/ 0 h 2151"/>
                  <a:gd name="T52" fmla="*/ 0 w 1808"/>
                  <a:gd name="T53" fmla="*/ 0 h 2151"/>
                  <a:gd name="T54" fmla="*/ 0 w 1808"/>
                  <a:gd name="T55" fmla="*/ 0 h 215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08"/>
                  <a:gd name="T85" fmla="*/ 0 h 2151"/>
                  <a:gd name="T86" fmla="*/ 1808 w 1808"/>
                  <a:gd name="T87" fmla="*/ 2151 h 215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08" h="2151">
                    <a:moveTo>
                      <a:pt x="1784" y="591"/>
                    </a:moveTo>
                    <a:lnTo>
                      <a:pt x="1808" y="681"/>
                    </a:lnTo>
                    <a:lnTo>
                      <a:pt x="1803" y="758"/>
                    </a:lnTo>
                    <a:lnTo>
                      <a:pt x="1773" y="877"/>
                    </a:lnTo>
                    <a:lnTo>
                      <a:pt x="1698" y="1052"/>
                    </a:lnTo>
                    <a:lnTo>
                      <a:pt x="1573" y="1178"/>
                    </a:lnTo>
                    <a:lnTo>
                      <a:pt x="1459" y="1701"/>
                    </a:lnTo>
                    <a:lnTo>
                      <a:pt x="1289" y="1884"/>
                    </a:lnTo>
                    <a:lnTo>
                      <a:pt x="1164" y="2022"/>
                    </a:lnTo>
                    <a:lnTo>
                      <a:pt x="1091" y="2133"/>
                    </a:lnTo>
                    <a:lnTo>
                      <a:pt x="1045" y="2151"/>
                    </a:lnTo>
                    <a:lnTo>
                      <a:pt x="835" y="1868"/>
                    </a:lnTo>
                    <a:lnTo>
                      <a:pt x="657" y="1890"/>
                    </a:lnTo>
                    <a:lnTo>
                      <a:pt x="569" y="1890"/>
                    </a:lnTo>
                    <a:lnTo>
                      <a:pt x="512" y="1852"/>
                    </a:lnTo>
                    <a:lnTo>
                      <a:pt x="477" y="1791"/>
                    </a:lnTo>
                    <a:lnTo>
                      <a:pt x="429" y="1628"/>
                    </a:lnTo>
                    <a:lnTo>
                      <a:pt x="289" y="1351"/>
                    </a:lnTo>
                    <a:lnTo>
                      <a:pt x="141" y="1169"/>
                    </a:lnTo>
                    <a:lnTo>
                      <a:pt x="107" y="1022"/>
                    </a:lnTo>
                    <a:lnTo>
                      <a:pt x="76" y="872"/>
                    </a:lnTo>
                    <a:lnTo>
                      <a:pt x="28" y="653"/>
                    </a:lnTo>
                    <a:lnTo>
                      <a:pt x="0" y="353"/>
                    </a:lnTo>
                    <a:lnTo>
                      <a:pt x="24" y="208"/>
                    </a:lnTo>
                    <a:lnTo>
                      <a:pt x="76" y="99"/>
                    </a:lnTo>
                    <a:lnTo>
                      <a:pt x="1324" y="0"/>
                    </a:lnTo>
                    <a:lnTo>
                      <a:pt x="1698" y="433"/>
                    </a:lnTo>
                    <a:lnTo>
                      <a:pt x="1784" y="59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7" name="Freeform 61">
                <a:extLst>
                  <a:ext uri="{FF2B5EF4-FFF2-40B4-BE49-F238E27FC236}">
                    <a16:creationId xmlns:a16="http://schemas.microsoft.com/office/drawing/2014/main" id="{D164977D-E6EE-734D-8AFE-4F5E0393F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86"/>
                <a:ext cx="19" cy="14"/>
              </a:xfrm>
              <a:custGeom>
                <a:avLst/>
                <a:gdLst>
                  <a:gd name="T0" fmla="*/ 0 w 152"/>
                  <a:gd name="T1" fmla="*/ 0 h 113"/>
                  <a:gd name="T2" fmla="*/ 0 w 152"/>
                  <a:gd name="T3" fmla="*/ 0 h 113"/>
                  <a:gd name="T4" fmla="*/ 0 w 152"/>
                  <a:gd name="T5" fmla="*/ 0 h 113"/>
                  <a:gd name="T6" fmla="*/ 0 w 152"/>
                  <a:gd name="T7" fmla="*/ 0 h 113"/>
                  <a:gd name="T8" fmla="*/ 0 w 152"/>
                  <a:gd name="T9" fmla="*/ 0 h 113"/>
                  <a:gd name="T10" fmla="*/ 0 w 15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"/>
                  <a:gd name="T19" fmla="*/ 0 h 113"/>
                  <a:gd name="T20" fmla="*/ 152 w 152"/>
                  <a:gd name="T21" fmla="*/ 113 h 1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" h="113">
                    <a:moveTo>
                      <a:pt x="0" y="83"/>
                    </a:moveTo>
                    <a:lnTo>
                      <a:pt x="49" y="113"/>
                    </a:lnTo>
                    <a:lnTo>
                      <a:pt x="152" y="79"/>
                    </a:lnTo>
                    <a:lnTo>
                      <a:pt x="152" y="0"/>
                    </a:lnTo>
                    <a:lnTo>
                      <a:pt x="33" y="16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8" name="Freeform 62">
                <a:extLst>
                  <a:ext uri="{FF2B5EF4-FFF2-40B4-BE49-F238E27FC236}">
                    <a16:creationId xmlns:a16="http://schemas.microsoft.com/office/drawing/2014/main" id="{B5B5ADF3-B1BA-EC49-88EC-F1A18E727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72"/>
                <a:ext cx="28" cy="10"/>
              </a:xfrm>
              <a:custGeom>
                <a:avLst/>
                <a:gdLst>
                  <a:gd name="T0" fmla="*/ 0 w 231"/>
                  <a:gd name="T1" fmla="*/ 0 h 83"/>
                  <a:gd name="T2" fmla="*/ 0 w 231"/>
                  <a:gd name="T3" fmla="*/ 0 h 83"/>
                  <a:gd name="T4" fmla="*/ 0 w 231"/>
                  <a:gd name="T5" fmla="*/ 0 h 83"/>
                  <a:gd name="T6" fmla="*/ 0 w 231"/>
                  <a:gd name="T7" fmla="*/ 0 h 83"/>
                  <a:gd name="T8" fmla="*/ 0 w 231"/>
                  <a:gd name="T9" fmla="*/ 0 h 83"/>
                  <a:gd name="T10" fmla="*/ 0 w 23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1"/>
                  <a:gd name="T19" fmla="*/ 0 h 83"/>
                  <a:gd name="T20" fmla="*/ 231 w 23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1" h="83">
                    <a:moveTo>
                      <a:pt x="27" y="83"/>
                    </a:moveTo>
                    <a:lnTo>
                      <a:pt x="130" y="74"/>
                    </a:lnTo>
                    <a:lnTo>
                      <a:pt x="231" y="47"/>
                    </a:lnTo>
                    <a:lnTo>
                      <a:pt x="104" y="0"/>
                    </a:lnTo>
                    <a:lnTo>
                      <a:pt x="0" y="0"/>
                    </a:lnTo>
                    <a:lnTo>
                      <a:pt x="27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49" name="Freeform 63">
                <a:extLst>
                  <a:ext uri="{FF2B5EF4-FFF2-40B4-BE49-F238E27FC236}">
                    <a16:creationId xmlns:a16="http://schemas.microsoft.com/office/drawing/2014/main" id="{45F9EE84-119C-E44E-824C-0CAD84A0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446"/>
                <a:ext cx="181" cy="56"/>
              </a:xfrm>
              <a:custGeom>
                <a:avLst/>
                <a:gdLst>
                  <a:gd name="T0" fmla="*/ 0 w 1451"/>
                  <a:gd name="T1" fmla="*/ 0 h 452"/>
                  <a:gd name="T2" fmla="*/ 0 w 1451"/>
                  <a:gd name="T3" fmla="*/ 0 h 452"/>
                  <a:gd name="T4" fmla="*/ 0 w 1451"/>
                  <a:gd name="T5" fmla="*/ 0 h 452"/>
                  <a:gd name="T6" fmla="*/ 0 w 1451"/>
                  <a:gd name="T7" fmla="*/ 0 h 452"/>
                  <a:gd name="T8" fmla="*/ 0 w 1451"/>
                  <a:gd name="T9" fmla="*/ 0 h 452"/>
                  <a:gd name="T10" fmla="*/ 0 w 1451"/>
                  <a:gd name="T11" fmla="*/ 0 h 452"/>
                  <a:gd name="T12" fmla="*/ 0 w 1451"/>
                  <a:gd name="T13" fmla="*/ 0 h 452"/>
                  <a:gd name="T14" fmla="*/ 0 w 1451"/>
                  <a:gd name="T15" fmla="*/ 0 h 452"/>
                  <a:gd name="T16" fmla="*/ 0 w 1451"/>
                  <a:gd name="T17" fmla="*/ 0 h 452"/>
                  <a:gd name="T18" fmla="*/ 0 w 1451"/>
                  <a:gd name="T19" fmla="*/ 0 h 452"/>
                  <a:gd name="T20" fmla="*/ 0 w 1451"/>
                  <a:gd name="T21" fmla="*/ 0 h 452"/>
                  <a:gd name="T22" fmla="*/ 0 w 1451"/>
                  <a:gd name="T23" fmla="*/ 0 h 452"/>
                  <a:gd name="T24" fmla="*/ 0 w 1451"/>
                  <a:gd name="T25" fmla="*/ 0 h 452"/>
                  <a:gd name="T26" fmla="*/ 0 w 1451"/>
                  <a:gd name="T27" fmla="*/ 0 h 452"/>
                  <a:gd name="T28" fmla="*/ 0 w 1451"/>
                  <a:gd name="T29" fmla="*/ 0 h 452"/>
                  <a:gd name="T30" fmla="*/ 0 w 1451"/>
                  <a:gd name="T31" fmla="*/ 0 h 4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51"/>
                  <a:gd name="T49" fmla="*/ 0 h 452"/>
                  <a:gd name="T50" fmla="*/ 1451 w 1451"/>
                  <a:gd name="T51" fmla="*/ 452 h 45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51" h="452">
                    <a:moveTo>
                      <a:pt x="110" y="41"/>
                    </a:moveTo>
                    <a:lnTo>
                      <a:pt x="237" y="0"/>
                    </a:lnTo>
                    <a:lnTo>
                      <a:pt x="603" y="0"/>
                    </a:lnTo>
                    <a:lnTo>
                      <a:pt x="1255" y="165"/>
                    </a:lnTo>
                    <a:lnTo>
                      <a:pt x="1451" y="391"/>
                    </a:lnTo>
                    <a:lnTo>
                      <a:pt x="1134" y="318"/>
                    </a:lnTo>
                    <a:lnTo>
                      <a:pt x="981" y="360"/>
                    </a:lnTo>
                    <a:lnTo>
                      <a:pt x="846" y="424"/>
                    </a:lnTo>
                    <a:lnTo>
                      <a:pt x="647" y="452"/>
                    </a:lnTo>
                    <a:lnTo>
                      <a:pt x="426" y="444"/>
                    </a:lnTo>
                    <a:lnTo>
                      <a:pt x="218" y="391"/>
                    </a:lnTo>
                    <a:lnTo>
                      <a:pt x="68" y="318"/>
                    </a:lnTo>
                    <a:lnTo>
                      <a:pt x="16" y="251"/>
                    </a:lnTo>
                    <a:lnTo>
                      <a:pt x="0" y="186"/>
                    </a:lnTo>
                    <a:lnTo>
                      <a:pt x="4" y="129"/>
                    </a:lnTo>
                    <a:lnTo>
                      <a:pt x="110" y="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0" name="Freeform 64">
                <a:extLst>
                  <a:ext uri="{FF2B5EF4-FFF2-40B4-BE49-F238E27FC236}">
                    <a16:creationId xmlns:a16="http://schemas.microsoft.com/office/drawing/2014/main" id="{7E1DAC1F-5675-1E45-B1E7-6367F4B1E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498"/>
                <a:ext cx="88" cy="78"/>
              </a:xfrm>
              <a:custGeom>
                <a:avLst/>
                <a:gdLst>
                  <a:gd name="T0" fmla="*/ 0 w 700"/>
                  <a:gd name="T1" fmla="*/ 0 h 629"/>
                  <a:gd name="T2" fmla="*/ 0 w 700"/>
                  <a:gd name="T3" fmla="*/ 0 h 629"/>
                  <a:gd name="T4" fmla="*/ 0 w 700"/>
                  <a:gd name="T5" fmla="*/ 0 h 629"/>
                  <a:gd name="T6" fmla="*/ 0 w 700"/>
                  <a:gd name="T7" fmla="*/ 0 h 629"/>
                  <a:gd name="T8" fmla="*/ 0 w 700"/>
                  <a:gd name="T9" fmla="*/ 0 h 629"/>
                  <a:gd name="T10" fmla="*/ 0 w 700"/>
                  <a:gd name="T11" fmla="*/ 0 h 629"/>
                  <a:gd name="T12" fmla="*/ 0 w 700"/>
                  <a:gd name="T13" fmla="*/ 0 h 629"/>
                  <a:gd name="T14" fmla="*/ 0 w 700"/>
                  <a:gd name="T15" fmla="*/ 0 h 629"/>
                  <a:gd name="T16" fmla="*/ 0 w 700"/>
                  <a:gd name="T17" fmla="*/ 0 h 629"/>
                  <a:gd name="T18" fmla="*/ 0 w 700"/>
                  <a:gd name="T19" fmla="*/ 0 h 629"/>
                  <a:gd name="T20" fmla="*/ 0 w 700"/>
                  <a:gd name="T21" fmla="*/ 0 h 629"/>
                  <a:gd name="T22" fmla="*/ 0 w 700"/>
                  <a:gd name="T23" fmla="*/ 0 h 629"/>
                  <a:gd name="T24" fmla="*/ 0 w 700"/>
                  <a:gd name="T25" fmla="*/ 0 h 629"/>
                  <a:gd name="T26" fmla="*/ 0 w 700"/>
                  <a:gd name="T27" fmla="*/ 0 h 629"/>
                  <a:gd name="T28" fmla="*/ 0 w 700"/>
                  <a:gd name="T29" fmla="*/ 0 h 629"/>
                  <a:gd name="T30" fmla="*/ 0 w 700"/>
                  <a:gd name="T31" fmla="*/ 0 h 6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00"/>
                  <a:gd name="T49" fmla="*/ 0 h 629"/>
                  <a:gd name="T50" fmla="*/ 700 w 700"/>
                  <a:gd name="T51" fmla="*/ 629 h 62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00" h="629">
                    <a:moveTo>
                      <a:pt x="666" y="482"/>
                    </a:moveTo>
                    <a:lnTo>
                      <a:pt x="548" y="411"/>
                    </a:lnTo>
                    <a:lnTo>
                      <a:pt x="449" y="405"/>
                    </a:lnTo>
                    <a:lnTo>
                      <a:pt x="392" y="482"/>
                    </a:lnTo>
                    <a:lnTo>
                      <a:pt x="378" y="629"/>
                    </a:lnTo>
                    <a:lnTo>
                      <a:pt x="173" y="604"/>
                    </a:lnTo>
                    <a:lnTo>
                      <a:pt x="182" y="528"/>
                    </a:lnTo>
                    <a:lnTo>
                      <a:pt x="139" y="433"/>
                    </a:lnTo>
                    <a:lnTo>
                      <a:pt x="76" y="374"/>
                    </a:lnTo>
                    <a:lnTo>
                      <a:pt x="36" y="350"/>
                    </a:lnTo>
                    <a:lnTo>
                      <a:pt x="0" y="141"/>
                    </a:lnTo>
                    <a:lnTo>
                      <a:pt x="286" y="0"/>
                    </a:lnTo>
                    <a:lnTo>
                      <a:pt x="588" y="110"/>
                    </a:lnTo>
                    <a:lnTo>
                      <a:pt x="632" y="360"/>
                    </a:lnTo>
                    <a:lnTo>
                      <a:pt x="700" y="447"/>
                    </a:lnTo>
                    <a:lnTo>
                      <a:pt x="666" y="4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1" name="Freeform 65">
                <a:extLst>
                  <a:ext uri="{FF2B5EF4-FFF2-40B4-BE49-F238E27FC236}">
                    <a16:creationId xmlns:a16="http://schemas.microsoft.com/office/drawing/2014/main" id="{A3CB9000-C542-1844-935B-3056CA14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483"/>
                <a:ext cx="97" cy="80"/>
              </a:xfrm>
              <a:custGeom>
                <a:avLst/>
                <a:gdLst>
                  <a:gd name="T0" fmla="*/ 0 w 775"/>
                  <a:gd name="T1" fmla="*/ 0 h 641"/>
                  <a:gd name="T2" fmla="*/ 0 w 775"/>
                  <a:gd name="T3" fmla="*/ 0 h 641"/>
                  <a:gd name="T4" fmla="*/ 0 w 775"/>
                  <a:gd name="T5" fmla="*/ 0 h 641"/>
                  <a:gd name="T6" fmla="*/ 0 w 775"/>
                  <a:gd name="T7" fmla="*/ 0 h 641"/>
                  <a:gd name="T8" fmla="*/ 0 w 775"/>
                  <a:gd name="T9" fmla="*/ 0 h 641"/>
                  <a:gd name="T10" fmla="*/ 0 w 775"/>
                  <a:gd name="T11" fmla="*/ 0 h 641"/>
                  <a:gd name="T12" fmla="*/ 0 w 775"/>
                  <a:gd name="T13" fmla="*/ 0 h 641"/>
                  <a:gd name="T14" fmla="*/ 0 w 775"/>
                  <a:gd name="T15" fmla="*/ 0 h 641"/>
                  <a:gd name="T16" fmla="*/ 0 w 775"/>
                  <a:gd name="T17" fmla="*/ 0 h 641"/>
                  <a:gd name="T18" fmla="*/ 0 w 775"/>
                  <a:gd name="T19" fmla="*/ 0 h 641"/>
                  <a:gd name="T20" fmla="*/ 0 w 775"/>
                  <a:gd name="T21" fmla="*/ 0 h 641"/>
                  <a:gd name="T22" fmla="*/ 0 w 775"/>
                  <a:gd name="T23" fmla="*/ 0 h 641"/>
                  <a:gd name="T24" fmla="*/ 0 w 775"/>
                  <a:gd name="T25" fmla="*/ 0 h 641"/>
                  <a:gd name="T26" fmla="*/ 0 w 775"/>
                  <a:gd name="T27" fmla="*/ 0 h 641"/>
                  <a:gd name="T28" fmla="*/ 0 w 775"/>
                  <a:gd name="T29" fmla="*/ 0 h 641"/>
                  <a:gd name="T30" fmla="*/ 0 w 775"/>
                  <a:gd name="T31" fmla="*/ 0 h 641"/>
                  <a:gd name="T32" fmla="*/ 0 w 775"/>
                  <a:gd name="T33" fmla="*/ 0 h 641"/>
                  <a:gd name="T34" fmla="*/ 0 w 775"/>
                  <a:gd name="T35" fmla="*/ 0 h 641"/>
                  <a:gd name="T36" fmla="*/ 0 w 775"/>
                  <a:gd name="T37" fmla="*/ 0 h 641"/>
                  <a:gd name="T38" fmla="*/ 0 w 775"/>
                  <a:gd name="T39" fmla="*/ 0 h 641"/>
                  <a:gd name="T40" fmla="*/ 0 w 775"/>
                  <a:gd name="T41" fmla="*/ 0 h 641"/>
                  <a:gd name="T42" fmla="*/ 0 w 775"/>
                  <a:gd name="T43" fmla="*/ 0 h 641"/>
                  <a:gd name="T44" fmla="*/ 0 w 775"/>
                  <a:gd name="T45" fmla="*/ 0 h 641"/>
                  <a:gd name="T46" fmla="*/ 0 w 775"/>
                  <a:gd name="T47" fmla="*/ 0 h 641"/>
                  <a:gd name="T48" fmla="*/ 0 w 775"/>
                  <a:gd name="T49" fmla="*/ 0 h 641"/>
                  <a:gd name="T50" fmla="*/ 0 w 775"/>
                  <a:gd name="T51" fmla="*/ 0 h 641"/>
                  <a:gd name="T52" fmla="*/ 0 w 775"/>
                  <a:gd name="T53" fmla="*/ 0 h 641"/>
                  <a:gd name="T54" fmla="*/ 0 w 775"/>
                  <a:gd name="T55" fmla="*/ 0 h 641"/>
                  <a:gd name="T56" fmla="*/ 0 w 775"/>
                  <a:gd name="T57" fmla="*/ 0 h 641"/>
                  <a:gd name="T58" fmla="*/ 0 w 775"/>
                  <a:gd name="T59" fmla="*/ 0 h 641"/>
                  <a:gd name="T60" fmla="*/ 0 w 775"/>
                  <a:gd name="T61" fmla="*/ 0 h 641"/>
                  <a:gd name="T62" fmla="*/ 0 w 775"/>
                  <a:gd name="T63" fmla="*/ 0 h 641"/>
                  <a:gd name="T64" fmla="*/ 0 w 775"/>
                  <a:gd name="T65" fmla="*/ 0 h 641"/>
                  <a:gd name="T66" fmla="*/ 0 w 775"/>
                  <a:gd name="T67" fmla="*/ 0 h 641"/>
                  <a:gd name="T68" fmla="*/ 0 w 775"/>
                  <a:gd name="T69" fmla="*/ 0 h 641"/>
                  <a:gd name="T70" fmla="*/ 0 w 775"/>
                  <a:gd name="T71" fmla="*/ 0 h 641"/>
                  <a:gd name="T72" fmla="*/ 0 w 775"/>
                  <a:gd name="T73" fmla="*/ 0 h 641"/>
                  <a:gd name="T74" fmla="*/ 0 w 775"/>
                  <a:gd name="T75" fmla="*/ 0 h 641"/>
                  <a:gd name="T76" fmla="*/ 0 w 775"/>
                  <a:gd name="T77" fmla="*/ 0 h 641"/>
                  <a:gd name="T78" fmla="*/ 0 w 775"/>
                  <a:gd name="T79" fmla="*/ 0 h 641"/>
                  <a:gd name="T80" fmla="*/ 0 w 775"/>
                  <a:gd name="T81" fmla="*/ 0 h 641"/>
                  <a:gd name="T82" fmla="*/ 0 w 775"/>
                  <a:gd name="T83" fmla="*/ 0 h 641"/>
                  <a:gd name="T84" fmla="*/ 0 w 775"/>
                  <a:gd name="T85" fmla="*/ 0 h 64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75"/>
                  <a:gd name="T130" fmla="*/ 0 h 641"/>
                  <a:gd name="T131" fmla="*/ 775 w 775"/>
                  <a:gd name="T132" fmla="*/ 641 h 64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75" h="641">
                    <a:moveTo>
                      <a:pt x="747" y="575"/>
                    </a:moveTo>
                    <a:lnTo>
                      <a:pt x="701" y="518"/>
                    </a:lnTo>
                    <a:lnTo>
                      <a:pt x="643" y="461"/>
                    </a:lnTo>
                    <a:lnTo>
                      <a:pt x="608" y="397"/>
                    </a:lnTo>
                    <a:lnTo>
                      <a:pt x="617" y="309"/>
                    </a:lnTo>
                    <a:lnTo>
                      <a:pt x="586" y="261"/>
                    </a:lnTo>
                    <a:lnTo>
                      <a:pt x="530" y="230"/>
                    </a:lnTo>
                    <a:lnTo>
                      <a:pt x="496" y="226"/>
                    </a:lnTo>
                    <a:lnTo>
                      <a:pt x="440" y="230"/>
                    </a:lnTo>
                    <a:lnTo>
                      <a:pt x="488" y="316"/>
                    </a:lnTo>
                    <a:lnTo>
                      <a:pt x="571" y="397"/>
                    </a:lnTo>
                    <a:lnTo>
                      <a:pt x="440" y="316"/>
                    </a:lnTo>
                    <a:lnTo>
                      <a:pt x="343" y="274"/>
                    </a:lnTo>
                    <a:lnTo>
                      <a:pt x="242" y="283"/>
                    </a:lnTo>
                    <a:lnTo>
                      <a:pt x="161" y="288"/>
                    </a:lnTo>
                    <a:lnTo>
                      <a:pt x="118" y="300"/>
                    </a:lnTo>
                    <a:lnTo>
                      <a:pt x="152" y="371"/>
                    </a:lnTo>
                    <a:lnTo>
                      <a:pt x="320" y="378"/>
                    </a:lnTo>
                    <a:lnTo>
                      <a:pt x="454" y="447"/>
                    </a:lnTo>
                    <a:lnTo>
                      <a:pt x="336" y="447"/>
                    </a:lnTo>
                    <a:lnTo>
                      <a:pt x="384" y="518"/>
                    </a:lnTo>
                    <a:lnTo>
                      <a:pt x="413" y="602"/>
                    </a:lnTo>
                    <a:lnTo>
                      <a:pt x="378" y="641"/>
                    </a:lnTo>
                    <a:lnTo>
                      <a:pt x="274" y="586"/>
                    </a:lnTo>
                    <a:lnTo>
                      <a:pt x="182" y="542"/>
                    </a:lnTo>
                    <a:lnTo>
                      <a:pt x="161" y="503"/>
                    </a:lnTo>
                    <a:lnTo>
                      <a:pt x="90" y="480"/>
                    </a:lnTo>
                    <a:lnTo>
                      <a:pt x="57" y="378"/>
                    </a:lnTo>
                    <a:lnTo>
                      <a:pt x="48" y="239"/>
                    </a:lnTo>
                    <a:lnTo>
                      <a:pt x="23" y="191"/>
                    </a:lnTo>
                    <a:lnTo>
                      <a:pt x="39" y="136"/>
                    </a:lnTo>
                    <a:lnTo>
                      <a:pt x="0" y="127"/>
                    </a:lnTo>
                    <a:lnTo>
                      <a:pt x="48" y="78"/>
                    </a:lnTo>
                    <a:lnTo>
                      <a:pt x="175" y="63"/>
                    </a:lnTo>
                    <a:lnTo>
                      <a:pt x="343" y="85"/>
                    </a:lnTo>
                    <a:lnTo>
                      <a:pt x="518" y="0"/>
                    </a:lnTo>
                    <a:lnTo>
                      <a:pt x="622" y="94"/>
                    </a:lnTo>
                    <a:lnTo>
                      <a:pt x="678" y="182"/>
                    </a:lnTo>
                    <a:lnTo>
                      <a:pt x="692" y="274"/>
                    </a:lnTo>
                    <a:lnTo>
                      <a:pt x="701" y="406"/>
                    </a:lnTo>
                    <a:lnTo>
                      <a:pt x="705" y="489"/>
                    </a:lnTo>
                    <a:lnTo>
                      <a:pt x="775" y="595"/>
                    </a:lnTo>
                    <a:lnTo>
                      <a:pt x="747" y="57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2" name="Freeform 66">
                <a:extLst>
                  <a:ext uri="{FF2B5EF4-FFF2-40B4-BE49-F238E27FC236}">
                    <a16:creationId xmlns:a16="http://schemas.microsoft.com/office/drawing/2014/main" id="{545CA4B5-0058-2642-8A98-7DFB19FA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587"/>
                <a:ext cx="540" cy="400"/>
              </a:xfrm>
              <a:custGeom>
                <a:avLst/>
                <a:gdLst>
                  <a:gd name="T0" fmla="*/ 0 w 4318"/>
                  <a:gd name="T1" fmla="*/ 0 h 3200"/>
                  <a:gd name="T2" fmla="*/ 0 w 4318"/>
                  <a:gd name="T3" fmla="*/ 0 h 3200"/>
                  <a:gd name="T4" fmla="*/ 0 w 4318"/>
                  <a:gd name="T5" fmla="*/ 0 h 3200"/>
                  <a:gd name="T6" fmla="*/ 0 w 4318"/>
                  <a:gd name="T7" fmla="*/ 0 h 3200"/>
                  <a:gd name="T8" fmla="*/ 0 w 4318"/>
                  <a:gd name="T9" fmla="*/ 0 h 3200"/>
                  <a:gd name="T10" fmla="*/ 0 w 4318"/>
                  <a:gd name="T11" fmla="*/ 0 h 3200"/>
                  <a:gd name="T12" fmla="*/ 0 w 4318"/>
                  <a:gd name="T13" fmla="*/ 0 h 3200"/>
                  <a:gd name="T14" fmla="*/ 0 w 4318"/>
                  <a:gd name="T15" fmla="*/ 0 h 3200"/>
                  <a:gd name="T16" fmla="*/ 0 w 4318"/>
                  <a:gd name="T17" fmla="*/ 0 h 3200"/>
                  <a:gd name="T18" fmla="*/ 0 w 4318"/>
                  <a:gd name="T19" fmla="*/ 0 h 3200"/>
                  <a:gd name="T20" fmla="*/ 0 w 4318"/>
                  <a:gd name="T21" fmla="*/ 0 h 3200"/>
                  <a:gd name="T22" fmla="*/ 0 w 4318"/>
                  <a:gd name="T23" fmla="*/ 0 h 3200"/>
                  <a:gd name="T24" fmla="*/ 0 w 4318"/>
                  <a:gd name="T25" fmla="*/ 0 h 3200"/>
                  <a:gd name="T26" fmla="*/ 0 w 4318"/>
                  <a:gd name="T27" fmla="*/ 0 h 3200"/>
                  <a:gd name="T28" fmla="*/ 0 w 4318"/>
                  <a:gd name="T29" fmla="*/ 0 h 3200"/>
                  <a:gd name="T30" fmla="*/ 0 w 4318"/>
                  <a:gd name="T31" fmla="*/ 0 h 3200"/>
                  <a:gd name="T32" fmla="*/ 0 w 4318"/>
                  <a:gd name="T33" fmla="*/ 0 h 3200"/>
                  <a:gd name="T34" fmla="*/ 0 w 4318"/>
                  <a:gd name="T35" fmla="*/ 0 h 3200"/>
                  <a:gd name="T36" fmla="*/ 0 w 4318"/>
                  <a:gd name="T37" fmla="*/ 0 h 3200"/>
                  <a:gd name="T38" fmla="*/ 0 w 4318"/>
                  <a:gd name="T39" fmla="*/ 0 h 3200"/>
                  <a:gd name="T40" fmla="*/ 0 w 4318"/>
                  <a:gd name="T41" fmla="*/ 0 h 3200"/>
                  <a:gd name="T42" fmla="*/ 0 w 4318"/>
                  <a:gd name="T43" fmla="*/ 0 h 3200"/>
                  <a:gd name="T44" fmla="*/ 0 w 4318"/>
                  <a:gd name="T45" fmla="*/ 0 h 3200"/>
                  <a:gd name="T46" fmla="*/ 0 w 4318"/>
                  <a:gd name="T47" fmla="*/ 0 h 3200"/>
                  <a:gd name="T48" fmla="*/ 0 w 4318"/>
                  <a:gd name="T49" fmla="*/ 0 h 3200"/>
                  <a:gd name="T50" fmla="*/ 0 w 4318"/>
                  <a:gd name="T51" fmla="*/ 0 h 3200"/>
                  <a:gd name="T52" fmla="*/ 0 w 4318"/>
                  <a:gd name="T53" fmla="*/ 0 h 3200"/>
                  <a:gd name="T54" fmla="*/ 0 w 4318"/>
                  <a:gd name="T55" fmla="*/ 0 h 3200"/>
                  <a:gd name="T56" fmla="*/ 0 w 4318"/>
                  <a:gd name="T57" fmla="*/ 0 h 3200"/>
                  <a:gd name="T58" fmla="*/ 0 w 4318"/>
                  <a:gd name="T59" fmla="*/ 0 h 3200"/>
                  <a:gd name="T60" fmla="*/ 0 w 4318"/>
                  <a:gd name="T61" fmla="*/ 0 h 3200"/>
                  <a:gd name="T62" fmla="*/ 0 w 4318"/>
                  <a:gd name="T63" fmla="*/ 0 h 3200"/>
                  <a:gd name="T64" fmla="*/ 0 w 4318"/>
                  <a:gd name="T65" fmla="*/ 0 h 3200"/>
                  <a:gd name="T66" fmla="*/ 0 w 4318"/>
                  <a:gd name="T67" fmla="*/ 0 h 3200"/>
                  <a:gd name="T68" fmla="*/ 0 w 4318"/>
                  <a:gd name="T69" fmla="*/ 0 h 3200"/>
                  <a:gd name="T70" fmla="*/ 0 w 4318"/>
                  <a:gd name="T71" fmla="*/ 0 h 3200"/>
                  <a:gd name="T72" fmla="*/ 0 w 4318"/>
                  <a:gd name="T73" fmla="*/ 0 h 3200"/>
                  <a:gd name="T74" fmla="*/ 0 w 4318"/>
                  <a:gd name="T75" fmla="*/ 0 h 3200"/>
                  <a:gd name="T76" fmla="*/ 0 w 4318"/>
                  <a:gd name="T77" fmla="*/ 0 h 3200"/>
                  <a:gd name="T78" fmla="*/ 0 w 4318"/>
                  <a:gd name="T79" fmla="*/ 0 h 3200"/>
                  <a:gd name="T80" fmla="*/ 0 w 4318"/>
                  <a:gd name="T81" fmla="*/ 0 h 3200"/>
                  <a:gd name="T82" fmla="*/ 0 w 4318"/>
                  <a:gd name="T83" fmla="*/ 0 h 3200"/>
                  <a:gd name="T84" fmla="*/ 0 w 4318"/>
                  <a:gd name="T85" fmla="*/ 0 h 3200"/>
                  <a:gd name="T86" fmla="*/ 0 w 4318"/>
                  <a:gd name="T87" fmla="*/ 0 h 3200"/>
                  <a:gd name="T88" fmla="*/ 0 w 4318"/>
                  <a:gd name="T89" fmla="*/ 0 h 3200"/>
                  <a:gd name="T90" fmla="*/ 0 w 4318"/>
                  <a:gd name="T91" fmla="*/ 0 h 3200"/>
                  <a:gd name="T92" fmla="*/ 0 w 4318"/>
                  <a:gd name="T93" fmla="*/ 0 h 3200"/>
                  <a:gd name="T94" fmla="*/ 0 w 4318"/>
                  <a:gd name="T95" fmla="*/ 0 h 3200"/>
                  <a:gd name="T96" fmla="*/ 0 w 4318"/>
                  <a:gd name="T97" fmla="*/ 0 h 3200"/>
                  <a:gd name="T98" fmla="*/ 0 w 4318"/>
                  <a:gd name="T99" fmla="*/ 0 h 3200"/>
                  <a:gd name="T100" fmla="*/ 0 w 4318"/>
                  <a:gd name="T101" fmla="*/ 0 h 3200"/>
                  <a:gd name="T102" fmla="*/ 0 w 4318"/>
                  <a:gd name="T103" fmla="*/ 0 h 3200"/>
                  <a:gd name="T104" fmla="*/ 0 w 4318"/>
                  <a:gd name="T105" fmla="*/ 0 h 320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318"/>
                  <a:gd name="T160" fmla="*/ 0 h 3200"/>
                  <a:gd name="T161" fmla="*/ 4318 w 4318"/>
                  <a:gd name="T162" fmla="*/ 3200 h 320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318" h="3200">
                    <a:moveTo>
                      <a:pt x="4072" y="2092"/>
                    </a:moveTo>
                    <a:lnTo>
                      <a:pt x="4095" y="1897"/>
                    </a:lnTo>
                    <a:lnTo>
                      <a:pt x="4208" y="1706"/>
                    </a:lnTo>
                    <a:lnTo>
                      <a:pt x="4318" y="1345"/>
                    </a:lnTo>
                    <a:lnTo>
                      <a:pt x="4249" y="1246"/>
                    </a:lnTo>
                    <a:lnTo>
                      <a:pt x="4090" y="1246"/>
                    </a:lnTo>
                    <a:lnTo>
                      <a:pt x="3986" y="1086"/>
                    </a:lnTo>
                    <a:lnTo>
                      <a:pt x="3929" y="1035"/>
                    </a:lnTo>
                    <a:lnTo>
                      <a:pt x="3909" y="1035"/>
                    </a:lnTo>
                    <a:lnTo>
                      <a:pt x="3808" y="1057"/>
                    </a:lnTo>
                    <a:lnTo>
                      <a:pt x="3498" y="561"/>
                    </a:lnTo>
                    <a:lnTo>
                      <a:pt x="3329" y="459"/>
                    </a:lnTo>
                    <a:lnTo>
                      <a:pt x="3087" y="139"/>
                    </a:lnTo>
                    <a:lnTo>
                      <a:pt x="2935" y="99"/>
                    </a:lnTo>
                    <a:lnTo>
                      <a:pt x="2834" y="132"/>
                    </a:lnTo>
                    <a:lnTo>
                      <a:pt x="2723" y="113"/>
                    </a:lnTo>
                    <a:lnTo>
                      <a:pt x="2615" y="148"/>
                    </a:lnTo>
                    <a:lnTo>
                      <a:pt x="2327" y="180"/>
                    </a:lnTo>
                    <a:lnTo>
                      <a:pt x="2237" y="148"/>
                    </a:lnTo>
                    <a:lnTo>
                      <a:pt x="2126" y="189"/>
                    </a:lnTo>
                    <a:lnTo>
                      <a:pt x="2057" y="113"/>
                    </a:lnTo>
                    <a:lnTo>
                      <a:pt x="1973" y="31"/>
                    </a:lnTo>
                    <a:lnTo>
                      <a:pt x="1914" y="0"/>
                    </a:lnTo>
                    <a:lnTo>
                      <a:pt x="1232" y="249"/>
                    </a:lnTo>
                    <a:lnTo>
                      <a:pt x="1171" y="420"/>
                    </a:lnTo>
                    <a:lnTo>
                      <a:pt x="853" y="589"/>
                    </a:lnTo>
                    <a:lnTo>
                      <a:pt x="632" y="627"/>
                    </a:lnTo>
                    <a:lnTo>
                      <a:pt x="441" y="807"/>
                    </a:lnTo>
                    <a:lnTo>
                      <a:pt x="413" y="910"/>
                    </a:lnTo>
                    <a:lnTo>
                      <a:pt x="371" y="1015"/>
                    </a:lnTo>
                    <a:lnTo>
                      <a:pt x="259" y="1356"/>
                    </a:lnTo>
                    <a:lnTo>
                      <a:pt x="210" y="1624"/>
                    </a:lnTo>
                    <a:lnTo>
                      <a:pt x="270" y="1854"/>
                    </a:lnTo>
                    <a:lnTo>
                      <a:pt x="180" y="2075"/>
                    </a:lnTo>
                    <a:lnTo>
                      <a:pt x="90" y="2103"/>
                    </a:lnTo>
                    <a:lnTo>
                      <a:pt x="0" y="2193"/>
                    </a:lnTo>
                    <a:lnTo>
                      <a:pt x="191" y="2792"/>
                    </a:lnTo>
                    <a:lnTo>
                      <a:pt x="399" y="2861"/>
                    </a:lnTo>
                    <a:lnTo>
                      <a:pt x="761" y="2613"/>
                    </a:lnTo>
                    <a:lnTo>
                      <a:pt x="1042" y="1945"/>
                    </a:lnTo>
                    <a:lnTo>
                      <a:pt x="1211" y="2262"/>
                    </a:lnTo>
                    <a:lnTo>
                      <a:pt x="1303" y="2771"/>
                    </a:lnTo>
                    <a:lnTo>
                      <a:pt x="1232" y="2903"/>
                    </a:lnTo>
                    <a:lnTo>
                      <a:pt x="1204" y="3129"/>
                    </a:lnTo>
                    <a:lnTo>
                      <a:pt x="1261" y="3200"/>
                    </a:lnTo>
                    <a:lnTo>
                      <a:pt x="3408" y="2892"/>
                    </a:lnTo>
                    <a:lnTo>
                      <a:pt x="3355" y="1517"/>
                    </a:lnTo>
                    <a:lnTo>
                      <a:pt x="3569" y="1695"/>
                    </a:lnTo>
                    <a:lnTo>
                      <a:pt x="3707" y="1714"/>
                    </a:lnTo>
                    <a:lnTo>
                      <a:pt x="3777" y="1846"/>
                    </a:lnTo>
                    <a:lnTo>
                      <a:pt x="3938" y="1854"/>
                    </a:lnTo>
                    <a:lnTo>
                      <a:pt x="4028" y="1994"/>
                    </a:lnTo>
                    <a:lnTo>
                      <a:pt x="4072" y="20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3" name="Freeform 67">
                <a:extLst>
                  <a:ext uri="{FF2B5EF4-FFF2-40B4-BE49-F238E27FC236}">
                    <a16:creationId xmlns:a16="http://schemas.microsoft.com/office/drawing/2014/main" id="{99379AA0-D3E7-5442-B6EA-D29921857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939"/>
                <a:ext cx="50" cy="35"/>
              </a:xfrm>
              <a:custGeom>
                <a:avLst/>
                <a:gdLst>
                  <a:gd name="T0" fmla="*/ 0 w 400"/>
                  <a:gd name="T1" fmla="*/ 0 h 279"/>
                  <a:gd name="T2" fmla="*/ 0 w 400"/>
                  <a:gd name="T3" fmla="*/ 0 h 279"/>
                  <a:gd name="T4" fmla="*/ 0 w 400"/>
                  <a:gd name="T5" fmla="*/ 0 h 279"/>
                  <a:gd name="T6" fmla="*/ 0 w 400"/>
                  <a:gd name="T7" fmla="*/ 0 h 279"/>
                  <a:gd name="T8" fmla="*/ 0 w 400"/>
                  <a:gd name="T9" fmla="*/ 0 h 279"/>
                  <a:gd name="T10" fmla="*/ 0 w 400"/>
                  <a:gd name="T11" fmla="*/ 0 h 279"/>
                  <a:gd name="T12" fmla="*/ 0 w 400"/>
                  <a:gd name="T13" fmla="*/ 0 h 279"/>
                  <a:gd name="T14" fmla="*/ 0 w 400"/>
                  <a:gd name="T15" fmla="*/ 0 h 279"/>
                  <a:gd name="T16" fmla="*/ 0 w 400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0"/>
                  <a:gd name="T28" fmla="*/ 0 h 279"/>
                  <a:gd name="T29" fmla="*/ 400 w 400"/>
                  <a:gd name="T30" fmla="*/ 279 h 2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0" h="279">
                    <a:moveTo>
                      <a:pt x="279" y="0"/>
                    </a:moveTo>
                    <a:lnTo>
                      <a:pt x="130" y="0"/>
                    </a:lnTo>
                    <a:lnTo>
                      <a:pt x="8" y="83"/>
                    </a:lnTo>
                    <a:lnTo>
                      <a:pt x="0" y="242"/>
                    </a:lnTo>
                    <a:lnTo>
                      <a:pt x="40" y="279"/>
                    </a:lnTo>
                    <a:lnTo>
                      <a:pt x="391" y="210"/>
                    </a:lnTo>
                    <a:lnTo>
                      <a:pt x="400" y="162"/>
                    </a:lnTo>
                    <a:lnTo>
                      <a:pt x="349" y="30"/>
                    </a:lnTo>
                    <a:lnTo>
                      <a:pt x="279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4" name="Freeform 68">
                <a:extLst>
                  <a:ext uri="{FF2B5EF4-FFF2-40B4-BE49-F238E27FC236}">
                    <a16:creationId xmlns:a16="http://schemas.microsoft.com/office/drawing/2014/main" id="{42A25626-01F1-294B-B5E2-086D4E2B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06"/>
                <a:ext cx="28" cy="123"/>
              </a:xfrm>
              <a:custGeom>
                <a:avLst/>
                <a:gdLst>
                  <a:gd name="T0" fmla="*/ 0 w 231"/>
                  <a:gd name="T1" fmla="*/ 0 h 977"/>
                  <a:gd name="T2" fmla="*/ 0 w 231"/>
                  <a:gd name="T3" fmla="*/ 0 h 977"/>
                  <a:gd name="T4" fmla="*/ 0 w 231"/>
                  <a:gd name="T5" fmla="*/ 0 h 977"/>
                  <a:gd name="T6" fmla="*/ 0 w 231"/>
                  <a:gd name="T7" fmla="*/ 0 h 977"/>
                  <a:gd name="T8" fmla="*/ 0 w 231"/>
                  <a:gd name="T9" fmla="*/ 0 h 977"/>
                  <a:gd name="T10" fmla="*/ 0 w 231"/>
                  <a:gd name="T11" fmla="*/ 0 h 977"/>
                  <a:gd name="T12" fmla="*/ 0 w 231"/>
                  <a:gd name="T13" fmla="*/ 0 h 977"/>
                  <a:gd name="T14" fmla="*/ 0 w 231"/>
                  <a:gd name="T15" fmla="*/ 0 h 977"/>
                  <a:gd name="T16" fmla="*/ 0 w 231"/>
                  <a:gd name="T17" fmla="*/ 0 h 977"/>
                  <a:gd name="T18" fmla="*/ 0 w 231"/>
                  <a:gd name="T19" fmla="*/ 0 h 9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1"/>
                  <a:gd name="T31" fmla="*/ 0 h 977"/>
                  <a:gd name="T32" fmla="*/ 231 w 231"/>
                  <a:gd name="T33" fmla="*/ 977 h 9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1" h="977">
                    <a:moveTo>
                      <a:pt x="183" y="0"/>
                    </a:moveTo>
                    <a:lnTo>
                      <a:pt x="183" y="283"/>
                    </a:lnTo>
                    <a:lnTo>
                      <a:pt x="231" y="659"/>
                    </a:lnTo>
                    <a:lnTo>
                      <a:pt x="90" y="648"/>
                    </a:lnTo>
                    <a:lnTo>
                      <a:pt x="210" y="856"/>
                    </a:lnTo>
                    <a:lnTo>
                      <a:pt x="148" y="977"/>
                    </a:lnTo>
                    <a:lnTo>
                      <a:pt x="0" y="687"/>
                    </a:lnTo>
                    <a:lnTo>
                      <a:pt x="0" y="560"/>
                    </a:lnTo>
                    <a:lnTo>
                      <a:pt x="130" y="129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5" name="Freeform 69">
                <a:extLst>
                  <a:ext uri="{FF2B5EF4-FFF2-40B4-BE49-F238E27FC236}">
                    <a16:creationId xmlns:a16="http://schemas.microsoft.com/office/drawing/2014/main" id="{E4948D1B-0686-9146-822E-45C1DD97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56"/>
                <a:ext cx="126" cy="187"/>
              </a:xfrm>
              <a:custGeom>
                <a:avLst/>
                <a:gdLst>
                  <a:gd name="T0" fmla="*/ 0 w 1008"/>
                  <a:gd name="T1" fmla="*/ 0 h 1494"/>
                  <a:gd name="T2" fmla="*/ 0 w 1008"/>
                  <a:gd name="T3" fmla="*/ 0 h 1494"/>
                  <a:gd name="T4" fmla="*/ 0 w 1008"/>
                  <a:gd name="T5" fmla="*/ 0 h 1494"/>
                  <a:gd name="T6" fmla="*/ 0 w 1008"/>
                  <a:gd name="T7" fmla="*/ 0 h 1494"/>
                  <a:gd name="T8" fmla="*/ 0 w 1008"/>
                  <a:gd name="T9" fmla="*/ 0 h 1494"/>
                  <a:gd name="T10" fmla="*/ 0 w 1008"/>
                  <a:gd name="T11" fmla="*/ 0 h 1494"/>
                  <a:gd name="T12" fmla="*/ 0 w 1008"/>
                  <a:gd name="T13" fmla="*/ 0 h 1494"/>
                  <a:gd name="T14" fmla="*/ 0 w 1008"/>
                  <a:gd name="T15" fmla="*/ 0 h 1494"/>
                  <a:gd name="T16" fmla="*/ 0 w 1008"/>
                  <a:gd name="T17" fmla="*/ 0 h 1494"/>
                  <a:gd name="T18" fmla="*/ 0 w 1008"/>
                  <a:gd name="T19" fmla="*/ 0 h 1494"/>
                  <a:gd name="T20" fmla="*/ 0 w 1008"/>
                  <a:gd name="T21" fmla="*/ 0 h 1494"/>
                  <a:gd name="T22" fmla="*/ 0 w 1008"/>
                  <a:gd name="T23" fmla="*/ 0 h 1494"/>
                  <a:gd name="T24" fmla="*/ 0 w 1008"/>
                  <a:gd name="T25" fmla="*/ 0 h 1494"/>
                  <a:gd name="T26" fmla="*/ 0 w 1008"/>
                  <a:gd name="T27" fmla="*/ 0 h 1494"/>
                  <a:gd name="T28" fmla="*/ 0 w 1008"/>
                  <a:gd name="T29" fmla="*/ 0 h 1494"/>
                  <a:gd name="T30" fmla="*/ 0 w 1008"/>
                  <a:gd name="T31" fmla="*/ 0 h 1494"/>
                  <a:gd name="T32" fmla="*/ 0 w 1008"/>
                  <a:gd name="T33" fmla="*/ 0 h 1494"/>
                  <a:gd name="T34" fmla="*/ 0 w 1008"/>
                  <a:gd name="T35" fmla="*/ 0 h 1494"/>
                  <a:gd name="T36" fmla="*/ 0 w 1008"/>
                  <a:gd name="T37" fmla="*/ 0 h 1494"/>
                  <a:gd name="T38" fmla="*/ 0 w 1008"/>
                  <a:gd name="T39" fmla="*/ 0 h 1494"/>
                  <a:gd name="T40" fmla="*/ 0 w 1008"/>
                  <a:gd name="T41" fmla="*/ 0 h 1494"/>
                  <a:gd name="T42" fmla="*/ 0 w 1008"/>
                  <a:gd name="T43" fmla="*/ 0 h 1494"/>
                  <a:gd name="T44" fmla="*/ 0 w 1008"/>
                  <a:gd name="T45" fmla="*/ 0 h 1494"/>
                  <a:gd name="T46" fmla="*/ 0 w 1008"/>
                  <a:gd name="T47" fmla="*/ 0 h 1494"/>
                  <a:gd name="T48" fmla="*/ 0 w 1008"/>
                  <a:gd name="T49" fmla="*/ 0 h 14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08"/>
                  <a:gd name="T76" fmla="*/ 0 h 1494"/>
                  <a:gd name="T77" fmla="*/ 1008 w 1008"/>
                  <a:gd name="T78" fmla="*/ 1494 h 14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08" h="1494">
                    <a:moveTo>
                      <a:pt x="0" y="778"/>
                    </a:moveTo>
                    <a:lnTo>
                      <a:pt x="28" y="837"/>
                    </a:lnTo>
                    <a:lnTo>
                      <a:pt x="28" y="975"/>
                    </a:lnTo>
                    <a:lnTo>
                      <a:pt x="99" y="1156"/>
                    </a:lnTo>
                    <a:lnTo>
                      <a:pt x="159" y="1048"/>
                    </a:lnTo>
                    <a:lnTo>
                      <a:pt x="281" y="1305"/>
                    </a:lnTo>
                    <a:lnTo>
                      <a:pt x="120" y="1378"/>
                    </a:lnTo>
                    <a:lnTo>
                      <a:pt x="342" y="1494"/>
                    </a:lnTo>
                    <a:lnTo>
                      <a:pt x="648" y="1385"/>
                    </a:lnTo>
                    <a:lnTo>
                      <a:pt x="839" y="1057"/>
                    </a:lnTo>
                    <a:lnTo>
                      <a:pt x="883" y="820"/>
                    </a:lnTo>
                    <a:lnTo>
                      <a:pt x="911" y="589"/>
                    </a:lnTo>
                    <a:lnTo>
                      <a:pt x="1008" y="310"/>
                    </a:lnTo>
                    <a:lnTo>
                      <a:pt x="869" y="30"/>
                    </a:lnTo>
                    <a:lnTo>
                      <a:pt x="812" y="0"/>
                    </a:lnTo>
                    <a:lnTo>
                      <a:pt x="710" y="279"/>
                    </a:lnTo>
                    <a:lnTo>
                      <a:pt x="779" y="350"/>
                    </a:lnTo>
                    <a:lnTo>
                      <a:pt x="890" y="400"/>
                    </a:lnTo>
                    <a:lnTo>
                      <a:pt x="770" y="679"/>
                    </a:lnTo>
                    <a:lnTo>
                      <a:pt x="770" y="848"/>
                    </a:lnTo>
                    <a:lnTo>
                      <a:pt x="648" y="1026"/>
                    </a:lnTo>
                    <a:lnTo>
                      <a:pt x="438" y="1057"/>
                    </a:lnTo>
                    <a:lnTo>
                      <a:pt x="307" y="589"/>
                    </a:lnTo>
                    <a:lnTo>
                      <a:pt x="69" y="73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6" name="Freeform 70">
                <a:extLst>
                  <a:ext uri="{FF2B5EF4-FFF2-40B4-BE49-F238E27FC236}">
                    <a16:creationId xmlns:a16="http://schemas.microsoft.com/office/drawing/2014/main" id="{6E4EA04F-2EFB-4146-8CFA-7B00349C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46"/>
                <a:ext cx="295" cy="343"/>
              </a:xfrm>
              <a:custGeom>
                <a:avLst/>
                <a:gdLst>
                  <a:gd name="T0" fmla="*/ 0 w 2355"/>
                  <a:gd name="T1" fmla="*/ 0 h 2742"/>
                  <a:gd name="T2" fmla="*/ 0 w 2355"/>
                  <a:gd name="T3" fmla="*/ 0 h 2742"/>
                  <a:gd name="T4" fmla="*/ 0 w 2355"/>
                  <a:gd name="T5" fmla="*/ 0 h 2742"/>
                  <a:gd name="T6" fmla="*/ 0 w 2355"/>
                  <a:gd name="T7" fmla="*/ 0 h 2742"/>
                  <a:gd name="T8" fmla="*/ 0 w 2355"/>
                  <a:gd name="T9" fmla="*/ 0 h 2742"/>
                  <a:gd name="T10" fmla="*/ 0 w 2355"/>
                  <a:gd name="T11" fmla="*/ 0 h 2742"/>
                  <a:gd name="T12" fmla="*/ 0 w 2355"/>
                  <a:gd name="T13" fmla="*/ 0 h 2742"/>
                  <a:gd name="T14" fmla="*/ 0 w 2355"/>
                  <a:gd name="T15" fmla="*/ 0 h 2742"/>
                  <a:gd name="T16" fmla="*/ 0 w 2355"/>
                  <a:gd name="T17" fmla="*/ 0 h 2742"/>
                  <a:gd name="T18" fmla="*/ 0 w 2355"/>
                  <a:gd name="T19" fmla="*/ 0 h 2742"/>
                  <a:gd name="T20" fmla="*/ 0 w 2355"/>
                  <a:gd name="T21" fmla="*/ 0 h 2742"/>
                  <a:gd name="T22" fmla="*/ 0 w 2355"/>
                  <a:gd name="T23" fmla="*/ 0 h 2742"/>
                  <a:gd name="T24" fmla="*/ 0 w 2355"/>
                  <a:gd name="T25" fmla="*/ 0 h 2742"/>
                  <a:gd name="T26" fmla="*/ 0 w 2355"/>
                  <a:gd name="T27" fmla="*/ 0 h 2742"/>
                  <a:gd name="T28" fmla="*/ 0 w 2355"/>
                  <a:gd name="T29" fmla="*/ 0 h 2742"/>
                  <a:gd name="T30" fmla="*/ 0 w 2355"/>
                  <a:gd name="T31" fmla="*/ 0 h 2742"/>
                  <a:gd name="T32" fmla="*/ 0 w 2355"/>
                  <a:gd name="T33" fmla="*/ 0 h 2742"/>
                  <a:gd name="T34" fmla="*/ 0 w 2355"/>
                  <a:gd name="T35" fmla="*/ 0 h 2742"/>
                  <a:gd name="T36" fmla="*/ 0 w 2355"/>
                  <a:gd name="T37" fmla="*/ 0 h 2742"/>
                  <a:gd name="T38" fmla="*/ 0 w 2355"/>
                  <a:gd name="T39" fmla="*/ 0 h 2742"/>
                  <a:gd name="T40" fmla="*/ 0 w 2355"/>
                  <a:gd name="T41" fmla="*/ 0 h 2742"/>
                  <a:gd name="T42" fmla="*/ 0 w 2355"/>
                  <a:gd name="T43" fmla="*/ 0 h 2742"/>
                  <a:gd name="T44" fmla="*/ 0 w 2355"/>
                  <a:gd name="T45" fmla="*/ 0 h 2742"/>
                  <a:gd name="T46" fmla="*/ 0 w 2355"/>
                  <a:gd name="T47" fmla="*/ 0 h 2742"/>
                  <a:gd name="T48" fmla="*/ 0 w 2355"/>
                  <a:gd name="T49" fmla="*/ 0 h 2742"/>
                  <a:gd name="T50" fmla="*/ 0 w 2355"/>
                  <a:gd name="T51" fmla="*/ 0 h 2742"/>
                  <a:gd name="T52" fmla="*/ 0 w 2355"/>
                  <a:gd name="T53" fmla="*/ 0 h 2742"/>
                  <a:gd name="T54" fmla="*/ 0 w 2355"/>
                  <a:gd name="T55" fmla="*/ 0 h 2742"/>
                  <a:gd name="T56" fmla="*/ 0 w 2355"/>
                  <a:gd name="T57" fmla="*/ 0 h 2742"/>
                  <a:gd name="T58" fmla="*/ 0 w 2355"/>
                  <a:gd name="T59" fmla="*/ 0 h 2742"/>
                  <a:gd name="T60" fmla="*/ 0 w 2355"/>
                  <a:gd name="T61" fmla="*/ 0 h 2742"/>
                  <a:gd name="T62" fmla="*/ 0 w 2355"/>
                  <a:gd name="T63" fmla="*/ 0 h 2742"/>
                  <a:gd name="T64" fmla="*/ 0 w 2355"/>
                  <a:gd name="T65" fmla="*/ 0 h 2742"/>
                  <a:gd name="T66" fmla="*/ 0 w 2355"/>
                  <a:gd name="T67" fmla="*/ 0 h 2742"/>
                  <a:gd name="T68" fmla="*/ 0 w 2355"/>
                  <a:gd name="T69" fmla="*/ 0 h 2742"/>
                  <a:gd name="T70" fmla="*/ 0 w 2355"/>
                  <a:gd name="T71" fmla="*/ 0 h 2742"/>
                  <a:gd name="T72" fmla="*/ 0 w 2355"/>
                  <a:gd name="T73" fmla="*/ 0 h 2742"/>
                  <a:gd name="T74" fmla="*/ 0 w 2355"/>
                  <a:gd name="T75" fmla="*/ 0 h 2742"/>
                  <a:gd name="T76" fmla="*/ 0 w 2355"/>
                  <a:gd name="T77" fmla="*/ 0 h 2742"/>
                  <a:gd name="T78" fmla="*/ 0 w 2355"/>
                  <a:gd name="T79" fmla="*/ 0 h 2742"/>
                  <a:gd name="T80" fmla="*/ 0 w 2355"/>
                  <a:gd name="T81" fmla="*/ 0 h 2742"/>
                  <a:gd name="T82" fmla="*/ 0 w 2355"/>
                  <a:gd name="T83" fmla="*/ 0 h 2742"/>
                  <a:gd name="T84" fmla="*/ 0 w 2355"/>
                  <a:gd name="T85" fmla="*/ 0 h 2742"/>
                  <a:gd name="T86" fmla="*/ 0 w 2355"/>
                  <a:gd name="T87" fmla="*/ 0 h 2742"/>
                  <a:gd name="T88" fmla="*/ 0 w 2355"/>
                  <a:gd name="T89" fmla="*/ 0 h 2742"/>
                  <a:gd name="T90" fmla="*/ 0 w 2355"/>
                  <a:gd name="T91" fmla="*/ 0 h 2742"/>
                  <a:gd name="T92" fmla="*/ 0 w 2355"/>
                  <a:gd name="T93" fmla="*/ 0 h 2742"/>
                  <a:gd name="T94" fmla="*/ 0 w 2355"/>
                  <a:gd name="T95" fmla="*/ 0 h 2742"/>
                  <a:gd name="T96" fmla="*/ 0 w 2355"/>
                  <a:gd name="T97" fmla="*/ 0 h 2742"/>
                  <a:gd name="T98" fmla="*/ 0 w 2355"/>
                  <a:gd name="T99" fmla="*/ 0 h 2742"/>
                  <a:gd name="T100" fmla="*/ 0 w 2355"/>
                  <a:gd name="T101" fmla="*/ 0 h 2742"/>
                  <a:gd name="T102" fmla="*/ 0 w 2355"/>
                  <a:gd name="T103" fmla="*/ 0 h 2742"/>
                  <a:gd name="T104" fmla="*/ 0 w 2355"/>
                  <a:gd name="T105" fmla="*/ 0 h 2742"/>
                  <a:gd name="T106" fmla="*/ 0 w 2355"/>
                  <a:gd name="T107" fmla="*/ 0 h 2742"/>
                  <a:gd name="T108" fmla="*/ 0 w 2355"/>
                  <a:gd name="T109" fmla="*/ 0 h 2742"/>
                  <a:gd name="T110" fmla="*/ 0 w 2355"/>
                  <a:gd name="T111" fmla="*/ 0 h 2742"/>
                  <a:gd name="T112" fmla="*/ 0 w 2355"/>
                  <a:gd name="T113" fmla="*/ 0 h 2742"/>
                  <a:gd name="T114" fmla="*/ 0 w 2355"/>
                  <a:gd name="T115" fmla="*/ 0 h 274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55"/>
                  <a:gd name="T175" fmla="*/ 0 h 2742"/>
                  <a:gd name="T176" fmla="*/ 2355 w 2355"/>
                  <a:gd name="T177" fmla="*/ 2742 h 274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55" h="2742">
                    <a:moveTo>
                      <a:pt x="303" y="558"/>
                    </a:moveTo>
                    <a:lnTo>
                      <a:pt x="413" y="639"/>
                    </a:lnTo>
                    <a:lnTo>
                      <a:pt x="289" y="1119"/>
                    </a:lnTo>
                    <a:lnTo>
                      <a:pt x="289" y="1398"/>
                    </a:lnTo>
                    <a:lnTo>
                      <a:pt x="630" y="1476"/>
                    </a:lnTo>
                    <a:lnTo>
                      <a:pt x="604" y="411"/>
                    </a:lnTo>
                    <a:lnTo>
                      <a:pt x="630" y="208"/>
                    </a:lnTo>
                    <a:lnTo>
                      <a:pt x="503" y="150"/>
                    </a:lnTo>
                    <a:lnTo>
                      <a:pt x="382" y="231"/>
                    </a:lnTo>
                    <a:lnTo>
                      <a:pt x="360" y="208"/>
                    </a:lnTo>
                    <a:lnTo>
                      <a:pt x="450" y="143"/>
                    </a:lnTo>
                    <a:lnTo>
                      <a:pt x="503" y="72"/>
                    </a:lnTo>
                    <a:lnTo>
                      <a:pt x="833" y="0"/>
                    </a:lnTo>
                    <a:lnTo>
                      <a:pt x="991" y="84"/>
                    </a:lnTo>
                    <a:lnTo>
                      <a:pt x="943" y="121"/>
                    </a:lnTo>
                    <a:lnTo>
                      <a:pt x="833" y="112"/>
                    </a:lnTo>
                    <a:lnTo>
                      <a:pt x="782" y="252"/>
                    </a:lnTo>
                    <a:lnTo>
                      <a:pt x="1092" y="1558"/>
                    </a:lnTo>
                    <a:lnTo>
                      <a:pt x="1413" y="1747"/>
                    </a:lnTo>
                    <a:lnTo>
                      <a:pt x="1965" y="2035"/>
                    </a:lnTo>
                    <a:lnTo>
                      <a:pt x="1905" y="1875"/>
                    </a:lnTo>
                    <a:lnTo>
                      <a:pt x="2207" y="1993"/>
                    </a:lnTo>
                    <a:lnTo>
                      <a:pt x="2297" y="1773"/>
                    </a:lnTo>
                    <a:lnTo>
                      <a:pt x="2345" y="1785"/>
                    </a:lnTo>
                    <a:lnTo>
                      <a:pt x="2306" y="2145"/>
                    </a:lnTo>
                    <a:lnTo>
                      <a:pt x="2355" y="2343"/>
                    </a:lnTo>
                    <a:lnTo>
                      <a:pt x="2133" y="2393"/>
                    </a:lnTo>
                    <a:lnTo>
                      <a:pt x="1598" y="2356"/>
                    </a:lnTo>
                    <a:lnTo>
                      <a:pt x="1723" y="2272"/>
                    </a:lnTo>
                    <a:lnTo>
                      <a:pt x="1644" y="2126"/>
                    </a:lnTo>
                    <a:lnTo>
                      <a:pt x="1732" y="2085"/>
                    </a:lnTo>
                    <a:lnTo>
                      <a:pt x="1503" y="2015"/>
                    </a:lnTo>
                    <a:lnTo>
                      <a:pt x="1503" y="2165"/>
                    </a:lnTo>
                    <a:lnTo>
                      <a:pt x="1444" y="2334"/>
                    </a:lnTo>
                    <a:lnTo>
                      <a:pt x="1246" y="2405"/>
                    </a:lnTo>
                    <a:lnTo>
                      <a:pt x="1273" y="2384"/>
                    </a:lnTo>
                    <a:lnTo>
                      <a:pt x="1135" y="2043"/>
                    </a:lnTo>
                    <a:lnTo>
                      <a:pt x="863" y="1868"/>
                    </a:lnTo>
                    <a:lnTo>
                      <a:pt x="591" y="1826"/>
                    </a:lnTo>
                    <a:lnTo>
                      <a:pt x="663" y="1916"/>
                    </a:lnTo>
                    <a:lnTo>
                      <a:pt x="624" y="1936"/>
                    </a:lnTo>
                    <a:lnTo>
                      <a:pt x="773" y="1976"/>
                    </a:lnTo>
                    <a:lnTo>
                      <a:pt x="1054" y="2204"/>
                    </a:lnTo>
                    <a:lnTo>
                      <a:pt x="1171" y="2322"/>
                    </a:lnTo>
                    <a:lnTo>
                      <a:pt x="962" y="2315"/>
                    </a:lnTo>
                    <a:lnTo>
                      <a:pt x="734" y="2246"/>
                    </a:lnTo>
                    <a:lnTo>
                      <a:pt x="923" y="2405"/>
                    </a:lnTo>
                    <a:lnTo>
                      <a:pt x="743" y="2463"/>
                    </a:lnTo>
                    <a:lnTo>
                      <a:pt x="521" y="2601"/>
                    </a:lnTo>
                    <a:lnTo>
                      <a:pt x="851" y="2525"/>
                    </a:lnTo>
                    <a:lnTo>
                      <a:pt x="552" y="2742"/>
                    </a:lnTo>
                    <a:lnTo>
                      <a:pt x="250" y="2742"/>
                    </a:lnTo>
                    <a:lnTo>
                      <a:pt x="213" y="2652"/>
                    </a:lnTo>
                    <a:lnTo>
                      <a:pt x="303" y="2272"/>
                    </a:lnTo>
                    <a:lnTo>
                      <a:pt x="270" y="2114"/>
                    </a:lnTo>
                    <a:lnTo>
                      <a:pt x="0" y="1178"/>
                    </a:lnTo>
                    <a:lnTo>
                      <a:pt x="81" y="720"/>
                    </a:lnTo>
                    <a:lnTo>
                      <a:pt x="303" y="55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7" name="Freeform 71">
                <a:extLst>
                  <a:ext uri="{FF2B5EF4-FFF2-40B4-BE49-F238E27FC236}">
                    <a16:creationId xmlns:a16="http://schemas.microsoft.com/office/drawing/2014/main" id="{2FB3C40E-6885-644D-BA93-DB13BB5E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98"/>
                <a:ext cx="107" cy="77"/>
              </a:xfrm>
              <a:custGeom>
                <a:avLst/>
                <a:gdLst>
                  <a:gd name="T0" fmla="*/ 0 w 851"/>
                  <a:gd name="T1" fmla="*/ 0 h 616"/>
                  <a:gd name="T2" fmla="*/ 0 w 851"/>
                  <a:gd name="T3" fmla="*/ 0 h 616"/>
                  <a:gd name="T4" fmla="*/ 0 w 851"/>
                  <a:gd name="T5" fmla="*/ 0 h 616"/>
                  <a:gd name="T6" fmla="*/ 0 w 851"/>
                  <a:gd name="T7" fmla="*/ 0 h 616"/>
                  <a:gd name="T8" fmla="*/ 0 w 851"/>
                  <a:gd name="T9" fmla="*/ 0 h 616"/>
                  <a:gd name="T10" fmla="*/ 0 w 851"/>
                  <a:gd name="T11" fmla="*/ 0 h 616"/>
                  <a:gd name="T12" fmla="*/ 0 w 851"/>
                  <a:gd name="T13" fmla="*/ 0 h 616"/>
                  <a:gd name="T14" fmla="*/ 0 w 851"/>
                  <a:gd name="T15" fmla="*/ 0 h 616"/>
                  <a:gd name="T16" fmla="*/ 0 w 851"/>
                  <a:gd name="T17" fmla="*/ 0 h 616"/>
                  <a:gd name="T18" fmla="*/ 0 w 851"/>
                  <a:gd name="T19" fmla="*/ 0 h 616"/>
                  <a:gd name="T20" fmla="*/ 0 w 851"/>
                  <a:gd name="T21" fmla="*/ 0 h 616"/>
                  <a:gd name="T22" fmla="*/ 0 w 851"/>
                  <a:gd name="T23" fmla="*/ 0 h 616"/>
                  <a:gd name="T24" fmla="*/ 0 w 851"/>
                  <a:gd name="T25" fmla="*/ 0 h 616"/>
                  <a:gd name="T26" fmla="*/ 0 w 851"/>
                  <a:gd name="T27" fmla="*/ 0 h 616"/>
                  <a:gd name="T28" fmla="*/ 0 w 851"/>
                  <a:gd name="T29" fmla="*/ 0 h 616"/>
                  <a:gd name="T30" fmla="*/ 0 w 851"/>
                  <a:gd name="T31" fmla="*/ 0 h 616"/>
                  <a:gd name="T32" fmla="*/ 0 w 851"/>
                  <a:gd name="T33" fmla="*/ 0 h 616"/>
                  <a:gd name="T34" fmla="*/ 0 w 851"/>
                  <a:gd name="T35" fmla="*/ 0 h 6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51"/>
                  <a:gd name="T55" fmla="*/ 0 h 616"/>
                  <a:gd name="T56" fmla="*/ 851 w 851"/>
                  <a:gd name="T57" fmla="*/ 616 h 6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51" h="616">
                    <a:moveTo>
                      <a:pt x="0" y="385"/>
                    </a:moveTo>
                    <a:lnTo>
                      <a:pt x="77" y="207"/>
                    </a:lnTo>
                    <a:lnTo>
                      <a:pt x="77" y="348"/>
                    </a:lnTo>
                    <a:lnTo>
                      <a:pt x="299" y="97"/>
                    </a:lnTo>
                    <a:lnTo>
                      <a:pt x="378" y="616"/>
                    </a:lnTo>
                    <a:lnTo>
                      <a:pt x="417" y="227"/>
                    </a:lnTo>
                    <a:lnTo>
                      <a:pt x="618" y="69"/>
                    </a:lnTo>
                    <a:lnTo>
                      <a:pt x="740" y="97"/>
                    </a:lnTo>
                    <a:lnTo>
                      <a:pt x="851" y="7"/>
                    </a:lnTo>
                    <a:lnTo>
                      <a:pt x="721" y="40"/>
                    </a:lnTo>
                    <a:lnTo>
                      <a:pt x="653" y="40"/>
                    </a:lnTo>
                    <a:lnTo>
                      <a:pt x="618" y="0"/>
                    </a:lnTo>
                    <a:lnTo>
                      <a:pt x="521" y="69"/>
                    </a:lnTo>
                    <a:lnTo>
                      <a:pt x="389" y="47"/>
                    </a:lnTo>
                    <a:lnTo>
                      <a:pt x="279" y="40"/>
                    </a:lnTo>
                    <a:lnTo>
                      <a:pt x="118" y="77"/>
                    </a:lnTo>
                    <a:lnTo>
                      <a:pt x="21" y="189"/>
                    </a:lnTo>
                    <a:lnTo>
                      <a:pt x="0" y="38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8" name="Freeform 72">
                <a:extLst>
                  <a:ext uri="{FF2B5EF4-FFF2-40B4-BE49-F238E27FC236}">
                    <a16:creationId xmlns:a16="http://schemas.microsoft.com/office/drawing/2014/main" id="{0CD7DB09-1359-DB4F-B2B0-54FA9D53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669"/>
                <a:ext cx="101" cy="198"/>
              </a:xfrm>
              <a:custGeom>
                <a:avLst/>
                <a:gdLst>
                  <a:gd name="T0" fmla="*/ 0 w 811"/>
                  <a:gd name="T1" fmla="*/ 0 h 1587"/>
                  <a:gd name="T2" fmla="*/ 0 w 811"/>
                  <a:gd name="T3" fmla="*/ 0 h 1587"/>
                  <a:gd name="T4" fmla="*/ 0 w 811"/>
                  <a:gd name="T5" fmla="*/ 0 h 1587"/>
                  <a:gd name="T6" fmla="*/ 0 w 811"/>
                  <a:gd name="T7" fmla="*/ 0 h 1587"/>
                  <a:gd name="T8" fmla="*/ 0 w 811"/>
                  <a:gd name="T9" fmla="*/ 0 h 1587"/>
                  <a:gd name="T10" fmla="*/ 0 w 811"/>
                  <a:gd name="T11" fmla="*/ 0 h 1587"/>
                  <a:gd name="T12" fmla="*/ 0 w 811"/>
                  <a:gd name="T13" fmla="*/ 0 h 1587"/>
                  <a:gd name="T14" fmla="*/ 0 w 811"/>
                  <a:gd name="T15" fmla="*/ 0 h 1587"/>
                  <a:gd name="T16" fmla="*/ 0 w 811"/>
                  <a:gd name="T17" fmla="*/ 0 h 1587"/>
                  <a:gd name="T18" fmla="*/ 0 w 811"/>
                  <a:gd name="T19" fmla="*/ 0 h 1587"/>
                  <a:gd name="T20" fmla="*/ 0 w 811"/>
                  <a:gd name="T21" fmla="*/ 0 h 1587"/>
                  <a:gd name="T22" fmla="*/ 0 w 811"/>
                  <a:gd name="T23" fmla="*/ 0 h 1587"/>
                  <a:gd name="T24" fmla="*/ 0 w 811"/>
                  <a:gd name="T25" fmla="*/ 0 h 1587"/>
                  <a:gd name="T26" fmla="*/ 0 w 811"/>
                  <a:gd name="T27" fmla="*/ 0 h 1587"/>
                  <a:gd name="T28" fmla="*/ 0 w 811"/>
                  <a:gd name="T29" fmla="*/ 0 h 1587"/>
                  <a:gd name="T30" fmla="*/ 0 w 811"/>
                  <a:gd name="T31" fmla="*/ 0 h 1587"/>
                  <a:gd name="T32" fmla="*/ 0 w 811"/>
                  <a:gd name="T33" fmla="*/ 0 h 1587"/>
                  <a:gd name="T34" fmla="*/ 0 w 811"/>
                  <a:gd name="T35" fmla="*/ 0 h 1587"/>
                  <a:gd name="T36" fmla="*/ 0 w 811"/>
                  <a:gd name="T37" fmla="*/ 0 h 1587"/>
                  <a:gd name="T38" fmla="*/ 0 w 811"/>
                  <a:gd name="T39" fmla="*/ 0 h 1587"/>
                  <a:gd name="T40" fmla="*/ 0 w 811"/>
                  <a:gd name="T41" fmla="*/ 0 h 1587"/>
                  <a:gd name="T42" fmla="*/ 0 w 811"/>
                  <a:gd name="T43" fmla="*/ 0 h 1587"/>
                  <a:gd name="T44" fmla="*/ 0 w 811"/>
                  <a:gd name="T45" fmla="*/ 0 h 1587"/>
                  <a:gd name="T46" fmla="*/ 0 w 811"/>
                  <a:gd name="T47" fmla="*/ 0 h 15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11"/>
                  <a:gd name="T73" fmla="*/ 0 h 1587"/>
                  <a:gd name="T74" fmla="*/ 811 w 811"/>
                  <a:gd name="T75" fmla="*/ 1587 h 158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11" h="1587">
                    <a:moveTo>
                      <a:pt x="481" y="171"/>
                    </a:moveTo>
                    <a:lnTo>
                      <a:pt x="481" y="429"/>
                    </a:lnTo>
                    <a:lnTo>
                      <a:pt x="380" y="600"/>
                    </a:lnTo>
                    <a:lnTo>
                      <a:pt x="239" y="429"/>
                    </a:lnTo>
                    <a:lnTo>
                      <a:pt x="128" y="259"/>
                    </a:lnTo>
                    <a:lnTo>
                      <a:pt x="239" y="860"/>
                    </a:lnTo>
                    <a:lnTo>
                      <a:pt x="207" y="1257"/>
                    </a:lnTo>
                    <a:lnTo>
                      <a:pt x="0" y="1556"/>
                    </a:lnTo>
                    <a:lnTo>
                      <a:pt x="170" y="1587"/>
                    </a:lnTo>
                    <a:lnTo>
                      <a:pt x="361" y="1483"/>
                    </a:lnTo>
                    <a:lnTo>
                      <a:pt x="318" y="840"/>
                    </a:lnTo>
                    <a:lnTo>
                      <a:pt x="509" y="1049"/>
                    </a:lnTo>
                    <a:lnTo>
                      <a:pt x="640" y="1049"/>
                    </a:lnTo>
                    <a:lnTo>
                      <a:pt x="541" y="939"/>
                    </a:lnTo>
                    <a:lnTo>
                      <a:pt x="521" y="770"/>
                    </a:lnTo>
                    <a:lnTo>
                      <a:pt x="582" y="600"/>
                    </a:lnTo>
                    <a:lnTo>
                      <a:pt x="659" y="489"/>
                    </a:lnTo>
                    <a:lnTo>
                      <a:pt x="721" y="392"/>
                    </a:lnTo>
                    <a:lnTo>
                      <a:pt x="762" y="528"/>
                    </a:lnTo>
                    <a:lnTo>
                      <a:pt x="811" y="400"/>
                    </a:lnTo>
                    <a:lnTo>
                      <a:pt x="780" y="293"/>
                    </a:lnTo>
                    <a:lnTo>
                      <a:pt x="721" y="150"/>
                    </a:lnTo>
                    <a:lnTo>
                      <a:pt x="548" y="0"/>
                    </a:lnTo>
                    <a:lnTo>
                      <a:pt x="481" y="17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59" name="Freeform 73">
                <a:extLst>
                  <a:ext uri="{FF2B5EF4-FFF2-40B4-BE49-F238E27FC236}">
                    <a16:creationId xmlns:a16="http://schemas.microsoft.com/office/drawing/2014/main" id="{08F03478-4BFB-DB45-9D4D-1B287959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37"/>
                <a:ext cx="69" cy="76"/>
              </a:xfrm>
              <a:custGeom>
                <a:avLst/>
                <a:gdLst>
                  <a:gd name="T0" fmla="*/ 0 w 552"/>
                  <a:gd name="T1" fmla="*/ 0 h 609"/>
                  <a:gd name="T2" fmla="*/ 0 w 552"/>
                  <a:gd name="T3" fmla="*/ 0 h 609"/>
                  <a:gd name="T4" fmla="*/ 0 w 552"/>
                  <a:gd name="T5" fmla="*/ 0 h 609"/>
                  <a:gd name="T6" fmla="*/ 0 w 552"/>
                  <a:gd name="T7" fmla="*/ 0 h 609"/>
                  <a:gd name="T8" fmla="*/ 0 w 552"/>
                  <a:gd name="T9" fmla="*/ 0 h 609"/>
                  <a:gd name="T10" fmla="*/ 0 w 552"/>
                  <a:gd name="T11" fmla="*/ 0 h 609"/>
                  <a:gd name="T12" fmla="*/ 0 w 552"/>
                  <a:gd name="T13" fmla="*/ 0 h 609"/>
                  <a:gd name="T14" fmla="*/ 0 w 552"/>
                  <a:gd name="T15" fmla="*/ 0 h 609"/>
                  <a:gd name="T16" fmla="*/ 0 w 552"/>
                  <a:gd name="T17" fmla="*/ 0 h 609"/>
                  <a:gd name="T18" fmla="*/ 0 w 552"/>
                  <a:gd name="T19" fmla="*/ 0 h 609"/>
                  <a:gd name="T20" fmla="*/ 0 w 552"/>
                  <a:gd name="T21" fmla="*/ 0 h 609"/>
                  <a:gd name="T22" fmla="*/ 0 w 552"/>
                  <a:gd name="T23" fmla="*/ 0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609"/>
                  <a:gd name="T38" fmla="*/ 552 w 552"/>
                  <a:gd name="T39" fmla="*/ 609 h 60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609">
                    <a:moveTo>
                      <a:pt x="152" y="0"/>
                    </a:moveTo>
                    <a:lnTo>
                      <a:pt x="31" y="152"/>
                    </a:lnTo>
                    <a:lnTo>
                      <a:pt x="132" y="293"/>
                    </a:lnTo>
                    <a:lnTo>
                      <a:pt x="373" y="133"/>
                    </a:lnTo>
                    <a:lnTo>
                      <a:pt x="453" y="293"/>
                    </a:lnTo>
                    <a:lnTo>
                      <a:pt x="0" y="609"/>
                    </a:lnTo>
                    <a:lnTo>
                      <a:pt x="420" y="541"/>
                    </a:lnTo>
                    <a:lnTo>
                      <a:pt x="552" y="133"/>
                    </a:lnTo>
                    <a:lnTo>
                      <a:pt x="453" y="42"/>
                    </a:lnTo>
                    <a:lnTo>
                      <a:pt x="299" y="62"/>
                    </a:lnTo>
                    <a:lnTo>
                      <a:pt x="193" y="2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0" name="Freeform 74">
                <a:extLst>
                  <a:ext uri="{FF2B5EF4-FFF2-40B4-BE49-F238E27FC236}">
                    <a16:creationId xmlns:a16="http://schemas.microsoft.com/office/drawing/2014/main" id="{A6E5D1F6-62CC-CB46-AC25-F3F04B8D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40"/>
                <a:ext cx="103" cy="307"/>
              </a:xfrm>
              <a:custGeom>
                <a:avLst/>
                <a:gdLst>
                  <a:gd name="T0" fmla="*/ 0 w 820"/>
                  <a:gd name="T1" fmla="*/ 0 h 2453"/>
                  <a:gd name="T2" fmla="*/ 0 w 820"/>
                  <a:gd name="T3" fmla="*/ 0 h 2453"/>
                  <a:gd name="T4" fmla="*/ 0 w 820"/>
                  <a:gd name="T5" fmla="*/ 0 h 2453"/>
                  <a:gd name="T6" fmla="*/ 0 w 820"/>
                  <a:gd name="T7" fmla="*/ 0 h 2453"/>
                  <a:gd name="T8" fmla="*/ 0 w 820"/>
                  <a:gd name="T9" fmla="*/ 0 h 2453"/>
                  <a:gd name="T10" fmla="*/ 0 w 820"/>
                  <a:gd name="T11" fmla="*/ 0 h 2453"/>
                  <a:gd name="T12" fmla="*/ 0 w 820"/>
                  <a:gd name="T13" fmla="*/ 0 h 2453"/>
                  <a:gd name="T14" fmla="*/ 0 w 820"/>
                  <a:gd name="T15" fmla="*/ 0 h 2453"/>
                  <a:gd name="T16" fmla="*/ 0 w 820"/>
                  <a:gd name="T17" fmla="*/ 0 h 2453"/>
                  <a:gd name="T18" fmla="*/ 0 w 820"/>
                  <a:gd name="T19" fmla="*/ 0 h 2453"/>
                  <a:gd name="T20" fmla="*/ 0 w 820"/>
                  <a:gd name="T21" fmla="*/ 0 h 2453"/>
                  <a:gd name="T22" fmla="*/ 0 w 820"/>
                  <a:gd name="T23" fmla="*/ 0 h 2453"/>
                  <a:gd name="T24" fmla="*/ 0 w 820"/>
                  <a:gd name="T25" fmla="*/ 0 h 2453"/>
                  <a:gd name="T26" fmla="*/ 0 w 820"/>
                  <a:gd name="T27" fmla="*/ 0 h 2453"/>
                  <a:gd name="T28" fmla="*/ 0 w 820"/>
                  <a:gd name="T29" fmla="*/ 0 h 2453"/>
                  <a:gd name="T30" fmla="*/ 0 w 820"/>
                  <a:gd name="T31" fmla="*/ 0 h 2453"/>
                  <a:gd name="T32" fmla="*/ 0 w 820"/>
                  <a:gd name="T33" fmla="*/ 0 h 2453"/>
                  <a:gd name="T34" fmla="*/ 0 w 820"/>
                  <a:gd name="T35" fmla="*/ 0 h 2453"/>
                  <a:gd name="T36" fmla="*/ 0 w 820"/>
                  <a:gd name="T37" fmla="*/ 0 h 2453"/>
                  <a:gd name="T38" fmla="*/ 0 w 820"/>
                  <a:gd name="T39" fmla="*/ 0 h 24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20"/>
                  <a:gd name="T61" fmla="*/ 0 h 2453"/>
                  <a:gd name="T62" fmla="*/ 820 w 820"/>
                  <a:gd name="T63" fmla="*/ 2453 h 24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20" h="2453">
                    <a:moveTo>
                      <a:pt x="186" y="21"/>
                    </a:moveTo>
                    <a:lnTo>
                      <a:pt x="178" y="110"/>
                    </a:lnTo>
                    <a:lnTo>
                      <a:pt x="136" y="198"/>
                    </a:lnTo>
                    <a:lnTo>
                      <a:pt x="119" y="228"/>
                    </a:lnTo>
                    <a:lnTo>
                      <a:pt x="186" y="309"/>
                    </a:lnTo>
                    <a:lnTo>
                      <a:pt x="288" y="487"/>
                    </a:lnTo>
                    <a:lnTo>
                      <a:pt x="400" y="817"/>
                    </a:lnTo>
                    <a:lnTo>
                      <a:pt x="520" y="1245"/>
                    </a:lnTo>
                    <a:lnTo>
                      <a:pt x="693" y="1806"/>
                    </a:lnTo>
                    <a:lnTo>
                      <a:pt x="820" y="2125"/>
                    </a:lnTo>
                    <a:lnTo>
                      <a:pt x="672" y="2453"/>
                    </a:lnTo>
                    <a:lnTo>
                      <a:pt x="347" y="2204"/>
                    </a:lnTo>
                    <a:lnTo>
                      <a:pt x="68" y="708"/>
                    </a:lnTo>
                    <a:lnTo>
                      <a:pt x="46" y="440"/>
                    </a:lnTo>
                    <a:lnTo>
                      <a:pt x="68" y="270"/>
                    </a:lnTo>
                    <a:lnTo>
                      <a:pt x="68" y="228"/>
                    </a:lnTo>
                    <a:lnTo>
                      <a:pt x="0" y="141"/>
                    </a:lnTo>
                    <a:lnTo>
                      <a:pt x="6" y="0"/>
                    </a:lnTo>
                    <a:lnTo>
                      <a:pt x="149" y="11"/>
                    </a:lnTo>
                    <a:lnTo>
                      <a:pt x="186" y="2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1" name="Freeform 75">
                <a:extLst>
                  <a:ext uri="{FF2B5EF4-FFF2-40B4-BE49-F238E27FC236}">
                    <a16:creationId xmlns:a16="http://schemas.microsoft.com/office/drawing/2014/main" id="{7769D3F8-63DE-F746-B595-96F79A95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40"/>
                <a:ext cx="108" cy="310"/>
              </a:xfrm>
              <a:custGeom>
                <a:avLst/>
                <a:gdLst>
                  <a:gd name="T0" fmla="*/ 0 w 862"/>
                  <a:gd name="T1" fmla="*/ 0 h 2474"/>
                  <a:gd name="T2" fmla="*/ 0 w 862"/>
                  <a:gd name="T3" fmla="*/ 0 h 2474"/>
                  <a:gd name="T4" fmla="*/ 0 w 862"/>
                  <a:gd name="T5" fmla="*/ 0 h 2474"/>
                  <a:gd name="T6" fmla="*/ 0 w 862"/>
                  <a:gd name="T7" fmla="*/ 0 h 2474"/>
                  <a:gd name="T8" fmla="*/ 0 w 862"/>
                  <a:gd name="T9" fmla="*/ 0 h 2474"/>
                  <a:gd name="T10" fmla="*/ 0 w 862"/>
                  <a:gd name="T11" fmla="*/ 0 h 2474"/>
                  <a:gd name="T12" fmla="*/ 0 w 862"/>
                  <a:gd name="T13" fmla="*/ 0 h 2474"/>
                  <a:gd name="T14" fmla="*/ 0 w 862"/>
                  <a:gd name="T15" fmla="*/ 0 h 2474"/>
                  <a:gd name="T16" fmla="*/ 0 w 862"/>
                  <a:gd name="T17" fmla="*/ 0 h 2474"/>
                  <a:gd name="T18" fmla="*/ 0 w 862"/>
                  <a:gd name="T19" fmla="*/ 0 h 2474"/>
                  <a:gd name="T20" fmla="*/ 0 w 862"/>
                  <a:gd name="T21" fmla="*/ 0 h 2474"/>
                  <a:gd name="T22" fmla="*/ 0 w 862"/>
                  <a:gd name="T23" fmla="*/ 0 h 2474"/>
                  <a:gd name="T24" fmla="*/ 0 w 862"/>
                  <a:gd name="T25" fmla="*/ 0 h 2474"/>
                  <a:gd name="T26" fmla="*/ 0 w 862"/>
                  <a:gd name="T27" fmla="*/ 0 h 2474"/>
                  <a:gd name="T28" fmla="*/ 0 w 862"/>
                  <a:gd name="T29" fmla="*/ 0 h 2474"/>
                  <a:gd name="T30" fmla="*/ 0 w 862"/>
                  <a:gd name="T31" fmla="*/ 0 h 2474"/>
                  <a:gd name="T32" fmla="*/ 0 w 862"/>
                  <a:gd name="T33" fmla="*/ 0 h 2474"/>
                  <a:gd name="T34" fmla="*/ 0 w 862"/>
                  <a:gd name="T35" fmla="*/ 0 h 2474"/>
                  <a:gd name="T36" fmla="*/ 0 w 862"/>
                  <a:gd name="T37" fmla="*/ 0 h 2474"/>
                  <a:gd name="T38" fmla="*/ 0 w 862"/>
                  <a:gd name="T39" fmla="*/ 0 h 2474"/>
                  <a:gd name="T40" fmla="*/ 0 w 862"/>
                  <a:gd name="T41" fmla="*/ 0 h 2474"/>
                  <a:gd name="T42" fmla="*/ 0 w 862"/>
                  <a:gd name="T43" fmla="*/ 0 h 2474"/>
                  <a:gd name="T44" fmla="*/ 0 w 862"/>
                  <a:gd name="T45" fmla="*/ 0 h 2474"/>
                  <a:gd name="T46" fmla="*/ 0 w 862"/>
                  <a:gd name="T47" fmla="*/ 0 h 2474"/>
                  <a:gd name="T48" fmla="*/ 0 w 862"/>
                  <a:gd name="T49" fmla="*/ 0 h 2474"/>
                  <a:gd name="T50" fmla="*/ 0 w 862"/>
                  <a:gd name="T51" fmla="*/ 0 h 2474"/>
                  <a:gd name="T52" fmla="*/ 0 w 862"/>
                  <a:gd name="T53" fmla="*/ 0 h 2474"/>
                  <a:gd name="T54" fmla="*/ 0 w 862"/>
                  <a:gd name="T55" fmla="*/ 0 h 2474"/>
                  <a:gd name="T56" fmla="*/ 0 w 862"/>
                  <a:gd name="T57" fmla="*/ 0 h 24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2"/>
                  <a:gd name="T88" fmla="*/ 0 h 2474"/>
                  <a:gd name="T89" fmla="*/ 862 w 862"/>
                  <a:gd name="T90" fmla="*/ 2474 h 247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2" h="2474">
                    <a:moveTo>
                      <a:pt x="152" y="11"/>
                    </a:moveTo>
                    <a:lnTo>
                      <a:pt x="129" y="251"/>
                    </a:lnTo>
                    <a:lnTo>
                      <a:pt x="178" y="670"/>
                    </a:lnTo>
                    <a:lnTo>
                      <a:pt x="281" y="1141"/>
                    </a:lnTo>
                    <a:lnTo>
                      <a:pt x="461" y="1863"/>
                    </a:lnTo>
                    <a:lnTo>
                      <a:pt x="499" y="2174"/>
                    </a:lnTo>
                    <a:lnTo>
                      <a:pt x="691" y="2370"/>
                    </a:lnTo>
                    <a:lnTo>
                      <a:pt x="811" y="2112"/>
                    </a:lnTo>
                    <a:lnTo>
                      <a:pt x="629" y="1694"/>
                    </a:lnTo>
                    <a:lnTo>
                      <a:pt x="519" y="1257"/>
                    </a:lnTo>
                    <a:lnTo>
                      <a:pt x="422" y="876"/>
                    </a:lnTo>
                    <a:lnTo>
                      <a:pt x="288" y="468"/>
                    </a:lnTo>
                    <a:lnTo>
                      <a:pt x="211" y="309"/>
                    </a:lnTo>
                    <a:lnTo>
                      <a:pt x="170" y="228"/>
                    </a:lnTo>
                    <a:lnTo>
                      <a:pt x="288" y="389"/>
                    </a:lnTo>
                    <a:lnTo>
                      <a:pt x="409" y="738"/>
                    </a:lnTo>
                    <a:lnTo>
                      <a:pt x="562" y="1195"/>
                    </a:lnTo>
                    <a:lnTo>
                      <a:pt x="714" y="1705"/>
                    </a:lnTo>
                    <a:lnTo>
                      <a:pt x="783" y="1936"/>
                    </a:lnTo>
                    <a:lnTo>
                      <a:pt x="862" y="2112"/>
                    </a:lnTo>
                    <a:lnTo>
                      <a:pt x="721" y="2474"/>
                    </a:lnTo>
                    <a:lnTo>
                      <a:pt x="380" y="2193"/>
                    </a:lnTo>
                    <a:lnTo>
                      <a:pt x="251" y="1505"/>
                    </a:lnTo>
                    <a:lnTo>
                      <a:pt x="119" y="717"/>
                    </a:lnTo>
                    <a:lnTo>
                      <a:pt x="110" y="440"/>
                    </a:lnTo>
                    <a:lnTo>
                      <a:pt x="88" y="228"/>
                    </a:lnTo>
                    <a:lnTo>
                      <a:pt x="0" y="110"/>
                    </a:lnTo>
                    <a:lnTo>
                      <a:pt x="60" y="0"/>
                    </a:lnTo>
                    <a:lnTo>
                      <a:pt x="152" y="1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2" name="Freeform 76">
                <a:extLst>
                  <a:ext uri="{FF2B5EF4-FFF2-40B4-BE49-F238E27FC236}">
                    <a16:creationId xmlns:a16="http://schemas.microsoft.com/office/drawing/2014/main" id="{7F241373-6BB2-E947-BCA9-077A15C1A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30"/>
                <a:ext cx="72" cy="128"/>
              </a:xfrm>
              <a:custGeom>
                <a:avLst/>
                <a:gdLst>
                  <a:gd name="T0" fmla="*/ 0 w 578"/>
                  <a:gd name="T1" fmla="*/ 0 h 1028"/>
                  <a:gd name="T2" fmla="*/ 0 w 578"/>
                  <a:gd name="T3" fmla="*/ 0 h 1028"/>
                  <a:gd name="T4" fmla="*/ 0 w 578"/>
                  <a:gd name="T5" fmla="*/ 0 h 1028"/>
                  <a:gd name="T6" fmla="*/ 0 w 578"/>
                  <a:gd name="T7" fmla="*/ 0 h 1028"/>
                  <a:gd name="T8" fmla="*/ 0 w 578"/>
                  <a:gd name="T9" fmla="*/ 0 h 1028"/>
                  <a:gd name="T10" fmla="*/ 0 w 578"/>
                  <a:gd name="T11" fmla="*/ 0 h 1028"/>
                  <a:gd name="T12" fmla="*/ 0 w 578"/>
                  <a:gd name="T13" fmla="*/ 0 h 1028"/>
                  <a:gd name="T14" fmla="*/ 0 w 578"/>
                  <a:gd name="T15" fmla="*/ 0 h 1028"/>
                  <a:gd name="T16" fmla="*/ 0 w 578"/>
                  <a:gd name="T17" fmla="*/ 0 h 1028"/>
                  <a:gd name="T18" fmla="*/ 0 w 578"/>
                  <a:gd name="T19" fmla="*/ 0 h 1028"/>
                  <a:gd name="T20" fmla="*/ 0 w 578"/>
                  <a:gd name="T21" fmla="*/ 0 h 1028"/>
                  <a:gd name="T22" fmla="*/ 0 w 578"/>
                  <a:gd name="T23" fmla="*/ 0 h 1028"/>
                  <a:gd name="T24" fmla="*/ 0 w 578"/>
                  <a:gd name="T25" fmla="*/ 0 h 1028"/>
                  <a:gd name="T26" fmla="*/ 0 w 578"/>
                  <a:gd name="T27" fmla="*/ 0 h 1028"/>
                  <a:gd name="T28" fmla="*/ 0 w 578"/>
                  <a:gd name="T29" fmla="*/ 0 h 1028"/>
                  <a:gd name="T30" fmla="*/ 0 w 578"/>
                  <a:gd name="T31" fmla="*/ 0 h 1028"/>
                  <a:gd name="T32" fmla="*/ 0 w 578"/>
                  <a:gd name="T33" fmla="*/ 0 h 10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8"/>
                  <a:gd name="T52" fmla="*/ 0 h 1028"/>
                  <a:gd name="T53" fmla="*/ 578 w 578"/>
                  <a:gd name="T54" fmla="*/ 1028 h 10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8" h="1028">
                    <a:moveTo>
                      <a:pt x="42" y="938"/>
                    </a:moveTo>
                    <a:lnTo>
                      <a:pt x="37" y="775"/>
                    </a:lnTo>
                    <a:lnTo>
                      <a:pt x="0" y="360"/>
                    </a:lnTo>
                    <a:lnTo>
                      <a:pt x="37" y="276"/>
                    </a:lnTo>
                    <a:lnTo>
                      <a:pt x="293" y="0"/>
                    </a:lnTo>
                    <a:lnTo>
                      <a:pt x="523" y="48"/>
                    </a:lnTo>
                    <a:lnTo>
                      <a:pt x="578" y="184"/>
                    </a:lnTo>
                    <a:lnTo>
                      <a:pt x="528" y="247"/>
                    </a:lnTo>
                    <a:lnTo>
                      <a:pt x="563" y="465"/>
                    </a:lnTo>
                    <a:lnTo>
                      <a:pt x="486" y="487"/>
                    </a:lnTo>
                    <a:lnTo>
                      <a:pt x="464" y="705"/>
                    </a:lnTo>
                    <a:lnTo>
                      <a:pt x="406" y="805"/>
                    </a:lnTo>
                    <a:lnTo>
                      <a:pt x="358" y="874"/>
                    </a:lnTo>
                    <a:lnTo>
                      <a:pt x="305" y="938"/>
                    </a:lnTo>
                    <a:lnTo>
                      <a:pt x="263" y="1028"/>
                    </a:lnTo>
                    <a:lnTo>
                      <a:pt x="92" y="1001"/>
                    </a:lnTo>
                    <a:lnTo>
                      <a:pt x="42" y="93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3" name="Freeform 77">
                <a:extLst>
                  <a:ext uri="{FF2B5EF4-FFF2-40B4-BE49-F238E27FC236}">
                    <a16:creationId xmlns:a16="http://schemas.microsoft.com/office/drawing/2014/main" id="{4CC4E9E6-D5D9-9E44-AEC8-FEA92E70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431"/>
                <a:ext cx="162" cy="204"/>
              </a:xfrm>
              <a:custGeom>
                <a:avLst/>
                <a:gdLst>
                  <a:gd name="T0" fmla="*/ 0 w 1289"/>
                  <a:gd name="T1" fmla="*/ 0 h 1630"/>
                  <a:gd name="T2" fmla="*/ 0 w 1289"/>
                  <a:gd name="T3" fmla="*/ 0 h 1630"/>
                  <a:gd name="T4" fmla="*/ 0 w 1289"/>
                  <a:gd name="T5" fmla="*/ 0 h 1630"/>
                  <a:gd name="T6" fmla="*/ 0 w 1289"/>
                  <a:gd name="T7" fmla="*/ 0 h 1630"/>
                  <a:gd name="T8" fmla="*/ 0 w 1289"/>
                  <a:gd name="T9" fmla="*/ 0 h 1630"/>
                  <a:gd name="T10" fmla="*/ 0 w 1289"/>
                  <a:gd name="T11" fmla="*/ 0 h 1630"/>
                  <a:gd name="T12" fmla="*/ 0 w 1289"/>
                  <a:gd name="T13" fmla="*/ 0 h 1630"/>
                  <a:gd name="T14" fmla="*/ 0 w 1289"/>
                  <a:gd name="T15" fmla="*/ 0 h 1630"/>
                  <a:gd name="T16" fmla="*/ 0 w 1289"/>
                  <a:gd name="T17" fmla="*/ 0 h 1630"/>
                  <a:gd name="T18" fmla="*/ 0 w 1289"/>
                  <a:gd name="T19" fmla="*/ 0 h 1630"/>
                  <a:gd name="T20" fmla="*/ 0 w 1289"/>
                  <a:gd name="T21" fmla="*/ 0 h 1630"/>
                  <a:gd name="T22" fmla="*/ 0 w 1289"/>
                  <a:gd name="T23" fmla="*/ 0 h 1630"/>
                  <a:gd name="T24" fmla="*/ 0 w 1289"/>
                  <a:gd name="T25" fmla="*/ 0 h 1630"/>
                  <a:gd name="T26" fmla="*/ 0 w 1289"/>
                  <a:gd name="T27" fmla="*/ 0 h 1630"/>
                  <a:gd name="T28" fmla="*/ 0 w 1289"/>
                  <a:gd name="T29" fmla="*/ 0 h 1630"/>
                  <a:gd name="T30" fmla="*/ 0 w 1289"/>
                  <a:gd name="T31" fmla="*/ 0 h 1630"/>
                  <a:gd name="T32" fmla="*/ 0 w 1289"/>
                  <a:gd name="T33" fmla="*/ 0 h 1630"/>
                  <a:gd name="T34" fmla="*/ 0 w 1289"/>
                  <a:gd name="T35" fmla="*/ 0 h 1630"/>
                  <a:gd name="T36" fmla="*/ 0 w 1289"/>
                  <a:gd name="T37" fmla="*/ 0 h 1630"/>
                  <a:gd name="T38" fmla="*/ 0 w 1289"/>
                  <a:gd name="T39" fmla="*/ 0 h 1630"/>
                  <a:gd name="T40" fmla="*/ 0 w 1289"/>
                  <a:gd name="T41" fmla="*/ 0 h 1630"/>
                  <a:gd name="T42" fmla="*/ 0 w 1289"/>
                  <a:gd name="T43" fmla="*/ 0 h 1630"/>
                  <a:gd name="T44" fmla="*/ 0 w 1289"/>
                  <a:gd name="T45" fmla="*/ 0 h 1630"/>
                  <a:gd name="T46" fmla="*/ 0 w 1289"/>
                  <a:gd name="T47" fmla="*/ 0 h 1630"/>
                  <a:gd name="T48" fmla="*/ 0 w 1289"/>
                  <a:gd name="T49" fmla="*/ 0 h 1630"/>
                  <a:gd name="T50" fmla="*/ 0 w 1289"/>
                  <a:gd name="T51" fmla="*/ 0 h 1630"/>
                  <a:gd name="T52" fmla="*/ 0 w 1289"/>
                  <a:gd name="T53" fmla="*/ 0 h 1630"/>
                  <a:gd name="T54" fmla="*/ 0 w 1289"/>
                  <a:gd name="T55" fmla="*/ 0 h 1630"/>
                  <a:gd name="T56" fmla="*/ 0 w 1289"/>
                  <a:gd name="T57" fmla="*/ 0 h 1630"/>
                  <a:gd name="T58" fmla="*/ 0 w 1289"/>
                  <a:gd name="T59" fmla="*/ 0 h 1630"/>
                  <a:gd name="T60" fmla="*/ 0 w 1289"/>
                  <a:gd name="T61" fmla="*/ 0 h 16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89"/>
                  <a:gd name="T94" fmla="*/ 0 h 1630"/>
                  <a:gd name="T95" fmla="*/ 1289 w 1289"/>
                  <a:gd name="T96" fmla="*/ 1630 h 16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89" h="1630">
                    <a:moveTo>
                      <a:pt x="37" y="717"/>
                    </a:moveTo>
                    <a:lnTo>
                      <a:pt x="0" y="784"/>
                    </a:lnTo>
                    <a:lnTo>
                      <a:pt x="0" y="915"/>
                    </a:lnTo>
                    <a:lnTo>
                      <a:pt x="85" y="1036"/>
                    </a:lnTo>
                    <a:lnTo>
                      <a:pt x="200" y="1120"/>
                    </a:lnTo>
                    <a:lnTo>
                      <a:pt x="235" y="1120"/>
                    </a:lnTo>
                    <a:lnTo>
                      <a:pt x="298" y="1263"/>
                    </a:lnTo>
                    <a:lnTo>
                      <a:pt x="348" y="1395"/>
                    </a:lnTo>
                    <a:lnTo>
                      <a:pt x="447" y="1508"/>
                    </a:lnTo>
                    <a:lnTo>
                      <a:pt x="555" y="1572"/>
                    </a:lnTo>
                    <a:lnTo>
                      <a:pt x="705" y="1621"/>
                    </a:lnTo>
                    <a:lnTo>
                      <a:pt x="855" y="1630"/>
                    </a:lnTo>
                    <a:lnTo>
                      <a:pt x="947" y="1579"/>
                    </a:lnTo>
                    <a:lnTo>
                      <a:pt x="1019" y="1494"/>
                    </a:lnTo>
                    <a:lnTo>
                      <a:pt x="1090" y="1374"/>
                    </a:lnTo>
                    <a:lnTo>
                      <a:pt x="1118" y="1263"/>
                    </a:lnTo>
                    <a:lnTo>
                      <a:pt x="1140" y="1056"/>
                    </a:lnTo>
                    <a:lnTo>
                      <a:pt x="1203" y="1001"/>
                    </a:lnTo>
                    <a:lnTo>
                      <a:pt x="1284" y="889"/>
                    </a:lnTo>
                    <a:lnTo>
                      <a:pt x="1289" y="768"/>
                    </a:lnTo>
                    <a:lnTo>
                      <a:pt x="1274" y="662"/>
                    </a:lnTo>
                    <a:lnTo>
                      <a:pt x="1261" y="627"/>
                    </a:lnTo>
                    <a:lnTo>
                      <a:pt x="1203" y="595"/>
                    </a:lnTo>
                    <a:lnTo>
                      <a:pt x="1118" y="325"/>
                    </a:lnTo>
                    <a:lnTo>
                      <a:pt x="1012" y="94"/>
                    </a:lnTo>
                    <a:lnTo>
                      <a:pt x="692" y="0"/>
                    </a:lnTo>
                    <a:lnTo>
                      <a:pt x="270" y="85"/>
                    </a:lnTo>
                    <a:lnTo>
                      <a:pt x="85" y="247"/>
                    </a:lnTo>
                    <a:lnTo>
                      <a:pt x="41" y="429"/>
                    </a:lnTo>
                    <a:lnTo>
                      <a:pt x="41" y="657"/>
                    </a:lnTo>
                    <a:lnTo>
                      <a:pt x="37" y="71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4" name="Freeform 78">
                <a:extLst>
                  <a:ext uri="{FF2B5EF4-FFF2-40B4-BE49-F238E27FC236}">
                    <a16:creationId xmlns:a16="http://schemas.microsoft.com/office/drawing/2014/main" id="{62D8DF0E-E24A-2542-96B3-FE0CB49CF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52"/>
                <a:ext cx="28" cy="16"/>
              </a:xfrm>
              <a:custGeom>
                <a:avLst/>
                <a:gdLst>
                  <a:gd name="T0" fmla="*/ 0 w 223"/>
                  <a:gd name="T1" fmla="*/ 0 h 120"/>
                  <a:gd name="T2" fmla="*/ 0 w 223"/>
                  <a:gd name="T3" fmla="*/ 0 h 120"/>
                  <a:gd name="T4" fmla="*/ 0 w 223"/>
                  <a:gd name="T5" fmla="*/ 0 h 120"/>
                  <a:gd name="T6" fmla="*/ 0 w 223"/>
                  <a:gd name="T7" fmla="*/ 0 h 120"/>
                  <a:gd name="T8" fmla="*/ 0 w 223"/>
                  <a:gd name="T9" fmla="*/ 0 h 120"/>
                  <a:gd name="T10" fmla="*/ 0 w 223"/>
                  <a:gd name="T11" fmla="*/ 0 h 120"/>
                  <a:gd name="T12" fmla="*/ 0 w 223"/>
                  <a:gd name="T13" fmla="*/ 0 h 120"/>
                  <a:gd name="T14" fmla="*/ 0 w 223"/>
                  <a:gd name="T15" fmla="*/ 0 h 120"/>
                  <a:gd name="T16" fmla="*/ 0 w 223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3"/>
                  <a:gd name="T28" fmla="*/ 0 h 120"/>
                  <a:gd name="T29" fmla="*/ 223 w 223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3" h="120">
                    <a:moveTo>
                      <a:pt x="223" y="6"/>
                    </a:moveTo>
                    <a:lnTo>
                      <a:pt x="223" y="41"/>
                    </a:lnTo>
                    <a:lnTo>
                      <a:pt x="140" y="108"/>
                    </a:lnTo>
                    <a:lnTo>
                      <a:pt x="57" y="120"/>
                    </a:lnTo>
                    <a:lnTo>
                      <a:pt x="0" y="78"/>
                    </a:lnTo>
                    <a:lnTo>
                      <a:pt x="16" y="0"/>
                    </a:lnTo>
                    <a:lnTo>
                      <a:pt x="92" y="28"/>
                    </a:lnTo>
                    <a:lnTo>
                      <a:pt x="140" y="35"/>
                    </a:lnTo>
                    <a:lnTo>
                      <a:pt x="223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5" name="Freeform 79">
                <a:extLst>
                  <a:ext uri="{FF2B5EF4-FFF2-40B4-BE49-F238E27FC236}">
                    <a16:creationId xmlns:a16="http://schemas.microsoft.com/office/drawing/2014/main" id="{2AE49D05-BF9C-3847-9144-6803F43F2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539"/>
                <a:ext cx="30" cy="18"/>
              </a:xfrm>
              <a:custGeom>
                <a:avLst/>
                <a:gdLst>
                  <a:gd name="T0" fmla="*/ 0 w 245"/>
                  <a:gd name="T1" fmla="*/ 0 h 141"/>
                  <a:gd name="T2" fmla="*/ 0 w 245"/>
                  <a:gd name="T3" fmla="*/ 0 h 141"/>
                  <a:gd name="T4" fmla="*/ 0 w 245"/>
                  <a:gd name="T5" fmla="*/ 0 h 141"/>
                  <a:gd name="T6" fmla="*/ 0 w 245"/>
                  <a:gd name="T7" fmla="*/ 0 h 141"/>
                  <a:gd name="T8" fmla="*/ 0 w 245"/>
                  <a:gd name="T9" fmla="*/ 0 h 141"/>
                  <a:gd name="T10" fmla="*/ 0 w 245"/>
                  <a:gd name="T11" fmla="*/ 0 h 141"/>
                  <a:gd name="T12" fmla="*/ 0 w 245"/>
                  <a:gd name="T13" fmla="*/ 0 h 141"/>
                  <a:gd name="T14" fmla="*/ 0 w 245"/>
                  <a:gd name="T15" fmla="*/ 0 h 141"/>
                  <a:gd name="T16" fmla="*/ 0 w 245"/>
                  <a:gd name="T17" fmla="*/ 0 h 141"/>
                  <a:gd name="T18" fmla="*/ 0 w 245"/>
                  <a:gd name="T19" fmla="*/ 0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5"/>
                  <a:gd name="T31" fmla="*/ 0 h 141"/>
                  <a:gd name="T32" fmla="*/ 245 w 245"/>
                  <a:gd name="T33" fmla="*/ 141 h 1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5" h="141">
                    <a:moveTo>
                      <a:pt x="0" y="85"/>
                    </a:moveTo>
                    <a:lnTo>
                      <a:pt x="18" y="112"/>
                    </a:lnTo>
                    <a:lnTo>
                      <a:pt x="117" y="141"/>
                    </a:lnTo>
                    <a:lnTo>
                      <a:pt x="212" y="134"/>
                    </a:lnTo>
                    <a:lnTo>
                      <a:pt x="245" y="79"/>
                    </a:lnTo>
                    <a:lnTo>
                      <a:pt x="238" y="0"/>
                    </a:lnTo>
                    <a:lnTo>
                      <a:pt x="179" y="42"/>
                    </a:lnTo>
                    <a:lnTo>
                      <a:pt x="139" y="79"/>
                    </a:lnTo>
                    <a:lnTo>
                      <a:pt x="83" y="9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6" name="Freeform 80">
                <a:extLst>
                  <a:ext uri="{FF2B5EF4-FFF2-40B4-BE49-F238E27FC236}">
                    <a16:creationId xmlns:a16="http://schemas.microsoft.com/office/drawing/2014/main" id="{98CADF5A-4589-DD44-AA91-90614325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545"/>
                <a:ext cx="16" cy="30"/>
              </a:xfrm>
              <a:custGeom>
                <a:avLst/>
                <a:gdLst>
                  <a:gd name="T0" fmla="*/ 0 w 120"/>
                  <a:gd name="T1" fmla="*/ 0 h 235"/>
                  <a:gd name="T2" fmla="*/ 0 w 120"/>
                  <a:gd name="T3" fmla="*/ 0 h 235"/>
                  <a:gd name="T4" fmla="*/ 0 w 120"/>
                  <a:gd name="T5" fmla="*/ 0 h 235"/>
                  <a:gd name="T6" fmla="*/ 0 w 120"/>
                  <a:gd name="T7" fmla="*/ 0 h 235"/>
                  <a:gd name="T8" fmla="*/ 0 w 120"/>
                  <a:gd name="T9" fmla="*/ 0 h 235"/>
                  <a:gd name="T10" fmla="*/ 0 w 120"/>
                  <a:gd name="T11" fmla="*/ 0 h 235"/>
                  <a:gd name="T12" fmla="*/ 0 w 120"/>
                  <a:gd name="T13" fmla="*/ 0 h 235"/>
                  <a:gd name="T14" fmla="*/ 0 w 120"/>
                  <a:gd name="T15" fmla="*/ 0 h 235"/>
                  <a:gd name="T16" fmla="*/ 0 w 120"/>
                  <a:gd name="T17" fmla="*/ 0 h 235"/>
                  <a:gd name="T18" fmla="*/ 0 w 120"/>
                  <a:gd name="T19" fmla="*/ 0 h 235"/>
                  <a:gd name="T20" fmla="*/ 0 w 120"/>
                  <a:gd name="T21" fmla="*/ 0 h 235"/>
                  <a:gd name="T22" fmla="*/ 0 w 120"/>
                  <a:gd name="T23" fmla="*/ 0 h 2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0"/>
                  <a:gd name="T37" fmla="*/ 0 h 235"/>
                  <a:gd name="T38" fmla="*/ 120 w 120"/>
                  <a:gd name="T39" fmla="*/ 235 h 2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0" h="235">
                    <a:moveTo>
                      <a:pt x="57" y="37"/>
                    </a:moveTo>
                    <a:lnTo>
                      <a:pt x="37" y="0"/>
                    </a:lnTo>
                    <a:lnTo>
                      <a:pt x="13" y="16"/>
                    </a:lnTo>
                    <a:lnTo>
                      <a:pt x="22" y="141"/>
                    </a:lnTo>
                    <a:lnTo>
                      <a:pt x="0" y="169"/>
                    </a:lnTo>
                    <a:lnTo>
                      <a:pt x="13" y="220"/>
                    </a:lnTo>
                    <a:lnTo>
                      <a:pt x="64" y="235"/>
                    </a:lnTo>
                    <a:lnTo>
                      <a:pt x="108" y="220"/>
                    </a:lnTo>
                    <a:lnTo>
                      <a:pt x="120" y="178"/>
                    </a:lnTo>
                    <a:lnTo>
                      <a:pt x="112" y="148"/>
                    </a:lnTo>
                    <a:lnTo>
                      <a:pt x="78" y="121"/>
                    </a:lnTo>
                    <a:lnTo>
                      <a:pt x="57" y="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7" name="Freeform 81">
                <a:extLst>
                  <a:ext uri="{FF2B5EF4-FFF2-40B4-BE49-F238E27FC236}">
                    <a16:creationId xmlns:a16="http://schemas.microsoft.com/office/drawing/2014/main" id="{91E75761-BDDB-4943-9F47-ED0D2DD93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63"/>
                <a:ext cx="6" cy="5"/>
              </a:xfrm>
              <a:custGeom>
                <a:avLst/>
                <a:gdLst>
                  <a:gd name="T0" fmla="*/ 0 w 51"/>
                  <a:gd name="T1" fmla="*/ 0 h 42"/>
                  <a:gd name="T2" fmla="*/ 0 w 51"/>
                  <a:gd name="T3" fmla="*/ 0 h 42"/>
                  <a:gd name="T4" fmla="*/ 0 w 51"/>
                  <a:gd name="T5" fmla="*/ 0 h 42"/>
                  <a:gd name="T6" fmla="*/ 0 w 51"/>
                  <a:gd name="T7" fmla="*/ 0 h 42"/>
                  <a:gd name="T8" fmla="*/ 0 w 5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42"/>
                  <a:gd name="T17" fmla="*/ 51 w 5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42">
                    <a:moveTo>
                      <a:pt x="25" y="0"/>
                    </a:moveTo>
                    <a:lnTo>
                      <a:pt x="0" y="25"/>
                    </a:lnTo>
                    <a:lnTo>
                      <a:pt x="25" y="42"/>
                    </a:lnTo>
                    <a:lnTo>
                      <a:pt x="51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8" name="Freeform 82">
                <a:extLst>
                  <a:ext uri="{FF2B5EF4-FFF2-40B4-BE49-F238E27FC236}">
                    <a16:creationId xmlns:a16="http://schemas.microsoft.com/office/drawing/2014/main" id="{0B301FC6-CAFD-D542-AB26-955BD39B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560"/>
                <a:ext cx="6" cy="5"/>
              </a:xfrm>
              <a:custGeom>
                <a:avLst/>
                <a:gdLst>
                  <a:gd name="T0" fmla="*/ 0 w 48"/>
                  <a:gd name="T1" fmla="*/ 0 h 36"/>
                  <a:gd name="T2" fmla="*/ 0 w 48"/>
                  <a:gd name="T3" fmla="*/ 0 h 36"/>
                  <a:gd name="T4" fmla="*/ 0 w 48"/>
                  <a:gd name="T5" fmla="*/ 0 h 36"/>
                  <a:gd name="T6" fmla="*/ 0 w 48"/>
                  <a:gd name="T7" fmla="*/ 0 h 36"/>
                  <a:gd name="T8" fmla="*/ 0 w 4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36"/>
                  <a:gd name="T17" fmla="*/ 48 w 48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36">
                    <a:moveTo>
                      <a:pt x="0" y="6"/>
                    </a:moveTo>
                    <a:lnTo>
                      <a:pt x="21" y="36"/>
                    </a:lnTo>
                    <a:lnTo>
                      <a:pt x="48" y="6"/>
                    </a:lnTo>
                    <a:lnTo>
                      <a:pt x="2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69" name="Freeform 83">
                <a:extLst>
                  <a:ext uri="{FF2B5EF4-FFF2-40B4-BE49-F238E27FC236}">
                    <a16:creationId xmlns:a16="http://schemas.microsoft.com/office/drawing/2014/main" id="{6C9490A4-9D60-B64C-9B28-37AFC3B51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93"/>
                <a:ext cx="42" cy="9"/>
              </a:xfrm>
              <a:custGeom>
                <a:avLst/>
                <a:gdLst>
                  <a:gd name="T0" fmla="*/ 0 w 343"/>
                  <a:gd name="T1" fmla="*/ 0 h 70"/>
                  <a:gd name="T2" fmla="*/ 0 w 343"/>
                  <a:gd name="T3" fmla="*/ 0 h 70"/>
                  <a:gd name="T4" fmla="*/ 0 w 343"/>
                  <a:gd name="T5" fmla="*/ 0 h 70"/>
                  <a:gd name="T6" fmla="*/ 0 w 343"/>
                  <a:gd name="T7" fmla="*/ 0 h 70"/>
                  <a:gd name="T8" fmla="*/ 0 w 343"/>
                  <a:gd name="T9" fmla="*/ 0 h 70"/>
                  <a:gd name="T10" fmla="*/ 0 w 343"/>
                  <a:gd name="T11" fmla="*/ 0 h 70"/>
                  <a:gd name="T12" fmla="*/ 0 w 343"/>
                  <a:gd name="T13" fmla="*/ 0 h 70"/>
                  <a:gd name="T14" fmla="*/ 0 w 343"/>
                  <a:gd name="T15" fmla="*/ 0 h 70"/>
                  <a:gd name="T16" fmla="*/ 0 w 343"/>
                  <a:gd name="T17" fmla="*/ 0 h 70"/>
                  <a:gd name="T18" fmla="*/ 0 w 343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3"/>
                  <a:gd name="T31" fmla="*/ 0 h 70"/>
                  <a:gd name="T32" fmla="*/ 343 w 343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3" h="70">
                    <a:moveTo>
                      <a:pt x="0" y="44"/>
                    </a:moveTo>
                    <a:lnTo>
                      <a:pt x="128" y="70"/>
                    </a:lnTo>
                    <a:lnTo>
                      <a:pt x="235" y="55"/>
                    </a:lnTo>
                    <a:lnTo>
                      <a:pt x="322" y="21"/>
                    </a:lnTo>
                    <a:lnTo>
                      <a:pt x="343" y="7"/>
                    </a:lnTo>
                    <a:lnTo>
                      <a:pt x="297" y="0"/>
                    </a:lnTo>
                    <a:lnTo>
                      <a:pt x="214" y="21"/>
                    </a:lnTo>
                    <a:lnTo>
                      <a:pt x="135" y="26"/>
                    </a:lnTo>
                    <a:lnTo>
                      <a:pt x="20" y="2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0" name="Freeform 84">
                <a:extLst>
                  <a:ext uri="{FF2B5EF4-FFF2-40B4-BE49-F238E27FC236}">
                    <a16:creationId xmlns:a16="http://schemas.microsoft.com/office/drawing/2014/main" id="{9C2CEA71-233B-9546-BD5A-C17C44D6A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470"/>
                <a:ext cx="45" cy="53"/>
              </a:xfrm>
              <a:custGeom>
                <a:avLst/>
                <a:gdLst>
                  <a:gd name="T0" fmla="*/ 0 w 363"/>
                  <a:gd name="T1" fmla="*/ 0 h 429"/>
                  <a:gd name="T2" fmla="*/ 0 w 363"/>
                  <a:gd name="T3" fmla="*/ 0 h 429"/>
                  <a:gd name="T4" fmla="*/ 0 w 363"/>
                  <a:gd name="T5" fmla="*/ 0 h 429"/>
                  <a:gd name="T6" fmla="*/ 0 w 363"/>
                  <a:gd name="T7" fmla="*/ 0 h 429"/>
                  <a:gd name="T8" fmla="*/ 0 w 363"/>
                  <a:gd name="T9" fmla="*/ 0 h 429"/>
                  <a:gd name="T10" fmla="*/ 0 w 363"/>
                  <a:gd name="T11" fmla="*/ 0 h 429"/>
                  <a:gd name="T12" fmla="*/ 0 w 363"/>
                  <a:gd name="T13" fmla="*/ 0 h 429"/>
                  <a:gd name="T14" fmla="*/ 0 w 363"/>
                  <a:gd name="T15" fmla="*/ 0 h 429"/>
                  <a:gd name="T16" fmla="*/ 0 w 363"/>
                  <a:gd name="T17" fmla="*/ 0 h 429"/>
                  <a:gd name="T18" fmla="*/ 0 w 363"/>
                  <a:gd name="T19" fmla="*/ 0 h 429"/>
                  <a:gd name="T20" fmla="*/ 0 w 363"/>
                  <a:gd name="T21" fmla="*/ 0 h 429"/>
                  <a:gd name="T22" fmla="*/ 0 w 363"/>
                  <a:gd name="T23" fmla="*/ 0 h 429"/>
                  <a:gd name="T24" fmla="*/ 0 w 363"/>
                  <a:gd name="T25" fmla="*/ 0 h 429"/>
                  <a:gd name="T26" fmla="*/ 0 w 363"/>
                  <a:gd name="T27" fmla="*/ 0 h 429"/>
                  <a:gd name="T28" fmla="*/ 0 w 363"/>
                  <a:gd name="T29" fmla="*/ 0 h 429"/>
                  <a:gd name="T30" fmla="*/ 0 w 363"/>
                  <a:gd name="T31" fmla="*/ 0 h 429"/>
                  <a:gd name="T32" fmla="*/ 0 w 363"/>
                  <a:gd name="T33" fmla="*/ 0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3"/>
                  <a:gd name="T52" fmla="*/ 0 h 429"/>
                  <a:gd name="T53" fmla="*/ 363 w 363"/>
                  <a:gd name="T54" fmla="*/ 429 h 4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3" h="429">
                    <a:moveTo>
                      <a:pt x="226" y="35"/>
                    </a:moveTo>
                    <a:lnTo>
                      <a:pt x="158" y="99"/>
                    </a:lnTo>
                    <a:lnTo>
                      <a:pt x="127" y="182"/>
                    </a:lnTo>
                    <a:lnTo>
                      <a:pt x="127" y="266"/>
                    </a:lnTo>
                    <a:lnTo>
                      <a:pt x="149" y="337"/>
                    </a:lnTo>
                    <a:lnTo>
                      <a:pt x="363" y="394"/>
                    </a:lnTo>
                    <a:lnTo>
                      <a:pt x="185" y="389"/>
                    </a:lnTo>
                    <a:lnTo>
                      <a:pt x="63" y="429"/>
                    </a:lnTo>
                    <a:lnTo>
                      <a:pt x="79" y="380"/>
                    </a:lnTo>
                    <a:lnTo>
                      <a:pt x="33" y="323"/>
                    </a:lnTo>
                    <a:lnTo>
                      <a:pt x="6" y="231"/>
                    </a:lnTo>
                    <a:lnTo>
                      <a:pt x="0" y="134"/>
                    </a:lnTo>
                    <a:lnTo>
                      <a:pt x="19" y="62"/>
                    </a:lnTo>
                    <a:lnTo>
                      <a:pt x="68" y="14"/>
                    </a:lnTo>
                    <a:lnTo>
                      <a:pt x="136" y="0"/>
                    </a:lnTo>
                    <a:lnTo>
                      <a:pt x="192" y="7"/>
                    </a:lnTo>
                    <a:lnTo>
                      <a:pt x="226" y="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1" name="Freeform 85">
                <a:extLst>
                  <a:ext uri="{FF2B5EF4-FFF2-40B4-BE49-F238E27FC236}">
                    <a16:creationId xmlns:a16="http://schemas.microsoft.com/office/drawing/2014/main" id="{F73F78F9-6B38-C74B-9A7E-DD5F554E5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97"/>
                <a:ext cx="39" cy="19"/>
              </a:xfrm>
              <a:custGeom>
                <a:avLst/>
                <a:gdLst>
                  <a:gd name="T0" fmla="*/ 0 w 314"/>
                  <a:gd name="T1" fmla="*/ 0 h 154"/>
                  <a:gd name="T2" fmla="*/ 0 w 314"/>
                  <a:gd name="T3" fmla="*/ 0 h 154"/>
                  <a:gd name="T4" fmla="*/ 0 w 314"/>
                  <a:gd name="T5" fmla="*/ 0 h 154"/>
                  <a:gd name="T6" fmla="*/ 0 w 314"/>
                  <a:gd name="T7" fmla="*/ 0 h 154"/>
                  <a:gd name="T8" fmla="*/ 0 w 314"/>
                  <a:gd name="T9" fmla="*/ 0 h 154"/>
                  <a:gd name="T10" fmla="*/ 0 w 314"/>
                  <a:gd name="T11" fmla="*/ 0 h 154"/>
                  <a:gd name="T12" fmla="*/ 0 w 314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154"/>
                  <a:gd name="T23" fmla="*/ 314 w 314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154">
                    <a:moveTo>
                      <a:pt x="70" y="115"/>
                    </a:moveTo>
                    <a:lnTo>
                      <a:pt x="226" y="34"/>
                    </a:lnTo>
                    <a:lnTo>
                      <a:pt x="314" y="30"/>
                    </a:lnTo>
                    <a:lnTo>
                      <a:pt x="249" y="0"/>
                    </a:lnTo>
                    <a:lnTo>
                      <a:pt x="176" y="30"/>
                    </a:lnTo>
                    <a:lnTo>
                      <a:pt x="0" y="154"/>
                    </a:lnTo>
                    <a:lnTo>
                      <a:pt x="70" y="11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2" name="Freeform 86">
                <a:extLst>
                  <a:ext uri="{FF2B5EF4-FFF2-40B4-BE49-F238E27FC236}">
                    <a16:creationId xmlns:a16="http://schemas.microsoft.com/office/drawing/2014/main" id="{B6C1E0CA-8F95-3A47-8550-6ADB31FC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529"/>
                <a:ext cx="13" cy="8"/>
              </a:xfrm>
              <a:custGeom>
                <a:avLst/>
                <a:gdLst>
                  <a:gd name="T0" fmla="*/ 0 w 105"/>
                  <a:gd name="T1" fmla="*/ 0 h 60"/>
                  <a:gd name="T2" fmla="*/ 0 w 105"/>
                  <a:gd name="T3" fmla="*/ 0 h 60"/>
                  <a:gd name="T4" fmla="*/ 0 w 105"/>
                  <a:gd name="T5" fmla="*/ 0 h 60"/>
                  <a:gd name="T6" fmla="*/ 0 w 105"/>
                  <a:gd name="T7" fmla="*/ 0 h 60"/>
                  <a:gd name="T8" fmla="*/ 0 w 105"/>
                  <a:gd name="T9" fmla="*/ 0 h 60"/>
                  <a:gd name="T10" fmla="*/ 0 w 105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60"/>
                  <a:gd name="T20" fmla="*/ 105 w 105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60">
                    <a:moveTo>
                      <a:pt x="0" y="44"/>
                    </a:moveTo>
                    <a:lnTo>
                      <a:pt x="96" y="60"/>
                    </a:lnTo>
                    <a:lnTo>
                      <a:pt x="105" y="31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3" name="Freeform 87">
                <a:extLst>
                  <a:ext uri="{FF2B5EF4-FFF2-40B4-BE49-F238E27FC236}">
                    <a16:creationId xmlns:a16="http://schemas.microsoft.com/office/drawing/2014/main" id="{FE246105-098A-A84B-B0CA-831DDEFB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11"/>
                <a:ext cx="13" cy="14"/>
              </a:xfrm>
              <a:custGeom>
                <a:avLst/>
                <a:gdLst>
                  <a:gd name="T0" fmla="*/ 0 w 99"/>
                  <a:gd name="T1" fmla="*/ 0 h 111"/>
                  <a:gd name="T2" fmla="*/ 0 w 99"/>
                  <a:gd name="T3" fmla="*/ 0 h 111"/>
                  <a:gd name="T4" fmla="*/ 0 w 99"/>
                  <a:gd name="T5" fmla="*/ 0 h 111"/>
                  <a:gd name="T6" fmla="*/ 0 w 99"/>
                  <a:gd name="T7" fmla="*/ 0 h 111"/>
                  <a:gd name="T8" fmla="*/ 0 w 99"/>
                  <a:gd name="T9" fmla="*/ 0 h 111"/>
                  <a:gd name="T10" fmla="*/ 0 w 99"/>
                  <a:gd name="T11" fmla="*/ 0 h 111"/>
                  <a:gd name="T12" fmla="*/ 0 w 99"/>
                  <a:gd name="T13" fmla="*/ 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111"/>
                  <a:gd name="T23" fmla="*/ 99 w 99"/>
                  <a:gd name="T24" fmla="*/ 111 h 1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111">
                    <a:moveTo>
                      <a:pt x="0" y="111"/>
                    </a:moveTo>
                    <a:lnTo>
                      <a:pt x="19" y="111"/>
                    </a:lnTo>
                    <a:lnTo>
                      <a:pt x="99" y="35"/>
                    </a:lnTo>
                    <a:lnTo>
                      <a:pt x="90" y="0"/>
                    </a:lnTo>
                    <a:lnTo>
                      <a:pt x="55" y="0"/>
                    </a:lnTo>
                    <a:lnTo>
                      <a:pt x="7" y="39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4" name="Freeform 88">
                <a:extLst>
                  <a:ext uri="{FF2B5EF4-FFF2-40B4-BE49-F238E27FC236}">
                    <a16:creationId xmlns:a16="http://schemas.microsoft.com/office/drawing/2014/main" id="{EAA3700A-A1AB-2C40-88FF-2006A4868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5"/>
                <a:ext cx="19" cy="10"/>
              </a:xfrm>
              <a:custGeom>
                <a:avLst/>
                <a:gdLst>
                  <a:gd name="T0" fmla="*/ 0 w 154"/>
                  <a:gd name="T1" fmla="*/ 0 h 84"/>
                  <a:gd name="T2" fmla="*/ 0 w 154"/>
                  <a:gd name="T3" fmla="*/ 0 h 84"/>
                  <a:gd name="T4" fmla="*/ 0 w 154"/>
                  <a:gd name="T5" fmla="*/ 0 h 84"/>
                  <a:gd name="T6" fmla="*/ 0 w 154"/>
                  <a:gd name="T7" fmla="*/ 0 h 84"/>
                  <a:gd name="T8" fmla="*/ 0 w 154"/>
                  <a:gd name="T9" fmla="*/ 0 h 84"/>
                  <a:gd name="T10" fmla="*/ 0 w 154"/>
                  <a:gd name="T11" fmla="*/ 0 h 84"/>
                  <a:gd name="T12" fmla="*/ 0 w 154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4"/>
                  <a:gd name="T22" fmla="*/ 0 h 84"/>
                  <a:gd name="T23" fmla="*/ 154 w 154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4" h="84">
                    <a:moveTo>
                      <a:pt x="27" y="7"/>
                    </a:moveTo>
                    <a:lnTo>
                      <a:pt x="0" y="49"/>
                    </a:lnTo>
                    <a:lnTo>
                      <a:pt x="32" y="84"/>
                    </a:lnTo>
                    <a:lnTo>
                      <a:pt x="140" y="69"/>
                    </a:lnTo>
                    <a:lnTo>
                      <a:pt x="154" y="27"/>
                    </a:lnTo>
                    <a:lnTo>
                      <a:pt x="127" y="0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5" name="Freeform 89">
                <a:extLst>
                  <a:ext uri="{FF2B5EF4-FFF2-40B4-BE49-F238E27FC236}">
                    <a16:creationId xmlns:a16="http://schemas.microsoft.com/office/drawing/2014/main" id="{460F2E41-CC5B-9340-A856-27D9D828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89"/>
                <a:ext cx="22" cy="42"/>
              </a:xfrm>
              <a:custGeom>
                <a:avLst/>
                <a:gdLst>
                  <a:gd name="T0" fmla="*/ 0 w 172"/>
                  <a:gd name="T1" fmla="*/ 0 h 336"/>
                  <a:gd name="T2" fmla="*/ 0 w 172"/>
                  <a:gd name="T3" fmla="*/ 0 h 336"/>
                  <a:gd name="T4" fmla="*/ 0 w 172"/>
                  <a:gd name="T5" fmla="*/ 0 h 336"/>
                  <a:gd name="T6" fmla="*/ 0 w 172"/>
                  <a:gd name="T7" fmla="*/ 0 h 336"/>
                  <a:gd name="T8" fmla="*/ 0 w 172"/>
                  <a:gd name="T9" fmla="*/ 0 h 336"/>
                  <a:gd name="T10" fmla="*/ 0 w 172"/>
                  <a:gd name="T11" fmla="*/ 0 h 336"/>
                  <a:gd name="T12" fmla="*/ 0 w 172"/>
                  <a:gd name="T13" fmla="*/ 0 h 336"/>
                  <a:gd name="T14" fmla="*/ 0 w 172"/>
                  <a:gd name="T15" fmla="*/ 0 h 336"/>
                  <a:gd name="T16" fmla="*/ 0 w 172"/>
                  <a:gd name="T17" fmla="*/ 0 h 336"/>
                  <a:gd name="T18" fmla="*/ 0 w 172"/>
                  <a:gd name="T19" fmla="*/ 0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336"/>
                  <a:gd name="T32" fmla="*/ 172 w 172"/>
                  <a:gd name="T33" fmla="*/ 336 h 3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336">
                    <a:moveTo>
                      <a:pt x="7" y="42"/>
                    </a:moveTo>
                    <a:lnTo>
                      <a:pt x="51" y="211"/>
                    </a:lnTo>
                    <a:lnTo>
                      <a:pt x="73" y="336"/>
                    </a:lnTo>
                    <a:lnTo>
                      <a:pt x="156" y="336"/>
                    </a:lnTo>
                    <a:lnTo>
                      <a:pt x="172" y="279"/>
                    </a:lnTo>
                    <a:lnTo>
                      <a:pt x="99" y="231"/>
                    </a:lnTo>
                    <a:lnTo>
                      <a:pt x="73" y="147"/>
                    </a:lnTo>
                    <a:lnTo>
                      <a:pt x="78" y="75"/>
                    </a:lnTo>
                    <a:lnTo>
                      <a:pt x="0" y="0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6" name="Freeform 90">
                <a:extLst>
                  <a:ext uri="{FF2B5EF4-FFF2-40B4-BE49-F238E27FC236}">
                    <a16:creationId xmlns:a16="http://schemas.microsoft.com/office/drawing/2014/main" id="{2459E9AB-372F-1D4A-94B8-886BC2E2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661"/>
                <a:ext cx="33" cy="15"/>
              </a:xfrm>
              <a:custGeom>
                <a:avLst/>
                <a:gdLst>
                  <a:gd name="T0" fmla="*/ 0 w 264"/>
                  <a:gd name="T1" fmla="*/ 0 h 122"/>
                  <a:gd name="T2" fmla="*/ 0 w 264"/>
                  <a:gd name="T3" fmla="*/ 0 h 122"/>
                  <a:gd name="T4" fmla="*/ 0 w 264"/>
                  <a:gd name="T5" fmla="*/ 0 h 122"/>
                  <a:gd name="T6" fmla="*/ 0 w 264"/>
                  <a:gd name="T7" fmla="*/ 0 h 122"/>
                  <a:gd name="T8" fmla="*/ 0 w 264"/>
                  <a:gd name="T9" fmla="*/ 0 h 122"/>
                  <a:gd name="T10" fmla="*/ 0 w 264"/>
                  <a:gd name="T11" fmla="*/ 0 h 122"/>
                  <a:gd name="T12" fmla="*/ 0 w 264"/>
                  <a:gd name="T13" fmla="*/ 0 h 122"/>
                  <a:gd name="T14" fmla="*/ 0 w 264"/>
                  <a:gd name="T15" fmla="*/ 0 h 122"/>
                  <a:gd name="T16" fmla="*/ 0 w 264"/>
                  <a:gd name="T17" fmla="*/ 0 h 122"/>
                  <a:gd name="T18" fmla="*/ 0 w 264"/>
                  <a:gd name="T19" fmla="*/ 0 h 1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64"/>
                  <a:gd name="T31" fmla="*/ 0 h 122"/>
                  <a:gd name="T32" fmla="*/ 264 w 264"/>
                  <a:gd name="T33" fmla="*/ 122 h 12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64" h="122">
                    <a:moveTo>
                      <a:pt x="0" y="106"/>
                    </a:moveTo>
                    <a:lnTo>
                      <a:pt x="13" y="122"/>
                    </a:lnTo>
                    <a:lnTo>
                      <a:pt x="57" y="78"/>
                    </a:lnTo>
                    <a:lnTo>
                      <a:pt x="114" y="97"/>
                    </a:lnTo>
                    <a:lnTo>
                      <a:pt x="140" y="53"/>
                    </a:lnTo>
                    <a:lnTo>
                      <a:pt x="264" y="106"/>
                    </a:lnTo>
                    <a:lnTo>
                      <a:pt x="127" y="0"/>
                    </a:lnTo>
                    <a:lnTo>
                      <a:pt x="101" y="14"/>
                    </a:lnTo>
                    <a:lnTo>
                      <a:pt x="32" y="6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7" name="Freeform 91">
                <a:extLst>
                  <a:ext uri="{FF2B5EF4-FFF2-40B4-BE49-F238E27FC236}">
                    <a16:creationId xmlns:a16="http://schemas.microsoft.com/office/drawing/2014/main" id="{FF4D1D27-69E5-FC4F-9472-871F48EA5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710"/>
                <a:ext cx="13" cy="19"/>
              </a:xfrm>
              <a:custGeom>
                <a:avLst/>
                <a:gdLst>
                  <a:gd name="T0" fmla="*/ 0 w 106"/>
                  <a:gd name="T1" fmla="*/ 0 h 147"/>
                  <a:gd name="T2" fmla="*/ 0 w 106"/>
                  <a:gd name="T3" fmla="*/ 0 h 147"/>
                  <a:gd name="T4" fmla="*/ 0 w 106"/>
                  <a:gd name="T5" fmla="*/ 0 h 147"/>
                  <a:gd name="T6" fmla="*/ 0 w 106"/>
                  <a:gd name="T7" fmla="*/ 0 h 147"/>
                  <a:gd name="T8" fmla="*/ 0 w 106"/>
                  <a:gd name="T9" fmla="*/ 0 h 147"/>
                  <a:gd name="T10" fmla="*/ 0 w 106"/>
                  <a:gd name="T11" fmla="*/ 0 h 147"/>
                  <a:gd name="T12" fmla="*/ 0 w 106"/>
                  <a:gd name="T13" fmla="*/ 0 h 147"/>
                  <a:gd name="T14" fmla="*/ 0 w 106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6"/>
                  <a:gd name="T25" fmla="*/ 0 h 147"/>
                  <a:gd name="T26" fmla="*/ 106 w 106"/>
                  <a:gd name="T27" fmla="*/ 147 h 1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6" h="147">
                    <a:moveTo>
                      <a:pt x="0" y="44"/>
                    </a:moveTo>
                    <a:lnTo>
                      <a:pt x="41" y="85"/>
                    </a:lnTo>
                    <a:lnTo>
                      <a:pt x="63" y="147"/>
                    </a:lnTo>
                    <a:lnTo>
                      <a:pt x="106" y="92"/>
                    </a:lnTo>
                    <a:lnTo>
                      <a:pt x="99" y="35"/>
                    </a:lnTo>
                    <a:lnTo>
                      <a:pt x="63" y="9"/>
                    </a:lnTo>
                    <a:lnTo>
                      <a:pt x="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8" name="Freeform 92">
                <a:extLst>
                  <a:ext uri="{FF2B5EF4-FFF2-40B4-BE49-F238E27FC236}">
                    <a16:creationId xmlns:a16="http://schemas.microsoft.com/office/drawing/2014/main" id="{C0A75E67-1EC8-284D-B7B7-E7872251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534"/>
                <a:ext cx="31" cy="12"/>
              </a:xfrm>
              <a:custGeom>
                <a:avLst/>
                <a:gdLst>
                  <a:gd name="T0" fmla="*/ 0 w 244"/>
                  <a:gd name="T1" fmla="*/ 0 h 94"/>
                  <a:gd name="T2" fmla="*/ 0 w 244"/>
                  <a:gd name="T3" fmla="*/ 0 h 94"/>
                  <a:gd name="T4" fmla="*/ 0 w 244"/>
                  <a:gd name="T5" fmla="*/ 0 h 94"/>
                  <a:gd name="T6" fmla="*/ 0 w 244"/>
                  <a:gd name="T7" fmla="*/ 0 h 94"/>
                  <a:gd name="T8" fmla="*/ 0 w 244"/>
                  <a:gd name="T9" fmla="*/ 0 h 94"/>
                  <a:gd name="T10" fmla="*/ 0 w 244"/>
                  <a:gd name="T11" fmla="*/ 0 h 94"/>
                  <a:gd name="T12" fmla="*/ 0 w 244"/>
                  <a:gd name="T13" fmla="*/ 0 h 94"/>
                  <a:gd name="T14" fmla="*/ 0 w 244"/>
                  <a:gd name="T15" fmla="*/ 0 h 94"/>
                  <a:gd name="T16" fmla="*/ 0 w 244"/>
                  <a:gd name="T17" fmla="*/ 0 h 94"/>
                  <a:gd name="T18" fmla="*/ 0 w 244"/>
                  <a:gd name="T19" fmla="*/ 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4"/>
                  <a:gd name="T31" fmla="*/ 0 h 94"/>
                  <a:gd name="T32" fmla="*/ 244 w 244"/>
                  <a:gd name="T33" fmla="*/ 94 h 9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4" h="94">
                    <a:moveTo>
                      <a:pt x="0" y="34"/>
                    </a:moveTo>
                    <a:lnTo>
                      <a:pt x="45" y="81"/>
                    </a:lnTo>
                    <a:lnTo>
                      <a:pt x="89" y="94"/>
                    </a:lnTo>
                    <a:lnTo>
                      <a:pt x="114" y="94"/>
                    </a:lnTo>
                    <a:lnTo>
                      <a:pt x="167" y="94"/>
                    </a:lnTo>
                    <a:lnTo>
                      <a:pt x="244" y="43"/>
                    </a:lnTo>
                    <a:lnTo>
                      <a:pt x="204" y="0"/>
                    </a:lnTo>
                    <a:lnTo>
                      <a:pt x="123" y="9"/>
                    </a:lnTo>
                    <a:lnTo>
                      <a:pt x="45" y="28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79" name="Freeform 93">
                <a:extLst>
                  <a:ext uri="{FF2B5EF4-FFF2-40B4-BE49-F238E27FC236}">
                    <a16:creationId xmlns:a16="http://schemas.microsoft.com/office/drawing/2014/main" id="{FF5AAD7B-384F-6B40-977E-5918B0808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29"/>
                <a:ext cx="27" cy="11"/>
              </a:xfrm>
              <a:custGeom>
                <a:avLst/>
                <a:gdLst>
                  <a:gd name="T0" fmla="*/ 0 w 221"/>
                  <a:gd name="T1" fmla="*/ 0 h 85"/>
                  <a:gd name="T2" fmla="*/ 0 w 221"/>
                  <a:gd name="T3" fmla="*/ 0 h 85"/>
                  <a:gd name="T4" fmla="*/ 0 w 221"/>
                  <a:gd name="T5" fmla="*/ 0 h 85"/>
                  <a:gd name="T6" fmla="*/ 0 w 221"/>
                  <a:gd name="T7" fmla="*/ 0 h 85"/>
                  <a:gd name="T8" fmla="*/ 0 w 221"/>
                  <a:gd name="T9" fmla="*/ 0 h 85"/>
                  <a:gd name="T10" fmla="*/ 0 w 221"/>
                  <a:gd name="T11" fmla="*/ 0 h 85"/>
                  <a:gd name="T12" fmla="*/ 0 w 221"/>
                  <a:gd name="T13" fmla="*/ 0 h 85"/>
                  <a:gd name="T14" fmla="*/ 0 w 221"/>
                  <a:gd name="T15" fmla="*/ 0 h 85"/>
                  <a:gd name="T16" fmla="*/ 0 w 221"/>
                  <a:gd name="T17" fmla="*/ 0 h 85"/>
                  <a:gd name="T18" fmla="*/ 0 w 221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1"/>
                  <a:gd name="T31" fmla="*/ 0 h 85"/>
                  <a:gd name="T32" fmla="*/ 221 w 221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1" h="85">
                    <a:moveTo>
                      <a:pt x="0" y="70"/>
                    </a:moveTo>
                    <a:lnTo>
                      <a:pt x="44" y="7"/>
                    </a:lnTo>
                    <a:lnTo>
                      <a:pt x="129" y="0"/>
                    </a:lnTo>
                    <a:lnTo>
                      <a:pt x="221" y="7"/>
                    </a:lnTo>
                    <a:lnTo>
                      <a:pt x="216" y="26"/>
                    </a:lnTo>
                    <a:lnTo>
                      <a:pt x="185" y="57"/>
                    </a:lnTo>
                    <a:lnTo>
                      <a:pt x="115" y="85"/>
                    </a:lnTo>
                    <a:lnTo>
                      <a:pt x="51" y="85"/>
                    </a:lnTo>
                    <a:lnTo>
                      <a:pt x="9" y="85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0" name="Freeform 94">
                <a:extLst>
                  <a:ext uri="{FF2B5EF4-FFF2-40B4-BE49-F238E27FC236}">
                    <a16:creationId xmlns:a16="http://schemas.microsoft.com/office/drawing/2014/main" id="{AC81D755-306A-3B46-A5B7-5002F1A55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90"/>
                <a:ext cx="68" cy="44"/>
              </a:xfrm>
              <a:custGeom>
                <a:avLst/>
                <a:gdLst>
                  <a:gd name="T0" fmla="*/ 0 w 546"/>
                  <a:gd name="T1" fmla="*/ 0 h 352"/>
                  <a:gd name="T2" fmla="*/ 0 w 546"/>
                  <a:gd name="T3" fmla="*/ 0 h 352"/>
                  <a:gd name="T4" fmla="*/ 0 w 546"/>
                  <a:gd name="T5" fmla="*/ 0 h 352"/>
                  <a:gd name="T6" fmla="*/ 0 w 546"/>
                  <a:gd name="T7" fmla="*/ 0 h 352"/>
                  <a:gd name="T8" fmla="*/ 0 w 546"/>
                  <a:gd name="T9" fmla="*/ 0 h 352"/>
                  <a:gd name="T10" fmla="*/ 0 w 546"/>
                  <a:gd name="T11" fmla="*/ 0 h 352"/>
                  <a:gd name="T12" fmla="*/ 0 w 546"/>
                  <a:gd name="T13" fmla="*/ 0 h 352"/>
                  <a:gd name="T14" fmla="*/ 0 w 546"/>
                  <a:gd name="T15" fmla="*/ 0 h 352"/>
                  <a:gd name="T16" fmla="*/ 0 w 546"/>
                  <a:gd name="T17" fmla="*/ 0 h 352"/>
                  <a:gd name="T18" fmla="*/ 0 w 546"/>
                  <a:gd name="T19" fmla="*/ 0 h 352"/>
                  <a:gd name="T20" fmla="*/ 0 w 546"/>
                  <a:gd name="T21" fmla="*/ 0 h 352"/>
                  <a:gd name="T22" fmla="*/ 0 w 546"/>
                  <a:gd name="T23" fmla="*/ 0 h 352"/>
                  <a:gd name="T24" fmla="*/ 0 w 546"/>
                  <a:gd name="T25" fmla="*/ 0 h 352"/>
                  <a:gd name="T26" fmla="*/ 0 w 546"/>
                  <a:gd name="T27" fmla="*/ 0 h 352"/>
                  <a:gd name="T28" fmla="*/ 0 w 546"/>
                  <a:gd name="T29" fmla="*/ 0 h 352"/>
                  <a:gd name="T30" fmla="*/ 0 w 546"/>
                  <a:gd name="T31" fmla="*/ 0 h 352"/>
                  <a:gd name="T32" fmla="*/ 0 w 546"/>
                  <a:gd name="T33" fmla="*/ 0 h 352"/>
                  <a:gd name="T34" fmla="*/ 0 w 546"/>
                  <a:gd name="T35" fmla="*/ 0 h 352"/>
                  <a:gd name="T36" fmla="*/ 0 w 546"/>
                  <a:gd name="T37" fmla="*/ 0 h 352"/>
                  <a:gd name="T38" fmla="*/ 0 w 546"/>
                  <a:gd name="T39" fmla="*/ 0 h 352"/>
                  <a:gd name="T40" fmla="*/ 0 w 546"/>
                  <a:gd name="T41" fmla="*/ 0 h 352"/>
                  <a:gd name="T42" fmla="*/ 0 w 546"/>
                  <a:gd name="T43" fmla="*/ 0 h 352"/>
                  <a:gd name="T44" fmla="*/ 0 w 546"/>
                  <a:gd name="T45" fmla="*/ 0 h 352"/>
                  <a:gd name="T46" fmla="*/ 0 w 546"/>
                  <a:gd name="T47" fmla="*/ 0 h 352"/>
                  <a:gd name="T48" fmla="*/ 0 w 546"/>
                  <a:gd name="T49" fmla="*/ 0 h 352"/>
                  <a:gd name="T50" fmla="*/ 0 w 546"/>
                  <a:gd name="T51" fmla="*/ 0 h 352"/>
                  <a:gd name="T52" fmla="*/ 0 w 546"/>
                  <a:gd name="T53" fmla="*/ 0 h 352"/>
                  <a:gd name="T54" fmla="*/ 0 w 546"/>
                  <a:gd name="T55" fmla="*/ 0 h 352"/>
                  <a:gd name="T56" fmla="*/ 0 w 546"/>
                  <a:gd name="T57" fmla="*/ 0 h 352"/>
                  <a:gd name="T58" fmla="*/ 0 w 546"/>
                  <a:gd name="T59" fmla="*/ 0 h 352"/>
                  <a:gd name="T60" fmla="*/ 0 w 546"/>
                  <a:gd name="T61" fmla="*/ 0 h 352"/>
                  <a:gd name="T62" fmla="*/ 0 w 546"/>
                  <a:gd name="T63" fmla="*/ 0 h 352"/>
                  <a:gd name="T64" fmla="*/ 0 w 546"/>
                  <a:gd name="T65" fmla="*/ 0 h 3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46"/>
                  <a:gd name="T100" fmla="*/ 0 h 352"/>
                  <a:gd name="T101" fmla="*/ 546 w 546"/>
                  <a:gd name="T102" fmla="*/ 352 h 3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46" h="352">
                    <a:moveTo>
                      <a:pt x="53" y="229"/>
                    </a:moveTo>
                    <a:lnTo>
                      <a:pt x="126" y="174"/>
                    </a:lnTo>
                    <a:lnTo>
                      <a:pt x="163" y="161"/>
                    </a:lnTo>
                    <a:lnTo>
                      <a:pt x="313" y="161"/>
                    </a:lnTo>
                    <a:lnTo>
                      <a:pt x="387" y="167"/>
                    </a:lnTo>
                    <a:lnTo>
                      <a:pt x="194" y="94"/>
                    </a:lnTo>
                    <a:lnTo>
                      <a:pt x="60" y="94"/>
                    </a:lnTo>
                    <a:lnTo>
                      <a:pt x="9" y="82"/>
                    </a:lnTo>
                    <a:lnTo>
                      <a:pt x="0" y="75"/>
                    </a:lnTo>
                    <a:lnTo>
                      <a:pt x="145" y="0"/>
                    </a:lnTo>
                    <a:lnTo>
                      <a:pt x="224" y="13"/>
                    </a:lnTo>
                    <a:lnTo>
                      <a:pt x="313" y="64"/>
                    </a:lnTo>
                    <a:lnTo>
                      <a:pt x="415" y="108"/>
                    </a:lnTo>
                    <a:lnTo>
                      <a:pt x="498" y="130"/>
                    </a:lnTo>
                    <a:lnTo>
                      <a:pt x="546" y="198"/>
                    </a:lnTo>
                    <a:lnTo>
                      <a:pt x="521" y="255"/>
                    </a:lnTo>
                    <a:lnTo>
                      <a:pt x="484" y="255"/>
                    </a:lnTo>
                    <a:lnTo>
                      <a:pt x="431" y="322"/>
                    </a:lnTo>
                    <a:lnTo>
                      <a:pt x="376" y="329"/>
                    </a:lnTo>
                    <a:lnTo>
                      <a:pt x="286" y="352"/>
                    </a:lnTo>
                    <a:lnTo>
                      <a:pt x="365" y="280"/>
                    </a:lnTo>
                    <a:lnTo>
                      <a:pt x="401" y="235"/>
                    </a:lnTo>
                    <a:lnTo>
                      <a:pt x="401" y="218"/>
                    </a:lnTo>
                    <a:lnTo>
                      <a:pt x="365" y="209"/>
                    </a:lnTo>
                    <a:lnTo>
                      <a:pt x="304" y="191"/>
                    </a:lnTo>
                    <a:lnTo>
                      <a:pt x="286" y="235"/>
                    </a:lnTo>
                    <a:lnTo>
                      <a:pt x="282" y="205"/>
                    </a:lnTo>
                    <a:lnTo>
                      <a:pt x="256" y="205"/>
                    </a:lnTo>
                    <a:lnTo>
                      <a:pt x="253" y="225"/>
                    </a:lnTo>
                    <a:lnTo>
                      <a:pt x="277" y="244"/>
                    </a:lnTo>
                    <a:lnTo>
                      <a:pt x="268" y="266"/>
                    </a:lnTo>
                    <a:lnTo>
                      <a:pt x="84" y="244"/>
                    </a:lnTo>
                    <a:lnTo>
                      <a:pt x="53" y="2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1" name="Freeform 95">
                <a:extLst>
                  <a:ext uri="{FF2B5EF4-FFF2-40B4-BE49-F238E27FC236}">
                    <a16:creationId xmlns:a16="http://schemas.microsoft.com/office/drawing/2014/main" id="{ABEB75D7-D713-864D-8CF3-F494C192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5"/>
                <a:ext cx="28" cy="6"/>
              </a:xfrm>
              <a:custGeom>
                <a:avLst/>
                <a:gdLst>
                  <a:gd name="T0" fmla="*/ 0 w 224"/>
                  <a:gd name="T1" fmla="*/ 0 h 49"/>
                  <a:gd name="T2" fmla="*/ 0 w 224"/>
                  <a:gd name="T3" fmla="*/ 0 h 49"/>
                  <a:gd name="T4" fmla="*/ 0 w 224"/>
                  <a:gd name="T5" fmla="*/ 0 h 49"/>
                  <a:gd name="T6" fmla="*/ 0 w 224"/>
                  <a:gd name="T7" fmla="*/ 0 h 49"/>
                  <a:gd name="T8" fmla="*/ 0 w 224"/>
                  <a:gd name="T9" fmla="*/ 0 h 49"/>
                  <a:gd name="T10" fmla="*/ 0 w 22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4"/>
                  <a:gd name="T19" fmla="*/ 0 h 49"/>
                  <a:gd name="T20" fmla="*/ 224 w 22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4" h="49">
                    <a:moveTo>
                      <a:pt x="0" y="0"/>
                    </a:moveTo>
                    <a:lnTo>
                      <a:pt x="40" y="33"/>
                    </a:lnTo>
                    <a:lnTo>
                      <a:pt x="139" y="49"/>
                    </a:lnTo>
                    <a:lnTo>
                      <a:pt x="224" y="3"/>
                    </a:lnTo>
                    <a:lnTo>
                      <a:pt x="13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2" name="Freeform 96">
                <a:extLst>
                  <a:ext uri="{FF2B5EF4-FFF2-40B4-BE49-F238E27FC236}">
                    <a16:creationId xmlns:a16="http://schemas.microsoft.com/office/drawing/2014/main" id="{87439366-EE16-6F4D-9BFA-061A9F3C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3"/>
                <a:ext cx="8" cy="12"/>
              </a:xfrm>
              <a:custGeom>
                <a:avLst/>
                <a:gdLst>
                  <a:gd name="T0" fmla="*/ 0 w 64"/>
                  <a:gd name="T1" fmla="*/ 0 h 98"/>
                  <a:gd name="T2" fmla="*/ 0 w 64"/>
                  <a:gd name="T3" fmla="*/ 0 h 98"/>
                  <a:gd name="T4" fmla="*/ 0 w 64"/>
                  <a:gd name="T5" fmla="*/ 0 h 98"/>
                  <a:gd name="T6" fmla="*/ 0 w 64"/>
                  <a:gd name="T7" fmla="*/ 0 h 98"/>
                  <a:gd name="T8" fmla="*/ 0 w 64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98"/>
                  <a:gd name="T17" fmla="*/ 64 w 64"/>
                  <a:gd name="T18" fmla="*/ 98 h 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98">
                    <a:moveTo>
                      <a:pt x="0" y="0"/>
                    </a:moveTo>
                    <a:lnTo>
                      <a:pt x="53" y="98"/>
                    </a:lnTo>
                    <a:lnTo>
                      <a:pt x="64" y="81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3" name="Freeform 97">
                <a:extLst>
                  <a:ext uri="{FF2B5EF4-FFF2-40B4-BE49-F238E27FC236}">
                    <a16:creationId xmlns:a16="http://schemas.microsoft.com/office/drawing/2014/main" id="{2ABDFA2B-4111-6A41-B1FC-0D899893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2"/>
                <a:ext cx="51" cy="65"/>
              </a:xfrm>
              <a:custGeom>
                <a:avLst/>
                <a:gdLst>
                  <a:gd name="T0" fmla="*/ 0 w 406"/>
                  <a:gd name="T1" fmla="*/ 0 h 514"/>
                  <a:gd name="T2" fmla="*/ 0 w 406"/>
                  <a:gd name="T3" fmla="*/ 0 h 514"/>
                  <a:gd name="T4" fmla="*/ 0 w 406"/>
                  <a:gd name="T5" fmla="*/ 0 h 514"/>
                  <a:gd name="T6" fmla="*/ 0 w 406"/>
                  <a:gd name="T7" fmla="*/ 0 h 514"/>
                  <a:gd name="T8" fmla="*/ 0 w 406"/>
                  <a:gd name="T9" fmla="*/ 0 h 514"/>
                  <a:gd name="T10" fmla="*/ 0 w 406"/>
                  <a:gd name="T11" fmla="*/ 0 h 514"/>
                  <a:gd name="T12" fmla="*/ 0 w 406"/>
                  <a:gd name="T13" fmla="*/ 0 h 514"/>
                  <a:gd name="T14" fmla="*/ 0 w 406"/>
                  <a:gd name="T15" fmla="*/ 0 h 514"/>
                  <a:gd name="T16" fmla="*/ 0 w 406"/>
                  <a:gd name="T17" fmla="*/ 0 h 514"/>
                  <a:gd name="T18" fmla="*/ 0 w 406"/>
                  <a:gd name="T19" fmla="*/ 0 h 514"/>
                  <a:gd name="T20" fmla="*/ 0 w 406"/>
                  <a:gd name="T21" fmla="*/ 0 h 514"/>
                  <a:gd name="T22" fmla="*/ 0 w 406"/>
                  <a:gd name="T23" fmla="*/ 0 h 514"/>
                  <a:gd name="T24" fmla="*/ 0 w 406"/>
                  <a:gd name="T25" fmla="*/ 0 h 514"/>
                  <a:gd name="T26" fmla="*/ 0 w 406"/>
                  <a:gd name="T27" fmla="*/ 0 h 514"/>
                  <a:gd name="T28" fmla="*/ 0 w 406"/>
                  <a:gd name="T29" fmla="*/ 0 h 514"/>
                  <a:gd name="T30" fmla="*/ 0 w 406"/>
                  <a:gd name="T31" fmla="*/ 0 h 514"/>
                  <a:gd name="T32" fmla="*/ 0 w 406"/>
                  <a:gd name="T33" fmla="*/ 0 h 514"/>
                  <a:gd name="T34" fmla="*/ 0 w 406"/>
                  <a:gd name="T35" fmla="*/ 0 h 514"/>
                  <a:gd name="T36" fmla="*/ 0 w 406"/>
                  <a:gd name="T37" fmla="*/ 0 h 514"/>
                  <a:gd name="T38" fmla="*/ 0 w 406"/>
                  <a:gd name="T39" fmla="*/ 0 h 514"/>
                  <a:gd name="T40" fmla="*/ 0 w 406"/>
                  <a:gd name="T41" fmla="*/ 0 h 514"/>
                  <a:gd name="T42" fmla="*/ 0 w 406"/>
                  <a:gd name="T43" fmla="*/ 0 h 514"/>
                  <a:gd name="T44" fmla="*/ 0 w 406"/>
                  <a:gd name="T45" fmla="*/ 0 h 514"/>
                  <a:gd name="T46" fmla="*/ 0 w 406"/>
                  <a:gd name="T47" fmla="*/ 0 h 514"/>
                  <a:gd name="T48" fmla="*/ 0 w 406"/>
                  <a:gd name="T49" fmla="*/ 0 h 514"/>
                  <a:gd name="T50" fmla="*/ 0 w 406"/>
                  <a:gd name="T51" fmla="*/ 0 h 514"/>
                  <a:gd name="T52" fmla="*/ 0 w 406"/>
                  <a:gd name="T53" fmla="*/ 0 h 514"/>
                  <a:gd name="T54" fmla="*/ 0 w 406"/>
                  <a:gd name="T55" fmla="*/ 0 h 514"/>
                  <a:gd name="T56" fmla="*/ 0 w 406"/>
                  <a:gd name="T57" fmla="*/ 0 h 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6"/>
                  <a:gd name="T88" fmla="*/ 0 h 514"/>
                  <a:gd name="T89" fmla="*/ 406 w 406"/>
                  <a:gd name="T90" fmla="*/ 514 h 51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6" h="514">
                    <a:moveTo>
                      <a:pt x="0" y="10"/>
                    </a:moveTo>
                    <a:lnTo>
                      <a:pt x="0" y="63"/>
                    </a:lnTo>
                    <a:lnTo>
                      <a:pt x="28" y="99"/>
                    </a:lnTo>
                    <a:lnTo>
                      <a:pt x="12" y="388"/>
                    </a:lnTo>
                    <a:lnTo>
                      <a:pt x="35" y="514"/>
                    </a:lnTo>
                    <a:lnTo>
                      <a:pt x="28" y="380"/>
                    </a:lnTo>
                    <a:lnTo>
                      <a:pt x="39" y="213"/>
                    </a:lnTo>
                    <a:lnTo>
                      <a:pt x="146" y="288"/>
                    </a:lnTo>
                    <a:lnTo>
                      <a:pt x="105" y="201"/>
                    </a:lnTo>
                    <a:lnTo>
                      <a:pt x="197" y="235"/>
                    </a:lnTo>
                    <a:lnTo>
                      <a:pt x="275" y="222"/>
                    </a:lnTo>
                    <a:lnTo>
                      <a:pt x="202" y="201"/>
                    </a:lnTo>
                    <a:lnTo>
                      <a:pt x="202" y="178"/>
                    </a:lnTo>
                    <a:lnTo>
                      <a:pt x="233" y="160"/>
                    </a:lnTo>
                    <a:lnTo>
                      <a:pt x="294" y="208"/>
                    </a:lnTo>
                    <a:lnTo>
                      <a:pt x="328" y="189"/>
                    </a:lnTo>
                    <a:lnTo>
                      <a:pt x="250" y="114"/>
                    </a:lnTo>
                    <a:lnTo>
                      <a:pt x="202" y="85"/>
                    </a:lnTo>
                    <a:lnTo>
                      <a:pt x="202" y="65"/>
                    </a:lnTo>
                    <a:lnTo>
                      <a:pt x="321" y="90"/>
                    </a:lnTo>
                    <a:lnTo>
                      <a:pt x="356" y="132"/>
                    </a:lnTo>
                    <a:lnTo>
                      <a:pt x="344" y="164"/>
                    </a:lnTo>
                    <a:lnTo>
                      <a:pt x="406" y="141"/>
                    </a:lnTo>
                    <a:lnTo>
                      <a:pt x="406" y="54"/>
                    </a:lnTo>
                    <a:lnTo>
                      <a:pt x="365" y="17"/>
                    </a:lnTo>
                    <a:lnTo>
                      <a:pt x="270" y="17"/>
                    </a:lnTo>
                    <a:lnTo>
                      <a:pt x="79" y="0"/>
                    </a:lnTo>
                    <a:lnTo>
                      <a:pt x="3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4" name="Freeform 98">
                <a:extLst>
                  <a:ext uri="{FF2B5EF4-FFF2-40B4-BE49-F238E27FC236}">
                    <a16:creationId xmlns:a16="http://schemas.microsoft.com/office/drawing/2014/main" id="{372103B7-77C5-474B-996C-094FEDA3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81"/>
                <a:ext cx="6" cy="8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0 w 44"/>
                  <a:gd name="T5" fmla="*/ 0 h 62"/>
                  <a:gd name="T6" fmla="*/ 0 w 44"/>
                  <a:gd name="T7" fmla="*/ 0 h 62"/>
                  <a:gd name="T8" fmla="*/ 0 w 4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62"/>
                  <a:gd name="T17" fmla="*/ 44 w 44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62">
                    <a:moveTo>
                      <a:pt x="0" y="46"/>
                    </a:moveTo>
                    <a:lnTo>
                      <a:pt x="28" y="62"/>
                    </a:lnTo>
                    <a:lnTo>
                      <a:pt x="44" y="49"/>
                    </a:lnTo>
                    <a:lnTo>
                      <a:pt x="35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5" name="Freeform 99">
                <a:extLst>
                  <a:ext uri="{FF2B5EF4-FFF2-40B4-BE49-F238E27FC236}">
                    <a16:creationId xmlns:a16="http://schemas.microsoft.com/office/drawing/2014/main" id="{8A419215-C112-F340-8F0C-B283231E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73"/>
                <a:ext cx="81" cy="43"/>
              </a:xfrm>
              <a:custGeom>
                <a:avLst/>
                <a:gdLst>
                  <a:gd name="T0" fmla="*/ 0 w 647"/>
                  <a:gd name="T1" fmla="*/ 0 h 347"/>
                  <a:gd name="T2" fmla="*/ 0 w 647"/>
                  <a:gd name="T3" fmla="*/ 0 h 347"/>
                  <a:gd name="T4" fmla="*/ 0 w 647"/>
                  <a:gd name="T5" fmla="*/ 0 h 347"/>
                  <a:gd name="T6" fmla="*/ 0 w 647"/>
                  <a:gd name="T7" fmla="*/ 0 h 347"/>
                  <a:gd name="T8" fmla="*/ 0 w 647"/>
                  <a:gd name="T9" fmla="*/ 0 h 347"/>
                  <a:gd name="T10" fmla="*/ 0 w 647"/>
                  <a:gd name="T11" fmla="*/ 0 h 347"/>
                  <a:gd name="T12" fmla="*/ 0 w 647"/>
                  <a:gd name="T13" fmla="*/ 0 h 347"/>
                  <a:gd name="T14" fmla="*/ 0 w 647"/>
                  <a:gd name="T15" fmla="*/ 0 h 347"/>
                  <a:gd name="T16" fmla="*/ 0 w 647"/>
                  <a:gd name="T17" fmla="*/ 0 h 347"/>
                  <a:gd name="T18" fmla="*/ 0 w 647"/>
                  <a:gd name="T19" fmla="*/ 0 h 347"/>
                  <a:gd name="T20" fmla="*/ 0 w 647"/>
                  <a:gd name="T21" fmla="*/ 0 h 347"/>
                  <a:gd name="T22" fmla="*/ 0 w 647"/>
                  <a:gd name="T23" fmla="*/ 0 h 347"/>
                  <a:gd name="T24" fmla="*/ 0 w 647"/>
                  <a:gd name="T25" fmla="*/ 0 h 347"/>
                  <a:gd name="T26" fmla="*/ 0 w 647"/>
                  <a:gd name="T27" fmla="*/ 0 h 347"/>
                  <a:gd name="T28" fmla="*/ 0 w 647"/>
                  <a:gd name="T29" fmla="*/ 0 h 347"/>
                  <a:gd name="T30" fmla="*/ 0 w 647"/>
                  <a:gd name="T31" fmla="*/ 0 h 347"/>
                  <a:gd name="T32" fmla="*/ 0 w 647"/>
                  <a:gd name="T33" fmla="*/ 0 h 347"/>
                  <a:gd name="T34" fmla="*/ 0 w 647"/>
                  <a:gd name="T35" fmla="*/ 0 h 347"/>
                  <a:gd name="T36" fmla="*/ 0 w 647"/>
                  <a:gd name="T37" fmla="*/ 0 h 347"/>
                  <a:gd name="T38" fmla="*/ 0 w 647"/>
                  <a:gd name="T39" fmla="*/ 0 h 347"/>
                  <a:gd name="T40" fmla="*/ 0 w 647"/>
                  <a:gd name="T41" fmla="*/ 0 h 347"/>
                  <a:gd name="T42" fmla="*/ 0 w 647"/>
                  <a:gd name="T43" fmla="*/ 0 h 3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47"/>
                  <a:gd name="T67" fmla="*/ 0 h 347"/>
                  <a:gd name="T68" fmla="*/ 647 w 647"/>
                  <a:gd name="T69" fmla="*/ 347 h 3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47" h="347">
                    <a:moveTo>
                      <a:pt x="509" y="114"/>
                    </a:moveTo>
                    <a:lnTo>
                      <a:pt x="466" y="117"/>
                    </a:lnTo>
                    <a:lnTo>
                      <a:pt x="374" y="29"/>
                    </a:lnTo>
                    <a:lnTo>
                      <a:pt x="311" y="0"/>
                    </a:lnTo>
                    <a:lnTo>
                      <a:pt x="219" y="31"/>
                    </a:lnTo>
                    <a:lnTo>
                      <a:pt x="219" y="57"/>
                    </a:lnTo>
                    <a:lnTo>
                      <a:pt x="258" y="64"/>
                    </a:lnTo>
                    <a:lnTo>
                      <a:pt x="120" y="105"/>
                    </a:lnTo>
                    <a:lnTo>
                      <a:pt x="0" y="181"/>
                    </a:lnTo>
                    <a:lnTo>
                      <a:pt x="23" y="225"/>
                    </a:lnTo>
                    <a:lnTo>
                      <a:pt x="95" y="220"/>
                    </a:lnTo>
                    <a:lnTo>
                      <a:pt x="157" y="237"/>
                    </a:lnTo>
                    <a:lnTo>
                      <a:pt x="240" y="193"/>
                    </a:lnTo>
                    <a:lnTo>
                      <a:pt x="357" y="211"/>
                    </a:lnTo>
                    <a:lnTo>
                      <a:pt x="461" y="200"/>
                    </a:lnTo>
                    <a:lnTo>
                      <a:pt x="521" y="257"/>
                    </a:lnTo>
                    <a:lnTo>
                      <a:pt x="567" y="279"/>
                    </a:lnTo>
                    <a:lnTo>
                      <a:pt x="620" y="347"/>
                    </a:lnTo>
                    <a:lnTo>
                      <a:pt x="647" y="334"/>
                    </a:lnTo>
                    <a:lnTo>
                      <a:pt x="643" y="225"/>
                    </a:lnTo>
                    <a:lnTo>
                      <a:pt x="567" y="105"/>
                    </a:lnTo>
                    <a:lnTo>
                      <a:pt x="509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6" name="Freeform 100">
                <a:extLst>
                  <a:ext uri="{FF2B5EF4-FFF2-40B4-BE49-F238E27FC236}">
                    <a16:creationId xmlns:a16="http://schemas.microsoft.com/office/drawing/2014/main" id="{8943583B-109E-6C47-9C5C-ED7F14609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3"/>
                <a:ext cx="9" cy="11"/>
              </a:xfrm>
              <a:custGeom>
                <a:avLst/>
                <a:gdLst>
                  <a:gd name="T0" fmla="*/ 0 w 72"/>
                  <a:gd name="T1" fmla="*/ 0 h 86"/>
                  <a:gd name="T2" fmla="*/ 0 w 72"/>
                  <a:gd name="T3" fmla="*/ 0 h 86"/>
                  <a:gd name="T4" fmla="*/ 0 w 72"/>
                  <a:gd name="T5" fmla="*/ 0 h 86"/>
                  <a:gd name="T6" fmla="*/ 0 w 72"/>
                  <a:gd name="T7" fmla="*/ 0 h 86"/>
                  <a:gd name="T8" fmla="*/ 0 w 72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86"/>
                  <a:gd name="T17" fmla="*/ 72 w 72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86">
                    <a:moveTo>
                      <a:pt x="0" y="55"/>
                    </a:moveTo>
                    <a:lnTo>
                      <a:pt x="37" y="86"/>
                    </a:lnTo>
                    <a:lnTo>
                      <a:pt x="72" y="24"/>
                    </a:lnTo>
                    <a:lnTo>
                      <a:pt x="60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7" name="Freeform 101">
                <a:extLst>
                  <a:ext uri="{FF2B5EF4-FFF2-40B4-BE49-F238E27FC236}">
                    <a16:creationId xmlns:a16="http://schemas.microsoft.com/office/drawing/2014/main" id="{C07F874E-32FE-3743-92DE-3E72CA96F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07"/>
                <a:ext cx="38" cy="16"/>
              </a:xfrm>
              <a:custGeom>
                <a:avLst/>
                <a:gdLst>
                  <a:gd name="T0" fmla="*/ 0 w 302"/>
                  <a:gd name="T1" fmla="*/ 0 h 129"/>
                  <a:gd name="T2" fmla="*/ 0 w 302"/>
                  <a:gd name="T3" fmla="*/ 0 h 129"/>
                  <a:gd name="T4" fmla="*/ 0 w 302"/>
                  <a:gd name="T5" fmla="*/ 0 h 129"/>
                  <a:gd name="T6" fmla="*/ 0 w 302"/>
                  <a:gd name="T7" fmla="*/ 0 h 129"/>
                  <a:gd name="T8" fmla="*/ 0 w 302"/>
                  <a:gd name="T9" fmla="*/ 0 h 129"/>
                  <a:gd name="T10" fmla="*/ 0 w 302"/>
                  <a:gd name="T11" fmla="*/ 0 h 129"/>
                  <a:gd name="T12" fmla="*/ 0 w 302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2"/>
                  <a:gd name="T22" fmla="*/ 0 h 129"/>
                  <a:gd name="T23" fmla="*/ 302 w 302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2" h="129">
                    <a:moveTo>
                      <a:pt x="0" y="26"/>
                    </a:moveTo>
                    <a:lnTo>
                      <a:pt x="48" y="0"/>
                    </a:lnTo>
                    <a:lnTo>
                      <a:pt x="302" y="42"/>
                    </a:lnTo>
                    <a:lnTo>
                      <a:pt x="279" y="129"/>
                    </a:lnTo>
                    <a:lnTo>
                      <a:pt x="228" y="98"/>
                    </a:lnTo>
                    <a:lnTo>
                      <a:pt x="30" y="9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8" name="Freeform 102">
                <a:extLst>
                  <a:ext uri="{FF2B5EF4-FFF2-40B4-BE49-F238E27FC236}">
                    <a16:creationId xmlns:a16="http://schemas.microsoft.com/office/drawing/2014/main" id="{6C3D5054-FC2D-3F4F-A5FB-D1F3D458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85"/>
                <a:ext cx="159" cy="86"/>
              </a:xfrm>
              <a:custGeom>
                <a:avLst/>
                <a:gdLst>
                  <a:gd name="T0" fmla="*/ 0 w 1275"/>
                  <a:gd name="T1" fmla="*/ 0 h 682"/>
                  <a:gd name="T2" fmla="*/ 0 w 1275"/>
                  <a:gd name="T3" fmla="*/ 0 h 682"/>
                  <a:gd name="T4" fmla="*/ 0 w 1275"/>
                  <a:gd name="T5" fmla="*/ 0 h 682"/>
                  <a:gd name="T6" fmla="*/ 0 w 1275"/>
                  <a:gd name="T7" fmla="*/ 0 h 682"/>
                  <a:gd name="T8" fmla="*/ 0 w 1275"/>
                  <a:gd name="T9" fmla="*/ 0 h 682"/>
                  <a:gd name="T10" fmla="*/ 0 w 1275"/>
                  <a:gd name="T11" fmla="*/ 0 h 682"/>
                  <a:gd name="T12" fmla="*/ 0 w 1275"/>
                  <a:gd name="T13" fmla="*/ 0 h 682"/>
                  <a:gd name="T14" fmla="*/ 0 w 1275"/>
                  <a:gd name="T15" fmla="*/ 0 h 682"/>
                  <a:gd name="T16" fmla="*/ 0 w 1275"/>
                  <a:gd name="T17" fmla="*/ 0 h 682"/>
                  <a:gd name="T18" fmla="*/ 0 w 1275"/>
                  <a:gd name="T19" fmla="*/ 0 h 682"/>
                  <a:gd name="T20" fmla="*/ 0 w 1275"/>
                  <a:gd name="T21" fmla="*/ 0 h 682"/>
                  <a:gd name="T22" fmla="*/ 0 w 1275"/>
                  <a:gd name="T23" fmla="*/ 0 h 682"/>
                  <a:gd name="T24" fmla="*/ 0 w 1275"/>
                  <a:gd name="T25" fmla="*/ 0 h 682"/>
                  <a:gd name="T26" fmla="*/ 0 w 1275"/>
                  <a:gd name="T27" fmla="*/ 0 h 682"/>
                  <a:gd name="T28" fmla="*/ 0 w 1275"/>
                  <a:gd name="T29" fmla="*/ 0 h 682"/>
                  <a:gd name="T30" fmla="*/ 0 w 1275"/>
                  <a:gd name="T31" fmla="*/ 0 h 682"/>
                  <a:gd name="T32" fmla="*/ 0 w 1275"/>
                  <a:gd name="T33" fmla="*/ 0 h 682"/>
                  <a:gd name="T34" fmla="*/ 0 w 1275"/>
                  <a:gd name="T35" fmla="*/ 0 h 682"/>
                  <a:gd name="T36" fmla="*/ 0 w 1275"/>
                  <a:gd name="T37" fmla="*/ 0 h 682"/>
                  <a:gd name="T38" fmla="*/ 0 w 1275"/>
                  <a:gd name="T39" fmla="*/ 0 h 682"/>
                  <a:gd name="T40" fmla="*/ 0 w 1275"/>
                  <a:gd name="T41" fmla="*/ 0 h 682"/>
                  <a:gd name="T42" fmla="*/ 0 w 1275"/>
                  <a:gd name="T43" fmla="*/ 0 h 682"/>
                  <a:gd name="T44" fmla="*/ 0 w 1275"/>
                  <a:gd name="T45" fmla="*/ 0 h 682"/>
                  <a:gd name="T46" fmla="*/ 0 w 1275"/>
                  <a:gd name="T47" fmla="*/ 0 h 682"/>
                  <a:gd name="T48" fmla="*/ 0 w 1275"/>
                  <a:gd name="T49" fmla="*/ 0 h 682"/>
                  <a:gd name="T50" fmla="*/ 0 w 1275"/>
                  <a:gd name="T51" fmla="*/ 0 h 682"/>
                  <a:gd name="T52" fmla="*/ 0 w 1275"/>
                  <a:gd name="T53" fmla="*/ 0 h 682"/>
                  <a:gd name="T54" fmla="*/ 0 w 1275"/>
                  <a:gd name="T55" fmla="*/ 0 h 682"/>
                  <a:gd name="T56" fmla="*/ 0 w 1275"/>
                  <a:gd name="T57" fmla="*/ 0 h 682"/>
                  <a:gd name="T58" fmla="*/ 0 w 1275"/>
                  <a:gd name="T59" fmla="*/ 0 h 682"/>
                  <a:gd name="T60" fmla="*/ 0 w 1275"/>
                  <a:gd name="T61" fmla="*/ 0 h 682"/>
                  <a:gd name="T62" fmla="*/ 0 w 1275"/>
                  <a:gd name="T63" fmla="*/ 0 h 682"/>
                  <a:gd name="T64" fmla="*/ 0 w 1275"/>
                  <a:gd name="T65" fmla="*/ 0 h 682"/>
                  <a:gd name="T66" fmla="*/ 0 w 1275"/>
                  <a:gd name="T67" fmla="*/ 0 h 682"/>
                  <a:gd name="T68" fmla="*/ 0 w 1275"/>
                  <a:gd name="T69" fmla="*/ 0 h 682"/>
                  <a:gd name="T70" fmla="*/ 0 w 1275"/>
                  <a:gd name="T71" fmla="*/ 0 h 6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275"/>
                  <a:gd name="T109" fmla="*/ 0 h 682"/>
                  <a:gd name="T110" fmla="*/ 1275 w 1275"/>
                  <a:gd name="T111" fmla="*/ 682 h 6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275" h="682">
                    <a:moveTo>
                      <a:pt x="934" y="170"/>
                    </a:moveTo>
                    <a:lnTo>
                      <a:pt x="1037" y="159"/>
                    </a:lnTo>
                    <a:lnTo>
                      <a:pt x="1037" y="136"/>
                    </a:lnTo>
                    <a:lnTo>
                      <a:pt x="970" y="92"/>
                    </a:lnTo>
                    <a:lnTo>
                      <a:pt x="834" y="42"/>
                    </a:lnTo>
                    <a:lnTo>
                      <a:pt x="730" y="25"/>
                    </a:lnTo>
                    <a:lnTo>
                      <a:pt x="431" y="7"/>
                    </a:lnTo>
                    <a:lnTo>
                      <a:pt x="652" y="0"/>
                    </a:lnTo>
                    <a:lnTo>
                      <a:pt x="868" y="18"/>
                    </a:lnTo>
                    <a:lnTo>
                      <a:pt x="1037" y="73"/>
                    </a:lnTo>
                    <a:lnTo>
                      <a:pt x="1157" y="154"/>
                    </a:lnTo>
                    <a:lnTo>
                      <a:pt x="1249" y="251"/>
                    </a:lnTo>
                    <a:lnTo>
                      <a:pt x="1275" y="325"/>
                    </a:lnTo>
                    <a:lnTo>
                      <a:pt x="1275" y="387"/>
                    </a:lnTo>
                    <a:lnTo>
                      <a:pt x="1217" y="449"/>
                    </a:lnTo>
                    <a:lnTo>
                      <a:pt x="1104" y="530"/>
                    </a:lnTo>
                    <a:lnTo>
                      <a:pt x="943" y="578"/>
                    </a:lnTo>
                    <a:lnTo>
                      <a:pt x="730" y="631"/>
                    </a:lnTo>
                    <a:lnTo>
                      <a:pt x="315" y="664"/>
                    </a:lnTo>
                    <a:lnTo>
                      <a:pt x="0" y="682"/>
                    </a:lnTo>
                    <a:lnTo>
                      <a:pt x="703" y="504"/>
                    </a:lnTo>
                    <a:lnTo>
                      <a:pt x="864" y="449"/>
                    </a:lnTo>
                    <a:lnTo>
                      <a:pt x="952" y="407"/>
                    </a:lnTo>
                    <a:lnTo>
                      <a:pt x="975" y="387"/>
                    </a:lnTo>
                    <a:lnTo>
                      <a:pt x="970" y="374"/>
                    </a:lnTo>
                    <a:lnTo>
                      <a:pt x="917" y="367"/>
                    </a:lnTo>
                    <a:lnTo>
                      <a:pt x="1074" y="325"/>
                    </a:lnTo>
                    <a:lnTo>
                      <a:pt x="1086" y="304"/>
                    </a:lnTo>
                    <a:lnTo>
                      <a:pt x="1157" y="306"/>
                    </a:lnTo>
                    <a:lnTo>
                      <a:pt x="1161" y="284"/>
                    </a:lnTo>
                    <a:lnTo>
                      <a:pt x="1136" y="271"/>
                    </a:lnTo>
                    <a:lnTo>
                      <a:pt x="1018" y="242"/>
                    </a:lnTo>
                    <a:lnTo>
                      <a:pt x="1123" y="242"/>
                    </a:lnTo>
                    <a:lnTo>
                      <a:pt x="1123" y="216"/>
                    </a:lnTo>
                    <a:lnTo>
                      <a:pt x="1044" y="189"/>
                    </a:lnTo>
                    <a:lnTo>
                      <a:pt x="934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89" name="Freeform 103">
                <a:extLst>
                  <a:ext uri="{FF2B5EF4-FFF2-40B4-BE49-F238E27FC236}">
                    <a16:creationId xmlns:a16="http://schemas.microsoft.com/office/drawing/2014/main" id="{3FF7381C-9A96-7A43-9207-853695059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85"/>
                <a:ext cx="174" cy="170"/>
              </a:xfrm>
              <a:custGeom>
                <a:avLst/>
                <a:gdLst>
                  <a:gd name="T0" fmla="*/ 0 w 1400"/>
                  <a:gd name="T1" fmla="*/ 0 h 1354"/>
                  <a:gd name="T2" fmla="*/ 0 w 1400"/>
                  <a:gd name="T3" fmla="*/ 0 h 1354"/>
                  <a:gd name="T4" fmla="*/ 0 w 1400"/>
                  <a:gd name="T5" fmla="*/ 0 h 1354"/>
                  <a:gd name="T6" fmla="*/ 0 w 1400"/>
                  <a:gd name="T7" fmla="*/ 0 h 1354"/>
                  <a:gd name="T8" fmla="*/ 0 w 1400"/>
                  <a:gd name="T9" fmla="*/ 0 h 1354"/>
                  <a:gd name="T10" fmla="*/ 0 w 1400"/>
                  <a:gd name="T11" fmla="*/ 0 h 1354"/>
                  <a:gd name="T12" fmla="*/ 0 w 1400"/>
                  <a:gd name="T13" fmla="*/ 0 h 1354"/>
                  <a:gd name="T14" fmla="*/ 0 w 1400"/>
                  <a:gd name="T15" fmla="*/ 0 h 1354"/>
                  <a:gd name="T16" fmla="*/ 0 w 1400"/>
                  <a:gd name="T17" fmla="*/ 0 h 1354"/>
                  <a:gd name="T18" fmla="*/ 0 w 1400"/>
                  <a:gd name="T19" fmla="*/ 0 h 1354"/>
                  <a:gd name="T20" fmla="*/ 0 w 1400"/>
                  <a:gd name="T21" fmla="*/ 0 h 1354"/>
                  <a:gd name="T22" fmla="*/ 0 w 1400"/>
                  <a:gd name="T23" fmla="*/ 0 h 1354"/>
                  <a:gd name="T24" fmla="*/ 0 w 1400"/>
                  <a:gd name="T25" fmla="*/ 0 h 1354"/>
                  <a:gd name="T26" fmla="*/ 0 w 1400"/>
                  <a:gd name="T27" fmla="*/ 0 h 1354"/>
                  <a:gd name="T28" fmla="*/ 0 w 1400"/>
                  <a:gd name="T29" fmla="*/ 0 h 1354"/>
                  <a:gd name="T30" fmla="*/ 0 w 1400"/>
                  <a:gd name="T31" fmla="*/ 0 h 1354"/>
                  <a:gd name="T32" fmla="*/ 0 w 1400"/>
                  <a:gd name="T33" fmla="*/ 0 h 1354"/>
                  <a:gd name="T34" fmla="*/ 0 w 1400"/>
                  <a:gd name="T35" fmla="*/ 0 h 1354"/>
                  <a:gd name="T36" fmla="*/ 0 w 1400"/>
                  <a:gd name="T37" fmla="*/ 0 h 1354"/>
                  <a:gd name="T38" fmla="*/ 0 w 1400"/>
                  <a:gd name="T39" fmla="*/ 0 h 1354"/>
                  <a:gd name="T40" fmla="*/ 0 w 1400"/>
                  <a:gd name="T41" fmla="*/ 0 h 1354"/>
                  <a:gd name="T42" fmla="*/ 0 w 1400"/>
                  <a:gd name="T43" fmla="*/ 0 h 1354"/>
                  <a:gd name="T44" fmla="*/ 0 w 1400"/>
                  <a:gd name="T45" fmla="*/ 0 h 1354"/>
                  <a:gd name="T46" fmla="*/ 0 w 1400"/>
                  <a:gd name="T47" fmla="*/ 0 h 1354"/>
                  <a:gd name="T48" fmla="*/ 0 w 1400"/>
                  <a:gd name="T49" fmla="*/ 0 h 1354"/>
                  <a:gd name="T50" fmla="*/ 0 w 1400"/>
                  <a:gd name="T51" fmla="*/ 0 h 1354"/>
                  <a:gd name="T52" fmla="*/ 0 w 1400"/>
                  <a:gd name="T53" fmla="*/ 0 h 1354"/>
                  <a:gd name="T54" fmla="*/ 0 w 1400"/>
                  <a:gd name="T55" fmla="*/ 0 h 1354"/>
                  <a:gd name="T56" fmla="*/ 0 w 1400"/>
                  <a:gd name="T57" fmla="*/ 0 h 1354"/>
                  <a:gd name="T58" fmla="*/ 0 w 1400"/>
                  <a:gd name="T59" fmla="*/ 0 h 1354"/>
                  <a:gd name="T60" fmla="*/ 0 w 1400"/>
                  <a:gd name="T61" fmla="*/ 0 h 1354"/>
                  <a:gd name="T62" fmla="*/ 0 w 1400"/>
                  <a:gd name="T63" fmla="*/ 0 h 1354"/>
                  <a:gd name="T64" fmla="*/ 0 w 1400"/>
                  <a:gd name="T65" fmla="*/ 0 h 1354"/>
                  <a:gd name="T66" fmla="*/ 0 w 1400"/>
                  <a:gd name="T67" fmla="*/ 0 h 1354"/>
                  <a:gd name="T68" fmla="*/ 0 w 1400"/>
                  <a:gd name="T69" fmla="*/ 0 h 1354"/>
                  <a:gd name="T70" fmla="*/ 0 w 1400"/>
                  <a:gd name="T71" fmla="*/ 0 h 1354"/>
                  <a:gd name="T72" fmla="*/ 0 w 1400"/>
                  <a:gd name="T73" fmla="*/ 0 h 1354"/>
                  <a:gd name="T74" fmla="*/ 0 w 1400"/>
                  <a:gd name="T75" fmla="*/ 0 h 13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400"/>
                  <a:gd name="T115" fmla="*/ 0 h 1354"/>
                  <a:gd name="T116" fmla="*/ 1400 w 1400"/>
                  <a:gd name="T117" fmla="*/ 1354 h 135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400" h="1354">
                    <a:moveTo>
                      <a:pt x="585" y="668"/>
                    </a:moveTo>
                    <a:lnTo>
                      <a:pt x="486" y="811"/>
                    </a:lnTo>
                    <a:lnTo>
                      <a:pt x="468" y="885"/>
                    </a:lnTo>
                    <a:lnTo>
                      <a:pt x="413" y="947"/>
                    </a:lnTo>
                    <a:lnTo>
                      <a:pt x="352" y="1130"/>
                    </a:lnTo>
                    <a:lnTo>
                      <a:pt x="277" y="1118"/>
                    </a:lnTo>
                    <a:lnTo>
                      <a:pt x="233" y="1002"/>
                    </a:lnTo>
                    <a:lnTo>
                      <a:pt x="171" y="975"/>
                    </a:lnTo>
                    <a:lnTo>
                      <a:pt x="110" y="991"/>
                    </a:lnTo>
                    <a:lnTo>
                      <a:pt x="67" y="1064"/>
                    </a:lnTo>
                    <a:lnTo>
                      <a:pt x="97" y="1354"/>
                    </a:lnTo>
                    <a:lnTo>
                      <a:pt x="46" y="1263"/>
                    </a:lnTo>
                    <a:lnTo>
                      <a:pt x="0" y="730"/>
                    </a:lnTo>
                    <a:lnTo>
                      <a:pt x="40" y="627"/>
                    </a:lnTo>
                    <a:lnTo>
                      <a:pt x="110" y="438"/>
                    </a:lnTo>
                    <a:lnTo>
                      <a:pt x="270" y="242"/>
                    </a:lnTo>
                    <a:lnTo>
                      <a:pt x="486" y="71"/>
                    </a:lnTo>
                    <a:lnTo>
                      <a:pt x="754" y="11"/>
                    </a:lnTo>
                    <a:lnTo>
                      <a:pt x="976" y="0"/>
                    </a:lnTo>
                    <a:lnTo>
                      <a:pt x="1095" y="55"/>
                    </a:lnTo>
                    <a:lnTo>
                      <a:pt x="1160" y="124"/>
                    </a:lnTo>
                    <a:lnTo>
                      <a:pt x="1286" y="165"/>
                    </a:lnTo>
                    <a:lnTo>
                      <a:pt x="1240" y="165"/>
                    </a:lnTo>
                    <a:lnTo>
                      <a:pt x="1240" y="189"/>
                    </a:lnTo>
                    <a:lnTo>
                      <a:pt x="1342" y="223"/>
                    </a:lnTo>
                    <a:lnTo>
                      <a:pt x="1270" y="251"/>
                    </a:lnTo>
                    <a:lnTo>
                      <a:pt x="1277" y="271"/>
                    </a:lnTo>
                    <a:lnTo>
                      <a:pt x="1314" y="290"/>
                    </a:lnTo>
                    <a:lnTo>
                      <a:pt x="1229" y="318"/>
                    </a:lnTo>
                    <a:lnTo>
                      <a:pt x="1277" y="365"/>
                    </a:lnTo>
                    <a:lnTo>
                      <a:pt x="1125" y="403"/>
                    </a:lnTo>
                    <a:lnTo>
                      <a:pt x="1125" y="413"/>
                    </a:lnTo>
                    <a:lnTo>
                      <a:pt x="1266" y="424"/>
                    </a:lnTo>
                    <a:lnTo>
                      <a:pt x="1116" y="470"/>
                    </a:lnTo>
                    <a:lnTo>
                      <a:pt x="1400" y="438"/>
                    </a:lnTo>
                    <a:lnTo>
                      <a:pt x="1383" y="530"/>
                    </a:lnTo>
                    <a:lnTo>
                      <a:pt x="864" y="631"/>
                    </a:lnTo>
                    <a:lnTo>
                      <a:pt x="585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0" name="Freeform 104">
                <a:extLst>
                  <a:ext uri="{FF2B5EF4-FFF2-40B4-BE49-F238E27FC236}">
                    <a16:creationId xmlns:a16="http://schemas.microsoft.com/office/drawing/2014/main" id="{DD17E320-3A4F-D847-BEB5-457A76A54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541"/>
                <a:ext cx="71" cy="197"/>
              </a:xfrm>
              <a:custGeom>
                <a:avLst/>
                <a:gdLst>
                  <a:gd name="T0" fmla="*/ 0 w 567"/>
                  <a:gd name="T1" fmla="*/ 0 h 1578"/>
                  <a:gd name="T2" fmla="*/ 0 w 567"/>
                  <a:gd name="T3" fmla="*/ 0 h 1578"/>
                  <a:gd name="T4" fmla="*/ 0 w 567"/>
                  <a:gd name="T5" fmla="*/ 0 h 1578"/>
                  <a:gd name="T6" fmla="*/ 0 w 567"/>
                  <a:gd name="T7" fmla="*/ 0 h 1578"/>
                  <a:gd name="T8" fmla="*/ 0 w 567"/>
                  <a:gd name="T9" fmla="*/ 0 h 1578"/>
                  <a:gd name="T10" fmla="*/ 0 w 567"/>
                  <a:gd name="T11" fmla="*/ 0 h 1578"/>
                  <a:gd name="T12" fmla="*/ 0 w 567"/>
                  <a:gd name="T13" fmla="*/ 0 h 1578"/>
                  <a:gd name="T14" fmla="*/ 0 w 567"/>
                  <a:gd name="T15" fmla="*/ 0 h 1578"/>
                  <a:gd name="T16" fmla="*/ 0 w 567"/>
                  <a:gd name="T17" fmla="*/ 0 h 1578"/>
                  <a:gd name="T18" fmla="*/ 0 w 567"/>
                  <a:gd name="T19" fmla="*/ 0 h 1578"/>
                  <a:gd name="T20" fmla="*/ 0 w 567"/>
                  <a:gd name="T21" fmla="*/ 0 h 1578"/>
                  <a:gd name="T22" fmla="*/ 0 w 567"/>
                  <a:gd name="T23" fmla="*/ 0 h 1578"/>
                  <a:gd name="T24" fmla="*/ 0 w 567"/>
                  <a:gd name="T25" fmla="*/ 0 h 1578"/>
                  <a:gd name="T26" fmla="*/ 0 w 567"/>
                  <a:gd name="T27" fmla="*/ 0 h 1578"/>
                  <a:gd name="T28" fmla="*/ 0 w 567"/>
                  <a:gd name="T29" fmla="*/ 0 h 1578"/>
                  <a:gd name="T30" fmla="*/ 0 w 567"/>
                  <a:gd name="T31" fmla="*/ 0 h 1578"/>
                  <a:gd name="T32" fmla="*/ 0 w 567"/>
                  <a:gd name="T33" fmla="*/ 0 h 1578"/>
                  <a:gd name="T34" fmla="*/ 0 w 567"/>
                  <a:gd name="T35" fmla="*/ 0 h 1578"/>
                  <a:gd name="T36" fmla="*/ 0 w 567"/>
                  <a:gd name="T37" fmla="*/ 0 h 1578"/>
                  <a:gd name="T38" fmla="*/ 0 w 567"/>
                  <a:gd name="T39" fmla="*/ 0 h 1578"/>
                  <a:gd name="T40" fmla="*/ 0 w 567"/>
                  <a:gd name="T41" fmla="*/ 0 h 1578"/>
                  <a:gd name="T42" fmla="*/ 0 w 567"/>
                  <a:gd name="T43" fmla="*/ 0 h 1578"/>
                  <a:gd name="T44" fmla="*/ 0 w 567"/>
                  <a:gd name="T45" fmla="*/ 0 h 1578"/>
                  <a:gd name="T46" fmla="*/ 0 w 567"/>
                  <a:gd name="T47" fmla="*/ 0 h 1578"/>
                  <a:gd name="T48" fmla="*/ 0 w 567"/>
                  <a:gd name="T49" fmla="*/ 0 h 1578"/>
                  <a:gd name="T50" fmla="*/ 0 w 567"/>
                  <a:gd name="T51" fmla="*/ 0 h 1578"/>
                  <a:gd name="T52" fmla="*/ 0 w 567"/>
                  <a:gd name="T53" fmla="*/ 0 h 1578"/>
                  <a:gd name="T54" fmla="*/ 0 w 567"/>
                  <a:gd name="T55" fmla="*/ 0 h 1578"/>
                  <a:gd name="T56" fmla="*/ 0 w 567"/>
                  <a:gd name="T57" fmla="*/ 0 h 1578"/>
                  <a:gd name="T58" fmla="*/ 0 w 567"/>
                  <a:gd name="T59" fmla="*/ 0 h 157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67"/>
                  <a:gd name="T91" fmla="*/ 0 h 1578"/>
                  <a:gd name="T92" fmla="*/ 567 w 567"/>
                  <a:gd name="T93" fmla="*/ 1578 h 157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67" h="1578">
                    <a:moveTo>
                      <a:pt x="320" y="150"/>
                    </a:moveTo>
                    <a:lnTo>
                      <a:pt x="358" y="245"/>
                    </a:lnTo>
                    <a:lnTo>
                      <a:pt x="358" y="635"/>
                    </a:lnTo>
                    <a:lnTo>
                      <a:pt x="304" y="761"/>
                    </a:lnTo>
                    <a:lnTo>
                      <a:pt x="304" y="904"/>
                    </a:lnTo>
                    <a:lnTo>
                      <a:pt x="239" y="1119"/>
                    </a:lnTo>
                    <a:lnTo>
                      <a:pt x="147" y="1255"/>
                    </a:lnTo>
                    <a:lnTo>
                      <a:pt x="0" y="1578"/>
                    </a:lnTo>
                    <a:lnTo>
                      <a:pt x="90" y="1471"/>
                    </a:lnTo>
                    <a:lnTo>
                      <a:pt x="198" y="1211"/>
                    </a:lnTo>
                    <a:lnTo>
                      <a:pt x="270" y="1105"/>
                    </a:lnTo>
                    <a:lnTo>
                      <a:pt x="341" y="941"/>
                    </a:lnTo>
                    <a:lnTo>
                      <a:pt x="341" y="794"/>
                    </a:lnTo>
                    <a:lnTo>
                      <a:pt x="484" y="704"/>
                    </a:lnTo>
                    <a:lnTo>
                      <a:pt x="567" y="455"/>
                    </a:lnTo>
                    <a:lnTo>
                      <a:pt x="567" y="261"/>
                    </a:lnTo>
                    <a:lnTo>
                      <a:pt x="558" y="121"/>
                    </a:lnTo>
                    <a:lnTo>
                      <a:pt x="532" y="42"/>
                    </a:lnTo>
                    <a:lnTo>
                      <a:pt x="468" y="0"/>
                    </a:lnTo>
                    <a:lnTo>
                      <a:pt x="521" y="60"/>
                    </a:lnTo>
                    <a:lnTo>
                      <a:pt x="532" y="110"/>
                    </a:lnTo>
                    <a:lnTo>
                      <a:pt x="521" y="139"/>
                    </a:lnTo>
                    <a:lnTo>
                      <a:pt x="444" y="90"/>
                    </a:lnTo>
                    <a:lnTo>
                      <a:pt x="437" y="97"/>
                    </a:lnTo>
                    <a:lnTo>
                      <a:pt x="488" y="178"/>
                    </a:lnTo>
                    <a:lnTo>
                      <a:pt x="505" y="305"/>
                    </a:lnTo>
                    <a:lnTo>
                      <a:pt x="505" y="429"/>
                    </a:lnTo>
                    <a:lnTo>
                      <a:pt x="468" y="275"/>
                    </a:lnTo>
                    <a:lnTo>
                      <a:pt x="345" y="110"/>
                    </a:lnTo>
                    <a:lnTo>
                      <a:pt x="320" y="1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1" name="Freeform 105">
                <a:extLst>
                  <a:ext uri="{FF2B5EF4-FFF2-40B4-BE49-F238E27FC236}">
                    <a16:creationId xmlns:a16="http://schemas.microsoft.com/office/drawing/2014/main" id="{CBC779DE-7A3A-244F-899A-4FC7D0CB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55"/>
                <a:ext cx="132" cy="131"/>
              </a:xfrm>
              <a:custGeom>
                <a:avLst/>
                <a:gdLst>
                  <a:gd name="T0" fmla="*/ 0 w 1057"/>
                  <a:gd name="T1" fmla="*/ 0 h 1050"/>
                  <a:gd name="T2" fmla="*/ 0 w 1057"/>
                  <a:gd name="T3" fmla="*/ 0 h 1050"/>
                  <a:gd name="T4" fmla="*/ 0 w 1057"/>
                  <a:gd name="T5" fmla="*/ 0 h 1050"/>
                  <a:gd name="T6" fmla="*/ 0 w 1057"/>
                  <a:gd name="T7" fmla="*/ 0 h 1050"/>
                  <a:gd name="T8" fmla="*/ 0 w 1057"/>
                  <a:gd name="T9" fmla="*/ 0 h 1050"/>
                  <a:gd name="T10" fmla="*/ 0 w 1057"/>
                  <a:gd name="T11" fmla="*/ 0 h 1050"/>
                  <a:gd name="T12" fmla="*/ 0 w 1057"/>
                  <a:gd name="T13" fmla="*/ 0 h 1050"/>
                  <a:gd name="T14" fmla="*/ 0 w 1057"/>
                  <a:gd name="T15" fmla="*/ 0 h 1050"/>
                  <a:gd name="T16" fmla="*/ 0 w 1057"/>
                  <a:gd name="T17" fmla="*/ 0 h 1050"/>
                  <a:gd name="T18" fmla="*/ 0 w 1057"/>
                  <a:gd name="T19" fmla="*/ 0 h 1050"/>
                  <a:gd name="T20" fmla="*/ 0 w 1057"/>
                  <a:gd name="T21" fmla="*/ 0 h 1050"/>
                  <a:gd name="T22" fmla="*/ 0 w 1057"/>
                  <a:gd name="T23" fmla="*/ 0 h 1050"/>
                  <a:gd name="T24" fmla="*/ 0 w 1057"/>
                  <a:gd name="T25" fmla="*/ 0 h 1050"/>
                  <a:gd name="T26" fmla="*/ 0 w 1057"/>
                  <a:gd name="T27" fmla="*/ 0 h 1050"/>
                  <a:gd name="T28" fmla="*/ 0 w 1057"/>
                  <a:gd name="T29" fmla="*/ 0 h 1050"/>
                  <a:gd name="T30" fmla="*/ 0 w 1057"/>
                  <a:gd name="T31" fmla="*/ 0 h 1050"/>
                  <a:gd name="T32" fmla="*/ 0 w 1057"/>
                  <a:gd name="T33" fmla="*/ 0 h 1050"/>
                  <a:gd name="T34" fmla="*/ 0 w 1057"/>
                  <a:gd name="T35" fmla="*/ 0 h 1050"/>
                  <a:gd name="T36" fmla="*/ 0 w 1057"/>
                  <a:gd name="T37" fmla="*/ 0 h 1050"/>
                  <a:gd name="T38" fmla="*/ 0 w 1057"/>
                  <a:gd name="T39" fmla="*/ 0 h 1050"/>
                  <a:gd name="T40" fmla="*/ 0 w 1057"/>
                  <a:gd name="T41" fmla="*/ 0 h 1050"/>
                  <a:gd name="T42" fmla="*/ 0 w 1057"/>
                  <a:gd name="T43" fmla="*/ 0 h 1050"/>
                  <a:gd name="T44" fmla="*/ 0 w 1057"/>
                  <a:gd name="T45" fmla="*/ 0 h 1050"/>
                  <a:gd name="T46" fmla="*/ 0 w 1057"/>
                  <a:gd name="T47" fmla="*/ 0 h 1050"/>
                  <a:gd name="T48" fmla="*/ 0 w 1057"/>
                  <a:gd name="T49" fmla="*/ 0 h 1050"/>
                  <a:gd name="T50" fmla="*/ 0 w 1057"/>
                  <a:gd name="T51" fmla="*/ 0 h 1050"/>
                  <a:gd name="T52" fmla="*/ 0 w 1057"/>
                  <a:gd name="T53" fmla="*/ 0 h 1050"/>
                  <a:gd name="T54" fmla="*/ 0 w 1057"/>
                  <a:gd name="T55" fmla="*/ 0 h 1050"/>
                  <a:gd name="T56" fmla="*/ 0 w 1057"/>
                  <a:gd name="T57" fmla="*/ 0 h 1050"/>
                  <a:gd name="T58" fmla="*/ 0 w 1057"/>
                  <a:gd name="T59" fmla="*/ 0 h 1050"/>
                  <a:gd name="T60" fmla="*/ 0 w 1057"/>
                  <a:gd name="T61" fmla="*/ 0 h 1050"/>
                  <a:gd name="T62" fmla="*/ 0 w 1057"/>
                  <a:gd name="T63" fmla="*/ 0 h 1050"/>
                  <a:gd name="T64" fmla="*/ 0 w 1057"/>
                  <a:gd name="T65" fmla="*/ 0 h 1050"/>
                  <a:gd name="T66" fmla="*/ 0 w 1057"/>
                  <a:gd name="T67" fmla="*/ 0 h 1050"/>
                  <a:gd name="T68" fmla="*/ 0 w 1057"/>
                  <a:gd name="T69" fmla="*/ 0 h 1050"/>
                  <a:gd name="T70" fmla="*/ 0 w 1057"/>
                  <a:gd name="T71" fmla="*/ 0 h 1050"/>
                  <a:gd name="T72" fmla="*/ 0 w 1057"/>
                  <a:gd name="T73" fmla="*/ 0 h 10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7"/>
                  <a:gd name="T112" fmla="*/ 0 h 1050"/>
                  <a:gd name="T113" fmla="*/ 1057 w 1057"/>
                  <a:gd name="T114" fmla="*/ 1050 h 10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7" h="1050">
                    <a:moveTo>
                      <a:pt x="90" y="0"/>
                    </a:moveTo>
                    <a:lnTo>
                      <a:pt x="68" y="195"/>
                    </a:lnTo>
                    <a:lnTo>
                      <a:pt x="72" y="281"/>
                    </a:lnTo>
                    <a:lnTo>
                      <a:pt x="105" y="356"/>
                    </a:lnTo>
                    <a:lnTo>
                      <a:pt x="158" y="424"/>
                    </a:lnTo>
                    <a:lnTo>
                      <a:pt x="259" y="506"/>
                    </a:lnTo>
                    <a:lnTo>
                      <a:pt x="558" y="651"/>
                    </a:lnTo>
                    <a:lnTo>
                      <a:pt x="842" y="758"/>
                    </a:lnTo>
                    <a:lnTo>
                      <a:pt x="925" y="762"/>
                    </a:lnTo>
                    <a:lnTo>
                      <a:pt x="995" y="758"/>
                    </a:lnTo>
                    <a:lnTo>
                      <a:pt x="1057" y="730"/>
                    </a:lnTo>
                    <a:lnTo>
                      <a:pt x="1006" y="767"/>
                    </a:lnTo>
                    <a:lnTo>
                      <a:pt x="944" y="783"/>
                    </a:lnTo>
                    <a:lnTo>
                      <a:pt x="863" y="785"/>
                    </a:lnTo>
                    <a:lnTo>
                      <a:pt x="753" y="767"/>
                    </a:lnTo>
                    <a:lnTo>
                      <a:pt x="753" y="817"/>
                    </a:lnTo>
                    <a:lnTo>
                      <a:pt x="738" y="882"/>
                    </a:lnTo>
                    <a:lnTo>
                      <a:pt x="661" y="1009"/>
                    </a:lnTo>
                    <a:lnTo>
                      <a:pt x="704" y="901"/>
                    </a:lnTo>
                    <a:lnTo>
                      <a:pt x="709" y="824"/>
                    </a:lnTo>
                    <a:lnTo>
                      <a:pt x="624" y="861"/>
                    </a:lnTo>
                    <a:lnTo>
                      <a:pt x="624" y="978"/>
                    </a:lnTo>
                    <a:lnTo>
                      <a:pt x="598" y="1013"/>
                    </a:lnTo>
                    <a:lnTo>
                      <a:pt x="624" y="1050"/>
                    </a:lnTo>
                    <a:lnTo>
                      <a:pt x="591" y="1050"/>
                    </a:lnTo>
                    <a:lnTo>
                      <a:pt x="506" y="1009"/>
                    </a:lnTo>
                    <a:lnTo>
                      <a:pt x="328" y="843"/>
                    </a:lnTo>
                    <a:lnTo>
                      <a:pt x="215" y="721"/>
                    </a:lnTo>
                    <a:lnTo>
                      <a:pt x="98" y="567"/>
                    </a:lnTo>
                    <a:lnTo>
                      <a:pt x="0" y="370"/>
                    </a:lnTo>
                    <a:lnTo>
                      <a:pt x="107" y="541"/>
                    </a:lnTo>
                    <a:lnTo>
                      <a:pt x="204" y="633"/>
                    </a:lnTo>
                    <a:lnTo>
                      <a:pt x="81" y="411"/>
                    </a:lnTo>
                    <a:lnTo>
                      <a:pt x="52" y="288"/>
                    </a:lnTo>
                    <a:lnTo>
                      <a:pt x="52" y="213"/>
                    </a:lnTo>
                    <a:lnTo>
                      <a:pt x="68" y="9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2" name="Freeform 106">
                <a:extLst>
                  <a:ext uri="{FF2B5EF4-FFF2-40B4-BE49-F238E27FC236}">
                    <a16:creationId xmlns:a16="http://schemas.microsoft.com/office/drawing/2014/main" id="{B28E818F-7E54-634C-AA66-AA5B0EB80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17"/>
                <a:ext cx="22" cy="39"/>
              </a:xfrm>
              <a:custGeom>
                <a:avLst/>
                <a:gdLst>
                  <a:gd name="T0" fmla="*/ 0 w 180"/>
                  <a:gd name="T1" fmla="*/ 0 h 312"/>
                  <a:gd name="T2" fmla="*/ 0 w 180"/>
                  <a:gd name="T3" fmla="*/ 0 h 312"/>
                  <a:gd name="T4" fmla="*/ 0 w 180"/>
                  <a:gd name="T5" fmla="*/ 0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0 w 180"/>
                  <a:gd name="T15" fmla="*/ 0 h 312"/>
                  <a:gd name="T16" fmla="*/ 0 w 180"/>
                  <a:gd name="T17" fmla="*/ 0 h 312"/>
                  <a:gd name="T18" fmla="*/ 0 w 180"/>
                  <a:gd name="T19" fmla="*/ 0 h 312"/>
                  <a:gd name="T20" fmla="*/ 0 w 180"/>
                  <a:gd name="T21" fmla="*/ 0 h 312"/>
                  <a:gd name="T22" fmla="*/ 0 w 180"/>
                  <a:gd name="T23" fmla="*/ 0 h 312"/>
                  <a:gd name="T24" fmla="*/ 0 w 180"/>
                  <a:gd name="T25" fmla="*/ 0 h 312"/>
                  <a:gd name="T26" fmla="*/ 0 w 180"/>
                  <a:gd name="T27" fmla="*/ 0 h 312"/>
                  <a:gd name="T28" fmla="*/ 0 w 180"/>
                  <a:gd name="T29" fmla="*/ 0 h 312"/>
                  <a:gd name="T30" fmla="*/ 0 w 180"/>
                  <a:gd name="T31" fmla="*/ 0 h 312"/>
                  <a:gd name="T32" fmla="*/ 0 w 180"/>
                  <a:gd name="T33" fmla="*/ 0 h 312"/>
                  <a:gd name="T34" fmla="*/ 0 w 180"/>
                  <a:gd name="T35" fmla="*/ 0 h 3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0"/>
                  <a:gd name="T55" fmla="*/ 0 h 312"/>
                  <a:gd name="T56" fmla="*/ 180 w 180"/>
                  <a:gd name="T57" fmla="*/ 312 h 3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0" h="312">
                    <a:moveTo>
                      <a:pt x="37" y="0"/>
                    </a:moveTo>
                    <a:lnTo>
                      <a:pt x="88" y="7"/>
                    </a:lnTo>
                    <a:lnTo>
                      <a:pt x="175" y="62"/>
                    </a:lnTo>
                    <a:lnTo>
                      <a:pt x="180" y="164"/>
                    </a:lnTo>
                    <a:lnTo>
                      <a:pt x="146" y="147"/>
                    </a:lnTo>
                    <a:lnTo>
                      <a:pt x="136" y="134"/>
                    </a:lnTo>
                    <a:lnTo>
                      <a:pt x="94" y="171"/>
                    </a:lnTo>
                    <a:lnTo>
                      <a:pt x="94" y="185"/>
                    </a:lnTo>
                    <a:lnTo>
                      <a:pt x="125" y="204"/>
                    </a:lnTo>
                    <a:lnTo>
                      <a:pt x="155" y="301"/>
                    </a:lnTo>
                    <a:lnTo>
                      <a:pt x="132" y="312"/>
                    </a:lnTo>
                    <a:lnTo>
                      <a:pt x="100" y="257"/>
                    </a:lnTo>
                    <a:lnTo>
                      <a:pt x="19" y="233"/>
                    </a:lnTo>
                    <a:lnTo>
                      <a:pt x="0" y="111"/>
                    </a:lnTo>
                    <a:lnTo>
                      <a:pt x="19" y="95"/>
                    </a:lnTo>
                    <a:lnTo>
                      <a:pt x="105" y="53"/>
                    </a:lnTo>
                    <a:lnTo>
                      <a:pt x="81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3" name="Freeform 107">
                <a:extLst>
                  <a:ext uri="{FF2B5EF4-FFF2-40B4-BE49-F238E27FC236}">
                    <a16:creationId xmlns:a16="http://schemas.microsoft.com/office/drawing/2014/main" id="{C0CE4316-8288-A44F-9F75-B50AB621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54"/>
                <a:ext cx="9" cy="2"/>
              </a:xfrm>
              <a:custGeom>
                <a:avLst/>
                <a:gdLst>
                  <a:gd name="T0" fmla="*/ 0 w 69"/>
                  <a:gd name="T1" fmla="*/ 0 h 17"/>
                  <a:gd name="T2" fmla="*/ 0 w 69"/>
                  <a:gd name="T3" fmla="*/ 0 h 17"/>
                  <a:gd name="T4" fmla="*/ 0 w 69"/>
                  <a:gd name="T5" fmla="*/ 0 h 17"/>
                  <a:gd name="T6" fmla="*/ 0 w 6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17"/>
                  <a:gd name="T14" fmla="*/ 69 w 69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17">
                    <a:moveTo>
                      <a:pt x="0" y="0"/>
                    </a:moveTo>
                    <a:lnTo>
                      <a:pt x="69" y="17"/>
                    </a:lnTo>
                    <a:lnTo>
                      <a:pt x="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4" name="Freeform 108">
                <a:extLst>
                  <a:ext uri="{FF2B5EF4-FFF2-40B4-BE49-F238E27FC236}">
                    <a16:creationId xmlns:a16="http://schemas.microsoft.com/office/drawing/2014/main" id="{B516274A-DD7F-A241-93E4-270050F3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64"/>
                <a:ext cx="18" cy="24"/>
              </a:xfrm>
              <a:custGeom>
                <a:avLst/>
                <a:gdLst>
                  <a:gd name="T0" fmla="*/ 0 w 143"/>
                  <a:gd name="T1" fmla="*/ 0 h 195"/>
                  <a:gd name="T2" fmla="*/ 0 w 143"/>
                  <a:gd name="T3" fmla="*/ 0 h 195"/>
                  <a:gd name="T4" fmla="*/ 0 w 143"/>
                  <a:gd name="T5" fmla="*/ 0 h 195"/>
                  <a:gd name="T6" fmla="*/ 0 w 143"/>
                  <a:gd name="T7" fmla="*/ 0 h 195"/>
                  <a:gd name="T8" fmla="*/ 0 w 143"/>
                  <a:gd name="T9" fmla="*/ 0 h 195"/>
                  <a:gd name="T10" fmla="*/ 0 w 143"/>
                  <a:gd name="T11" fmla="*/ 0 h 195"/>
                  <a:gd name="T12" fmla="*/ 0 w 143"/>
                  <a:gd name="T13" fmla="*/ 0 h 195"/>
                  <a:gd name="T14" fmla="*/ 0 w 143"/>
                  <a:gd name="T15" fmla="*/ 0 h 195"/>
                  <a:gd name="T16" fmla="*/ 0 w 143"/>
                  <a:gd name="T17" fmla="*/ 0 h 195"/>
                  <a:gd name="T18" fmla="*/ 0 w 143"/>
                  <a:gd name="T19" fmla="*/ 0 h 195"/>
                  <a:gd name="T20" fmla="*/ 0 w 143"/>
                  <a:gd name="T21" fmla="*/ 0 h 195"/>
                  <a:gd name="T22" fmla="*/ 0 w 143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3"/>
                  <a:gd name="T37" fmla="*/ 0 h 195"/>
                  <a:gd name="T38" fmla="*/ 143 w 143"/>
                  <a:gd name="T39" fmla="*/ 195 h 1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3" h="195">
                    <a:moveTo>
                      <a:pt x="0" y="0"/>
                    </a:moveTo>
                    <a:lnTo>
                      <a:pt x="26" y="23"/>
                    </a:lnTo>
                    <a:lnTo>
                      <a:pt x="67" y="37"/>
                    </a:lnTo>
                    <a:lnTo>
                      <a:pt x="143" y="18"/>
                    </a:lnTo>
                    <a:lnTo>
                      <a:pt x="114" y="85"/>
                    </a:lnTo>
                    <a:lnTo>
                      <a:pt x="61" y="103"/>
                    </a:lnTo>
                    <a:lnTo>
                      <a:pt x="33" y="195"/>
                    </a:lnTo>
                    <a:lnTo>
                      <a:pt x="6" y="140"/>
                    </a:lnTo>
                    <a:lnTo>
                      <a:pt x="6" y="112"/>
                    </a:lnTo>
                    <a:lnTo>
                      <a:pt x="33" y="85"/>
                    </a:lnTo>
                    <a:lnTo>
                      <a:pt x="1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5" name="Line 109">
                <a:extLst>
                  <a:ext uri="{FF2B5EF4-FFF2-40B4-BE49-F238E27FC236}">
                    <a16:creationId xmlns:a16="http://schemas.microsoft.com/office/drawing/2014/main" id="{D9976347-3B9A-BB4A-AEB6-E4E9C7C10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0" y="1620"/>
                <a:ext cx="9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6" name="Line 110">
                <a:extLst>
                  <a:ext uri="{FF2B5EF4-FFF2-40B4-BE49-F238E27FC236}">
                    <a16:creationId xmlns:a16="http://schemas.microsoft.com/office/drawing/2014/main" id="{368F585C-DD98-8246-BF25-11F1111A63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2" y="1614"/>
                <a:ext cx="13" cy="4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7" name="Line 111">
                <a:extLst>
                  <a:ext uri="{FF2B5EF4-FFF2-40B4-BE49-F238E27FC236}">
                    <a16:creationId xmlns:a16="http://schemas.microsoft.com/office/drawing/2014/main" id="{7C22A08D-D717-064C-BF28-A3F6E9BDC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0" y="1626"/>
                <a:ext cx="12" cy="3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8" name="Line 112">
                <a:extLst>
                  <a:ext uri="{FF2B5EF4-FFF2-40B4-BE49-F238E27FC236}">
                    <a16:creationId xmlns:a16="http://schemas.microsoft.com/office/drawing/2014/main" id="{AEC5529A-6B38-054A-A94D-19E41CA56E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8" y="1638"/>
                <a:ext cx="9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099" name="Freeform 113">
                <a:extLst>
                  <a:ext uri="{FF2B5EF4-FFF2-40B4-BE49-F238E27FC236}">
                    <a16:creationId xmlns:a16="http://schemas.microsoft.com/office/drawing/2014/main" id="{74199E4D-7EAC-A44F-ABBF-435FEFCE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568"/>
                <a:ext cx="92" cy="21"/>
              </a:xfrm>
              <a:custGeom>
                <a:avLst/>
                <a:gdLst>
                  <a:gd name="T0" fmla="*/ 0 w 743"/>
                  <a:gd name="T1" fmla="*/ 0 h 165"/>
                  <a:gd name="T2" fmla="*/ 0 w 743"/>
                  <a:gd name="T3" fmla="*/ 0 h 165"/>
                  <a:gd name="T4" fmla="*/ 0 w 743"/>
                  <a:gd name="T5" fmla="*/ 0 h 165"/>
                  <a:gd name="T6" fmla="*/ 0 w 743"/>
                  <a:gd name="T7" fmla="*/ 0 h 165"/>
                  <a:gd name="T8" fmla="*/ 0 w 743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3"/>
                  <a:gd name="T16" fmla="*/ 0 h 165"/>
                  <a:gd name="T17" fmla="*/ 743 w 743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3" h="165">
                    <a:moveTo>
                      <a:pt x="0" y="0"/>
                    </a:moveTo>
                    <a:lnTo>
                      <a:pt x="116" y="18"/>
                    </a:lnTo>
                    <a:lnTo>
                      <a:pt x="351" y="101"/>
                    </a:lnTo>
                    <a:lnTo>
                      <a:pt x="519" y="138"/>
                    </a:lnTo>
                    <a:lnTo>
                      <a:pt x="743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0" name="Freeform 114">
                <a:extLst>
                  <a:ext uri="{FF2B5EF4-FFF2-40B4-BE49-F238E27FC236}">
                    <a16:creationId xmlns:a16="http://schemas.microsoft.com/office/drawing/2014/main" id="{3515D176-49A1-E240-897B-F3ED92CA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65"/>
                <a:ext cx="61" cy="17"/>
              </a:xfrm>
              <a:custGeom>
                <a:avLst/>
                <a:gdLst>
                  <a:gd name="T0" fmla="*/ 0 w 491"/>
                  <a:gd name="T1" fmla="*/ 0 h 134"/>
                  <a:gd name="T2" fmla="*/ 0 w 491"/>
                  <a:gd name="T3" fmla="*/ 0 h 134"/>
                  <a:gd name="T4" fmla="*/ 0 w 491"/>
                  <a:gd name="T5" fmla="*/ 0 h 134"/>
                  <a:gd name="T6" fmla="*/ 0 w 491"/>
                  <a:gd name="T7" fmla="*/ 0 h 13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91"/>
                  <a:gd name="T13" fmla="*/ 0 h 134"/>
                  <a:gd name="T14" fmla="*/ 491 w 491"/>
                  <a:gd name="T15" fmla="*/ 134 h 13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91" h="134">
                    <a:moveTo>
                      <a:pt x="0" y="0"/>
                    </a:moveTo>
                    <a:lnTo>
                      <a:pt x="82" y="28"/>
                    </a:lnTo>
                    <a:lnTo>
                      <a:pt x="260" y="88"/>
                    </a:lnTo>
                    <a:lnTo>
                      <a:pt x="491" y="1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1" name="Freeform 115">
                <a:extLst>
                  <a:ext uri="{FF2B5EF4-FFF2-40B4-BE49-F238E27FC236}">
                    <a16:creationId xmlns:a16="http://schemas.microsoft.com/office/drawing/2014/main" id="{E2980EA4-E53E-DE4E-B3D9-99AC50B7A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8"/>
                <a:ext cx="45" cy="73"/>
              </a:xfrm>
              <a:custGeom>
                <a:avLst/>
                <a:gdLst>
                  <a:gd name="T0" fmla="*/ 0 w 365"/>
                  <a:gd name="T1" fmla="*/ 0 h 579"/>
                  <a:gd name="T2" fmla="*/ 0 w 365"/>
                  <a:gd name="T3" fmla="*/ 0 h 579"/>
                  <a:gd name="T4" fmla="*/ 0 w 365"/>
                  <a:gd name="T5" fmla="*/ 0 h 579"/>
                  <a:gd name="T6" fmla="*/ 0 w 365"/>
                  <a:gd name="T7" fmla="*/ 0 h 579"/>
                  <a:gd name="T8" fmla="*/ 0 w 365"/>
                  <a:gd name="T9" fmla="*/ 0 h 579"/>
                  <a:gd name="T10" fmla="*/ 0 w 365"/>
                  <a:gd name="T11" fmla="*/ 0 h 579"/>
                  <a:gd name="T12" fmla="*/ 0 w 365"/>
                  <a:gd name="T13" fmla="*/ 0 h 579"/>
                  <a:gd name="T14" fmla="*/ 0 w 365"/>
                  <a:gd name="T15" fmla="*/ 0 h 579"/>
                  <a:gd name="T16" fmla="*/ 0 w 365"/>
                  <a:gd name="T17" fmla="*/ 0 h 579"/>
                  <a:gd name="T18" fmla="*/ 0 w 365"/>
                  <a:gd name="T19" fmla="*/ 0 h 5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5"/>
                  <a:gd name="T31" fmla="*/ 0 h 579"/>
                  <a:gd name="T32" fmla="*/ 365 w 365"/>
                  <a:gd name="T33" fmla="*/ 579 h 5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5" h="579">
                    <a:moveTo>
                      <a:pt x="365" y="0"/>
                    </a:moveTo>
                    <a:lnTo>
                      <a:pt x="277" y="129"/>
                    </a:lnTo>
                    <a:lnTo>
                      <a:pt x="277" y="265"/>
                    </a:lnTo>
                    <a:lnTo>
                      <a:pt x="350" y="579"/>
                    </a:lnTo>
                    <a:lnTo>
                      <a:pt x="224" y="290"/>
                    </a:lnTo>
                    <a:lnTo>
                      <a:pt x="224" y="199"/>
                    </a:lnTo>
                    <a:lnTo>
                      <a:pt x="0" y="199"/>
                    </a:lnTo>
                    <a:lnTo>
                      <a:pt x="187" y="76"/>
                    </a:lnTo>
                    <a:lnTo>
                      <a:pt x="277" y="76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2" name="Freeform 116">
                <a:extLst>
                  <a:ext uri="{FF2B5EF4-FFF2-40B4-BE49-F238E27FC236}">
                    <a16:creationId xmlns:a16="http://schemas.microsoft.com/office/drawing/2014/main" id="{AAC28AA8-A1A8-924E-8FB9-A24D5450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35"/>
                <a:ext cx="526" cy="496"/>
              </a:xfrm>
              <a:custGeom>
                <a:avLst/>
                <a:gdLst>
                  <a:gd name="T0" fmla="*/ 0 w 4215"/>
                  <a:gd name="T1" fmla="*/ 0 h 3969"/>
                  <a:gd name="T2" fmla="*/ 0 w 4215"/>
                  <a:gd name="T3" fmla="*/ 0 h 3969"/>
                  <a:gd name="T4" fmla="*/ 0 w 4215"/>
                  <a:gd name="T5" fmla="*/ 0 h 3969"/>
                  <a:gd name="T6" fmla="*/ 0 w 4215"/>
                  <a:gd name="T7" fmla="*/ 0 h 3969"/>
                  <a:gd name="T8" fmla="*/ 0 w 4215"/>
                  <a:gd name="T9" fmla="*/ 0 h 3969"/>
                  <a:gd name="T10" fmla="*/ 0 w 4215"/>
                  <a:gd name="T11" fmla="*/ 0 h 3969"/>
                  <a:gd name="T12" fmla="*/ 0 w 4215"/>
                  <a:gd name="T13" fmla="*/ 0 h 3969"/>
                  <a:gd name="T14" fmla="*/ 0 w 4215"/>
                  <a:gd name="T15" fmla="*/ 0 h 3969"/>
                  <a:gd name="T16" fmla="*/ 0 w 4215"/>
                  <a:gd name="T17" fmla="*/ 0 h 3969"/>
                  <a:gd name="T18" fmla="*/ 0 w 4215"/>
                  <a:gd name="T19" fmla="*/ 0 h 3969"/>
                  <a:gd name="T20" fmla="*/ 0 w 4215"/>
                  <a:gd name="T21" fmla="*/ 0 h 3969"/>
                  <a:gd name="T22" fmla="*/ 0 w 4215"/>
                  <a:gd name="T23" fmla="*/ 0 h 3969"/>
                  <a:gd name="T24" fmla="*/ 0 w 4215"/>
                  <a:gd name="T25" fmla="*/ 0 h 3969"/>
                  <a:gd name="T26" fmla="*/ 0 w 4215"/>
                  <a:gd name="T27" fmla="*/ 0 h 3969"/>
                  <a:gd name="T28" fmla="*/ 0 w 4215"/>
                  <a:gd name="T29" fmla="*/ 0 h 3969"/>
                  <a:gd name="T30" fmla="*/ 0 w 4215"/>
                  <a:gd name="T31" fmla="*/ 0 h 3969"/>
                  <a:gd name="T32" fmla="*/ 0 w 4215"/>
                  <a:gd name="T33" fmla="*/ 0 h 3969"/>
                  <a:gd name="T34" fmla="*/ 0 w 4215"/>
                  <a:gd name="T35" fmla="*/ 0 h 3969"/>
                  <a:gd name="T36" fmla="*/ 0 w 4215"/>
                  <a:gd name="T37" fmla="*/ 0 h 3969"/>
                  <a:gd name="T38" fmla="*/ 0 w 4215"/>
                  <a:gd name="T39" fmla="*/ 0 h 3969"/>
                  <a:gd name="T40" fmla="*/ 0 w 4215"/>
                  <a:gd name="T41" fmla="*/ 0 h 3969"/>
                  <a:gd name="T42" fmla="*/ 0 w 4215"/>
                  <a:gd name="T43" fmla="*/ 0 h 3969"/>
                  <a:gd name="T44" fmla="*/ 0 w 4215"/>
                  <a:gd name="T45" fmla="*/ 0 h 3969"/>
                  <a:gd name="T46" fmla="*/ 0 w 4215"/>
                  <a:gd name="T47" fmla="*/ 0 h 3969"/>
                  <a:gd name="T48" fmla="*/ 0 w 4215"/>
                  <a:gd name="T49" fmla="*/ 0 h 3969"/>
                  <a:gd name="T50" fmla="*/ 0 w 4215"/>
                  <a:gd name="T51" fmla="*/ 0 h 3969"/>
                  <a:gd name="T52" fmla="*/ 0 w 4215"/>
                  <a:gd name="T53" fmla="*/ 0 h 3969"/>
                  <a:gd name="T54" fmla="*/ 0 w 4215"/>
                  <a:gd name="T55" fmla="*/ 0 h 3969"/>
                  <a:gd name="T56" fmla="*/ 0 w 4215"/>
                  <a:gd name="T57" fmla="*/ 0 h 3969"/>
                  <a:gd name="T58" fmla="*/ 0 w 4215"/>
                  <a:gd name="T59" fmla="*/ 0 h 3969"/>
                  <a:gd name="T60" fmla="*/ 0 w 4215"/>
                  <a:gd name="T61" fmla="*/ 0 h 3969"/>
                  <a:gd name="T62" fmla="*/ 0 w 4215"/>
                  <a:gd name="T63" fmla="*/ 0 h 3969"/>
                  <a:gd name="T64" fmla="*/ 0 w 4215"/>
                  <a:gd name="T65" fmla="*/ 0 h 3969"/>
                  <a:gd name="T66" fmla="*/ 0 w 4215"/>
                  <a:gd name="T67" fmla="*/ 0 h 3969"/>
                  <a:gd name="T68" fmla="*/ 0 w 4215"/>
                  <a:gd name="T69" fmla="*/ 0 h 3969"/>
                  <a:gd name="T70" fmla="*/ 0 w 4215"/>
                  <a:gd name="T71" fmla="*/ 0 h 3969"/>
                  <a:gd name="T72" fmla="*/ 0 w 4215"/>
                  <a:gd name="T73" fmla="*/ 0 h 3969"/>
                  <a:gd name="T74" fmla="*/ 0 w 4215"/>
                  <a:gd name="T75" fmla="*/ 0 h 39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15"/>
                  <a:gd name="T115" fmla="*/ 0 h 3969"/>
                  <a:gd name="T116" fmla="*/ 4215 w 4215"/>
                  <a:gd name="T117" fmla="*/ 3969 h 39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15" h="3969">
                    <a:moveTo>
                      <a:pt x="1158" y="0"/>
                    </a:moveTo>
                    <a:lnTo>
                      <a:pt x="897" y="255"/>
                    </a:lnTo>
                    <a:lnTo>
                      <a:pt x="743" y="466"/>
                    </a:lnTo>
                    <a:lnTo>
                      <a:pt x="743" y="706"/>
                    </a:lnTo>
                    <a:lnTo>
                      <a:pt x="920" y="591"/>
                    </a:lnTo>
                    <a:lnTo>
                      <a:pt x="920" y="756"/>
                    </a:lnTo>
                    <a:lnTo>
                      <a:pt x="1314" y="1684"/>
                    </a:lnTo>
                    <a:lnTo>
                      <a:pt x="1224" y="1582"/>
                    </a:lnTo>
                    <a:lnTo>
                      <a:pt x="1134" y="1582"/>
                    </a:lnTo>
                    <a:lnTo>
                      <a:pt x="1072" y="1610"/>
                    </a:lnTo>
                    <a:lnTo>
                      <a:pt x="1031" y="1644"/>
                    </a:lnTo>
                    <a:lnTo>
                      <a:pt x="1174" y="1960"/>
                    </a:lnTo>
                    <a:lnTo>
                      <a:pt x="1448" y="2451"/>
                    </a:lnTo>
                    <a:lnTo>
                      <a:pt x="1868" y="2890"/>
                    </a:lnTo>
                    <a:lnTo>
                      <a:pt x="2031" y="3026"/>
                    </a:lnTo>
                    <a:lnTo>
                      <a:pt x="2031" y="3116"/>
                    </a:lnTo>
                    <a:lnTo>
                      <a:pt x="1930" y="3239"/>
                    </a:lnTo>
                    <a:lnTo>
                      <a:pt x="1930" y="3380"/>
                    </a:lnTo>
                    <a:lnTo>
                      <a:pt x="2129" y="3343"/>
                    </a:lnTo>
                    <a:lnTo>
                      <a:pt x="2158" y="3295"/>
                    </a:lnTo>
                    <a:lnTo>
                      <a:pt x="2145" y="3228"/>
                    </a:lnTo>
                    <a:lnTo>
                      <a:pt x="2094" y="3191"/>
                    </a:lnTo>
                    <a:lnTo>
                      <a:pt x="2296" y="3239"/>
                    </a:lnTo>
                    <a:lnTo>
                      <a:pt x="2435" y="3228"/>
                    </a:lnTo>
                    <a:lnTo>
                      <a:pt x="2575" y="3178"/>
                    </a:lnTo>
                    <a:lnTo>
                      <a:pt x="2712" y="3065"/>
                    </a:lnTo>
                    <a:lnTo>
                      <a:pt x="2815" y="2967"/>
                    </a:lnTo>
                    <a:lnTo>
                      <a:pt x="2749" y="3076"/>
                    </a:lnTo>
                    <a:lnTo>
                      <a:pt x="2700" y="3166"/>
                    </a:lnTo>
                    <a:lnTo>
                      <a:pt x="2903" y="3191"/>
                    </a:lnTo>
                    <a:lnTo>
                      <a:pt x="3154" y="3203"/>
                    </a:lnTo>
                    <a:lnTo>
                      <a:pt x="3357" y="3154"/>
                    </a:lnTo>
                    <a:lnTo>
                      <a:pt x="3433" y="2855"/>
                    </a:lnTo>
                    <a:lnTo>
                      <a:pt x="3468" y="2855"/>
                    </a:lnTo>
                    <a:lnTo>
                      <a:pt x="3494" y="2890"/>
                    </a:lnTo>
                    <a:lnTo>
                      <a:pt x="3521" y="2991"/>
                    </a:lnTo>
                    <a:lnTo>
                      <a:pt x="3535" y="3076"/>
                    </a:lnTo>
                    <a:lnTo>
                      <a:pt x="4203" y="3039"/>
                    </a:lnTo>
                    <a:lnTo>
                      <a:pt x="4215" y="3116"/>
                    </a:lnTo>
                    <a:lnTo>
                      <a:pt x="4215" y="3178"/>
                    </a:lnTo>
                    <a:lnTo>
                      <a:pt x="4189" y="3254"/>
                    </a:lnTo>
                    <a:lnTo>
                      <a:pt x="4037" y="3265"/>
                    </a:lnTo>
                    <a:lnTo>
                      <a:pt x="3913" y="3343"/>
                    </a:lnTo>
                    <a:lnTo>
                      <a:pt x="3683" y="3390"/>
                    </a:lnTo>
                    <a:lnTo>
                      <a:pt x="3481" y="3380"/>
                    </a:lnTo>
                    <a:lnTo>
                      <a:pt x="3281" y="3441"/>
                    </a:lnTo>
                    <a:lnTo>
                      <a:pt x="3105" y="3481"/>
                    </a:lnTo>
                    <a:lnTo>
                      <a:pt x="2852" y="3492"/>
                    </a:lnTo>
                    <a:lnTo>
                      <a:pt x="2547" y="3457"/>
                    </a:lnTo>
                    <a:lnTo>
                      <a:pt x="2320" y="3481"/>
                    </a:lnTo>
                    <a:lnTo>
                      <a:pt x="2129" y="3542"/>
                    </a:lnTo>
                    <a:lnTo>
                      <a:pt x="1990" y="3620"/>
                    </a:lnTo>
                    <a:lnTo>
                      <a:pt x="1615" y="3516"/>
                    </a:lnTo>
                    <a:lnTo>
                      <a:pt x="681" y="3969"/>
                    </a:lnTo>
                    <a:lnTo>
                      <a:pt x="0" y="3969"/>
                    </a:lnTo>
                    <a:lnTo>
                      <a:pt x="176" y="1723"/>
                    </a:lnTo>
                    <a:lnTo>
                      <a:pt x="328" y="1244"/>
                    </a:lnTo>
                    <a:lnTo>
                      <a:pt x="266" y="1558"/>
                    </a:lnTo>
                    <a:lnTo>
                      <a:pt x="418" y="2059"/>
                    </a:lnTo>
                    <a:lnTo>
                      <a:pt x="418" y="2500"/>
                    </a:lnTo>
                    <a:lnTo>
                      <a:pt x="591" y="2977"/>
                    </a:lnTo>
                    <a:lnTo>
                      <a:pt x="681" y="2977"/>
                    </a:lnTo>
                    <a:lnTo>
                      <a:pt x="907" y="2488"/>
                    </a:lnTo>
                    <a:lnTo>
                      <a:pt x="602" y="1886"/>
                    </a:lnTo>
                    <a:lnTo>
                      <a:pt x="556" y="1697"/>
                    </a:lnTo>
                    <a:lnTo>
                      <a:pt x="528" y="1497"/>
                    </a:lnTo>
                    <a:lnTo>
                      <a:pt x="556" y="1281"/>
                    </a:lnTo>
                    <a:lnTo>
                      <a:pt x="681" y="780"/>
                    </a:lnTo>
                    <a:lnTo>
                      <a:pt x="618" y="729"/>
                    </a:lnTo>
                    <a:lnTo>
                      <a:pt x="577" y="665"/>
                    </a:lnTo>
                    <a:lnTo>
                      <a:pt x="567" y="618"/>
                    </a:lnTo>
                    <a:lnTo>
                      <a:pt x="441" y="905"/>
                    </a:lnTo>
                    <a:lnTo>
                      <a:pt x="540" y="591"/>
                    </a:lnTo>
                    <a:lnTo>
                      <a:pt x="591" y="517"/>
                    </a:lnTo>
                    <a:lnTo>
                      <a:pt x="769" y="317"/>
                    </a:lnTo>
                    <a:lnTo>
                      <a:pt x="943" y="139"/>
                    </a:lnTo>
                    <a:lnTo>
                      <a:pt x="11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3" name="Freeform 117">
                <a:extLst>
                  <a:ext uri="{FF2B5EF4-FFF2-40B4-BE49-F238E27FC236}">
                    <a16:creationId xmlns:a16="http://schemas.microsoft.com/office/drawing/2014/main" id="{74DFC98C-EA8F-6148-8403-8ACD419A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97"/>
                <a:ext cx="163" cy="265"/>
              </a:xfrm>
              <a:custGeom>
                <a:avLst/>
                <a:gdLst>
                  <a:gd name="T0" fmla="*/ 0 w 1300"/>
                  <a:gd name="T1" fmla="*/ 0 h 2125"/>
                  <a:gd name="T2" fmla="*/ 0 w 1300"/>
                  <a:gd name="T3" fmla="*/ 0 h 2125"/>
                  <a:gd name="T4" fmla="*/ 0 w 1300"/>
                  <a:gd name="T5" fmla="*/ 0 h 2125"/>
                  <a:gd name="T6" fmla="*/ 0 w 1300"/>
                  <a:gd name="T7" fmla="*/ 0 h 2125"/>
                  <a:gd name="T8" fmla="*/ 0 w 1300"/>
                  <a:gd name="T9" fmla="*/ 0 h 2125"/>
                  <a:gd name="T10" fmla="*/ 0 w 1300"/>
                  <a:gd name="T11" fmla="*/ 0 h 2125"/>
                  <a:gd name="T12" fmla="*/ 0 w 1300"/>
                  <a:gd name="T13" fmla="*/ 0 h 2125"/>
                  <a:gd name="T14" fmla="*/ 0 w 1300"/>
                  <a:gd name="T15" fmla="*/ 0 h 2125"/>
                  <a:gd name="T16" fmla="*/ 0 w 1300"/>
                  <a:gd name="T17" fmla="*/ 0 h 2125"/>
                  <a:gd name="T18" fmla="*/ 0 w 1300"/>
                  <a:gd name="T19" fmla="*/ 0 h 2125"/>
                  <a:gd name="T20" fmla="*/ 0 w 1300"/>
                  <a:gd name="T21" fmla="*/ 0 h 2125"/>
                  <a:gd name="T22" fmla="*/ 0 w 1300"/>
                  <a:gd name="T23" fmla="*/ 0 h 2125"/>
                  <a:gd name="T24" fmla="*/ 0 w 1300"/>
                  <a:gd name="T25" fmla="*/ 0 h 2125"/>
                  <a:gd name="T26" fmla="*/ 0 w 1300"/>
                  <a:gd name="T27" fmla="*/ 0 h 2125"/>
                  <a:gd name="T28" fmla="*/ 0 w 1300"/>
                  <a:gd name="T29" fmla="*/ 0 h 2125"/>
                  <a:gd name="T30" fmla="*/ 0 w 1300"/>
                  <a:gd name="T31" fmla="*/ 0 h 2125"/>
                  <a:gd name="T32" fmla="*/ 0 w 1300"/>
                  <a:gd name="T33" fmla="*/ 0 h 2125"/>
                  <a:gd name="T34" fmla="*/ 0 w 1300"/>
                  <a:gd name="T35" fmla="*/ 0 h 2125"/>
                  <a:gd name="T36" fmla="*/ 0 w 1300"/>
                  <a:gd name="T37" fmla="*/ 0 h 2125"/>
                  <a:gd name="T38" fmla="*/ 0 w 1300"/>
                  <a:gd name="T39" fmla="*/ 0 h 2125"/>
                  <a:gd name="T40" fmla="*/ 0 w 1300"/>
                  <a:gd name="T41" fmla="*/ 0 h 2125"/>
                  <a:gd name="T42" fmla="*/ 0 w 1300"/>
                  <a:gd name="T43" fmla="*/ 0 h 2125"/>
                  <a:gd name="T44" fmla="*/ 0 w 1300"/>
                  <a:gd name="T45" fmla="*/ 0 h 2125"/>
                  <a:gd name="T46" fmla="*/ 0 w 1300"/>
                  <a:gd name="T47" fmla="*/ 0 h 2125"/>
                  <a:gd name="T48" fmla="*/ 0 w 1300"/>
                  <a:gd name="T49" fmla="*/ 0 h 2125"/>
                  <a:gd name="T50" fmla="*/ 0 w 1300"/>
                  <a:gd name="T51" fmla="*/ 0 h 2125"/>
                  <a:gd name="T52" fmla="*/ 0 w 1300"/>
                  <a:gd name="T53" fmla="*/ 0 h 2125"/>
                  <a:gd name="T54" fmla="*/ 0 w 1300"/>
                  <a:gd name="T55" fmla="*/ 0 h 2125"/>
                  <a:gd name="T56" fmla="*/ 0 w 1300"/>
                  <a:gd name="T57" fmla="*/ 0 h 2125"/>
                  <a:gd name="T58" fmla="*/ 0 w 1300"/>
                  <a:gd name="T59" fmla="*/ 0 h 2125"/>
                  <a:gd name="T60" fmla="*/ 0 w 1300"/>
                  <a:gd name="T61" fmla="*/ 0 h 2125"/>
                  <a:gd name="T62" fmla="*/ 0 w 1300"/>
                  <a:gd name="T63" fmla="*/ 0 h 2125"/>
                  <a:gd name="T64" fmla="*/ 0 w 1300"/>
                  <a:gd name="T65" fmla="*/ 0 h 2125"/>
                  <a:gd name="T66" fmla="*/ 0 w 1300"/>
                  <a:gd name="T67" fmla="*/ 0 h 2125"/>
                  <a:gd name="T68" fmla="*/ 0 w 1300"/>
                  <a:gd name="T69" fmla="*/ 0 h 2125"/>
                  <a:gd name="T70" fmla="*/ 0 w 1300"/>
                  <a:gd name="T71" fmla="*/ 0 h 2125"/>
                  <a:gd name="T72" fmla="*/ 0 w 1300"/>
                  <a:gd name="T73" fmla="*/ 0 h 2125"/>
                  <a:gd name="T74" fmla="*/ 0 w 1300"/>
                  <a:gd name="T75" fmla="*/ 0 h 2125"/>
                  <a:gd name="T76" fmla="*/ 0 w 1300"/>
                  <a:gd name="T77" fmla="*/ 0 h 2125"/>
                  <a:gd name="T78" fmla="*/ 0 w 1300"/>
                  <a:gd name="T79" fmla="*/ 0 h 2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00"/>
                  <a:gd name="T121" fmla="*/ 0 h 2125"/>
                  <a:gd name="T122" fmla="*/ 1300 w 1300"/>
                  <a:gd name="T123" fmla="*/ 2125 h 21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00" h="2125">
                    <a:moveTo>
                      <a:pt x="0" y="140"/>
                    </a:moveTo>
                    <a:lnTo>
                      <a:pt x="378" y="378"/>
                    </a:lnTo>
                    <a:lnTo>
                      <a:pt x="641" y="829"/>
                    </a:lnTo>
                    <a:lnTo>
                      <a:pt x="641" y="1020"/>
                    </a:lnTo>
                    <a:lnTo>
                      <a:pt x="984" y="1318"/>
                    </a:lnTo>
                    <a:lnTo>
                      <a:pt x="1111" y="1556"/>
                    </a:lnTo>
                    <a:lnTo>
                      <a:pt x="1083" y="967"/>
                    </a:lnTo>
                    <a:lnTo>
                      <a:pt x="1083" y="589"/>
                    </a:lnTo>
                    <a:lnTo>
                      <a:pt x="1111" y="327"/>
                    </a:lnTo>
                    <a:lnTo>
                      <a:pt x="1072" y="266"/>
                    </a:lnTo>
                    <a:lnTo>
                      <a:pt x="984" y="378"/>
                    </a:lnTo>
                    <a:lnTo>
                      <a:pt x="906" y="424"/>
                    </a:lnTo>
                    <a:lnTo>
                      <a:pt x="998" y="327"/>
                    </a:lnTo>
                    <a:lnTo>
                      <a:pt x="1072" y="165"/>
                    </a:lnTo>
                    <a:lnTo>
                      <a:pt x="1160" y="27"/>
                    </a:lnTo>
                    <a:lnTo>
                      <a:pt x="1212" y="0"/>
                    </a:lnTo>
                    <a:lnTo>
                      <a:pt x="1160" y="80"/>
                    </a:lnTo>
                    <a:lnTo>
                      <a:pt x="1224" y="304"/>
                    </a:lnTo>
                    <a:lnTo>
                      <a:pt x="1160" y="304"/>
                    </a:lnTo>
                    <a:lnTo>
                      <a:pt x="1146" y="516"/>
                    </a:lnTo>
                    <a:lnTo>
                      <a:pt x="1184" y="1120"/>
                    </a:lnTo>
                    <a:lnTo>
                      <a:pt x="1247" y="1723"/>
                    </a:lnTo>
                    <a:lnTo>
                      <a:pt x="1300" y="1910"/>
                    </a:lnTo>
                    <a:lnTo>
                      <a:pt x="1035" y="2059"/>
                    </a:lnTo>
                    <a:lnTo>
                      <a:pt x="1146" y="1961"/>
                    </a:lnTo>
                    <a:lnTo>
                      <a:pt x="1095" y="1881"/>
                    </a:lnTo>
                    <a:lnTo>
                      <a:pt x="971" y="1910"/>
                    </a:lnTo>
                    <a:lnTo>
                      <a:pt x="694" y="2099"/>
                    </a:lnTo>
                    <a:lnTo>
                      <a:pt x="606" y="2125"/>
                    </a:lnTo>
                    <a:lnTo>
                      <a:pt x="593" y="2086"/>
                    </a:lnTo>
                    <a:lnTo>
                      <a:pt x="756" y="1934"/>
                    </a:lnTo>
                    <a:lnTo>
                      <a:pt x="1095" y="1821"/>
                    </a:lnTo>
                    <a:lnTo>
                      <a:pt x="1045" y="1685"/>
                    </a:lnTo>
                    <a:lnTo>
                      <a:pt x="1045" y="1547"/>
                    </a:lnTo>
                    <a:lnTo>
                      <a:pt x="998" y="1470"/>
                    </a:lnTo>
                    <a:lnTo>
                      <a:pt x="606" y="1169"/>
                    </a:lnTo>
                    <a:lnTo>
                      <a:pt x="138" y="841"/>
                    </a:lnTo>
                    <a:lnTo>
                      <a:pt x="657" y="1154"/>
                    </a:lnTo>
                    <a:lnTo>
                      <a:pt x="390" y="46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4" name="Freeform 118">
                <a:extLst>
                  <a:ext uri="{FF2B5EF4-FFF2-40B4-BE49-F238E27FC236}">
                    <a16:creationId xmlns:a16="http://schemas.microsoft.com/office/drawing/2014/main" id="{4745AE90-E60A-0147-B526-041EC2804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60"/>
                <a:ext cx="26" cy="59"/>
              </a:xfrm>
              <a:custGeom>
                <a:avLst/>
                <a:gdLst>
                  <a:gd name="T0" fmla="*/ 0 w 203"/>
                  <a:gd name="T1" fmla="*/ 0 h 466"/>
                  <a:gd name="T2" fmla="*/ 0 w 203"/>
                  <a:gd name="T3" fmla="*/ 0 h 466"/>
                  <a:gd name="T4" fmla="*/ 0 w 203"/>
                  <a:gd name="T5" fmla="*/ 0 h 466"/>
                  <a:gd name="T6" fmla="*/ 0 w 203"/>
                  <a:gd name="T7" fmla="*/ 0 h 466"/>
                  <a:gd name="T8" fmla="*/ 0 w 203"/>
                  <a:gd name="T9" fmla="*/ 0 h 466"/>
                  <a:gd name="T10" fmla="*/ 0 w 203"/>
                  <a:gd name="T11" fmla="*/ 0 h 466"/>
                  <a:gd name="T12" fmla="*/ 0 w 203"/>
                  <a:gd name="T13" fmla="*/ 0 h 466"/>
                  <a:gd name="T14" fmla="*/ 0 w 203"/>
                  <a:gd name="T15" fmla="*/ 0 h 466"/>
                  <a:gd name="T16" fmla="*/ 0 w 203"/>
                  <a:gd name="T17" fmla="*/ 0 h 4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3"/>
                  <a:gd name="T28" fmla="*/ 0 h 466"/>
                  <a:gd name="T29" fmla="*/ 203 w 203"/>
                  <a:gd name="T30" fmla="*/ 466 h 4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3" h="466">
                    <a:moveTo>
                      <a:pt x="203" y="0"/>
                    </a:moveTo>
                    <a:lnTo>
                      <a:pt x="111" y="51"/>
                    </a:lnTo>
                    <a:lnTo>
                      <a:pt x="0" y="403"/>
                    </a:lnTo>
                    <a:lnTo>
                      <a:pt x="99" y="466"/>
                    </a:lnTo>
                    <a:lnTo>
                      <a:pt x="203" y="378"/>
                    </a:lnTo>
                    <a:lnTo>
                      <a:pt x="203" y="136"/>
                    </a:lnTo>
                    <a:lnTo>
                      <a:pt x="152" y="136"/>
                    </a:lnTo>
                    <a:lnTo>
                      <a:pt x="152" y="76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5" name="Freeform 119">
                <a:extLst>
                  <a:ext uri="{FF2B5EF4-FFF2-40B4-BE49-F238E27FC236}">
                    <a16:creationId xmlns:a16="http://schemas.microsoft.com/office/drawing/2014/main" id="{7D9615DD-B490-FF46-9CBD-276E100A4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045"/>
                <a:ext cx="63" cy="75"/>
              </a:xfrm>
              <a:custGeom>
                <a:avLst/>
                <a:gdLst>
                  <a:gd name="T0" fmla="*/ 0 w 506"/>
                  <a:gd name="T1" fmla="*/ 0 h 599"/>
                  <a:gd name="T2" fmla="*/ 0 w 506"/>
                  <a:gd name="T3" fmla="*/ 0 h 599"/>
                  <a:gd name="T4" fmla="*/ 0 w 506"/>
                  <a:gd name="T5" fmla="*/ 0 h 599"/>
                  <a:gd name="T6" fmla="*/ 0 w 506"/>
                  <a:gd name="T7" fmla="*/ 0 h 599"/>
                  <a:gd name="T8" fmla="*/ 0 w 506"/>
                  <a:gd name="T9" fmla="*/ 0 h 599"/>
                  <a:gd name="T10" fmla="*/ 0 w 506"/>
                  <a:gd name="T11" fmla="*/ 0 h 599"/>
                  <a:gd name="T12" fmla="*/ 0 w 506"/>
                  <a:gd name="T13" fmla="*/ 0 h 599"/>
                  <a:gd name="T14" fmla="*/ 0 w 506"/>
                  <a:gd name="T15" fmla="*/ 0 h 599"/>
                  <a:gd name="T16" fmla="*/ 0 w 506"/>
                  <a:gd name="T17" fmla="*/ 0 h 599"/>
                  <a:gd name="T18" fmla="*/ 0 w 506"/>
                  <a:gd name="T19" fmla="*/ 0 h 599"/>
                  <a:gd name="T20" fmla="*/ 0 w 506"/>
                  <a:gd name="T21" fmla="*/ 0 h 599"/>
                  <a:gd name="T22" fmla="*/ 0 w 506"/>
                  <a:gd name="T23" fmla="*/ 0 h 599"/>
                  <a:gd name="T24" fmla="*/ 0 w 506"/>
                  <a:gd name="T25" fmla="*/ 0 h 5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06"/>
                  <a:gd name="T40" fmla="*/ 0 h 599"/>
                  <a:gd name="T41" fmla="*/ 506 w 506"/>
                  <a:gd name="T42" fmla="*/ 599 h 59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06" h="599">
                    <a:moveTo>
                      <a:pt x="138" y="162"/>
                    </a:moveTo>
                    <a:lnTo>
                      <a:pt x="317" y="0"/>
                    </a:lnTo>
                    <a:lnTo>
                      <a:pt x="506" y="72"/>
                    </a:lnTo>
                    <a:lnTo>
                      <a:pt x="506" y="173"/>
                    </a:lnTo>
                    <a:lnTo>
                      <a:pt x="391" y="325"/>
                    </a:lnTo>
                    <a:lnTo>
                      <a:pt x="0" y="599"/>
                    </a:lnTo>
                    <a:lnTo>
                      <a:pt x="279" y="364"/>
                    </a:lnTo>
                    <a:lnTo>
                      <a:pt x="317" y="274"/>
                    </a:lnTo>
                    <a:lnTo>
                      <a:pt x="329" y="198"/>
                    </a:lnTo>
                    <a:lnTo>
                      <a:pt x="317" y="138"/>
                    </a:lnTo>
                    <a:lnTo>
                      <a:pt x="279" y="112"/>
                    </a:lnTo>
                    <a:lnTo>
                      <a:pt x="230" y="112"/>
                    </a:lnTo>
                    <a:lnTo>
                      <a:pt x="138" y="1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6" name="Freeform 120">
                <a:extLst>
                  <a:ext uri="{FF2B5EF4-FFF2-40B4-BE49-F238E27FC236}">
                    <a16:creationId xmlns:a16="http://schemas.microsoft.com/office/drawing/2014/main" id="{7E84F130-C6F7-C543-AB48-84A533798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8"/>
                <a:ext cx="389" cy="124"/>
              </a:xfrm>
              <a:custGeom>
                <a:avLst/>
                <a:gdLst>
                  <a:gd name="T0" fmla="*/ 0 w 3106"/>
                  <a:gd name="T1" fmla="*/ 0 h 992"/>
                  <a:gd name="T2" fmla="*/ 0 w 3106"/>
                  <a:gd name="T3" fmla="*/ 0 h 992"/>
                  <a:gd name="T4" fmla="*/ 0 w 3106"/>
                  <a:gd name="T5" fmla="*/ 0 h 992"/>
                  <a:gd name="T6" fmla="*/ 0 w 3106"/>
                  <a:gd name="T7" fmla="*/ 0 h 992"/>
                  <a:gd name="T8" fmla="*/ 0 w 3106"/>
                  <a:gd name="T9" fmla="*/ 0 h 992"/>
                  <a:gd name="T10" fmla="*/ 0 w 3106"/>
                  <a:gd name="T11" fmla="*/ 0 h 992"/>
                  <a:gd name="T12" fmla="*/ 0 w 3106"/>
                  <a:gd name="T13" fmla="*/ 0 h 992"/>
                  <a:gd name="T14" fmla="*/ 0 w 3106"/>
                  <a:gd name="T15" fmla="*/ 0 h 992"/>
                  <a:gd name="T16" fmla="*/ 0 w 3106"/>
                  <a:gd name="T17" fmla="*/ 0 h 992"/>
                  <a:gd name="T18" fmla="*/ 0 w 3106"/>
                  <a:gd name="T19" fmla="*/ 0 h 992"/>
                  <a:gd name="T20" fmla="*/ 0 w 3106"/>
                  <a:gd name="T21" fmla="*/ 0 h 992"/>
                  <a:gd name="T22" fmla="*/ 0 w 3106"/>
                  <a:gd name="T23" fmla="*/ 0 h 992"/>
                  <a:gd name="T24" fmla="*/ 0 w 3106"/>
                  <a:gd name="T25" fmla="*/ 0 h 992"/>
                  <a:gd name="T26" fmla="*/ 0 w 3106"/>
                  <a:gd name="T27" fmla="*/ 0 h 992"/>
                  <a:gd name="T28" fmla="*/ 0 w 3106"/>
                  <a:gd name="T29" fmla="*/ 0 h 992"/>
                  <a:gd name="T30" fmla="*/ 0 w 3106"/>
                  <a:gd name="T31" fmla="*/ 0 h 992"/>
                  <a:gd name="T32" fmla="*/ 0 w 3106"/>
                  <a:gd name="T33" fmla="*/ 0 h 992"/>
                  <a:gd name="T34" fmla="*/ 0 w 3106"/>
                  <a:gd name="T35" fmla="*/ 0 h 992"/>
                  <a:gd name="T36" fmla="*/ 0 w 3106"/>
                  <a:gd name="T37" fmla="*/ 0 h 992"/>
                  <a:gd name="T38" fmla="*/ 0 w 3106"/>
                  <a:gd name="T39" fmla="*/ 0 h 992"/>
                  <a:gd name="T40" fmla="*/ 0 w 3106"/>
                  <a:gd name="T41" fmla="*/ 0 h 992"/>
                  <a:gd name="T42" fmla="*/ 0 w 3106"/>
                  <a:gd name="T43" fmla="*/ 0 h 992"/>
                  <a:gd name="T44" fmla="*/ 0 w 3106"/>
                  <a:gd name="T45" fmla="*/ 0 h 992"/>
                  <a:gd name="T46" fmla="*/ 0 w 3106"/>
                  <a:gd name="T47" fmla="*/ 0 h 992"/>
                  <a:gd name="T48" fmla="*/ 0 w 3106"/>
                  <a:gd name="T49" fmla="*/ 0 h 992"/>
                  <a:gd name="T50" fmla="*/ 0 w 3106"/>
                  <a:gd name="T51" fmla="*/ 0 h 992"/>
                  <a:gd name="T52" fmla="*/ 0 w 3106"/>
                  <a:gd name="T53" fmla="*/ 0 h 992"/>
                  <a:gd name="T54" fmla="*/ 0 w 3106"/>
                  <a:gd name="T55" fmla="*/ 0 h 992"/>
                  <a:gd name="T56" fmla="*/ 0 w 3106"/>
                  <a:gd name="T57" fmla="*/ 0 h 992"/>
                  <a:gd name="T58" fmla="*/ 0 w 3106"/>
                  <a:gd name="T59" fmla="*/ 0 h 992"/>
                  <a:gd name="T60" fmla="*/ 0 w 3106"/>
                  <a:gd name="T61" fmla="*/ 0 h 992"/>
                  <a:gd name="T62" fmla="*/ 0 w 3106"/>
                  <a:gd name="T63" fmla="*/ 0 h 992"/>
                  <a:gd name="T64" fmla="*/ 0 w 3106"/>
                  <a:gd name="T65" fmla="*/ 0 h 992"/>
                  <a:gd name="T66" fmla="*/ 0 w 3106"/>
                  <a:gd name="T67" fmla="*/ 0 h 992"/>
                  <a:gd name="T68" fmla="*/ 0 w 3106"/>
                  <a:gd name="T69" fmla="*/ 0 h 992"/>
                  <a:gd name="T70" fmla="*/ 0 w 3106"/>
                  <a:gd name="T71" fmla="*/ 0 h 992"/>
                  <a:gd name="T72" fmla="*/ 0 w 3106"/>
                  <a:gd name="T73" fmla="*/ 0 h 992"/>
                  <a:gd name="T74" fmla="*/ 0 w 3106"/>
                  <a:gd name="T75" fmla="*/ 0 h 992"/>
                  <a:gd name="T76" fmla="*/ 0 w 3106"/>
                  <a:gd name="T77" fmla="*/ 0 h 992"/>
                  <a:gd name="T78" fmla="*/ 0 w 3106"/>
                  <a:gd name="T79" fmla="*/ 0 h 992"/>
                  <a:gd name="T80" fmla="*/ 0 w 3106"/>
                  <a:gd name="T81" fmla="*/ 0 h 992"/>
                  <a:gd name="T82" fmla="*/ 0 w 3106"/>
                  <a:gd name="T83" fmla="*/ 0 h 992"/>
                  <a:gd name="T84" fmla="*/ 0 w 3106"/>
                  <a:gd name="T85" fmla="*/ 0 h 992"/>
                  <a:gd name="T86" fmla="*/ 0 w 3106"/>
                  <a:gd name="T87" fmla="*/ 0 h 992"/>
                  <a:gd name="T88" fmla="*/ 0 w 3106"/>
                  <a:gd name="T89" fmla="*/ 0 h 9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06"/>
                  <a:gd name="T136" fmla="*/ 0 h 992"/>
                  <a:gd name="T137" fmla="*/ 3106 w 3106"/>
                  <a:gd name="T138" fmla="*/ 992 h 9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06" h="992">
                    <a:moveTo>
                      <a:pt x="0" y="215"/>
                    </a:moveTo>
                    <a:lnTo>
                      <a:pt x="430" y="377"/>
                    </a:lnTo>
                    <a:lnTo>
                      <a:pt x="540" y="268"/>
                    </a:lnTo>
                    <a:lnTo>
                      <a:pt x="770" y="268"/>
                    </a:lnTo>
                    <a:lnTo>
                      <a:pt x="896" y="364"/>
                    </a:lnTo>
                    <a:lnTo>
                      <a:pt x="1010" y="327"/>
                    </a:lnTo>
                    <a:lnTo>
                      <a:pt x="1603" y="314"/>
                    </a:lnTo>
                    <a:lnTo>
                      <a:pt x="2017" y="226"/>
                    </a:lnTo>
                    <a:lnTo>
                      <a:pt x="2589" y="0"/>
                    </a:lnTo>
                    <a:lnTo>
                      <a:pt x="2663" y="49"/>
                    </a:lnTo>
                    <a:lnTo>
                      <a:pt x="2676" y="100"/>
                    </a:lnTo>
                    <a:lnTo>
                      <a:pt x="2614" y="162"/>
                    </a:lnTo>
                    <a:lnTo>
                      <a:pt x="2689" y="238"/>
                    </a:lnTo>
                    <a:lnTo>
                      <a:pt x="2713" y="302"/>
                    </a:lnTo>
                    <a:lnTo>
                      <a:pt x="2689" y="377"/>
                    </a:lnTo>
                    <a:lnTo>
                      <a:pt x="3091" y="413"/>
                    </a:lnTo>
                    <a:lnTo>
                      <a:pt x="3106" y="439"/>
                    </a:lnTo>
                    <a:lnTo>
                      <a:pt x="2689" y="461"/>
                    </a:lnTo>
                    <a:lnTo>
                      <a:pt x="2689" y="500"/>
                    </a:lnTo>
                    <a:lnTo>
                      <a:pt x="2713" y="540"/>
                    </a:lnTo>
                    <a:lnTo>
                      <a:pt x="3078" y="553"/>
                    </a:lnTo>
                    <a:lnTo>
                      <a:pt x="3043" y="602"/>
                    </a:lnTo>
                    <a:lnTo>
                      <a:pt x="2737" y="665"/>
                    </a:lnTo>
                    <a:lnTo>
                      <a:pt x="2737" y="715"/>
                    </a:lnTo>
                    <a:lnTo>
                      <a:pt x="2953" y="715"/>
                    </a:lnTo>
                    <a:lnTo>
                      <a:pt x="2977" y="680"/>
                    </a:lnTo>
                    <a:lnTo>
                      <a:pt x="2965" y="740"/>
                    </a:lnTo>
                    <a:lnTo>
                      <a:pt x="2589" y="791"/>
                    </a:lnTo>
                    <a:lnTo>
                      <a:pt x="2160" y="814"/>
                    </a:lnTo>
                    <a:lnTo>
                      <a:pt x="1992" y="814"/>
                    </a:lnTo>
                    <a:lnTo>
                      <a:pt x="1753" y="854"/>
                    </a:lnTo>
                    <a:lnTo>
                      <a:pt x="1676" y="992"/>
                    </a:lnTo>
                    <a:lnTo>
                      <a:pt x="1314" y="992"/>
                    </a:lnTo>
                    <a:lnTo>
                      <a:pt x="1641" y="953"/>
                    </a:lnTo>
                    <a:lnTo>
                      <a:pt x="1692" y="867"/>
                    </a:lnTo>
                    <a:lnTo>
                      <a:pt x="1715" y="752"/>
                    </a:lnTo>
                    <a:lnTo>
                      <a:pt x="1715" y="641"/>
                    </a:lnTo>
                    <a:lnTo>
                      <a:pt x="1676" y="489"/>
                    </a:lnTo>
                    <a:lnTo>
                      <a:pt x="1630" y="364"/>
                    </a:lnTo>
                    <a:lnTo>
                      <a:pt x="1010" y="377"/>
                    </a:lnTo>
                    <a:lnTo>
                      <a:pt x="881" y="401"/>
                    </a:lnTo>
                    <a:lnTo>
                      <a:pt x="669" y="314"/>
                    </a:lnTo>
                    <a:lnTo>
                      <a:pt x="468" y="473"/>
                    </a:lnTo>
                    <a:lnTo>
                      <a:pt x="415" y="401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7" name="Freeform 121">
                <a:extLst>
                  <a:ext uri="{FF2B5EF4-FFF2-40B4-BE49-F238E27FC236}">
                    <a16:creationId xmlns:a16="http://schemas.microsoft.com/office/drawing/2014/main" id="{F8D7B21E-5EC7-D748-ADE0-C634AA311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081"/>
                <a:ext cx="45" cy="18"/>
              </a:xfrm>
              <a:custGeom>
                <a:avLst/>
                <a:gdLst>
                  <a:gd name="T0" fmla="*/ 0 w 366"/>
                  <a:gd name="T1" fmla="*/ 0 h 150"/>
                  <a:gd name="T2" fmla="*/ 0 w 366"/>
                  <a:gd name="T3" fmla="*/ 0 h 150"/>
                  <a:gd name="T4" fmla="*/ 0 w 366"/>
                  <a:gd name="T5" fmla="*/ 0 h 150"/>
                  <a:gd name="T6" fmla="*/ 0 w 366"/>
                  <a:gd name="T7" fmla="*/ 0 h 150"/>
                  <a:gd name="T8" fmla="*/ 0 w 366"/>
                  <a:gd name="T9" fmla="*/ 0 h 150"/>
                  <a:gd name="T10" fmla="*/ 0 w 366"/>
                  <a:gd name="T11" fmla="*/ 0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6"/>
                  <a:gd name="T19" fmla="*/ 0 h 150"/>
                  <a:gd name="T20" fmla="*/ 366 w 366"/>
                  <a:gd name="T21" fmla="*/ 150 h 1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6" h="150">
                    <a:moveTo>
                      <a:pt x="366" y="114"/>
                    </a:moveTo>
                    <a:lnTo>
                      <a:pt x="200" y="0"/>
                    </a:lnTo>
                    <a:lnTo>
                      <a:pt x="0" y="40"/>
                    </a:lnTo>
                    <a:lnTo>
                      <a:pt x="38" y="93"/>
                    </a:lnTo>
                    <a:lnTo>
                      <a:pt x="302" y="150"/>
                    </a:lnTo>
                    <a:lnTo>
                      <a:pt x="366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8" name="Freeform 122">
                <a:extLst>
                  <a:ext uri="{FF2B5EF4-FFF2-40B4-BE49-F238E27FC236}">
                    <a16:creationId xmlns:a16="http://schemas.microsoft.com/office/drawing/2014/main" id="{61329DCB-DA6A-064D-AAFF-3B370DE50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70"/>
                <a:ext cx="39" cy="273"/>
              </a:xfrm>
              <a:custGeom>
                <a:avLst/>
                <a:gdLst>
                  <a:gd name="T0" fmla="*/ 0 w 315"/>
                  <a:gd name="T1" fmla="*/ 0 h 2186"/>
                  <a:gd name="T2" fmla="*/ 0 w 315"/>
                  <a:gd name="T3" fmla="*/ 0 h 2186"/>
                  <a:gd name="T4" fmla="*/ 0 w 315"/>
                  <a:gd name="T5" fmla="*/ 0 h 2186"/>
                  <a:gd name="T6" fmla="*/ 0 w 315"/>
                  <a:gd name="T7" fmla="*/ 0 h 2186"/>
                  <a:gd name="T8" fmla="*/ 0 w 315"/>
                  <a:gd name="T9" fmla="*/ 0 h 2186"/>
                  <a:gd name="T10" fmla="*/ 0 w 315"/>
                  <a:gd name="T11" fmla="*/ 0 h 2186"/>
                  <a:gd name="T12" fmla="*/ 0 w 315"/>
                  <a:gd name="T13" fmla="*/ 0 h 2186"/>
                  <a:gd name="T14" fmla="*/ 0 w 315"/>
                  <a:gd name="T15" fmla="*/ 0 h 2186"/>
                  <a:gd name="T16" fmla="*/ 0 w 315"/>
                  <a:gd name="T17" fmla="*/ 0 h 2186"/>
                  <a:gd name="T18" fmla="*/ 0 w 315"/>
                  <a:gd name="T19" fmla="*/ 0 h 2186"/>
                  <a:gd name="T20" fmla="*/ 0 w 315"/>
                  <a:gd name="T21" fmla="*/ 0 h 2186"/>
                  <a:gd name="T22" fmla="*/ 0 w 315"/>
                  <a:gd name="T23" fmla="*/ 0 h 2186"/>
                  <a:gd name="T24" fmla="*/ 0 w 315"/>
                  <a:gd name="T25" fmla="*/ 0 h 2186"/>
                  <a:gd name="T26" fmla="*/ 0 w 315"/>
                  <a:gd name="T27" fmla="*/ 0 h 2186"/>
                  <a:gd name="T28" fmla="*/ 0 w 315"/>
                  <a:gd name="T29" fmla="*/ 0 h 2186"/>
                  <a:gd name="T30" fmla="*/ 0 w 315"/>
                  <a:gd name="T31" fmla="*/ 0 h 2186"/>
                  <a:gd name="T32" fmla="*/ 0 w 315"/>
                  <a:gd name="T33" fmla="*/ 0 h 2186"/>
                  <a:gd name="T34" fmla="*/ 0 w 315"/>
                  <a:gd name="T35" fmla="*/ 0 h 2186"/>
                  <a:gd name="T36" fmla="*/ 0 w 315"/>
                  <a:gd name="T37" fmla="*/ 0 h 2186"/>
                  <a:gd name="T38" fmla="*/ 0 w 315"/>
                  <a:gd name="T39" fmla="*/ 0 h 2186"/>
                  <a:gd name="T40" fmla="*/ 0 w 315"/>
                  <a:gd name="T41" fmla="*/ 0 h 2186"/>
                  <a:gd name="T42" fmla="*/ 0 w 315"/>
                  <a:gd name="T43" fmla="*/ 0 h 2186"/>
                  <a:gd name="T44" fmla="*/ 0 w 315"/>
                  <a:gd name="T45" fmla="*/ 0 h 2186"/>
                  <a:gd name="T46" fmla="*/ 0 w 315"/>
                  <a:gd name="T47" fmla="*/ 0 h 218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5"/>
                  <a:gd name="T73" fmla="*/ 0 h 2186"/>
                  <a:gd name="T74" fmla="*/ 315 w 315"/>
                  <a:gd name="T75" fmla="*/ 2186 h 218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5" h="2186">
                    <a:moveTo>
                      <a:pt x="175" y="2133"/>
                    </a:moveTo>
                    <a:lnTo>
                      <a:pt x="214" y="2085"/>
                    </a:lnTo>
                    <a:lnTo>
                      <a:pt x="214" y="1958"/>
                    </a:lnTo>
                    <a:lnTo>
                      <a:pt x="124" y="1633"/>
                    </a:lnTo>
                    <a:lnTo>
                      <a:pt x="62" y="1180"/>
                    </a:lnTo>
                    <a:lnTo>
                      <a:pt x="49" y="796"/>
                    </a:lnTo>
                    <a:lnTo>
                      <a:pt x="21" y="540"/>
                    </a:lnTo>
                    <a:lnTo>
                      <a:pt x="49" y="466"/>
                    </a:lnTo>
                    <a:lnTo>
                      <a:pt x="49" y="325"/>
                    </a:lnTo>
                    <a:lnTo>
                      <a:pt x="0" y="213"/>
                    </a:lnTo>
                    <a:lnTo>
                      <a:pt x="73" y="277"/>
                    </a:lnTo>
                    <a:lnTo>
                      <a:pt x="99" y="213"/>
                    </a:lnTo>
                    <a:lnTo>
                      <a:pt x="111" y="127"/>
                    </a:lnTo>
                    <a:lnTo>
                      <a:pt x="111" y="0"/>
                    </a:lnTo>
                    <a:lnTo>
                      <a:pt x="124" y="104"/>
                    </a:lnTo>
                    <a:lnTo>
                      <a:pt x="136" y="213"/>
                    </a:lnTo>
                    <a:lnTo>
                      <a:pt x="111" y="341"/>
                    </a:lnTo>
                    <a:lnTo>
                      <a:pt x="73" y="466"/>
                    </a:lnTo>
                    <a:lnTo>
                      <a:pt x="49" y="551"/>
                    </a:lnTo>
                    <a:lnTo>
                      <a:pt x="111" y="1292"/>
                    </a:lnTo>
                    <a:lnTo>
                      <a:pt x="185" y="1732"/>
                    </a:lnTo>
                    <a:lnTo>
                      <a:pt x="262" y="1958"/>
                    </a:lnTo>
                    <a:lnTo>
                      <a:pt x="315" y="2186"/>
                    </a:lnTo>
                    <a:lnTo>
                      <a:pt x="175" y="21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09" name="Freeform 123">
                <a:extLst>
                  <a:ext uri="{FF2B5EF4-FFF2-40B4-BE49-F238E27FC236}">
                    <a16:creationId xmlns:a16="http://schemas.microsoft.com/office/drawing/2014/main" id="{8239A9BA-C85D-9949-AEA5-1C96116A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50"/>
                <a:ext cx="217" cy="307"/>
              </a:xfrm>
              <a:custGeom>
                <a:avLst/>
                <a:gdLst>
                  <a:gd name="T0" fmla="*/ 0 w 1731"/>
                  <a:gd name="T1" fmla="*/ 0 h 2462"/>
                  <a:gd name="T2" fmla="*/ 0 w 1731"/>
                  <a:gd name="T3" fmla="*/ 0 h 2462"/>
                  <a:gd name="T4" fmla="*/ 0 w 1731"/>
                  <a:gd name="T5" fmla="*/ 0 h 2462"/>
                  <a:gd name="T6" fmla="*/ 0 w 1731"/>
                  <a:gd name="T7" fmla="*/ 0 h 2462"/>
                  <a:gd name="T8" fmla="*/ 0 w 1731"/>
                  <a:gd name="T9" fmla="*/ 0 h 2462"/>
                  <a:gd name="T10" fmla="*/ 0 w 1731"/>
                  <a:gd name="T11" fmla="*/ 0 h 2462"/>
                  <a:gd name="T12" fmla="*/ 0 w 1731"/>
                  <a:gd name="T13" fmla="*/ 0 h 2462"/>
                  <a:gd name="T14" fmla="*/ 0 w 1731"/>
                  <a:gd name="T15" fmla="*/ 0 h 2462"/>
                  <a:gd name="T16" fmla="*/ 0 w 1731"/>
                  <a:gd name="T17" fmla="*/ 0 h 2462"/>
                  <a:gd name="T18" fmla="*/ 0 w 1731"/>
                  <a:gd name="T19" fmla="*/ 0 h 2462"/>
                  <a:gd name="T20" fmla="*/ 0 w 1731"/>
                  <a:gd name="T21" fmla="*/ 0 h 2462"/>
                  <a:gd name="T22" fmla="*/ 0 w 1731"/>
                  <a:gd name="T23" fmla="*/ 0 h 2462"/>
                  <a:gd name="T24" fmla="*/ 0 w 1731"/>
                  <a:gd name="T25" fmla="*/ 0 h 2462"/>
                  <a:gd name="T26" fmla="*/ 0 w 1731"/>
                  <a:gd name="T27" fmla="*/ 0 h 2462"/>
                  <a:gd name="T28" fmla="*/ 0 w 1731"/>
                  <a:gd name="T29" fmla="*/ 0 h 2462"/>
                  <a:gd name="T30" fmla="*/ 0 w 1731"/>
                  <a:gd name="T31" fmla="*/ 0 h 2462"/>
                  <a:gd name="T32" fmla="*/ 0 w 1731"/>
                  <a:gd name="T33" fmla="*/ 0 h 2462"/>
                  <a:gd name="T34" fmla="*/ 0 w 1731"/>
                  <a:gd name="T35" fmla="*/ 0 h 2462"/>
                  <a:gd name="T36" fmla="*/ 0 w 1731"/>
                  <a:gd name="T37" fmla="*/ 0 h 2462"/>
                  <a:gd name="T38" fmla="*/ 0 w 1731"/>
                  <a:gd name="T39" fmla="*/ 0 h 2462"/>
                  <a:gd name="T40" fmla="*/ 0 w 1731"/>
                  <a:gd name="T41" fmla="*/ 0 h 2462"/>
                  <a:gd name="T42" fmla="*/ 0 w 1731"/>
                  <a:gd name="T43" fmla="*/ 0 h 2462"/>
                  <a:gd name="T44" fmla="*/ 0 w 1731"/>
                  <a:gd name="T45" fmla="*/ 0 h 2462"/>
                  <a:gd name="T46" fmla="*/ 0 w 1731"/>
                  <a:gd name="T47" fmla="*/ 0 h 2462"/>
                  <a:gd name="T48" fmla="*/ 0 w 1731"/>
                  <a:gd name="T49" fmla="*/ 0 h 2462"/>
                  <a:gd name="T50" fmla="*/ 0 w 1731"/>
                  <a:gd name="T51" fmla="*/ 0 h 2462"/>
                  <a:gd name="T52" fmla="*/ 0 w 1731"/>
                  <a:gd name="T53" fmla="*/ 0 h 2462"/>
                  <a:gd name="T54" fmla="*/ 0 w 1731"/>
                  <a:gd name="T55" fmla="*/ 0 h 2462"/>
                  <a:gd name="T56" fmla="*/ 0 w 1731"/>
                  <a:gd name="T57" fmla="*/ 0 h 2462"/>
                  <a:gd name="T58" fmla="*/ 0 w 1731"/>
                  <a:gd name="T59" fmla="*/ 0 h 2462"/>
                  <a:gd name="T60" fmla="*/ 0 w 1731"/>
                  <a:gd name="T61" fmla="*/ 0 h 2462"/>
                  <a:gd name="T62" fmla="*/ 0 w 1731"/>
                  <a:gd name="T63" fmla="*/ 0 h 2462"/>
                  <a:gd name="T64" fmla="*/ 0 w 1731"/>
                  <a:gd name="T65" fmla="*/ 0 h 2462"/>
                  <a:gd name="T66" fmla="*/ 0 w 1731"/>
                  <a:gd name="T67" fmla="*/ 0 h 2462"/>
                  <a:gd name="T68" fmla="*/ 0 w 1731"/>
                  <a:gd name="T69" fmla="*/ 0 h 2462"/>
                  <a:gd name="T70" fmla="*/ 0 w 1731"/>
                  <a:gd name="T71" fmla="*/ 0 h 2462"/>
                  <a:gd name="T72" fmla="*/ 0 w 1731"/>
                  <a:gd name="T73" fmla="*/ 0 h 2462"/>
                  <a:gd name="T74" fmla="*/ 0 w 1731"/>
                  <a:gd name="T75" fmla="*/ 0 h 2462"/>
                  <a:gd name="T76" fmla="*/ 0 w 1731"/>
                  <a:gd name="T77" fmla="*/ 0 h 2462"/>
                  <a:gd name="T78" fmla="*/ 0 w 1731"/>
                  <a:gd name="T79" fmla="*/ 0 h 2462"/>
                  <a:gd name="T80" fmla="*/ 0 w 1731"/>
                  <a:gd name="T81" fmla="*/ 0 h 2462"/>
                  <a:gd name="T82" fmla="*/ 0 w 1731"/>
                  <a:gd name="T83" fmla="*/ 0 h 2462"/>
                  <a:gd name="T84" fmla="*/ 0 w 1731"/>
                  <a:gd name="T85" fmla="*/ 0 h 2462"/>
                  <a:gd name="T86" fmla="*/ 0 w 1731"/>
                  <a:gd name="T87" fmla="*/ 0 h 24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31"/>
                  <a:gd name="T133" fmla="*/ 0 h 2462"/>
                  <a:gd name="T134" fmla="*/ 1731 w 1731"/>
                  <a:gd name="T135" fmla="*/ 2462 h 246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31" h="2462">
                    <a:moveTo>
                      <a:pt x="152" y="0"/>
                    </a:moveTo>
                    <a:lnTo>
                      <a:pt x="379" y="203"/>
                    </a:lnTo>
                    <a:lnTo>
                      <a:pt x="440" y="376"/>
                    </a:lnTo>
                    <a:lnTo>
                      <a:pt x="480" y="541"/>
                    </a:lnTo>
                    <a:lnTo>
                      <a:pt x="480" y="800"/>
                    </a:lnTo>
                    <a:lnTo>
                      <a:pt x="368" y="1646"/>
                    </a:lnTo>
                    <a:lnTo>
                      <a:pt x="267" y="1747"/>
                    </a:lnTo>
                    <a:lnTo>
                      <a:pt x="0" y="1784"/>
                    </a:lnTo>
                    <a:lnTo>
                      <a:pt x="368" y="1772"/>
                    </a:lnTo>
                    <a:lnTo>
                      <a:pt x="254" y="2450"/>
                    </a:lnTo>
                    <a:lnTo>
                      <a:pt x="278" y="2462"/>
                    </a:lnTo>
                    <a:lnTo>
                      <a:pt x="406" y="1881"/>
                    </a:lnTo>
                    <a:lnTo>
                      <a:pt x="883" y="2273"/>
                    </a:lnTo>
                    <a:lnTo>
                      <a:pt x="996" y="2273"/>
                    </a:lnTo>
                    <a:lnTo>
                      <a:pt x="1174" y="2185"/>
                    </a:lnTo>
                    <a:lnTo>
                      <a:pt x="1363" y="2035"/>
                    </a:lnTo>
                    <a:lnTo>
                      <a:pt x="1500" y="1895"/>
                    </a:lnTo>
                    <a:lnTo>
                      <a:pt x="1603" y="1759"/>
                    </a:lnTo>
                    <a:lnTo>
                      <a:pt x="1462" y="1881"/>
                    </a:lnTo>
                    <a:lnTo>
                      <a:pt x="1363" y="1809"/>
                    </a:lnTo>
                    <a:lnTo>
                      <a:pt x="1480" y="1734"/>
                    </a:lnTo>
                    <a:lnTo>
                      <a:pt x="1238" y="1809"/>
                    </a:lnTo>
                    <a:lnTo>
                      <a:pt x="950" y="1846"/>
                    </a:lnTo>
                    <a:lnTo>
                      <a:pt x="669" y="1846"/>
                    </a:lnTo>
                    <a:lnTo>
                      <a:pt x="555" y="1846"/>
                    </a:lnTo>
                    <a:lnTo>
                      <a:pt x="469" y="1784"/>
                    </a:lnTo>
                    <a:lnTo>
                      <a:pt x="647" y="1708"/>
                    </a:lnTo>
                    <a:lnTo>
                      <a:pt x="1012" y="1708"/>
                    </a:lnTo>
                    <a:lnTo>
                      <a:pt x="1300" y="1545"/>
                    </a:lnTo>
                    <a:lnTo>
                      <a:pt x="1012" y="1631"/>
                    </a:lnTo>
                    <a:lnTo>
                      <a:pt x="647" y="1631"/>
                    </a:lnTo>
                    <a:lnTo>
                      <a:pt x="440" y="1685"/>
                    </a:lnTo>
                    <a:lnTo>
                      <a:pt x="440" y="1496"/>
                    </a:lnTo>
                    <a:lnTo>
                      <a:pt x="987" y="1409"/>
                    </a:lnTo>
                    <a:lnTo>
                      <a:pt x="781" y="892"/>
                    </a:lnTo>
                    <a:lnTo>
                      <a:pt x="555" y="592"/>
                    </a:lnTo>
                    <a:lnTo>
                      <a:pt x="555" y="415"/>
                    </a:lnTo>
                    <a:lnTo>
                      <a:pt x="1570" y="1444"/>
                    </a:lnTo>
                    <a:lnTo>
                      <a:pt x="1731" y="1519"/>
                    </a:lnTo>
                    <a:lnTo>
                      <a:pt x="1642" y="1332"/>
                    </a:lnTo>
                    <a:lnTo>
                      <a:pt x="733" y="477"/>
                    </a:lnTo>
                    <a:lnTo>
                      <a:pt x="620" y="267"/>
                    </a:lnTo>
                    <a:lnTo>
                      <a:pt x="304" y="5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0" name="Freeform 124">
                <a:extLst>
                  <a:ext uri="{FF2B5EF4-FFF2-40B4-BE49-F238E27FC236}">
                    <a16:creationId xmlns:a16="http://schemas.microsoft.com/office/drawing/2014/main" id="{C19FDBF3-EDB4-1442-AB00-FFA8DCC53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986"/>
                <a:ext cx="98" cy="73"/>
              </a:xfrm>
              <a:custGeom>
                <a:avLst/>
                <a:gdLst>
                  <a:gd name="T0" fmla="*/ 0 w 783"/>
                  <a:gd name="T1" fmla="*/ 0 h 580"/>
                  <a:gd name="T2" fmla="*/ 0 w 783"/>
                  <a:gd name="T3" fmla="*/ 0 h 580"/>
                  <a:gd name="T4" fmla="*/ 0 w 783"/>
                  <a:gd name="T5" fmla="*/ 0 h 580"/>
                  <a:gd name="T6" fmla="*/ 0 w 783"/>
                  <a:gd name="T7" fmla="*/ 0 h 580"/>
                  <a:gd name="T8" fmla="*/ 0 w 783"/>
                  <a:gd name="T9" fmla="*/ 0 h 580"/>
                  <a:gd name="T10" fmla="*/ 0 w 783"/>
                  <a:gd name="T11" fmla="*/ 0 h 580"/>
                  <a:gd name="T12" fmla="*/ 0 w 783"/>
                  <a:gd name="T13" fmla="*/ 0 h 580"/>
                  <a:gd name="T14" fmla="*/ 0 w 783"/>
                  <a:gd name="T15" fmla="*/ 0 h 580"/>
                  <a:gd name="T16" fmla="*/ 0 w 783"/>
                  <a:gd name="T17" fmla="*/ 0 h 580"/>
                  <a:gd name="T18" fmla="*/ 0 w 783"/>
                  <a:gd name="T19" fmla="*/ 0 h 5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3"/>
                  <a:gd name="T31" fmla="*/ 0 h 580"/>
                  <a:gd name="T32" fmla="*/ 783 w 783"/>
                  <a:gd name="T33" fmla="*/ 580 h 5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3" h="580">
                    <a:moveTo>
                      <a:pt x="0" y="442"/>
                    </a:moveTo>
                    <a:lnTo>
                      <a:pt x="317" y="378"/>
                    </a:lnTo>
                    <a:lnTo>
                      <a:pt x="670" y="580"/>
                    </a:lnTo>
                    <a:lnTo>
                      <a:pt x="783" y="540"/>
                    </a:lnTo>
                    <a:lnTo>
                      <a:pt x="504" y="378"/>
                    </a:lnTo>
                    <a:lnTo>
                      <a:pt x="619" y="166"/>
                    </a:lnTo>
                    <a:lnTo>
                      <a:pt x="619" y="0"/>
                    </a:lnTo>
                    <a:lnTo>
                      <a:pt x="402" y="265"/>
                    </a:lnTo>
                    <a:lnTo>
                      <a:pt x="216" y="362"/>
                    </a:lnTo>
                    <a:lnTo>
                      <a:pt x="0" y="4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1" name="Freeform 125">
                <a:extLst>
                  <a:ext uri="{FF2B5EF4-FFF2-40B4-BE49-F238E27FC236}">
                    <a16:creationId xmlns:a16="http://schemas.microsoft.com/office/drawing/2014/main" id="{A0398581-AB54-0642-A7D9-9C0F2AF9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35"/>
                <a:ext cx="123" cy="88"/>
              </a:xfrm>
              <a:custGeom>
                <a:avLst/>
                <a:gdLst>
                  <a:gd name="T0" fmla="*/ 0 w 984"/>
                  <a:gd name="T1" fmla="*/ 0 h 703"/>
                  <a:gd name="T2" fmla="*/ 0 w 984"/>
                  <a:gd name="T3" fmla="*/ 0 h 703"/>
                  <a:gd name="T4" fmla="*/ 0 w 984"/>
                  <a:gd name="T5" fmla="*/ 0 h 703"/>
                  <a:gd name="T6" fmla="*/ 0 w 984"/>
                  <a:gd name="T7" fmla="*/ 0 h 703"/>
                  <a:gd name="T8" fmla="*/ 0 w 984"/>
                  <a:gd name="T9" fmla="*/ 0 h 703"/>
                  <a:gd name="T10" fmla="*/ 0 w 984"/>
                  <a:gd name="T11" fmla="*/ 0 h 703"/>
                  <a:gd name="T12" fmla="*/ 0 w 984"/>
                  <a:gd name="T13" fmla="*/ 0 h 703"/>
                  <a:gd name="T14" fmla="*/ 0 w 984"/>
                  <a:gd name="T15" fmla="*/ 0 h 703"/>
                  <a:gd name="T16" fmla="*/ 0 w 984"/>
                  <a:gd name="T17" fmla="*/ 0 h 703"/>
                  <a:gd name="T18" fmla="*/ 0 w 984"/>
                  <a:gd name="T19" fmla="*/ 0 h 703"/>
                  <a:gd name="T20" fmla="*/ 0 w 984"/>
                  <a:gd name="T21" fmla="*/ 0 h 703"/>
                  <a:gd name="T22" fmla="*/ 0 w 984"/>
                  <a:gd name="T23" fmla="*/ 0 h 703"/>
                  <a:gd name="T24" fmla="*/ 0 w 984"/>
                  <a:gd name="T25" fmla="*/ 0 h 703"/>
                  <a:gd name="T26" fmla="*/ 0 w 984"/>
                  <a:gd name="T27" fmla="*/ 0 h 703"/>
                  <a:gd name="T28" fmla="*/ 0 w 984"/>
                  <a:gd name="T29" fmla="*/ 0 h 7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84"/>
                  <a:gd name="T46" fmla="*/ 0 h 703"/>
                  <a:gd name="T47" fmla="*/ 984 w 984"/>
                  <a:gd name="T48" fmla="*/ 703 h 70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84" h="703">
                    <a:moveTo>
                      <a:pt x="189" y="314"/>
                    </a:moveTo>
                    <a:lnTo>
                      <a:pt x="367" y="212"/>
                    </a:lnTo>
                    <a:lnTo>
                      <a:pt x="744" y="364"/>
                    </a:lnTo>
                    <a:lnTo>
                      <a:pt x="744" y="500"/>
                    </a:lnTo>
                    <a:lnTo>
                      <a:pt x="442" y="579"/>
                    </a:lnTo>
                    <a:lnTo>
                      <a:pt x="809" y="567"/>
                    </a:lnTo>
                    <a:lnTo>
                      <a:pt x="984" y="703"/>
                    </a:lnTo>
                    <a:lnTo>
                      <a:pt x="870" y="450"/>
                    </a:lnTo>
                    <a:lnTo>
                      <a:pt x="707" y="265"/>
                    </a:lnTo>
                    <a:lnTo>
                      <a:pt x="343" y="164"/>
                    </a:lnTo>
                    <a:lnTo>
                      <a:pt x="202" y="0"/>
                    </a:lnTo>
                    <a:lnTo>
                      <a:pt x="0" y="164"/>
                    </a:lnTo>
                    <a:lnTo>
                      <a:pt x="178" y="63"/>
                    </a:lnTo>
                    <a:lnTo>
                      <a:pt x="239" y="149"/>
                    </a:lnTo>
                    <a:lnTo>
                      <a:pt x="189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2" name="Freeform 126">
                <a:extLst>
                  <a:ext uri="{FF2B5EF4-FFF2-40B4-BE49-F238E27FC236}">
                    <a16:creationId xmlns:a16="http://schemas.microsoft.com/office/drawing/2014/main" id="{401B57C9-B0E3-5E48-9010-8E88C3E8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016"/>
                <a:ext cx="73" cy="52"/>
              </a:xfrm>
              <a:custGeom>
                <a:avLst/>
                <a:gdLst>
                  <a:gd name="T0" fmla="*/ 0 w 581"/>
                  <a:gd name="T1" fmla="*/ 0 h 415"/>
                  <a:gd name="T2" fmla="*/ 0 w 581"/>
                  <a:gd name="T3" fmla="*/ 0 h 415"/>
                  <a:gd name="T4" fmla="*/ 0 w 581"/>
                  <a:gd name="T5" fmla="*/ 0 h 415"/>
                  <a:gd name="T6" fmla="*/ 0 w 581"/>
                  <a:gd name="T7" fmla="*/ 0 h 415"/>
                  <a:gd name="T8" fmla="*/ 0 w 581"/>
                  <a:gd name="T9" fmla="*/ 0 h 415"/>
                  <a:gd name="T10" fmla="*/ 0 w 581"/>
                  <a:gd name="T11" fmla="*/ 0 h 415"/>
                  <a:gd name="T12" fmla="*/ 0 w 581"/>
                  <a:gd name="T13" fmla="*/ 0 h 415"/>
                  <a:gd name="T14" fmla="*/ 0 w 581"/>
                  <a:gd name="T15" fmla="*/ 0 h 415"/>
                  <a:gd name="T16" fmla="*/ 0 w 581"/>
                  <a:gd name="T17" fmla="*/ 0 h 415"/>
                  <a:gd name="T18" fmla="*/ 0 w 581"/>
                  <a:gd name="T19" fmla="*/ 0 h 415"/>
                  <a:gd name="T20" fmla="*/ 0 w 581"/>
                  <a:gd name="T21" fmla="*/ 0 h 415"/>
                  <a:gd name="T22" fmla="*/ 0 w 581"/>
                  <a:gd name="T23" fmla="*/ 0 h 415"/>
                  <a:gd name="T24" fmla="*/ 0 w 581"/>
                  <a:gd name="T25" fmla="*/ 0 h 415"/>
                  <a:gd name="T26" fmla="*/ 0 w 581"/>
                  <a:gd name="T27" fmla="*/ 0 h 415"/>
                  <a:gd name="T28" fmla="*/ 0 w 581"/>
                  <a:gd name="T29" fmla="*/ 0 h 4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1"/>
                  <a:gd name="T46" fmla="*/ 0 h 415"/>
                  <a:gd name="T47" fmla="*/ 581 w 581"/>
                  <a:gd name="T48" fmla="*/ 415 h 4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1" h="415">
                    <a:moveTo>
                      <a:pt x="22" y="0"/>
                    </a:moveTo>
                    <a:lnTo>
                      <a:pt x="464" y="37"/>
                    </a:lnTo>
                    <a:lnTo>
                      <a:pt x="581" y="240"/>
                    </a:lnTo>
                    <a:lnTo>
                      <a:pt x="581" y="288"/>
                    </a:lnTo>
                    <a:lnTo>
                      <a:pt x="492" y="316"/>
                    </a:lnTo>
                    <a:lnTo>
                      <a:pt x="363" y="240"/>
                    </a:lnTo>
                    <a:lnTo>
                      <a:pt x="187" y="240"/>
                    </a:lnTo>
                    <a:lnTo>
                      <a:pt x="477" y="351"/>
                    </a:lnTo>
                    <a:lnTo>
                      <a:pt x="492" y="415"/>
                    </a:lnTo>
                    <a:lnTo>
                      <a:pt x="453" y="367"/>
                    </a:lnTo>
                    <a:lnTo>
                      <a:pt x="22" y="229"/>
                    </a:lnTo>
                    <a:lnTo>
                      <a:pt x="0" y="192"/>
                    </a:lnTo>
                    <a:lnTo>
                      <a:pt x="464" y="176"/>
                    </a:lnTo>
                    <a:lnTo>
                      <a:pt x="453" y="75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3" name="Freeform 127">
                <a:extLst>
                  <a:ext uri="{FF2B5EF4-FFF2-40B4-BE49-F238E27FC236}">
                    <a16:creationId xmlns:a16="http://schemas.microsoft.com/office/drawing/2014/main" id="{EA5511E8-85A5-A744-BAB0-E66A8987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62"/>
                <a:ext cx="29" cy="44"/>
              </a:xfrm>
              <a:custGeom>
                <a:avLst/>
                <a:gdLst>
                  <a:gd name="T0" fmla="*/ 0 w 228"/>
                  <a:gd name="T1" fmla="*/ 0 h 352"/>
                  <a:gd name="T2" fmla="*/ 0 w 228"/>
                  <a:gd name="T3" fmla="*/ 0 h 352"/>
                  <a:gd name="T4" fmla="*/ 0 w 228"/>
                  <a:gd name="T5" fmla="*/ 0 h 352"/>
                  <a:gd name="T6" fmla="*/ 0 w 228"/>
                  <a:gd name="T7" fmla="*/ 0 h 352"/>
                  <a:gd name="T8" fmla="*/ 0 w 228"/>
                  <a:gd name="T9" fmla="*/ 0 h 352"/>
                  <a:gd name="T10" fmla="*/ 0 w 228"/>
                  <a:gd name="T11" fmla="*/ 0 h 352"/>
                  <a:gd name="T12" fmla="*/ 0 w 228"/>
                  <a:gd name="T13" fmla="*/ 0 h 352"/>
                  <a:gd name="T14" fmla="*/ 0 w 228"/>
                  <a:gd name="T15" fmla="*/ 0 h 352"/>
                  <a:gd name="T16" fmla="*/ 0 w 228"/>
                  <a:gd name="T17" fmla="*/ 0 h 352"/>
                  <a:gd name="T18" fmla="*/ 0 w 228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8"/>
                  <a:gd name="T31" fmla="*/ 0 h 352"/>
                  <a:gd name="T32" fmla="*/ 228 w 228"/>
                  <a:gd name="T33" fmla="*/ 352 h 3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8" h="352">
                    <a:moveTo>
                      <a:pt x="186" y="99"/>
                    </a:moveTo>
                    <a:lnTo>
                      <a:pt x="186" y="163"/>
                    </a:lnTo>
                    <a:lnTo>
                      <a:pt x="96" y="210"/>
                    </a:lnTo>
                    <a:lnTo>
                      <a:pt x="0" y="275"/>
                    </a:lnTo>
                    <a:lnTo>
                      <a:pt x="72" y="352"/>
                    </a:lnTo>
                    <a:lnTo>
                      <a:pt x="125" y="249"/>
                    </a:lnTo>
                    <a:lnTo>
                      <a:pt x="228" y="187"/>
                    </a:lnTo>
                    <a:lnTo>
                      <a:pt x="228" y="74"/>
                    </a:lnTo>
                    <a:lnTo>
                      <a:pt x="186" y="0"/>
                    </a:lnTo>
                    <a:lnTo>
                      <a:pt x="186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4" name="Freeform 128">
                <a:extLst>
                  <a:ext uri="{FF2B5EF4-FFF2-40B4-BE49-F238E27FC236}">
                    <a16:creationId xmlns:a16="http://schemas.microsoft.com/office/drawing/2014/main" id="{43305F53-B004-2D4E-A5C0-00BD2152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43"/>
                <a:ext cx="46" cy="65"/>
              </a:xfrm>
              <a:custGeom>
                <a:avLst/>
                <a:gdLst>
                  <a:gd name="T0" fmla="*/ 0 w 369"/>
                  <a:gd name="T1" fmla="*/ 0 h 514"/>
                  <a:gd name="T2" fmla="*/ 0 w 369"/>
                  <a:gd name="T3" fmla="*/ 0 h 514"/>
                  <a:gd name="T4" fmla="*/ 0 w 369"/>
                  <a:gd name="T5" fmla="*/ 0 h 514"/>
                  <a:gd name="T6" fmla="*/ 0 w 369"/>
                  <a:gd name="T7" fmla="*/ 0 h 514"/>
                  <a:gd name="T8" fmla="*/ 0 w 369"/>
                  <a:gd name="T9" fmla="*/ 0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9"/>
                  <a:gd name="T16" fmla="*/ 0 h 514"/>
                  <a:gd name="T17" fmla="*/ 369 w 369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9" h="514">
                    <a:moveTo>
                      <a:pt x="129" y="71"/>
                    </a:moveTo>
                    <a:lnTo>
                      <a:pt x="325" y="396"/>
                    </a:lnTo>
                    <a:lnTo>
                      <a:pt x="369" y="514"/>
                    </a:lnTo>
                    <a:lnTo>
                      <a:pt x="269" y="4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5" name="Freeform 129">
                <a:extLst>
                  <a:ext uri="{FF2B5EF4-FFF2-40B4-BE49-F238E27FC236}">
                    <a16:creationId xmlns:a16="http://schemas.microsoft.com/office/drawing/2014/main" id="{55B4C554-07F8-3A4D-80D1-E42AD7EBD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50"/>
                <a:ext cx="51" cy="72"/>
              </a:xfrm>
              <a:custGeom>
                <a:avLst/>
                <a:gdLst>
                  <a:gd name="T0" fmla="*/ 0 w 413"/>
                  <a:gd name="T1" fmla="*/ 0 h 576"/>
                  <a:gd name="T2" fmla="*/ 0 w 413"/>
                  <a:gd name="T3" fmla="*/ 0 h 576"/>
                  <a:gd name="T4" fmla="*/ 0 w 413"/>
                  <a:gd name="T5" fmla="*/ 0 h 576"/>
                  <a:gd name="T6" fmla="*/ 0 w 413"/>
                  <a:gd name="T7" fmla="*/ 0 h 576"/>
                  <a:gd name="T8" fmla="*/ 0 w 413"/>
                  <a:gd name="T9" fmla="*/ 0 h 576"/>
                  <a:gd name="T10" fmla="*/ 0 w 413"/>
                  <a:gd name="T11" fmla="*/ 0 h 576"/>
                  <a:gd name="T12" fmla="*/ 0 w 413"/>
                  <a:gd name="T13" fmla="*/ 0 h 576"/>
                  <a:gd name="T14" fmla="*/ 0 w 413"/>
                  <a:gd name="T15" fmla="*/ 0 h 5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3"/>
                  <a:gd name="T25" fmla="*/ 0 h 576"/>
                  <a:gd name="T26" fmla="*/ 413 w 413"/>
                  <a:gd name="T27" fmla="*/ 576 h 57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3" h="576">
                    <a:moveTo>
                      <a:pt x="319" y="558"/>
                    </a:moveTo>
                    <a:lnTo>
                      <a:pt x="0" y="4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2" y="0"/>
                    </a:lnTo>
                    <a:lnTo>
                      <a:pt x="37" y="0"/>
                    </a:lnTo>
                    <a:lnTo>
                      <a:pt x="59" y="5"/>
                    </a:lnTo>
                    <a:lnTo>
                      <a:pt x="413" y="5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6" name="Freeform 130">
                <a:extLst>
                  <a:ext uri="{FF2B5EF4-FFF2-40B4-BE49-F238E27FC236}">
                    <a16:creationId xmlns:a16="http://schemas.microsoft.com/office/drawing/2014/main" id="{A06BEF2D-A1D7-7740-973A-BBE1D5858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024"/>
                <a:ext cx="60" cy="31"/>
              </a:xfrm>
              <a:custGeom>
                <a:avLst/>
                <a:gdLst>
                  <a:gd name="T0" fmla="*/ 0 w 477"/>
                  <a:gd name="T1" fmla="*/ 0 h 244"/>
                  <a:gd name="T2" fmla="*/ 0 w 477"/>
                  <a:gd name="T3" fmla="*/ 0 h 244"/>
                  <a:gd name="T4" fmla="*/ 0 w 477"/>
                  <a:gd name="T5" fmla="*/ 0 h 244"/>
                  <a:gd name="T6" fmla="*/ 0 w 477"/>
                  <a:gd name="T7" fmla="*/ 0 h 244"/>
                  <a:gd name="T8" fmla="*/ 0 w 477"/>
                  <a:gd name="T9" fmla="*/ 0 h 244"/>
                  <a:gd name="T10" fmla="*/ 0 w 477"/>
                  <a:gd name="T11" fmla="*/ 0 h 244"/>
                  <a:gd name="T12" fmla="*/ 0 w 477"/>
                  <a:gd name="T13" fmla="*/ 0 h 244"/>
                  <a:gd name="T14" fmla="*/ 0 w 477"/>
                  <a:gd name="T15" fmla="*/ 0 h 244"/>
                  <a:gd name="T16" fmla="*/ 0 w 477"/>
                  <a:gd name="T17" fmla="*/ 0 h 244"/>
                  <a:gd name="T18" fmla="*/ 0 w 477"/>
                  <a:gd name="T19" fmla="*/ 0 h 244"/>
                  <a:gd name="T20" fmla="*/ 0 w 477"/>
                  <a:gd name="T21" fmla="*/ 0 h 244"/>
                  <a:gd name="T22" fmla="*/ 0 w 477"/>
                  <a:gd name="T23" fmla="*/ 0 h 2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7"/>
                  <a:gd name="T37" fmla="*/ 0 h 244"/>
                  <a:gd name="T38" fmla="*/ 477 w 477"/>
                  <a:gd name="T39" fmla="*/ 244 h 2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7" h="244">
                    <a:moveTo>
                      <a:pt x="67" y="181"/>
                    </a:moveTo>
                    <a:lnTo>
                      <a:pt x="99" y="82"/>
                    </a:lnTo>
                    <a:lnTo>
                      <a:pt x="180" y="34"/>
                    </a:lnTo>
                    <a:lnTo>
                      <a:pt x="279" y="34"/>
                    </a:lnTo>
                    <a:lnTo>
                      <a:pt x="427" y="62"/>
                    </a:lnTo>
                    <a:lnTo>
                      <a:pt x="477" y="34"/>
                    </a:lnTo>
                    <a:lnTo>
                      <a:pt x="310" y="0"/>
                    </a:lnTo>
                    <a:lnTo>
                      <a:pt x="198" y="0"/>
                    </a:lnTo>
                    <a:lnTo>
                      <a:pt x="99" y="34"/>
                    </a:lnTo>
                    <a:lnTo>
                      <a:pt x="51" y="99"/>
                    </a:lnTo>
                    <a:lnTo>
                      <a:pt x="0" y="244"/>
                    </a:lnTo>
                    <a:lnTo>
                      <a:pt x="67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7" name="Freeform 131">
                <a:extLst>
                  <a:ext uri="{FF2B5EF4-FFF2-40B4-BE49-F238E27FC236}">
                    <a16:creationId xmlns:a16="http://schemas.microsoft.com/office/drawing/2014/main" id="{C992C0B6-AF2B-A94A-A5A0-72FD8CE53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33"/>
                <a:ext cx="202" cy="247"/>
              </a:xfrm>
              <a:custGeom>
                <a:avLst/>
                <a:gdLst>
                  <a:gd name="T0" fmla="*/ 0 w 1617"/>
                  <a:gd name="T1" fmla="*/ 0 h 1969"/>
                  <a:gd name="T2" fmla="*/ 0 w 1617"/>
                  <a:gd name="T3" fmla="*/ 0 h 1969"/>
                  <a:gd name="T4" fmla="*/ 0 w 1617"/>
                  <a:gd name="T5" fmla="*/ 0 h 1969"/>
                  <a:gd name="T6" fmla="*/ 0 w 1617"/>
                  <a:gd name="T7" fmla="*/ 0 h 1969"/>
                  <a:gd name="T8" fmla="*/ 0 w 1617"/>
                  <a:gd name="T9" fmla="*/ 0 h 1969"/>
                  <a:gd name="T10" fmla="*/ 0 w 1617"/>
                  <a:gd name="T11" fmla="*/ 0 h 1969"/>
                  <a:gd name="T12" fmla="*/ 0 w 1617"/>
                  <a:gd name="T13" fmla="*/ 0 h 1969"/>
                  <a:gd name="T14" fmla="*/ 0 w 1617"/>
                  <a:gd name="T15" fmla="*/ 0 h 1969"/>
                  <a:gd name="T16" fmla="*/ 0 w 1617"/>
                  <a:gd name="T17" fmla="*/ 0 h 1969"/>
                  <a:gd name="T18" fmla="*/ 0 w 1617"/>
                  <a:gd name="T19" fmla="*/ 0 h 1969"/>
                  <a:gd name="T20" fmla="*/ 0 w 1617"/>
                  <a:gd name="T21" fmla="*/ 0 h 1969"/>
                  <a:gd name="T22" fmla="*/ 0 w 1617"/>
                  <a:gd name="T23" fmla="*/ 0 h 1969"/>
                  <a:gd name="T24" fmla="*/ 0 w 1617"/>
                  <a:gd name="T25" fmla="*/ 0 h 1969"/>
                  <a:gd name="T26" fmla="*/ 0 w 1617"/>
                  <a:gd name="T27" fmla="*/ 0 h 1969"/>
                  <a:gd name="T28" fmla="*/ 0 w 1617"/>
                  <a:gd name="T29" fmla="*/ 0 h 1969"/>
                  <a:gd name="T30" fmla="*/ 0 w 1617"/>
                  <a:gd name="T31" fmla="*/ 0 h 1969"/>
                  <a:gd name="T32" fmla="*/ 0 w 1617"/>
                  <a:gd name="T33" fmla="*/ 0 h 1969"/>
                  <a:gd name="T34" fmla="*/ 0 w 1617"/>
                  <a:gd name="T35" fmla="*/ 0 h 1969"/>
                  <a:gd name="T36" fmla="*/ 0 w 1617"/>
                  <a:gd name="T37" fmla="*/ 0 h 1969"/>
                  <a:gd name="T38" fmla="*/ 0 w 1617"/>
                  <a:gd name="T39" fmla="*/ 0 h 1969"/>
                  <a:gd name="T40" fmla="*/ 0 w 1617"/>
                  <a:gd name="T41" fmla="*/ 0 h 1969"/>
                  <a:gd name="T42" fmla="*/ 0 w 1617"/>
                  <a:gd name="T43" fmla="*/ 0 h 1969"/>
                  <a:gd name="T44" fmla="*/ 0 w 1617"/>
                  <a:gd name="T45" fmla="*/ 0 h 1969"/>
                  <a:gd name="T46" fmla="*/ 0 w 1617"/>
                  <a:gd name="T47" fmla="*/ 0 h 1969"/>
                  <a:gd name="T48" fmla="*/ 0 w 1617"/>
                  <a:gd name="T49" fmla="*/ 0 h 1969"/>
                  <a:gd name="T50" fmla="*/ 0 w 1617"/>
                  <a:gd name="T51" fmla="*/ 0 h 1969"/>
                  <a:gd name="T52" fmla="*/ 0 w 1617"/>
                  <a:gd name="T53" fmla="*/ 0 h 1969"/>
                  <a:gd name="T54" fmla="*/ 0 w 1617"/>
                  <a:gd name="T55" fmla="*/ 0 h 1969"/>
                  <a:gd name="T56" fmla="*/ 0 w 1617"/>
                  <a:gd name="T57" fmla="*/ 0 h 1969"/>
                  <a:gd name="T58" fmla="*/ 0 w 1617"/>
                  <a:gd name="T59" fmla="*/ 0 h 1969"/>
                  <a:gd name="T60" fmla="*/ 0 w 1617"/>
                  <a:gd name="T61" fmla="*/ 0 h 1969"/>
                  <a:gd name="T62" fmla="*/ 0 w 1617"/>
                  <a:gd name="T63" fmla="*/ 0 h 1969"/>
                  <a:gd name="T64" fmla="*/ 0 w 1617"/>
                  <a:gd name="T65" fmla="*/ 0 h 1969"/>
                  <a:gd name="T66" fmla="*/ 0 w 1617"/>
                  <a:gd name="T67" fmla="*/ 0 h 1969"/>
                  <a:gd name="T68" fmla="*/ 0 w 1617"/>
                  <a:gd name="T69" fmla="*/ 0 h 1969"/>
                  <a:gd name="T70" fmla="*/ 0 w 1617"/>
                  <a:gd name="T71" fmla="*/ 0 h 1969"/>
                  <a:gd name="T72" fmla="*/ 0 w 1617"/>
                  <a:gd name="T73" fmla="*/ 0 h 1969"/>
                  <a:gd name="T74" fmla="*/ 0 w 1617"/>
                  <a:gd name="T75" fmla="*/ 0 h 1969"/>
                  <a:gd name="T76" fmla="*/ 0 w 1617"/>
                  <a:gd name="T77" fmla="*/ 0 h 1969"/>
                  <a:gd name="T78" fmla="*/ 0 w 1617"/>
                  <a:gd name="T79" fmla="*/ 0 h 1969"/>
                  <a:gd name="T80" fmla="*/ 0 w 1617"/>
                  <a:gd name="T81" fmla="*/ 0 h 1969"/>
                  <a:gd name="T82" fmla="*/ 0 w 1617"/>
                  <a:gd name="T83" fmla="*/ 0 h 196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7"/>
                  <a:gd name="T127" fmla="*/ 0 h 1969"/>
                  <a:gd name="T128" fmla="*/ 1617 w 1617"/>
                  <a:gd name="T129" fmla="*/ 1969 h 196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7" h="1969">
                    <a:moveTo>
                      <a:pt x="1578" y="822"/>
                    </a:moveTo>
                    <a:lnTo>
                      <a:pt x="1615" y="694"/>
                    </a:lnTo>
                    <a:lnTo>
                      <a:pt x="1617" y="512"/>
                    </a:lnTo>
                    <a:lnTo>
                      <a:pt x="1573" y="350"/>
                    </a:lnTo>
                    <a:lnTo>
                      <a:pt x="1506" y="233"/>
                    </a:lnTo>
                    <a:lnTo>
                      <a:pt x="1413" y="123"/>
                    </a:lnTo>
                    <a:lnTo>
                      <a:pt x="1275" y="48"/>
                    </a:lnTo>
                    <a:lnTo>
                      <a:pt x="980" y="0"/>
                    </a:lnTo>
                    <a:lnTo>
                      <a:pt x="710" y="73"/>
                    </a:lnTo>
                    <a:lnTo>
                      <a:pt x="565" y="198"/>
                    </a:lnTo>
                    <a:lnTo>
                      <a:pt x="439" y="417"/>
                    </a:lnTo>
                    <a:lnTo>
                      <a:pt x="404" y="631"/>
                    </a:lnTo>
                    <a:lnTo>
                      <a:pt x="351" y="818"/>
                    </a:lnTo>
                    <a:lnTo>
                      <a:pt x="356" y="910"/>
                    </a:lnTo>
                    <a:lnTo>
                      <a:pt x="404" y="1026"/>
                    </a:lnTo>
                    <a:lnTo>
                      <a:pt x="393" y="1095"/>
                    </a:lnTo>
                    <a:lnTo>
                      <a:pt x="268" y="1185"/>
                    </a:lnTo>
                    <a:lnTo>
                      <a:pt x="171" y="1270"/>
                    </a:lnTo>
                    <a:lnTo>
                      <a:pt x="106" y="1411"/>
                    </a:lnTo>
                    <a:lnTo>
                      <a:pt x="106" y="1484"/>
                    </a:lnTo>
                    <a:lnTo>
                      <a:pt x="116" y="1554"/>
                    </a:lnTo>
                    <a:lnTo>
                      <a:pt x="130" y="1597"/>
                    </a:lnTo>
                    <a:lnTo>
                      <a:pt x="112" y="1653"/>
                    </a:lnTo>
                    <a:lnTo>
                      <a:pt x="0" y="1754"/>
                    </a:lnTo>
                    <a:lnTo>
                      <a:pt x="160" y="1712"/>
                    </a:lnTo>
                    <a:lnTo>
                      <a:pt x="347" y="1657"/>
                    </a:lnTo>
                    <a:lnTo>
                      <a:pt x="415" y="1861"/>
                    </a:lnTo>
                    <a:lnTo>
                      <a:pt x="479" y="1969"/>
                    </a:lnTo>
                    <a:lnTo>
                      <a:pt x="450" y="1872"/>
                    </a:lnTo>
                    <a:lnTo>
                      <a:pt x="450" y="1800"/>
                    </a:lnTo>
                    <a:lnTo>
                      <a:pt x="468" y="1758"/>
                    </a:lnTo>
                    <a:lnTo>
                      <a:pt x="505" y="1754"/>
                    </a:lnTo>
                    <a:lnTo>
                      <a:pt x="565" y="1769"/>
                    </a:lnTo>
                    <a:lnTo>
                      <a:pt x="628" y="1826"/>
                    </a:lnTo>
                    <a:lnTo>
                      <a:pt x="685" y="1904"/>
                    </a:lnTo>
                    <a:lnTo>
                      <a:pt x="639" y="1754"/>
                    </a:lnTo>
                    <a:lnTo>
                      <a:pt x="618" y="1641"/>
                    </a:lnTo>
                    <a:lnTo>
                      <a:pt x="604" y="1507"/>
                    </a:lnTo>
                    <a:lnTo>
                      <a:pt x="611" y="1411"/>
                    </a:lnTo>
                    <a:lnTo>
                      <a:pt x="674" y="1507"/>
                    </a:lnTo>
                    <a:lnTo>
                      <a:pt x="765" y="1593"/>
                    </a:lnTo>
                    <a:lnTo>
                      <a:pt x="870" y="1666"/>
                    </a:lnTo>
                    <a:lnTo>
                      <a:pt x="980" y="1703"/>
                    </a:lnTo>
                    <a:lnTo>
                      <a:pt x="888" y="1666"/>
                    </a:lnTo>
                    <a:lnTo>
                      <a:pt x="802" y="1613"/>
                    </a:lnTo>
                    <a:lnTo>
                      <a:pt x="717" y="1533"/>
                    </a:lnTo>
                    <a:lnTo>
                      <a:pt x="671" y="1466"/>
                    </a:lnTo>
                    <a:lnTo>
                      <a:pt x="632" y="1399"/>
                    </a:lnTo>
                    <a:lnTo>
                      <a:pt x="618" y="1339"/>
                    </a:lnTo>
                    <a:lnTo>
                      <a:pt x="611" y="1261"/>
                    </a:lnTo>
                    <a:lnTo>
                      <a:pt x="598" y="1180"/>
                    </a:lnTo>
                    <a:lnTo>
                      <a:pt x="591" y="1042"/>
                    </a:lnTo>
                    <a:lnTo>
                      <a:pt x="584" y="1237"/>
                    </a:lnTo>
                    <a:lnTo>
                      <a:pt x="569" y="1261"/>
                    </a:lnTo>
                    <a:lnTo>
                      <a:pt x="538" y="1277"/>
                    </a:lnTo>
                    <a:lnTo>
                      <a:pt x="499" y="1261"/>
                    </a:lnTo>
                    <a:lnTo>
                      <a:pt x="479" y="1217"/>
                    </a:lnTo>
                    <a:lnTo>
                      <a:pt x="479" y="1167"/>
                    </a:lnTo>
                    <a:lnTo>
                      <a:pt x="494" y="1114"/>
                    </a:lnTo>
                    <a:lnTo>
                      <a:pt x="523" y="1072"/>
                    </a:lnTo>
                    <a:lnTo>
                      <a:pt x="487" y="1092"/>
                    </a:lnTo>
                    <a:lnTo>
                      <a:pt x="429" y="963"/>
                    </a:lnTo>
                    <a:lnTo>
                      <a:pt x="411" y="910"/>
                    </a:lnTo>
                    <a:lnTo>
                      <a:pt x="404" y="853"/>
                    </a:lnTo>
                    <a:lnTo>
                      <a:pt x="411" y="804"/>
                    </a:lnTo>
                    <a:lnTo>
                      <a:pt x="436" y="776"/>
                    </a:lnTo>
                    <a:lnTo>
                      <a:pt x="461" y="751"/>
                    </a:lnTo>
                    <a:lnTo>
                      <a:pt x="487" y="751"/>
                    </a:lnTo>
                    <a:lnTo>
                      <a:pt x="514" y="767"/>
                    </a:lnTo>
                    <a:lnTo>
                      <a:pt x="538" y="804"/>
                    </a:lnTo>
                    <a:lnTo>
                      <a:pt x="565" y="890"/>
                    </a:lnTo>
                    <a:lnTo>
                      <a:pt x="574" y="782"/>
                    </a:lnTo>
                    <a:lnTo>
                      <a:pt x="622" y="687"/>
                    </a:lnTo>
                    <a:lnTo>
                      <a:pt x="697" y="549"/>
                    </a:lnTo>
                    <a:lnTo>
                      <a:pt x="741" y="435"/>
                    </a:lnTo>
                    <a:lnTo>
                      <a:pt x="798" y="354"/>
                    </a:lnTo>
                    <a:lnTo>
                      <a:pt x="888" y="304"/>
                    </a:lnTo>
                    <a:lnTo>
                      <a:pt x="1038" y="286"/>
                    </a:lnTo>
                    <a:lnTo>
                      <a:pt x="1195" y="304"/>
                    </a:lnTo>
                    <a:lnTo>
                      <a:pt x="1393" y="343"/>
                    </a:lnTo>
                    <a:lnTo>
                      <a:pt x="1470" y="406"/>
                    </a:lnTo>
                    <a:lnTo>
                      <a:pt x="1520" y="519"/>
                    </a:lnTo>
                    <a:lnTo>
                      <a:pt x="1549" y="641"/>
                    </a:lnTo>
                    <a:lnTo>
                      <a:pt x="1569" y="883"/>
                    </a:lnTo>
                    <a:lnTo>
                      <a:pt x="1578" y="8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8" name="Freeform 132">
                <a:extLst>
                  <a:ext uri="{FF2B5EF4-FFF2-40B4-BE49-F238E27FC236}">
                    <a16:creationId xmlns:a16="http://schemas.microsoft.com/office/drawing/2014/main" id="{82FBCD1D-8CC1-2248-99AD-8BE4F72D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56"/>
                <a:ext cx="102" cy="147"/>
              </a:xfrm>
              <a:custGeom>
                <a:avLst/>
                <a:gdLst>
                  <a:gd name="T0" fmla="*/ 0 w 817"/>
                  <a:gd name="T1" fmla="*/ 0 h 1173"/>
                  <a:gd name="T2" fmla="*/ 0 w 817"/>
                  <a:gd name="T3" fmla="*/ 0 h 1173"/>
                  <a:gd name="T4" fmla="*/ 0 w 817"/>
                  <a:gd name="T5" fmla="*/ 0 h 1173"/>
                  <a:gd name="T6" fmla="*/ 0 w 817"/>
                  <a:gd name="T7" fmla="*/ 0 h 1173"/>
                  <a:gd name="T8" fmla="*/ 0 w 817"/>
                  <a:gd name="T9" fmla="*/ 0 h 1173"/>
                  <a:gd name="T10" fmla="*/ 0 w 817"/>
                  <a:gd name="T11" fmla="*/ 0 h 1173"/>
                  <a:gd name="T12" fmla="*/ 0 w 817"/>
                  <a:gd name="T13" fmla="*/ 0 h 1173"/>
                  <a:gd name="T14" fmla="*/ 0 w 817"/>
                  <a:gd name="T15" fmla="*/ 0 h 1173"/>
                  <a:gd name="T16" fmla="*/ 0 w 817"/>
                  <a:gd name="T17" fmla="*/ 0 h 1173"/>
                  <a:gd name="T18" fmla="*/ 0 w 817"/>
                  <a:gd name="T19" fmla="*/ 0 h 1173"/>
                  <a:gd name="T20" fmla="*/ 0 w 817"/>
                  <a:gd name="T21" fmla="*/ 0 h 1173"/>
                  <a:gd name="T22" fmla="*/ 0 w 817"/>
                  <a:gd name="T23" fmla="*/ 0 h 1173"/>
                  <a:gd name="T24" fmla="*/ 0 w 817"/>
                  <a:gd name="T25" fmla="*/ 0 h 1173"/>
                  <a:gd name="T26" fmla="*/ 0 w 817"/>
                  <a:gd name="T27" fmla="*/ 0 h 1173"/>
                  <a:gd name="T28" fmla="*/ 0 w 817"/>
                  <a:gd name="T29" fmla="*/ 0 h 1173"/>
                  <a:gd name="T30" fmla="*/ 0 w 817"/>
                  <a:gd name="T31" fmla="*/ 0 h 1173"/>
                  <a:gd name="T32" fmla="*/ 0 w 817"/>
                  <a:gd name="T33" fmla="*/ 0 h 1173"/>
                  <a:gd name="T34" fmla="*/ 0 w 817"/>
                  <a:gd name="T35" fmla="*/ 0 h 1173"/>
                  <a:gd name="T36" fmla="*/ 0 w 817"/>
                  <a:gd name="T37" fmla="*/ 0 h 1173"/>
                  <a:gd name="T38" fmla="*/ 0 w 817"/>
                  <a:gd name="T39" fmla="*/ 0 h 1173"/>
                  <a:gd name="T40" fmla="*/ 0 w 817"/>
                  <a:gd name="T41" fmla="*/ 0 h 1173"/>
                  <a:gd name="T42" fmla="*/ 0 w 817"/>
                  <a:gd name="T43" fmla="*/ 0 h 1173"/>
                  <a:gd name="T44" fmla="*/ 0 w 817"/>
                  <a:gd name="T45" fmla="*/ 0 h 1173"/>
                  <a:gd name="T46" fmla="*/ 0 w 817"/>
                  <a:gd name="T47" fmla="*/ 0 h 1173"/>
                  <a:gd name="T48" fmla="*/ 0 w 817"/>
                  <a:gd name="T49" fmla="*/ 0 h 1173"/>
                  <a:gd name="T50" fmla="*/ 0 w 817"/>
                  <a:gd name="T51" fmla="*/ 0 h 1173"/>
                  <a:gd name="T52" fmla="*/ 0 w 817"/>
                  <a:gd name="T53" fmla="*/ 0 h 1173"/>
                  <a:gd name="T54" fmla="*/ 0 w 817"/>
                  <a:gd name="T55" fmla="*/ 0 h 1173"/>
                  <a:gd name="T56" fmla="*/ 0 w 817"/>
                  <a:gd name="T57" fmla="*/ 0 h 1173"/>
                  <a:gd name="T58" fmla="*/ 0 w 817"/>
                  <a:gd name="T59" fmla="*/ 0 h 117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17"/>
                  <a:gd name="T91" fmla="*/ 0 h 1173"/>
                  <a:gd name="T92" fmla="*/ 817 w 817"/>
                  <a:gd name="T93" fmla="*/ 1173 h 117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17" h="1173">
                    <a:moveTo>
                      <a:pt x="817" y="0"/>
                    </a:moveTo>
                    <a:lnTo>
                      <a:pt x="786" y="103"/>
                    </a:lnTo>
                    <a:lnTo>
                      <a:pt x="718" y="359"/>
                    </a:lnTo>
                    <a:lnTo>
                      <a:pt x="634" y="514"/>
                    </a:lnTo>
                    <a:lnTo>
                      <a:pt x="569" y="608"/>
                    </a:lnTo>
                    <a:lnTo>
                      <a:pt x="481" y="703"/>
                    </a:lnTo>
                    <a:lnTo>
                      <a:pt x="417" y="723"/>
                    </a:lnTo>
                    <a:lnTo>
                      <a:pt x="305" y="732"/>
                    </a:lnTo>
                    <a:lnTo>
                      <a:pt x="187" y="707"/>
                    </a:lnTo>
                    <a:lnTo>
                      <a:pt x="94" y="661"/>
                    </a:lnTo>
                    <a:lnTo>
                      <a:pt x="0" y="596"/>
                    </a:lnTo>
                    <a:lnTo>
                      <a:pt x="57" y="692"/>
                    </a:lnTo>
                    <a:lnTo>
                      <a:pt x="136" y="758"/>
                    </a:lnTo>
                    <a:lnTo>
                      <a:pt x="206" y="800"/>
                    </a:lnTo>
                    <a:lnTo>
                      <a:pt x="300" y="825"/>
                    </a:lnTo>
                    <a:lnTo>
                      <a:pt x="380" y="825"/>
                    </a:lnTo>
                    <a:lnTo>
                      <a:pt x="329" y="1173"/>
                    </a:lnTo>
                    <a:lnTo>
                      <a:pt x="376" y="1064"/>
                    </a:lnTo>
                    <a:lnTo>
                      <a:pt x="443" y="795"/>
                    </a:lnTo>
                    <a:lnTo>
                      <a:pt x="477" y="747"/>
                    </a:lnTo>
                    <a:lnTo>
                      <a:pt x="527" y="820"/>
                    </a:lnTo>
                    <a:lnTo>
                      <a:pt x="574" y="940"/>
                    </a:lnTo>
                    <a:lnTo>
                      <a:pt x="551" y="800"/>
                    </a:lnTo>
                    <a:lnTo>
                      <a:pt x="503" y="707"/>
                    </a:lnTo>
                    <a:lnTo>
                      <a:pt x="579" y="617"/>
                    </a:lnTo>
                    <a:lnTo>
                      <a:pt x="668" y="493"/>
                    </a:lnTo>
                    <a:lnTo>
                      <a:pt x="720" y="373"/>
                    </a:lnTo>
                    <a:lnTo>
                      <a:pt x="754" y="286"/>
                    </a:lnTo>
                    <a:lnTo>
                      <a:pt x="793" y="115"/>
                    </a:lnTo>
                    <a:lnTo>
                      <a:pt x="8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19" name="Freeform 133">
                <a:extLst>
                  <a:ext uri="{FF2B5EF4-FFF2-40B4-BE49-F238E27FC236}">
                    <a16:creationId xmlns:a16="http://schemas.microsoft.com/office/drawing/2014/main" id="{BA240DEC-8FE3-9240-8908-409E4B118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35"/>
                <a:ext cx="12" cy="27"/>
              </a:xfrm>
              <a:custGeom>
                <a:avLst/>
                <a:gdLst>
                  <a:gd name="T0" fmla="*/ 0 w 99"/>
                  <a:gd name="T1" fmla="*/ 0 h 215"/>
                  <a:gd name="T2" fmla="*/ 0 w 99"/>
                  <a:gd name="T3" fmla="*/ 0 h 215"/>
                  <a:gd name="T4" fmla="*/ 0 w 99"/>
                  <a:gd name="T5" fmla="*/ 0 h 215"/>
                  <a:gd name="T6" fmla="*/ 0 w 99"/>
                  <a:gd name="T7" fmla="*/ 0 h 215"/>
                  <a:gd name="T8" fmla="*/ 0 w 99"/>
                  <a:gd name="T9" fmla="*/ 0 h 215"/>
                  <a:gd name="T10" fmla="*/ 0 w 99"/>
                  <a:gd name="T11" fmla="*/ 0 h 215"/>
                  <a:gd name="T12" fmla="*/ 0 w 99"/>
                  <a:gd name="T13" fmla="*/ 0 h 215"/>
                  <a:gd name="T14" fmla="*/ 0 w 99"/>
                  <a:gd name="T15" fmla="*/ 0 h 215"/>
                  <a:gd name="T16" fmla="*/ 0 w 99"/>
                  <a:gd name="T17" fmla="*/ 0 h 215"/>
                  <a:gd name="T18" fmla="*/ 0 w 99"/>
                  <a:gd name="T19" fmla="*/ 0 h 215"/>
                  <a:gd name="T20" fmla="*/ 0 w 99"/>
                  <a:gd name="T21" fmla="*/ 0 h 215"/>
                  <a:gd name="T22" fmla="*/ 0 w 99"/>
                  <a:gd name="T23" fmla="*/ 0 h 215"/>
                  <a:gd name="T24" fmla="*/ 0 w 99"/>
                  <a:gd name="T25" fmla="*/ 0 h 215"/>
                  <a:gd name="T26" fmla="*/ 0 w 99"/>
                  <a:gd name="T27" fmla="*/ 0 h 215"/>
                  <a:gd name="T28" fmla="*/ 0 w 99"/>
                  <a:gd name="T29" fmla="*/ 0 h 215"/>
                  <a:gd name="T30" fmla="*/ 0 w 99"/>
                  <a:gd name="T31" fmla="*/ 0 h 215"/>
                  <a:gd name="T32" fmla="*/ 0 w 99"/>
                  <a:gd name="T33" fmla="*/ 0 h 215"/>
                  <a:gd name="T34" fmla="*/ 0 w 99"/>
                  <a:gd name="T35" fmla="*/ 0 h 215"/>
                  <a:gd name="T36" fmla="*/ 0 w 99"/>
                  <a:gd name="T37" fmla="*/ 0 h 215"/>
                  <a:gd name="T38" fmla="*/ 0 w 99"/>
                  <a:gd name="T39" fmla="*/ 0 h 215"/>
                  <a:gd name="T40" fmla="*/ 0 w 99"/>
                  <a:gd name="T41" fmla="*/ 0 h 2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9"/>
                  <a:gd name="T64" fmla="*/ 0 h 215"/>
                  <a:gd name="T65" fmla="*/ 99 w 99"/>
                  <a:gd name="T66" fmla="*/ 215 h 2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9" h="215">
                    <a:moveTo>
                      <a:pt x="11" y="0"/>
                    </a:moveTo>
                    <a:lnTo>
                      <a:pt x="48" y="7"/>
                    </a:lnTo>
                    <a:lnTo>
                      <a:pt x="91" y="60"/>
                    </a:lnTo>
                    <a:lnTo>
                      <a:pt x="99" y="111"/>
                    </a:lnTo>
                    <a:lnTo>
                      <a:pt x="94" y="145"/>
                    </a:lnTo>
                    <a:lnTo>
                      <a:pt x="60" y="162"/>
                    </a:lnTo>
                    <a:lnTo>
                      <a:pt x="55" y="180"/>
                    </a:lnTo>
                    <a:lnTo>
                      <a:pt x="73" y="215"/>
                    </a:lnTo>
                    <a:lnTo>
                      <a:pt x="22" y="169"/>
                    </a:lnTo>
                    <a:lnTo>
                      <a:pt x="22" y="145"/>
                    </a:lnTo>
                    <a:lnTo>
                      <a:pt x="36" y="123"/>
                    </a:lnTo>
                    <a:lnTo>
                      <a:pt x="55" y="106"/>
                    </a:lnTo>
                    <a:lnTo>
                      <a:pt x="84" y="92"/>
                    </a:lnTo>
                    <a:lnTo>
                      <a:pt x="73" y="65"/>
                    </a:lnTo>
                    <a:lnTo>
                      <a:pt x="60" y="42"/>
                    </a:lnTo>
                    <a:lnTo>
                      <a:pt x="36" y="28"/>
                    </a:lnTo>
                    <a:lnTo>
                      <a:pt x="11" y="60"/>
                    </a:lnTo>
                    <a:lnTo>
                      <a:pt x="11" y="79"/>
                    </a:lnTo>
                    <a:lnTo>
                      <a:pt x="0" y="53"/>
                    </a:lnTo>
                    <a:lnTo>
                      <a:pt x="0" y="17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0" name="Line 134">
                <a:extLst>
                  <a:ext uri="{FF2B5EF4-FFF2-40B4-BE49-F238E27FC236}">
                    <a16:creationId xmlns:a16="http://schemas.microsoft.com/office/drawing/2014/main" id="{3D4B8104-358D-074F-BDDB-E8357EB4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4" y="1544"/>
                <a:ext cx="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1" name="Line 135">
                <a:extLst>
                  <a:ext uri="{FF2B5EF4-FFF2-40B4-BE49-F238E27FC236}">
                    <a16:creationId xmlns:a16="http://schemas.microsoft.com/office/drawing/2014/main" id="{93A45373-92D8-AA4B-9FF7-BD42EF525E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1549"/>
                <a:ext cx="8" cy="3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2" name="Line 136">
                <a:extLst>
                  <a:ext uri="{FF2B5EF4-FFF2-40B4-BE49-F238E27FC236}">
                    <a16:creationId xmlns:a16="http://schemas.microsoft.com/office/drawing/2014/main" id="{605A34DA-976A-E34C-B247-DC114D824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4" y="1566"/>
                <a:ext cx="5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3" name="Freeform 137">
                <a:extLst>
                  <a:ext uri="{FF2B5EF4-FFF2-40B4-BE49-F238E27FC236}">
                    <a16:creationId xmlns:a16="http://schemas.microsoft.com/office/drawing/2014/main" id="{0AD97359-468B-0141-AE09-902DAAD7D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70"/>
                <a:ext cx="9" cy="20"/>
              </a:xfrm>
              <a:custGeom>
                <a:avLst/>
                <a:gdLst>
                  <a:gd name="T0" fmla="*/ 0 w 77"/>
                  <a:gd name="T1" fmla="*/ 0 h 162"/>
                  <a:gd name="T2" fmla="*/ 0 w 77"/>
                  <a:gd name="T3" fmla="*/ 0 h 162"/>
                  <a:gd name="T4" fmla="*/ 0 w 77"/>
                  <a:gd name="T5" fmla="*/ 0 h 162"/>
                  <a:gd name="T6" fmla="*/ 0 w 77"/>
                  <a:gd name="T7" fmla="*/ 0 h 162"/>
                  <a:gd name="T8" fmla="*/ 0 w 77"/>
                  <a:gd name="T9" fmla="*/ 0 h 162"/>
                  <a:gd name="T10" fmla="*/ 0 w 77"/>
                  <a:gd name="T11" fmla="*/ 0 h 162"/>
                  <a:gd name="T12" fmla="*/ 0 w 77"/>
                  <a:gd name="T13" fmla="*/ 0 h 162"/>
                  <a:gd name="T14" fmla="*/ 0 w 77"/>
                  <a:gd name="T15" fmla="*/ 0 h 162"/>
                  <a:gd name="T16" fmla="*/ 0 w 77"/>
                  <a:gd name="T17" fmla="*/ 0 h 162"/>
                  <a:gd name="T18" fmla="*/ 0 w 77"/>
                  <a:gd name="T19" fmla="*/ 0 h 162"/>
                  <a:gd name="T20" fmla="*/ 0 w 77"/>
                  <a:gd name="T21" fmla="*/ 0 h 162"/>
                  <a:gd name="T22" fmla="*/ 0 w 77"/>
                  <a:gd name="T23" fmla="*/ 0 h 162"/>
                  <a:gd name="T24" fmla="*/ 0 w 77"/>
                  <a:gd name="T25" fmla="*/ 0 h 162"/>
                  <a:gd name="T26" fmla="*/ 0 w 77"/>
                  <a:gd name="T27" fmla="*/ 0 h 1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7"/>
                  <a:gd name="T43" fmla="*/ 0 h 162"/>
                  <a:gd name="T44" fmla="*/ 77 w 77"/>
                  <a:gd name="T45" fmla="*/ 162 h 16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7" h="162">
                    <a:moveTo>
                      <a:pt x="33" y="0"/>
                    </a:moveTo>
                    <a:lnTo>
                      <a:pt x="59" y="28"/>
                    </a:lnTo>
                    <a:lnTo>
                      <a:pt x="72" y="63"/>
                    </a:lnTo>
                    <a:lnTo>
                      <a:pt x="77" y="112"/>
                    </a:lnTo>
                    <a:lnTo>
                      <a:pt x="72" y="145"/>
                    </a:lnTo>
                    <a:lnTo>
                      <a:pt x="54" y="158"/>
                    </a:lnTo>
                    <a:lnTo>
                      <a:pt x="33" y="162"/>
                    </a:lnTo>
                    <a:lnTo>
                      <a:pt x="8" y="158"/>
                    </a:lnTo>
                    <a:lnTo>
                      <a:pt x="0" y="116"/>
                    </a:lnTo>
                    <a:lnTo>
                      <a:pt x="44" y="123"/>
                    </a:lnTo>
                    <a:lnTo>
                      <a:pt x="51" y="88"/>
                    </a:lnTo>
                    <a:lnTo>
                      <a:pt x="59" y="63"/>
                    </a:lnTo>
                    <a:lnTo>
                      <a:pt x="54" y="3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4" name="Freeform 138">
                <a:extLst>
                  <a:ext uri="{FF2B5EF4-FFF2-40B4-BE49-F238E27FC236}">
                    <a16:creationId xmlns:a16="http://schemas.microsoft.com/office/drawing/2014/main" id="{CE60D978-B35D-F347-AD65-3379C50C9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635"/>
                <a:ext cx="356" cy="188"/>
              </a:xfrm>
              <a:custGeom>
                <a:avLst/>
                <a:gdLst>
                  <a:gd name="T0" fmla="*/ 0 w 2847"/>
                  <a:gd name="T1" fmla="*/ 0 h 1510"/>
                  <a:gd name="T2" fmla="*/ 0 w 2847"/>
                  <a:gd name="T3" fmla="*/ 0 h 1510"/>
                  <a:gd name="T4" fmla="*/ 0 w 2847"/>
                  <a:gd name="T5" fmla="*/ 0 h 1510"/>
                  <a:gd name="T6" fmla="*/ 0 w 2847"/>
                  <a:gd name="T7" fmla="*/ 0 h 1510"/>
                  <a:gd name="T8" fmla="*/ 0 w 2847"/>
                  <a:gd name="T9" fmla="*/ 0 h 1510"/>
                  <a:gd name="T10" fmla="*/ 0 w 2847"/>
                  <a:gd name="T11" fmla="*/ 0 h 1510"/>
                  <a:gd name="T12" fmla="*/ 0 w 2847"/>
                  <a:gd name="T13" fmla="*/ 0 h 1510"/>
                  <a:gd name="T14" fmla="*/ 0 w 2847"/>
                  <a:gd name="T15" fmla="*/ 0 h 1510"/>
                  <a:gd name="T16" fmla="*/ 0 w 2847"/>
                  <a:gd name="T17" fmla="*/ 0 h 1510"/>
                  <a:gd name="T18" fmla="*/ 0 w 2847"/>
                  <a:gd name="T19" fmla="*/ 0 h 1510"/>
                  <a:gd name="T20" fmla="*/ 0 w 2847"/>
                  <a:gd name="T21" fmla="*/ 0 h 1510"/>
                  <a:gd name="T22" fmla="*/ 0 w 2847"/>
                  <a:gd name="T23" fmla="*/ 0 h 1510"/>
                  <a:gd name="T24" fmla="*/ 0 w 2847"/>
                  <a:gd name="T25" fmla="*/ 0 h 1510"/>
                  <a:gd name="T26" fmla="*/ 0 w 2847"/>
                  <a:gd name="T27" fmla="*/ 0 h 1510"/>
                  <a:gd name="T28" fmla="*/ 0 w 2847"/>
                  <a:gd name="T29" fmla="*/ 0 h 1510"/>
                  <a:gd name="T30" fmla="*/ 0 w 2847"/>
                  <a:gd name="T31" fmla="*/ 0 h 1510"/>
                  <a:gd name="T32" fmla="*/ 0 w 2847"/>
                  <a:gd name="T33" fmla="*/ 0 h 1510"/>
                  <a:gd name="T34" fmla="*/ 0 w 2847"/>
                  <a:gd name="T35" fmla="*/ 0 h 1510"/>
                  <a:gd name="T36" fmla="*/ 0 w 2847"/>
                  <a:gd name="T37" fmla="*/ 0 h 1510"/>
                  <a:gd name="T38" fmla="*/ 0 w 2847"/>
                  <a:gd name="T39" fmla="*/ 0 h 1510"/>
                  <a:gd name="T40" fmla="*/ 0 w 2847"/>
                  <a:gd name="T41" fmla="*/ 0 h 1510"/>
                  <a:gd name="T42" fmla="*/ 0 w 2847"/>
                  <a:gd name="T43" fmla="*/ 0 h 1510"/>
                  <a:gd name="T44" fmla="*/ 0 w 2847"/>
                  <a:gd name="T45" fmla="*/ 0 h 1510"/>
                  <a:gd name="T46" fmla="*/ 0 w 2847"/>
                  <a:gd name="T47" fmla="*/ 0 h 1510"/>
                  <a:gd name="T48" fmla="*/ 0 w 2847"/>
                  <a:gd name="T49" fmla="*/ 0 h 1510"/>
                  <a:gd name="T50" fmla="*/ 0 w 2847"/>
                  <a:gd name="T51" fmla="*/ 0 h 1510"/>
                  <a:gd name="T52" fmla="*/ 0 w 2847"/>
                  <a:gd name="T53" fmla="*/ 0 h 1510"/>
                  <a:gd name="T54" fmla="*/ 0 w 2847"/>
                  <a:gd name="T55" fmla="*/ 0 h 1510"/>
                  <a:gd name="T56" fmla="*/ 0 w 2847"/>
                  <a:gd name="T57" fmla="*/ 0 h 1510"/>
                  <a:gd name="T58" fmla="*/ 0 w 2847"/>
                  <a:gd name="T59" fmla="*/ 0 h 1510"/>
                  <a:gd name="T60" fmla="*/ 0 w 2847"/>
                  <a:gd name="T61" fmla="*/ 0 h 1510"/>
                  <a:gd name="T62" fmla="*/ 0 w 2847"/>
                  <a:gd name="T63" fmla="*/ 0 h 1510"/>
                  <a:gd name="T64" fmla="*/ 0 w 2847"/>
                  <a:gd name="T65" fmla="*/ 0 h 1510"/>
                  <a:gd name="T66" fmla="*/ 0 w 2847"/>
                  <a:gd name="T67" fmla="*/ 0 h 1510"/>
                  <a:gd name="T68" fmla="*/ 0 w 2847"/>
                  <a:gd name="T69" fmla="*/ 0 h 1510"/>
                  <a:gd name="T70" fmla="*/ 0 w 2847"/>
                  <a:gd name="T71" fmla="*/ 0 h 1510"/>
                  <a:gd name="T72" fmla="*/ 0 w 2847"/>
                  <a:gd name="T73" fmla="*/ 0 h 1510"/>
                  <a:gd name="T74" fmla="*/ 0 w 2847"/>
                  <a:gd name="T75" fmla="*/ 0 h 1510"/>
                  <a:gd name="T76" fmla="*/ 0 w 2847"/>
                  <a:gd name="T77" fmla="*/ 0 h 1510"/>
                  <a:gd name="T78" fmla="*/ 0 w 2847"/>
                  <a:gd name="T79" fmla="*/ 0 h 1510"/>
                  <a:gd name="T80" fmla="*/ 0 w 2847"/>
                  <a:gd name="T81" fmla="*/ 0 h 1510"/>
                  <a:gd name="T82" fmla="*/ 0 w 2847"/>
                  <a:gd name="T83" fmla="*/ 0 h 1510"/>
                  <a:gd name="T84" fmla="*/ 0 w 2847"/>
                  <a:gd name="T85" fmla="*/ 0 h 1510"/>
                  <a:gd name="T86" fmla="*/ 0 w 2847"/>
                  <a:gd name="T87" fmla="*/ 0 h 1510"/>
                  <a:gd name="T88" fmla="*/ 0 w 2847"/>
                  <a:gd name="T89" fmla="*/ 0 h 1510"/>
                  <a:gd name="T90" fmla="*/ 0 w 2847"/>
                  <a:gd name="T91" fmla="*/ 0 h 1510"/>
                  <a:gd name="T92" fmla="*/ 0 w 2847"/>
                  <a:gd name="T93" fmla="*/ 0 h 1510"/>
                  <a:gd name="T94" fmla="*/ 0 w 2847"/>
                  <a:gd name="T95" fmla="*/ 0 h 1510"/>
                  <a:gd name="T96" fmla="*/ 0 w 2847"/>
                  <a:gd name="T97" fmla="*/ 0 h 1510"/>
                  <a:gd name="T98" fmla="*/ 0 w 2847"/>
                  <a:gd name="T99" fmla="*/ 0 h 1510"/>
                  <a:gd name="T100" fmla="*/ 0 w 2847"/>
                  <a:gd name="T101" fmla="*/ 0 h 1510"/>
                  <a:gd name="T102" fmla="*/ 0 w 2847"/>
                  <a:gd name="T103" fmla="*/ 0 h 1510"/>
                  <a:gd name="T104" fmla="*/ 0 w 2847"/>
                  <a:gd name="T105" fmla="*/ 0 h 1510"/>
                  <a:gd name="T106" fmla="*/ 0 w 2847"/>
                  <a:gd name="T107" fmla="*/ 0 h 1510"/>
                  <a:gd name="T108" fmla="*/ 0 w 2847"/>
                  <a:gd name="T109" fmla="*/ 0 h 1510"/>
                  <a:gd name="T110" fmla="*/ 0 w 2847"/>
                  <a:gd name="T111" fmla="*/ 0 h 1510"/>
                  <a:gd name="T112" fmla="*/ 0 w 2847"/>
                  <a:gd name="T113" fmla="*/ 0 h 1510"/>
                  <a:gd name="T114" fmla="*/ 0 w 2847"/>
                  <a:gd name="T115" fmla="*/ 0 h 1510"/>
                  <a:gd name="T116" fmla="*/ 0 w 2847"/>
                  <a:gd name="T117" fmla="*/ 0 h 1510"/>
                  <a:gd name="T118" fmla="*/ 0 w 2847"/>
                  <a:gd name="T119" fmla="*/ 0 h 1510"/>
                  <a:gd name="T120" fmla="*/ 0 w 2847"/>
                  <a:gd name="T121" fmla="*/ 0 h 1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47"/>
                  <a:gd name="T184" fmla="*/ 0 h 1510"/>
                  <a:gd name="T185" fmla="*/ 2847 w 2847"/>
                  <a:gd name="T186" fmla="*/ 1510 h 15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47" h="1510">
                    <a:moveTo>
                      <a:pt x="1072" y="246"/>
                    </a:moveTo>
                    <a:lnTo>
                      <a:pt x="1129" y="369"/>
                    </a:lnTo>
                    <a:lnTo>
                      <a:pt x="1228" y="441"/>
                    </a:lnTo>
                    <a:lnTo>
                      <a:pt x="1369" y="516"/>
                    </a:lnTo>
                    <a:lnTo>
                      <a:pt x="1558" y="567"/>
                    </a:lnTo>
                    <a:lnTo>
                      <a:pt x="1798" y="606"/>
                    </a:lnTo>
                    <a:lnTo>
                      <a:pt x="1903" y="576"/>
                    </a:lnTo>
                    <a:lnTo>
                      <a:pt x="1945" y="507"/>
                    </a:lnTo>
                    <a:lnTo>
                      <a:pt x="1969" y="408"/>
                    </a:lnTo>
                    <a:lnTo>
                      <a:pt x="1969" y="345"/>
                    </a:lnTo>
                    <a:lnTo>
                      <a:pt x="1929" y="239"/>
                    </a:lnTo>
                    <a:lnTo>
                      <a:pt x="1890" y="171"/>
                    </a:lnTo>
                    <a:lnTo>
                      <a:pt x="1839" y="120"/>
                    </a:lnTo>
                    <a:lnTo>
                      <a:pt x="1903" y="32"/>
                    </a:lnTo>
                    <a:lnTo>
                      <a:pt x="1945" y="0"/>
                    </a:lnTo>
                    <a:lnTo>
                      <a:pt x="2160" y="113"/>
                    </a:lnTo>
                    <a:lnTo>
                      <a:pt x="2400" y="162"/>
                    </a:lnTo>
                    <a:lnTo>
                      <a:pt x="2630" y="252"/>
                    </a:lnTo>
                    <a:lnTo>
                      <a:pt x="2847" y="378"/>
                    </a:lnTo>
                    <a:lnTo>
                      <a:pt x="2556" y="252"/>
                    </a:lnTo>
                    <a:lnTo>
                      <a:pt x="2342" y="191"/>
                    </a:lnTo>
                    <a:lnTo>
                      <a:pt x="2202" y="171"/>
                    </a:lnTo>
                    <a:lnTo>
                      <a:pt x="2052" y="171"/>
                    </a:lnTo>
                    <a:lnTo>
                      <a:pt x="1987" y="215"/>
                    </a:lnTo>
                    <a:lnTo>
                      <a:pt x="2004" y="387"/>
                    </a:lnTo>
                    <a:lnTo>
                      <a:pt x="1987" y="484"/>
                    </a:lnTo>
                    <a:lnTo>
                      <a:pt x="1953" y="590"/>
                    </a:lnTo>
                    <a:lnTo>
                      <a:pt x="1903" y="655"/>
                    </a:lnTo>
                    <a:lnTo>
                      <a:pt x="1789" y="760"/>
                    </a:lnTo>
                    <a:lnTo>
                      <a:pt x="1789" y="707"/>
                    </a:lnTo>
                    <a:lnTo>
                      <a:pt x="1749" y="673"/>
                    </a:lnTo>
                    <a:lnTo>
                      <a:pt x="1708" y="687"/>
                    </a:lnTo>
                    <a:lnTo>
                      <a:pt x="1696" y="738"/>
                    </a:lnTo>
                    <a:lnTo>
                      <a:pt x="1720" y="770"/>
                    </a:lnTo>
                    <a:lnTo>
                      <a:pt x="1756" y="779"/>
                    </a:lnTo>
                    <a:lnTo>
                      <a:pt x="1731" y="813"/>
                    </a:lnTo>
                    <a:lnTo>
                      <a:pt x="1674" y="802"/>
                    </a:lnTo>
                    <a:lnTo>
                      <a:pt x="1648" y="760"/>
                    </a:lnTo>
                    <a:lnTo>
                      <a:pt x="1659" y="707"/>
                    </a:lnTo>
                    <a:lnTo>
                      <a:pt x="1681" y="666"/>
                    </a:lnTo>
                    <a:lnTo>
                      <a:pt x="1720" y="648"/>
                    </a:lnTo>
                    <a:lnTo>
                      <a:pt x="1780" y="624"/>
                    </a:lnTo>
                    <a:lnTo>
                      <a:pt x="1433" y="567"/>
                    </a:lnTo>
                    <a:lnTo>
                      <a:pt x="1235" y="500"/>
                    </a:lnTo>
                    <a:lnTo>
                      <a:pt x="1353" y="795"/>
                    </a:lnTo>
                    <a:lnTo>
                      <a:pt x="1549" y="1289"/>
                    </a:lnTo>
                    <a:lnTo>
                      <a:pt x="1648" y="1510"/>
                    </a:lnTo>
                    <a:lnTo>
                      <a:pt x="1358" y="903"/>
                    </a:lnTo>
                    <a:lnTo>
                      <a:pt x="1201" y="576"/>
                    </a:lnTo>
                    <a:lnTo>
                      <a:pt x="1046" y="378"/>
                    </a:lnTo>
                    <a:lnTo>
                      <a:pt x="896" y="239"/>
                    </a:lnTo>
                    <a:lnTo>
                      <a:pt x="774" y="156"/>
                    </a:lnTo>
                    <a:lnTo>
                      <a:pt x="668" y="147"/>
                    </a:lnTo>
                    <a:lnTo>
                      <a:pt x="525" y="162"/>
                    </a:lnTo>
                    <a:lnTo>
                      <a:pt x="106" y="270"/>
                    </a:lnTo>
                    <a:lnTo>
                      <a:pt x="0" y="345"/>
                    </a:lnTo>
                    <a:lnTo>
                      <a:pt x="106" y="239"/>
                    </a:lnTo>
                    <a:lnTo>
                      <a:pt x="493" y="94"/>
                    </a:lnTo>
                    <a:lnTo>
                      <a:pt x="749" y="90"/>
                    </a:lnTo>
                    <a:lnTo>
                      <a:pt x="995" y="15"/>
                    </a:lnTo>
                    <a:lnTo>
                      <a:pt x="1072" y="2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5" name="Freeform 139">
                <a:extLst>
                  <a:ext uri="{FF2B5EF4-FFF2-40B4-BE49-F238E27FC236}">
                    <a16:creationId xmlns:a16="http://schemas.microsoft.com/office/drawing/2014/main" id="{FE56C277-506E-5745-A4A2-28638BC61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42" cy="214"/>
              </a:xfrm>
              <a:custGeom>
                <a:avLst/>
                <a:gdLst>
                  <a:gd name="T0" fmla="*/ 0 w 1134"/>
                  <a:gd name="T1" fmla="*/ 0 h 1714"/>
                  <a:gd name="T2" fmla="*/ 0 w 1134"/>
                  <a:gd name="T3" fmla="*/ 0 h 1714"/>
                  <a:gd name="T4" fmla="*/ 0 w 1134"/>
                  <a:gd name="T5" fmla="*/ 0 h 1714"/>
                  <a:gd name="T6" fmla="*/ 0 w 1134"/>
                  <a:gd name="T7" fmla="*/ 0 h 1714"/>
                  <a:gd name="T8" fmla="*/ 0 w 1134"/>
                  <a:gd name="T9" fmla="*/ 0 h 1714"/>
                  <a:gd name="T10" fmla="*/ 0 w 1134"/>
                  <a:gd name="T11" fmla="*/ 0 h 1714"/>
                  <a:gd name="T12" fmla="*/ 0 w 1134"/>
                  <a:gd name="T13" fmla="*/ 0 h 1714"/>
                  <a:gd name="T14" fmla="*/ 0 w 1134"/>
                  <a:gd name="T15" fmla="*/ 0 h 1714"/>
                  <a:gd name="T16" fmla="*/ 0 w 1134"/>
                  <a:gd name="T17" fmla="*/ 0 h 1714"/>
                  <a:gd name="T18" fmla="*/ 0 w 1134"/>
                  <a:gd name="T19" fmla="*/ 0 h 1714"/>
                  <a:gd name="T20" fmla="*/ 0 w 1134"/>
                  <a:gd name="T21" fmla="*/ 0 h 1714"/>
                  <a:gd name="T22" fmla="*/ 0 w 1134"/>
                  <a:gd name="T23" fmla="*/ 0 h 1714"/>
                  <a:gd name="T24" fmla="*/ 0 w 1134"/>
                  <a:gd name="T25" fmla="*/ 0 h 1714"/>
                  <a:gd name="T26" fmla="*/ 0 w 1134"/>
                  <a:gd name="T27" fmla="*/ 0 h 1714"/>
                  <a:gd name="T28" fmla="*/ 0 w 1134"/>
                  <a:gd name="T29" fmla="*/ 0 h 1714"/>
                  <a:gd name="T30" fmla="*/ 0 w 1134"/>
                  <a:gd name="T31" fmla="*/ 0 h 1714"/>
                  <a:gd name="T32" fmla="*/ 0 w 1134"/>
                  <a:gd name="T33" fmla="*/ 0 h 1714"/>
                  <a:gd name="T34" fmla="*/ 0 w 1134"/>
                  <a:gd name="T35" fmla="*/ 0 h 1714"/>
                  <a:gd name="T36" fmla="*/ 0 w 1134"/>
                  <a:gd name="T37" fmla="*/ 0 h 1714"/>
                  <a:gd name="T38" fmla="*/ 0 w 1134"/>
                  <a:gd name="T39" fmla="*/ 0 h 1714"/>
                  <a:gd name="T40" fmla="*/ 0 w 1134"/>
                  <a:gd name="T41" fmla="*/ 0 h 1714"/>
                  <a:gd name="T42" fmla="*/ 0 w 1134"/>
                  <a:gd name="T43" fmla="*/ 0 h 1714"/>
                  <a:gd name="T44" fmla="*/ 0 w 1134"/>
                  <a:gd name="T45" fmla="*/ 0 h 1714"/>
                  <a:gd name="T46" fmla="*/ 0 w 1134"/>
                  <a:gd name="T47" fmla="*/ 0 h 1714"/>
                  <a:gd name="T48" fmla="*/ 0 w 1134"/>
                  <a:gd name="T49" fmla="*/ 0 h 1714"/>
                  <a:gd name="T50" fmla="*/ 0 w 1134"/>
                  <a:gd name="T51" fmla="*/ 0 h 1714"/>
                  <a:gd name="T52" fmla="*/ 0 w 1134"/>
                  <a:gd name="T53" fmla="*/ 0 h 1714"/>
                  <a:gd name="T54" fmla="*/ 0 w 1134"/>
                  <a:gd name="T55" fmla="*/ 0 h 1714"/>
                  <a:gd name="T56" fmla="*/ 0 w 1134"/>
                  <a:gd name="T57" fmla="*/ 0 h 1714"/>
                  <a:gd name="T58" fmla="*/ 0 w 1134"/>
                  <a:gd name="T59" fmla="*/ 0 h 1714"/>
                  <a:gd name="T60" fmla="*/ 0 w 1134"/>
                  <a:gd name="T61" fmla="*/ 0 h 1714"/>
                  <a:gd name="T62" fmla="*/ 0 w 1134"/>
                  <a:gd name="T63" fmla="*/ 0 h 1714"/>
                  <a:gd name="T64" fmla="*/ 0 w 1134"/>
                  <a:gd name="T65" fmla="*/ 0 h 1714"/>
                  <a:gd name="T66" fmla="*/ 0 w 1134"/>
                  <a:gd name="T67" fmla="*/ 0 h 1714"/>
                  <a:gd name="T68" fmla="*/ 0 w 1134"/>
                  <a:gd name="T69" fmla="*/ 0 h 1714"/>
                  <a:gd name="T70" fmla="*/ 0 w 1134"/>
                  <a:gd name="T71" fmla="*/ 0 h 1714"/>
                  <a:gd name="T72" fmla="*/ 0 w 1134"/>
                  <a:gd name="T73" fmla="*/ 0 h 1714"/>
                  <a:gd name="T74" fmla="*/ 0 w 1134"/>
                  <a:gd name="T75" fmla="*/ 0 h 1714"/>
                  <a:gd name="T76" fmla="*/ 0 w 1134"/>
                  <a:gd name="T77" fmla="*/ 0 h 1714"/>
                  <a:gd name="T78" fmla="*/ 0 w 1134"/>
                  <a:gd name="T79" fmla="*/ 0 h 1714"/>
                  <a:gd name="T80" fmla="*/ 0 w 1134"/>
                  <a:gd name="T81" fmla="*/ 0 h 1714"/>
                  <a:gd name="T82" fmla="*/ 0 w 1134"/>
                  <a:gd name="T83" fmla="*/ 0 h 1714"/>
                  <a:gd name="T84" fmla="*/ 0 w 1134"/>
                  <a:gd name="T85" fmla="*/ 0 h 1714"/>
                  <a:gd name="T86" fmla="*/ 0 w 1134"/>
                  <a:gd name="T87" fmla="*/ 0 h 1714"/>
                  <a:gd name="T88" fmla="*/ 0 w 1134"/>
                  <a:gd name="T89" fmla="*/ 0 h 1714"/>
                  <a:gd name="T90" fmla="*/ 0 w 1134"/>
                  <a:gd name="T91" fmla="*/ 0 h 1714"/>
                  <a:gd name="T92" fmla="*/ 0 w 1134"/>
                  <a:gd name="T93" fmla="*/ 0 h 1714"/>
                  <a:gd name="T94" fmla="*/ 0 w 1134"/>
                  <a:gd name="T95" fmla="*/ 0 h 1714"/>
                  <a:gd name="T96" fmla="*/ 0 w 1134"/>
                  <a:gd name="T97" fmla="*/ 0 h 1714"/>
                  <a:gd name="T98" fmla="*/ 0 w 1134"/>
                  <a:gd name="T99" fmla="*/ 0 h 1714"/>
                  <a:gd name="T100" fmla="*/ 0 w 1134"/>
                  <a:gd name="T101" fmla="*/ 0 h 1714"/>
                  <a:gd name="T102" fmla="*/ 0 w 1134"/>
                  <a:gd name="T103" fmla="*/ 0 h 1714"/>
                  <a:gd name="T104" fmla="*/ 0 w 1134"/>
                  <a:gd name="T105" fmla="*/ 0 h 1714"/>
                  <a:gd name="T106" fmla="*/ 0 w 1134"/>
                  <a:gd name="T107" fmla="*/ 0 h 1714"/>
                  <a:gd name="T108" fmla="*/ 0 w 1134"/>
                  <a:gd name="T109" fmla="*/ 0 h 1714"/>
                  <a:gd name="T110" fmla="*/ 0 w 1134"/>
                  <a:gd name="T111" fmla="*/ 0 h 1714"/>
                  <a:gd name="T112" fmla="*/ 0 w 1134"/>
                  <a:gd name="T113" fmla="*/ 0 h 1714"/>
                  <a:gd name="T114" fmla="*/ 0 w 1134"/>
                  <a:gd name="T115" fmla="*/ 0 h 1714"/>
                  <a:gd name="T116" fmla="*/ 0 w 1134"/>
                  <a:gd name="T117" fmla="*/ 0 h 1714"/>
                  <a:gd name="T118" fmla="*/ 0 w 1134"/>
                  <a:gd name="T119" fmla="*/ 0 h 17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4"/>
                  <a:gd name="T181" fmla="*/ 0 h 1714"/>
                  <a:gd name="T182" fmla="*/ 1134 w 1134"/>
                  <a:gd name="T183" fmla="*/ 1714 h 171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4" h="1714">
                    <a:moveTo>
                      <a:pt x="159" y="0"/>
                    </a:moveTo>
                    <a:lnTo>
                      <a:pt x="264" y="31"/>
                    </a:lnTo>
                    <a:lnTo>
                      <a:pt x="365" y="113"/>
                    </a:lnTo>
                    <a:lnTo>
                      <a:pt x="447" y="229"/>
                    </a:lnTo>
                    <a:lnTo>
                      <a:pt x="521" y="367"/>
                    </a:lnTo>
                    <a:lnTo>
                      <a:pt x="570" y="484"/>
                    </a:lnTo>
                    <a:lnTo>
                      <a:pt x="611" y="591"/>
                    </a:lnTo>
                    <a:lnTo>
                      <a:pt x="491" y="409"/>
                    </a:lnTo>
                    <a:lnTo>
                      <a:pt x="387" y="288"/>
                    </a:lnTo>
                    <a:lnTo>
                      <a:pt x="264" y="205"/>
                    </a:lnTo>
                    <a:lnTo>
                      <a:pt x="167" y="157"/>
                    </a:lnTo>
                    <a:lnTo>
                      <a:pt x="167" y="319"/>
                    </a:lnTo>
                    <a:lnTo>
                      <a:pt x="222" y="499"/>
                    </a:lnTo>
                    <a:lnTo>
                      <a:pt x="312" y="646"/>
                    </a:lnTo>
                    <a:lnTo>
                      <a:pt x="413" y="754"/>
                    </a:lnTo>
                    <a:lnTo>
                      <a:pt x="598" y="886"/>
                    </a:lnTo>
                    <a:lnTo>
                      <a:pt x="768" y="998"/>
                    </a:lnTo>
                    <a:lnTo>
                      <a:pt x="860" y="1049"/>
                    </a:lnTo>
                    <a:lnTo>
                      <a:pt x="818" y="925"/>
                    </a:lnTo>
                    <a:lnTo>
                      <a:pt x="923" y="1132"/>
                    </a:lnTo>
                    <a:lnTo>
                      <a:pt x="976" y="1301"/>
                    </a:lnTo>
                    <a:lnTo>
                      <a:pt x="1007" y="1508"/>
                    </a:lnTo>
                    <a:lnTo>
                      <a:pt x="1081" y="1631"/>
                    </a:lnTo>
                    <a:lnTo>
                      <a:pt x="1134" y="1714"/>
                    </a:lnTo>
                    <a:lnTo>
                      <a:pt x="959" y="1559"/>
                    </a:lnTo>
                    <a:lnTo>
                      <a:pt x="959" y="1642"/>
                    </a:lnTo>
                    <a:lnTo>
                      <a:pt x="877" y="1665"/>
                    </a:lnTo>
                    <a:lnTo>
                      <a:pt x="918" y="1609"/>
                    </a:lnTo>
                    <a:lnTo>
                      <a:pt x="908" y="1534"/>
                    </a:lnTo>
                    <a:lnTo>
                      <a:pt x="703" y="1402"/>
                    </a:lnTo>
                    <a:lnTo>
                      <a:pt x="877" y="1411"/>
                    </a:lnTo>
                    <a:lnTo>
                      <a:pt x="736" y="1204"/>
                    </a:lnTo>
                    <a:lnTo>
                      <a:pt x="853" y="1195"/>
                    </a:lnTo>
                    <a:lnTo>
                      <a:pt x="869" y="1147"/>
                    </a:lnTo>
                    <a:lnTo>
                      <a:pt x="703" y="1141"/>
                    </a:lnTo>
                    <a:lnTo>
                      <a:pt x="494" y="1077"/>
                    </a:lnTo>
                    <a:lnTo>
                      <a:pt x="249" y="967"/>
                    </a:lnTo>
                    <a:lnTo>
                      <a:pt x="99" y="860"/>
                    </a:lnTo>
                    <a:lnTo>
                      <a:pt x="84" y="886"/>
                    </a:lnTo>
                    <a:lnTo>
                      <a:pt x="143" y="985"/>
                    </a:lnTo>
                    <a:lnTo>
                      <a:pt x="240" y="1077"/>
                    </a:lnTo>
                    <a:lnTo>
                      <a:pt x="339" y="1132"/>
                    </a:lnTo>
                    <a:lnTo>
                      <a:pt x="413" y="1338"/>
                    </a:lnTo>
                    <a:lnTo>
                      <a:pt x="644" y="1402"/>
                    </a:lnTo>
                    <a:lnTo>
                      <a:pt x="482" y="1386"/>
                    </a:lnTo>
                    <a:lnTo>
                      <a:pt x="556" y="1460"/>
                    </a:lnTo>
                    <a:lnTo>
                      <a:pt x="763" y="1508"/>
                    </a:lnTo>
                    <a:lnTo>
                      <a:pt x="853" y="1582"/>
                    </a:lnTo>
                    <a:lnTo>
                      <a:pt x="826" y="1631"/>
                    </a:lnTo>
                    <a:lnTo>
                      <a:pt x="694" y="1591"/>
                    </a:lnTo>
                    <a:lnTo>
                      <a:pt x="598" y="1600"/>
                    </a:lnTo>
                    <a:lnTo>
                      <a:pt x="51" y="1107"/>
                    </a:lnTo>
                    <a:lnTo>
                      <a:pt x="21" y="943"/>
                    </a:lnTo>
                    <a:lnTo>
                      <a:pt x="9" y="826"/>
                    </a:lnTo>
                    <a:lnTo>
                      <a:pt x="51" y="770"/>
                    </a:lnTo>
                    <a:lnTo>
                      <a:pt x="21" y="642"/>
                    </a:lnTo>
                    <a:lnTo>
                      <a:pt x="0" y="443"/>
                    </a:lnTo>
                    <a:lnTo>
                      <a:pt x="25" y="279"/>
                    </a:lnTo>
                    <a:lnTo>
                      <a:pt x="77" y="132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6" name="Freeform 140">
                <a:extLst>
                  <a:ext uri="{FF2B5EF4-FFF2-40B4-BE49-F238E27FC236}">
                    <a16:creationId xmlns:a16="http://schemas.microsoft.com/office/drawing/2014/main" id="{5F89B990-F669-BF47-B098-864860D8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892"/>
                <a:ext cx="40" cy="50"/>
              </a:xfrm>
              <a:custGeom>
                <a:avLst/>
                <a:gdLst>
                  <a:gd name="T0" fmla="*/ 0 w 318"/>
                  <a:gd name="T1" fmla="*/ 0 h 399"/>
                  <a:gd name="T2" fmla="*/ 0 w 318"/>
                  <a:gd name="T3" fmla="*/ 0 h 399"/>
                  <a:gd name="T4" fmla="*/ 0 w 318"/>
                  <a:gd name="T5" fmla="*/ 0 h 399"/>
                  <a:gd name="T6" fmla="*/ 0 w 318"/>
                  <a:gd name="T7" fmla="*/ 0 h 399"/>
                  <a:gd name="T8" fmla="*/ 0 w 318"/>
                  <a:gd name="T9" fmla="*/ 0 h 399"/>
                  <a:gd name="T10" fmla="*/ 0 w 318"/>
                  <a:gd name="T11" fmla="*/ 0 h 399"/>
                  <a:gd name="T12" fmla="*/ 0 w 318"/>
                  <a:gd name="T13" fmla="*/ 0 h 399"/>
                  <a:gd name="T14" fmla="*/ 0 w 318"/>
                  <a:gd name="T15" fmla="*/ 0 h 399"/>
                  <a:gd name="T16" fmla="*/ 0 w 318"/>
                  <a:gd name="T17" fmla="*/ 0 h 399"/>
                  <a:gd name="T18" fmla="*/ 0 w 318"/>
                  <a:gd name="T19" fmla="*/ 0 h 399"/>
                  <a:gd name="T20" fmla="*/ 0 w 318"/>
                  <a:gd name="T21" fmla="*/ 0 h 399"/>
                  <a:gd name="T22" fmla="*/ 0 w 318"/>
                  <a:gd name="T23" fmla="*/ 0 h 3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8"/>
                  <a:gd name="T37" fmla="*/ 0 h 399"/>
                  <a:gd name="T38" fmla="*/ 318 w 318"/>
                  <a:gd name="T39" fmla="*/ 399 h 39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8" h="399">
                    <a:moveTo>
                      <a:pt x="0" y="138"/>
                    </a:moveTo>
                    <a:lnTo>
                      <a:pt x="87" y="23"/>
                    </a:lnTo>
                    <a:lnTo>
                      <a:pt x="168" y="0"/>
                    </a:lnTo>
                    <a:lnTo>
                      <a:pt x="221" y="72"/>
                    </a:lnTo>
                    <a:lnTo>
                      <a:pt x="221" y="336"/>
                    </a:lnTo>
                    <a:lnTo>
                      <a:pt x="285" y="106"/>
                    </a:lnTo>
                    <a:lnTo>
                      <a:pt x="318" y="196"/>
                    </a:lnTo>
                    <a:lnTo>
                      <a:pt x="318" y="295"/>
                    </a:lnTo>
                    <a:lnTo>
                      <a:pt x="246" y="399"/>
                    </a:lnTo>
                    <a:lnTo>
                      <a:pt x="186" y="399"/>
                    </a:lnTo>
                    <a:lnTo>
                      <a:pt x="39" y="261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7" name="Freeform 141">
                <a:extLst>
                  <a:ext uri="{FF2B5EF4-FFF2-40B4-BE49-F238E27FC236}">
                    <a16:creationId xmlns:a16="http://schemas.microsoft.com/office/drawing/2014/main" id="{2B9848AC-97A4-7242-BF03-927589174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700"/>
                <a:ext cx="292" cy="269"/>
              </a:xfrm>
              <a:custGeom>
                <a:avLst/>
                <a:gdLst>
                  <a:gd name="T0" fmla="*/ 0 w 2335"/>
                  <a:gd name="T1" fmla="*/ 0 h 2151"/>
                  <a:gd name="T2" fmla="*/ 0 w 2335"/>
                  <a:gd name="T3" fmla="*/ 0 h 2151"/>
                  <a:gd name="T4" fmla="*/ 0 w 2335"/>
                  <a:gd name="T5" fmla="*/ 0 h 2151"/>
                  <a:gd name="T6" fmla="*/ 0 w 2335"/>
                  <a:gd name="T7" fmla="*/ 0 h 2151"/>
                  <a:gd name="T8" fmla="*/ 0 w 2335"/>
                  <a:gd name="T9" fmla="*/ 0 h 2151"/>
                  <a:gd name="T10" fmla="*/ 0 w 2335"/>
                  <a:gd name="T11" fmla="*/ 0 h 2151"/>
                  <a:gd name="T12" fmla="*/ 0 w 2335"/>
                  <a:gd name="T13" fmla="*/ 0 h 2151"/>
                  <a:gd name="T14" fmla="*/ 0 w 2335"/>
                  <a:gd name="T15" fmla="*/ 0 h 2151"/>
                  <a:gd name="T16" fmla="*/ 0 w 2335"/>
                  <a:gd name="T17" fmla="*/ 0 h 2151"/>
                  <a:gd name="T18" fmla="*/ 0 w 2335"/>
                  <a:gd name="T19" fmla="*/ 0 h 2151"/>
                  <a:gd name="T20" fmla="*/ 0 w 2335"/>
                  <a:gd name="T21" fmla="*/ 0 h 2151"/>
                  <a:gd name="T22" fmla="*/ 0 w 2335"/>
                  <a:gd name="T23" fmla="*/ 0 h 2151"/>
                  <a:gd name="T24" fmla="*/ 0 w 2335"/>
                  <a:gd name="T25" fmla="*/ 0 h 2151"/>
                  <a:gd name="T26" fmla="*/ 0 w 2335"/>
                  <a:gd name="T27" fmla="*/ 0 h 2151"/>
                  <a:gd name="T28" fmla="*/ 0 w 2335"/>
                  <a:gd name="T29" fmla="*/ 0 h 2151"/>
                  <a:gd name="T30" fmla="*/ 0 w 2335"/>
                  <a:gd name="T31" fmla="*/ 0 h 2151"/>
                  <a:gd name="T32" fmla="*/ 0 w 2335"/>
                  <a:gd name="T33" fmla="*/ 0 h 2151"/>
                  <a:gd name="T34" fmla="*/ 0 w 2335"/>
                  <a:gd name="T35" fmla="*/ 0 h 2151"/>
                  <a:gd name="T36" fmla="*/ 0 w 2335"/>
                  <a:gd name="T37" fmla="*/ 0 h 2151"/>
                  <a:gd name="T38" fmla="*/ 0 w 2335"/>
                  <a:gd name="T39" fmla="*/ 0 h 2151"/>
                  <a:gd name="T40" fmla="*/ 0 w 2335"/>
                  <a:gd name="T41" fmla="*/ 0 h 2151"/>
                  <a:gd name="T42" fmla="*/ 0 w 2335"/>
                  <a:gd name="T43" fmla="*/ 0 h 2151"/>
                  <a:gd name="T44" fmla="*/ 0 w 2335"/>
                  <a:gd name="T45" fmla="*/ 0 h 2151"/>
                  <a:gd name="T46" fmla="*/ 0 w 2335"/>
                  <a:gd name="T47" fmla="*/ 0 h 2151"/>
                  <a:gd name="T48" fmla="*/ 0 w 2335"/>
                  <a:gd name="T49" fmla="*/ 0 h 2151"/>
                  <a:gd name="T50" fmla="*/ 0 w 2335"/>
                  <a:gd name="T51" fmla="*/ 0 h 2151"/>
                  <a:gd name="T52" fmla="*/ 0 w 2335"/>
                  <a:gd name="T53" fmla="*/ 0 h 2151"/>
                  <a:gd name="T54" fmla="*/ 0 w 2335"/>
                  <a:gd name="T55" fmla="*/ 0 h 2151"/>
                  <a:gd name="T56" fmla="*/ 0 w 2335"/>
                  <a:gd name="T57" fmla="*/ 0 h 2151"/>
                  <a:gd name="T58" fmla="*/ 0 w 2335"/>
                  <a:gd name="T59" fmla="*/ 0 h 2151"/>
                  <a:gd name="T60" fmla="*/ 0 w 2335"/>
                  <a:gd name="T61" fmla="*/ 0 h 2151"/>
                  <a:gd name="T62" fmla="*/ 0 w 2335"/>
                  <a:gd name="T63" fmla="*/ 0 h 2151"/>
                  <a:gd name="T64" fmla="*/ 0 w 2335"/>
                  <a:gd name="T65" fmla="*/ 0 h 2151"/>
                  <a:gd name="T66" fmla="*/ 0 w 2335"/>
                  <a:gd name="T67" fmla="*/ 0 h 2151"/>
                  <a:gd name="T68" fmla="*/ 0 w 2335"/>
                  <a:gd name="T69" fmla="*/ 0 h 2151"/>
                  <a:gd name="T70" fmla="*/ 0 w 2335"/>
                  <a:gd name="T71" fmla="*/ 0 h 2151"/>
                  <a:gd name="T72" fmla="*/ 0 w 2335"/>
                  <a:gd name="T73" fmla="*/ 0 h 2151"/>
                  <a:gd name="T74" fmla="*/ 0 w 2335"/>
                  <a:gd name="T75" fmla="*/ 0 h 2151"/>
                  <a:gd name="T76" fmla="*/ 0 w 2335"/>
                  <a:gd name="T77" fmla="*/ 0 h 215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335"/>
                  <a:gd name="T118" fmla="*/ 0 h 2151"/>
                  <a:gd name="T119" fmla="*/ 2335 w 2335"/>
                  <a:gd name="T120" fmla="*/ 2151 h 215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335" h="2151">
                    <a:moveTo>
                      <a:pt x="87" y="1633"/>
                    </a:moveTo>
                    <a:lnTo>
                      <a:pt x="112" y="1705"/>
                    </a:lnTo>
                    <a:lnTo>
                      <a:pt x="123" y="1896"/>
                    </a:lnTo>
                    <a:lnTo>
                      <a:pt x="0" y="1953"/>
                    </a:lnTo>
                    <a:lnTo>
                      <a:pt x="39" y="1978"/>
                    </a:lnTo>
                    <a:lnTo>
                      <a:pt x="182" y="1953"/>
                    </a:lnTo>
                    <a:lnTo>
                      <a:pt x="742" y="2068"/>
                    </a:lnTo>
                    <a:lnTo>
                      <a:pt x="732" y="2032"/>
                    </a:lnTo>
                    <a:lnTo>
                      <a:pt x="732" y="2011"/>
                    </a:lnTo>
                    <a:lnTo>
                      <a:pt x="758" y="1997"/>
                    </a:lnTo>
                    <a:lnTo>
                      <a:pt x="791" y="2002"/>
                    </a:lnTo>
                    <a:lnTo>
                      <a:pt x="806" y="2032"/>
                    </a:lnTo>
                    <a:lnTo>
                      <a:pt x="830" y="2061"/>
                    </a:lnTo>
                    <a:lnTo>
                      <a:pt x="883" y="2068"/>
                    </a:lnTo>
                    <a:lnTo>
                      <a:pt x="958" y="2127"/>
                    </a:lnTo>
                    <a:lnTo>
                      <a:pt x="938" y="2068"/>
                    </a:lnTo>
                    <a:lnTo>
                      <a:pt x="1180" y="2011"/>
                    </a:lnTo>
                    <a:lnTo>
                      <a:pt x="1477" y="1845"/>
                    </a:lnTo>
                    <a:lnTo>
                      <a:pt x="1807" y="1930"/>
                    </a:lnTo>
                    <a:lnTo>
                      <a:pt x="1872" y="2061"/>
                    </a:lnTo>
                    <a:lnTo>
                      <a:pt x="1872" y="2142"/>
                    </a:lnTo>
                    <a:lnTo>
                      <a:pt x="1883" y="2151"/>
                    </a:lnTo>
                    <a:lnTo>
                      <a:pt x="1897" y="2061"/>
                    </a:lnTo>
                    <a:lnTo>
                      <a:pt x="1823" y="1912"/>
                    </a:lnTo>
                    <a:lnTo>
                      <a:pt x="1666" y="1815"/>
                    </a:lnTo>
                    <a:lnTo>
                      <a:pt x="1731" y="1714"/>
                    </a:lnTo>
                    <a:lnTo>
                      <a:pt x="1855" y="1668"/>
                    </a:lnTo>
                    <a:lnTo>
                      <a:pt x="2003" y="1642"/>
                    </a:lnTo>
                    <a:lnTo>
                      <a:pt x="2189" y="1674"/>
                    </a:lnTo>
                    <a:lnTo>
                      <a:pt x="2226" y="1705"/>
                    </a:lnTo>
                    <a:lnTo>
                      <a:pt x="2235" y="1804"/>
                    </a:lnTo>
                    <a:lnTo>
                      <a:pt x="2285" y="1887"/>
                    </a:lnTo>
                    <a:lnTo>
                      <a:pt x="2335" y="1771"/>
                    </a:lnTo>
                    <a:lnTo>
                      <a:pt x="2309" y="1700"/>
                    </a:lnTo>
                    <a:lnTo>
                      <a:pt x="2219" y="1608"/>
                    </a:lnTo>
                    <a:lnTo>
                      <a:pt x="2102" y="1510"/>
                    </a:lnTo>
                    <a:lnTo>
                      <a:pt x="2010" y="1402"/>
                    </a:lnTo>
                    <a:lnTo>
                      <a:pt x="1929" y="1439"/>
                    </a:lnTo>
                    <a:lnTo>
                      <a:pt x="1883" y="1559"/>
                    </a:lnTo>
                    <a:lnTo>
                      <a:pt x="1839" y="1536"/>
                    </a:lnTo>
                    <a:lnTo>
                      <a:pt x="1883" y="1428"/>
                    </a:lnTo>
                    <a:lnTo>
                      <a:pt x="1929" y="1338"/>
                    </a:lnTo>
                    <a:lnTo>
                      <a:pt x="2138" y="1255"/>
                    </a:lnTo>
                    <a:lnTo>
                      <a:pt x="2235" y="1165"/>
                    </a:lnTo>
                    <a:lnTo>
                      <a:pt x="2189" y="1041"/>
                    </a:lnTo>
                    <a:lnTo>
                      <a:pt x="2169" y="1142"/>
                    </a:lnTo>
                    <a:lnTo>
                      <a:pt x="2063" y="1206"/>
                    </a:lnTo>
                    <a:lnTo>
                      <a:pt x="1962" y="1232"/>
                    </a:lnTo>
                    <a:lnTo>
                      <a:pt x="1883" y="1239"/>
                    </a:lnTo>
                    <a:lnTo>
                      <a:pt x="1855" y="1213"/>
                    </a:lnTo>
                    <a:lnTo>
                      <a:pt x="1872" y="1181"/>
                    </a:lnTo>
                    <a:lnTo>
                      <a:pt x="2039" y="1066"/>
                    </a:lnTo>
                    <a:lnTo>
                      <a:pt x="2169" y="943"/>
                    </a:lnTo>
                    <a:lnTo>
                      <a:pt x="2197" y="1001"/>
                    </a:lnTo>
                    <a:lnTo>
                      <a:pt x="2201" y="868"/>
                    </a:lnTo>
                    <a:lnTo>
                      <a:pt x="2180" y="720"/>
                    </a:lnTo>
                    <a:lnTo>
                      <a:pt x="2169" y="565"/>
                    </a:lnTo>
                    <a:lnTo>
                      <a:pt x="2180" y="337"/>
                    </a:lnTo>
                    <a:lnTo>
                      <a:pt x="2153" y="114"/>
                    </a:lnTo>
                    <a:lnTo>
                      <a:pt x="2111" y="0"/>
                    </a:lnTo>
                    <a:lnTo>
                      <a:pt x="2144" y="182"/>
                    </a:lnTo>
                    <a:lnTo>
                      <a:pt x="2144" y="400"/>
                    </a:lnTo>
                    <a:lnTo>
                      <a:pt x="2111" y="582"/>
                    </a:lnTo>
                    <a:lnTo>
                      <a:pt x="1982" y="868"/>
                    </a:lnTo>
                    <a:lnTo>
                      <a:pt x="2088" y="706"/>
                    </a:lnTo>
                    <a:lnTo>
                      <a:pt x="2127" y="771"/>
                    </a:lnTo>
                    <a:lnTo>
                      <a:pt x="2144" y="861"/>
                    </a:lnTo>
                    <a:lnTo>
                      <a:pt x="2120" y="936"/>
                    </a:lnTo>
                    <a:lnTo>
                      <a:pt x="2003" y="1041"/>
                    </a:lnTo>
                    <a:lnTo>
                      <a:pt x="1865" y="1125"/>
                    </a:lnTo>
                    <a:lnTo>
                      <a:pt x="1872" y="1050"/>
                    </a:lnTo>
                    <a:lnTo>
                      <a:pt x="1673" y="1273"/>
                    </a:lnTo>
                    <a:lnTo>
                      <a:pt x="1402" y="1476"/>
                    </a:lnTo>
                    <a:lnTo>
                      <a:pt x="1169" y="1584"/>
                    </a:lnTo>
                    <a:lnTo>
                      <a:pt x="965" y="1633"/>
                    </a:lnTo>
                    <a:lnTo>
                      <a:pt x="615" y="1600"/>
                    </a:lnTo>
                    <a:lnTo>
                      <a:pt x="410" y="1608"/>
                    </a:lnTo>
                    <a:lnTo>
                      <a:pt x="195" y="1626"/>
                    </a:lnTo>
                    <a:lnTo>
                      <a:pt x="87" y="16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8" name="Freeform 142">
                <a:extLst>
                  <a:ext uri="{FF2B5EF4-FFF2-40B4-BE49-F238E27FC236}">
                    <a16:creationId xmlns:a16="http://schemas.microsoft.com/office/drawing/2014/main" id="{92E14A79-4371-5943-935D-CD980D08C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89"/>
                <a:ext cx="22" cy="176"/>
              </a:xfrm>
              <a:custGeom>
                <a:avLst/>
                <a:gdLst>
                  <a:gd name="T0" fmla="*/ 0 w 180"/>
                  <a:gd name="T1" fmla="*/ 0 h 1411"/>
                  <a:gd name="T2" fmla="*/ 0 w 180"/>
                  <a:gd name="T3" fmla="*/ 0 h 1411"/>
                  <a:gd name="T4" fmla="*/ 0 w 180"/>
                  <a:gd name="T5" fmla="*/ 0 h 1411"/>
                  <a:gd name="T6" fmla="*/ 0 w 180"/>
                  <a:gd name="T7" fmla="*/ 0 h 1411"/>
                  <a:gd name="T8" fmla="*/ 0 w 180"/>
                  <a:gd name="T9" fmla="*/ 0 h 1411"/>
                  <a:gd name="T10" fmla="*/ 0 w 180"/>
                  <a:gd name="T11" fmla="*/ 0 h 1411"/>
                  <a:gd name="T12" fmla="*/ 0 w 180"/>
                  <a:gd name="T13" fmla="*/ 0 h 1411"/>
                  <a:gd name="T14" fmla="*/ 0 w 180"/>
                  <a:gd name="T15" fmla="*/ 0 h 1411"/>
                  <a:gd name="T16" fmla="*/ 0 w 180"/>
                  <a:gd name="T17" fmla="*/ 0 h 1411"/>
                  <a:gd name="T18" fmla="*/ 0 w 180"/>
                  <a:gd name="T19" fmla="*/ 0 h 1411"/>
                  <a:gd name="T20" fmla="*/ 0 w 180"/>
                  <a:gd name="T21" fmla="*/ 0 h 1411"/>
                  <a:gd name="T22" fmla="*/ 0 w 180"/>
                  <a:gd name="T23" fmla="*/ 0 h 1411"/>
                  <a:gd name="T24" fmla="*/ 0 w 180"/>
                  <a:gd name="T25" fmla="*/ 0 h 1411"/>
                  <a:gd name="T26" fmla="*/ 0 w 180"/>
                  <a:gd name="T27" fmla="*/ 0 h 1411"/>
                  <a:gd name="T28" fmla="*/ 0 w 180"/>
                  <a:gd name="T29" fmla="*/ 0 h 1411"/>
                  <a:gd name="T30" fmla="*/ 0 w 180"/>
                  <a:gd name="T31" fmla="*/ 0 h 14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0"/>
                  <a:gd name="T49" fmla="*/ 0 h 1411"/>
                  <a:gd name="T50" fmla="*/ 180 w 180"/>
                  <a:gd name="T51" fmla="*/ 1411 h 14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0" h="1411">
                    <a:moveTo>
                      <a:pt x="0" y="33"/>
                    </a:moveTo>
                    <a:lnTo>
                      <a:pt x="99" y="263"/>
                    </a:lnTo>
                    <a:lnTo>
                      <a:pt x="129" y="483"/>
                    </a:lnTo>
                    <a:lnTo>
                      <a:pt x="124" y="802"/>
                    </a:lnTo>
                    <a:lnTo>
                      <a:pt x="81" y="1075"/>
                    </a:lnTo>
                    <a:lnTo>
                      <a:pt x="9" y="1411"/>
                    </a:lnTo>
                    <a:lnTo>
                      <a:pt x="90" y="1386"/>
                    </a:lnTo>
                    <a:lnTo>
                      <a:pt x="140" y="1303"/>
                    </a:lnTo>
                    <a:lnTo>
                      <a:pt x="171" y="1140"/>
                    </a:lnTo>
                    <a:lnTo>
                      <a:pt x="180" y="886"/>
                    </a:lnTo>
                    <a:lnTo>
                      <a:pt x="171" y="556"/>
                    </a:lnTo>
                    <a:lnTo>
                      <a:pt x="145" y="344"/>
                    </a:lnTo>
                    <a:lnTo>
                      <a:pt x="105" y="180"/>
                    </a:lnTo>
                    <a:lnTo>
                      <a:pt x="39" y="22"/>
                    </a:lnTo>
                    <a:lnTo>
                      <a:pt x="9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29" name="Freeform 143">
                <a:extLst>
                  <a:ext uri="{FF2B5EF4-FFF2-40B4-BE49-F238E27FC236}">
                    <a16:creationId xmlns:a16="http://schemas.microsoft.com/office/drawing/2014/main" id="{7C3CAA78-D900-F941-826F-EB211D213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04"/>
                <a:ext cx="18" cy="18"/>
              </a:xfrm>
              <a:custGeom>
                <a:avLst/>
                <a:gdLst>
                  <a:gd name="T0" fmla="*/ 0 w 141"/>
                  <a:gd name="T1" fmla="*/ 0 h 141"/>
                  <a:gd name="T2" fmla="*/ 0 w 141"/>
                  <a:gd name="T3" fmla="*/ 0 h 141"/>
                  <a:gd name="T4" fmla="*/ 0 w 141"/>
                  <a:gd name="T5" fmla="*/ 0 h 141"/>
                  <a:gd name="T6" fmla="*/ 0 w 141"/>
                  <a:gd name="T7" fmla="*/ 0 h 141"/>
                  <a:gd name="T8" fmla="*/ 0 w 141"/>
                  <a:gd name="T9" fmla="*/ 0 h 141"/>
                  <a:gd name="T10" fmla="*/ 0 w 141"/>
                  <a:gd name="T11" fmla="*/ 0 h 141"/>
                  <a:gd name="T12" fmla="*/ 0 w 141"/>
                  <a:gd name="T13" fmla="*/ 0 h 141"/>
                  <a:gd name="T14" fmla="*/ 0 w 141"/>
                  <a:gd name="T15" fmla="*/ 0 h 141"/>
                  <a:gd name="T16" fmla="*/ 0 w 141"/>
                  <a:gd name="T17" fmla="*/ 0 h 141"/>
                  <a:gd name="T18" fmla="*/ 0 w 141"/>
                  <a:gd name="T19" fmla="*/ 0 h 141"/>
                  <a:gd name="T20" fmla="*/ 0 w 141"/>
                  <a:gd name="T21" fmla="*/ 0 h 141"/>
                  <a:gd name="T22" fmla="*/ 0 w 141"/>
                  <a:gd name="T23" fmla="*/ 0 h 141"/>
                  <a:gd name="T24" fmla="*/ 0 w 141"/>
                  <a:gd name="T25" fmla="*/ 0 h 141"/>
                  <a:gd name="T26" fmla="*/ 0 w 141"/>
                  <a:gd name="T27" fmla="*/ 0 h 141"/>
                  <a:gd name="T28" fmla="*/ 0 w 141"/>
                  <a:gd name="T29" fmla="*/ 0 h 141"/>
                  <a:gd name="T30" fmla="*/ 0 w 141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1"/>
                  <a:gd name="T49" fmla="*/ 0 h 141"/>
                  <a:gd name="T50" fmla="*/ 141 w 141"/>
                  <a:gd name="T51" fmla="*/ 141 h 14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1" h="141">
                    <a:moveTo>
                      <a:pt x="101" y="7"/>
                    </a:moveTo>
                    <a:lnTo>
                      <a:pt x="66" y="7"/>
                    </a:lnTo>
                    <a:lnTo>
                      <a:pt x="42" y="31"/>
                    </a:lnTo>
                    <a:lnTo>
                      <a:pt x="51" y="62"/>
                    </a:lnTo>
                    <a:lnTo>
                      <a:pt x="77" y="88"/>
                    </a:lnTo>
                    <a:lnTo>
                      <a:pt x="110" y="72"/>
                    </a:lnTo>
                    <a:lnTo>
                      <a:pt x="123" y="49"/>
                    </a:lnTo>
                    <a:lnTo>
                      <a:pt x="123" y="31"/>
                    </a:lnTo>
                    <a:lnTo>
                      <a:pt x="141" y="62"/>
                    </a:lnTo>
                    <a:lnTo>
                      <a:pt x="123" y="113"/>
                    </a:lnTo>
                    <a:lnTo>
                      <a:pt x="77" y="141"/>
                    </a:lnTo>
                    <a:lnTo>
                      <a:pt x="18" y="106"/>
                    </a:lnTo>
                    <a:lnTo>
                      <a:pt x="0" y="49"/>
                    </a:lnTo>
                    <a:lnTo>
                      <a:pt x="42" y="7"/>
                    </a:lnTo>
                    <a:lnTo>
                      <a:pt x="66" y="0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0" name="Freeform 144">
                <a:extLst>
                  <a:ext uri="{FF2B5EF4-FFF2-40B4-BE49-F238E27FC236}">
                    <a16:creationId xmlns:a16="http://schemas.microsoft.com/office/drawing/2014/main" id="{92AFF273-11D1-F649-817B-A0D27924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0"/>
                <a:ext cx="33" cy="63"/>
              </a:xfrm>
              <a:custGeom>
                <a:avLst/>
                <a:gdLst>
                  <a:gd name="T0" fmla="*/ 0 w 265"/>
                  <a:gd name="T1" fmla="*/ 0 h 505"/>
                  <a:gd name="T2" fmla="*/ 0 w 265"/>
                  <a:gd name="T3" fmla="*/ 0 h 505"/>
                  <a:gd name="T4" fmla="*/ 0 w 265"/>
                  <a:gd name="T5" fmla="*/ 0 h 505"/>
                  <a:gd name="T6" fmla="*/ 0 w 265"/>
                  <a:gd name="T7" fmla="*/ 0 h 505"/>
                  <a:gd name="T8" fmla="*/ 0 w 265"/>
                  <a:gd name="T9" fmla="*/ 0 h 505"/>
                  <a:gd name="T10" fmla="*/ 0 w 265"/>
                  <a:gd name="T11" fmla="*/ 0 h 505"/>
                  <a:gd name="T12" fmla="*/ 0 w 265"/>
                  <a:gd name="T13" fmla="*/ 0 h 505"/>
                  <a:gd name="T14" fmla="*/ 0 w 265"/>
                  <a:gd name="T15" fmla="*/ 0 h 505"/>
                  <a:gd name="T16" fmla="*/ 0 w 265"/>
                  <a:gd name="T17" fmla="*/ 0 h 505"/>
                  <a:gd name="T18" fmla="*/ 0 w 265"/>
                  <a:gd name="T19" fmla="*/ 0 h 505"/>
                  <a:gd name="T20" fmla="*/ 0 w 265"/>
                  <a:gd name="T21" fmla="*/ 0 h 505"/>
                  <a:gd name="T22" fmla="*/ 0 w 265"/>
                  <a:gd name="T23" fmla="*/ 0 h 505"/>
                  <a:gd name="T24" fmla="*/ 0 w 265"/>
                  <a:gd name="T25" fmla="*/ 0 h 505"/>
                  <a:gd name="T26" fmla="*/ 0 w 265"/>
                  <a:gd name="T27" fmla="*/ 0 h 5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5"/>
                  <a:gd name="T43" fmla="*/ 0 h 505"/>
                  <a:gd name="T44" fmla="*/ 265 w 265"/>
                  <a:gd name="T45" fmla="*/ 505 h 50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5" h="505">
                    <a:moveTo>
                      <a:pt x="215" y="0"/>
                    </a:moveTo>
                    <a:lnTo>
                      <a:pt x="215" y="71"/>
                    </a:lnTo>
                    <a:lnTo>
                      <a:pt x="0" y="193"/>
                    </a:lnTo>
                    <a:lnTo>
                      <a:pt x="131" y="152"/>
                    </a:lnTo>
                    <a:lnTo>
                      <a:pt x="131" y="277"/>
                    </a:lnTo>
                    <a:lnTo>
                      <a:pt x="57" y="258"/>
                    </a:lnTo>
                    <a:lnTo>
                      <a:pt x="239" y="431"/>
                    </a:lnTo>
                    <a:lnTo>
                      <a:pt x="265" y="505"/>
                    </a:lnTo>
                    <a:lnTo>
                      <a:pt x="255" y="405"/>
                    </a:lnTo>
                    <a:lnTo>
                      <a:pt x="180" y="308"/>
                    </a:lnTo>
                    <a:lnTo>
                      <a:pt x="180" y="143"/>
                    </a:lnTo>
                    <a:lnTo>
                      <a:pt x="233" y="92"/>
                    </a:lnTo>
                    <a:lnTo>
                      <a:pt x="233" y="51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1" name="Freeform 145">
                <a:extLst>
                  <a:ext uri="{FF2B5EF4-FFF2-40B4-BE49-F238E27FC236}">
                    <a16:creationId xmlns:a16="http://schemas.microsoft.com/office/drawing/2014/main" id="{5D288B10-3D71-E446-84A9-8D18D9BC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19"/>
                <a:ext cx="115" cy="67"/>
              </a:xfrm>
              <a:custGeom>
                <a:avLst/>
                <a:gdLst>
                  <a:gd name="T0" fmla="*/ 0 w 918"/>
                  <a:gd name="T1" fmla="*/ 0 h 541"/>
                  <a:gd name="T2" fmla="*/ 0 w 918"/>
                  <a:gd name="T3" fmla="*/ 0 h 541"/>
                  <a:gd name="T4" fmla="*/ 0 w 918"/>
                  <a:gd name="T5" fmla="*/ 0 h 541"/>
                  <a:gd name="T6" fmla="*/ 0 w 918"/>
                  <a:gd name="T7" fmla="*/ 0 h 541"/>
                  <a:gd name="T8" fmla="*/ 0 w 918"/>
                  <a:gd name="T9" fmla="*/ 0 h 541"/>
                  <a:gd name="T10" fmla="*/ 0 w 918"/>
                  <a:gd name="T11" fmla="*/ 0 h 541"/>
                  <a:gd name="T12" fmla="*/ 0 w 918"/>
                  <a:gd name="T13" fmla="*/ 0 h 541"/>
                  <a:gd name="T14" fmla="*/ 0 w 918"/>
                  <a:gd name="T15" fmla="*/ 0 h 541"/>
                  <a:gd name="T16" fmla="*/ 0 w 918"/>
                  <a:gd name="T17" fmla="*/ 0 h 541"/>
                  <a:gd name="T18" fmla="*/ 0 w 918"/>
                  <a:gd name="T19" fmla="*/ 0 h 541"/>
                  <a:gd name="T20" fmla="*/ 0 w 918"/>
                  <a:gd name="T21" fmla="*/ 0 h 541"/>
                  <a:gd name="T22" fmla="*/ 0 w 918"/>
                  <a:gd name="T23" fmla="*/ 0 h 541"/>
                  <a:gd name="T24" fmla="*/ 0 w 918"/>
                  <a:gd name="T25" fmla="*/ 0 h 541"/>
                  <a:gd name="T26" fmla="*/ 0 w 918"/>
                  <a:gd name="T27" fmla="*/ 0 h 541"/>
                  <a:gd name="T28" fmla="*/ 0 w 918"/>
                  <a:gd name="T29" fmla="*/ 0 h 541"/>
                  <a:gd name="T30" fmla="*/ 0 w 918"/>
                  <a:gd name="T31" fmla="*/ 0 h 541"/>
                  <a:gd name="T32" fmla="*/ 0 w 918"/>
                  <a:gd name="T33" fmla="*/ 0 h 541"/>
                  <a:gd name="T34" fmla="*/ 0 w 918"/>
                  <a:gd name="T35" fmla="*/ 0 h 541"/>
                  <a:gd name="T36" fmla="*/ 0 w 918"/>
                  <a:gd name="T37" fmla="*/ 0 h 541"/>
                  <a:gd name="T38" fmla="*/ 0 w 918"/>
                  <a:gd name="T39" fmla="*/ 0 h 541"/>
                  <a:gd name="T40" fmla="*/ 0 w 918"/>
                  <a:gd name="T41" fmla="*/ 0 h 541"/>
                  <a:gd name="T42" fmla="*/ 0 w 918"/>
                  <a:gd name="T43" fmla="*/ 0 h 5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18"/>
                  <a:gd name="T67" fmla="*/ 0 h 541"/>
                  <a:gd name="T68" fmla="*/ 918 w 918"/>
                  <a:gd name="T69" fmla="*/ 541 h 5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18" h="541">
                    <a:moveTo>
                      <a:pt x="529" y="181"/>
                    </a:moveTo>
                    <a:lnTo>
                      <a:pt x="520" y="211"/>
                    </a:lnTo>
                    <a:lnTo>
                      <a:pt x="470" y="211"/>
                    </a:lnTo>
                    <a:lnTo>
                      <a:pt x="379" y="55"/>
                    </a:lnTo>
                    <a:lnTo>
                      <a:pt x="217" y="0"/>
                    </a:lnTo>
                    <a:lnTo>
                      <a:pt x="35" y="55"/>
                    </a:lnTo>
                    <a:lnTo>
                      <a:pt x="0" y="123"/>
                    </a:lnTo>
                    <a:lnTo>
                      <a:pt x="65" y="186"/>
                    </a:lnTo>
                    <a:lnTo>
                      <a:pt x="123" y="294"/>
                    </a:lnTo>
                    <a:lnTo>
                      <a:pt x="245" y="172"/>
                    </a:lnTo>
                    <a:lnTo>
                      <a:pt x="373" y="195"/>
                    </a:lnTo>
                    <a:lnTo>
                      <a:pt x="553" y="283"/>
                    </a:lnTo>
                    <a:lnTo>
                      <a:pt x="613" y="319"/>
                    </a:lnTo>
                    <a:lnTo>
                      <a:pt x="619" y="411"/>
                    </a:lnTo>
                    <a:lnTo>
                      <a:pt x="529" y="474"/>
                    </a:lnTo>
                    <a:lnTo>
                      <a:pt x="619" y="541"/>
                    </a:lnTo>
                    <a:lnTo>
                      <a:pt x="918" y="541"/>
                    </a:lnTo>
                    <a:lnTo>
                      <a:pt x="793" y="424"/>
                    </a:lnTo>
                    <a:lnTo>
                      <a:pt x="727" y="424"/>
                    </a:lnTo>
                    <a:lnTo>
                      <a:pt x="660" y="253"/>
                    </a:lnTo>
                    <a:lnTo>
                      <a:pt x="577" y="204"/>
                    </a:lnTo>
                    <a:lnTo>
                      <a:pt x="529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2" name="Freeform 146">
                <a:extLst>
                  <a:ext uri="{FF2B5EF4-FFF2-40B4-BE49-F238E27FC236}">
                    <a16:creationId xmlns:a16="http://schemas.microsoft.com/office/drawing/2014/main" id="{F6ECC88F-CE8B-1245-A80A-3E17C078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50"/>
                <a:ext cx="163" cy="58"/>
              </a:xfrm>
              <a:custGeom>
                <a:avLst/>
                <a:gdLst>
                  <a:gd name="T0" fmla="*/ 0 w 1305"/>
                  <a:gd name="T1" fmla="*/ 0 h 464"/>
                  <a:gd name="T2" fmla="*/ 0 w 1305"/>
                  <a:gd name="T3" fmla="*/ 0 h 464"/>
                  <a:gd name="T4" fmla="*/ 0 w 1305"/>
                  <a:gd name="T5" fmla="*/ 0 h 464"/>
                  <a:gd name="T6" fmla="*/ 0 w 1305"/>
                  <a:gd name="T7" fmla="*/ 0 h 464"/>
                  <a:gd name="T8" fmla="*/ 0 w 1305"/>
                  <a:gd name="T9" fmla="*/ 0 h 464"/>
                  <a:gd name="T10" fmla="*/ 0 w 1305"/>
                  <a:gd name="T11" fmla="*/ 0 h 464"/>
                  <a:gd name="T12" fmla="*/ 0 w 1305"/>
                  <a:gd name="T13" fmla="*/ 0 h 464"/>
                  <a:gd name="T14" fmla="*/ 0 w 1305"/>
                  <a:gd name="T15" fmla="*/ 0 h 464"/>
                  <a:gd name="T16" fmla="*/ 0 w 1305"/>
                  <a:gd name="T17" fmla="*/ 0 h 464"/>
                  <a:gd name="T18" fmla="*/ 0 w 1305"/>
                  <a:gd name="T19" fmla="*/ 0 h 464"/>
                  <a:gd name="T20" fmla="*/ 0 w 1305"/>
                  <a:gd name="T21" fmla="*/ 0 h 464"/>
                  <a:gd name="T22" fmla="*/ 0 w 1305"/>
                  <a:gd name="T23" fmla="*/ 0 h 464"/>
                  <a:gd name="T24" fmla="*/ 0 w 1305"/>
                  <a:gd name="T25" fmla="*/ 0 h 464"/>
                  <a:gd name="T26" fmla="*/ 0 w 1305"/>
                  <a:gd name="T27" fmla="*/ 0 h 464"/>
                  <a:gd name="T28" fmla="*/ 0 w 1305"/>
                  <a:gd name="T29" fmla="*/ 0 h 464"/>
                  <a:gd name="T30" fmla="*/ 0 w 1305"/>
                  <a:gd name="T31" fmla="*/ 0 h 464"/>
                  <a:gd name="T32" fmla="*/ 0 w 1305"/>
                  <a:gd name="T33" fmla="*/ 0 h 464"/>
                  <a:gd name="T34" fmla="*/ 0 w 1305"/>
                  <a:gd name="T35" fmla="*/ 0 h 464"/>
                  <a:gd name="T36" fmla="*/ 0 w 1305"/>
                  <a:gd name="T37" fmla="*/ 0 h 464"/>
                  <a:gd name="T38" fmla="*/ 0 w 1305"/>
                  <a:gd name="T39" fmla="*/ 0 h 464"/>
                  <a:gd name="T40" fmla="*/ 0 w 1305"/>
                  <a:gd name="T41" fmla="*/ 0 h 464"/>
                  <a:gd name="T42" fmla="*/ 0 w 1305"/>
                  <a:gd name="T43" fmla="*/ 0 h 464"/>
                  <a:gd name="T44" fmla="*/ 0 w 1305"/>
                  <a:gd name="T45" fmla="*/ 0 h 464"/>
                  <a:gd name="T46" fmla="*/ 0 w 1305"/>
                  <a:gd name="T47" fmla="*/ 0 h 464"/>
                  <a:gd name="T48" fmla="*/ 0 w 1305"/>
                  <a:gd name="T49" fmla="*/ 0 h 464"/>
                  <a:gd name="T50" fmla="*/ 0 w 1305"/>
                  <a:gd name="T51" fmla="*/ 0 h 464"/>
                  <a:gd name="T52" fmla="*/ 0 w 1305"/>
                  <a:gd name="T53" fmla="*/ 0 h 464"/>
                  <a:gd name="T54" fmla="*/ 0 w 1305"/>
                  <a:gd name="T55" fmla="*/ 0 h 464"/>
                  <a:gd name="T56" fmla="*/ 0 w 1305"/>
                  <a:gd name="T57" fmla="*/ 0 h 464"/>
                  <a:gd name="T58" fmla="*/ 0 w 1305"/>
                  <a:gd name="T59" fmla="*/ 0 h 4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05"/>
                  <a:gd name="T91" fmla="*/ 0 h 464"/>
                  <a:gd name="T92" fmla="*/ 1305 w 1305"/>
                  <a:gd name="T93" fmla="*/ 464 h 46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05" h="464">
                    <a:moveTo>
                      <a:pt x="1248" y="185"/>
                    </a:moveTo>
                    <a:lnTo>
                      <a:pt x="1184" y="130"/>
                    </a:lnTo>
                    <a:lnTo>
                      <a:pt x="1149" y="53"/>
                    </a:lnTo>
                    <a:lnTo>
                      <a:pt x="1066" y="71"/>
                    </a:lnTo>
                    <a:lnTo>
                      <a:pt x="1033" y="242"/>
                    </a:lnTo>
                    <a:lnTo>
                      <a:pt x="1089" y="293"/>
                    </a:lnTo>
                    <a:lnTo>
                      <a:pt x="944" y="293"/>
                    </a:lnTo>
                    <a:lnTo>
                      <a:pt x="826" y="341"/>
                    </a:lnTo>
                    <a:lnTo>
                      <a:pt x="497" y="433"/>
                    </a:lnTo>
                    <a:lnTo>
                      <a:pt x="308" y="464"/>
                    </a:lnTo>
                    <a:lnTo>
                      <a:pt x="149" y="464"/>
                    </a:lnTo>
                    <a:lnTo>
                      <a:pt x="50" y="433"/>
                    </a:lnTo>
                    <a:lnTo>
                      <a:pt x="0" y="350"/>
                    </a:lnTo>
                    <a:lnTo>
                      <a:pt x="50" y="350"/>
                    </a:lnTo>
                    <a:lnTo>
                      <a:pt x="200" y="415"/>
                    </a:lnTo>
                    <a:lnTo>
                      <a:pt x="349" y="424"/>
                    </a:lnTo>
                    <a:lnTo>
                      <a:pt x="547" y="392"/>
                    </a:lnTo>
                    <a:lnTo>
                      <a:pt x="769" y="311"/>
                    </a:lnTo>
                    <a:lnTo>
                      <a:pt x="826" y="286"/>
                    </a:lnTo>
                    <a:lnTo>
                      <a:pt x="769" y="176"/>
                    </a:lnTo>
                    <a:lnTo>
                      <a:pt x="695" y="110"/>
                    </a:lnTo>
                    <a:lnTo>
                      <a:pt x="605" y="14"/>
                    </a:lnTo>
                    <a:lnTo>
                      <a:pt x="769" y="46"/>
                    </a:lnTo>
                    <a:lnTo>
                      <a:pt x="810" y="110"/>
                    </a:lnTo>
                    <a:lnTo>
                      <a:pt x="870" y="64"/>
                    </a:lnTo>
                    <a:lnTo>
                      <a:pt x="870" y="130"/>
                    </a:lnTo>
                    <a:lnTo>
                      <a:pt x="1033" y="0"/>
                    </a:lnTo>
                    <a:lnTo>
                      <a:pt x="1257" y="46"/>
                    </a:lnTo>
                    <a:lnTo>
                      <a:pt x="1305" y="145"/>
                    </a:lnTo>
                    <a:lnTo>
                      <a:pt x="1248" y="1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3" name="Line 147">
                <a:extLst>
                  <a:ext uri="{FF2B5EF4-FFF2-40B4-BE49-F238E27FC236}">
                    <a16:creationId xmlns:a16="http://schemas.microsoft.com/office/drawing/2014/main" id="{15B0D24F-3E9A-9D41-BEDC-26003956C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4" y="1988"/>
                <a:ext cx="37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4" name="Freeform 148">
                <a:extLst>
                  <a:ext uri="{FF2B5EF4-FFF2-40B4-BE49-F238E27FC236}">
                    <a16:creationId xmlns:a16="http://schemas.microsoft.com/office/drawing/2014/main" id="{EFBA73B5-CA7F-6A44-A308-5383F34C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6"/>
                <a:ext cx="7" cy="16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0 w 50"/>
                  <a:gd name="T5" fmla="*/ 0 h 123"/>
                  <a:gd name="T6" fmla="*/ 0 w 50"/>
                  <a:gd name="T7" fmla="*/ 0 h 123"/>
                  <a:gd name="T8" fmla="*/ 0 w 50"/>
                  <a:gd name="T9" fmla="*/ 0 h 123"/>
                  <a:gd name="T10" fmla="*/ 0 w 50"/>
                  <a:gd name="T11" fmla="*/ 0 h 123"/>
                  <a:gd name="T12" fmla="*/ 0 w 50"/>
                  <a:gd name="T13" fmla="*/ 0 h 123"/>
                  <a:gd name="T14" fmla="*/ 0 w 50"/>
                  <a:gd name="T15" fmla="*/ 0 h 123"/>
                  <a:gd name="T16" fmla="*/ 0 w 50"/>
                  <a:gd name="T17" fmla="*/ 0 h 123"/>
                  <a:gd name="T18" fmla="*/ 0 w 50"/>
                  <a:gd name="T19" fmla="*/ 0 h 123"/>
                  <a:gd name="T20" fmla="*/ 0 w 50"/>
                  <a:gd name="T21" fmla="*/ 0 h 123"/>
                  <a:gd name="T22" fmla="*/ 0 w 50"/>
                  <a:gd name="T23" fmla="*/ 0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123"/>
                  <a:gd name="T38" fmla="*/ 50 w 50"/>
                  <a:gd name="T39" fmla="*/ 123 h 1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123">
                    <a:moveTo>
                      <a:pt x="32" y="0"/>
                    </a:moveTo>
                    <a:lnTo>
                      <a:pt x="50" y="42"/>
                    </a:lnTo>
                    <a:lnTo>
                      <a:pt x="50" y="83"/>
                    </a:lnTo>
                    <a:lnTo>
                      <a:pt x="32" y="118"/>
                    </a:lnTo>
                    <a:lnTo>
                      <a:pt x="14" y="123"/>
                    </a:lnTo>
                    <a:lnTo>
                      <a:pt x="0" y="123"/>
                    </a:lnTo>
                    <a:lnTo>
                      <a:pt x="0" y="111"/>
                    </a:lnTo>
                    <a:lnTo>
                      <a:pt x="19" y="111"/>
                    </a:lnTo>
                    <a:lnTo>
                      <a:pt x="32" y="83"/>
                    </a:lnTo>
                    <a:lnTo>
                      <a:pt x="39" y="48"/>
                    </a:lnTo>
                    <a:lnTo>
                      <a:pt x="1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5" name="Freeform 149">
                <a:extLst>
                  <a:ext uri="{FF2B5EF4-FFF2-40B4-BE49-F238E27FC236}">
                    <a16:creationId xmlns:a16="http://schemas.microsoft.com/office/drawing/2014/main" id="{303FBE5B-9570-6B42-9974-B5BF5D00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537"/>
                <a:ext cx="39" cy="18"/>
              </a:xfrm>
              <a:custGeom>
                <a:avLst/>
                <a:gdLst>
                  <a:gd name="T0" fmla="*/ 0 w 311"/>
                  <a:gd name="T1" fmla="*/ 0 h 142"/>
                  <a:gd name="T2" fmla="*/ 0 w 311"/>
                  <a:gd name="T3" fmla="*/ 0 h 142"/>
                  <a:gd name="T4" fmla="*/ 0 w 311"/>
                  <a:gd name="T5" fmla="*/ 0 h 142"/>
                  <a:gd name="T6" fmla="*/ 0 w 311"/>
                  <a:gd name="T7" fmla="*/ 0 h 142"/>
                  <a:gd name="T8" fmla="*/ 0 w 311"/>
                  <a:gd name="T9" fmla="*/ 0 h 142"/>
                  <a:gd name="T10" fmla="*/ 0 w 311"/>
                  <a:gd name="T11" fmla="*/ 0 h 142"/>
                  <a:gd name="T12" fmla="*/ 0 w 311"/>
                  <a:gd name="T13" fmla="*/ 0 h 142"/>
                  <a:gd name="T14" fmla="*/ 0 w 311"/>
                  <a:gd name="T15" fmla="*/ 0 h 142"/>
                  <a:gd name="T16" fmla="*/ 0 w 311"/>
                  <a:gd name="T17" fmla="*/ 0 h 142"/>
                  <a:gd name="T18" fmla="*/ 0 w 311"/>
                  <a:gd name="T19" fmla="*/ 0 h 142"/>
                  <a:gd name="T20" fmla="*/ 0 w 311"/>
                  <a:gd name="T21" fmla="*/ 0 h 142"/>
                  <a:gd name="T22" fmla="*/ 0 w 311"/>
                  <a:gd name="T23" fmla="*/ 0 h 142"/>
                  <a:gd name="T24" fmla="*/ 0 w 311"/>
                  <a:gd name="T25" fmla="*/ 0 h 142"/>
                  <a:gd name="T26" fmla="*/ 0 w 311"/>
                  <a:gd name="T27" fmla="*/ 0 h 142"/>
                  <a:gd name="T28" fmla="*/ 0 w 311"/>
                  <a:gd name="T29" fmla="*/ 0 h 142"/>
                  <a:gd name="T30" fmla="*/ 0 w 311"/>
                  <a:gd name="T31" fmla="*/ 0 h 142"/>
                  <a:gd name="T32" fmla="*/ 0 w 311"/>
                  <a:gd name="T33" fmla="*/ 0 h 142"/>
                  <a:gd name="T34" fmla="*/ 0 w 311"/>
                  <a:gd name="T35" fmla="*/ 0 h 142"/>
                  <a:gd name="T36" fmla="*/ 0 w 311"/>
                  <a:gd name="T37" fmla="*/ 0 h 142"/>
                  <a:gd name="T38" fmla="*/ 0 w 311"/>
                  <a:gd name="T39" fmla="*/ 0 h 142"/>
                  <a:gd name="T40" fmla="*/ 0 w 311"/>
                  <a:gd name="T41" fmla="*/ 0 h 142"/>
                  <a:gd name="T42" fmla="*/ 0 w 311"/>
                  <a:gd name="T43" fmla="*/ 0 h 142"/>
                  <a:gd name="T44" fmla="*/ 0 w 311"/>
                  <a:gd name="T45" fmla="*/ 0 h 142"/>
                  <a:gd name="T46" fmla="*/ 0 w 311"/>
                  <a:gd name="T47" fmla="*/ 0 h 142"/>
                  <a:gd name="T48" fmla="*/ 0 w 311"/>
                  <a:gd name="T49" fmla="*/ 0 h 142"/>
                  <a:gd name="T50" fmla="*/ 0 w 311"/>
                  <a:gd name="T51" fmla="*/ 0 h 142"/>
                  <a:gd name="T52" fmla="*/ 0 w 311"/>
                  <a:gd name="T53" fmla="*/ 0 h 142"/>
                  <a:gd name="T54" fmla="*/ 0 w 311"/>
                  <a:gd name="T55" fmla="*/ 0 h 142"/>
                  <a:gd name="T56" fmla="*/ 0 w 311"/>
                  <a:gd name="T57" fmla="*/ 0 h 142"/>
                  <a:gd name="T58" fmla="*/ 0 w 311"/>
                  <a:gd name="T59" fmla="*/ 0 h 142"/>
                  <a:gd name="T60" fmla="*/ 0 w 311"/>
                  <a:gd name="T61" fmla="*/ 0 h 14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142"/>
                  <a:gd name="T95" fmla="*/ 311 w 311"/>
                  <a:gd name="T96" fmla="*/ 142 h 14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142">
                    <a:moveTo>
                      <a:pt x="0" y="49"/>
                    </a:moveTo>
                    <a:lnTo>
                      <a:pt x="48" y="39"/>
                    </a:lnTo>
                    <a:lnTo>
                      <a:pt x="14" y="26"/>
                    </a:lnTo>
                    <a:lnTo>
                      <a:pt x="55" y="0"/>
                    </a:lnTo>
                    <a:lnTo>
                      <a:pt x="117" y="1"/>
                    </a:lnTo>
                    <a:lnTo>
                      <a:pt x="179" y="1"/>
                    </a:lnTo>
                    <a:lnTo>
                      <a:pt x="255" y="37"/>
                    </a:lnTo>
                    <a:lnTo>
                      <a:pt x="218" y="37"/>
                    </a:lnTo>
                    <a:lnTo>
                      <a:pt x="267" y="83"/>
                    </a:lnTo>
                    <a:lnTo>
                      <a:pt x="278" y="54"/>
                    </a:lnTo>
                    <a:lnTo>
                      <a:pt x="311" y="107"/>
                    </a:lnTo>
                    <a:lnTo>
                      <a:pt x="273" y="142"/>
                    </a:lnTo>
                    <a:lnTo>
                      <a:pt x="276" y="109"/>
                    </a:lnTo>
                    <a:lnTo>
                      <a:pt x="223" y="122"/>
                    </a:lnTo>
                    <a:lnTo>
                      <a:pt x="188" y="120"/>
                    </a:lnTo>
                    <a:lnTo>
                      <a:pt x="240" y="109"/>
                    </a:lnTo>
                    <a:lnTo>
                      <a:pt x="253" y="92"/>
                    </a:lnTo>
                    <a:lnTo>
                      <a:pt x="235" y="61"/>
                    </a:lnTo>
                    <a:lnTo>
                      <a:pt x="191" y="39"/>
                    </a:lnTo>
                    <a:lnTo>
                      <a:pt x="156" y="37"/>
                    </a:lnTo>
                    <a:lnTo>
                      <a:pt x="101" y="41"/>
                    </a:lnTo>
                    <a:lnTo>
                      <a:pt x="60" y="46"/>
                    </a:lnTo>
                    <a:lnTo>
                      <a:pt x="95" y="81"/>
                    </a:lnTo>
                    <a:lnTo>
                      <a:pt x="140" y="109"/>
                    </a:lnTo>
                    <a:lnTo>
                      <a:pt x="122" y="122"/>
                    </a:lnTo>
                    <a:lnTo>
                      <a:pt x="106" y="104"/>
                    </a:lnTo>
                    <a:lnTo>
                      <a:pt x="71" y="109"/>
                    </a:lnTo>
                    <a:lnTo>
                      <a:pt x="66" y="81"/>
                    </a:lnTo>
                    <a:lnTo>
                      <a:pt x="36" y="79"/>
                    </a:lnTo>
                    <a:lnTo>
                      <a:pt x="43" y="6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6" name="Freeform 150">
                <a:extLst>
                  <a:ext uri="{FF2B5EF4-FFF2-40B4-BE49-F238E27FC236}">
                    <a16:creationId xmlns:a16="http://schemas.microsoft.com/office/drawing/2014/main" id="{8D4FD2B3-E129-5E46-B288-F732541E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41"/>
                <a:ext cx="33" cy="15"/>
              </a:xfrm>
              <a:custGeom>
                <a:avLst/>
                <a:gdLst>
                  <a:gd name="T0" fmla="*/ 0 w 263"/>
                  <a:gd name="T1" fmla="*/ 0 h 121"/>
                  <a:gd name="T2" fmla="*/ 0 w 263"/>
                  <a:gd name="T3" fmla="*/ 0 h 121"/>
                  <a:gd name="T4" fmla="*/ 0 w 263"/>
                  <a:gd name="T5" fmla="*/ 0 h 121"/>
                  <a:gd name="T6" fmla="*/ 0 w 263"/>
                  <a:gd name="T7" fmla="*/ 0 h 121"/>
                  <a:gd name="T8" fmla="*/ 0 w 263"/>
                  <a:gd name="T9" fmla="*/ 0 h 121"/>
                  <a:gd name="T10" fmla="*/ 0 w 263"/>
                  <a:gd name="T11" fmla="*/ 0 h 121"/>
                  <a:gd name="T12" fmla="*/ 0 w 263"/>
                  <a:gd name="T13" fmla="*/ 0 h 121"/>
                  <a:gd name="T14" fmla="*/ 0 w 263"/>
                  <a:gd name="T15" fmla="*/ 0 h 121"/>
                  <a:gd name="T16" fmla="*/ 0 w 263"/>
                  <a:gd name="T17" fmla="*/ 0 h 121"/>
                  <a:gd name="T18" fmla="*/ 0 w 263"/>
                  <a:gd name="T19" fmla="*/ 0 h 121"/>
                  <a:gd name="T20" fmla="*/ 0 w 263"/>
                  <a:gd name="T21" fmla="*/ 0 h 121"/>
                  <a:gd name="T22" fmla="*/ 0 w 263"/>
                  <a:gd name="T23" fmla="*/ 0 h 121"/>
                  <a:gd name="T24" fmla="*/ 0 w 263"/>
                  <a:gd name="T25" fmla="*/ 0 h 121"/>
                  <a:gd name="T26" fmla="*/ 0 w 263"/>
                  <a:gd name="T27" fmla="*/ 0 h 121"/>
                  <a:gd name="T28" fmla="*/ 0 w 263"/>
                  <a:gd name="T29" fmla="*/ 0 h 121"/>
                  <a:gd name="T30" fmla="*/ 0 w 263"/>
                  <a:gd name="T31" fmla="*/ 0 h 121"/>
                  <a:gd name="T32" fmla="*/ 0 w 263"/>
                  <a:gd name="T33" fmla="*/ 0 h 121"/>
                  <a:gd name="T34" fmla="*/ 0 w 263"/>
                  <a:gd name="T35" fmla="*/ 0 h 121"/>
                  <a:gd name="T36" fmla="*/ 0 w 263"/>
                  <a:gd name="T37" fmla="*/ 0 h 121"/>
                  <a:gd name="T38" fmla="*/ 0 w 263"/>
                  <a:gd name="T39" fmla="*/ 0 h 121"/>
                  <a:gd name="T40" fmla="*/ 0 w 263"/>
                  <a:gd name="T41" fmla="*/ 0 h 121"/>
                  <a:gd name="T42" fmla="*/ 0 w 263"/>
                  <a:gd name="T43" fmla="*/ 0 h 121"/>
                  <a:gd name="T44" fmla="*/ 0 w 263"/>
                  <a:gd name="T45" fmla="*/ 0 h 121"/>
                  <a:gd name="T46" fmla="*/ 0 w 263"/>
                  <a:gd name="T47" fmla="*/ 0 h 121"/>
                  <a:gd name="T48" fmla="*/ 0 w 263"/>
                  <a:gd name="T49" fmla="*/ 0 h 121"/>
                  <a:gd name="T50" fmla="*/ 0 w 263"/>
                  <a:gd name="T51" fmla="*/ 0 h 121"/>
                  <a:gd name="T52" fmla="*/ 0 w 263"/>
                  <a:gd name="T53" fmla="*/ 0 h 1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63"/>
                  <a:gd name="T82" fmla="*/ 0 h 121"/>
                  <a:gd name="T83" fmla="*/ 263 w 263"/>
                  <a:gd name="T84" fmla="*/ 121 h 12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63" h="121">
                    <a:moveTo>
                      <a:pt x="0" y="75"/>
                    </a:moveTo>
                    <a:lnTo>
                      <a:pt x="26" y="31"/>
                    </a:lnTo>
                    <a:lnTo>
                      <a:pt x="92" y="0"/>
                    </a:lnTo>
                    <a:lnTo>
                      <a:pt x="127" y="0"/>
                    </a:lnTo>
                    <a:lnTo>
                      <a:pt x="109" y="24"/>
                    </a:lnTo>
                    <a:lnTo>
                      <a:pt x="145" y="24"/>
                    </a:lnTo>
                    <a:lnTo>
                      <a:pt x="151" y="5"/>
                    </a:lnTo>
                    <a:lnTo>
                      <a:pt x="175" y="17"/>
                    </a:lnTo>
                    <a:lnTo>
                      <a:pt x="208" y="12"/>
                    </a:lnTo>
                    <a:lnTo>
                      <a:pt x="217" y="29"/>
                    </a:lnTo>
                    <a:lnTo>
                      <a:pt x="259" y="24"/>
                    </a:lnTo>
                    <a:lnTo>
                      <a:pt x="226" y="58"/>
                    </a:lnTo>
                    <a:lnTo>
                      <a:pt x="263" y="77"/>
                    </a:lnTo>
                    <a:lnTo>
                      <a:pt x="208" y="86"/>
                    </a:lnTo>
                    <a:lnTo>
                      <a:pt x="206" y="104"/>
                    </a:lnTo>
                    <a:lnTo>
                      <a:pt x="180" y="97"/>
                    </a:lnTo>
                    <a:lnTo>
                      <a:pt x="151" y="121"/>
                    </a:lnTo>
                    <a:lnTo>
                      <a:pt x="134" y="110"/>
                    </a:lnTo>
                    <a:lnTo>
                      <a:pt x="97" y="110"/>
                    </a:lnTo>
                    <a:lnTo>
                      <a:pt x="151" y="97"/>
                    </a:lnTo>
                    <a:lnTo>
                      <a:pt x="184" y="77"/>
                    </a:lnTo>
                    <a:lnTo>
                      <a:pt x="206" y="68"/>
                    </a:lnTo>
                    <a:lnTo>
                      <a:pt x="169" y="51"/>
                    </a:lnTo>
                    <a:lnTo>
                      <a:pt x="134" y="38"/>
                    </a:lnTo>
                    <a:lnTo>
                      <a:pt x="85" y="31"/>
                    </a:lnTo>
                    <a:lnTo>
                      <a:pt x="37" y="58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7" name="Freeform 151">
                <a:extLst>
                  <a:ext uri="{FF2B5EF4-FFF2-40B4-BE49-F238E27FC236}">
                    <a16:creationId xmlns:a16="http://schemas.microsoft.com/office/drawing/2014/main" id="{623607B7-21BA-BC43-97AC-21808154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52"/>
                <a:ext cx="6" cy="3"/>
              </a:xfrm>
              <a:custGeom>
                <a:avLst/>
                <a:gdLst>
                  <a:gd name="T0" fmla="*/ 0 w 51"/>
                  <a:gd name="T1" fmla="*/ 0 h 17"/>
                  <a:gd name="T2" fmla="*/ 0 w 51"/>
                  <a:gd name="T3" fmla="*/ 0 h 17"/>
                  <a:gd name="T4" fmla="*/ 0 w 51"/>
                  <a:gd name="T5" fmla="*/ 0 h 17"/>
                  <a:gd name="T6" fmla="*/ 0 w 5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1"/>
                  <a:gd name="T13" fmla="*/ 0 h 17"/>
                  <a:gd name="T14" fmla="*/ 51 w 5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1" h="17">
                    <a:moveTo>
                      <a:pt x="14" y="0"/>
                    </a:moveTo>
                    <a:lnTo>
                      <a:pt x="51" y="17"/>
                    </a:lnTo>
                    <a:lnTo>
                      <a:pt x="0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8" name="Freeform 152">
                <a:extLst>
                  <a:ext uri="{FF2B5EF4-FFF2-40B4-BE49-F238E27FC236}">
                    <a16:creationId xmlns:a16="http://schemas.microsoft.com/office/drawing/2014/main" id="{4D2A88D7-FE00-A549-B6D4-F75C047D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23"/>
                <a:ext cx="39" cy="18"/>
              </a:xfrm>
              <a:custGeom>
                <a:avLst/>
                <a:gdLst>
                  <a:gd name="T0" fmla="*/ 0 w 310"/>
                  <a:gd name="T1" fmla="*/ 0 h 140"/>
                  <a:gd name="T2" fmla="*/ 0 w 310"/>
                  <a:gd name="T3" fmla="*/ 0 h 140"/>
                  <a:gd name="T4" fmla="*/ 0 w 310"/>
                  <a:gd name="T5" fmla="*/ 0 h 140"/>
                  <a:gd name="T6" fmla="*/ 0 w 310"/>
                  <a:gd name="T7" fmla="*/ 0 h 140"/>
                  <a:gd name="T8" fmla="*/ 0 w 310"/>
                  <a:gd name="T9" fmla="*/ 0 h 140"/>
                  <a:gd name="T10" fmla="*/ 0 w 310"/>
                  <a:gd name="T11" fmla="*/ 0 h 140"/>
                  <a:gd name="T12" fmla="*/ 0 w 310"/>
                  <a:gd name="T13" fmla="*/ 0 h 140"/>
                  <a:gd name="T14" fmla="*/ 0 w 310"/>
                  <a:gd name="T15" fmla="*/ 0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0"/>
                  <a:gd name="T25" fmla="*/ 0 h 140"/>
                  <a:gd name="T26" fmla="*/ 310 w 310"/>
                  <a:gd name="T27" fmla="*/ 140 h 14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0" h="140">
                    <a:moveTo>
                      <a:pt x="0" y="28"/>
                    </a:moveTo>
                    <a:lnTo>
                      <a:pt x="93" y="0"/>
                    </a:lnTo>
                    <a:lnTo>
                      <a:pt x="238" y="57"/>
                    </a:lnTo>
                    <a:lnTo>
                      <a:pt x="310" y="140"/>
                    </a:lnTo>
                    <a:lnTo>
                      <a:pt x="244" y="74"/>
                    </a:lnTo>
                    <a:lnTo>
                      <a:pt x="145" y="28"/>
                    </a:lnTo>
                    <a:lnTo>
                      <a:pt x="81" y="2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39" name="Freeform 153">
                <a:extLst>
                  <a:ext uri="{FF2B5EF4-FFF2-40B4-BE49-F238E27FC236}">
                    <a16:creationId xmlns:a16="http://schemas.microsoft.com/office/drawing/2014/main" id="{C301C9AB-C6EB-ED43-88FB-D86EBD6C0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28"/>
                <a:ext cx="30" cy="8"/>
              </a:xfrm>
              <a:custGeom>
                <a:avLst/>
                <a:gdLst>
                  <a:gd name="T0" fmla="*/ 0 w 245"/>
                  <a:gd name="T1" fmla="*/ 0 h 64"/>
                  <a:gd name="T2" fmla="*/ 0 w 245"/>
                  <a:gd name="T3" fmla="*/ 0 h 64"/>
                  <a:gd name="T4" fmla="*/ 0 w 245"/>
                  <a:gd name="T5" fmla="*/ 0 h 64"/>
                  <a:gd name="T6" fmla="*/ 0 w 245"/>
                  <a:gd name="T7" fmla="*/ 0 h 64"/>
                  <a:gd name="T8" fmla="*/ 0 w 245"/>
                  <a:gd name="T9" fmla="*/ 0 h 64"/>
                  <a:gd name="T10" fmla="*/ 0 w 245"/>
                  <a:gd name="T11" fmla="*/ 0 h 64"/>
                  <a:gd name="T12" fmla="*/ 0 w 245"/>
                  <a:gd name="T13" fmla="*/ 0 h 64"/>
                  <a:gd name="T14" fmla="*/ 0 w 245"/>
                  <a:gd name="T15" fmla="*/ 0 h 64"/>
                  <a:gd name="T16" fmla="*/ 0 w 245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"/>
                  <a:gd name="T28" fmla="*/ 0 h 64"/>
                  <a:gd name="T29" fmla="*/ 245 w 245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" h="64">
                    <a:moveTo>
                      <a:pt x="0" y="64"/>
                    </a:moveTo>
                    <a:lnTo>
                      <a:pt x="86" y="31"/>
                    </a:lnTo>
                    <a:lnTo>
                      <a:pt x="157" y="18"/>
                    </a:lnTo>
                    <a:lnTo>
                      <a:pt x="218" y="18"/>
                    </a:lnTo>
                    <a:lnTo>
                      <a:pt x="245" y="35"/>
                    </a:lnTo>
                    <a:lnTo>
                      <a:pt x="229" y="0"/>
                    </a:lnTo>
                    <a:lnTo>
                      <a:pt x="168" y="0"/>
                    </a:lnTo>
                    <a:lnTo>
                      <a:pt x="69" y="18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0" name="Freeform 154">
                <a:extLst>
                  <a:ext uri="{FF2B5EF4-FFF2-40B4-BE49-F238E27FC236}">
                    <a16:creationId xmlns:a16="http://schemas.microsoft.com/office/drawing/2014/main" id="{46809679-8B61-2743-BCF2-7B08136B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584"/>
                <a:ext cx="25" cy="13"/>
              </a:xfrm>
              <a:custGeom>
                <a:avLst/>
                <a:gdLst>
                  <a:gd name="T0" fmla="*/ 0 w 207"/>
                  <a:gd name="T1" fmla="*/ 0 h 103"/>
                  <a:gd name="T2" fmla="*/ 0 w 207"/>
                  <a:gd name="T3" fmla="*/ 0 h 103"/>
                  <a:gd name="T4" fmla="*/ 0 w 207"/>
                  <a:gd name="T5" fmla="*/ 0 h 103"/>
                  <a:gd name="T6" fmla="*/ 0 w 207"/>
                  <a:gd name="T7" fmla="*/ 0 h 103"/>
                  <a:gd name="T8" fmla="*/ 0 w 207"/>
                  <a:gd name="T9" fmla="*/ 0 h 103"/>
                  <a:gd name="T10" fmla="*/ 0 w 207"/>
                  <a:gd name="T11" fmla="*/ 0 h 103"/>
                  <a:gd name="T12" fmla="*/ 0 w 207"/>
                  <a:gd name="T13" fmla="*/ 0 h 103"/>
                  <a:gd name="T14" fmla="*/ 0 w 207"/>
                  <a:gd name="T15" fmla="*/ 0 h 103"/>
                  <a:gd name="T16" fmla="*/ 0 w 207"/>
                  <a:gd name="T17" fmla="*/ 0 h 103"/>
                  <a:gd name="T18" fmla="*/ 0 w 207"/>
                  <a:gd name="T19" fmla="*/ 0 h 103"/>
                  <a:gd name="T20" fmla="*/ 0 w 207"/>
                  <a:gd name="T21" fmla="*/ 0 h 103"/>
                  <a:gd name="T22" fmla="*/ 0 w 207"/>
                  <a:gd name="T23" fmla="*/ 0 h 103"/>
                  <a:gd name="T24" fmla="*/ 0 w 207"/>
                  <a:gd name="T25" fmla="*/ 0 h 103"/>
                  <a:gd name="T26" fmla="*/ 0 w 207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7"/>
                  <a:gd name="T43" fmla="*/ 0 h 103"/>
                  <a:gd name="T44" fmla="*/ 207 w 207"/>
                  <a:gd name="T45" fmla="*/ 103 h 10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7" h="103">
                    <a:moveTo>
                      <a:pt x="207" y="38"/>
                    </a:moveTo>
                    <a:lnTo>
                      <a:pt x="152" y="73"/>
                    </a:lnTo>
                    <a:lnTo>
                      <a:pt x="130" y="66"/>
                    </a:lnTo>
                    <a:lnTo>
                      <a:pt x="101" y="38"/>
                    </a:lnTo>
                    <a:lnTo>
                      <a:pt x="58" y="29"/>
                    </a:lnTo>
                    <a:lnTo>
                      <a:pt x="11" y="22"/>
                    </a:lnTo>
                    <a:lnTo>
                      <a:pt x="11" y="0"/>
                    </a:lnTo>
                    <a:lnTo>
                      <a:pt x="0" y="22"/>
                    </a:lnTo>
                    <a:lnTo>
                      <a:pt x="11" y="38"/>
                    </a:lnTo>
                    <a:lnTo>
                      <a:pt x="67" y="57"/>
                    </a:lnTo>
                    <a:lnTo>
                      <a:pt x="125" y="103"/>
                    </a:lnTo>
                    <a:lnTo>
                      <a:pt x="148" y="103"/>
                    </a:lnTo>
                    <a:lnTo>
                      <a:pt x="207" y="66"/>
                    </a:lnTo>
                    <a:lnTo>
                      <a:pt x="20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1" name="Freeform 155">
                <a:extLst>
                  <a:ext uri="{FF2B5EF4-FFF2-40B4-BE49-F238E27FC236}">
                    <a16:creationId xmlns:a16="http://schemas.microsoft.com/office/drawing/2014/main" id="{49664533-B0FC-0B4F-826A-19BF8717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38"/>
                <a:ext cx="7" cy="22"/>
              </a:xfrm>
              <a:custGeom>
                <a:avLst/>
                <a:gdLst>
                  <a:gd name="T0" fmla="*/ 0 w 57"/>
                  <a:gd name="T1" fmla="*/ 0 h 172"/>
                  <a:gd name="T2" fmla="*/ 0 w 57"/>
                  <a:gd name="T3" fmla="*/ 0 h 172"/>
                  <a:gd name="T4" fmla="*/ 0 w 57"/>
                  <a:gd name="T5" fmla="*/ 0 h 172"/>
                  <a:gd name="T6" fmla="*/ 0 w 57"/>
                  <a:gd name="T7" fmla="*/ 0 h 172"/>
                  <a:gd name="T8" fmla="*/ 0 w 57"/>
                  <a:gd name="T9" fmla="*/ 0 h 172"/>
                  <a:gd name="T10" fmla="*/ 0 w 57"/>
                  <a:gd name="T11" fmla="*/ 0 h 172"/>
                  <a:gd name="T12" fmla="*/ 0 w 57"/>
                  <a:gd name="T13" fmla="*/ 0 h 172"/>
                  <a:gd name="T14" fmla="*/ 0 w 57"/>
                  <a:gd name="T15" fmla="*/ 0 h 172"/>
                  <a:gd name="T16" fmla="*/ 0 w 57"/>
                  <a:gd name="T17" fmla="*/ 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72"/>
                  <a:gd name="T29" fmla="*/ 57 w 57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72">
                    <a:moveTo>
                      <a:pt x="57" y="0"/>
                    </a:moveTo>
                    <a:lnTo>
                      <a:pt x="15" y="51"/>
                    </a:lnTo>
                    <a:lnTo>
                      <a:pt x="0" y="106"/>
                    </a:lnTo>
                    <a:lnTo>
                      <a:pt x="4" y="141"/>
                    </a:lnTo>
                    <a:lnTo>
                      <a:pt x="33" y="172"/>
                    </a:lnTo>
                    <a:lnTo>
                      <a:pt x="15" y="134"/>
                    </a:lnTo>
                    <a:lnTo>
                      <a:pt x="15" y="95"/>
                    </a:lnTo>
                    <a:lnTo>
                      <a:pt x="28" y="4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2" name="Freeform 156">
                <a:extLst>
                  <a:ext uri="{FF2B5EF4-FFF2-40B4-BE49-F238E27FC236}">
                    <a16:creationId xmlns:a16="http://schemas.microsoft.com/office/drawing/2014/main" id="{19944AB2-82CE-7C46-8876-28D19099A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41"/>
                <a:ext cx="10" cy="9"/>
              </a:xfrm>
              <a:custGeom>
                <a:avLst/>
                <a:gdLst>
                  <a:gd name="T0" fmla="*/ 0 w 81"/>
                  <a:gd name="T1" fmla="*/ 0 h 74"/>
                  <a:gd name="T2" fmla="*/ 0 w 81"/>
                  <a:gd name="T3" fmla="*/ 0 h 74"/>
                  <a:gd name="T4" fmla="*/ 0 w 81"/>
                  <a:gd name="T5" fmla="*/ 0 h 74"/>
                  <a:gd name="T6" fmla="*/ 0 w 81"/>
                  <a:gd name="T7" fmla="*/ 0 h 74"/>
                  <a:gd name="T8" fmla="*/ 0 w 81"/>
                  <a:gd name="T9" fmla="*/ 0 h 74"/>
                  <a:gd name="T10" fmla="*/ 0 w 81"/>
                  <a:gd name="T11" fmla="*/ 0 h 74"/>
                  <a:gd name="T12" fmla="*/ 0 w 81"/>
                  <a:gd name="T13" fmla="*/ 0 h 74"/>
                  <a:gd name="T14" fmla="*/ 0 w 81"/>
                  <a:gd name="T15" fmla="*/ 0 h 74"/>
                  <a:gd name="T16" fmla="*/ 0 w 81"/>
                  <a:gd name="T17" fmla="*/ 0 h 74"/>
                  <a:gd name="T18" fmla="*/ 0 w 81"/>
                  <a:gd name="T19" fmla="*/ 0 h 74"/>
                  <a:gd name="T20" fmla="*/ 0 w 81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1"/>
                  <a:gd name="T34" fmla="*/ 0 h 74"/>
                  <a:gd name="T35" fmla="*/ 81 w 81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1" h="74">
                    <a:moveTo>
                      <a:pt x="0" y="6"/>
                    </a:moveTo>
                    <a:lnTo>
                      <a:pt x="6" y="57"/>
                    </a:lnTo>
                    <a:lnTo>
                      <a:pt x="30" y="74"/>
                    </a:lnTo>
                    <a:lnTo>
                      <a:pt x="57" y="74"/>
                    </a:lnTo>
                    <a:lnTo>
                      <a:pt x="72" y="39"/>
                    </a:lnTo>
                    <a:lnTo>
                      <a:pt x="81" y="17"/>
                    </a:lnTo>
                    <a:lnTo>
                      <a:pt x="57" y="32"/>
                    </a:lnTo>
                    <a:lnTo>
                      <a:pt x="37" y="50"/>
                    </a:lnTo>
                    <a:lnTo>
                      <a:pt x="30" y="39"/>
                    </a:lnTo>
                    <a:lnTo>
                      <a:pt x="3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3" name="Freeform 157">
                <a:extLst>
                  <a:ext uri="{FF2B5EF4-FFF2-40B4-BE49-F238E27FC236}">
                    <a16:creationId xmlns:a16="http://schemas.microsoft.com/office/drawing/2014/main" id="{0F4ACB21-E232-2E4D-A237-74486F42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5"/>
                <a:ext cx="11" cy="8"/>
              </a:xfrm>
              <a:custGeom>
                <a:avLst/>
                <a:gdLst>
                  <a:gd name="T0" fmla="*/ 0 w 92"/>
                  <a:gd name="T1" fmla="*/ 0 h 64"/>
                  <a:gd name="T2" fmla="*/ 0 w 92"/>
                  <a:gd name="T3" fmla="*/ 0 h 64"/>
                  <a:gd name="T4" fmla="*/ 0 w 92"/>
                  <a:gd name="T5" fmla="*/ 0 h 64"/>
                  <a:gd name="T6" fmla="*/ 0 w 92"/>
                  <a:gd name="T7" fmla="*/ 0 h 64"/>
                  <a:gd name="T8" fmla="*/ 0 w 92"/>
                  <a:gd name="T9" fmla="*/ 0 h 64"/>
                  <a:gd name="T10" fmla="*/ 0 w 92"/>
                  <a:gd name="T11" fmla="*/ 0 h 64"/>
                  <a:gd name="T12" fmla="*/ 0 w 92"/>
                  <a:gd name="T13" fmla="*/ 0 h 64"/>
                  <a:gd name="T14" fmla="*/ 0 w 92"/>
                  <a:gd name="T15" fmla="*/ 0 h 64"/>
                  <a:gd name="T16" fmla="*/ 0 w 92"/>
                  <a:gd name="T17" fmla="*/ 0 h 64"/>
                  <a:gd name="T18" fmla="*/ 0 w 92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4"/>
                  <a:gd name="T32" fmla="*/ 92 w 92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4">
                    <a:moveTo>
                      <a:pt x="0" y="12"/>
                    </a:moveTo>
                    <a:lnTo>
                      <a:pt x="5" y="64"/>
                    </a:lnTo>
                    <a:lnTo>
                      <a:pt x="64" y="64"/>
                    </a:lnTo>
                    <a:lnTo>
                      <a:pt x="89" y="35"/>
                    </a:lnTo>
                    <a:lnTo>
                      <a:pt x="92" y="0"/>
                    </a:lnTo>
                    <a:lnTo>
                      <a:pt x="55" y="0"/>
                    </a:lnTo>
                    <a:lnTo>
                      <a:pt x="64" y="31"/>
                    </a:lnTo>
                    <a:lnTo>
                      <a:pt x="41" y="42"/>
                    </a:lnTo>
                    <a:lnTo>
                      <a:pt x="27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4" name="Freeform 158">
                <a:extLst>
                  <a:ext uri="{FF2B5EF4-FFF2-40B4-BE49-F238E27FC236}">
                    <a16:creationId xmlns:a16="http://schemas.microsoft.com/office/drawing/2014/main" id="{D2B90958-2F92-8C41-88C9-804B419F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05"/>
                <a:ext cx="43" cy="4"/>
              </a:xfrm>
              <a:custGeom>
                <a:avLst/>
                <a:gdLst>
                  <a:gd name="T0" fmla="*/ 0 w 350"/>
                  <a:gd name="T1" fmla="*/ 0 h 31"/>
                  <a:gd name="T2" fmla="*/ 0 w 350"/>
                  <a:gd name="T3" fmla="*/ 0 h 31"/>
                  <a:gd name="T4" fmla="*/ 0 w 350"/>
                  <a:gd name="T5" fmla="*/ 0 h 31"/>
                  <a:gd name="T6" fmla="*/ 0 w 350"/>
                  <a:gd name="T7" fmla="*/ 0 h 31"/>
                  <a:gd name="T8" fmla="*/ 0 w 350"/>
                  <a:gd name="T9" fmla="*/ 0 h 31"/>
                  <a:gd name="T10" fmla="*/ 0 w 350"/>
                  <a:gd name="T11" fmla="*/ 0 h 31"/>
                  <a:gd name="T12" fmla="*/ 0 w 350"/>
                  <a:gd name="T13" fmla="*/ 0 h 31"/>
                  <a:gd name="T14" fmla="*/ 0 w 350"/>
                  <a:gd name="T15" fmla="*/ 0 h 31"/>
                  <a:gd name="T16" fmla="*/ 0 w 350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50"/>
                  <a:gd name="T28" fmla="*/ 0 h 31"/>
                  <a:gd name="T29" fmla="*/ 350 w 35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50" h="31">
                    <a:moveTo>
                      <a:pt x="0" y="5"/>
                    </a:moveTo>
                    <a:lnTo>
                      <a:pt x="111" y="0"/>
                    </a:lnTo>
                    <a:lnTo>
                      <a:pt x="198" y="14"/>
                    </a:lnTo>
                    <a:lnTo>
                      <a:pt x="251" y="5"/>
                    </a:lnTo>
                    <a:lnTo>
                      <a:pt x="350" y="14"/>
                    </a:lnTo>
                    <a:lnTo>
                      <a:pt x="276" y="24"/>
                    </a:lnTo>
                    <a:lnTo>
                      <a:pt x="198" y="31"/>
                    </a:lnTo>
                    <a:lnTo>
                      <a:pt x="46" y="1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5" name="Freeform 159">
                <a:extLst>
                  <a:ext uri="{FF2B5EF4-FFF2-40B4-BE49-F238E27FC236}">
                    <a16:creationId xmlns:a16="http://schemas.microsoft.com/office/drawing/2014/main" id="{F7BE8941-294D-AD46-9D4E-FABB337A7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612"/>
                <a:ext cx="29" cy="5"/>
              </a:xfrm>
              <a:custGeom>
                <a:avLst/>
                <a:gdLst>
                  <a:gd name="T0" fmla="*/ 0 w 233"/>
                  <a:gd name="T1" fmla="*/ 0 h 42"/>
                  <a:gd name="T2" fmla="*/ 0 w 233"/>
                  <a:gd name="T3" fmla="*/ 0 h 42"/>
                  <a:gd name="T4" fmla="*/ 0 w 233"/>
                  <a:gd name="T5" fmla="*/ 0 h 42"/>
                  <a:gd name="T6" fmla="*/ 0 w 233"/>
                  <a:gd name="T7" fmla="*/ 0 h 42"/>
                  <a:gd name="T8" fmla="*/ 0 w 233"/>
                  <a:gd name="T9" fmla="*/ 0 h 42"/>
                  <a:gd name="T10" fmla="*/ 0 w 233"/>
                  <a:gd name="T11" fmla="*/ 0 h 42"/>
                  <a:gd name="T12" fmla="*/ 0 w 23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3"/>
                  <a:gd name="T22" fmla="*/ 0 h 42"/>
                  <a:gd name="T23" fmla="*/ 233 w 233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3" h="42">
                    <a:moveTo>
                      <a:pt x="0" y="0"/>
                    </a:moveTo>
                    <a:lnTo>
                      <a:pt x="60" y="35"/>
                    </a:lnTo>
                    <a:lnTo>
                      <a:pt x="159" y="42"/>
                    </a:lnTo>
                    <a:lnTo>
                      <a:pt x="233" y="7"/>
                    </a:lnTo>
                    <a:lnTo>
                      <a:pt x="164" y="24"/>
                    </a:lnTo>
                    <a:lnTo>
                      <a:pt x="7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6" name="Freeform 160">
                <a:extLst>
                  <a:ext uri="{FF2B5EF4-FFF2-40B4-BE49-F238E27FC236}">
                    <a16:creationId xmlns:a16="http://schemas.microsoft.com/office/drawing/2014/main" id="{43583822-CC5E-A542-88F7-13809668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28"/>
                <a:ext cx="75" cy="64"/>
              </a:xfrm>
              <a:custGeom>
                <a:avLst/>
                <a:gdLst>
                  <a:gd name="T0" fmla="*/ 0 w 595"/>
                  <a:gd name="T1" fmla="*/ 0 h 512"/>
                  <a:gd name="T2" fmla="*/ 0 w 595"/>
                  <a:gd name="T3" fmla="*/ 0 h 512"/>
                  <a:gd name="T4" fmla="*/ 0 w 595"/>
                  <a:gd name="T5" fmla="*/ 0 h 512"/>
                  <a:gd name="T6" fmla="*/ 0 w 595"/>
                  <a:gd name="T7" fmla="*/ 0 h 512"/>
                  <a:gd name="T8" fmla="*/ 0 w 595"/>
                  <a:gd name="T9" fmla="*/ 0 h 512"/>
                  <a:gd name="T10" fmla="*/ 0 w 595"/>
                  <a:gd name="T11" fmla="*/ 0 h 512"/>
                  <a:gd name="T12" fmla="*/ 0 w 595"/>
                  <a:gd name="T13" fmla="*/ 0 h 512"/>
                  <a:gd name="T14" fmla="*/ 0 w 595"/>
                  <a:gd name="T15" fmla="*/ 0 h 512"/>
                  <a:gd name="T16" fmla="*/ 0 w 595"/>
                  <a:gd name="T17" fmla="*/ 0 h 512"/>
                  <a:gd name="T18" fmla="*/ 0 w 595"/>
                  <a:gd name="T19" fmla="*/ 0 h 512"/>
                  <a:gd name="T20" fmla="*/ 0 w 595"/>
                  <a:gd name="T21" fmla="*/ 0 h 512"/>
                  <a:gd name="T22" fmla="*/ 0 w 595"/>
                  <a:gd name="T23" fmla="*/ 0 h 512"/>
                  <a:gd name="T24" fmla="*/ 0 w 595"/>
                  <a:gd name="T25" fmla="*/ 0 h 512"/>
                  <a:gd name="T26" fmla="*/ 0 w 595"/>
                  <a:gd name="T27" fmla="*/ 0 h 512"/>
                  <a:gd name="T28" fmla="*/ 0 w 595"/>
                  <a:gd name="T29" fmla="*/ 0 h 512"/>
                  <a:gd name="T30" fmla="*/ 0 w 595"/>
                  <a:gd name="T31" fmla="*/ 0 h 512"/>
                  <a:gd name="T32" fmla="*/ 0 w 595"/>
                  <a:gd name="T33" fmla="*/ 0 h 512"/>
                  <a:gd name="T34" fmla="*/ 0 w 595"/>
                  <a:gd name="T35" fmla="*/ 0 h 512"/>
                  <a:gd name="T36" fmla="*/ 0 w 595"/>
                  <a:gd name="T37" fmla="*/ 0 h 512"/>
                  <a:gd name="T38" fmla="*/ 0 w 595"/>
                  <a:gd name="T39" fmla="*/ 0 h 512"/>
                  <a:gd name="T40" fmla="*/ 0 w 595"/>
                  <a:gd name="T41" fmla="*/ 0 h 512"/>
                  <a:gd name="T42" fmla="*/ 0 w 595"/>
                  <a:gd name="T43" fmla="*/ 0 h 512"/>
                  <a:gd name="T44" fmla="*/ 0 w 595"/>
                  <a:gd name="T45" fmla="*/ 0 h 512"/>
                  <a:gd name="T46" fmla="*/ 0 w 595"/>
                  <a:gd name="T47" fmla="*/ 0 h 512"/>
                  <a:gd name="T48" fmla="*/ 0 w 595"/>
                  <a:gd name="T49" fmla="*/ 0 h 512"/>
                  <a:gd name="T50" fmla="*/ 0 w 595"/>
                  <a:gd name="T51" fmla="*/ 0 h 512"/>
                  <a:gd name="T52" fmla="*/ 0 w 595"/>
                  <a:gd name="T53" fmla="*/ 0 h 512"/>
                  <a:gd name="T54" fmla="*/ 0 w 595"/>
                  <a:gd name="T55" fmla="*/ 0 h 5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95"/>
                  <a:gd name="T85" fmla="*/ 0 h 512"/>
                  <a:gd name="T86" fmla="*/ 595 w 595"/>
                  <a:gd name="T87" fmla="*/ 512 h 51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95" h="512">
                    <a:moveTo>
                      <a:pt x="97" y="215"/>
                    </a:moveTo>
                    <a:lnTo>
                      <a:pt x="120" y="122"/>
                    </a:lnTo>
                    <a:lnTo>
                      <a:pt x="305" y="0"/>
                    </a:lnTo>
                    <a:lnTo>
                      <a:pt x="498" y="68"/>
                    </a:lnTo>
                    <a:lnTo>
                      <a:pt x="395" y="68"/>
                    </a:lnTo>
                    <a:lnTo>
                      <a:pt x="514" y="209"/>
                    </a:lnTo>
                    <a:lnTo>
                      <a:pt x="569" y="191"/>
                    </a:lnTo>
                    <a:lnTo>
                      <a:pt x="525" y="96"/>
                    </a:lnTo>
                    <a:lnTo>
                      <a:pt x="595" y="209"/>
                    </a:lnTo>
                    <a:lnTo>
                      <a:pt x="551" y="261"/>
                    </a:lnTo>
                    <a:lnTo>
                      <a:pt x="595" y="503"/>
                    </a:lnTo>
                    <a:lnTo>
                      <a:pt x="533" y="512"/>
                    </a:lnTo>
                    <a:lnTo>
                      <a:pt x="464" y="494"/>
                    </a:lnTo>
                    <a:lnTo>
                      <a:pt x="542" y="486"/>
                    </a:lnTo>
                    <a:lnTo>
                      <a:pt x="475" y="329"/>
                    </a:lnTo>
                    <a:lnTo>
                      <a:pt x="351" y="200"/>
                    </a:lnTo>
                    <a:lnTo>
                      <a:pt x="489" y="311"/>
                    </a:lnTo>
                    <a:lnTo>
                      <a:pt x="542" y="424"/>
                    </a:lnTo>
                    <a:lnTo>
                      <a:pt x="510" y="244"/>
                    </a:lnTo>
                    <a:lnTo>
                      <a:pt x="305" y="41"/>
                    </a:lnTo>
                    <a:lnTo>
                      <a:pt x="261" y="122"/>
                    </a:lnTo>
                    <a:lnTo>
                      <a:pt x="305" y="173"/>
                    </a:lnTo>
                    <a:lnTo>
                      <a:pt x="228" y="173"/>
                    </a:lnTo>
                    <a:lnTo>
                      <a:pt x="323" y="306"/>
                    </a:lnTo>
                    <a:lnTo>
                      <a:pt x="191" y="209"/>
                    </a:lnTo>
                    <a:lnTo>
                      <a:pt x="0" y="373"/>
                    </a:lnTo>
                    <a:lnTo>
                      <a:pt x="17" y="253"/>
                    </a:lnTo>
                    <a:lnTo>
                      <a:pt x="97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7" name="Freeform 161">
                <a:extLst>
                  <a:ext uri="{FF2B5EF4-FFF2-40B4-BE49-F238E27FC236}">
                    <a16:creationId xmlns:a16="http://schemas.microsoft.com/office/drawing/2014/main" id="{53AA45C9-9F13-194C-8357-EB997298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70"/>
                <a:ext cx="53" cy="66"/>
              </a:xfrm>
              <a:custGeom>
                <a:avLst/>
                <a:gdLst>
                  <a:gd name="T0" fmla="*/ 0 w 417"/>
                  <a:gd name="T1" fmla="*/ 0 h 531"/>
                  <a:gd name="T2" fmla="*/ 0 w 417"/>
                  <a:gd name="T3" fmla="*/ 0 h 531"/>
                  <a:gd name="T4" fmla="*/ 0 w 417"/>
                  <a:gd name="T5" fmla="*/ 0 h 531"/>
                  <a:gd name="T6" fmla="*/ 0 w 417"/>
                  <a:gd name="T7" fmla="*/ 0 h 531"/>
                  <a:gd name="T8" fmla="*/ 0 w 417"/>
                  <a:gd name="T9" fmla="*/ 0 h 531"/>
                  <a:gd name="T10" fmla="*/ 0 w 417"/>
                  <a:gd name="T11" fmla="*/ 0 h 531"/>
                  <a:gd name="T12" fmla="*/ 0 w 417"/>
                  <a:gd name="T13" fmla="*/ 0 h 531"/>
                  <a:gd name="T14" fmla="*/ 0 w 417"/>
                  <a:gd name="T15" fmla="*/ 0 h 531"/>
                  <a:gd name="T16" fmla="*/ 0 w 417"/>
                  <a:gd name="T17" fmla="*/ 0 h 531"/>
                  <a:gd name="T18" fmla="*/ 0 w 417"/>
                  <a:gd name="T19" fmla="*/ 0 h 531"/>
                  <a:gd name="T20" fmla="*/ 0 w 417"/>
                  <a:gd name="T21" fmla="*/ 0 h 531"/>
                  <a:gd name="T22" fmla="*/ 0 w 417"/>
                  <a:gd name="T23" fmla="*/ 0 h 531"/>
                  <a:gd name="T24" fmla="*/ 0 w 417"/>
                  <a:gd name="T25" fmla="*/ 0 h 531"/>
                  <a:gd name="T26" fmla="*/ 0 w 417"/>
                  <a:gd name="T27" fmla="*/ 0 h 531"/>
                  <a:gd name="T28" fmla="*/ 0 w 417"/>
                  <a:gd name="T29" fmla="*/ 0 h 531"/>
                  <a:gd name="T30" fmla="*/ 0 w 417"/>
                  <a:gd name="T31" fmla="*/ 0 h 531"/>
                  <a:gd name="T32" fmla="*/ 0 w 417"/>
                  <a:gd name="T33" fmla="*/ 0 h 531"/>
                  <a:gd name="T34" fmla="*/ 0 w 417"/>
                  <a:gd name="T35" fmla="*/ 0 h 531"/>
                  <a:gd name="T36" fmla="*/ 0 w 417"/>
                  <a:gd name="T37" fmla="*/ 0 h 531"/>
                  <a:gd name="T38" fmla="*/ 0 w 417"/>
                  <a:gd name="T39" fmla="*/ 0 h 531"/>
                  <a:gd name="T40" fmla="*/ 0 w 417"/>
                  <a:gd name="T41" fmla="*/ 0 h 531"/>
                  <a:gd name="T42" fmla="*/ 0 w 417"/>
                  <a:gd name="T43" fmla="*/ 0 h 531"/>
                  <a:gd name="T44" fmla="*/ 0 w 417"/>
                  <a:gd name="T45" fmla="*/ 0 h 531"/>
                  <a:gd name="T46" fmla="*/ 0 w 417"/>
                  <a:gd name="T47" fmla="*/ 0 h 531"/>
                  <a:gd name="T48" fmla="*/ 0 w 417"/>
                  <a:gd name="T49" fmla="*/ 0 h 531"/>
                  <a:gd name="T50" fmla="*/ 0 w 417"/>
                  <a:gd name="T51" fmla="*/ 0 h 531"/>
                  <a:gd name="T52" fmla="*/ 0 w 417"/>
                  <a:gd name="T53" fmla="*/ 0 h 531"/>
                  <a:gd name="T54" fmla="*/ 0 w 417"/>
                  <a:gd name="T55" fmla="*/ 0 h 531"/>
                  <a:gd name="T56" fmla="*/ 0 w 417"/>
                  <a:gd name="T57" fmla="*/ 0 h 531"/>
                  <a:gd name="T58" fmla="*/ 0 w 417"/>
                  <a:gd name="T59" fmla="*/ 0 h 5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17"/>
                  <a:gd name="T91" fmla="*/ 0 h 531"/>
                  <a:gd name="T92" fmla="*/ 417 w 417"/>
                  <a:gd name="T93" fmla="*/ 531 h 53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17" h="531">
                    <a:moveTo>
                      <a:pt x="351" y="198"/>
                    </a:moveTo>
                    <a:lnTo>
                      <a:pt x="307" y="183"/>
                    </a:lnTo>
                    <a:lnTo>
                      <a:pt x="254" y="114"/>
                    </a:lnTo>
                    <a:lnTo>
                      <a:pt x="208" y="114"/>
                    </a:lnTo>
                    <a:lnTo>
                      <a:pt x="146" y="62"/>
                    </a:lnTo>
                    <a:lnTo>
                      <a:pt x="146" y="104"/>
                    </a:lnTo>
                    <a:lnTo>
                      <a:pt x="94" y="114"/>
                    </a:lnTo>
                    <a:lnTo>
                      <a:pt x="44" y="53"/>
                    </a:lnTo>
                    <a:lnTo>
                      <a:pt x="72" y="132"/>
                    </a:lnTo>
                    <a:lnTo>
                      <a:pt x="0" y="132"/>
                    </a:lnTo>
                    <a:lnTo>
                      <a:pt x="87" y="189"/>
                    </a:lnTo>
                    <a:lnTo>
                      <a:pt x="78" y="270"/>
                    </a:lnTo>
                    <a:lnTo>
                      <a:pt x="131" y="383"/>
                    </a:lnTo>
                    <a:lnTo>
                      <a:pt x="131" y="305"/>
                    </a:lnTo>
                    <a:lnTo>
                      <a:pt x="164" y="279"/>
                    </a:lnTo>
                    <a:lnTo>
                      <a:pt x="182" y="321"/>
                    </a:lnTo>
                    <a:lnTo>
                      <a:pt x="219" y="288"/>
                    </a:lnTo>
                    <a:lnTo>
                      <a:pt x="272" y="288"/>
                    </a:lnTo>
                    <a:lnTo>
                      <a:pt x="340" y="347"/>
                    </a:lnTo>
                    <a:lnTo>
                      <a:pt x="332" y="436"/>
                    </a:lnTo>
                    <a:lnTo>
                      <a:pt x="291" y="531"/>
                    </a:lnTo>
                    <a:lnTo>
                      <a:pt x="383" y="383"/>
                    </a:lnTo>
                    <a:lnTo>
                      <a:pt x="413" y="288"/>
                    </a:lnTo>
                    <a:lnTo>
                      <a:pt x="417" y="156"/>
                    </a:lnTo>
                    <a:lnTo>
                      <a:pt x="383" y="156"/>
                    </a:lnTo>
                    <a:lnTo>
                      <a:pt x="323" y="42"/>
                    </a:lnTo>
                    <a:lnTo>
                      <a:pt x="261" y="0"/>
                    </a:lnTo>
                    <a:lnTo>
                      <a:pt x="314" y="77"/>
                    </a:lnTo>
                    <a:lnTo>
                      <a:pt x="351" y="148"/>
                    </a:lnTo>
                    <a:lnTo>
                      <a:pt x="351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8" name="Freeform 162">
                <a:extLst>
                  <a:ext uri="{FF2B5EF4-FFF2-40B4-BE49-F238E27FC236}">
                    <a16:creationId xmlns:a16="http://schemas.microsoft.com/office/drawing/2014/main" id="{C8904818-578D-ED43-9EE5-5DCEA38F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679"/>
                <a:ext cx="214" cy="306"/>
              </a:xfrm>
              <a:custGeom>
                <a:avLst/>
                <a:gdLst>
                  <a:gd name="T0" fmla="*/ 0 w 1712"/>
                  <a:gd name="T1" fmla="*/ 0 h 2448"/>
                  <a:gd name="T2" fmla="*/ 0 w 1712"/>
                  <a:gd name="T3" fmla="*/ 0 h 2448"/>
                  <a:gd name="T4" fmla="*/ 0 w 1712"/>
                  <a:gd name="T5" fmla="*/ 0 h 2448"/>
                  <a:gd name="T6" fmla="*/ 0 w 1712"/>
                  <a:gd name="T7" fmla="*/ 0 h 2448"/>
                  <a:gd name="T8" fmla="*/ 0 w 1712"/>
                  <a:gd name="T9" fmla="*/ 0 h 2448"/>
                  <a:gd name="T10" fmla="*/ 0 w 1712"/>
                  <a:gd name="T11" fmla="*/ 0 h 2448"/>
                  <a:gd name="T12" fmla="*/ 0 w 1712"/>
                  <a:gd name="T13" fmla="*/ 0 h 2448"/>
                  <a:gd name="T14" fmla="*/ 0 w 1712"/>
                  <a:gd name="T15" fmla="*/ 0 h 2448"/>
                  <a:gd name="T16" fmla="*/ 0 w 1712"/>
                  <a:gd name="T17" fmla="*/ 0 h 2448"/>
                  <a:gd name="T18" fmla="*/ 0 w 1712"/>
                  <a:gd name="T19" fmla="*/ 0 h 2448"/>
                  <a:gd name="T20" fmla="*/ 0 w 1712"/>
                  <a:gd name="T21" fmla="*/ 0 h 2448"/>
                  <a:gd name="T22" fmla="*/ 0 w 1712"/>
                  <a:gd name="T23" fmla="*/ 0 h 2448"/>
                  <a:gd name="T24" fmla="*/ 0 w 1712"/>
                  <a:gd name="T25" fmla="*/ 0 h 2448"/>
                  <a:gd name="T26" fmla="*/ 0 w 1712"/>
                  <a:gd name="T27" fmla="*/ 0 h 2448"/>
                  <a:gd name="T28" fmla="*/ 0 w 1712"/>
                  <a:gd name="T29" fmla="*/ 0 h 2448"/>
                  <a:gd name="T30" fmla="*/ 0 w 1712"/>
                  <a:gd name="T31" fmla="*/ 0 h 2448"/>
                  <a:gd name="T32" fmla="*/ 0 w 1712"/>
                  <a:gd name="T33" fmla="*/ 0 h 2448"/>
                  <a:gd name="T34" fmla="*/ 0 w 1712"/>
                  <a:gd name="T35" fmla="*/ 0 h 2448"/>
                  <a:gd name="T36" fmla="*/ 0 w 1712"/>
                  <a:gd name="T37" fmla="*/ 0 h 2448"/>
                  <a:gd name="T38" fmla="*/ 0 w 1712"/>
                  <a:gd name="T39" fmla="*/ 0 h 2448"/>
                  <a:gd name="T40" fmla="*/ 0 w 1712"/>
                  <a:gd name="T41" fmla="*/ 0 h 2448"/>
                  <a:gd name="T42" fmla="*/ 0 w 1712"/>
                  <a:gd name="T43" fmla="*/ 0 h 2448"/>
                  <a:gd name="T44" fmla="*/ 0 w 1712"/>
                  <a:gd name="T45" fmla="*/ 0 h 2448"/>
                  <a:gd name="T46" fmla="*/ 0 w 1712"/>
                  <a:gd name="T47" fmla="*/ 0 h 2448"/>
                  <a:gd name="T48" fmla="*/ 0 w 1712"/>
                  <a:gd name="T49" fmla="*/ 0 h 2448"/>
                  <a:gd name="T50" fmla="*/ 0 w 1712"/>
                  <a:gd name="T51" fmla="*/ 0 h 2448"/>
                  <a:gd name="T52" fmla="*/ 0 w 1712"/>
                  <a:gd name="T53" fmla="*/ 0 h 2448"/>
                  <a:gd name="T54" fmla="*/ 0 w 1712"/>
                  <a:gd name="T55" fmla="*/ 0 h 2448"/>
                  <a:gd name="T56" fmla="*/ 0 w 1712"/>
                  <a:gd name="T57" fmla="*/ 0 h 2448"/>
                  <a:gd name="T58" fmla="*/ 0 w 1712"/>
                  <a:gd name="T59" fmla="*/ 0 h 2448"/>
                  <a:gd name="T60" fmla="*/ 0 w 1712"/>
                  <a:gd name="T61" fmla="*/ 0 h 2448"/>
                  <a:gd name="T62" fmla="*/ 0 w 1712"/>
                  <a:gd name="T63" fmla="*/ 0 h 2448"/>
                  <a:gd name="T64" fmla="*/ 0 w 1712"/>
                  <a:gd name="T65" fmla="*/ 0 h 2448"/>
                  <a:gd name="T66" fmla="*/ 0 w 1712"/>
                  <a:gd name="T67" fmla="*/ 0 h 2448"/>
                  <a:gd name="T68" fmla="*/ 0 w 1712"/>
                  <a:gd name="T69" fmla="*/ 0 h 2448"/>
                  <a:gd name="T70" fmla="*/ 0 w 1712"/>
                  <a:gd name="T71" fmla="*/ 0 h 2448"/>
                  <a:gd name="T72" fmla="*/ 0 w 1712"/>
                  <a:gd name="T73" fmla="*/ 0 h 2448"/>
                  <a:gd name="T74" fmla="*/ 0 w 1712"/>
                  <a:gd name="T75" fmla="*/ 0 h 2448"/>
                  <a:gd name="T76" fmla="*/ 0 w 1712"/>
                  <a:gd name="T77" fmla="*/ 0 h 2448"/>
                  <a:gd name="T78" fmla="*/ 0 w 1712"/>
                  <a:gd name="T79" fmla="*/ 0 h 2448"/>
                  <a:gd name="T80" fmla="*/ 0 w 1712"/>
                  <a:gd name="T81" fmla="*/ 0 h 2448"/>
                  <a:gd name="T82" fmla="*/ 0 w 1712"/>
                  <a:gd name="T83" fmla="*/ 0 h 2448"/>
                  <a:gd name="T84" fmla="*/ 0 w 1712"/>
                  <a:gd name="T85" fmla="*/ 0 h 2448"/>
                  <a:gd name="T86" fmla="*/ 0 w 1712"/>
                  <a:gd name="T87" fmla="*/ 0 h 244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12"/>
                  <a:gd name="T133" fmla="*/ 0 h 2448"/>
                  <a:gd name="T134" fmla="*/ 1712 w 1712"/>
                  <a:gd name="T135" fmla="*/ 2448 h 244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12" h="2448">
                    <a:moveTo>
                      <a:pt x="420" y="0"/>
                    </a:moveTo>
                    <a:lnTo>
                      <a:pt x="499" y="424"/>
                    </a:lnTo>
                    <a:lnTo>
                      <a:pt x="522" y="451"/>
                    </a:lnTo>
                    <a:lnTo>
                      <a:pt x="561" y="468"/>
                    </a:lnTo>
                    <a:lnTo>
                      <a:pt x="534" y="495"/>
                    </a:lnTo>
                    <a:lnTo>
                      <a:pt x="483" y="486"/>
                    </a:lnTo>
                    <a:lnTo>
                      <a:pt x="475" y="550"/>
                    </a:lnTo>
                    <a:lnTo>
                      <a:pt x="499" y="599"/>
                    </a:lnTo>
                    <a:lnTo>
                      <a:pt x="540" y="615"/>
                    </a:lnTo>
                    <a:lnTo>
                      <a:pt x="589" y="606"/>
                    </a:lnTo>
                    <a:lnTo>
                      <a:pt x="611" y="479"/>
                    </a:lnTo>
                    <a:lnTo>
                      <a:pt x="663" y="479"/>
                    </a:lnTo>
                    <a:lnTo>
                      <a:pt x="711" y="451"/>
                    </a:lnTo>
                    <a:lnTo>
                      <a:pt x="743" y="398"/>
                    </a:lnTo>
                    <a:lnTo>
                      <a:pt x="743" y="461"/>
                    </a:lnTo>
                    <a:lnTo>
                      <a:pt x="771" y="451"/>
                    </a:lnTo>
                    <a:lnTo>
                      <a:pt x="824" y="424"/>
                    </a:lnTo>
                    <a:lnTo>
                      <a:pt x="798" y="461"/>
                    </a:lnTo>
                    <a:lnTo>
                      <a:pt x="743" y="530"/>
                    </a:lnTo>
                    <a:lnTo>
                      <a:pt x="699" y="650"/>
                    </a:lnTo>
                    <a:lnTo>
                      <a:pt x="909" y="415"/>
                    </a:lnTo>
                    <a:lnTo>
                      <a:pt x="945" y="444"/>
                    </a:lnTo>
                    <a:lnTo>
                      <a:pt x="815" y="798"/>
                    </a:lnTo>
                    <a:lnTo>
                      <a:pt x="824" y="1260"/>
                    </a:lnTo>
                    <a:lnTo>
                      <a:pt x="1172" y="1295"/>
                    </a:lnTo>
                    <a:lnTo>
                      <a:pt x="1331" y="1371"/>
                    </a:lnTo>
                    <a:lnTo>
                      <a:pt x="1417" y="1371"/>
                    </a:lnTo>
                    <a:lnTo>
                      <a:pt x="1460" y="1442"/>
                    </a:lnTo>
                    <a:lnTo>
                      <a:pt x="1172" y="1332"/>
                    </a:lnTo>
                    <a:lnTo>
                      <a:pt x="953" y="1314"/>
                    </a:lnTo>
                    <a:lnTo>
                      <a:pt x="1059" y="1380"/>
                    </a:lnTo>
                    <a:lnTo>
                      <a:pt x="953" y="1380"/>
                    </a:lnTo>
                    <a:lnTo>
                      <a:pt x="798" y="1362"/>
                    </a:lnTo>
                    <a:lnTo>
                      <a:pt x="909" y="1459"/>
                    </a:lnTo>
                    <a:lnTo>
                      <a:pt x="1296" y="1523"/>
                    </a:lnTo>
                    <a:lnTo>
                      <a:pt x="971" y="1493"/>
                    </a:lnTo>
                    <a:lnTo>
                      <a:pt x="1172" y="1611"/>
                    </a:lnTo>
                    <a:lnTo>
                      <a:pt x="1147" y="1636"/>
                    </a:lnTo>
                    <a:lnTo>
                      <a:pt x="875" y="1503"/>
                    </a:lnTo>
                    <a:lnTo>
                      <a:pt x="918" y="1636"/>
                    </a:lnTo>
                    <a:lnTo>
                      <a:pt x="1349" y="1747"/>
                    </a:lnTo>
                    <a:lnTo>
                      <a:pt x="1626" y="1921"/>
                    </a:lnTo>
                    <a:lnTo>
                      <a:pt x="1349" y="1867"/>
                    </a:lnTo>
                    <a:lnTo>
                      <a:pt x="1191" y="1765"/>
                    </a:lnTo>
                    <a:lnTo>
                      <a:pt x="953" y="1701"/>
                    </a:lnTo>
                    <a:lnTo>
                      <a:pt x="1068" y="1826"/>
                    </a:lnTo>
                    <a:lnTo>
                      <a:pt x="1712" y="2049"/>
                    </a:lnTo>
                    <a:lnTo>
                      <a:pt x="1068" y="1867"/>
                    </a:lnTo>
                    <a:lnTo>
                      <a:pt x="884" y="1736"/>
                    </a:lnTo>
                    <a:lnTo>
                      <a:pt x="895" y="1809"/>
                    </a:lnTo>
                    <a:lnTo>
                      <a:pt x="1068" y="1973"/>
                    </a:lnTo>
                    <a:lnTo>
                      <a:pt x="1321" y="2024"/>
                    </a:lnTo>
                    <a:lnTo>
                      <a:pt x="1460" y="2121"/>
                    </a:lnTo>
                    <a:lnTo>
                      <a:pt x="1259" y="2097"/>
                    </a:lnTo>
                    <a:lnTo>
                      <a:pt x="1008" y="1973"/>
                    </a:lnTo>
                    <a:lnTo>
                      <a:pt x="934" y="1982"/>
                    </a:lnTo>
                    <a:lnTo>
                      <a:pt x="971" y="2112"/>
                    </a:lnTo>
                    <a:lnTo>
                      <a:pt x="1033" y="2156"/>
                    </a:lnTo>
                    <a:lnTo>
                      <a:pt x="1349" y="2171"/>
                    </a:lnTo>
                    <a:lnTo>
                      <a:pt x="1024" y="2330"/>
                    </a:lnTo>
                    <a:lnTo>
                      <a:pt x="980" y="2314"/>
                    </a:lnTo>
                    <a:lnTo>
                      <a:pt x="909" y="2084"/>
                    </a:lnTo>
                    <a:lnTo>
                      <a:pt x="831" y="2339"/>
                    </a:lnTo>
                    <a:lnTo>
                      <a:pt x="849" y="2448"/>
                    </a:lnTo>
                    <a:lnTo>
                      <a:pt x="760" y="2354"/>
                    </a:lnTo>
                    <a:lnTo>
                      <a:pt x="895" y="2013"/>
                    </a:lnTo>
                    <a:lnTo>
                      <a:pt x="884" y="1921"/>
                    </a:lnTo>
                    <a:lnTo>
                      <a:pt x="824" y="1765"/>
                    </a:lnTo>
                    <a:lnTo>
                      <a:pt x="778" y="1563"/>
                    </a:lnTo>
                    <a:lnTo>
                      <a:pt x="674" y="1304"/>
                    </a:lnTo>
                    <a:lnTo>
                      <a:pt x="554" y="1523"/>
                    </a:lnTo>
                    <a:lnTo>
                      <a:pt x="554" y="1747"/>
                    </a:lnTo>
                    <a:lnTo>
                      <a:pt x="316" y="2033"/>
                    </a:lnTo>
                    <a:lnTo>
                      <a:pt x="0" y="2148"/>
                    </a:lnTo>
                    <a:lnTo>
                      <a:pt x="37" y="1973"/>
                    </a:lnTo>
                    <a:lnTo>
                      <a:pt x="217" y="1791"/>
                    </a:lnTo>
                    <a:lnTo>
                      <a:pt x="437" y="1685"/>
                    </a:lnTo>
                    <a:lnTo>
                      <a:pt x="534" y="1436"/>
                    </a:lnTo>
                    <a:lnTo>
                      <a:pt x="522" y="1314"/>
                    </a:lnTo>
                    <a:lnTo>
                      <a:pt x="611" y="1026"/>
                    </a:lnTo>
                    <a:lnTo>
                      <a:pt x="510" y="1000"/>
                    </a:lnTo>
                    <a:lnTo>
                      <a:pt x="420" y="938"/>
                    </a:lnTo>
                    <a:lnTo>
                      <a:pt x="522" y="650"/>
                    </a:lnTo>
                    <a:lnTo>
                      <a:pt x="475" y="627"/>
                    </a:lnTo>
                    <a:lnTo>
                      <a:pt x="448" y="541"/>
                    </a:lnTo>
                    <a:lnTo>
                      <a:pt x="448" y="433"/>
                    </a:lnTo>
                    <a:lnTo>
                      <a:pt x="420" y="53"/>
                    </a:lnTo>
                    <a:lnTo>
                      <a:pt x="4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49" name="Freeform 163">
                <a:extLst>
                  <a:ext uri="{FF2B5EF4-FFF2-40B4-BE49-F238E27FC236}">
                    <a16:creationId xmlns:a16="http://schemas.microsoft.com/office/drawing/2014/main" id="{1DCFF1CE-ED38-FA49-925E-22221EE97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5"/>
                <a:ext cx="86" cy="218"/>
              </a:xfrm>
              <a:custGeom>
                <a:avLst/>
                <a:gdLst>
                  <a:gd name="T0" fmla="*/ 0 w 691"/>
                  <a:gd name="T1" fmla="*/ 0 h 1748"/>
                  <a:gd name="T2" fmla="*/ 0 w 691"/>
                  <a:gd name="T3" fmla="*/ 0 h 1748"/>
                  <a:gd name="T4" fmla="*/ 0 w 691"/>
                  <a:gd name="T5" fmla="*/ 0 h 1748"/>
                  <a:gd name="T6" fmla="*/ 0 w 691"/>
                  <a:gd name="T7" fmla="*/ 0 h 1748"/>
                  <a:gd name="T8" fmla="*/ 0 w 691"/>
                  <a:gd name="T9" fmla="*/ 0 h 1748"/>
                  <a:gd name="T10" fmla="*/ 0 w 691"/>
                  <a:gd name="T11" fmla="*/ 0 h 1748"/>
                  <a:gd name="T12" fmla="*/ 0 w 691"/>
                  <a:gd name="T13" fmla="*/ 0 h 1748"/>
                  <a:gd name="T14" fmla="*/ 0 w 691"/>
                  <a:gd name="T15" fmla="*/ 0 h 1748"/>
                  <a:gd name="T16" fmla="*/ 0 w 691"/>
                  <a:gd name="T17" fmla="*/ 0 h 1748"/>
                  <a:gd name="T18" fmla="*/ 0 w 691"/>
                  <a:gd name="T19" fmla="*/ 0 h 1748"/>
                  <a:gd name="T20" fmla="*/ 0 w 691"/>
                  <a:gd name="T21" fmla="*/ 0 h 1748"/>
                  <a:gd name="T22" fmla="*/ 0 w 691"/>
                  <a:gd name="T23" fmla="*/ 0 h 1748"/>
                  <a:gd name="T24" fmla="*/ 0 w 691"/>
                  <a:gd name="T25" fmla="*/ 0 h 1748"/>
                  <a:gd name="T26" fmla="*/ 0 w 691"/>
                  <a:gd name="T27" fmla="*/ 0 h 1748"/>
                  <a:gd name="T28" fmla="*/ 0 w 691"/>
                  <a:gd name="T29" fmla="*/ 0 h 1748"/>
                  <a:gd name="T30" fmla="*/ 0 w 691"/>
                  <a:gd name="T31" fmla="*/ 0 h 1748"/>
                  <a:gd name="T32" fmla="*/ 0 w 691"/>
                  <a:gd name="T33" fmla="*/ 0 h 1748"/>
                  <a:gd name="T34" fmla="*/ 0 w 691"/>
                  <a:gd name="T35" fmla="*/ 0 h 1748"/>
                  <a:gd name="T36" fmla="*/ 0 w 691"/>
                  <a:gd name="T37" fmla="*/ 0 h 1748"/>
                  <a:gd name="T38" fmla="*/ 0 w 691"/>
                  <a:gd name="T39" fmla="*/ 0 h 1748"/>
                  <a:gd name="T40" fmla="*/ 0 w 691"/>
                  <a:gd name="T41" fmla="*/ 0 h 1748"/>
                  <a:gd name="T42" fmla="*/ 0 w 691"/>
                  <a:gd name="T43" fmla="*/ 0 h 1748"/>
                  <a:gd name="T44" fmla="*/ 0 w 691"/>
                  <a:gd name="T45" fmla="*/ 0 h 1748"/>
                  <a:gd name="T46" fmla="*/ 0 w 691"/>
                  <a:gd name="T47" fmla="*/ 0 h 1748"/>
                  <a:gd name="T48" fmla="*/ 0 w 691"/>
                  <a:gd name="T49" fmla="*/ 0 h 1748"/>
                  <a:gd name="T50" fmla="*/ 0 w 691"/>
                  <a:gd name="T51" fmla="*/ 0 h 1748"/>
                  <a:gd name="T52" fmla="*/ 0 w 691"/>
                  <a:gd name="T53" fmla="*/ 0 h 1748"/>
                  <a:gd name="T54" fmla="*/ 0 w 691"/>
                  <a:gd name="T55" fmla="*/ 0 h 1748"/>
                  <a:gd name="T56" fmla="*/ 0 w 691"/>
                  <a:gd name="T57" fmla="*/ 0 h 1748"/>
                  <a:gd name="T58" fmla="*/ 0 w 691"/>
                  <a:gd name="T59" fmla="*/ 0 h 1748"/>
                  <a:gd name="T60" fmla="*/ 0 w 691"/>
                  <a:gd name="T61" fmla="*/ 0 h 174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691"/>
                  <a:gd name="T94" fmla="*/ 0 h 1748"/>
                  <a:gd name="T95" fmla="*/ 691 w 691"/>
                  <a:gd name="T96" fmla="*/ 1748 h 174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691" h="1748">
                    <a:moveTo>
                      <a:pt x="691" y="312"/>
                    </a:moveTo>
                    <a:lnTo>
                      <a:pt x="586" y="572"/>
                    </a:lnTo>
                    <a:lnTo>
                      <a:pt x="516" y="729"/>
                    </a:lnTo>
                    <a:lnTo>
                      <a:pt x="392" y="982"/>
                    </a:lnTo>
                    <a:lnTo>
                      <a:pt x="334" y="1017"/>
                    </a:lnTo>
                    <a:lnTo>
                      <a:pt x="351" y="1243"/>
                    </a:lnTo>
                    <a:lnTo>
                      <a:pt x="412" y="1527"/>
                    </a:lnTo>
                    <a:lnTo>
                      <a:pt x="472" y="1748"/>
                    </a:lnTo>
                    <a:lnTo>
                      <a:pt x="388" y="1485"/>
                    </a:lnTo>
                    <a:lnTo>
                      <a:pt x="334" y="1233"/>
                    </a:lnTo>
                    <a:lnTo>
                      <a:pt x="243" y="1171"/>
                    </a:lnTo>
                    <a:lnTo>
                      <a:pt x="254" y="1330"/>
                    </a:lnTo>
                    <a:lnTo>
                      <a:pt x="351" y="1591"/>
                    </a:lnTo>
                    <a:lnTo>
                      <a:pt x="239" y="1345"/>
                    </a:lnTo>
                    <a:lnTo>
                      <a:pt x="193" y="1153"/>
                    </a:lnTo>
                    <a:lnTo>
                      <a:pt x="87" y="1153"/>
                    </a:lnTo>
                    <a:lnTo>
                      <a:pt x="0" y="1227"/>
                    </a:lnTo>
                    <a:lnTo>
                      <a:pt x="87" y="1139"/>
                    </a:lnTo>
                    <a:lnTo>
                      <a:pt x="157" y="1112"/>
                    </a:lnTo>
                    <a:lnTo>
                      <a:pt x="219" y="895"/>
                    </a:lnTo>
                    <a:lnTo>
                      <a:pt x="219" y="782"/>
                    </a:lnTo>
                    <a:lnTo>
                      <a:pt x="175" y="721"/>
                    </a:lnTo>
                    <a:lnTo>
                      <a:pt x="175" y="644"/>
                    </a:lnTo>
                    <a:lnTo>
                      <a:pt x="279" y="235"/>
                    </a:lnTo>
                    <a:lnTo>
                      <a:pt x="388" y="0"/>
                    </a:lnTo>
                    <a:lnTo>
                      <a:pt x="307" y="341"/>
                    </a:lnTo>
                    <a:lnTo>
                      <a:pt x="219" y="685"/>
                    </a:lnTo>
                    <a:lnTo>
                      <a:pt x="307" y="798"/>
                    </a:lnTo>
                    <a:lnTo>
                      <a:pt x="366" y="914"/>
                    </a:lnTo>
                    <a:lnTo>
                      <a:pt x="606" y="462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0" name="Freeform 164">
                <a:extLst>
                  <a:ext uri="{FF2B5EF4-FFF2-40B4-BE49-F238E27FC236}">
                    <a16:creationId xmlns:a16="http://schemas.microsoft.com/office/drawing/2014/main" id="{479B24A3-7357-B74E-80A5-FE78D23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815"/>
                <a:ext cx="10" cy="54"/>
              </a:xfrm>
              <a:custGeom>
                <a:avLst/>
                <a:gdLst>
                  <a:gd name="T0" fmla="*/ 0 w 83"/>
                  <a:gd name="T1" fmla="*/ 0 h 431"/>
                  <a:gd name="T2" fmla="*/ 0 w 83"/>
                  <a:gd name="T3" fmla="*/ 0 h 431"/>
                  <a:gd name="T4" fmla="*/ 0 w 83"/>
                  <a:gd name="T5" fmla="*/ 0 h 431"/>
                  <a:gd name="T6" fmla="*/ 0 w 83"/>
                  <a:gd name="T7" fmla="*/ 0 h 431"/>
                  <a:gd name="T8" fmla="*/ 0 w 83"/>
                  <a:gd name="T9" fmla="*/ 0 h 431"/>
                  <a:gd name="T10" fmla="*/ 0 w 83"/>
                  <a:gd name="T11" fmla="*/ 0 h 431"/>
                  <a:gd name="T12" fmla="*/ 0 w 83"/>
                  <a:gd name="T13" fmla="*/ 0 h 4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431"/>
                  <a:gd name="T23" fmla="*/ 83 w 83"/>
                  <a:gd name="T24" fmla="*/ 431 h 4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431">
                    <a:moveTo>
                      <a:pt x="0" y="0"/>
                    </a:moveTo>
                    <a:lnTo>
                      <a:pt x="51" y="106"/>
                    </a:lnTo>
                    <a:lnTo>
                      <a:pt x="51" y="297"/>
                    </a:lnTo>
                    <a:lnTo>
                      <a:pt x="83" y="385"/>
                    </a:lnTo>
                    <a:lnTo>
                      <a:pt x="42" y="431"/>
                    </a:lnTo>
                    <a:lnTo>
                      <a:pt x="24" y="2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1" name="Freeform 165">
                <a:extLst>
                  <a:ext uri="{FF2B5EF4-FFF2-40B4-BE49-F238E27FC236}">
                    <a16:creationId xmlns:a16="http://schemas.microsoft.com/office/drawing/2014/main" id="{81F614BC-E758-3B45-8088-35650451B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62"/>
                <a:ext cx="53" cy="85"/>
              </a:xfrm>
              <a:custGeom>
                <a:avLst/>
                <a:gdLst>
                  <a:gd name="T0" fmla="*/ 0 w 427"/>
                  <a:gd name="T1" fmla="*/ 0 h 680"/>
                  <a:gd name="T2" fmla="*/ 0 w 427"/>
                  <a:gd name="T3" fmla="*/ 0 h 680"/>
                  <a:gd name="T4" fmla="*/ 0 w 427"/>
                  <a:gd name="T5" fmla="*/ 0 h 680"/>
                  <a:gd name="T6" fmla="*/ 0 w 427"/>
                  <a:gd name="T7" fmla="*/ 0 h 680"/>
                  <a:gd name="T8" fmla="*/ 0 w 427"/>
                  <a:gd name="T9" fmla="*/ 0 h 680"/>
                  <a:gd name="T10" fmla="*/ 0 w 427"/>
                  <a:gd name="T11" fmla="*/ 0 h 680"/>
                  <a:gd name="T12" fmla="*/ 0 w 427"/>
                  <a:gd name="T13" fmla="*/ 0 h 680"/>
                  <a:gd name="T14" fmla="*/ 0 w 427"/>
                  <a:gd name="T15" fmla="*/ 0 h 6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7"/>
                  <a:gd name="T25" fmla="*/ 0 h 680"/>
                  <a:gd name="T26" fmla="*/ 427 w 427"/>
                  <a:gd name="T27" fmla="*/ 680 h 68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7" h="680">
                    <a:moveTo>
                      <a:pt x="0" y="0"/>
                    </a:moveTo>
                    <a:lnTo>
                      <a:pt x="175" y="532"/>
                    </a:lnTo>
                    <a:lnTo>
                      <a:pt x="307" y="543"/>
                    </a:lnTo>
                    <a:lnTo>
                      <a:pt x="427" y="629"/>
                    </a:lnTo>
                    <a:lnTo>
                      <a:pt x="366" y="680"/>
                    </a:lnTo>
                    <a:lnTo>
                      <a:pt x="175" y="611"/>
                    </a:lnTo>
                    <a:lnTo>
                      <a:pt x="81" y="3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2" name="Freeform 166">
                <a:extLst>
                  <a:ext uri="{FF2B5EF4-FFF2-40B4-BE49-F238E27FC236}">
                    <a16:creationId xmlns:a16="http://schemas.microsoft.com/office/drawing/2014/main" id="{E8E3B8A1-49B6-EF45-B6E0-80BE9D7F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47"/>
                <a:ext cx="16" cy="41"/>
              </a:xfrm>
              <a:custGeom>
                <a:avLst/>
                <a:gdLst>
                  <a:gd name="T0" fmla="*/ 0 w 131"/>
                  <a:gd name="T1" fmla="*/ 0 h 329"/>
                  <a:gd name="T2" fmla="*/ 0 w 131"/>
                  <a:gd name="T3" fmla="*/ 0 h 329"/>
                  <a:gd name="T4" fmla="*/ 0 w 131"/>
                  <a:gd name="T5" fmla="*/ 0 h 329"/>
                  <a:gd name="T6" fmla="*/ 0 w 131"/>
                  <a:gd name="T7" fmla="*/ 0 h 329"/>
                  <a:gd name="T8" fmla="*/ 0 w 131"/>
                  <a:gd name="T9" fmla="*/ 0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1"/>
                  <a:gd name="T16" fmla="*/ 0 h 329"/>
                  <a:gd name="T17" fmla="*/ 131 w 131"/>
                  <a:gd name="T18" fmla="*/ 329 h 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1" h="329">
                    <a:moveTo>
                      <a:pt x="131" y="14"/>
                    </a:moveTo>
                    <a:lnTo>
                      <a:pt x="43" y="329"/>
                    </a:lnTo>
                    <a:lnTo>
                      <a:pt x="0" y="226"/>
                    </a:lnTo>
                    <a:lnTo>
                      <a:pt x="112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3" name="Freeform 167">
                <a:extLst>
                  <a:ext uri="{FF2B5EF4-FFF2-40B4-BE49-F238E27FC236}">
                    <a16:creationId xmlns:a16="http://schemas.microsoft.com/office/drawing/2014/main" id="{88B02F95-BB39-A64C-B3A8-D231401C4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9"/>
                <a:ext cx="13" cy="39"/>
              </a:xfrm>
              <a:custGeom>
                <a:avLst/>
                <a:gdLst>
                  <a:gd name="T0" fmla="*/ 0 w 103"/>
                  <a:gd name="T1" fmla="*/ 0 h 319"/>
                  <a:gd name="T2" fmla="*/ 0 w 103"/>
                  <a:gd name="T3" fmla="*/ 0 h 319"/>
                  <a:gd name="T4" fmla="*/ 0 w 103"/>
                  <a:gd name="T5" fmla="*/ 0 h 319"/>
                  <a:gd name="T6" fmla="*/ 0 w 103"/>
                  <a:gd name="T7" fmla="*/ 0 h 319"/>
                  <a:gd name="T8" fmla="*/ 0 w 103"/>
                  <a:gd name="T9" fmla="*/ 0 h 3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319"/>
                  <a:gd name="T17" fmla="*/ 103 w 103"/>
                  <a:gd name="T18" fmla="*/ 319 h 3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319">
                    <a:moveTo>
                      <a:pt x="71" y="0"/>
                    </a:moveTo>
                    <a:lnTo>
                      <a:pt x="71" y="171"/>
                    </a:lnTo>
                    <a:lnTo>
                      <a:pt x="103" y="319"/>
                    </a:lnTo>
                    <a:lnTo>
                      <a:pt x="0" y="21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4" name="Freeform 168">
                <a:extLst>
                  <a:ext uri="{FF2B5EF4-FFF2-40B4-BE49-F238E27FC236}">
                    <a16:creationId xmlns:a16="http://schemas.microsoft.com/office/drawing/2014/main" id="{5ED02FE3-94CA-5B42-AC9D-B9217DC8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48"/>
                <a:ext cx="67" cy="89"/>
              </a:xfrm>
              <a:custGeom>
                <a:avLst/>
                <a:gdLst>
                  <a:gd name="T0" fmla="*/ 0 w 533"/>
                  <a:gd name="T1" fmla="*/ 0 h 711"/>
                  <a:gd name="T2" fmla="*/ 0 w 533"/>
                  <a:gd name="T3" fmla="*/ 0 h 711"/>
                  <a:gd name="T4" fmla="*/ 0 w 533"/>
                  <a:gd name="T5" fmla="*/ 0 h 711"/>
                  <a:gd name="T6" fmla="*/ 0 w 533"/>
                  <a:gd name="T7" fmla="*/ 0 h 711"/>
                  <a:gd name="T8" fmla="*/ 0 w 533"/>
                  <a:gd name="T9" fmla="*/ 0 h 711"/>
                  <a:gd name="T10" fmla="*/ 0 w 533"/>
                  <a:gd name="T11" fmla="*/ 0 h 711"/>
                  <a:gd name="T12" fmla="*/ 0 w 533"/>
                  <a:gd name="T13" fmla="*/ 0 h 711"/>
                  <a:gd name="T14" fmla="*/ 0 w 533"/>
                  <a:gd name="T15" fmla="*/ 0 h 711"/>
                  <a:gd name="T16" fmla="*/ 0 w 533"/>
                  <a:gd name="T17" fmla="*/ 0 h 711"/>
                  <a:gd name="T18" fmla="*/ 0 w 533"/>
                  <a:gd name="T19" fmla="*/ 0 h 711"/>
                  <a:gd name="T20" fmla="*/ 0 w 533"/>
                  <a:gd name="T21" fmla="*/ 0 h 711"/>
                  <a:gd name="T22" fmla="*/ 0 w 533"/>
                  <a:gd name="T23" fmla="*/ 0 h 711"/>
                  <a:gd name="T24" fmla="*/ 0 w 533"/>
                  <a:gd name="T25" fmla="*/ 0 h 711"/>
                  <a:gd name="T26" fmla="*/ 0 w 533"/>
                  <a:gd name="T27" fmla="*/ 0 h 7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3"/>
                  <a:gd name="T43" fmla="*/ 0 h 711"/>
                  <a:gd name="T44" fmla="*/ 533 w 533"/>
                  <a:gd name="T45" fmla="*/ 711 h 7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3" h="711">
                    <a:moveTo>
                      <a:pt x="0" y="393"/>
                    </a:moveTo>
                    <a:lnTo>
                      <a:pt x="60" y="393"/>
                    </a:lnTo>
                    <a:lnTo>
                      <a:pt x="174" y="520"/>
                    </a:lnTo>
                    <a:lnTo>
                      <a:pt x="254" y="711"/>
                    </a:lnTo>
                    <a:lnTo>
                      <a:pt x="189" y="503"/>
                    </a:lnTo>
                    <a:lnTo>
                      <a:pt x="93" y="329"/>
                    </a:lnTo>
                    <a:lnTo>
                      <a:pt x="51" y="305"/>
                    </a:lnTo>
                    <a:lnTo>
                      <a:pt x="227" y="164"/>
                    </a:lnTo>
                    <a:lnTo>
                      <a:pt x="427" y="141"/>
                    </a:lnTo>
                    <a:lnTo>
                      <a:pt x="533" y="0"/>
                    </a:lnTo>
                    <a:lnTo>
                      <a:pt x="306" y="35"/>
                    </a:lnTo>
                    <a:lnTo>
                      <a:pt x="189" y="153"/>
                    </a:lnTo>
                    <a:lnTo>
                      <a:pt x="21" y="305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5" name="Freeform 169">
                <a:extLst>
                  <a:ext uri="{FF2B5EF4-FFF2-40B4-BE49-F238E27FC236}">
                    <a16:creationId xmlns:a16="http://schemas.microsoft.com/office/drawing/2014/main" id="{3F82E40D-F71F-AB41-BED8-ECD15CE7A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13"/>
                <a:ext cx="15" cy="20"/>
              </a:xfrm>
              <a:custGeom>
                <a:avLst/>
                <a:gdLst>
                  <a:gd name="T0" fmla="*/ 0 w 118"/>
                  <a:gd name="T1" fmla="*/ 0 h 158"/>
                  <a:gd name="T2" fmla="*/ 0 w 118"/>
                  <a:gd name="T3" fmla="*/ 0 h 158"/>
                  <a:gd name="T4" fmla="*/ 0 w 118"/>
                  <a:gd name="T5" fmla="*/ 0 h 158"/>
                  <a:gd name="T6" fmla="*/ 0 w 118"/>
                  <a:gd name="T7" fmla="*/ 0 h 158"/>
                  <a:gd name="T8" fmla="*/ 0 w 11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158"/>
                  <a:gd name="T17" fmla="*/ 118 w 11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158">
                    <a:moveTo>
                      <a:pt x="63" y="0"/>
                    </a:moveTo>
                    <a:lnTo>
                      <a:pt x="0" y="158"/>
                    </a:lnTo>
                    <a:lnTo>
                      <a:pt x="26" y="158"/>
                    </a:lnTo>
                    <a:lnTo>
                      <a:pt x="118" y="3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6" name="Freeform 170">
                <a:extLst>
                  <a:ext uri="{FF2B5EF4-FFF2-40B4-BE49-F238E27FC236}">
                    <a16:creationId xmlns:a16="http://schemas.microsoft.com/office/drawing/2014/main" id="{ECBEA6C4-2E9D-A943-96DB-1ABA8E5D9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668"/>
                <a:ext cx="123" cy="76"/>
              </a:xfrm>
              <a:custGeom>
                <a:avLst/>
                <a:gdLst>
                  <a:gd name="T0" fmla="*/ 0 w 985"/>
                  <a:gd name="T1" fmla="*/ 0 h 611"/>
                  <a:gd name="T2" fmla="*/ 0 w 985"/>
                  <a:gd name="T3" fmla="*/ 0 h 611"/>
                  <a:gd name="T4" fmla="*/ 0 w 985"/>
                  <a:gd name="T5" fmla="*/ 0 h 611"/>
                  <a:gd name="T6" fmla="*/ 0 w 985"/>
                  <a:gd name="T7" fmla="*/ 0 h 611"/>
                  <a:gd name="T8" fmla="*/ 0 w 985"/>
                  <a:gd name="T9" fmla="*/ 0 h 611"/>
                  <a:gd name="T10" fmla="*/ 0 w 985"/>
                  <a:gd name="T11" fmla="*/ 0 h 611"/>
                  <a:gd name="T12" fmla="*/ 0 w 985"/>
                  <a:gd name="T13" fmla="*/ 0 h 611"/>
                  <a:gd name="T14" fmla="*/ 0 w 985"/>
                  <a:gd name="T15" fmla="*/ 0 h 611"/>
                  <a:gd name="T16" fmla="*/ 0 w 985"/>
                  <a:gd name="T17" fmla="*/ 0 h 611"/>
                  <a:gd name="T18" fmla="*/ 0 w 985"/>
                  <a:gd name="T19" fmla="*/ 0 h 611"/>
                  <a:gd name="T20" fmla="*/ 0 w 985"/>
                  <a:gd name="T21" fmla="*/ 0 h 611"/>
                  <a:gd name="T22" fmla="*/ 0 w 985"/>
                  <a:gd name="T23" fmla="*/ 0 h 611"/>
                  <a:gd name="T24" fmla="*/ 0 w 985"/>
                  <a:gd name="T25" fmla="*/ 0 h 611"/>
                  <a:gd name="T26" fmla="*/ 0 w 985"/>
                  <a:gd name="T27" fmla="*/ 0 h 611"/>
                  <a:gd name="T28" fmla="*/ 0 w 985"/>
                  <a:gd name="T29" fmla="*/ 0 h 611"/>
                  <a:gd name="T30" fmla="*/ 0 w 985"/>
                  <a:gd name="T31" fmla="*/ 0 h 611"/>
                  <a:gd name="T32" fmla="*/ 0 w 985"/>
                  <a:gd name="T33" fmla="*/ 0 h 611"/>
                  <a:gd name="T34" fmla="*/ 0 w 985"/>
                  <a:gd name="T35" fmla="*/ 0 h 611"/>
                  <a:gd name="T36" fmla="*/ 0 w 985"/>
                  <a:gd name="T37" fmla="*/ 0 h 611"/>
                  <a:gd name="T38" fmla="*/ 0 w 985"/>
                  <a:gd name="T39" fmla="*/ 0 h 611"/>
                  <a:gd name="T40" fmla="*/ 0 w 985"/>
                  <a:gd name="T41" fmla="*/ 0 h 611"/>
                  <a:gd name="T42" fmla="*/ 0 w 985"/>
                  <a:gd name="T43" fmla="*/ 0 h 611"/>
                  <a:gd name="T44" fmla="*/ 0 w 985"/>
                  <a:gd name="T45" fmla="*/ 0 h 611"/>
                  <a:gd name="T46" fmla="*/ 0 w 985"/>
                  <a:gd name="T47" fmla="*/ 0 h 611"/>
                  <a:gd name="T48" fmla="*/ 0 w 985"/>
                  <a:gd name="T49" fmla="*/ 0 h 611"/>
                  <a:gd name="T50" fmla="*/ 0 w 985"/>
                  <a:gd name="T51" fmla="*/ 0 h 611"/>
                  <a:gd name="T52" fmla="*/ 0 w 985"/>
                  <a:gd name="T53" fmla="*/ 0 h 611"/>
                  <a:gd name="T54" fmla="*/ 0 w 985"/>
                  <a:gd name="T55" fmla="*/ 0 h 611"/>
                  <a:gd name="T56" fmla="*/ 0 w 985"/>
                  <a:gd name="T57" fmla="*/ 0 h 611"/>
                  <a:gd name="T58" fmla="*/ 0 w 985"/>
                  <a:gd name="T59" fmla="*/ 0 h 611"/>
                  <a:gd name="T60" fmla="*/ 0 w 985"/>
                  <a:gd name="T61" fmla="*/ 0 h 611"/>
                  <a:gd name="T62" fmla="*/ 0 w 985"/>
                  <a:gd name="T63" fmla="*/ 0 h 611"/>
                  <a:gd name="T64" fmla="*/ 0 w 985"/>
                  <a:gd name="T65" fmla="*/ 0 h 611"/>
                  <a:gd name="T66" fmla="*/ 0 w 985"/>
                  <a:gd name="T67" fmla="*/ 0 h 611"/>
                  <a:gd name="T68" fmla="*/ 0 w 985"/>
                  <a:gd name="T69" fmla="*/ 0 h 6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5"/>
                  <a:gd name="T106" fmla="*/ 0 h 611"/>
                  <a:gd name="T107" fmla="*/ 985 w 985"/>
                  <a:gd name="T108" fmla="*/ 611 h 61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5" h="611">
                    <a:moveTo>
                      <a:pt x="55" y="194"/>
                    </a:moveTo>
                    <a:lnTo>
                      <a:pt x="107" y="264"/>
                    </a:lnTo>
                    <a:lnTo>
                      <a:pt x="182" y="334"/>
                    </a:lnTo>
                    <a:lnTo>
                      <a:pt x="199" y="354"/>
                    </a:lnTo>
                    <a:lnTo>
                      <a:pt x="257" y="334"/>
                    </a:lnTo>
                    <a:lnTo>
                      <a:pt x="254" y="387"/>
                    </a:lnTo>
                    <a:lnTo>
                      <a:pt x="301" y="424"/>
                    </a:lnTo>
                    <a:lnTo>
                      <a:pt x="413" y="470"/>
                    </a:lnTo>
                    <a:lnTo>
                      <a:pt x="479" y="502"/>
                    </a:lnTo>
                    <a:lnTo>
                      <a:pt x="538" y="543"/>
                    </a:lnTo>
                    <a:lnTo>
                      <a:pt x="580" y="585"/>
                    </a:lnTo>
                    <a:lnTo>
                      <a:pt x="901" y="20"/>
                    </a:lnTo>
                    <a:lnTo>
                      <a:pt x="938" y="0"/>
                    </a:lnTo>
                    <a:lnTo>
                      <a:pt x="976" y="0"/>
                    </a:lnTo>
                    <a:lnTo>
                      <a:pt x="985" y="20"/>
                    </a:lnTo>
                    <a:lnTo>
                      <a:pt x="967" y="29"/>
                    </a:lnTo>
                    <a:lnTo>
                      <a:pt x="936" y="29"/>
                    </a:lnTo>
                    <a:lnTo>
                      <a:pt x="899" y="48"/>
                    </a:lnTo>
                    <a:lnTo>
                      <a:pt x="865" y="90"/>
                    </a:lnTo>
                    <a:lnTo>
                      <a:pt x="580" y="611"/>
                    </a:lnTo>
                    <a:lnTo>
                      <a:pt x="459" y="565"/>
                    </a:lnTo>
                    <a:lnTo>
                      <a:pt x="538" y="578"/>
                    </a:lnTo>
                    <a:lnTo>
                      <a:pt x="485" y="532"/>
                    </a:lnTo>
                    <a:lnTo>
                      <a:pt x="404" y="486"/>
                    </a:lnTo>
                    <a:lnTo>
                      <a:pt x="325" y="458"/>
                    </a:lnTo>
                    <a:lnTo>
                      <a:pt x="296" y="453"/>
                    </a:lnTo>
                    <a:lnTo>
                      <a:pt x="362" y="519"/>
                    </a:lnTo>
                    <a:lnTo>
                      <a:pt x="301" y="475"/>
                    </a:lnTo>
                    <a:lnTo>
                      <a:pt x="257" y="440"/>
                    </a:lnTo>
                    <a:lnTo>
                      <a:pt x="204" y="383"/>
                    </a:lnTo>
                    <a:lnTo>
                      <a:pt x="136" y="315"/>
                    </a:lnTo>
                    <a:lnTo>
                      <a:pt x="74" y="269"/>
                    </a:lnTo>
                    <a:lnTo>
                      <a:pt x="24" y="224"/>
                    </a:lnTo>
                    <a:lnTo>
                      <a:pt x="0" y="185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7" name="Freeform 171">
                <a:extLst>
                  <a:ext uri="{FF2B5EF4-FFF2-40B4-BE49-F238E27FC236}">
                    <a16:creationId xmlns:a16="http://schemas.microsoft.com/office/drawing/2014/main" id="{E3479BB3-75D0-DD41-B174-0CCC3B27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95"/>
                <a:ext cx="36" cy="44"/>
              </a:xfrm>
              <a:custGeom>
                <a:avLst/>
                <a:gdLst>
                  <a:gd name="T0" fmla="*/ 0 w 281"/>
                  <a:gd name="T1" fmla="*/ 0 h 354"/>
                  <a:gd name="T2" fmla="*/ 0 w 281"/>
                  <a:gd name="T3" fmla="*/ 0 h 354"/>
                  <a:gd name="T4" fmla="*/ 0 w 281"/>
                  <a:gd name="T5" fmla="*/ 0 h 354"/>
                  <a:gd name="T6" fmla="*/ 0 w 281"/>
                  <a:gd name="T7" fmla="*/ 0 h 354"/>
                  <a:gd name="T8" fmla="*/ 0 w 281"/>
                  <a:gd name="T9" fmla="*/ 0 h 354"/>
                  <a:gd name="T10" fmla="*/ 0 w 281"/>
                  <a:gd name="T11" fmla="*/ 0 h 354"/>
                  <a:gd name="T12" fmla="*/ 0 w 281"/>
                  <a:gd name="T13" fmla="*/ 0 h 354"/>
                  <a:gd name="T14" fmla="*/ 0 w 281"/>
                  <a:gd name="T15" fmla="*/ 0 h 354"/>
                  <a:gd name="T16" fmla="*/ 0 w 281"/>
                  <a:gd name="T17" fmla="*/ 0 h 3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1"/>
                  <a:gd name="T28" fmla="*/ 0 h 354"/>
                  <a:gd name="T29" fmla="*/ 281 w 281"/>
                  <a:gd name="T30" fmla="*/ 354 h 35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1" h="354">
                    <a:moveTo>
                      <a:pt x="0" y="338"/>
                    </a:moveTo>
                    <a:lnTo>
                      <a:pt x="199" y="42"/>
                    </a:lnTo>
                    <a:lnTo>
                      <a:pt x="228" y="17"/>
                    </a:lnTo>
                    <a:lnTo>
                      <a:pt x="254" y="0"/>
                    </a:lnTo>
                    <a:lnTo>
                      <a:pt x="281" y="6"/>
                    </a:lnTo>
                    <a:lnTo>
                      <a:pt x="241" y="22"/>
                    </a:lnTo>
                    <a:lnTo>
                      <a:pt x="206" y="54"/>
                    </a:lnTo>
                    <a:lnTo>
                      <a:pt x="4" y="354"/>
                    </a:lnTo>
                    <a:lnTo>
                      <a:pt x="0" y="3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8" name="Freeform 172">
                <a:extLst>
                  <a:ext uri="{FF2B5EF4-FFF2-40B4-BE49-F238E27FC236}">
                    <a16:creationId xmlns:a16="http://schemas.microsoft.com/office/drawing/2014/main" id="{89D74EB5-4BF8-154C-96DE-C931E753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40"/>
                <a:ext cx="87" cy="30"/>
              </a:xfrm>
              <a:custGeom>
                <a:avLst/>
                <a:gdLst>
                  <a:gd name="T0" fmla="*/ 0 w 696"/>
                  <a:gd name="T1" fmla="*/ 0 h 242"/>
                  <a:gd name="T2" fmla="*/ 0 w 696"/>
                  <a:gd name="T3" fmla="*/ 0 h 242"/>
                  <a:gd name="T4" fmla="*/ 0 w 696"/>
                  <a:gd name="T5" fmla="*/ 0 h 242"/>
                  <a:gd name="T6" fmla="*/ 0 w 696"/>
                  <a:gd name="T7" fmla="*/ 0 h 242"/>
                  <a:gd name="T8" fmla="*/ 0 w 696"/>
                  <a:gd name="T9" fmla="*/ 0 h 242"/>
                  <a:gd name="T10" fmla="*/ 0 w 696"/>
                  <a:gd name="T11" fmla="*/ 0 h 242"/>
                  <a:gd name="T12" fmla="*/ 0 w 696"/>
                  <a:gd name="T13" fmla="*/ 0 h 242"/>
                  <a:gd name="T14" fmla="*/ 0 w 696"/>
                  <a:gd name="T15" fmla="*/ 0 h 242"/>
                  <a:gd name="T16" fmla="*/ 0 w 696"/>
                  <a:gd name="T17" fmla="*/ 0 h 242"/>
                  <a:gd name="T18" fmla="*/ 0 w 696"/>
                  <a:gd name="T19" fmla="*/ 0 h 242"/>
                  <a:gd name="T20" fmla="*/ 0 w 696"/>
                  <a:gd name="T21" fmla="*/ 0 h 242"/>
                  <a:gd name="T22" fmla="*/ 0 w 696"/>
                  <a:gd name="T23" fmla="*/ 0 h 242"/>
                  <a:gd name="T24" fmla="*/ 0 w 696"/>
                  <a:gd name="T25" fmla="*/ 0 h 242"/>
                  <a:gd name="T26" fmla="*/ 0 w 696"/>
                  <a:gd name="T27" fmla="*/ 0 h 242"/>
                  <a:gd name="T28" fmla="*/ 0 w 696"/>
                  <a:gd name="T29" fmla="*/ 0 h 242"/>
                  <a:gd name="T30" fmla="*/ 0 w 696"/>
                  <a:gd name="T31" fmla="*/ 0 h 242"/>
                  <a:gd name="T32" fmla="*/ 0 w 696"/>
                  <a:gd name="T33" fmla="*/ 0 h 242"/>
                  <a:gd name="T34" fmla="*/ 0 w 696"/>
                  <a:gd name="T35" fmla="*/ 0 h 242"/>
                  <a:gd name="T36" fmla="*/ 0 w 696"/>
                  <a:gd name="T37" fmla="*/ 0 h 242"/>
                  <a:gd name="T38" fmla="*/ 0 w 696"/>
                  <a:gd name="T39" fmla="*/ 0 h 242"/>
                  <a:gd name="T40" fmla="*/ 0 w 696"/>
                  <a:gd name="T41" fmla="*/ 0 h 242"/>
                  <a:gd name="T42" fmla="*/ 0 w 696"/>
                  <a:gd name="T43" fmla="*/ 0 h 242"/>
                  <a:gd name="T44" fmla="*/ 0 w 696"/>
                  <a:gd name="T45" fmla="*/ 0 h 242"/>
                  <a:gd name="T46" fmla="*/ 0 w 696"/>
                  <a:gd name="T47" fmla="*/ 0 h 242"/>
                  <a:gd name="T48" fmla="*/ 0 w 696"/>
                  <a:gd name="T49" fmla="*/ 0 h 242"/>
                  <a:gd name="T50" fmla="*/ 0 w 696"/>
                  <a:gd name="T51" fmla="*/ 0 h 242"/>
                  <a:gd name="T52" fmla="*/ 0 w 696"/>
                  <a:gd name="T53" fmla="*/ 0 h 242"/>
                  <a:gd name="T54" fmla="*/ 0 w 696"/>
                  <a:gd name="T55" fmla="*/ 0 h 242"/>
                  <a:gd name="T56" fmla="*/ 0 w 696"/>
                  <a:gd name="T57" fmla="*/ 0 h 242"/>
                  <a:gd name="T58" fmla="*/ 0 w 696"/>
                  <a:gd name="T59" fmla="*/ 0 h 242"/>
                  <a:gd name="T60" fmla="*/ 0 w 696"/>
                  <a:gd name="T61" fmla="*/ 0 h 242"/>
                  <a:gd name="T62" fmla="*/ 0 w 696"/>
                  <a:gd name="T63" fmla="*/ 0 h 242"/>
                  <a:gd name="T64" fmla="*/ 0 w 696"/>
                  <a:gd name="T65" fmla="*/ 0 h 242"/>
                  <a:gd name="T66" fmla="*/ 0 w 696"/>
                  <a:gd name="T67" fmla="*/ 0 h 242"/>
                  <a:gd name="T68" fmla="*/ 0 w 696"/>
                  <a:gd name="T69" fmla="*/ 0 h 242"/>
                  <a:gd name="T70" fmla="*/ 0 w 696"/>
                  <a:gd name="T71" fmla="*/ 0 h 242"/>
                  <a:gd name="T72" fmla="*/ 0 w 696"/>
                  <a:gd name="T73" fmla="*/ 0 h 2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96"/>
                  <a:gd name="T112" fmla="*/ 0 h 242"/>
                  <a:gd name="T113" fmla="*/ 696 w 696"/>
                  <a:gd name="T114" fmla="*/ 242 h 24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96" h="242">
                    <a:moveTo>
                      <a:pt x="0" y="242"/>
                    </a:moveTo>
                    <a:lnTo>
                      <a:pt x="39" y="215"/>
                    </a:lnTo>
                    <a:lnTo>
                      <a:pt x="81" y="180"/>
                    </a:lnTo>
                    <a:lnTo>
                      <a:pt x="131" y="111"/>
                    </a:lnTo>
                    <a:lnTo>
                      <a:pt x="156" y="69"/>
                    </a:lnTo>
                    <a:lnTo>
                      <a:pt x="180" y="49"/>
                    </a:lnTo>
                    <a:lnTo>
                      <a:pt x="208" y="31"/>
                    </a:lnTo>
                    <a:lnTo>
                      <a:pt x="248" y="21"/>
                    </a:lnTo>
                    <a:lnTo>
                      <a:pt x="369" y="0"/>
                    </a:lnTo>
                    <a:lnTo>
                      <a:pt x="439" y="3"/>
                    </a:lnTo>
                    <a:lnTo>
                      <a:pt x="527" y="40"/>
                    </a:lnTo>
                    <a:lnTo>
                      <a:pt x="592" y="88"/>
                    </a:lnTo>
                    <a:lnTo>
                      <a:pt x="696" y="137"/>
                    </a:lnTo>
                    <a:lnTo>
                      <a:pt x="617" y="125"/>
                    </a:lnTo>
                    <a:lnTo>
                      <a:pt x="564" y="106"/>
                    </a:lnTo>
                    <a:lnTo>
                      <a:pt x="527" y="86"/>
                    </a:lnTo>
                    <a:lnTo>
                      <a:pt x="483" y="75"/>
                    </a:lnTo>
                    <a:lnTo>
                      <a:pt x="459" y="79"/>
                    </a:lnTo>
                    <a:lnTo>
                      <a:pt x="435" y="150"/>
                    </a:lnTo>
                    <a:lnTo>
                      <a:pt x="384" y="211"/>
                    </a:lnTo>
                    <a:lnTo>
                      <a:pt x="421" y="152"/>
                    </a:lnTo>
                    <a:lnTo>
                      <a:pt x="447" y="69"/>
                    </a:lnTo>
                    <a:lnTo>
                      <a:pt x="447" y="49"/>
                    </a:lnTo>
                    <a:lnTo>
                      <a:pt x="430" y="28"/>
                    </a:lnTo>
                    <a:lnTo>
                      <a:pt x="384" y="16"/>
                    </a:lnTo>
                    <a:lnTo>
                      <a:pt x="329" y="21"/>
                    </a:lnTo>
                    <a:lnTo>
                      <a:pt x="313" y="44"/>
                    </a:lnTo>
                    <a:lnTo>
                      <a:pt x="343" y="222"/>
                    </a:lnTo>
                    <a:lnTo>
                      <a:pt x="325" y="222"/>
                    </a:lnTo>
                    <a:lnTo>
                      <a:pt x="256" y="198"/>
                    </a:lnTo>
                    <a:lnTo>
                      <a:pt x="195" y="174"/>
                    </a:lnTo>
                    <a:lnTo>
                      <a:pt x="164" y="150"/>
                    </a:lnTo>
                    <a:lnTo>
                      <a:pt x="145" y="137"/>
                    </a:lnTo>
                    <a:lnTo>
                      <a:pt x="108" y="174"/>
                    </a:lnTo>
                    <a:lnTo>
                      <a:pt x="67" y="210"/>
                    </a:lnTo>
                    <a:lnTo>
                      <a:pt x="25" y="231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59" name="Freeform 173">
                <a:extLst>
                  <a:ext uri="{FF2B5EF4-FFF2-40B4-BE49-F238E27FC236}">
                    <a16:creationId xmlns:a16="http://schemas.microsoft.com/office/drawing/2014/main" id="{52535CBD-9999-844A-B6E9-EA3A6FFD1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594"/>
                <a:ext cx="49" cy="55"/>
              </a:xfrm>
              <a:custGeom>
                <a:avLst/>
                <a:gdLst>
                  <a:gd name="T0" fmla="*/ 0 w 385"/>
                  <a:gd name="T1" fmla="*/ 0 h 439"/>
                  <a:gd name="T2" fmla="*/ 0 w 385"/>
                  <a:gd name="T3" fmla="*/ 0 h 439"/>
                  <a:gd name="T4" fmla="*/ 0 w 385"/>
                  <a:gd name="T5" fmla="*/ 0 h 439"/>
                  <a:gd name="T6" fmla="*/ 0 w 385"/>
                  <a:gd name="T7" fmla="*/ 0 h 439"/>
                  <a:gd name="T8" fmla="*/ 0 w 385"/>
                  <a:gd name="T9" fmla="*/ 0 h 439"/>
                  <a:gd name="T10" fmla="*/ 0 w 385"/>
                  <a:gd name="T11" fmla="*/ 0 h 439"/>
                  <a:gd name="T12" fmla="*/ 0 w 385"/>
                  <a:gd name="T13" fmla="*/ 0 h 439"/>
                  <a:gd name="T14" fmla="*/ 0 w 385"/>
                  <a:gd name="T15" fmla="*/ 0 h 439"/>
                  <a:gd name="T16" fmla="*/ 0 w 385"/>
                  <a:gd name="T17" fmla="*/ 0 h 439"/>
                  <a:gd name="T18" fmla="*/ 0 w 385"/>
                  <a:gd name="T19" fmla="*/ 0 h 439"/>
                  <a:gd name="T20" fmla="*/ 0 w 385"/>
                  <a:gd name="T21" fmla="*/ 0 h 439"/>
                  <a:gd name="T22" fmla="*/ 0 w 385"/>
                  <a:gd name="T23" fmla="*/ 0 h 439"/>
                  <a:gd name="T24" fmla="*/ 0 w 385"/>
                  <a:gd name="T25" fmla="*/ 0 h 439"/>
                  <a:gd name="T26" fmla="*/ 0 w 385"/>
                  <a:gd name="T27" fmla="*/ 0 h 439"/>
                  <a:gd name="T28" fmla="*/ 0 w 385"/>
                  <a:gd name="T29" fmla="*/ 0 h 439"/>
                  <a:gd name="T30" fmla="*/ 0 w 385"/>
                  <a:gd name="T31" fmla="*/ 0 h 439"/>
                  <a:gd name="T32" fmla="*/ 0 w 385"/>
                  <a:gd name="T33" fmla="*/ 0 h 439"/>
                  <a:gd name="T34" fmla="*/ 0 w 385"/>
                  <a:gd name="T35" fmla="*/ 0 h 439"/>
                  <a:gd name="T36" fmla="*/ 0 w 385"/>
                  <a:gd name="T37" fmla="*/ 0 h 4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85"/>
                  <a:gd name="T58" fmla="*/ 0 h 439"/>
                  <a:gd name="T59" fmla="*/ 385 w 385"/>
                  <a:gd name="T60" fmla="*/ 439 h 4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85" h="439">
                    <a:moveTo>
                      <a:pt x="0" y="0"/>
                    </a:moveTo>
                    <a:lnTo>
                      <a:pt x="40" y="55"/>
                    </a:lnTo>
                    <a:lnTo>
                      <a:pt x="63" y="111"/>
                    </a:lnTo>
                    <a:lnTo>
                      <a:pt x="86" y="256"/>
                    </a:lnTo>
                    <a:lnTo>
                      <a:pt x="75" y="439"/>
                    </a:lnTo>
                    <a:lnTo>
                      <a:pt x="114" y="274"/>
                    </a:lnTo>
                    <a:lnTo>
                      <a:pt x="148" y="189"/>
                    </a:lnTo>
                    <a:lnTo>
                      <a:pt x="204" y="107"/>
                    </a:lnTo>
                    <a:lnTo>
                      <a:pt x="235" y="111"/>
                    </a:lnTo>
                    <a:lnTo>
                      <a:pt x="211" y="256"/>
                    </a:lnTo>
                    <a:lnTo>
                      <a:pt x="215" y="292"/>
                    </a:lnTo>
                    <a:lnTo>
                      <a:pt x="385" y="74"/>
                    </a:lnTo>
                    <a:lnTo>
                      <a:pt x="310" y="26"/>
                    </a:lnTo>
                    <a:lnTo>
                      <a:pt x="252" y="67"/>
                    </a:lnTo>
                    <a:lnTo>
                      <a:pt x="204" y="58"/>
                    </a:lnTo>
                    <a:lnTo>
                      <a:pt x="112" y="81"/>
                    </a:lnTo>
                    <a:lnTo>
                      <a:pt x="81" y="81"/>
                    </a:lnTo>
                    <a:lnTo>
                      <a:pt x="37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0" name="Freeform 174">
                <a:extLst>
                  <a:ext uri="{FF2B5EF4-FFF2-40B4-BE49-F238E27FC236}">
                    <a16:creationId xmlns:a16="http://schemas.microsoft.com/office/drawing/2014/main" id="{31B22284-A7D2-0C47-B440-23581DE9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4"/>
                <a:ext cx="103" cy="290"/>
              </a:xfrm>
              <a:custGeom>
                <a:avLst/>
                <a:gdLst>
                  <a:gd name="T0" fmla="*/ 0 w 819"/>
                  <a:gd name="T1" fmla="*/ 0 h 2318"/>
                  <a:gd name="T2" fmla="*/ 0 w 819"/>
                  <a:gd name="T3" fmla="*/ 0 h 2318"/>
                  <a:gd name="T4" fmla="*/ 0 w 819"/>
                  <a:gd name="T5" fmla="*/ 0 h 2318"/>
                  <a:gd name="T6" fmla="*/ 0 w 819"/>
                  <a:gd name="T7" fmla="*/ 0 h 2318"/>
                  <a:gd name="T8" fmla="*/ 0 w 819"/>
                  <a:gd name="T9" fmla="*/ 0 h 2318"/>
                  <a:gd name="T10" fmla="*/ 0 w 819"/>
                  <a:gd name="T11" fmla="*/ 0 h 2318"/>
                  <a:gd name="T12" fmla="*/ 0 w 819"/>
                  <a:gd name="T13" fmla="*/ 0 h 2318"/>
                  <a:gd name="T14" fmla="*/ 0 w 819"/>
                  <a:gd name="T15" fmla="*/ 0 h 2318"/>
                  <a:gd name="T16" fmla="*/ 0 w 819"/>
                  <a:gd name="T17" fmla="*/ 0 h 2318"/>
                  <a:gd name="T18" fmla="*/ 0 w 819"/>
                  <a:gd name="T19" fmla="*/ 0 h 2318"/>
                  <a:gd name="T20" fmla="*/ 0 w 819"/>
                  <a:gd name="T21" fmla="*/ 0 h 2318"/>
                  <a:gd name="T22" fmla="*/ 0 w 819"/>
                  <a:gd name="T23" fmla="*/ 0 h 2318"/>
                  <a:gd name="T24" fmla="*/ 0 w 819"/>
                  <a:gd name="T25" fmla="*/ 0 h 2318"/>
                  <a:gd name="T26" fmla="*/ 0 w 819"/>
                  <a:gd name="T27" fmla="*/ 0 h 2318"/>
                  <a:gd name="T28" fmla="*/ 0 w 819"/>
                  <a:gd name="T29" fmla="*/ 0 h 2318"/>
                  <a:gd name="T30" fmla="*/ 0 w 819"/>
                  <a:gd name="T31" fmla="*/ 0 h 2318"/>
                  <a:gd name="T32" fmla="*/ 0 w 819"/>
                  <a:gd name="T33" fmla="*/ 0 h 2318"/>
                  <a:gd name="T34" fmla="*/ 0 w 819"/>
                  <a:gd name="T35" fmla="*/ 0 h 2318"/>
                  <a:gd name="T36" fmla="*/ 0 w 819"/>
                  <a:gd name="T37" fmla="*/ 0 h 2318"/>
                  <a:gd name="T38" fmla="*/ 0 w 819"/>
                  <a:gd name="T39" fmla="*/ 0 h 2318"/>
                  <a:gd name="T40" fmla="*/ 0 w 819"/>
                  <a:gd name="T41" fmla="*/ 0 h 2318"/>
                  <a:gd name="T42" fmla="*/ 0 w 819"/>
                  <a:gd name="T43" fmla="*/ 0 h 2318"/>
                  <a:gd name="T44" fmla="*/ 0 w 819"/>
                  <a:gd name="T45" fmla="*/ 0 h 2318"/>
                  <a:gd name="T46" fmla="*/ 0 w 819"/>
                  <a:gd name="T47" fmla="*/ 0 h 2318"/>
                  <a:gd name="T48" fmla="*/ 0 w 819"/>
                  <a:gd name="T49" fmla="*/ 0 h 2318"/>
                  <a:gd name="T50" fmla="*/ 0 w 819"/>
                  <a:gd name="T51" fmla="*/ 0 h 2318"/>
                  <a:gd name="T52" fmla="*/ 0 w 819"/>
                  <a:gd name="T53" fmla="*/ 0 h 2318"/>
                  <a:gd name="T54" fmla="*/ 0 w 819"/>
                  <a:gd name="T55" fmla="*/ 0 h 2318"/>
                  <a:gd name="T56" fmla="*/ 0 w 819"/>
                  <a:gd name="T57" fmla="*/ 0 h 2318"/>
                  <a:gd name="T58" fmla="*/ 0 w 819"/>
                  <a:gd name="T59" fmla="*/ 0 h 2318"/>
                  <a:gd name="T60" fmla="*/ 0 w 819"/>
                  <a:gd name="T61" fmla="*/ 0 h 2318"/>
                  <a:gd name="T62" fmla="*/ 0 w 819"/>
                  <a:gd name="T63" fmla="*/ 0 h 2318"/>
                  <a:gd name="T64" fmla="*/ 0 w 819"/>
                  <a:gd name="T65" fmla="*/ 0 h 2318"/>
                  <a:gd name="T66" fmla="*/ 0 w 819"/>
                  <a:gd name="T67" fmla="*/ 0 h 23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19"/>
                  <a:gd name="T103" fmla="*/ 0 h 2318"/>
                  <a:gd name="T104" fmla="*/ 819 w 819"/>
                  <a:gd name="T105" fmla="*/ 2318 h 231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19" h="2318">
                    <a:moveTo>
                      <a:pt x="102" y="23"/>
                    </a:moveTo>
                    <a:lnTo>
                      <a:pt x="196" y="140"/>
                    </a:lnTo>
                    <a:lnTo>
                      <a:pt x="275" y="327"/>
                    </a:lnTo>
                    <a:lnTo>
                      <a:pt x="424" y="714"/>
                    </a:lnTo>
                    <a:lnTo>
                      <a:pt x="579" y="1265"/>
                    </a:lnTo>
                    <a:lnTo>
                      <a:pt x="712" y="1680"/>
                    </a:lnTo>
                    <a:lnTo>
                      <a:pt x="819" y="1925"/>
                    </a:lnTo>
                    <a:lnTo>
                      <a:pt x="660" y="2318"/>
                    </a:lnTo>
                    <a:lnTo>
                      <a:pt x="526" y="2190"/>
                    </a:lnTo>
                    <a:lnTo>
                      <a:pt x="252" y="1992"/>
                    </a:lnTo>
                    <a:lnTo>
                      <a:pt x="35" y="546"/>
                    </a:lnTo>
                    <a:lnTo>
                      <a:pt x="0" y="274"/>
                    </a:lnTo>
                    <a:lnTo>
                      <a:pt x="17" y="103"/>
                    </a:lnTo>
                    <a:lnTo>
                      <a:pt x="35" y="41"/>
                    </a:lnTo>
                    <a:lnTo>
                      <a:pt x="35" y="0"/>
                    </a:lnTo>
                    <a:lnTo>
                      <a:pt x="60" y="41"/>
                    </a:lnTo>
                    <a:lnTo>
                      <a:pt x="53" y="134"/>
                    </a:lnTo>
                    <a:lnTo>
                      <a:pt x="60" y="292"/>
                    </a:lnTo>
                    <a:lnTo>
                      <a:pt x="77" y="465"/>
                    </a:lnTo>
                    <a:lnTo>
                      <a:pt x="116" y="707"/>
                    </a:lnTo>
                    <a:lnTo>
                      <a:pt x="284" y="1487"/>
                    </a:lnTo>
                    <a:lnTo>
                      <a:pt x="343" y="1953"/>
                    </a:lnTo>
                    <a:lnTo>
                      <a:pt x="360" y="2010"/>
                    </a:lnTo>
                    <a:lnTo>
                      <a:pt x="512" y="2142"/>
                    </a:lnTo>
                    <a:lnTo>
                      <a:pt x="642" y="2252"/>
                    </a:lnTo>
                    <a:lnTo>
                      <a:pt x="734" y="2019"/>
                    </a:lnTo>
                    <a:lnTo>
                      <a:pt x="778" y="1925"/>
                    </a:lnTo>
                    <a:lnTo>
                      <a:pt x="651" y="1604"/>
                    </a:lnTo>
                    <a:lnTo>
                      <a:pt x="561" y="1296"/>
                    </a:lnTo>
                    <a:lnTo>
                      <a:pt x="433" y="863"/>
                    </a:lnTo>
                    <a:lnTo>
                      <a:pt x="351" y="555"/>
                    </a:lnTo>
                    <a:lnTo>
                      <a:pt x="235" y="239"/>
                    </a:lnTo>
                    <a:lnTo>
                      <a:pt x="162" y="116"/>
                    </a:lnTo>
                    <a:lnTo>
                      <a:pt x="10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1" name="Freeform 175">
                <a:extLst>
                  <a:ext uri="{FF2B5EF4-FFF2-40B4-BE49-F238E27FC236}">
                    <a16:creationId xmlns:a16="http://schemas.microsoft.com/office/drawing/2014/main" id="{A23C56CF-B804-5546-88AD-D2292C3B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55"/>
                <a:ext cx="283" cy="233"/>
              </a:xfrm>
              <a:custGeom>
                <a:avLst/>
                <a:gdLst>
                  <a:gd name="T0" fmla="*/ 0 w 2266"/>
                  <a:gd name="T1" fmla="*/ 0 h 1862"/>
                  <a:gd name="T2" fmla="*/ 0 w 2266"/>
                  <a:gd name="T3" fmla="*/ 0 h 1862"/>
                  <a:gd name="T4" fmla="*/ 0 w 2266"/>
                  <a:gd name="T5" fmla="*/ 0 h 1862"/>
                  <a:gd name="T6" fmla="*/ 0 w 2266"/>
                  <a:gd name="T7" fmla="*/ 0 h 1862"/>
                  <a:gd name="T8" fmla="*/ 0 w 2266"/>
                  <a:gd name="T9" fmla="*/ 0 h 1862"/>
                  <a:gd name="T10" fmla="*/ 0 w 2266"/>
                  <a:gd name="T11" fmla="*/ 0 h 1862"/>
                  <a:gd name="T12" fmla="*/ 0 w 2266"/>
                  <a:gd name="T13" fmla="*/ 0 h 1862"/>
                  <a:gd name="T14" fmla="*/ 0 w 2266"/>
                  <a:gd name="T15" fmla="*/ 0 h 1862"/>
                  <a:gd name="T16" fmla="*/ 0 w 2266"/>
                  <a:gd name="T17" fmla="*/ 0 h 1862"/>
                  <a:gd name="T18" fmla="*/ 0 w 2266"/>
                  <a:gd name="T19" fmla="*/ 0 h 1862"/>
                  <a:gd name="T20" fmla="*/ 0 w 2266"/>
                  <a:gd name="T21" fmla="*/ 0 h 1862"/>
                  <a:gd name="T22" fmla="*/ 0 w 2266"/>
                  <a:gd name="T23" fmla="*/ 0 h 1862"/>
                  <a:gd name="T24" fmla="*/ 0 w 2266"/>
                  <a:gd name="T25" fmla="*/ 0 h 1862"/>
                  <a:gd name="T26" fmla="*/ 0 w 2266"/>
                  <a:gd name="T27" fmla="*/ 0 h 1862"/>
                  <a:gd name="T28" fmla="*/ 0 w 2266"/>
                  <a:gd name="T29" fmla="*/ 0 h 1862"/>
                  <a:gd name="T30" fmla="*/ 0 w 2266"/>
                  <a:gd name="T31" fmla="*/ 0 h 1862"/>
                  <a:gd name="T32" fmla="*/ 0 w 2266"/>
                  <a:gd name="T33" fmla="*/ 0 h 1862"/>
                  <a:gd name="T34" fmla="*/ 0 w 2266"/>
                  <a:gd name="T35" fmla="*/ 0 h 1862"/>
                  <a:gd name="T36" fmla="*/ 0 w 2266"/>
                  <a:gd name="T37" fmla="*/ 0 h 1862"/>
                  <a:gd name="T38" fmla="*/ 0 w 2266"/>
                  <a:gd name="T39" fmla="*/ 0 h 1862"/>
                  <a:gd name="T40" fmla="*/ 0 w 2266"/>
                  <a:gd name="T41" fmla="*/ 0 h 1862"/>
                  <a:gd name="T42" fmla="*/ 0 w 2266"/>
                  <a:gd name="T43" fmla="*/ 0 h 1862"/>
                  <a:gd name="T44" fmla="*/ 0 w 2266"/>
                  <a:gd name="T45" fmla="*/ 0 h 1862"/>
                  <a:gd name="T46" fmla="*/ 0 w 2266"/>
                  <a:gd name="T47" fmla="*/ 0 h 1862"/>
                  <a:gd name="T48" fmla="*/ 0 w 2266"/>
                  <a:gd name="T49" fmla="*/ 0 h 1862"/>
                  <a:gd name="T50" fmla="*/ 0 w 2266"/>
                  <a:gd name="T51" fmla="*/ 0 h 1862"/>
                  <a:gd name="T52" fmla="*/ 0 w 2266"/>
                  <a:gd name="T53" fmla="*/ 0 h 1862"/>
                  <a:gd name="T54" fmla="*/ 0 w 2266"/>
                  <a:gd name="T55" fmla="*/ 0 h 1862"/>
                  <a:gd name="T56" fmla="*/ 0 w 2266"/>
                  <a:gd name="T57" fmla="*/ 0 h 1862"/>
                  <a:gd name="T58" fmla="*/ 0 w 2266"/>
                  <a:gd name="T59" fmla="*/ 0 h 1862"/>
                  <a:gd name="T60" fmla="*/ 0 w 2266"/>
                  <a:gd name="T61" fmla="*/ 0 h 1862"/>
                  <a:gd name="T62" fmla="*/ 0 w 2266"/>
                  <a:gd name="T63" fmla="*/ 0 h 1862"/>
                  <a:gd name="T64" fmla="*/ 0 w 2266"/>
                  <a:gd name="T65" fmla="*/ 0 h 1862"/>
                  <a:gd name="T66" fmla="*/ 0 w 2266"/>
                  <a:gd name="T67" fmla="*/ 0 h 1862"/>
                  <a:gd name="T68" fmla="*/ 0 w 2266"/>
                  <a:gd name="T69" fmla="*/ 0 h 1862"/>
                  <a:gd name="T70" fmla="*/ 0 w 2266"/>
                  <a:gd name="T71" fmla="*/ 0 h 1862"/>
                  <a:gd name="T72" fmla="*/ 0 w 2266"/>
                  <a:gd name="T73" fmla="*/ 0 h 18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66"/>
                  <a:gd name="T112" fmla="*/ 0 h 1862"/>
                  <a:gd name="T113" fmla="*/ 2266 w 2266"/>
                  <a:gd name="T114" fmla="*/ 1862 h 186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66" h="1862">
                    <a:moveTo>
                      <a:pt x="947" y="954"/>
                    </a:moveTo>
                    <a:lnTo>
                      <a:pt x="1211" y="1046"/>
                    </a:lnTo>
                    <a:lnTo>
                      <a:pt x="1455" y="1180"/>
                    </a:lnTo>
                    <a:lnTo>
                      <a:pt x="1630" y="1244"/>
                    </a:lnTo>
                    <a:lnTo>
                      <a:pt x="1747" y="1362"/>
                    </a:lnTo>
                    <a:lnTo>
                      <a:pt x="1925" y="1436"/>
                    </a:lnTo>
                    <a:lnTo>
                      <a:pt x="1914" y="1348"/>
                    </a:lnTo>
                    <a:lnTo>
                      <a:pt x="1764" y="1189"/>
                    </a:lnTo>
                    <a:lnTo>
                      <a:pt x="1582" y="1055"/>
                    </a:lnTo>
                    <a:lnTo>
                      <a:pt x="1854" y="1194"/>
                    </a:lnTo>
                    <a:lnTo>
                      <a:pt x="1905" y="908"/>
                    </a:lnTo>
                    <a:lnTo>
                      <a:pt x="1815" y="921"/>
                    </a:lnTo>
                    <a:lnTo>
                      <a:pt x="1747" y="908"/>
                    </a:lnTo>
                    <a:lnTo>
                      <a:pt x="1663" y="855"/>
                    </a:lnTo>
                    <a:lnTo>
                      <a:pt x="1738" y="839"/>
                    </a:lnTo>
                    <a:lnTo>
                      <a:pt x="1815" y="765"/>
                    </a:lnTo>
                    <a:lnTo>
                      <a:pt x="1863" y="682"/>
                    </a:lnTo>
                    <a:lnTo>
                      <a:pt x="1905" y="506"/>
                    </a:lnTo>
                    <a:lnTo>
                      <a:pt x="1914" y="273"/>
                    </a:lnTo>
                    <a:lnTo>
                      <a:pt x="1872" y="0"/>
                    </a:lnTo>
                    <a:lnTo>
                      <a:pt x="2048" y="168"/>
                    </a:lnTo>
                    <a:lnTo>
                      <a:pt x="2131" y="308"/>
                    </a:lnTo>
                    <a:lnTo>
                      <a:pt x="2110" y="325"/>
                    </a:lnTo>
                    <a:lnTo>
                      <a:pt x="1988" y="242"/>
                    </a:lnTo>
                    <a:lnTo>
                      <a:pt x="2013" y="541"/>
                    </a:lnTo>
                    <a:lnTo>
                      <a:pt x="2165" y="839"/>
                    </a:lnTo>
                    <a:lnTo>
                      <a:pt x="2206" y="1014"/>
                    </a:lnTo>
                    <a:lnTo>
                      <a:pt x="2149" y="1079"/>
                    </a:lnTo>
                    <a:lnTo>
                      <a:pt x="2156" y="1180"/>
                    </a:lnTo>
                    <a:lnTo>
                      <a:pt x="2266" y="1348"/>
                    </a:lnTo>
                    <a:lnTo>
                      <a:pt x="2266" y="1398"/>
                    </a:lnTo>
                    <a:lnTo>
                      <a:pt x="2215" y="1459"/>
                    </a:lnTo>
                    <a:lnTo>
                      <a:pt x="2013" y="1593"/>
                    </a:lnTo>
                    <a:lnTo>
                      <a:pt x="1896" y="1680"/>
                    </a:lnTo>
                    <a:lnTo>
                      <a:pt x="1738" y="1862"/>
                    </a:lnTo>
                    <a:lnTo>
                      <a:pt x="1496" y="1862"/>
                    </a:lnTo>
                    <a:lnTo>
                      <a:pt x="1444" y="1833"/>
                    </a:lnTo>
                    <a:lnTo>
                      <a:pt x="1356" y="1824"/>
                    </a:lnTo>
                    <a:lnTo>
                      <a:pt x="1305" y="1862"/>
                    </a:lnTo>
                    <a:lnTo>
                      <a:pt x="0" y="1862"/>
                    </a:lnTo>
                    <a:lnTo>
                      <a:pt x="169" y="1752"/>
                    </a:lnTo>
                    <a:lnTo>
                      <a:pt x="344" y="1662"/>
                    </a:lnTo>
                    <a:lnTo>
                      <a:pt x="542" y="1578"/>
                    </a:lnTo>
                    <a:lnTo>
                      <a:pt x="747" y="1512"/>
                    </a:lnTo>
                    <a:lnTo>
                      <a:pt x="830" y="1496"/>
                    </a:lnTo>
                    <a:lnTo>
                      <a:pt x="865" y="1545"/>
                    </a:lnTo>
                    <a:lnTo>
                      <a:pt x="837" y="1668"/>
                    </a:lnTo>
                    <a:lnTo>
                      <a:pt x="877" y="1721"/>
                    </a:lnTo>
                    <a:lnTo>
                      <a:pt x="1178" y="1680"/>
                    </a:lnTo>
                    <a:lnTo>
                      <a:pt x="1187" y="1653"/>
                    </a:lnTo>
                    <a:lnTo>
                      <a:pt x="1174" y="1629"/>
                    </a:lnTo>
                    <a:lnTo>
                      <a:pt x="947" y="1653"/>
                    </a:lnTo>
                    <a:lnTo>
                      <a:pt x="911" y="1635"/>
                    </a:lnTo>
                    <a:lnTo>
                      <a:pt x="906" y="1545"/>
                    </a:lnTo>
                    <a:lnTo>
                      <a:pt x="964" y="1503"/>
                    </a:lnTo>
                    <a:lnTo>
                      <a:pt x="994" y="1539"/>
                    </a:lnTo>
                    <a:lnTo>
                      <a:pt x="1037" y="1593"/>
                    </a:lnTo>
                    <a:lnTo>
                      <a:pt x="1103" y="1593"/>
                    </a:lnTo>
                    <a:lnTo>
                      <a:pt x="1139" y="1521"/>
                    </a:lnTo>
                    <a:lnTo>
                      <a:pt x="1019" y="1479"/>
                    </a:lnTo>
                    <a:lnTo>
                      <a:pt x="969" y="1470"/>
                    </a:lnTo>
                    <a:lnTo>
                      <a:pt x="1156" y="1459"/>
                    </a:lnTo>
                    <a:lnTo>
                      <a:pt x="1428" y="1452"/>
                    </a:lnTo>
                    <a:lnTo>
                      <a:pt x="1571" y="1459"/>
                    </a:lnTo>
                    <a:lnTo>
                      <a:pt x="1413" y="1398"/>
                    </a:lnTo>
                    <a:lnTo>
                      <a:pt x="1331" y="1319"/>
                    </a:lnTo>
                    <a:lnTo>
                      <a:pt x="1437" y="1353"/>
                    </a:lnTo>
                    <a:lnTo>
                      <a:pt x="1707" y="1459"/>
                    </a:lnTo>
                    <a:lnTo>
                      <a:pt x="1848" y="1479"/>
                    </a:lnTo>
                    <a:lnTo>
                      <a:pt x="1531" y="1256"/>
                    </a:lnTo>
                    <a:lnTo>
                      <a:pt x="1266" y="1106"/>
                    </a:lnTo>
                    <a:lnTo>
                      <a:pt x="1095" y="1064"/>
                    </a:lnTo>
                    <a:lnTo>
                      <a:pt x="1037" y="1002"/>
                    </a:lnTo>
                    <a:lnTo>
                      <a:pt x="947" y="9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2" name="Freeform 176">
                <a:extLst>
                  <a:ext uri="{FF2B5EF4-FFF2-40B4-BE49-F238E27FC236}">
                    <a16:creationId xmlns:a16="http://schemas.microsoft.com/office/drawing/2014/main" id="{E3163540-7599-4A4C-A1F9-68D2022D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95"/>
                <a:ext cx="55" cy="25"/>
              </a:xfrm>
              <a:custGeom>
                <a:avLst/>
                <a:gdLst>
                  <a:gd name="T0" fmla="*/ 0 w 443"/>
                  <a:gd name="T1" fmla="*/ 0 h 201"/>
                  <a:gd name="T2" fmla="*/ 0 w 443"/>
                  <a:gd name="T3" fmla="*/ 0 h 201"/>
                  <a:gd name="T4" fmla="*/ 0 w 443"/>
                  <a:gd name="T5" fmla="*/ 0 h 201"/>
                  <a:gd name="T6" fmla="*/ 0 w 443"/>
                  <a:gd name="T7" fmla="*/ 0 h 201"/>
                  <a:gd name="T8" fmla="*/ 0 w 443"/>
                  <a:gd name="T9" fmla="*/ 0 h 201"/>
                  <a:gd name="T10" fmla="*/ 0 w 443"/>
                  <a:gd name="T11" fmla="*/ 0 h 201"/>
                  <a:gd name="T12" fmla="*/ 0 w 443"/>
                  <a:gd name="T13" fmla="*/ 0 h 201"/>
                  <a:gd name="T14" fmla="*/ 0 w 443"/>
                  <a:gd name="T15" fmla="*/ 0 h 201"/>
                  <a:gd name="T16" fmla="*/ 0 w 443"/>
                  <a:gd name="T17" fmla="*/ 0 h 201"/>
                  <a:gd name="T18" fmla="*/ 0 w 443"/>
                  <a:gd name="T19" fmla="*/ 0 h 201"/>
                  <a:gd name="T20" fmla="*/ 0 w 443"/>
                  <a:gd name="T21" fmla="*/ 0 h 2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43"/>
                  <a:gd name="T34" fmla="*/ 0 h 201"/>
                  <a:gd name="T35" fmla="*/ 443 w 443"/>
                  <a:gd name="T36" fmla="*/ 201 h 2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43" h="201">
                    <a:moveTo>
                      <a:pt x="0" y="69"/>
                    </a:moveTo>
                    <a:lnTo>
                      <a:pt x="0" y="201"/>
                    </a:lnTo>
                    <a:lnTo>
                      <a:pt x="236" y="46"/>
                    </a:lnTo>
                    <a:lnTo>
                      <a:pt x="261" y="69"/>
                    </a:lnTo>
                    <a:lnTo>
                      <a:pt x="351" y="78"/>
                    </a:lnTo>
                    <a:lnTo>
                      <a:pt x="443" y="19"/>
                    </a:lnTo>
                    <a:lnTo>
                      <a:pt x="342" y="51"/>
                    </a:lnTo>
                    <a:lnTo>
                      <a:pt x="287" y="46"/>
                    </a:lnTo>
                    <a:lnTo>
                      <a:pt x="236" y="0"/>
                    </a:lnTo>
                    <a:lnTo>
                      <a:pt x="134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3" name="Freeform 177">
                <a:extLst>
                  <a:ext uri="{FF2B5EF4-FFF2-40B4-BE49-F238E27FC236}">
                    <a16:creationId xmlns:a16="http://schemas.microsoft.com/office/drawing/2014/main" id="{21DCE54C-C499-4141-85D7-88FE37DE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04"/>
                <a:ext cx="87" cy="135"/>
              </a:xfrm>
              <a:custGeom>
                <a:avLst/>
                <a:gdLst>
                  <a:gd name="T0" fmla="*/ 0 w 701"/>
                  <a:gd name="T1" fmla="*/ 0 h 1079"/>
                  <a:gd name="T2" fmla="*/ 0 w 701"/>
                  <a:gd name="T3" fmla="*/ 0 h 1079"/>
                  <a:gd name="T4" fmla="*/ 0 w 701"/>
                  <a:gd name="T5" fmla="*/ 0 h 1079"/>
                  <a:gd name="T6" fmla="*/ 0 w 701"/>
                  <a:gd name="T7" fmla="*/ 0 h 1079"/>
                  <a:gd name="T8" fmla="*/ 0 w 701"/>
                  <a:gd name="T9" fmla="*/ 0 h 1079"/>
                  <a:gd name="T10" fmla="*/ 0 w 701"/>
                  <a:gd name="T11" fmla="*/ 0 h 1079"/>
                  <a:gd name="T12" fmla="*/ 0 w 701"/>
                  <a:gd name="T13" fmla="*/ 0 h 1079"/>
                  <a:gd name="T14" fmla="*/ 0 w 701"/>
                  <a:gd name="T15" fmla="*/ 0 h 1079"/>
                  <a:gd name="T16" fmla="*/ 0 w 701"/>
                  <a:gd name="T17" fmla="*/ 0 h 1079"/>
                  <a:gd name="T18" fmla="*/ 0 w 701"/>
                  <a:gd name="T19" fmla="*/ 0 h 1079"/>
                  <a:gd name="T20" fmla="*/ 0 w 701"/>
                  <a:gd name="T21" fmla="*/ 0 h 1079"/>
                  <a:gd name="T22" fmla="*/ 0 w 701"/>
                  <a:gd name="T23" fmla="*/ 0 h 1079"/>
                  <a:gd name="T24" fmla="*/ 0 w 701"/>
                  <a:gd name="T25" fmla="*/ 0 h 1079"/>
                  <a:gd name="T26" fmla="*/ 0 w 701"/>
                  <a:gd name="T27" fmla="*/ 0 h 1079"/>
                  <a:gd name="T28" fmla="*/ 0 w 701"/>
                  <a:gd name="T29" fmla="*/ 0 h 10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1"/>
                  <a:gd name="T46" fmla="*/ 0 h 1079"/>
                  <a:gd name="T47" fmla="*/ 701 w 701"/>
                  <a:gd name="T48" fmla="*/ 1079 h 107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1" h="1079">
                    <a:moveTo>
                      <a:pt x="0" y="0"/>
                    </a:moveTo>
                    <a:lnTo>
                      <a:pt x="281" y="374"/>
                    </a:lnTo>
                    <a:lnTo>
                      <a:pt x="424" y="438"/>
                    </a:lnTo>
                    <a:lnTo>
                      <a:pt x="438" y="688"/>
                    </a:lnTo>
                    <a:lnTo>
                      <a:pt x="519" y="823"/>
                    </a:lnTo>
                    <a:lnTo>
                      <a:pt x="519" y="1079"/>
                    </a:lnTo>
                    <a:lnTo>
                      <a:pt x="551" y="1035"/>
                    </a:lnTo>
                    <a:lnTo>
                      <a:pt x="551" y="680"/>
                    </a:lnTo>
                    <a:lnTo>
                      <a:pt x="659" y="747"/>
                    </a:lnTo>
                    <a:lnTo>
                      <a:pt x="684" y="862"/>
                    </a:lnTo>
                    <a:lnTo>
                      <a:pt x="701" y="754"/>
                    </a:lnTo>
                    <a:lnTo>
                      <a:pt x="627" y="583"/>
                    </a:lnTo>
                    <a:lnTo>
                      <a:pt x="361" y="316"/>
                    </a:lnTo>
                    <a:lnTo>
                      <a:pt x="253" y="2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4" name="Freeform 178">
                <a:extLst>
                  <a:ext uri="{FF2B5EF4-FFF2-40B4-BE49-F238E27FC236}">
                    <a16:creationId xmlns:a16="http://schemas.microsoft.com/office/drawing/2014/main" id="{01807E39-D40D-E449-A2F6-92D9B0FFD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660"/>
                <a:ext cx="47" cy="66"/>
              </a:xfrm>
              <a:custGeom>
                <a:avLst/>
                <a:gdLst>
                  <a:gd name="T0" fmla="*/ 0 w 378"/>
                  <a:gd name="T1" fmla="*/ 0 h 533"/>
                  <a:gd name="T2" fmla="*/ 0 w 378"/>
                  <a:gd name="T3" fmla="*/ 0 h 533"/>
                  <a:gd name="T4" fmla="*/ 0 w 378"/>
                  <a:gd name="T5" fmla="*/ 0 h 533"/>
                  <a:gd name="T6" fmla="*/ 0 w 378"/>
                  <a:gd name="T7" fmla="*/ 0 h 533"/>
                  <a:gd name="T8" fmla="*/ 0 w 378"/>
                  <a:gd name="T9" fmla="*/ 0 h 533"/>
                  <a:gd name="T10" fmla="*/ 0 w 378"/>
                  <a:gd name="T11" fmla="*/ 0 h 533"/>
                  <a:gd name="T12" fmla="*/ 0 w 378"/>
                  <a:gd name="T13" fmla="*/ 0 h 533"/>
                  <a:gd name="T14" fmla="*/ 0 w 378"/>
                  <a:gd name="T15" fmla="*/ 0 h 533"/>
                  <a:gd name="T16" fmla="*/ 0 w 378"/>
                  <a:gd name="T17" fmla="*/ 0 h 533"/>
                  <a:gd name="T18" fmla="*/ 0 w 378"/>
                  <a:gd name="T19" fmla="*/ 0 h 5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8"/>
                  <a:gd name="T31" fmla="*/ 0 h 533"/>
                  <a:gd name="T32" fmla="*/ 378 w 378"/>
                  <a:gd name="T33" fmla="*/ 533 h 5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8" h="533">
                    <a:moveTo>
                      <a:pt x="0" y="257"/>
                    </a:moveTo>
                    <a:lnTo>
                      <a:pt x="70" y="107"/>
                    </a:lnTo>
                    <a:lnTo>
                      <a:pt x="143" y="98"/>
                    </a:lnTo>
                    <a:lnTo>
                      <a:pt x="235" y="118"/>
                    </a:lnTo>
                    <a:lnTo>
                      <a:pt x="253" y="0"/>
                    </a:lnTo>
                    <a:lnTo>
                      <a:pt x="378" y="533"/>
                    </a:lnTo>
                    <a:lnTo>
                      <a:pt x="235" y="272"/>
                    </a:lnTo>
                    <a:lnTo>
                      <a:pt x="166" y="233"/>
                    </a:lnTo>
                    <a:lnTo>
                      <a:pt x="83" y="222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5" name="Freeform 179">
                <a:extLst>
                  <a:ext uri="{FF2B5EF4-FFF2-40B4-BE49-F238E27FC236}">
                    <a16:creationId xmlns:a16="http://schemas.microsoft.com/office/drawing/2014/main" id="{9675B4C7-316C-294B-9E46-29DCF45B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707"/>
                <a:ext cx="90" cy="145"/>
              </a:xfrm>
              <a:custGeom>
                <a:avLst/>
                <a:gdLst>
                  <a:gd name="T0" fmla="*/ 0 w 717"/>
                  <a:gd name="T1" fmla="*/ 0 h 1161"/>
                  <a:gd name="T2" fmla="*/ 0 w 717"/>
                  <a:gd name="T3" fmla="*/ 0 h 1161"/>
                  <a:gd name="T4" fmla="*/ 0 w 717"/>
                  <a:gd name="T5" fmla="*/ 0 h 1161"/>
                  <a:gd name="T6" fmla="*/ 0 w 717"/>
                  <a:gd name="T7" fmla="*/ 0 h 1161"/>
                  <a:gd name="T8" fmla="*/ 0 w 717"/>
                  <a:gd name="T9" fmla="*/ 0 h 1161"/>
                  <a:gd name="T10" fmla="*/ 0 w 717"/>
                  <a:gd name="T11" fmla="*/ 0 h 1161"/>
                  <a:gd name="T12" fmla="*/ 0 w 717"/>
                  <a:gd name="T13" fmla="*/ 0 h 1161"/>
                  <a:gd name="T14" fmla="*/ 0 w 717"/>
                  <a:gd name="T15" fmla="*/ 0 h 1161"/>
                  <a:gd name="T16" fmla="*/ 0 w 717"/>
                  <a:gd name="T17" fmla="*/ 0 h 1161"/>
                  <a:gd name="T18" fmla="*/ 0 w 717"/>
                  <a:gd name="T19" fmla="*/ 0 h 1161"/>
                  <a:gd name="T20" fmla="*/ 0 w 717"/>
                  <a:gd name="T21" fmla="*/ 0 h 1161"/>
                  <a:gd name="T22" fmla="*/ 0 w 717"/>
                  <a:gd name="T23" fmla="*/ 0 h 1161"/>
                  <a:gd name="T24" fmla="*/ 0 w 717"/>
                  <a:gd name="T25" fmla="*/ 0 h 1161"/>
                  <a:gd name="T26" fmla="*/ 0 w 717"/>
                  <a:gd name="T27" fmla="*/ 0 h 1161"/>
                  <a:gd name="T28" fmla="*/ 0 w 717"/>
                  <a:gd name="T29" fmla="*/ 0 h 1161"/>
                  <a:gd name="T30" fmla="*/ 0 w 717"/>
                  <a:gd name="T31" fmla="*/ 0 h 1161"/>
                  <a:gd name="T32" fmla="*/ 0 w 717"/>
                  <a:gd name="T33" fmla="*/ 0 h 1161"/>
                  <a:gd name="T34" fmla="*/ 0 w 717"/>
                  <a:gd name="T35" fmla="*/ 0 h 1161"/>
                  <a:gd name="T36" fmla="*/ 0 w 717"/>
                  <a:gd name="T37" fmla="*/ 0 h 1161"/>
                  <a:gd name="T38" fmla="*/ 0 w 717"/>
                  <a:gd name="T39" fmla="*/ 0 h 1161"/>
                  <a:gd name="T40" fmla="*/ 0 w 717"/>
                  <a:gd name="T41" fmla="*/ 0 h 1161"/>
                  <a:gd name="T42" fmla="*/ 0 w 717"/>
                  <a:gd name="T43" fmla="*/ 0 h 1161"/>
                  <a:gd name="T44" fmla="*/ 0 w 717"/>
                  <a:gd name="T45" fmla="*/ 0 h 1161"/>
                  <a:gd name="T46" fmla="*/ 0 w 717"/>
                  <a:gd name="T47" fmla="*/ 0 h 1161"/>
                  <a:gd name="T48" fmla="*/ 0 w 717"/>
                  <a:gd name="T49" fmla="*/ 0 h 1161"/>
                  <a:gd name="T50" fmla="*/ 0 w 717"/>
                  <a:gd name="T51" fmla="*/ 0 h 1161"/>
                  <a:gd name="T52" fmla="*/ 0 w 717"/>
                  <a:gd name="T53" fmla="*/ 0 h 1161"/>
                  <a:gd name="T54" fmla="*/ 0 w 717"/>
                  <a:gd name="T55" fmla="*/ 0 h 1161"/>
                  <a:gd name="T56" fmla="*/ 0 w 717"/>
                  <a:gd name="T57" fmla="*/ 0 h 1161"/>
                  <a:gd name="T58" fmla="*/ 0 w 717"/>
                  <a:gd name="T59" fmla="*/ 0 h 1161"/>
                  <a:gd name="T60" fmla="*/ 0 w 717"/>
                  <a:gd name="T61" fmla="*/ 0 h 1161"/>
                  <a:gd name="T62" fmla="*/ 0 w 717"/>
                  <a:gd name="T63" fmla="*/ 0 h 1161"/>
                  <a:gd name="T64" fmla="*/ 0 w 717"/>
                  <a:gd name="T65" fmla="*/ 0 h 1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17"/>
                  <a:gd name="T100" fmla="*/ 0 h 1161"/>
                  <a:gd name="T101" fmla="*/ 717 w 717"/>
                  <a:gd name="T102" fmla="*/ 1161 h 1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17" h="1161">
                    <a:moveTo>
                      <a:pt x="261" y="0"/>
                    </a:moveTo>
                    <a:lnTo>
                      <a:pt x="252" y="99"/>
                    </a:lnTo>
                    <a:lnTo>
                      <a:pt x="177" y="240"/>
                    </a:lnTo>
                    <a:lnTo>
                      <a:pt x="76" y="390"/>
                    </a:lnTo>
                    <a:lnTo>
                      <a:pt x="34" y="509"/>
                    </a:lnTo>
                    <a:lnTo>
                      <a:pt x="34" y="572"/>
                    </a:lnTo>
                    <a:lnTo>
                      <a:pt x="67" y="656"/>
                    </a:lnTo>
                    <a:lnTo>
                      <a:pt x="94" y="724"/>
                    </a:lnTo>
                    <a:lnTo>
                      <a:pt x="0" y="724"/>
                    </a:lnTo>
                    <a:lnTo>
                      <a:pt x="127" y="763"/>
                    </a:lnTo>
                    <a:lnTo>
                      <a:pt x="177" y="889"/>
                    </a:lnTo>
                    <a:lnTo>
                      <a:pt x="325" y="889"/>
                    </a:lnTo>
                    <a:lnTo>
                      <a:pt x="496" y="1161"/>
                    </a:lnTo>
                    <a:lnTo>
                      <a:pt x="535" y="1091"/>
                    </a:lnTo>
                    <a:lnTo>
                      <a:pt x="535" y="970"/>
                    </a:lnTo>
                    <a:lnTo>
                      <a:pt x="643" y="774"/>
                    </a:lnTo>
                    <a:lnTo>
                      <a:pt x="717" y="473"/>
                    </a:lnTo>
                    <a:lnTo>
                      <a:pt x="616" y="756"/>
                    </a:lnTo>
                    <a:lnTo>
                      <a:pt x="560" y="733"/>
                    </a:lnTo>
                    <a:lnTo>
                      <a:pt x="595" y="673"/>
                    </a:lnTo>
                    <a:lnTo>
                      <a:pt x="217" y="839"/>
                    </a:lnTo>
                    <a:lnTo>
                      <a:pt x="210" y="763"/>
                    </a:lnTo>
                    <a:lnTo>
                      <a:pt x="127" y="708"/>
                    </a:lnTo>
                    <a:lnTo>
                      <a:pt x="337" y="524"/>
                    </a:lnTo>
                    <a:lnTo>
                      <a:pt x="184" y="608"/>
                    </a:lnTo>
                    <a:lnTo>
                      <a:pt x="153" y="524"/>
                    </a:lnTo>
                    <a:lnTo>
                      <a:pt x="159" y="422"/>
                    </a:lnTo>
                    <a:lnTo>
                      <a:pt x="201" y="341"/>
                    </a:lnTo>
                    <a:lnTo>
                      <a:pt x="344" y="168"/>
                    </a:lnTo>
                    <a:lnTo>
                      <a:pt x="360" y="99"/>
                    </a:lnTo>
                    <a:lnTo>
                      <a:pt x="344" y="58"/>
                    </a:lnTo>
                    <a:lnTo>
                      <a:pt x="293" y="58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6" name="Freeform 180">
                <a:extLst>
                  <a:ext uri="{FF2B5EF4-FFF2-40B4-BE49-F238E27FC236}">
                    <a16:creationId xmlns:a16="http://schemas.microsoft.com/office/drawing/2014/main" id="{D324A3CF-4D4B-0249-A467-775DDAFC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58"/>
                <a:ext cx="97" cy="63"/>
              </a:xfrm>
              <a:custGeom>
                <a:avLst/>
                <a:gdLst>
                  <a:gd name="T0" fmla="*/ 0 w 775"/>
                  <a:gd name="T1" fmla="*/ 0 h 510"/>
                  <a:gd name="T2" fmla="*/ 0 w 775"/>
                  <a:gd name="T3" fmla="*/ 0 h 510"/>
                  <a:gd name="T4" fmla="*/ 0 w 775"/>
                  <a:gd name="T5" fmla="*/ 0 h 510"/>
                  <a:gd name="T6" fmla="*/ 0 w 775"/>
                  <a:gd name="T7" fmla="*/ 0 h 510"/>
                  <a:gd name="T8" fmla="*/ 0 w 775"/>
                  <a:gd name="T9" fmla="*/ 0 h 510"/>
                  <a:gd name="T10" fmla="*/ 0 w 775"/>
                  <a:gd name="T11" fmla="*/ 0 h 510"/>
                  <a:gd name="T12" fmla="*/ 0 w 775"/>
                  <a:gd name="T13" fmla="*/ 0 h 510"/>
                  <a:gd name="T14" fmla="*/ 0 w 775"/>
                  <a:gd name="T15" fmla="*/ 0 h 510"/>
                  <a:gd name="T16" fmla="*/ 0 w 775"/>
                  <a:gd name="T17" fmla="*/ 0 h 510"/>
                  <a:gd name="T18" fmla="*/ 0 w 775"/>
                  <a:gd name="T19" fmla="*/ 0 h 510"/>
                  <a:gd name="T20" fmla="*/ 0 w 775"/>
                  <a:gd name="T21" fmla="*/ 0 h 510"/>
                  <a:gd name="T22" fmla="*/ 0 w 775"/>
                  <a:gd name="T23" fmla="*/ 0 h 510"/>
                  <a:gd name="T24" fmla="*/ 0 w 775"/>
                  <a:gd name="T25" fmla="*/ 0 h 510"/>
                  <a:gd name="T26" fmla="*/ 0 w 775"/>
                  <a:gd name="T27" fmla="*/ 0 h 510"/>
                  <a:gd name="T28" fmla="*/ 0 w 775"/>
                  <a:gd name="T29" fmla="*/ 0 h 5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75"/>
                  <a:gd name="T46" fmla="*/ 0 h 510"/>
                  <a:gd name="T47" fmla="*/ 775 w 775"/>
                  <a:gd name="T48" fmla="*/ 510 h 5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75" h="510">
                    <a:moveTo>
                      <a:pt x="0" y="510"/>
                    </a:moveTo>
                    <a:lnTo>
                      <a:pt x="92" y="353"/>
                    </a:lnTo>
                    <a:lnTo>
                      <a:pt x="472" y="182"/>
                    </a:lnTo>
                    <a:lnTo>
                      <a:pt x="672" y="182"/>
                    </a:lnTo>
                    <a:lnTo>
                      <a:pt x="775" y="118"/>
                    </a:lnTo>
                    <a:lnTo>
                      <a:pt x="540" y="118"/>
                    </a:lnTo>
                    <a:lnTo>
                      <a:pt x="393" y="171"/>
                    </a:lnTo>
                    <a:lnTo>
                      <a:pt x="327" y="143"/>
                    </a:lnTo>
                    <a:lnTo>
                      <a:pt x="342" y="0"/>
                    </a:lnTo>
                    <a:lnTo>
                      <a:pt x="261" y="14"/>
                    </a:lnTo>
                    <a:lnTo>
                      <a:pt x="261" y="171"/>
                    </a:lnTo>
                    <a:lnTo>
                      <a:pt x="197" y="251"/>
                    </a:lnTo>
                    <a:lnTo>
                      <a:pt x="105" y="261"/>
                    </a:lnTo>
                    <a:lnTo>
                      <a:pt x="12" y="393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7" name="Freeform 181">
                <a:extLst>
                  <a:ext uri="{FF2B5EF4-FFF2-40B4-BE49-F238E27FC236}">
                    <a16:creationId xmlns:a16="http://schemas.microsoft.com/office/drawing/2014/main" id="{72937F21-958E-2D46-BDEC-EDE9E835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36"/>
                <a:ext cx="149" cy="56"/>
              </a:xfrm>
              <a:custGeom>
                <a:avLst/>
                <a:gdLst>
                  <a:gd name="T0" fmla="*/ 0 w 1191"/>
                  <a:gd name="T1" fmla="*/ 0 h 446"/>
                  <a:gd name="T2" fmla="*/ 0 w 1191"/>
                  <a:gd name="T3" fmla="*/ 0 h 446"/>
                  <a:gd name="T4" fmla="*/ 0 w 1191"/>
                  <a:gd name="T5" fmla="*/ 0 h 446"/>
                  <a:gd name="T6" fmla="*/ 0 w 1191"/>
                  <a:gd name="T7" fmla="*/ 0 h 446"/>
                  <a:gd name="T8" fmla="*/ 0 w 1191"/>
                  <a:gd name="T9" fmla="*/ 0 h 446"/>
                  <a:gd name="T10" fmla="*/ 0 w 1191"/>
                  <a:gd name="T11" fmla="*/ 0 h 446"/>
                  <a:gd name="T12" fmla="*/ 0 w 1191"/>
                  <a:gd name="T13" fmla="*/ 0 h 446"/>
                  <a:gd name="T14" fmla="*/ 0 w 1191"/>
                  <a:gd name="T15" fmla="*/ 0 h 446"/>
                  <a:gd name="T16" fmla="*/ 0 w 1191"/>
                  <a:gd name="T17" fmla="*/ 0 h 446"/>
                  <a:gd name="T18" fmla="*/ 0 w 1191"/>
                  <a:gd name="T19" fmla="*/ 0 h 446"/>
                  <a:gd name="T20" fmla="*/ 0 w 1191"/>
                  <a:gd name="T21" fmla="*/ 0 h 446"/>
                  <a:gd name="T22" fmla="*/ 0 w 1191"/>
                  <a:gd name="T23" fmla="*/ 0 h 446"/>
                  <a:gd name="T24" fmla="*/ 0 w 1191"/>
                  <a:gd name="T25" fmla="*/ 0 h 446"/>
                  <a:gd name="T26" fmla="*/ 0 w 1191"/>
                  <a:gd name="T27" fmla="*/ 0 h 446"/>
                  <a:gd name="T28" fmla="*/ 0 w 1191"/>
                  <a:gd name="T29" fmla="*/ 0 h 446"/>
                  <a:gd name="T30" fmla="*/ 0 w 1191"/>
                  <a:gd name="T31" fmla="*/ 0 h 446"/>
                  <a:gd name="T32" fmla="*/ 0 w 1191"/>
                  <a:gd name="T33" fmla="*/ 0 h 446"/>
                  <a:gd name="T34" fmla="*/ 0 w 1191"/>
                  <a:gd name="T35" fmla="*/ 0 h 446"/>
                  <a:gd name="T36" fmla="*/ 0 w 1191"/>
                  <a:gd name="T37" fmla="*/ 0 h 446"/>
                  <a:gd name="T38" fmla="*/ 0 w 1191"/>
                  <a:gd name="T39" fmla="*/ 0 h 446"/>
                  <a:gd name="T40" fmla="*/ 0 w 1191"/>
                  <a:gd name="T41" fmla="*/ 0 h 446"/>
                  <a:gd name="T42" fmla="*/ 0 w 1191"/>
                  <a:gd name="T43" fmla="*/ 0 h 4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91"/>
                  <a:gd name="T67" fmla="*/ 0 h 446"/>
                  <a:gd name="T68" fmla="*/ 1191 w 1191"/>
                  <a:gd name="T69" fmla="*/ 446 h 44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91" h="446">
                    <a:moveTo>
                      <a:pt x="1191" y="174"/>
                    </a:moveTo>
                    <a:lnTo>
                      <a:pt x="841" y="283"/>
                    </a:lnTo>
                    <a:lnTo>
                      <a:pt x="622" y="446"/>
                    </a:lnTo>
                    <a:lnTo>
                      <a:pt x="609" y="374"/>
                    </a:lnTo>
                    <a:lnTo>
                      <a:pt x="912" y="176"/>
                    </a:lnTo>
                    <a:lnTo>
                      <a:pt x="877" y="137"/>
                    </a:lnTo>
                    <a:lnTo>
                      <a:pt x="708" y="149"/>
                    </a:lnTo>
                    <a:lnTo>
                      <a:pt x="490" y="213"/>
                    </a:lnTo>
                    <a:lnTo>
                      <a:pt x="512" y="108"/>
                    </a:lnTo>
                    <a:lnTo>
                      <a:pt x="313" y="96"/>
                    </a:lnTo>
                    <a:lnTo>
                      <a:pt x="205" y="55"/>
                    </a:lnTo>
                    <a:lnTo>
                      <a:pt x="69" y="24"/>
                    </a:lnTo>
                    <a:lnTo>
                      <a:pt x="0" y="61"/>
                    </a:lnTo>
                    <a:lnTo>
                      <a:pt x="80" y="0"/>
                    </a:lnTo>
                    <a:lnTo>
                      <a:pt x="246" y="47"/>
                    </a:lnTo>
                    <a:lnTo>
                      <a:pt x="409" y="77"/>
                    </a:lnTo>
                    <a:lnTo>
                      <a:pt x="537" y="73"/>
                    </a:lnTo>
                    <a:lnTo>
                      <a:pt x="652" y="55"/>
                    </a:lnTo>
                    <a:lnTo>
                      <a:pt x="749" y="112"/>
                    </a:lnTo>
                    <a:lnTo>
                      <a:pt x="1028" y="96"/>
                    </a:lnTo>
                    <a:lnTo>
                      <a:pt x="1164" y="154"/>
                    </a:lnTo>
                    <a:lnTo>
                      <a:pt x="1191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8" name="Freeform 182">
                <a:extLst>
                  <a:ext uri="{FF2B5EF4-FFF2-40B4-BE49-F238E27FC236}">
                    <a16:creationId xmlns:a16="http://schemas.microsoft.com/office/drawing/2014/main" id="{4C7F7B75-8533-1C4F-8252-E24CAE8E8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81"/>
                <a:ext cx="219" cy="153"/>
              </a:xfrm>
              <a:custGeom>
                <a:avLst/>
                <a:gdLst>
                  <a:gd name="T0" fmla="*/ 0 w 1754"/>
                  <a:gd name="T1" fmla="*/ 0 h 1222"/>
                  <a:gd name="T2" fmla="*/ 0 w 1754"/>
                  <a:gd name="T3" fmla="*/ 0 h 1222"/>
                  <a:gd name="T4" fmla="*/ 0 w 1754"/>
                  <a:gd name="T5" fmla="*/ 0 h 1222"/>
                  <a:gd name="T6" fmla="*/ 0 w 1754"/>
                  <a:gd name="T7" fmla="*/ 0 h 1222"/>
                  <a:gd name="T8" fmla="*/ 0 w 1754"/>
                  <a:gd name="T9" fmla="*/ 0 h 1222"/>
                  <a:gd name="T10" fmla="*/ 0 w 1754"/>
                  <a:gd name="T11" fmla="*/ 0 h 1222"/>
                  <a:gd name="T12" fmla="*/ 0 w 1754"/>
                  <a:gd name="T13" fmla="*/ 0 h 1222"/>
                  <a:gd name="T14" fmla="*/ 0 w 1754"/>
                  <a:gd name="T15" fmla="*/ 0 h 1222"/>
                  <a:gd name="T16" fmla="*/ 0 w 1754"/>
                  <a:gd name="T17" fmla="*/ 0 h 1222"/>
                  <a:gd name="T18" fmla="*/ 0 w 1754"/>
                  <a:gd name="T19" fmla="*/ 0 h 1222"/>
                  <a:gd name="T20" fmla="*/ 0 w 1754"/>
                  <a:gd name="T21" fmla="*/ 0 h 1222"/>
                  <a:gd name="T22" fmla="*/ 0 w 1754"/>
                  <a:gd name="T23" fmla="*/ 0 h 1222"/>
                  <a:gd name="T24" fmla="*/ 0 w 1754"/>
                  <a:gd name="T25" fmla="*/ 0 h 1222"/>
                  <a:gd name="T26" fmla="*/ 0 w 1754"/>
                  <a:gd name="T27" fmla="*/ 0 h 1222"/>
                  <a:gd name="T28" fmla="*/ 0 w 1754"/>
                  <a:gd name="T29" fmla="*/ 0 h 1222"/>
                  <a:gd name="T30" fmla="*/ 0 w 1754"/>
                  <a:gd name="T31" fmla="*/ 0 h 1222"/>
                  <a:gd name="T32" fmla="*/ 0 w 1754"/>
                  <a:gd name="T33" fmla="*/ 0 h 1222"/>
                  <a:gd name="T34" fmla="*/ 0 w 1754"/>
                  <a:gd name="T35" fmla="*/ 0 h 1222"/>
                  <a:gd name="T36" fmla="*/ 0 w 1754"/>
                  <a:gd name="T37" fmla="*/ 0 h 1222"/>
                  <a:gd name="T38" fmla="*/ 0 w 1754"/>
                  <a:gd name="T39" fmla="*/ 0 h 1222"/>
                  <a:gd name="T40" fmla="*/ 0 w 1754"/>
                  <a:gd name="T41" fmla="*/ 0 h 1222"/>
                  <a:gd name="T42" fmla="*/ 0 w 1754"/>
                  <a:gd name="T43" fmla="*/ 0 h 1222"/>
                  <a:gd name="T44" fmla="*/ 0 w 1754"/>
                  <a:gd name="T45" fmla="*/ 0 h 1222"/>
                  <a:gd name="T46" fmla="*/ 0 w 1754"/>
                  <a:gd name="T47" fmla="*/ 0 h 1222"/>
                  <a:gd name="T48" fmla="*/ 0 w 1754"/>
                  <a:gd name="T49" fmla="*/ 0 h 1222"/>
                  <a:gd name="T50" fmla="*/ 0 w 1754"/>
                  <a:gd name="T51" fmla="*/ 0 h 1222"/>
                  <a:gd name="T52" fmla="*/ 0 w 1754"/>
                  <a:gd name="T53" fmla="*/ 0 h 1222"/>
                  <a:gd name="T54" fmla="*/ 0 w 1754"/>
                  <a:gd name="T55" fmla="*/ 0 h 1222"/>
                  <a:gd name="T56" fmla="*/ 0 w 1754"/>
                  <a:gd name="T57" fmla="*/ 0 h 1222"/>
                  <a:gd name="T58" fmla="*/ 0 w 1754"/>
                  <a:gd name="T59" fmla="*/ 0 h 1222"/>
                  <a:gd name="T60" fmla="*/ 0 w 1754"/>
                  <a:gd name="T61" fmla="*/ 0 h 1222"/>
                  <a:gd name="T62" fmla="*/ 0 w 1754"/>
                  <a:gd name="T63" fmla="*/ 0 h 1222"/>
                  <a:gd name="T64" fmla="*/ 0 w 1754"/>
                  <a:gd name="T65" fmla="*/ 0 h 1222"/>
                  <a:gd name="T66" fmla="*/ 0 w 1754"/>
                  <a:gd name="T67" fmla="*/ 0 h 12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54"/>
                  <a:gd name="T103" fmla="*/ 0 h 1222"/>
                  <a:gd name="T104" fmla="*/ 1754 w 1754"/>
                  <a:gd name="T105" fmla="*/ 1222 h 122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54" h="1222">
                    <a:moveTo>
                      <a:pt x="1289" y="666"/>
                    </a:moveTo>
                    <a:lnTo>
                      <a:pt x="1258" y="826"/>
                    </a:lnTo>
                    <a:lnTo>
                      <a:pt x="1258" y="945"/>
                    </a:lnTo>
                    <a:lnTo>
                      <a:pt x="1289" y="1042"/>
                    </a:lnTo>
                    <a:lnTo>
                      <a:pt x="1311" y="1098"/>
                    </a:lnTo>
                    <a:lnTo>
                      <a:pt x="1754" y="1222"/>
                    </a:lnTo>
                    <a:lnTo>
                      <a:pt x="1293" y="1160"/>
                    </a:lnTo>
                    <a:lnTo>
                      <a:pt x="1251" y="1098"/>
                    </a:lnTo>
                    <a:lnTo>
                      <a:pt x="876" y="1092"/>
                    </a:lnTo>
                    <a:lnTo>
                      <a:pt x="576" y="1035"/>
                    </a:lnTo>
                    <a:lnTo>
                      <a:pt x="311" y="955"/>
                    </a:lnTo>
                    <a:lnTo>
                      <a:pt x="93" y="860"/>
                    </a:lnTo>
                    <a:lnTo>
                      <a:pt x="69" y="826"/>
                    </a:lnTo>
                    <a:lnTo>
                      <a:pt x="51" y="749"/>
                    </a:lnTo>
                    <a:lnTo>
                      <a:pt x="0" y="652"/>
                    </a:lnTo>
                    <a:lnTo>
                      <a:pt x="12" y="615"/>
                    </a:lnTo>
                    <a:lnTo>
                      <a:pt x="32" y="588"/>
                    </a:lnTo>
                    <a:lnTo>
                      <a:pt x="32" y="452"/>
                    </a:lnTo>
                    <a:lnTo>
                      <a:pt x="51" y="406"/>
                    </a:lnTo>
                    <a:lnTo>
                      <a:pt x="80" y="382"/>
                    </a:lnTo>
                    <a:lnTo>
                      <a:pt x="58" y="433"/>
                    </a:lnTo>
                    <a:lnTo>
                      <a:pt x="51" y="547"/>
                    </a:lnTo>
                    <a:lnTo>
                      <a:pt x="58" y="613"/>
                    </a:lnTo>
                    <a:lnTo>
                      <a:pt x="230" y="756"/>
                    </a:lnTo>
                    <a:lnTo>
                      <a:pt x="258" y="749"/>
                    </a:lnTo>
                    <a:lnTo>
                      <a:pt x="278" y="670"/>
                    </a:lnTo>
                    <a:lnTo>
                      <a:pt x="170" y="494"/>
                    </a:lnTo>
                    <a:lnTo>
                      <a:pt x="140" y="344"/>
                    </a:lnTo>
                    <a:lnTo>
                      <a:pt x="201" y="202"/>
                    </a:lnTo>
                    <a:lnTo>
                      <a:pt x="201" y="426"/>
                    </a:lnTo>
                    <a:lnTo>
                      <a:pt x="361" y="786"/>
                    </a:lnTo>
                    <a:lnTo>
                      <a:pt x="438" y="802"/>
                    </a:lnTo>
                    <a:lnTo>
                      <a:pt x="489" y="770"/>
                    </a:lnTo>
                    <a:lnTo>
                      <a:pt x="480" y="685"/>
                    </a:lnTo>
                    <a:lnTo>
                      <a:pt x="320" y="286"/>
                    </a:lnTo>
                    <a:lnTo>
                      <a:pt x="320" y="166"/>
                    </a:lnTo>
                    <a:lnTo>
                      <a:pt x="320" y="72"/>
                    </a:lnTo>
                    <a:lnTo>
                      <a:pt x="361" y="0"/>
                    </a:lnTo>
                    <a:lnTo>
                      <a:pt x="343" y="136"/>
                    </a:lnTo>
                    <a:lnTo>
                      <a:pt x="350" y="272"/>
                    </a:lnTo>
                    <a:lnTo>
                      <a:pt x="451" y="540"/>
                    </a:lnTo>
                    <a:lnTo>
                      <a:pt x="493" y="560"/>
                    </a:lnTo>
                    <a:lnTo>
                      <a:pt x="535" y="516"/>
                    </a:lnTo>
                    <a:lnTo>
                      <a:pt x="553" y="468"/>
                    </a:lnTo>
                    <a:lnTo>
                      <a:pt x="546" y="362"/>
                    </a:lnTo>
                    <a:lnTo>
                      <a:pt x="528" y="219"/>
                    </a:lnTo>
                    <a:lnTo>
                      <a:pt x="553" y="215"/>
                    </a:lnTo>
                    <a:lnTo>
                      <a:pt x="581" y="459"/>
                    </a:lnTo>
                    <a:lnTo>
                      <a:pt x="570" y="523"/>
                    </a:lnTo>
                    <a:lnTo>
                      <a:pt x="541" y="569"/>
                    </a:lnTo>
                    <a:lnTo>
                      <a:pt x="498" y="613"/>
                    </a:lnTo>
                    <a:lnTo>
                      <a:pt x="511" y="740"/>
                    </a:lnTo>
                    <a:lnTo>
                      <a:pt x="504" y="826"/>
                    </a:lnTo>
                    <a:lnTo>
                      <a:pt x="456" y="844"/>
                    </a:lnTo>
                    <a:lnTo>
                      <a:pt x="392" y="839"/>
                    </a:lnTo>
                    <a:lnTo>
                      <a:pt x="311" y="795"/>
                    </a:lnTo>
                    <a:lnTo>
                      <a:pt x="265" y="802"/>
                    </a:lnTo>
                    <a:lnTo>
                      <a:pt x="93" y="724"/>
                    </a:lnTo>
                    <a:lnTo>
                      <a:pt x="87" y="806"/>
                    </a:lnTo>
                    <a:lnTo>
                      <a:pt x="152" y="867"/>
                    </a:lnTo>
                    <a:lnTo>
                      <a:pt x="504" y="986"/>
                    </a:lnTo>
                    <a:lnTo>
                      <a:pt x="792" y="1048"/>
                    </a:lnTo>
                    <a:lnTo>
                      <a:pt x="1042" y="1058"/>
                    </a:lnTo>
                    <a:lnTo>
                      <a:pt x="1238" y="1058"/>
                    </a:lnTo>
                    <a:lnTo>
                      <a:pt x="1229" y="955"/>
                    </a:lnTo>
                    <a:lnTo>
                      <a:pt x="1238" y="826"/>
                    </a:lnTo>
                    <a:lnTo>
                      <a:pt x="1263" y="722"/>
                    </a:lnTo>
                    <a:lnTo>
                      <a:pt x="1289" y="6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69" name="Freeform 183">
                <a:extLst>
                  <a:ext uri="{FF2B5EF4-FFF2-40B4-BE49-F238E27FC236}">
                    <a16:creationId xmlns:a16="http://schemas.microsoft.com/office/drawing/2014/main" id="{5F98E69A-6C23-2D49-A7BD-AF5650A7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81"/>
                <a:ext cx="105" cy="68"/>
              </a:xfrm>
              <a:custGeom>
                <a:avLst/>
                <a:gdLst>
                  <a:gd name="T0" fmla="*/ 0 w 846"/>
                  <a:gd name="T1" fmla="*/ 0 h 547"/>
                  <a:gd name="T2" fmla="*/ 0 w 846"/>
                  <a:gd name="T3" fmla="*/ 0 h 547"/>
                  <a:gd name="T4" fmla="*/ 0 w 846"/>
                  <a:gd name="T5" fmla="*/ 0 h 547"/>
                  <a:gd name="T6" fmla="*/ 0 w 846"/>
                  <a:gd name="T7" fmla="*/ 0 h 547"/>
                  <a:gd name="T8" fmla="*/ 0 w 846"/>
                  <a:gd name="T9" fmla="*/ 0 h 547"/>
                  <a:gd name="T10" fmla="*/ 0 w 846"/>
                  <a:gd name="T11" fmla="*/ 0 h 547"/>
                  <a:gd name="T12" fmla="*/ 0 w 846"/>
                  <a:gd name="T13" fmla="*/ 0 h 547"/>
                  <a:gd name="T14" fmla="*/ 0 w 846"/>
                  <a:gd name="T15" fmla="*/ 0 h 547"/>
                  <a:gd name="T16" fmla="*/ 0 w 846"/>
                  <a:gd name="T17" fmla="*/ 0 h 547"/>
                  <a:gd name="T18" fmla="*/ 0 w 846"/>
                  <a:gd name="T19" fmla="*/ 0 h 547"/>
                  <a:gd name="T20" fmla="*/ 0 w 846"/>
                  <a:gd name="T21" fmla="*/ 0 h 547"/>
                  <a:gd name="T22" fmla="*/ 0 w 846"/>
                  <a:gd name="T23" fmla="*/ 0 h 547"/>
                  <a:gd name="T24" fmla="*/ 0 w 846"/>
                  <a:gd name="T25" fmla="*/ 0 h 547"/>
                  <a:gd name="T26" fmla="*/ 0 w 846"/>
                  <a:gd name="T27" fmla="*/ 0 h 547"/>
                  <a:gd name="T28" fmla="*/ 0 w 846"/>
                  <a:gd name="T29" fmla="*/ 0 h 547"/>
                  <a:gd name="T30" fmla="*/ 0 w 846"/>
                  <a:gd name="T31" fmla="*/ 0 h 547"/>
                  <a:gd name="T32" fmla="*/ 0 w 846"/>
                  <a:gd name="T33" fmla="*/ 0 h 547"/>
                  <a:gd name="T34" fmla="*/ 0 w 846"/>
                  <a:gd name="T35" fmla="*/ 0 h 547"/>
                  <a:gd name="T36" fmla="*/ 0 w 846"/>
                  <a:gd name="T37" fmla="*/ 0 h 547"/>
                  <a:gd name="T38" fmla="*/ 0 w 846"/>
                  <a:gd name="T39" fmla="*/ 0 h 547"/>
                  <a:gd name="T40" fmla="*/ 0 w 846"/>
                  <a:gd name="T41" fmla="*/ 0 h 547"/>
                  <a:gd name="T42" fmla="*/ 0 w 846"/>
                  <a:gd name="T43" fmla="*/ 0 h 547"/>
                  <a:gd name="T44" fmla="*/ 0 w 846"/>
                  <a:gd name="T45" fmla="*/ 0 h 547"/>
                  <a:gd name="T46" fmla="*/ 0 w 846"/>
                  <a:gd name="T47" fmla="*/ 0 h 547"/>
                  <a:gd name="T48" fmla="*/ 0 w 846"/>
                  <a:gd name="T49" fmla="*/ 0 h 547"/>
                  <a:gd name="T50" fmla="*/ 0 w 846"/>
                  <a:gd name="T51" fmla="*/ 0 h 547"/>
                  <a:gd name="T52" fmla="*/ 0 w 846"/>
                  <a:gd name="T53" fmla="*/ 0 h 547"/>
                  <a:gd name="T54" fmla="*/ 0 w 846"/>
                  <a:gd name="T55" fmla="*/ 0 h 547"/>
                  <a:gd name="T56" fmla="*/ 0 w 846"/>
                  <a:gd name="T57" fmla="*/ 0 h 54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6"/>
                  <a:gd name="T88" fmla="*/ 0 h 547"/>
                  <a:gd name="T89" fmla="*/ 846 w 846"/>
                  <a:gd name="T90" fmla="*/ 547 h 54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6" h="547">
                    <a:moveTo>
                      <a:pt x="0" y="30"/>
                    </a:moveTo>
                    <a:lnTo>
                      <a:pt x="45" y="94"/>
                    </a:lnTo>
                    <a:lnTo>
                      <a:pt x="101" y="210"/>
                    </a:lnTo>
                    <a:lnTo>
                      <a:pt x="36" y="219"/>
                    </a:lnTo>
                    <a:lnTo>
                      <a:pt x="36" y="237"/>
                    </a:lnTo>
                    <a:lnTo>
                      <a:pt x="174" y="246"/>
                    </a:lnTo>
                    <a:lnTo>
                      <a:pt x="322" y="254"/>
                    </a:lnTo>
                    <a:lnTo>
                      <a:pt x="248" y="233"/>
                    </a:lnTo>
                    <a:lnTo>
                      <a:pt x="394" y="178"/>
                    </a:lnTo>
                    <a:lnTo>
                      <a:pt x="472" y="189"/>
                    </a:lnTo>
                    <a:lnTo>
                      <a:pt x="598" y="297"/>
                    </a:lnTo>
                    <a:lnTo>
                      <a:pt x="675" y="422"/>
                    </a:lnTo>
                    <a:lnTo>
                      <a:pt x="767" y="512"/>
                    </a:lnTo>
                    <a:lnTo>
                      <a:pt x="820" y="547"/>
                    </a:lnTo>
                    <a:lnTo>
                      <a:pt x="846" y="523"/>
                    </a:lnTo>
                    <a:lnTo>
                      <a:pt x="758" y="468"/>
                    </a:lnTo>
                    <a:lnTo>
                      <a:pt x="679" y="392"/>
                    </a:lnTo>
                    <a:lnTo>
                      <a:pt x="611" y="286"/>
                    </a:lnTo>
                    <a:lnTo>
                      <a:pt x="534" y="184"/>
                    </a:lnTo>
                    <a:lnTo>
                      <a:pt x="394" y="136"/>
                    </a:lnTo>
                    <a:lnTo>
                      <a:pt x="317" y="154"/>
                    </a:lnTo>
                    <a:lnTo>
                      <a:pt x="223" y="189"/>
                    </a:lnTo>
                    <a:lnTo>
                      <a:pt x="161" y="184"/>
                    </a:lnTo>
                    <a:lnTo>
                      <a:pt x="244" y="90"/>
                    </a:lnTo>
                    <a:lnTo>
                      <a:pt x="283" y="30"/>
                    </a:lnTo>
                    <a:lnTo>
                      <a:pt x="275" y="0"/>
                    </a:lnTo>
                    <a:lnTo>
                      <a:pt x="223" y="79"/>
                    </a:lnTo>
                    <a:lnTo>
                      <a:pt x="119" y="154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0" name="Freeform 184">
                <a:extLst>
                  <a:ext uri="{FF2B5EF4-FFF2-40B4-BE49-F238E27FC236}">
                    <a16:creationId xmlns:a16="http://schemas.microsoft.com/office/drawing/2014/main" id="{A260B2BC-B550-8043-B844-83408A4A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422"/>
                <a:ext cx="165" cy="154"/>
              </a:xfrm>
              <a:custGeom>
                <a:avLst/>
                <a:gdLst>
                  <a:gd name="T0" fmla="*/ 0 w 1323"/>
                  <a:gd name="T1" fmla="*/ 0 h 1233"/>
                  <a:gd name="T2" fmla="*/ 0 w 1323"/>
                  <a:gd name="T3" fmla="*/ 0 h 1233"/>
                  <a:gd name="T4" fmla="*/ 0 w 1323"/>
                  <a:gd name="T5" fmla="*/ 0 h 1233"/>
                  <a:gd name="T6" fmla="*/ 0 w 1323"/>
                  <a:gd name="T7" fmla="*/ 0 h 1233"/>
                  <a:gd name="T8" fmla="*/ 0 w 1323"/>
                  <a:gd name="T9" fmla="*/ 0 h 1233"/>
                  <a:gd name="T10" fmla="*/ 0 w 1323"/>
                  <a:gd name="T11" fmla="*/ 0 h 1233"/>
                  <a:gd name="T12" fmla="*/ 0 w 1323"/>
                  <a:gd name="T13" fmla="*/ 0 h 1233"/>
                  <a:gd name="T14" fmla="*/ 0 w 1323"/>
                  <a:gd name="T15" fmla="*/ 0 h 1233"/>
                  <a:gd name="T16" fmla="*/ 0 w 1323"/>
                  <a:gd name="T17" fmla="*/ 0 h 1233"/>
                  <a:gd name="T18" fmla="*/ 0 w 1323"/>
                  <a:gd name="T19" fmla="*/ 0 h 1233"/>
                  <a:gd name="T20" fmla="*/ 0 w 1323"/>
                  <a:gd name="T21" fmla="*/ 0 h 1233"/>
                  <a:gd name="T22" fmla="*/ 0 w 1323"/>
                  <a:gd name="T23" fmla="*/ 0 h 1233"/>
                  <a:gd name="T24" fmla="*/ 0 w 1323"/>
                  <a:gd name="T25" fmla="*/ 0 h 1233"/>
                  <a:gd name="T26" fmla="*/ 0 w 1323"/>
                  <a:gd name="T27" fmla="*/ 0 h 1233"/>
                  <a:gd name="T28" fmla="*/ 0 w 1323"/>
                  <a:gd name="T29" fmla="*/ 0 h 1233"/>
                  <a:gd name="T30" fmla="*/ 0 w 1323"/>
                  <a:gd name="T31" fmla="*/ 0 h 1233"/>
                  <a:gd name="T32" fmla="*/ 0 w 1323"/>
                  <a:gd name="T33" fmla="*/ 0 h 1233"/>
                  <a:gd name="T34" fmla="*/ 0 w 1323"/>
                  <a:gd name="T35" fmla="*/ 0 h 1233"/>
                  <a:gd name="T36" fmla="*/ 0 w 1323"/>
                  <a:gd name="T37" fmla="*/ 0 h 1233"/>
                  <a:gd name="T38" fmla="*/ 0 w 1323"/>
                  <a:gd name="T39" fmla="*/ 0 h 1233"/>
                  <a:gd name="T40" fmla="*/ 0 w 1323"/>
                  <a:gd name="T41" fmla="*/ 0 h 1233"/>
                  <a:gd name="T42" fmla="*/ 0 w 1323"/>
                  <a:gd name="T43" fmla="*/ 0 h 1233"/>
                  <a:gd name="T44" fmla="*/ 0 w 1323"/>
                  <a:gd name="T45" fmla="*/ 0 h 1233"/>
                  <a:gd name="T46" fmla="*/ 0 w 1323"/>
                  <a:gd name="T47" fmla="*/ 0 h 1233"/>
                  <a:gd name="T48" fmla="*/ 0 w 1323"/>
                  <a:gd name="T49" fmla="*/ 0 h 1233"/>
                  <a:gd name="T50" fmla="*/ 0 w 1323"/>
                  <a:gd name="T51" fmla="*/ 0 h 1233"/>
                  <a:gd name="T52" fmla="*/ 0 w 1323"/>
                  <a:gd name="T53" fmla="*/ 0 h 1233"/>
                  <a:gd name="T54" fmla="*/ 0 w 1323"/>
                  <a:gd name="T55" fmla="*/ 0 h 1233"/>
                  <a:gd name="T56" fmla="*/ 0 w 1323"/>
                  <a:gd name="T57" fmla="*/ 0 h 1233"/>
                  <a:gd name="T58" fmla="*/ 0 w 1323"/>
                  <a:gd name="T59" fmla="*/ 0 h 1233"/>
                  <a:gd name="T60" fmla="*/ 0 w 1323"/>
                  <a:gd name="T61" fmla="*/ 0 h 1233"/>
                  <a:gd name="T62" fmla="*/ 0 w 1323"/>
                  <a:gd name="T63" fmla="*/ 0 h 1233"/>
                  <a:gd name="T64" fmla="*/ 0 w 1323"/>
                  <a:gd name="T65" fmla="*/ 0 h 12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23"/>
                  <a:gd name="T100" fmla="*/ 0 h 1233"/>
                  <a:gd name="T101" fmla="*/ 1323 w 1323"/>
                  <a:gd name="T102" fmla="*/ 1233 h 12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23" h="1233">
                    <a:moveTo>
                      <a:pt x="680" y="329"/>
                    </a:moveTo>
                    <a:lnTo>
                      <a:pt x="759" y="233"/>
                    </a:lnTo>
                    <a:lnTo>
                      <a:pt x="833" y="191"/>
                    </a:lnTo>
                    <a:lnTo>
                      <a:pt x="918" y="186"/>
                    </a:lnTo>
                    <a:lnTo>
                      <a:pt x="1026" y="239"/>
                    </a:lnTo>
                    <a:lnTo>
                      <a:pt x="1086" y="329"/>
                    </a:lnTo>
                    <a:lnTo>
                      <a:pt x="1116" y="433"/>
                    </a:lnTo>
                    <a:lnTo>
                      <a:pt x="1128" y="539"/>
                    </a:lnTo>
                    <a:lnTo>
                      <a:pt x="1123" y="648"/>
                    </a:lnTo>
                    <a:lnTo>
                      <a:pt x="1112" y="753"/>
                    </a:lnTo>
                    <a:lnTo>
                      <a:pt x="1141" y="857"/>
                    </a:lnTo>
                    <a:lnTo>
                      <a:pt x="1165" y="744"/>
                    </a:lnTo>
                    <a:lnTo>
                      <a:pt x="1242" y="689"/>
                    </a:lnTo>
                    <a:lnTo>
                      <a:pt x="1291" y="728"/>
                    </a:lnTo>
                    <a:lnTo>
                      <a:pt x="1305" y="857"/>
                    </a:lnTo>
                    <a:lnTo>
                      <a:pt x="1296" y="960"/>
                    </a:lnTo>
                    <a:lnTo>
                      <a:pt x="1238" y="1046"/>
                    </a:lnTo>
                    <a:lnTo>
                      <a:pt x="1209" y="1083"/>
                    </a:lnTo>
                    <a:lnTo>
                      <a:pt x="1152" y="1127"/>
                    </a:lnTo>
                    <a:lnTo>
                      <a:pt x="1222" y="1101"/>
                    </a:lnTo>
                    <a:lnTo>
                      <a:pt x="1310" y="966"/>
                    </a:lnTo>
                    <a:lnTo>
                      <a:pt x="1323" y="834"/>
                    </a:lnTo>
                    <a:lnTo>
                      <a:pt x="1296" y="696"/>
                    </a:lnTo>
                    <a:lnTo>
                      <a:pt x="1242" y="666"/>
                    </a:lnTo>
                    <a:lnTo>
                      <a:pt x="1242" y="585"/>
                    </a:lnTo>
                    <a:lnTo>
                      <a:pt x="1183" y="323"/>
                    </a:lnTo>
                    <a:lnTo>
                      <a:pt x="1086" y="175"/>
                    </a:lnTo>
                    <a:lnTo>
                      <a:pt x="971" y="74"/>
                    </a:lnTo>
                    <a:lnTo>
                      <a:pt x="840" y="32"/>
                    </a:lnTo>
                    <a:lnTo>
                      <a:pt x="629" y="0"/>
                    </a:lnTo>
                    <a:lnTo>
                      <a:pt x="392" y="32"/>
                    </a:lnTo>
                    <a:lnTo>
                      <a:pt x="213" y="131"/>
                    </a:lnTo>
                    <a:lnTo>
                      <a:pt x="97" y="255"/>
                    </a:lnTo>
                    <a:lnTo>
                      <a:pt x="26" y="404"/>
                    </a:lnTo>
                    <a:lnTo>
                      <a:pt x="12" y="562"/>
                    </a:lnTo>
                    <a:lnTo>
                      <a:pt x="26" y="786"/>
                    </a:lnTo>
                    <a:lnTo>
                      <a:pt x="0" y="857"/>
                    </a:lnTo>
                    <a:lnTo>
                      <a:pt x="23" y="995"/>
                    </a:lnTo>
                    <a:lnTo>
                      <a:pt x="97" y="1113"/>
                    </a:lnTo>
                    <a:lnTo>
                      <a:pt x="198" y="1196"/>
                    </a:lnTo>
                    <a:lnTo>
                      <a:pt x="249" y="1201"/>
                    </a:lnTo>
                    <a:lnTo>
                      <a:pt x="279" y="1233"/>
                    </a:lnTo>
                    <a:lnTo>
                      <a:pt x="264" y="1152"/>
                    </a:lnTo>
                    <a:lnTo>
                      <a:pt x="213" y="1187"/>
                    </a:lnTo>
                    <a:lnTo>
                      <a:pt x="104" y="1106"/>
                    </a:lnTo>
                    <a:lnTo>
                      <a:pt x="33" y="973"/>
                    </a:lnTo>
                    <a:lnTo>
                      <a:pt x="26" y="868"/>
                    </a:lnTo>
                    <a:lnTo>
                      <a:pt x="49" y="843"/>
                    </a:lnTo>
                    <a:lnTo>
                      <a:pt x="121" y="857"/>
                    </a:lnTo>
                    <a:lnTo>
                      <a:pt x="213" y="936"/>
                    </a:lnTo>
                    <a:lnTo>
                      <a:pt x="194" y="830"/>
                    </a:lnTo>
                    <a:lnTo>
                      <a:pt x="167" y="771"/>
                    </a:lnTo>
                    <a:lnTo>
                      <a:pt x="130" y="668"/>
                    </a:lnTo>
                    <a:lnTo>
                      <a:pt x="108" y="551"/>
                    </a:lnTo>
                    <a:lnTo>
                      <a:pt x="108" y="459"/>
                    </a:lnTo>
                    <a:lnTo>
                      <a:pt x="130" y="382"/>
                    </a:lnTo>
                    <a:lnTo>
                      <a:pt x="171" y="323"/>
                    </a:lnTo>
                    <a:lnTo>
                      <a:pt x="227" y="281"/>
                    </a:lnTo>
                    <a:lnTo>
                      <a:pt x="286" y="265"/>
                    </a:lnTo>
                    <a:lnTo>
                      <a:pt x="354" y="281"/>
                    </a:lnTo>
                    <a:lnTo>
                      <a:pt x="420" y="318"/>
                    </a:lnTo>
                    <a:lnTo>
                      <a:pt x="466" y="355"/>
                    </a:lnTo>
                    <a:lnTo>
                      <a:pt x="521" y="369"/>
                    </a:lnTo>
                    <a:lnTo>
                      <a:pt x="607" y="362"/>
                    </a:lnTo>
                    <a:lnTo>
                      <a:pt x="655" y="345"/>
                    </a:lnTo>
                    <a:lnTo>
                      <a:pt x="680" y="3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1" name="Freeform 185">
                <a:extLst>
                  <a:ext uri="{FF2B5EF4-FFF2-40B4-BE49-F238E27FC236}">
                    <a16:creationId xmlns:a16="http://schemas.microsoft.com/office/drawing/2014/main" id="{5C80755D-D1E4-D448-B798-0673B810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31"/>
                <a:ext cx="53" cy="10"/>
              </a:xfrm>
              <a:custGeom>
                <a:avLst/>
                <a:gdLst>
                  <a:gd name="T0" fmla="*/ 0 w 424"/>
                  <a:gd name="T1" fmla="*/ 0 h 83"/>
                  <a:gd name="T2" fmla="*/ 0 w 424"/>
                  <a:gd name="T3" fmla="*/ 0 h 83"/>
                  <a:gd name="T4" fmla="*/ 0 w 424"/>
                  <a:gd name="T5" fmla="*/ 0 h 83"/>
                  <a:gd name="T6" fmla="*/ 0 w 424"/>
                  <a:gd name="T7" fmla="*/ 0 h 83"/>
                  <a:gd name="T8" fmla="*/ 0 w 424"/>
                  <a:gd name="T9" fmla="*/ 0 h 83"/>
                  <a:gd name="T10" fmla="*/ 0 w 424"/>
                  <a:gd name="T11" fmla="*/ 0 h 83"/>
                  <a:gd name="T12" fmla="*/ 0 w 424"/>
                  <a:gd name="T13" fmla="*/ 0 h 83"/>
                  <a:gd name="T14" fmla="*/ 0 w 424"/>
                  <a:gd name="T15" fmla="*/ 0 h 83"/>
                  <a:gd name="T16" fmla="*/ 0 w 424"/>
                  <a:gd name="T17" fmla="*/ 0 h 83"/>
                  <a:gd name="T18" fmla="*/ 0 w 424"/>
                  <a:gd name="T19" fmla="*/ 0 h 83"/>
                  <a:gd name="T20" fmla="*/ 0 w 424"/>
                  <a:gd name="T21" fmla="*/ 0 h 83"/>
                  <a:gd name="T22" fmla="*/ 0 w 424"/>
                  <a:gd name="T23" fmla="*/ 0 h 83"/>
                  <a:gd name="T24" fmla="*/ 0 w 424"/>
                  <a:gd name="T25" fmla="*/ 0 h 83"/>
                  <a:gd name="T26" fmla="*/ 0 w 424"/>
                  <a:gd name="T27" fmla="*/ 0 h 83"/>
                  <a:gd name="T28" fmla="*/ 0 w 424"/>
                  <a:gd name="T29" fmla="*/ 0 h 83"/>
                  <a:gd name="T30" fmla="*/ 0 w 424"/>
                  <a:gd name="T31" fmla="*/ 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24"/>
                  <a:gd name="T49" fmla="*/ 0 h 83"/>
                  <a:gd name="T50" fmla="*/ 424 w 424"/>
                  <a:gd name="T51" fmla="*/ 83 h 8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24" h="83">
                    <a:moveTo>
                      <a:pt x="0" y="42"/>
                    </a:moveTo>
                    <a:lnTo>
                      <a:pt x="74" y="22"/>
                    </a:lnTo>
                    <a:lnTo>
                      <a:pt x="157" y="15"/>
                    </a:lnTo>
                    <a:lnTo>
                      <a:pt x="274" y="15"/>
                    </a:lnTo>
                    <a:lnTo>
                      <a:pt x="338" y="8"/>
                    </a:lnTo>
                    <a:lnTo>
                      <a:pt x="424" y="0"/>
                    </a:lnTo>
                    <a:lnTo>
                      <a:pt x="389" y="46"/>
                    </a:lnTo>
                    <a:lnTo>
                      <a:pt x="300" y="52"/>
                    </a:lnTo>
                    <a:lnTo>
                      <a:pt x="305" y="83"/>
                    </a:lnTo>
                    <a:lnTo>
                      <a:pt x="263" y="52"/>
                    </a:lnTo>
                    <a:lnTo>
                      <a:pt x="204" y="46"/>
                    </a:lnTo>
                    <a:lnTo>
                      <a:pt x="129" y="56"/>
                    </a:lnTo>
                    <a:lnTo>
                      <a:pt x="210" y="28"/>
                    </a:lnTo>
                    <a:lnTo>
                      <a:pt x="134" y="28"/>
                    </a:lnTo>
                    <a:lnTo>
                      <a:pt x="63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2" name="Freeform 186">
                <a:extLst>
                  <a:ext uri="{FF2B5EF4-FFF2-40B4-BE49-F238E27FC236}">
                    <a16:creationId xmlns:a16="http://schemas.microsoft.com/office/drawing/2014/main" id="{9A369A68-9E00-0C49-A0E5-1C2B0BF25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33"/>
                <a:ext cx="40" cy="21"/>
              </a:xfrm>
              <a:custGeom>
                <a:avLst/>
                <a:gdLst>
                  <a:gd name="T0" fmla="*/ 0 w 318"/>
                  <a:gd name="T1" fmla="*/ 0 h 161"/>
                  <a:gd name="T2" fmla="*/ 0 w 318"/>
                  <a:gd name="T3" fmla="*/ 0 h 161"/>
                  <a:gd name="T4" fmla="*/ 0 w 318"/>
                  <a:gd name="T5" fmla="*/ 0 h 161"/>
                  <a:gd name="T6" fmla="*/ 0 w 318"/>
                  <a:gd name="T7" fmla="*/ 0 h 161"/>
                  <a:gd name="T8" fmla="*/ 0 w 318"/>
                  <a:gd name="T9" fmla="*/ 0 h 161"/>
                  <a:gd name="T10" fmla="*/ 0 w 318"/>
                  <a:gd name="T11" fmla="*/ 0 h 161"/>
                  <a:gd name="T12" fmla="*/ 0 w 318"/>
                  <a:gd name="T13" fmla="*/ 0 h 161"/>
                  <a:gd name="T14" fmla="*/ 0 w 318"/>
                  <a:gd name="T15" fmla="*/ 0 h 161"/>
                  <a:gd name="T16" fmla="*/ 0 w 318"/>
                  <a:gd name="T17" fmla="*/ 0 h 161"/>
                  <a:gd name="T18" fmla="*/ 0 w 318"/>
                  <a:gd name="T19" fmla="*/ 0 h 161"/>
                  <a:gd name="T20" fmla="*/ 0 w 318"/>
                  <a:gd name="T21" fmla="*/ 0 h 161"/>
                  <a:gd name="T22" fmla="*/ 0 w 318"/>
                  <a:gd name="T23" fmla="*/ 0 h 161"/>
                  <a:gd name="T24" fmla="*/ 0 w 318"/>
                  <a:gd name="T25" fmla="*/ 0 h 161"/>
                  <a:gd name="T26" fmla="*/ 0 w 318"/>
                  <a:gd name="T27" fmla="*/ 0 h 161"/>
                  <a:gd name="T28" fmla="*/ 0 w 318"/>
                  <a:gd name="T29" fmla="*/ 0 h 161"/>
                  <a:gd name="T30" fmla="*/ 0 w 318"/>
                  <a:gd name="T31" fmla="*/ 0 h 161"/>
                  <a:gd name="T32" fmla="*/ 0 w 318"/>
                  <a:gd name="T33" fmla="*/ 0 h 161"/>
                  <a:gd name="T34" fmla="*/ 0 w 318"/>
                  <a:gd name="T35" fmla="*/ 0 h 161"/>
                  <a:gd name="T36" fmla="*/ 0 w 318"/>
                  <a:gd name="T37" fmla="*/ 0 h 1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8"/>
                  <a:gd name="T58" fmla="*/ 0 h 161"/>
                  <a:gd name="T59" fmla="*/ 318 w 318"/>
                  <a:gd name="T60" fmla="*/ 161 h 16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8" h="161">
                    <a:moveTo>
                      <a:pt x="0" y="22"/>
                    </a:moveTo>
                    <a:lnTo>
                      <a:pt x="24" y="50"/>
                    </a:lnTo>
                    <a:lnTo>
                      <a:pt x="92" y="74"/>
                    </a:lnTo>
                    <a:lnTo>
                      <a:pt x="138" y="108"/>
                    </a:lnTo>
                    <a:lnTo>
                      <a:pt x="119" y="127"/>
                    </a:lnTo>
                    <a:lnTo>
                      <a:pt x="175" y="161"/>
                    </a:lnTo>
                    <a:lnTo>
                      <a:pt x="237" y="145"/>
                    </a:lnTo>
                    <a:lnTo>
                      <a:pt x="281" y="117"/>
                    </a:lnTo>
                    <a:lnTo>
                      <a:pt x="228" y="108"/>
                    </a:lnTo>
                    <a:lnTo>
                      <a:pt x="318" y="59"/>
                    </a:lnTo>
                    <a:lnTo>
                      <a:pt x="310" y="44"/>
                    </a:lnTo>
                    <a:lnTo>
                      <a:pt x="222" y="97"/>
                    </a:lnTo>
                    <a:lnTo>
                      <a:pt x="175" y="103"/>
                    </a:lnTo>
                    <a:lnTo>
                      <a:pt x="119" y="81"/>
                    </a:lnTo>
                    <a:lnTo>
                      <a:pt x="99" y="53"/>
                    </a:lnTo>
                    <a:lnTo>
                      <a:pt x="156" y="32"/>
                    </a:lnTo>
                    <a:lnTo>
                      <a:pt x="99" y="39"/>
                    </a:lnTo>
                    <a:lnTo>
                      <a:pt x="77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3" name="Freeform 187">
                <a:extLst>
                  <a:ext uri="{FF2B5EF4-FFF2-40B4-BE49-F238E27FC236}">
                    <a16:creationId xmlns:a16="http://schemas.microsoft.com/office/drawing/2014/main" id="{1229957E-D27B-2242-9E69-CE572CADF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519"/>
                <a:ext cx="41" cy="10"/>
              </a:xfrm>
              <a:custGeom>
                <a:avLst/>
                <a:gdLst>
                  <a:gd name="T0" fmla="*/ 0 w 327"/>
                  <a:gd name="T1" fmla="*/ 0 h 85"/>
                  <a:gd name="T2" fmla="*/ 0 w 327"/>
                  <a:gd name="T3" fmla="*/ 0 h 85"/>
                  <a:gd name="T4" fmla="*/ 0 w 327"/>
                  <a:gd name="T5" fmla="*/ 0 h 85"/>
                  <a:gd name="T6" fmla="*/ 0 w 327"/>
                  <a:gd name="T7" fmla="*/ 0 h 85"/>
                  <a:gd name="T8" fmla="*/ 0 w 327"/>
                  <a:gd name="T9" fmla="*/ 0 h 85"/>
                  <a:gd name="T10" fmla="*/ 0 w 327"/>
                  <a:gd name="T11" fmla="*/ 0 h 85"/>
                  <a:gd name="T12" fmla="*/ 0 w 327"/>
                  <a:gd name="T13" fmla="*/ 0 h 85"/>
                  <a:gd name="T14" fmla="*/ 0 w 327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7"/>
                  <a:gd name="T25" fmla="*/ 0 h 85"/>
                  <a:gd name="T26" fmla="*/ 327 w 327"/>
                  <a:gd name="T27" fmla="*/ 85 h 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7" h="85">
                    <a:moveTo>
                      <a:pt x="0" y="85"/>
                    </a:moveTo>
                    <a:lnTo>
                      <a:pt x="211" y="0"/>
                    </a:lnTo>
                    <a:lnTo>
                      <a:pt x="269" y="12"/>
                    </a:lnTo>
                    <a:lnTo>
                      <a:pt x="327" y="35"/>
                    </a:lnTo>
                    <a:lnTo>
                      <a:pt x="253" y="28"/>
                    </a:lnTo>
                    <a:lnTo>
                      <a:pt x="200" y="28"/>
                    </a:lnTo>
                    <a:lnTo>
                      <a:pt x="130" y="4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4" name="Freeform 188">
                <a:extLst>
                  <a:ext uri="{FF2B5EF4-FFF2-40B4-BE49-F238E27FC236}">
                    <a16:creationId xmlns:a16="http://schemas.microsoft.com/office/drawing/2014/main" id="{AE1BC668-FB11-4B4D-A7C6-BFD401F9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29"/>
                <a:ext cx="33" cy="12"/>
              </a:xfrm>
              <a:custGeom>
                <a:avLst/>
                <a:gdLst>
                  <a:gd name="T0" fmla="*/ 0 w 261"/>
                  <a:gd name="T1" fmla="*/ 0 h 99"/>
                  <a:gd name="T2" fmla="*/ 0 w 261"/>
                  <a:gd name="T3" fmla="*/ 0 h 99"/>
                  <a:gd name="T4" fmla="*/ 0 w 261"/>
                  <a:gd name="T5" fmla="*/ 0 h 99"/>
                  <a:gd name="T6" fmla="*/ 0 w 261"/>
                  <a:gd name="T7" fmla="*/ 0 h 99"/>
                  <a:gd name="T8" fmla="*/ 0 w 261"/>
                  <a:gd name="T9" fmla="*/ 0 h 99"/>
                  <a:gd name="T10" fmla="*/ 0 w 261"/>
                  <a:gd name="T11" fmla="*/ 0 h 99"/>
                  <a:gd name="T12" fmla="*/ 0 w 261"/>
                  <a:gd name="T13" fmla="*/ 0 h 99"/>
                  <a:gd name="T14" fmla="*/ 0 w 261"/>
                  <a:gd name="T15" fmla="*/ 0 h 99"/>
                  <a:gd name="T16" fmla="*/ 0 w 261"/>
                  <a:gd name="T17" fmla="*/ 0 h 99"/>
                  <a:gd name="T18" fmla="*/ 0 w 261"/>
                  <a:gd name="T19" fmla="*/ 0 h 99"/>
                  <a:gd name="T20" fmla="*/ 0 w 261"/>
                  <a:gd name="T21" fmla="*/ 0 h 99"/>
                  <a:gd name="T22" fmla="*/ 0 w 261"/>
                  <a:gd name="T23" fmla="*/ 0 h 99"/>
                  <a:gd name="T24" fmla="*/ 0 w 261"/>
                  <a:gd name="T25" fmla="*/ 0 h 99"/>
                  <a:gd name="T26" fmla="*/ 0 w 261"/>
                  <a:gd name="T27" fmla="*/ 0 h 99"/>
                  <a:gd name="T28" fmla="*/ 0 w 261"/>
                  <a:gd name="T29" fmla="*/ 0 h 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1"/>
                  <a:gd name="T46" fmla="*/ 0 h 99"/>
                  <a:gd name="T47" fmla="*/ 261 w 261"/>
                  <a:gd name="T48" fmla="*/ 99 h 9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1" h="99">
                    <a:moveTo>
                      <a:pt x="0" y="53"/>
                    </a:moveTo>
                    <a:lnTo>
                      <a:pt x="70" y="2"/>
                    </a:lnTo>
                    <a:lnTo>
                      <a:pt x="166" y="0"/>
                    </a:lnTo>
                    <a:lnTo>
                      <a:pt x="261" y="11"/>
                    </a:lnTo>
                    <a:lnTo>
                      <a:pt x="224" y="57"/>
                    </a:lnTo>
                    <a:lnTo>
                      <a:pt x="166" y="85"/>
                    </a:lnTo>
                    <a:lnTo>
                      <a:pt x="116" y="99"/>
                    </a:lnTo>
                    <a:lnTo>
                      <a:pt x="42" y="88"/>
                    </a:lnTo>
                    <a:lnTo>
                      <a:pt x="116" y="88"/>
                    </a:lnTo>
                    <a:lnTo>
                      <a:pt x="193" y="57"/>
                    </a:lnTo>
                    <a:lnTo>
                      <a:pt x="240" y="15"/>
                    </a:lnTo>
                    <a:lnTo>
                      <a:pt x="153" y="11"/>
                    </a:lnTo>
                    <a:lnTo>
                      <a:pt x="83" y="15"/>
                    </a:lnTo>
                    <a:lnTo>
                      <a:pt x="30" y="5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5" name="Freeform 189">
                <a:extLst>
                  <a:ext uri="{FF2B5EF4-FFF2-40B4-BE49-F238E27FC236}">
                    <a16:creationId xmlns:a16="http://schemas.microsoft.com/office/drawing/2014/main" id="{16A130DD-3325-0D41-A1E7-C89584789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3"/>
                <a:ext cx="31" cy="35"/>
              </a:xfrm>
              <a:custGeom>
                <a:avLst/>
                <a:gdLst>
                  <a:gd name="T0" fmla="*/ 0 w 248"/>
                  <a:gd name="T1" fmla="*/ 0 h 281"/>
                  <a:gd name="T2" fmla="*/ 0 w 248"/>
                  <a:gd name="T3" fmla="*/ 0 h 281"/>
                  <a:gd name="T4" fmla="*/ 0 w 248"/>
                  <a:gd name="T5" fmla="*/ 0 h 281"/>
                  <a:gd name="T6" fmla="*/ 0 w 248"/>
                  <a:gd name="T7" fmla="*/ 0 h 281"/>
                  <a:gd name="T8" fmla="*/ 0 w 248"/>
                  <a:gd name="T9" fmla="*/ 0 h 281"/>
                  <a:gd name="T10" fmla="*/ 0 w 248"/>
                  <a:gd name="T11" fmla="*/ 0 h 281"/>
                  <a:gd name="T12" fmla="*/ 0 w 248"/>
                  <a:gd name="T13" fmla="*/ 0 h 281"/>
                  <a:gd name="T14" fmla="*/ 0 w 248"/>
                  <a:gd name="T15" fmla="*/ 0 h 281"/>
                  <a:gd name="T16" fmla="*/ 0 w 248"/>
                  <a:gd name="T17" fmla="*/ 0 h 281"/>
                  <a:gd name="T18" fmla="*/ 0 w 248"/>
                  <a:gd name="T19" fmla="*/ 0 h 281"/>
                  <a:gd name="T20" fmla="*/ 0 w 248"/>
                  <a:gd name="T21" fmla="*/ 0 h 281"/>
                  <a:gd name="T22" fmla="*/ 0 w 248"/>
                  <a:gd name="T23" fmla="*/ 0 h 281"/>
                  <a:gd name="T24" fmla="*/ 0 w 248"/>
                  <a:gd name="T25" fmla="*/ 0 h 281"/>
                  <a:gd name="T26" fmla="*/ 0 w 248"/>
                  <a:gd name="T27" fmla="*/ 0 h 281"/>
                  <a:gd name="T28" fmla="*/ 0 w 248"/>
                  <a:gd name="T29" fmla="*/ 0 h 2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8"/>
                  <a:gd name="T46" fmla="*/ 0 h 281"/>
                  <a:gd name="T47" fmla="*/ 248 w 248"/>
                  <a:gd name="T48" fmla="*/ 281 h 2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8" h="281">
                    <a:moveTo>
                      <a:pt x="173" y="11"/>
                    </a:moveTo>
                    <a:lnTo>
                      <a:pt x="248" y="25"/>
                    </a:lnTo>
                    <a:lnTo>
                      <a:pt x="158" y="25"/>
                    </a:lnTo>
                    <a:lnTo>
                      <a:pt x="122" y="63"/>
                    </a:lnTo>
                    <a:lnTo>
                      <a:pt x="74" y="94"/>
                    </a:lnTo>
                    <a:lnTo>
                      <a:pt x="55" y="133"/>
                    </a:lnTo>
                    <a:lnTo>
                      <a:pt x="55" y="186"/>
                    </a:lnTo>
                    <a:lnTo>
                      <a:pt x="74" y="281"/>
                    </a:lnTo>
                    <a:lnTo>
                      <a:pt x="43" y="191"/>
                    </a:lnTo>
                    <a:lnTo>
                      <a:pt x="37" y="142"/>
                    </a:lnTo>
                    <a:lnTo>
                      <a:pt x="34" y="105"/>
                    </a:lnTo>
                    <a:lnTo>
                      <a:pt x="0" y="63"/>
                    </a:lnTo>
                    <a:lnTo>
                      <a:pt x="140" y="21"/>
                    </a:lnTo>
                    <a:lnTo>
                      <a:pt x="204" y="0"/>
                    </a:lnTo>
                    <a:lnTo>
                      <a:pt x="173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6" name="Freeform 190">
                <a:extLst>
                  <a:ext uri="{FF2B5EF4-FFF2-40B4-BE49-F238E27FC236}">
                    <a16:creationId xmlns:a16="http://schemas.microsoft.com/office/drawing/2014/main" id="{2485BD9C-6F55-A442-A860-BAFCCD944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36"/>
                <a:ext cx="6" cy="29"/>
              </a:xfrm>
              <a:custGeom>
                <a:avLst/>
                <a:gdLst>
                  <a:gd name="T0" fmla="*/ 0 w 48"/>
                  <a:gd name="T1" fmla="*/ 0 h 233"/>
                  <a:gd name="T2" fmla="*/ 0 w 48"/>
                  <a:gd name="T3" fmla="*/ 0 h 233"/>
                  <a:gd name="T4" fmla="*/ 0 w 48"/>
                  <a:gd name="T5" fmla="*/ 0 h 233"/>
                  <a:gd name="T6" fmla="*/ 0 w 48"/>
                  <a:gd name="T7" fmla="*/ 0 h 233"/>
                  <a:gd name="T8" fmla="*/ 0 w 48"/>
                  <a:gd name="T9" fmla="*/ 0 h 233"/>
                  <a:gd name="T10" fmla="*/ 0 w 48"/>
                  <a:gd name="T11" fmla="*/ 0 h 233"/>
                  <a:gd name="T12" fmla="*/ 0 w 48"/>
                  <a:gd name="T13" fmla="*/ 0 h 233"/>
                  <a:gd name="T14" fmla="*/ 0 w 48"/>
                  <a:gd name="T15" fmla="*/ 0 h 233"/>
                  <a:gd name="T16" fmla="*/ 0 w 48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33"/>
                  <a:gd name="T29" fmla="*/ 48 w 48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33">
                    <a:moveTo>
                      <a:pt x="0" y="10"/>
                    </a:moveTo>
                    <a:lnTo>
                      <a:pt x="22" y="90"/>
                    </a:lnTo>
                    <a:lnTo>
                      <a:pt x="27" y="153"/>
                    </a:lnTo>
                    <a:lnTo>
                      <a:pt x="39" y="233"/>
                    </a:lnTo>
                    <a:lnTo>
                      <a:pt x="48" y="149"/>
                    </a:lnTo>
                    <a:lnTo>
                      <a:pt x="41" y="85"/>
                    </a:lnTo>
                    <a:lnTo>
                      <a:pt x="35" y="32"/>
                    </a:lnTo>
                    <a:lnTo>
                      <a:pt x="2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7" name="Freeform 191">
                <a:extLst>
                  <a:ext uri="{FF2B5EF4-FFF2-40B4-BE49-F238E27FC236}">
                    <a16:creationId xmlns:a16="http://schemas.microsoft.com/office/drawing/2014/main" id="{287E4794-5ADB-324D-8BF6-CF8567892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40"/>
                <a:ext cx="22" cy="7"/>
              </a:xfrm>
              <a:custGeom>
                <a:avLst/>
                <a:gdLst>
                  <a:gd name="T0" fmla="*/ 0 w 171"/>
                  <a:gd name="T1" fmla="*/ 0 h 55"/>
                  <a:gd name="T2" fmla="*/ 0 w 171"/>
                  <a:gd name="T3" fmla="*/ 0 h 55"/>
                  <a:gd name="T4" fmla="*/ 0 w 171"/>
                  <a:gd name="T5" fmla="*/ 0 h 55"/>
                  <a:gd name="T6" fmla="*/ 0 w 171"/>
                  <a:gd name="T7" fmla="*/ 0 h 55"/>
                  <a:gd name="T8" fmla="*/ 0 w 171"/>
                  <a:gd name="T9" fmla="*/ 0 h 55"/>
                  <a:gd name="T10" fmla="*/ 0 w 171"/>
                  <a:gd name="T11" fmla="*/ 0 h 55"/>
                  <a:gd name="T12" fmla="*/ 0 w 171"/>
                  <a:gd name="T13" fmla="*/ 0 h 55"/>
                  <a:gd name="T14" fmla="*/ 0 w 17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1"/>
                  <a:gd name="T25" fmla="*/ 0 h 55"/>
                  <a:gd name="T26" fmla="*/ 171 w 17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1" h="55">
                    <a:moveTo>
                      <a:pt x="32" y="11"/>
                    </a:moveTo>
                    <a:lnTo>
                      <a:pt x="0" y="44"/>
                    </a:lnTo>
                    <a:lnTo>
                      <a:pt x="65" y="55"/>
                    </a:lnTo>
                    <a:lnTo>
                      <a:pt x="106" y="44"/>
                    </a:lnTo>
                    <a:lnTo>
                      <a:pt x="171" y="11"/>
                    </a:lnTo>
                    <a:lnTo>
                      <a:pt x="124" y="11"/>
                    </a:lnTo>
                    <a:lnTo>
                      <a:pt x="81" y="0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8" name="Freeform 192">
                <a:extLst>
                  <a:ext uri="{FF2B5EF4-FFF2-40B4-BE49-F238E27FC236}">
                    <a16:creationId xmlns:a16="http://schemas.microsoft.com/office/drawing/2014/main" id="{CB735AC5-E29D-8343-954B-E6C499B16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539"/>
                <a:ext cx="21" cy="21"/>
              </a:xfrm>
              <a:custGeom>
                <a:avLst/>
                <a:gdLst>
                  <a:gd name="T0" fmla="*/ 0 w 174"/>
                  <a:gd name="T1" fmla="*/ 0 h 170"/>
                  <a:gd name="T2" fmla="*/ 0 w 174"/>
                  <a:gd name="T3" fmla="*/ 0 h 170"/>
                  <a:gd name="T4" fmla="*/ 0 w 174"/>
                  <a:gd name="T5" fmla="*/ 0 h 170"/>
                  <a:gd name="T6" fmla="*/ 0 w 174"/>
                  <a:gd name="T7" fmla="*/ 0 h 170"/>
                  <a:gd name="T8" fmla="*/ 0 w 174"/>
                  <a:gd name="T9" fmla="*/ 0 h 170"/>
                  <a:gd name="T10" fmla="*/ 0 w 174"/>
                  <a:gd name="T11" fmla="*/ 0 h 170"/>
                  <a:gd name="T12" fmla="*/ 0 w 174"/>
                  <a:gd name="T13" fmla="*/ 0 h 170"/>
                  <a:gd name="T14" fmla="*/ 0 w 174"/>
                  <a:gd name="T15" fmla="*/ 0 h 170"/>
                  <a:gd name="T16" fmla="*/ 0 w 174"/>
                  <a:gd name="T17" fmla="*/ 0 h 170"/>
                  <a:gd name="T18" fmla="*/ 0 w 174"/>
                  <a:gd name="T19" fmla="*/ 0 h 170"/>
                  <a:gd name="T20" fmla="*/ 0 w 174"/>
                  <a:gd name="T21" fmla="*/ 0 h 170"/>
                  <a:gd name="T22" fmla="*/ 0 w 174"/>
                  <a:gd name="T23" fmla="*/ 0 h 170"/>
                  <a:gd name="T24" fmla="*/ 0 w 174"/>
                  <a:gd name="T25" fmla="*/ 0 h 170"/>
                  <a:gd name="T26" fmla="*/ 0 w 174"/>
                  <a:gd name="T27" fmla="*/ 0 h 170"/>
                  <a:gd name="T28" fmla="*/ 0 w 174"/>
                  <a:gd name="T29" fmla="*/ 0 h 170"/>
                  <a:gd name="T30" fmla="*/ 0 w 174"/>
                  <a:gd name="T31" fmla="*/ 0 h 170"/>
                  <a:gd name="T32" fmla="*/ 0 w 174"/>
                  <a:gd name="T33" fmla="*/ 0 h 1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4"/>
                  <a:gd name="T52" fmla="*/ 0 h 170"/>
                  <a:gd name="T53" fmla="*/ 174 w 174"/>
                  <a:gd name="T54" fmla="*/ 170 h 1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4" h="170">
                    <a:moveTo>
                      <a:pt x="157" y="30"/>
                    </a:moveTo>
                    <a:lnTo>
                      <a:pt x="88" y="6"/>
                    </a:lnTo>
                    <a:lnTo>
                      <a:pt x="0" y="0"/>
                    </a:lnTo>
                    <a:lnTo>
                      <a:pt x="33" y="20"/>
                    </a:lnTo>
                    <a:lnTo>
                      <a:pt x="51" y="90"/>
                    </a:lnTo>
                    <a:lnTo>
                      <a:pt x="77" y="129"/>
                    </a:lnTo>
                    <a:lnTo>
                      <a:pt x="60" y="78"/>
                    </a:lnTo>
                    <a:lnTo>
                      <a:pt x="70" y="37"/>
                    </a:lnTo>
                    <a:lnTo>
                      <a:pt x="104" y="44"/>
                    </a:lnTo>
                    <a:lnTo>
                      <a:pt x="97" y="78"/>
                    </a:lnTo>
                    <a:lnTo>
                      <a:pt x="108" y="123"/>
                    </a:lnTo>
                    <a:lnTo>
                      <a:pt x="136" y="136"/>
                    </a:lnTo>
                    <a:lnTo>
                      <a:pt x="174" y="170"/>
                    </a:lnTo>
                    <a:lnTo>
                      <a:pt x="157" y="123"/>
                    </a:lnTo>
                    <a:lnTo>
                      <a:pt x="167" y="83"/>
                    </a:lnTo>
                    <a:lnTo>
                      <a:pt x="160" y="59"/>
                    </a:lnTo>
                    <a:lnTo>
                      <a:pt x="15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79" name="Freeform 193">
                <a:extLst>
                  <a:ext uri="{FF2B5EF4-FFF2-40B4-BE49-F238E27FC236}">
                    <a16:creationId xmlns:a16="http://schemas.microsoft.com/office/drawing/2014/main" id="{93B5719C-49B3-AA40-8D62-D3C63ED0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18"/>
                <a:ext cx="16" cy="36"/>
              </a:xfrm>
              <a:custGeom>
                <a:avLst/>
                <a:gdLst>
                  <a:gd name="T0" fmla="*/ 0 w 129"/>
                  <a:gd name="T1" fmla="*/ 0 h 292"/>
                  <a:gd name="T2" fmla="*/ 0 w 129"/>
                  <a:gd name="T3" fmla="*/ 0 h 292"/>
                  <a:gd name="T4" fmla="*/ 0 w 129"/>
                  <a:gd name="T5" fmla="*/ 0 h 292"/>
                  <a:gd name="T6" fmla="*/ 0 w 129"/>
                  <a:gd name="T7" fmla="*/ 0 h 292"/>
                  <a:gd name="T8" fmla="*/ 0 w 129"/>
                  <a:gd name="T9" fmla="*/ 0 h 292"/>
                  <a:gd name="T10" fmla="*/ 0 w 129"/>
                  <a:gd name="T11" fmla="*/ 0 h 292"/>
                  <a:gd name="T12" fmla="*/ 0 w 129"/>
                  <a:gd name="T13" fmla="*/ 0 h 292"/>
                  <a:gd name="T14" fmla="*/ 0 w 129"/>
                  <a:gd name="T15" fmla="*/ 0 h 292"/>
                  <a:gd name="T16" fmla="*/ 0 w 129"/>
                  <a:gd name="T17" fmla="*/ 0 h 292"/>
                  <a:gd name="T18" fmla="*/ 0 w 129"/>
                  <a:gd name="T19" fmla="*/ 0 h 292"/>
                  <a:gd name="T20" fmla="*/ 0 w 129"/>
                  <a:gd name="T21" fmla="*/ 0 h 292"/>
                  <a:gd name="T22" fmla="*/ 0 w 129"/>
                  <a:gd name="T23" fmla="*/ 0 h 292"/>
                  <a:gd name="T24" fmla="*/ 0 w 129"/>
                  <a:gd name="T25" fmla="*/ 0 h 292"/>
                  <a:gd name="T26" fmla="*/ 0 w 129"/>
                  <a:gd name="T27" fmla="*/ 0 h 292"/>
                  <a:gd name="T28" fmla="*/ 0 w 129"/>
                  <a:gd name="T29" fmla="*/ 0 h 292"/>
                  <a:gd name="T30" fmla="*/ 0 w 129"/>
                  <a:gd name="T31" fmla="*/ 0 h 292"/>
                  <a:gd name="T32" fmla="*/ 0 w 129"/>
                  <a:gd name="T33" fmla="*/ 0 h 292"/>
                  <a:gd name="T34" fmla="*/ 0 w 129"/>
                  <a:gd name="T35" fmla="*/ 0 h 292"/>
                  <a:gd name="T36" fmla="*/ 0 w 129"/>
                  <a:gd name="T37" fmla="*/ 0 h 292"/>
                  <a:gd name="T38" fmla="*/ 0 w 129"/>
                  <a:gd name="T39" fmla="*/ 0 h 292"/>
                  <a:gd name="T40" fmla="*/ 0 w 129"/>
                  <a:gd name="T41" fmla="*/ 0 h 292"/>
                  <a:gd name="T42" fmla="*/ 0 w 129"/>
                  <a:gd name="T43" fmla="*/ 0 h 2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9"/>
                  <a:gd name="T67" fmla="*/ 0 h 292"/>
                  <a:gd name="T68" fmla="*/ 129 w 129"/>
                  <a:gd name="T69" fmla="*/ 292 h 29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9" h="292">
                    <a:moveTo>
                      <a:pt x="0" y="116"/>
                    </a:moveTo>
                    <a:lnTo>
                      <a:pt x="23" y="109"/>
                    </a:lnTo>
                    <a:lnTo>
                      <a:pt x="63" y="55"/>
                    </a:lnTo>
                    <a:lnTo>
                      <a:pt x="116" y="0"/>
                    </a:lnTo>
                    <a:lnTo>
                      <a:pt x="104" y="46"/>
                    </a:lnTo>
                    <a:lnTo>
                      <a:pt x="129" y="90"/>
                    </a:lnTo>
                    <a:lnTo>
                      <a:pt x="129" y="147"/>
                    </a:lnTo>
                    <a:lnTo>
                      <a:pt x="104" y="199"/>
                    </a:lnTo>
                    <a:lnTo>
                      <a:pt x="116" y="136"/>
                    </a:lnTo>
                    <a:lnTo>
                      <a:pt x="113" y="105"/>
                    </a:lnTo>
                    <a:lnTo>
                      <a:pt x="83" y="76"/>
                    </a:lnTo>
                    <a:lnTo>
                      <a:pt x="69" y="109"/>
                    </a:lnTo>
                    <a:lnTo>
                      <a:pt x="92" y="147"/>
                    </a:lnTo>
                    <a:lnTo>
                      <a:pt x="83" y="184"/>
                    </a:lnTo>
                    <a:lnTo>
                      <a:pt x="54" y="199"/>
                    </a:lnTo>
                    <a:lnTo>
                      <a:pt x="37" y="228"/>
                    </a:lnTo>
                    <a:lnTo>
                      <a:pt x="19" y="292"/>
                    </a:lnTo>
                    <a:lnTo>
                      <a:pt x="17" y="237"/>
                    </a:lnTo>
                    <a:lnTo>
                      <a:pt x="30" y="184"/>
                    </a:lnTo>
                    <a:lnTo>
                      <a:pt x="19" y="164"/>
                    </a:lnTo>
                    <a:lnTo>
                      <a:pt x="0" y="143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0" name="Freeform 194">
                <a:extLst>
                  <a:ext uri="{FF2B5EF4-FFF2-40B4-BE49-F238E27FC236}">
                    <a16:creationId xmlns:a16="http://schemas.microsoft.com/office/drawing/2014/main" id="{05D80469-88F5-7046-BD16-56D38AE6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36"/>
                <a:ext cx="12" cy="8"/>
              </a:xfrm>
              <a:custGeom>
                <a:avLst/>
                <a:gdLst>
                  <a:gd name="T0" fmla="*/ 0 w 99"/>
                  <a:gd name="T1" fmla="*/ 0 h 63"/>
                  <a:gd name="T2" fmla="*/ 0 w 99"/>
                  <a:gd name="T3" fmla="*/ 0 h 63"/>
                  <a:gd name="T4" fmla="*/ 0 w 99"/>
                  <a:gd name="T5" fmla="*/ 0 h 63"/>
                  <a:gd name="T6" fmla="*/ 0 w 99"/>
                  <a:gd name="T7" fmla="*/ 0 h 63"/>
                  <a:gd name="T8" fmla="*/ 0 w 99"/>
                  <a:gd name="T9" fmla="*/ 0 h 63"/>
                  <a:gd name="T10" fmla="*/ 0 w 99"/>
                  <a:gd name="T11" fmla="*/ 0 h 63"/>
                  <a:gd name="T12" fmla="*/ 0 w 99"/>
                  <a:gd name="T13" fmla="*/ 0 h 63"/>
                  <a:gd name="T14" fmla="*/ 0 w 99"/>
                  <a:gd name="T15" fmla="*/ 0 h 63"/>
                  <a:gd name="T16" fmla="*/ 0 w 99"/>
                  <a:gd name="T17" fmla="*/ 0 h 63"/>
                  <a:gd name="T18" fmla="*/ 0 w 99"/>
                  <a:gd name="T19" fmla="*/ 0 h 63"/>
                  <a:gd name="T20" fmla="*/ 0 w 99"/>
                  <a:gd name="T21" fmla="*/ 0 h 63"/>
                  <a:gd name="T22" fmla="*/ 0 w 99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9"/>
                  <a:gd name="T37" fmla="*/ 0 h 63"/>
                  <a:gd name="T38" fmla="*/ 99 w 99"/>
                  <a:gd name="T39" fmla="*/ 63 h 6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9" h="63">
                    <a:moveTo>
                      <a:pt x="0" y="14"/>
                    </a:moveTo>
                    <a:lnTo>
                      <a:pt x="16" y="46"/>
                    </a:lnTo>
                    <a:lnTo>
                      <a:pt x="42" y="63"/>
                    </a:lnTo>
                    <a:lnTo>
                      <a:pt x="81" y="50"/>
                    </a:lnTo>
                    <a:lnTo>
                      <a:pt x="99" y="32"/>
                    </a:lnTo>
                    <a:lnTo>
                      <a:pt x="99" y="0"/>
                    </a:lnTo>
                    <a:lnTo>
                      <a:pt x="64" y="4"/>
                    </a:lnTo>
                    <a:lnTo>
                      <a:pt x="69" y="21"/>
                    </a:lnTo>
                    <a:lnTo>
                      <a:pt x="53" y="35"/>
                    </a:lnTo>
                    <a:lnTo>
                      <a:pt x="42" y="26"/>
                    </a:lnTo>
                    <a:lnTo>
                      <a:pt x="3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1" name="Freeform 195">
                <a:extLst>
                  <a:ext uri="{FF2B5EF4-FFF2-40B4-BE49-F238E27FC236}">
                    <a16:creationId xmlns:a16="http://schemas.microsoft.com/office/drawing/2014/main" id="{E888D57F-1A38-3340-8DE7-23EB1ADF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529"/>
                <a:ext cx="11" cy="8"/>
              </a:xfrm>
              <a:custGeom>
                <a:avLst/>
                <a:gdLst>
                  <a:gd name="T0" fmla="*/ 0 w 92"/>
                  <a:gd name="T1" fmla="*/ 0 h 61"/>
                  <a:gd name="T2" fmla="*/ 0 w 92"/>
                  <a:gd name="T3" fmla="*/ 0 h 61"/>
                  <a:gd name="T4" fmla="*/ 0 w 92"/>
                  <a:gd name="T5" fmla="*/ 0 h 61"/>
                  <a:gd name="T6" fmla="*/ 0 w 92"/>
                  <a:gd name="T7" fmla="*/ 0 h 61"/>
                  <a:gd name="T8" fmla="*/ 0 w 92"/>
                  <a:gd name="T9" fmla="*/ 0 h 61"/>
                  <a:gd name="T10" fmla="*/ 0 w 92"/>
                  <a:gd name="T11" fmla="*/ 0 h 61"/>
                  <a:gd name="T12" fmla="*/ 0 w 92"/>
                  <a:gd name="T13" fmla="*/ 0 h 61"/>
                  <a:gd name="T14" fmla="*/ 0 w 92"/>
                  <a:gd name="T15" fmla="*/ 0 h 61"/>
                  <a:gd name="T16" fmla="*/ 0 w 92"/>
                  <a:gd name="T17" fmla="*/ 0 h 61"/>
                  <a:gd name="T18" fmla="*/ 0 w 92"/>
                  <a:gd name="T19" fmla="*/ 0 h 61"/>
                  <a:gd name="T20" fmla="*/ 0 w 92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2"/>
                  <a:gd name="T34" fmla="*/ 0 h 61"/>
                  <a:gd name="T35" fmla="*/ 92 w 92"/>
                  <a:gd name="T36" fmla="*/ 61 h 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2" h="61">
                    <a:moveTo>
                      <a:pt x="0" y="17"/>
                    </a:moveTo>
                    <a:lnTo>
                      <a:pt x="9" y="55"/>
                    </a:lnTo>
                    <a:lnTo>
                      <a:pt x="42" y="61"/>
                    </a:lnTo>
                    <a:lnTo>
                      <a:pt x="74" y="51"/>
                    </a:lnTo>
                    <a:lnTo>
                      <a:pt x="92" y="31"/>
                    </a:lnTo>
                    <a:lnTo>
                      <a:pt x="86" y="0"/>
                    </a:lnTo>
                    <a:lnTo>
                      <a:pt x="64" y="0"/>
                    </a:lnTo>
                    <a:lnTo>
                      <a:pt x="60" y="33"/>
                    </a:lnTo>
                    <a:lnTo>
                      <a:pt x="37" y="33"/>
                    </a:lnTo>
                    <a:lnTo>
                      <a:pt x="27" y="1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2" name="Freeform 196">
                <a:extLst>
                  <a:ext uri="{FF2B5EF4-FFF2-40B4-BE49-F238E27FC236}">
                    <a16:creationId xmlns:a16="http://schemas.microsoft.com/office/drawing/2014/main" id="{0ECF9677-7E2E-4143-AA3A-C9A88B9E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63"/>
                <a:ext cx="47" cy="25"/>
              </a:xfrm>
              <a:custGeom>
                <a:avLst/>
                <a:gdLst>
                  <a:gd name="T0" fmla="*/ 0 w 374"/>
                  <a:gd name="T1" fmla="*/ 0 h 198"/>
                  <a:gd name="T2" fmla="*/ 0 w 374"/>
                  <a:gd name="T3" fmla="*/ 0 h 198"/>
                  <a:gd name="T4" fmla="*/ 0 w 374"/>
                  <a:gd name="T5" fmla="*/ 0 h 198"/>
                  <a:gd name="T6" fmla="*/ 0 w 374"/>
                  <a:gd name="T7" fmla="*/ 0 h 198"/>
                  <a:gd name="T8" fmla="*/ 0 w 374"/>
                  <a:gd name="T9" fmla="*/ 0 h 198"/>
                  <a:gd name="T10" fmla="*/ 0 w 374"/>
                  <a:gd name="T11" fmla="*/ 0 h 198"/>
                  <a:gd name="T12" fmla="*/ 0 w 374"/>
                  <a:gd name="T13" fmla="*/ 0 h 198"/>
                  <a:gd name="T14" fmla="*/ 0 w 374"/>
                  <a:gd name="T15" fmla="*/ 0 h 198"/>
                  <a:gd name="T16" fmla="*/ 0 w 374"/>
                  <a:gd name="T17" fmla="*/ 0 h 198"/>
                  <a:gd name="T18" fmla="*/ 0 w 374"/>
                  <a:gd name="T19" fmla="*/ 0 h 198"/>
                  <a:gd name="T20" fmla="*/ 0 w 374"/>
                  <a:gd name="T21" fmla="*/ 0 h 198"/>
                  <a:gd name="T22" fmla="*/ 0 w 374"/>
                  <a:gd name="T23" fmla="*/ 0 h 198"/>
                  <a:gd name="T24" fmla="*/ 0 w 374"/>
                  <a:gd name="T25" fmla="*/ 0 h 198"/>
                  <a:gd name="T26" fmla="*/ 0 w 374"/>
                  <a:gd name="T27" fmla="*/ 0 h 198"/>
                  <a:gd name="T28" fmla="*/ 0 w 374"/>
                  <a:gd name="T29" fmla="*/ 0 h 198"/>
                  <a:gd name="T30" fmla="*/ 0 w 374"/>
                  <a:gd name="T31" fmla="*/ 0 h 198"/>
                  <a:gd name="T32" fmla="*/ 0 w 374"/>
                  <a:gd name="T33" fmla="*/ 0 h 198"/>
                  <a:gd name="T34" fmla="*/ 0 w 374"/>
                  <a:gd name="T35" fmla="*/ 0 h 198"/>
                  <a:gd name="T36" fmla="*/ 0 w 374"/>
                  <a:gd name="T37" fmla="*/ 0 h 198"/>
                  <a:gd name="T38" fmla="*/ 0 w 374"/>
                  <a:gd name="T39" fmla="*/ 0 h 198"/>
                  <a:gd name="T40" fmla="*/ 0 w 374"/>
                  <a:gd name="T41" fmla="*/ 0 h 198"/>
                  <a:gd name="T42" fmla="*/ 0 w 374"/>
                  <a:gd name="T43" fmla="*/ 0 h 198"/>
                  <a:gd name="T44" fmla="*/ 0 w 374"/>
                  <a:gd name="T45" fmla="*/ 0 h 198"/>
                  <a:gd name="T46" fmla="*/ 0 w 374"/>
                  <a:gd name="T47" fmla="*/ 0 h 198"/>
                  <a:gd name="T48" fmla="*/ 0 w 374"/>
                  <a:gd name="T49" fmla="*/ 0 h 198"/>
                  <a:gd name="T50" fmla="*/ 0 w 374"/>
                  <a:gd name="T51" fmla="*/ 0 h 198"/>
                  <a:gd name="T52" fmla="*/ 0 w 374"/>
                  <a:gd name="T53" fmla="*/ 0 h 1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4"/>
                  <a:gd name="T82" fmla="*/ 0 h 198"/>
                  <a:gd name="T83" fmla="*/ 374 w 374"/>
                  <a:gd name="T84" fmla="*/ 198 h 1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4" h="198">
                    <a:moveTo>
                      <a:pt x="31" y="0"/>
                    </a:moveTo>
                    <a:lnTo>
                      <a:pt x="0" y="37"/>
                    </a:lnTo>
                    <a:lnTo>
                      <a:pt x="0" y="79"/>
                    </a:lnTo>
                    <a:lnTo>
                      <a:pt x="26" y="90"/>
                    </a:lnTo>
                    <a:lnTo>
                      <a:pt x="46" y="132"/>
                    </a:lnTo>
                    <a:lnTo>
                      <a:pt x="127" y="163"/>
                    </a:lnTo>
                    <a:lnTo>
                      <a:pt x="199" y="198"/>
                    </a:lnTo>
                    <a:lnTo>
                      <a:pt x="235" y="198"/>
                    </a:lnTo>
                    <a:lnTo>
                      <a:pt x="305" y="120"/>
                    </a:lnTo>
                    <a:lnTo>
                      <a:pt x="360" y="90"/>
                    </a:lnTo>
                    <a:lnTo>
                      <a:pt x="374" y="37"/>
                    </a:lnTo>
                    <a:lnTo>
                      <a:pt x="365" y="22"/>
                    </a:lnTo>
                    <a:lnTo>
                      <a:pt x="342" y="0"/>
                    </a:lnTo>
                    <a:lnTo>
                      <a:pt x="354" y="25"/>
                    </a:lnTo>
                    <a:lnTo>
                      <a:pt x="347" y="46"/>
                    </a:lnTo>
                    <a:lnTo>
                      <a:pt x="325" y="46"/>
                    </a:lnTo>
                    <a:lnTo>
                      <a:pt x="285" y="69"/>
                    </a:lnTo>
                    <a:lnTo>
                      <a:pt x="261" y="97"/>
                    </a:lnTo>
                    <a:lnTo>
                      <a:pt x="235" y="120"/>
                    </a:lnTo>
                    <a:lnTo>
                      <a:pt x="187" y="127"/>
                    </a:lnTo>
                    <a:lnTo>
                      <a:pt x="141" y="117"/>
                    </a:lnTo>
                    <a:lnTo>
                      <a:pt x="107" y="97"/>
                    </a:lnTo>
                    <a:lnTo>
                      <a:pt x="63" y="79"/>
                    </a:lnTo>
                    <a:lnTo>
                      <a:pt x="26" y="79"/>
                    </a:lnTo>
                    <a:lnTo>
                      <a:pt x="8" y="60"/>
                    </a:lnTo>
                    <a:lnTo>
                      <a:pt x="15" y="3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3" name="Freeform 197">
                <a:extLst>
                  <a:ext uri="{FF2B5EF4-FFF2-40B4-BE49-F238E27FC236}">
                    <a16:creationId xmlns:a16="http://schemas.microsoft.com/office/drawing/2014/main" id="{F614701C-32D2-3441-97B4-3AC5B3D4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87"/>
                <a:ext cx="65" cy="11"/>
              </a:xfrm>
              <a:custGeom>
                <a:avLst/>
                <a:gdLst>
                  <a:gd name="T0" fmla="*/ 0 w 520"/>
                  <a:gd name="T1" fmla="*/ 0 h 90"/>
                  <a:gd name="T2" fmla="*/ 0 w 520"/>
                  <a:gd name="T3" fmla="*/ 0 h 90"/>
                  <a:gd name="T4" fmla="*/ 0 w 520"/>
                  <a:gd name="T5" fmla="*/ 0 h 90"/>
                  <a:gd name="T6" fmla="*/ 0 w 520"/>
                  <a:gd name="T7" fmla="*/ 0 h 90"/>
                  <a:gd name="T8" fmla="*/ 0 w 520"/>
                  <a:gd name="T9" fmla="*/ 0 h 90"/>
                  <a:gd name="T10" fmla="*/ 0 w 520"/>
                  <a:gd name="T11" fmla="*/ 0 h 90"/>
                  <a:gd name="T12" fmla="*/ 0 w 520"/>
                  <a:gd name="T13" fmla="*/ 0 h 90"/>
                  <a:gd name="T14" fmla="*/ 0 w 520"/>
                  <a:gd name="T15" fmla="*/ 0 h 90"/>
                  <a:gd name="T16" fmla="*/ 0 w 520"/>
                  <a:gd name="T17" fmla="*/ 0 h 90"/>
                  <a:gd name="T18" fmla="*/ 0 w 520"/>
                  <a:gd name="T19" fmla="*/ 0 h 90"/>
                  <a:gd name="T20" fmla="*/ 0 w 520"/>
                  <a:gd name="T21" fmla="*/ 0 h 90"/>
                  <a:gd name="T22" fmla="*/ 0 w 520"/>
                  <a:gd name="T23" fmla="*/ 0 h 90"/>
                  <a:gd name="T24" fmla="*/ 0 w 520"/>
                  <a:gd name="T25" fmla="*/ 0 h 90"/>
                  <a:gd name="T26" fmla="*/ 0 w 520"/>
                  <a:gd name="T27" fmla="*/ 0 h 90"/>
                  <a:gd name="T28" fmla="*/ 0 w 520"/>
                  <a:gd name="T29" fmla="*/ 0 h 90"/>
                  <a:gd name="T30" fmla="*/ 0 w 520"/>
                  <a:gd name="T31" fmla="*/ 0 h 90"/>
                  <a:gd name="T32" fmla="*/ 0 w 520"/>
                  <a:gd name="T33" fmla="*/ 0 h 90"/>
                  <a:gd name="T34" fmla="*/ 0 w 520"/>
                  <a:gd name="T35" fmla="*/ 0 h 90"/>
                  <a:gd name="T36" fmla="*/ 0 w 520"/>
                  <a:gd name="T37" fmla="*/ 0 h 90"/>
                  <a:gd name="T38" fmla="*/ 0 w 520"/>
                  <a:gd name="T39" fmla="*/ 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20"/>
                  <a:gd name="T61" fmla="*/ 0 h 90"/>
                  <a:gd name="T62" fmla="*/ 520 w 520"/>
                  <a:gd name="T63" fmla="*/ 90 h 9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20" h="90">
                    <a:moveTo>
                      <a:pt x="48" y="60"/>
                    </a:moveTo>
                    <a:lnTo>
                      <a:pt x="101" y="40"/>
                    </a:lnTo>
                    <a:lnTo>
                      <a:pt x="174" y="23"/>
                    </a:lnTo>
                    <a:lnTo>
                      <a:pt x="259" y="24"/>
                    </a:lnTo>
                    <a:lnTo>
                      <a:pt x="343" y="7"/>
                    </a:lnTo>
                    <a:lnTo>
                      <a:pt x="488" y="23"/>
                    </a:lnTo>
                    <a:lnTo>
                      <a:pt x="511" y="0"/>
                    </a:lnTo>
                    <a:lnTo>
                      <a:pt x="520" y="31"/>
                    </a:lnTo>
                    <a:lnTo>
                      <a:pt x="501" y="46"/>
                    </a:lnTo>
                    <a:lnTo>
                      <a:pt x="477" y="31"/>
                    </a:lnTo>
                    <a:lnTo>
                      <a:pt x="417" y="24"/>
                    </a:lnTo>
                    <a:lnTo>
                      <a:pt x="327" y="46"/>
                    </a:lnTo>
                    <a:lnTo>
                      <a:pt x="253" y="64"/>
                    </a:lnTo>
                    <a:lnTo>
                      <a:pt x="128" y="60"/>
                    </a:lnTo>
                    <a:lnTo>
                      <a:pt x="41" y="70"/>
                    </a:lnTo>
                    <a:lnTo>
                      <a:pt x="20" y="90"/>
                    </a:lnTo>
                    <a:lnTo>
                      <a:pt x="0" y="79"/>
                    </a:lnTo>
                    <a:lnTo>
                      <a:pt x="4" y="53"/>
                    </a:lnTo>
                    <a:lnTo>
                      <a:pt x="27" y="46"/>
                    </a:lnTo>
                    <a:lnTo>
                      <a:pt x="4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4" name="Freeform 198">
                <a:extLst>
                  <a:ext uri="{FF2B5EF4-FFF2-40B4-BE49-F238E27FC236}">
                    <a16:creationId xmlns:a16="http://schemas.microsoft.com/office/drawing/2014/main" id="{C0C943D0-C634-7F45-B18B-B5F87B16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01"/>
                <a:ext cx="36" cy="12"/>
              </a:xfrm>
              <a:custGeom>
                <a:avLst/>
                <a:gdLst>
                  <a:gd name="T0" fmla="*/ 0 w 286"/>
                  <a:gd name="T1" fmla="*/ 0 h 94"/>
                  <a:gd name="T2" fmla="*/ 0 w 286"/>
                  <a:gd name="T3" fmla="*/ 0 h 94"/>
                  <a:gd name="T4" fmla="*/ 0 w 286"/>
                  <a:gd name="T5" fmla="*/ 0 h 94"/>
                  <a:gd name="T6" fmla="*/ 0 w 286"/>
                  <a:gd name="T7" fmla="*/ 0 h 94"/>
                  <a:gd name="T8" fmla="*/ 0 w 286"/>
                  <a:gd name="T9" fmla="*/ 0 h 94"/>
                  <a:gd name="T10" fmla="*/ 0 w 286"/>
                  <a:gd name="T11" fmla="*/ 0 h 94"/>
                  <a:gd name="T12" fmla="*/ 0 w 286"/>
                  <a:gd name="T13" fmla="*/ 0 h 94"/>
                  <a:gd name="T14" fmla="*/ 0 w 286"/>
                  <a:gd name="T15" fmla="*/ 0 h 94"/>
                  <a:gd name="T16" fmla="*/ 0 w 286"/>
                  <a:gd name="T17" fmla="*/ 0 h 94"/>
                  <a:gd name="T18" fmla="*/ 0 w 286"/>
                  <a:gd name="T19" fmla="*/ 0 h 94"/>
                  <a:gd name="T20" fmla="*/ 0 w 286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6"/>
                  <a:gd name="T34" fmla="*/ 0 h 94"/>
                  <a:gd name="T35" fmla="*/ 286 w 286"/>
                  <a:gd name="T36" fmla="*/ 94 h 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6" h="94">
                    <a:moveTo>
                      <a:pt x="0" y="22"/>
                    </a:moveTo>
                    <a:lnTo>
                      <a:pt x="64" y="31"/>
                    </a:lnTo>
                    <a:lnTo>
                      <a:pt x="123" y="31"/>
                    </a:lnTo>
                    <a:lnTo>
                      <a:pt x="194" y="26"/>
                    </a:lnTo>
                    <a:lnTo>
                      <a:pt x="286" y="0"/>
                    </a:lnTo>
                    <a:lnTo>
                      <a:pt x="231" y="46"/>
                    </a:lnTo>
                    <a:lnTo>
                      <a:pt x="244" y="83"/>
                    </a:lnTo>
                    <a:lnTo>
                      <a:pt x="171" y="83"/>
                    </a:lnTo>
                    <a:lnTo>
                      <a:pt x="64" y="94"/>
                    </a:lnTo>
                    <a:lnTo>
                      <a:pt x="70" y="6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5" name="Freeform 199">
                <a:extLst>
                  <a:ext uri="{FF2B5EF4-FFF2-40B4-BE49-F238E27FC236}">
                    <a16:creationId xmlns:a16="http://schemas.microsoft.com/office/drawing/2014/main" id="{E92F44DB-67E3-4141-A73B-600C40E3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61"/>
                <a:ext cx="114" cy="76"/>
              </a:xfrm>
              <a:custGeom>
                <a:avLst/>
                <a:gdLst>
                  <a:gd name="T0" fmla="*/ 0 w 911"/>
                  <a:gd name="T1" fmla="*/ 0 h 609"/>
                  <a:gd name="T2" fmla="*/ 0 w 911"/>
                  <a:gd name="T3" fmla="*/ 0 h 609"/>
                  <a:gd name="T4" fmla="*/ 0 w 911"/>
                  <a:gd name="T5" fmla="*/ 0 h 609"/>
                  <a:gd name="T6" fmla="*/ 0 w 911"/>
                  <a:gd name="T7" fmla="*/ 0 h 609"/>
                  <a:gd name="T8" fmla="*/ 0 w 911"/>
                  <a:gd name="T9" fmla="*/ 0 h 609"/>
                  <a:gd name="T10" fmla="*/ 0 w 911"/>
                  <a:gd name="T11" fmla="*/ 0 h 609"/>
                  <a:gd name="T12" fmla="*/ 0 w 911"/>
                  <a:gd name="T13" fmla="*/ 0 h 609"/>
                  <a:gd name="T14" fmla="*/ 0 w 911"/>
                  <a:gd name="T15" fmla="*/ 0 h 609"/>
                  <a:gd name="T16" fmla="*/ 0 w 911"/>
                  <a:gd name="T17" fmla="*/ 0 h 609"/>
                  <a:gd name="T18" fmla="*/ 0 w 911"/>
                  <a:gd name="T19" fmla="*/ 0 h 609"/>
                  <a:gd name="T20" fmla="*/ 0 w 911"/>
                  <a:gd name="T21" fmla="*/ 0 h 609"/>
                  <a:gd name="T22" fmla="*/ 0 w 911"/>
                  <a:gd name="T23" fmla="*/ 0 h 609"/>
                  <a:gd name="T24" fmla="*/ 0 w 911"/>
                  <a:gd name="T25" fmla="*/ 0 h 609"/>
                  <a:gd name="T26" fmla="*/ 0 w 911"/>
                  <a:gd name="T27" fmla="*/ 0 h 609"/>
                  <a:gd name="T28" fmla="*/ 0 w 911"/>
                  <a:gd name="T29" fmla="*/ 0 h 609"/>
                  <a:gd name="T30" fmla="*/ 0 w 911"/>
                  <a:gd name="T31" fmla="*/ 0 h 609"/>
                  <a:gd name="T32" fmla="*/ 0 w 911"/>
                  <a:gd name="T33" fmla="*/ 0 h 609"/>
                  <a:gd name="T34" fmla="*/ 0 w 911"/>
                  <a:gd name="T35" fmla="*/ 0 h 609"/>
                  <a:gd name="T36" fmla="*/ 0 w 911"/>
                  <a:gd name="T37" fmla="*/ 0 h 609"/>
                  <a:gd name="T38" fmla="*/ 0 w 911"/>
                  <a:gd name="T39" fmla="*/ 0 h 609"/>
                  <a:gd name="T40" fmla="*/ 0 w 911"/>
                  <a:gd name="T41" fmla="*/ 0 h 609"/>
                  <a:gd name="T42" fmla="*/ 0 w 911"/>
                  <a:gd name="T43" fmla="*/ 0 h 609"/>
                  <a:gd name="T44" fmla="*/ 0 w 911"/>
                  <a:gd name="T45" fmla="*/ 0 h 609"/>
                  <a:gd name="T46" fmla="*/ 0 w 911"/>
                  <a:gd name="T47" fmla="*/ 0 h 609"/>
                  <a:gd name="T48" fmla="*/ 0 w 911"/>
                  <a:gd name="T49" fmla="*/ 0 h 609"/>
                  <a:gd name="T50" fmla="*/ 0 w 911"/>
                  <a:gd name="T51" fmla="*/ 0 h 609"/>
                  <a:gd name="T52" fmla="*/ 0 w 911"/>
                  <a:gd name="T53" fmla="*/ 0 h 609"/>
                  <a:gd name="T54" fmla="*/ 0 w 911"/>
                  <a:gd name="T55" fmla="*/ 0 h 609"/>
                  <a:gd name="T56" fmla="*/ 0 w 911"/>
                  <a:gd name="T57" fmla="*/ 0 h 609"/>
                  <a:gd name="T58" fmla="*/ 0 w 911"/>
                  <a:gd name="T59" fmla="*/ 0 h 609"/>
                  <a:gd name="T60" fmla="*/ 0 w 911"/>
                  <a:gd name="T61" fmla="*/ 0 h 609"/>
                  <a:gd name="T62" fmla="*/ 0 w 911"/>
                  <a:gd name="T63" fmla="*/ 0 h 609"/>
                  <a:gd name="T64" fmla="*/ 0 w 911"/>
                  <a:gd name="T65" fmla="*/ 0 h 6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11"/>
                  <a:gd name="T100" fmla="*/ 0 h 609"/>
                  <a:gd name="T101" fmla="*/ 911 w 911"/>
                  <a:gd name="T102" fmla="*/ 609 h 6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11" h="609">
                    <a:moveTo>
                      <a:pt x="0" y="83"/>
                    </a:moveTo>
                    <a:lnTo>
                      <a:pt x="96" y="339"/>
                    </a:lnTo>
                    <a:lnTo>
                      <a:pt x="157" y="438"/>
                    </a:lnTo>
                    <a:lnTo>
                      <a:pt x="226" y="498"/>
                    </a:lnTo>
                    <a:lnTo>
                      <a:pt x="304" y="546"/>
                    </a:lnTo>
                    <a:lnTo>
                      <a:pt x="394" y="576"/>
                    </a:lnTo>
                    <a:lnTo>
                      <a:pt x="487" y="609"/>
                    </a:lnTo>
                    <a:lnTo>
                      <a:pt x="570" y="609"/>
                    </a:lnTo>
                    <a:lnTo>
                      <a:pt x="669" y="581"/>
                    </a:lnTo>
                    <a:lnTo>
                      <a:pt x="735" y="535"/>
                    </a:lnTo>
                    <a:lnTo>
                      <a:pt x="793" y="464"/>
                    </a:lnTo>
                    <a:lnTo>
                      <a:pt x="848" y="374"/>
                    </a:lnTo>
                    <a:lnTo>
                      <a:pt x="883" y="288"/>
                    </a:lnTo>
                    <a:lnTo>
                      <a:pt x="898" y="183"/>
                    </a:lnTo>
                    <a:lnTo>
                      <a:pt x="911" y="0"/>
                    </a:lnTo>
                    <a:lnTo>
                      <a:pt x="892" y="14"/>
                    </a:lnTo>
                    <a:lnTo>
                      <a:pt x="869" y="265"/>
                    </a:lnTo>
                    <a:lnTo>
                      <a:pt x="839" y="353"/>
                    </a:lnTo>
                    <a:lnTo>
                      <a:pt x="793" y="434"/>
                    </a:lnTo>
                    <a:lnTo>
                      <a:pt x="724" y="517"/>
                    </a:lnTo>
                    <a:lnTo>
                      <a:pt x="659" y="558"/>
                    </a:lnTo>
                    <a:lnTo>
                      <a:pt x="659" y="528"/>
                    </a:lnTo>
                    <a:lnTo>
                      <a:pt x="595" y="551"/>
                    </a:lnTo>
                    <a:lnTo>
                      <a:pt x="511" y="557"/>
                    </a:lnTo>
                    <a:lnTo>
                      <a:pt x="450" y="551"/>
                    </a:lnTo>
                    <a:lnTo>
                      <a:pt x="392" y="528"/>
                    </a:lnTo>
                    <a:lnTo>
                      <a:pt x="408" y="558"/>
                    </a:lnTo>
                    <a:lnTo>
                      <a:pt x="293" y="524"/>
                    </a:lnTo>
                    <a:lnTo>
                      <a:pt x="203" y="445"/>
                    </a:lnTo>
                    <a:lnTo>
                      <a:pt x="138" y="368"/>
                    </a:lnTo>
                    <a:lnTo>
                      <a:pt x="90" y="279"/>
                    </a:lnTo>
                    <a:lnTo>
                      <a:pt x="10" y="74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6" name="Freeform 200">
                <a:extLst>
                  <a:ext uri="{FF2B5EF4-FFF2-40B4-BE49-F238E27FC236}">
                    <a16:creationId xmlns:a16="http://schemas.microsoft.com/office/drawing/2014/main" id="{EE841ABF-03B6-084B-8AD3-5408040D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72"/>
                <a:ext cx="23" cy="35"/>
              </a:xfrm>
              <a:custGeom>
                <a:avLst/>
                <a:gdLst>
                  <a:gd name="T0" fmla="*/ 0 w 187"/>
                  <a:gd name="T1" fmla="*/ 0 h 278"/>
                  <a:gd name="T2" fmla="*/ 0 w 187"/>
                  <a:gd name="T3" fmla="*/ 0 h 278"/>
                  <a:gd name="T4" fmla="*/ 0 w 187"/>
                  <a:gd name="T5" fmla="*/ 0 h 278"/>
                  <a:gd name="T6" fmla="*/ 0 w 187"/>
                  <a:gd name="T7" fmla="*/ 0 h 278"/>
                  <a:gd name="T8" fmla="*/ 0 w 187"/>
                  <a:gd name="T9" fmla="*/ 0 h 278"/>
                  <a:gd name="T10" fmla="*/ 0 w 187"/>
                  <a:gd name="T11" fmla="*/ 0 h 278"/>
                  <a:gd name="T12" fmla="*/ 0 w 187"/>
                  <a:gd name="T13" fmla="*/ 0 h 278"/>
                  <a:gd name="T14" fmla="*/ 0 w 187"/>
                  <a:gd name="T15" fmla="*/ 0 h 278"/>
                  <a:gd name="T16" fmla="*/ 0 w 187"/>
                  <a:gd name="T17" fmla="*/ 0 h 278"/>
                  <a:gd name="T18" fmla="*/ 0 w 187"/>
                  <a:gd name="T19" fmla="*/ 0 h 278"/>
                  <a:gd name="T20" fmla="*/ 0 w 187"/>
                  <a:gd name="T21" fmla="*/ 0 h 278"/>
                  <a:gd name="T22" fmla="*/ 0 w 187"/>
                  <a:gd name="T23" fmla="*/ 0 h 278"/>
                  <a:gd name="T24" fmla="*/ 0 w 18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7"/>
                  <a:gd name="T40" fmla="*/ 0 h 278"/>
                  <a:gd name="T41" fmla="*/ 187 w 187"/>
                  <a:gd name="T42" fmla="*/ 278 h 27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7" h="278">
                    <a:moveTo>
                      <a:pt x="22" y="58"/>
                    </a:moveTo>
                    <a:lnTo>
                      <a:pt x="97" y="53"/>
                    </a:lnTo>
                    <a:lnTo>
                      <a:pt x="134" y="36"/>
                    </a:lnTo>
                    <a:lnTo>
                      <a:pt x="187" y="0"/>
                    </a:lnTo>
                    <a:lnTo>
                      <a:pt x="157" y="58"/>
                    </a:lnTo>
                    <a:lnTo>
                      <a:pt x="111" y="117"/>
                    </a:lnTo>
                    <a:lnTo>
                      <a:pt x="118" y="181"/>
                    </a:lnTo>
                    <a:lnTo>
                      <a:pt x="163" y="278"/>
                    </a:lnTo>
                    <a:lnTo>
                      <a:pt x="111" y="207"/>
                    </a:lnTo>
                    <a:lnTo>
                      <a:pt x="77" y="133"/>
                    </a:lnTo>
                    <a:lnTo>
                      <a:pt x="40" y="117"/>
                    </a:lnTo>
                    <a:lnTo>
                      <a:pt x="0" y="64"/>
                    </a:lnTo>
                    <a:lnTo>
                      <a:pt x="22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7" name="Freeform 201">
                <a:extLst>
                  <a:ext uri="{FF2B5EF4-FFF2-40B4-BE49-F238E27FC236}">
                    <a16:creationId xmlns:a16="http://schemas.microsoft.com/office/drawing/2014/main" id="{42D4175D-9E31-9540-B58E-809CC1F3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67"/>
                <a:ext cx="20" cy="28"/>
              </a:xfrm>
              <a:custGeom>
                <a:avLst/>
                <a:gdLst>
                  <a:gd name="T0" fmla="*/ 0 w 156"/>
                  <a:gd name="T1" fmla="*/ 0 h 222"/>
                  <a:gd name="T2" fmla="*/ 0 w 156"/>
                  <a:gd name="T3" fmla="*/ 0 h 222"/>
                  <a:gd name="T4" fmla="*/ 0 w 156"/>
                  <a:gd name="T5" fmla="*/ 0 h 222"/>
                  <a:gd name="T6" fmla="*/ 0 w 156"/>
                  <a:gd name="T7" fmla="*/ 0 h 222"/>
                  <a:gd name="T8" fmla="*/ 0 w 156"/>
                  <a:gd name="T9" fmla="*/ 0 h 222"/>
                  <a:gd name="T10" fmla="*/ 0 w 156"/>
                  <a:gd name="T11" fmla="*/ 0 h 222"/>
                  <a:gd name="T12" fmla="*/ 0 w 156"/>
                  <a:gd name="T13" fmla="*/ 0 h 222"/>
                  <a:gd name="T14" fmla="*/ 0 w 156"/>
                  <a:gd name="T15" fmla="*/ 0 h 222"/>
                  <a:gd name="T16" fmla="*/ 0 w 156"/>
                  <a:gd name="T17" fmla="*/ 0 h 222"/>
                  <a:gd name="T18" fmla="*/ 0 w 156"/>
                  <a:gd name="T19" fmla="*/ 0 h 222"/>
                  <a:gd name="T20" fmla="*/ 0 w 156"/>
                  <a:gd name="T21" fmla="*/ 0 h 222"/>
                  <a:gd name="T22" fmla="*/ 0 w 156"/>
                  <a:gd name="T23" fmla="*/ 0 h 2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6"/>
                  <a:gd name="T37" fmla="*/ 0 h 222"/>
                  <a:gd name="T38" fmla="*/ 156 w 156"/>
                  <a:gd name="T39" fmla="*/ 222 h 2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6" h="222">
                    <a:moveTo>
                      <a:pt x="0" y="0"/>
                    </a:moveTo>
                    <a:lnTo>
                      <a:pt x="31" y="29"/>
                    </a:lnTo>
                    <a:lnTo>
                      <a:pt x="94" y="68"/>
                    </a:lnTo>
                    <a:lnTo>
                      <a:pt x="112" y="94"/>
                    </a:lnTo>
                    <a:lnTo>
                      <a:pt x="124" y="140"/>
                    </a:lnTo>
                    <a:lnTo>
                      <a:pt x="117" y="222"/>
                    </a:lnTo>
                    <a:lnTo>
                      <a:pt x="134" y="136"/>
                    </a:lnTo>
                    <a:lnTo>
                      <a:pt x="156" y="46"/>
                    </a:lnTo>
                    <a:lnTo>
                      <a:pt x="156" y="9"/>
                    </a:lnTo>
                    <a:lnTo>
                      <a:pt x="88" y="13"/>
                    </a:lnTo>
                    <a:lnTo>
                      <a:pt x="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8" name="Freeform 202">
                <a:extLst>
                  <a:ext uri="{FF2B5EF4-FFF2-40B4-BE49-F238E27FC236}">
                    <a16:creationId xmlns:a16="http://schemas.microsoft.com/office/drawing/2014/main" id="{A649740A-02FA-8647-B21D-B10B34053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20"/>
                <a:ext cx="82" cy="36"/>
              </a:xfrm>
              <a:custGeom>
                <a:avLst/>
                <a:gdLst>
                  <a:gd name="T0" fmla="*/ 0 w 652"/>
                  <a:gd name="T1" fmla="*/ 0 h 291"/>
                  <a:gd name="T2" fmla="*/ 0 w 652"/>
                  <a:gd name="T3" fmla="*/ 0 h 291"/>
                  <a:gd name="T4" fmla="*/ 0 w 652"/>
                  <a:gd name="T5" fmla="*/ 0 h 291"/>
                  <a:gd name="T6" fmla="*/ 0 w 652"/>
                  <a:gd name="T7" fmla="*/ 0 h 291"/>
                  <a:gd name="T8" fmla="*/ 0 w 652"/>
                  <a:gd name="T9" fmla="*/ 0 h 291"/>
                  <a:gd name="T10" fmla="*/ 0 w 652"/>
                  <a:gd name="T11" fmla="*/ 0 h 291"/>
                  <a:gd name="T12" fmla="*/ 0 w 652"/>
                  <a:gd name="T13" fmla="*/ 0 h 291"/>
                  <a:gd name="T14" fmla="*/ 0 w 652"/>
                  <a:gd name="T15" fmla="*/ 0 h 291"/>
                  <a:gd name="T16" fmla="*/ 0 w 652"/>
                  <a:gd name="T17" fmla="*/ 0 h 291"/>
                  <a:gd name="T18" fmla="*/ 0 w 652"/>
                  <a:gd name="T19" fmla="*/ 0 h 291"/>
                  <a:gd name="T20" fmla="*/ 0 w 652"/>
                  <a:gd name="T21" fmla="*/ 0 h 291"/>
                  <a:gd name="T22" fmla="*/ 0 w 652"/>
                  <a:gd name="T23" fmla="*/ 0 h 291"/>
                  <a:gd name="T24" fmla="*/ 0 w 652"/>
                  <a:gd name="T25" fmla="*/ 0 h 291"/>
                  <a:gd name="T26" fmla="*/ 0 w 652"/>
                  <a:gd name="T27" fmla="*/ 0 h 291"/>
                  <a:gd name="T28" fmla="*/ 0 w 652"/>
                  <a:gd name="T29" fmla="*/ 0 h 291"/>
                  <a:gd name="T30" fmla="*/ 0 w 652"/>
                  <a:gd name="T31" fmla="*/ 0 h 291"/>
                  <a:gd name="T32" fmla="*/ 0 w 652"/>
                  <a:gd name="T33" fmla="*/ 0 h 2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2"/>
                  <a:gd name="T52" fmla="*/ 0 h 291"/>
                  <a:gd name="T53" fmla="*/ 652 w 652"/>
                  <a:gd name="T54" fmla="*/ 291 h 29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2" h="291">
                    <a:moveTo>
                      <a:pt x="50" y="0"/>
                    </a:moveTo>
                    <a:lnTo>
                      <a:pt x="59" y="44"/>
                    </a:lnTo>
                    <a:lnTo>
                      <a:pt x="59" y="85"/>
                    </a:lnTo>
                    <a:lnTo>
                      <a:pt x="34" y="126"/>
                    </a:lnTo>
                    <a:lnTo>
                      <a:pt x="0" y="152"/>
                    </a:lnTo>
                    <a:lnTo>
                      <a:pt x="136" y="291"/>
                    </a:lnTo>
                    <a:lnTo>
                      <a:pt x="294" y="192"/>
                    </a:lnTo>
                    <a:lnTo>
                      <a:pt x="384" y="291"/>
                    </a:lnTo>
                    <a:lnTo>
                      <a:pt x="452" y="233"/>
                    </a:lnTo>
                    <a:lnTo>
                      <a:pt x="583" y="152"/>
                    </a:lnTo>
                    <a:lnTo>
                      <a:pt x="652" y="69"/>
                    </a:lnTo>
                    <a:lnTo>
                      <a:pt x="553" y="152"/>
                    </a:lnTo>
                    <a:lnTo>
                      <a:pt x="410" y="210"/>
                    </a:lnTo>
                    <a:lnTo>
                      <a:pt x="343" y="159"/>
                    </a:lnTo>
                    <a:lnTo>
                      <a:pt x="184" y="159"/>
                    </a:lnTo>
                    <a:lnTo>
                      <a:pt x="94" y="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89" name="Freeform 203">
                <a:extLst>
                  <a:ext uri="{FF2B5EF4-FFF2-40B4-BE49-F238E27FC236}">
                    <a16:creationId xmlns:a16="http://schemas.microsoft.com/office/drawing/2014/main" id="{74E8C7F9-1AD1-1049-9FAC-307A76776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574"/>
                <a:ext cx="53" cy="55"/>
              </a:xfrm>
              <a:custGeom>
                <a:avLst/>
                <a:gdLst>
                  <a:gd name="T0" fmla="*/ 0 w 419"/>
                  <a:gd name="T1" fmla="*/ 0 h 442"/>
                  <a:gd name="T2" fmla="*/ 0 w 419"/>
                  <a:gd name="T3" fmla="*/ 0 h 442"/>
                  <a:gd name="T4" fmla="*/ 0 w 419"/>
                  <a:gd name="T5" fmla="*/ 0 h 442"/>
                  <a:gd name="T6" fmla="*/ 0 w 419"/>
                  <a:gd name="T7" fmla="*/ 0 h 442"/>
                  <a:gd name="T8" fmla="*/ 0 w 419"/>
                  <a:gd name="T9" fmla="*/ 0 h 442"/>
                  <a:gd name="T10" fmla="*/ 0 w 419"/>
                  <a:gd name="T11" fmla="*/ 0 h 442"/>
                  <a:gd name="T12" fmla="*/ 0 w 419"/>
                  <a:gd name="T13" fmla="*/ 0 h 442"/>
                  <a:gd name="T14" fmla="*/ 0 w 419"/>
                  <a:gd name="T15" fmla="*/ 0 h 442"/>
                  <a:gd name="T16" fmla="*/ 0 w 419"/>
                  <a:gd name="T17" fmla="*/ 0 h 442"/>
                  <a:gd name="T18" fmla="*/ 0 w 419"/>
                  <a:gd name="T19" fmla="*/ 0 h 442"/>
                  <a:gd name="T20" fmla="*/ 0 w 419"/>
                  <a:gd name="T21" fmla="*/ 0 h 442"/>
                  <a:gd name="T22" fmla="*/ 0 w 419"/>
                  <a:gd name="T23" fmla="*/ 0 h 442"/>
                  <a:gd name="T24" fmla="*/ 0 w 419"/>
                  <a:gd name="T25" fmla="*/ 0 h 442"/>
                  <a:gd name="T26" fmla="*/ 0 w 419"/>
                  <a:gd name="T27" fmla="*/ 0 h 442"/>
                  <a:gd name="T28" fmla="*/ 0 w 419"/>
                  <a:gd name="T29" fmla="*/ 0 h 442"/>
                  <a:gd name="T30" fmla="*/ 0 w 419"/>
                  <a:gd name="T31" fmla="*/ 0 h 442"/>
                  <a:gd name="T32" fmla="*/ 0 w 419"/>
                  <a:gd name="T33" fmla="*/ 0 h 442"/>
                  <a:gd name="T34" fmla="*/ 0 w 419"/>
                  <a:gd name="T35" fmla="*/ 0 h 442"/>
                  <a:gd name="T36" fmla="*/ 0 w 419"/>
                  <a:gd name="T37" fmla="*/ 0 h 442"/>
                  <a:gd name="T38" fmla="*/ 0 w 419"/>
                  <a:gd name="T39" fmla="*/ 0 h 442"/>
                  <a:gd name="T40" fmla="*/ 0 w 419"/>
                  <a:gd name="T41" fmla="*/ 0 h 442"/>
                  <a:gd name="T42" fmla="*/ 0 w 419"/>
                  <a:gd name="T43" fmla="*/ 0 h 442"/>
                  <a:gd name="T44" fmla="*/ 0 w 419"/>
                  <a:gd name="T45" fmla="*/ 0 h 442"/>
                  <a:gd name="T46" fmla="*/ 0 w 419"/>
                  <a:gd name="T47" fmla="*/ 0 h 442"/>
                  <a:gd name="T48" fmla="*/ 0 w 419"/>
                  <a:gd name="T49" fmla="*/ 0 h 442"/>
                  <a:gd name="T50" fmla="*/ 0 w 419"/>
                  <a:gd name="T51" fmla="*/ 0 h 442"/>
                  <a:gd name="T52" fmla="*/ 0 w 419"/>
                  <a:gd name="T53" fmla="*/ 0 h 442"/>
                  <a:gd name="T54" fmla="*/ 0 w 419"/>
                  <a:gd name="T55" fmla="*/ 0 h 442"/>
                  <a:gd name="T56" fmla="*/ 0 w 419"/>
                  <a:gd name="T57" fmla="*/ 0 h 442"/>
                  <a:gd name="T58" fmla="*/ 0 w 419"/>
                  <a:gd name="T59" fmla="*/ 0 h 442"/>
                  <a:gd name="T60" fmla="*/ 0 w 419"/>
                  <a:gd name="T61" fmla="*/ 0 h 442"/>
                  <a:gd name="T62" fmla="*/ 0 w 419"/>
                  <a:gd name="T63" fmla="*/ 0 h 4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9"/>
                  <a:gd name="T97" fmla="*/ 0 h 442"/>
                  <a:gd name="T98" fmla="*/ 419 w 419"/>
                  <a:gd name="T99" fmla="*/ 442 h 44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9" h="442">
                    <a:moveTo>
                      <a:pt x="36" y="0"/>
                    </a:moveTo>
                    <a:lnTo>
                      <a:pt x="134" y="35"/>
                    </a:lnTo>
                    <a:lnTo>
                      <a:pt x="260" y="13"/>
                    </a:lnTo>
                    <a:lnTo>
                      <a:pt x="382" y="42"/>
                    </a:lnTo>
                    <a:lnTo>
                      <a:pt x="396" y="0"/>
                    </a:lnTo>
                    <a:lnTo>
                      <a:pt x="419" y="92"/>
                    </a:lnTo>
                    <a:lnTo>
                      <a:pt x="419" y="189"/>
                    </a:lnTo>
                    <a:lnTo>
                      <a:pt x="403" y="334"/>
                    </a:lnTo>
                    <a:lnTo>
                      <a:pt x="373" y="442"/>
                    </a:lnTo>
                    <a:lnTo>
                      <a:pt x="396" y="316"/>
                    </a:lnTo>
                    <a:lnTo>
                      <a:pt x="396" y="260"/>
                    </a:lnTo>
                    <a:lnTo>
                      <a:pt x="290" y="327"/>
                    </a:lnTo>
                    <a:lnTo>
                      <a:pt x="269" y="327"/>
                    </a:lnTo>
                    <a:lnTo>
                      <a:pt x="260" y="308"/>
                    </a:lnTo>
                    <a:lnTo>
                      <a:pt x="359" y="202"/>
                    </a:lnTo>
                    <a:lnTo>
                      <a:pt x="352" y="145"/>
                    </a:lnTo>
                    <a:lnTo>
                      <a:pt x="246" y="214"/>
                    </a:lnTo>
                    <a:lnTo>
                      <a:pt x="274" y="165"/>
                    </a:lnTo>
                    <a:lnTo>
                      <a:pt x="260" y="154"/>
                    </a:lnTo>
                    <a:lnTo>
                      <a:pt x="253" y="110"/>
                    </a:lnTo>
                    <a:lnTo>
                      <a:pt x="218" y="110"/>
                    </a:lnTo>
                    <a:lnTo>
                      <a:pt x="154" y="175"/>
                    </a:lnTo>
                    <a:lnTo>
                      <a:pt x="134" y="175"/>
                    </a:lnTo>
                    <a:lnTo>
                      <a:pt x="134" y="141"/>
                    </a:lnTo>
                    <a:lnTo>
                      <a:pt x="163" y="103"/>
                    </a:lnTo>
                    <a:lnTo>
                      <a:pt x="62" y="79"/>
                    </a:lnTo>
                    <a:lnTo>
                      <a:pt x="62" y="117"/>
                    </a:lnTo>
                    <a:lnTo>
                      <a:pt x="90" y="161"/>
                    </a:lnTo>
                    <a:lnTo>
                      <a:pt x="29" y="117"/>
                    </a:lnTo>
                    <a:lnTo>
                      <a:pt x="0" y="55"/>
                    </a:lnTo>
                    <a:lnTo>
                      <a:pt x="7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0" name="Freeform 204">
                <a:extLst>
                  <a:ext uri="{FF2B5EF4-FFF2-40B4-BE49-F238E27FC236}">
                    <a16:creationId xmlns:a16="http://schemas.microsoft.com/office/drawing/2014/main" id="{89C27405-4F77-3842-AB15-555A53651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598"/>
                <a:ext cx="13" cy="7"/>
              </a:xfrm>
              <a:custGeom>
                <a:avLst/>
                <a:gdLst>
                  <a:gd name="T0" fmla="*/ 0 w 96"/>
                  <a:gd name="T1" fmla="*/ 0 h 60"/>
                  <a:gd name="T2" fmla="*/ 0 w 96"/>
                  <a:gd name="T3" fmla="*/ 0 h 60"/>
                  <a:gd name="T4" fmla="*/ 0 w 96"/>
                  <a:gd name="T5" fmla="*/ 0 h 60"/>
                  <a:gd name="T6" fmla="*/ 0 w 96"/>
                  <a:gd name="T7" fmla="*/ 0 h 60"/>
                  <a:gd name="T8" fmla="*/ 0 w 96"/>
                  <a:gd name="T9" fmla="*/ 0 h 60"/>
                  <a:gd name="T10" fmla="*/ 0 w 96"/>
                  <a:gd name="T11" fmla="*/ 0 h 60"/>
                  <a:gd name="T12" fmla="*/ 0 w 96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60"/>
                  <a:gd name="T23" fmla="*/ 96 w 9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60">
                    <a:moveTo>
                      <a:pt x="13" y="0"/>
                    </a:moveTo>
                    <a:lnTo>
                      <a:pt x="96" y="35"/>
                    </a:lnTo>
                    <a:lnTo>
                      <a:pt x="96" y="57"/>
                    </a:lnTo>
                    <a:lnTo>
                      <a:pt x="72" y="60"/>
                    </a:lnTo>
                    <a:lnTo>
                      <a:pt x="4" y="29"/>
                    </a:lnTo>
                    <a:lnTo>
                      <a:pt x="0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1" name="Freeform 205">
                <a:extLst>
                  <a:ext uri="{FF2B5EF4-FFF2-40B4-BE49-F238E27FC236}">
                    <a16:creationId xmlns:a16="http://schemas.microsoft.com/office/drawing/2014/main" id="{52211114-EB53-B64A-82EF-5D74A505B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42"/>
                <a:ext cx="82" cy="60"/>
              </a:xfrm>
              <a:custGeom>
                <a:avLst/>
                <a:gdLst>
                  <a:gd name="T0" fmla="*/ 0 w 655"/>
                  <a:gd name="T1" fmla="*/ 0 h 483"/>
                  <a:gd name="T2" fmla="*/ 0 w 655"/>
                  <a:gd name="T3" fmla="*/ 0 h 483"/>
                  <a:gd name="T4" fmla="*/ 0 w 655"/>
                  <a:gd name="T5" fmla="*/ 0 h 483"/>
                  <a:gd name="T6" fmla="*/ 0 w 655"/>
                  <a:gd name="T7" fmla="*/ 0 h 483"/>
                  <a:gd name="T8" fmla="*/ 0 w 655"/>
                  <a:gd name="T9" fmla="*/ 0 h 483"/>
                  <a:gd name="T10" fmla="*/ 0 w 655"/>
                  <a:gd name="T11" fmla="*/ 0 h 483"/>
                  <a:gd name="T12" fmla="*/ 0 w 655"/>
                  <a:gd name="T13" fmla="*/ 0 h 483"/>
                  <a:gd name="T14" fmla="*/ 0 w 655"/>
                  <a:gd name="T15" fmla="*/ 0 h 483"/>
                  <a:gd name="T16" fmla="*/ 0 w 655"/>
                  <a:gd name="T17" fmla="*/ 0 h 483"/>
                  <a:gd name="T18" fmla="*/ 0 w 655"/>
                  <a:gd name="T19" fmla="*/ 0 h 483"/>
                  <a:gd name="T20" fmla="*/ 0 w 655"/>
                  <a:gd name="T21" fmla="*/ 0 h 483"/>
                  <a:gd name="T22" fmla="*/ 0 w 655"/>
                  <a:gd name="T23" fmla="*/ 0 h 483"/>
                  <a:gd name="T24" fmla="*/ 0 w 655"/>
                  <a:gd name="T25" fmla="*/ 0 h 483"/>
                  <a:gd name="T26" fmla="*/ 0 w 655"/>
                  <a:gd name="T27" fmla="*/ 0 h 483"/>
                  <a:gd name="T28" fmla="*/ 0 w 655"/>
                  <a:gd name="T29" fmla="*/ 0 h 483"/>
                  <a:gd name="T30" fmla="*/ 0 w 655"/>
                  <a:gd name="T31" fmla="*/ 0 h 483"/>
                  <a:gd name="T32" fmla="*/ 0 w 655"/>
                  <a:gd name="T33" fmla="*/ 0 h 483"/>
                  <a:gd name="T34" fmla="*/ 0 w 655"/>
                  <a:gd name="T35" fmla="*/ 0 h 483"/>
                  <a:gd name="T36" fmla="*/ 0 w 655"/>
                  <a:gd name="T37" fmla="*/ 0 h 483"/>
                  <a:gd name="T38" fmla="*/ 0 w 655"/>
                  <a:gd name="T39" fmla="*/ 0 h 483"/>
                  <a:gd name="T40" fmla="*/ 0 w 655"/>
                  <a:gd name="T41" fmla="*/ 0 h 483"/>
                  <a:gd name="T42" fmla="*/ 0 w 655"/>
                  <a:gd name="T43" fmla="*/ 0 h 483"/>
                  <a:gd name="T44" fmla="*/ 0 w 655"/>
                  <a:gd name="T45" fmla="*/ 0 h 483"/>
                  <a:gd name="T46" fmla="*/ 0 w 655"/>
                  <a:gd name="T47" fmla="*/ 0 h 483"/>
                  <a:gd name="T48" fmla="*/ 0 w 655"/>
                  <a:gd name="T49" fmla="*/ 0 h 483"/>
                  <a:gd name="T50" fmla="*/ 0 w 655"/>
                  <a:gd name="T51" fmla="*/ 0 h 483"/>
                  <a:gd name="T52" fmla="*/ 0 w 655"/>
                  <a:gd name="T53" fmla="*/ 0 h 4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5"/>
                  <a:gd name="T82" fmla="*/ 0 h 483"/>
                  <a:gd name="T83" fmla="*/ 655 w 655"/>
                  <a:gd name="T84" fmla="*/ 483 h 48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5" h="483">
                    <a:moveTo>
                      <a:pt x="0" y="132"/>
                    </a:moveTo>
                    <a:lnTo>
                      <a:pt x="41" y="279"/>
                    </a:lnTo>
                    <a:lnTo>
                      <a:pt x="103" y="351"/>
                    </a:lnTo>
                    <a:lnTo>
                      <a:pt x="103" y="473"/>
                    </a:lnTo>
                    <a:lnTo>
                      <a:pt x="161" y="362"/>
                    </a:lnTo>
                    <a:lnTo>
                      <a:pt x="364" y="483"/>
                    </a:lnTo>
                    <a:lnTo>
                      <a:pt x="521" y="376"/>
                    </a:lnTo>
                    <a:lnTo>
                      <a:pt x="352" y="376"/>
                    </a:lnTo>
                    <a:lnTo>
                      <a:pt x="297" y="356"/>
                    </a:lnTo>
                    <a:lnTo>
                      <a:pt x="224" y="356"/>
                    </a:lnTo>
                    <a:lnTo>
                      <a:pt x="217" y="332"/>
                    </a:lnTo>
                    <a:lnTo>
                      <a:pt x="329" y="314"/>
                    </a:lnTo>
                    <a:lnTo>
                      <a:pt x="329" y="259"/>
                    </a:lnTo>
                    <a:lnTo>
                      <a:pt x="391" y="224"/>
                    </a:lnTo>
                    <a:lnTo>
                      <a:pt x="323" y="224"/>
                    </a:lnTo>
                    <a:lnTo>
                      <a:pt x="308" y="208"/>
                    </a:lnTo>
                    <a:lnTo>
                      <a:pt x="426" y="160"/>
                    </a:lnTo>
                    <a:lnTo>
                      <a:pt x="479" y="107"/>
                    </a:lnTo>
                    <a:lnTo>
                      <a:pt x="631" y="169"/>
                    </a:lnTo>
                    <a:lnTo>
                      <a:pt x="655" y="160"/>
                    </a:lnTo>
                    <a:lnTo>
                      <a:pt x="527" y="0"/>
                    </a:lnTo>
                    <a:lnTo>
                      <a:pt x="479" y="0"/>
                    </a:lnTo>
                    <a:lnTo>
                      <a:pt x="290" y="99"/>
                    </a:lnTo>
                    <a:lnTo>
                      <a:pt x="140" y="187"/>
                    </a:lnTo>
                    <a:lnTo>
                      <a:pt x="134" y="238"/>
                    </a:lnTo>
                    <a:lnTo>
                      <a:pt x="90" y="24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2" name="Freeform 206">
                <a:extLst>
                  <a:ext uri="{FF2B5EF4-FFF2-40B4-BE49-F238E27FC236}">
                    <a16:creationId xmlns:a16="http://schemas.microsoft.com/office/drawing/2014/main" id="{2B032CDB-CC93-264C-BE08-3BB82084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70"/>
                <a:ext cx="24" cy="10"/>
              </a:xfrm>
              <a:custGeom>
                <a:avLst/>
                <a:gdLst>
                  <a:gd name="T0" fmla="*/ 0 w 191"/>
                  <a:gd name="T1" fmla="*/ 0 h 81"/>
                  <a:gd name="T2" fmla="*/ 0 w 191"/>
                  <a:gd name="T3" fmla="*/ 0 h 81"/>
                  <a:gd name="T4" fmla="*/ 0 w 191"/>
                  <a:gd name="T5" fmla="*/ 0 h 81"/>
                  <a:gd name="T6" fmla="*/ 0 w 191"/>
                  <a:gd name="T7" fmla="*/ 0 h 81"/>
                  <a:gd name="T8" fmla="*/ 0 w 191"/>
                  <a:gd name="T9" fmla="*/ 0 h 81"/>
                  <a:gd name="T10" fmla="*/ 0 w 191"/>
                  <a:gd name="T11" fmla="*/ 0 h 81"/>
                  <a:gd name="T12" fmla="*/ 0 w 191"/>
                  <a:gd name="T13" fmla="*/ 0 h 81"/>
                  <a:gd name="T14" fmla="*/ 0 w 191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1"/>
                  <a:gd name="T25" fmla="*/ 0 h 81"/>
                  <a:gd name="T26" fmla="*/ 191 w 191"/>
                  <a:gd name="T27" fmla="*/ 81 h 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1" h="81">
                    <a:moveTo>
                      <a:pt x="0" y="0"/>
                    </a:moveTo>
                    <a:lnTo>
                      <a:pt x="34" y="65"/>
                    </a:lnTo>
                    <a:lnTo>
                      <a:pt x="20" y="81"/>
                    </a:lnTo>
                    <a:lnTo>
                      <a:pt x="176" y="72"/>
                    </a:lnTo>
                    <a:lnTo>
                      <a:pt x="191" y="50"/>
                    </a:lnTo>
                    <a:lnTo>
                      <a:pt x="101" y="0"/>
                    </a:lnTo>
                    <a:lnTo>
                      <a:pt x="2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3" name="Freeform 207">
                <a:extLst>
                  <a:ext uri="{FF2B5EF4-FFF2-40B4-BE49-F238E27FC236}">
                    <a16:creationId xmlns:a16="http://schemas.microsoft.com/office/drawing/2014/main" id="{6AD85B03-11D9-C040-B296-B35785198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49" cy="29"/>
              </a:xfrm>
              <a:custGeom>
                <a:avLst/>
                <a:gdLst>
                  <a:gd name="T0" fmla="*/ 0 w 396"/>
                  <a:gd name="T1" fmla="*/ 0 h 226"/>
                  <a:gd name="T2" fmla="*/ 0 w 396"/>
                  <a:gd name="T3" fmla="*/ 0 h 226"/>
                  <a:gd name="T4" fmla="*/ 0 w 396"/>
                  <a:gd name="T5" fmla="*/ 0 h 226"/>
                  <a:gd name="T6" fmla="*/ 0 w 396"/>
                  <a:gd name="T7" fmla="*/ 0 h 226"/>
                  <a:gd name="T8" fmla="*/ 0 w 396"/>
                  <a:gd name="T9" fmla="*/ 0 h 226"/>
                  <a:gd name="T10" fmla="*/ 0 w 396"/>
                  <a:gd name="T11" fmla="*/ 0 h 226"/>
                  <a:gd name="T12" fmla="*/ 0 w 396"/>
                  <a:gd name="T13" fmla="*/ 0 h 226"/>
                  <a:gd name="T14" fmla="*/ 0 w 396"/>
                  <a:gd name="T15" fmla="*/ 0 h 226"/>
                  <a:gd name="T16" fmla="*/ 0 w 396"/>
                  <a:gd name="T17" fmla="*/ 0 h 226"/>
                  <a:gd name="T18" fmla="*/ 0 w 396"/>
                  <a:gd name="T19" fmla="*/ 0 h 226"/>
                  <a:gd name="T20" fmla="*/ 0 w 396"/>
                  <a:gd name="T21" fmla="*/ 0 h 226"/>
                  <a:gd name="T22" fmla="*/ 0 w 396"/>
                  <a:gd name="T23" fmla="*/ 0 h 226"/>
                  <a:gd name="T24" fmla="*/ 0 w 396"/>
                  <a:gd name="T25" fmla="*/ 0 h 226"/>
                  <a:gd name="T26" fmla="*/ 0 w 396"/>
                  <a:gd name="T27" fmla="*/ 0 h 226"/>
                  <a:gd name="T28" fmla="*/ 0 w 396"/>
                  <a:gd name="T29" fmla="*/ 0 h 226"/>
                  <a:gd name="T30" fmla="*/ 0 w 396"/>
                  <a:gd name="T31" fmla="*/ 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96"/>
                  <a:gd name="T49" fmla="*/ 0 h 226"/>
                  <a:gd name="T50" fmla="*/ 396 w 396"/>
                  <a:gd name="T51" fmla="*/ 226 h 2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96" h="226">
                    <a:moveTo>
                      <a:pt x="0" y="41"/>
                    </a:moveTo>
                    <a:lnTo>
                      <a:pt x="69" y="83"/>
                    </a:lnTo>
                    <a:lnTo>
                      <a:pt x="136" y="83"/>
                    </a:lnTo>
                    <a:lnTo>
                      <a:pt x="228" y="14"/>
                    </a:lnTo>
                    <a:lnTo>
                      <a:pt x="297" y="0"/>
                    </a:lnTo>
                    <a:lnTo>
                      <a:pt x="302" y="14"/>
                    </a:lnTo>
                    <a:lnTo>
                      <a:pt x="339" y="26"/>
                    </a:lnTo>
                    <a:lnTo>
                      <a:pt x="396" y="14"/>
                    </a:lnTo>
                    <a:lnTo>
                      <a:pt x="359" y="63"/>
                    </a:lnTo>
                    <a:lnTo>
                      <a:pt x="219" y="109"/>
                    </a:lnTo>
                    <a:lnTo>
                      <a:pt x="214" y="180"/>
                    </a:lnTo>
                    <a:lnTo>
                      <a:pt x="168" y="226"/>
                    </a:lnTo>
                    <a:lnTo>
                      <a:pt x="99" y="118"/>
                    </a:lnTo>
                    <a:lnTo>
                      <a:pt x="46" y="104"/>
                    </a:lnTo>
                    <a:lnTo>
                      <a:pt x="0" y="63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4" name="Freeform 208">
                <a:extLst>
                  <a:ext uri="{FF2B5EF4-FFF2-40B4-BE49-F238E27FC236}">
                    <a16:creationId xmlns:a16="http://schemas.microsoft.com/office/drawing/2014/main" id="{76202C24-D91F-EF41-A326-43F0AACD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15"/>
                <a:ext cx="19" cy="7"/>
              </a:xfrm>
              <a:custGeom>
                <a:avLst/>
                <a:gdLst>
                  <a:gd name="T0" fmla="*/ 0 w 155"/>
                  <a:gd name="T1" fmla="*/ 0 h 58"/>
                  <a:gd name="T2" fmla="*/ 0 w 155"/>
                  <a:gd name="T3" fmla="*/ 0 h 58"/>
                  <a:gd name="T4" fmla="*/ 0 w 155"/>
                  <a:gd name="T5" fmla="*/ 0 h 58"/>
                  <a:gd name="T6" fmla="*/ 0 w 155"/>
                  <a:gd name="T7" fmla="*/ 0 h 58"/>
                  <a:gd name="T8" fmla="*/ 0 w 155"/>
                  <a:gd name="T9" fmla="*/ 0 h 58"/>
                  <a:gd name="T10" fmla="*/ 0 w 15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5"/>
                  <a:gd name="T19" fmla="*/ 0 h 58"/>
                  <a:gd name="T20" fmla="*/ 155 w 155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5" h="58">
                    <a:moveTo>
                      <a:pt x="0" y="58"/>
                    </a:moveTo>
                    <a:lnTo>
                      <a:pt x="106" y="32"/>
                    </a:lnTo>
                    <a:lnTo>
                      <a:pt x="155" y="44"/>
                    </a:lnTo>
                    <a:lnTo>
                      <a:pt x="106" y="0"/>
                    </a:lnTo>
                    <a:lnTo>
                      <a:pt x="41" y="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5" name="Freeform 209">
                <a:extLst>
                  <a:ext uri="{FF2B5EF4-FFF2-40B4-BE49-F238E27FC236}">
                    <a16:creationId xmlns:a16="http://schemas.microsoft.com/office/drawing/2014/main" id="{EA8FEE74-7A04-7F44-B240-5D3C6F75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4"/>
                <a:ext cx="41" cy="57"/>
              </a:xfrm>
              <a:custGeom>
                <a:avLst/>
                <a:gdLst>
                  <a:gd name="T0" fmla="*/ 0 w 323"/>
                  <a:gd name="T1" fmla="*/ 0 h 453"/>
                  <a:gd name="T2" fmla="*/ 0 w 323"/>
                  <a:gd name="T3" fmla="*/ 0 h 453"/>
                  <a:gd name="T4" fmla="*/ 0 w 323"/>
                  <a:gd name="T5" fmla="*/ 0 h 453"/>
                  <a:gd name="T6" fmla="*/ 0 w 323"/>
                  <a:gd name="T7" fmla="*/ 0 h 453"/>
                  <a:gd name="T8" fmla="*/ 0 w 323"/>
                  <a:gd name="T9" fmla="*/ 0 h 453"/>
                  <a:gd name="T10" fmla="*/ 0 w 323"/>
                  <a:gd name="T11" fmla="*/ 0 h 453"/>
                  <a:gd name="T12" fmla="*/ 0 w 323"/>
                  <a:gd name="T13" fmla="*/ 0 h 453"/>
                  <a:gd name="T14" fmla="*/ 0 w 323"/>
                  <a:gd name="T15" fmla="*/ 0 h 453"/>
                  <a:gd name="T16" fmla="*/ 0 w 323"/>
                  <a:gd name="T17" fmla="*/ 0 h 453"/>
                  <a:gd name="T18" fmla="*/ 0 w 323"/>
                  <a:gd name="T19" fmla="*/ 0 h 453"/>
                  <a:gd name="T20" fmla="*/ 0 w 323"/>
                  <a:gd name="T21" fmla="*/ 0 h 453"/>
                  <a:gd name="T22" fmla="*/ 0 w 323"/>
                  <a:gd name="T23" fmla="*/ 0 h 453"/>
                  <a:gd name="T24" fmla="*/ 0 w 323"/>
                  <a:gd name="T25" fmla="*/ 0 h 4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3"/>
                  <a:gd name="T40" fmla="*/ 0 h 453"/>
                  <a:gd name="T41" fmla="*/ 323 w 323"/>
                  <a:gd name="T42" fmla="*/ 453 h 4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3" h="453">
                    <a:moveTo>
                      <a:pt x="0" y="0"/>
                    </a:moveTo>
                    <a:lnTo>
                      <a:pt x="7" y="54"/>
                    </a:lnTo>
                    <a:lnTo>
                      <a:pt x="84" y="119"/>
                    </a:lnTo>
                    <a:lnTo>
                      <a:pt x="169" y="229"/>
                    </a:lnTo>
                    <a:lnTo>
                      <a:pt x="99" y="275"/>
                    </a:lnTo>
                    <a:lnTo>
                      <a:pt x="209" y="453"/>
                    </a:lnTo>
                    <a:lnTo>
                      <a:pt x="282" y="453"/>
                    </a:lnTo>
                    <a:lnTo>
                      <a:pt x="323" y="299"/>
                    </a:lnTo>
                    <a:lnTo>
                      <a:pt x="308" y="250"/>
                    </a:lnTo>
                    <a:lnTo>
                      <a:pt x="224" y="222"/>
                    </a:lnTo>
                    <a:lnTo>
                      <a:pt x="205" y="119"/>
                    </a:lnTo>
                    <a:lnTo>
                      <a:pt x="104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6" name="Freeform 210">
                <a:extLst>
                  <a:ext uri="{FF2B5EF4-FFF2-40B4-BE49-F238E27FC236}">
                    <a16:creationId xmlns:a16="http://schemas.microsoft.com/office/drawing/2014/main" id="{E02284E3-3377-8B4C-A959-863CF927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03"/>
                <a:ext cx="51" cy="104"/>
              </a:xfrm>
              <a:custGeom>
                <a:avLst/>
                <a:gdLst>
                  <a:gd name="T0" fmla="*/ 0 w 411"/>
                  <a:gd name="T1" fmla="*/ 0 h 827"/>
                  <a:gd name="T2" fmla="*/ 0 w 411"/>
                  <a:gd name="T3" fmla="*/ 0 h 827"/>
                  <a:gd name="T4" fmla="*/ 0 w 411"/>
                  <a:gd name="T5" fmla="*/ 0 h 827"/>
                  <a:gd name="T6" fmla="*/ 0 w 411"/>
                  <a:gd name="T7" fmla="*/ 0 h 827"/>
                  <a:gd name="T8" fmla="*/ 0 w 411"/>
                  <a:gd name="T9" fmla="*/ 0 h 827"/>
                  <a:gd name="T10" fmla="*/ 0 w 411"/>
                  <a:gd name="T11" fmla="*/ 0 h 827"/>
                  <a:gd name="T12" fmla="*/ 0 w 411"/>
                  <a:gd name="T13" fmla="*/ 0 h 827"/>
                  <a:gd name="T14" fmla="*/ 0 w 411"/>
                  <a:gd name="T15" fmla="*/ 0 h 827"/>
                  <a:gd name="T16" fmla="*/ 0 w 411"/>
                  <a:gd name="T17" fmla="*/ 0 h 827"/>
                  <a:gd name="T18" fmla="*/ 0 w 411"/>
                  <a:gd name="T19" fmla="*/ 0 h 827"/>
                  <a:gd name="T20" fmla="*/ 0 w 411"/>
                  <a:gd name="T21" fmla="*/ 0 h 827"/>
                  <a:gd name="T22" fmla="*/ 0 w 411"/>
                  <a:gd name="T23" fmla="*/ 0 h 827"/>
                  <a:gd name="T24" fmla="*/ 0 w 411"/>
                  <a:gd name="T25" fmla="*/ 0 h 827"/>
                  <a:gd name="T26" fmla="*/ 0 w 411"/>
                  <a:gd name="T27" fmla="*/ 0 h 827"/>
                  <a:gd name="T28" fmla="*/ 0 w 411"/>
                  <a:gd name="T29" fmla="*/ 0 h 827"/>
                  <a:gd name="T30" fmla="*/ 0 w 411"/>
                  <a:gd name="T31" fmla="*/ 0 h 827"/>
                  <a:gd name="T32" fmla="*/ 0 w 411"/>
                  <a:gd name="T33" fmla="*/ 0 h 827"/>
                  <a:gd name="T34" fmla="*/ 0 w 411"/>
                  <a:gd name="T35" fmla="*/ 0 h 827"/>
                  <a:gd name="T36" fmla="*/ 0 w 411"/>
                  <a:gd name="T37" fmla="*/ 0 h 827"/>
                  <a:gd name="T38" fmla="*/ 0 w 411"/>
                  <a:gd name="T39" fmla="*/ 0 h 8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11"/>
                  <a:gd name="T61" fmla="*/ 0 h 827"/>
                  <a:gd name="T62" fmla="*/ 411 w 411"/>
                  <a:gd name="T63" fmla="*/ 827 h 8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11" h="827">
                    <a:moveTo>
                      <a:pt x="290" y="272"/>
                    </a:moveTo>
                    <a:lnTo>
                      <a:pt x="197" y="272"/>
                    </a:lnTo>
                    <a:lnTo>
                      <a:pt x="121" y="230"/>
                    </a:lnTo>
                    <a:lnTo>
                      <a:pt x="51" y="167"/>
                    </a:lnTo>
                    <a:lnTo>
                      <a:pt x="0" y="0"/>
                    </a:lnTo>
                    <a:lnTo>
                      <a:pt x="29" y="193"/>
                    </a:lnTo>
                    <a:lnTo>
                      <a:pt x="160" y="378"/>
                    </a:lnTo>
                    <a:lnTo>
                      <a:pt x="282" y="629"/>
                    </a:lnTo>
                    <a:lnTo>
                      <a:pt x="342" y="708"/>
                    </a:lnTo>
                    <a:lnTo>
                      <a:pt x="395" y="827"/>
                    </a:lnTo>
                    <a:lnTo>
                      <a:pt x="354" y="636"/>
                    </a:lnTo>
                    <a:lnTo>
                      <a:pt x="411" y="609"/>
                    </a:lnTo>
                    <a:lnTo>
                      <a:pt x="354" y="565"/>
                    </a:lnTo>
                    <a:lnTo>
                      <a:pt x="354" y="530"/>
                    </a:lnTo>
                    <a:lnTo>
                      <a:pt x="386" y="507"/>
                    </a:lnTo>
                    <a:lnTo>
                      <a:pt x="319" y="523"/>
                    </a:lnTo>
                    <a:lnTo>
                      <a:pt x="282" y="507"/>
                    </a:lnTo>
                    <a:lnTo>
                      <a:pt x="268" y="466"/>
                    </a:lnTo>
                    <a:lnTo>
                      <a:pt x="268" y="356"/>
                    </a:lnTo>
                    <a:lnTo>
                      <a:pt x="290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7" name="Freeform 211">
                <a:extLst>
                  <a:ext uri="{FF2B5EF4-FFF2-40B4-BE49-F238E27FC236}">
                    <a16:creationId xmlns:a16="http://schemas.microsoft.com/office/drawing/2014/main" id="{05C4F4C4-0ECC-4F4A-ABF6-DA460616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57"/>
                <a:ext cx="47" cy="9"/>
              </a:xfrm>
              <a:custGeom>
                <a:avLst/>
                <a:gdLst>
                  <a:gd name="T0" fmla="*/ 0 w 381"/>
                  <a:gd name="T1" fmla="*/ 0 h 76"/>
                  <a:gd name="T2" fmla="*/ 0 w 381"/>
                  <a:gd name="T3" fmla="*/ 0 h 76"/>
                  <a:gd name="T4" fmla="*/ 0 w 381"/>
                  <a:gd name="T5" fmla="*/ 0 h 76"/>
                  <a:gd name="T6" fmla="*/ 0 w 381"/>
                  <a:gd name="T7" fmla="*/ 0 h 76"/>
                  <a:gd name="T8" fmla="*/ 0 w 381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1"/>
                  <a:gd name="T16" fmla="*/ 0 h 76"/>
                  <a:gd name="T17" fmla="*/ 381 w 381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1" h="76">
                    <a:moveTo>
                      <a:pt x="0" y="76"/>
                    </a:moveTo>
                    <a:lnTo>
                      <a:pt x="175" y="40"/>
                    </a:lnTo>
                    <a:lnTo>
                      <a:pt x="260" y="0"/>
                    </a:lnTo>
                    <a:lnTo>
                      <a:pt x="313" y="0"/>
                    </a:lnTo>
                    <a:lnTo>
                      <a:pt x="381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8" name="Freeform 212">
                <a:extLst>
                  <a:ext uri="{FF2B5EF4-FFF2-40B4-BE49-F238E27FC236}">
                    <a16:creationId xmlns:a16="http://schemas.microsoft.com/office/drawing/2014/main" id="{D73C4CE0-87AB-9C45-80B0-CEECA5889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669"/>
                <a:ext cx="39" cy="24"/>
              </a:xfrm>
              <a:custGeom>
                <a:avLst/>
                <a:gdLst>
                  <a:gd name="T0" fmla="*/ 0 w 316"/>
                  <a:gd name="T1" fmla="*/ 0 h 191"/>
                  <a:gd name="T2" fmla="*/ 0 w 316"/>
                  <a:gd name="T3" fmla="*/ 0 h 191"/>
                  <a:gd name="T4" fmla="*/ 0 w 316"/>
                  <a:gd name="T5" fmla="*/ 0 h 191"/>
                  <a:gd name="T6" fmla="*/ 0 w 316"/>
                  <a:gd name="T7" fmla="*/ 0 h 191"/>
                  <a:gd name="T8" fmla="*/ 0 w 316"/>
                  <a:gd name="T9" fmla="*/ 0 h 191"/>
                  <a:gd name="T10" fmla="*/ 0 w 316"/>
                  <a:gd name="T11" fmla="*/ 0 h 191"/>
                  <a:gd name="T12" fmla="*/ 0 w 316"/>
                  <a:gd name="T13" fmla="*/ 0 h 191"/>
                  <a:gd name="T14" fmla="*/ 0 w 316"/>
                  <a:gd name="T15" fmla="*/ 0 h 191"/>
                  <a:gd name="T16" fmla="*/ 0 w 316"/>
                  <a:gd name="T17" fmla="*/ 0 h 191"/>
                  <a:gd name="T18" fmla="*/ 0 w 316"/>
                  <a:gd name="T19" fmla="*/ 0 h 191"/>
                  <a:gd name="T20" fmla="*/ 0 w 316"/>
                  <a:gd name="T21" fmla="*/ 0 h 191"/>
                  <a:gd name="T22" fmla="*/ 0 w 316"/>
                  <a:gd name="T23" fmla="*/ 0 h 191"/>
                  <a:gd name="T24" fmla="*/ 0 w 316"/>
                  <a:gd name="T25" fmla="*/ 0 h 191"/>
                  <a:gd name="T26" fmla="*/ 0 w 316"/>
                  <a:gd name="T27" fmla="*/ 0 h 1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16"/>
                  <a:gd name="T43" fmla="*/ 0 h 191"/>
                  <a:gd name="T44" fmla="*/ 316 w 316"/>
                  <a:gd name="T45" fmla="*/ 191 h 19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16" h="191">
                    <a:moveTo>
                      <a:pt x="0" y="79"/>
                    </a:moveTo>
                    <a:lnTo>
                      <a:pt x="242" y="26"/>
                    </a:lnTo>
                    <a:lnTo>
                      <a:pt x="295" y="0"/>
                    </a:lnTo>
                    <a:lnTo>
                      <a:pt x="303" y="19"/>
                    </a:lnTo>
                    <a:lnTo>
                      <a:pt x="219" y="64"/>
                    </a:lnTo>
                    <a:lnTo>
                      <a:pt x="235" y="112"/>
                    </a:lnTo>
                    <a:lnTo>
                      <a:pt x="316" y="191"/>
                    </a:lnTo>
                    <a:lnTo>
                      <a:pt x="228" y="162"/>
                    </a:lnTo>
                    <a:lnTo>
                      <a:pt x="150" y="162"/>
                    </a:lnTo>
                    <a:lnTo>
                      <a:pt x="72" y="182"/>
                    </a:lnTo>
                    <a:lnTo>
                      <a:pt x="46" y="191"/>
                    </a:lnTo>
                    <a:lnTo>
                      <a:pt x="60" y="156"/>
                    </a:lnTo>
                    <a:lnTo>
                      <a:pt x="24" y="9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199" name="Freeform 213">
                <a:extLst>
                  <a:ext uri="{FF2B5EF4-FFF2-40B4-BE49-F238E27FC236}">
                    <a16:creationId xmlns:a16="http://schemas.microsoft.com/office/drawing/2014/main" id="{B7ECC8B7-0EC8-0C4B-AC59-A1B35023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448"/>
                <a:ext cx="214" cy="129"/>
              </a:xfrm>
              <a:custGeom>
                <a:avLst/>
                <a:gdLst>
                  <a:gd name="T0" fmla="*/ 0 w 1704"/>
                  <a:gd name="T1" fmla="*/ 0 h 1028"/>
                  <a:gd name="T2" fmla="*/ 0 w 1704"/>
                  <a:gd name="T3" fmla="*/ 0 h 1028"/>
                  <a:gd name="T4" fmla="*/ 0 w 1704"/>
                  <a:gd name="T5" fmla="*/ 0 h 1028"/>
                  <a:gd name="T6" fmla="*/ 0 w 1704"/>
                  <a:gd name="T7" fmla="*/ 0 h 1028"/>
                  <a:gd name="T8" fmla="*/ 0 w 1704"/>
                  <a:gd name="T9" fmla="*/ 0 h 1028"/>
                  <a:gd name="T10" fmla="*/ 0 w 1704"/>
                  <a:gd name="T11" fmla="*/ 0 h 1028"/>
                  <a:gd name="T12" fmla="*/ 0 w 1704"/>
                  <a:gd name="T13" fmla="*/ 0 h 1028"/>
                  <a:gd name="T14" fmla="*/ 0 w 1704"/>
                  <a:gd name="T15" fmla="*/ 0 h 1028"/>
                  <a:gd name="T16" fmla="*/ 0 w 1704"/>
                  <a:gd name="T17" fmla="*/ 0 h 1028"/>
                  <a:gd name="T18" fmla="*/ 0 w 1704"/>
                  <a:gd name="T19" fmla="*/ 0 h 1028"/>
                  <a:gd name="T20" fmla="*/ 0 w 1704"/>
                  <a:gd name="T21" fmla="*/ 0 h 1028"/>
                  <a:gd name="T22" fmla="*/ 0 w 1704"/>
                  <a:gd name="T23" fmla="*/ 0 h 1028"/>
                  <a:gd name="T24" fmla="*/ 0 w 1704"/>
                  <a:gd name="T25" fmla="*/ 0 h 1028"/>
                  <a:gd name="T26" fmla="*/ 0 w 1704"/>
                  <a:gd name="T27" fmla="*/ 0 h 1028"/>
                  <a:gd name="T28" fmla="*/ 0 w 1704"/>
                  <a:gd name="T29" fmla="*/ 0 h 1028"/>
                  <a:gd name="T30" fmla="*/ 0 w 1704"/>
                  <a:gd name="T31" fmla="*/ 0 h 1028"/>
                  <a:gd name="T32" fmla="*/ 0 w 1704"/>
                  <a:gd name="T33" fmla="*/ 0 h 1028"/>
                  <a:gd name="T34" fmla="*/ 0 w 1704"/>
                  <a:gd name="T35" fmla="*/ 0 h 1028"/>
                  <a:gd name="T36" fmla="*/ 0 w 1704"/>
                  <a:gd name="T37" fmla="*/ 0 h 1028"/>
                  <a:gd name="T38" fmla="*/ 0 w 1704"/>
                  <a:gd name="T39" fmla="*/ 0 h 1028"/>
                  <a:gd name="T40" fmla="*/ 0 w 1704"/>
                  <a:gd name="T41" fmla="*/ 0 h 1028"/>
                  <a:gd name="T42" fmla="*/ 0 w 1704"/>
                  <a:gd name="T43" fmla="*/ 0 h 1028"/>
                  <a:gd name="T44" fmla="*/ 0 w 1704"/>
                  <a:gd name="T45" fmla="*/ 0 h 1028"/>
                  <a:gd name="T46" fmla="*/ 0 w 1704"/>
                  <a:gd name="T47" fmla="*/ 0 h 1028"/>
                  <a:gd name="T48" fmla="*/ 0 w 1704"/>
                  <a:gd name="T49" fmla="*/ 0 h 1028"/>
                  <a:gd name="T50" fmla="*/ 0 w 1704"/>
                  <a:gd name="T51" fmla="*/ 0 h 1028"/>
                  <a:gd name="T52" fmla="*/ 0 w 1704"/>
                  <a:gd name="T53" fmla="*/ 0 h 1028"/>
                  <a:gd name="T54" fmla="*/ 0 w 1704"/>
                  <a:gd name="T55" fmla="*/ 0 h 1028"/>
                  <a:gd name="T56" fmla="*/ 0 w 1704"/>
                  <a:gd name="T57" fmla="*/ 0 h 1028"/>
                  <a:gd name="T58" fmla="*/ 0 w 1704"/>
                  <a:gd name="T59" fmla="*/ 0 h 1028"/>
                  <a:gd name="T60" fmla="*/ 0 w 1704"/>
                  <a:gd name="T61" fmla="*/ 0 h 1028"/>
                  <a:gd name="T62" fmla="*/ 0 w 1704"/>
                  <a:gd name="T63" fmla="*/ 0 h 1028"/>
                  <a:gd name="T64" fmla="*/ 0 w 1704"/>
                  <a:gd name="T65" fmla="*/ 0 h 1028"/>
                  <a:gd name="T66" fmla="*/ 0 w 1704"/>
                  <a:gd name="T67" fmla="*/ 0 h 1028"/>
                  <a:gd name="T68" fmla="*/ 0 w 1704"/>
                  <a:gd name="T69" fmla="*/ 0 h 1028"/>
                  <a:gd name="T70" fmla="*/ 0 w 1704"/>
                  <a:gd name="T71" fmla="*/ 0 h 1028"/>
                  <a:gd name="T72" fmla="*/ 0 w 1704"/>
                  <a:gd name="T73" fmla="*/ 0 h 1028"/>
                  <a:gd name="T74" fmla="*/ 0 w 1704"/>
                  <a:gd name="T75" fmla="*/ 0 h 1028"/>
                  <a:gd name="T76" fmla="*/ 0 w 1704"/>
                  <a:gd name="T77" fmla="*/ 0 h 1028"/>
                  <a:gd name="T78" fmla="*/ 0 w 1704"/>
                  <a:gd name="T79" fmla="*/ 0 h 1028"/>
                  <a:gd name="T80" fmla="*/ 0 w 1704"/>
                  <a:gd name="T81" fmla="*/ 0 h 1028"/>
                  <a:gd name="T82" fmla="*/ 0 w 1704"/>
                  <a:gd name="T83" fmla="*/ 0 h 1028"/>
                  <a:gd name="T84" fmla="*/ 0 w 1704"/>
                  <a:gd name="T85" fmla="*/ 0 h 1028"/>
                  <a:gd name="T86" fmla="*/ 0 w 1704"/>
                  <a:gd name="T87" fmla="*/ 0 h 1028"/>
                  <a:gd name="T88" fmla="*/ 0 w 1704"/>
                  <a:gd name="T89" fmla="*/ 0 h 1028"/>
                  <a:gd name="T90" fmla="*/ 0 w 1704"/>
                  <a:gd name="T91" fmla="*/ 0 h 1028"/>
                  <a:gd name="T92" fmla="*/ 0 w 1704"/>
                  <a:gd name="T93" fmla="*/ 0 h 1028"/>
                  <a:gd name="T94" fmla="*/ 0 w 1704"/>
                  <a:gd name="T95" fmla="*/ 0 h 1028"/>
                  <a:gd name="T96" fmla="*/ 0 w 1704"/>
                  <a:gd name="T97" fmla="*/ 0 h 1028"/>
                  <a:gd name="T98" fmla="*/ 0 w 1704"/>
                  <a:gd name="T99" fmla="*/ 0 h 1028"/>
                  <a:gd name="T100" fmla="*/ 0 w 1704"/>
                  <a:gd name="T101" fmla="*/ 0 h 1028"/>
                  <a:gd name="T102" fmla="*/ 0 w 1704"/>
                  <a:gd name="T103" fmla="*/ 0 h 1028"/>
                  <a:gd name="T104" fmla="*/ 0 w 1704"/>
                  <a:gd name="T105" fmla="*/ 0 h 1028"/>
                  <a:gd name="T106" fmla="*/ 0 w 1704"/>
                  <a:gd name="T107" fmla="*/ 0 h 102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04"/>
                  <a:gd name="T163" fmla="*/ 0 h 1028"/>
                  <a:gd name="T164" fmla="*/ 1704 w 1704"/>
                  <a:gd name="T165" fmla="*/ 1028 h 102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04" h="1028">
                    <a:moveTo>
                      <a:pt x="159" y="340"/>
                    </a:moveTo>
                    <a:lnTo>
                      <a:pt x="122" y="404"/>
                    </a:lnTo>
                    <a:lnTo>
                      <a:pt x="0" y="551"/>
                    </a:lnTo>
                    <a:lnTo>
                      <a:pt x="0" y="609"/>
                    </a:lnTo>
                    <a:lnTo>
                      <a:pt x="76" y="749"/>
                    </a:lnTo>
                    <a:lnTo>
                      <a:pt x="48" y="874"/>
                    </a:lnTo>
                    <a:lnTo>
                      <a:pt x="111" y="978"/>
                    </a:lnTo>
                    <a:lnTo>
                      <a:pt x="245" y="987"/>
                    </a:lnTo>
                    <a:lnTo>
                      <a:pt x="286" y="1028"/>
                    </a:lnTo>
                    <a:lnTo>
                      <a:pt x="252" y="692"/>
                    </a:lnTo>
                    <a:lnTo>
                      <a:pt x="252" y="588"/>
                    </a:lnTo>
                    <a:lnTo>
                      <a:pt x="265" y="507"/>
                    </a:lnTo>
                    <a:lnTo>
                      <a:pt x="286" y="457"/>
                    </a:lnTo>
                    <a:lnTo>
                      <a:pt x="408" y="507"/>
                    </a:lnTo>
                    <a:lnTo>
                      <a:pt x="555" y="529"/>
                    </a:lnTo>
                    <a:lnTo>
                      <a:pt x="738" y="529"/>
                    </a:lnTo>
                    <a:lnTo>
                      <a:pt x="966" y="507"/>
                    </a:lnTo>
                    <a:lnTo>
                      <a:pt x="851" y="503"/>
                    </a:lnTo>
                    <a:lnTo>
                      <a:pt x="708" y="434"/>
                    </a:lnTo>
                    <a:lnTo>
                      <a:pt x="865" y="441"/>
                    </a:lnTo>
                    <a:lnTo>
                      <a:pt x="992" y="434"/>
                    </a:lnTo>
                    <a:lnTo>
                      <a:pt x="1162" y="397"/>
                    </a:lnTo>
                    <a:lnTo>
                      <a:pt x="1280" y="349"/>
                    </a:lnTo>
                    <a:lnTo>
                      <a:pt x="1441" y="334"/>
                    </a:lnTo>
                    <a:lnTo>
                      <a:pt x="1513" y="362"/>
                    </a:lnTo>
                    <a:lnTo>
                      <a:pt x="1586" y="397"/>
                    </a:lnTo>
                    <a:lnTo>
                      <a:pt x="1644" y="397"/>
                    </a:lnTo>
                    <a:lnTo>
                      <a:pt x="1704" y="362"/>
                    </a:lnTo>
                    <a:lnTo>
                      <a:pt x="1634" y="272"/>
                    </a:lnTo>
                    <a:lnTo>
                      <a:pt x="1526" y="286"/>
                    </a:lnTo>
                    <a:lnTo>
                      <a:pt x="1441" y="259"/>
                    </a:lnTo>
                    <a:lnTo>
                      <a:pt x="1358" y="250"/>
                    </a:lnTo>
                    <a:lnTo>
                      <a:pt x="1280" y="279"/>
                    </a:lnTo>
                    <a:lnTo>
                      <a:pt x="1139" y="340"/>
                    </a:lnTo>
                    <a:lnTo>
                      <a:pt x="1014" y="371"/>
                    </a:lnTo>
                    <a:lnTo>
                      <a:pt x="878" y="378"/>
                    </a:lnTo>
                    <a:lnTo>
                      <a:pt x="766" y="384"/>
                    </a:lnTo>
                    <a:lnTo>
                      <a:pt x="590" y="362"/>
                    </a:lnTo>
                    <a:lnTo>
                      <a:pt x="696" y="334"/>
                    </a:lnTo>
                    <a:lnTo>
                      <a:pt x="570" y="318"/>
                    </a:lnTo>
                    <a:lnTo>
                      <a:pt x="443" y="291"/>
                    </a:lnTo>
                    <a:lnTo>
                      <a:pt x="379" y="265"/>
                    </a:lnTo>
                    <a:lnTo>
                      <a:pt x="482" y="226"/>
                    </a:lnTo>
                    <a:lnTo>
                      <a:pt x="300" y="201"/>
                    </a:lnTo>
                    <a:lnTo>
                      <a:pt x="265" y="173"/>
                    </a:lnTo>
                    <a:lnTo>
                      <a:pt x="258" y="145"/>
                    </a:lnTo>
                    <a:lnTo>
                      <a:pt x="265" y="102"/>
                    </a:lnTo>
                    <a:lnTo>
                      <a:pt x="295" y="54"/>
                    </a:lnTo>
                    <a:lnTo>
                      <a:pt x="373" y="0"/>
                    </a:lnTo>
                    <a:lnTo>
                      <a:pt x="217" y="67"/>
                    </a:lnTo>
                    <a:lnTo>
                      <a:pt x="60" y="164"/>
                    </a:lnTo>
                    <a:lnTo>
                      <a:pt x="69" y="189"/>
                    </a:lnTo>
                    <a:lnTo>
                      <a:pt x="118" y="286"/>
                    </a:lnTo>
                    <a:lnTo>
                      <a:pt x="159" y="3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0" name="Freeform 214">
                <a:extLst>
                  <a:ext uri="{FF2B5EF4-FFF2-40B4-BE49-F238E27FC236}">
                    <a16:creationId xmlns:a16="http://schemas.microsoft.com/office/drawing/2014/main" id="{C58F2BAF-74B8-184B-B289-D0658012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420"/>
                <a:ext cx="207" cy="329"/>
              </a:xfrm>
              <a:custGeom>
                <a:avLst/>
                <a:gdLst>
                  <a:gd name="T0" fmla="*/ 0 w 1658"/>
                  <a:gd name="T1" fmla="*/ 0 h 2635"/>
                  <a:gd name="T2" fmla="*/ 0 w 1658"/>
                  <a:gd name="T3" fmla="*/ 0 h 2635"/>
                  <a:gd name="T4" fmla="*/ 0 w 1658"/>
                  <a:gd name="T5" fmla="*/ 0 h 2635"/>
                  <a:gd name="T6" fmla="*/ 0 w 1658"/>
                  <a:gd name="T7" fmla="*/ 0 h 2635"/>
                  <a:gd name="T8" fmla="*/ 0 w 1658"/>
                  <a:gd name="T9" fmla="*/ 0 h 2635"/>
                  <a:gd name="T10" fmla="*/ 0 w 1658"/>
                  <a:gd name="T11" fmla="*/ 0 h 2635"/>
                  <a:gd name="T12" fmla="*/ 0 w 1658"/>
                  <a:gd name="T13" fmla="*/ 0 h 2635"/>
                  <a:gd name="T14" fmla="*/ 0 w 1658"/>
                  <a:gd name="T15" fmla="*/ 0 h 2635"/>
                  <a:gd name="T16" fmla="*/ 0 w 1658"/>
                  <a:gd name="T17" fmla="*/ 0 h 2635"/>
                  <a:gd name="T18" fmla="*/ 0 w 1658"/>
                  <a:gd name="T19" fmla="*/ 0 h 2635"/>
                  <a:gd name="T20" fmla="*/ 0 w 1658"/>
                  <a:gd name="T21" fmla="*/ 0 h 2635"/>
                  <a:gd name="T22" fmla="*/ 0 w 1658"/>
                  <a:gd name="T23" fmla="*/ 0 h 2635"/>
                  <a:gd name="T24" fmla="*/ 0 w 1658"/>
                  <a:gd name="T25" fmla="*/ 0 h 2635"/>
                  <a:gd name="T26" fmla="*/ 0 w 1658"/>
                  <a:gd name="T27" fmla="*/ 0 h 2635"/>
                  <a:gd name="T28" fmla="*/ 0 w 1658"/>
                  <a:gd name="T29" fmla="*/ 0 h 2635"/>
                  <a:gd name="T30" fmla="*/ 0 w 1658"/>
                  <a:gd name="T31" fmla="*/ 0 h 2635"/>
                  <a:gd name="T32" fmla="*/ 0 w 1658"/>
                  <a:gd name="T33" fmla="*/ 0 h 2635"/>
                  <a:gd name="T34" fmla="*/ 0 w 1658"/>
                  <a:gd name="T35" fmla="*/ 0 h 2635"/>
                  <a:gd name="T36" fmla="*/ 0 w 1658"/>
                  <a:gd name="T37" fmla="*/ 0 h 2635"/>
                  <a:gd name="T38" fmla="*/ 0 w 1658"/>
                  <a:gd name="T39" fmla="*/ 0 h 2635"/>
                  <a:gd name="T40" fmla="*/ 0 w 1658"/>
                  <a:gd name="T41" fmla="*/ 0 h 2635"/>
                  <a:gd name="T42" fmla="*/ 0 w 1658"/>
                  <a:gd name="T43" fmla="*/ 0 h 2635"/>
                  <a:gd name="T44" fmla="*/ 0 w 1658"/>
                  <a:gd name="T45" fmla="*/ 0 h 2635"/>
                  <a:gd name="T46" fmla="*/ 0 w 1658"/>
                  <a:gd name="T47" fmla="*/ 0 h 2635"/>
                  <a:gd name="T48" fmla="*/ 0 w 1658"/>
                  <a:gd name="T49" fmla="*/ 0 h 2635"/>
                  <a:gd name="T50" fmla="*/ 0 w 1658"/>
                  <a:gd name="T51" fmla="*/ 0 h 2635"/>
                  <a:gd name="T52" fmla="*/ 0 w 1658"/>
                  <a:gd name="T53" fmla="*/ 0 h 2635"/>
                  <a:gd name="T54" fmla="*/ 0 w 1658"/>
                  <a:gd name="T55" fmla="*/ 0 h 2635"/>
                  <a:gd name="T56" fmla="*/ 0 w 1658"/>
                  <a:gd name="T57" fmla="*/ 0 h 2635"/>
                  <a:gd name="T58" fmla="*/ 0 w 1658"/>
                  <a:gd name="T59" fmla="*/ 0 h 2635"/>
                  <a:gd name="T60" fmla="*/ 0 w 1658"/>
                  <a:gd name="T61" fmla="*/ 0 h 2635"/>
                  <a:gd name="T62" fmla="*/ 0 w 1658"/>
                  <a:gd name="T63" fmla="*/ 0 h 2635"/>
                  <a:gd name="T64" fmla="*/ 0 w 1658"/>
                  <a:gd name="T65" fmla="*/ 0 h 2635"/>
                  <a:gd name="T66" fmla="*/ 0 w 1658"/>
                  <a:gd name="T67" fmla="*/ 0 h 2635"/>
                  <a:gd name="T68" fmla="*/ 0 w 1658"/>
                  <a:gd name="T69" fmla="*/ 0 h 2635"/>
                  <a:gd name="T70" fmla="*/ 0 w 1658"/>
                  <a:gd name="T71" fmla="*/ 0 h 2635"/>
                  <a:gd name="T72" fmla="*/ 0 w 1658"/>
                  <a:gd name="T73" fmla="*/ 0 h 2635"/>
                  <a:gd name="T74" fmla="*/ 0 w 1658"/>
                  <a:gd name="T75" fmla="*/ 0 h 2635"/>
                  <a:gd name="T76" fmla="*/ 0 w 1658"/>
                  <a:gd name="T77" fmla="*/ 0 h 2635"/>
                  <a:gd name="T78" fmla="*/ 0 w 1658"/>
                  <a:gd name="T79" fmla="*/ 0 h 2635"/>
                  <a:gd name="T80" fmla="*/ 0 w 1658"/>
                  <a:gd name="T81" fmla="*/ 0 h 2635"/>
                  <a:gd name="T82" fmla="*/ 0 w 1658"/>
                  <a:gd name="T83" fmla="*/ 0 h 2635"/>
                  <a:gd name="T84" fmla="*/ 0 w 1658"/>
                  <a:gd name="T85" fmla="*/ 0 h 2635"/>
                  <a:gd name="T86" fmla="*/ 0 w 1658"/>
                  <a:gd name="T87" fmla="*/ 0 h 2635"/>
                  <a:gd name="T88" fmla="*/ 0 w 1658"/>
                  <a:gd name="T89" fmla="*/ 0 h 2635"/>
                  <a:gd name="T90" fmla="*/ 0 w 1658"/>
                  <a:gd name="T91" fmla="*/ 0 h 2635"/>
                  <a:gd name="T92" fmla="*/ 0 w 1658"/>
                  <a:gd name="T93" fmla="*/ 0 h 2635"/>
                  <a:gd name="T94" fmla="*/ 0 w 1658"/>
                  <a:gd name="T95" fmla="*/ 0 h 2635"/>
                  <a:gd name="T96" fmla="*/ 0 w 1658"/>
                  <a:gd name="T97" fmla="*/ 0 h 2635"/>
                  <a:gd name="T98" fmla="*/ 0 w 1658"/>
                  <a:gd name="T99" fmla="*/ 0 h 2635"/>
                  <a:gd name="T100" fmla="*/ 0 w 1658"/>
                  <a:gd name="T101" fmla="*/ 0 h 2635"/>
                  <a:gd name="T102" fmla="*/ 0 w 1658"/>
                  <a:gd name="T103" fmla="*/ 0 h 2635"/>
                  <a:gd name="T104" fmla="*/ 0 w 1658"/>
                  <a:gd name="T105" fmla="*/ 0 h 2635"/>
                  <a:gd name="T106" fmla="*/ 0 w 1658"/>
                  <a:gd name="T107" fmla="*/ 0 h 2635"/>
                  <a:gd name="T108" fmla="*/ 0 w 1658"/>
                  <a:gd name="T109" fmla="*/ 0 h 2635"/>
                  <a:gd name="T110" fmla="*/ 0 w 1658"/>
                  <a:gd name="T111" fmla="*/ 0 h 2635"/>
                  <a:gd name="T112" fmla="*/ 0 w 1658"/>
                  <a:gd name="T113" fmla="*/ 0 h 2635"/>
                  <a:gd name="T114" fmla="*/ 0 w 1658"/>
                  <a:gd name="T115" fmla="*/ 0 h 2635"/>
                  <a:gd name="T116" fmla="*/ 0 w 1658"/>
                  <a:gd name="T117" fmla="*/ 0 h 2635"/>
                  <a:gd name="T118" fmla="*/ 0 w 1658"/>
                  <a:gd name="T119" fmla="*/ 0 h 2635"/>
                  <a:gd name="T120" fmla="*/ 0 w 1658"/>
                  <a:gd name="T121" fmla="*/ 0 h 263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8"/>
                  <a:gd name="T184" fmla="*/ 0 h 2635"/>
                  <a:gd name="T185" fmla="*/ 1658 w 1658"/>
                  <a:gd name="T186" fmla="*/ 2635 h 263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8" h="2635">
                    <a:moveTo>
                      <a:pt x="7" y="196"/>
                    </a:moveTo>
                    <a:lnTo>
                      <a:pt x="0" y="216"/>
                    </a:lnTo>
                    <a:lnTo>
                      <a:pt x="14" y="231"/>
                    </a:lnTo>
                    <a:lnTo>
                      <a:pt x="58" y="251"/>
                    </a:lnTo>
                    <a:lnTo>
                      <a:pt x="106" y="260"/>
                    </a:lnTo>
                    <a:lnTo>
                      <a:pt x="185" y="260"/>
                    </a:lnTo>
                    <a:lnTo>
                      <a:pt x="291" y="244"/>
                    </a:lnTo>
                    <a:lnTo>
                      <a:pt x="208" y="279"/>
                    </a:lnTo>
                    <a:lnTo>
                      <a:pt x="114" y="292"/>
                    </a:lnTo>
                    <a:lnTo>
                      <a:pt x="35" y="292"/>
                    </a:lnTo>
                    <a:lnTo>
                      <a:pt x="35" y="315"/>
                    </a:lnTo>
                    <a:lnTo>
                      <a:pt x="58" y="341"/>
                    </a:lnTo>
                    <a:lnTo>
                      <a:pt x="114" y="366"/>
                    </a:lnTo>
                    <a:lnTo>
                      <a:pt x="185" y="354"/>
                    </a:lnTo>
                    <a:lnTo>
                      <a:pt x="231" y="385"/>
                    </a:lnTo>
                    <a:lnTo>
                      <a:pt x="226" y="398"/>
                    </a:lnTo>
                    <a:lnTo>
                      <a:pt x="185" y="420"/>
                    </a:lnTo>
                    <a:lnTo>
                      <a:pt x="141" y="426"/>
                    </a:lnTo>
                    <a:lnTo>
                      <a:pt x="220" y="435"/>
                    </a:lnTo>
                    <a:lnTo>
                      <a:pt x="354" y="435"/>
                    </a:lnTo>
                    <a:lnTo>
                      <a:pt x="510" y="414"/>
                    </a:lnTo>
                    <a:lnTo>
                      <a:pt x="611" y="385"/>
                    </a:lnTo>
                    <a:lnTo>
                      <a:pt x="487" y="426"/>
                    </a:lnTo>
                    <a:lnTo>
                      <a:pt x="345" y="456"/>
                    </a:lnTo>
                    <a:lnTo>
                      <a:pt x="244" y="475"/>
                    </a:lnTo>
                    <a:lnTo>
                      <a:pt x="305" y="504"/>
                    </a:lnTo>
                    <a:lnTo>
                      <a:pt x="437" y="523"/>
                    </a:lnTo>
                    <a:lnTo>
                      <a:pt x="543" y="532"/>
                    </a:lnTo>
                    <a:lnTo>
                      <a:pt x="662" y="532"/>
                    </a:lnTo>
                    <a:lnTo>
                      <a:pt x="741" y="511"/>
                    </a:lnTo>
                    <a:lnTo>
                      <a:pt x="625" y="475"/>
                    </a:lnTo>
                    <a:lnTo>
                      <a:pt x="824" y="398"/>
                    </a:lnTo>
                    <a:lnTo>
                      <a:pt x="763" y="370"/>
                    </a:lnTo>
                    <a:lnTo>
                      <a:pt x="875" y="378"/>
                    </a:lnTo>
                    <a:lnTo>
                      <a:pt x="945" y="414"/>
                    </a:lnTo>
                    <a:lnTo>
                      <a:pt x="1029" y="470"/>
                    </a:lnTo>
                    <a:lnTo>
                      <a:pt x="1095" y="511"/>
                    </a:lnTo>
                    <a:lnTo>
                      <a:pt x="1142" y="622"/>
                    </a:lnTo>
                    <a:lnTo>
                      <a:pt x="1204" y="622"/>
                    </a:lnTo>
                    <a:lnTo>
                      <a:pt x="1257" y="609"/>
                    </a:lnTo>
                    <a:lnTo>
                      <a:pt x="1296" y="580"/>
                    </a:lnTo>
                    <a:lnTo>
                      <a:pt x="1331" y="537"/>
                    </a:lnTo>
                    <a:lnTo>
                      <a:pt x="1354" y="511"/>
                    </a:lnTo>
                    <a:lnTo>
                      <a:pt x="1361" y="559"/>
                    </a:lnTo>
                    <a:lnTo>
                      <a:pt x="1347" y="609"/>
                    </a:lnTo>
                    <a:lnTo>
                      <a:pt x="1310" y="651"/>
                    </a:lnTo>
                    <a:lnTo>
                      <a:pt x="1382" y="651"/>
                    </a:lnTo>
                    <a:lnTo>
                      <a:pt x="1446" y="638"/>
                    </a:lnTo>
                    <a:lnTo>
                      <a:pt x="1485" y="651"/>
                    </a:lnTo>
                    <a:lnTo>
                      <a:pt x="1508" y="684"/>
                    </a:lnTo>
                    <a:lnTo>
                      <a:pt x="1523" y="765"/>
                    </a:lnTo>
                    <a:lnTo>
                      <a:pt x="1517" y="936"/>
                    </a:lnTo>
                    <a:lnTo>
                      <a:pt x="1543" y="996"/>
                    </a:lnTo>
                    <a:lnTo>
                      <a:pt x="1580" y="1030"/>
                    </a:lnTo>
                    <a:lnTo>
                      <a:pt x="1591" y="1073"/>
                    </a:lnTo>
                    <a:lnTo>
                      <a:pt x="1559" y="1073"/>
                    </a:lnTo>
                    <a:lnTo>
                      <a:pt x="1469" y="1014"/>
                    </a:lnTo>
                    <a:lnTo>
                      <a:pt x="1354" y="1009"/>
                    </a:lnTo>
                    <a:lnTo>
                      <a:pt x="1287" y="1095"/>
                    </a:lnTo>
                    <a:lnTo>
                      <a:pt x="1268" y="1226"/>
                    </a:lnTo>
                    <a:lnTo>
                      <a:pt x="1340" y="1284"/>
                    </a:lnTo>
                    <a:lnTo>
                      <a:pt x="1319" y="1457"/>
                    </a:lnTo>
                    <a:lnTo>
                      <a:pt x="1361" y="1374"/>
                    </a:lnTo>
                    <a:lnTo>
                      <a:pt x="1460" y="1330"/>
                    </a:lnTo>
                    <a:lnTo>
                      <a:pt x="1422" y="1240"/>
                    </a:lnTo>
                    <a:lnTo>
                      <a:pt x="1340" y="1219"/>
                    </a:lnTo>
                    <a:lnTo>
                      <a:pt x="1409" y="1143"/>
                    </a:lnTo>
                    <a:lnTo>
                      <a:pt x="1508" y="1212"/>
                    </a:lnTo>
                    <a:lnTo>
                      <a:pt x="1479" y="1106"/>
                    </a:lnTo>
                    <a:lnTo>
                      <a:pt x="1517" y="1095"/>
                    </a:lnTo>
                    <a:lnTo>
                      <a:pt x="1422" y="1099"/>
                    </a:lnTo>
                    <a:lnTo>
                      <a:pt x="1303" y="1189"/>
                    </a:lnTo>
                    <a:lnTo>
                      <a:pt x="1319" y="1099"/>
                    </a:lnTo>
                    <a:lnTo>
                      <a:pt x="1367" y="1035"/>
                    </a:lnTo>
                    <a:lnTo>
                      <a:pt x="1460" y="1035"/>
                    </a:lnTo>
                    <a:lnTo>
                      <a:pt x="1559" y="1095"/>
                    </a:lnTo>
                    <a:lnTo>
                      <a:pt x="1564" y="1198"/>
                    </a:lnTo>
                    <a:lnTo>
                      <a:pt x="1543" y="1316"/>
                    </a:lnTo>
                    <a:lnTo>
                      <a:pt x="1469" y="1435"/>
                    </a:lnTo>
                    <a:lnTo>
                      <a:pt x="1446" y="1519"/>
                    </a:lnTo>
                    <a:lnTo>
                      <a:pt x="1361" y="1560"/>
                    </a:lnTo>
                    <a:lnTo>
                      <a:pt x="1296" y="1493"/>
                    </a:lnTo>
                    <a:lnTo>
                      <a:pt x="1220" y="1968"/>
                    </a:lnTo>
                    <a:lnTo>
                      <a:pt x="1163" y="2261"/>
                    </a:lnTo>
                    <a:lnTo>
                      <a:pt x="939" y="2501"/>
                    </a:lnTo>
                    <a:lnTo>
                      <a:pt x="851" y="2635"/>
                    </a:lnTo>
                    <a:lnTo>
                      <a:pt x="958" y="2492"/>
                    </a:lnTo>
                    <a:lnTo>
                      <a:pt x="1257" y="2174"/>
                    </a:lnTo>
                    <a:lnTo>
                      <a:pt x="1446" y="1827"/>
                    </a:lnTo>
                    <a:lnTo>
                      <a:pt x="1430" y="1807"/>
                    </a:lnTo>
                    <a:lnTo>
                      <a:pt x="1382" y="1811"/>
                    </a:lnTo>
                    <a:lnTo>
                      <a:pt x="1384" y="1730"/>
                    </a:lnTo>
                    <a:lnTo>
                      <a:pt x="1494" y="1701"/>
                    </a:lnTo>
                    <a:lnTo>
                      <a:pt x="1494" y="1624"/>
                    </a:lnTo>
                    <a:lnTo>
                      <a:pt x="1591" y="1592"/>
                    </a:lnTo>
                    <a:lnTo>
                      <a:pt x="1619" y="1457"/>
                    </a:lnTo>
                    <a:lnTo>
                      <a:pt x="1658" y="1394"/>
                    </a:lnTo>
                    <a:lnTo>
                      <a:pt x="1580" y="1350"/>
                    </a:lnTo>
                    <a:lnTo>
                      <a:pt x="1573" y="1306"/>
                    </a:lnTo>
                    <a:lnTo>
                      <a:pt x="1591" y="1240"/>
                    </a:lnTo>
                    <a:lnTo>
                      <a:pt x="1591" y="1154"/>
                    </a:lnTo>
                    <a:lnTo>
                      <a:pt x="1580" y="1122"/>
                    </a:lnTo>
                    <a:lnTo>
                      <a:pt x="1642" y="1143"/>
                    </a:lnTo>
                    <a:lnTo>
                      <a:pt x="1619" y="1057"/>
                    </a:lnTo>
                    <a:lnTo>
                      <a:pt x="1564" y="967"/>
                    </a:lnTo>
                    <a:lnTo>
                      <a:pt x="1550" y="897"/>
                    </a:lnTo>
                    <a:lnTo>
                      <a:pt x="1550" y="813"/>
                    </a:lnTo>
                    <a:lnTo>
                      <a:pt x="1543" y="741"/>
                    </a:lnTo>
                    <a:lnTo>
                      <a:pt x="1550" y="700"/>
                    </a:lnTo>
                    <a:lnTo>
                      <a:pt x="1501" y="580"/>
                    </a:lnTo>
                    <a:lnTo>
                      <a:pt x="1418" y="462"/>
                    </a:lnTo>
                    <a:lnTo>
                      <a:pt x="1326" y="389"/>
                    </a:lnTo>
                    <a:lnTo>
                      <a:pt x="1257" y="341"/>
                    </a:lnTo>
                    <a:lnTo>
                      <a:pt x="1227" y="225"/>
                    </a:lnTo>
                    <a:lnTo>
                      <a:pt x="1137" y="147"/>
                    </a:lnTo>
                    <a:lnTo>
                      <a:pt x="1044" y="119"/>
                    </a:lnTo>
                    <a:lnTo>
                      <a:pt x="909" y="40"/>
                    </a:lnTo>
                    <a:lnTo>
                      <a:pt x="747" y="0"/>
                    </a:lnTo>
                    <a:lnTo>
                      <a:pt x="584" y="4"/>
                    </a:lnTo>
                    <a:lnTo>
                      <a:pt x="427" y="36"/>
                    </a:lnTo>
                    <a:lnTo>
                      <a:pt x="298" y="97"/>
                    </a:lnTo>
                    <a:lnTo>
                      <a:pt x="127" y="161"/>
                    </a:lnTo>
                    <a:lnTo>
                      <a:pt x="7" y="1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1" name="Freeform 215">
                <a:extLst>
                  <a:ext uri="{FF2B5EF4-FFF2-40B4-BE49-F238E27FC236}">
                    <a16:creationId xmlns:a16="http://schemas.microsoft.com/office/drawing/2014/main" id="{BCCB24A6-E81A-0749-9482-3CC44DCE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487"/>
                <a:ext cx="56" cy="44"/>
              </a:xfrm>
              <a:custGeom>
                <a:avLst/>
                <a:gdLst>
                  <a:gd name="T0" fmla="*/ 0 w 445"/>
                  <a:gd name="T1" fmla="*/ 0 h 358"/>
                  <a:gd name="T2" fmla="*/ 0 w 445"/>
                  <a:gd name="T3" fmla="*/ 0 h 358"/>
                  <a:gd name="T4" fmla="*/ 0 w 445"/>
                  <a:gd name="T5" fmla="*/ 0 h 358"/>
                  <a:gd name="T6" fmla="*/ 0 w 445"/>
                  <a:gd name="T7" fmla="*/ 0 h 358"/>
                  <a:gd name="T8" fmla="*/ 0 w 445"/>
                  <a:gd name="T9" fmla="*/ 0 h 358"/>
                  <a:gd name="T10" fmla="*/ 0 w 445"/>
                  <a:gd name="T11" fmla="*/ 0 h 358"/>
                  <a:gd name="T12" fmla="*/ 0 w 445"/>
                  <a:gd name="T13" fmla="*/ 0 h 358"/>
                  <a:gd name="T14" fmla="*/ 0 w 445"/>
                  <a:gd name="T15" fmla="*/ 0 h 358"/>
                  <a:gd name="T16" fmla="*/ 0 w 445"/>
                  <a:gd name="T17" fmla="*/ 0 h 358"/>
                  <a:gd name="T18" fmla="*/ 0 w 445"/>
                  <a:gd name="T19" fmla="*/ 0 h 358"/>
                  <a:gd name="T20" fmla="*/ 0 w 445"/>
                  <a:gd name="T21" fmla="*/ 0 h 358"/>
                  <a:gd name="T22" fmla="*/ 0 w 445"/>
                  <a:gd name="T23" fmla="*/ 0 h 358"/>
                  <a:gd name="T24" fmla="*/ 0 w 445"/>
                  <a:gd name="T25" fmla="*/ 0 h 358"/>
                  <a:gd name="T26" fmla="*/ 0 w 445"/>
                  <a:gd name="T27" fmla="*/ 0 h 358"/>
                  <a:gd name="T28" fmla="*/ 0 w 445"/>
                  <a:gd name="T29" fmla="*/ 0 h 358"/>
                  <a:gd name="T30" fmla="*/ 0 w 445"/>
                  <a:gd name="T31" fmla="*/ 0 h 358"/>
                  <a:gd name="T32" fmla="*/ 0 w 445"/>
                  <a:gd name="T33" fmla="*/ 0 h 358"/>
                  <a:gd name="T34" fmla="*/ 0 w 445"/>
                  <a:gd name="T35" fmla="*/ 0 h 358"/>
                  <a:gd name="T36" fmla="*/ 0 w 445"/>
                  <a:gd name="T37" fmla="*/ 0 h 358"/>
                  <a:gd name="T38" fmla="*/ 0 w 445"/>
                  <a:gd name="T39" fmla="*/ 0 h 358"/>
                  <a:gd name="T40" fmla="*/ 0 w 445"/>
                  <a:gd name="T41" fmla="*/ 0 h 358"/>
                  <a:gd name="T42" fmla="*/ 0 w 445"/>
                  <a:gd name="T43" fmla="*/ 0 h 358"/>
                  <a:gd name="T44" fmla="*/ 0 w 445"/>
                  <a:gd name="T45" fmla="*/ 0 h 358"/>
                  <a:gd name="T46" fmla="*/ 0 w 445"/>
                  <a:gd name="T47" fmla="*/ 0 h 358"/>
                  <a:gd name="T48" fmla="*/ 0 w 445"/>
                  <a:gd name="T49" fmla="*/ 0 h 358"/>
                  <a:gd name="T50" fmla="*/ 0 w 445"/>
                  <a:gd name="T51" fmla="*/ 0 h 358"/>
                  <a:gd name="T52" fmla="*/ 0 w 445"/>
                  <a:gd name="T53" fmla="*/ 0 h 35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45"/>
                  <a:gd name="T82" fmla="*/ 0 h 358"/>
                  <a:gd name="T83" fmla="*/ 445 w 445"/>
                  <a:gd name="T84" fmla="*/ 358 h 35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45" h="358">
                    <a:moveTo>
                      <a:pt x="141" y="27"/>
                    </a:moveTo>
                    <a:lnTo>
                      <a:pt x="69" y="48"/>
                    </a:lnTo>
                    <a:lnTo>
                      <a:pt x="0" y="113"/>
                    </a:lnTo>
                    <a:lnTo>
                      <a:pt x="84" y="113"/>
                    </a:lnTo>
                    <a:lnTo>
                      <a:pt x="42" y="209"/>
                    </a:lnTo>
                    <a:lnTo>
                      <a:pt x="93" y="233"/>
                    </a:lnTo>
                    <a:lnTo>
                      <a:pt x="127" y="358"/>
                    </a:lnTo>
                    <a:lnTo>
                      <a:pt x="115" y="222"/>
                    </a:lnTo>
                    <a:lnTo>
                      <a:pt x="163" y="180"/>
                    </a:lnTo>
                    <a:lnTo>
                      <a:pt x="240" y="161"/>
                    </a:lnTo>
                    <a:lnTo>
                      <a:pt x="316" y="161"/>
                    </a:lnTo>
                    <a:lnTo>
                      <a:pt x="385" y="173"/>
                    </a:lnTo>
                    <a:lnTo>
                      <a:pt x="445" y="209"/>
                    </a:lnTo>
                    <a:lnTo>
                      <a:pt x="374" y="161"/>
                    </a:lnTo>
                    <a:lnTo>
                      <a:pt x="268" y="134"/>
                    </a:lnTo>
                    <a:lnTo>
                      <a:pt x="189" y="134"/>
                    </a:lnTo>
                    <a:lnTo>
                      <a:pt x="99" y="161"/>
                    </a:lnTo>
                    <a:lnTo>
                      <a:pt x="106" y="119"/>
                    </a:lnTo>
                    <a:lnTo>
                      <a:pt x="150" y="90"/>
                    </a:lnTo>
                    <a:lnTo>
                      <a:pt x="62" y="90"/>
                    </a:lnTo>
                    <a:lnTo>
                      <a:pt x="99" y="64"/>
                    </a:lnTo>
                    <a:lnTo>
                      <a:pt x="163" y="33"/>
                    </a:lnTo>
                    <a:lnTo>
                      <a:pt x="219" y="42"/>
                    </a:lnTo>
                    <a:lnTo>
                      <a:pt x="316" y="64"/>
                    </a:lnTo>
                    <a:lnTo>
                      <a:pt x="247" y="20"/>
                    </a:lnTo>
                    <a:lnTo>
                      <a:pt x="163" y="0"/>
                    </a:lnTo>
                    <a:lnTo>
                      <a:pt x="1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2" name="Freeform 216">
                <a:extLst>
                  <a:ext uri="{FF2B5EF4-FFF2-40B4-BE49-F238E27FC236}">
                    <a16:creationId xmlns:a16="http://schemas.microsoft.com/office/drawing/2014/main" id="{14107716-EE16-D144-A04F-030E64A5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8"/>
                <a:ext cx="48" cy="38"/>
              </a:xfrm>
              <a:custGeom>
                <a:avLst/>
                <a:gdLst>
                  <a:gd name="T0" fmla="*/ 0 w 387"/>
                  <a:gd name="T1" fmla="*/ 0 h 303"/>
                  <a:gd name="T2" fmla="*/ 0 w 387"/>
                  <a:gd name="T3" fmla="*/ 0 h 303"/>
                  <a:gd name="T4" fmla="*/ 0 w 387"/>
                  <a:gd name="T5" fmla="*/ 0 h 303"/>
                  <a:gd name="T6" fmla="*/ 0 w 387"/>
                  <a:gd name="T7" fmla="*/ 0 h 303"/>
                  <a:gd name="T8" fmla="*/ 0 w 387"/>
                  <a:gd name="T9" fmla="*/ 0 h 303"/>
                  <a:gd name="T10" fmla="*/ 0 w 387"/>
                  <a:gd name="T11" fmla="*/ 0 h 303"/>
                  <a:gd name="T12" fmla="*/ 0 w 387"/>
                  <a:gd name="T13" fmla="*/ 0 h 303"/>
                  <a:gd name="T14" fmla="*/ 0 w 387"/>
                  <a:gd name="T15" fmla="*/ 0 h 303"/>
                  <a:gd name="T16" fmla="*/ 0 w 387"/>
                  <a:gd name="T17" fmla="*/ 0 h 303"/>
                  <a:gd name="T18" fmla="*/ 0 w 387"/>
                  <a:gd name="T19" fmla="*/ 0 h 303"/>
                  <a:gd name="T20" fmla="*/ 0 w 387"/>
                  <a:gd name="T21" fmla="*/ 0 h 303"/>
                  <a:gd name="T22" fmla="*/ 0 w 387"/>
                  <a:gd name="T23" fmla="*/ 0 h 303"/>
                  <a:gd name="T24" fmla="*/ 0 w 387"/>
                  <a:gd name="T25" fmla="*/ 0 h 303"/>
                  <a:gd name="T26" fmla="*/ 0 w 387"/>
                  <a:gd name="T27" fmla="*/ 0 h 303"/>
                  <a:gd name="T28" fmla="*/ 0 w 387"/>
                  <a:gd name="T29" fmla="*/ 0 h 303"/>
                  <a:gd name="T30" fmla="*/ 0 w 387"/>
                  <a:gd name="T31" fmla="*/ 0 h 303"/>
                  <a:gd name="T32" fmla="*/ 0 w 387"/>
                  <a:gd name="T33" fmla="*/ 0 h 303"/>
                  <a:gd name="T34" fmla="*/ 0 w 387"/>
                  <a:gd name="T35" fmla="*/ 0 h 303"/>
                  <a:gd name="T36" fmla="*/ 0 w 387"/>
                  <a:gd name="T37" fmla="*/ 0 h 303"/>
                  <a:gd name="T38" fmla="*/ 0 w 387"/>
                  <a:gd name="T39" fmla="*/ 0 h 303"/>
                  <a:gd name="T40" fmla="*/ 0 w 387"/>
                  <a:gd name="T41" fmla="*/ 0 h 303"/>
                  <a:gd name="T42" fmla="*/ 0 w 387"/>
                  <a:gd name="T43" fmla="*/ 0 h 303"/>
                  <a:gd name="T44" fmla="*/ 0 w 387"/>
                  <a:gd name="T45" fmla="*/ 0 h 303"/>
                  <a:gd name="T46" fmla="*/ 0 w 387"/>
                  <a:gd name="T47" fmla="*/ 0 h 3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87"/>
                  <a:gd name="T73" fmla="*/ 0 h 303"/>
                  <a:gd name="T74" fmla="*/ 387 w 387"/>
                  <a:gd name="T75" fmla="*/ 303 h 30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87" h="303">
                    <a:moveTo>
                      <a:pt x="22" y="18"/>
                    </a:moveTo>
                    <a:lnTo>
                      <a:pt x="115" y="0"/>
                    </a:lnTo>
                    <a:lnTo>
                      <a:pt x="191" y="18"/>
                    </a:lnTo>
                    <a:lnTo>
                      <a:pt x="244" y="53"/>
                    </a:lnTo>
                    <a:lnTo>
                      <a:pt x="281" y="92"/>
                    </a:lnTo>
                    <a:lnTo>
                      <a:pt x="288" y="138"/>
                    </a:lnTo>
                    <a:lnTo>
                      <a:pt x="281" y="156"/>
                    </a:lnTo>
                    <a:lnTo>
                      <a:pt x="255" y="152"/>
                    </a:lnTo>
                    <a:lnTo>
                      <a:pt x="219" y="130"/>
                    </a:lnTo>
                    <a:lnTo>
                      <a:pt x="175" y="92"/>
                    </a:lnTo>
                    <a:lnTo>
                      <a:pt x="127" y="87"/>
                    </a:lnTo>
                    <a:lnTo>
                      <a:pt x="172" y="152"/>
                    </a:lnTo>
                    <a:lnTo>
                      <a:pt x="191" y="207"/>
                    </a:lnTo>
                    <a:lnTo>
                      <a:pt x="182" y="260"/>
                    </a:lnTo>
                    <a:lnTo>
                      <a:pt x="360" y="290"/>
                    </a:lnTo>
                    <a:lnTo>
                      <a:pt x="387" y="303"/>
                    </a:lnTo>
                    <a:lnTo>
                      <a:pt x="147" y="276"/>
                    </a:lnTo>
                    <a:lnTo>
                      <a:pt x="163" y="239"/>
                    </a:lnTo>
                    <a:lnTo>
                      <a:pt x="156" y="191"/>
                    </a:lnTo>
                    <a:lnTo>
                      <a:pt x="121" y="130"/>
                    </a:lnTo>
                    <a:lnTo>
                      <a:pt x="83" y="87"/>
                    </a:lnTo>
                    <a:lnTo>
                      <a:pt x="16" y="53"/>
                    </a:lnTo>
                    <a:lnTo>
                      <a:pt x="0" y="9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3" name="Freeform 217">
                <a:extLst>
                  <a:ext uri="{FF2B5EF4-FFF2-40B4-BE49-F238E27FC236}">
                    <a16:creationId xmlns:a16="http://schemas.microsoft.com/office/drawing/2014/main" id="{ECEB7F56-0C02-3142-BF4D-78FD209A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72"/>
                <a:ext cx="27" cy="40"/>
              </a:xfrm>
              <a:custGeom>
                <a:avLst/>
                <a:gdLst>
                  <a:gd name="T0" fmla="*/ 0 w 214"/>
                  <a:gd name="T1" fmla="*/ 0 h 313"/>
                  <a:gd name="T2" fmla="*/ 0 w 214"/>
                  <a:gd name="T3" fmla="*/ 0 h 313"/>
                  <a:gd name="T4" fmla="*/ 0 w 214"/>
                  <a:gd name="T5" fmla="*/ 0 h 313"/>
                  <a:gd name="T6" fmla="*/ 0 w 214"/>
                  <a:gd name="T7" fmla="*/ 0 h 313"/>
                  <a:gd name="T8" fmla="*/ 0 w 214"/>
                  <a:gd name="T9" fmla="*/ 0 h 313"/>
                  <a:gd name="T10" fmla="*/ 0 w 214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4"/>
                  <a:gd name="T19" fmla="*/ 0 h 313"/>
                  <a:gd name="T20" fmla="*/ 214 w 214"/>
                  <a:gd name="T21" fmla="*/ 313 h 3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4" h="313">
                    <a:moveTo>
                      <a:pt x="89" y="0"/>
                    </a:moveTo>
                    <a:lnTo>
                      <a:pt x="0" y="179"/>
                    </a:lnTo>
                    <a:lnTo>
                      <a:pt x="9" y="313"/>
                    </a:lnTo>
                    <a:lnTo>
                      <a:pt x="214" y="65"/>
                    </a:lnTo>
                    <a:lnTo>
                      <a:pt x="214" y="1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4" name="Freeform 218">
                <a:extLst>
                  <a:ext uri="{FF2B5EF4-FFF2-40B4-BE49-F238E27FC236}">
                    <a16:creationId xmlns:a16="http://schemas.microsoft.com/office/drawing/2014/main" id="{319688B3-B587-714B-8164-F1FE79F0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73"/>
                <a:ext cx="107" cy="80"/>
              </a:xfrm>
              <a:custGeom>
                <a:avLst/>
                <a:gdLst>
                  <a:gd name="T0" fmla="*/ 0 w 857"/>
                  <a:gd name="T1" fmla="*/ 0 h 640"/>
                  <a:gd name="T2" fmla="*/ 0 w 857"/>
                  <a:gd name="T3" fmla="*/ 0 h 640"/>
                  <a:gd name="T4" fmla="*/ 0 w 857"/>
                  <a:gd name="T5" fmla="*/ 0 h 640"/>
                  <a:gd name="T6" fmla="*/ 0 w 857"/>
                  <a:gd name="T7" fmla="*/ 0 h 640"/>
                  <a:gd name="T8" fmla="*/ 0 w 857"/>
                  <a:gd name="T9" fmla="*/ 0 h 640"/>
                  <a:gd name="T10" fmla="*/ 0 w 857"/>
                  <a:gd name="T11" fmla="*/ 0 h 640"/>
                  <a:gd name="T12" fmla="*/ 0 w 857"/>
                  <a:gd name="T13" fmla="*/ 0 h 640"/>
                  <a:gd name="T14" fmla="*/ 0 w 857"/>
                  <a:gd name="T15" fmla="*/ 0 h 640"/>
                  <a:gd name="T16" fmla="*/ 0 w 857"/>
                  <a:gd name="T17" fmla="*/ 0 h 640"/>
                  <a:gd name="T18" fmla="*/ 0 w 857"/>
                  <a:gd name="T19" fmla="*/ 0 h 640"/>
                  <a:gd name="T20" fmla="*/ 0 w 857"/>
                  <a:gd name="T21" fmla="*/ 0 h 640"/>
                  <a:gd name="T22" fmla="*/ 0 w 857"/>
                  <a:gd name="T23" fmla="*/ 0 h 640"/>
                  <a:gd name="T24" fmla="*/ 0 w 857"/>
                  <a:gd name="T25" fmla="*/ 0 h 640"/>
                  <a:gd name="T26" fmla="*/ 0 w 857"/>
                  <a:gd name="T27" fmla="*/ 0 h 640"/>
                  <a:gd name="T28" fmla="*/ 0 w 857"/>
                  <a:gd name="T29" fmla="*/ 0 h 640"/>
                  <a:gd name="T30" fmla="*/ 0 w 857"/>
                  <a:gd name="T31" fmla="*/ 0 h 640"/>
                  <a:gd name="T32" fmla="*/ 0 w 857"/>
                  <a:gd name="T33" fmla="*/ 0 h 640"/>
                  <a:gd name="T34" fmla="*/ 0 w 857"/>
                  <a:gd name="T35" fmla="*/ 0 h 640"/>
                  <a:gd name="T36" fmla="*/ 0 w 857"/>
                  <a:gd name="T37" fmla="*/ 0 h 640"/>
                  <a:gd name="T38" fmla="*/ 0 w 857"/>
                  <a:gd name="T39" fmla="*/ 0 h 640"/>
                  <a:gd name="T40" fmla="*/ 0 w 857"/>
                  <a:gd name="T41" fmla="*/ 0 h 640"/>
                  <a:gd name="T42" fmla="*/ 0 w 857"/>
                  <a:gd name="T43" fmla="*/ 0 h 640"/>
                  <a:gd name="T44" fmla="*/ 0 w 857"/>
                  <a:gd name="T45" fmla="*/ 0 h 640"/>
                  <a:gd name="T46" fmla="*/ 0 w 857"/>
                  <a:gd name="T47" fmla="*/ 0 h 640"/>
                  <a:gd name="T48" fmla="*/ 0 w 857"/>
                  <a:gd name="T49" fmla="*/ 0 h 640"/>
                  <a:gd name="T50" fmla="*/ 0 w 857"/>
                  <a:gd name="T51" fmla="*/ 0 h 640"/>
                  <a:gd name="T52" fmla="*/ 0 w 857"/>
                  <a:gd name="T53" fmla="*/ 0 h 640"/>
                  <a:gd name="T54" fmla="*/ 0 w 857"/>
                  <a:gd name="T55" fmla="*/ 0 h 6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7"/>
                  <a:gd name="T85" fmla="*/ 0 h 640"/>
                  <a:gd name="T86" fmla="*/ 857 w 857"/>
                  <a:gd name="T87" fmla="*/ 640 h 64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7" h="640">
                    <a:moveTo>
                      <a:pt x="857" y="0"/>
                    </a:moveTo>
                    <a:lnTo>
                      <a:pt x="749" y="53"/>
                    </a:lnTo>
                    <a:lnTo>
                      <a:pt x="648" y="198"/>
                    </a:lnTo>
                    <a:lnTo>
                      <a:pt x="514" y="187"/>
                    </a:lnTo>
                    <a:lnTo>
                      <a:pt x="470" y="260"/>
                    </a:lnTo>
                    <a:lnTo>
                      <a:pt x="415" y="297"/>
                    </a:lnTo>
                    <a:lnTo>
                      <a:pt x="276" y="288"/>
                    </a:lnTo>
                    <a:lnTo>
                      <a:pt x="186" y="321"/>
                    </a:lnTo>
                    <a:lnTo>
                      <a:pt x="118" y="345"/>
                    </a:lnTo>
                    <a:lnTo>
                      <a:pt x="48" y="345"/>
                    </a:lnTo>
                    <a:lnTo>
                      <a:pt x="0" y="317"/>
                    </a:lnTo>
                    <a:lnTo>
                      <a:pt x="48" y="359"/>
                    </a:lnTo>
                    <a:lnTo>
                      <a:pt x="105" y="366"/>
                    </a:lnTo>
                    <a:lnTo>
                      <a:pt x="223" y="366"/>
                    </a:lnTo>
                    <a:lnTo>
                      <a:pt x="294" y="391"/>
                    </a:lnTo>
                    <a:lnTo>
                      <a:pt x="382" y="514"/>
                    </a:lnTo>
                    <a:lnTo>
                      <a:pt x="507" y="611"/>
                    </a:lnTo>
                    <a:lnTo>
                      <a:pt x="527" y="640"/>
                    </a:lnTo>
                    <a:lnTo>
                      <a:pt x="564" y="615"/>
                    </a:lnTo>
                    <a:lnTo>
                      <a:pt x="555" y="550"/>
                    </a:lnTo>
                    <a:lnTo>
                      <a:pt x="544" y="461"/>
                    </a:lnTo>
                    <a:lnTo>
                      <a:pt x="555" y="380"/>
                    </a:lnTo>
                    <a:lnTo>
                      <a:pt x="569" y="327"/>
                    </a:lnTo>
                    <a:lnTo>
                      <a:pt x="630" y="267"/>
                    </a:lnTo>
                    <a:lnTo>
                      <a:pt x="685" y="226"/>
                    </a:lnTo>
                    <a:lnTo>
                      <a:pt x="738" y="132"/>
                    </a:lnTo>
                    <a:lnTo>
                      <a:pt x="800" y="57"/>
                    </a:ln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5" name="Freeform 219">
                <a:extLst>
                  <a:ext uri="{FF2B5EF4-FFF2-40B4-BE49-F238E27FC236}">
                    <a16:creationId xmlns:a16="http://schemas.microsoft.com/office/drawing/2014/main" id="{8CE7FD63-9ABC-9342-AE1A-A97D6913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25"/>
                <a:ext cx="9" cy="43"/>
              </a:xfrm>
              <a:custGeom>
                <a:avLst/>
                <a:gdLst>
                  <a:gd name="T0" fmla="*/ 0 w 72"/>
                  <a:gd name="T1" fmla="*/ 0 h 339"/>
                  <a:gd name="T2" fmla="*/ 0 w 72"/>
                  <a:gd name="T3" fmla="*/ 0 h 339"/>
                  <a:gd name="T4" fmla="*/ 0 w 72"/>
                  <a:gd name="T5" fmla="*/ 0 h 339"/>
                  <a:gd name="T6" fmla="*/ 0 w 72"/>
                  <a:gd name="T7" fmla="*/ 0 h 3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339"/>
                  <a:gd name="T14" fmla="*/ 72 w 72"/>
                  <a:gd name="T15" fmla="*/ 339 h 3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339">
                    <a:moveTo>
                      <a:pt x="56" y="0"/>
                    </a:moveTo>
                    <a:lnTo>
                      <a:pt x="0" y="339"/>
                    </a:lnTo>
                    <a:lnTo>
                      <a:pt x="72" y="11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6" name="Freeform 220">
                <a:extLst>
                  <a:ext uri="{FF2B5EF4-FFF2-40B4-BE49-F238E27FC236}">
                    <a16:creationId xmlns:a16="http://schemas.microsoft.com/office/drawing/2014/main" id="{EB9AC096-500C-C94F-85EC-20481AEDB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527"/>
                <a:ext cx="94" cy="23"/>
              </a:xfrm>
              <a:custGeom>
                <a:avLst/>
                <a:gdLst>
                  <a:gd name="T0" fmla="*/ 0 w 747"/>
                  <a:gd name="T1" fmla="*/ 0 h 189"/>
                  <a:gd name="T2" fmla="*/ 0 w 747"/>
                  <a:gd name="T3" fmla="*/ 0 h 189"/>
                  <a:gd name="T4" fmla="*/ 0 w 747"/>
                  <a:gd name="T5" fmla="*/ 0 h 189"/>
                  <a:gd name="T6" fmla="*/ 0 w 747"/>
                  <a:gd name="T7" fmla="*/ 0 h 189"/>
                  <a:gd name="T8" fmla="*/ 0 w 747"/>
                  <a:gd name="T9" fmla="*/ 0 h 189"/>
                  <a:gd name="T10" fmla="*/ 0 w 747"/>
                  <a:gd name="T11" fmla="*/ 0 h 189"/>
                  <a:gd name="T12" fmla="*/ 0 w 747"/>
                  <a:gd name="T13" fmla="*/ 0 h 189"/>
                  <a:gd name="T14" fmla="*/ 0 w 747"/>
                  <a:gd name="T15" fmla="*/ 0 h 189"/>
                  <a:gd name="T16" fmla="*/ 0 w 747"/>
                  <a:gd name="T17" fmla="*/ 0 h 189"/>
                  <a:gd name="T18" fmla="*/ 0 w 747"/>
                  <a:gd name="T19" fmla="*/ 0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47"/>
                  <a:gd name="T31" fmla="*/ 0 h 189"/>
                  <a:gd name="T32" fmla="*/ 747 w 747"/>
                  <a:gd name="T33" fmla="*/ 189 h 1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47" h="189">
                    <a:moveTo>
                      <a:pt x="0" y="189"/>
                    </a:moveTo>
                    <a:lnTo>
                      <a:pt x="38" y="145"/>
                    </a:lnTo>
                    <a:lnTo>
                      <a:pt x="95" y="117"/>
                    </a:lnTo>
                    <a:lnTo>
                      <a:pt x="189" y="97"/>
                    </a:lnTo>
                    <a:lnTo>
                      <a:pt x="341" y="78"/>
                    </a:lnTo>
                    <a:lnTo>
                      <a:pt x="460" y="39"/>
                    </a:lnTo>
                    <a:lnTo>
                      <a:pt x="581" y="0"/>
                    </a:lnTo>
                    <a:lnTo>
                      <a:pt x="664" y="0"/>
                    </a:lnTo>
                    <a:lnTo>
                      <a:pt x="715" y="29"/>
                    </a:lnTo>
                    <a:lnTo>
                      <a:pt x="747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7" name="Freeform 221">
                <a:extLst>
                  <a:ext uri="{FF2B5EF4-FFF2-40B4-BE49-F238E27FC236}">
                    <a16:creationId xmlns:a16="http://schemas.microsoft.com/office/drawing/2014/main" id="{82CEFC3B-3193-634B-8C30-8AAA35B5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9"/>
                <a:ext cx="70" cy="14"/>
              </a:xfrm>
              <a:custGeom>
                <a:avLst/>
                <a:gdLst>
                  <a:gd name="T0" fmla="*/ 0 w 563"/>
                  <a:gd name="T1" fmla="*/ 0 h 118"/>
                  <a:gd name="T2" fmla="*/ 0 w 563"/>
                  <a:gd name="T3" fmla="*/ 0 h 118"/>
                  <a:gd name="T4" fmla="*/ 0 w 563"/>
                  <a:gd name="T5" fmla="*/ 0 h 118"/>
                  <a:gd name="T6" fmla="*/ 0 w 563"/>
                  <a:gd name="T7" fmla="*/ 0 h 118"/>
                  <a:gd name="T8" fmla="*/ 0 w 563"/>
                  <a:gd name="T9" fmla="*/ 0 h 118"/>
                  <a:gd name="T10" fmla="*/ 0 w 563"/>
                  <a:gd name="T11" fmla="*/ 0 h 118"/>
                  <a:gd name="T12" fmla="*/ 0 w 56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118"/>
                  <a:gd name="T23" fmla="*/ 563 w 56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118">
                    <a:moveTo>
                      <a:pt x="0" y="118"/>
                    </a:moveTo>
                    <a:lnTo>
                      <a:pt x="134" y="94"/>
                    </a:lnTo>
                    <a:lnTo>
                      <a:pt x="266" y="41"/>
                    </a:lnTo>
                    <a:lnTo>
                      <a:pt x="362" y="4"/>
                    </a:lnTo>
                    <a:lnTo>
                      <a:pt x="436" y="0"/>
                    </a:lnTo>
                    <a:lnTo>
                      <a:pt x="496" y="17"/>
                    </a:lnTo>
                    <a:lnTo>
                      <a:pt x="56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8" name="Freeform 222">
                <a:extLst>
                  <a:ext uri="{FF2B5EF4-FFF2-40B4-BE49-F238E27FC236}">
                    <a16:creationId xmlns:a16="http://schemas.microsoft.com/office/drawing/2014/main" id="{201729DB-1135-8D43-A8DD-08FB685A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12"/>
                <a:ext cx="35" cy="7"/>
              </a:xfrm>
              <a:custGeom>
                <a:avLst/>
                <a:gdLst>
                  <a:gd name="T0" fmla="*/ 0 w 279"/>
                  <a:gd name="T1" fmla="*/ 0 h 62"/>
                  <a:gd name="T2" fmla="*/ 0 w 279"/>
                  <a:gd name="T3" fmla="*/ 0 h 62"/>
                  <a:gd name="T4" fmla="*/ 0 w 279"/>
                  <a:gd name="T5" fmla="*/ 0 h 62"/>
                  <a:gd name="T6" fmla="*/ 0 w 27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9"/>
                  <a:gd name="T13" fmla="*/ 0 h 62"/>
                  <a:gd name="T14" fmla="*/ 279 w 279"/>
                  <a:gd name="T15" fmla="*/ 62 h 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9" h="62">
                    <a:moveTo>
                      <a:pt x="0" y="62"/>
                    </a:moveTo>
                    <a:lnTo>
                      <a:pt x="161" y="7"/>
                    </a:lnTo>
                    <a:lnTo>
                      <a:pt x="223" y="0"/>
                    </a:lnTo>
                    <a:lnTo>
                      <a:pt x="279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09" name="Freeform 223">
                <a:extLst>
                  <a:ext uri="{FF2B5EF4-FFF2-40B4-BE49-F238E27FC236}">
                    <a16:creationId xmlns:a16="http://schemas.microsoft.com/office/drawing/2014/main" id="{E23055DE-15D2-7C4A-B01D-7250A353F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556"/>
                <a:ext cx="13" cy="16"/>
              </a:xfrm>
              <a:custGeom>
                <a:avLst/>
                <a:gdLst>
                  <a:gd name="T0" fmla="*/ 0 w 105"/>
                  <a:gd name="T1" fmla="*/ 0 h 128"/>
                  <a:gd name="T2" fmla="*/ 0 w 105"/>
                  <a:gd name="T3" fmla="*/ 0 h 128"/>
                  <a:gd name="T4" fmla="*/ 0 w 105"/>
                  <a:gd name="T5" fmla="*/ 0 h 128"/>
                  <a:gd name="T6" fmla="*/ 0 w 105"/>
                  <a:gd name="T7" fmla="*/ 0 h 128"/>
                  <a:gd name="T8" fmla="*/ 0 w 105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128"/>
                  <a:gd name="T17" fmla="*/ 105 w 10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128">
                    <a:moveTo>
                      <a:pt x="0" y="0"/>
                    </a:moveTo>
                    <a:lnTo>
                      <a:pt x="0" y="101"/>
                    </a:lnTo>
                    <a:lnTo>
                      <a:pt x="52" y="128"/>
                    </a:lnTo>
                    <a:lnTo>
                      <a:pt x="105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10" name="Freeform 224">
                <a:extLst>
                  <a:ext uri="{FF2B5EF4-FFF2-40B4-BE49-F238E27FC236}">
                    <a16:creationId xmlns:a16="http://schemas.microsoft.com/office/drawing/2014/main" id="{7526DCB8-45BE-8441-AE91-1A209CED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58"/>
                <a:ext cx="266" cy="472"/>
              </a:xfrm>
              <a:custGeom>
                <a:avLst/>
                <a:gdLst>
                  <a:gd name="T0" fmla="*/ 0 w 2124"/>
                  <a:gd name="T1" fmla="*/ 0 h 3774"/>
                  <a:gd name="T2" fmla="*/ 0 w 2124"/>
                  <a:gd name="T3" fmla="*/ 0 h 3774"/>
                  <a:gd name="T4" fmla="*/ 0 w 2124"/>
                  <a:gd name="T5" fmla="*/ 0 h 3774"/>
                  <a:gd name="T6" fmla="*/ 0 w 2124"/>
                  <a:gd name="T7" fmla="*/ 0 h 3774"/>
                  <a:gd name="T8" fmla="*/ 0 w 2124"/>
                  <a:gd name="T9" fmla="*/ 0 h 3774"/>
                  <a:gd name="T10" fmla="*/ 0 w 2124"/>
                  <a:gd name="T11" fmla="*/ 0 h 3774"/>
                  <a:gd name="T12" fmla="*/ 0 w 2124"/>
                  <a:gd name="T13" fmla="*/ 0 h 3774"/>
                  <a:gd name="T14" fmla="*/ 0 w 2124"/>
                  <a:gd name="T15" fmla="*/ 0 h 3774"/>
                  <a:gd name="T16" fmla="*/ 0 w 2124"/>
                  <a:gd name="T17" fmla="*/ 0 h 3774"/>
                  <a:gd name="T18" fmla="*/ 0 w 2124"/>
                  <a:gd name="T19" fmla="*/ 0 h 3774"/>
                  <a:gd name="T20" fmla="*/ 0 w 2124"/>
                  <a:gd name="T21" fmla="*/ 0 h 3774"/>
                  <a:gd name="T22" fmla="*/ 0 w 2124"/>
                  <a:gd name="T23" fmla="*/ 0 h 3774"/>
                  <a:gd name="T24" fmla="*/ 0 w 2124"/>
                  <a:gd name="T25" fmla="*/ 0 h 3774"/>
                  <a:gd name="T26" fmla="*/ 0 w 2124"/>
                  <a:gd name="T27" fmla="*/ 0 h 3774"/>
                  <a:gd name="T28" fmla="*/ 0 w 2124"/>
                  <a:gd name="T29" fmla="*/ 0 h 3774"/>
                  <a:gd name="T30" fmla="*/ 0 w 2124"/>
                  <a:gd name="T31" fmla="*/ 0 h 3774"/>
                  <a:gd name="T32" fmla="*/ 0 w 2124"/>
                  <a:gd name="T33" fmla="*/ 0 h 3774"/>
                  <a:gd name="T34" fmla="*/ 0 w 2124"/>
                  <a:gd name="T35" fmla="*/ 0 h 3774"/>
                  <a:gd name="T36" fmla="*/ 0 w 2124"/>
                  <a:gd name="T37" fmla="*/ 0 h 3774"/>
                  <a:gd name="T38" fmla="*/ 0 w 2124"/>
                  <a:gd name="T39" fmla="*/ 0 h 3774"/>
                  <a:gd name="T40" fmla="*/ 0 w 2124"/>
                  <a:gd name="T41" fmla="*/ 0 h 3774"/>
                  <a:gd name="T42" fmla="*/ 0 w 2124"/>
                  <a:gd name="T43" fmla="*/ 0 h 3774"/>
                  <a:gd name="T44" fmla="*/ 0 w 2124"/>
                  <a:gd name="T45" fmla="*/ 0 h 3774"/>
                  <a:gd name="T46" fmla="*/ 0 w 2124"/>
                  <a:gd name="T47" fmla="*/ 0 h 3774"/>
                  <a:gd name="T48" fmla="*/ 0 w 2124"/>
                  <a:gd name="T49" fmla="*/ 0 h 3774"/>
                  <a:gd name="T50" fmla="*/ 0 w 2124"/>
                  <a:gd name="T51" fmla="*/ 0 h 3774"/>
                  <a:gd name="T52" fmla="*/ 0 w 2124"/>
                  <a:gd name="T53" fmla="*/ 0 h 3774"/>
                  <a:gd name="T54" fmla="*/ 0 w 2124"/>
                  <a:gd name="T55" fmla="*/ 0 h 3774"/>
                  <a:gd name="T56" fmla="*/ 0 w 2124"/>
                  <a:gd name="T57" fmla="*/ 0 h 3774"/>
                  <a:gd name="T58" fmla="*/ 0 w 2124"/>
                  <a:gd name="T59" fmla="*/ 0 h 377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124"/>
                  <a:gd name="T91" fmla="*/ 0 h 3774"/>
                  <a:gd name="T92" fmla="*/ 2124 w 2124"/>
                  <a:gd name="T93" fmla="*/ 3774 h 377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124" h="3774">
                    <a:moveTo>
                      <a:pt x="1483" y="509"/>
                    </a:moveTo>
                    <a:lnTo>
                      <a:pt x="1612" y="966"/>
                    </a:lnTo>
                    <a:lnTo>
                      <a:pt x="1929" y="1474"/>
                    </a:lnTo>
                    <a:lnTo>
                      <a:pt x="1810" y="2116"/>
                    </a:lnTo>
                    <a:lnTo>
                      <a:pt x="2124" y="3119"/>
                    </a:lnTo>
                    <a:lnTo>
                      <a:pt x="2124" y="3774"/>
                    </a:lnTo>
                    <a:lnTo>
                      <a:pt x="916" y="3766"/>
                    </a:lnTo>
                    <a:lnTo>
                      <a:pt x="0" y="3302"/>
                    </a:lnTo>
                    <a:lnTo>
                      <a:pt x="499" y="2990"/>
                    </a:lnTo>
                    <a:lnTo>
                      <a:pt x="510" y="2782"/>
                    </a:lnTo>
                    <a:lnTo>
                      <a:pt x="589" y="2443"/>
                    </a:lnTo>
                    <a:lnTo>
                      <a:pt x="589" y="2755"/>
                    </a:lnTo>
                    <a:lnTo>
                      <a:pt x="932" y="2375"/>
                    </a:lnTo>
                    <a:lnTo>
                      <a:pt x="995" y="2285"/>
                    </a:lnTo>
                    <a:lnTo>
                      <a:pt x="1024" y="2116"/>
                    </a:lnTo>
                    <a:lnTo>
                      <a:pt x="1063" y="1931"/>
                    </a:lnTo>
                    <a:lnTo>
                      <a:pt x="1301" y="1946"/>
                    </a:lnTo>
                    <a:lnTo>
                      <a:pt x="1377" y="1812"/>
                    </a:lnTo>
                    <a:lnTo>
                      <a:pt x="1206" y="1501"/>
                    </a:lnTo>
                    <a:lnTo>
                      <a:pt x="1377" y="1501"/>
                    </a:lnTo>
                    <a:lnTo>
                      <a:pt x="1377" y="1434"/>
                    </a:lnTo>
                    <a:lnTo>
                      <a:pt x="1232" y="1265"/>
                    </a:lnTo>
                    <a:lnTo>
                      <a:pt x="1246" y="1148"/>
                    </a:lnTo>
                    <a:lnTo>
                      <a:pt x="1457" y="966"/>
                    </a:lnTo>
                    <a:lnTo>
                      <a:pt x="1470" y="717"/>
                    </a:lnTo>
                    <a:lnTo>
                      <a:pt x="1351" y="496"/>
                    </a:lnTo>
                    <a:lnTo>
                      <a:pt x="1324" y="258"/>
                    </a:lnTo>
                    <a:lnTo>
                      <a:pt x="1206" y="0"/>
                    </a:lnTo>
                    <a:lnTo>
                      <a:pt x="1419" y="351"/>
                    </a:lnTo>
                    <a:lnTo>
                      <a:pt x="1483" y="5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11" name="Freeform 225">
                <a:extLst>
                  <a:ext uri="{FF2B5EF4-FFF2-40B4-BE49-F238E27FC236}">
                    <a16:creationId xmlns:a16="http://schemas.microsoft.com/office/drawing/2014/main" id="{F4A3A071-0C25-DB42-B16A-4E24B996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641"/>
                <a:ext cx="92" cy="109"/>
              </a:xfrm>
              <a:custGeom>
                <a:avLst/>
                <a:gdLst>
                  <a:gd name="T0" fmla="*/ 0 w 734"/>
                  <a:gd name="T1" fmla="*/ 0 h 874"/>
                  <a:gd name="T2" fmla="*/ 0 w 734"/>
                  <a:gd name="T3" fmla="*/ 0 h 874"/>
                  <a:gd name="T4" fmla="*/ 0 w 734"/>
                  <a:gd name="T5" fmla="*/ 0 h 874"/>
                  <a:gd name="T6" fmla="*/ 0 w 734"/>
                  <a:gd name="T7" fmla="*/ 0 h 874"/>
                  <a:gd name="T8" fmla="*/ 0 w 734"/>
                  <a:gd name="T9" fmla="*/ 0 h 874"/>
                  <a:gd name="T10" fmla="*/ 0 w 734"/>
                  <a:gd name="T11" fmla="*/ 0 h 874"/>
                  <a:gd name="T12" fmla="*/ 0 w 734"/>
                  <a:gd name="T13" fmla="*/ 0 h 874"/>
                  <a:gd name="T14" fmla="*/ 0 w 734"/>
                  <a:gd name="T15" fmla="*/ 0 h 874"/>
                  <a:gd name="T16" fmla="*/ 0 w 734"/>
                  <a:gd name="T17" fmla="*/ 0 h 874"/>
                  <a:gd name="T18" fmla="*/ 0 w 734"/>
                  <a:gd name="T19" fmla="*/ 0 h 874"/>
                  <a:gd name="T20" fmla="*/ 0 w 734"/>
                  <a:gd name="T21" fmla="*/ 0 h 874"/>
                  <a:gd name="T22" fmla="*/ 0 w 734"/>
                  <a:gd name="T23" fmla="*/ 0 h 874"/>
                  <a:gd name="T24" fmla="*/ 0 w 734"/>
                  <a:gd name="T25" fmla="*/ 0 h 874"/>
                  <a:gd name="T26" fmla="*/ 0 w 734"/>
                  <a:gd name="T27" fmla="*/ 0 h 874"/>
                  <a:gd name="T28" fmla="*/ 0 w 734"/>
                  <a:gd name="T29" fmla="*/ 0 h 874"/>
                  <a:gd name="T30" fmla="*/ 0 w 734"/>
                  <a:gd name="T31" fmla="*/ 0 h 874"/>
                  <a:gd name="T32" fmla="*/ 0 w 734"/>
                  <a:gd name="T33" fmla="*/ 0 h 874"/>
                  <a:gd name="T34" fmla="*/ 0 w 734"/>
                  <a:gd name="T35" fmla="*/ 0 h 874"/>
                  <a:gd name="T36" fmla="*/ 0 w 734"/>
                  <a:gd name="T37" fmla="*/ 0 h 874"/>
                  <a:gd name="T38" fmla="*/ 0 w 734"/>
                  <a:gd name="T39" fmla="*/ 0 h 874"/>
                  <a:gd name="T40" fmla="*/ 0 w 734"/>
                  <a:gd name="T41" fmla="*/ 0 h 874"/>
                  <a:gd name="T42" fmla="*/ 0 w 734"/>
                  <a:gd name="T43" fmla="*/ 0 h 874"/>
                  <a:gd name="T44" fmla="*/ 0 w 734"/>
                  <a:gd name="T45" fmla="*/ 0 h 8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34"/>
                  <a:gd name="T70" fmla="*/ 0 h 874"/>
                  <a:gd name="T71" fmla="*/ 734 w 734"/>
                  <a:gd name="T72" fmla="*/ 874 h 87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34" h="874">
                    <a:moveTo>
                      <a:pt x="38" y="65"/>
                    </a:moveTo>
                    <a:lnTo>
                      <a:pt x="156" y="301"/>
                    </a:lnTo>
                    <a:lnTo>
                      <a:pt x="0" y="874"/>
                    </a:lnTo>
                    <a:lnTo>
                      <a:pt x="220" y="222"/>
                    </a:lnTo>
                    <a:lnTo>
                      <a:pt x="220" y="158"/>
                    </a:lnTo>
                    <a:lnTo>
                      <a:pt x="195" y="106"/>
                    </a:lnTo>
                    <a:lnTo>
                      <a:pt x="328" y="158"/>
                    </a:lnTo>
                    <a:lnTo>
                      <a:pt x="420" y="250"/>
                    </a:lnTo>
                    <a:lnTo>
                      <a:pt x="446" y="367"/>
                    </a:lnTo>
                    <a:lnTo>
                      <a:pt x="378" y="547"/>
                    </a:lnTo>
                    <a:lnTo>
                      <a:pt x="486" y="404"/>
                    </a:lnTo>
                    <a:lnTo>
                      <a:pt x="576" y="433"/>
                    </a:lnTo>
                    <a:lnTo>
                      <a:pt x="290" y="874"/>
                    </a:lnTo>
                    <a:lnTo>
                      <a:pt x="734" y="378"/>
                    </a:lnTo>
                    <a:lnTo>
                      <a:pt x="681" y="325"/>
                    </a:lnTo>
                    <a:lnTo>
                      <a:pt x="617" y="367"/>
                    </a:lnTo>
                    <a:lnTo>
                      <a:pt x="499" y="339"/>
                    </a:lnTo>
                    <a:lnTo>
                      <a:pt x="472" y="235"/>
                    </a:lnTo>
                    <a:lnTo>
                      <a:pt x="393" y="158"/>
                    </a:lnTo>
                    <a:lnTo>
                      <a:pt x="248" y="79"/>
                    </a:lnTo>
                    <a:lnTo>
                      <a:pt x="156" y="79"/>
                    </a:lnTo>
                    <a:lnTo>
                      <a:pt x="0" y="0"/>
                    </a:lnTo>
                    <a:lnTo>
                      <a:pt x="38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12" name="Freeform 226">
                <a:extLst>
                  <a:ext uri="{FF2B5EF4-FFF2-40B4-BE49-F238E27FC236}">
                    <a16:creationId xmlns:a16="http://schemas.microsoft.com/office/drawing/2014/main" id="{3AA781B0-70B0-274E-BFC7-1FAF9DEB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693"/>
                <a:ext cx="80" cy="62"/>
              </a:xfrm>
              <a:custGeom>
                <a:avLst/>
                <a:gdLst>
                  <a:gd name="T0" fmla="*/ 0 w 643"/>
                  <a:gd name="T1" fmla="*/ 0 h 496"/>
                  <a:gd name="T2" fmla="*/ 0 w 643"/>
                  <a:gd name="T3" fmla="*/ 0 h 496"/>
                  <a:gd name="T4" fmla="*/ 0 w 643"/>
                  <a:gd name="T5" fmla="*/ 0 h 496"/>
                  <a:gd name="T6" fmla="*/ 0 w 643"/>
                  <a:gd name="T7" fmla="*/ 0 h 496"/>
                  <a:gd name="T8" fmla="*/ 0 w 643"/>
                  <a:gd name="T9" fmla="*/ 0 h 496"/>
                  <a:gd name="T10" fmla="*/ 0 w 643"/>
                  <a:gd name="T11" fmla="*/ 0 h 496"/>
                  <a:gd name="T12" fmla="*/ 0 w 643"/>
                  <a:gd name="T13" fmla="*/ 0 h 4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3"/>
                  <a:gd name="T22" fmla="*/ 0 h 496"/>
                  <a:gd name="T23" fmla="*/ 643 w 643"/>
                  <a:gd name="T24" fmla="*/ 496 h 4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3" h="496">
                    <a:moveTo>
                      <a:pt x="0" y="0"/>
                    </a:moveTo>
                    <a:lnTo>
                      <a:pt x="198" y="94"/>
                    </a:lnTo>
                    <a:lnTo>
                      <a:pt x="420" y="168"/>
                    </a:lnTo>
                    <a:lnTo>
                      <a:pt x="643" y="496"/>
                    </a:lnTo>
                    <a:lnTo>
                      <a:pt x="500" y="442"/>
                    </a:lnTo>
                    <a:lnTo>
                      <a:pt x="408" y="2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6213" name="Freeform 227">
                <a:extLst>
                  <a:ext uri="{FF2B5EF4-FFF2-40B4-BE49-F238E27FC236}">
                    <a16:creationId xmlns:a16="http://schemas.microsoft.com/office/drawing/2014/main" id="{E2C5A789-270D-8D44-9925-ACFA2A09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57"/>
                <a:ext cx="83" cy="305"/>
              </a:xfrm>
              <a:custGeom>
                <a:avLst/>
                <a:gdLst>
                  <a:gd name="T0" fmla="*/ 0 w 667"/>
                  <a:gd name="T1" fmla="*/ 0 h 2442"/>
                  <a:gd name="T2" fmla="*/ 0 w 667"/>
                  <a:gd name="T3" fmla="*/ 0 h 2442"/>
                  <a:gd name="T4" fmla="*/ 0 w 667"/>
                  <a:gd name="T5" fmla="*/ 0 h 2442"/>
                  <a:gd name="T6" fmla="*/ 0 w 667"/>
                  <a:gd name="T7" fmla="*/ 0 h 2442"/>
                  <a:gd name="T8" fmla="*/ 0 w 667"/>
                  <a:gd name="T9" fmla="*/ 0 h 2442"/>
                  <a:gd name="T10" fmla="*/ 0 w 667"/>
                  <a:gd name="T11" fmla="*/ 0 h 2442"/>
                  <a:gd name="T12" fmla="*/ 0 w 667"/>
                  <a:gd name="T13" fmla="*/ 0 h 2442"/>
                  <a:gd name="T14" fmla="*/ 0 w 667"/>
                  <a:gd name="T15" fmla="*/ 0 h 2442"/>
                  <a:gd name="T16" fmla="*/ 0 w 667"/>
                  <a:gd name="T17" fmla="*/ 0 h 2442"/>
                  <a:gd name="T18" fmla="*/ 0 w 667"/>
                  <a:gd name="T19" fmla="*/ 0 h 2442"/>
                  <a:gd name="T20" fmla="*/ 0 w 667"/>
                  <a:gd name="T21" fmla="*/ 0 h 2442"/>
                  <a:gd name="T22" fmla="*/ 0 w 667"/>
                  <a:gd name="T23" fmla="*/ 0 h 2442"/>
                  <a:gd name="T24" fmla="*/ 0 w 667"/>
                  <a:gd name="T25" fmla="*/ 0 h 2442"/>
                  <a:gd name="T26" fmla="*/ 0 w 667"/>
                  <a:gd name="T27" fmla="*/ 0 h 2442"/>
                  <a:gd name="T28" fmla="*/ 0 w 667"/>
                  <a:gd name="T29" fmla="*/ 0 h 2442"/>
                  <a:gd name="T30" fmla="*/ 0 w 667"/>
                  <a:gd name="T31" fmla="*/ 0 h 2442"/>
                  <a:gd name="T32" fmla="*/ 0 w 667"/>
                  <a:gd name="T33" fmla="*/ 0 h 2442"/>
                  <a:gd name="T34" fmla="*/ 0 w 667"/>
                  <a:gd name="T35" fmla="*/ 0 h 2442"/>
                  <a:gd name="T36" fmla="*/ 0 w 667"/>
                  <a:gd name="T37" fmla="*/ 0 h 2442"/>
                  <a:gd name="T38" fmla="*/ 0 w 667"/>
                  <a:gd name="T39" fmla="*/ 0 h 2442"/>
                  <a:gd name="T40" fmla="*/ 0 w 667"/>
                  <a:gd name="T41" fmla="*/ 0 h 2442"/>
                  <a:gd name="T42" fmla="*/ 0 w 667"/>
                  <a:gd name="T43" fmla="*/ 0 h 2442"/>
                  <a:gd name="T44" fmla="*/ 0 w 667"/>
                  <a:gd name="T45" fmla="*/ 0 h 2442"/>
                  <a:gd name="T46" fmla="*/ 0 w 667"/>
                  <a:gd name="T47" fmla="*/ 0 h 2442"/>
                  <a:gd name="T48" fmla="*/ 0 w 667"/>
                  <a:gd name="T49" fmla="*/ 0 h 2442"/>
                  <a:gd name="T50" fmla="*/ 0 w 667"/>
                  <a:gd name="T51" fmla="*/ 0 h 2442"/>
                  <a:gd name="T52" fmla="*/ 0 w 667"/>
                  <a:gd name="T53" fmla="*/ 0 h 2442"/>
                  <a:gd name="T54" fmla="*/ 0 w 667"/>
                  <a:gd name="T55" fmla="*/ 0 h 2442"/>
                  <a:gd name="T56" fmla="*/ 0 w 667"/>
                  <a:gd name="T57" fmla="*/ 0 h 2442"/>
                  <a:gd name="T58" fmla="*/ 0 w 667"/>
                  <a:gd name="T59" fmla="*/ 0 h 24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67"/>
                  <a:gd name="T91" fmla="*/ 0 h 2442"/>
                  <a:gd name="T92" fmla="*/ 667 w 667"/>
                  <a:gd name="T93" fmla="*/ 2442 h 244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67" h="2442">
                    <a:moveTo>
                      <a:pt x="208" y="0"/>
                    </a:moveTo>
                    <a:lnTo>
                      <a:pt x="208" y="88"/>
                    </a:lnTo>
                    <a:lnTo>
                      <a:pt x="618" y="326"/>
                    </a:lnTo>
                    <a:lnTo>
                      <a:pt x="272" y="194"/>
                    </a:lnTo>
                    <a:lnTo>
                      <a:pt x="208" y="440"/>
                    </a:lnTo>
                    <a:lnTo>
                      <a:pt x="272" y="625"/>
                    </a:lnTo>
                    <a:lnTo>
                      <a:pt x="272" y="794"/>
                    </a:lnTo>
                    <a:lnTo>
                      <a:pt x="208" y="1190"/>
                    </a:lnTo>
                    <a:lnTo>
                      <a:pt x="153" y="1543"/>
                    </a:lnTo>
                    <a:lnTo>
                      <a:pt x="185" y="1734"/>
                    </a:lnTo>
                    <a:lnTo>
                      <a:pt x="314" y="1996"/>
                    </a:lnTo>
                    <a:lnTo>
                      <a:pt x="512" y="2218"/>
                    </a:lnTo>
                    <a:lnTo>
                      <a:pt x="667" y="2257"/>
                    </a:lnTo>
                    <a:lnTo>
                      <a:pt x="470" y="2242"/>
                    </a:lnTo>
                    <a:lnTo>
                      <a:pt x="404" y="2273"/>
                    </a:lnTo>
                    <a:lnTo>
                      <a:pt x="404" y="2442"/>
                    </a:lnTo>
                    <a:lnTo>
                      <a:pt x="272" y="2321"/>
                    </a:lnTo>
                    <a:lnTo>
                      <a:pt x="0" y="2400"/>
                    </a:lnTo>
                    <a:lnTo>
                      <a:pt x="245" y="2297"/>
                    </a:lnTo>
                    <a:lnTo>
                      <a:pt x="185" y="2089"/>
                    </a:lnTo>
                    <a:lnTo>
                      <a:pt x="129" y="1801"/>
                    </a:lnTo>
                    <a:lnTo>
                      <a:pt x="116" y="1501"/>
                    </a:lnTo>
                    <a:lnTo>
                      <a:pt x="143" y="1200"/>
                    </a:lnTo>
                    <a:lnTo>
                      <a:pt x="208" y="911"/>
                    </a:lnTo>
                    <a:lnTo>
                      <a:pt x="233" y="756"/>
                    </a:lnTo>
                    <a:lnTo>
                      <a:pt x="233" y="598"/>
                    </a:lnTo>
                    <a:lnTo>
                      <a:pt x="185" y="494"/>
                    </a:lnTo>
                    <a:lnTo>
                      <a:pt x="51" y="440"/>
                    </a:lnTo>
                    <a:lnTo>
                      <a:pt x="185" y="13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66008" name="Freeform 228">
              <a:extLst>
                <a:ext uri="{FF2B5EF4-FFF2-40B4-BE49-F238E27FC236}">
                  <a16:creationId xmlns:a16="http://schemas.microsoft.com/office/drawing/2014/main" id="{2597141A-1524-A141-A24A-5C2E684F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753"/>
              <a:ext cx="136" cy="305"/>
            </a:xfrm>
            <a:custGeom>
              <a:avLst/>
              <a:gdLst>
                <a:gd name="T0" fmla="*/ 0 w 1088"/>
                <a:gd name="T1" fmla="*/ 0 h 2442"/>
                <a:gd name="T2" fmla="*/ 0 w 1088"/>
                <a:gd name="T3" fmla="*/ 0 h 2442"/>
                <a:gd name="T4" fmla="*/ 0 w 1088"/>
                <a:gd name="T5" fmla="*/ 0 h 2442"/>
                <a:gd name="T6" fmla="*/ 0 w 1088"/>
                <a:gd name="T7" fmla="*/ 0 h 2442"/>
                <a:gd name="T8" fmla="*/ 0 w 1088"/>
                <a:gd name="T9" fmla="*/ 0 h 2442"/>
                <a:gd name="T10" fmla="*/ 0 w 1088"/>
                <a:gd name="T11" fmla="*/ 0 h 2442"/>
                <a:gd name="T12" fmla="*/ 0 w 1088"/>
                <a:gd name="T13" fmla="*/ 0 h 2442"/>
                <a:gd name="T14" fmla="*/ 0 w 1088"/>
                <a:gd name="T15" fmla="*/ 0 h 2442"/>
                <a:gd name="T16" fmla="*/ 0 w 1088"/>
                <a:gd name="T17" fmla="*/ 0 h 2442"/>
                <a:gd name="T18" fmla="*/ 0 w 1088"/>
                <a:gd name="T19" fmla="*/ 0 h 2442"/>
                <a:gd name="T20" fmla="*/ 0 w 1088"/>
                <a:gd name="T21" fmla="*/ 0 h 2442"/>
                <a:gd name="T22" fmla="*/ 0 w 1088"/>
                <a:gd name="T23" fmla="*/ 0 h 2442"/>
                <a:gd name="T24" fmla="*/ 0 w 1088"/>
                <a:gd name="T25" fmla="*/ 0 h 2442"/>
                <a:gd name="T26" fmla="*/ 0 w 1088"/>
                <a:gd name="T27" fmla="*/ 0 h 2442"/>
                <a:gd name="T28" fmla="*/ 0 w 1088"/>
                <a:gd name="T29" fmla="*/ 0 h 2442"/>
                <a:gd name="T30" fmla="*/ 0 w 1088"/>
                <a:gd name="T31" fmla="*/ 0 h 2442"/>
                <a:gd name="T32" fmla="*/ 0 w 1088"/>
                <a:gd name="T33" fmla="*/ 0 h 2442"/>
                <a:gd name="T34" fmla="*/ 0 w 1088"/>
                <a:gd name="T35" fmla="*/ 0 h 2442"/>
                <a:gd name="T36" fmla="*/ 0 w 1088"/>
                <a:gd name="T37" fmla="*/ 0 h 2442"/>
                <a:gd name="T38" fmla="*/ 0 w 1088"/>
                <a:gd name="T39" fmla="*/ 0 h 2442"/>
                <a:gd name="T40" fmla="*/ 0 w 1088"/>
                <a:gd name="T41" fmla="*/ 0 h 2442"/>
                <a:gd name="T42" fmla="*/ 0 w 1088"/>
                <a:gd name="T43" fmla="*/ 0 h 2442"/>
                <a:gd name="T44" fmla="*/ 0 w 1088"/>
                <a:gd name="T45" fmla="*/ 0 h 2442"/>
                <a:gd name="T46" fmla="*/ 0 w 1088"/>
                <a:gd name="T47" fmla="*/ 0 h 2442"/>
                <a:gd name="T48" fmla="*/ 0 w 1088"/>
                <a:gd name="T49" fmla="*/ 0 h 2442"/>
                <a:gd name="T50" fmla="*/ 0 w 1088"/>
                <a:gd name="T51" fmla="*/ 0 h 2442"/>
                <a:gd name="T52" fmla="*/ 0 w 1088"/>
                <a:gd name="T53" fmla="*/ 0 h 2442"/>
                <a:gd name="T54" fmla="*/ 0 w 1088"/>
                <a:gd name="T55" fmla="*/ 0 h 2442"/>
                <a:gd name="T56" fmla="*/ 0 w 1088"/>
                <a:gd name="T57" fmla="*/ 0 h 2442"/>
                <a:gd name="T58" fmla="*/ 0 w 1088"/>
                <a:gd name="T59" fmla="*/ 0 h 2442"/>
                <a:gd name="T60" fmla="*/ 0 w 1088"/>
                <a:gd name="T61" fmla="*/ 0 h 2442"/>
                <a:gd name="T62" fmla="*/ 0 w 1088"/>
                <a:gd name="T63" fmla="*/ 0 h 2442"/>
                <a:gd name="T64" fmla="*/ 0 w 1088"/>
                <a:gd name="T65" fmla="*/ 0 h 2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88"/>
                <a:gd name="T100" fmla="*/ 0 h 2442"/>
                <a:gd name="T101" fmla="*/ 1088 w 1088"/>
                <a:gd name="T102" fmla="*/ 2442 h 2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88" h="2442">
                  <a:moveTo>
                    <a:pt x="1035" y="0"/>
                  </a:moveTo>
                  <a:lnTo>
                    <a:pt x="958" y="116"/>
                  </a:lnTo>
                  <a:lnTo>
                    <a:pt x="943" y="238"/>
                  </a:lnTo>
                  <a:lnTo>
                    <a:pt x="943" y="455"/>
                  </a:lnTo>
                  <a:lnTo>
                    <a:pt x="931" y="784"/>
                  </a:lnTo>
                  <a:lnTo>
                    <a:pt x="866" y="1292"/>
                  </a:lnTo>
                  <a:lnTo>
                    <a:pt x="838" y="1672"/>
                  </a:lnTo>
                  <a:lnTo>
                    <a:pt x="853" y="1894"/>
                  </a:lnTo>
                  <a:lnTo>
                    <a:pt x="890" y="2074"/>
                  </a:lnTo>
                  <a:lnTo>
                    <a:pt x="943" y="2207"/>
                  </a:lnTo>
                  <a:lnTo>
                    <a:pt x="1023" y="2338"/>
                  </a:lnTo>
                  <a:lnTo>
                    <a:pt x="1088" y="2378"/>
                  </a:lnTo>
                  <a:lnTo>
                    <a:pt x="980" y="2442"/>
                  </a:lnTo>
                  <a:lnTo>
                    <a:pt x="866" y="2442"/>
                  </a:lnTo>
                  <a:lnTo>
                    <a:pt x="866" y="2232"/>
                  </a:lnTo>
                  <a:lnTo>
                    <a:pt x="798" y="2052"/>
                  </a:lnTo>
                  <a:lnTo>
                    <a:pt x="576" y="1424"/>
                  </a:lnTo>
                  <a:lnTo>
                    <a:pt x="156" y="1488"/>
                  </a:lnTo>
                  <a:lnTo>
                    <a:pt x="75" y="1474"/>
                  </a:lnTo>
                  <a:lnTo>
                    <a:pt x="391" y="1345"/>
                  </a:lnTo>
                  <a:lnTo>
                    <a:pt x="341" y="1228"/>
                  </a:lnTo>
                  <a:lnTo>
                    <a:pt x="0" y="1228"/>
                  </a:lnTo>
                  <a:lnTo>
                    <a:pt x="260" y="1110"/>
                  </a:lnTo>
                  <a:lnTo>
                    <a:pt x="456" y="1096"/>
                  </a:lnTo>
                  <a:lnTo>
                    <a:pt x="417" y="849"/>
                  </a:lnTo>
                  <a:lnTo>
                    <a:pt x="798" y="1905"/>
                  </a:lnTo>
                  <a:lnTo>
                    <a:pt x="798" y="1608"/>
                  </a:lnTo>
                  <a:lnTo>
                    <a:pt x="838" y="1257"/>
                  </a:lnTo>
                  <a:lnTo>
                    <a:pt x="890" y="863"/>
                  </a:lnTo>
                  <a:lnTo>
                    <a:pt x="919" y="575"/>
                  </a:lnTo>
                  <a:lnTo>
                    <a:pt x="919" y="169"/>
                  </a:lnTo>
                  <a:lnTo>
                    <a:pt x="972" y="5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9" name="Freeform 229">
              <a:extLst>
                <a:ext uri="{FF2B5EF4-FFF2-40B4-BE49-F238E27FC236}">
                  <a16:creationId xmlns:a16="http://schemas.microsoft.com/office/drawing/2014/main" id="{DC54E005-22E7-E546-8736-1BBEE53C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97"/>
              <a:ext cx="181" cy="263"/>
            </a:xfrm>
            <a:custGeom>
              <a:avLst/>
              <a:gdLst>
                <a:gd name="T0" fmla="*/ 0 w 1444"/>
                <a:gd name="T1" fmla="*/ 0 h 2100"/>
                <a:gd name="T2" fmla="*/ 0 w 1444"/>
                <a:gd name="T3" fmla="*/ 0 h 2100"/>
                <a:gd name="T4" fmla="*/ 0 w 1444"/>
                <a:gd name="T5" fmla="*/ 0 h 2100"/>
                <a:gd name="T6" fmla="*/ 0 w 1444"/>
                <a:gd name="T7" fmla="*/ 0 h 2100"/>
                <a:gd name="T8" fmla="*/ 0 w 1444"/>
                <a:gd name="T9" fmla="*/ 0 h 2100"/>
                <a:gd name="T10" fmla="*/ 0 w 1444"/>
                <a:gd name="T11" fmla="*/ 0 h 2100"/>
                <a:gd name="T12" fmla="*/ 0 w 1444"/>
                <a:gd name="T13" fmla="*/ 0 h 2100"/>
                <a:gd name="T14" fmla="*/ 0 w 1444"/>
                <a:gd name="T15" fmla="*/ 0 h 2100"/>
                <a:gd name="T16" fmla="*/ 0 w 1444"/>
                <a:gd name="T17" fmla="*/ 0 h 2100"/>
                <a:gd name="T18" fmla="*/ 0 w 1444"/>
                <a:gd name="T19" fmla="*/ 0 h 2100"/>
                <a:gd name="T20" fmla="*/ 0 w 1444"/>
                <a:gd name="T21" fmla="*/ 0 h 2100"/>
                <a:gd name="T22" fmla="*/ 0 w 1444"/>
                <a:gd name="T23" fmla="*/ 0 h 2100"/>
                <a:gd name="T24" fmla="*/ 0 w 1444"/>
                <a:gd name="T25" fmla="*/ 0 h 2100"/>
                <a:gd name="T26" fmla="*/ 0 w 1444"/>
                <a:gd name="T27" fmla="*/ 0 h 2100"/>
                <a:gd name="T28" fmla="*/ 0 w 1444"/>
                <a:gd name="T29" fmla="*/ 0 h 2100"/>
                <a:gd name="T30" fmla="*/ 0 w 1444"/>
                <a:gd name="T31" fmla="*/ 0 h 2100"/>
                <a:gd name="T32" fmla="*/ 0 w 1444"/>
                <a:gd name="T33" fmla="*/ 0 h 2100"/>
                <a:gd name="T34" fmla="*/ 0 w 1444"/>
                <a:gd name="T35" fmla="*/ 0 h 2100"/>
                <a:gd name="T36" fmla="*/ 0 w 1444"/>
                <a:gd name="T37" fmla="*/ 0 h 2100"/>
                <a:gd name="T38" fmla="*/ 0 w 1444"/>
                <a:gd name="T39" fmla="*/ 0 h 2100"/>
                <a:gd name="T40" fmla="*/ 0 w 1444"/>
                <a:gd name="T41" fmla="*/ 0 h 2100"/>
                <a:gd name="T42" fmla="*/ 0 w 1444"/>
                <a:gd name="T43" fmla="*/ 0 h 2100"/>
                <a:gd name="T44" fmla="*/ 0 w 1444"/>
                <a:gd name="T45" fmla="*/ 0 h 2100"/>
                <a:gd name="T46" fmla="*/ 0 w 1444"/>
                <a:gd name="T47" fmla="*/ 0 h 2100"/>
                <a:gd name="T48" fmla="*/ 0 w 1444"/>
                <a:gd name="T49" fmla="*/ 0 h 2100"/>
                <a:gd name="T50" fmla="*/ 0 w 1444"/>
                <a:gd name="T51" fmla="*/ 0 h 2100"/>
                <a:gd name="T52" fmla="*/ 0 w 1444"/>
                <a:gd name="T53" fmla="*/ 0 h 2100"/>
                <a:gd name="T54" fmla="*/ 0 w 1444"/>
                <a:gd name="T55" fmla="*/ 0 h 2100"/>
                <a:gd name="T56" fmla="*/ 0 w 1444"/>
                <a:gd name="T57" fmla="*/ 0 h 2100"/>
                <a:gd name="T58" fmla="*/ 0 w 1444"/>
                <a:gd name="T59" fmla="*/ 0 h 2100"/>
                <a:gd name="T60" fmla="*/ 0 w 1444"/>
                <a:gd name="T61" fmla="*/ 0 h 2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44"/>
                <a:gd name="T94" fmla="*/ 0 h 2100"/>
                <a:gd name="T95" fmla="*/ 1444 w 1444"/>
                <a:gd name="T96" fmla="*/ 2100 h 21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44" h="2100">
                  <a:moveTo>
                    <a:pt x="198" y="1931"/>
                  </a:moveTo>
                  <a:lnTo>
                    <a:pt x="407" y="1995"/>
                  </a:lnTo>
                  <a:lnTo>
                    <a:pt x="589" y="2100"/>
                  </a:lnTo>
                  <a:lnTo>
                    <a:pt x="446" y="1931"/>
                  </a:lnTo>
                  <a:lnTo>
                    <a:pt x="343" y="1841"/>
                  </a:lnTo>
                  <a:lnTo>
                    <a:pt x="248" y="1826"/>
                  </a:lnTo>
                  <a:lnTo>
                    <a:pt x="211" y="1812"/>
                  </a:lnTo>
                  <a:lnTo>
                    <a:pt x="211" y="1632"/>
                  </a:lnTo>
                  <a:lnTo>
                    <a:pt x="264" y="1593"/>
                  </a:lnTo>
                  <a:lnTo>
                    <a:pt x="499" y="1498"/>
                  </a:lnTo>
                  <a:lnTo>
                    <a:pt x="776" y="1318"/>
                  </a:lnTo>
                  <a:lnTo>
                    <a:pt x="1025" y="1070"/>
                  </a:lnTo>
                  <a:lnTo>
                    <a:pt x="1444" y="495"/>
                  </a:lnTo>
                  <a:lnTo>
                    <a:pt x="1444" y="403"/>
                  </a:lnTo>
                  <a:lnTo>
                    <a:pt x="1092" y="834"/>
                  </a:lnTo>
                  <a:lnTo>
                    <a:pt x="710" y="1217"/>
                  </a:lnTo>
                  <a:lnTo>
                    <a:pt x="369" y="1448"/>
                  </a:lnTo>
                  <a:lnTo>
                    <a:pt x="578" y="1081"/>
                  </a:lnTo>
                  <a:lnTo>
                    <a:pt x="684" y="732"/>
                  </a:lnTo>
                  <a:lnTo>
                    <a:pt x="710" y="495"/>
                  </a:lnTo>
                  <a:lnTo>
                    <a:pt x="879" y="140"/>
                  </a:lnTo>
                  <a:lnTo>
                    <a:pt x="1117" y="0"/>
                  </a:lnTo>
                  <a:lnTo>
                    <a:pt x="855" y="127"/>
                  </a:lnTo>
                  <a:lnTo>
                    <a:pt x="644" y="442"/>
                  </a:lnTo>
                  <a:lnTo>
                    <a:pt x="644" y="769"/>
                  </a:lnTo>
                  <a:lnTo>
                    <a:pt x="525" y="1081"/>
                  </a:lnTo>
                  <a:lnTo>
                    <a:pt x="356" y="1371"/>
                  </a:lnTo>
                  <a:lnTo>
                    <a:pt x="184" y="1604"/>
                  </a:lnTo>
                  <a:lnTo>
                    <a:pt x="184" y="1826"/>
                  </a:lnTo>
                  <a:lnTo>
                    <a:pt x="0" y="1905"/>
                  </a:lnTo>
                  <a:lnTo>
                    <a:pt x="198" y="19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10" name="Freeform 230">
              <a:extLst>
                <a:ext uri="{FF2B5EF4-FFF2-40B4-BE49-F238E27FC236}">
                  <a16:creationId xmlns:a16="http://schemas.microsoft.com/office/drawing/2014/main" id="{9CAF053F-B87B-CE41-996C-508BE508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70"/>
              <a:ext cx="102" cy="96"/>
            </a:xfrm>
            <a:custGeom>
              <a:avLst/>
              <a:gdLst>
                <a:gd name="T0" fmla="*/ 0 w 818"/>
                <a:gd name="T1" fmla="*/ 0 h 773"/>
                <a:gd name="T2" fmla="*/ 0 w 818"/>
                <a:gd name="T3" fmla="*/ 0 h 773"/>
                <a:gd name="T4" fmla="*/ 0 w 818"/>
                <a:gd name="T5" fmla="*/ 0 h 773"/>
                <a:gd name="T6" fmla="*/ 0 w 818"/>
                <a:gd name="T7" fmla="*/ 0 h 773"/>
                <a:gd name="T8" fmla="*/ 0 w 818"/>
                <a:gd name="T9" fmla="*/ 0 h 773"/>
                <a:gd name="T10" fmla="*/ 0 w 818"/>
                <a:gd name="T11" fmla="*/ 0 h 773"/>
                <a:gd name="T12" fmla="*/ 0 w 818"/>
                <a:gd name="T13" fmla="*/ 0 h 773"/>
                <a:gd name="T14" fmla="*/ 0 w 818"/>
                <a:gd name="T15" fmla="*/ 0 h 773"/>
                <a:gd name="T16" fmla="*/ 0 w 818"/>
                <a:gd name="T17" fmla="*/ 0 h 773"/>
                <a:gd name="T18" fmla="*/ 0 w 818"/>
                <a:gd name="T19" fmla="*/ 0 h 773"/>
                <a:gd name="T20" fmla="*/ 0 w 818"/>
                <a:gd name="T21" fmla="*/ 0 h 773"/>
                <a:gd name="T22" fmla="*/ 0 w 818"/>
                <a:gd name="T23" fmla="*/ 0 h 773"/>
                <a:gd name="T24" fmla="*/ 0 w 818"/>
                <a:gd name="T25" fmla="*/ 0 h 773"/>
                <a:gd name="T26" fmla="*/ 0 w 818"/>
                <a:gd name="T27" fmla="*/ 0 h 773"/>
                <a:gd name="T28" fmla="*/ 0 w 818"/>
                <a:gd name="T29" fmla="*/ 0 h 773"/>
                <a:gd name="T30" fmla="*/ 0 w 818"/>
                <a:gd name="T31" fmla="*/ 0 h 773"/>
                <a:gd name="T32" fmla="*/ 0 w 818"/>
                <a:gd name="T33" fmla="*/ 0 h 773"/>
                <a:gd name="T34" fmla="*/ 0 w 818"/>
                <a:gd name="T35" fmla="*/ 0 h 773"/>
                <a:gd name="T36" fmla="*/ 0 w 818"/>
                <a:gd name="T37" fmla="*/ 0 h 7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18"/>
                <a:gd name="T58" fmla="*/ 0 h 773"/>
                <a:gd name="T59" fmla="*/ 818 w 818"/>
                <a:gd name="T60" fmla="*/ 773 h 7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18" h="773">
                  <a:moveTo>
                    <a:pt x="671" y="0"/>
                  </a:moveTo>
                  <a:lnTo>
                    <a:pt x="776" y="184"/>
                  </a:lnTo>
                  <a:lnTo>
                    <a:pt x="818" y="419"/>
                  </a:lnTo>
                  <a:lnTo>
                    <a:pt x="818" y="564"/>
                  </a:lnTo>
                  <a:lnTo>
                    <a:pt x="739" y="758"/>
                  </a:lnTo>
                  <a:lnTo>
                    <a:pt x="606" y="773"/>
                  </a:lnTo>
                  <a:lnTo>
                    <a:pt x="369" y="654"/>
                  </a:lnTo>
                  <a:lnTo>
                    <a:pt x="226" y="498"/>
                  </a:lnTo>
                  <a:lnTo>
                    <a:pt x="0" y="14"/>
                  </a:lnTo>
                  <a:lnTo>
                    <a:pt x="161" y="290"/>
                  </a:lnTo>
                  <a:lnTo>
                    <a:pt x="435" y="512"/>
                  </a:lnTo>
                  <a:lnTo>
                    <a:pt x="739" y="588"/>
                  </a:lnTo>
                  <a:lnTo>
                    <a:pt x="752" y="474"/>
                  </a:lnTo>
                  <a:lnTo>
                    <a:pt x="712" y="327"/>
                  </a:lnTo>
                  <a:lnTo>
                    <a:pt x="620" y="235"/>
                  </a:lnTo>
                  <a:lnTo>
                    <a:pt x="477" y="184"/>
                  </a:lnTo>
                  <a:lnTo>
                    <a:pt x="620" y="147"/>
                  </a:lnTo>
                  <a:lnTo>
                    <a:pt x="671" y="6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11" name="Freeform 231">
              <a:extLst>
                <a:ext uri="{FF2B5EF4-FFF2-40B4-BE49-F238E27FC236}">
                  <a16:creationId xmlns:a16="http://schemas.microsoft.com/office/drawing/2014/main" id="{D661C684-4C2E-FB42-87F3-635415C99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93"/>
              <a:ext cx="264" cy="76"/>
            </a:xfrm>
            <a:custGeom>
              <a:avLst/>
              <a:gdLst>
                <a:gd name="T0" fmla="*/ 0 w 2111"/>
                <a:gd name="T1" fmla="*/ 0 h 613"/>
                <a:gd name="T2" fmla="*/ 0 w 2111"/>
                <a:gd name="T3" fmla="*/ 0 h 613"/>
                <a:gd name="T4" fmla="*/ 0 w 2111"/>
                <a:gd name="T5" fmla="*/ 0 h 613"/>
                <a:gd name="T6" fmla="*/ 0 w 2111"/>
                <a:gd name="T7" fmla="*/ 0 h 613"/>
                <a:gd name="T8" fmla="*/ 0 w 2111"/>
                <a:gd name="T9" fmla="*/ 0 h 613"/>
                <a:gd name="T10" fmla="*/ 0 w 2111"/>
                <a:gd name="T11" fmla="*/ 0 h 613"/>
                <a:gd name="T12" fmla="*/ 0 w 2111"/>
                <a:gd name="T13" fmla="*/ 0 h 613"/>
                <a:gd name="T14" fmla="*/ 0 w 2111"/>
                <a:gd name="T15" fmla="*/ 0 h 613"/>
                <a:gd name="T16" fmla="*/ 0 w 2111"/>
                <a:gd name="T17" fmla="*/ 0 h 613"/>
                <a:gd name="T18" fmla="*/ 0 w 2111"/>
                <a:gd name="T19" fmla="*/ 0 h 613"/>
                <a:gd name="T20" fmla="*/ 0 w 2111"/>
                <a:gd name="T21" fmla="*/ 0 h 613"/>
                <a:gd name="T22" fmla="*/ 0 w 2111"/>
                <a:gd name="T23" fmla="*/ 0 h 613"/>
                <a:gd name="T24" fmla="*/ 0 w 2111"/>
                <a:gd name="T25" fmla="*/ 0 h 613"/>
                <a:gd name="T26" fmla="*/ 0 w 2111"/>
                <a:gd name="T27" fmla="*/ 0 h 613"/>
                <a:gd name="T28" fmla="*/ 0 w 2111"/>
                <a:gd name="T29" fmla="*/ 0 h 613"/>
                <a:gd name="T30" fmla="*/ 0 w 2111"/>
                <a:gd name="T31" fmla="*/ 0 h 613"/>
                <a:gd name="T32" fmla="*/ 0 w 2111"/>
                <a:gd name="T33" fmla="*/ 0 h 613"/>
                <a:gd name="T34" fmla="*/ 0 w 2111"/>
                <a:gd name="T35" fmla="*/ 0 h 613"/>
                <a:gd name="T36" fmla="*/ 0 w 2111"/>
                <a:gd name="T37" fmla="*/ 0 h 613"/>
                <a:gd name="T38" fmla="*/ 0 w 2111"/>
                <a:gd name="T39" fmla="*/ 0 h 613"/>
                <a:gd name="T40" fmla="*/ 0 w 2111"/>
                <a:gd name="T41" fmla="*/ 0 h 613"/>
                <a:gd name="T42" fmla="*/ 0 w 2111"/>
                <a:gd name="T43" fmla="*/ 0 h 613"/>
                <a:gd name="T44" fmla="*/ 0 w 2111"/>
                <a:gd name="T45" fmla="*/ 0 h 613"/>
                <a:gd name="T46" fmla="*/ 0 w 2111"/>
                <a:gd name="T47" fmla="*/ 0 h 613"/>
                <a:gd name="T48" fmla="*/ 0 w 2111"/>
                <a:gd name="T49" fmla="*/ 0 h 613"/>
                <a:gd name="T50" fmla="*/ 0 w 2111"/>
                <a:gd name="T51" fmla="*/ 0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11"/>
                <a:gd name="T79" fmla="*/ 0 h 613"/>
                <a:gd name="T80" fmla="*/ 2111 w 2111"/>
                <a:gd name="T81" fmla="*/ 613 h 6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11" h="613">
                  <a:moveTo>
                    <a:pt x="2111" y="613"/>
                  </a:moveTo>
                  <a:lnTo>
                    <a:pt x="1718" y="602"/>
                  </a:lnTo>
                  <a:lnTo>
                    <a:pt x="1194" y="549"/>
                  </a:lnTo>
                  <a:lnTo>
                    <a:pt x="593" y="380"/>
                  </a:lnTo>
                  <a:lnTo>
                    <a:pt x="103" y="301"/>
                  </a:lnTo>
                  <a:lnTo>
                    <a:pt x="26" y="235"/>
                  </a:lnTo>
                  <a:lnTo>
                    <a:pt x="0" y="90"/>
                  </a:lnTo>
                  <a:lnTo>
                    <a:pt x="353" y="143"/>
                  </a:lnTo>
                  <a:lnTo>
                    <a:pt x="364" y="0"/>
                  </a:lnTo>
                  <a:lnTo>
                    <a:pt x="406" y="143"/>
                  </a:lnTo>
                  <a:lnTo>
                    <a:pt x="643" y="143"/>
                  </a:lnTo>
                  <a:lnTo>
                    <a:pt x="419" y="249"/>
                  </a:lnTo>
                  <a:lnTo>
                    <a:pt x="445" y="328"/>
                  </a:lnTo>
                  <a:lnTo>
                    <a:pt x="929" y="290"/>
                  </a:lnTo>
                  <a:lnTo>
                    <a:pt x="1243" y="301"/>
                  </a:lnTo>
                  <a:lnTo>
                    <a:pt x="1586" y="362"/>
                  </a:lnTo>
                  <a:lnTo>
                    <a:pt x="1773" y="433"/>
                  </a:lnTo>
                  <a:lnTo>
                    <a:pt x="1625" y="249"/>
                  </a:lnTo>
                  <a:lnTo>
                    <a:pt x="1494" y="169"/>
                  </a:lnTo>
                  <a:lnTo>
                    <a:pt x="1221" y="106"/>
                  </a:lnTo>
                  <a:lnTo>
                    <a:pt x="1549" y="106"/>
                  </a:lnTo>
                  <a:lnTo>
                    <a:pt x="1747" y="235"/>
                  </a:lnTo>
                  <a:lnTo>
                    <a:pt x="1821" y="393"/>
                  </a:lnTo>
                  <a:lnTo>
                    <a:pt x="1929" y="496"/>
                  </a:lnTo>
                  <a:lnTo>
                    <a:pt x="2019" y="574"/>
                  </a:lnTo>
                  <a:lnTo>
                    <a:pt x="2111" y="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12" name="Freeform 232">
              <a:extLst>
                <a:ext uri="{FF2B5EF4-FFF2-40B4-BE49-F238E27FC236}">
                  <a16:creationId xmlns:a16="http://schemas.microsoft.com/office/drawing/2014/main" id="{AB92EB67-2F2D-1343-BC88-00F486C2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8"/>
              <a:ext cx="114" cy="91"/>
            </a:xfrm>
            <a:custGeom>
              <a:avLst/>
              <a:gdLst>
                <a:gd name="T0" fmla="*/ 0 w 905"/>
                <a:gd name="T1" fmla="*/ 0 h 731"/>
                <a:gd name="T2" fmla="*/ 0 w 905"/>
                <a:gd name="T3" fmla="*/ 0 h 731"/>
                <a:gd name="T4" fmla="*/ 0 w 905"/>
                <a:gd name="T5" fmla="*/ 0 h 731"/>
                <a:gd name="T6" fmla="*/ 0 w 905"/>
                <a:gd name="T7" fmla="*/ 0 h 731"/>
                <a:gd name="T8" fmla="*/ 0 w 905"/>
                <a:gd name="T9" fmla="*/ 0 h 731"/>
                <a:gd name="T10" fmla="*/ 0 w 905"/>
                <a:gd name="T11" fmla="*/ 0 h 731"/>
                <a:gd name="T12" fmla="*/ 0 w 905"/>
                <a:gd name="T13" fmla="*/ 0 h 731"/>
                <a:gd name="T14" fmla="*/ 0 w 905"/>
                <a:gd name="T15" fmla="*/ 0 h 731"/>
                <a:gd name="T16" fmla="*/ 0 w 905"/>
                <a:gd name="T17" fmla="*/ 0 h 731"/>
                <a:gd name="T18" fmla="*/ 0 w 905"/>
                <a:gd name="T19" fmla="*/ 0 h 731"/>
                <a:gd name="T20" fmla="*/ 0 w 905"/>
                <a:gd name="T21" fmla="*/ 0 h 731"/>
                <a:gd name="T22" fmla="*/ 0 w 905"/>
                <a:gd name="T23" fmla="*/ 0 h 731"/>
                <a:gd name="T24" fmla="*/ 0 w 905"/>
                <a:gd name="T25" fmla="*/ 0 h 731"/>
                <a:gd name="T26" fmla="*/ 0 w 905"/>
                <a:gd name="T27" fmla="*/ 0 h 731"/>
                <a:gd name="T28" fmla="*/ 0 w 905"/>
                <a:gd name="T29" fmla="*/ 0 h 731"/>
                <a:gd name="T30" fmla="*/ 0 w 905"/>
                <a:gd name="T31" fmla="*/ 0 h 731"/>
                <a:gd name="T32" fmla="*/ 0 w 905"/>
                <a:gd name="T33" fmla="*/ 0 h 731"/>
                <a:gd name="T34" fmla="*/ 0 w 905"/>
                <a:gd name="T35" fmla="*/ 0 h 731"/>
                <a:gd name="T36" fmla="*/ 0 w 905"/>
                <a:gd name="T37" fmla="*/ 0 h 731"/>
                <a:gd name="T38" fmla="*/ 0 w 905"/>
                <a:gd name="T39" fmla="*/ 0 h 731"/>
                <a:gd name="T40" fmla="*/ 0 w 905"/>
                <a:gd name="T41" fmla="*/ 0 h 731"/>
                <a:gd name="T42" fmla="*/ 0 w 905"/>
                <a:gd name="T43" fmla="*/ 0 h 731"/>
                <a:gd name="T44" fmla="*/ 0 w 905"/>
                <a:gd name="T45" fmla="*/ 0 h 731"/>
                <a:gd name="T46" fmla="*/ 0 w 905"/>
                <a:gd name="T47" fmla="*/ 0 h 731"/>
                <a:gd name="T48" fmla="*/ 0 w 905"/>
                <a:gd name="T49" fmla="*/ 0 h 731"/>
                <a:gd name="T50" fmla="*/ 0 w 905"/>
                <a:gd name="T51" fmla="*/ 0 h 731"/>
                <a:gd name="T52" fmla="*/ 0 w 905"/>
                <a:gd name="T53" fmla="*/ 0 h 731"/>
                <a:gd name="T54" fmla="*/ 0 w 905"/>
                <a:gd name="T55" fmla="*/ 0 h 731"/>
                <a:gd name="T56" fmla="*/ 0 w 905"/>
                <a:gd name="T57" fmla="*/ 0 h 731"/>
                <a:gd name="T58" fmla="*/ 0 w 905"/>
                <a:gd name="T59" fmla="*/ 0 h 731"/>
                <a:gd name="T60" fmla="*/ 0 w 905"/>
                <a:gd name="T61" fmla="*/ 0 h 731"/>
                <a:gd name="T62" fmla="*/ 0 w 905"/>
                <a:gd name="T63" fmla="*/ 0 h 731"/>
                <a:gd name="T64" fmla="*/ 0 w 905"/>
                <a:gd name="T65" fmla="*/ 0 h 7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05"/>
                <a:gd name="T100" fmla="*/ 0 h 731"/>
                <a:gd name="T101" fmla="*/ 905 w 905"/>
                <a:gd name="T102" fmla="*/ 731 h 7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05" h="731">
                  <a:moveTo>
                    <a:pt x="168" y="731"/>
                  </a:moveTo>
                  <a:lnTo>
                    <a:pt x="301" y="612"/>
                  </a:lnTo>
                  <a:lnTo>
                    <a:pt x="301" y="563"/>
                  </a:lnTo>
                  <a:lnTo>
                    <a:pt x="263" y="512"/>
                  </a:lnTo>
                  <a:lnTo>
                    <a:pt x="143" y="457"/>
                  </a:lnTo>
                  <a:lnTo>
                    <a:pt x="26" y="417"/>
                  </a:lnTo>
                  <a:lnTo>
                    <a:pt x="0" y="393"/>
                  </a:lnTo>
                  <a:lnTo>
                    <a:pt x="0" y="340"/>
                  </a:lnTo>
                  <a:lnTo>
                    <a:pt x="26" y="312"/>
                  </a:lnTo>
                  <a:lnTo>
                    <a:pt x="103" y="275"/>
                  </a:lnTo>
                  <a:lnTo>
                    <a:pt x="118" y="312"/>
                  </a:lnTo>
                  <a:lnTo>
                    <a:pt x="158" y="351"/>
                  </a:lnTo>
                  <a:lnTo>
                    <a:pt x="301" y="379"/>
                  </a:lnTo>
                  <a:lnTo>
                    <a:pt x="285" y="287"/>
                  </a:lnTo>
                  <a:lnTo>
                    <a:pt x="221" y="208"/>
                  </a:lnTo>
                  <a:lnTo>
                    <a:pt x="143" y="129"/>
                  </a:lnTo>
                  <a:lnTo>
                    <a:pt x="13" y="54"/>
                  </a:lnTo>
                  <a:lnTo>
                    <a:pt x="90" y="39"/>
                  </a:lnTo>
                  <a:lnTo>
                    <a:pt x="237" y="79"/>
                  </a:lnTo>
                  <a:lnTo>
                    <a:pt x="364" y="158"/>
                  </a:lnTo>
                  <a:lnTo>
                    <a:pt x="472" y="298"/>
                  </a:lnTo>
                  <a:lnTo>
                    <a:pt x="617" y="235"/>
                  </a:lnTo>
                  <a:lnTo>
                    <a:pt x="461" y="158"/>
                  </a:lnTo>
                  <a:lnTo>
                    <a:pt x="433" y="118"/>
                  </a:lnTo>
                  <a:lnTo>
                    <a:pt x="461" y="79"/>
                  </a:lnTo>
                  <a:lnTo>
                    <a:pt x="562" y="39"/>
                  </a:lnTo>
                  <a:lnTo>
                    <a:pt x="747" y="0"/>
                  </a:lnTo>
                  <a:lnTo>
                    <a:pt x="905" y="0"/>
                  </a:lnTo>
                  <a:lnTo>
                    <a:pt x="823" y="158"/>
                  </a:lnTo>
                  <a:lnTo>
                    <a:pt x="643" y="362"/>
                  </a:lnTo>
                  <a:lnTo>
                    <a:pt x="445" y="549"/>
                  </a:lnTo>
                  <a:lnTo>
                    <a:pt x="301" y="667"/>
                  </a:lnTo>
                  <a:lnTo>
                    <a:pt x="168" y="7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13" name="Freeform 233">
              <a:extLst>
                <a:ext uri="{FF2B5EF4-FFF2-40B4-BE49-F238E27FC236}">
                  <a16:creationId xmlns:a16="http://schemas.microsoft.com/office/drawing/2014/main" id="{E7AC9DB5-478E-EA40-8335-D8FC1BCE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53"/>
              <a:ext cx="20" cy="97"/>
            </a:xfrm>
            <a:custGeom>
              <a:avLst/>
              <a:gdLst>
                <a:gd name="T0" fmla="*/ 0 w 157"/>
                <a:gd name="T1" fmla="*/ 0 h 771"/>
                <a:gd name="T2" fmla="*/ 0 w 157"/>
                <a:gd name="T3" fmla="*/ 0 h 771"/>
                <a:gd name="T4" fmla="*/ 0 w 157"/>
                <a:gd name="T5" fmla="*/ 0 h 771"/>
                <a:gd name="T6" fmla="*/ 0 w 157"/>
                <a:gd name="T7" fmla="*/ 0 h 771"/>
                <a:gd name="T8" fmla="*/ 0 w 157"/>
                <a:gd name="T9" fmla="*/ 0 h 771"/>
                <a:gd name="T10" fmla="*/ 0 w 157"/>
                <a:gd name="T11" fmla="*/ 0 h 771"/>
                <a:gd name="T12" fmla="*/ 0 w 157"/>
                <a:gd name="T13" fmla="*/ 0 h 771"/>
                <a:gd name="T14" fmla="*/ 0 w 157"/>
                <a:gd name="T15" fmla="*/ 0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7"/>
                <a:gd name="T25" fmla="*/ 0 h 771"/>
                <a:gd name="T26" fmla="*/ 157 w 157"/>
                <a:gd name="T27" fmla="*/ 771 h 7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7" h="771">
                  <a:moveTo>
                    <a:pt x="65" y="116"/>
                  </a:moveTo>
                  <a:lnTo>
                    <a:pt x="90" y="378"/>
                  </a:lnTo>
                  <a:lnTo>
                    <a:pt x="132" y="626"/>
                  </a:lnTo>
                  <a:lnTo>
                    <a:pt x="157" y="771"/>
                  </a:lnTo>
                  <a:lnTo>
                    <a:pt x="24" y="354"/>
                  </a:lnTo>
                  <a:lnTo>
                    <a:pt x="0" y="222"/>
                  </a:lnTo>
                  <a:lnTo>
                    <a:pt x="51" y="0"/>
                  </a:lnTo>
                  <a:lnTo>
                    <a:pt x="6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65552" name="Text Box 234">
            <a:extLst>
              <a:ext uri="{FF2B5EF4-FFF2-40B4-BE49-F238E27FC236}">
                <a16:creationId xmlns:a16="http://schemas.microsoft.com/office/drawing/2014/main" id="{FF9DFC81-4A07-1A48-8F3E-8749208BC6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1413" y="5405438"/>
            <a:ext cx="18573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time de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desenvolvimento</a:t>
            </a:r>
          </a:p>
        </p:txBody>
      </p:sp>
      <p:sp>
        <p:nvSpPr>
          <p:cNvPr id="65553" name="Line 235">
            <a:extLst>
              <a:ext uri="{FF2B5EF4-FFF2-40B4-BE49-F238E27FC236}">
                <a16:creationId xmlns:a16="http://schemas.microsoft.com/office/drawing/2014/main" id="{80D81355-D39C-7D4D-9B17-DEEE1D911D5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4227513"/>
            <a:ext cx="0" cy="1887537"/>
          </a:xfrm>
          <a:prstGeom prst="line">
            <a:avLst/>
          </a:prstGeom>
          <a:noFill/>
          <a:ln w="31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pic>
        <p:nvPicPr>
          <p:cNvPr id="65554" name="Picture 236" descr="BS00877A">
            <a:extLst>
              <a:ext uri="{FF2B5EF4-FFF2-40B4-BE49-F238E27FC236}">
                <a16:creationId xmlns:a16="http://schemas.microsoft.com/office/drawing/2014/main" id="{192A528B-FC63-0248-A087-73B83A3E48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0900" y="4854575"/>
            <a:ext cx="658813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55" name="Text Box 237">
            <a:extLst>
              <a:ext uri="{FF2B5EF4-FFF2-40B4-BE49-F238E27FC236}">
                <a16:creationId xmlns:a16="http://schemas.microsoft.com/office/drawing/2014/main" id="{741A2DA8-B670-924C-8E2D-B72A4D081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4213" y="4537075"/>
            <a:ext cx="968375" cy="27463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relatório</a:t>
            </a:r>
          </a:p>
        </p:txBody>
      </p:sp>
      <p:grpSp>
        <p:nvGrpSpPr>
          <p:cNvPr id="65556" name="Group 238">
            <a:extLst>
              <a:ext uri="{FF2B5EF4-FFF2-40B4-BE49-F238E27FC236}">
                <a16:creationId xmlns:a16="http://schemas.microsoft.com/office/drawing/2014/main" id="{8AD3AD2F-D16B-9E4B-8F44-CFF7C4FD07C7}"/>
              </a:ext>
            </a:extLst>
          </p:cNvPr>
          <p:cNvGrpSpPr>
            <a:grpSpLocks/>
          </p:cNvGrpSpPr>
          <p:nvPr/>
        </p:nvGrpSpPr>
        <p:grpSpPr bwMode="auto">
          <a:xfrm>
            <a:off x="7102475" y="5326063"/>
            <a:ext cx="1274763" cy="720725"/>
            <a:chOff x="1837" y="1409"/>
            <a:chExt cx="2086" cy="1349"/>
          </a:xfrm>
        </p:grpSpPr>
        <p:sp>
          <p:nvSpPr>
            <p:cNvPr id="65878" name="Freeform 239">
              <a:extLst>
                <a:ext uri="{FF2B5EF4-FFF2-40B4-BE49-F238E27FC236}">
                  <a16:creationId xmlns:a16="http://schemas.microsoft.com/office/drawing/2014/main" id="{773D6969-612C-8F42-B876-2C1A0653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330"/>
              <a:ext cx="928" cy="250"/>
            </a:xfrm>
            <a:custGeom>
              <a:avLst/>
              <a:gdLst>
                <a:gd name="T0" fmla="*/ 0 w 7426"/>
                <a:gd name="T1" fmla="*/ 0 h 2003"/>
                <a:gd name="T2" fmla="*/ 0 w 7426"/>
                <a:gd name="T3" fmla="*/ 0 h 2003"/>
                <a:gd name="T4" fmla="*/ 0 w 7426"/>
                <a:gd name="T5" fmla="*/ 0 h 2003"/>
                <a:gd name="T6" fmla="*/ 0 w 7426"/>
                <a:gd name="T7" fmla="*/ 0 h 2003"/>
                <a:gd name="T8" fmla="*/ 0 w 7426"/>
                <a:gd name="T9" fmla="*/ 0 h 20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26"/>
                <a:gd name="T16" fmla="*/ 0 h 2003"/>
                <a:gd name="T17" fmla="*/ 7426 w 7426"/>
                <a:gd name="T18" fmla="*/ 2003 h 20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26" h="2003">
                  <a:moveTo>
                    <a:pt x="0" y="0"/>
                  </a:moveTo>
                  <a:lnTo>
                    <a:pt x="7426" y="0"/>
                  </a:lnTo>
                  <a:lnTo>
                    <a:pt x="6050" y="2003"/>
                  </a:lnTo>
                  <a:lnTo>
                    <a:pt x="0" y="20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79" name="Freeform 240">
              <a:extLst>
                <a:ext uri="{FF2B5EF4-FFF2-40B4-BE49-F238E27FC236}">
                  <a16:creationId xmlns:a16="http://schemas.microsoft.com/office/drawing/2014/main" id="{7983E3FE-D8BD-2242-B82F-BAA711D4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343"/>
              <a:ext cx="566" cy="77"/>
            </a:xfrm>
            <a:custGeom>
              <a:avLst/>
              <a:gdLst>
                <a:gd name="T0" fmla="*/ 0 w 4520"/>
                <a:gd name="T1" fmla="*/ 0 h 620"/>
                <a:gd name="T2" fmla="*/ 0 w 4520"/>
                <a:gd name="T3" fmla="*/ 0 h 620"/>
                <a:gd name="T4" fmla="*/ 0 w 4520"/>
                <a:gd name="T5" fmla="*/ 0 h 620"/>
                <a:gd name="T6" fmla="*/ 0 w 4520"/>
                <a:gd name="T7" fmla="*/ 0 h 620"/>
                <a:gd name="T8" fmla="*/ 0 w 4520"/>
                <a:gd name="T9" fmla="*/ 0 h 620"/>
                <a:gd name="T10" fmla="*/ 0 w 4520"/>
                <a:gd name="T11" fmla="*/ 0 h 6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20"/>
                <a:gd name="T19" fmla="*/ 0 h 620"/>
                <a:gd name="T20" fmla="*/ 4520 w 4520"/>
                <a:gd name="T21" fmla="*/ 620 h 6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20" h="620">
                  <a:moveTo>
                    <a:pt x="541" y="620"/>
                  </a:moveTo>
                  <a:lnTo>
                    <a:pt x="0" y="0"/>
                  </a:lnTo>
                  <a:lnTo>
                    <a:pt x="3269" y="0"/>
                  </a:lnTo>
                  <a:lnTo>
                    <a:pt x="4520" y="362"/>
                  </a:lnTo>
                  <a:lnTo>
                    <a:pt x="4520" y="620"/>
                  </a:lnTo>
                  <a:lnTo>
                    <a:pt x="541" y="6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0" name="Freeform 241">
              <a:extLst>
                <a:ext uri="{FF2B5EF4-FFF2-40B4-BE49-F238E27FC236}">
                  <a16:creationId xmlns:a16="http://schemas.microsoft.com/office/drawing/2014/main" id="{178B8A6F-8381-D84A-BB66-DA9B98AD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89"/>
              <a:ext cx="826" cy="966"/>
            </a:xfrm>
            <a:custGeom>
              <a:avLst/>
              <a:gdLst>
                <a:gd name="T0" fmla="*/ 0 w 6609"/>
                <a:gd name="T1" fmla="*/ 0 h 7730"/>
                <a:gd name="T2" fmla="*/ 0 w 6609"/>
                <a:gd name="T3" fmla="*/ 0 h 7730"/>
                <a:gd name="T4" fmla="*/ 0 w 6609"/>
                <a:gd name="T5" fmla="*/ 0 h 7730"/>
                <a:gd name="T6" fmla="*/ 0 w 6609"/>
                <a:gd name="T7" fmla="*/ 0 h 7730"/>
                <a:gd name="T8" fmla="*/ 0 w 6609"/>
                <a:gd name="T9" fmla="*/ 0 h 7730"/>
                <a:gd name="T10" fmla="*/ 0 w 6609"/>
                <a:gd name="T11" fmla="*/ 0 h 7730"/>
                <a:gd name="T12" fmla="*/ 0 w 6609"/>
                <a:gd name="T13" fmla="*/ 0 h 7730"/>
                <a:gd name="T14" fmla="*/ 0 w 6609"/>
                <a:gd name="T15" fmla="*/ 0 h 7730"/>
                <a:gd name="T16" fmla="*/ 0 w 6609"/>
                <a:gd name="T17" fmla="*/ 0 h 7730"/>
                <a:gd name="T18" fmla="*/ 0 w 6609"/>
                <a:gd name="T19" fmla="*/ 0 h 7730"/>
                <a:gd name="T20" fmla="*/ 0 w 6609"/>
                <a:gd name="T21" fmla="*/ 0 h 7730"/>
                <a:gd name="T22" fmla="*/ 0 w 6609"/>
                <a:gd name="T23" fmla="*/ 0 h 7730"/>
                <a:gd name="T24" fmla="*/ 0 w 6609"/>
                <a:gd name="T25" fmla="*/ 0 h 7730"/>
                <a:gd name="T26" fmla="*/ 0 w 6609"/>
                <a:gd name="T27" fmla="*/ 0 h 7730"/>
                <a:gd name="T28" fmla="*/ 0 w 6609"/>
                <a:gd name="T29" fmla="*/ 0 h 7730"/>
                <a:gd name="T30" fmla="*/ 0 w 6609"/>
                <a:gd name="T31" fmla="*/ 0 h 7730"/>
                <a:gd name="T32" fmla="*/ 0 w 6609"/>
                <a:gd name="T33" fmla="*/ 0 h 7730"/>
                <a:gd name="T34" fmla="*/ 0 w 6609"/>
                <a:gd name="T35" fmla="*/ 0 h 7730"/>
                <a:gd name="T36" fmla="*/ 0 w 6609"/>
                <a:gd name="T37" fmla="*/ 0 h 7730"/>
                <a:gd name="T38" fmla="*/ 0 w 6609"/>
                <a:gd name="T39" fmla="*/ 0 h 7730"/>
                <a:gd name="T40" fmla="*/ 0 w 6609"/>
                <a:gd name="T41" fmla="*/ 0 h 7730"/>
                <a:gd name="T42" fmla="*/ 0 w 6609"/>
                <a:gd name="T43" fmla="*/ 0 h 7730"/>
                <a:gd name="T44" fmla="*/ 0 w 6609"/>
                <a:gd name="T45" fmla="*/ 0 h 7730"/>
                <a:gd name="T46" fmla="*/ 0 w 6609"/>
                <a:gd name="T47" fmla="*/ 0 h 7730"/>
                <a:gd name="T48" fmla="*/ 0 w 6609"/>
                <a:gd name="T49" fmla="*/ 0 h 7730"/>
                <a:gd name="T50" fmla="*/ 0 w 6609"/>
                <a:gd name="T51" fmla="*/ 0 h 7730"/>
                <a:gd name="T52" fmla="*/ 0 w 6609"/>
                <a:gd name="T53" fmla="*/ 0 h 7730"/>
                <a:gd name="T54" fmla="*/ 0 w 6609"/>
                <a:gd name="T55" fmla="*/ 0 h 7730"/>
                <a:gd name="T56" fmla="*/ 0 w 6609"/>
                <a:gd name="T57" fmla="*/ 0 h 7730"/>
                <a:gd name="T58" fmla="*/ 0 w 6609"/>
                <a:gd name="T59" fmla="*/ 0 h 7730"/>
                <a:gd name="T60" fmla="*/ 0 w 6609"/>
                <a:gd name="T61" fmla="*/ 0 h 7730"/>
                <a:gd name="T62" fmla="*/ 0 w 6609"/>
                <a:gd name="T63" fmla="*/ 0 h 7730"/>
                <a:gd name="T64" fmla="*/ 0 w 6609"/>
                <a:gd name="T65" fmla="*/ 0 h 77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09"/>
                <a:gd name="T100" fmla="*/ 0 h 7730"/>
                <a:gd name="T101" fmla="*/ 6609 w 6609"/>
                <a:gd name="T102" fmla="*/ 7730 h 77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09" h="7730">
                  <a:moveTo>
                    <a:pt x="0" y="1307"/>
                  </a:moveTo>
                  <a:lnTo>
                    <a:pt x="0" y="4054"/>
                  </a:lnTo>
                  <a:lnTo>
                    <a:pt x="524" y="4182"/>
                  </a:lnTo>
                  <a:lnTo>
                    <a:pt x="1012" y="4509"/>
                  </a:lnTo>
                  <a:lnTo>
                    <a:pt x="1421" y="4893"/>
                  </a:lnTo>
                  <a:lnTo>
                    <a:pt x="1881" y="5439"/>
                  </a:lnTo>
                  <a:lnTo>
                    <a:pt x="2204" y="6144"/>
                  </a:lnTo>
                  <a:lnTo>
                    <a:pt x="2513" y="7020"/>
                  </a:lnTo>
                  <a:lnTo>
                    <a:pt x="2737" y="7730"/>
                  </a:lnTo>
                  <a:lnTo>
                    <a:pt x="5123" y="7730"/>
                  </a:lnTo>
                  <a:lnTo>
                    <a:pt x="6609" y="6091"/>
                  </a:lnTo>
                  <a:lnTo>
                    <a:pt x="6609" y="5746"/>
                  </a:lnTo>
                  <a:lnTo>
                    <a:pt x="6480" y="5508"/>
                  </a:lnTo>
                  <a:lnTo>
                    <a:pt x="6185" y="5344"/>
                  </a:lnTo>
                  <a:lnTo>
                    <a:pt x="5416" y="5031"/>
                  </a:lnTo>
                  <a:lnTo>
                    <a:pt x="5365" y="4985"/>
                  </a:lnTo>
                  <a:lnTo>
                    <a:pt x="4911" y="4906"/>
                  </a:lnTo>
                  <a:lnTo>
                    <a:pt x="4746" y="4856"/>
                  </a:lnTo>
                  <a:lnTo>
                    <a:pt x="4581" y="3272"/>
                  </a:lnTo>
                  <a:lnTo>
                    <a:pt x="4468" y="2742"/>
                  </a:lnTo>
                  <a:lnTo>
                    <a:pt x="4434" y="2490"/>
                  </a:lnTo>
                  <a:lnTo>
                    <a:pt x="4212" y="2017"/>
                  </a:lnTo>
                  <a:lnTo>
                    <a:pt x="4117" y="1909"/>
                  </a:lnTo>
                  <a:lnTo>
                    <a:pt x="3959" y="1760"/>
                  </a:lnTo>
                  <a:lnTo>
                    <a:pt x="3610" y="1580"/>
                  </a:lnTo>
                  <a:lnTo>
                    <a:pt x="3115" y="1199"/>
                  </a:lnTo>
                  <a:lnTo>
                    <a:pt x="2333" y="417"/>
                  </a:lnTo>
                  <a:lnTo>
                    <a:pt x="1748" y="125"/>
                  </a:lnTo>
                  <a:lnTo>
                    <a:pt x="1222" y="0"/>
                  </a:lnTo>
                  <a:lnTo>
                    <a:pt x="894" y="399"/>
                  </a:lnTo>
                  <a:lnTo>
                    <a:pt x="599" y="582"/>
                  </a:lnTo>
                  <a:lnTo>
                    <a:pt x="146" y="1142"/>
                  </a:lnTo>
                  <a:lnTo>
                    <a:pt x="0" y="1307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1" name="Freeform 242">
              <a:extLst>
                <a:ext uri="{FF2B5EF4-FFF2-40B4-BE49-F238E27FC236}">
                  <a16:creationId xmlns:a16="http://schemas.microsoft.com/office/drawing/2014/main" id="{872B9944-258B-674D-A428-6C9B74F6C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850"/>
              <a:ext cx="1062" cy="904"/>
            </a:xfrm>
            <a:custGeom>
              <a:avLst/>
              <a:gdLst>
                <a:gd name="T0" fmla="*/ 0 w 8500"/>
                <a:gd name="T1" fmla="*/ 0 h 7234"/>
                <a:gd name="T2" fmla="*/ 0 w 8500"/>
                <a:gd name="T3" fmla="*/ 0 h 7234"/>
                <a:gd name="T4" fmla="*/ 0 w 8500"/>
                <a:gd name="T5" fmla="*/ 0 h 7234"/>
                <a:gd name="T6" fmla="*/ 0 w 8500"/>
                <a:gd name="T7" fmla="*/ 0 h 7234"/>
                <a:gd name="T8" fmla="*/ 0 w 8500"/>
                <a:gd name="T9" fmla="*/ 0 h 7234"/>
                <a:gd name="T10" fmla="*/ 0 w 8500"/>
                <a:gd name="T11" fmla="*/ 0 h 7234"/>
                <a:gd name="T12" fmla="*/ 0 w 8500"/>
                <a:gd name="T13" fmla="*/ 0 h 7234"/>
                <a:gd name="T14" fmla="*/ 0 w 8500"/>
                <a:gd name="T15" fmla="*/ 0 h 7234"/>
                <a:gd name="T16" fmla="*/ 0 w 8500"/>
                <a:gd name="T17" fmla="*/ 0 h 7234"/>
                <a:gd name="T18" fmla="*/ 0 w 8500"/>
                <a:gd name="T19" fmla="*/ 0 h 7234"/>
                <a:gd name="T20" fmla="*/ 0 w 8500"/>
                <a:gd name="T21" fmla="*/ 0 h 7234"/>
                <a:gd name="T22" fmla="*/ 0 w 8500"/>
                <a:gd name="T23" fmla="*/ 0 h 7234"/>
                <a:gd name="T24" fmla="*/ 0 w 8500"/>
                <a:gd name="T25" fmla="*/ 0 h 7234"/>
                <a:gd name="T26" fmla="*/ 0 w 8500"/>
                <a:gd name="T27" fmla="*/ 0 h 7234"/>
                <a:gd name="T28" fmla="*/ 0 w 8500"/>
                <a:gd name="T29" fmla="*/ 0 h 7234"/>
                <a:gd name="T30" fmla="*/ 0 w 8500"/>
                <a:gd name="T31" fmla="*/ 0 h 7234"/>
                <a:gd name="T32" fmla="*/ 0 w 8500"/>
                <a:gd name="T33" fmla="*/ 0 h 7234"/>
                <a:gd name="T34" fmla="*/ 0 w 8500"/>
                <a:gd name="T35" fmla="*/ 0 h 7234"/>
                <a:gd name="T36" fmla="*/ 0 w 8500"/>
                <a:gd name="T37" fmla="*/ 0 h 7234"/>
                <a:gd name="T38" fmla="*/ 0 w 8500"/>
                <a:gd name="T39" fmla="*/ 0 h 7234"/>
                <a:gd name="T40" fmla="*/ 0 w 8500"/>
                <a:gd name="T41" fmla="*/ 0 h 7234"/>
                <a:gd name="T42" fmla="*/ 0 w 8500"/>
                <a:gd name="T43" fmla="*/ 0 h 7234"/>
                <a:gd name="T44" fmla="*/ 0 w 8500"/>
                <a:gd name="T45" fmla="*/ 0 h 7234"/>
                <a:gd name="T46" fmla="*/ 0 w 8500"/>
                <a:gd name="T47" fmla="*/ 0 h 7234"/>
                <a:gd name="T48" fmla="*/ 0 w 8500"/>
                <a:gd name="T49" fmla="*/ 0 h 7234"/>
                <a:gd name="T50" fmla="*/ 0 w 8500"/>
                <a:gd name="T51" fmla="*/ 0 h 7234"/>
                <a:gd name="T52" fmla="*/ 0 w 8500"/>
                <a:gd name="T53" fmla="*/ 0 h 7234"/>
                <a:gd name="T54" fmla="*/ 0 w 8500"/>
                <a:gd name="T55" fmla="*/ 0 h 7234"/>
                <a:gd name="T56" fmla="*/ 0 w 8500"/>
                <a:gd name="T57" fmla="*/ 0 h 7234"/>
                <a:gd name="T58" fmla="*/ 0 w 8500"/>
                <a:gd name="T59" fmla="*/ 0 h 7234"/>
                <a:gd name="T60" fmla="*/ 0 w 8500"/>
                <a:gd name="T61" fmla="*/ 0 h 7234"/>
                <a:gd name="T62" fmla="*/ 0 w 8500"/>
                <a:gd name="T63" fmla="*/ 0 h 7234"/>
                <a:gd name="T64" fmla="*/ 0 w 8500"/>
                <a:gd name="T65" fmla="*/ 0 h 7234"/>
                <a:gd name="T66" fmla="*/ 0 w 8500"/>
                <a:gd name="T67" fmla="*/ 0 h 7234"/>
                <a:gd name="T68" fmla="*/ 0 w 8500"/>
                <a:gd name="T69" fmla="*/ 0 h 7234"/>
                <a:gd name="T70" fmla="*/ 0 w 8500"/>
                <a:gd name="T71" fmla="*/ 0 h 72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500"/>
                <a:gd name="T109" fmla="*/ 0 h 7234"/>
                <a:gd name="T110" fmla="*/ 8500 w 8500"/>
                <a:gd name="T111" fmla="*/ 7234 h 723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500" h="7234">
                  <a:moveTo>
                    <a:pt x="1999" y="4964"/>
                  </a:moveTo>
                  <a:lnTo>
                    <a:pt x="2075" y="4850"/>
                  </a:lnTo>
                  <a:lnTo>
                    <a:pt x="2430" y="4721"/>
                  </a:lnTo>
                  <a:lnTo>
                    <a:pt x="2665" y="4593"/>
                  </a:lnTo>
                  <a:lnTo>
                    <a:pt x="2915" y="4406"/>
                  </a:lnTo>
                  <a:lnTo>
                    <a:pt x="3339" y="4350"/>
                  </a:lnTo>
                  <a:lnTo>
                    <a:pt x="3412" y="3980"/>
                  </a:lnTo>
                  <a:lnTo>
                    <a:pt x="3507" y="3739"/>
                  </a:lnTo>
                  <a:lnTo>
                    <a:pt x="3658" y="2910"/>
                  </a:lnTo>
                  <a:lnTo>
                    <a:pt x="3788" y="2312"/>
                  </a:lnTo>
                  <a:lnTo>
                    <a:pt x="3954" y="1906"/>
                  </a:lnTo>
                  <a:lnTo>
                    <a:pt x="4137" y="1651"/>
                  </a:lnTo>
                  <a:lnTo>
                    <a:pt x="4454" y="1540"/>
                  </a:lnTo>
                  <a:lnTo>
                    <a:pt x="4641" y="1356"/>
                  </a:lnTo>
                  <a:lnTo>
                    <a:pt x="4710" y="1277"/>
                  </a:lnTo>
                  <a:lnTo>
                    <a:pt x="4710" y="1116"/>
                  </a:lnTo>
                  <a:lnTo>
                    <a:pt x="4803" y="876"/>
                  </a:lnTo>
                  <a:lnTo>
                    <a:pt x="5123" y="449"/>
                  </a:lnTo>
                  <a:lnTo>
                    <a:pt x="5717" y="76"/>
                  </a:lnTo>
                  <a:lnTo>
                    <a:pt x="6158" y="0"/>
                  </a:lnTo>
                  <a:lnTo>
                    <a:pt x="6737" y="466"/>
                  </a:lnTo>
                  <a:lnTo>
                    <a:pt x="6999" y="648"/>
                  </a:lnTo>
                  <a:lnTo>
                    <a:pt x="7329" y="1042"/>
                  </a:lnTo>
                  <a:lnTo>
                    <a:pt x="7679" y="1589"/>
                  </a:lnTo>
                  <a:lnTo>
                    <a:pt x="8016" y="2312"/>
                  </a:lnTo>
                  <a:lnTo>
                    <a:pt x="8389" y="3147"/>
                  </a:lnTo>
                  <a:lnTo>
                    <a:pt x="8500" y="3499"/>
                  </a:lnTo>
                  <a:lnTo>
                    <a:pt x="7772" y="3776"/>
                  </a:lnTo>
                  <a:lnTo>
                    <a:pt x="7128" y="4350"/>
                  </a:lnTo>
                  <a:lnTo>
                    <a:pt x="6807" y="4795"/>
                  </a:lnTo>
                  <a:lnTo>
                    <a:pt x="6495" y="5330"/>
                  </a:lnTo>
                  <a:lnTo>
                    <a:pt x="6289" y="5980"/>
                  </a:lnTo>
                  <a:lnTo>
                    <a:pt x="6091" y="7234"/>
                  </a:lnTo>
                  <a:lnTo>
                    <a:pt x="0" y="7234"/>
                  </a:lnTo>
                  <a:lnTo>
                    <a:pt x="1355" y="5533"/>
                  </a:lnTo>
                  <a:lnTo>
                    <a:pt x="1999" y="496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2" name="Freeform 243">
              <a:extLst>
                <a:ext uri="{FF2B5EF4-FFF2-40B4-BE49-F238E27FC236}">
                  <a16:creationId xmlns:a16="http://schemas.microsoft.com/office/drawing/2014/main" id="{FE56572C-8A33-484C-8418-E3A7795C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394"/>
              <a:ext cx="116" cy="185"/>
            </a:xfrm>
            <a:custGeom>
              <a:avLst/>
              <a:gdLst>
                <a:gd name="T0" fmla="*/ 0 w 927"/>
                <a:gd name="T1" fmla="*/ 0 h 1480"/>
                <a:gd name="T2" fmla="*/ 0 w 927"/>
                <a:gd name="T3" fmla="*/ 0 h 1480"/>
                <a:gd name="T4" fmla="*/ 0 w 927"/>
                <a:gd name="T5" fmla="*/ 0 h 1480"/>
                <a:gd name="T6" fmla="*/ 0 w 927"/>
                <a:gd name="T7" fmla="*/ 0 h 1480"/>
                <a:gd name="T8" fmla="*/ 0 w 927"/>
                <a:gd name="T9" fmla="*/ 0 h 1480"/>
                <a:gd name="T10" fmla="*/ 0 w 927"/>
                <a:gd name="T11" fmla="*/ 0 h 1480"/>
                <a:gd name="T12" fmla="*/ 0 w 927"/>
                <a:gd name="T13" fmla="*/ 0 h 1480"/>
                <a:gd name="T14" fmla="*/ 0 w 927"/>
                <a:gd name="T15" fmla="*/ 0 h 1480"/>
                <a:gd name="T16" fmla="*/ 0 w 927"/>
                <a:gd name="T17" fmla="*/ 0 h 1480"/>
                <a:gd name="T18" fmla="*/ 0 w 927"/>
                <a:gd name="T19" fmla="*/ 0 h 1480"/>
                <a:gd name="T20" fmla="*/ 0 w 927"/>
                <a:gd name="T21" fmla="*/ 0 h 14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27"/>
                <a:gd name="T34" fmla="*/ 0 h 1480"/>
                <a:gd name="T35" fmla="*/ 927 w 927"/>
                <a:gd name="T36" fmla="*/ 1480 h 14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27" h="1480">
                  <a:moveTo>
                    <a:pt x="394" y="113"/>
                  </a:moveTo>
                  <a:lnTo>
                    <a:pt x="670" y="386"/>
                  </a:lnTo>
                  <a:lnTo>
                    <a:pt x="670" y="540"/>
                  </a:lnTo>
                  <a:lnTo>
                    <a:pt x="0" y="851"/>
                  </a:lnTo>
                  <a:lnTo>
                    <a:pt x="112" y="1480"/>
                  </a:lnTo>
                  <a:lnTo>
                    <a:pt x="670" y="1245"/>
                  </a:lnTo>
                  <a:lnTo>
                    <a:pt x="778" y="962"/>
                  </a:lnTo>
                  <a:lnTo>
                    <a:pt x="855" y="243"/>
                  </a:lnTo>
                  <a:lnTo>
                    <a:pt x="927" y="0"/>
                  </a:lnTo>
                  <a:lnTo>
                    <a:pt x="479" y="56"/>
                  </a:lnTo>
                  <a:lnTo>
                    <a:pt x="394" y="113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3" name="Freeform 244">
              <a:extLst>
                <a:ext uri="{FF2B5EF4-FFF2-40B4-BE49-F238E27FC236}">
                  <a16:creationId xmlns:a16="http://schemas.microsoft.com/office/drawing/2014/main" id="{58C9E814-B705-6C4E-AC94-5216D150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927"/>
              <a:ext cx="819" cy="827"/>
            </a:xfrm>
            <a:custGeom>
              <a:avLst/>
              <a:gdLst>
                <a:gd name="T0" fmla="*/ 0 w 6551"/>
                <a:gd name="T1" fmla="*/ 0 h 6616"/>
                <a:gd name="T2" fmla="*/ 0 w 6551"/>
                <a:gd name="T3" fmla="*/ 0 h 6616"/>
                <a:gd name="T4" fmla="*/ 0 w 6551"/>
                <a:gd name="T5" fmla="*/ 0 h 6616"/>
                <a:gd name="T6" fmla="*/ 0 w 6551"/>
                <a:gd name="T7" fmla="*/ 0 h 6616"/>
                <a:gd name="T8" fmla="*/ 0 w 6551"/>
                <a:gd name="T9" fmla="*/ 0 h 6616"/>
                <a:gd name="T10" fmla="*/ 0 w 6551"/>
                <a:gd name="T11" fmla="*/ 0 h 6616"/>
                <a:gd name="T12" fmla="*/ 0 w 6551"/>
                <a:gd name="T13" fmla="*/ 0 h 6616"/>
                <a:gd name="T14" fmla="*/ 0 w 6551"/>
                <a:gd name="T15" fmla="*/ 0 h 6616"/>
                <a:gd name="T16" fmla="*/ 0 w 6551"/>
                <a:gd name="T17" fmla="*/ 0 h 6616"/>
                <a:gd name="T18" fmla="*/ 0 w 6551"/>
                <a:gd name="T19" fmla="*/ 0 h 6616"/>
                <a:gd name="T20" fmla="*/ 0 w 6551"/>
                <a:gd name="T21" fmla="*/ 0 h 6616"/>
                <a:gd name="T22" fmla="*/ 0 w 6551"/>
                <a:gd name="T23" fmla="*/ 0 h 6616"/>
                <a:gd name="T24" fmla="*/ 0 w 6551"/>
                <a:gd name="T25" fmla="*/ 0 h 6616"/>
                <a:gd name="T26" fmla="*/ 0 w 6551"/>
                <a:gd name="T27" fmla="*/ 0 h 6616"/>
                <a:gd name="T28" fmla="*/ 0 w 6551"/>
                <a:gd name="T29" fmla="*/ 0 h 6616"/>
                <a:gd name="T30" fmla="*/ 0 w 6551"/>
                <a:gd name="T31" fmla="*/ 0 h 6616"/>
                <a:gd name="T32" fmla="*/ 0 w 6551"/>
                <a:gd name="T33" fmla="*/ 0 h 6616"/>
                <a:gd name="T34" fmla="*/ 0 w 6551"/>
                <a:gd name="T35" fmla="*/ 0 h 6616"/>
                <a:gd name="T36" fmla="*/ 0 w 6551"/>
                <a:gd name="T37" fmla="*/ 0 h 6616"/>
                <a:gd name="T38" fmla="*/ 0 w 6551"/>
                <a:gd name="T39" fmla="*/ 0 h 6616"/>
                <a:gd name="T40" fmla="*/ 0 w 6551"/>
                <a:gd name="T41" fmla="*/ 0 h 6616"/>
                <a:gd name="T42" fmla="*/ 0 w 6551"/>
                <a:gd name="T43" fmla="*/ 0 h 6616"/>
                <a:gd name="T44" fmla="*/ 0 w 6551"/>
                <a:gd name="T45" fmla="*/ 0 h 6616"/>
                <a:gd name="T46" fmla="*/ 0 w 6551"/>
                <a:gd name="T47" fmla="*/ 0 h 6616"/>
                <a:gd name="T48" fmla="*/ 0 w 6551"/>
                <a:gd name="T49" fmla="*/ 0 h 6616"/>
                <a:gd name="T50" fmla="*/ 0 w 6551"/>
                <a:gd name="T51" fmla="*/ 0 h 6616"/>
                <a:gd name="T52" fmla="*/ 0 w 6551"/>
                <a:gd name="T53" fmla="*/ 0 h 6616"/>
                <a:gd name="T54" fmla="*/ 0 w 6551"/>
                <a:gd name="T55" fmla="*/ 0 h 6616"/>
                <a:gd name="T56" fmla="*/ 0 w 6551"/>
                <a:gd name="T57" fmla="*/ 0 h 6616"/>
                <a:gd name="T58" fmla="*/ 0 w 6551"/>
                <a:gd name="T59" fmla="*/ 0 h 6616"/>
                <a:gd name="T60" fmla="*/ 0 w 6551"/>
                <a:gd name="T61" fmla="*/ 0 h 6616"/>
                <a:gd name="T62" fmla="*/ 0 w 6551"/>
                <a:gd name="T63" fmla="*/ 0 h 6616"/>
                <a:gd name="T64" fmla="*/ 0 w 6551"/>
                <a:gd name="T65" fmla="*/ 0 h 6616"/>
                <a:gd name="T66" fmla="*/ 0 w 6551"/>
                <a:gd name="T67" fmla="*/ 0 h 6616"/>
                <a:gd name="T68" fmla="*/ 0 w 6551"/>
                <a:gd name="T69" fmla="*/ 0 h 6616"/>
                <a:gd name="T70" fmla="*/ 0 w 6551"/>
                <a:gd name="T71" fmla="*/ 0 h 6616"/>
                <a:gd name="T72" fmla="*/ 0 w 6551"/>
                <a:gd name="T73" fmla="*/ 0 h 6616"/>
                <a:gd name="T74" fmla="*/ 0 w 6551"/>
                <a:gd name="T75" fmla="*/ 0 h 6616"/>
                <a:gd name="T76" fmla="*/ 0 w 6551"/>
                <a:gd name="T77" fmla="*/ 0 h 6616"/>
                <a:gd name="T78" fmla="*/ 0 w 6551"/>
                <a:gd name="T79" fmla="*/ 0 h 6616"/>
                <a:gd name="T80" fmla="*/ 0 w 6551"/>
                <a:gd name="T81" fmla="*/ 0 h 6616"/>
                <a:gd name="T82" fmla="*/ 0 w 6551"/>
                <a:gd name="T83" fmla="*/ 0 h 6616"/>
                <a:gd name="T84" fmla="*/ 0 w 6551"/>
                <a:gd name="T85" fmla="*/ 0 h 6616"/>
                <a:gd name="T86" fmla="*/ 0 w 6551"/>
                <a:gd name="T87" fmla="*/ 0 h 66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551"/>
                <a:gd name="T133" fmla="*/ 0 h 6616"/>
                <a:gd name="T134" fmla="*/ 6551 w 6551"/>
                <a:gd name="T135" fmla="*/ 6616 h 66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551" h="6616">
                  <a:moveTo>
                    <a:pt x="6551" y="2921"/>
                  </a:moveTo>
                  <a:lnTo>
                    <a:pt x="6133" y="3048"/>
                  </a:lnTo>
                  <a:lnTo>
                    <a:pt x="5692" y="3252"/>
                  </a:lnTo>
                  <a:lnTo>
                    <a:pt x="5378" y="3432"/>
                  </a:lnTo>
                  <a:lnTo>
                    <a:pt x="5048" y="3801"/>
                  </a:lnTo>
                  <a:lnTo>
                    <a:pt x="4712" y="4252"/>
                  </a:lnTo>
                  <a:lnTo>
                    <a:pt x="4470" y="4694"/>
                  </a:lnTo>
                  <a:lnTo>
                    <a:pt x="3396" y="6547"/>
                  </a:lnTo>
                  <a:lnTo>
                    <a:pt x="2278" y="6616"/>
                  </a:lnTo>
                  <a:lnTo>
                    <a:pt x="0" y="6616"/>
                  </a:lnTo>
                  <a:lnTo>
                    <a:pt x="108" y="6197"/>
                  </a:lnTo>
                  <a:lnTo>
                    <a:pt x="367" y="6485"/>
                  </a:lnTo>
                  <a:lnTo>
                    <a:pt x="606" y="6524"/>
                  </a:lnTo>
                  <a:lnTo>
                    <a:pt x="457" y="6322"/>
                  </a:lnTo>
                  <a:lnTo>
                    <a:pt x="457" y="5971"/>
                  </a:lnTo>
                  <a:lnTo>
                    <a:pt x="870" y="5599"/>
                  </a:lnTo>
                  <a:lnTo>
                    <a:pt x="1145" y="6227"/>
                  </a:lnTo>
                  <a:lnTo>
                    <a:pt x="1332" y="6524"/>
                  </a:lnTo>
                  <a:lnTo>
                    <a:pt x="1909" y="6098"/>
                  </a:lnTo>
                  <a:lnTo>
                    <a:pt x="2466" y="5252"/>
                  </a:lnTo>
                  <a:lnTo>
                    <a:pt x="1481" y="5671"/>
                  </a:lnTo>
                  <a:lnTo>
                    <a:pt x="2134" y="4837"/>
                  </a:lnTo>
                  <a:lnTo>
                    <a:pt x="1462" y="4936"/>
                  </a:lnTo>
                  <a:lnTo>
                    <a:pt x="1446" y="4751"/>
                  </a:lnTo>
                  <a:lnTo>
                    <a:pt x="2206" y="4103"/>
                  </a:lnTo>
                  <a:lnTo>
                    <a:pt x="2241" y="4435"/>
                  </a:lnTo>
                  <a:lnTo>
                    <a:pt x="2448" y="4498"/>
                  </a:lnTo>
                  <a:lnTo>
                    <a:pt x="3188" y="3956"/>
                  </a:lnTo>
                  <a:lnTo>
                    <a:pt x="3465" y="3342"/>
                  </a:lnTo>
                  <a:lnTo>
                    <a:pt x="3558" y="2377"/>
                  </a:lnTo>
                  <a:lnTo>
                    <a:pt x="3211" y="1477"/>
                  </a:lnTo>
                  <a:lnTo>
                    <a:pt x="4212" y="2342"/>
                  </a:lnTo>
                  <a:lnTo>
                    <a:pt x="5378" y="2694"/>
                  </a:lnTo>
                  <a:lnTo>
                    <a:pt x="5766" y="2960"/>
                  </a:lnTo>
                  <a:lnTo>
                    <a:pt x="6254" y="2881"/>
                  </a:lnTo>
                  <a:lnTo>
                    <a:pt x="6087" y="2248"/>
                  </a:lnTo>
                  <a:lnTo>
                    <a:pt x="5582" y="971"/>
                  </a:lnTo>
                  <a:lnTo>
                    <a:pt x="5140" y="258"/>
                  </a:lnTo>
                  <a:lnTo>
                    <a:pt x="4894" y="0"/>
                  </a:lnTo>
                  <a:lnTo>
                    <a:pt x="5250" y="327"/>
                  </a:lnTo>
                  <a:lnTo>
                    <a:pt x="5634" y="940"/>
                  </a:lnTo>
                  <a:lnTo>
                    <a:pt x="6030" y="1810"/>
                  </a:lnTo>
                  <a:lnTo>
                    <a:pt x="6344" y="2513"/>
                  </a:lnTo>
                  <a:lnTo>
                    <a:pt x="6551" y="2921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4" name="Freeform 245">
              <a:extLst>
                <a:ext uri="{FF2B5EF4-FFF2-40B4-BE49-F238E27FC236}">
                  <a16:creationId xmlns:a16="http://schemas.microsoft.com/office/drawing/2014/main" id="{6FDA2789-ED52-6241-A104-D0BB2FD0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853"/>
              <a:ext cx="99" cy="108"/>
            </a:xfrm>
            <a:custGeom>
              <a:avLst/>
              <a:gdLst>
                <a:gd name="T0" fmla="*/ 0 w 791"/>
                <a:gd name="T1" fmla="*/ 0 h 867"/>
                <a:gd name="T2" fmla="*/ 0 w 791"/>
                <a:gd name="T3" fmla="*/ 0 h 867"/>
                <a:gd name="T4" fmla="*/ 0 w 791"/>
                <a:gd name="T5" fmla="*/ 0 h 867"/>
                <a:gd name="T6" fmla="*/ 0 w 791"/>
                <a:gd name="T7" fmla="*/ 0 h 867"/>
                <a:gd name="T8" fmla="*/ 0 w 791"/>
                <a:gd name="T9" fmla="*/ 0 h 867"/>
                <a:gd name="T10" fmla="*/ 0 w 791"/>
                <a:gd name="T11" fmla="*/ 0 h 867"/>
                <a:gd name="T12" fmla="*/ 0 w 791"/>
                <a:gd name="T13" fmla="*/ 0 h 867"/>
                <a:gd name="T14" fmla="*/ 0 w 791"/>
                <a:gd name="T15" fmla="*/ 0 h 867"/>
                <a:gd name="T16" fmla="*/ 0 w 791"/>
                <a:gd name="T17" fmla="*/ 0 h 867"/>
                <a:gd name="T18" fmla="*/ 0 w 791"/>
                <a:gd name="T19" fmla="*/ 0 h 8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91"/>
                <a:gd name="T31" fmla="*/ 0 h 867"/>
                <a:gd name="T32" fmla="*/ 791 w 791"/>
                <a:gd name="T33" fmla="*/ 867 h 8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91" h="867">
                  <a:moveTo>
                    <a:pt x="197" y="120"/>
                  </a:moveTo>
                  <a:lnTo>
                    <a:pt x="307" y="199"/>
                  </a:lnTo>
                  <a:lnTo>
                    <a:pt x="386" y="512"/>
                  </a:lnTo>
                  <a:lnTo>
                    <a:pt x="346" y="625"/>
                  </a:lnTo>
                  <a:lnTo>
                    <a:pt x="0" y="867"/>
                  </a:lnTo>
                  <a:lnTo>
                    <a:pt x="791" y="535"/>
                  </a:lnTo>
                  <a:lnTo>
                    <a:pt x="791" y="298"/>
                  </a:lnTo>
                  <a:lnTo>
                    <a:pt x="573" y="0"/>
                  </a:lnTo>
                  <a:lnTo>
                    <a:pt x="346" y="39"/>
                  </a:lnTo>
                  <a:lnTo>
                    <a:pt x="197" y="12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5" name="Freeform 246">
              <a:extLst>
                <a:ext uri="{FF2B5EF4-FFF2-40B4-BE49-F238E27FC236}">
                  <a16:creationId xmlns:a16="http://schemas.microsoft.com/office/drawing/2014/main" id="{44357BAF-E27C-2148-9C68-5B013027B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708"/>
              <a:ext cx="870" cy="661"/>
            </a:xfrm>
            <a:custGeom>
              <a:avLst/>
              <a:gdLst>
                <a:gd name="T0" fmla="*/ 0 w 6960"/>
                <a:gd name="T1" fmla="*/ 0 h 5288"/>
                <a:gd name="T2" fmla="*/ 0 w 6960"/>
                <a:gd name="T3" fmla="*/ 0 h 5288"/>
                <a:gd name="T4" fmla="*/ 0 w 6960"/>
                <a:gd name="T5" fmla="*/ 0 h 5288"/>
                <a:gd name="T6" fmla="*/ 0 w 6960"/>
                <a:gd name="T7" fmla="*/ 0 h 5288"/>
                <a:gd name="T8" fmla="*/ 0 w 6960"/>
                <a:gd name="T9" fmla="*/ 0 h 5288"/>
                <a:gd name="T10" fmla="*/ 0 w 6960"/>
                <a:gd name="T11" fmla="*/ 0 h 5288"/>
                <a:gd name="T12" fmla="*/ 0 w 6960"/>
                <a:gd name="T13" fmla="*/ 0 h 5288"/>
                <a:gd name="T14" fmla="*/ 0 w 6960"/>
                <a:gd name="T15" fmla="*/ 0 h 5288"/>
                <a:gd name="T16" fmla="*/ 0 w 6960"/>
                <a:gd name="T17" fmla="*/ 0 h 5288"/>
                <a:gd name="T18" fmla="*/ 0 w 6960"/>
                <a:gd name="T19" fmla="*/ 0 h 5288"/>
                <a:gd name="T20" fmla="*/ 0 w 6960"/>
                <a:gd name="T21" fmla="*/ 0 h 5288"/>
                <a:gd name="T22" fmla="*/ 0 w 6960"/>
                <a:gd name="T23" fmla="*/ 0 h 5288"/>
                <a:gd name="T24" fmla="*/ 0 w 6960"/>
                <a:gd name="T25" fmla="*/ 0 h 5288"/>
                <a:gd name="T26" fmla="*/ 0 w 6960"/>
                <a:gd name="T27" fmla="*/ 0 h 5288"/>
                <a:gd name="T28" fmla="*/ 0 w 6960"/>
                <a:gd name="T29" fmla="*/ 0 h 5288"/>
                <a:gd name="T30" fmla="*/ 0 w 6960"/>
                <a:gd name="T31" fmla="*/ 0 h 5288"/>
                <a:gd name="T32" fmla="*/ 0 w 6960"/>
                <a:gd name="T33" fmla="*/ 0 h 5288"/>
                <a:gd name="T34" fmla="*/ 0 w 6960"/>
                <a:gd name="T35" fmla="*/ 0 h 5288"/>
                <a:gd name="T36" fmla="*/ 0 w 6960"/>
                <a:gd name="T37" fmla="*/ 0 h 5288"/>
                <a:gd name="T38" fmla="*/ 0 w 6960"/>
                <a:gd name="T39" fmla="*/ 0 h 5288"/>
                <a:gd name="T40" fmla="*/ 0 w 6960"/>
                <a:gd name="T41" fmla="*/ 0 h 5288"/>
                <a:gd name="T42" fmla="*/ 0 w 6960"/>
                <a:gd name="T43" fmla="*/ 0 h 5288"/>
                <a:gd name="T44" fmla="*/ 0 w 6960"/>
                <a:gd name="T45" fmla="*/ 0 h 5288"/>
                <a:gd name="T46" fmla="*/ 0 w 6960"/>
                <a:gd name="T47" fmla="*/ 0 h 5288"/>
                <a:gd name="T48" fmla="*/ 0 w 6960"/>
                <a:gd name="T49" fmla="*/ 0 h 5288"/>
                <a:gd name="T50" fmla="*/ 0 w 6960"/>
                <a:gd name="T51" fmla="*/ 0 h 5288"/>
                <a:gd name="T52" fmla="*/ 0 w 6960"/>
                <a:gd name="T53" fmla="*/ 0 h 5288"/>
                <a:gd name="T54" fmla="*/ 0 w 6960"/>
                <a:gd name="T55" fmla="*/ 0 h 5288"/>
                <a:gd name="T56" fmla="*/ 0 w 6960"/>
                <a:gd name="T57" fmla="*/ 0 h 5288"/>
                <a:gd name="T58" fmla="*/ 0 w 6960"/>
                <a:gd name="T59" fmla="*/ 0 h 5288"/>
                <a:gd name="T60" fmla="*/ 0 w 6960"/>
                <a:gd name="T61" fmla="*/ 0 h 5288"/>
                <a:gd name="T62" fmla="*/ 0 w 6960"/>
                <a:gd name="T63" fmla="*/ 0 h 5288"/>
                <a:gd name="T64" fmla="*/ 0 w 6960"/>
                <a:gd name="T65" fmla="*/ 0 h 5288"/>
                <a:gd name="T66" fmla="*/ 0 w 6960"/>
                <a:gd name="T67" fmla="*/ 0 h 5288"/>
                <a:gd name="T68" fmla="*/ 0 w 6960"/>
                <a:gd name="T69" fmla="*/ 0 h 5288"/>
                <a:gd name="T70" fmla="*/ 0 w 6960"/>
                <a:gd name="T71" fmla="*/ 0 h 5288"/>
                <a:gd name="T72" fmla="*/ 0 w 6960"/>
                <a:gd name="T73" fmla="*/ 0 h 5288"/>
                <a:gd name="T74" fmla="*/ 0 w 6960"/>
                <a:gd name="T75" fmla="*/ 0 h 5288"/>
                <a:gd name="T76" fmla="*/ 0 w 6960"/>
                <a:gd name="T77" fmla="*/ 0 h 5288"/>
                <a:gd name="T78" fmla="*/ 0 w 6960"/>
                <a:gd name="T79" fmla="*/ 0 h 5288"/>
                <a:gd name="T80" fmla="*/ 0 w 6960"/>
                <a:gd name="T81" fmla="*/ 0 h 5288"/>
                <a:gd name="T82" fmla="*/ 0 w 6960"/>
                <a:gd name="T83" fmla="*/ 0 h 5288"/>
                <a:gd name="T84" fmla="*/ 0 w 6960"/>
                <a:gd name="T85" fmla="*/ 0 h 5288"/>
                <a:gd name="T86" fmla="*/ 0 w 6960"/>
                <a:gd name="T87" fmla="*/ 0 h 5288"/>
                <a:gd name="T88" fmla="*/ 0 w 6960"/>
                <a:gd name="T89" fmla="*/ 0 h 5288"/>
                <a:gd name="T90" fmla="*/ 0 w 6960"/>
                <a:gd name="T91" fmla="*/ 0 h 5288"/>
                <a:gd name="T92" fmla="*/ 0 w 6960"/>
                <a:gd name="T93" fmla="*/ 0 h 5288"/>
                <a:gd name="T94" fmla="*/ 0 w 6960"/>
                <a:gd name="T95" fmla="*/ 0 h 5288"/>
                <a:gd name="T96" fmla="*/ 0 w 6960"/>
                <a:gd name="T97" fmla="*/ 0 h 5288"/>
                <a:gd name="T98" fmla="*/ 0 w 6960"/>
                <a:gd name="T99" fmla="*/ 0 h 52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960"/>
                <a:gd name="T151" fmla="*/ 0 h 5288"/>
                <a:gd name="T152" fmla="*/ 6960 w 6960"/>
                <a:gd name="T153" fmla="*/ 5288 h 528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960" h="5288">
                  <a:moveTo>
                    <a:pt x="2583" y="0"/>
                  </a:moveTo>
                  <a:lnTo>
                    <a:pt x="2425" y="32"/>
                  </a:lnTo>
                  <a:lnTo>
                    <a:pt x="2146" y="173"/>
                  </a:lnTo>
                  <a:lnTo>
                    <a:pt x="1372" y="233"/>
                  </a:lnTo>
                  <a:lnTo>
                    <a:pt x="592" y="498"/>
                  </a:lnTo>
                  <a:lnTo>
                    <a:pt x="229" y="706"/>
                  </a:lnTo>
                  <a:lnTo>
                    <a:pt x="141" y="876"/>
                  </a:lnTo>
                  <a:lnTo>
                    <a:pt x="93" y="1047"/>
                  </a:lnTo>
                  <a:lnTo>
                    <a:pt x="141" y="1374"/>
                  </a:lnTo>
                  <a:lnTo>
                    <a:pt x="229" y="1625"/>
                  </a:lnTo>
                  <a:lnTo>
                    <a:pt x="141" y="2183"/>
                  </a:lnTo>
                  <a:lnTo>
                    <a:pt x="102" y="2308"/>
                  </a:lnTo>
                  <a:lnTo>
                    <a:pt x="32" y="2356"/>
                  </a:lnTo>
                  <a:lnTo>
                    <a:pt x="0" y="2444"/>
                  </a:lnTo>
                  <a:lnTo>
                    <a:pt x="12" y="2620"/>
                  </a:lnTo>
                  <a:lnTo>
                    <a:pt x="155" y="3086"/>
                  </a:lnTo>
                  <a:lnTo>
                    <a:pt x="155" y="3277"/>
                  </a:lnTo>
                  <a:lnTo>
                    <a:pt x="141" y="3525"/>
                  </a:lnTo>
                  <a:lnTo>
                    <a:pt x="126" y="3655"/>
                  </a:lnTo>
                  <a:lnTo>
                    <a:pt x="32" y="3928"/>
                  </a:lnTo>
                  <a:lnTo>
                    <a:pt x="44" y="4198"/>
                  </a:lnTo>
                  <a:lnTo>
                    <a:pt x="556" y="4862"/>
                  </a:lnTo>
                  <a:lnTo>
                    <a:pt x="888" y="4980"/>
                  </a:lnTo>
                  <a:lnTo>
                    <a:pt x="1003" y="5053"/>
                  </a:lnTo>
                  <a:lnTo>
                    <a:pt x="1361" y="5022"/>
                  </a:lnTo>
                  <a:lnTo>
                    <a:pt x="1671" y="5148"/>
                  </a:lnTo>
                  <a:lnTo>
                    <a:pt x="2062" y="5288"/>
                  </a:lnTo>
                  <a:lnTo>
                    <a:pt x="2704" y="4862"/>
                  </a:lnTo>
                  <a:lnTo>
                    <a:pt x="6835" y="4837"/>
                  </a:lnTo>
                  <a:lnTo>
                    <a:pt x="6960" y="4152"/>
                  </a:lnTo>
                  <a:lnTo>
                    <a:pt x="6621" y="4119"/>
                  </a:lnTo>
                  <a:lnTo>
                    <a:pt x="6446" y="3917"/>
                  </a:lnTo>
                  <a:lnTo>
                    <a:pt x="6333" y="3853"/>
                  </a:lnTo>
                  <a:lnTo>
                    <a:pt x="6151" y="3536"/>
                  </a:lnTo>
                  <a:lnTo>
                    <a:pt x="6022" y="3011"/>
                  </a:lnTo>
                  <a:lnTo>
                    <a:pt x="5955" y="2780"/>
                  </a:lnTo>
                  <a:lnTo>
                    <a:pt x="5912" y="2483"/>
                  </a:lnTo>
                  <a:lnTo>
                    <a:pt x="5773" y="2420"/>
                  </a:lnTo>
                  <a:lnTo>
                    <a:pt x="5745" y="2229"/>
                  </a:lnTo>
                  <a:lnTo>
                    <a:pt x="5773" y="1812"/>
                  </a:lnTo>
                  <a:lnTo>
                    <a:pt x="5745" y="1515"/>
                  </a:lnTo>
                  <a:lnTo>
                    <a:pt x="5710" y="1314"/>
                  </a:lnTo>
                  <a:lnTo>
                    <a:pt x="5660" y="1097"/>
                  </a:lnTo>
                  <a:lnTo>
                    <a:pt x="5584" y="998"/>
                  </a:lnTo>
                  <a:lnTo>
                    <a:pt x="5521" y="966"/>
                  </a:lnTo>
                  <a:lnTo>
                    <a:pt x="5424" y="936"/>
                  </a:lnTo>
                  <a:lnTo>
                    <a:pt x="4848" y="717"/>
                  </a:lnTo>
                  <a:lnTo>
                    <a:pt x="4240" y="438"/>
                  </a:lnTo>
                  <a:lnTo>
                    <a:pt x="3850" y="267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6" name="Freeform 247">
              <a:extLst>
                <a:ext uri="{FF2B5EF4-FFF2-40B4-BE49-F238E27FC236}">
                  <a16:creationId xmlns:a16="http://schemas.microsoft.com/office/drawing/2014/main" id="{5628C313-FB11-4341-82E1-0FFB0A8E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51"/>
              <a:ext cx="113" cy="116"/>
            </a:xfrm>
            <a:custGeom>
              <a:avLst/>
              <a:gdLst>
                <a:gd name="T0" fmla="*/ 0 w 904"/>
                <a:gd name="T1" fmla="*/ 0 h 929"/>
                <a:gd name="T2" fmla="*/ 0 w 904"/>
                <a:gd name="T3" fmla="*/ 0 h 929"/>
                <a:gd name="T4" fmla="*/ 0 w 904"/>
                <a:gd name="T5" fmla="*/ 0 h 929"/>
                <a:gd name="T6" fmla="*/ 0 w 904"/>
                <a:gd name="T7" fmla="*/ 0 h 929"/>
                <a:gd name="T8" fmla="*/ 0 w 904"/>
                <a:gd name="T9" fmla="*/ 0 h 929"/>
                <a:gd name="T10" fmla="*/ 0 w 904"/>
                <a:gd name="T11" fmla="*/ 0 h 929"/>
                <a:gd name="T12" fmla="*/ 0 w 904"/>
                <a:gd name="T13" fmla="*/ 0 h 929"/>
                <a:gd name="T14" fmla="*/ 0 w 904"/>
                <a:gd name="T15" fmla="*/ 0 h 929"/>
                <a:gd name="T16" fmla="*/ 0 w 904"/>
                <a:gd name="T17" fmla="*/ 0 h 929"/>
                <a:gd name="T18" fmla="*/ 0 w 904"/>
                <a:gd name="T19" fmla="*/ 0 h 929"/>
                <a:gd name="T20" fmla="*/ 0 w 904"/>
                <a:gd name="T21" fmla="*/ 0 h 9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04"/>
                <a:gd name="T34" fmla="*/ 0 h 929"/>
                <a:gd name="T35" fmla="*/ 904 w 904"/>
                <a:gd name="T36" fmla="*/ 929 h 9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04" h="929">
                  <a:moveTo>
                    <a:pt x="626" y="0"/>
                  </a:moveTo>
                  <a:lnTo>
                    <a:pt x="904" y="74"/>
                  </a:lnTo>
                  <a:lnTo>
                    <a:pt x="720" y="221"/>
                  </a:lnTo>
                  <a:lnTo>
                    <a:pt x="477" y="584"/>
                  </a:lnTo>
                  <a:lnTo>
                    <a:pt x="293" y="929"/>
                  </a:lnTo>
                  <a:lnTo>
                    <a:pt x="0" y="843"/>
                  </a:lnTo>
                  <a:lnTo>
                    <a:pt x="26" y="558"/>
                  </a:lnTo>
                  <a:lnTo>
                    <a:pt x="132" y="378"/>
                  </a:lnTo>
                  <a:lnTo>
                    <a:pt x="277" y="228"/>
                  </a:lnTo>
                  <a:lnTo>
                    <a:pt x="487" y="74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7" name="Freeform 248">
              <a:extLst>
                <a:ext uri="{FF2B5EF4-FFF2-40B4-BE49-F238E27FC236}">
                  <a16:creationId xmlns:a16="http://schemas.microsoft.com/office/drawing/2014/main" id="{86B7D654-A211-4046-9800-77535DF3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72"/>
              <a:ext cx="65" cy="95"/>
            </a:xfrm>
            <a:custGeom>
              <a:avLst/>
              <a:gdLst>
                <a:gd name="T0" fmla="*/ 0 w 521"/>
                <a:gd name="T1" fmla="*/ 0 h 763"/>
                <a:gd name="T2" fmla="*/ 0 w 521"/>
                <a:gd name="T3" fmla="*/ 0 h 763"/>
                <a:gd name="T4" fmla="*/ 0 w 521"/>
                <a:gd name="T5" fmla="*/ 0 h 763"/>
                <a:gd name="T6" fmla="*/ 0 w 521"/>
                <a:gd name="T7" fmla="*/ 0 h 763"/>
                <a:gd name="T8" fmla="*/ 0 w 521"/>
                <a:gd name="T9" fmla="*/ 0 h 763"/>
                <a:gd name="T10" fmla="*/ 0 w 521"/>
                <a:gd name="T11" fmla="*/ 0 h 763"/>
                <a:gd name="T12" fmla="*/ 0 w 521"/>
                <a:gd name="T13" fmla="*/ 0 h 763"/>
                <a:gd name="T14" fmla="*/ 0 w 521"/>
                <a:gd name="T15" fmla="*/ 0 h 763"/>
                <a:gd name="T16" fmla="*/ 0 w 521"/>
                <a:gd name="T17" fmla="*/ 0 h 763"/>
                <a:gd name="T18" fmla="*/ 0 w 521"/>
                <a:gd name="T19" fmla="*/ 0 h 763"/>
                <a:gd name="T20" fmla="*/ 0 w 521"/>
                <a:gd name="T21" fmla="*/ 0 h 763"/>
                <a:gd name="T22" fmla="*/ 0 w 521"/>
                <a:gd name="T23" fmla="*/ 0 h 7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21"/>
                <a:gd name="T37" fmla="*/ 0 h 763"/>
                <a:gd name="T38" fmla="*/ 521 w 521"/>
                <a:gd name="T39" fmla="*/ 763 h 76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21" h="763">
                  <a:moveTo>
                    <a:pt x="402" y="0"/>
                  </a:moveTo>
                  <a:lnTo>
                    <a:pt x="249" y="172"/>
                  </a:lnTo>
                  <a:lnTo>
                    <a:pt x="152" y="366"/>
                  </a:lnTo>
                  <a:lnTo>
                    <a:pt x="327" y="378"/>
                  </a:lnTo>
                  <a:lnTo>
                    <a:pt x="521" y="212"/>
                  </a:lnTo>
                  <a:lnTo>
                    <a:pt x="378" y="535"/>
                  </a:lnTo>
                  <a:lnTo>
                    <a:pt x="327" y="763"/>
                  </a:lnTo>
                  <a:lnTo>
                    <a:pt x="0" y="763"/>
                  </a:lnTo>
                  <a:lnTo>
                    <a:pt x="11" y="574"/>
                  </a:lnTo>
                  <a:lnTo>
                    <a:pt x="77" y="322"/>
                  </a:lnTo>
                  <a:lnTo>
                    <a:pt x="207" y="172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8" name="Freeform 249">
              <a:extLst>
                <a:ext uri="{FF2B5EF4-FFF2-40B4-BE49-F238E27FC236}">
                  <a16:creationId xmlns:a16="http://schemas.microsoft.com/office/drawing/2014/main" id="{0382B961-C50E-2046-BC97-B8DF1532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13"/>
              <a:ext cx="188" cy="486"/>
            </a:xfrm>
            <a:custGeom>
              <a:avLst/>
              <a:gdLst>
                <a:gd name="T0" fmla="*/ 0 w 1500"/>
                <a:gd name="T1" fmla="*/ 0 h 3892"/>
                <a:gd name="T2" fmla="*/ 0 w 1500"/>
                <a:gd name="T3" fmla="*/ 0 h 3892"/>
                <a:gd name="T4" fmla="*/ 0 w 1500"/>
                <a:gd name="T5" fmla="*/ 0 h 3892"/>
                <a:gd name="T6" fmla="*/ 0 w 1500"/>
                <a:gd name="T7" fmla="*/ 0 h 3892"/>
                <a:gd name="T8" fmla="*/ 0 w 1500"/>
                <a:gd name="T9" fmla="*/ 0 h 3892"/>
                <a:gd name="T10" fmla="*/ 0 w 1500"/>
                <a:gd name="T11" fmla="*/ 0 h 3892"/>
                <a:gd name="T12" fmla="*/ 0 w 1500"/>
                <a:gd name="T13" fmla="*/ 0 h 3892"/>
                <a:gd name="T14" fmla="*/ 0 w 1500"/>
                <a:gd name="T15" fmla="*/ 0 h 3892"/>
                <a:gd name="T16" fmla="*/ 0 w 1500"/>
                <a:gd name="T17" fmla="*/ 0 h 3892"/>
                <a:gd name="T18" fmla="*/ 0 w 1500"/>
                <a:gd name="T19" fmla="*/ 0 h 3892"/>
                <a:gd name="T20" fmla="*/ 0 w 1500"/>
                <a:gd name="T21" fmla="*/ 0 h 3892"/>
                <a:gd name="T22" fmla="*/ 0 w 1500"/>
                <a:gd name="T23" fmla="*/ 0 h 3892"/>
                <a:gd name="T24" fmla="*/ 0 w 1500"/>
                <a:gd name="T25" fmla="*/ 0 h 3892"/>
                <a:gd name="T26" fmla="*/ 0 w 1500"/>
                <a:gd name="T27" fmla="*/ 0 h 3892"/>
                <a:gd name="T28" fmla="*/ 0 w 1500"/>
                <a:gd name="T29" fmla="*/ 0 h 3892"/>
                <a:gd name="T30" fmla="*/ 0 w 1500"/>
                <a:gd name="T31" fmla="*/ 0 h 3892"/>
                <a:gd name="T32" fmla="*/ 0 w 1500"/>
                <a:gd name="T33" fmla="*/ 0 h 3892"/>
                <a:gd name="T34" fmla="*/ 0 w 1500"/>
                <a:gd name="T35" fmla="*/ 0 h 3892"/>
                <a:gd name="T36" fmla="*/ 0 w 1500"/>
                <a:gd name="T37" fmla="*/ 0 h 389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00"/>
                <a:gd name="T58" fmla="*/ 0 h 3892"/>
                <a:gd name="T59" fmla="*/ 1500 w 1500"/>
                <a:gd name="T60" fmla="*/ 3892 h 389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00" h="3892">
                  <a:moveTo>
                    <a:pt x="143" y="0"/>
                  </a:moveTo>
                  <a:lnTo>
                    <a:pt x="1500" y="561"/>
                  </a:lnTo>
                  <a:lnTo>
                    <a:pt x="1500" y="1046"/>
                  </a:lnTo>
                  <a:lnTo>
                    <a:pt x="1426" y="1553"/>
                  </a:lnTo>
                  <a:lnTo>
                    <a:pt x="1336" y="2078"/>
                  </a:lnTo>
                  <a:lnTo>
                    <a:pt x="1193" y="2760"/>
                  </a:lnTo>
                  <a:lnTo>
                    <a:pt x="1053" y="3259"/>
                  </a:lnTo>
                  <a:lnTo>
                    <a:pt x="815" y="3892"/>
                  </a:lnTo>
                  <a:lnTo>
                    <a:pt x="774" y="3293"/>
                  </a:lnTo>
                  <a:lnTo>
                    <a:pt x="642" y="2523"/>
                  </a:lnTo>
                  <a:lnTo>
                    <a:pt x="560" y="2041"/>
                  </a:lnTo>
                  <a:lnTo>
                    <a:pt x="488" y="1659"/>
                  </a:lnTo>
                  <a:lnTo>
                    <a:pt x="338" y="1336"/>
                  </a:lnTo>
                  <a:lnTo>
                    <a:pt x="172" y="995"/>
                  </a:lnTo>
                  <a:lnTo>
                    <a:pt x="43" y="705"/>
                  </a:lnTo>
                  <a:lnTo>
                    <a:pt x="0" y="497"/>
                  </a:lnTo>
                  <a:lnTo>
                    <a:pt x="0" y="301"/>
                  </a:lnTo>
                  <a:lnTo>
                    <a:pt x="66" y="12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89" name="Freeform 250">
              <a:extLst>
                <a:ext uri="{FF2B5EF4-FFF2-40B4-BE49-F238E27FC236}">
                  <a16:creationId xmlns:a16="http://schemas.microsoft.com/office/drawing/2014/main" id="{55115A4D-7118-164E-BA4E-6E0792C3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842"/>
              <a:ext cx="61" cy="360"/>
            </a:xfrm>
            <a:custGeom>
              <a:avLst/>
              <a:gdLst>
                <a:gd name="T0" fmla="*/ 0 w 486"/>
                <a:gd name="T1" fmla="*/ 0 h 2874"/>
                <a:gd name="T2" fmla="*/ 0 w 486"/>
                <a:gd name="T3" fmla="*/ 0 h 2874"/>
                <a:gd name="T4" fmla="*/ 0 w 486"/>
                <a:gd name="T5" fmla="*/ 0 h 2874"/>
                <a:gd name="T6" fmla="*/ 0 w 486"/>
                <a:gd name="T7" fmla="*/ 0 h 2874"/>
                <a:gd name="T8" fmla="*/ 0 w 486"/>
                <a:gd name="T9" fmla="*/ 0 h 2874"/>
                <a:gd name="T10" fmla="*/ 0 w 486"/>
                <a:gd name="T11" fmla="*/ 0 h 2874"/>
                <a:gd name="T12" fmla="*/ 0 w 486"/>
                <a:gd name="T13" fmla="*/ 0 h 2874"/>
                <a:gd name="T14" fmla="*/ 0 w 486"/>
                <a:gd name="T15" fmla="*/ 0 h 2874"/>
                <a:gd name="T16" fmla="*/ 0 w 486"/>
                <a:gd name="T17" fmla="*/ 0 h 2874"/>
                <a:gd name="T18" fmla="*/ 0 w 486"/>
                <a:gd name="T19" fmla="*/ 0 h 2874"/>
                <a:gd name="T20" fmla="*/ 0 w 486"/>
                <a:gd name="T21" fmla="*/ 0 h 2874"/>
                <a:gd name="T22" fmla="*/ 0 w 486"/>
                <a:gd name="T23" fmla="*/ 0 h 2874"/>
                <a:gd name="T24" fmla="*/ 0 w 486"/>
                <a:gd name="T25" fmla="*/ 0 h 2874"/>
                <a:gd name="T26" fmla="*/ 0 w 486"/>
                <a:gd name="T27" fmla="*/ 0 h 2874"/>
                <a:gd name="T28" fmla="*/ 0 w 486"/>
                <a:gd name="T29" fmla="*/ 0 h 2874"/>
                <a:gd name="T30" fmla="*/ 0 w 486"/>
                <a:gd name="T31" fmla="*/ 0 h 2874"/>
                <a:gd name="T32" fmla="*/ 0 w 486"/>
                <a:gd name="T33" fmla="*/ 0 h 28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86"/>
                <a:gd name="T52" fmla="*/ 0 h 2874"/>
                <a:gd name="T53" fmla="*/ 486 w 486"/>
                <a:gd name="T54" fmla="*/ 2874 h 287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86" h="2874">
                  <a:moveTo>
                    <a:pt x="194" y="0"/>
                  </a:moveTo>
                  <a:lnTo>
                    <a:pt x="51" y="126"/>
                  </a:lnTo>
                  <a:lnTo>
                    <a:pt x="139" y="455"/>
                  </a:lnTo>
                  <a:lnTo>
                    <a:pt x="0" y="806"/>
                  </a:lnTo>
                  <a:lnTo>
                    <a:pt x="81" y="1235"/>
                  </a:lnTo>
                  <a:lnTo>
                    <a:pt x="178" y="1853"/>
                  </a:lnTo>
                  <a:lnTo>
                    <a:pt x="265" y="2463"/>
                  </a:lnTo>
                  <a:lnTo>
                    <a:pt x="328" y="2874"/>
                  </a:lnTo>
                  <a:lnTo>
                    <a:pt x="486" y="2371"/>
                  </a:lnTo>
                  <a:lnTo>
                    <a:pt x="459" y="1973"/>
                  </a:lnTo>
                  <a:lnTo>
                    <a:pt x="440" y="1265"/>
                  </a:lnTo>
                  <a:lnTo>
                    <a:pt x="436" y="857"/>
                  </a:lnTo>
                  <a:lnTo>
                    <a:pt x="401" y="622"/>
                  </a:lnTo>
                  <a:lnTo>
                    <a:pt x="365" y="477"/>
                  </a:lnTo>
                  <a:lnTo>
                    <a:pt x="440" y="248"/>
                  </a:lnTo>
                  <a:lnTo>
                    <a:pt x="355" y="24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0" name="Freeform 251">
              <a:extLst>
                <a:ext uri="{FF2B5EF4-FFF2-40B4-BE49-F238E27FC236}">
                  <a16:creationId xmlns:a16="http://schemas.microsoft.com/office/drawing/2014/main" id="{D8FE391E-44E0-2641-BF90-63C0DE89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844"/>
              <a:ext cx="58" cy="295"/>
            </a:xfrm>
            <a:custGeom>
              <a:avLst/>
              <a:gdLst>
                <a:gd name="T0" fmla="*/ 0 w 459"/>
                <a:gd name="T1" fmla="*/ 0 h 2362"/>
                <a:gd name="T2" fmla="*/ 0 w 459"/>
                <a:gd name="T3" fmla="*/ 0 h 2362"/>
                <a:gd name="T4" fmla="*/ 0 w 459"/>
                <a:gd name="T5" fmla="*/ 0 h 2362"/>
                <a:gd name="T6" fmla="*/ 0 w 459"/>
                <a:gd name="T7" fmla="*/ 0 h 2362"/>
                <a:gd name="T8" fmla="*/ 0 w 459"/>
                <a:gd name="T9" fmla="*/ 0 h 2362"/>
                <a:gd name="T10" fmla="*/ 0 w 459"/>
                <a:gd name="T11" fmla="*/ 0 h 2362"/>
                <a:gd name="T12" fmla="*/ 0 w 459"/>
                <a:gd name="T13" fmla="*/ 0 h 2362"/>
                <a:gd name="T14" fmla="*/ 0 w 459"/>
                <a:gd name="T15" fmla="*/ 0 h 2362"/>
                <a:gd name="T16" fmla="*/ 0 w 459"/>
                <a:gd name="T17" fmla="*/ 0 h 2362"/>
                <a:gd name="T18" fmla="*/ 0 w 459"/>
                <a:gd name="T19" fmla="*/ 0 h 2362"/>
                <a:gd name="T20" fmla="*/ 0 w 459"/>
                <a:gd name="T21" fmla="*/ 0 h 2362"/>
                <a:gd name="T22" fmla="*/ 0 w 459"/>
                <a:gd name="T23" fmla="*/ 0 h 2362"/>
                <a:gd name="T24" fmla="*/ 0 w 459"/>
                <a:gd name="T25" fmla="*/ 0 h 2362"/>
                <a:gd name="T26" fmla="*/ 0 w 459"/>
                <a:gd name="T27" fmla="*/ 0 h 2362"/>
                <a:gd name="T28" fmla="*/ 0 w 459"/>
                <a:gd name="T29" fmla="*/ 0 h 2362"/>
                <a:gd name="T30" fmla="*/ 0 w 459"/>
                <a:gd name="T31" fmla="*/ 0 h 2362"/>
                <a:gd name="T32" fmla="*/ 0 w 459"/>
                <a:gd name="T33" fmla="*/ 0 h 2362"/>
                <a:gd name="T34" fmla="*/ 0 w 459"/>
                <a:gd name="T35" fmla="*/ 0 h 2362"/>
                <a:gd name="T36" fmla="*/ 0 w 459"/>
                <a:gd name="T37" fmla="*/ 0 h 2362"/>
                <a:gd name="T38" fmla="*/ 0 w 459"/>
                <a:gd name="T39" fmla="*/ 0 h 2362"/>
                <a:gd name="T40" fmla="*/ 0 w 459"/>
                <a:gd name="T41" fmla="*/ 0 h 2362"/>
                <a:gd name="T42" fmla="*/ 0 w 459"/>
                <a:gd name="T43" fmla="*/ 0 h 2362"/>
                <a:gd name="T44" fmla="*/ 0 w 459"/>
                <a:gd name="T45" fmla="*/ 0 h 2362"/>
                <a:gd name="T46" fmla="*/ 0 w 459"/>
                <a:gd name="T47" fmla="*/ 0 h 2362"/>
                <a:gd name="T48" fmla="*/ 0 w 459"/>
                <a:gd name="T49" fmla="*/ 0 h 2362"/>
                <a:gd name="T50" fmla="*/ 0 w 459"/>
                <a:gd name="T51" fmla="*/ 0 h 2362"/>
                <a:gd name="T52" fmla="*/ 0 w 459"/>
                <a:gd name="T53" fmla="*/ 0 h 236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59"/>
                <a:gd name="T82" fmla="*/ 0 h 2362"/>
                <a:gd name="T83" fmla="*/ 459 w 459"/>
                <a:gd name="T84" fmla="*/ 2362 h 236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59" h="2362">
                  <a:moveTo>
                    <a:pt x="365" y="94"/>
                  </a:moveTo>
                  <a:lnTo>
                    <a:pt x="288" y="79"/>
                  </a:lnTo>
                  <a:lnTo>
                    <a:pt x="207" y="169"/>
                  </a:lnTo>
                  <a:lnTo>
                    <a:pt x="247" y="433"/>
                  </a:lnTo>
                  <a:lnTo>
                    <a:pt x="288" y="433"/>
                  </a:lnTo>
                  <a:lnTo>
                    <a:pt x="385" y="272"/>
                  </a:lnTo>
                  <a:lnTo>
                    <a:pt x="355" y="523"/>
                  </a:lnTo>
                  <a:lnTo>
                    <a:pt x="440" y="875"/>
                  </a:lnTo>
                  <a:lnTo>
                    <a:pt x="436" y="1701"/>
                  </a:lnTo>
                  <a:lnTo>
                    <a:pt x="459" y="2362"/>
                  </a:lnTo>
                  <a:lnTo>
                    <a:pt x="401" y="2000"/>
                  </a:lnTo>
                  <a:lnTo>
                    <a:pt x="365" y="1542"/>
                  </a:lnTo>
                  <a:lnTo>
                    <a:pt x="355" y="1097"/>
                  </a:lnTo>
                  <a:lnTo>
                    <a:pt x="339" y="848"/>
                  </a:lnTo>
                  <a:lnTo>
                    <a:pt x="265" y="613"/>
                  </a:lnTo>
                  <a:lnTo>
                    <a:pt x="247" y="940"/>
                  </a:lnTo>
                  <a:lnTo>
                    <a:pt x="178" y="1009"/>
                  </a:lnTo>
                  <a:lnTo>
                    <a:pt x="139" y="940"/>
                  </a:lnTo>
                  <a:lnTo>
                    <a:pt x="207" y="606"/>
                  </a:lnTo>
                  <a:lnTo>
                    <a:pt x="104" y="769"/>
                  </a:lnTo>
                  <a:lnTo>
                    <a:pt x="51" y="1085"/>
                  </a:lnTo>
                  <a:lnTo>
                    <a:pt x="0" y="797"/>
                  </a:lnTo>
                  <a:lnTo>
                    <a:pt x="139" y="446"/>
                  </a:lnTo>
                  <a:lnTo>
                    <a:pt x="69" y="117"/>
                  </a:lnTo>
                  <a:lnTo>
                    <a:pt x="171" y="0"/>
                  </a:lnTo>
                  <a:lnTo>
                    <a:pt x="339" y="15"/>
                  </a:lnTo>
                  <a:lnTo>
                    <a:pt x="365" y="94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1" name="Freeform 252">
              <a:extLst>
                <a:ext uri="{FF2B5EF4-FFF2-40B4-BE49-F238E27FC236}">
                  <a16:creationId xmlns:a16="http://schemas.microsoft.com/office/drawing/2014/main" id="{1B9BE76A-8470-C242-A3D3-240157532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88"/>
              <a:ext cx="77" cy="342"/>
            </a:xfrm>
            <a:custGeom>
              <a:avLst/>
              <a:gdLst>
                <a:gd name="T0" fmla="*/ 0 w 620"/>
                <a:gd name="T1" fmla="*/ 0 h 2734"/>
                <a:gd name="T2" fmla="*/ 0 w 620"/>
                <a:gd name="T3" fmla="*/ 0 h 2734"/>
                <a:gd name="T4" fmla="*/ 0 w 620"/>
                <a:gd name="T5" fmla="*/ 0 h 2734"/>
                <a:gd name="T6" fmla="*/ 0 w 620"/>
                <a:gd name="T7" fmla="*/ 0 h 2734"/>
                <a:gd name="T8" fmla="*/ 0 w 620"/>
                <a:gd name="T9" fmla="*/ 0 h 2734"/>
                <a:gd name="T10" fmla="*/ 0 w 620"/>
                <a:gd name="T11" fmla="*/ 0 h 2734"/>
                <a:gd name="T12" fmla="*/ 0 w 620"/>
                <a:gd name="T13" fmla="*/ 0 h 2734"/>
                <a:gd name="T14" fmla="*/ 0 w 620"/>
                <a:gd name="T15" fmla="*/ 0 h 2734"/>
                <a:gd name="T16" fmla="*/ 0 w 620"/>
                <a:gd name="T17" fmla="*/ 0 h 2734"/>
                <a:gd name="T18" fmla="*/ 0 w 620"/>
                <a:gd name="T19" fmla="*/ 0 h 2734"/>
                <a:gd name="T20" fmla="*/ 0 w 620"/>
                <a:gd name="T21" fmla="*/ 0 h 2734"/>
                <a:gd name="T22" fmla="*/ 0 w 620"/>
                <a:gd name="T23" fmla="*/ 0 h 2734"/>
                <a:gd name="T24" fmla="*/ 0 w 620"/>
                <a:gd name="T25" fmla="*/ 0 h 2734"/>
                <a:gd name="T26" fmla="*/ 0 w 620"/>
                <a:gd name="T27" fmla="*/ 0 h 2734"/>
                <a:gd name="T28" fmla="*/ 0 w 620"/>
                <a:gd name="T29" fmla="*/ 0 h 2734"/>
                <a:gd name="T30" fmla="*/ 0 w 620"/>
                <a:gd name="T31" fmla="*/ 0 h 2734"/>
                <a:gd name="T32" fmla="*/ 0 w 620"/>
                <a:gd name="T33" fmla="*/ 0 h 2734"/>
                <a:gd name="T34" fmla="*/ 0 w 620"/>
                <a:gd name="T35" fmla="*/ 0 h 2734"/>
                <a:gd name="T36" fmla="*/ 0 w 620"/>
                <a:gd name="T37" fmla="*/ 0 h 2734"/>
                <a:gd name="T38" fmla="*/ 0 w 620"/>
                <a:gd name="T39" fmla="*/ 0 h 27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20"/>
                <a:gd name="T61" fmla="*/ 0 h 2734"/>
                <a:gd name="T62" fmla="*/ 620 w 620"/>
                <a:gd name="T63" fmla="*/ 2734 h 273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20" h="2734">
                  <a:moveTo>
                    <a:pt x="94" y="1255"/>
                  </a:moveTo>
                  <a:lnTo>
                    <a:pt x="266" y="953"/>
                  </a:lnTo>
                  <a:lnTo>
                    <a:pt x="394" y="758"/>
                  </a:lnTo>
                  <a:lnTo>
                    <a:pt x="354" y="1204"/>
                  </a:lnTo>
                  <a:lnTo>
                    <a:pt x="266" y="1709"/>
                  </a:lnTo>
                  <a:lnTo>
                    <a:pt x="106" y="2410"/>
                  </a:lnTo>
                  <a:lnTo>
                    <a:pt x="130" y="2734"/>
                  </a:lnTo>
                  <a:lnTo>
                    <a:pt x="369" y="1831"/>
                  </a:lnTo>
                  <a:lnTo>
                    <a:pt x="525" y="1125"/>
                  </a:lnTo>
                  <a:lnTo>
                    <a:pt x="589" y="703"/>
                  </a:lnTo>
                  <a:lnTo>
                    <a:pt x="620" y="224"/>
                  </a:lnTo>
                  <a:lnTo>
                    <a:pt x="608" y="0"/>
                  </a:lnTo>
                  <a:lnTo>
                    <a:pt x="477" y="105"/>
                  </a:lnTo>
                  <a:lnTo>
                    <a:pt x="477" y="277"/>
                  </a:lnTo>
                  <a:lnTo>
                    <a:pt x="428" y="540"/>
                  </a:lnTo>
                  <a:lnTo>
                    <a:pt x="233" y="899"/>
                  </a:lnTo>
                  <a:lnTo>
                    <a:pt x="75" y="639"/>
                  </a:lnTo>
                  <a:lnTo>
                    <a:pt x="0" y="945"/>
                  </a:lnTo>
                  <a:lnTo>
                    <a:pt x="71" y="1140"/>
                  </a:lnTo>
                  <a:lnTo>
                    <a:pt x="94" y="1255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2" name="Freeform 253">
              <a:extLst>
                <a:ext uri="{FF2B5EF4-FFF2-40B4-BE49-F238E27FC236}">
                  <a16:creationId xmlns:a16="http://schemas.microsoft.com/office/drawing/2014/main" id="{B80DBBBC-4951-E84E-94D2-FA63F5C7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858"/>
              <a:ext cx="34" cy="79"/>
            </a:xfrm>
            <a:custGeom>
              <a:avLst/>
              <a:gdLst>
                <a:gd name="T0" fmla="*/ 0 w 268"/>
                <a:gd name="T1" fmla="*/ 0 h 627"/>
                <a:gd name="T2" fmla="*/ 0 w 268"/>
                <a:gd name="T3" fmla="*/ 0 h 627"/>
                <a:gd name="T4" fmla="*/ 0 w 268"/>
                <a:gd name="T5" fmla="*/ 0 h 627"/>
                <a:gd name="T6" fmla="*/ 0 w 268"/>
                <a:gd name="T7" fmla="*/ 0 h 627"/>
                <a:gd name="T8" fmla="*/ 0 w 268"/>
                <a:gd name="T9" fmla="*/ 0 h 627"/>
                <a:gd name="T10" fmla="*/ 0 w 268"/>
                <a:gd name="T11" fmla="*/ 0 h 6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8"/>
                <a:gd name="T19" fmla="*/ 0 h 627"/>
                <a:gd name="T20" fmla="*/ 268 w 268"/>
                <a:gd name="T21" fmla="*/ 627 h 6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8" h="627">
                  <a:moveTo>
                    <a:pt x="108" y="627"/>
                  </a:moveTo>
                  <a:lnTo>
                    <a:pt x="0" y="249"/>
                  </a:lnTo>
                  <a:lnTo>
                    <a:pt x="159" y="0"/>
                  </a:lnTo>
                  <a:lnTo>
                    <a:pt x="268" y="329"/>
                  </a:lnTo>
                  <a:lnTo>
                    <a:pt x="198" y="512"/>
                  </a:lnTo>
                  <a:lnTo>
                    <a:pt x="108" y="627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3" name="Freeform 254">
              <a:extLst>
                <a:ext uri="{FF2B5EF4-FFF2-40B4-BE49-F238E27FC236}">
                  <a16:creationId xmlns:a16="http://schemas.microsoft.com/office/drawing/2014/main" id="{1A974363-D3AC-2149-B15B-C2B49E810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13"/>
              <a:ext cx="27" cy="112"/>
            </a:xfrm>
            <a:custGeom>
              <a:avLst/>
              <a:gdLst>
                <a:gd name="T0" fmla="*/ 0 w 211"/>
                <a:gd name="T1" fmla="*/ 0 h 900"/>
                <a:gd name="T2" fmla="*/ 0 w 211"/>
                <a:gd name="T3" fmla="*/ 0 h 900"/>
                <a:gd name="T4" fmla="*/ 0 w 211"/>
                <a:gd name="T5" fmla="*/ 0 h 900"/>
                <a:gd name="T6" fmla="*/ 0 w 211"/>
                <a:gd name="T7" fmla="*/ 0 h 900"/>
                <a:gd name="T8" fmla="*/ 0 w 211"/>
                <a:gd name="T9" fmla="*/ 0 h 900"/>
                <a:gd name="T10" fmla="*/ 0 w 211"/>
                <a:gd name="T11" fmla="*/ 0 h 900"/>
                <a:gd name="T12" fmla="*/ 0 w 211"/>
                <a:gd name="T13" fmla="*/ 0 h 900"/>
                <a:gd name="T14" fmla="*/ 0 w 211"/>
                <a:gd name="T15" fmla="*/ 0 h 900"/>
                <a:gd name="T16" fmla="*/ 0 w 211"/>
                <a:gd name="T17" fmla="*/ 0 h 900"/>
                <a:gd name="T18" fmla="*/ 0 w 211"/>
                <a:gd name="T19" fmla="*/ 0 h 900"/>
                <a:gd name="T20" fmla="*/ 0 w 211"/>
                <a:gd name="T21" fmla="*/ 0 h 900"/>
                <a:gd name="T22" fmla="*/ 0 w 211"/>
                <a:gd name="T23" fmla="*/ 0 h 9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1"/>
                <a:gd name="T37" fmla="*/ 0 h 900"/>
                <a:gd name="T38" fmla="*/ 211 w 211"/>
                <a:gd name="T39" fmla="*/ 900 h 90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1" h="900">
                  <a:moveTo>
                    <a:pt x="211" y="549"/>
                  </a:moveTo>
                  <a:lnTo>
                    <a:pt x="161" y="681"/>
                  </a:lnTo>
                  <a:lnTo>
                    <a:pt x="132" y="780"/>
                  </a:lnTo>
                  <a:lnTo>
                    <a:pt x="119" y="900"/>
                  </a:lnTo>
                  <a:lnTo>
                    <a:pt x="50" y="705"/>
                  </a:lnTo>
                  <a:lnTo>
                    <a:pt x="0" y="561"/>
                  </a:lnTo>
                  <a:lnTo>
                    <a:pt x="0" y="354"/>
                  </a:lnTo>
                  <a:lnTo>
                    <a:pt x="43" y="209"/>
                  </a:lnTo>
                  <a:lnTo>
                    <a:pt x="96" y="66"/>
                  </a:lnTo>
                  <a:lnTo>
                    <a:pt x="143" y="0"/>
                  </a:lnTo>
                  <a:lnTo>
                    <a:pt x="182" y="323"/>
                  </a:lnTo>
                  <a:lnTo>
                    <a:pt x="211" y="549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4" name="Freeform 255">
              <a:extLst>
                <a:ext uri="{FF2B5EF4-FFF2-40B4-BE49-F238E27FC236}">
                  <a16:creationId xmlns:a16="http://schemas.microsoft.com/office/drawing/2014/main" id="{B262C2D4-C21D-D348-906F-269D025F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72"/>
              <a:ext cx="425" cy="240"/>
            </a:xfrm>
            <a:custGeom>
              <a:avLst/>
              <a:gdLst>
                <a:gd name="T0" fmla="*/ 0 w 3405"/>
                <a:gd name="T1" fmla="*/ 0 h 1922"/>
                <a:gd name="T2" fmla="*/ 0 w 3405"/>
                <a:gd name="T3" fmla="*/ 0 h 1922"/>
                <a:gd name="T4" fmla="*/ 0 w 3405"/>
                <a:gd name="T5" fmla="*/ 0 h 1922"/>
                <a:gd name="T6" fmla="*/ 0 w 3405"/>
                <a:gd name="T7" fmla="*/ 0 h 1922"/>
                <a:gd name="T8" fmla="*/ 0 w 3405"/>
                <a:gd name="T9" fmla="*/ 0 h 1922"/>
                <a:gd name="T10" fmla="*/ 0 w 3405"/>
                <a:gd name="T11" fmla="*/ 0 h 1922"/>
                <a:gd name="T12" fmla="*/ 0 w 3405"/>
                <a:gd name="T13" fmla="*/ 0 h 1922"/>
                <a:gd name="T14" fmla="*/ 0 w 3405"/>
                <a:gd name="T15" fmla="*/ 0 h 1922"/>
                <a:gd name="T16" fmla="*/ 0 w 3405"/>
                <a:gd name="T17" fmla="*/ 0 h 1922"/>
                <a:gd name="T18" fmla="*/ 0 w 3405"/>
                <a:gd name="T19" fmla="*/ 0 h 1922"/>
                <a:gd name="T20" fmla="*/ 0 w 3405"/>
                <a:gd name="T21" fmla="*/ 0 h 1922"/>
                <a:gd name="T22" fmla="*/ 0 w 3405"/>
                <a:gd name="T23" fmla="*/ 0 h 1922"/>
                <a:gd name="T24" fmla="*/ 0 w 3405"/>
                <a:gd name="T25" fmla="*/ 0 h 1922"/>
                <a:gd name="T26" fmla="*/ 0 w 3405"/>
                <a:gd name="T27" fmla="*/ 0 h 1922"/>
                <a:gd name="T28" fmla="*/ 0 w 3405"/>
                <a:gd name="T29" fmla="*/ 0 h 19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405"/>
                <a:gd name="T46" fmla="*/ 0 h 1922"/>
                <a:gd name="T47" fmla="*/ 3405 w 3405"/>
                <a:gd name="T48" fmla="*/ 1922 h 192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405" h="1922">
                  <a:moveTo>
                    <a:pt x="2938" y="0"/>
                  </a:moveTo>
                  <a:lnTo>
                    <a:pt x="2852" y="59"/>
                  </a:lnTo>
                  <a:lnTo>
                    <a:pt x="2017" y="375"/>
                  </a:lnTo>
                  <a:lnTo>
                    <a:pt x="1040" y="587"/>
                  </a:lnTo>
                  <a:lnTo>
                    <a:pt x="581" y="949"/>
                  </a:lnTo>
                  <a:lnTo>
                    <a:pt x="565" y="1028"/>
                  </a:lnTo>
                  <a:lnTo>
                    <a:pt x="191" y="1074"/>
                  </a:lnTo>
                  <a:lnTo>
                    <a:pt x="0" y="1173"/>
                  </a:lnTo>
                  <a:lnTo>
                    <a:pt x="0" y="1274"/>
                  </a:lnTo>
                  <a:lnTo>
                    <a:pt x="1980" y="1922"/>
                  </a:lnTo>
                  <a:lnTo>
                    <a:pt x="2246" y="1371"/>
                  </a:lnTo>
                  <a:lnTo>
                    <a:pt x="3405" y="501"/>
                  </a:lnTo>
                  <a:lnTo>
                    <a:pt x="3331" y="241"/>
                  </a:lnTo>
                  <a:lnTo>
                    <a:pt x="3094" y="0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5" name="Freeform 256">
              <a:extLst>
                <a:ext uri="{FF2B5EF4-FFF2-40B4-BE49-F238E27FC236}">
                  <a16:creationId xmlns:a16="http://schemas.microsoft.com/office/drawing/2014/main" id="{BAE8100C-CCD8-BF42-983F-90A74668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602"/>
              <a:ext cx="38" cy="21"/>
            </a:xfrm>
            <a:custGeom>
              <a:avLst/>
              <a:gdLst>
                <a:gd name="T0" fmla="*/ 0 w 308"/>
                <a:gd name="T1" fmla="*/ 0 h 163"/>
                <a:gd name="T2" fmla="*/ 0 w 308"/>
                <a:gd name="T3" fmla="*/ 0 h 163"/>
                <a:gd name="T4" fmla="*/ 0 w 308"/>
                <a:gd name="T5" fmla="*/ 0 h 163"/>
                <a:gd name="T6" fmla="*/ 0 w 308"/>
                <a:gd name="T7" fmla="*/ 0 h 163"/>
                <a:gd name="T8" fmla="*/ 0 w 308"/>
                <a:gd name="T9" fmla="*/ 0 h 163"/>
                <a:gd name="T10" fmla="*/ 0 w 308"/>
                <a:gd name="T11" fmla="*/ 0 h 163"/>
                <a:gd name="T12" fmla="*/ 0 w 308"/>
                <a:gd name="T13" fmla="*/ 0 h 163"/>
                <a:gd name="T14" fmla="*/ 0 w 308"/>
                <a:gd name="T15" fmla="*/ 0 h 163"/>
                <a:gd name="T16" fmla="*/ 0 w 308"/>
                <a:gd name="T17" fmla="*/ 0 h 163"/>
                <a:gd name="T18" fmla="*/ 0 w 308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8"/>
                <a:gd name="T31" fmla="*/ 0 h 163"/>
                <a:gd name="T32" fmla="*/ 308 w 308"/>
                <a:gd name="T33" fmla="*/ 163 h 1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8" h="163">
                  <a:moveTo>
                    <a:pt x="34" y="51"/>
                  </a:moveTo>
                  <a:lnTo>
                    <a:pt x="0" y="81"/>
                  </a:lnTo>
                  <a:lnTo>
                    <a:pt x="4" y="123"/>
                  </a:lnTo>
                  <a:lnTo>
                    <a:pt x="31" y="143"/>
                  </a:lnTo>
                  <a:lnTo>
                    <a:pt x="244" y="163"/>
                  </a:lnTo>
                  <a:lnTo>
                    <a:pt x="297" y="132"/>
                  </a:lnTo>
                  <a:lnTo>
                    <a:pt x="308" y="77"/>
                  </a:lnTo>
                  <a:lnTo>
                    <a:pt x="279" y="18"/>
                  </a:lnTo>
                  <a:lnTo>
                    <a:pt x="226" y="0"/>
                  </a:lnTo>
                  <a:lnTo>
                    <a:pt x="34" y="51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6" name="Freeform 257">
              <a:extLst>
                <a:ext uri="{FF2B5EF4-FFF2-40B4-BE49-F238E27FC236}">
                  <a16:creationId xmlns:a16="http://schemas.microsoft.com/office/drawing/2014/main" id="{C712005D-89F3-7044-A6C4-54B2AF4B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615"/>
              <a:ext cx="40" cy="18"/>
            </a:xfrm>
            <a:custGeom>
              <a:avLst/>
              <a:gdLst>
                <a:gd name="T0" fmla="*/ 0 w 319"/>
                <a:gd name="T1" fmla="*/ 0 h 145"/>
                <a:gd name="T2" fmla="*/ 0 w 319"/>
                <a:gd name="T3" fmla="*/ 0 h 145"/>
                <a:gd name="T4" fmla="*/ 0 w 319"/>
                <a:gd name="T5" fmla="*/ 0 h 145"/>
                <a:gd name="T6" fmla="*/ 0 w 319"/>
                <a:gd name="T7" fmla="*/ 0 h 145"/>
                <a:gd name="T8" fmla="*/ 0 w 319"/>
                <a:gd name="T9" fmla="*/ 0 h 145"/>
                <a:gd name="T10" fmla="*/ 0 w 319"/>
                <a:gd name="T11" fmla="*/ 0 h 145"/>
                <a:gd name="T12" fmla="*/ 0 w 319"/>
                <a:gd name="T13" fmla="*/ 0 h 145"/>
                <a:gd name="T14" fmla="*/ 0 w 319"/>
                <a:gd name="T15" fmla="*/ 0 h 145"/>
                <a:gd name="T16" fmla="*/ 0 w 319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9"/>
                <a:gd name="T28" fmla="*/ 0 h 145"/>
                <a:gd name="T29" fmla="*/ 319 w 319"/>
                <a:gd name="T30" fmla="*/ 145 h 1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9" h="145">
                  <a:moveTo>
                    <a:pt x="0" y="111"/>
                  </a:moveTo>
                  <a:lnTo>
                    <a:pt x="13" y="40"/>
                  </a:lnTo>
                  <a:lnTo>
                    <a:pt x="109" y="0"/>
                  </a:lnTo>
                  <a:lnTo>
                    <a:pt x="209" y="0"/>
                  </a:lnTo>
                  <a:lnTo>
                    <a:pt x="294" y="33"/>
                  </a:lnTo>
                  <a:lnTo>
                    <a:pt x="319" y="99"/>
                  </a:lnTo>
                  <a:lnTo>
                    <a:pt x="308" y="134"/>
                  </a:lnTo>
                  <a:lnTo>
                    <a:pt x="282" y="145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7" name="Freeform 258">
              <a:extLst>
                <a:ext uri="{FF2B5EF4-FFF2-40B4-BE49-F238E27FC236}">
                  <a16:creationId xmlns:a16="http://schemas.microsoft.com/office/drawing/2014/main" id="{E1972ED2-18CE-2140-AB48-469BD62D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48"/>
              <a:ext cx="221" cy="149"/>
            </a:xfrm>
            <a:custGeom>
              <a:avLst/>
              <a:gdLst>
                <a:gd name="T0" fmla="*/ 0 w 1763"/>
                <a:gd name="T1" fmla="*/ 0 h 1187"/>
                <a:gd name="T2" fmla="*/ 0 w 1763"/>
                <a:gd name="T3" fmla="*/ 0 h 1187"/>
                <a:gd name="T4" fmla="*/ 0 w 1763"/>
                <a:gd name="T5" fmla="*/ 0 h 1187"/>
                <a:gd name="T6" fmla="*/ 0 w 1763"/>
                <a:gd name="T7" fmla="*/ 0 h 1187"/>
                <a:gd name="T8" fmla="*/ 0 w 1763"/>
                <a:gd name="T9" fmla="*/ 0 h 1187"/>
                <a:gd name="T10" fmla="*/ 0 w 1763"/>
                <a:gd name="T11" fmla="*/ 0 h 1187"/>
                <a:gd name="T12" fmla="*/ 0 w 1763"/>
                <a:gd name="T13" fmla="*/ 0 h 1187"/>
                <a:gd name="T14" fmla="*/ 0 w 1763"/>
                <a:gd name="T15" fmla="*/ 0 h 1187"/>
                <a:gd name="T16" fmla="*/ 0 w 1763"/>
                <a:gd name="T17" fmla="*/ 0 h 1187"/>
                <a:gd name="T18" fmla="*/ 0 w 1763"/>
                <a:gd name="T19" fmla="*/ 0 h 1187"/>
                <a:gd name="T20" fmla="*/ 0 w 1763"/>
                <a:gd name="T21" fmla="*/ 0 h 1187"/>
                <a:gd name="T22" fmla="*/ 0 w 1763"/>
                <a:gd name="T23" fmla="*/ 0 h 1187"/>
                <a:gd name="T24" fmla="*/ 0 w 1763"/>
                <a:gd name="T25" fmla="*/ 0 h 1187"/>
                <a:gd name="T26" fmla="*/ 0 w 1763"/>
                <a:gd name="T27" fmla="*/ 0 h 1187"/>
                <a:gd name="T28" fmla="*/ 0 w 1763"/>
                <a:gd name="T29" fmla="*/ 0 h 1187"/>
                <a:gd name="T30" fmla="*/ 0 w 1763"/>
                <a:gd name="T31" fmla="*/ 0 h 1187"/>
                <a:gd name="T32" fmla="*/ 0 w 1763"/>
                <a:gd name="T33" fmla="*/ 0 h 1187"/>
                <a:gd name="T34" fmla="*/ 0 w 1763"/>
                <a:gd name="T35" fmla="*/ 0 h 1187"/>
                <a:gd name="T36" fmla="*/ 0 w 1763"/>
                <a:gd name="T37" fmla="*/ 0 h 11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3"/>
                <a:gd name="T58" fmla="*/ 0 h 1187"/>
                <a:gd name="T59" fmla="*/ 1763 w 1763"/>
                <a:gd name="T60" fmla="*/ 1187 h 118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3" h="1187">
                  <a:moveTo>
                    <a:pt x="0" y="653"/>
                  </a:moveTo>
                  <a:lnTo>
                    <a:pt x="115" y="226"/>
                  </a:lnTo>
                  <a:lnTo>
                    <a:pt x="569" y="0"/>
                  </a:lnTo>
                  <a:lnTo>
                    <a:pt x="827" y="131"/>
                  </a:lnTo>
                  <a:lnTo>
                    <a:pt x="1193" y="157"/>
                  </a:lnTo>
                  <a:lnTo>
                    <a:pt x="1268" y="226"/>
                  </a:lnTo>
                  <a:lnTo>
                    <a:pt x="1290" y="291"/>
                  </a:lnTo>
                  <a:lnTo>
                    <a:pt x="1464" y="376"/>
                  </a:lnTo>
                  <a:lnTo>
                    <a:pt x="1572" y="458"/>
                  </a:lnTo>
                  <a:lnTo>
                    <a:pt x="1624" y="466"/>
                  </a:lnTo>
                  <a:lnTo>
                    <a:pt x="1763" y="553"/>
                  </a:lnTo>
                  <a:lnTo>
                    <a:pt x="1756" y="629"/>
                  </a:lnTo>
                  <a:lnTo>
                    <a:pt x="1585" y="783"/>
                  </a:lnTo>
                  <a:lnTo>
                    <a:pt x="1597" y="911"/>
                  </a:lnTo>
                  <a:lnTo>
                    <a:pt x="1657" y="917"/>
                  </a:lnTo>
                  <a:lnTo>
                    <a:pt x="1659" y="1035"/>
                  </a:lnTo>
                  <a:lnTo>
                    <a:pt x="1488" y="1176"/>
                  </a:lnTo>
                  <a:lnTo>
                    <a:pt x="1027" y="1187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8" name="Freeform 259">
              <a:extLst>
                <a:ext uri="{FF2B5EF4-FFF2-40B4-BE49-F238E27FC236}">
                  <a16:creationId xmlns:a16="http://schemas.microsoft.com/office/drawing/2014/main" id="{484746CD-5A79-4543-827E-369D04AB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417"/>
              <a:ext cx="169" cy="122"/>
            </a:xfrm>
            <a:custGeom>
              <a:avLst/>
              <a:gdLst>
                <a:gd name="T0" fmla="*/ 0 w 1351"/>
                <a:gd name="T1" fmla="*/ 0 h 980"/>
                <a:gd name="T2" fmla="*/ 0 w 1351"/>
                <a:gd name="T3" fmla="*/ 0 h 980"/>
                <a:gd name="T4" fmla="*/ 0 w 1351"/>
                <a:gd name="T5" fmla="*/ 0 h 980"/>
                <a:gd name="T6" fmla="*/ 0 w 1351"/>
                <a:gd name="T7" fmla="*/ 0 h 980"/>
                <a:gd name="T8" fmla="*/ 0 w 1351"/>
                <a:gd name="T9" fmla="*/ 0 h 980"/>
                <a:gd name="T10" fmla="*/ 0 w 1351"/>
                <a:gd name="T11" fmla="*/ 0 h 980"/>
                <a:gd name="T12" fmla="*/ 0 w 1351"/>
                <a:gd name="T13" fmla="*/ 0 h 980"/>
                <a:gd name="T14" fmla="*/ 0 w 1351"/>
                <a:gd name="T15" fmla="*/ 0 h 980"/>
                <a:gd name="T16" fmla="*/ 0 w 1351"/>
                <a:gd name="T17" fmla="*/ 0 h 980"/>
                <a:gd name="T18" fmla="*/ 0 w 1351"/>
                <a:gd name="T19" fmla="*/ 0 h 980"/>
                <a:gd name="T20" fmla="*/ 0 w 1351"/>
                <a:gd name="T21" fmla="*/ 0 h 980"/>
                <a:gd name="T22" fmla="*/ 0 w 1351"/>
                <a:gd name="T23" fmla="*/ 0 h 980"/>
                <a:gd name="T24" fmla="*/ 0 w 1351"/>
                <a:gd name="T25" fmla="*/ 0 h 980"/>
                <a:gd name="T26" fmla="*/ 0 w 1351"/>
                <a:gd name="T27" fmla="*/ 0 h 980"/>
                <a:gd name="T28" fmla="*/ 0 w 1351"/>
                <a:gd name="T29" fmla="*/ 0 h 980"/>
                <a:gd name="T30" fmla="*/ 0 w 1351"/>
                <a:gd name="T31" fmla="*/ 0 h 980"/>
                <a:gd name="T32" fmla="*/ 0 w 1351"/>
                <a:gd name="T33" fmla="*/ 0 h 980"/>
                <a:gd name="T34" fmla="*/ 0 w 1351"/>
                <a:gd name="T35" fmla="*/ 0 h 980"/>
                <a:gd name="T36" fmla="*/ 0 w 1351"/>
                <a:gd name="T37" fmla="*/ 0 h 980"/>
                <a:gd name="T38" fmla="*/ 0 w 1351"/>
                <a:gd name="T39" fmla="*/ 0 h 980"/>
                <a:gd name="T40" fmla="*/ 0 w 1351"/>
                <a:gd name="T41" fmla="*/ 0 h 980"/>
                <a:gd name="T42" fmla="*/ 0 w 1351"/>
                <a:gd name="T43" fmla="*/ 0 h 980"/>
                <a:gd name="T44" fmla="*/ 0 w 1351"/>
                <a:gd name="T45" fmla="*/ 0 h 9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51"/>
                <a:gd name="T70" fmla="*/ 0 h 980"/>
                <a:gd name="T71" fmla="*/ 1351 w 1351"/>
                <a:gd name="T72" fmla="*/ 980 h 98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51" h="980">
                  <a:moveTo>
                    <a:pt x="0" y="393"/>
                  </a:moveTo>
                  <a:lnTo>
                    <a:pt x="4" y="296"/>
                  </a:lnTo>
                  <a:lnTo>
                    <a:pt x="16" y="176"/>
                  </a:lnTo>
                  <a:lnTo>
                    <a:pt x="66" y="17"/>
                  </a:lnTo>
                  <a:lnTo>
                    <a:pt x="389" y="5"/>
                  </a:lnTo>
                  <a:lnTo>
                    <a:pt x="514" y="0"/>
                  </a:lnTo>
                  <a:lnTo>
                    <a:pt x="837" y="31"/>
                  </a:lnTo>
                  <a:lnTo>
                    <a:pt x="998" y="81"/>
                  </a:lnTo>
                  <a:lnTo>
                    <a:pt x="1095" y="145"/>
                  </a:lnTo>
                  <a:lnTo>
                    <a:pt x="1249" y="259"/>
                  </a:lnTo>
                  <a:lnTo>
                    <a:pt x="1330" y="409"/>
                  </a:lnTo>
                  <a:lnTo>
                    <a:pt x="1351" y="563"/>
                  </a:lnTo>
                  <a:lnTo>
                    <a:pt x="1351" y="708"/>
                  </a:lnTo>
                  <a:lnTo>
                    <a:pt x="1330" y="846"/>
                  </a:lnTo>
                  <a:lnTo>
                    <a:pt x="1270" y="980"/>
                  </a:lnTo>
                  <a:lnTo>
                    <a:pt x="1240" y="773"/>
                  </a:lnTo>
                  <a:lnTo>
                    <a:pt x="1185" y="628"/>
                  </a:lnTo>
                  <a:lnTo>
                    <a:pt x="1072" y="487"/>
                  </a:lnTo>
                  <a:lnTo>
                    <a:pt x="945" y="369"/>
                  </a:lnTo>
                  <a:lnTo>
                    <a:pt x="756" y="316"/>
                  </a:lnTo>
                  <a:lnTo>
                    <a:pt x="589" y="294"/>
                  </a:lnTo>
                  <a:lnTo>
                    <a:pt x="362" y="296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899" name="Freeform 260">
              <a:extLst>
                <a:ext uri="{FF2B5EF4-FFF2-40B4-BE49-F238E27FC236}">
                  <a16:creationId xmlns:a16="http://schemas.microsoft.com/office/drawing/2014/main" id="{3988B28F-7430-114A-90DA-B52D7124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18"/>
              <a:ext cx="489" cy="404"/>
            </a:xfrm>
            <a:custGeom>
              <a:avLst/>
              <a:gdLst>
                <a:gd name="T0" fmla="*/ 0 w 3911"/>
                <a:gd name="T1" fmla="*/ 0 h 3232"/>
                <a:gd name="T2" fmla="*/ 0 w 3911"/>
                <a:gd name="T3" fmla="*/ 0 h 3232"/>
                <a:gd name="T4" fmla="*/ 0 w 3911"/>
                <a:gd name="T5" fmla="*/ 0 h 3232"/>
                <a:gd name="T6" fmla="*/ 0 w 3911"/>
                <a:gd name="T7" fmla="*/ 0 h 3232"/>
                <a:gd name="T8" fmla="*/ 0 w 3911"/>
                <a:gd name="T9" fmla="*/ 0 h 3232"/>
                <a:gd name="T10" fmla="*/ 0 w 3911"/>
                <a:gd name="T11" fmla="*/ 0 h 3232"/>
                <a:gd name="T12" fmla="*/ 0 w 3911"/>
                <a:gd name="T13" fmla="*/ 0 h 3232"/>
                <a:gd name="T14" fmla="*/ 0 w 3911"/>
                <a:gd name="T15" fmla="*/ 0 h 3232"/>
                <a:gd name="T16" fmla="*/ 0 w 3911"/>
                <a:gd name="T17" fmla="*/ 0 h 3232"/>
                <a:gd name="T18" fmla="*/ 0 w 3911"/>
                <a:gd name="T19" fmla="*/ 0 h 3232"/>
                <a:gd name="T20" fmla="*/ 0 w 3911"/>
                <a:gd name="T21" fmla="*/ 0 h 3232"/>
                <a:gd name="T22" fmla="*/ 0 w 3911"/>
                <a:gd name="T23" fmla="*/ 0 h 3232"/>
                <a:gd name="T24" fmla="*/ 0 w 3911"/>
                <a:gd name="T25" fmla="*/ 0 h 3232"/>
                <a:gd name="T26" fmla="*/ 0 w 3911"/>
                <a:gd name="T27" fmla="*/ 0 h 3232"/>
                <a:gd name="T28" fmla="*/ 0 w 3911"/>
                <a:gd name="T29" fmla="*/ 0 h 3232"/>
                <a:gd name="T30" fmla="*/ 0 w 3911"/>
                <a:gd name="T31" fmla="*/ 0 h 3232"/>
                <a:gd name="T32" fmla="*/ 0 w 3911"/>
                <a:gd name="T33" fmla="*/ 0 h 3232"/>
                <a:gd name="T34" fmla="*/ 0 w 3911"/>
                <a:gd name="T35" fmla="*/ 0 h 3232"/>
                <a:gd name="T36" fmla="*/ 0 w 3911"/>
                <a:gd name="T37" fmla="*/ 0 h 3232"/>
                <a:gd name="T38" fmla="*/ 0 w 3911"/>
                <a:gd name="T39" fmla="*/ 0 h 3232"/>
                <a:gd name="T40" fmla="*/ 0 w 3911"/>
                <a:gd name="T41" fmla="*/ 0 h 3232"/>
                <a:gd name="T42" fmla="*/ 0 w 3911"/>
                <a:gd name="T43" fmla="*/ 0 h 3232"/>
                <a:gd name="T44" fmla="*/ 0 w 3911"/>
                <a:gd name="T45" fmla="*/ 0 h 3232"/>
                <a:gd name="T46" fmla="*/ 0 w 3911"/>
                <a:gd name="T47" fmla="*/ 0 h 3232"/>
                <a:gd name="T48" fmla="*/ 0 w 3911"/>
                <a:gd name="T49" fmla="*/ 0 h 3232"/>
                <a:gd name="T50" fmla="*/ 0 w 3911"/>
                <a:gd name="T51" fmla="*/ 0 h 3232"/>
                <a:gd name="T52" fmla="*/ 0 w 3911"/>
                <a:gd name="T53" fmla="*/ 0 h 3232"/>
                <a:gd name="T54" fmla="*/ 0 w 3911"/>
                <a:gd name="T55" fmla="*/ 0 h 3232"/>
                <a:gd name="T56" fmla="*/ 0 w 3911"/>
                <a:gd name="T57" fmla="*/ 0 h 3232"/>
                <a:gd name="T58" fmla="*/ 0 w 3911"/>
                <a:gd name="T59" fmla="*/ 0 h 3232"/>
                <a:gd name="T60" fmla="*/ 0 w 3911"/>
                <a:gd name="T61" fmla="*/ 0 h 3232"/>
                <a:gd name="T62" fmla="*/ 0 w 3911"/>
                <a:gd name="T63" fmla="*/ 0 h 3232"/>
                <a:gd name="T64" fmla="*/ 0 w 3911"/>
                <a:gd name="T65" fmla="*/ 0 h 3232"/>
                <a:gd name="T66" fmla="*/ 0 w 3911"/>
                <a:gd name="T67" fmla="*/ 0 h 3232"/>
                <a:gd name="T68" fmla="*/ 0 w 3911"/>
                <a:gd name="T69" fmla="*/ 0 h 3232"/>
                <a:gd name="T70" fmla="*/ 0 w 3911"/>
                <a:gd name="T71" fmla="*/ 0 h 32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911"/>
                <a:gd name="T109" fmla="*/ 0 h 3232"/>
                <a:gd name="T110" fmla="*/ 3911 w 3911"/>
                <a:gd name="T111" fmla="*/ 3232 h 32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911" h="3232">
                  <a:moveTo>
                    <a:pt x="426" y="1795"/>
                  </a:moveTo>
                  <a:lnTo>
                    <a:pt x="180" y="1718"/>
                  </a:lnTo>
                  <a:lnTo>
                    <a:pt x="37" y="1609"/>
                  </a:lnTo>
                  <a:lnTo>
                    <a:pt x="0" y="1478"/>
                  </a:lnTo>
                  <a:lnTo>
                    <a:pt x="26" y="1333"/>
                  </a:lnTo>
                  <a:lnTo>
                    <a:pt x="37" y="1160"/>
                  </a:lnTo>
                  <a:lnTo>
                    <a:pt x="120" y="995"/>
                  </a:lnTo>
                  <a:lnTo>
                    <a:pt x="237" y="905"/>
                  </a:lnTo>
                  <a:lnTo>
                    <a:pt x="346" y="850"/>
                  </a:lnTo>
                  <a:lnTo>
                    <a:pt x="386" y="749"/>
                  </a:lnTo>
                  <a:lnTo>
                    <a:pt x="459" y="689"/>
                  </a:lnTo>
                  <a:lnTo>
                    <a:pt x="614" y="659"/>
                  </a:lnTo>
                  <a:lnTo>
                    <a:pt x="777" y="433"/>
                  </a:lnTo>
                  <a:lnTo>
                    <a:pt x="1035" y="292"/>
                  </a:lnTo>
                  <a:lnTo>
                    <a:pt x="1300" y="268"/>
                  </a:lnTo>
                  <a:lnTo>
                    <a:pt x="1515" y="90"/>
                  </a:lnTo>
                  <a:lnTo>
                    <a:pt x="1707" y="57"/>
                  </a:lnTo>
                  <a:lnTo>
                    <a:pt x="1914" y="65"/>
                  </a:lnTo>
                  <a:lnTo>
                    <a:pt x="2221" y="0"/>
                  </a:lnTo>
                  <a:lnTo>
                    <a:pt x="2474" y="39"/>
                  </a:lnTo>
                  <a:lnTo>
                    <a:pt x="2624" y="79"/>
                  </a:lnTo>
                  <a:lnTo>
                    <a:pt x="2795" y="90"/>
                  </a:lnTo>
                  <a:lnTo>
                    <a:pt x="2933" y="178"/>
                  </a:lnTo>
                  <a:lnTo>
                    <a:pt x="3048" y="281"/>
                  </a:lnTo>
                  <a:lnTo>
                    <a:pt x="3254" y="332"/>
                  </a:lnTo>
                  <a:lnTo>
                    <a:pt x="3440" y="468"/>
                  </a:lnTo>
                  <a:lnTo>
                    <a:pt x="3659" y="714"/>
                  </a:lnTo>
                  <a:lnTo>
                    <a:pt x="3788" y="943"/>
                  </a:lnTo>
                  <a:lnTo>
                    <a:pt x="3880" y="1259"/>
                  </a:lnTo>
                  <a:lnTo>
                    <a:pt x="3911" y="1609"/>
                  </a:lnTo>
                  <a:lnTo>
                    <a:pt x="3850" y="1936"/>
                  </a:lnTo>
                  <a:lnTo>
                    <a:pt x="3647" y="2254"/>
                  </a:lnTo>
                  <a:lnTo>
                    <a:pt x="3331" y="2704"/>
                  </a:lnTo>
                  <a:lnTo>
                    <a:pt x="2819" y="3232"/>
                  </a:lnTo>
                  <a:lnTo>
                    <a:pt x="1349" y="2428"/>
                  </a:lnTo>
                  <a:lnTo>
                    <a:pt x="426" y="1795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0" name="Freeform 261">
              <a:extLst>
                <a:ext uri="{FF2B5EF4-FFF2-40B4-BE49-F238E27FC236}">
                  <a16:creationId xmlns:a16="http://schemas.microsoft.com/office/drawing/2014/main" id="{9AD633B4-15BF-BC45-BF6C-16860890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619"/>
              <a:ext cx="314" cy="355"/>
            </a:xfrm>
            <a:custGeom>
              <a:avLst/>
              <a:gdLst>
                <a:gd name="T0" fmla="*/ 0 w 2514"/>
                <a:gd name="T1" fmla="*/ 0 h 2843"/>
                <a:gd name="T2" fmla="*/ 0 w 2514"/>
                <a:gd name="T3" fmla="*/ 0 h 2843"/>
                <a:gd name="T4" fmla="*/ 0 w 2514"/>
                <a:gd name="T5" fmla="*/ 0 h 2843"/>
                <a:gd name="T6" fmla="*/ 0 w 2514"/>
                <a:gd name="T7" fmla="*/ 0 h 2843"/>
                <a:gd name="T8" fmla="*/ 0 w 2514"/>
                <a:gd name="T9" fmla="*/ 0 h 2843"/>
                <a:gd name="T10" fmla="*/ 0 w 2514"/>
                <a:gd name="T11" fmla="*/ 0 h 2843"/>
                <a:gd name="T12" fmla="*/ 0 w 2514"/>
                <a:gd name="T13" fmla="*/ 0 h 2843"/>
                <a:gd name="T14" fmla="*/ 0 w 2514"/>
                <a:gd name="T15" fmla="*/ 0 h 2843"/>
                <a:gd name="T16" fmla="*/ 0 w 2514"/>
                <a:gd name="T17" fmla="*/ 0 h 2843"/>
                <a:gd name="T18" fmla="*/ 0 w 2514"/>
                <a:gd name="T19" fmla="*/ 0 h 2843"/>
                <a:gd name="T20" fmla="*/ 0 w 2514"/>
                <a:gd name="T21" fmla="*/ 0 h 2843"/>
                <a:gd name="T22" fmla="*/ 0 w 2514"/>
                <a:gd name="T23" fmla="*/ 0 h 2843"/>
                <a:gd name="T24" fmla="*/ 0 w 2514"/>
                <a:gd name="T25" fmla="*/ 0 h 2843"/>
                <a:gd name="T26" fmla="*/ 0 w 2514"/>
                <a:gd name="T27" fmla="*/ 0 h 2843"/>
                <a:gd name="T28" fmla="*/ 0 w 2514"/>
                <a:gd name="T29" fmla="*/ 0 h 2843"/>
                <a:gd name="T30" fmla="*/ 0 w 2514"/>
                <a:gd name="T31" fmla="*/ 0 h 2843"/>
                <a:gd name="T32" fmla="*/ 0 w 2514"/>
                <a:gd name="T33" fmla="*/ 0 h 2843"/>
                <a:gd name="T34" fmla="*/ 0 w 2514"/>
                <a:gd name="T35" fmla="*/ 0 h 2843"/>
                <a:gd name="T36" fmla="*/ 0 w 2514"/>
                <a:gd name="T37" fmla="*/ 0 h 2843"/>
                <a:gd name="T38" fmla="*/ 0 w 2514"/>
                <a:gd name="T39" fmla="*/ 0 h 2843"/>
                <a:gd name="T40" fmla="*/ 0 w 2514"/>
                <a:gd name="T41" fmla="*/ 0 h 2843"/>
                <a:gd name="T42" fmla="*/ 0 w 2514"/>
                <a:gd name="T43" fmla="*/ 0 h 2843"/>
                <a:gd name="T44" fmla="*/ 0 w 2514"/>
                <a:gd name="T45" fmla="*/ 0 h 2843"/>
                <a:gd name="T46" fmla="*/ 0 w 2514"/>
                <a:gd name="T47" fmla="*/ 0 h 2843"/>
                <a:gd name="T48" fmla="*/ 0 w 2514"/>
                <a:gd name="T49" fmla="*/ 0 h 2843"/>
                <a:gd name="T50" fmla="*/ 0 w 2514"/>
                <a:gd name="T51" fmla="*/ 0 h 2843"/>
                <a:gd name="T52" fmla="*/ 0 w 2514"/>
                <a:gd name="T53" fmla="*/ 0 h 2843"/>
                <a:gd name="T54" fmla="*/ 0 w 2514"/>
                <a:gd name="T55" fmla="*/ 0 h 2843"/>
                <a:gd name="T56" fmla="*/ 0 w 2514"/>
                <a:gd name="T57" fmla="*/ 0 h 2843"/>
                <a:gd name="T58" fmla="*/ 0 w 2514"/>
                <a:gd name="T59" fmla="*/ 0 h 2843"/>
                <a:gd name="T60" fmla="*/ 0 w 2514"/>
                <a:gd name="T61" fmla="*/ 0 h 2843"/>
                <a:gd name="T62" fmla="*/ 0 w 2514"/>
                <a:gd name="T63" fmla="*/ 0 h 2843"/>
                <a:gd name="T64" fmla="*/ 0 w 2514"/>
                <a:gd name="T65" fmla="*/ 0 h 2843"/>
                <a:gd name="T66" fmla="*/ 0 w 2514"/>
                <a:gd name="T67" fmla="*/ 0 h 2843"/>
                <a:gd name="T68" fmla="*/ 0 w 2514"/>
                <a:gd name="T69" fmla="*/ 0 h 2843"/>
                <a:gd name="T70" fmla="*/ 0 w 2514"/>
                <a:gd name="T71" fmla="*/ 0 h 2843"/>
                <a:gd name="T72" fmla="*/ 0 w 2514"/>
                <a:gd name="T73" fmla="*/ 0 h 2843"/>
                <a:gd name="T74" fmla="*/ 0 w 2514"/>
                <a:gd name="T75" fmla="*/ 0 h 2843"/>
                <a:gd name="T76" fmla="*/ 0 w 2514"/>
                <a:gd name="T77" fmla="*/ 0 h 28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14"/>
                <a:gd name="T118" fmla="*/ 0 h 2843"/>
                <a:gd name="T119" fmla="*/ 2514 w 2514"/>
                <a:gd name="T120" fmla="*/ 2843 h 284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14" h="2843">
                  <a:moveTo>
                    <a:pt x="1734" y="570"/>
                  </a:moveTo>
                  <a:lnTo>
                    <a:pt x="1644" y="621"/>
                  </a:lnTo>
                  <a:lnTo>
                    <a:pt x="1556" y="744"/>
                  </a:lnTo>
                  <a:lnTo>
                    <a:pt x="1262" y="645"/>
                  </a:lnTo>
                  <a:lnTo>
                    <a:pt x="840" y="232"/>
                  </a:lnTo>
                  <a:lnTo>
                    <a:pt x="524" y="146"/>
                  </a:lnTo>
                  <a:lnTo>
                    <a:pt x="409" y="0"/>
                  </a:lnTo>
                  <a:lnTo>
                    <a:pt x="330" y="41"/>
                  </a:lnTo>
                  <a:lnTo>
                    <a:pt x="242" y="159"/>
                  </a:lnTo>
                  <a:lnTo>
                    <a:pt x="156" y="645"/>
                  </a:lnTo>
                  <a:lnTo>
                    <a:pt x="178" y="744"/>
                  </a:lnTo>
                  <a:lnTo>
                    <a:pt x="242" y="854"/>
                  </a:lnTo>
                  <a:lnTo>
                    <a:pt x="264" y="984"/>
                  </a:lnTo>
                  <a:lnTo>
                    <a:pt x="264" y="1125"/>
                  </a:lnTo>
                  <a:lnTo>
                    <a:pt x="229" y="1252"/>
                  </a:lnTo>
                  <a:lnTo>
                    <a:pt x="0" y="1713"/>
                  </a:lnTo>
                  <a:lnTo>
                    <a:pt x="24" y="1790"/>
                  </a:lnTo>
                  <a:lnTo>
                    <a:pt x="303" y="1773"/>
                  </a:lnTo>
                  <a:lnTo>
                    <a:pt x="384" y="1979"/>
                  </a:lnTo>
                  <a:lnTo>
                    <a:pt x="460" y="2003"/>
                  </a:lnTo>
                  <a:lnTo>
                    <a:pt x="547" y="2170"/>
                  </a:lnTo>
                  <a:lnTo>
                    <a:pt x="483" y="2267"/>
                  </a:lnTo>
                  <a:lnTo>
                    <a:pt x="483" y="2298"/>
                  </a:lnTo>
                  <a:lnTo>
                    <a:pt x="596" y="2419"/>
                  </a:lnTo>
                  <a:lnTo>
                    <a:pt x="596" y="2504"/>
                  </a:lnTo>
                  <a:lnTo>
                    <a:pt x="561" y="2579"/>
                  </a:lnTo>
                  <a:lnTo>
                    <a:pt x="572" y="2698"/>
                  </a:lnTo>
                  <a:lnTo>
                    <a:pt x="622" y="2735"/>
                  </a:lnTo>
                  <a:lnTo>
                    <a:pt x="723" y="2764"/>
                  </a:lnTo>
                  <a:lnTo>
                    <a:pt x="1402" y="2698"/>
                  </a:lnTo>
                  <a:lnTo>
                    <a:pt x="1684" y="2843"/>
                  </a:lnTo>
                  <a:lnTo>
                    <a:pt x="1824" y="2612"/>
                  </a:lnTo>
                  <a:lnTo>
                    <a:pt x="1963" y="2483"/>
                  </a:lnTo>
                  <a:lnTo>
                    <a:pt x="2209" y="2232"/>
                  </a:lnTo>
                  <a:lnTo>
                    <a:pt x="2514" y="1979"/>
                  </a:lnTo>
                  <a:lnTo>
                    <a:pt x="2260" y="1162"/>
                  </a:lnTo>
                  <a:lnTo>
                    <a:pt x="2165" y="667"/>
                  </a:lnTo>
                  <a:lnTo>
                    <a:pt x="1951" y="524"/>
                  </a:lnTo>
                  <a:lnTo>
                    <a:pt x="1734" y="57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1" name="Freeform 262">
              <a:extLst>
                <a:ext uri="{FF2B5EF4-FFF2-40B4-BE49-F238E27FC236}">
                  <a16:creationId xmlns:a16="http://schemas.microsoft.com/office/drawing/2014/main" id="{A2ECB00C-429E-124A-BC4B-E9CD020B5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93"/>
              <a:ext cx="41" cy="41"/>
            </a:xfrm>
            <a:custGeom>
              <a:avLst/>
              <a:gdLst>
                <a:gd name="T0" fmla="*/ 0 w 334"/>
                <a:gd name="T1" fmla="*/ 0 h 330"/>
                <a:gd name="T2" fmla="*/ 0 w 334"/>
                <a:gd name="T3" fmla="*/ 0 h 330"/>
                <a:gd name="T4" fmla="*/ 0 w 334"/>
                <a:gd name="T5" fmla="*/ 0 h 330"/>
                <a:gd name="T6" fmla="*/ 0 w 334"/>
                <a:gd name="T7" fmla="*/ 0 h 330"/>
                <a:gd name="T8" fmla="*/ 0 w 334"/>
                <a:gd name="T9" fmla="*/ 0 h 330"/>
                <a:gd name="T10" fmla="*/ 0 w 334"/>
                <a:gd name="T11" fmla="*/ 0 h 330"/>
                <a:gd name="T12" fmla="*/ 0 w 334"/>
                <a:gd name="T13" fmla="*/ 0 h 330"/>
                <a:gd name="T14" fmla="*/ 0 w 334"/>
                <a:gd name="T15" fmla="*/ 0 h 330"/>
                <a:gd name="T16" fmla="*/ 0 w 334"/>
                <a:gd name="T17" fmla="*/ 0 h 330"/>
                <a:gd name="T18" fmla="*/ 0 w 334"/>
                <a:gd name="T19" fmla="*/ 0 h 330"/>
                <a:gd name="T20" fmla="*/ 0 w 334"/>
                <a:gd name="T21" fmla="*/ 0 h 330"/>
                <a:gd name="T22" fmla="*/ 0 w 334"/>
                <a:gd name="T23" fmla="*/ 0 h 3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4"/>
                <a:gd name="T37" fmla="*/ 0 h 330"/>
                <a:gd name="T38" fmla="*/ 334 w 334"/>
                <a:gd name="T39" fmla="*/ 330 h 33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4" h="330">
                  <a:moveTo>
                    <a:pt x="230" y="0"/>
                  </a:moveTo>
                  <a:lnTo>
                    <a:pt x="155" y="20"/>
                  </a:lnTo>
                  <a:lnTo>
                    <a:pt x="65" y="47"/>
                  </a:lnTo>
                  <a:lnTo>
                    <a:pt x="0" y="130"/>
                  </a:lnTo>
                  <a:lnTo>
                    <a:pt x="0" y="231"/>
                  </a:lnTo>
                  <a:lnTo>
                    <a:pt x="52" y="321"/>
                  </a:lnTo>
                  <a:lnTo>
                    <a:pt x="155" y="330"/>
                  </a:lnTo>
                  <a:lnTo>
                    <a:pt x="281" y="291"/>
                  </a:lnTo>
                  <a:lnTo>
                    <a:pt x="334" y="215"/>
                  </a:lnTo>
                  <a:lnTo>
                    <a:pt x="334" y="104"/>
                  </a:lnTo>
                  <a:lnTo>
                    <a:pt x="291" y="4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2" name="Freeform 263">
              <a:extLst>
                <a:ext uri="{FF2B5EF4-FFF2-40B4-BE49-F238E27FC236}">
                  <a16:creationId xmlns:a16="http://schemas.microsoft.com/office/drawing/2014/main" id="{55C6C4A8-B169-304A-B36F-1440DC47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1874"/>
              <a:ext cx="22" cy="28"/>
            </a:xfrm>
            <a:custGeom>
              <a:avLst/>
              <a:gdLst>
                <a:gd name="T0" fmla="*/ 0 w 179"/>
                <a:gd name="T1" fmla="*/ 0 h 227"/>
                <a:gd name="T2" fmla="*/ 0 w 179"/>
                <a:gd name="T3" fmla="*/ 0 h 227"/>
                <a:gd name="T4" fmla="*/ 0 w 179"/>
                <a:gd name="T5" fmla="*/ 0 h 227"/>
                <a:gd name="T6" fmla="*/ 0 w 179"/>
                <a:gd name="T7" fmla="*/ 0 h 227"/>
                <a:gd name="T8" fmla="*/ 0 w 179"/>
                <a:gd name="T9" fmla="*/ 0 h 227"/>
                <a:gd name="T10" fmla="*/ 0 w 179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9"/>
                <a:gd name="T19" fmla="*/ 0 h 227"/>
                <a:gd name="T20" fmla="*/ 179 w 179"/>
                <a:gd name="T21" fmla="*/ 227 h 2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9" h="227">
                  <a:moveTo>
                    <a:pt x="0" y="137"/>
                  </a:moveTo>
                  <a:lnTo>
                    <a:pt x="0" y="227"/>
                  </a:lnTo>
                  <a:lnTo>
                    <a:pt x="168" y="130"/>
                  </a:lnTo>
                  <a:lnTo>
                    <a:pt x="179" y="0"/>
                  </a:lnTo>
                  <a:lnTo>
                    <a:pt x="51" y="84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3" name="Freeform 264">
              <a:extLst>
                <a:ext uri="{FF2B5EF4-FFF2-40B4-BE49-F238E27FC236}">
                  <a16:creationId xmlns:a16="http://schemas.microsoft.com/office/drawing/2014/main" id="{1A4D5979-E3BA-CB44-ACEE-BE8D2917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864"/>
              <a:ext cx="30" cy="27"/>
            </a:xfrm>
            <a:custGeom>
              <a:avLst/>
              <a:gdLst>
                <a:gd name="T0" fmla="*/ 0 w 242"/>
                <a:gd name="T1" fmla="*/ 0 h 213"/>
                <a:gd name="T2" fmla="*/ 0 w 242"/>
                <a:gd name="T3" fmla="*/ 0 h 213"/>
                <a:gd name="T4" fmla="*/ 0 w 242"/>
                <a:gd name="T5" fmla="*/ 0 h 213"/>
                <a:gd name="T6" fmla="*/ 0 w 242"/>
                <a:gd name="T7" fmla="*/ 0 h 213"/>
                <a:gd name="T8" fmla="*/ 0 w 242"/>
                <a:gd name="T9" fmla="*/ 0 h 213"/>
                <a:gd name="T10" fmla="*/ 0 w 242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2"/>
                <a:gd name="T19" fmla="*/ 0 h 213"/>
                <a:gd name="T20" fmla="*/ 242 w 242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2" h="213">
                  <a:moveTo>
                    <a:pt x="0" y="51"/>
                  </a:moveTo>
                  <a:lnTo>
                    <a:pt x="64" y="213"/>
                  </a:lnTo>
                  <a:lnTo>
                    <a:pt x="203" y="152"/>
                  </a:lnTo>
                  <a:lnTo>
                    <a:pt x="242" y="39"/>
                  </a:lnTo>
                  <a:lnTo>
                    <a:pt x="1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4" name="Freeform 265">
              <a:extLst>
                <a:ext uri="{FF2B5EF4-FFF2-40B4-BE49-F238E27FC236}">
                  <a16:creationId xmlns:a16="http://schemas.microsoft.com/office/drawing/2014/main" id="{BFA0E202-4D14-CC4C-8AC0-FF4B991D7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16"/>
              <a:ext cx="34" cy="30"/>
            </a:xfrm>
            <a:custGeom>
              <a:avLst/>
              <a:gdLst>
                <a:gd name="T0" fmla="*/ 0 w 270"/>
                <a:gd name="T1" fmla="*/ 0 h 242"/>
                <a:gd name="T2" fmla="*/ 0 w 270"/>
                <a:gd name="T3" fmla="*/ 0 h 242"/>
                <a:gd name="T4" fmla="*/ 0 w 270"/>
                <a:gd name="T5" fmla="*/ 0 h 242"/>
                <a:gd name="T6" fmla="*/ 0 w 270"/>
                <a:gd name="T7" fmla="*/ 0 h 242"/>
                <a:gd name="T8" fmla="*/ 0 w 270"/>
                <a:gd name="T9" fmla="*/ 0 h 242"/>
                <a:gd name="T10" fmla="*/ 0 w 270"/>
                <a:gd name="T11" fmla="*/ 0 h 2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0"/>
                <a:gd name="T19" fmla="*/ 0 h 242"/>
                <a:gd name="T20" fmla="*/ 270 w 270"/>
                <a:gd name="T21" fmla="*/ 242 h 2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0" h="242">
                  <a:moveTo>
                    <a:pt x="136" y="40"/>
                  </a:moveTo>
                  <a:lnTo>
                    <a:pt x="270" y="242"/>
                  </a:lnTo>
                  <a:lnTo>
                    <a:pt x="28" y="102"/>
                  </a:lnTo>
                  <a:lnTo>
                    <a:pt x="0" y="28"/>
                  </a:lnTo>
                  <a:lnTo>
                    <a:pt x="55" y="0"/>
                  </a:lnTo>
                  <a:lnTo>
                    <a:pt x="136" y="40"/>
                  </a:lnTo>
                  <a:close/>
                </a:path>
              </a:pathLst>
            </a:custGeom>
            <a:solidFill>
              <a:srgbClr val="0CC1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5" name="Freeform 266">
              <a:extLst>
                <a:ext uri="{FF2B5EF4-FFF2-40B4-BE49-F238E27FC236}">
                  <a16:creationId xmlns:a16="http://schemas.microsoft.com/office/drawing/2014/main" id="{AAD04656-8FA3-C042-8664-FE7D3A34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465"/>
              <a:ext cx="409" cy="280"/>
            </a:xfrm>
            <a:custGeom>
              <a:avLst/>
              <a:gdLst>
                <a:gd name="T0" fmla="*/ 0 w 3274"/>
                <a:gd name="T1" fmla="*/ 0 h 2237"/>
                <a:gd name="T2" fmla="*/ 0 w 3274"/>
                <a:gd name="T3" fmla="*/ 0 h 2237"/>
                <a:gd name="T4" fmla="*/ 0 w 3274"/>
                <a:gd name="T5" fmla="*/ 0 h 2237"/>
                <a:gd name="T6" fmla="*/ 0 w 3274"/>
                <a:gd name="T7" fmla="*/ 0 h 2237"/>
                <a:gd name="T8" fmla="*/ 0 w 3274"/>
                <a:gd name="T9" fmla="*/ 0 h 2237"/>
                <a:gd name="T10" fmla="*/ 0 w 3274"/>
                <a:gd name="T11" fmla="*/ 0 h 2237"/>
                <a:gd name="T12" fmla="*/ 0 w 3274"/>
                <a:gd name="T13" fmla="*/ 0 h 2237"/>
                <a:gd name="T14" fmla="*/ 0 w 3274"/>
                <a:gd name="T15" fmla="*/ 0 h 2237"/>
                <a:gd name="T16" fmla="*/ 0 w 3274"/>
                <a:gd name="T17" fmla="*/ 0 h 2237"/>
                <a:gd name="T18" fmla="*/ 0 w 3274"/>
                <a:gd name="T19" fmla="*/ 0 h 2237"/>
                <a:gd name="T20" fmla="*/ 0 w 3274"/>
                <a:gd name="T21" fmla="*/ 0 h 2237"/>
                <a:gd name="T22" fmla="*/ 0 w 3274"/>
                <a:gd name="T23" fmla="*/ 0 h 2237"/>
                <a:gd name="T24" fmla="*/ 0 w 3274"/>
                <a:gd name="T25" fmla="*/ 0 h 2237"/>
                <a:gd name="T26" fmla="*/ 0 w 3274"/>
                <a:gd name="T27" fmla="*/ 0 h 2237"/>
                <a:gd name="T28" fmla="*/ 0 w 3274"/>
                <a:gd name="T29" fmla="*/ 0 h 2237"/>
                <a:gd name="T30" fmla="*/ 0 w 3274"/>
                <a:gd name="T31" fmla="*/ 0 h 2237"/>
                <a:gd name="T32" fmla="*/ 0 w 3274"/>
                <a:gd name="T33" fmla="*/ 0 h 2237"/>
                <a:gd name="T34" fmla="*/ 0 w 3274"/>
                <a:gd name="T35" fmla="*/ 0 h 2237"/>
                <a:gd name="T36" fmla="*/ 0 w 3274"/>
                <a:gd name="T37" fmla="*/ 0 h 2237"/>
                <a:gd name="T38" fmla="*/ 0 w 3274"/>
                <a:gd name="T39" fmla="*/ 0 h 22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274"/>
                <a:gd name="T61" fmla="*/ 0 h 2237"/>
                <a:gd name="T62" fmla="*/ 3274 w 3274"/>
                <a:gd name="T63" fmla="*/ 2237 h 223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274" h="2237">
                  <a:moveTo>
                    <a:pt x="19" y="2140"/>
                  </a:moveTo>
                  <a:lnTo>
                    <a:pt x="35" y="1930"/>
                  </a:lnTo>
                  <a:lnTo>
                    <a:pt x="0" y="1342"/>
                  </a:lnTo>
                  <a:lnTo>
                    <a:pt x="61" y="1035"/>
                  </a:lnTo>
                  <a:lnTo>
                    <a:pt x="229" y="760"/>
                  </a:lnTo>
                  <a:lnTo>
                    <a:pt x="397" y="468"/>
                  </a:lnTo>
                  <a:lnTo>
                    <a:pt x="740" y="226"/>
                  </a:lnTo>
                  <a:lnTo>
                    <a:pt x="1169" y="77"/>
                  </a:lnTo>
                  <a:lnTo>
                    <a:pt x="1511" y="7"/>
                  </a:lnTo>
                  <a:lnTo>
                    <a:pt x="1894" y="0"/>
                  </a:lnTo>
                  <a:lnTo>
                    <a:pt x="2338" y="127"/>
                  </a:lnTo>
                  <a:lnTo>
                    <a:pt x="2654" y="296"/>
                  </a:lnTo>
                  <a:lnTo>
                    <a:pt x="2922" y="487"/>
                  </a:lnTo>
                  <a:lnTo>
                    <a:pt x="3103" y="549"/>
                  </a:lnTo>
                  <a:lnTo>
                    <a:pt x="3252" y="694"/>
                  </a:lnTo>
                  <a:lnTo>
                    <a:pt x="3274" y="844"/>
                  </a:lnTo>
                  <a:lnTo>
                    <a:pt x="3223" y="945"/>
                  </a:lnTo>
                  <a:lnTo>
                    <a:pt x="3078" y="973"/>
                  </a:lnTo>
                  <a:lnTo>
                    <a:pt x="136" y="2237"/>
                  </a:lnTo>
                  <a:lnTo>
                    <a:pt x="19" y="214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6" name="Freeform 267">
              <a:extLst>
                <a:ext uri="{FF2B5EF4-FFF2-40B4-BE49-F238E27FC236}">
                  <a16:creationId xmlns:a16="http://schemas.microsoft.com/office/drawing/2014/main" id="{DB40822B-E400-2E4A-B1F8-2D1E1F52B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558"/>
              <a:ext cx="438" cy="387"/>
            </a:xfrm>
            <a:custGeom>
              <a:avLst/>
              <a:gdLst>
                <a:gd name="T0" fmla="*/ 0 w 3504"/>
                <a:gd name="T1" fmla="*/ 0 h 3096"/>
                <a:gd name="T2" fmla="*/ 0 w 3504"/>
                <a:gd name="T3" fmla="*/ 0 h 3096"/>
                <a:gd name="T4" fmla="*/ 0 w 3504"/>
                <a:gd name="T5" fmla="*/ 0 h 3096"/>
                <a:gd name="T6" fmla="*/ 0 w 3504"/>
                <a:gd name="T7" fmla="*/ 0 h 3096"/>
                <a:gd name="T8" fmla="*/ 0 w 3504"/>
                <a:gd name="T9" fmla="*/ 0 h 3096"/>
                <a:gd name="T10" fmla="*/ 0 w 3504"/>
                <a:gd name="T11" fmla="*/ 0 h 3096"/>
                <a:gd name="T12" fmla="*/ 0 w 3504"/>
                <a:gd name="T13" fmla="*/ 0 h 3096"/>
                <a:gd name="T14" fmla="*/ 0 w 3504"/>
                <a:gd name="T15" fmla="*/ 0 h 3096"/>
                <a:gd name="T16" fmla="*/ 0 w 3504"/>
                <a:gd name="T17" fmla="*/ 0 h 3096"/>
                <a:gd name="T18" fmla="*/ 0 w 3504"/>
                <a:gd name="T19" fmla="*/ 0 h 3096"/>
                <a:gd name="T20" fmla="*/ 0 w 3504"/>
                <a:gd name="T21" fmla="*/ 0 h 3096"/>
                <a:gd name="T22" fmla="*/ 0 w 3504"/>
                <a:gd name="T23" fmla="*/ 0 h 3096"/>
                <a:gd name="T24" fmla="*/ 0 w 3504"/>
                <a:gd name="T25" fmla="*/ 0 h 3096"/>
                <a:gd name="T26" fmla="*/ 0 w 3504"/>
                <a:gd name="T27" fmla="*/ 0 h 3096"/>
                <a:gd name="T28" fmla="*/ 0 w 3504"/>
                <a:gd name="T29" fmla="*/ 0 h 3096"/>
                <a:gd name="T30" fmla="*/ 0 w 3504"/>
                <a:gd name="T31" fmla="*/ 0 h 3096"/>
                <a:gd name="T32" fmla="*/ 0 w 3504"/>
                <a:gd name="T33" fmla="*/ 0 h 3096"/>
                <a:gd name="T34" fmla="*/ 0 w 3504"/>
                <a:gd name="T35" fmla="*/ 0 h 3096"/>
                <a:gd name="T36" fmla="*/ 0 w 3504"/>
                <a:gd name="T37" fmla="*/ 0 h 3096"/>
                <a:gd name="T38" fmla="*/ 0 w 3504"/>
                <a:gd name="T39" fmla="*/ 0 h 3096"/>
                <a:gd name="T40" fmla="*/ 0 w 3504"/>
                <a:gd name="T41" fmla="*/ 0 h 3096"/>
                <a:gd name="T42" fmla="*/ 0 w 3504"/>
                <a:gd name="T43" fmla="*/ 0 h 3096"/>
                <a:gd name="T44" fmla="*/ 0 w 3504"/>
                <a:gd name="T45" fmla="*/ 0 h 3096"/>
                <a:gd name="T46" fmla="*/ 0 w 3504"/>
                <a:gd name="T47" fmla="*/ 0 h 3096"/>
                <a:gd name="T48" fmla="*/ 0 w 3504"/>
                <a:gd name="T49" fmla="*/ 0 h 3096"/>
                <a:gd name="T50" fmla="*/ 0 w 3504"/>
                <a:gd name="T51" fmla="*/ 0 h 3096"/>
                <a:gd name="T52" fmla="*/ 0 w 3504"/>
                <a:gd name="T53" fmla="*/ 0 h 3096"/>
                <a:gd name="T54" fmla="*/ 0 w 3504"/>
                <a:gd name="T55" fmla="*/ 0 h 3096"/>
                <a:gd name="T56" fmla="*/ 0 w 3504"/>
                <a:gd name="T57" fmla="*/ 0 h 30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504"/>
                <a:gd name="T88" fmla="*/ 0 h 3096"/>
                <a:gd name="T89" fmla="*/ 3504 w 3504"/>
                <a:gd name="T90" fmla="*/ 3096 h 309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504" h="3096">
                  <a:moveTo>
                    <a:pt x="0" y="1865"/>
                  </a:moveTo>
                  <a:lnTo>
                    <a:pt x="345" y="1955"/>
                  </a:lnTo>
                  <a:lnTo>
                    <a:pt x="710" y="2087"/>
                  </a:lnTo>
                  <a:lnTo>
                    <a:pt x="1097" y="2344"/>
                  </a:lnTo>
                  <a:lnTo>
                    <a:pt x="1365" y="2591"/>
                  </a:lnTo>
                  <a:lnTo>
                    <a:pt x="1696" y="2953"/>
                  </a:lnTo>
                  <a:lnTo>
                    <a:pt x="2865" y="3096"/>
                  </a:lnTo>
                  <a:lnTo>
                    <a:pt x="2921" y="3023"/>
                  </a:lnTo>
                  <a:lnTo>
                    <a:pt x="2921" y="2889"/>
                  </a:lnTo>
                  <a:lnTo>
                    <a:pt x="2949" y="2817"/>
                  </a:lnTo>
                  <a:lnTo>
                    <a:pt x="3024" y="2740"/>
                  </a:lnTo>
                  <a:lnTo>
                    <a:pt x="3017" y="2600"/>
                  </a:lnTo>
                  <a:lnTo>
                    <a:pt x="2826" y="2469"/>
                  </a:lnTo>
                  <a:lnTo>
                    <a:pt x="3032" y="2419"/>
                  </a:lnTo>
                  <a:lnTo>
                    <a:pt x="3098" y="2213"/>
                  </a:lnTo>
                  <a:lnTo>
                    <a:pt x="3173" y="2167"/>
                  </a:lnTo>
                  <a:lnTo>
                    <a:pt x="3362" y="2177"/>
                  </a:lnTo>
                  <a:lnTo>
                    <a:pt x="3472" y="2158"/>
                  </a:lnTo>
                  <a:lnTo>
                    <a:pt x="3504" y="2118"/>
                  </a:lnTo>
                  <a:lnTo>
                    <a:pt x="3494" y="2068"/>
                  </a:lnTo>
                  <a:lnTo>
                    <a:pt x="3223" y="1378"/>
                  </a:lnTo>
                  <a:lnTo>
                    <a:pt x="3248" y="1303"/>
                  </a:lnTo>
                  <a:lnTo>
                    <a:pt x="3310" y="1222"/>
                  </a:lnTo>
                  <a:lnTo>
                    <a:pt x="3278" y="826"/>
                  </a:lnTo>
                  <a:lnTo>
                    <a:pt x="3239" y="538"/>
                  </a:lnTo>
                  <a:lnTo>
                    <a:pt x="3149" y="242"/>
                  </a:lnTo>
                  <a:lnTo>
                    <a:pt x="2296" y="0"/>
                  </a:lnTo>
                  <a:lnTo>
                    <a:pt x="83" y="1630"/>
                  </a:lnTo>
                  <a:lnTo>
                    <a:pt x="0" y="1865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7" name="Freeform 268">
              <a:extLst>
                <a:ext uri="{FF2B5EF4-FFF2-40B4-BE49-F238E27FC236}">
                  <a16:creationId xmlns:a16="http://schemas.microsoft.com/office/drawing/2014/main" id="{EFA94928-88D5-3E4B-B5BA-F897E972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745"/>
              <a:ext cx="16" cy="16"/>
            </a:xfrm>
            <a:custGeom>
              <a:avLst/>
              <a:gdLst>
                <a:gd name="T0" fmla="*/ 0 w 122"/>
                <a:gd name="T1" fmla="*/ 0 h 129"/>
                <a:gd name="T2" fmla="*/ 0 w 122"/>
                <a:gd name="T3" fmla="*/ 0 h 129"/>
                <a:gd name="T4" fmla="*/ 0 w 122"/>
                <a:gd name="T5" fmla="*/ 0 h 129"/>
                <a:gd name="T6" fmla="*/ 0 w 122"/>
                <a:gd name="T7" fmla="*/ 0 h 1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2"/>
                <a:gd name="T13" fmla="*/ 0 h 129"/>
                <a:gd name="T14" fmla="*/ 122 w 122"/>
                <a:gd name="T15" fmla="*/ 129 h 1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2" h="129">
                  <a:moveTo>
                    <a:pt x="122" y="0"/>
                  </a:moveTo>
                  <a:lnTo>
                    <a:pt x="71" y="129"/>
                  </a:lnTo>
                  <a:lnTo>
                    <a:pt x="0" y="2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8" name="Freeform 269">
              <a:extLst>
                <a:ext uri="{FF2B5EF4-FFF2-40B4-BE49-F238E27FC236}">
                  <a16:creationId xmlns:a16="http://schemas.microsoft.com/office/drawing/2014/main" id="{745C6DDD-AF6A-B34F-9130-DD86D1ED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219"/>
              <a:ext cx="213" cy="93"/>
            </a:xfrm>
            <a:custGeom>
              <a:avLst/>
              <a:gdLst>
                <a:gd name="T0" fmla="*/ 0 w 1699"/>
                <a:gd name="T1" fmla="*/ 0 h 744"/>
                <a:gd name="T2" fmla="*/ 0 w 1699"/>
                <a:gd name="T3" fmla="*/ 0 h 744"/>
                <a:gd name="T4" fmla="*/ 0 w 1699"/>
                <a:gd name="T5" fmla="*/ 0 h 744"/>
                <a:gd name="T6" fmla="*/ 0 w 1699"/>
                <a:gd name="T7" fmla="*/ 0 h 744"/>
                <a:gd name="T8" fmla="*/ 0 w 1699"/>
                <a:gd name="T9" fmla="*/ 0 h 744"/>
                <a:gd name="T10" fmla="*/ 0 w 1699"/>
                <a:gd name="T11" fmla="*/ 0 h 744"/>
                <a:gd name="T12" fmla="*/ 0 w 1699"/>
                <a:gd name="T13" fmla="*/ 0 h 744"/>
                <a:gd name="T14" fmla="*/ 0 w 1699"/>
                <a:gd name="T15" fmla="*/ 0 h 7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99"/>
                <a:gd name="T25" fmla="*/ 0 h 744"/>
                <a:gd name="T26" fmla="*/ 1699 w 1699"/>
                <a:gd name="T27" fmla="*/ 744 h 7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99" h="744">
                  <a:moveTo>
                    <a:pt x="0" y="80"/>
                  </a:moveTo>
                  <a:lnTo>
                    <a:pt x="42" y="0"/>
                  </a:lnTo>
                  <a:lnTo>
                    <a:pt x="814" y="300"/>
                  </a:lnTo>
                  <a:lnTo>
                    <a:pt x="1517" y="616"/>
                  </a:lnTo>
                  <a:lnTo>
                    <a:pt x="1699" y="744"/>
                  </a:lnTo>
                  <a:lnTo>
                    <a:pt x="1460" y="708"/>
                  </a:lnTo>
                  <a:lnTo>
                    <a:pt x="206" y="15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09" name="Freeform 270">
              <a:extLst>
                <a:ext uri="{FF2B5EF4-FFF2-40B4-BE49-F238E27FC236}">
                  <a16:creationId xmlns:a16="http://schemas.microsoft.com/office/drawing/2014/main" id="{D0645078-05BA-6B4E-AB0F-EBE86513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36"/>
              <a:ext cx="250" cy="154"/>
            </a:xfrm>
            <a:custGeom>
              <a:avLst/>
              <a:gdLst>
                <a:gd name="T0" fmla="*/ 0 w 2003"/>
                <a:gd name="T1" fmla="*/ 0 h 1230"/>
                <a:gd name="T2" fmla="*/ 0 w 2003"/>
                <a:gd name="T3" fmla="*/ 0 h 1230"/>
                <a:gd name="T4" fmla="*/ 0 w 2003"/>
                <a:gd name="T5" fmla="*/ 0 h 1230"/>
                <a:gd name="T6" fmla="*/ 0 w 2003"/>
                <a:gd name="T7" fmla="*/ 0 h 1230"/>
                <a:gd name="T8" fmla="*/ 0 w 2003"/>
                <a:gd name="T9" fmla="*/ 0 h 1230"/>
                <a:gd name="T10" fmla="*/ 0 w 2003"/>
                <a:gd name="T11" fmla="*/ 0 h 1230"/>
                <a:gd name="T12" fmla="*/ 0 w 2003"/>
                <a:gd name="T13" fmla="*/ 0 h 1230"/>
                <a:gd name="T14" fmla="*/ 0 w 2003"/>
                <a:gd name="T15" fmla="*/ 0 h 1230"/>
                <a:gd name="T16" fmla="*/ 0 w 2003"/>
                <a:gd name="T17" fmla="*/ 0 h 1230"/>
                <a:gd name="T18" fmla="*/ 0 w 2003"/>
                <a:gd name="T19" fmla="*/ 0 h 1230"/>
                <a:gd name="T20" fmla="*/ 0 w 2003"/>
                <a:gd name="T21" fmla="*/ 0 h 1230"/>
                <a:gd name="T22" fmla="*/ 0 w 2003"/>
                <a:gd name="T23" fmla="*/ 0 h 1230"/>
                <a:gd name="T24" fmla="*/ 0 w 2003"/>
                <a:gd name="T25" fmla="*/ 0 h 1230"/>
                <a:gd name="T26" fmla="*/ 0 w 2003"/>
                <a:gd name="T27" fmla="*/ 0 h 1230"/>
                <a:gd name="T28" fmla="*/ 0 w 2003"/>
                <a:gd name="T29" fmla="*/ 0 h 1230"/>
                <a:gd name="T30" fmla="*/ 0 w 2003"/>
                <a:gd name="T31" fmla="*/ 0 h 1230"/>
                <a:gd name="T32" fmla="*/ 0 w 2003"/>
                <a:gd name="T33" fmla="*/ 0 h 1230"/>
                <a:gd name="T34" fmla="*/ 0 w 2003"/>
                <a:gd name="T35" fmla="*/ 0 h 1230"/>
                <a:gd name="T36" fmla="*/ 0 w 2003"/>
                <a:gd name="T37" fmla="*/ 0 h 1230"/>
                <a:gd name="T38" fmla="*/ 0 w 2003"/>
                <a:gd name="T39" fmla="*/ 0 h 1230"/>
                <a:gd name="T40" fmla="*/ 0 w 2003"/>
                <a:gd name="T41" fmla="*/ 0 h 12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003"/>
                <a:gd name="T64" fmla="*/ 0 h 1230"/>
                <a:gd name="T65" fmla="*/ 2003 w 2003"/>
                <a:gd name="T66" fmla="*/ 1230 h 123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003" h="1230">
                  <a:moveTo>
                    <a:pt x="80" y="253"/>
                  </a:moveTo>
                  <a:lnTo>
                    <a:pt x="278" y="218"/>
                  </a:lnTo>
                  <a:lnTo>
                    <a:pt x="477" y="195"/>
                  </a:lnTo>
                  <a:lnTo>
                    <a:pt x="945" y="11"/>
                  </a:lnTo>
                  <a:lnTo>
                    <a:pt x="1262" y="11"/>
                  </a:lnTo>
                  <a:lnTo>
                    <a:pt x="1646" y="0"/>
                  </a:lnTo>
                  <a:lnTo>
                    <a:pt x="2003" y="345"/>
                  </a:lnTo>
                  <a:lnTo>
                    <a:pt x="1973" y="393"/>
                  </a:lnTo>
                  <a:lnTo>
                    <a:pt x="1941" y="380"/>
                  </a:lnTo>
                  <a:lnTo>
                    <a:pt x="1927" y="472"/>
                  </a:lnTo>
                  <a:lnTo>
                    <a:pt x="1869" y="534"/>
                  </a:lnTo>
                  <a:lnTo>
                    <a:pt x="1578" y="725"/>
                  </a:lnTo>
                  <a:lnTo>
                    <a:pt x="1491" y="861"/>
                  </a:lnTo>
                  <a:lnTo>
                    <a:pt x="1297" y="991"/>
                  </a:lnTo>
                  <a:lnTo>
                    <a:pt x="1229" y="1112"/>
                  </a:lnTo>
                  <a:lnTo>
                    <a:pt x="926" y="1221"/>
                  </a:lnTo>
                  <a:lnTo>
                    <a:pt x="848" y="1230"/>
                  </a:lnTo>
                  <a:lnTo>
                    <a:pt x="539" y="1158"/>
                  </a:lnTo>
                  <a:lnTo>
                    <a:pt x="34" y="855"/>
                  </a:lnTo>
                  <a:lnTo>
                    <a:pt x="0" y="419"/>
                  </a:lnTo>
                  <a:lnTo>
                    <a:pt x="80" y="253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0" name="Freeform 271">
              <a:extLst>
                <a:ext uri="{FF2B5EF4-FFF2-40B4-BE49-F238E27FC236}">
                  <a16:creationId xmlns:a16="http://schemas.microsoft.com/office/drawing/2014/main" id="{34089229-4195-1F47-8F10-3F9C44AC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07"/>
              <a:ext cx="285" cy="337"/>
            </a:xfrm>
            <a:custGeom>
              <a:avLst/>
              <a:gdLst>
                <a:gd name="T0" fmla="*/ 0 w 2284"/>
                <a:gd name="T1" fmla="*/ 0 h 2689"/>
                <a:gd name="T2" fmla="*/ 0 w 2284"/>
                <a:gd name="T3" fmla="*/ 0 h 2689"/>
                <a:gd name="T4" fmla="*/ 0 w 2284"/>
                <a:gd name="T5" fmla="*/ 0 h 2689"/>
                <a:gd name="T6" fmla="*/ 0 w 2284"/>
                <a:gd name="T7" fmla="*/ 0 h 2689"/>
                <a:gd name="T8" fmla="*/ 0 w 2284"/>
                <a:gd name="T9" fmla="*/ 0 h 2689"/>
                <a:gd name="T10" fmla="*/ 0 w 2284"/>
                <a:gd name="T11" fmla="*/ 0 h 2689"/>
                <a:gd name="T12" fmla="*/ 0 w 2284"/>
                <a:gd name="T13" fmla="*/ 0 h 2689"/>
                <a:gd name="T14" fmla="*/ 0 w 2284"/>
                <a:gd name="T15" fmla="*/ 0 h 2689"/>
                <a:gd name="T16" fmla="*/ 0 w 2284"/>
                <a:gd name="T17" fmla="*/ 0 h 2689"/>
                <a:gd name="T18" fmla="*/ 0 w 2284"/>
                <a:gd name="T19" fmla="*/ 0 h 2689"/>
                <a:gd name="T20" fmla="*/ 0 w 2284"/>
                <a:gd name="T21" fmla="*/ 0 h 2689"/>
                <a:gd name="T22" fmla="*/ 0 w 2284"/>
                <a:gd name="T23" fmla="*/ 0 h 2689"/>
                <a:gd name="T24" fmla="*/ 0 w 2284"/>
                <a:gd name="T25" fmla="*/ 0 h 2689"/>
                <a:gd name="T26" fmla="*/ 0 w 2284"/>
                <a:gd name="T27" fmla="*/ 0 h 2689"/>
                <a:gd name="T28" fmla="*/ 0 w 2284"/>
                <a:gd name="T29" fmla="*/ 0 h 2689"/>
                <a:gd name="T30" fmla="*/ 0 w 2284"/>
                <a:gd name="T31" fmla="*/ 0 h 2689"/>
                <a:gd name="T32" fmla="*/ 0 w 2284"/>
                <a:gd name="T33" fmla="*/ 0 h 2689"/>
                <a:gd name="T34" fmla="*/ 0 w 2284"/>
                <a:gd name="T35" fmla="*/ 0 h 2689"/>
                <a:gd name="T36" fmla="*/ 0 w 2284"/>
                <a:gd name="T37" fmla="*/ 0 h 2689"/>
                <a:gd name="T38" fmla="*/ 0 w 2284"/>
                <a:gd name="T39" fmla="*/ 0 h 2689"/>
                <a:gd name="T40" fmla="*/ 0 w 2284"/>
                <a:gd name="T41" fmla="*/ 0 h 2689"/>
                <a:gd name="T42" fmla="*/ 0 w 2284"/>
                <a:gd name="T43" fmla="*/ 0 h 2689"/>
                <a:gd name="T44" fmla="*/ 0 w 2284"/>
                <a:gd name="T45" fmla="*/ 0 h 2689"/>
                <a:gd name="T46" fmla="*/ 0 w 2284"/>
                <a:gd name="T47" fmla="*/ 0 h 2689"/>
                <a:gd name="T48" fmla="*/ 0 w 2284"/>
                <a:gd name="T49" fmla="*/ 0 h 2689"/>
                <a:gd name="T50" fmla="*/ 0 w 2284"/>
                <a:gd name="T51" fmla="*/ 0 h 2689"/>
                <a:gd name="T52" fmla="*/ 0 w 2284"/>
                <a:gd name="T53" fmla="*/ 0 h 2689"/>
                <a:gd name="T54" fmla="*/ 0 w 2284"/>
                <a:gd name="T55" fmla="*/ 0 h 268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284"/>
                <a:gd name="T85" fmla="*/ 0 h 2689"/>
                <a:gd name="T86" fmla="*/ 2284 w 2284"/>
                <a:gd name="T87" fmla="*/ 2689 h 268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284" h="2689">
                  <a:moveTo>
                    <a:pt x="166" y="357"/>
                  </a:moveTo>
                  <a:lnTo>
                    <a:pt x="55" y="468"/>
                  </a:lnTo>
                  <a:lnTo>
                    <a:pt x="0" y="597"/>
                  </a:lnTo>
                  <a:lnTo>
                    <a:pt x="0" y="740"/>
                  </a:lnTo>
                  <a:lnTo>
                    <a:pt x="14" y="869"/>
                  </a:lnTo>
                  <a:lnTo>
                    <a:pt x="75" y="1095"/>
                  </a:lnTo>
                  <a:lnTo>
                    <a:pt x="187" y="1190"/>
                  </a:lnTo>
                  <a:lnTo>
                    <a:pt x="148" y="1552"/>
                  </a:lnTo>
                  <a:lnTo>
                    <a:pt x="172" y="1731"/>
                  </a:lnTo>
                  <a:lnTo>
                    <a:pt x="247" y="2225"/>
                  </a:lnTo>
                  <a:lnTo>
                    <a:pt x="326" y="2329"/>
                  </a:lnTo>
                  <a:lnTo>
                    <a:pt x="479" y="2513"/>
                  </a:lnTo>
                  <a:lnTo>
                    <a:pt x="715" y="2689"/>
                  </a:lnTo>
                  <a:lnTo>
                    <a:pt x="1117" y="2548"/>
                  </a:lnTo>
                  <a:lnTo>
                    <a:pt x="1238" y="2467"/>
                  </a:lnTo>
                  <a:lnTo>
                    <a:pt x="1399" y="2357"/>
                  </a:lnTo>
                  <a:lnTo>
                    <a:pt x="1473" y="2252"/>
                  </a:lnTo>
                  <a:lnTo>
                    <a:pt x="1567" y="2201"/>
                  </a:lnTo>
                  <a:lnTo>
                    <a:pt x="1858" y="1681"/>
                  </a:lnTo>
                  <a:lnTo>
                    <a:pt x="1971" y="1690"/>
                  </a:lnTo>
                  <a:lnTo>
                    <a:pt x="2040" y="1607"/>
                  </a:lnTo>
                  <a:lnTo>
                    <a:pt x="2157" y="1439"/>
                  </a:lnTo>
                  <a:lnTo>
                    <a:pt x="2199" y="1298"/>
                  </a:lnTo>
                  <a:lnTo>
                    <a:pt x="2199" y="1190"/>
                  </a:lnTo>
                  <a:lnTo>
                    <a:pt x="2284" y="423"/>
                  </a:lnTo>
                  <a:lnTo>
                    <a:pt x="987" y="0"/>
                  </a:lnTo>
                  <a:lnTo>
                    <a:pt x="341" y="263"/>
                  </a:lnTo>
                  <a:lnTo>
                    <a:pt x="166" y="357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1" name="Freeform 272">
              <a:extLst>
                <a:ext uri="{FF2B5EF4-FFF2-40B4-BE49-F238E27FC236}">
                  <a16:creationId xmlns:a16="http://schemas.microsoft.com/office/drawing/2014/main" id="{5D63F6B8-8462-4D43-A178-9481A58F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02"/>
              <a:ext cx="65" cy="74"/>
            </a:xfrm>
            <a:custGeom>
              <a:avLst/>
              <a:gdLst>
                <a:gd name="T0" fmla="*/ 0 w 516"/>
                <a:gd name="T1" fmla="*/ 0 h 592"/>
                <a:gd name="T2" fmla="*/ 0 w 516"/>
                <a:gd name="T3" fmla="*/ 0 h 592"/>
                <a:gd name="T4" fmla="*/ 0 w 516"/>
                <a:gd name="T5" fmla="*/ 0 h 592"/>
                <a:gd name="T6" fmla="*/ 0 w 516"/>
                <a:gd name="T7" fmla="*/ 0 h 592"/>
                <a:gd name="T8" fmla="*/ 0 w 516"/>
                <a:gd name="T9" fmla="*/ 0 h 592"/>
                <a:gd name="T10" fmla="*/ 0 w 516"/>
                <a:gd name="T11" fmla="*/ 0 h 592"/>
                <a:gd name="T12" fmla="*/ 0 w 516"/>
                <a:gd name="T13" fmla="*/ 0 h 592"/>
                <a:gd name="T14" fmla="*/ 0 w 516"/>
                <a:gd name="T15" fmla="*/ 0 h 592"/>
                <a:gd name="T16" fmla="*/ 0 w 516"/>
                <a:gd name="T17" fmla="*/ 0 h 592"/>
                <a:gd name="T18" fmla="*/ 0 w 516"/>
                <a:gd name="T19" fmla="*/ 0 h 5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6"/>
                <a:gd name="T31" fmla="*/ 0 h 592"/>
                <a:gd name="T32" fmla="*/ 516 w 516"/>
                <a:gd name="T33" fmla="*/ 592 h 5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6" h="592">
                  <a:moveTo>
                    <a:pt x="0" y="0"/>
                  </a:moveTo>
                  <a:lnTo>
                    <a:pt x="230" y="592"/>
                  </a:lnTo>
                  <a:lnTo>
                    <a:pt x="351" y="521"/>
                  </a:lnTo>
                  <a:lnTo>
                    <a:pt x="424" y="449"/>
                  </a:lnTo>
                  <a:lnTo>
                    <a:pt x="481" y="357"/>
                  </a:lnTo>
                  <a:lnTo>
                    <a:pt x="516" y="246"/>
                  </a:lnTo>
                  <a:lnTo>
                    <a:pt x="445" y="145"/>
                  </a:lnTo>
                  <a:lnTo>
                    <a:pt x="288" y="46"/>
                  </a:lnTo>
                  <a:lnTo>
                    <a:pt x="131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2" name="Freeform 273">
              <a:extLst>
                <a:ext uri="{FF2B5EF4-FFF2-40B4-BE49-F238E27FC236}">
                  <a16:creationId xmlns:a16="http://schemas.microsoft.com/office/drawing/2014/main" id="{BA2FEC51-E248-784F-89AD-6EA1414A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643"/>
              <a:ext cx="50" cy="59"/>
            </a:xfrm>
            <a:custGeom>
              <a:avLst/>
              <a:gdLst>
                <a:gd name="T0" fmla="*/ 0 w 404"/>
                <a:gd name="T1" fmla="*/ 0 h 473"/>
                <a:gd name="T2" fmla="*/ 0 w 404"/>
                <a:gd name="T3" fmla="*/ 0 h 473"/>
                <a:gd name="T4" fmla="*/ 0 w 404"/>
                <a:gd name="T5" fmla="*/ 0 h 473"/>
                <a:gd name="T6" fmla="*/ 0 w 404"/>
                <a:gd name="T7" fmla="*/ 0 h 473"/>
                <a:gd name="T8" fmla="*/ 0 w 404"/>
                <a:gd name="T9" fmla="*/ 0 h 473"/>
                <a:gd name="T10" fmla="*/ 0 w 404"/>
                <a:gd name="T11" fmla="*/ 0 h 473"/>
                <a:gd name="T12" fmla="*/ 0 w 404"/>
                <a:gd name="T13" fmla="*/ 0 h 4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4"/>
                <a:gd name="T22" fmla="*/ 0 h 473"/>
                <a:gd name="T23" fmla="*/ 404 w 404"/>
                <a:gd name="T24" fmla="*/ 473 h 47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4" h="473">
                  <a:moveTo>
                    <a:pt x="0" y="0"/>
                  </a:moveTo>
                  <a:lnTo>
                    <a:pt x="231" y="473"/>
                  </a:lnTo>
                  <a:lnTo>
                    <a:pt x="303" y="376"/>
                  </a:lnTo>
                  <a:lnTo>
                    <a:pt x="393" y="242"/>
                  </a:lnTo>
                  <a:lnTo>
                    <a:pt x="404" y="146"/>
                  </a:lnTo>
                  <a:lnTo>
                    <a:pt x="171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3" name="Freeform 274">
              <a:extLst>
                <a:ext uri="{FF2B5EF4-FFF2-40B4-BE49-F238E27FC236}">
                  <a16:creationId xmlns:a16="http://schemas.microsoft.com/office/drawing/2014/main" id="{D85751E7-5224-AC40-8196-0E1797F1E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16"/>
              <a:ext cx="26" cy="55"/>
            </a:xfrm>
            <a:custGeom>
              <a:avLst/>
              <a:gdLst>
                <a:gd name="T0" fmla="*/ 0 w 210"/>
                <a:gd name="T1" fmla="*/ 0 h 443"/>
                <a:gd name="T2" fmla="*/ 0 w 210"/>
                <a:gd name="T3" fmla="*/ 0 h 443"/>
                <a:gd name="T4" fmla="*/ 0 w 210"/>
                <a:gd name="T5" fmla="*/ 0 h 443"/>
                <a:gd name="T6" fmla="*/ 0 w 210"/>
                <a:gd name="T7" fmla="*/ 0 h 443"/>
                <a:gd name="T8" fmla="*/ 0 w 210"/>
                <a:gd name="T9" fmla="*/ 0 h 443"/>
                <a:gd name="T10" fmla="*/ 0 w 210"/>
                <a:gd name="T11" fmla="*/ 0 h 443"/>
                <a:gd name="T12" fmla="*/ 0 w 210"/>
                <a:gd name="T13" fmla="*/ 0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0"/>
                <a:gd name="T22" fmla="*/ 0 h 443"/>
                <a:gd name="T23" fmla="*/ 210 w 210"/>
                <a:gd name="T24" fmla="*/ 443 h 4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0" h="443">
                  <a:moveTo>
                    <a:pt x="39" y="0"/>
                  </a:moveTo>
                  <a:lnTo>
                    <a:pt x="210" y="443"/>
                  </a:lnTo>
                  <a:lnTo>
                    <a:pt x="97" y="374"/>
                  </a:lnTo>
                  <a:lnTo>
                    <a:pt x="39" y="302"/>
                  </a:lnTo>
                  <a:lnTo>
                    <a:pt x="10" y="226"/>
                  </a:lnTo>
                  <a:lnTo>
                    <a:pt x="0" y="9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4" name="Freeform 275">
              <a:extLst>
                <a:ext uri="{FF2B5EF4-FFF2-40B4-BE49-F238E27FC236}">
                  <a16:creationId xmlns:a16="http://schemas.microsoft.com/office/drawing/2014/main" id="{A1B82E1E-1B3C-934C-A314-55F13A8BC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648"/>
              <a:ext cx="37" cy="60"/>
            </a:xfrm>
            <a:custGeom>
              <a:avLst/>
              <a:gdLst>
                <a:gd name="T0" fmla="*/ 0 w 292"/>
                <a:gd name="T1" fmla="*/ 0 h 480"/>
                <a:gd name="T2" fmla="*/ 0 w 292"/>
                <a:gd name="T3" fmla="*/ 0 h 480"/>
                <a:gd name="T4" fmla="*/ 0 w 292"/>
                <a:gd name="T5" fmla="*/ 0 h 480"/>
                <a:gd name="T6" fmla="*/ 0 w 292"/>
                <a:gd name="T7" fmla="*/ 0 h 480"/>
                <a:gd name="T8" fmla="*/ 0 w 292"/>
                <a:gd name="T9" fmla="*/ 0 h 480"/>
                <a:gd name="T10" fmla="*/ 0 w 292"/>
                <a:gd name="T11" fmla="*/ 0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480"/>
                <a:gd name="T20" fmla="*/ 292 w 292"/>
                <a:gd name="T21" fmla="*/ 480 h 4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480">
                  <a:moveTo>
                    <a:pt x="32" y="0"/>
                  </a:moveTo>
                  <a:lnTo>
                    <a:pt x="292" y="480"/>
                  </a:lnTo>
                  <a:lnTo>
                    <a:pt x="131" y="432"/>
                  </a:lnTo>
                  <a:lnTo>
                    <a:pt x="32" y="386"/>
                  </a:lnTo>
                  <a:lnTo>
                    <a:pt x="0" y="22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5" name="Freeform 276">
              <a:extLst>
                <a:ext uri="{FF2B5EF4-FFF2-40B4-BE49-F238E27FC236}">
                  <a16:creationId xmlns:a16="http://schemas.microsoft.com/office/drawing/2014/main" id="{95A6F735-630A-344C-AF70-EB16D934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08"/>
              <a:ext cx="28" cy="66"/>
            </a:xfrm>
            <a:custGeom>
              <a:avLst/>
              <a:gdLst>
                <a:gd name="T0" fmla="*/ 0 w 222"/>
                <a:gd name="T1" fmla="*/ 0 h 523"/>
                <a:gd name="T2" fmla="*/ 0 w 222"/>
                <a:gd name="T3" fmla="*/ 0 h 523"/>
                <a:gd name="T4" fmla="*/ 0 w 222"/>
                <a:gd name="T5" fmla="*/ 0 h 523"/>
                <a:gd name="T6" fmla="*/ 0 w 222"/>
                <a:gd name="T7" fmla="*/ 0 h 523"/>
                <a:gd name="T8" fmla="*/ 0 w 222"/>
                <a:gd name="T9" fmla="*/ 0 h 5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2"/>
                <a:gd name="T16" fmla="*/ 0 h 523"/>
                <a:gd name="T17" fmla="*/ 222 w 222"/>
                <a:gd name="T18" fmla="*/ 523 h 5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2" h="523">
                  <a:moveTo>
                    <a:pt x="0" y="119"/>
                  </a:moveTo>
                  <a:lnTo>
                    <a:pt x="150" y="493"/>
                  </a:lnTo>
                  <a:lnTo>
                    <a:pt x="222" y="523"/>
                  </a:lnTo>
                  <a:lnTo>
                    <a:pt x="17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6" name="Freeform 277">
              <a:extLst>
                <a:ext uri="{FF2B5EF4-FFF2-40B4-BE49-F238E27FC236}">
                  <a16:creationId xmlns:a16="http://schemas.microsoft.com/office/drawing/2014/main" id="{963D50C8-4C5B-F84B-8F03-3D9BCA62B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647"/>
              <a:ext cx="36" cy="62"/>
            </a:xfrm>
            <a:custGeom>
              <a:avLst/>
              <a:gdLst>
                <a:gd name="T0" fmla="*/ 0 w 288"/>
                <a:gd name="T1" fmla="*/ 0 h 498"/>
                <a:gd name="T2" fmla="*/ 0 w 288"/>
                <a:gd name="T3" fmla="*/ 0 h 498"/>
                <a:gd name="T4" fmla="*/ 0 w 288"/>
                <a:gd name="T5" fmla="*/ 0 h 498"/>
                <a:gd name="T6" fmla="*/ 0 w 288"/>
                <a:gd name="T7" fmla="*/ 0 h 498"/>
                <a:gd name="T8" fmla="*/ 0 w 288"/>
                <a:gd name="T9" fmla="*/ 0 h 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8"/>
                <a:gd name="T16" fmla="*/ 0 h 498"/>
                <a:gd name="T17" fmla="*/ 288 w 288"/>
                <a:gd name="T18" fmla="*/ 498 h 4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8" h="498">
                  <a:moveTo>
                    <a:pt x="0" y="35"/>
                  </a:moveTo>
                  <a:lnTo>
                    <a:pt x="224" y="498"/>
                  </a:lnTo>
                  <a:lnTo>
                    <a:pt x="288" y="477"/>
                  </a:lnTo>
                  <a:lnTo>
                    <a:pt x="36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7" name="Freeform 278">
              <a:extLst>
                <a:ext uri="{FF2B5EF4-FFF2-40B4-BE49-F238E27FC236}">
                  <a16:creationId xmlns:a16="http://schemas.microsoft.com/office/drawing/2014/main" id="{2E3117AA-EE72-F049-ACCC-1BCA4334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27"/>
              <a:ext cx="306" cy="232"/>
            </a:xfrm>
            <a:custGeom>
              <a:avLst/>
              <a:gdLst>
                <a:gd name="T0" fmla="*/ 0 w 2454"/>
                <a:gd name="T1" fmla="*/ 0 h 1848"/>
                <a:gd name="T2" fmla="*/ 0 w 2454"/>
                <a:gd name="T3" fmla="*/ 0 h 1848"/>
                <a:gd name="T4" fmla="*/ 0 w 2454"/>
                <a:gd name="T5" fmla="*/ 0 h 1848"/>
                <a:gd name="T6" fmla="*/ 0 w 2454"/>
                <a:gd name="T7" fmla="*/ 0 h 1848"/>
                <a:gd name="T8" fmla="*/ 0 w 2454"/>
                <a:gd name="T9" fmla="*/ 0 h 1848"/>
                <a:gd name="T10" fmla="*/ 0 w 2454"/>
                <a:gd name="T11" fmla="*/ 0 h 1848"/>
                <a:gd name="T12" fmla="*/ 0 w 2454"/>
                <a:gd name="T13" fmla="*/ 0 h 1848"/>
                <a:gd name="T14" fmla="*/ 0 w 2454"/>
                <a:gd name="T15" fmla="*/ 0 h 1848"/>
                <a:gd name="T16" fmla="*/ 0 w 2454"/>
                <a:gd name="T17" fmla="*/ 0 h 1848"/>
                <a:gd name="T18" fmla="*/ 0 w 2454"/>
                <a:gd name="T19" fmla="*/ 0 h 1848"/>
                <a:gd name="T20" fmla="*/ 0 w 2454"/>
                <a:gd name="T21" fmla="*/ 0 h 1848"/>
                <a:gd name="T22" fmla="*/ 0 w 2454"/>
                <a:gd name="T23" fmla="*/ 0 h 1848"/>
                <a:gd name="T24" fmla="*/ 0 w 2454"/>
                <a:gd name="T25" fmla="*/ 0 h 1848"/>
                <a:gd name="T26" fmla="*/ 0 w 2454"/>
                <a:gd name="T27" fmla="*/ 0 h 1848"/>
                <a:gd name="T28" fmla="*/ 0 w 2454"/>
                <a:gd name="T29" fmla="*/ 0 h 1848"/>
                <a:gd name="T30" fmla="*/ 0 w 2454"/>
                <a:gd name="T31" fmla="*/ 0 h 1848"/>
                <a:gd name="T32" fmla="*/ 0 w 2454"/>
                <a:gd name="T33" fmla="*/ 0 h 1848"/>
                <a:gd name="T34" fmla="*/ 0 w 2454"/>
                <a:gd name="T35" fmla="*/ 0 h 1848"/>
                <a:gd name="T36" fmla="*/ 0 w 2454"/>
                <a:gd name="T37" fmla="*/ 0 h 1848"/>
                <a:gd name="T38" fmla="*/ 0 w 2454"/>
                <a:gd name="T39" fmla="*/ 0 h 1848"/>
                <a:gd name="T40" fmla="*/ 0 w 2454"/>
                <a:gd name="T41" fmla="*/ 0 h 1848"/>
                <a:gd name="T42" fmla="*/ 0 w 2454"/>
                <a:gd name="T43" fmla="*/ 0 h 1848"/>
                <a:gd name="T44" fmla="*/ 0 w 2454"/>
                <a:gd name="T45" fmla="*/ 0 h 1848"/>
                <a:gd name="T46" fmla="*/ 0 w 2454"/>
                <a:gd name="T47" fmla="*/ 0 h 1848"/>
                <a:gd name="T48" fmla="*/ 0 w 2454"/>
                <a:gd name="T49" fmla="*/ 0 h 1848"/>
                <a:gd name="T50" fmla="*/ 0 w 2454"/>
                <a:gd name="T51" fmla="*/ 0 h 1848"/>
                <a:gd name="T52" fmla="*/ 0 w 2454"/>
                <a:gd name="T53" fmla="*/ 0 h 184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454"/>
                <a:gd name="T82" fmla="*/ 0 h 1848"/>
                <a:gd name="T83" fmla="*/ 2454 w 2454"/>
                <a:gd name="T84" fmla="*/ 1848 h 184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454" h="1848">
                  <a:moveTo>
                    <a:pt x="226" y="1063"/>
                  </a:moveTo>
                  <a:lnTo>
                    <a:pt x="323" y="1046"/>
                  </a:lnTo>
                  <a:lnTo>
                    <a:pt x="672" y="790"/>
                  </a:lnTo>
                  <a:lnTo>
                    <a:pt x="943" y="817"/>
                  </a:lnTo>
                  <a:lnTo>
                    <a:pt x="1804" y="960"/>
                  </a:lnTo>
                  <a:lnTo>
                    <a:pt x="2092" y="1063"/>
                  </a:lnTo>
                  <a:lnTo>
                    <a:pt x="1965" y="1735"/>
                  </a:lnTo>
                  <a:lnTo>
                    <a:pt x="2037" y="1848"/>
                  </a:lnTo>
                  <a:lnTo>
                    <a:pt x="2297" y="1666"/>
                  </a:lnTo>
                  <a:lnTo>
                    <a:pt x="2357" y="1544"/>
                  </a:lnTo>
                  <a:lnTo>
                    <a:pt x="2419" y="1364"/>
                  </a:lnTo>
                  <a:lnTo>
                    <a:pt x="2454" y="1248"/>
                  </a:lnTo>
                  <a:lnTo>
                    <a:pt x="2444" y="1122"/>
                  </a:lnTo>
                  <a:lnTo>
                    <a:pt x="2403" y="1059"/>
                  </a:lnTo>
                  <a:lnTo>
                    <a:pt x="2223" y="1009"/>
                  </a:lnTo>
                  <a:lnTo>
                    <a:pt x="2025" y="380"/>
                  </a:lnTo>
                  <a:lnTo>
                    <a:pt x="1848" y="173"/>
                  </a:lnTo>
                  <a:lnTo>
                    <a:pt x="1472" y="11"/>
                  </a:lnTo>
                  <a:lnTo>
                    <a:pt x="1264" y="0"/>
                  </a:lnTo>
                  <a:lnTo>
                    <a:pt x="1004" y="27"/>
                  </a:lnTo>
                  <a:lnTo>
                    <a:pt x="760" y="76"/>
                  </a:lnTo>
                  <a:lnTo>
                    <a:pt x="554" y="207"/>
                  </a:lnTo>
                  <a:lnTo>
                    <a:pt x="202" y="633"/>
                  </a:lnTo>
                  <a:lnTo>
                    <a:pt x="0" y="982"/>
                  </a:lnTo>
                  <a:lnTo>
                    <a:pt x="88" y="1035"/>
                  </a:lnTo>
                  <a:lnTo>
                    <a:pt x="127" y="1162"/>
                  </a:lnTo>
                  <a:lnTo>
                    <a:pt x="226" y="1063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8" name="Freeform 279">
              <a:extLst>
                <a:ext uri="{FF2B5EF4-FFF2-40B4-BE49-F238E27FC236}">
                  <a16:creationId xmlns:a16="http://schemas.microsoft.com/office/drawing/2014/main" id="{E41558A1-1F66-254A-9AFB-A84069CEE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48"/>
              <a:ext cx="22" cy="16"/>
            </a:xfrm>
            <a:custGeom>
              <a:avLst/>
              <a:gdLst>
                <a:gd name="T0" fmla="*/ 0 w 171"/>
                <a:gd name="T1" fmla="*/ 0 h 132"/>
                <a:gd name="T2" fmla="*/ 0 w 171"/>
                <a:gd name="T3" fmla="*/ 0 h 132"/>
                <a:gd name="T4" fmla="*/ 0 w 171"/>
                <a:gd name="T5" fmla="*/ 0 h 132"/>
                <a:gd name="T6" fmla="*/ 0 w 171"/>
                <a:gd name="T7" fmla="*/ 0 h 132"/>
                <a:gd name="T8" fmla="*/ 0 w 171"/>
                <a:gd name="T9" fmla="*/ 0 h 132"/>
                <a:gd name="T10" fmla="*/ 0 w 171"/>
                <a:gd name="T11" fmla="*/ 0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1"/>
                <a:gd name="T19" fmla="*/ 0 h 132"/>
                <a:gd name="T20" fmla="*/ 171 w 171"/>
                <a:gd name="T21" fmla="*/ 132 h 1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1" h="132">
                  <a:moveTo>
                    <a:pt x="0" y="51"/>
                  </a:moveTo>
                  <a:lnTo>
                    <a:pt x="72" y="132"/>
                  </a:lnTo>
                  <a:lnTo>
                    <a:pt x="171" y="40"/>
                  </a:lnTo>
                  <a:lnTo>
                    <a:pt x="102" y="0"/>
                  </a:lnTo>
                  <a:lnTo>
                    <a:pt x="17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19" name="Freeform 280">
              <a:extLst>
                <a:ext uri="{FF2B5EF4-FFF2-40B4-BE49-F238E27FC236}">
                  <a16:creationId xmlns:a16="http://schemas.microsoft.com/office/drawing/2014/main" id="{299EB20C-D0E2-6A44-B09D-A9A10E9E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617"/>
              <a:ext cx="31" cy="19"/>
            </a:xfrm>
            <a:custGeom>
              <a:avLst/>
              <a:gdLst>
                <a:gd name="T0" fmla="*/ 0 w 251"/>
                <a:gd name="T1" fmla="*/ 0 h 148"/>
                <a:gd name="T2" fmla="*/ 0 w 251"/>
                <a:gd name="T3" fmla="*/ 0 h 148"/>
                <a:gd name="T4" fmla="*/ 0 w 251"/>
                <a:gd name="T5" fmla="*/ 0 h 148"/>
                <a:gd name="T6" fmla="*/ 0 w 251"/>
                <a:gd name="T7" fmla="*/ 0 h 148"/>
                <a:gd name="T8" fmla="*/ 0 w 251"/>
                <a:gd name="T9" fmla="*/ 0 h 148"/>
                <a:gd name="T10" fmla="*/ 0 w 251"/>
                <a:gd name="T11" fmla="*/ 0 h 148"/>
                <a:gd name="T12" fmla="*/ 0 w 251"/>
                <a:gd name="T13" fmla="*/ 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1"/>
                <a:gd name="T22" fmla="*/ 0 h 148"/>
                <a:gd name="T23" fmla="*/ 251 w 251"/>
                <a:gd name="T24" fmla="*/ 148 h 1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1" h="148">
                  <a:moveTo>
                    <a:pt x="0" y="46"/>
                  </a:moveTo>
                  <a:lnTo>
                    <a:pt x="83" y="127"/>
                  </a:lnTo>
                  <a:lnTo>
                    <a:pt x="182" y="148"/>
                  </a:lnTo>
                  <a:lnTo>
                    <a:pt x="251" y="35"/>
                  </a:lnTo>
                  <a:lnTo>
                    <a:pt x="140" y="0"/>
                  </a:lnTo>
                  <a:lnTo>
                    <a:pt x="24" y="1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0" name="Freeform 281">
              <a:extLst>
                <a:ext uri="{FF2B5EF4-FFF2-40B4-BE49-F238E27FC236}">
                  <a16:creationId xmlns:a16="http://schemas.microsoft.com/office/drawing/2014/main" id="{CE8E1EF8-A760-1640-B138-27A4F13A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627"/>
              <a:ext cx="73" cy="117"/>
            </a:xfrm>
            <a:custGeom>
              <a:avLst/>
              <a:gdLst>
                <a:gd name="T0" fmla="*/ 0 w 585"/>
                <a:gd name="T1" fmla="*/ 0 h 936"/>
                <a:gd name="T2" fmla="*/ 0 w 585"/>
                <a:gd name="T3" fmla="*/ 0 h 936"/>
                <a:gd name="T4" fmla="*/ 0 w 585"/>
                <a:gd name="T5" fmla="*/ 0 h 936"/>
                <a:gd name="T6" fmla="*/ 0 w 585"/>
                <a:gd name="T7" fmla="*/ 0 h 936"/>
                <a:gd name="T8" fmla="*/ 0 w 585"/>
                <a:gd name="T9" fmla="*/ 0 h 936"/>
                <a:gd name="T10" fmla="*/ 0 w 585"/>
                <a:gd name="T11" fmla="*/ 0 h 936"/>
                <a:gd name="T12" fmla="*/ 0 w 585"/>
                <a:gd name="T13" fmla="*/ 0 h 936"/>
                <a:gd name="T14" fmla="*/ 0 w 585"/>
                <a:gd name="T15" fmla="*/ 0 h 936"/>
                <a:gd name="T16" fmla="*/ 0 w 585"/>
                <a:gd name="T17" fmla="*/ 0 h 936"/>
                <a:gd name="T18" fmla="*/ 0 w 585"/>
                <a:gd name="T19" fmla="*/ 0 h 936"/>
                <a:gd name="T20" fmla="*/ 0 w 585"/>
                <a:gd name="T21" fmla="*/ 0 h 936"/>
                <a:gd name="T22" fmla="*/ 0 w 585"/>
                <a:gd name="T23" fmla="*/ 0 h 936"/>
                <a:gd name="T24" fmla="*/ 0 w 585"/>
                <a:gd name="T25" fmla="*/ 0 h 936"/>
                <a:gd name="T26" fmla="*/ 0 w 585"/>
                <a:gd name="T27" fmla="*/ 0 h 936"/>
                <a:gd name="T28" fmla="*/ 0 w 585"/>
                <a:gd name="T29" fmla="*/ 0 h 936"/>
                <a:gd name="T30" fmla="*/ 0 w 585"/>
                <a:gd name="T31" fmla="*/ 0 h 936"/>
                <a:gd name="T32" fmla="*/ 0 w 585"/>
                <a:gd name="T33" fmla="*/ 0 h 936"/>
                <a:gd name="T34" fmla="*/ 0 w 585"/>
                <a:gd name="T35" fmla="*/ 0 h 936"/>
                <a:gd name="T36" fmla="*/ 0 w 585"/>
                <a:gd name="T37" fmla="*/ 0 h 936"/>
                <a:gd name="T38" fmla="*/ 0 w 585"/>
                <a:gd name="T39" fmla="*/ 0 h 936"/>
                <a:gd name="T40" fmla="*/ 0 w 585"/>
                <a:gd name="T41" fmla="*/ 0 h 936"/>
                <a:gd name="T42" fmla="*/ 0 w 585"/>
                <a:gd name="T43" fmla="*/ 0 h 936"/>
                <a:gd name="T44" fmla="*/ 0 w 585"/>
                <a:gd name="T45" fmla="*/ 0 h 936"/>
                <a:gd name="T46" fmla="*/ 0 w 585"/>
                <a:gd name="T47" fmla="*/ 0 h 936"/>
                <a:gd name="T48" fmla="*/ 0 w 585"/>
                <a:gd name="T49" fmla="*/ 0 h 936"/>
                <a:gd name="T50" fmla="*/ 0 w 585"/>
                <a:gd name="T51" fmla="*/ 0 h 936"/>
                <a:gd name="T52" fmla="*/ 0 w 585"/>
                <a:gd name="T53" fmla="*/ 0 h 936"/>
                <a:gd name="T54" fmla="*/ 0 w 585"/>
                <a:gd name="T55" fmla="*/ 0 h 936"/>
                <a:gd name="T56" fmla="*/ 0 w 585"/>
                <a:gd name="T57" fmla="*/ 0 h 936"/>
                <a:gd name="T58" fmla="*/ 0 w 585"/>
                <a:gd name="T59" fmla="*/ 0 h 936"/>
                <a:gd name="T60" fmla="*/ 0 w 585"/>
                <a:gd name="T61" fmla="*/ 0 h 936"/>
                <a:gd name="T62" fmla="*/ 0 w 585"/>
                <a:gd name="T63" fmla="*/ 0 h 936"/>
                <a:gd name="T64" fmla="*/ 0 w 585"/>
                <a:gd name="T65" fmla="*/ 0 h 936"/>
                <a:gd name="T66" fmla="*/ 0 w 585"/>
                <a:gd name="T67" fmla="*/ 0 h 9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85"/>
                <a:gd name="T103" fmla="*/ 0 h 936"/>
                <a:gd name="T104" fmla="*/ 585 w 585"/>
                <a:gd name="T105" fmla="*/ 936 h 9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85" h="936">
                  <a:moveTo>
                    <a:pt x="532" y="0"/>
                  </a:moveTo>
                  <a:lnTo>
                    <a:pt x="464" y="79"/>
                  </a:lnTo>
                  <a:lnTo>
                    <a:pt x="407" y="22"/>
                  </a:lnTo>
                  <a:lnTo>
                    <a:pt x="315" y="22"/>
                  </a:lnTo>
                  <a:lnTo>
                    <a:pt x="137" y="129"/>
                  </a:lnTo>
                  <a:lnTo>
                    <a:pt x="18" y="277"/>
                  </a:lnTo>
                  <a:lnTo>
                    <a:pt x="0" y="398"/>
                  </a:lnTo>
                  <a:lnTo>
                    <a:pt x="18" y="532"/>
                  </a:lnTo>
                  <a:lnTo>
                    <a:pt x="62" y="592"/>
                  </a:lnTo>
                  <a:lnTo>
                    <a:pt x="112" y="620"/>
                  </a:lnTo>
                  <a:lnTo>
                    <a:pt x="62" y="562"/>
                  </a:lnTo>
                  <a:lnTo>
                    <a:pt x="53" y="484"/>
                  </a:lnTo>
                  <a:lnTo>
                    <a:pt x="77" y="407"/>
                  </a:lnTo>
                  <a:lnTo>
                    <a:pt x="143" y="301"/>
                  </a:lnTo>
                  <a:lnTo>
                    <a:pt x="222" y="262"/>
                  </a:lnTo>
                  <a:lnTo>
                    <a:pt x="264" y="235"/>
                  </a:lnTo>
                  <a:lnTo>
                    <a:pt x="222" y="301"/>
                  </a:lnTo>
                  <a:lnTo>
                    <a:pt x="200" y="407"/>
                  </a:lnTo>
                  <a:lnTo>
                    <a:pt x="213" y="484"/>
                  </a:lnTo>
                  <a:lnTo>
                    <a:pt x="235" y="558"/>
                  </a:lnTo>
                  <a:lnTo>
                    <a:pt x="283" y="613"/>
                  </a:lnTo>
                  <a:lnTo>
                    <a:pt x="350" y="659"/>
                  </a:lnTo>
                  <a:lnTo>
                    <a:pt x="350" y="688"/>
                  </a:lnTo>
                  <a:lnTo>
                    <a:pt x="378" y="735"/>
                  </a:lnTo>
                  <a:lnTo>
                    <a:pt x="435" y="776"/>
                  </a:lnTo>
                  <a:lnTo>
                    <a:pt x="486" y="936"/>
                  </a:lnTo>
                  <a:lnTo>
                    <a:pt x="479" y="754"/>
                  </a:lnTo>
                  <a:lnTo>
                    <a:pt x="506" y="730"/>
                  </a:lnTo>
                  <a:lnTo>
                    <a:pt x="585" y="747"/>
                  </a:lnTo>
                  <a:lnTo>
                    <a:pt x="474" y="688"/>
                  </a:lnTo>
                  <a:lnTo>
                    <a:pt x="382" y="652"/>
                  </a:lnTo>
                  <a:lnTo>
                    <a:pt x="389" y="507"/>
                  </a:lnTo>
                  <a:lnTo>
                    <a:pt x="455" y="228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1" name="Freeform 282">
              <a:extLst>
                <a:ext uri="{FF2B5EF4-FFF2-40B4-BE49-F238E27FC236}">
                  <a16:creationId xmlns:a16="http://schemas.microsoft.com/office/drawing/2014/main" id="{547AF0E8-2D7B-B040-980C-5F760AD00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722"/>
              <a:ext cx="39" cy="52"/>
            </a:xfrm>
            <a:custGeom>
              <a:avLst/>
              <a:gdLst>
                <a:gd name="T0" fmla="*/ 0 w 310"/>
                <a:gd name="T1" fmla="*/ 0 h 417"/>
                <a:gd name="T2" fmla="*/ 0 w 310"/>
                <a:gd name="T3" fmla="*/ 0 h 417"/>
                <a:gd name="T4" fmla="*/ 0 w 310"/>
                <a:gd name="T5" fmla="*/ 0 h 417"/>
                <a:gd name="T6" fmla="*/ 0 w 310"/>
                <a:gd name="T7" fmla="*/ 0 h 417"/>
                <a:gd name="T8" fmla="*/ 0 w 310"/>
                <a:gd name="T9" fmla="*/ 0 h 417"/>
                <a:gd name="T10" fmla="*/ 0 w 310"/>
                <a:gd name="T11" fmla="*/ 0 h 417"/>
                <a:gd name="T12" fmla="*/ 0 w 310"/>
                <a:gd name="T13" fmla="*/ 0 h 417"/>
                <a:gd name="T14" fmla="*/ 0 w 310"/>
                <a:gd name="T15" fmla="*/ 0 h 417"/>
                <a:gd name="T16" fmla="*/ 0 w 310"/>
                <a:gd name="T17" fmla="*/ 0 h 417"/>
                <a:gd name="T18" fmla="*/ 0 w 310"/>
                <a:gd name="T19" fmla="*/ 0 h 417"/>
                <a:gd name="T20" fmla="*/ 0 w 310"/>
                <a:gd name="T21" fmla="*/ 0 h 417"/>
                <a:gd name="T22" fmla="*/ 0 w 310"/>
                <a:gd name="T23" fmla="*/ 0 h 417"/>
                <a:gd name="T24" fmla="*/ 0 w 310"/>
                <a:gd name="T25" fmla="*/ 0 h 417"/>
                <a:gd name="T26" fmla="*/ 0 w 310"/>
                <a:gd name="T27" fmla="*/ 0 h 4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0"/>
                <a:gd name="T43" fmla="*/ 0 h 417"/>
                <a:gd name="T44" fmla="*/ 310 w 310"/>
                <a:gd name="T45" fmla="*/ 417 h 41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0" h="417">
                  <a:moveTo>
                    <a:pt x="0" y="0"/>
                  </a:moveTo>
                  <a:lnTo>
                    <a:pt x="126" y="96"/>
                  </a:lnTo>
                  <a:lnTo>
                    <a:pt x="310" y="202"/>
                  </a:lnTo>
                  <a:lnTo>
                    <a:pt x="297" y="237"/>
                  </a:lnTo>
                  <a:lnTo>
                    <a:pt x="310" y="248"/>
                  </a:lnTo>
                  <a:lnTo>
                    <a:pt x="126" y="417"/>
                  </a:lnTo>
                  <a:lnTo>
                    <a:pt x="115" y="387"/>
                  </a:lnTo>
                  <a:lnTo>
                    <a:pt x="163" y="302"/>
                  </a:lnTo>
                  <a:lnTo>
                    <a:pt x="143" y="242"/>
                  </a:lnTo>
                  <a:lnTo>
                    <a:pt x="27" y="248"/>
                  </a:lnTo>
                  <a:lnTo>
                    <a:pt x="80" y="202"/>
                  </a:lnTo>
                  <a:lnTo>
                    <a:pt x="108" y="173"/>
                  </a:lnTo>
                  <a:lnTo>
                    <a:pt x="55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2" name="Freeform 283">
              <a:extLst>
                <a:ext uri="{FF2B5EF4-FFF2-40B4-BE49-F238E27FC236}">
                  <a16:creationId xmlns:a16="http://schemas.microsoft.com/office/drawing/2014/main" id="{751793C6-6E3B-144E-B5DF-E127A064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757"/>
              <a:ext cx="51" cy="106"/>
            </a:xfrm>
            <a:custGeom>
              <a:avLst/>
              <a:gdLst>
                <a:gd name="T0" fmla="*/ 0 w 409"/>
                <a:gd name="T1" fmla="*/ 0 h 848"/>
                <a:gd name="T2" fmla="*/ 0 w 409"/>
                <a:gd name="T3" fmla="*/ 0 h 848"/>
                <a:gd name="T4" fmla="*/ 0 w 409"/>
                <a:gd name="T5" fmla="*/ 0 h 848"/>
                <a:gd name="T6" fmla="*/ 0 w 409"/>
                <a:gd name="T7" fmla="*/ 0 h 848"/>
                <a:gd name="T8" fmla="*/ 0 w 409"/>
                <a:gd name="T9" fmla="*/ 0 h 848"/>
                <a:gd name="T10" fmla="*/ 0 w 409"/>
                <a:gd name="T11" fmla="*/ 0 h 848"/>
                <a:gd name="T12" fmla="*/ 0 w 409"/>
                <a:gd name="T13" fmla="*/ 0 h 848"/>
                <a:gd name="T14" fmla="*/ 0 w 409"/>
                <a:gd name="T15" fmla="*/ 0 h 848"/>
                <a:gd name="T16" fmla="*/ 0 w 409"/>
                <a:gd name="T17" fmla="*/ 0 h 848"/>
                <a:gd name="T18" fmla="*/ 0 w 409"/>
                <a:gd name="T19" fmla="*/ 0 h 848"/>
                <a:gd name="T20" fmla="*/ 0 w 409"/>
                <a:gd name="T21" fmla="*/ 0 h 848"/>
                <a:gd name="T22" fmla="*/ 0 w 409"/>
                <a:gd name="T23" fmla="*/ 0 h 848"/>
                <a:gd name="T24" fmla="*/ 0 w 409"/>
                <a:gd name="T25" fmla="*/ 0 h 848"/>
                <a:gd name="T26" fmla="*/ 0 w 409"/>
                <a:gd name="T27" fmla="*/ 0 h 848"/>
                <a:gd name="T28" fmla="*/ 0 w 409"/>
                <a:gd name="T29" fmla="*/ 0 h 848"/>
                <a:gd name="T30" fmla="*/ 0 w 409"/>
                <a:gd name="T31" fmla="*/ 0 h 848"/>
                <a:gd name="T32" fmla="*/ 0 w 409"/>
                <a:gd name="T33" fmla="*/ 0 h 848"/>
                <a:gd name="T34" fmla="*/ 0 w 409"/>
                <a:gd name="T35" fmla="*/ 0 h 848"/>
                <a:gd name="T36" fmla="*/ 0 w 409"/>
                <a:gd name="T37" fmla="*/ 0 h 848"/>
                <a:gd name="T38" fmla="*/ 0 w 409"/>
                <a:gd name="T39" fmla="*/ 0 h 848"/>
                <a:gd name="T40" fmla="*/ 0 w 409"/>
                <a:gd name="T41" fmla="*/ 0 h 848"/>
                <a:gd name="T42" fmla="*/ 0 w 409"/>
                <a:gd name="T43" fmla="*/ 0 h 848"/>
                <a:gd name="T44" fmla="*/ 0 w 409"/>
                <a:gd name="T45" fmla="*/ 0 h 848"/>
                <a:gd name="T46" fmla="*/ 0 w 409"/>
                <a:gd name="T47" fmla="*/ 0 h 848"/>
                <a:gd name="T48" fmla="*/ 0 w 409"/>
                <a:gd name="T49" fmla="*/ 0 h 848"/>
                <a:gd name="T50" fmla="*/ 0 w 409"/>
                <a:gd name="T51" fmla="*/ 0 h 8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09"/>
                <a:gd name="T79" fmla="*/ 0 h 848"/>
                <a:gd name="T80" fmla="*/ 409 w 409"/>
                <a:gd name="T81" fmla="*/ 848 h 84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09" h="848">
                  <a:moveTo>
                    <a:pt x="264" y="0"/>
                  </a:moveTo>
                  <a:lnTo>
                    <a:pt x="252" y="55"/>
                  </a:lnTo>
                  <a:lnTo>
                    <a:pt x="202" y="200"/>
                  </a:lnTo>
                  <a:lnTo>
                    <a:pt x="97" y="401"/>
                  </a:lnTo>
                  <a:lnTo>
                    <a:pt x="0" y="606"/>
                  </a:lnTo>
                  <a:lnTo>
                    <a:pt x="0" y="661"/>
                  </a:lnTo>
                  <a:lnTo>
                    <a:pt x="61" y="696"/>
                  </a:lnTo>
                  <a:lnTo>
                    <a:pt x="220" y="719"/>
                  </a:lnTo>
                  <a:lnTo>
                    <a:pt x="317" y="740"/>
                  </a:lnTo>
                  <a:lnTo>
                    <a:pt x="338" y="753"/>
                  </a:lnTo>
                  <a:lnTo>
                    <a:pt x="354" y="809"/>
                  </a:lnTo>
                  <a:lnTo>
                    <a:pt x="365" y="848"/>
                  </a:lnTo>
                  <a:lnTo>
                    <a:pt x="354" y="740"/>
                  </a:lnTo>
                  <a:lnTo>
                    <a:pt x="328" y="696"/>
                  </a:lnTo>
                  <a:lnTo>
                    <a:pt x="354" y="666"/>
                  </a:lnTo>
                  <a:lnTo>
                    <a:pt x="409" y="633"/>
                  </a:lnTo>
                  <a:lnTo>
                    <a:pt x="391" y="615"/>
                  </a:lnTo>
                  <a:lnTo>
                    <a:pt x="338" y="615"/>
                  </a:lnTo>
                  <a:lnTo>
                    <a:pt x="202" y="641"/>
                  </a:lnTo>
                  <a:lnTo>
                    <a:pt x="97" y="666"/>
                  </a:lnTo>
                  <a:lnTo>
                    <a:pt x="35" y="661"/>
                  </a:lnTo>
                  <a:lnTo>
                    <a:pt x="13" y="626"/>
                  </a:lnTo>
                  <a:lnTo>
                    <a:pt x="13" y="590"/>
                  </a:lnTo>
                  <a:lnTo>
                    <a:pt x="218" y="200"/>
                  </a:lnTo>
                  <a:lnTo>
                    <a:pt x="233" y="12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3" name="Freeform 284">
              <a:extLst>
                <a:ext uri="{FF2B5EF4-FFF2-40B4-BE49-F238E27FC236}">
                  <a16:creationId xmlns:a16="http://schemas.microsoft.com/office/drawing/2014/main" id="{17480773-5F2E-604C-978B-485E6BC41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809"/>
              <a:ext cx="57" cy="85"/>
            </a:xfrm>
            <a:custGeom>
              <a:avLst/>
              <a:gdLst>
                <a:gd name="T0" fmla="*/ 0 w 452"/>
                <a:gd name="T1" fmla="*/ 0 h 679"/>
                <a:gd name="T2" fmla="*/ 0 w 452"/>
                <a:gd name="T3" fmla="*/ 0 h 679"/>
                <a:gd name="T4" fmla="*/ 0 w 452"/>
                <a:gd name="T5" fmla="*/ 0 h 679"/>
                <a:gd name="T6" fmla="*/ 0 w 452"/>
                <a:gd name="T7" fmla="*/ 0 h 679"/>
                <a:gd name="T8" fmla="*/ 0 w 452"/>
                <a:gd name="T9" fmla="*/ 0 h 679"/>
                <a:gd name="T10" fmla="*/ 0 w 452"/>
                <a:gd name="T11" fmla="*/ 0 h 679"/>
                <a:gd name="T12" fmla="*/ 0 w 452"/>
                <a:gd name="T13" fmla="*/ 0 h 679"/>
                <a:gd name="T14" fmla="*/ 0 w 452"/>
                <a:gd name="T15" fmla="*/ 0 h 679"/>
                <a:gd name="T16" fmla="*/ 0 w 452"/>
                <a:gd name="T17" fmla="*/ 0 h 679"/>
                <a:gd name="T18" fmla="*/ 0 w 452"/>
                <a:gd name="T19" fmla="*/ 0 h 679"/>
                <a:gd name="T20" fmla="*/ 0 w 452"/>
                <a:gd name="T21" fmla="*/ 0 h 679"/>
                <a:gd name="T22" fmla="*/ 0 w 452"/>
                <a:gd name="T23" fmla="*/ 0 h 679"/>
                <a:gd name="T24" fmla="*/ 0 w 452"/>
                <a:gd name="T25" fmla="*/ 0 h 679"/>
                <a:gd name="T26" fmla="*/ 0 w 452"/>
                <a:gd name="T27" fmla="*/ 0 h 679"/>
                <a:gd name="T28" fmla="*/ 0 w 452"/>
                <a:gd name="T29" fmla="*/ 0 h 679"/>
                <a:gd name="T30" fmla="*/ 0 w 452"/>
                <a:gd name="T31" fmla="*/ 0 h 679"/>
                <a:gd name="T32" fmla="*/ 0 w 452"/>
                <a:gd name="T33" fmla="*/ 0 h 679"/>
                <a:gd name="T34" fmla="*/ 0 w 452"/>
                <a:gd name="T35" fmla="*/ 0 h 679"/>
                <a:gd name="T36" fmla="*/ 0 w 452"/>
                <a:gd name="T37" fmla="*/ 0 h 6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2"/>
                <a:gd name="T58" fmla="*/ 0 h 679"/>
                <a:gd name="T59" fmla="*/ 452 w 452"/>
                <a:gd name="T60" fmla="*/ 679 h 67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2" h="679">
                  <a:moveTo>
                    <a:pt x="0" y="0"/>
                  </a:moveTo>
                  <a:lnTo>
                    <a:pt x="28" y="101"/>
                  </a:lnTo>
                  <a:lnTo>
                    <a:pt x="72" y="180"/>
                  </a:lnTo>
                  <a:lnTo>
                    <a:pt x="154" y="277"/>
                  </a:lnTo>
                  <a:lnTo>
                    <a:pt x="283" y="338"/>
                  </a:lnTo>
                  <a:lnTo>
                    <a:pt x="404" y="433"/>
                  </a:lnTo>
                  <a:lnTo>
                    <a:pt x="424" y="484"/>
                  </a:lnTo>
                  <a:lnTo>
                    <a:pt x="452" y="679"/>
                  </a:lnTo>
                  <a:lnTo>
                    <a:pt x="404" y="574"/>
                  </a:lnTo>
                  <a:lnTo>
                    <a:pt x="283" y="463"/>
                  </a:lnTo>
                  <a:lnTo>
                    <a:pt x="184" y="457"/>
                  </a:lnTo>
                  <a:lnTo>
                    <a:pt x="53" y="495"/>
                  </a:lnTo>
                  <a:lnTo>
                    <a:pt x="0" y="457"/>
                  </a:lnTo>
                  <a:lnTo>
                    <a:pt x="72" y="413"/>
                  </a:lnTo>
                  <a:lnTo>
                    <a:pt x="166" y="403"/>
                  </a:lnTo>
                  <a:lnTo>
                    <a:pt x="256" y="394"/>
                  </a:lnTo>
                  <a:lnTo>
                    <a:pt x="120" y="281"/>
                  </a:lnTo>
                  <a:lnTo>
                    <a:pt x="53" y="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4" name="Freeform 285">
              <a:extLst>
                <a:ext uri="{FF2B5EF4-FFF2-40B4-BE49-F238E27FC236}">
                  <a16:creationId xmlns:a16="http://schemas.microsoft.com/office/drawing/2014/main" id="{A0826319-CD6A-4741-8365-82AB18066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73"/>
              <a:ext cx="23" cy="21"/>
            </a:xfrm>
            <a:custGeom>
              <a:avLst/>
              <a:gdLst>
                <a:gd name="T0" fmla="*/ 0 w 182"/>
                <a:gd name="T1" fmla="*/ 0 h 170"/>
                <a:gd name="T2" fmla="*/ 0 w 182"/>
                <a:gd name="T3" fmla="*/ 0 h 170"/>
                <a:gd name="T4" fmla="*/ 0 w 182"/>
                <a:gd name="T5" fmla="*/ 0 h 170"/>
                <a:gd name="T6" fmla="*/ 0 w 182"/>
                <a:gd name="T7" fmla="*/ 0 h 170"/>
                <a:gd name="T8" fmla="*/ 0 w 182"/>
                <a:gd name="T9" fmla="*/ 0 h 170"/>
                <a:gd name="T10" fmla="*/ 0 w 182"/>
                <a:gd name="T11" fmla="*/ 0 h 170"/>
                <a:gd name="T12" fmla="*/ 0 w 182"/>
                <a:gd name="T13" fmla="*/ 0 h 170"/>
                <a:gd name="T14" fmla="*/ 0 w 182"/>
                <a:gd name="T15" fmla="*/ 0 h 170"/>
                <a:gd name="T16" fmla="*/ 0 w 182"/>
                <a:gd name="T17" fmla="*/ 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2"/>
                <a:gd name="T28" fmla="*/ 0 h 170"/>
                <a:gd name="T29" fmla="*/ 182 w 182"/>
                <a:gd name="T30" fmla="*/ 170 h 17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2" h="170">
                  <a:moveTo>
                    <a:pt x="182" y="0"/>
                  </a:moveTo>
                  <a:lnTo>
                    <a:pt x="123" y="85"/>
                  </a:lnTo>
                  <a:lnTo>
                    <a:pt x="62" y="111"/>
                  </a:lnTo>
                  <a:lnTo>
                    <a:pt x="0" y="146"/>
                  </a:lnTo>
                  <a:lnTo>
                    <a:pt x="0" y="170"/>
                  </a:lnTo>
                  <a:lnTo>
                    <a:pt x="92" y="115"/>
                  </a:lnTo>
                  <a:lnTo>
                    <a:pt x="147" y="99"/>
                  </a:lnTo>
                  <a:lnTo>
                    <a:pt x="173" y="3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5" name="Freeform 286">
              <a:extLst>
                <a:ext uri="{FF2B5EF4-FFF2-40B4-BE49-F238E27FC236}">
                  <a16:creationId xmlns:a16="http://schemas.microsoft.com/office/drawing/2014/main" id="{642D79C0-106F-DF40-A748-3F613379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48"/>
              <a:ext cx="169" cy="145"/>
            </a:xfrm>
            <a:custGeom>
              <a:avLst/>
              <a:gdLst>
                <a:gd name="T0" fmla="*/ 0 w 1349"/>
                <a:gd name="T1" fmla="*/ 0 h 1162"/>
                <a:gd name="T2" fmla="*/ 0 w 1349"/>
                <a:gd name="T3" fmla="*/ 0 h 1162"/>
                <a:gd name="T4" fmla="*/ 0 w 1349"/>
                <a:gd name="T5" fmla="*/ 0 h 1162"/>
                <a:gd name="T6" fmla="*/ 0 w 1349"/>
                <a:gd name="T7" fmla="*/ 0 h 1162"/>
                <a:gd name="T8" fmla="*/ 0 w 1349"/>
                <a:gd name="T9" fmla="*/ 0 h 1162"/>
                <a:gd name="T10" fmla="*/ 0 w 1349"/>
                <a:gd name="T11" fmla="*/ 0 h 1162"/>
                <a:gd name="T12" fmla="*/ 0 w 1349"/>
                <a:gd name="T13" fmla="*/ 0 h 1162"/>
                <a:gd name="T14" fmla="*/ 0 w 1349"/>
                <a:gd name="T15" fmla="*/ 0 h 1162"/>
                <a:gd name="T16" fmla="*/ 0 w 1349"/>
                <a:gd name="T17" fmla="*/ 0 h 1162"/>
                <a:gd name="T18" fmla="*/ 0 w 1349"/>
                <a:gd name="T19" fmla="*/ 0 h 1162"/>
                <a:gd name="T20" fmla="*/ 0 w 1349"/>
                <a:gd name="T21" fmla="*/ 0 h 1162"/>
                <a:gd name="T22" fmla="*/ 0 w 1349"/>
                <a:gd name="T23" fmla="*/ 0 h 1162"/>
                <a:gd name="T24" fmla="*/ 0 w 1349"/>
                <a:gd name="T25" fmla="*/ 0 h 1162"/>
                <a:gd name="T26" fmla="*/ 0 w 1349"/>
                <a:gd name="T27" fmla="*/ 0 h 1162"/>
                <a:gd name="T28" fmla="*/ 0 w 1349"/>
                <a:gd name="T29" fmla="*/ 0 h 1162"/>
                <a:gd name="T30" fmla="*/ 0 w 1349"/>
                <a:gd name="T31" fmla="*/ 0 h 1162"/>
                <a:gd name="T32" fmla="*/ 0 w 1349"/>
                <a:gd name="T33" fmla="*/ 0 h 1162"/>
                <a:gd name="T34" fmla="*/ 0 w 1349"/>
                <a:gd name="T35" fmla="*/ 0 h 1162"/>
                <a:gd name="T36" fmla="*/ 0 w 1349"/>
                <a:gd name="T37" fmla="*/ 0 h 1162"/>
                <a:gd name="T38" fmla="*/ 0 w 1349"/>
                <a:gd name="T39" fmla="*/ 0 h 1162"/>
                <a:gd name="T40" fmla="*/ 0 w 1349"/>
                <a:gd name="T41" fmla="*/ 0 h 1162"/>
                <a:gd name="T42" fmla="*/ 0 w 1349"/>
                <a:gd name="T43" fmla="*/ 0 h 1162"/>
                <a:gd name="T44" fmla="*/ 0 w 1349"/>
                <a:gd name="T45" fmla="*/ 0 h 1162"/>
                <a:gd name="T46" fmla="*/ 0 w 1349"/>
                <a:gd name="T47" fmla="*/ 0 h 1162"/>
                <a:gd name="T48" fmla="*/ 0 w 1349"/>
                <a:gd name="T49" fmla="*/ 0 h 1162"/>
                <a:gd name="T50" fmla="*/ 0 w 1349"/>
                <a:gd name="T51" fmla="*/ 0 h 1162"/>
                <a:gd name="T52" fmla="*/ 0 w 1349"/>
                <a:gd name="T53" fmla="*/ 0 h 1162"/>
                <a:gd name="T54" fmla="*/ 0 w 1349"/>
                <a:gd name="T55" fmla="*/ 0 h 1162"/>
                <a:gd name="T56" fmla="*/ 0 w 1349"/>
                <a:gd name="T57" fmla="*/ 0 h 1162"/>
                <a:gd name="T58" fmla="*/ 0 w 1349"/>
                <a:gd name="T59" fmla="*/ 0 h 1162"/>
                <a:gd name="T60" fmla="*/ 0 w 1349"/>
                <a:gd name="T61" fmla="*/ 0 h 1162"/>
                <a:gd name="T62" fmla="*/ 0 w 1349"/>
                <a:gd name="T63" fmla="*/ 0 h 1162"/>
                <a:gd name="T64" fmla="*/ 0 w 1349"/>
                <a:gd name="T65" fmla="*/ 0 h 1162"/>
                <a:gd name="T66" fmla="*/ 0 w 1349"/>
                <a:gd name="T67" fmla="*/ 0 h 1162"/>
                <a:gd name="T68" fmla="*/ 0 w 1349"/>
                <a:gd name="T69" fmla="*/ 0 h 1162"/>
                <a:gd name="T70" fmla="*/ 0 w 1349"/>
                <a:gd name="T71" fmla="*/ 0 h 1162"/>
                <a:gd name="T72" fmla="*/ 0 w 1349"/>
                <a:gd name="T73" fmla="*/ 0 h 1162"/>
                <a:gd name="T74" fmla="*/ 0 w 1349"/>
                <a:gd name="T75" fmla="*/ 0 h 1162"/>
                <a:gd name="T76" fmla="*/ 0 w 1349"/>
                <a:gd name="T77" fmla="*/ 0 h 1162"/>
                <a:gd name="T78" fmla="*/ 0 w 1349"/>
                <a:gd name="T79" fmla="*/ 0 h 1162"/>
                <a:gd name="T80" fmla="*/ 0 w 1349"/>
                <a:gd name="T81" fmla="*/ 0 h 1162"/>
                <a:gd name="T82" fmla="*/ 0 w 1349"/>
                <a:gd name="T83" fmla="*/ 0 h 1162"/>
                <a:gd name="T84" fmla="*/ 0 w 1349"/>
                <a:gd name="T85" fmla="*/ 0 h 1162"/>
                <a:gd name="T86" fmla="*/ 0 w 1349"/>
                <a:gd name="T87" fmla="*/ 0 h 1162"/>
                <a:gd name="T88" fmla="*/ 0 w 1349"/>
                <a:gd name="T89" fmla="*/ 0 h 1162"/>
                <a:gd name="T90" fmla="*/ 0 w 1349"/>
                <a:gd name="T91" fmla="*/ 0 h 1162"/>
                <a:gd name="T92" fmla="*/ 0 w 1349"/>
                <a:gd name="T93" fmla="*/ 0 h 1162"/>
                <a:gd name="T94" fmla="*/ 0 w 1349"/>
                <a:gd name="T95" fmla="*/ 0 h 1162"/>
                <a:gd name="T96" fmla="*/ 0 w 1349"/>
                <a:gd name="T97" fmla="*/ 0 h 1162"/>
                <a:gd name="T98" fmla="*/ 0 w 1349"/>
                <a:gd name="T99" fmla="*/ 0 h 1162"/>
                <a:gd name="T100" fmla="*/ 0 w 1349"/>
                <a:gd name="T101" fmla="*/ 0 h 1162"/>
                <a:gd name="T102" fmla="*/ 0 w 1349"/>
                <a:gd name="T103" fmla="*/ 0 h 1162"/>
                <a:gd name="T104" fmla="*/ 0 w 1349"/>
                <a:gd name="T105" fmla="*/ 0 h 1162"/>
                <a:gd name="T106" fmla="*/ 0 w 1349"/>
                <a:gd name="T107" fmla="*/ 0 h 1162"/>
                <a:gd name="T108" fmla="*/ 0 w 1349"/>
                <a:gd name="T109" fmla="*/ 0 h 11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49"/>
                <a:gd name="T166" fmla="*/ 0 h 1162"/>
                <a:gd name="T167" fmla="*/ 1349 w 1349"/>
                <a:gd name="T168" fmla="*/ 1162 h 116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49" h="1162">
                  <a:moveTo>
                    <a:pt x="0" y="465"/>
                  </a:moveTo>
                  <a:lnTo>
                    <a:pt x="97" y="579"/>
                  </a:lnTo>
                  <a:lnTo>
                    <a:pt x="117" y="634"/>
                  </a:lnTo>
                  <a:lnTo>
                    <a:pt x="117" y="664"/>
                  </a:lnTo>
                  <a:lnTo>
                    <a:pt x="92" y="724"/>
                  </a:lnTo>
                  <a:lnTo>
                    <a:pt x="81" y="770"/>
                  </a:lnTo>
                  <a:lnTo>
                    <a:pt x="81" y="827"/>
                  </a:lnTo>
                  <a:lnTo>
                    <a:pt x="97" y="880"/>
                  </a:lnTo>
                  <a:lnTo>
                    <a:pt x="120" y="899"/>
                  </a:lnTo>
                  <a:lnTo>
                    <a:pt x="198" y="860"/>
                  </a:lnTo>
                  <a:lnTo>
                    <a:pt x="268" y="814"/>
                  </a:lnTo>
                  <a:lnTo>
                    <a:pt x="327" y="728"/>
                  </a:lnTo>
                  <a:lnTo>
                    <a:pt x="345" y="634"/>
                  </a:lnTo>
                  <a:lnTo>
                    <a:pt x="345" y="564"/>
                  </a:lnTo>
                  <a:lnTo>
                    <a:pt x="394" y="814"/>
                  </a:lnTo>
                  <a:lnTo>
                    <a:pt x="505" y="786"/>
                  </a:lnTo>
                  <a:lnTo>
                    <a:pt x="646" y="724"/>
                  </a:lnTo>
                  <a:lnTo>
                    <a:pt x="730" y="643"/>
                  </a:lnTo>
                  <a:lnTo>
                    <a:pt x="802" y="568"/>
                  </a:lnTo>
                  <a:lnTo>
                    <a:pt x="897" y="454"/>
                  </a:lnTo>
                  <a:lnTo>
                    <a:pt x="958" y="408"/>
                  </a:lnTo>
                  <a:lnTo>
                    <a:pt x="1051" y="368"/>
                  </a:lnTo>
                  <a:lnTo>
                    <a:pt x="1125" y="309"/>
                  </a:lnTo>
                  <a:lnTo>
                    <a:pt x="1176" y="238"/>
                  </a:lnTo>
                  <a:lnTo>
                    <a:pt x="1224" y="152"/>
                  </a:lnTo>
                  <a:lnTo>
                    <a:pt x="1257" y="0"/>
                  </a:lnTo>
                  <a:lnTo>
                    <a:pt x="1242" y="223"/>
                  </a:lnTo>
                  <a:lnTo>
                    <a:pt x="1219" y="376"/>
                  </a:lnTo>
                  <a:lnTo>
                    <a:pt x="1164" y="482"/>
                  </a:lnTo>
                  <a:lnTo>
                    <a:pt x="1120" y="568"/>
                  </a:lnTo>
                  <a:lnTo>
                    <a:pt x="1120" y="634"/>
                  </a:lnTo>
                  <a:lnTo>
                    <a:pt x="1153" y="705"/>
                  </a:lnTo>
                  <a:lnTo>
                    <a:pt x="1196" y="790"/>
                  </a:lnTo>
                  <a:lnTo>
                    <a:pt x="1219" y="851"/>
                  </a:lnTo>
                  <a:lnTo>
                    <a:pt x="1226" y="920"/>
                  </a:lnTo>
                  <a:lnTo>
                    <a:pt x="1349" y="746"/>
                  </a:lnTo>
                  <a:lnTo>
                    <a:pt x="1219" y="992"/>
                  </a:lnTo>
                  <a:lnTo>
                    <a:pt x="1160" y="1132"/>
                  </a:lnTo>
                  <a:lnTo>
                    <a:pt x="1160" y="1162"/>
                  </a:lnTo>
                  <a:lnTo>
                    <a:pt x="1090" y="1091"/>
                  </a:lnTo>
                  <a:lnTo>
                    <a:pt x="1000" y="987"/>
                  </a:lnTo>
                  <a:lnTo>
                    <a:pt x="922" y="959"/>
                  </a:lnTo>
                  <a:lnTo>
                    <a:pt x="844" y="926"/>
                  </a:lnTo>
                  <a:lnTo>
                    <a:pt x="712" y="926"/>
                  </a:lnTo>
                  <a:lnTo>
                    <a:pt x="277" y="1021"/>
                  </a:lnTo>
                  <a:lnTo>
                    <a:pt x="173" y="1012"/>
                  </a:lnTo>
                  <a:lnTo>
                    <a:pt x="112" y="986"/>
                  </a:lnTo>
                  <a:lnTo>
                    <a:pt x="48" y="920"/>
                  </a:lnTo>
                  <a:lnTo>
                    <a:pt x="30" y="851"/>
                  </a:lnTo>
                  <a:lnTo>
                    <a:pt x="35" y="786"/>
                  </a:lnTo>
                  <a:lnTo>
                    <a:pt x="62" y="724"/>
                  </a:lnTo>
                  <a:lnTo>
                    <a:pt x="81" y="664"/>
                  </a:lnTo>
                  <a:lnTo>
                    <a:pt x="81" y="610"/>
                  </a:lnTo>
                  <a:lnTo>
                    <a:pt x="48" y="548"/>
                  </a:lnTo>
                  <a:lnTo>
                    <a:pt x="0" y="4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6" name="Freeform 287">
              <a:extLst>
                <a:ext uri="{FF2B5EF4-FFF2-40B4-BE49-F238E27FC236}">
                  <a16:creationId xmlns:a16="http://schemas.microsoft.com/office/drawing/2014/main" id="{D6D5815E-70AC-FA4C-A4A2-4B3F34D8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454"/>
              <a:ext cx="417" cy="517"/>
            </a:xfrm>
            <a:custGeom>
              <a:avLst/>
              <a:gdLst>
                <a:gd name="T0" fmla="*/ 0 w 3329"/>
                <a:gd name="T1" fmla="*/ 0 h 4141"/>
                <a:gd name="T2" fmla="*/ 0 w 3329"/>
                <a:gd name="T3" fmla="*/ 0 h 4141"/>
                <a:gd name="T4" fmla="*/ 0 w 3329"/>
                <a:gd name="T5" fmla="*/ 0 h 4141"/>
                <a:gd name="T6" fmla="*/ 0 w 3329"/>
                <a:gd name="T7" fmla="*/ 0 h 4141"/>
                <a:gd name="T8" fmla="*/ 0 w 3329"/>
                <a:gd name="T9" fmla="*/ 0 h 4141"/>
                <a:gd name="T10" fmla="*/ 0 w 3329"/>
                <a:gd name="T11" fmla="*/ 0 h 4141"/>
                <a:gd name="T12" fmla="*/ 0 w 3329"/>
                <a:gd name="T13" fmla="*/ 0 h 4141"/>
                <a:gd name="T14" fmla="*/ 0 w 3329"/>
                <a:gd name="T15" fmla="*/ 0 h 4141"/>
                <a:gd name="T16" fmla="*/ 0 w 3329"/>
                <a:gd name="T17" fmla="*/ 0 h 4141"/>
                <a:gd name="T18" fmla="*/ 0 w 3329"/>
                <a:gd name="T19" fmla="*/ 0 h 4141"/>
                <a:gd name="T20" fmla="*/ 0 w 3329"/>
                <a:gd name="T21" fmla="*/ 0 h 4141"/>
                <a:gd name="T22" fmla="*/ 0 w 3329"/>
                <a:gd name="T23" fmla="*/ 0 h 4141"/>
                <a:gd name="T24" fmla="*/ 0 w 3329"/>
                <a:gd name="T25" fmla="*/ 0 h 4141"/>
                <a:gd name="T26" fmla="*/ 0 w 3329"/>
                <a:gd name="T27" fmla="*/ 0 h 4141"/>
                <a:gd name="T28" fmla="*/ 0 w 3329"/>
                <a:gd name="T29" fmla="*/ 0 h 4141"/>
                <a:gd name="T30" fmla="*/ 0 w 3329"/>
                <a:gd name="T31" fmla="*/ 0 h 4141"/>
                <a:gd name="T32" fmla="*/ 0 w 3329"/>
                <a:gd name="T33" fmla="*/ 0 h 4141"/>
                <a:gd name="T34" fmla="*/ 0 w 3329"/>
                <a:gd name="T35" fmla="*/ 0 h 4141"/>
                <a:gd name="T36" fmla="*/ 0 w 3329"/>
                <a:gd name="T37" fmla="*/ 0 h 4141"/>
                <a:gd name="T38" fmla="*/ 0 w 3329"/>
                <a:gd name="T39" fmla="*/ 0 h 4141"/>
                <a:gd name="T40" fmla="*/ 0 w 3329"/>
                <a:gd name="T41" fmla="*/ 0 h 4141"/>
                <a:gd name="T42" fmla="*/ 0 w 3329"/>
                <a:gd name="T43" fmla="*/ 0 h 4141"/>
                <a:gd name="T44" fmla="*/ 0 w 3329"/>
                <a:gd name="T45" fmla="*/ 0 h 4141"/>
                <a:gd name="T46" fmla="*/ 0 w 3329"/>
                <a:gd name="T47" fmla="*/ 0 h 4141"/>
                <a:gd name="T48" fmla="*/ 0 w 3329"/>
                <a:gd name="T49" fmla="*/ 0 h 4141"/>
                <a:gd name="T50" fmla="*/ 0 w 3329"/>
                <a:gd name="T51" fmla="*/ 0 h 4141"/>
                <a:gd name="T52" fmla="*/ 0 w 3329"/>
                <a:gd name="T53" fmla="*/ 0 h 4141"/>
                <a:gd name="T54" fmla="*/ 0 w 3329"/>
                <a:gd name="T55" fmla="*/ 0 h 4141"/>
                <a:gd name="T56" fmla="*/ 0 w 3329"/>
                <a:gd name="T57" fmla="*/ 0 h 4141"/>
                <a:gd name="T58" fmla="*/ 0 w 3329"/>
                <a:gd name="T59" fmla="*/ 0 h 4141"/>
                <a:gd name="T60" fmla="*/ 0 w 3329"/>
                <a:gd name="T61" fmla="*/ 0 h 4141"/>
                <a:gd name="T62" fmla="*/ 0 w 3329"/>
                <a:gd name="T63" fmla="*/ 0 h 4141"/>
                <a:gd name="T64" fmla="*/ 0 w 3329"/>
                <a:gd name="T65" fmla="*/ 0 h 4141"/>
                <a:gd name="T66" fmla="*/ 0 w 3329"/>
                <a:gd name="T67" fmla="*/ 0 h 4141"/>
                <a:gd name="T68" fmla="*/ 0 w 3329"/>
                <a:gd name="T69" fmla="*/ 0 h 4141"/>
                <a:gd name="T70" fmla="*/ 0 w 3329"/>
                <a:gd name="T71" fmla="*/ 0 h 4141"/>
                <a:gd name="T72" fmla="*/ 0 w 3329"/>
                <a:gd name="T73" fmla="*/ 0 h 4141"/>
                <a:gd name="T74" fmla="*/ 0 w 3329"/>
                <a:gd name="T75" fmla="*/ 0 h 4141"/>
                <a:gd name="T76" fmla="*/ 0 w 3329"/>
                <a:gd name="T77" fmla="*/ 0 h 4141"/>
                <a:gd name="T78" fmla="*/ 0 w 3329"/>
                <a:gd name="T79" fmla="*/ 0 h 4141"/>
                <a:gd name="T80" fmla="*/ 0 w 3329"/>
                <a:gd name="T81" fmla="*/ 0 h 4141"/>
                <a:gd name="T82" fmla="*/ 0 w 3329"/>
                <a:gd name="T83" fmla="*/ 0 h 4141"/>
                <a:gd name="T84" fmla="*/ 0 w 3329"/>
                <a:gd name="T85" fmla="*/ 0 h 4141"/>
                <a:gd name="T86" fmla="*/ 0 w 3329"/>
                <a:gd name="T87" fmla="*/ 0 h 4141"/>
                <a:gd name="T88" fmla="*/ 0 w 3329"/>
                <a:gd name="T89" fmla="*/ 0 h 4141"/>
                <a:gd name="T90" fmla="*/ 0 w 3329"/>
                <a:gd name="T91" fmla="*/ 0 h 4141"/>
                <a:gd name="T92" fmla="*/ 0 w 3329"/>
                <a:gd name="T93" fmla="*/ 0 h 4141"/>
                <a:gd name="T94" fmla="*/ 0 w 3329"/>
                <a:gd name="T95" fmla="*/ 0 h 4141"/>
                <a:gd name="T96" fmla="*/ 0 w 3329"/>
                <a:gd name="T97" fmla="*/ 0 h 4141"/>
                <a:gd name="T98" fmla="*/ 0 w 3329"/>
                <a:gd name="T99" fmla="*/ 0 h 4141"/>
                <a:gd name="T100" fmla="*/ 0 w 3329"/>
                <a:gd name="T101" fmla="*/ 0 h 4141"/>
                <a:gd name="T102" fmla="*/ 0 w 3329"/>
                <a:gd name="T103" fmla="*/ 0 h 4141"/>
                <a:gd name="T104" fmla="*/ 0 w 3329"/>
                <a:gd name="T105" fmla="*/ 0 h 4141"/>
                <a:gd name="T106" fmla="*/ 0 w 3329"/>
                <a:gd name="T107" fmla="*/ 0 h 4141"/>
                <a:gd name="T108" fmla="*/ 0 w 3329"/>
                <a:gd name="T109" fmla="*/ 0 h 4141"/>
                <a:gd name="T110" fmla="*/ 0 w 3329"/>
                <a:gd name="T111" fmla="*/ 0 h 4141"/>
                <a:gd name="T112" fmla="*/ 0 w 3329"/>
                <a:gd name="T113" fmla="*/ 0 h 4141"/>
                <a:gd name="T114" fmla="*/ 0 w 3329"/>
                <a:gd name="T115" fmla="*/ 0 h 4141"/>
                <a:gd name="T116" fmla="*/ 0 w 3329"/>
                <a:gd name="T117" fmla="*/ 0 h 4141"/>
                <a:gd name="T118" fmla="*/ 0 w 3329"/>
                <a:gd name="T119" fmla="*/ 0 h 414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29"/>
                <a:gd name="T181" fmla="*/ 0 h 4141"/>
                <a:gd name="T182" fmla="*/ 3329 w 3329"/>
                <a:gd name="T183" fmla="*/ 4141 h 414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29" h="4141">
                  <a:moveTo>
                    <a:pt x="64" y="1229"/>
                  </a:moveTo>
                  <a:lnTo>
                    <a:pt x="103" y="1344"/>
                  </a:lnTo>
                  <a:lnTo>
                    <a:pt x="174" y="1418"/>
                  </a:lnTo>
                  <a:lnTo>
                    <a:pt x="271" y="1457"/>
                  </a:lnTo>
                  <a:lnTo>
                    <a:pt x="462" y="1480"/>
                  </a:lnTo>
                  <a:lnTo>
                    <a:pt x="618" y="1457"/>
                  </a:lnTo>
                  <a:lnTo>
                    <a:pt x="774" y="1395"/>
                  </a:lnTo>
                  <a:lnTo>
                    <a:pt x="521" y="1406"/>
                  </a:lnTo>
                  <a:lnTo>
                    <a:pt x="361" y="1367"/>
                  </a:lnTo>
                  <a:lnTo>
                    <a:pt x="271" y="1291"/>
                  </a:lnTo>
                  <a:lnTo>
                    <a:pt x="214" y="1199"/>
                  </a:lnTo>
                  <a:lnTo>
                    <a:pt x="361" y="1261"/>
                  </a:lnTo>
                  <a:lnTo>
                    <a:pt x="488" y="1280"/>
                  </a:lnTo>
                  <a:lnTo>
                    <a:pt x="679" y="1261"/>
                  </a:lnTo>
                  <a:lnTo>
                    <a:pt x="850" y="1206"/>
                  </a:lnTo>
                  <a:lnTo>
                    <a:pt x="1030" y="1081"/>
                  </a:lnTo>
                  <a:lnTo>
                    <a:pt x="926" y="1241"/>
                  </a:lnTo>
                  <a:lnTo>
                    <a:pt x="1104" y="1137"/>
                  </a:lnTo>
                  <a:lnTo>
                    <a:pt x="1263" y="1081"/>
                  </a:lnTo>
                  <a:lnTo>
                    <a:pt x="1413" y="1081"/>
                  </a:lnTo>
                  <a:lnTo>
                    <a:pt x="1572" y="1137"/>
                  </a:lnTo>
                  <a:lnTo>
                    <a:pt x="1401" y="1137"/>
                  </a:lnTo>
                  <a:lnTo>
                    <a:pt x="1275" y="1160"/>
                  </a:lnTo>
                  <a:lnTo>
                    <a:pt x="1168" y="1229"/>
                  </a:lnTo>
                  <a:lnTo>
                    <a:pt x="1327" y="1241"/>
                  </a:lnTo>
                  <a:lnTo>
                    <a:pt x="1539" y="1199"/>
                  </a:lnTo>
                  <a:lnTo>
                    <a:pt x="1685" y="1137"/>
                  </a:lnTo>
                  <a:lnTo>
                    <a:pt x="1611" y="1229"/>
                  </a:lnTo>
                  <a:lnTo>
                    <a:pt x="1389" y="1375"/>
                  </a:lnTo>
                  <a:lnTo>
                    <a:pt x="1203" y="1430"/>
                  </a:lnTo>
                  <a:lnTo>
                    <a:pt x="1039" y="1443"/>
                  </a:lnTo>
                  <a:lnTo>
                    <a:pt x="1113" y="1344"/>
                  </a:lnTo>
                  <a:lnTo>
                    <a:pt x="926" y="1367"/>
                  </a:lnTo>
                  <a:lnTo>
                    <a:pt x="745" y="1480"/>
                  </a:lnTo>
                  <a:lnTo>
                    <a:pt x="850" y="1517"/>
                  </a:lnTo>
                  <a:lnTo>
                    <a:pt x="754" y="1591"/>
                  </a:lnTo>
                  <a:lnTo>
                    <a:pt x="906" y="1591"/>
                  </a:lnTo>
                  <a:lnTo>
                    <a:pt x="1141" y="1526"/>
                  </a:lnTo>
                  <a:lnTo>
                    <a:pt x="1275" y="1465"/>
                  </a:lnTo>
                  <a:lnTo>
                    <a:pt x="1141" y="1639"/>
                  </a:lnTo>
                  <a:lnTo>
                    <a:pt x="1214" y="1702"/>
                  </a:lnTo>
                  <a:lnTo>
                    <a:pt x="1401" y="1711"/>
                  </a:lnTo>
                  <a:lnTo>
                    <a:pt x="1636" y="1687"/>
                  </a:lnTo>
                  <a:lnTo>
                    <a:pt x="1807" y="1711"/>
                  </a:lnTo>
                  <a:lnTo>
                    <a:pt x="1947" y="1784"/>
                  </a:lnTo>
                  <a:lnTo>
                    <a:pt x="2066" y="1905"/>
                  </a:lnTo>
                  <a:lnTo>
                    <a:pt x="2145" y="2019"/>
                  </a:lnTo>
                  <a:lnTo>
                    <a:pt x="1967" y="1905"/>
                  </a:lnTo>
                  <a:lnTo>
                    <a:pt x="2095" y="2045"/>
                  </a:lnTo>
                  <a:lnTo>
                    <a:pt x="2153" y="2215"/>
                  </a:lnTo>
                  <a:lnTo>
                    <a:pt x="2153" y="2379"/>
                  </a:lnTo>
                  <a:lnTo>
                    <a:pt x="2125" y="2511"/>
                  </a:lnTo>
                  <a:lnTo>
                    <a:pt x="2084" y="2340"/>
                  </a:lnTo>
                  <a:lnTo>
                    <a:pt x="2066" y="2599"/>
                  </a:lnTo>
                  <a:lnTo>
                    <a:pt x="2003" y="2817"/>
                  </a:lnTo>
                  <a:lnTo>
                    <a:pt x="2145" y="2573"/>
                  </a:lnTo>
                  <a:lnTo>
                    <a:pt x="2153" y="2698"/>
                  </a:lnTo>
                  <a:lnTo>
                    <a:pt x="2215" y="2502"/>
                  </a:lnTo>
                  <a:lnTo>
                    <a:pt x="2247" y="2315"/>
                  </a:lnTo>
                  <a:lnTo>
                    <a:pt x="2330" y="2416"/>
                  </a:lnTo>
                  <a:lnTo>
                    <a:pt x="2365" y="2259"/>
                  </a:lnTo>
                  <a:lnTo>
                    <a:pt x="2365" y="2085"/>
                  </a:lnTo>
                  <a:lnTo>
                    <a:pt x="2316" y="1978"/>
                  </a:lnTo>
                  <a:lnTo>
                    <a:pt x="2215" y="1824"/>
                  </a:lnTo>
                  <a:lnTo>
                    <a:pt x="2406" y="1942"/>
                  </a:lnTo>
                  <a:lnTo>
                    <a:pt x="2391" y="1817"/>
                  </a:lnTo>
                  <a:lnTo>
                    <a:pt x="2567" y="1944"/>
                  </a:lnTo>
                  <a:lnTo>
                    <a:pt x="2624" y="2109"/>
                  </a:lnTo>
                  <a:lnTo>
                    <a:pt x="2674" y="1920"/>
                  </a:lnTo>
                  <a:lnTo>
                    <a:pt x="2635" y="1711"/>
                  </a:lnTo>
                  <a:lnTo>
                    <a:pt x="2778" y="1839"/>
                  </a:lnTo>
                  <a:lnTo>
                    <a:pt x="2881" y="1874"/>
                  </a:lnTo>
                  <a:lnTo>
                    <a:pt x="2960" y="1748"/>
                  </a:lnTo>
                  <a:lnTo>
                    <a:pt x="3006" y="1540"/>
                  </a:lnTo>
                  <a:lnTo>
                    <a:pt x="3035" y="1663"/>
                  </a:lnTo>
                  <a:lnTo>
                    <a:pt x="3142" y="1526"/>
                  </a:lnTo>
                  <a:lnTo>
                    <a:pt x="3178" y="1344"/>
                  </a:lnTo>
                  <a:lnTo>
                    <a:pt x="3237" y="1206"/>
                  </a:lnTo>
                  <a:lnTo>
                    <a:pt x="3237" y="1045"/>
                  </a:lnTo>
                  <a:lnTo>
                    <a:pt x="3204" y="839"/>
                  </a:lnTo>
                  <a:lnTo>
                    <a:pt x="3112" y="581"/>
                  </a:lnTo>
                  <a:lnTo>
                    <a:pt x="2925" y="305"/>
                  </a:lnTo>
                  <a:lnTo>
                    <a:pt x="2669" y="72"/>
                  </a:lnTo>
                  <a:lnTo>
                    <a:pt x="2503" y="0"/>
                  </a:lnTo>
                  <a:lnTo>
                    <a:pt x="2778" y="109"/>
                  </a:lnTo>
                  <a:lnTo>
                    <a:pt x="3112" y="491"/>
                  </a:lnTo>
                  <a:lnTo>
                    <a:pt x="3266" y="867"/>
                  </a:lnTo>
                  <a:lnTo>
                    <a:pt x="3319" y="1241"/>
                  </a:lnTo>
                  <a:lnTo>
                    <a:pt x="3319" y="1591"/>
                  </a:lnTo>
                  <a:lnTo>
                    <a:pt x="3266" y="1893"/>
                  </a:lnTo>
                  <a:lnTo>
                    <a:pt x="3197" y="2121"/>
                  </a:lnTo>
                  <a:lnTo>
                    <a:pt x="3096" y="2315"/>
                  </a:lnTo>
                  <a:lnTo>
                    <a:pt x="2971" y="2502"/>
                  </a:lnTo>
                  <a:lnTo>
                    <a:pt x="2863" y="2599"/>
                  </a:lnTo>
                  <a:lnTo>
                    <a:pt x="2807" y="2713"/>
                  </a:lnTo>
                  <a:lnTo>
                    <a:pt x="2784" y="2817"/>
                  </a:lnTo>
                  <a:lnTo>
                    <a:pt x="2784" y="2928"/>
                  </a:lnTo>
                  <a:lnTo>
                    <a:pt x="2807" y="3050"/>
                  </a:lnTo>
                  <a:lnTo>
                    <a:pt x="2846" y="3120"/>
                  </a:lnTo>
                  <a:lnTo>
                    <a:pt x="3006" y="3124"/>
                  </a:lnTo>
                  <a:lnTo>
                    <a:pt x="3112" y="3256"/>
                  </a:lnTo>
                  <a:lnTo>
                    <a:pt x="3142" y="3428"/>
                  </a:lnTo>
                  <a:lnTo>
                    <a:pt x="3290" y="3562"/>
                  </a:lnTo>
                  <a:lnTo>
                    <a:pt x="3329" y="3663"/>
                  </a:lnTo>
                  <a:lnTo>
                    <a:pt x="3096" y="3670"/>
                  </a:lnTo>
                  <a:lnTo>
                    <a:pt x="2710" y="3812"/>
                  </a:lnTo>
                  <a:lnTo>
                    <a:pt x="2255" y="3981"/>
                  </a:lnTo>
                  <a:lnTo>
                    <a:pt x="1912" y="4141"/>
                  </a:lnTo>
                  <a:lnTo>
                    <a:pt x="2381" y="3894"/>
                  </a:lnTo>
                  <a:lnTo>
                    <a:pt x="2710" y="3733"/>
                  </a:lnTo>
                  <a:lnTo>
                    <a:pt x="2778" y="3663"/>
                  </a:lnTo>
                  <a:lnTo>
                    <a:pt x="2750" y="3491"/>
                  </a:lnTo>
                  <a:lnTo>
                    <a:pt x="2653" y="3327"/>
                  </a:lnTo>
                  <a:lnTo>
                    <a:pt x="2549" y="3256"/>
                  </a:lnTo>
                  <a:lnTo>
                    <a:pt x="2187" y="3352"/>
                  </a:lnTo>
                  <a:lnTo>
                    <a:pt x="1848" y="3537"/>
                  </a:lnTo>
                  <a:lnTo>
                    <a:pt x="1560" y="3830"/>
                  </a:lnTo>
                  <a:lnTo>
                    <a:pt x="1795" y="3537"/>
                  </a:lnTo>
                  <a:lnTo>
                    <a:pt x="2084" y="3289"/>
                  </a:lnTo>
                  <a:lnTo>
                    <a:pt x="1980" y="3111"/>
                  </a:lnTo>
                  <a:lnTo>
                    <a:pt x="1894" y="2949"/>
                  </a:lnTo>
                  <a:lnTo>
                    <a:pt x="1857" y="2778"/>
                  </a:lnTo>
                  <a:lnTo>
                    <a:pt x="1830" y="2573"/>
                  </a:lnTo>
                  <a:lnTo>
                    <a:pt x="1772" y="2722"/>
                  </a:lnTo>
                  <a:lnTo>
                    <a:pt x="1685" y="2873"/>
                  </a:lnTo>
                  <a:lnTo>
                    <a:pt x="1646" y="2979"/>
                  </a:lnTo>
                  <a:lnTo>
                    <a:pt x="1624" y="3094"/>
                  </a:lnTo>
                  <a:lnTo>
                    <a:pt x="1545" y="3168"/>
                  </a:lnTo>
                  <a:lnTo>
                    <a:pt x="1503" y="3181"/>
                  </a:lnTo>
                  <a:lnTo>
                    <a:pt x="1389" y="3181"/>
                  </a:lnTo>
                  <a:lnTo>
                    <a:pt x="1350" y="3181"/>
                  </a:lnTo>
                  <a:lnTo>
                    <a:pt x="1309" y="3054"/>
                  </a:lnTo>
                  <a:lnTo>
                    <a:pt x="1203" y="3050"/>
                  </a:lnTo>
                  <a:lnTo>
                    <a:pt x="1350" y="3034"/>
                  </a:lnTo>
                  <a:lnTo>
                    <a:pt x="1429" y="2972"/>
                  </a:lnTo>
                  <a:lnTo>
                    <a:pt x="1452" y="2893"/>
                  </a:lnTo>
                  <a:lnTo>
                    <a:pt x="1452" y="2817"/>
                  </a:lnTo>
                  <a:lnTo>
                    <a:pt x="1401" y="2748"/>
                  </a:lnTo>
                  <a:lnTo>
                    <a:pt x="1309" y="2722"/>
                  </a:lnTo>
                  <a:lnTo>
                    <a:pt x="1429" y="2733"/>
                  </a:lnTo>
                  <a:lnTo>
                    <a:pt x="1475" y="2760"/>
                  </a:lnTo>
                  <a:lnTo>
                    <a:pt x="1585" y="2698"/>
                  </a:lnTo>
                  <a:lnTo>
                    <a:pt x="1659" y="2573"/>
                  </a:lnTo>
                  <a:lnTo>
                    <a:pt x="1723" y="2416"/>
                  </a:lnTo>
                  <a:lnTo>
                    <a:pt x="1747" y="2259"/>
                  </a:lnTo>
                  <a:lnTo>
                    <a:pt x="1747" y="2133"/>
                  </a:lnTo>
                  <a:lnTo>
                    <a:pt x="1723" y="2019"/>
                  </a:lnTo>
                  <a:lnTo>
                    <a:pt x="1646" y="1920"/>
                  </a:lnTo>
                  <a:lnTo>
                    <a:pt x="1560" y="1874"/>
                  </a:lnTo>
                  <a:lnTo>
                    <a:pt x="1475" y="1874"/>
                  </a:lnTo>
                  <a:lnTo>
                    <a:pt x="1334" y="1891"/>
                  </a:lnTo>
                  <a:lnTo>
                    <a:pt x="1214" y="1858"/>
                  </a:lnTo>
                  <a:lnTo>
                    <a:pt x="1066" y="1784"/>
                  </a:lnTo>
                  <a:lnTo>
                    <a:pt x="976" y="1711"/>
                  </a:lnTo>
                  <a:lnTo>
                    <a:pt x="1090" y="1920"/>
                  </a:lnTo>
                  <a:lnTo>
                    <a:pt x="1182" y="2006"/>
                  </a:lnTo>
                  <a:lnTo>
                    <a:pt x="1327" y="2059"/>
                  </a:lnTo>
                  <a:lnTo>
                    <a:pt x="1182" y="2094"/>
                  </a:lnTo>
                  <a:lnTo>
                    <a:pt x="1077" y="2085"/>
                  </a:lnTo>
                  <a:lnTo>
                    <a:pt x="1113" y="2195"/>
                  </a:lnTo>
                  <a:lnTo>
                    <a:pt x="1168" y="2269"/>
                  </a:lnTo>
                  <a:lnTo>
                    <a:pt x="1228" y="2305"/>
                  </a:lnTo>
                  <a:lnTo>
                    <a:pt x="1113" y="2305"/>
                  </a:lnTo>
                  <a:lnTo>
                    <a:pt x="945" y="2305"/>
                  </a:lnTo>
                  <a:lnTo>
                    <a:pt x="844" y="2241"/>
                  </a:lnTo>
                  <a:lnTo>
                    <a:pt x="776" y="2144"/>
                  </a:lnTo>
                  <a:lnTo>
                    <a:pt x="774" y="2094"/>
                  </a:lnTo>
                  <a:lnTo>
                    <a:pt x="645" y="2038"/>
                  </a:lnTo>
                  <a:lnTo>
                    <a:pt x="548" y="1944"/>
                  </a:lnTo>
                  <a:lnTo>
                    <a:pt x="502" y="1824"/>
                  </a:lnTo>
                  <a:lnTo>
                    <a:pt x="470" y="1711"/>
                  </a:lnTo>
                  <a:lnTo>
                    <a:pt x="350" y="1678"/>
                  </a:lnTo>
                  <a:lnTo>
                    <a:pt x="299" y="1628"/>
                  </a:lnTo>
                  <a:lnTo>
                    <a:pt x="231" y="1566"/>
                  </a:lnTo>
                  <a:lnTo>
                    <a:pt x="121" y="1526"/>
                  </a:lnTo>
                  <a:lnTo>
                    <a:pt x="36" y="1443"/>
                  </a:lnTo>
                  <a:lnTo>
                    <a:pt x="0" y="1344"/>
                  </a:lnTo>
                  <a:lnTo>
                    <a:pt x="0" y="1261"/>
                  </a:lnTo>
                  <a:lnTo>
                    <a:pt x="64" y="1160"/>
                  </a:lnTo>
                  <a:lnTo>
                    <a:pt x="64" y="12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7" name="Freeform 288">
              <a:extLst>
                <a:ext uri="{FF2B5EF4-FFF2-40B4-BE49-F238E27FC236}">
                  <a16:creationId xmlns:a16="http://schemas.microsoft.com/office/drawing/2014/main" id="{510D23C2-D4D8-0A4B-932F-099C1910D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597"/>
              <a:ext cx="132" cy="62"/>
            </a:xfrm>
            <a:custGeom>
              <a:avLst/>
              <a:gdLst>
                <a:gd name="T0" fmla="*/ 0 w 1056"/>
                <a:gd name="T1" fmla="*/ 0 h 495"/>
                <a:gd name="T2" fmla="*/ 0 w 1056"/>
                <a:gd name="T3" fmla="*/ 0 h 495"/>
                <a:gd name="T4" fmla="*/ 0 w 1056"/>
                <a:gd name="T5" fmla="*/ 0 h 495"/>
                <a:gd name="T6" fmla="*/ 0 w 1056"/>
                <a:gd name="T7" fmla="*/ 0 h 495"/>
                <a:gd name="T8" fmla="*/ 0 w 1056"/>
                <a:gd name="T9" fmla="*/ 0 h 495"/>
                <a:gd name="T10" fmla="*/ 0 w 1056"/>
                <a:gd name="T11" fmla="*/ 0 h 495"/>
                <a:gd name="T12" fmla="*/ 0 w 1056"/>
                <a:gd name="T13" fmla="*/ 0 h 495"/>
                <a:gd name="T14" fmla="*/ 0 w 1056"/>
                <a:gd name="T15" fmla="*/ 0 h 495"/>
                <a:gd name="T16" fmla="*/ 0 w 1056"/>
                <a:gd name="T17" fmla="*/ 0 h 495"/>
                <a:gd name="T18" fmla="*/ 0 w 1056"/>
                <a:gd name="T19" fmla="*/ 0 h 495"/>
                <a:gd name="T20" fmla="*/ 0 w 1056"/>
                <a:gd name="T21" fmla="*/ 0 h 495"/>
                <a:gd name="T22" fmla="*/ 0 w 1056"/>
                <a:gd name="T23" fmla="*/ 0 h 495"/>
                <a:gd name="T24" fmla="*/ 0 w 1056"/>
                <a:gd name="T25" fmla="*/ 0 h 495"/>
                <a:gd name="T26" fmla="*/ 0 w 1056"/>
                <a:gd name="T27" fmla="*/ 0 h 495"/>
                <a:gd name="T28" fmla="*/ 0 w 1056"/>
                <a:gd name="T29" fmla="*/ 0 h 495"/>
                <a:gd name="T30" fmla="*/ 0 w 1056"/>
                <a:gd name="T31" fmla="*/ 0 h 495"/>
                <a:gd name="T32" fmla="*/ 0 w 1056"/>
                <a:gd name="T33" fmla="*/ 0 h 495"/>
                <a:gd name="T34" fmla="*/ 0 w 1056"/>
                <a:gd name="T35" fmla="*/ 0 h 495"/>
                <a:gd name="T36" fmla="*/ 0 w 1056"/>
                <a:gd name="T37" fmla="*/ 0 h 495"/>
                <a:gd name="T38" fmla="*/ 0 w 1056"/>
                <a:gd name="T39" fmla="*/ 0 h 495"/>
                <a:gd name="T40" fmla="*/ 0 w 1056"/>
                <a:gd name="T41" fmla="*/ 0 h 495"/>
                <a:gd name="T42" fmla="*/ 0 w 1056"/>
                <a:gd name="T43" fmla="*/ 0 h 495"/>
                <a:gd name="T44" fmla="*/ 0 w 1056"/>
                <a:gd name="T45" fmla="*/ 0 h 495"/>
                <a:gd name="T46" fmla="*/ 0 w 1056"/>
                <a:gd name="T47" fmla="*/ 0 h 495"/>
                <a:gd name="T48" fmla="*/ 0 w 1056"/>
                <a:gd name="T49" fmla="*/ 0 h 495"/>
                <a:gd name="T50" fmla="*/ 0 w 1056"/>
                <a:gd name="T51" fmla="*/ 0 h 495"/>
                <a:gd name="T52" fmla="*/ 0 w 1056"/>
                <a:gd name="T53" fmla="*/ 0 h 495"/>
                <a:gd name="T54" fmla="*/ 0 w 1056"/>
                <a:gd name="T55" fmla="*/ 0 h 495"/>
                <a:gd name="T56" fmla="*/ 0 w 1056"/>
                <a:gd name="T57" fmla="*/ 0 h 4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56"/>
                <a:gd name="T88" fmla="*/ 0 h 495"/>
                <a:gd name="T89" fmla="*/ 1056 w 1056"/>
                <a:gd name="T90" fmla="*/ 495 h 4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56" h="495">
                  <a:moveTo>
                    <a:pt x="41" y="274"/>
                  </a:moveTo>
                  <a:lnTo>
                    <a:pt x="166" y="286"/>
                  </a:lnTo>
                  <a:lnTo>
                    <a:pt x="327" y="251"/>
                  </a:lnTo>
                  <a:lnTo>
                    <a:pt x="438" y="177"/>
                  </a:lnTo>
                  <a:lnTo>
                    <a:pt x="560" y="80"/>
                  </a:lnTo>
                  <a:lnTo>
                    <a:pt x="650" y="0"/>
                  </a:lnTo>
                  <a:lnTo>
                    <a:pt x="585" y="136"/>
                  </a:lnTo>
                  <a:lnTo>
                    <a:pt x="477" y="262"/>
                  </a:lnTo>
                  <a:lnTo>
                    <a:pt x="658" y="200"/>
                  </a:lnTo>
                  <a:lnTo>
                    <a:pt x="800" y="200"/>
                  </a:lnTo>
                  <a:lnTo>
                    <a:pt x="922" y="231"/>
                  </a:lnTo>
                  <a:lnTo>
                    <a:pt x="996" y="313"/>
                  </a:lnTo>
                  <a:lnTo>
                    <a:pt x="1056" y="409"/>
                  </a:lnTo>
                  <a:lnTo>
                    <a:pt x="970" y="348"/>
                  </a:lnTo>
                  <a:lnTo>
                    <a:pt x="878" y="321"/>
                  </a:lnTo>
                  <a:lnTo>
                    <a:pt x="775" y="321"/>
                  </a:lnTo>
                  <a:lnTo>
                    <a:pt x="671" y="348"/>
                  </a:lnTo>
                  <a:lnTo>
                    <a:pt x="800" y="409"/>
                  </a:lnTo>
                  <a:lnTo>
                    <a:pt x="618" y="396"/>
                  </a:lnTo>
                  <a:lnTo>
                    <a:pt x="486" y="447"/>
                  </a:lnTo>
                  <a:lnTo>
                    <a:pt x="350" y="484"/>
                  </a:lnTo>
                  <a:lnTo>
                    <a:pt x="201" y="495"/>
                  </a:lnTo>
                  <a:lnTo>
                    <a:pt x="65" y="458"/>
                  </a:lnTo>
                  <a:lnTo>
                    <a:pt x="0" y="396"/>
                  </a:lnTo>
                  <a:lnTo>
                    <a:pt x="150" y="396"/>
                  </a:lnTo>
                  <a:lnTo>
                    <a:pt x="315" y="336"/>
                  </a:lnTo>
                  <a:lnTo>
                    <a:pt x="166" y="336"/>
                  </a:lnTo>
                  <a:lnTo>
                    <a:pt x="65" y="299"/>
                  </a:lnTo>
                  <a:lnTo>
                    <a:pt x="41" y="2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8" name="Freeform 289">
              <a:extLst>
                <a:ext uri="{FF2B5EF4-FFF2-40B4-BE49-F238E27FC236}">
                  <a16:creationId xmlns:a16="http://schemas.microsoft.com/office/drawing/2014/main" id="{C32554BE-FA19-F044-B883-22211360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04"/>
              <a:ext cx="49" cy="76"/>
            </a:xfrm>
            <a:custGeom>
              <a:avLst/>
              <a:gdLst>
                <a:gd name="T0" fmla="*/ 0 w 387"/>
                <a:gd name="T1" fmla="*/ 0 h 613"/>
                <a:gd name="T2" fmla="*/ 0 w 387"/>
                <a:gd name="T3" fmla="*/ 0 h 613"/>
                <a:gd name="T4" fmla="*/ 0 w 387"/>
                <a:gd name="T5" fmla="*/ 0 h 613"/>
                <a:gd name="T6" fmla="*/ 0 w 387"/>
                <a:gd name="T7" fmla="*/ 0 h 613"/>
                <a:gd name="T8" fmla="*/ 0 w 387"/>
                <a:gd name="T9" fmla="*/ 0 h 613"/>
                <a:gd name="T10" fmla="*/ 0 w 387"/>
                <a:gd name="T11" fmla="*/ 0 h 613"/>
                <a:gd name="T12" fmla="*/ 0 w 387"/>
                <a:gd name="T13" fmla="*/ 0 h 613"/>
                <a:gd name="T14" fmla="*/ 0 w 387"/>
                <a:gd name="T15" fmla="*/ 0 h 613"/>
                <a:gd name="T16" fmla="*/ 0 w 387"/>
                <a:gd name="T17" fmla="*/ 0 h 613"/>
                <a:gd name="T18" fmla="*/ 0 w 387"/>
                <a:gd name="T19" fmla="*/ 0 h 613"/>
                <a:gd name="T20" fmla="*/ 0 w 387"/>
                <a:gd name="T21" fmla="*/ 0 h 613"/>
                <a:gd name="T22" fmla="*/ 0 w 387"/>
                <a:gd name="T23" fmla="*/ 0 h 613"/>
                <a:gd name="T24" fmla="*/ 0 w 387"/>
                <a:gd name="T25" fmla="*/ 0 h 613"/>
                <a:gd name="T26" fmla="*/ 0 w 387"/>
                <a:gd name="T27" fmla="*/ 0 h 613"/>
                <a:gd name="T28" fmla="*/ 0 w 387"/>
                <a:gd name="T29" fmla="*/ 0 h 613"/>
                <a:gd name="T30" fmla="*/ 0 w 387"/>
                <a:gd name="T31" fmla="*/ 0 h 613"/>
                <a:gd name="T32" fmla="*/ 0 w 387"/>
                <a:gd name="T33" fmla="*/ 0 h 613"/>
                <a:gd name="T34" fmla="*/ 0 w 387"/>
                <a:gd name="T35" fmla="*/ 0 h 613"/>
                <a:gd name="T36" fmla="*/ 0 w 387"/>
                <a:gd name="T37" fmla="*/ 0 h 613"/>
                <a:gd name="T38" fmla="*/ 0 w 387"/>
                <a:gd name="T39" fmla="*/ 0 h 6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87"/>
                <a:gd name="T61" fmla="*/ 0 h 613"/>
                <a:gd name="T62" fmla="*/ 387 w 387"/>
                <a:gd name="T63" fmla="*/ 613 h 61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87" h="613">
                  <a:moveTo>
                    <a:pt x="67" y="60"/>
                  </a:moveTo>
                  <a:lnTo>
                    <a:pt x="152" y="0"/>
                  </a:lnTo>
                  <a:lnTo>
                    <a:pt x="266" y="0"/>
                  </a:lnTo>
                  <a:lnTo>
                    <a:pt x="348" y="46"/>
                  </a:lnTo>
                  <a:lnTo>
                    <a:pt x="387" y="152"/>
                  </a:lnTo>
                  <a:lnTo>
                    <a:pt x="335" y="86"/>
                  </a:lnTo>
                  <a:lnTo>
                    <a:pt x="266" y="60"/>
                  </a:lnTo>
                  <a:lnTo>
                    <a:pt x="164" y="152"/>
                  </a:lnTo>
                  <a:lnTo>
                    <a:pt x="266" y="270"/>
                  </a:lnTo>
                  <a:lnTo>
                    <a:pt x="266" y="429"/>
                  </a:lnTo>
                  <a:lnTo>
                    <a:pt x="90" y="528"/>
                  </a:lnTo>
                  <a:lnTo>
                    <a:pt x="38" y="613"/>
                  </a:lnTo>
                  <a:lnTo>
                    <a:pt x="0" y="613"/>
                  </a:lnTo>
                  <a:lnTo>
                    <a:pt x="14" y="440"/>
                  </a:lnTo>
                  <a:lnTo>
                    <a:pt x="113" y="367"/>
                  </a:lnTo>
                  <a:lnTo>
                    <a:pt x="113" y="306"/>
                  </a:lnTo>
                  <a:lnTo>
                    <a:pt x="38" y="260"/>
                  </a:lnTo>
                  <a:lnTo>
                    <a:pt x="72" y="152"/>
                  </a:lnTo>
                  <a:lnTo>
                    <a:pt x="0" y="71"/>
                  </a:lnTo>
                  <a:lnTo>
                    <a:pt x="67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29" name="Freeform 290">
              <a:extLst>
                <a:ext uri="{FF2B5EF4-FFF2-40B4-BE49-F238E27FC236}">
                  <a16:creationId xmlns:a16="http://schemas.microsoft.com/office/drawing/2014/main" id="{623CEF5A-0607-294B-AF32-67AF0917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730"/>
              <a:ext cx="21" cy="53"/>
            </a:xfrm>
            <a:custGeom>
              <a:avLst/>
              <a:gdLst>
                <a:gd name="T0" fmla="*/ 0 w 165"/>
                <a:gd name="T1" fmla="*/ 0 h 424"/>
                <a:gd name="T2" fmla="*/ 0 w 165"/>
                <a:gd name="T3" fmla="*/ 0 h 424"/>
                <a:gd name="T4" fmla="*/ 0 w 165"/>
                <a:gd name="T5" fmla="*/ 0 h 424"/>
                <a:gd name="T6" fmla="*/ 0 w 165"/>
                <a:gd name="T7" fmla="*/ 0 h 424"/>
                <a:gd name="T8" fmla="*/ 0 w 165"/>
                <a:gd name="T9" fmla="*/ 0 h 424"/>
                <a:gd name="T10" fmla="*/ 0 w 165"/>
                <a:gd name="T11" fmla="*/ 0 h 424"/>
                <a:gd name="T12" fmla="*/ 0 w 165"/>
                <a:gd name="T13" fmla="*/ 0 h 424"/>
                <a:gd name="T14" fmla="*/ 0 w 165"/>
                <a:gd name="T15" fmla="*/ 0 h 4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5"/>
                <a:gd name="T25" fmla="*/ 0 h 424"/>
                <a:gd name="T26" fmla="*/ 165 w 165"/>
                <a:gd name="T27" fmla="*/ 424 h 4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5" h="424">
                  <a:moveTo>
                    <a:pt x="152" y="0"/>
                  </a:moveTo>
                  <a:lnTo>
                    <a:pt x="152" y="120"/>
                  </a:lnTo>
                  <a:lnTo>
                    <a:pt x="101" y="240"/>
                  </a:lnTo>
                  <a:lnTo>
                    <a:pt x="0" y="362"/>
                  </a:lnTo>
                  <a:lnTo>
                    <a:pt x="0" y="424"/>
                  </a:lnTo>
                  <a:lnTo>
                    <a:pt x="66" y="401"/>
                  </a:lnTo>
                  <a:lnTo>
                    <a:pt x="165" y="129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0" name="Freeform 291">
              <a:extLst>
                <a:ext uri="{FF2B5EF4-FFF2-40B4-BE49-F238E27FC236}">
                  <a16:creationId xmlns:a16="http://schemas.microsoft.com/office/drawing/2014/main" id="{E6E2159F-8B14-CC4A-916F-6C2557EE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55"/>
              <a:ext cx="286" cy="154"/>
            </a:xfrm>
            <a:custGeom>
              <a:avLst/>
              <a:gdLst>
                <a:gd name="T0" fmla="*/ 0 w 2291"/>
                <a:gd name="T1" fmla="*/ 0 h 1231"/>
                <a:gd name="T2" fmla="*/ 0 w 2291"/>
                <a:gd name="T3" fmla="*/ 0 h 1231"/>
                <a:gd name="T4" fmla="*/ 0 w 2291"/>
                <a:gd name="T5" fmla="*/ 0 h 1231"/>
                <a:gd name="T6" fmla="*/ 0 w 2291"/>
                <a:gd name="T7" fmla="*/ 0 h 1231"/>
                <a:gd name="T8" fmla="*/ 0 w 2291"/>
                <a:gd name="T9" fmla="*/ 0 h 1231"/>
                <a:gd name="T10" fmla="*/ 0 w 2291"/>
                <a:gd name="T11" fmla="*/ 0 h 1231"/>
                <a:gd name="T12" fmla="*/ 0 w 2291"/>
                <a:gd name="T13" fmla="*/ 0 h 1231"/>
                <a:gd name="T14" fmla="*/ 0 w 2291"/>
                <a:gd name="T15" fmla="*/ 0 h 1231"/>
                <a:gd name="T16" fmla="*/ 0 w 2291"/>
                <a:gd name="T17" fmla="*/ 0 h 1231"/>
                <a:gd name="T18" fmla="*/ 0 w 2291"/>
                <a:gd name="T19" fmla="*/ 0 h 1231"/>
                <a:gd name="T20" fmla="*/ 0 w 2291"/>
                <a:gd name="T21" fmla="*/ 0 h 1231"/>
                <a:gd name="T22" fmla="*/ 0 w 2291"/>
                <a:gd name="T23" fmla="*/ 0 h 1231"/>
                <a:gd name="T24" fmla="*/ 0 w 2291"/>
                <a:gd name="T25" fmla="*/ 0 h 1231"/>
                <a:gd name="T26" fmla="*/ 0 w 2291"/>
                <a:gd name="T27" fmla="*/ 0 h 1231"/>
                <a:gd name="T28" fmla="*/ 0 w 2291"/>
                <a:gd name="T29" fmla="*/ 0 h 1231"/>
                <a:gd name="T30" fmla="*/ 0 w 2291"/>
                <a:gd name="T31" fmla="*/ 0 h 1231"/>
                <a:gd name="T32" fmla="*/ 0 w 2291"/>
                <a:gd name="T33" fmla="*/ 0 h 1231"/>
                <a:gd name="T34" fmla="*/ 0 w 2291"/>
                <a:gd name="T35" fmla="*/ 0 h 1231"/>
                <a:gd name="T36" fmla="*/ 0 w 2291"/>
                <a:gd name="T37" fmla="*/ 0 h 1231"/>
                <a:gd name="T38" fmla="*/ 0 w 2291"/>
                <a:gd name="T39" fmla="*/ 0 h 1231"/>
                <a:gd name="T40" fmla="*/ 0 w 2291"/>
                <a:gd name="T41" fmla="*/ 0 h 1231"/>
                <a:gd name="T42" fmla="*/ 0 w 2291"/>
                <a:gd name="T43" fmla="*/ 0 h 1231"/>
                <a:gd name="T44" fmla="*/ 0 w 2291"/>
                <a:gd name="T45" fmla="*/ 0 h 1231"/>
                <a:gd name="T46" fmla="*/ 0 w 2291"/>
                <a:gd name="T47" fmla="*/ 0 h 1231"/>
                <a:gd name="T48" fmla="*/ 0 w 2291"/>
                <a:gd name="T49" fmla="*/ 0 h 1231"/>
                <a:gd name="T50" fmla="*/ 0 w 2291"/>
                <a:gd name="T51" fmla="*/ 0 h 1231"/>
                <a:gd name="T52" fmla="*/ 0 w 2291"/>
                <a:gd name="T53" fmla="*/ 0 h 1231"/>
                <a:gd name="T54" fmla="*/ 0 w 2291"/>
                <a:gd name="T55" fmla="*/ 0 h 1231"/>
                <a:gd name="T56" fmla="*/ 0 w 2291"/>
                <a:gd name="T57" fmla="*/ 0 h 1231"/>
                <a:gd name="T58" fmla="*/ 0 w 2291"/>
                <a:gd name="T59" fmla="*/ 0 h 1231"/>
                <a:gd name="T60" fmla="*/ 0 w 2291"/>
                <a:gd name="T61" fmla="*/ 0 h 1231"/>
                <a:gd name="T62" fmla="*/ 0 w 2291"/>
                <a:gd name="T63" fmla="*/ 0 h 1231"/>
                <a:gd name="T64" fmla="*/ 0 w 2291"/>
                <a:gd name="T65" fmla="*/ 0 h 1231"/>
                <a:gd name="T66" fmla="*/ 0 w 2291"/>
                <a:gd name="T67" fmla="*/ 0 h 1231"/>
                <a:gd name="T68" fmla="*/ 0 w 2291"/>
                <a:gd name="T69" fmla="*/ 0 h 1231"/>
                <a:gd name="T70" fmla="*/ 0 w 2291"/>
                <a:gd name="T71" fmla="*/ 0 h 1231"/>
                <a:gd name="T72" fmla="*/ 0 w 2291"/>
                <a:gd name="T73" fmla="*/ 0 h 1231"/>
                <a:gd name="T74" fmla="*/ 0 w 2291"/>
                <a:gd name="T75" fmla="*/ 0 h 1231"/>
                <a:gd name="T76" fmla="*/ 0 w 2291"/>
                <a:gd name="T77" fmla="*/ 0 h 1231"/>
                <a:gd name="T78" fmla="*/ 0 w 2291"/>
                <a:gd name="T79" fmla="*/ 0 h 1231"/>
                <a:gd name="T80" fmla="*/ 0 w 2291"/>
                <a:gd name="T81" fmla="*/ 0 h 1231"/>
                <a:gd name="T82" fmla="*/ 0 w 2291"/>
                <a:gd name="T83" fmla="*/ 0 h 123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91"/>
                <a:gd name="T127" fmla="*/ 0 h 1231"/>
                <a:gd name="T128" fmla="*/ 2291 w 2291"/>
                <a:gd name="T129" fmla="*/ 1231 h 123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91" h="1231">
                  <a:moveTo>
                    <a:pt x="231" y="1231"/>
                  </a:moveTo>
                  <a:lnTo>
                    <a:pt x="124" y="1231"/>
                  </a:lnTo>
                  <a:lnTo>
                    <a:pt x="46" y="1170"/>
                  </a:lnTo>
                  <a:lnTo>
                    <a:pt x="0" y="1071"/>
                  </a:lnTo>
                  <a:lnTo>
                    <a:pt x="0" y="984"/>
                  </a:lnTo>
                  <a:lnTo>
                    <a:pt x="23" y="880"/>
                  </a:lnTo>
                  <a:lnTo>
                    <a:pt x="69" y="829"/>
                  </a:lnTo>
                  <a:lnTo>
                    <a:pt x="132" y="728"/>
                  </a:lnTo>
                  <a:lnTo>
                    <a:pt x="205" y="580"/>
                  </a:lnTo>
                  <a:lnTo>
                    <a:pt x="185" y="682"/>
                  </a:lnTo>
                  <a:lnTo>
                    <a:pt x="124" y="804"/>
                  </a:lnTo>
                  <a:lnTo>
                    <a:pt x="124" y="892"/>
                  </a:lnTo>
                  <a:lnTo>
                    <a:pt x="157" y="974"/>
                  </a:lnTo>
                  <a:lnTo>
                    <a:pt x="221" y="1035"/>
                  </a:lnTo>
                  <a:lnTo>
                    <a:pt x="221" y="912"/>
                  </a:lnTo>
                  <a:lnTo>
                    <a:pt x="304" y="937"/>
                  </a:lnTo>
                  <a:lnTo>
                    <a:pt x="284" y="840"/>
                  </a:lnTo>
                  <a:lnTo>
                    <a:pt x="295" y="728"/>
                  </a:lnTo>
                  <a:lnTo>
                    <a:pt x="352" y="668"/>
                  </a:lnTo>
                  <a:lnTo>
                    <a:pt x="405" y="596"/>
                  </a:lnTo>
                  <a:lnTo>
                    <a:pt x="462" y="513"/>
                  </a:lnTo>
                  <a:lnTo>
                    <a:pt x="521" y="456"/>
                  </a:lnTo>
                  <a:lnTo>
                    <a:pt x="631" y="414"/>
                  </a:lnTo>
                  <a:lnTo>
                    <a:pt x="779" y="380"/>
                  </a:lnTo>
                  <a:lnTo>
                    <a:pt x="950" y="286"/>
                  </a:lnTo>
                  <a:lnTo>
                    <a:pt x="1007" y="179"/>
                  </a:lnTo>
                  <a:lnTo>
                    <a:pt x="985" y="310"/>
                  </a:lnTo>
                  <a:lnTo>
                    <a:pt x="943" y="361"/>
                  </a:lnTo>
                  <a:lnTo>
                    <a:pt x="825" y="481"/>
                  </a:lnTo>
                  <a:lnTo>
                    <a:pt x="1005" y="396"/>
                  </a:lnTo>
                  <a:lnTo>
                    <a:pt x="1097" y="373"/>
                  </a:lnTo>
                  <a:lnTo>
                    <a:pt x="1176" y="276"/>
                  </a:lnTo>
                  <a:lnTo>
                    <a:pt x="1236" y="135"/>
                  </a:lnTo>
                  <a:lnTo>
                    <a:pt x="1236" y="225"/>
                  </a:lnTo>
                  <a:lnTo>
                    <a:pt x="1201" y="373"/>
                  </a:lnTo>
                  <a:lnTo>
                    <a:pt x="1372" y="246"/>
                  </a:lnTo>
                  <a:lnTo>
                    <a:pt x="1468" y="218"/>
                  </a:lnTo>
                  <a:lnTo>
                    <a:pt x="1581" y="232"/>
                  </a:lnTo>
                  <a:lnTo>
                    <a:pt x="1683" y="225"/>
                  </a:lnTo>
                  <a:lnTo>
                    <a:pt x="1776" y="179"/>
                  </a:lnTo>
                  <a:lnTo>
                    <a:pt x="1890" y="80"/>
                  </a:lnTo>
                  <a:lnTo>
                    <a:pt x="1978" y="51"/>
                  </a:lnTo>
                  <a:lnTo>
                    <a:pt x="2088" y="0"/>
                  </a:lnTo>
                  <a:lnTo>
                    <a:pt x="1941" y="87"/>
                  </a:lnTo>
                  <a:lnTo>
                    <a:pt x="2061" y="99"/>
                  </a:lnTo>
                  <a:lnTo>
                    <a:pt x="2291" y="51"/>
                  </a:lnTo>
                  <a:lnTo>
                    <a:pt x="2150" y="150"/>
                  </a:lnTo>
                  <a:lnTo>
                    <a:pt x="1994" y="200"/>
                  </a:lnTo>
                  <a:lnTo>
                    <a:pt x="1855" y="186"/>
                  </a:lnTo>
                  <a:lnTo>
                    <a:pt x="1776" y="225"/>
                  </a:lnTo>
                  <a:lnTo>
                    <a:pt x="1713" y="286"/>
                  </a:lnTo>
                  <a:lnTo>
                    <a:pt x="1683" y="361"/>
                  </a:lnTo>
                  <a:lnTo>
                    <a:pt x="1581" y="421"/>
                  </a:lnTo>
                  <a:lnTo>
                    <a:pt x="1434" y="451"/>
                  </a:lnTo>
                  <a:lnTo>
                    <a:pt x="1321" y="481"/>
                  </a:lnTo>
                  <a:lnTo>
                    <a:pt x="1247" y="571"/>
                  </a:lnTo>
                  <a:lnTo>
                    <a:pt x="1201" y="657"/>
                  </a:lnTo>
                  <a:lnTo>
                    <a:pt x="1183" y="717"/>
                  </a:lnTo>
                  <a:lnTo>
                    <a:pt x="1183" y="557"/>
                  </a:lnTo>
                  <a:lnTo>
                    <a:pt x="1207" y="475"/>
                  </a:lnTo>
                  <a:lnTo>
                    <a:pt x="1069" y="481"/>
                  </a:lnTo>
                  <a:lnTo>
                    <a:pt x="910" y="557"/>
                  </a:lnTo>
                  <a:lnTo>
                    <a:pt x="849" y="633"/>
                  </a:lnTo>
                  <a:lnTo>
                    <a:pt x="809" y="754"/>
                  </a:lnTo>
                  <a:lnTo>
                    <a:pt x="752" y="633"/>
                  </a:lnTo>
                  <a:lnTo>
                    <a:pt x="680" y="717"/>
                  </a:lnTo>
                  <a:lnTo>
                    <a:pt x="631" y="880"/>
                  </a:lnTo>
                  <a:lnTo>
                    <a:pt x="592" y="790"/>
                  </a:lnTo>
                  <a:lnTo>
                    <a:pt x="616" y="682"/>
                  </a:lnTo>
                  <a:lnTo>
                    <a:pt x="680" y="633"/>
                  </a:lnTo>
                  <a:lnTo>
                    <a:pt x="701" y="557"/>
                  </a:lnTo>
                  <a:lnTo>
                    <a:pt x="655" y="528"/>
                  </a:lnTo>
                  <a:lnTo>
                    <a:pt x="548" y="580"/>
                  </a:lnTo>
                  <a:lnTo>
                    <a:pt x="502" y="645"/>
                  </a:lnTo>
                  <a:lnTo>
                    <a:pt x="521" y="717"/>
                  </a:lnTo>
                  <a:lnTo>
                    <a:pt x="491" y="880"/>
                  </a:lnTo>
                  <a:lnTo>
                    <a:pt x="456" y="954"/>
                  </a:lnTo>
                  <a:lnTo>
                    <a:pt x="456" y="1025"/>
                  </a:lnTo>
                  <a:lnTo>
                    <a:pt x="456" y="1048"/>
                  </a:lnTo>
                  <a:lnTo>
                    <a:pt x="385" y="1000"/>
                  </a:lnTo>
                  <a:lnTo>
                    <a:pt x="387" y="1127"/>
                  </a:lnTo>
                  <a:lnTo>
                    <a:pt x="284" y="1048"/>
                  </a:lnTo>
                  <a:lnTo>
                    <a:pt x="284" y="1196"/>
                  </a:lnTo>
                  <a:lnTo>
                    <a:pt x="231" y="12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1" name="Freeform 292">
              <a:extLst>
                <a:ext uri="{FF2B5EF4-FFF2-40B4-BE49-F238E27FC236}">
                  <a16:creationId xmlns:a16="http://schemas.microsoft.com/office/drawing/2014/main" id="{8D497B76-EF2A-B549-BF1A-62AD24CC2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25"/>
              <a:ext cx="27" cy="35"/>
            </a:xfrm>
            <a:custGeom>
              <a:avLst/>
              <a:gdLst>
                <a:gd name="T0" fmla="*/ 0 w 217"/>
                <a:gd name="T1" fmla="*/ 0 h 276"/>
                <a:gd name="T2" fmla="*/ 0 w 217"/>
                <a:gd name="T3" fmla="*/ 0 h 276"/>
                <a:gd name="T4" fmla="*/ 0 w 217"/>
                <a:gd name="T5" fmla="*/ 0 h 276"/>
                <a:gd name="T6" fmla="*/ 0 w 217"/>
                <a:gd name="T7" fmla="*/ 0 h 276"/>
                <a:gd name="T8" fmla="*/ 0 w 217"/>
                <a:gd name="T9" fmla="*/ 0 h 276"/>
                <a:gd name="T10" fmla="*/ 0 w 217"/>
                <a:gd name="T11" fmla="*/ 0 h 276"/>
                <a:gd name="T12" fmla="*/ 0 w 217"/>
                <a:gd name="T13" fmla="*/ 0 h 276"/>
                <a:gd name="T14" fmla="*/ 0 w 217"/>
                <a:gd name="T15" fmla="*/ 0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7"/>
                <a:gd name="T25" fmla="*/ 0 h 276"/>
                <a:gd name="T26" fmla="*/ 217 w 217"/>
                <a:gd name="T27" fmla="*/ 276 h 2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7" h="276">
                  <a:moveTo>
                    <a:pt x="0" y="0"/>
                  </a:moveTo>
                  <a:lnTo>
                    <a:pt x="51" y="117"/>
                  </a:lnTo>
                  <a:lnTo>
                    <a:pt x="125" y="165"/>
                  </a:lnTo>
                  <a:lnTo>
                    <a:pt x="217" y="191"/>
                  </a:lnTo>
                  <a:lnTo>
                    <a:pt x="153" y="276"/>
                  </a:lnTo>
                  <a:lnTo>
                    <a:pt x="72" y="239"/>
                  </a:lnTo>
                  <a:lnTo>
                    <a:pt x="8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2" name="Freeform 293">
              <a:extLst>
                <a:ext uri="{FF2B5EF4-FFF2-40B4-BE49-F238E27FC236}">
                  <a16:creationId xmlns:a16="http://schemas.microsoft.com/office/drawing/2014/main" id="{51D580BC-1BB0-FD46-8202-F2905B9C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409"/>
              <a:ext cx="386" cy="239"/>
            </a:xfrm>
            <a:custGeom>
              <a:avLst/>
              <a:gdLst>
                <a:gd name="T0" fmla="*/ 0 w 3089"/>
                <a:gd name="T1" fmla="*/ 0 h 1908"/>
                <a:gd name="T2" fmla="*/ 0 w 3089"/>
                <a:gd name="T3" fmla="*/ 0 h 1908"/>
                <a:gd name="T4" fmla="*/ 0 w 3089"/>
                <a:gd name="T5" fmla="*/ 0 h 1908"/>
                <a:gd name="T6" fmla="*/ 0 w 3089"/>
                <a:gd name="T7" fmla="*/ 0 h 1908"/>
                <a:gd name="T8" fmla="*/ 0 w 3089"/>
                <a:gd name="T9" fmla="*/ 0 h 1908"/>
                <a:gd name="T10" fmla="*/ 0 w 3089"/>
                <a:gd name="T11" fmla="*/ 0 h 1908"/>
                <a:gd name="T12" fmla="*/ 0 w 3089"/>
                <a:gd name="T13" fmla="*/ 0 h 1908"/>
                <a:gd name="T14" fmla="*/ 0 w 3089"/>
                <a:gd name="T15" fmla="*/ 0 h 1908"/>
                <a:gd name="T16" fmla="*/ 0 w 3089"/>
                <a:gd name="T17" fmla="*/ 0 h 1908"/>
                <a:gd name="T18" fmla="*/ 0 w 3089"/>
                <a:gd name="T19" fmla="*/ 0 h 1908"/>
                <a:gd name="T20" fmla="*/ 0 w 3089"/>
                <a:gd name="T21" fmla="*/ 0 h 1908"/>
                <a:gd name="T22" fmla="*/ 0 w 3089"/>
                <a:gd name="T23" fmla="*/ 0 h 1908"/>
                <a:gd name="T24" fmla="*/ 0 w 3089"/>
                <a:gd name="T25" fmla="*/ 0 h 1908"/>
                <a:gd name="T26" fmla="*/ 0 w 3089"/>
                <a:gd name="T27" fmla="*/ 0 h 1908"/>
                <a:gd name="T28" fmla="*/ 0 w 3089"/>
                <a:gd name="T29" fmla="*/ 0 h 1908"/>
                <a:gd name="T30" fmla="*/ 0 w 3089"/>
                <a:gd name="T31" fmla="*/ 0 h 1908"/>
                <a:gd name="T32" fmla="*/ 0 w 3089"/>
                <a:gd name="T33" fmla="*/ 0 h 1908"/>
                <a:gd name="T34" fmla="*/ 0 w 3089"/>
                <a:gd name="T35" fmla="*/ 0 h 1908"/>
                <a:gd name="T36" fmla="*/ 0 w 3089"/>
                <a:gd name="T37" fmla="*/ 0 h 1908"/>
                <a:gd name="T38" fmla="*/ 0 w 3089"/>
                <a:gd name="T39" fmla="*/ 0 h 1908"/>
                <a:gd name="T40" fmla="*/ 0 w 3089"/>
                <a:gd name="T41" fmla="*/ 0 h 1908"/>
                <a:gd name="T42" fmla="*/ 0 w 3089"/>
                <a:gd name="T43" fmla="*/ 0 h 1908"/>
                <a:gd name="T44" fmla="*/ 0 w 3089"/>
                <a:gd name="T45" fmla="*/ 0 h 1908"/>
                <a:gd name="T46" fmla="*/ 0 w 3089"/>
                <a:gd name="T47" fmla="*/ 0 h 1908"/>
                <a:gd name="T48" fmla="*/ 0 w 3089"/>
                <a:gd name="T49" fmla="*/ 0 h 1908"/>
                <a:gd name="T50" fmla="*/ 0 w 3089"/>
                <a:gd name="T51" fmla="*/ 0 h 1908"/>
                <a:gd name="T52" fmla="*/ 0 w 3089"/>
                <a:gd name="T53" fmla="*/ 0 h 1908"/>
                <a:gd name="T54" fmla="*/ 0 w 3089"/>
                <a:gd name="T55" fmla="*/ 0 h 1908"/>
                <a:gd name="T56" fmla="*/ 0 w 3089"/>
                <a:gd name="T57" fmla="*/ 0 h 1908"/>
                <a:gd name="T58" fmla="*/ 0 w 3089"/>
                <a:gd name="T59" fmla="*/ 0 h 1908"/>
                <a:gd name="T60" fmla="*/ 0 w 3089"/>
                <a:gd name="T61" fmla="*/ 0 h 1908"/>
                <a:gd name="T62" fmla="*/ 0 w 3089"/>
                <a:gd name="T63" fmla="*/ 0 h 1908"/>
                <a:gd name="T64" fmla="*/ 0 w 3089"/>
                <a:gd name="T65" fmla="*/ 0 h 1908"/>
                <a:gd name="T66" fmla="*/ 0 w 3089"/>
                <a:gd name="T67" fmla="*/ 0 h 1908"/>
                <a:gd name="T68" fmla="*/ 0 w 3089"/>
                <a:gd name="T69" fmla="*/ 0 h 1908"/>
                <a:gd name="T70" fmla="*/ 0 w 3089"/>
                <a:gd name="T71" fmla="*/ 0 h 1908"/>
                <a:gd name="T72" fmla="*/ 0 w 3089"/>
                <a:gd name="T73" fmla="*/ 0 h 19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089"/>
                <a:gd name="T112" fmla="*/ 0 h 1908"/>
                <a:gd name="T113" fmla="*/ 3089 w 3089"/>
                <a:gd name="T114" fmla="*/ 1908 h 19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089" h="1908">
                  <a:moveTo>
                    <a:pt x="267" y="1860"/>
                  </a:moveTo>
                  <a:lnTo>
                    <a:pt x="145" y="1812"/>
                  </a:lnTo>
                  <a:lnTo>
                    <a:pt x="55" y="1722"/>
                  </a:lnTo>
                  <a:lnTo>
                    <a:pt x="16" y="1584"/>
                  </a:lnTo>
                  <a:lnTo>
                    <a:pt x="0" y="1492"/>
                  </a:lnTo>
                  <a:lnTo>
                    <a:pt x="27" y="1429"/>
                  </a:lnTo>
                  <a:lnTo>
                    <a:pt x="78" y="1374"/>
                  </a:lnTo>
                  <a:lnTo>
                    <a:pt x="64" y="1302"/>
                  </a:lnTo>
                  <a:lnTo>
                    <a:pt x="87" y="1155"/>
                  </a:lnTo>
                  <a:lnTo>
                    <a:pt x="152" y="1058"/>
                  </a:lnTo>
                  <a:lnTo>
                    <a:pt x="249" y="985"/>
                  </a:lnTo>
                  <a:lnTo>
                    <a:pt x="359" y="936"/>
                  </a:lnTo>
                  <a:lnTo>
                    <a:pt x="420" y="846"/>
                  </a:lnTo>
                  <a:lnTo>
                    <a:pt x="523" y="745"/>
                  </a:lnTo>
                  <a:lnTo>
                    <a:pt x="609" y="738"/>
                  </a:lnTo>
                  <a:lnTo>
                    <a:pt x="514" y="800"/>
                  </a:lnTo>
                  <a:lnTo>
                    <a:pt x="460" y="860"/>
                  </a:lnTo>
                  <a:lnTo>
                    <a:pt x="460" y="886"/>
                  </a:lnTo>
                  <a:lnTo>
                    <a:pt x="560" y="860"/>
                  </a:lnTo>
                  <a:lnTo>
                    <a:pt x="671" y="745"/>
                  </a:lnTo>
                  <a:lnTo>
                    <a:pt x="733" y="641"/>
                  </a:lnTo>
                  <a:lnTo>
                    <a:pt x="816" y="489"/>
                  </a:lnTo>
                  <a:lnTo>
                    <a:pt x="922" y="416"/>
                  </a:lnTo>
                  <a:lnTo>
                    <a:pt x="1040" y="339"/>
                  </a:lnTo>
                  <a:lnTo>
                    <a:pt x="1196" y="319"/>
                  </a:lnTo>
                  <a:lnTo>
                    <a:pt x="1326" y="302"/>
                  </a:lnTo>
                  <a:lnTo>
                    <a:pt x="1387" y="293"/>
                  </a:lnTo>
                  <a:lnTo>
                    <a:pt x="1453" y="183"/>
                  </a:lnTo>
                  <a:lnTo>
                    <a:pt x="1546" y="106"/>
                  </a:lnTo>
                  <a:lnTo>
                    <a:pt x="1724" y="42"/>
                  </a:lnTo>
                  <a:lnTo>
                    <a:pt x="1862" y="62"/>
                  </a:lnTo>
                  <a:lnTo>
                    <a:pt x="1945" y="81"/>
                  </a:lnTo>
                  <a:lnTo>
                    <a:pt x="2058" y="0"/>
                  </a:lnTo>
                  <a:lnTo>
                    <a:pt x="2344" y="0"/>
                  </a:lnTo>
                  <a:lnTo>
                    <a:pt x="2526" y="27"/>
                  </a:lnTo>
                  <a:lnTo>
                    <a:pt x="2655" y="67"/>
                  </a:lnTo>
                  <a:lnTo>
                    <a:pt x="2734" y="132"/>
                  </a:lnTo>
                  <a:lnTo>
                    <a:pt x="2873" y="132"/>
                  </a:lnTo>
                  <a:lnTo>
                    <a:pt x="3013" y="196"/>
                  </a:lnTo>
                  <a:lnTo>
                    <a:pt x="3089" y="293"/>
                  </a:lnTo>
                  <a:lnTo>
                    <a:pt x="3013" y="231"/>
                  </a:lnTo>
                  <a:lnTo>
                    <a:pt x="2895" y="173"/>
                  </a:lnTo>
                  <a:lnTo>
                    <a:pt x="2774" y="183"/>
                  </a:lnTo>
                  <a:lnTo>
                    <a:pt x="2577" y="132"/>
                  </a:lnTo>
                  <a:lnTo>
                    <a:pt x="2367" y="132"/>
                  </a:lnTo>
                  <a:lnTo>
                    <a:pt x="2190" y="173"/>
                  </a:lnTo>
                  <a:lnTo>
                    <a:pt x="2017" y="245"/>
                  </a:lnTo>
                  <a:lnTo>
                    <a:pt x="1922" y="319"/>
                  </a:lnTo>
                  <a:lnTo>
                    <a:pt x="1862" y="330"/>
                  </a:lnTo>
                  <a:lnTo>
                    <a:pt x="1890" y="157"/>
                  </a:lnTo>
                  <a:lnTo>
                    <a:pt x="1763" y="132"/>
                  </a:lnTo>
                  <a:lnTo>
                    <a:pt x="1653" y="207"/>
                  </a:lnTo>
                  <a:lnTo>
                    <a:pt x="1592" y="330"/>
                  </a:lnTo>
                  <a:lnTo>
                    <a:pt x="1339" y="339"/>
                  </a:lnTo>
                  <a:lnTo>
                    <a:pt x="1093" y="416"/>
                  </a:lnTo>
                  <a:lnTo>
                    <a:pt x="882" y="583"/>
                  </a:lnTo>
                  <a:lnTo>
                    <a:pt x="772" y="779"/>
                  </a:lnTo>
                  <a:lnTo>
                    <a:pt x="647" y="860"/>
                  </a:lnTo>
                  <a:lnTo>
                    <a:pt x="477" y="936"/>
                  </a:lnTo>
                  <a:lnTo>
                    <a:pt x="317" y="985"/>
                  </a:lnTo>
                  <a:lnTo>
                    <a:pt x="227" y="1082"/>
                  </a:lnTo>
                  <a:lnTo>
                    <a:pt x="209" y="1245"/>
                  </a:lnTo>
                  <a:lnTo>
                    <a:pt x="267" y="1390"/>
                  </a:lnTo>
                  <a:lnTo>
                    <a:pt x="359" y="1471"/>
                  </a:lnTo>
                  <a:lnTo>
                    <a:pt x="460" y="1535"/>
                  </a:lnTo>
                  <a:lnTo>
                    <a:pt x="278" y="1499"/>
                  </a:lnTo>
                  <a:lnTo>
                    <a:pt x="145" y="1429"/>
                  </a:lnTo>
                  <a:lnTo>
                    <a:pt x="124" y="1554"/>
                  </a:lnTo>
                  <a:lnTo>
                    <a:pt x="209" y="1676"/>
                  </a:lnTo>
                  <a:lnTo>
                    <a:pt x="359" y="1730"/>
                  </a:lnTo>
                  <a:lnTo>
                    <a:pt x="477" y="1730"/>
                  </a:lnTo>
                  <a:lnTo>
                    <a:pt x="647" y="1710"/>
                  </a:lnTo>
                  <a:lnTo>
                    <a:pt x="574" y="1835"/>
                  </a:lnTo>
                  <a:lnTo>
                    <a:pt x="449" y="1908"/>
                  </a:lnTo>
                  <a:lnTo>
                    <a:pt x="267" y="18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3" name="Freeform 294">
              <a:extLst>
                <a:ext uri="{FF2B5EF4-FFF2-40B4-BE49-F238E27FC236}">
                  <a16:creationId xmlns:a16="http://schemas.microsoft.com/office/drawing/2014/main" id="{D1690B8E-EFEE-4A4C-85B6-F95A745A9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794"/>
              <a:ext cx="39" cy="122"/>
            </a:xfrm>
            <a:custGeom>
              <a:avLst/>
              <a:gdLst>
                <a:gd name="T0" fmla="*/ 0 w 309"/>
                <a:gd name="T1" fmla="*/ 0 h 976"/>
                <a:gd name="T2" fmla="*/ 0 w 309"/>
                <a:gd name="T3" fmla="*/ 0 h 976"/>
                <a:gd name="T4" fmla="*/ 0 w 309"/>
                <a:gd name="T5" fmla="*/ 0 h 976"/>
                <a:gd name="T6" fmla="*/ 0 w 309"/>
                <a:gd name="T7" fmla="*/ 0 h 976"/>
                <a:gd name="T8" fmla="*/ 0 w 309"/>
                <a:gd name="T9" fmla="*/ 0 h 976"/>
                <a:gd name="T10" fmla="*/ 0 w 309"/>
                <a:gd name="T11" fmla="*/ 0 h 976"/>
                <a:gd name="T12" fmla="*/ 0 w 309"/>
                <a:gd name="T13" fmla="*/ 0 h 976"/>
                <a:gd name="T14" fmla="*/ 0 w 309"/>
                <a:gd name="T15" fmla="*/ 0 h 976"/>
                <a:gd name="T16" fmla="*/ 0 w 309"/>
                <a:gd name="T17" fmla="*/ 0 h 976"/>
                <a:gd name="T18" fmla="*/ 0 w 309"/>
                <a:gd name="T19" fmla="*/ 0 h 9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9"/>
                <a:gd name="T31" fmla="*/ 0 h 976"/>
                <a:gd name="T32" fmla="*/ 309 w 309"/>
                <a:gd name="T33" fmla="*/ 976 h 97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9" h="976">
                  <a:moveTo>
                    <a:pt x="186" y="0"/>
                  </a:moveTo>
                  <a:lnTo>
                    <a:pt x="186" y="187"/>
                  </a:lnTo>
                  <a:lnTo>
                    <a:pt x="147" y="459"/>
                  </a:lnTo>
                  <a:lnTo>
                    <a:pt x="101" y="666"/>
                  </a:lnTo>
                  <a:lnTo>
                    <a:pt x="0" y="976"/>
                  </a:lnTo>
                  <a:lnTo>
                    <a:pt x="136" y="831"/>
                  </a:lnTo>
                  <a:lnTo>
                    <a:pt x="241" y="605"/>
                  </a:lnTo>
                  <a:lnTo>
                    <a:pt x="288" y="446"/>
                  </a:lnTo>
                  <a:lnTo>
                    <a:pt x="309" y="296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4" name="Freeform 295">
              <a:extLst>
                <a:ext uri="{FF2B5EF4-FFF2-40B4-BE49-F238E27FC236}">
                  <a16:creationId xmlns:a16="http://schemas.microsoft.com/office/drawing/2014/main" id="{CDA93B87-E8CD-0E40-9BFF-CB66C3ED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121"/>
              <a:ext cx="559" cy="634"/>
            </a:xfrm>
            <a:custGeom>
              <a:avLst/>
              <a:gdLst>
                <a:gd name="T0" fmla="*/ 0 w 4469"/>
                <a:gd name="T1" fmla="*/ 0 h 5071"/>
                <a:gd name="T2" fmla="*/ 0 w 4469"/>
                <a:gd name="T3" fmla="*/ 0 h 5071"/>
                <a:gd name="T4" fmla="*/ 0 w 4469"/>
                <a:gd name="T5" fmla="*/ 0 h 5071"/>
                <a:gd name="T6" fmla="*/ 0 w 4469"/>
                <a:gd name="T7" fmla="*/ 0 h 5071"/>
                <a:gd name="T8" fmla="*/ 0 w 4469"/>
                <a:gd name="T9" fmla="*/ 0 h 5071"/>
                <a:gd name="T10" fmla="*/ 0 w 4469"/>
                <a:gd name="T11" fmla="*/ 0 h 5071"/>
                <a:gd name="T12" fmla="*/ 0 w 4469"/>
                <a:gd name="T13" fmla="*/ 0 h 5071"/>
                <a:gd name="T14" fmla="*/ 0 w 4469"/>
                <a:gd name="T15" fmla="*/ 0 h 5071"/>
                <a:gd name="T16" fmla="*/ 0 w 4469"/>
                <a:gd name="T17" fmla="*/ 0 h 5071"/>
                <a:gd name="T18" fmla="*/ 0 w 4469"/>
                <a:gd name="T19" fmla="*/ 0 h 5071"/>
                <a:gd name="T20" fmla="*/ 0 w 4469"/>
                <a:gd name="T21" fmla="*/ 0 h 5071"/>
                <a:gd name="T22" fmla="*/ 0 w 4469"/>
                <a:gd name="T23" fmla="*/ 0 h 5071"/>
                <a:gd name="T24" fmla="*/ 0 w 4469"/>
                <a:gd name="T25" fmla="*/ 0 h 5071"/>
                <a:gd name="T26" fmla="*/ 0 w 4469"/>
                <a:gd name="T27" fmla="*/ 0 h 5071"/>
                <a:gd name="T28" fmla="*/ 0 w 4469"/>
                <a:gd name="T29" fmla="*/ 0 h 5071"/>
                <a:gd name="T30" fmla="*/ 0 w 4469"/>
                <a:gd name="T31" fmla="*/ 0 h 5071"/>
                <a:gd name="T32" fmla="*/ 0 w 4469"/>
                <a:gd name="T33" fmla="*/ 0 h 5071"/>
                <a:gd name="T34" fmla="*/ 0 w 4469"/>
                <a:gd name="T35" fmla="*/ 0 h 5071"/>
                <a:gd name="T36" fmla="*/ 0 w 4469"/>
                <a:gd name="T37" fmla="*/ 0 h 5071"/>
                <a:gd name="T38" fmla="*/ 0 w 4469"/>
                <a:gd name="T39" fmla="*/ 0 h 5071"/>
                <a:gd name="T40" fmla="*/ 0 w 4469"/>
                <a:gd name="T41" fmla="*/ 0 h 5071"/>
                <a:gd name="T42" fmla="*/ 0 w 4469"/>
                <a:gd name="T43" fmla="*/ 0 h 5071"/>
                <a:gd name="T44" fmla="*/ 0 w 4469"/>
                <a:gd name="T45" fmla="*/ 0 h 5071"/>
                <a:gd name="T46" fmla="*/ 0 w 4469"/>
                <a:gd name="T47" fmla="*/ 0 h 5071"/>
                <a:gd name="T48" fmla="*/ 0 w 4469"/>
                <a:gd name="T49" fmla="*/ 0 h 5071"/>
                <a:gd name="T50" fmla="*/ 0 w 4469"/>
                <a:gd name="T51" fmla="*/ 0 h 5071"/>
                <a:gd name="T52" fmla="*/ 0 w 4469"/>
                <a:gd name="T53" fmla="*/ 0 h 5071"/>
                <a:gd name="T54" fmla="*/ 0 w 4469"/>
                <a:gd name="T55" fmla="*/ 0 h 5071"/>
                <a:gd name="T56" fmla="*/ 0 w 4469"/>
                <a:gd name="T57" fmla="*/ 0 h 5071"/>
                <a:gd name="T58" fmla="*/ 0 w 4469"/>
                <a:gd name="T59" fmla="*/ 0 h 5071"/>
                <a:gd name="T60" fmla="*/ 0 w 4469"/>
                <a:gd name="T61" fmla="*/ 0 h 5071"/>
                <a:gd name="T62" fmla="*/ 0 w 4469"/>
                <a:gd name="T63" fmla="*/ 0 h 5071"/>
                <a:gd name="T64" fmla="*/ 0 w 4469"/>
                <a:gd name="T65" fmla="*/ 0 h 5071"/>
                <a:gd name="T66" fmla="*/ 0 w 4469"/>
                <a:gd name="T67" fmla="*/ 0 h 5071"/>
                <a:gd name="T68" fmla="*/ 0 w 4469"/>
                <a:gd name="T69" fmla="*/ 0 h 5071"/>
                <a:gd name="T70" fmla="*/ 0 w 4469"/>
                <a:gd name="T71" fmla="*/ 0 h 5071"/>
                <a:gd name="T72" fmla="*/ 0 w 4469"/>
                <a:gd name="T73" fmla="*/ 0 h 5071"/>
                <a:gd name="T74" fmla="*/ 0 w 4469"/>
                <a:gd name="T75" fmla="*/ 0 h 5071"/>
                <a:gd name="T76" fmla="*/ 0 w 4469"/>
                <a:gd name="T77" fmla="*/ 0 h 5071"/>
                <a:gd name="T78" fmla="*/ 0 w 4469"/>
                <a:gd name="T79" fmla="*/ 0 h 5071"/>
                <a:gd name="T80" fmla="*/ 0 w 4469"/>
                <a:gd name="T81" fmla="*/ 0 h 5071"/>
                <a:gd name="T82" fmla="*/ 0 w 4469"/>
                <a:gd name="T83" fmla="*/ 0 h 5071"/>
                <a:gd name="T84" fmla="*/ 0 w 4469"/>
                <a:gd name="T85" fmla="*/ 0 h 5071"/>
                <a:gd name="T86" fmla="*/ 0 w 4469"/>
                <a:gd name="T87" fmla="*/ 0 h 5071"/>
                <a:gd name="T88" fmla="*/ 0 w 4469"/>
                <a:gd name="T89" fmla="*/ 0 h 5071"/>
                <a:gd name="T90" fmla="*/ 0 w 4469"/>
                <a:gd name="T91" fmla="*/ 0 h 5071"/>
                <a:gd name="T92" fmla="*/ 0 w 4469"/>
                <a:gd name="T93" fmla="*/ 0 h 5071"/>
                <a:gd name="T94" fmla="*/ 0 w 4469"/>
                <a:gd name="T95" fmla="*/ 0 h 5071"/>
                <a:gd name="T96" fmla="*/ 0 w 4469"/>
                <a:gd name="T97" fmla="*/ 0 h 5071"/>
                <a:gd name="T98" fmla="*/ 0 w 4469"/>
                <a:gd name="T99" fmla="*/ 0 h 5071"/>
                <a:gd name="T100" fmla="*/ 0 w 4469"/>
                <a:gd name="T101" fmla="*/ 0 h 5071"/>
                <a:gd name="T102" fmla="*/ 0 w 4469"/>
                <a:gd name="T103" fmla="*/ 0 h 5071"/>
                <a:gd name="T104" fmla="*/ 0 w 4469"/>
                <a:gd name="T105" fmla="*/ 0 h 507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469"/>
                <a:gd name="T160" fmla="*/ 0 h 5071"/>
                <a:gd name="T161" fmla="*/ 4469 w 4469"/>
                <a:gd name="T162" fmla="*/ 5071 h 507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469" h="5071">
                  <a:moveTo>
                    <a:pt x="4469" y="1452"/>
                  </a:moveTo>
                  <a:lnTo>
                    <a:pt x="3878" y="1759"/>
                  </a:lnTo>
                  <a:lnTo>
                    <a:pt x="3544" y="2040"/>
                  </a:lnTo>
                  <a:lnTo>
                    <a:pt x="3228" y="2346"/>
                  </a:lnTo>
                  <a:lnTo>
                    <a:pt x="2956" y="2784"/>
                  </a:lnTo>
                  <a:lnTo>
                    <a:pt x="2733" y="3276"/>
                  </a:lnTo>
                  <a:lnTo>
                    <a:pt x="2578" y="3865"/>
                  </a:lnTo>
                  <a:lnTo>
                    <a:pt x="2483" y="4482"/>
                  </a:lnTo>
                  <a:lnTo>
                    <a:pt x="2421" y="5071"/>
                  </a:lnTo>
                  <a:lnTo>
                    <a:pt x="0" y="5071"/>
                  </a:lnTo>
                  <a:lnTo>
                    <a:pt x="282" y="4821"/>
                  </a:lnTo>
                  <a:lnTo>
                    <a:pt x="499" y="4544"/>
                  </a:lnTo>
                  <a:lnTo>
                    <a:pt x="657" y="4297"/>
                  </a:lnTo>
                  <a:lnTo>
                    <a:pt x="900" y="4080"/>
                  </a:lnTo>
                  <a:lnTo>
                    <a:pt x="1182" y="3924"/>
                  </a:lnTo>
                  <a:lnTo>
                    <a:pt x="1525" y="3087"/>
                  </a:lnTo>
                  <a:lnTo>
                    <a:pt x="1089" y="3243"/>
                  </a:lnTo>
                  <a:lnTo>
                    <a:pt x="99" y="3801"/>
                  </a:lnTo>
                  <a:lnTo>
                    <a:pt x="900" y="3214"/>
                  </a:lnTo>
                  <a:lnTo>
                    <a:pt x="1525" y="2784"/>
                  </a:lnTo>
                  <a:lnTo>
                    <a:pt x="1835" y="2443"/>
                  </a:lnTo>
                  <a:lnTo>
                    <a:pt x="2055" y="2100"/>
                  </a:lnTo>
                  <a:lnTo>
                    <a:pt x="2209" y="1698"/>
                  </a:lnTo>
                  <a:lnTo>
                    <a:pt x="2306" y="1362"/>
                  </a:lnTo>
                  <a:lnTo>
                    <a:pt x="2145" y="894"/>
                  </a:lnTo>
                  <a:lnTo>
                    <a:pt x="1771" y="307"/>
                  </a:lnTo>
                  <a:lnTo>
                    <a:pt x="1459" y="0"/>
                  </a:lnTo>
                  <a:lnTo>
                    <a:pt x="1894" y="341"/>
                  </a:lnTo>
                  <a:lnTo>
                    <a:pt x="2306" y="894"/>
                  </a:lnTo>
                  <a:lnTo>
                    <a:pt x="2456" y="1298"/>
                  </a:lnTo>
                  <a:lnTo>
                    <a:pt x="2610" y="1698"/>
                  </a:lnTo>
                  <a:lnTo>
                    <a:pt x="2707" y="2135"/>
                  </a:lnTo>
                  <a:lnTo>
                    <a:pt x="3076" y="1913"/>
                  </a:lnTo>
                  <a:lnTo>
                    <a:pt x="2578" y="2346"/>
                  </a:lnTo>
                  <a:lnTo>
                    <a:pt x="2209" y="2784"/>
                  </a:lnTo>
                  <a:lnTo>
                    <a:pt x="2020" y="3119"/>
                  </a:lnTo>
                  <a:lnTo>
                    <a:pt x="1894" y="3463"/>
                  </a:lnTo>
                  <a:lnTo>
                    <a:pt x="1802" y="3801"/>
                  </a:lnTo>
                  <a:lnTo>
                    <a:pt x="1617" y="4177"/>
                  </a:lnTo>
                  <a:lnTo>
                    <a:pt x="1459" y="4423"/>
                  </a:lnTo>
                  <a:lnTo>
                    <a:pt x="1432" y="4669"/>
                  </a:lnTo>
                  <a:lnTo>
                    <a:pt x="1432" y="4857"/>
                  </a:lnTo>
                  <a:lnTo>
                    <a:pt x="1556" y="4509"/>
                  </a:lnTo>
                  <a:lnTo>
                    <a:pt x="1736" y="4177"/>
                  </a:lnTo>
                  <a:lnTo>
                    <a:pt x="1958" y="3865"/>
                  </a:lnTo>
                  <a:lnTo>
                    <a:pt x="2055" y="3619"/>
                  </a:lnTo>
                  <a:lnTo>
                    <a:pt x="2270" y="3340"/>
                  </a:lnTo>
                  <a:lnTo>
                    <a:pt x="2639" y="3054"/>
                  </a:lnTo>
                  <a:lnTo>
                    <a:pt x="2920" y="2658"/>
                  </a:lnTo>
                  <a:lnTo>
                    <a:pt x="3228" y="2226"/>
                  </a:lnTo>
                  <a:lnTo>
                    <a:pt x="3602" y="1883"/>
                  </a:lnTo>
                  <a:lnTo>
                    <a:pt x="3943" y="1637"/>
                  </a:lnTo>
                  <a:lnTo>
                    <a:pt x="4469" y="1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5" name="Freeform 296">
              <a:extLst>
                <a:ext uri="{FF2B5EF4-FFF2-40B4-BE49-F238E27FC236}">
                  <a16:creationId xmlns:a16="http://schemas.microsoft.com/office/drawing/2014/main" id="{D7637220-087B-CC46-8ECB-8D78B60B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56"/>
              <a:ext cx="220" cy="267"/>
            </a:xfrm>
            <a:custGeom>
              <a:avLst/>
              <a:gdLst>
                <a:gd name="T0" fmla="*/ 0 w 1765"/>
                <a:gd name="T1" fmla="*/ 0 h 2135"/>
                <a:gd name="T2" fmla="*/ 0 w 1765"/>
                <a:gd name="T3" fmla="*/ 0 h 2135"/>
                <a:gd name="T4" fmla="*/ 0 w 1765"/>
                <a:gd name="T5" fmla="*/ 0 h 2135"/>
                <a:gd name="T6" fmla="*/ 0 w 1765"/>
                <a:gd name="T7" fmla="*/ 0 h 2135"/>
                <a:gd name="T8" fmla="*/ 0 w 1765"/>
                <a:gd name="T9" fmla="*/ 0 h 2135"/>
                <a:gd name="T10" fmla="*/ 0 w 1765"/>
                <a:gd name="T11" fmla="*/ 0 h 2135"/>
                <a:gd name="T12" fmla="*/ 0 w 1765"/>
                <a:gd name="T13" fmla="*/ 0 h 2135"/>
                <a:gd name="T14" fmla="*/ 0 w 1765"/>
                <a:gd name="T15" fmla="*/ 0 h 2135"/>
                <a:gd name="T16" fmla="*/ 0 w 1765"/>
                <a:gd name="T17" fmla="*/ 0 h 2135"/>
                <a:gd name="T18" fmla="*/ 0 w 1765"/>
                <a:gd name="T19" fmla="*/ 0 h 2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65"/>
                <a:gd name="T31" fmla="*/ 0 h 2135"/>
                <a:gd name="T32" fmla="*/ 1765 w 1765"/>
                <a:gd name="T33" fmla="*/ 2135 h 21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65" h="2135">
                  <a:moveTo>
                    <a:pt x="1710" y="0"/>
                  </a:moveTo>
                  <a:lnTo>
                    <a:pt x="1765" y="61"/>
                  </a:lnTo>
                  <a:lnTo>
                    <a:pt x="1425" y="744"/>
                  </a:lnTo>
                  <a:lnTo>
                    <a:pt x="994" y="1147"/>
                  </a:lnTo>
                  <a:lnTo>
                    <a:pt x="743" y="1579"/>
                  </a:lnTo>
                  <a:lnTo>
                    <a:pt x="0" y="2135"/>
                  </a:lnTo>
                  <a:lnTo>
                    <a:pt x="306" y="1482"/>
                  </a:lnTo>
                  <a:lnTo>
                    <a:pt x="1020" y="645"/>
                  </a:lnTo>
                  <a:lnTo>
                    <a:pt x="1579" y="248"/>
                  </a:lnTo>
                  <a:lnTo>
                    <a:pt x="17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6" name="Freeform 297">
              <a:extLst>
                <a:ext uri="{FF2B5EF4-FFF2-40B4-BE49-F238E27FC236}">
                  <a16:creationId xmlns:a16="http://schemas.microsoft.com/office/drawing/2014/main" id="{7001EF63-3D76-0E40-9088-B73F2EE52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920"/>
              <a:ext cx="179" cy="305"/>
            </a:xfrm>
            <a:custGeom>
              <a:avLst/>
              <a:gdLst>
                <a:gd name="T0" fmla="*/ 0 w 1430"/>
                <a:gd name="T1" fmla="*/ 0 h 2441"/>
                <a:gd name="T2" fmla="*/ 0 w 1430"/>
                <a:gd name="T3" fmla="*/ 0 h 2441"/>
                <a:gd name="T4" fmla="*/ 0 w 1430"/>
                <a:gd name="T5" fmla="*/ 0 h 2441"/>
                <a:gd name="T6" fmla="*/ 0 w 1430"/>
                <a:gd name="T7" fmla="*/ 0 h 2441"/>
                <a:gd name="T8" fmla="*/ 0 w 1430"/>
                <a:gd name="T9" fmla="*/ 0 h 2441"/>
                <a:gd name="T10" fmla="*/ 0 w 1430"/>
                <a:gd name="T11" fmla="*/ 0 h 2441"/>
                <a:gd name="T12" fmla="*/ 0 w 1430"/>
                <a:gd name="T13" fmla="*/ 0 h 24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30"/>
                <a:gd name="T22" fmla="*/ 0 h 2441"/>
                <a:gd name="T23" fmla="*/ 1430 w 1430"/>
                <a:gd name="T24" fmla="*/ 2441 h 24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30" h="2441">
                  <a:moveTo>
                    <a:pt x="0" y="0"/>
                  </a:moveTo>
                  <a:lnTo>
                    <a:pt x="374" y="373"/>
                  </a:lnTo>
                  <a:lnTo>
                    <a:pt x="745" y="929"/>
                  </a:lnTo>
                  <a:lnTo>
                    <a:pt x="1430" y="2441"/>
                  </a:lnTo>
                  <a:lnTo>
                    <a:pt x="718" y="961"/>
                  </a:lnTo>
                  <a:lnTo>
                    <a:pt x="347" y="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7" name="Freeform 298">
              <a:extLst>
                <a:ext uri="{FF2B5EF4-FFF2-40B4-BE49-F238E27FC236}">
                  <a16:creationId xmlns:a16="http://schemas.microsoft.com/office/drawing/2014/main" id="{F0620FE1-F01C-4D42-ABD4-480887BB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975"/>
              <a:ext cx="286" cy="604"/>
            </a:xfrm>
            <a:custGeom>
              <a:avLst/>
              <a:gdLst>
                <a:gd name="T0" fmla="*/ 0 w 2285"/>
                <a:gd name="T1" fmla="*/ 0 h 4830"/>
                <a:gd name="T2" fmla="*/ 0 w 2285"/>
                <a:gd name="T3" fmla="*/ 0 h 4830"/>
                <a:gd name="T4" fmla="*/ 0 w 2285"/>
                <a:gd name="T5" fmla="*/ 0 h 4830"/>
                <a:gd name="T6" fmla="*/ 0 w 2285"/>
                <a:gd name="T7" fmla="*/ 0 h 4830"/>
                <a:gd name="T8" fmla="*/ 0 w 2285"/>
                <a:gd name="T9" fmla="*/ 0 h 4830"/>
                <a:gd name="T10" fmla="*/ 0 w 2285"/>
                <a:gd name="T11" fmla="*/ 0 h 4830"/>
                <a:gd name="T12" fmla="*/ 0 w 2285"/>
                <a:gd name="T13" fmla="*/ 0 h 4830"/>
                <a:gd name="T14" fmla="*/ 0 w 2285"/>
                <a:gd name="T15" fmla="*/ 0 h 4830"/>
                <a:gd name="T16" fmla="*/ 0 w 2285"/>
                <a:gd name="T17" fmla="*/ 0 h 4830"/>
                <a:gd name="T18" fmla="*/ 0 w 2285"/>
                <a:gd name="T19" fmla="*/ 0 h 4830"/>
                <a:gd name="T20" fmla="*/ 0 w 2285"/>
                <a:gd name="T21" fmla="*/ 0 h 4830"/>
                <a:gd name="T22" fmla="*/ 0 w 2285"/>
                <a:gd name="T23" fmla="*/ 0 h 4830"/>
                <a:gd name="T24" fmla="*/ 0 w 2285"/>
                <a:gd name="T25" fmla="*/ 0 h 4830"/>
                <a:gd name="T26" fmla="*/ 0 w 2285"/>
                <a:gd name="T27" fmla="*/ 0 h 4830"/>
                <a:gd name="T28" fmla="*/ 0 w 2285"/>
                <a:gd name="T29" fmla="*/ 0 h 4830"/>
                <a:gd name="T30" fmla="*/ 0 w 2285"/>
                <a:gd name="T31" fmla="*/ 0 h 4830"/>
                <a:gd name="T32" fmla="*/ 0 w 2285"/>
                <a:gd name="T33" fmla="*/ 0 h 4830"/>
                <a:gd name="T34" fmla="*/ 0 w 2285"/>
                <a:gd name="T35" fmla="*/ 0 h 4830"/>
                <a:gd name="T36" fmla="*/ 0 w 2285"/>
                <a:gd name="T37" fmla="*/ 0 h 4830"/>
                <a:gd name="T38" fmla="*/ 0 w 2285"/>
                <a:gd name="T39" fmla="*/ 0 h 4830"/>
                <a:gd name="T40" fmla="*/ 0 w 2285"/>
                <a:gd name="T41" fmla="*/ 0 h 4830"/>
                <a:gd name="T42" fmla="*/ 0 w 2285"/>
                <a:gd name="T43" fmla="*/ 0 h 4830"/>
                <a:gd name="T44" fmla="*/ 0 w 2285"/>
                <a:gd name="T45" fmla="*/ 0 h 4830"/>
                <a:gd name="T46" fmla="*/ 0 w 2285"/>
                <a:gd name="T47" fmla="*/ 0 h 4830"/>
                <a:gd name="T48" fmla="*/ 0 w 2285"/>
                <a:gd name="T49" fmla="*/ 0 h 4830"/>
                <a:gd name="T50" fmla="*/ 0 w 2285"/>
                <a:gd name="T51" fmla="*/ 0 h 4830"/>
                <a:gd name="T52" fmla="*/ 0 w 2285"/>
                <a:gd name="T53" fmla="*/ 0 h 4830"/>
                <a:gd name="T54" fmla="*/ 0 w 2285"/>
                <a:gd name="T55" fmla="*/ 0 h 4830"/>
                <a:gd name="T56" fmla="*/ 0 w 2285"/>
                <a:gd name="T57" fmla="*/ 0 h 4830"/>
                <a:gd name="T58" fmla="*/ 0 w 2285"/>
                <a:gd name="T59" fmla="*/ 0 h 4830"/>
                <a:gd name="T60" fmla="*/ 0 w 2285"/>
                <a:gd name="T61" fmla="*/ 0 h 4830"/>
                <a:gd name="T62" fmla="*/ 0 w 2285"/>
                <a:gd name="T63" fmla="*/ 0 h 4830"/>
                <a:gd name="T64" fmla="*/ 0 w 2285"/>
                <a:gd name="T65" fmla="*/ 0 h 4830"/>
                <a:gd name="T66" fmla="*/ 0 w 2285"/>
                <a:gd name="T67" fmla="*/ 0 h 4830"/>
                <a:gd name="T68" fmla="*/ 0 w 2285"/>
                <a:gd name="T69" fmla="*/ 0 h 48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85"/>
                <a:gd name="T106" fmla="*/ 0 h 4830"/>
                <a:gd name="T107" fmla="*/ 2285 w 2285"/>
                <a:gd name="T108" fmla="*/ 4830 h 483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85" h="4830">
                  <a:moveTo>
                    <a:pt x="2285" y="0"/>
                  </a:moveTo>
                  <a:lnTo>
                    <a:pt x="1736" y="296"/>
                  </a:lnTo>
                  <a:lnTo>
                    <a:pt x="1471" y="507"/>
                  </a:lnTo>
                  <a:lnTo>
                    <a:pt x="1198" y="646"/>
                  </a:lnTo>
                  <a:lnTo>
                    <a:pt x="862" y="1140"/>
                  </a:lnTo>
                  <a:lnTo>
                    <a:pt x="688" y="1755"/>
                  </a:lnTo>
                  <a:lnTo>
                    <a:pt x="620" y="2283"/>
                  </a:lnTo>
                  <a:lnTo>
                    <a:pt x="559" y="2690"/>
                  </a:lnTo>
                  <a:lnTo>
                    <a:pt x="446" y="3017"/>
                  </a:lnTo>
                  <a:lnTo>
                    <a:pt x="365" y="3412"/>
                  </a:lnTo>
                  <a:lnTo>
                    <a:pt x="286" y="3753"/>
                  </a:lnTo>
                  <a:lnTo>
                    <a:pt x="270" y="4021"/>
                  </a:lnTo>
                  <a:lnTo>
                    <a:pt x="224" y="4254"/>
                  </a:lnTo>
                  <a:lnTo>
                    <a:pt x="207" y="4383"/>
                  </a:lnTo>
                  <a:lnTo>
                    <a:pt x="132" y="4577"/>
                  </a:lnTo>
                  <a:lnTo>
                    <a:pt x="0" y="4830"/>
                  </a:lnTo>
                  <a:lnTo>
                    <a:pt x="240" y="4421"/>
                  </a:lnTo>
                  <a:lnTo>
                    <a:pt x="381" y="4104"/>
                  </a:lnTo>
                  <a:lnTo>
                    <a:pt x="574" y="3689"/>
                  </a:lnTo>
                  <a:lnTo>
                    <a:pt x="688" y="3368"/>
                  </a:lnTo>
                  <a:lnTo>
                    <a:pt x="780" y="2986"/>
                  </a:lnTo>
                  <a:lnTo>
                    <a:pt x="826" y="2430"/>
                  </a:lnTo>
                  <a:lnTo>
                    <a:pt x="766" y="3006"/>
                  </a:lnTo>
                  <a:lnTo>
                    <a:pt x="574" y="3592"/>
                  </a:lnTo>
                  <a:lnTo>
                    <a:pt x="305" y="4083"/>
                  </a:lnTo>
                  <a:lnTo>
                    <a:pt x="365" y="3592"/>
                  </a:lnTo>
                  <a:lnTo>
                    <a:pt x="497" y="3006"/>
                  </a:lnTo>
                  <a:lnTo>
                    <a:pt x="607" y="2718"/>
                  </a:lnTo>
                  <a:lnTo>
                    <a:pt x="730" y="1920"/>
                  </a:lnTo>
                  <a:lnTo>
                    <a:pt x="862" y="1377"/>
                  </a:lnTo>
                  <a:lnTo>
                    <a:pt x="1022" y="973"/>
                  </a:lnTo>
                  <a:lnTo>
                    <a:pt x="1229" y="692"/>
                  </a:lnTo>
                  <a:lnTo>
                    <a:pt x="1532" y="523"/>
                  </a:lnTo>
                  <a:lnTo>
                    <a:pt x="1833" y="268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8" name="Freeform 299">
              <a:extLst>
                <a:ext uri="{FF2B5EF4-FFF2-40B4-BE49-F238E27FC236}">
                  <a16:creationId xmlns:a16="http://schemas.microsoft.com/office/drawing/2014/main" id="{A6B28DEF-FCD5-CD43-8B91-8D19F069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93"/>
              <a:ext cx="457" cy="365"/>
            </a:xfrm>
            <a:custGeom>
              <a:avLst/>
              <a:gdLst>
                <a:gd name="T0" fmla="*/ 0 w 3654"/>
                <a:gd name="T1" fmla="*/ 0 h 2924"/>
                <a:gd name="T2" fmla="*/ 0 w 3654"/>
                <a:gd name="T3" fmla="*/ 0 h 2924"/>
                <a:gd name="T4" fmla="*/ 0 w 3654"/>
                <a:gd name="T5" fmla="*/ 0 h 2924"/>
                <a:gd name="T6" fmla="*/ 0 w 3654"/>
                <a:gd name="T7" fmla="*/ 0 h 2924"/>
                <a:gd name="T8" fmla="*/ 0 w 3654"/>
                <a:gd name="T9" fmla="*/ 0 h 2924"/>
                <a:gd name="T10" fmla="*/ 0 w 3654"/>
                <a:gd name="T11" fmla="*/ 0 h 2924"/>
                <a:gd name="T12" fmla="*/ 0 w 3654"/>
                <a:gd name="T13" fmla="*/ 0 h 2924"/>
                <a:gd name="T14" fmla="*/ 0 w 3654"/>
                <a:gd name="T15" fmla="*/ 0 h 2924"/>
                <a:gd name="T16" fmla="*/ 0 w 3654"/>
                <a:gd name="T17" fmla="*/ 0 h 2924"/>
                <a:gd name="T18" fmla="*/ 0 w 3654"/>
                <a:gd name="T19" fmla="*/ 0 h 2924"/>
                <a:gd name="T20" fmla="*/ 0 w 3654"/>
                <a:gd name="T21" fmla="*/ 0 h 2924"/>
                <a:gd name="T22" fmla="*/ 0 w 3654"/>
                <a:gd name="T23" fmla="*/ 0 h 2924"/>
                <a:gd name="T24" fmla="*/ 0 w 3654"/>
                <a:gd name="T25" fmla="*/ 0 h 2924"/>
                <a:gd name="T26" fmla="*/ 0 w 3654"/>
                <a:gd name="T27" fmla="*/ 0 h 2924"/>
                <a:gd name="T28" fmla="*/ 0 w 3654"/>
                <a:gd name="T29" fmla="*/ 0 h 2924"/>
                <a:gd name="T30" fmla="*/ 0 w 3654"/>
                <a:gd name="T31" fmla="*/ 0 h 2924"/>
                <a:gd name="T32" fmla="*/ 0 w 3654"/>
                <a:gd name="T33" fmla="*/ 0 h 2924"/>
                <a:gd name="T34" fmla="*/ 0 w 3654"/>
                <a:gd name="T35" fmla="*/ 0 h 2924"/>
                <a:gd name="T36" fmla="*/ 0 w 3654"/>
                <a:gd name="T37" fmla="*/ 0 h 2924"/>
                <a:gd name="T38" fmla="*/ 0 w 3654"/>
                <a:gd name="T39" fmla="*/ 0 h 2924"/>
                <a:gd name="T40" fmla="*/ 0 w 3654"/>
                <a:gd name="T41" fmla="*/ 0 h 2924"/>
                <a:gd name="T42" fmla="*/ 0 w 3654"/>
                <a:gd name="T43" fmla="*/ 0 h 2924"/>
                <a:gd name="T44" fmla="*/ 0 w 3654"/>
                <a:gd name="T45" fmla="*/ 0 h 2924"/>
                <a:gd name="T46" fmla="*/ 0 w 3654"/>
                <a:gd name="T47" fmla="*/ 0 h 2924"/>
                <a:gd name="T48" fmla="*/ 0 w 3654"/>
                <a:gd name="T49" fmla="*/ 0 h 2924"/>
                <a:gd name="T50" fmla="*/ 0 w 3654"/>
                <a:gd name="T51" fmla="*/ 0 h 2924"/>
                <a:gd name="T52" fmla="*/ 0 w 3654"/>
                <a:gd name="T53" fmla="*/ 0 h 2924"/>
                <a:gd name="T54" fmla="*/ 0 w 3654"/>
                <a:gd name="T55" fmla="*/ 0 h 2924"/>
                <a:gd name="T56" fmla="*/ 0 w 3654"/>
                <a:gd name="T57" fmla="*/ 0 h 2924"/>
                <a:gd name="T58" fmla="*/ 0 w 3654"/>
                <a:gd name="T59" fmla="*/ 0 h 2924"/>
                <a:gd name="T60" fmla="*/ 0 w 3654"/>
                <a:gd name="T61" fmla="*/ 0 h 2924"/>
                <a:gd name="T62" fmla="*/ 0 w 3654"/>
                <a:gd name="T63" fmla="*/ 0 h 2924"/>
                <a:gd name="T64" fmla="*/ 0 w 3654"/>
                <a:gd name="T65" fmla="*/ 0 h 2924"/>
                <a:gd name="T66" fmla="*/ 0 w 3654"/>
                <a:gd name="T67" fmla="*/ 0 h 2924"/>
                <a:gd name="T68" fmla="*/ 0 w 3654"/>
                <a:gd name="T69" fmla="*/ 0 h 2924"/>
                <a:gd name="T70" fmla="*/ 0 w 3654"/>
                <a:gd name="T71" fmla="*/ 0 h 29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654"/>
                <a:gd name="T109" fmla="*/ 0 h 2924"/>
                <a:gd name="T110" fmla="*/ 3654 w 3654"/>
                <a:gd name="T111" fmla="*/ 2924 h 29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654" h="2924">
                  <a:moveTo>
                    <a:pt x="3236" y="1418"/>
                  </a:moveTo>
                  <a:lnTo>
                    <a:pt x="3179" y="1729"/>
                  </a:lnTo>
                  <a:lnTo>
                    <a:pt x="3291" y="2195"/>
                  </a:lnTo>
                  <a:lnTo>
                    <a:pt x="3543" y="2562"/>
                  </a:lnTo>
                  <a:lnTo>
                    <a:pt x="3654" y="2845"/>
                  </a:lnTo>
                  <a:lnTo>
                    <a:pt x="3432" y="2654"/>
                  </a:lnTo>
                  <a:lnTo>
                    <a:pt x="3261" y="2237"/>
                  </a:lnTo>
                  <a:lnTo>
                    <a:pt x="3192" y="1925"/>
                  </a:lnTo>
                  <a:lnTo>
                    <a:pt x="2796" y="2272"/>
                  </a:lnTo>
                  <a:lnTo>
                    <a:pt x="2796" y="2592"/>
                  </a:lnTo>
                  <a:lnTo>
                    <a:pt x="3015" y="2924"/>
                  </a:lnTo>
                  <a:lnTo>
                    <a:pt x="2777" y="2668"/>
                  </a:lnTo>
                  <a:lnTo>
                    <a:pt x="2715" y="2527"/>
                  </a:lnTo>
                  <a:lnTo>
                    <a:pt x="2683" y="2356"/>
                  </a:lnTo>
                  <a:lnTo>
                    <a:pt x="2683" y="2237"/>
                  </a:lnTo>
                  <a:lnTo>
                    <a:pt x="2733" y="2114"/>
                  </a:lnTo>
                  <a:lnTo>
                    <a:pt x="2937" y="1815"/>
                  </a:lnTo>
                  <a:lnTo>
                    <a:pt x="2983" y="1775"/>
                  </a:lnTo>
                  <a:lnTo>
                    <a:pt x="3131" y="1753"/>
                  </a:lnTo>
                  <a:lnTo>
                    <a:pt x="3131" y="1683"/>
                  </a:lnTo>
                  <a:lnTo>
                    <a:pt x="2904" y="1608"/>
                  </a:lnTo>
                  <a:lnTo>
                    <a:pt x="2808" y="1619"/>
                  </a:lnTo>
                  <a:lnTo>
                    <a:pt x="2427" y="2068"/>
                  </a:lnTo>
                  <a:lnTo>
                    <a:pt x="2505" y="1826"/>
                  </a:lnTo>
                  <a:lnTo>
                    <a:pt x="2268" y="1826"/>
                  </a:lnTo>
                  <a:lnTo>
                    <a:pt x="1579" y="2045"/>
                  </a:lnTo>
                  <a:lnTo>
                    <a:pt x="1401" y="2356"/>
                  </a:lnTo>
                  <a:lnTo>
                    <a:pt x="1309" y="2578"/>
                  </a:lnTo>
                  <a:lnTo>
                    <a:pt x="1296" y="2832"/>
                  </a:lnTo>
                  <a:lnTo>
                    <a:pt x="1265" y="2608"/>
                  </a:lnTo>
                  <a:lnTo>
                    <a:pt x="1276" y="2452"/>
                  </a:lnTo>
                  <a:lnTo>
                    <a:pt x="1447" y="2015"/>
                  </a:lnTo>
                  <a:lnTo>
                    <a:pt x="1039" y="1889"/>
                  </a:lnTo>
                  <a:lnTo>
                    <a:pt x="797" y="1859"/>
                  </a:lnTo>
                  <a:lnTo>
                    <a:pt x="493" y="1909"/>
                  </a:lnTo>
                  <a:lnTo>
                    <a:pt x="219" y="1925"/>
                  </a:lnTo>
                  <a:lnTo>
                    <a:pt x="0" y="1874"/>
                  </a:lnTo>
                  <a:lnTo>
                    <a:pt x="255" y="1889"/>
                  </a:lnTo>
                  <a:lnTo>
                    <a:pt x="529" y="1859"/>
                  </a:lnTo>
                  <a:lnTo>
                    <a:pt x="828" y="1799"/>
                  </a:lnTo>
                  <a:lnTo>
                    <a:pt x="973" y="1775"/>
                  </a:lnTo>
                  <a:lnTo>
                    <a:pt x="1199" y="1826"/>
                  </a:lnTo>
                  <a:lnTo>
                    <a:pt x="1436" y="1826"/>
                  </a:lnTo>
                  <a:lnTo>
                    <a:pt x="1639" y="1753"/>
                  </a:lnTo>
                  <a:lnTo>
                    <a:pt x="1821" y="1619"/>
                  </a:lnTo>
                  <a:lnTo>
                    <a:pt x="1982" y="1481"/>
                  </a:lnTo>
                  <a:lnTo>
                    <a:pt x="2091" y="1367"/>
                  </a:lnTo>
                  <a:lnTo>
                    <a:pt x="2224" y="1176"/>
                  </a:lnTo>
                  <a:lnTo>
                    <a:pt x="2224" y="1257"/>
                  </a:lnTo>
                  <a:lnTo>
                    <a:pt x="2634" y="1107"/>
                  </a:lnTo>
                  <a:lnTo>
                    <a:pt x="2591" y="955"/>
                  </a:lnTo>
                  <a:lnTo>
                    <a:pt x="2476" y="777"/>
                  </a:lnTo>
                  <a:lnTo>
                    <a:pt x="2314" y="648"/>
                  </a:lnTo>
                  <a:lnTo>
                    <a:pt x="2188" y="648"/>
                  </a:lnTo>
                  <a:lnTo>
                    <a:pt x="2268" y="527"/>
                  </a:lnTo>
                  <a:lnTo>
                    <a:pt x="2556" y="393"/>
                  </a:lnTo>
                  <a:lnTo>
                    <a:pt x="2746" y="316"/>
                  </a:lnTo>
                  <a:lnTo>
                    <a:pt x="2983" y="141"/>
                  </a:lnTo>
                  <a:lnTo>
                    <a:pt x="3131" y="30"/>
                  </a:lnTo>
                  <a:lnTo>
                    <a:pt x="3592" y="0"/>
                  </a:lnTo>
                  <a:lnTo>
                    <a:pt x="3573" y="30"/>
                  </a:lnTo>
                  <a:lnTo>
                    <a:pt x="3140" y="74"/>
                  </a:lnTo>
                  <a:lnTo>
                    <a:pt x="2886" y="316"/>
                  </a:lnTo>
                  <a:lnTo>
                    <a:pt x="2591" y="461"/>
                  </a:lnTo>
                  <a:lnTo>
                    <a:pt x="2492" y="478"/>
                  </a:lnTo>
                  <a:lnTo>
                    <a:pt x="2314" y="558"/>
                  </a:lnTo>
                  <a:lnTo>
                    <a:pt x="2476" y="635"/>
                  </a:lnTo>
                  <a:lnTo>
                    <a:pt x="2634" y="777"/>
                  </a:lnTo>
                  <a:lnTo>
                    <a:pt x="2733" y="916"/>
                  </a:lnTo>
                  <a:lnTo>
                    <a:pt x="2796" y="1107"/>
                  </a:lnTo>
                  <a:lnTo>
                    <a:pt x="2832" y="1386"/>
                  </a:lnTo>
                  <a:lnTo>
                    <a:pt x="3370" y="1176"/>
                  </a:lnTo>
                  <a:lnTo>
                    <a:pt x="3236" y="14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39" name="Freeform 300">
              <a:extLst>
                <a:ext uri="{FF2B5EF4-FFF2-40B4-BE49-F238E27FC236}">
                  <a16:creationId xmlns:a16="http://schemas.microsoft.com/office/drawing/2014/main" id="{28F8ECE9-DEAD-4D42-9574-2F1E67B9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88"/>
              <a:ext cx="77" cy="144"/>
            </a:xfrm>
            <a:custGeom>
              <a:avLst/>
              <a:gdLst>
                <a:gd name="T0" fmla="*/ 0 w 620"/>
                <a:gd name="T1" fmla="*/ 0 h 1156"/>
                <a:gd name="T2" fmla="*/ 0 w 620"/>
                <a:gd name="T3" fmla="*/ 0 h 1156"/>
                <a:gd name="T4" fmla="*/ 0 w 620"/>
                <a:gd name="T5" fmla="*/ 0 h 1156"/>
                <a:gd name="T6" fmla="*/ 0 w 620"/>
                <a:gd name="T7" fmla="*/ 0 h 1156"/>
                <a:gd name="T8" fmla="*/ 0 w 620"/>
                <a:gd name="T9" fmla="*/ 0 h 1156"/>
                <a:gd name="T10" fmla="*/ 0 w 620"/>
                <a:gd name="T11" fmla="*/ 0 h 1156"/>
                <a:gd name="T12" fmla="*/ 0 w 620"/>
                <a:gd name="T13" fmla="*/ 0 h 1156"/>
                <a:gd name="T14" fmla="*/ 0 w 620"/>
                <a:gd name="T15" fmla="*/ 0 h 1156"/>
                <a:gd name="T16" fmla="*/ 0 w 620"/>
                <a:gd name="T17" fmla="*/ 0 h 1156"/>
                <a:gd name="T18" fmla="*/ 0 w 620"/>
                <a:gd name="T19" fmla="*/ 0 h 1156"/>
                <a:gd name="T20" fmla="*/ 0 w 620"/>
                <a:gd name="T21" fmla="*/ 0 h 1156"/>
                <a:gd name="T22" fmla="*/ 0 w 620"/>
                <a:gd name="T23" fmla="*/ 0 h 1156"/>
                <a:gd name="T24" fmla="*/ 0 w 620"/>
                <a:gd name="T25" fmla="*/ 0 h 1156"/>
                <a:gd name="T26" fmla="*/ 0 w 620"/>
                <a:gd name="T27" fmla="*/ 0 h 1156"/>
                <a:gd name="T28" fmla="*/ 0 w 620"/>
                <a:gd name="T29" fmla="*/ 0 h 1156"/>
                <a:gd name="T30" fmla="*/ 0 w 620"/>
                <a:gd name="T31" fmla="*/ 0 h 1156"/>
                <a:gd name="T32" fmla="*/ 0 w 620"/>
                <a:gd name="T33" fmla="*/ 0 h 1156"/>
                <a:gd name="T34" fmla="*/ 0 w 620"/>
                <a:gd name="T35" fmla="*/ 0 h 1156"/>
                <a:gd name="T36" fmla="*/ 0 w 620"/>
                <a:gd name="T37" fmla="*/ 0 h 1156"/>
                <a:gd name="T38" fmla="*/ 0 w 620"/>
                <a:gd name="T39" fmla="*/ 0 h 1156"/>
                <a:gd name="T40" fmla="*/ 0 w 620"/>
                <a:gd name="T41" fmla="*/ 0 h 11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0"/>
                <a:gd name="T64" fmla="*/ 0 h 1156"/>
                <a:gd name="T65" fmla="*/ 620 w 620"/>
                <a:gd name="T66" fmla="*/ 1156 h 115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0" h="1156">
                  <a:moveTo>
                    <a:pt x="519" y="950"/>
                  </a:moveTo>
                  <a:lnTo>
                    <a:pt x="620" y="971"/>
                  </a:lnTo>
                  <a:lnTo>
                    <a:pt x="620" y="1059"/>
                  </a:lnTo>
                  <a:lnTo>
                    <a:pt x="547" y="1088"/>
                  </a:lnTo>
                  <a:lnTo>
                    <a:pt x="341" y="1098"/>
                  </a:lnTo>
                  <a:lnTo>
                    <a:pt x="242" y="1059"/>
                  </a:lnTo>
                  <a:lnTo>
                    <a:pt x="169" y="1075"/>
                  </a:lnTo>
                  <a:lnTo>
                    <a:pt x="0" y="1156"/>
                  </a:lnTo>
                  <a:lnTo>
                    <a:pt x="116" y="1015"/>
                  </a:lnTo>
                  <a:lnTo>
                    <a:pt x="305" y="909"/>
                  </a:lnTo>
                  <a:lnTo>
                    <a:pt x="429" y="978"/>
                  </a:lnTo>
                  <a:lnTo>
                    <a:pt x="464" y="964"/>
                  </a:lnTo>
                  <a:lnTo>
                    <a:pt x="452" y="782"/>
                  </a:lnTo>
                  <a:lnTo>
                    <a:pt x="429" y="540"/>
                  </a:lnTo>
                  <a:lnTo>
                    <a:pt x="393" y="293"/>
                  </a:lnTo>
                  <a:lnTo>
                    <a:pt x="305" y="24"/>
                  </a:lnTo>
                  <a:lnTo>
                    <a:pt x="351" y="0"/>
                  </a:lnTo>
                  <a:lnTo>
                    <a:pt x="413" y="202"/>
                  </a:lnTo>
                  <a:lnTo>
                    <a:pt x="464" y="540"/>
                  </a:lnTo>
                  <a:lnTo>
                    <a:pt x="489" y="941"/>
                  </a:lnTo>
                  <a:lnTo>
                    <a:pt x="519" y="9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0" name="Freeform 301">
              <a:extLst>
                <a:ext uri="{FF2B5EF4-FFF2-40B4-BE49-F238E27FC236}">
                  <a16:creationId xmlns:a16="http://schemas.microsoft.com/office/drawing/2014/main" id="{E44F8F9A-6A05-8C4B-B4DA-944B0982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724"/>
              <a:ext cx="38" cy="66"/>
            </a:xfrm>
            <a:custGeom>
              <a:avLst/>
              <a:gdLst>
                <a:gd name="T0" fmla="*/ 0 w 298"/>
                <a:gd name="T1" fmla="*/ 0 h 529"/>
                <a:gd name="T2" fmla="*/ 0 w 298"/>
                <a:gd name="T3" fmla="*/ 0 h 529"/>
                <a:gd name="T4" fmla="*/ 0 w 298"/>
                <a:gd name="T5" fmla="*/ 0 h 529"/>
                <a:gd name="T6" fmla="*/ 0 w 298"/>
                <a:gd name="T7" fmla="*/ 0 h 529"/>
                <a:gd name="T8" fmla="*/ 0 w 298"/>
                <a:gd name="T9" fmla="*/ 0 h 529"/>
                <a:gd name="T10" fmla="*/ 0 w 298"/>
                <a:gd name="T11" fmla="*/ 0 h 529"/>
                <a:gd name="T12" fmla="*/ 0 w 298"/>
                <a:gd name="T13" fmla="*/ 0 h 529"/>
                <a:gd name="T14" fmla="*/ 0 w 298"/>
                <a:gd name="T15" fmla="*/ 0 h 529"/>
                <a:gd name="T16" fmla="*/ 0 w 298"/>
                <a:gd name="T17" fmla="*/ 0 h 529"/>
                <a:gd name="T18" fmla="*/ 0 w 298"/>
                <a:gd name="T19" fmla="*/ 0 h 529"/>
                <a:gd name="T20" fmla="*/ 0 w 298"/>
                <a:gd name="T21" fmla="*/ 0 h 529"/>
                <a:gd name="T22" fmla="*/ 0 w 298"/>
                <a:gd name="T23" fmla="*/ 0 h 529"/>
                <a:gd name="T24" fmla="*/ 0 w 298"/>
                <a:gd name="T25" fmla="*/ 0 h 529"/>
                <a:gd name="T26" fmla="*/ 0 w 298"/>
                <a:gd name="T27" fmla="*/ 0 h 529"/>
                <a:gd name="T28" fmla="*/ 0 w 298"/>
                <a:gd name="T29" fmla="*/ 0 h 529"/>
                <a:gd name="T30" fmla="*/ 0 w 298"/>
                <a:gd name="T31" fmla="*/ 0 h 5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98"/>
                <a:gd name="T49" fmla="*/ 0 h 529"/>
                <a:gd name="T50" fmla="*/ 298 w 298"/>
                <a:gd name="T51" fmla="*/ 529 h 5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98" h="529">
                  <a:moveTo>
                    <a:pt x="298" y="0"/>
                  </a:moveTo>
                  <a:lnTo>
                    <a:pt x="263" y="99"/>
                  </a:lnTo>
                  <a:lnTo>
                    <a:pt x="37" y="169"/>
                  </a:lnTo>
                  <a:lnTo>
                    <a:pt x="77" y="266"/>
                  </a:lnTo>
                  <a:lnTo>
                    <a:pt x="167" y="344"/>
                  </a:lnTo>
                  <a:lnTo>
                    <a:pt x="0" y="494"/>
                  </a:lnTo>
                  <a:lnTo>
                    <a:pt x="7" y="529"/>
                  </a:lnTo>
                  <a:lnTo>
                    <a:pt x="107" y="501"/>
                  </a:lnTo>
                  <a:lnTo>
                    <a:pt x="206" y="400"/>
                  </a:lnTo>
                  <a:lnTo>
                    <a:pt x="206" y="330"/>
                  </a:lnTo>
                  <a:lnTo>
                    <a:pt x="99" y="213"/>
                  </a:lnTo>
                  <a:lnTo>
                    <a:pt x="198" y="160"/>
                  </a:lnTo>
                  <a:lnTo>
                    <a:pt x="173" y="213"/>
                  </a:lnTo>
                  <a:lnTo>
                    <a:pt x="263" y="160"/>
                  </a:lnTo>
                  <a:lnTo>
                    <a:pt x="294" y="83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1" name="Freeform 302">
              <a:extLst>
                <a:ext uri="{FF2B5EF4-FFF2-40B4-BE49-F238E27FC236}">
                  <a16:creationId xmlns:a16="http://schemas.microsoft.com/office/drawing/2014/main" id="{58A2157B-1048-9F47-88B6-AB5117DE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25"/>
              <a:ext cx="90" cy="146"/>
            </a:xfrm>
            <a:custGeom>
              <a:avLst/>
              <a:gdLst>
                <a:gd name="T0" fmla="*/ 0 w 721"/>
                <a:gd name="T1" fmla="*/ 0 h 1164"/>
                <a:gd name="T2" fmla="*/ 0 w 721"/>
                <a:gd name="T3" fmla="*/ 0 h 1164"/>
                <a:gd name="T4" fmla="*/ 0 w 721"/>
                <a:gd name="T5" fmla="*/ 0 h 1164"/>
                <a:gd name="T6" fmla="*/ 0 w 721"/>
                <a:gd name="T7" fmla="*/ 0 h 1164"/>
                <a:gd name="T8" fmla="*/ 0 w 721"/>
                <a:gd name="T9" fmla="*/ 0 h 1164"/>
                <a:gd name="T10" fmla="*/ 0 w 721"/>
                <a:gd name="T11" fmla="*/ 0 h 1164"/>
                <a:gd name="T12" fmla="*/ 0 w 721"/>
                <a:gd name="T13" fmla="*/ 0 h 1164"/>
                <a:gd name="T14" fmla="*/ 0 w 721"/>
                <a:gd name="T15" fmla="*/ 0 h 1164"/>
                <a:gd name="T16" fmla="*/ 0 w 721"/>
                <a:gd name="T17" fmla="*/ 0 h 1164"/>
                <a:gd name="T18" fmla="*/ 0 w 721"/>
                <a:gd name="T19" fmla="*/ 0 h 1164"/>
                <a:gd name="T20" fmla="*/ 0 w 721"/>
                <a:gd name="T21" fmla="*/ 0 h 1164"/>
                <a:gd name="T22" fmla="*/ 0 w 721"/>
                <a:gd name="T23" fmla="*/ 0 h 1164"/>
                <a:gd name="T24" fmla="*/ 0 w 721"/>
                <a:gd name="T25" fmla="*/ 0 h 1164"/>
                <a:gd name="T26" fmla="*/ 0 w 721"/>
                <a:gd name="T27" fmla="*/ 0 h 1164"/>
                <a:gd name="T28" fmla="*/ 0 w 721"/>
                <a:gd name="T29" fmla="*/ 0 h 1164"/>
                <a:gd name="T30" fmla="*/ 0 w 721"/>
                <a:gd name="T31" fmla="*/ 0 h 1164"/>
                <a:gd name="T32" fmla="*/ 0 w 721"/>
                <a:gd name="T33" fmla="*/ 0 h 1164"/>
                <a:gd name="T34" fmla="*/ 0 w 721"/>
                <a:gd name="T35" fmla="*/ 0 h 1164"/>
                <a:gd name="T36" fmla="*/ 0 w 721"/>
                <a:gd name="T37" fmla="*/ 0 h 1164"/>
                <a:gd name="T38" fmla="*/ 0 w 721"/>
                <a:gd name="T39" fmla="*/ 0 h 1164"/>
                <a:gd name="T40" fmla="*/ 0 w 721"/>
                <a:gd name="T41" fmla="*/ 0 h 1164"/>
                <a:gd name="T42" fmla="*/ 0 w 721"/>
                <a:gd name="T43" fmla="*/ 0 h 11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21"/>
                <a:gd name="T67" fmla="*/ 0 h 1164"/>
                <a:gd name="T68" fmla="*/ 721 w 721"/>
                <a:gd name="T69" fmla="*/ 1164 h 116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21" h="1164">
                  <a:moveTo>
                    <a:pt x="433" y="0"/>
                  </a:moveTo>
                  <a:lnTo>
                    <a:pt x="440" y="73"/>
                  </a:lnTo>
                  <a:lnTo>
                    <a:pt x="721" y="779"/>
                  </a:lnTo>
                  <a:lnTo>
                    <a:pt x="679" y="846"/>
                  </a:lnTo>
                  <a:lnTo>
                    <a:pt x="599" y="878"/>
                  </a:lnTo>
                  <a:lnTo>
                    <a:pt x="373" y="864"/>
                  </a:lnTo>
                  <a:lnTo>
                    <a:pt x="295" y="899"/>
                  </a:lnTo>
                  <a:lnTo>
                    <a:pt x="242" y="1095"/>
                  </a:lnTo>
                  <a:lnTo>
                    <a:pt x="0" y="1164"/>
                  </a:lnTo>
                  <a:lnTo>
                    <a:pt x="11" y="1084"/>
                  </a:lnTo>
                  <a:lnTo>
                    <a:pt x="76" y="1095"/>
                  </a:lnTo>
                  <a:lnTo>
                    <a:pt x="217" y="1065"/>
                  </a:lnTo>
                  <a:lnTo>
                    <a:pt x="265" y="882"/>
                  </a:lnTo>
                  <a:lnTo>
                    <a:pt x="202" y="832"/>
                  </a:lnTo>
                  <a:lnTo>
                    <a:pt x="217" y="814"/>
                  </a:lnTo>
                  <a:lnTo>
                    <a:pt x="362" y="779"/>
                  </a:lnTo>
                  <a:lnTo>
                    <a:pt x="518" y="814"/>
                  </a:lnTo>
                  <a:lnTo>
                    <a:pt x="606" y="802"/>
                  </a:lnTo>
                  <a:lnTo>
                    <a:pt x="679" y="756"/>
                  </a:lnTo>
                  <a:lnTo>
                    <a:pt x="449" y="194"/>
                  </a:lnTo>
                  <a:lnTo>
                    <a:pt x="373" y="97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2" name="Freeform 303">
              <a:extLst>
                <a:ext uri="{FF2B5EF4-FFF2-40B4-BE49-F238E27FC236}">
                  <a16:creationId xmlns:a16="http://schemas.microsoft.com/office/drawing/2014/main" id="{9ECB67AA-E4B6-C048-AEA6-9B014669C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98"/>
              <a:ext cx="42" cy="98"/>
            </a:xfrm>
            <a:custGeom>
              <a:avLst/>
              <a:gdLst>
                <a:gd name="T0" fmla="*/ 0 w 339"/>
                <a:gd name="T1" fmla="*/ 0 h 788"/>
                <a:gd name="T2" fmla="*/ 0 w 339"/>
                <a:gd name="T3" fmla="*/ 0 h 788"/>
                <a:gd name="T4" fmla="*/ 0 w 339"/>
                <a:gd name="T5" fmla="*/ 0 h 788"/>
                <a:gd name="T6" fmla="*/ 0 w 339"/>
                <a:gd name="T7" fmla="*/ 0 h 788"/>
                <a:gd name="T8" fmla="*/ 0 w 339"/>
                <a:gd name="T9" fmla="*/ 0 h 788"/>
                <a:gd name="T10" fmla="*/ 0 w 339"/>
                <a:gd name="T11" fmla="*/ 0 h 788"/>
                <a:gd name="T12" fmla="*/ 0 w 339"/>
                <a:gd name="T13" fmla="*/ 0 h 788"/>
                <a:gd name="T14" fmla="*/ 0 w 339"/>
                <a:gd name="T15" fmla="*/ 0 h 788"/>
                <a:gd name="T16" fmla="*/ 0 w 339"/>
                <a:gd name="T17" fmla="*/ 0 h 788"/>
                <a:gd name="T18" fmla="*/ 0 w 339"/>
                <a:gd name="T19" fmla="*/ 0 h 788"/>
                <a:gd name="T20" fmla="*/ 0 w 339"/>
                <a:gd name="T21" fmla="*/ 0 h 788"/>
                <a:gd name="T22" fmla="*/ 0 w 339"/>
                <a:gd name="T23" fmla="*/ 0 h 788"/>
                <a:gd name="T24" fmla="*/ 0 w 339"/>
                <a:gd name="T25" fmla="*/ 0 h 788"/>
                <a:gd name="T26" fmla="*/ 0 w 339"/>
                <a:gd name="T27" fmla="*/ 0 h 788"/>
                <a:gd name="T28" fmla="*/ 0 w 339"/>
                <a:gd name="T29" fmla="*/ 0 h 7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9"/>
                <a:gd name="T46" fmla="*/ 0 h 788"/>
                <a:gd name="T47" fmla="*/ 339 w 339"/>
                <a:gd name="T48" fmla="*/ 788 h 78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9" h="788">
                  <a:moveTo>
                    <a:pt x="339" y="0"/>
                  </a:moveTo>
                  <a:lnTo>
                    <a:pt x="319" y="120"/>
                  </a:lnTo>
                  <a:lnTo>
                    <a:pt x="288" y="209"/>
                  </a:lnTo>
                  <a:lnTo>
                    <a:pt x="233" y="283"/>
                  </a:lnTo>
                  <a:lnTo>
                    <a:pt x="152" y="382"/>
                  </a:lnTo>
                  <a:lnTo>
                    <a:pt x="97" y="428"/>
                  </a:lnTo>
                  <a:lnTo>
                    <a:pt x="72" y="391"/>
                  </a:lnTo>
                  <a:lnTo>
                    <a:pt x="42" y="583"/>
                  </a:lnTo>
                  <a:lnTo>
                    <a:pt x="0" y="788"/>
                  </a:lnTo>
                  <a:lnTo>
                    <a:pt x="97" y="599"/>
                  </a:lnTo>
                  <a:lnTo>
                    <a:pt x="127" y="463"/>
                  </a:lnTo>
                  <a:lnTo>
                    <a:pt x="266" y="329"/>
                  </a:lnTo>
                  <a:lnTo>
                    <a:pt x="319" y="221"/>
                  </a:lnTo>
                  <a:lnTo>
                    <a:pt x="339" y="101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3" name="Freeform 304">
              <a:extLst>
                <a:ext uri="{FF2B5EF4-FFF2-40B4-BE49-F238E27FC236}">
                  <a16:creationId xmlns:a16="http://schemas.microsoft.com/office/drawing/2014/main" id="{AE36AA53-0048-354B-AB5D-B31A2810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66"/>
              <a:ext cx="27" cy="17"/>
            </a:xfrm>
            <a:custGeom>
              <a:avLst/>
              <a:gdLst>
                <a:gd name="T0" fmla="*/ 0 w 216"/>
                <a:gd name="T1" fmla="*/ 0 h 137"/>
                <a:gd name="T2" fmla="*/ 0 w 216"/>
                <a:gd name="T3" fmla="*/ 0 h 137"/>
                <a:gd name="T4" fmla="*/ 0 w 216"/>
                <a:gd name="T5" fmla="*/ 0 h 137"/>
                <a:gd name="T6" fmla="*/ 0 w 216"/>
                <a:gd name="T7" fmla="*/ 0 h 137"/>
                <a:gd name="T8" fmla="*/ 0 w 216"/>
                <a:gd name="T9" fmla="*/ 0 h 137"/>
                <a:gd name="T10" fmla="*/ 0 w 216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6"/>
                <a:gd name="T19" fmla="*/ 0 h 137"/>
                <a:gd name="T20" fmla="*/ 216 w 216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6" h="137">
                  <a:moveTo>
                    <a:pt x="49" y="0"/>
                  </a:moveTo>
                  <a:lnTo>
                    <a:pt x="216" y="117"/>
                  </a:lnTo>
                  <a:lnTo>
                    <a:pt x="216" y="137"/>
                  </a:lnTo>
                  <a:lnTo>
                    <a:pt x="0" y="61"/>
                  </a:lnTo>
                  <a:lnTo>
                    <a:pt x="0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4" name="Freeform 305">
              <a:extLst>
                <a:ext uri="{FF2B5EF4-FFF2-40B4-BE49-F238E27FC236}">
                  <a16:creationId xmlns:a16="http://schemas.microsoft.com/office/drawing/2014/main" id="{8D20A45B-BB0A-E544-847C-2836DFCF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899"/>
              <a:ext cx="20" cy="17"/>
            </a:xfrm>
            <a:custGeom>
              <a:avLst/>
              <a:gdLst>
                <a:gd name="T0" fmla="*/ 0 w 159"/>
                <a:gd name="T1" fmla="*/ 0 h 136"/>
                <a:gd name="T2" fmla="*/ 0 w 159"/>
                <a:gd name="T3" fmla="*/ 0 h 136"/>
                <a:gd name="T4" fmla="*/ 0 w 159"/>
                <a:gd name="T5" fmla="*/ 0 h 136"/>
                <a:gd name="T6" fmla="*/ 0 w 159"/>
                <a:gd name="T7" fmla="*/ 0 h 136"/>
                <a:gd name="T8" fmla="*/ 0 w 159"/>
                <a:gd name="T9" fmla="*/ 0 h 136"/>
                <a:gd name="T10" fmla="*/ 0 w 159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"/>
                <a:gd name="T19" fmla="*/ 0 h 136"/>
                <a:gd name="T20" fmla="*/ 159 w 159"/>
                <a:gd name="T21" fmla="*/ 136 h 1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" h="136">
                  <a:moveTo>
                    <a:pt x="152" y="0"/>
                  </a:moveTo>
                  <a:lnTo>
                    <a:pt x="0" y="31"/>
                  </a:lnTo>
                  <a:lnTo>
                    <a:pt x="0" y="97"/>
                  </a:lnTo>
                  <a:lnTo>
                    <a:pt x="67" y="136"/>
                  </a:lnTo>
                  <a:lnTo>
                    <a:pt x="159" y="31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5" name="Freeform 306">
              <a:extLst>
                <a:ext uri="{FF2B5EF4-FFF2-40B4-BE49-F238E27FC236}">
                  <a16:creationId xmlns:a16="http://schemas.microsoft.com/office/drawing/2014/main" id="{F810965C-6866-A74F-ACEE-72D17A9C3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753"/>
              <a:ext cx="408" cy="235"/>
            </a:xfrm>
            <a:custGeom>
              <a:avLst/>
              <a:gdLst>
                <a:gd name="T0" fmla="*/ 0 w 3264"/>
                <a:gd name="T1" fmla="*/ 0 h 1881"/>
                <a:gd name="T2" fmla="*/ 0 w 3264"/>
                <a:gd name="T3" fmla="*/ 0 h 1881"/>
                <a:gd name="T4" fmla="*/ 0 w 3264"/>
                <a:gd name="T5" fmla="*/ 0 h 1881"/>
                <a:gd name="T6" fmla="*/ 0 w 3264"/>
                <a:gd name="T7" fmla="*/ 0 h 1881"/>
                <a:gd name="T8" fmla="*/ 0 w 3264"/>
                <a:gd name="T9" fmla="*/ 0 h 1881"/>
                <a:gd name="T10" fmla="*/ 0 w 3264"/>
                <a:gd name="T11" fmla="*/ 0 h 1881"/>
                <a:gd name="T12" fmla="*/ 0 w 3264"/>
                <a:gd name="T13" fmla="*/ 0 h 1881"/>
                <a:gd name="T14" fmla="*/ 0 w 3264"/>
                <a:gd name="T15" fmla="*/ 0 h 1881"/>
                <a:gd name="T16" fmla="*/ 0 w 3264"/>
                <a:gd name="T17" fmla="*/ 0 h 1881"/>
                <a:gd name="T18" fmla="*/ 0 w 3264"/>
                <a:gd name="T19" fmla="*/ 0 h 1881"/>
                <a:gd name="T20" fmla="*/ 0 w 3264"/>
                <a:gd name="T21" fmla="*/ 0 h 1881"/>
                <a:gd name="T22" fmla="*/ 0 w 3264"/>
                <a:gd name="T23" fmla="*/ 0 h 1881"/>
                <a:gd name="T24" fmla="*/ 0 w 3264"/>
                <a:gd name="T25" fmla="*/ 0 h 1881"/>
                <a:gd name="T26" fmla="*/ 0 w 3264"/>
                <a:gd name="T27" fmla="*/ 0 h 1881"/>
                <a:gd name="T28" fmla="*/ 0 w 3264"/>
                <a:gd name="T29" fmla="*/ 0 h 1881"/>
                <a:gd name="T30" fmla="*/ 0 w 3264"/>
                <a:gd name="T31" fmla="*/ 0 h 1881"/>
                <a:gd name="T32" fmla="*/ 0 w 3264"/>
                <a:gd name="T33" fmla="*/ 0 h 1881"/>
                <a:gd name="T34" fmla="*/ 0 w 3264"/>
                <a:gd name="T35" fmla="*/ 0 h 1881"/>
                <a:gd name="T36" fmla="*/ 0 w 3264"/>
                <a:gd name="T37" fmla="*/ 0 h 1881"/>
                <a:gd name="T38" fmla="*/ 0 w 3264"/>
                <a:gd name="T39" fmla="*/ 0 h 1881"/>
                <a:gd name="T40" fmla="*/ 0 w 3264"/>
                <a:gd name="T41" fmla="*/ 0 h 1881"/>
                <a:gd name="T42" fmla="*/ 0 w 3264"/>
                <a:gd name="T43" fmla="*/ 0 h 1881"/>
                <a:gd name="T44" fmla="*/ 0 w 3264"/>
                <a:gd name="T45" fmla="*/ 0 h 1881"/>
                <a:gd name="T46" fmla="*/ 0 w 3264"/>
                <a:gd name="T47" fmla="*/ 0 h 1881"/>
                <a:gd name="T48" fmla="*/ 0 w 3264"/>
                <a:gd name="T49" fmla="*/ 0 h 1881"/>
                <a:gd name="T50" fmla="*/ 0 w 3264"/>
                <a:gd name="T51" fmla="*/ 0 h 1881"/>
                <a:gd name="T52" fmla="*/ 0 w 3264"/>
                <a:gd name="T53" fmla="*/ 0 h 1881"/>
                <a:gd name="T54" fmla="*/ 0 w 3264"/>
                <a:gd name="T55" fmla="*/ 0 h 1881"/>
                <a:gd name="T56" fmla="*/ 0 w 3264"/>
                <a:gd name="T57" fmla="*/ 0 h 1881"/>
                <a:gd name="T58" fmla="*/ 0 w 3264"/>
                <a:gd name="T59" fmla="*/ 0 h 1881"/>
                <a:gd name="T60" fmla="*/ 0 w 3264"/>
                <a:gd name="T61" fmla="*/ 0 h 1881"/>
                <a:gd name="T62" fmla="*/ 0 w 3264"/>
                <a:gd name="T63" fmla="*/ 0 h 188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64"/>
                <a:gd name="T97" fmla="*/ 0 h 1881"/>
                <a:gd name="T98" fmla="*/ 3264 w 3264"/>
                <a:gd name="T99" fmla="*/ 1881 h 188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64" h="1881">
                  <a:moveTo>
                    <a:pt x="3264" y="1419"/>
                  </a:moveTo>
                  <a:lnTo>
                    <a:pt x="3264" y="1489"/>
                  </a:lnTo>
                  <a:lnTo>
                    <a:pt x="3204" y="1586"/>
                  </a:lnTo>
                  <a:lnTo>
                    <a:pt x="3082" y="1626"/>
                  </a:lnTo>
                  <a:lnTo>
                    <a:pt x="2943" y="1617"/>
                  </a:lnTo>
                  <a:lnTo>
                    <a:pt x="2679" y="1593"/>
                  </a:lnTo>
                  <a:lnTo>
                    <a:pt x="2515" y="1617"/>
                  </a:lnTo>
                  <a:lnTo>
                    <a:pt x="2400" y="1687"/>
                  </a:lnTo>
                  <a:lnTo>
                    <a:pt x="2646" y="1881"/>
                  </a:lnTo>
                  <a:lnTo>
                    <a:pt x="2086" y="1531"/>
                  </a:lnTo>
                  <a:lnTo>
                    <a:pt x="1563" y="1226"/>
                  </a:lnTo>
                  <a:lnTo>
                    <a:pt x="1058" y="920"/>
                  </a:lnTo>
                  <a:lnTo>
                    <a:pt x="602" y="775"/>
                  </a:lnTo>
                  <a:lnTo>
                    <a:pt x="390" y="718"/>
                  </a:lnTo>
                  <a:lnTo>
                    <a:pt x="752" y="800"/>
                  </a:lnTo>
                  <a:lnTo>
                    <a:pt x="1183" y="920"/>
                  </a:lnTo>
                  <a:lnTo>
                    <a:pt x="1533" y="1139"/>
                  </a:lnTo>
                  <a:lnTo>
                    <a:pt x="1381" y="839"/>
                  </a:lnTo>
                  <a:lnTo>
                    <a:pt x="1067" y="593"/>
                  </a:lnTo>
                  <a:lnTo>
                    <a:pt x="655" y="410"/>
                  </a:lnTo>
                  <a:lnTo>
                    <a:pt x="231" y="316"/>
                  </a:lnTo>
                  <a:lnTo>
                    <a:pt x="0" y="551"/>
                  </a:lnTo>
                  <a:lnTo>
                    <a:pt x="196" y="270"/>
                  </a:lnTo>
                  <a:lnTo>
                    <a:pt x="602" y="351"/>
                  </a:lnTo>
                  <a:lnTo>
                    <a:pt x="1026" y="496"/>
                  </a:lnTo>
                  <a:lnTo>
                    <a:pt x="1446" y="751"/>
                  </a:lnTo>
                  <a:lnTo>
                    <a:pt x="1734" y="1012"/>
                  </a:lnTo>
                  <a:lnTo>
                    <a:pt x="1957" y="1270"/>
                  </a:lnTo>
                  <a:lnTo>
                    <a:pt x="1673" y="775"/>
                  </a:lnTo>
                  <a:lnTo>
                    <a:pt x="1914" y="1067"/>
                  </a:lnTo>
                  <a:lnTo>
                    <a:pt x="1914" y="839"/>
                  </a:lnTo>
                  <a:lnTo>
                    <a:pt x="1807" y="661"/>
                  </a:lnTo>
                  <a:lnTo>
                    <a:pt x="1807" y="551"/>
                  </a:lnTo>
                  <a:lnTo>
                    <a:pt x="1673" y="399"/>
                  </a:lnTo>
                  <a:lnTo>
                    <a:pt x="1600" y="242"/>
                  </a:lnTo>
                  <a:lnTo>
                    <a:pt x="1543" y="53"/>
                  </a:lnTo>
                  <a:lnTo>
                    <a:pt x="1591" y="0"/>
                  </a:lnTo>
                  <a:lnTo>
                    <a:pt x="1607" y="138"/>
                  </a:lnTo>
                  <a:lnTo>
                    <a:pt x="1683" y="316"/>
                  </a:lnTo>
                  <a:lnTo>
                    <a:pt x="1778" y="424"/>
                  </a:lnTo>
                  <a:lnTo>
                    <a:pt x="1866" y="535"/>
                  </a:lnTo>
                  <a:lnTo>
                    <a:pt x="1914" y="558"/>
                  </a:lnTo>
                  <a:lnTo>
                    <a:pt x="1987" y="551"/>
                  </a:lnTo>
                  <a:lnTo>
                    <a:pt x="2066" y="480"/>
                  </a:lnTo>
                  <a:lnTo>
                    <a:pt x="2086" y="602"/>
                  </a:lnTo>
                  <a:lnTo>
                    <a:pt x="2061" y="718"/>
                  </a:lnTo>
                  <a:lnTo>
                    <a:pt x="2013" y="782"/>
                  </a:lnTo>
                  <a:lnTo>
                    <a:pt x="1965" y="800"/>
                  </a:lnTo>
                  <a:lnTo>
                    <a:pt x="2031" y="984"/>
                  </a:lnTo>
                  <a:lnTo>
                    <a:pt x="2086" y="1160"/>
                  </a:lnTo>
                  <a:lnTo>
                    <a:pt x="2255" y="1067"/>
                  </a:lnTo>
                  <a:lnTo>
                    <a:pt x="2156" y="839"/>
                  </a:lnTo>
                  <a:lnTo>
                    <a:pt x="2280" y="1035"/>
                  </a:lnTo>
                  <a:lnTo>
                    <a:pt x="2365" y="1052"/>
                  </a:lnTo>
                  <a:lnTo>
                    <a:pt x="2495" y="1052"/>
                  </a:lnTo>
                  <a:lnTo>
                    <a:pt x="2635" y="1234"/>
                  </a:lnTo>
                  <a:lnTo>
                    <a:pt x="2741" y="1300"/>
                  </a:lnTo>
                  <a:lnTo>
                    <a:pt x="2852" y="1277"/>
                  </a:lnTo>
                  <a:lnTo>
                    <a:pt x="3068" y="1173"/>
                  </a:lnTo>
                  <a:lnTo>
                    <a:pt x="3082" y="1347"/>
                  </a:lnTo>
                  <a:lnTo>
                    <a:pt x="3140" y="1507"/>
                  </a:lnTo>
                  <a:lnTo>
                    <a:pt x="3204" y="1507"/>
                  </a:lnTo>
                  <a:lnTo>
                    <a:pt x="3248" y="1467"/>
                  </a:lnTo>
                  <a:lnTo>
                    <a:pt x="3264" y="14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6" name="Freeform 307">
              <a:extLst>
                <a:ext uri="{FF2B5EF4-FFF2-40B4-BE49-F238E27FC236}">
                  <a16:creationId xmlns:a16="http://schemas.microsoft.com/office/drawing/2014/main" id="{2A3B8AA6-5003-7B47-AF95-32717045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461"/>
              <a:ext cx="427" cy="330"/>
            </a:xfrm>
            <a:custGeom>
              <a:avLst/>
              <a:gdLst>
                <a:gd name="T0" fmla="*/ 0 w 3415"/>
                <a:gd name="T1" fmla="*/ 0 h 2637"/>
                <a:gd name="T2" fmla="*/ 0 w 3415"/>
                <a:gd name="T3" fmla="*/ 0 h 2637"/>
                <a:gd name="T4" fmla="*/ 0 w 3415"/>
                <a:gd name="T5" fmla="*/ 0 h 2637"/>
                <a:gd name="T6" fmla="*/ 0 w 3415"/>
                <a:gd name="T7" fmla="*/ 0 h 2637"/>
                <a:gd name="T8" fmla="*/ 0 w 3415"/>
                <a:gd name="T9" fmla="*/ 0 h 2637"/>
                <a:gd name="T10" fmla="*/ 0 w 3415"/>
                <a:gd name="T11" fmla="*/ 0 h 2637"/>
                <a:gd name="T12" fmla="*/ 0 w 3415"/>
                <a:gd name="T13" fmla="*/ 0 h 2637"/>
                <a:gd name="T14" fmla="*/ 0 w 3415"/>
                <a:gd name="T15" fmla="*/ 0 h 2637"/>
                <a:gd name="T16" fmla="*/ 0 w 3415"/>
                <a:gd name="T17" fmla="*/ 0 h 2637"/>
                <a:gd name="T18" fmla="*/ 0 w 3415"/>
                <a:gd name="T19" fmla="*/ 0 h 2637"/>
                <a:gd name="T20" fmla="*/ 0 w 3415"/>
                <a:gd name="T21" fmla="*/ 0 h 2637"/>
                <a:gd name="T22" fmla="*/ 0 w 3415"/>
                <a:gd name="T23" fmla="*/ 0 h 2637"/>
                <a:gd name="T24" fmla="*/ 0 w 3415"/>
                <a:gd name="T25" fmla="*/ 0 h 2637"/>
                <a:gd name="T26" fmla="*/ 0 w 3415"/>
                <a:gd name="T27" fmla="*/ 0 h 2637"/>
                <a:gd name="T28" fmla="*/ 0 w 3415"/>
                <a:gd name="T29" fmla="*/ 0 h 2637"/>
                <a:gd name="T30" fmla="*/ 0 w 3415"/>
                <a:gd name="T31" fmla="*/ 0 h 2637"/>
                <a:gd name="T32" fmla="*/ 0 w 3415"/>
                <a:gd name="T33" fmla="*/ 0 h 2637"/>
                <a:gd name="T34" fmla="*/ 0 w 3415"/>
                <a:gd name="T35" fmla="*/ 0 h 2637"/>
                <a:gd name="T36" fmla="*/ 0 w 3415"/>
                <a:gd name="T37" fmla="*/ 0 h 2637"/>
                <a:gd name="T38" fmla="*/ 0 w 3415"/>
                <a:gd name="T39" fmla="*/ 0 h 2637"/>
                <a:gd name="T40" fmla="*/ 0 w 3415"/>
                <a:gd name="T41" fmla="*/ 0 h 2637"/>
                <a:gd name="T42" fmla="*/ 0 w 3415"/>
                <a:gd name="T43" fmla="*/ 0 h 2637"/>
                <a:gd name="T44" fmla="*/ 0 w 3415"/>
                <a:gd name="T45" fmla="*/ 0 h 2637"/>
                <a:gd name="T46" fmla="*/ 0 w 3415"/>
                <a:gd name="T47" fmla="*/ 0 h 2637"/>
                <a:gd name="T48" fmla="*/ 0 w 3415"/>
                <a:gd name="T49" fmla="*/ 0 h 2637"/>
                <a:gd name="T50" fmla="*/ 0 w 3415"/>
                <a:gd name="T51" fmla="*/ 0 h 2637"/>
                <a:gd name="T52" fmla="*/ 0 w 3415"/>
                <a:gd name="T53" fmla="*/ 0 h 2637"/>
                <a:gd name="T54" fmla="*/ 0 w 3415"/>
                <a:gd name="T55" fmla="*/ 0 h 2637"/>
                <a:gd name="T56" fmla="*/ 0 w 3415"/>
                <a:gd name="T57" fmla="*/ 0 h 2637"/>
                <a:gd name="T58" fmla="*/ 0 w 3415"/>
                <a:gd name="T59" fmla="*/ 0 h 2637"/>
                <a:gd name="T60" fmla="*/ 0 w 3415"/>
                <a:gd name="T61" fmla="*/ 0 h 2637"/>
                <a:gd name="T62" fmla="*/ 0 w 3415"/>
                <a:gd name="T63" fmla="*/ 0 h 2637"/>
                <a:gd name="T64" fmla="*/ 0 w 3415"/>
                <a:gd name="T65" fmla="*/ 0 h 2637"/>
                <a:gd name="T66" fmla="*/ 0 w 3415"/>
                <a:gd name="T67" fmla="*/ 0 h 2637"/>
                <a:gd name="T68" fmla="*/ 0 w 3415"/>
                <a:gd name="T69" fmla="*/ 0 h 2637"/>
                <a:gd name="T70" fmla="*/ 0 w 3415"/>
                <a:gd name="T71" fmla="*/ 0 h 2637"/>
                <a:gd name="T72" fmla="*/ 0 w 3415"/>
                <a:gd name="T73" fmla="*/ 0 h 263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415"/>
                <a:gd name="T112" fmla="*/ 0 h 2637"/>
                <a:gd name="T113" fmla="*/ 3415 w 3415"/>
                <a:gd name="T114" fmla="*/ 2637 h 26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415" h="2637">
                  <a:moveTo>
                    <a:pt x="3195" y="1078"/>
                  </a:moveTo>
                  <a:lnTo>
                    <a:pt x="3340" y="1037"/>
                  </a:lnTo>
                  <a:lnTo>
                    <a:pt x="3415" y="882"/>
                  </a:lnTo>
                  <a:lnTo>
                    <a:pt x="3380" y="721"/>
                  </a:lnTo>
                  <a:lnTo>
                    <a:pt x="3198" y="547"/>
                  </a:lnTo>
                  <a:lnTo>
                    <a:pt x="3009" y="477"/>
                  </a:lnTo>
                  <a:lnTo>
                    <a:pt x="2778" y="299"/>
                  </a:lnTo>
                  <a:lnTo>
                    <a:pt x="2418" y="119"/>
                  </a:lnTo>
                  <a:lnTo>
                    <a:pt x="1996" y="0"/>
                  </a:lnTo>
                  <a:lnTo>
                    <a:pt x="1457" y="46"/>
                  </a:lnTo>
                  <a:lnTo>
                    <a:pt x="1033" y="167"/>
                  </a:lnTo>
                  <a:lnTo>
                    <a:pt x="798" y="279"/>
                  </a:lnTo>
                  <a:lnTo>
                    <a:pt x="514" y="444"/>
                  </a:lnTo>
                  <a:lnTo>
                    <a:pt x="145" y="1078"/>
                  </a:lnTo>
                  <a:lnTo>
                    <a:pt x="81" y="1490"/>
                  </a:lnTo>
                  <a:lnTo>
                    <a:pt x="145" y="1963"/>
                  </a:lnTo>
                  <a:lnTo>
                    <a:pt x="90" y="2228"/>
                  </a:lnTo>
                  <a:lnTo>
                    <a:pt x="0" y="2637"/>
                  </a:lnTo>
                  <a:lnTo>
                    <a:pt x="97" y="2439"/>
                  </a:lnTo>
                  <a:lnTo>
                    <a:pt x="288" y="2415"/>
                  </a:lnTo>
                  <a:lnTo>
                    <a:pt x="479" y="1756"/>
                  </a:lnTo>
                  <a:lnTo>
                    <a:pt x="212" y="2101"/>
                  </a:lnTo>
                  <a:lnTo>
                    <a:pt x="127" y="1426"/>
                  </a:lnTo>
                  <a:lnTo>
                    <a:pt x="196" y="1068"/>
                  </a:lnTo>
                  <a:lnTo>
                    <a:pt x="535" y="497"/>
                  </a:lnTo>
                  <a:lnTo>
                    <a:pt x="873" y="255"/>
                  </a:lnTo>
                  <a:lnTo>
                    <a:pt x="1395" y="75"/>
                  </a:lnTo>
                  <a:lnTo>
                    <a:pt x="1923" y="52"/>
                  </a:lnTo>
                  <a:lnTo>
                    <a:pt x="2503" y="218"/>
                  </a:lnTo>
                  <a:lnTo>
                    <a:pt x="2863" y="419"/>
                  </a:lnTo>
                  <a:lnTo>
                    <a:pt x="3024" y="547"/>
                  </a:lnTo>
                  <a:lnTo>
                    <a:pt x="3226" y="617"/>
                  </a:lnTo>
                  <a:lnTo>
                    <a:pt x="3352" y="753"/>
                  </a:lnTo>
                  <a:lnTo>
                    <a:pt x="3358" y="882"/>
                  </a:lnTo>
                  <a:lnTo>
                    <a:pt x="3306" y="949"/>
                  </a:lnTo>
                  <a:lnTo>
                    <a:pt x="3151" y="1037"/>
                  </a:lnTo>
                  <a:lnTo>
                    <a:pt x="3195" y="10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7" name="Freeform 308">
              <a:extLst>
                <a:ext uri="{FF2B5EF4-FFF2-40B4-BE49-F238E27FC236}">
                  <a16:creationId xmlns:a16="http://schemas.microsoft.com/office/drawing/2014/main" id="{88E35AC8-32F2-BE4A-A95E-5CC10A85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483"/>
              <a:ext cx="397" cy="334"/>
            </a:xfrm>
            <a:custGeom>
              <a:avLst/>
              <a:gdLst>
                <a:gd name="T0" fmla="*/ 0 w 3177"/>
                <a:gd name="T1" fmla="*/ 0 h 2674"/>
                <a:gd name="T2" fmla="*/ 0 w 3177"/>
                <a:gd name="T3" fmla="*/ 0 h 2674"/>
                <a:gd name="T4" fmla="*/ 0 w 3177"/>
                <a:gd name="T5" fmla="*/ 0 h 2674"/>
                <a:gd name="T6" fmla="*/ 0 w 3177"/>
                <a:gd name="T7" fmla="*/ 0 h 2674"/>
                <a:gd name="T8" fmla="*/ 0 w 3177"/>
                <a:gd name="T9" fmla="*/ 0 h 2674"/>
                <a:gd name="T10" fmla="*/ 0 w 3177"/>
                <a:gd name="T11" fmla="*/ 0 h 2674"/>
                <a:gd name="T12" fmla="*/ 0 w 3177"/>
                <a:gd name="T13" fmla="*/ 0 h 2674"/>
                <a:gd name="T14" fmla="*/ 0 w 3177"/>
                <a:gd name="T15" fmla="*/ 0 h 2674"/>
                <a:gd name="T16" fmla="*/ 0 w 3177"/>
                <a:gd name="T17" fmla="*/ 0 h 2674"/>
                <a:gd name="T18" fmla="*/ 0 w 3177"/>
                <a:gd name="T19" fmla="*/ 0 h 2674"/>
                <a:gd name="T20" fmla="*/ 0 w 3177"/>
                <a:gd name="T21" fmla="*/ 0 h 2674"/>
                <a:gd name="T22" fmla="*/ 0 w 3177"/>
                <a:gd name="T23" fmla="*/ 0 h 2674"/>
                <a:gd name="T24" fmla="*/ 0 w 3177"/>
                <a:gd name="T25" fmla="*/ 0 h 2674"/>
                <a:gd name="T26" fmla="*/ 0 w 3177"/>
                <a:gd name="T27" fmla="*/ 0 h 2674"/>
                <a:gd name="T28" fmla="*/ 0 w 3177"/>
                <a:gd name="T29" fmla="*/ 0 h 2674"/>
                <a:gd name="T30" fmla="*/ 0 w 3177"/>
                <a:gd name="T31" fmla="*/ 0 h 2674"/>
                <a:gd name="T32" fmla="*/ 0 w 3177"/>
                <a:gd name="T33" fmla="*/ 0 h 2674"/>
                <a:gd name="T34" fmla="*/ 0 w 3177"/>
                <a:gd name="T35" fmla="*/ 0 h 2674"/>
                <a:gd name="T36" fmla="*/ 0 w 3177"/>
                <a:gd name="T37" fmla="*/ 0 h 2674"/>
                <a:gd name="T38" fmla="*/ 0 w 3177"/>
                <a:gd name="T39" fmla="*/ 0 h 2674"/>
                <a:gd name="T40" fmla="*/ 0 w 3177"/>
                <a:gd name="T41" fmla="*/ 0 h 2674"/>
                <a:gd name="T42" fmla="*/ 0 w 3177"/>
                <a:gd name="T43" fmla="*/ 0 h 2674"/>
                <a:gd name="T44" fmla="*/ 0 w 3177"/>
                <a:gd name="T45" fmla="*/ 0 h 2674"/>
                <a:gd name="T46" fmla="*/ 0 w 3177"/>
                <a:gd name="T47" fmla="*/ 0 h 2674"/>
                <a:gd name="T48" fmla="*/ 0 w 3177"/>
                <a:gd name="T49" fmla="*/ 0 h 2674"/>
                <a:gd name="T50" fmla="*/ 0 w 3177"/>
                <a:gd name="T51" fmla="*/ 0 h 2674"/>
                <a:gd name="T52" fmla="*/ 0 w 3177"/>
                <a:gd name="T53" fmla="*/ 0 h 2674"/>
                <a:gd name="T54" fmla="*/ 0 w 3177"/>
                <a:gd name="T55" fmla="*/ 0 h 2674"/>
                <a:gd name="T56" fmla="*/ 0 w 3177"/>
                <a:gd name="T57" fmla="*/ 0 h 2674"/>
                <a:gd name="T58" fmla="*/ 0 w 3177"/>
                <a:gd name="T59" fmla="*/ 0 h 2674"/>
                <a:gd name="T60" fmla="*/ 0 w 3177"/>
                <a:gd name="T61" fmla="*/ 0 h 2674"/>
                <a:gd name="T62" fmla="*/ 0 w 3177"/>
                <a:gd name="T63" fmla="*/ 0 h 2674"/>
                <a:gd name="T64" fmla="*/ 0 w 3177"/>
                <a:gd name="T65" fmla="*/ 0 h 2674"/>
                <a:gd name="T66" fmla="*/ 0 w 3177"/>
                <a:gd name="T67" fmla="*/ 0 h 2674"/>
                <a:gd name="T68" fmla="*/ 0 w 3177"/>
                <a:gd name="T69" fmla="*/ 0 h 2674"/>
                <a:gd name="T70" fmla="*/ 0 w 3177"/>
                <a:gd name="T71" fmla="*/ 0 h 2674"/>
                <a:gd name="T72" fmla="*/ 0 w 3177"/>
                <a:gd name="T73" fmla="*/ 0 h 2674"/>
                <a:gd name="T74" fmla="*/ 0 w 3177"/>
                <a:gd name="T75" fmla="*/ 0 h 2674"/>
                <a:gd name="T76" fmla="*/ 0 w 3177"/>
                <a:gd name="T77" fmla="*/ 0 h 2674"/>
                <a:gd name="T78" fmla="*/ 0 w 3177"/>
                <a:gd name="T79" fmla="*/ 0 h 2674"/>
                <a:gd name="T80" fmla="*/ 0 w 3177"/>
                <a:gd name="T81" fmla="*/ 0 h 2674"/>
                <a:gd name="T82" fmla="*/ 0 w 3177"/>
                <a:gd name="T83" fmla="*/ 0 h 2674"/>
                <a:gd name="T84" fmla="*/ 0 w 3177"/>
                <a:gd name="T85" fmla="*/ 0 h 2674"/>
                <a:gd name="T86" fmla="*/ 0 w 3177"/>
                <a:gd name="T87" fmla="*/ 0 h 267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177"/>
                <a:gd name="T133" fmla="*/ 0 h 2674"/>
                <a:gd name="T134" fmla="*/ 3177 w 3177"/>
                <a:gd name="T135" fmla="*/ 2674 h 267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177" h="2674">
                  <a:moveTo>
                    <a:pt x="3039" y="881"/>
                  </a:moveTo>
                  <a:lnTo>
                    <a:pt x="3177" y="784"/>
                  </a:lnTo>
                  <a:lnTo>
                    <a:pt x="3172" y="664"/>
                  </a:lnTo>
                  <a:lnTo>
                    <a:pt x="3039" y="494"/>
                  </a:lnTo>
                  <a:lnTo>
                    <a:pt x="3011" y="565"/>
                  </a:lnTo>
                  <a:lnTo>
                    <a:pt x="2886" y="472"/>
                  </a:lnTo>
                  <a:lnTo>
                    <a:pt x="2421" y="420"/>
                  </a:lnTo>
                  <a:lnTo>
                    <a:pt x="2220" y="420"/>
                  </a:lnTo>
                  <a:lnTo>
                    <a:pt x="2567" y="355"/>
                  </a:lnTo>
                  <a:lnTo>
                    <a:pt x="2580" y="296"/>
                  </a:lnTo>
                  <a:lnTo>
                    <a:pt x="2255" y="136"/>
                  </a:lnTo>
                  <a:lnTo>
                    <a:pt x="1840" y="0"/>
                  </a:lnTo>
                  <a:lnTo>
                    <a:pt x="1312" y="7"/>
                  </a:lnTo>
                  <a:lnTo>
                    <a:pt x="826" y="166"/>
                  </a:lnTo>
                  <a:lnTo>
                    <a:pt x="510" y="408"/>
                  </a:lnTo>
                  <a:lnTo>
                    <a:pt x="309" y="733"/>
                  </a:lnTo>
                  <a:lnTo>
                    <a:pt x="233" y="975"/>
                  </a:lnTo>
                  <a:lnTo>
                    <a:pt x="233" y="1230"/>
                  </a:lnTo>
                  <a:lnTo>
                    <a:pt x="279" y="1464"/>
                  </a:lnTo>
                  <a:lnTo>
                    <a:pt x="279" y="1658"/>
                  </a:lnTo>
                  <a:lnTo>
                    <a:pt x="0" y="2257"/>
                  </a:lnTo>
                  <a:lnTo>
                    <a:pt x="275" y="2271"/>
                  </a:lnTo>
                  <a:lnTo>
                    <a:pt x="528" y="2456"/>
                  </a:lnTo>
                  <a:lnTo>
                    <a:pt x="756" y="2674"/>
                  </a:lnTo>
                  <a:lnTo>
                    <a:pt x="877" y="2557"/>
                  </a:lnTo>
                  <a:lnTo>
                    <a:pt x="952" y="2364"/>
                  </a:lnTo>
                  <a:lnTo>
                    <a:pt x="1123" y="2225"/>
                  </a:lnTo>
                  <a:lnTo>
                    <a:pt x="1114" y="1980"/>
                  </a:lnTo>
                  <a:lnTo>
                    <a:pt x="1183" y="1769"/>
                  </a:lnTo>
                  <a:lnTo>
                    <a:pt x="1319" y="1694"/>
                  </a:lnTo>
                  <a:lnTo>
                    <a:pt x="1437" y="1709"/>
                  </a:lnTo>
                  <a:lnTo>
                    <a:pt x="1497" y="1780"/>
                  </a:lnTo>
                  <a:lnTo>
                    <a:pt x="1554" y="1914"/>
                  </a:lnTo>
                  <a:lnTo>
                    <a:pt x="1875" y="2034"/>
                  </a:lnTo>
                  <a:lnTo>
                    <a:pt x="2009" y="1780"/>
                  </a:lnTo>
                  <a:lnTo>
                    <a:pt x="2525" y="1549"/>
                  </a:lnTo>
                  <a:lnTo>
                    <a:pt x="2516" y="1367"/>
                  </a:lnTo>
                  <a:lnTo>
                    <a:pt x="2421" y="1230"/>
                  </a:lnTo>
                  <a:lnTo>
                    <a:pt x="2490" y="1167"/>
                  </a:lnTo>
                  <a:lnTo>
                    <a:pt x="2455" y="832"/>
                  </a:lnTo>
                  <a:lnTo>
                    <a:pt x="2615" y="814"/>
                  </a:lnTo>
                  <a:lnTo>
                    <a:pt x="2824" y="832"/>
                  </a:lnTo>
                  <a:lnTo>
                    <a:pt x="3006" y="870"/>
                  </a:lnTo>
                  <a:lnTo>
                    <a:pt x="3039" y="8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8" name="Freeform 309">
              <a:extLst>
                <a:ext uri="{FF2B5EF4-FFF2-40B4-BE49-F238E27FC236}">
                  <a16:creationId xmlns:a16="http://schemas.microsoft.com/office/drawing/2014/main" id="{9D4F002A-1A67-B049-942D-C9648503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52"/>
              <a:ext cx="14" cy="76"/>
            </a:xfrm>
            <a:custGeom>
              <a:avLst/>
              <a:gdLst>
                <a:gd name="T0" fmla="*/ 0 w 111"/>
                <a:gd name="T1" fmla="*/ 0 h 609"/>
                <a:gd name="T2" fmla="*/ 0 w 111"/>
                <a:gd name="T3" fmla="*/ 0 h 609"/>
                <a:gd name="T4" fmla="*/ 0 w 111"/>
                <a:gd name="T5" fmla="*/ 0 h 609"/>
                <a:gd name="T6" fmla="*/ 0 w 111"/>
                <a:gd name="T7" fmla="*/ 0 h 609"/>
                <a:gd name="T8" fmla="*/ 0 w 111"/>
                <a:gd name="T9" fmla="*/ 0 h 609"/>
                <a:gd name="T10" fmla="*/ 0 w 111"/>
                <a:gd name="T11" fmla="*/ 0 h 609"/>
                <a:gd name="T12" fmla="*/ 0 w 111"/>
                <a:gd name="T13" fmla="*/ 0 h 6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1"/>
                <a:gd name="T22" fmla="*/ 0 h 609"/>
                <a:gd name="T23" fmla="*/ 111 w 111"/>
                <a:gd name="T24" fmla="*/ 609 h 60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1" h="609">
                  <a:moveTo>
                    <a:pt x="53" y="609"/>
                  </a:moveTo>
                  <a:lnTo>
                    <a:pt x="0" y="459"/>
                  </a:lnTo>
                  <a:lnTo>
                    <a:pt x="39" y="307"/>
                  </a:lnTo>
                  <a:lnTo>
                    <a:pt x="0" y="0"/>
                  </a:lnTo>
                  <a:lnTo>
                    <a:pt x="111" y="466"/>
                  </a:lnTo>
                  <a:lnTo>
                    <a:pt x="105" y="563"/>
                  </a:lnTo>
                  <a:lnTo>
                    <a:pt x="53" y="6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49" name="Freeform 310">
              <a:extLst>
                <a:ext uri="{FF2B5EF4-FFF2-40B4-BE49-F238E27FC236}">
                  <a16:creationId xmlns:a16="http://schemas.microsoft.com/office/drawing/2014/main" id="{5330A5FA-89CC-B542-A8A8-C68634D4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715"/>
              <a:ext cx="43" cy="82"/>
            </a:xfrm>
            <a:custGeom>
              <a:avLst/>
              <a:gdLst>
                <a:gd name="T0" fmla="*/ 0 w 343"/>
                <a:gd name="T1" fmla="*/ 0 h 655"/>
                <a:gd name="T2" fmla="*/ 0 w 343"/>
                <a:gd name="T3" fmla="*/ 0 h 655"/>
                <a:gd name="T4" fmla="*/ 0 w 343"/>
                <a:gd name="T5" fmla="*/ 0 h 655"/>
                <a:gd name="T6" fmla="*/ 0 w 343"/>
                <a:gd name="T7" fmla="*/ 0 h 655"/>
                <a:gd name="T8" fmla="*/ 0 w 343"/>
                <a:gd name="T9" fmla="*/ 0 h 655"/>
                <a:gd name="T10" fmla="*/ 0 w 343"/>
                <a:gd name="T11" fmla="*/ 0 h 655"/>
                <a:gd name="T12" fmla="*/ 0 w 343"/>
                <a:gd name="T13" fmla="*/ 0 h 655"/>
                <a:gd name="T14" fmla="*/ 0 w 343"/>
                <a:gd name="T15" fmla="*/ 0 h 655"/>
                <a:gd name="T16" fmla="*/ 0 w 343"/>
                <a:gd name="T17" fmla="*/ 0 h 655"/>
                <a:gd name="T18" fmla="*/ 0 w 343"/>
                <a:gd name="T19" fmla="*/ 0 h 655"/>
                <a:gd name="T20" fmla="*/ 0 w 343"/>
                <a:gd name="T21" fmla="*/ 0 h 655"/>
                <a:gd name="T22" fmla="*/ 0 w 343"/>
                <a:gd name="T23" fmla="*/ 0 h 655"/>
                <a:gd name="T24" fmla="*/ 0 w 343"/>
                <a:gd name="T25" fmla="*/ 0 h 655"/>
                <a:gd name="T26" fmla="*/ 0 w 343"/>
                <a:gd name="T27" fmla="*/ 0 h 655"/>
                <a:gd name="T28" fmla="*/ 0 w 343"/>
                <a:gd name="T29" fmla="*/ 0 h 655"/>
                <a:gd name="T30" fmla="*/ 0 w 343"/>
                <a:gd name="T31" fmla="*/ 0 h 655"/>
                <a:gd name="T32" fmla="*/ 0 w 343"/>
                <a:gd name="T33" fmla="*/ 0 h 655"/>
                <a:gd name="T34" fmla="*/ 0 w 343"/>
                <a:gd name="T35" fmla="*/ 0 h 655"/>
                <a:gd name="T36" fmla="*/ 0 w 343"/>
                <a:gd name="T37" fmla="*/ 0 h 655"/>
                <a:gd name="T38" fmla="*/ 0 w 343"/>
                <a:gd name="T39" fmla="*/ 0 h 655"/>
                <a:gd name="T40" fmla="*/ 0 w 343"/>
                <a:gd name="T41" fmla="*/ 0 h 655"/>
                <a:gd name="T42" fmla="*/ 0 w 343"/>
                <a:gd name="T43" fmla="*/ 0 h 655"/>
                <a:gd name="T44" fmla="*/ 0 w 343"/>
                <a:gd name="T45" fmla="*/ 0 h 655"/>
                <a:gd name="T46" fmla="*/ 0 w 343"/>
                <a:gd name="T47" fmla="*/ 0 h 6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43"/>
                <a:gd name="T73" fmla="*/ 0 h 655"/>
                <a:gd name="T74" fmla="*/ 343 w 343"/>
                <a:gd name="T75" fmla="*/ 655 h 65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43" h="655">
                  <a:moveTo>
                    <a:pt x="266" y="172"/>
                  </a:moveTo>
                  <a:lnTo>
                    <a:pt x="343" y="60"/>
                  </a:lnTo>
                  <a:lnTo>
                    <a:pt x="275" y="0"/>
                  </a:lnTo>
                  <a:lnTo>
                    <a:pt x="132" y="0"/>
                  </a:lnTo>
                  <a:lnTo>
                    <a:pt x="28" y="113"/>
                  </a:lnTo>
                  <a:lnTo>
                    <a:pt x="0" y="327"/>
                  </a:lnTo>
                  <a:lnTo>
                    <a:pt x="79" y="106"/>
                  </a:lnTo>
                  <a:lnTo>
                    <a:pt x="196" y="83"/>
                  </a:lnTo>
                  <a:lnTo>
                    <a:pt x="108" y="277"/>
                  </a:lnTo>
                  <a:lnTo>
                    <a:pt x="108" y="429"/>
                  </a:lnTo>
                  <a:lnTo>
                    <a:pt x="60" y="417"/>
                  </a:lnTo>
                  <a:lnTo>
                    <a:pt x="23" y="387"/>
                  </a:lnTo>
                  <a:lnTo>
                    <a:pt x="60" y="523"/>
                  </a:lnTo>
                  <a:lnTo>
                    <a:pt x="132" y="655"/>
                  </a:lnTo>
                  <a:lnTo>
                    <a:pt x="119" y="539"/>
                  </a:lnTo>
                  <a:lnTo>
                    <a:pt x="189" y="484"/>
                  </a:lnTo>
                  <a:lnTo>
                    <a:pt x="297" y="558"/>
                  </a:lnTo>
                  <a:lnTo>
                    <a:pt x="316" y="523"/>
                  </a:lnTo>
                  <a:lnTo>
                    <a:pt x="297" y="473"/>
                  </a:lnTo>
                  <a:lnTo>
                    <a:pt x="332" y="387"/>
                  </a:lnTo>
                  <a:lnTo>
                    <a:pt x="314" y="304"/>
                  </a:lnTo>
                  <a:lnTo>
                    <a:pt x="240" y="297"/>
                  </a:lnTo>
                  <a:lnTo>
                    <a:pt x="224" y="207"/>
                  </a:lnTo>
                  <a:lnTo>
                    <a:pt x="266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0" name="Freeform 311">
              <a:extLst>
                <a:ext uri="{FF2B5EF4-FFF2-40B4-BE49-F238E27FC236}">
                  <a16:creationId xmlns:a16="http://schemas.microsoft.com/office/drawing/2014/main" id="{FB9255F1-E875-7642-876E-F108C64CC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86"/>
              <a:ext cx="18" cy="22"/>
            </a:xfrm>
            <a:custGeom>
              <a:avLst/>
              <a:gdLst>
                <a:gd name="T0" fmla="*/ 0 w 143"/>
                <a:gd name="T1" fmla="*/ 0 h 175"/>
                <a:gd name="T2" fmla="*/ 0 w 143"/>
                <a:gd name="T3" fmla="*/ 0 h 175"/>
                <a:gd name="T4" fmla="*/ 0 w 143"/>
                <a:gd name="T5" fmla="*/ 0 h 175"/>
                <a:gd name="T6" fmla="*/ 0 w 143"/>
                <a:gd name="T7" fmla="*/ 0 h 175"/>
                <a:gd name="T8" fmla="*/ 0 w 143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3"/>
                <a:gd name="T16" fmla="*/ 0 h 175"/>
                <a:gd name="T17" fmla="*/ 143 w 143"/>
                <a:gd name="T18" fmla="*/ 175 h 1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3" h="175">
                  <a:moveTo>
                    <a:pt x="0" y="90"/>
                  </a:moveTo>
                  <a:lnTo>
                    <a:pt x="86" y="0"/>
                  </a:lnTo>
                  <a:lnTo>
                    <a:pt x="143" y="20"/>
                  </a:lnTo>
                  <a:lnTo>
                    <a:pt x="104" y="175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1" name="Freeform 312">
              <a:extLst>
                <a:ext uri="{FF2B5EF4-FFF2-40B4-BE49-F238E27FC236}">
                  <a16:creationId xmlns:a16="http://schemas.microsoft.com/office/drawing/2014/main" id="{E3E163C4-F7EF-3546-918D-F668FC4C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782"/>
              <a:ext cx="26" cy="22"/>
            </a:xfrm>
            <a:custGeom>
              <a:avLst/>
              <a:gdLst>
                <a:gd name="T0" fmla="*/ 0 w 207"/>
                <a:gd name="T1" fmla="*/ 0 h 175"/>
                <a:gd name="T2" fmla="*/ 0 w 207"/>
                <a:gd name="T3" fmla="*/ 0 h 175"/>
                <a:gd name="T4" fmla="*/ 0 w 207"/>
                <a:gd name="T5" fmla="*/ 0 h 175"/>
                <a:gd name="T6" fmla="*/ 0 w 207"/>
                <a:gd name="T7" fmla="*/ 0 h 1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7"/>
                <a:gd name="T13" fmla="*/ 0 h 175"/>
                <a:gd name="T14" fmla="*/ 207 w 207"/>
                <a:gd name="T15" fmla="*/ 175 h 1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7" h="175">
                  <a:moveTo>
                    <a:pt x="11" y="132"/>
                  </a:moveTo>
                  <a:lnTo>
                    <a:pt x="207" y="175"/>
                  </a:lnTo>
                  <a:lnTo>
                    <a:pt x="0" y="0"/>
                  </a:lnTo>
                  <a:lnTo>
                    <a:pt x="11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2" name="Freeform 313">
              <a:extLst>
                <a:ext uri="{FF2B5EF4-FFF2-40B4-BE49-F238E27FC236}">
                  <a16:creationId xmlns:a16="http://schemas.microsoft.com/office/drawing/2014/main" id="{36A224FC-3CE2-174F-9BBB-297B3DE0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35"/>
              <a:ext cx="119" cy="137"/>
            </a:xfrm>
            <a:custGeom>
              <a:avLst/>
              <a:gdLst>
                <a:gd name="T0" fmla="*/ 0 w 947"/>
                <a:gd name="T1" fmla="*/ 0 h 1096"/>
                <a:gd name="T2" fmla="*/ 0 w 947"/>
                <a:gd name="T3" fmla="*/ 0 h 1096"/>
                <a:gd name="T4" fmla="*/ 0 w 947"/>
                <a:gd name="T5" fmla="*/ 0 h 1096"/>
                <a:gd name="T6" fmla="*/ 0 w 947"/>
                <a:gd name="T7" fmla="*/ 0 h 1096"/>
                <a:gd name="T8" fmla="*/ 0 w 947"/>
                <a:gd name="T9" fmla="*/ 0 h 1096"/>
                <a:gd name="T10" fmla="*/ 0 w 947"/>
                <a:gd name="T11" fmla="*/ 0 h 1096"/>
                <a:gd name="T12" fmla="*/ 0 w 947"/>
                <a:gd name="T13" fmla="*/ 0 h 1096"/>
                <a:gd name="T14" fmla="*/ 0 w 947"/>
                <a:gd name="T15" fmla="*/ 0 h 10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47"/>
                <a:gd name="T25" fmla="*/ 0 h 1096"/>
                <a:gd name="T26" fmla="*/ 947 w 947"/>
                <a:gd name="T27" fmla="*/ 1096 h 109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47" h="1096">
                  <a:moveTo>
                    <a:pt x="947" y="0"/>
                  </a:moveTo>
                  <a:lnTo>
                    <a:pt x="628" y="164"/>
                  </a:lnTo>
                  <a:lnTo>
                    <a:pt x="167" y="643"/>
                  </a:lnTo>
                  <a:lnTo>
                    <a:pt x="0" y="883"/>
                  </a:lnTo>
                  <a:lnTo>
                    <a:pt x="0" y="1096"/>
                  </a:lnTo>
                  <a:lnTo>
                    <a:pt x="270" y="672"/>
                  </a:lnTo>
                  <a:lnTo>
                    <a:pt x="628" y="235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3" name="Freeform 314">
              <a:extLst>
                <a:ext uri="{FF2B5EF4-FFF2-40B4-BE49-F238E27FC236}">
                  <a16:creationId xmlns:a16="http://schemas.microsoft.com/office/drawing/2014/main" id="{0F8716CB-3787-7442-9F08-ECD1BC53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08"/>
              <a:ext cx="1259" cy="748"/>
            </a:xfrm>
            <a:custGeom>
              <a:avLst/>
              <a:gdLst>
                <a:gd name="T0" fmla="*/ 0 w 10071"/>
                <a:gd name="T1" fmla="*/ 0 h 5987"/>
                <a:gd name="T2" fmla="*/ 0 w 10071"/>
                <a:gd name="T3" fmla="*/ 0 h 5987"/>
                <a:gd name="T4" fmla="*/ 0 w 10071"/>
                <a:gd name="T5" fmla="*/ 0 h 5987"/>
                <a:gd name="T6" fmla="*/ 0 w 10071"/>
                <a:gd name="T7" fmla="*/ 0 h 5987"/>
                <a:gd name="T8" fmla="*/ 0 w 10071"/>
                <a:gd name="T9" fmla="*/ 0 h 5987"/>
                <a:gd name="T10" fmla="*/ 0 w 10071"/>
                <a:gd name="T11" fmla="*/ 0 h 5987"/>
                <a:gd name="T12" fmla="*/ 0 w 10071"/>
                <a:gd name="T13" fmla="*/ 0 h 5987"/>
                <a:gd name="T14" fmla="*/ 0 w 10071"/>
                <a:gd name="T15" fmla="*/ 0 h 5987"/>
                <a:gd name="T16" fmla="*/ 0 w 10071"/>
                <a:gd name="T17" fmla="*/ 0 h 5987"/>
                <a:gd name="T18" fmla="*/ 0 w 10071"/>
                <a:gd name="T19" fmla="*/ 0 h 5987"/>
                <a:gd name="T20" fmla="*/ 0 w 10071"/>
                <a:gd name="T21" fmla="*/ 0 h 5987"/>
                <a:gd name="T22" fmla="*/ 0 w 10071"/>
                <a:gd name="T23" fmla="*/ 0 h 5987"/>
                <a:gd name="T24" fmla="*/ 0 w 10071"/>
                <a:gd name="T25" fmla="*/ 0 h 5987"/>
                <a:gd name="T26" fmla="*/ 0 w 10071"/>
                <a:gd name="T27" fmla="*/ 0 h 5987"/>
                <a:gd name="T28" fmla="*/ 0 w 10071"/>
                <a:gd name="T29" fmla="*/ 0 h 5987"/>
                <a:gd name="T30" fmla="*/ 0 w 10071"/>
                <a:gd name="T31" fmla="*/ 0 h 5987"/>
                <a:gd name="T32" fmla="*/ 0 w 10071"/>
                <a:gd name="T33" fmla="*/ 0 h 5987"/>
                <a:gd name="T34" fmla="*/ 0 w 10071"/>
                <a:gd name="T35" fmla="*/ 0 h 5987"/>
                <a:gd name="T36" fmla="*/ 0 w 10071"/>
                <a:gd name="T37" fmla="*/ 0 h 5987"/>
                <a:gd name="T38" fmla="*/ 0 w 10071"/>
                <a:gd name="T39" fmla="*/ 0 h 5987"/>
                <a:gd name="T40" fmla="*/ 0 w 10071"/>
                <a:gd name="T41" fmla="*/ 0 h 5987"/>
                <a:gd name="T42" fmla="*/ 0 w 10071"/>
                <a:gd name="T43" fmla="*/ 0 h 5987"/>
                <a:gd name="T44" fmla="*/ 0 w 10071"/>
                <a:gd name="T45" fmla="*/ 0 h 5987"/>
                <a:gd name="T46" fmla="*/ 0 w 10071"/>
                <a:gd name="T47" fmla="*/ 0 h 5987"/>
                <a:gd name="T48" fmla="*/ 0 w 10071"/>
                <a:gd name="T49" fmla="*/ 0 h 5987"/>
                <a:gd name="T50" fmla="*/ 0 w 10071"/>
                <a:gd name="T51" fmla="*/ 0 h 5987"/>
                <a:gd name="T52" fmla="*/ 0 w 10071"/>
                <a:gd name="T53" fmla="*/ 0 h 5987"/>
                <a:gd name="T54" fmla="*/ 0 w 10071"/>
                <a:gd name="T55" fmla="*/ 0 h 5987"/>
                <a:gd name="T56" fmla="*/ 0 w 10071"/>
                <a:gd name="T57" fmla="*/ 0 h 5987"/>
                <a:gd name="T58" fmla="*/ 0 w 10071"/>
                <a:gd name="T59" fmla="*/ 0 h 5987"/>
                <a:gd name="T60" fmla="*/ 0 w 10071"/>
                <a:gd name="T61" fmla="*/ 0 h 5987"/>
                <a:gd name="T62" fmla="*/ 0 w 10071"/>
                <a:gd name="T63" fmla="*/ 0 h 5987"/>
                <a:gd name="T64" fmla="*/ 0 w 10071"/>
                <a:gd name="T65" fmla="*/ 0 h 5987"/>
                <a:gd name="T66" fmla="*/ 0 w 10071"/>
                <a:gd name="T67" fmla="*/ 0 h 5987"/>
                <a:gd name="T68" fmla="*/ 0 w 10071"/>
                <a:gd name="T69" fmla="*/ 0 h 5987"/>
                <a:gd name="T70" fmla="*/ 0 w 10071"/>
                <a:gd name="T71" fmla="*/ 0 h 5987"/>
                <a:gd name="T72" fmla="*/ 0 w 10071"/>
                <a:gd name="T73" fmla="*/ 0 h 5987"/>
                <a:gd name="T74" fmla="*/ 0 w 10071"/>
                <a:gd name="T75" fmla="*/ 0 h 5987"/>
                <a:gd name="T76" fmla="*/ 0 w 10071"/>
                <a:gd name="T77" fmla="*/ 0 h 5987"/>
                <a:gd name="T78" fmla="*/ 0 w 10071"/>
                <a:gd name="T79" fmla="*/ 0 h 5987"/>
                <a:gd name="T80" fmla="*/ 0 w 10071"/>
                <a:gd name="T81" fmla="*/ 0 h 5987"/>
                <a:gd name="T82" fmla="*/ 0 w 10071"/>
                <a:gd name="T83" fmla="*/ 0 h 5987"/>
                <a:gd name="T84" fmla="*/ 0 w 10071"/>
                <a:gd name="T85" fmla="*/ 0 h 5987"/>
                <a:gd name="T86" fmla="*/ 0 w 10071"/>
                <a:gd name="T87" fmla="*/ 0 h 5987"/>
                <a:gd name="T88" fmla="*/ 0 w 10071"/>
                <a:gd name="T89" fmla="*/ 0 h 5987"/>
                <a:gd name="T90" fmla="*/ 0 w 10071"/>
                <a:gd name="T91" fmla="*/ 0 h 5987"/>
                <a:gd name="T92" fmla="*/ 0 w 10071"/>
                <a:gd name="T93" fmla="*/ 0 h 5987"/>
                <a:gd name="T94" fmla="*/ 0 w 10071"/>
                <a:gd name="T95" fmla="*/ 0 h 5987"/>
                <a:gd name="T96" fmla="*/ 0 w 10071"/>
                <a:gd name="T97" fmla="*/ 0 h 5987"/>
                <a:gd name="T98" fmla="*/ 0 w 10071"/>
                <a:gd name="T99" fmla="*/ 0 h 5987"/>
                <a:gd name="T100" fmla="*/ 0 w 10071"/>
                <a:gd name="T101" fmla="*/ 0 h 5987"/>
                <a:gd name="T102" fmla="*/ 0 w 10071"/>
                <a:gd name="T103" fmla="*/ 0 h 5987"/>
                <a:gd name="T104" fmla="*/ 0 w 10071"/>
                <a:gd name="T105" fmla="*/ 0 h 5987"/>
                <a:gd name="T106" fmla="*/ 0 w 10071"/>
                <a:gd name="T107" fmla="*/ 0 h 5987"/>
                <a:gd name="T108" fmla="*/ 0 w 10071"/>
                <a:gd name="T109" fmla="*/ 0 h 5987"/>
                <a:gd name="T110" fmla="*/ 0 w 10071"/>
                <a:gd name="T111" fmla="*/ 0 h 59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071"/>
                <a:gd name="T169" fmla="*/ 0 h 5987"/>
                <a:gd name="T170" fmla="*/ 10071 w 10071"/>
                <a:gd name="T171" fmla="*/ 5987 h 59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071" h="5987">
                  <a:moveTo>
                    <a:pt x="3078" y="337"/>
                  </a:moveTo>
                  <a:lnTo>
                    <a:pt x="2554" y="961"/>
                  </a:lnTo>
                  <a:lnTo>
                    <a:pt x="2043" y="1895"/>
                  </a:lnTo>
                  <a:lnTo>
                    <a:pt x="989" y="2609"/>
                  </a:lnTo>
                  <a:lnTo>
                    <a:pt x="508" y="2393"/>
                  </a:lnTo>
                  <a:lnTo>
                    <a:pt x="0" y="2301"/>
                  </a:lnTo>
                  <a:lnTo>
                    <a:pt x="413" y="2423"/>
                  </a:lnTo>
                  <a:lnTo>
                    <a:pt x="796" y="2635"/>
                  </a:lnTo>
                  <a:lnTo>
                    <a:pt x="1109" y="2900"/>
                  </a:lnTo>
                  <a:lnTo>
                    <a:pt x="1446" y="3279"/>
                  </a:lnTo>
                  <a:lnTo>
                    <a:pt x="1758" y="3760"/>
                  </a:lnTo>
                  <a:lnTo>
                    <a:pt x="2119" y="4719"/>
                  </a:lnTo>
                  <a:lnTo>
                    <a:pt x="2336" y="5343"/>
                  </a:lnTo>
                  <a:lnTo>
                    <a:pt x="2457" y="5987"/>
                  </a:lnTo>
                  <a:lnTo>
                    <a:pt x="3945" y="5987"/>
                  </a:lnTo>
                  <a:lnTo>
                    <a:pt x="2982" y="4482"/>
                  </a:lnTo>
                  <a:lnTo>
                    <a:pt x="2527" y="3187"/>
                  </a:lnTo>
                  <a:lnTo>
                    <a:pt x="2578" y="2444"/>
                  </a:lnTo>
                  <a:lnTo>
                    <a:pt x="2624" y="3158"/>
                  </a:lnTo>
                  <a:lnTo>
                    <a:pt x="3052" y="4288"/>
                  </a:lnTo>
                  <a:lnTo>
                    <a:pt x="3991" y="5701"/>
                  </a:lnTo>
                  <a:lnTo>
                    <a:pt x="4281" y="5750"/>
                  </a:lnTo>
                  <a:lnTo>
                    <a:pt x="4378" y="5987"/>
                  </a:lnTo>
                  <a:lnTo>
                    <a:pt x="8152" y="5987"/>
                  </a:lnTo>
                  <a:lnTo>
                    <a:pt x="8322" y="5892"/>
                  </a:lnTo>
                  <a:lnTo>
                    <a:pt x="8722" y="5701"/>
                  </a:lnTo>
                  <a:lnTo>
                    <a:pt x="9113" y="5674"/>
                  </a:lnTo>
                  <a:lnTo>
                    <a:pt x="9135" y="5604"/>
                  </a:lnTo>
                  <a:lnTo>
                    <a:pt x="8843" y="5534"/>
                  </a:lnTo>
                  <a:lnTo>
                    <a:pt x="8530" y="5358"/>
                  </a:lnTo>
                  <a:lnTo>
                    <a:pt x="8242" y="5173"/>
                  </a:lnTo>
                  <a:lnTo>
                    <a:pt x="7839" y="5097"/>
                  </a:lnTo>
                  <a:lnTo>
                    <a:pt x="7546" y="5002"/>
                  </a:lnTo>
                  <a:lnTo>
                    <a:pt x="7168" y="4956"/>
                  </a:lnTo>
                  <a:lnTo>
                    <a:pt x="7168" y="4885"/>
                  </a:lnTo>
                  <a:lnTo>
                    <a:pt x="7452" y="4811"/>
                  </a:lnTo>
                  <a:lnTo>
                    <a:pt x="7767" y="4811"/>
                  </a:lnTo>
                  <a:lnTo>
                    <a:pt x="8080" y="4719"/>
                  </a:lnTo>
                  <a:lnTo>
                    <a:pt x="8652" y="4624"/>
                  </a:lnTo>
                  <a:lnTo>
                    <a:pt x="8992" y="4530"/>
                  </a:lnTo>
                  <a:lnTo>
                    <a:pt x="8821" y="4530"/>
                  </a:lnTo>
                  <a:lnTo>
                    <a:pt x="8627" y="4602"/>
                  </a:lnTo>
                  <a:lnTo>
                    <a:pt x="8339" y="4644"/>
                  </a:lnTo>
                  <a:lnTo>
                    <a:pt x="8030" y="4666"/>
                  </a:lnTo>
                  <a:lnTo>
                    <a:pt x="7818" y="4736"/>
                  </a:lnTo>
                  <a:lnTo>
                    <a:pt x="7818" y="4644"/>
                  </a:lnTo>
                  <a:lnTo>
                    <a:pt x="7931" y="4530"/>
                  </a:lnTo>
                  <a:lnTo>
                    <a:pt x="8201" y="4339"/>
                  </a:lnTo>
                  <a:lnTo>
                    <a:pt x="9234" y="4069"/>
                  </a:lnTo>
                  <a:lnTo>
                    <a:pt x="10071" y="3735"/>
                  </a:lnTo>
                  <a:lnTo>
                    <a:pt x="9159" y="4069"/>
                  </a:lnTo>
                  <a:lnTo>
                    <a:pt x="8516" y="4165"/>
                  </a:lnTo>
                  <a:lnTo>
                    <a:pt x="8272" y="4218"/>
                  </a:lnTo>
                  <a:lnTo>
                    <a:pt x="6778" y="4218"/>
                  </a:lnTo>
                  <a:lnTo>
                    <a:pt x="7117" y="4023"/>
                  </a:lnTo>
                  <a:lnTo>
                    <a:pt x="7382" y="3976"/>
                  </a:lnTo>
                  <a:lnTo>
                    <a:pt x="7594" y="3877"/>
                  </a:lnTo>
                  <a:lnTo>
                    <a:pt x="7670" y="3827"/>
                  </a:lnTo>
                  <a:lnTo>
                    <a:pt x="7670" y="3710"/>
                  </a:lnTo>
                  <a:lnTo>
                    <a:pt x="7643" y="3664"/>
                  </a:lnTo>
                  <a:lnTo>
                    <a:pt x="7522" y="3640"/>
                  </a:lnTo>
                  <a:lnTo>
                    <a:pt x="7474" y="3735"/>
                  </a:lnTo>
                  <a:lnTo>
                    <a:pt x="7353" y="3785"/>
                  </a:lnTo>
                  <a:lnTo>
                    <a:pt x="6832" y="3735"/>
                  </a:lnTo>
                  <a:lnTo>
                    <a:pt x="6685" y="3594"/>
                  </a:lnTo>
                  <a:lnTo>
                    <a:pt x="6731" y="3804"/>
                  </a:lnTo>
                  <a:lnTo>
                    <a:pt x="6731" y="3976"/>
                  </a:lnTo>
                  <a:lnTo>
                    <a:pt x="6661" y="4218"/>
                  </a:lnTo>
                  <a:lnTo>
                    <a:pt x="6661" y="3976"/>
                  </a:lnTo>
                  <a:lnTo>
                    <a:pt x="6441" y="3710"/>
                  </a:lnTo>
                  <a:lnTo>
                    <a:pt x="6589" y="4023"/>
                  </a:lnTo>
                  <a:lnTo>
                    <a:pt x="6589" y="4311"/>
                  </a:lnTo>
                  <a:lnTo>
                    <a:pt x="5434" y="5026"/>
                  </a:lnTo>
                  <a:lnTo>
                    <a:pt x="5265" y="4574"/>
                  </a:lnTo>
                  <a:lnTo>
                    <a:pt x="5265" y="3877"/>
                  </a:lnTo>
                  <a:lnTo>
                    <a:pt x="5602" y="3710"/>
                  </a:lnTo>
                  <a:lnTo>
                    <a:pt x="6107" y="3594"/>
                  </a:lnTo>
                  <a:lnTo>
                    <a:pt x="5773" y="3521"/>
                  </a:lnTo>
                  <a:lnTo>
                    <a:pt x="6056" y="3279"/>
                  </a:lnTo>
                  <a:lnTo>
                    <a:pt x="5173" y="3760"/>
                  </a:lnTo>
                  <a:lnTo>
                    <a:pt x="4810" y="3187"/>
                  </a:lnTo>
                  <a:lnTo>
                    <a:pt x="4666" y="1754"/>
                  </a:lnTo>
                  <a:lnTo>
                    <a:pt x="4500" y="790"/>
                  </a:lnTo>
                  <a:lnTo>
                    <a:pt x="4256" y="242"/>
                  </a:lnTo>
                  <a:lnTo>
                    <a:pt x="3964" y="0"/>
                  </a:lnTo>
                  <a:lnTo>
                    <a:pt x="4187" y="242"/>
                  </a:lnTo>
                  <a:lnTo>
                    <a:pt x="4424" y="693"/>
                  </a:lnTo>
                  <a:lnTo>
                    <a:pt x="4544" y="1271"/>
                  </a:lnTo>
                  <a:lnTo>
                    <a:pt x="4620" y="2181"/>
                  </a:lnTo>
                  <a:lnTo>
                    <a:pt x="4712" y="3140"/>
                  </a:lnTo>
                  <a:lnTo>
                    <a:pt x="3611" y="1531"/>
                  </a:lnTo>
                  <a:lnTo>
                    <a:pt x="4019" y="2469"/>
                  </a:lnTo>
                  <a:lnTo>
                    <a:pt x="4782" y="3543"/>
                  </a:lnTo>
                  <a:lnTo>
                    <a:pt x="4782" y="3947"/>
                  </a:lnTo>
                  <a:lnTo>
                    <a:pt x="4544" y="4549"/>
                  </a:lnTo>
                  <a:lnTo>
                    <a:pt x="5047" y="3947"/>
                  </a:lnTo>
                  <a:lnTo>
                    <a:pt x="5148" y="4288"/>
                  </a:lnTo>
                  <a:lnTo>
                    <a:pt x="5148" y="4574"/>
                  </a:lnTo>
                  <a:lnTo>
                    <a:pt x="4666" y="5125"/>
                  </a:lnTo>
                  <a:lnTo>
                    <a:pt x="4208" y="4736"/>
                  </a:lnTo>
                  <a:lnTo>
                    <a:pt x="3964" y="4908"/>
                  </a:lnTo>
                  <a:lnTo>
                    <a:pt x="3899" y="4811"/>
                  </a:lnTo>
                  <a:lnTo>
                    <a:pt x="4019" y="4359"/>
                  </a:lnTo>
                  <a:lnTo>
                    <a:pt x="3991" y="4189"/>
                  </a:lnTo>
                  <a:lnTo>
                    <a:pt x="2744" y="2589"/>
                  </a:lnTo>
                  <a:lnTo>
                    <a:pt x="2716" y="2324"/>
                  </a:lnTo>
                  <a:lnTo>
                    <a:pt x="2716" y="1824"/>
                  </a:lnTo>
                  <a:lnTo>
                    <a:pt x="2767" y="1339"/>
                  </a:lnTo>
                  <a:lnTo>
                    <a:pt x="2883" y="840"/>
                  </a:lnTo>
                  <a:lnTo>
                    <a:pt x="3078" y="482"/>
                  </a:lnTo>
                  <a:lnTo>
                    <a:pt x="3345" y="173"/>
                  </a:lnTo>
                  <a:lnTo>
                    <a:pt x="3078" y="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4" name="Freeform 315">
              <a:extLst>
                <a:ext uri="{FF2B5EF4-FFF2-40B4-BE49-F238E27FC236}">
                  <a16:creationId xmlns:a16="http://schemas.microsoft.com/office/drawing/2014/main" id="{908E1B31-DC4B-A346-8169-248F042C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387"/>
              <a:ext cx="127" cy="83"/>
            </a:xfrm>
            <a:custGeom>
              <a:avLst/>
              <a:gdLst>
                <a:gd name="T0" fmla="*/ 0 w 1016"/>
                <a:gd name="T1" fmla="*/ 0 h 665"/>
                <a:gd name="T2" fmla="*/ 0 w 1016"/>
                <a:gd name="T3" fmla="*/ 0 h 665"/>
                <a:gd name="T4" fmla="*/ 0 w 1016"/>
                <a:gd name="T5" fmla="*/ 0 h 665"/>
                <a:gd name="T6" fmla="*/ 0 w 1016"/>
                <a:gd name="T7" fmla="*/ 0 h 665"/>
                <a:gd name="T8" fmla="*/ 0 w 1016"/>
                <a:gd name="T9" fmla="*/ 0 h 665"/>
                <a:gd name="T10" fmla="*/ 0 w 1016"/>
                <a:gd name="T11" fmla="*/ 0 h 665"/>
                <a:gd name="T12" fmla="*/ 0 w 1016"/>
                <a:gd name="T13" fmla="*/ 0 h 665"/>
                <a:gd name="T14" fmla="*/ 0 w 1016"/>
                <a:gd name="T15" fmla="*/ 0 h 665"/>
                <a:gd name="T16" fmla="*/ 0 w 1016"/>
                <a:gd name="T17" fmla="*/ 0 h 665"/>
                <a:gd name="T18" fmla="*/ 0 w 1016"/>
                <a:gd name="T19" fmla="*/ 0 h 665"/>
                <a:gd name="T20" fmla="*/ 0 w 1016"/>
                <a:gd name="T21" fmla="*/ 0 h 665"/>
                <a:gd name="T22" fmla="*/ 0 w 1016"/>
                <a:gd name="T23" fmla="*/ 0 h 665"/>
                <a:gd name="T24" fmla="*/ 0 w 1016"/>
                <a:gd name="T25" fmla="*/ 0 h 665"/>
                <a:gd name="T26" fmla="*/ 0 w 1016"/>
                <a:gd name="T27" fmla="*/ 0 h 6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016"/>
                <a:gd name="T43" fmla="*/ 0 h 665"/>
                <a:gd name="T44" fmla="*/ 1016 w 1016"/>
                <a:gd name="T45" fmla="*/ 665 h 66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016" h="665">
                  <a:moveTo>
                    <a:pt x="6" y="0"/>
                  </a:moveTo>
                  <a:lnTo>
                    <a:pt x="218" y="118"/>
                  </a:lnTo>
                  <a:lnTo>
                    <a:pt x="705" y="173"/>
                  </a:lnTo>
                  <a:lnTo>
                    <a:pt x="705" y="228"/>
                  </a:lnTo>
                  <a:lnTo>
                    <a:pt x="1016" y="240"/>
                  </a:lnTo>
                  <a:lnTo>
                    <a:pt x="697" y="275"/>
                  </a:lnTo>
                  <a:lnTo>
                    <a:pt x="653" y="446"/>
                  </a:lnTo>
                  <a:lnTo>
                    <a:pt x="626" y="662"/>
                  </a:lnTo>
                  <a:lnTo>
                    <a:pt x="596" y="665"/>
                  </a:lnTo>
                  <a:lnTo>
                    <a:pt x="615" y="406"/>
                  </a:lnTo>
                  <a:lnTo>
                    <a:pt x="653" y="235"/>
                  </a:lnTo>
                  <a:lnTo>
                    <a:pt x="218" y="178"/>
                  </a:lnTo>
                  <a:lnTo>
                    <a:pt x="0" y="9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5" name="Freeform 316">
              <a:extLst>
                <a:ext uri="{FF2B5EF4-FFF2-40B4-BE49-F238E27FC236}">
                  <a16:creationId xmlns:a16="http://schemas.microsoft.com/office/drawing/2014/main" id="{7A667FA1-8FE4-B54F-BA6F-F49AA8C4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345"/>
              <a:ext cx="228" cy="133"/>
            </a:xfrm>
            <a:custGeom>
              <a:avLst/>
              <a:gdLst>
                <a:gd name="T0" fmla="*/ 0 w 1821"/>
                <a:gd name="T1" fmla="*/ 0 h 1066"/>
                <a:gd name="T2" fmla="*/ 0 w 1821"/>
                <a:gd name="T3" fmla="*/ 0 h 1066"/>
                <a:gd name="T4" fmla="*/ 0 w 1821"/>
                <a:gd name="T5" fmla="*/ 0 h 1066"/>
                <a:gd name="T6" fmla="*/ 0 w 1821"/>
                <a:gd name="T7" fmla="*/ 0 h 1066"/>
                <a:gd name="T8" fmla="*/ 0 w 1821"/>
                <a:gd name="T9" fmla="*/ 0 h 1066"/>
                <a:gd name="T10" fmla="*/ 0 w 1821"/>
                <a:gd name="T11" fmla="*/ 0 h 1066"/>
                <a:gd name="T12" fmla="*/ 0 w 1821"/>
                <a:gd name="T13" fmla="*/ 0 h 1066"/>
                <a:gd name="T14" fmla="*/ 0 w 1821"/>
                <a:gd name="T15" fmla="*/ 0 h 1066"/>
                <a:gd name="T16" fmla="*/ 0 w 1821"/>
                <a:gd name="T17" fmla="*/ 0 h 1066"/>
                <a:gd name="T18" fmla="*/ 0 w 1821"/>
                <a:gd name="T19" fmla="*/ 0 h 1066"/>
                <a:gd name="T20" fmla="*/ 0 w 1821"/>
                <a:gd name="T21" fmla="*/ 0 h 1066"/>
                <a:gd name="T22" fmla="*/ 0 w 1821"/>
                <a:gd name="T23" fmla="*/ 0 h 1066"/>
                <a:gd name="T24" fmla="*/ 0 w 1821"/>
                <a:gd name="T25" fmla="*/ 0 h 1066"/>
                <a:gd name="T26" fmla="*/ 0 w 1821"/>
                <a:gd name="T27" fmla="*/ 0 h 1066"/>
                <a:gd name="T28" fmla="*/ 0 w 1821"/>
                <a:gd name="T29" fmla="*/ 0 h 1066"/>
                <a:gd name="T30" fmla="*/ 0 w 1821"/>
                <a:gd name="T31" fmla="*/ 0 h 1066"/>
                <a:gd name="T32" fmla="*/ 0 w 1821"/>
                <a:gd name="T33" fmla="*/ 0 h 1066"/>
                <a:gd name="T34" fmla="*/ 0 w 1821"/>
                <a:gd name="T35" fmla="*/ 0 h 1066"/>
                <a:gd name="T36" fmla="*/ 0 w 1821"/>
                <a:gd name="T37" fmla="*/ 0 h 1066"/>
                <a:gd name="T38" fmla="*/ 0 w 1821"/>
                <a:gd name="T39" fmla="*/ 0 h 1066"/>
                <a:gd name="T40" fmla="*/ 0 w 1821"/>
                <a:gd name="T41" fmla="*/ 0 h 1066"/>
                <a:gd name="T42" fmla="*/ 0 w 1821"/>
                <a:gd name="T43" fmla="*/ 0 h 1066"/>
                <a:gd name="T44" fmla="*/ 0 w 1821"/>
                <a:gd name="T45" fmla="*/ 0 h 1066"/>
                <a:gd name="T46" fmla="*/ 0 w 1821"/>
                <a:gd name="T47" fmla="*/ 0 h 1066"/>
                <a:gd name="T48" fmla="*/ 0 w 1821"/>
                <a:gd name="T49" fmla="*/ 0 h 1066"/>
                <a:gd name="T50" fmla="*/ 0 w 1821"/>
                <a:gd name="T51" fmla="*/ 0 h 1066"/>
                <a:gd name="T52" fmla="*/ 0 w 1821"/>
                <a:gd name="T53" fmla="*/ 0 h 1066"/>
                <a:gd name="T54" fmla="*/ 0 w 1821"/>
                <a:gd name="T55" fmla="*/ 0 h 1066"/>
                <a:gd name="T56" fmla="*/ 0 w 1821"/>
                <a:gd name="T57" fmla="*/ 0 h 1066"/>
                <a:gd name="T58" fmla="*/ 0 w 1821"/>
                <a:gd name="T59" fmla="*/ 0 h 1066"/>
                <a:gd name="T60" fmla="*/ 0 w 1821"/>
                <a:gd name="T61" fmla="*/ 0 h 1066"/>
                <a:gd name="T62" fmla="*/ 0 w 1821"/>
                <a:gd name="T63" fmla="*/ 0 h 1066"/>
                <a:gd name="T64" fmla="*/ 0 w 1821"/>
                <a:gd name="T65" fmla="*/ 0 h 1066"/>
                <a:gd name="T66" fmla="*/ 0 w 1821"/>
                <a:gd name="T67" fmla="*/ 0 h 1066"/>
                <a:gd name="T68" fmla="*/ 0 w 1821"/>
                <a:gd name="T69" fmla="*/ 0 h 1066"/>
                <a:gd name="T70" fmla="*/ 0 w 1821"/>
                <a:gd name="T71" fmla="*/ 0 h 1066"/>
                <a:gd name="T72" fmla="*/ 0 w 1821"/>
                <a:gd name="T73" fmla="*/ 0 h 1066"/>
                <a:gd name="T74" fmla="*/ 0 w 1821"/>
                <a:gd name="T75" fmla="*/ 0 h 1066"/>
                <a:gd name="T76" fmla="*/ 0 w 1821"/>
                <a:gd name="T77" fmla="*/ 0 h 1066"/>
                <a:gd name="T78" fmla="*/ 0 w 1821"/>
                <a:gd name="T79" fmla="*/ 0 h 1066"/>
                <a:gd name="T80" fmla="*/ 0 w 1821"/>
                <a:gd name="T81" fmla="*/ 0 h 1066"/>
                <a:gd name="T82" fmla="*/ 0 w 1821"/>
                <a:gd name="T83" fmla="*/ 0 h 1066"/>
                <a:gd name="T84" fmla="*/ 0 w 1821"/>
                <a:gd name="T85" fmla="*/ 0 h 1066"/>
                <a:gd name="T86" fmla="*/ 0 w 1821"/>
                <a:gd name="T87" fmla="*/ 0 h 1066"/>
                <a:gd name="T88" fmla="*/ 0 w 1821"/>
                <a:gd name="T89" fmla="*/ 0 h 10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821"/>
                <a:gd name="T136" fmla="*/ 0 h 1066"/>
                <a:gd name="T137" fmla="*/ 1821 w 1821"/>
                <a:gd name="T138" fmla="*/ 1066 h 106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821" h="1066">
                  <a:moveTo>
                    <a:pt x="0" y="706"/>
                  </a:moveTo>
                  <a:lnTo>
                    <a:pt x="137" y="242"/>
                  </a:lnTo>
                  <a:lnTo>
                    <a:pt x="597" y="0"/>
                  </a:lnTo>
                  <a:lnTo>
                    <a:pt x="906" y="137"/>
                  </a:lnTo>
                  <a:lnTo>
                    <a:pt x="1268" y="176"/>
                  </a:lnTo>
                  <a:lnTo>
                    <a:pt x="1330" y="227"/>
                  </a:lnTo>
                  <a:lnTo>
                    <a:pt x="1341" y="317"/>
                  </a:lnTo>
                  <a:lnTo>
                    <a:pt x="1504" y="360"/>
                  </a:lnTo>
                  <a:lnTo>
                    <a:pt x="1634" y="459"/>
                  </a:lnTo>
                  <a:lnTo>
                    <a:pt x="1708" y="488"/>
                  </a:lnTo>
                  <a:lnTo>
                    <a:pt x="1819" y="579"/>
                  </a:lnTo>
                  <a:lnTo>
                    <a:pt x="1821" y="655"/>
                  </a:lnTo>
                  <a:lnTo>
                    <a:pt x="1763" y="706"/>
                  </a:lnTo>
                  <a:lnTo>
                    <a:pt x="1634" y="822"/>
                  </a:lnTo>
                  <a:lnTo>
                    <a:pt x="1637" y="910"/>
                  </a:lnTo>
                  <a:lnTo>
                    <a:pt x="1612" y="800"/>
                  </a:lnTo>
                  <a:lnTo>
                    <a:pt x="1785" y="640"/>
                  </a:lnTo>
                  <a:lnTo>
                    <a:pt x="1785" y="584"/>
                  </a:lnTo>
                  <a:lnTo>
                    <a:pt x="1637" y="499"/>
                  </a:lnTo>
                  <a:lnTo>
                    <a:pt x="1577" y="512"/>
                  </a:lnTo>
                  <a:lnTo>
                    <a:pt x="1504" y="503"/>
                  </a:lnTo>
                  <a:lnTo>
                    <a:pt x="1370" y="579"/>
                  </a:lnTo>
                  <a:lnTo>
                    <a:pt x="1543" y="448"/>
                  </a:lnTo>
                  <a:lnTo>
                    <a:pt x="1471" y="383"/>
                  </a:lnTo>
                  <a:lnTo>
                    <a:pt x="1341" y="356"/>
                  </a:lnTo>
                  <a:lnTo>
                    <a:pt x="1341" y="409"/>
                  </a:lnTo>
                  <a:lnTo>
                    <a:pt x="1394" y="503"/>
                  </a:lnTo>
                  <a:lnTo>
                    <a:pt x="1319" y="413"/>
                  </a:lnTo>
                  <a:lnTo>
                    <a:pt x="1268" y="247"/>
                  </a:lnTo>
                  <a:lnTo>
                    <a:pt x="1205" y="192"/>
                  </a:lnTo>
                  <a:lnTo>
                    <a:pt x="885" y="176"/>
                  </a:lnTo>
                  <a:lnTo>
                    <a:pt x="641" y="47"/>
                  </a:lnTo>
                  <a:lnTo>
                    <a:pt x="161" y="264"/>
                  </a:lnTo>
                  <a:lnTo>
                    <a:pt x="90" y="552"/>
                  </a:lnTo>
                  <a:lnTo>
                    <a:pt x="321" y="574"/>
                  </a:lnTo>
                  <a:lnTo>
                    <a:pt x="590" y="655"/>
                  </a:lnTo>
                  <a:lnTo>
                    <a:pt x="791" y="822"/>
                  </a:lnTo>
                  <a:lnTo>
                    <a:pt x="1053" y="719"/>
                  </a:lnTo>
                  <a:lnTo>
                    <a:pt x="873" y="930"/>
                  </a:lnTo>
                  <a:lnTo>
                    <a:pt x="873" y="1066"/>
                  </a:lnTo>
                  <a:lnTo>
                    <a:pt x="786" y="851"/>
                  </a:lnTo>
                  <a:lnTo>
                    <a:pt x="597" y="699"/>
                  </a:lnTo>
                  <a:lnTo>
                    <a:pt x="403" y="633"/>
                  </a:lnTo>
                  <a:lnTo>
                    <a:pt x="173" y="614"/>
                  </a:lnTo>
                  <a:lnTo>
                    <a:pt x="0" y="7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6" name="Freeform 317">
              <a:extLst>
                <a:ext uri="{FF2B5EF4-FFF2-40B4-BE49-F238E27FC236}">
                  <a16:creationId xmlns:a16="http://schemas.microsoft.com/office/drawing/2014/main" id="{F7F895B6-DECA-5148-80EC-B73A0DEA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47"/>
              <a:ext cx="112" cy="58"/>
            </a:xfrm>
            <a:custGeom>
              <a:avLst/>
              <a:gdLst>
                <a:gd name="T0" fmla="*/ 0 w 895"/>
                <a:gd name="T1" fmla="*/ 0 h 462"/>
                <a:gd name="T2" fmla="*/ 0 w 895"/>
                <a:gd name="T3" fmla="*/ 0 h 462"/>
                <a:gd name="T4" fmla="*/ 0 w 895"/>
                <a:gd name="T5" fmla="*/ 0 h 462"/>
                <a:gd name="T6" fmla="*/ 0 w 895"/>
                <a:gd name="T7" fmla="*/ 0 h 462"/>
                <a:gd name="T8" fmla="*/ 0 w 895"/>
                <a:gd name="T9" fmla="*/ 0 h 462"/>
                <a:gd name="T10" fmla="*/ 0 w 895"/>
                <a:gd name="T11" fmla="*/ 0 h 462"/>
                <a:gd name="T12" fmla="*/ 0 w 895"/>
                <a:gd name="T13" fmla="*/ 0 h 462"/>
                <a:gd name="T14" fmla="*/ 0 w 895"/>
                <a:gd name="T15" fmla="*/ 0 h 462"/>
                <a:gd name="T16" fmla="*/ 0 w 895"/>
                <a:gd name="T17" fmla="*/ 0 h 462"/>
                <a:gd name="T18" fmla="*/ 0 w 895"/>
                <a:gd name="T19" fmla="*/ 0 h 462"/>
                <a:gd name="T20" fmla="*/ 0 w 895"/>
                <a:gd name="T21" fmla="*/ 0 h 462"/>
                <a:gd name="T22" fmla="*/ 0 w 895"/>
                <a:gd name="T23" fmla="*/ 0 h 4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95"/>
                <a:gd name="T37" fmla="*/ 0 h 462"/>
                <a:gd name="T38" fmla="*/ 895 w 895"/>
                <a:gd name="T39" fmla="*/ 462 h 46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95" h="462">
                  <a:moveTo>
                    <a:pt x="0" y="69"/>
                  </a:moveTo>
                  <a:lnTo>
                    <a:pt x="363" y="91"/>
                  </a:lnTo>
                  <a:lnTo>
                    <a:pt x="593" y="177"/>
                  </a:lnTo>
                  <a:lnTo>
                    <a:pt x="764" y="313"/>
                  </a:lnTo>
                  <a:lnTo>
                    <a:pt x="844" y="462"/>
                  </a:lnTo>
                  <a:lnTo>
                    <a:pt x="895" y="421"/>
                  </a:lnTo>
                  <a:lnTo>
                    <a:pt x="791" y="262"/>
                  </a:lnTo>
                  <a:lnTo>
                    <a:pt x="642" y="126"/>
                  </a:lnTo>
                  <a:lnTo>
                    <a:pt x="427" y="20"/>
                  </a:lnTo>
                  <a:lnTo>
                    <a:pt x="180" y="0"/>
                  </a:lnTo>
                  <a:lnTo>
                    <a:pt x="13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7" name="Freeform 318">
              <a:extLst>
                <a:ext uri="{FF2B5EF4-FFF2-40B4-BE49-F238E27FC236}">
                  <a16:creationId xmlns:a16="http://schemas.microsoft.com/office/drawing/2014/main" id="{680F85C5-E1AD-9843-93ED-22B0D16A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612"/>
              <a:ext cx="26" cy="23"/>
            </a:xfrm>
            <a:custGeom>
              <a:avLst/>
              <a:gdLst>
                <a:gd name="T0" fmla="*/ 0 w 203"/>
                <a:gd name="T1" fmla="*/ 0 h 182"/>
                <a:gd name="T2" fmla="*/ 0 w 203"/>
                <a:gd name="T3" fmla="*/ 0 h 182"/>
                <a:gd name="T4" fmla="*/ 0 w 203"/>
                <a:gd name="T5" fmla="*/ 0 h 182"/>
                <a:gd name="T6" fmla="*/ 0 w 203"/>
                <a:gd name="T7" fmla="*/ 0 h 182"/>
                <a:gd name="T8" fmla="*/ 0 w 203"/>
                <a:gd name="T9" fmla="*/ 0 h 182"/>
                <a:gd name="T10" fmla="*/ 0 w 203"/>
                <a:gd name="T11" fmla="*/ 0 h 182"/>
                <a:gd name="T12" fmla="*/ 0 w 203"/>
                <a:gd name="T13" fmla="*/ 0 h 182"/>
                <a:gd name="T14" fmla="*/ 0 w 203"/>
                <a:gd name="T15" fmla="*/ 0 h 182"/>
                <a:gd name="T16" fmla="*/ 0 w 203"/>
                <a:gd name="T17" fmla="*/ 0 h 182"/>
                <a:gd name="T18" fmla="*/ 0 w 203"/>
                <a:gd name="T19" fmla="*/ 0 h 182"/>
                <a:gd name="T20" fmla="*/ 0 w 203"/>
                <a:gd name="T21" fmla="*/ 0 h 182"/>
                <a:gd name="T22" fmla="*/ 0 w 203"/>
                <a:gd name="T23" fmla="*/ 0 h 182"/>
                <a:gd name="T24" fmla="*/ 0 w 203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3"/>
                <a:gd name="T40" fmla="*/ 0 h 182"/>
                <a:gd name="T41" fmla="*/ 203 w 203"/>
                <a:gd name="T42" fmla="*/ 182 h 18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3" h="182">
                  <a:moveTo>
                    <a:pt x="0" y="20"/>
                  </a:moveTo>
                  <a:lnTo>
                    <a:pt x="95" y="22"/>
                  </a:lnTo>
                  <a:lnTo>
                    <a:pt x="146" y="62"/>
                  </a:lnTo>
                  <a:lnTo>
                    <a:pt x="169" y="97"/>
                  </a:lnTo>
                  <a:lnTo>
                    <a:pt x="169" y="133"/>
                  </a:lnTo>
                  <a:lnTo>
                    <a:pt x="146" y="182"/>
                  </a:lnTo>
                  <a:lnTo>
                    <a:pt x="181" y="167"/>
                  </a:lnTo>
                  <a:lnTo>
                    <a:pt x="203" y="121"/>
                  </a:lnTo>
                  <a:lnTo>
                    <a:pt x="194" y="86"/>
                  </a:lnTo>
                  <a:lnTo>
                    <a:pt x="165" y="38"/>
                  </a:lnTo>
                  <a:lnTo>
                    <a:pt x="130" y="20"/>
                  </a:lnTo>
                  <a:lnTo>
                    <a:pt x="4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8" name="Freeform 319">
              <a:extLst>
                <a:ext uri="{FF2B5EF4-FFF2-40B4-BE49-F238E27FC236}">
                  <a16:creationId xmlns:a16="http://schemas.microsoft.com/office/drawing/2014/main" id="{F376D926-72FC-C246-9C96-C5CB4787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599"/>
              <a:ext cx="45" cy="25"/>
            </a:xfrm>
            <a:custGeom>
              <a:avLst/>
              <a:gdLst>
                <a:gd name="T0" fmla="*/ 0 w 360"/>
                <a:gd name="T1" fmla="*/ 0 h 197"/>
                <a:gd name="T2" fmla="*/ 0 w 360"/>
                <a:gd name="T3" fmla="*/ 0 h 197"/>
                <a:gd name="T4" fmla="*/ 0 w 360"/>
                <a:gd name="T5" fmla="*/ 0 h 197"/>
                <a:gd name="T6" fmla="*/ 0 w 360"/>
                <a:gd name="T7" fmla="*/ 0 h 197"/>
                <a:gd name="T8" fmla="*/ 0 w 360"/>
                <a:gd name="T9" fmla="*/ 0 h 197"/>
                <a:gd name="T10" fmla="*/ 0 w 360"/>
                <a:gd name="T11" fmla="*/ 0 h 197"/>
                <a:gd name="T12" fmla="*/ 0 w 360"/>
                <a:gd name="T13" fmla="*/ 0 h 197"/>
                <a:gd name="T14" fmla="*/ 0 w 360"/>
                <a:gd name="T15" fmla="*/ 0 h 197"/>
                <a:gd name="T16" fmla="*/ 0 w 360"/>
                <a:gd name="T17" fmla="*/ 0 h 197"/>
                <a:gd name="T18" fmla="*/ 0 w 360"/>
                <a:gd name="T19" fmla="*/ 0 h 197"/>
                <a:gd name="T20" fmla="*/ 0 w 360"/>
                <a:gd name="T21" fmla="*/ 0 h 197"/>
                <a:gd name="T22" fmla="*/ 0 w 360"/>
                <a:gd name="T23" fmla="*/ 0 h 197"/>
                <a:gd name="T24" fmla="*/ 0 w 360"/>
                <a:gd name="T25" fmla="*/ 0 h 197"/>
                <a:gd name="T26" fmla="*/ 0 w 360"/>
                <a:gd name="T27" fmla="*/ 0 h 197"/>
                <a:gd name="T28" fmla="*/ 0 w 360"/>
                <a:gd name="T29" fmla="*/ 0 h 197"/>
                <a:gd name="T30" fmla="*/ 0 w 360"/>
                <a:gd name="T31" fmla="*/ 0 h 197"/>
                <a:gd name="T32" fmla="*/ 0 w 360"/>
                <a:gd name="T33" fmla="*/ 0 h 197"/>
                <a:gd name="T34" fmla="*/ 0 w 360"/>
                <a:gd name="T35" fmla="*/ 0 h 1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0"/>
                <a:gd name="T55" fmla="*/ 0 h 197"/>
                <a:gd name="T56" fmla="*/ 360 w 360"/>
                <a:gd name="T57" fmla="*/ 197 h 19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0" h="197">
                  <a:moveTo>
                    <a:pt x="245" y="26"/>
                  </a:moveTo>
                  <a:lnTo>
                    <a:pt x="286" y="51"/>
                  </a:lnTo>
                  <a:lnTo>
                    <a:pt x="309" y="100"/>
                  </a:lnTo>
                  <a:lnTo>
                    <a:pt x="296" y="138"/>
                  </a:lnTo>
                  <a:lnTo>
                    <a:pt x="261" y="177"/>
                  </a:lnTo>
                  <a:lnTo>
                    <a:pt x="63" y="166"/>
                  </a:lnTo>
                  <a:lnTo>
                    <a:pt x="28" y="150"/>
                  </a:lnTo>
                  <a:lnTo>
                    <a:pt x="24" y="104"/>
                  </a:lnTo>
                  <a:lnTo>
                    <a:pt x="28" y="100"/>
                  </a:lnTo>
                  <a:lnTo>
                    <a:pt x="0" y="104"/>
                  </a:lnTo>
                  <a:lnTo>
                    <a:pt x="0" y="138"/>
                  </a:lnTo>
                  <a:lnTo>
                    <a:pt x="39" y="186"/>
                  </a:lnTo>
                  <a:lnTo>
                    <a:pt x="296" y="197"/>
                  </a:lnTo>
                  <a:lnTo>
                    <a:pt x="349" y="150"/>
                  </a:lnTo>
                  <a:lnTo>
                    <a:pt x="360" y="87"/>
                  </a:lnTo>
                  <a:lnTo>
                    <a:pt x="325" y="26"/>
                  </a:lnTo>
                  <a:lnTo>
                    <a:pt x="274" y="0"/>
                  </a:lnTo>
                  <a:lnTo>
                    <a:pt x="245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59" name="Line 320">
              <a:extLst>
                <a:ext uri="{FF2B5EF4-FFF2-40B4-BE49-F238E27FC236}">
                  <a16:creationId xmlns:a16="http://schemas.microsoft.com/office/drawing/2014/main" id="{352F519B-FA5C-6E48-B2FC-1CEA9F3A1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6" y="1871"/>
              <a:ext cx="8" cy="2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0" name="Line 321">
              <a:extLst>
                <a:ext uri="{FF2B5EF4-FFF2-40B4-BE49-F238E27FC236}">
                  <a16:creationId xmlns:a16="http://schemas.microsoft.com/office/drawing/2014/main" id="{BA493C55-B880-9A4F-9007-C66C46014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0" y="1730"/>
              <a:ext cx="4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1" name="Line 322">
              <a:extLst>
                <a:ext uri="{FF2B5EF4-FFF2-40B4-BE49-F238E27FC236}">
                  <a16:creationId xmlns:a16="http://schemas.microsoft.com/office/drawing/2014/main" id="{FCA59CF1-00F2-E149-8A3E-009F687CE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3" y="1731"/>
              <a:ext cx="6" cy="5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2" name="Line 323">
              <a:extLst>
                <a:ext uri="{FF2B5EF4-FFF2-40B4-BE49-F238E27FC236}">
                  <a16:creationId xmlns:a16="http://schemas.microsoft.com/office/drawing/2014/main" id="{FA7C8375-6E4D-284D-85AF-BB87E1306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6" y="1742"/>
              <a:ext cx="2" cy="5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3" name="Line 324">
              <a:extLst>
                <a:ext uri="{FF2B5EF4-FFF2-40B4-BE49-F238E27FC236}">
                  <a16:creationId xmlns:a16="http://schemas.microsoft.com/office/drawing/2014/main" id="{57B98FC7-D1B5-CC4F-B74F-6EB930887B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8" y="1760"/>
              <a:ext cx="1" cy="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4" name="Line 325">
              <a:extLst>
                <a:ext uri="{FF2B5EF4-FFF2-40B4-BE49-F238E27FC236}">
                  <a16:creationId xmlns:a16="http://schemas.microsoft.com/office/drawing/2014/main" id="{4393ABC5-DA8E-D848-A7ED-A8EB30159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5" y="1775"/>
              <a:ext cx="4" cy="3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5" name="Line 326">
              <a:extLst>
                <a:ext uri="{FF2B5EF4-FFF2-40B4-BE49-F238E27FC236}">
                  <a16:creationId xmlns:a16="http://schemas.microsoft.com/office/drawing/2014/main" id="{CCD781BA-CF62-5A40-96CA-2C883F8AC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4" y="1799"/>
              <a:ext cx="3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6" name="Freeform 327">
              <a:extLst>
                <a:ext uri="{FF2B5EF4-FFF2-40B4-BE49-F238E27FC236}">
                  <a16:creationId xmlns:a16="http://schemas.microsoft.com/office/drawing/2014/main" id="{6E956923-203F-3E4B-8383-9AD7AB72B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793"/>
              <a:ext cx="28" cy="42"/>
            </a:xfrm>
            <a:custGeom>
              <a:avLst/>
              <a:gdLst>
                <a:gd name="T0" fmla="*/ 0 w 226"/>
                <a:gd name="T1" fmla="*/ 0 h 341"/>
                <a:gd name="T2" fmla="*/ 0 w 226"/>
                <a:gd name="T3" fmla="*/ 0 h 341"/>
                <a:gd name="T4" fmla="*/ 0 w 226"/>
                <a:gd name="T5" fmla="*/ 0 h 341"/>
                <a:gd name="T6" fmla="*/ 0 w 226"/>
                <a:gd name="T7" fmla="*/ 0 h 341"/>
                <a:gd name="T8" fmla="*/ 0 w 226"/>
                <a:gd name="T9" fmla="*/ 0 h 341"/>
                <a:gd name="T10" fmla="*/ 0 w 226"/>
                <a:gd name="T11" fmla="*/ 0 h 341"/>
                <a:gd name="T12" fmla="*/ 0 w 226"/>
                <a:gd name="T13" fmla="*/ 0 h 341"/>
                <a:gd name="T14" fmla="*/ 0 w 226"/>
                <a:gd name="T15" fmla="*/ 0 h 341"/>
                <a:gd name="T16" fmla="*/ 0 w 226"/>
                <a:gd name="T17" fmla="*/ 0 h 341"/>
                <a:gd name="T18" fmla="*/ 0 w 226"/>
                <a:gd name="T19" fmla="*/ 0 h 341"/>
                <a:gd name="T20" fmla="*/ 0 w 226"/>
                <a:gd name="T21" fmla="*/ 0 h 341"/>
                <a:gd name="T22" fmla="*/ 0 w 226"/>
                <a:gd name="T23" fmla="*/ 0 h 341"/>
                <a:gd name="T24" fmla="*/ 0 w 226"/>
                <a:gd name="T25" fmla="*/ 0 h 341"/>
                <a:gd name="T26" fmla="*/ 0 w 226"/>
                <a:gd name="T27" fmla="*/ 0 h 341"/>
                <a:gd name="T28" fmla="*/ 0 w 226"/>
                <a:gd name="T29" fmla="*/ 0 h 341"/>
                <a:gd name="T30" fmla="*/ 0 w 226"/>
                <a:gd name="T31" fmla="*/ 0 h 341"/>
                <a:gd name="T32" fmla="*/ 0 w 226"/>
                <a:gd name="T33" fmla="*/ 0 h 341"/>
                <a:gd name="T34" fmla="*/ 0 w 226"/>
                <a:gd name="T35" fmla="*/ 0 h 341"/>
                <a:gd name="T36" fmla="*/ 0 w 226"/>
                <a:gd name="T37" fmla="*/ 0 h 341"/>
                <a:gd name="T38" fmla="*/ 0 w 226"/>
                <a:gd name="T39" fmla="*/ 0 h 341"/>
                <a:gd name="T40" fmla="*/ 0 w 226"/>
                <a:gd name="T41" fmla="*/ 0 h 3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26"/>
                <a:gd name="T64" fmla="*/ 0 h 341"/>
                <a:gd name="T65" fmla="*/ 226 w 226"/>
                <a:gd name="T66" fmla="*/ 341 h 34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26" h="341">
                  <a:moveTo>
                    <a:pt x="191" y="0"/>
                  </a:moveTo>
                  <a:lnTo>
                    <a:pt x="155" y="0"/>
                  </a:lnTo>
                  <a:lnTo>
                    <a:pt x="125" y="5"/>
                  </a:lnTo>
                  <a:lnTo>
                    <a:pt x="104" y="14"/>
                  </a:lnTo>
                  <a:lnTo>
                    <a:pt x="70" y="31"/>
                  </a:lnTo>
                  <a:lnTo>
                    <a:pt x="46" y="47"/>
                  </a:lnTo>
                  <a:lnTo>
                    <a:pt x="28" y="70"/>
                  </a:lnTo>
                  <a:lnTo>
                    <a:pt x="12" y="104"/>
                  </a:lnTo>
                  <a:lnTo>
                    <a:pt x="0" y="130"/>
                  </a:lnTo>
                  <a:lnTo>
                    <a:pt x="0" y="160"/>
                  </a:lnTo>
                  <a:lnTo>
                    <a:pt x="0" y="192"/>
                  </a:lnTo>
                  <a:lnTo>
                    <a:pt x="0" y="215"/>
                  </a:lnTo>
                  <a:lnTo>
                    <a:pt x="12" y="249"/>
                  </a:lnTo>
                  <a:lnTo>
                    <a:pt x="33" y="273"/>
                  </a:lnTo>
                  <a:lnTo>
                    <a:pt x="51" y="301"/>
                  </a:lnTo>
                  <a:lnTo>
                    <a:pt x="74" y="321"/>
                  </a:lnTo>
                  <a:lnTo>
                    <a:pt x="104" y="337"/>
                  </a:lnTo>
                  <a:lnTo>
                    <a:pt x="129" y="341"/>
                  </a:lnTo>
                  <a:lnTo>
                    <a:pt x="164" y="341"/>
                  </a:lnTo>
                  <a:lnTo>
                    <a:pt x="196" y="341"/>
                  </a:lnTo>
                  <a:lnTo>
                    <a:pt x="226" y="33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7" name="Line 328">
              <a:extLst>
                <a:ext uri="{FF2B5EF4-FFF2-40B4-BE49-F238E27FC236}">
                  <a16:creationId xmlns:a16="http://schemas.microsoft.com/office/drawing/2014/main" id="{2B8E16D4-14B6-AC45-A966-D3573E8975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2" y="1742"/>
              <a:ext cx="5" cy="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8" name="Line 329">
              <a:extLst>
                <a:ext uri="{FF2B5EF4-FFF2-40B4-BE49-F238E27FC236}">
                  <a16:creationId xmlns:a16="http://schemas.microsoft.com/office/drawing/2014/main" id="{54658650-860C-3F44-86FE-14F982794D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8" y="1719"/>
              <a:ext cx="21" cy="5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69" name="Line 330">
              <a:extLst>
                <a:ext uri="{FF2B5EF4-FFF2-40B4-BE49-F238E27FC236}">
                  <a16:creationId xmlns:a16="http://schemas.microsoft.com/office/drawing/2014/main" id="{56D93DEE-B271-2446-A352-1640F56AC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1729"/>
              <a:ext cx="23" cy="6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0" name="Line 331">
              <a:extLst>
                <a:ext uri="{FF2B5EF4-FFF2-40B4-BE49-F238E27FC236}">
                  <a16:creationId xmlns:a16="http://schemas.microsoft.com/office/drawing/2014/main" id="{D5E7BBCD-2769-F449-AF1C-33BA59C1F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7" y="1741"/>
              <a:ext cx="22" cy="5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1" name="Line 332">
              <a:extLst>
                <a:ext uri="{FF2B5EF4-FFF2-40B4-BE49-F238E27FC236}">
                  <a16:creationId xmlns:a16="http://schemas.microsoft.com/office/drawing/2014/main" id="{815EF668-8E40-134A-AE23-E52332779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6" y="1756"/>
              <a:ext cx="16" cy="4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2" name="Freeform 333">
              <a:extLst>
                <a:ext uri="{FF2B5EF4-FFF2-40B4-BE49-F238E27FC236}">
                  <a16:creationId xmlns:a16="http://schemas.microsoft.com/office/drawing/2014/main" id="{8E140F93-0FCE-1945-823D-70F1FD577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426"/>
              <a:ext cx="226" cy="271"/>
            </a:xfrm>
            <a:custGeom>
              <a:avLst/>
              <a:gdLst>
                <a:gd name="T0" fmla="*/ 0 w 1810"/>
                <a:gd name="T1" fmla="*/ 0 h 2171"/>
                <a:gd name="T2" fmla="*/ 0 w 1810"/>
                <a:gd name="T3" fmla="*/ 0 h 2171"/>
                <a:gd name="T4" fmla="*/ 0 w 1810"/>
                <a:gd name="T5" fmla="*/ 0 h 2171"/>
                <a:gd name="T6" fmla="*/ 0 w 1810"/>
                <a:gd name="T7" fmla="*/ 0 h 2171"/>
                <a:gd name="T8" fmla="*/ 0 w 1810"/>
                <a:gd name="T9" fmla="*/ 0 h 2171"/>
                <a:gd name="T10" fmla="*/ 0 w 1810"/>
                <a:gd name="T11" fmla="*/ 0 h 2171"/>
                <a:gd name="T12" fmla="*/ 0 w 1810"/>
                <a:gd name="T13" fmla="*/ 0 h 2171"/>
                <a:gd name="T14" fmla="*/ 0 w 1810"/>
                <a:gd name="T15" fmla="*/ 0 h 2171"/>
                <a:gd name="T16" fmla="*/ 0 w 1810"/>
                <a:gd name="T17" fmla="*/ 0 h 2171"/>
                <a:gd name="T18" fmla="*/ 0 w 1810"/>
                <a:gd name="T19" fmla="*/ 0 h 2171"/>
                <a:gd name="T20" fmla="*/ 0 w 1810"/>
                <a:gd name="T21" fmla="*/ 0 h 2171"/>
                <a:gd name="T22" fmla="*/ 0 w 1810"/>
                <a:gd name="T23" fmla="*/ 0 h 2171"/>
                <a:gd name="T24" fmla="*/ 0 w 1810"/>
                <a:gd name="T25" fmla="*/ 0 h 2171"/>
                <a:gd name="T26" fmla="*/ 0 w 1810"/>
                <a:gd name="T27" fmla="*/ 0 h 2171"/>
                <a:gd name="T28" fmla="*/ 0 w 1810"/>
                <a:gd name="T29" fmla="*/ 0 h 2171"/>
                <a:gd name="T30" fmla="*/ 0 w 1810"/>
                <a:gd name="T31" fmla="*/ 0 h 2171"/>
                <a:gd name="T32" fmla="*/ 0 w 1810"/>
                <a:gd name="T33" fmla="*/ 0 h 2171"/>
                <a:gd name="T34" fmla="*/ 0 w 1810"/>
                <a:gd name="T35" fmla="*/ 0 h 2171"/>
                <a:gd name="T36" fmla="*/ 0 w 1810"/>
                <a:gd name="T37" fmla="*/ 0 h 2171"/>
                <a:gd name="T38" fmla="*/ 0 w 1810"/>
                <a:gd name="T39" fmla="*/ 0 h 2171"/>
                <a:gd name="T40" fmla="*/ 0 w 1810"/>
                <a:gd name="T41" fmla="*/ 0 h 2171"/>
                <a:gd name="T42" fmla="*/ 0 w 1810"/>
                <a:gd name="T43" fmla="*/ 0 h 2171"/>
                <a:gd name="T44" fmla="*/ 0 w 1810"/>
                <a:gd name="T45" fmla="*/ 0 h 2171"/>
                <a:gd name="T46" fmla="*/ 0 w 1810"/>
                <a:gd name="T47" fmla="*/ 0 h 2171"/>
                <a:gd name="T48" fmla="*/ 0 w 1810"/>
                <a:gd name="T49" fmla="*/ 0 h 2171"/>
                <a:gd name="T50" fmla="*/ 0 w 1810"/>
                <a:gd name="T51" fmla="*/ 0 h 2171"/>
                <a:gd name="T52" fmla="*/ 0 w 1810"/>
                <a:gd name="T53" fmla="*/ 0 h 2171"/>
                <a:gd name="T54" fmla="*/ 0 w 1810"/>
                <a:gd name="T55" fmla="*/ 0 h 2171"/>
                <a:gd name="T56" fmla="*/ 0 w 1810"/>
                <a:gd name="T57" fmla="*/ 0 h 2171"/>
                <a:gd name="T58" fmla="*/ 0 w 1810"/>
                <a:gd name="T59" fmla="*/ 0 h 2171"/>
                <a:gd name="T60" fmla="*/ 0 w 1810"/>
                <a:gd name="T61" fmla="*/ 0 h 2171"/>
                <a:gd name="T62" fmla="*/ 0 w 1810"/>
                <a:gd name="T63" fmla="*/ 0 h 2171"/>
                <a:gd name="T64" fmla="*/ 0 w 1810"/>
                <a:gd name="T65" fmla="*/ 0 h 2171"/>
                <a:gd name="T66" fmla="*/ 0 w 1810"/>
                <a:gd name="T67" fmla="*/ 0 h 2171"/>
                <a:gd name="T68" fmla="*/ 0 w 1810"/>
                <a:gd name="T69" fmla="*/ 0 h 2171"/>
                <a:gd name="T70" fmla="*/ 0 w 1810"/>
                <a:gd name="T71" fmla="*/ 0 h 2171"/>
                <a:gd name="T72" fmla="*/ 0 w 1810"/>
                <a:gd name="T73" fmla="*/ 0 h 2171"/>
                <a:gd name="T74" fmla="*/ 0 w 1810"/>
                <a:gd name="T75" fmla="*/ 0 h 2171"/>
                <a:gd name="T76" fmla="*/ 0 w 1810"/>
                <a:gd name="T77" fmla="*/ 0 h 2171"/>
                <a:gd name="T78" fmla="*/ 0 w 1810"/>
                <a:gd name="T79" fmla="*/ 0 h 2171"/>
                <a:gd name="T80" fmla="*/ 0 w 1810"/>
                <a:gd name="T81" fmla="*/ 0 h 2171"/>
                <a:gd name="T82" fmla="*/ 0 w 1810"/>
                <a:gd name="T83" fmla="*/ 0 h 2171"/>
                <a:gd name="T84" fmla="*/ 0 w 1810"/>
                <a:gd name="T85" fmla="*/ 0 h 2171"/>
                <a:gd name="T86" fmla="*/ 0 w 1810"/>
                <a:gd name="T87" fmla="*/ 0 h 2171"/>
                <a:gd name="T88" fmla="*/ 0 w 1810"/>
                <a:gd name="T89" fmla="*/ 0 h 2171"/>
                <a:gd name="T90" fmla="*/ 0 w 1810"/>
                <a:gd name="T91" fmla="*/ 0 h 2171"/>
                <a:gd name="T92" fmla="*/ 0 w 1810"/>
                <a:gd name="T93" fmla="*/ 0 h 2171"/>
                <a:gd name="T94" fmla="*/ 0 w 1810"/>
                <a:gd name="T95" fmla="*/ 0 h 2171"/>
                <a:gd name="T96" fmla="*/ 0 w 1810"/>
                <a:gd name="T97" fmla="*/ 0 h 2171"/>
                <a:gd name="T98" fmla="*/ 0 w 1810"/>
                <a:gd name="T99" fmla="*/ 0 h 2171"/>
                <a:gd name="T100" fmla="*/ 0 w 1810"/>
                <a:gd name="T101" fmla="*/ 0 h 2171"/>
                <a:gd name="T102" fmla="*/ 0 w 1810"/>
                <a:gd name="T103" fmla="*/ 0 h 217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10"/>
                <a:gd name="T157" fmla="*/ 0 h 2171"/>
                <a:gd name="T158" fmla="*/ 1810 w 1810"/>
                <a:gd name="T159" fmla="*/ 2171 h 217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10" h="2171">
                  <a:moveTo>
                    <a:pt x="1367" y="1125"/>
                  </a:moveTo>
                  <a:lnTo>
                    <a:pt x="1215" y="1136"/>
                  </a:lnTo>
                  <a:lnTo>
                    <a:pt x="1090" y="1113"/>
                  </a:lnTo>
                  <a:lnTo>
                    <a:pt x="1033" y="1060"/>
                  </a:lnTo>
                  <a:lnTo>
                    <a:pt x="1120" y="1095"/>
                  </a:lnTo>
                  <a:lnTo>
                    <a:pt x="1206" y="1073"/>
                  </a:lnTo>
                  <a:lnTo>
                    <a:pt x="1265" y="1062"/>
                  </a:lnTo>
                  <a:lnTo>
                    <a:pt x="1145" y="1037"/>
                  </a:lnTo>
                  <a:lnTo>
                    <a:pt x="1044" y="998"/>
                  </a:lnTo>
                  <a:lnTo>
                    <a:pt x="973" y="998"/>
                  </a:lnTo>
                  <a:lnTo>
                    <a:pt x="890" y="1020"/>
                  </a:lnTo>
                  <a:lnTo>
                    <a:pt x="813" y="1023"/>
                  </a:lnTo>
                  <a:lnTo>
                    <a:pt x="740" y="1035"/>
                  </a:lnTo>
                  <a:lnTo>
                    <a:pt x="606" y="998"/>
                  </a:lnTo>
                  <a:lnTo>
                    <a:pt x="556" y="981"/>
                  </a:lnTo>
                  <a:lnTo>
                    <a:pt x="424" y="910"/>
                  </a:lnTo>
                  <a:lnTo>
                    <a:pt x="338" y="878"/>
                  </a:lnTo>
                  <a:lnTo>
                    <a:pt x="263" y="853"/>
                  </a:lnTo>
                  <a:lnTo>
                    <a:pt x="122" y="840"/>
                  </a:lnTo>
                  <a:lnTo>
                    <a:pt x="0" y="829"/>
                  </a:lnTo>
                  <a:lnTo>
                    <a:pt x="178" y="813"/>
                  </a:lnTo>
                  <a:lnTo>
                    <a:pt x="345" y="820"/>
                  </a:lnTo>
                  <a:lnTo>
                    <a:pt x="470" y="840"/>
                  </a:lnTo>
                  <a:lnTo>
                    <a:pt x="574" y="866"/>
                  </a:lnTo>
                  <a:lnTo>
                    <a:pt x="648" y="840"/>
                  </a:lnTo>
                  <a:lnTo>
                    <a:pt x="848" y="820"/>
                  </a:lnTo>
                  <a:lnTo>
                    <a:pt x="986" y="829"/>
                  </a:lnTo>
                  <a:lnTo>
                    <a:pt x="878" y="779"/>
                  </a:lnTo>
                  <a:lnTo>
                    <a:pt x="756" y="746"/>
                  </a:lnTo>
                  <a:lnTo>
                    <a:pt x="648" y="746"/>
                  </a:lnTo>
                  <a:lnTo>
                    <a:pt x="534" y="721"/>
                  </a:lnTo>
                  <a:lnTo>
                    <a:pt x="435" y="689"/>
                  </a:lnTo>
                  <a:lnTo>
                    <a:pt x="597" y="721"/>
                  </a:lnTo>
                  <a:lnTo>
                    <a:pt x="705" y="708"/>
                  </a:lnTo>
                  <a:lnTo>
                    <a:pt x="813" y="703"/>
                  </a:lnTo>
                  <a:lnTo>
                    <a:pt x="908" y="703"/>
                  </a:lnTo>
                  <a:lnTo>
                    <a:pt x="779" y="629"/>
                  </a:lnTo>
                  <a:lnTo>
                    <a:pt x="648" y="587"/>
                  </a:lnTo>
                  <a:lnTo>
                    <a:pt x="779" y="606"/>
                  </a:lnTo>
                  <a:lnTo>
                    <a:pt x="890" y="613"/>
                  </a:lnTo>
                  <a:lnTo>
                    <a:pt x="1019" y="647"/>
                  </a:lnTo>
                  <a:lnTo>
                    <a:pt x="883" y="548"/>
                  </a:lnTo>
                  <a:lnTo>
                    <a:pt x="756" y="479"/>
                  </a:lnTo>
                  <a:lnTo>
                    <a:pt x="899" y="509"/>
                  </a:lnTo>
                  <a:lnTo>
                    <a:pt x="1061" y="548"/>
                  </a:lnTo>
                  <a:lnTo>
                    <a:pt x="986" y="465"/>
                  </a:lnTo>
                  <a:lnTo>
                    <a:pt x="864" y="394"/>
                  </a:lnTo>
                  <a:lnTo>
                    <a:pt x="1039" y="444"/>
                  </a:lnTo>
                  <a:lnTo>
                    <a:pt x="1129" y="479"/>
                  </a:lnTo>
                  <a:lnTo>
                    <a:pt x="1083" y="387"/>
                  </a:lnTo>
                  <a:lnTo>
                    <a:pt x="962" y="281"/>
                  </a:lnTo>
                  <a:lnTo>
                    <a:pt x="1090" y="317"/>
                  </a:lnTo>
                  <a:lnTo>
                    <a:pt x="1235" y="419"/>
                  </a:lnTo>
                  <a:lnTo>
                    <a:pt x="1206" y="320"/>
                  </a:lnTo>
                  <a:lnTo>
                    <a:pt x="1129" y="262"/>
                  </a:lnTo>
                  <a:lnTo>
                    <a:pt x="1256" y="330"/>
                  </a:lnTo>
                  <a:lnTo>
                    <a:pt x="1109" y="191"/>
                  </a:lnTo>
                  <a:lnTo>
                    <a:pt x="899" y="101"/>
                  </a:lnTo>
                  <a:lnTo>
                    <a:pt x="727" y="27"/>
                  </a:lnTo>
                  <a:lnTo>
                    <a:pt x="516" y="0"/>
                  </a:lnTo>
                  <a:lnTo>
                    <a:pt x="793" y="0"/>
                  </a:lnTo>
                  <a:lnTo>
                    <a:pt x="1085" y="75"/>
                  </a:lnTo>
                  <a:lnTo>
                    <a:pt x="1332" y="216"/>
                  </a:lnTo>
                  <a:lnTo>
                    <a:pt x="1519" y="444"/>
                  </a:lnTo>
                  <a:lnTo>
                    <a:pt x="1609" y="613"/>
                  </a:lnTo>
                  <a:lnTo>
                    <a:pt x="1639" y="779"/>
                  </a:lnTo>
                  <a:lnTo>
                    <a:pt x="1623" y="981"/>
                  </a:lnTo>
                  <a:lnTo>
                    <a:pt x="1613" y="1011"/>
                  </a:lnTo>
                  <a:lnTo>
                    <a:pt x="1725" y="1011"/>
                  </a:lnTo>
                  <a:lnTo>
                    <a:pt x="1810" y="1113"/>
                  </a:lnTo>
                  <a:lnTo>
                    <a:pt x="1810" y="1290"/>
                  </a:lnTo>
                  <a:lnTo>
                    <a:pt x="1784" y="1130"/>
                  </a:lnTo>
                  <a:lnTo>
                    <a:pt x="1740" y="1095"/>
                  </a:lnTo>
                  <a:lnTo>
                    <a:pt x="1669" y="1095"/>
                  </a:lnTo>
                  <a:lnTo>
                    <a:pt x="1716" y="1194"/>
                  </a:lnTo>
                  <a:lnTo>
                    <a:pt x="1694" y="1314"/>
                  </a:lnTo>
                  <a:lnTo>
                    <a:pt x="1630" y="1422"/>
                  </a:lnTo>
                  <a:lnTo>
                    <a:pt x="1609" y="1266"/>
                  </a:lnTo>
                  <a:lnTo>
                    <a:pt x="1542" y="1152"/>
                  </a:lnTo>
                  <a:lnTo>
                    <a:pt x="1542" y="1360"/>
                  </a:lnTo>
                  <a:lnTo>
                    <a:pt x="1519" y="1497"/>
                  </a:lnTo>
                  <a:lnTo>
                    <a:pt x="1473" y="1304"/>
                  </a:lnTo>
                  <a:lnTo>
                    <a:pt x="1448" y="1447"/>
                  </a:lnTo>
                  <a:lnTo>
                    <a:pt x="1388" y="1629"/>
                  </a:lnTo>
                  <a:lnTo>
                    <a:pt x="1448" y="1609"/>
                  </a:lnTo>
                  <a:lnTo>
                    <a:pt x="1428" y="1776"/>
                  </a:lnTo>
                  <a:lnTo>
                    <a:pt x="1519" y="1567"/>
                  </a:lnTo>
                  <a:lnTo>
                    <a:pt x="1510" y="1730"/>
                  </a:lnTo>
                  <a:lnTo>
                    <a:pt x="1613" y="1510"/>
                  </a:lnTo>
                  <a:lnTo>
                    <a:pt x="1573" y="1710"/>
                  </a:lnTo>
                  <a:lnTo>
                    <a:pt x="1669" y="1625"/>
                  </a:lnTo>
                  <a:lnTo>
                    <a:pt x="1795" y="1371"/>
                  </a:lnTo>
                  <a:lnTo>
                    <a:pt x="1694" y="1653"/>
                  </a:lnTo>
                  <a:lnTo>
                    <a:pt x="1600" y="1752"/>
                  </a:lnTo>
                  <a:lnTo>
                    <a:pt x="1422" y="1883"/>
                  </a:lnTo>
                  <a:lnTo>
                    <a:pt x="1316" y="1922"/>
                  </a:lnTo>
                  <a:lnTo>
                    <a:pt x="1204" y="2068"/>
                  </a:lnTo>
                  <a:lnTo>
                    <a:pt x="1109" y="2171"/>
                  </a:lnTo>
                  <a:lnTo>
                    <a:pt x="1226" y="1922"/>
                  </a:lnTo>
                  <a:lnTo>
                    <a:pt x="1235" y="1653"/>
                  </a:lnTo>
                  <a:lnTo>
                    <a:pt x="1250" y="1482"/>
                  </a:lnTo>
                  <a:lnTo>
                    <a:pt x="1307" y="1302"/>
                  </a:lnTo>
                  <a:lnTo>
                    <a:pt x="1402" y="1136"/>
                  </a:lnTo>
                  <a:lnTo>
                    <a:pt x="1367" y="1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3" name="Freeform 334">
              <a:extLst>
                <a:ext uri="{FF2B5EF4-FFF2-40B4-BE49-F238E27FC236}">
                  <a16:creationId xmlns:a16="http://schemas.microsoft.com/office/drawing/2014/main" id="{72E45B02-25DE-1544-A0B2-B87EE040E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426"/>
              <a:ext cx="193" cy="199"/>
            </a:xfrm>
            <a:custGeom>
              <a:avLst/>
              <a:gdLst>
                <a:gd name="T0" fmla="*/ 0 w 1547"/>
                <a:gd name="T1" fmla="*/ 0 h 1598"/>
                <a:gd name="T2" fmla="*/ 0 w 1547"/>
                <a:gd name="T3" fmla="*/ 0 h 1598"/>
                <a:gd name="T4" fmla="*/ 0 w 1547"/>
                <a:gd name="T5" fmla="*/ 0 h 1598"/>
                <a:gd name="T6" fmla="*/ 0 w 1547"/>
                <a:gd name="T7" fmla="*/ 0 h 1598"/>
                <a:gd name="T8" fmla="*/ 0 w 1547"/>
                <a:gd name="T9" fmla="*/ 0 h 1598"/>
                <a:gd name="T10" fmla="*/ 0 w 1547"/>
                <a:gd name="T11" fmla="*/ 0 h 1598"/>
                <a:gd name="T12" fmla="*/ 0 w 1547"/>
                <a:gd name="T13" fmla="*/ 0 h 1598"/>
                <a:gd name="T14" fmla="*/ 0 w 1547"/>
                <a:gd name="T15" fmla="*/ 0 h 1598"/>
                <a:gd name="T16" fmla="*/ 0 w 1547"/>
                <a:gd name="T17" fmla="*/ 0 h 1598"/>
                <a:gd name="T18" fmla="*/ 0 w 1547"/>
                <a:gd name="T19" fmla="*/ 0 h 1598"/>
                <a:gd name="T20" fmla="*/ 0 w 1547"/>
                <a:gd name="T21" fmla="*/ 0 h 1598"/>
                <a:gd name="T22" fmla="*/ 0 w 1547"/>
                <a:gd name="T23" fmla="*/ 0 h 1598"/>
                <a:gd name="T24" fmla="*/ 0 w 1547"/>
                <a:gd name="T25" fmla="*/ 0 h 1598"/>
                <a:gd name="T26" fmla="*/ 0 w 1547"/>
                <a:gd name="T27" fmla="*/ 0 h 1598"/>
                <a:gd name="T28" fmla="*/ 0 w 1547"/>
                <a:gd name="T29" fmla="*/ 0 h 1598"/>
                <a:gd name="T30" fmla="*/ 0 w 1547"/>
                <a:gd name="T31" fmla="*/ 0 h 1598"/>
                <a:gd name="T32" fmla="*/ 0 w 1547"/>
                <a:gd name="T33" fmla="*/ 0 h 1598"/>
                <a:gd name="T34" fmla="*/ 0 w 1547"/>
                <a:gd name="T35" fmla="*/ 0 h 1598"/>
                <a:gd name="T36" fmla="*/ 0 w 1547"/>
                <a:gd name="T37" fmla="*/ 0 h 1598"/>
                <a:gd name="T38" fmla="*/ 0 w 1547"/>
                <a:gd name="T39" fmla="*/ 0 h 1598"/>
                <a:gd name="T40" fmla="*/ 0 w 1547"/>
                <a:gd name="T41" fmla="*/ 0 h 1598"/>
                <a:gd name="T42" fmla="*/ 0 w 1547"/>
                <a:gd name="T43" fmla="*/ 0 h 1598"/>
                <a:gd name="T44" fmla="*/ 0 w 1547"/>
                <a:gd name="T45" fmla="*/ 0 h 1598"/>
                <a:gd name="T46" fmla="*/ 0 w 1547"/>
                <a:gd name="T47" fmla="*/ 0 h 1598"/>
                <a:gd name="T48" fmla="*/ 0 w 1547"/>
                <a:gd name="T49" fmla="*/ 0 h 1598"/>
                <a:gd name="T50" fmla="*/ 0 w 1547"/>
                <a:gd name="T51" fmla="*/ 0 h 1598"/>
                <a:gd name="T52" fmla="*/ 0 w 1547"/>
                <a:gd name="T53" fmla="*/ 0 h 1598"/>
                <a:gd name="T54" fmla="*/ 0 w 1547"/>
                <a:gd name="T55" fmla="*/ 0 h 1598"/>
                <a:gd name="T56" fmla="*/ 0 w 1547"/>
                <a:gd name="T57" fmla="*/ 0 h 1598"/>
                <a:gd name="T58" fmla="*/ 0 w 1547"/>
                <a:gd name="T59" fmla="*/ 0 h 1598"/>
                <a:gd name="T60" fmla="*/ 0 w 1547"/>
                <a:gd name="T61" fmla="*/ 0 h 1598"/>
                <a:gd name="T62" fmla="*/ 0 w 1547"/>
                <a:gd name="T63" fmla="*/ 0 h 1598"/>
                <a:gd name="T64" fmla="*/ 0 w 1547"/>
                <a:gd name="T65" fmla="*/ 0 h 1598"/>
                <a:gd name="T66" fmla="*/ 0 w 1547"/>
                <a:gd name="T67" fmla="*/ 0 h 1598"/>
                <a:gd name="T68" fmla="*/ 0 w 1547"/>
                <a:gd name="T69" fmla="*/ 0 h 1598"/>
                <a:gd name="T70" fmla="*/ 0 w 1547"/>
                <a:gd name="T71" fmla="*/ 0 h 1598"/>
                <a:gd name="T72" fmla="*/ 0 w 1547"/>
                <a:gd name="T73" fmla="*/ 0 h 1598"/>
                <a:gd name="T74" fmla="*/ 0 w 1547"/>
                <a:gd name="T75" fmla="*/ 0 h 1598"/>
                <a:gd name="T76" fmla="*/ 0 w 1547"/>
                <a:gd name="T77" fmla="*/ 0 h 1598"/>
                <a:gd name="T78" fmla="*/ 0 w 1547"/>
                <a:gd name="T79" fmla="*/ 0 h 1598"/>
                <a:gd name="T80" fmla="*/ 0 w 1547"/>
                <a:gd name="T81" fmla="*/ 0 h 1598"/>
                <a:gd name="T82" fmla="*/ 0 w 1547"/>
                <a:gd name="T83" fmla="*/ 0 h 1598"/>
                <a:gd name="T84" fmla="*/ 0 w 1547"/>
                <a:gd name="T85" fmla="*/ 0 h 1598"/>
                <a:gd name="T86" fmla="*/ 0 w 1547"/>
                <a:gd name="T87" fmla="*/ 0 h 1598"/>
                <a:gd name="T88" fmla="*/ 0 w 1547"/>
                <a:gd name="T89" fmla="*/ 0 h 1598"/>
                <a:gd name="T90" fmla="*/ 0 w 1547"/>
                <a:gd name="T91" fmla="*/ 0 h 1598"/>
                <a:gd name="T92" fmla="*/ 0 w 1547"/>
                <a:gd name="T93" fmla="*/ 0 h 1598"/>
                <a:gd name="T94" fmla="*/ 0 w 1547"/>
                <a:gd name="T95" fmla="*/ 0 h 1598"/>
                <a:gd name="T96" fmla="*/ 0 w 1547"/>
                <a:gd name="T97" fmla="*/ 0 h 1598"/>
                <a:gd name="T98" fmla="*/ 0 w 1547"/>
                <a:gd name="T99" fmla="*/ 0 h 1598"/>
                <a:gd name="T100" fmla="*/ 0 w 1547"/>
                <a:gd name="T101" fmla="*/ 0 h 1598"/>
                <a:gd name="T102" fmla="*/ 0 w 1547"/>
                <a:gd name="T103" fmla="*/ 0 h 1598"/>
                <a:gd name="T104" fmla="*/ 0 w 1547"/>
                <a:gd name="T105" fmla="*/ 0 h 1598"/>
                <a:gd name="T106" fmla="*/ 0 w 1547"/>
                <a:gd name="T107" fmla="*/ 0 h 1598"/>
                <a:gd name="T108" fmla="*/ 0 w 1547"/>
                <a:gd name="T109" fmla="*/ 0 h 1598"/>
                <a:gd name="T110" fmla="*/ 0 w 1547"/>
                <a:gd name="T111" fmla="*/ 0 h 1598"/>
                <a:gd name="T112" fmla="*/ 0 w 1547"/>
                <a:gd name="T113" fmla="*/ 0 h 1598"/>
                <a:gd name="T114" fmla="*/ 0 w 1547"/>
                <a:gd name="T115" fmla="*/ 0 h 1598"/>
                <a:gd name="T116" fmla="*/ 0 w 1547"/>
                <a:gd name="T117" fmla="*/ 0 h 1598"/>
                <a:gd name="T118" fmla="*/ 0 w 1547"/>
                <a:gd name="T119" fmla="*/ 0 h 1598"/>
                <a:gd name="T120" fmla="*/ 0 w 1547"/>
                <a:gd name="T121" fmla="*/ 0 h 15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47"/>
                <a:gd name="T184" fmla="*/ 0 h 1598"/>
                <a:gd name="T185" fmla="*/ 1547 w 1547"/>
                <a:gd name="T186" fmla="*/ 1598 h 15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47" h="1598">
                  <a:moveTo>
                    <a:pt x="1038" y="25"/>
                  </a:moveTo>
                  <a:lnTo>
                    <a:pt x="877" y="75"/>
                  </a:lnTo>
                  <a:lnTo>
                    <a:pt x="669" y="163"/>
                  </a:lnTo>
                  <a:lnTo>
                    <a:pt x="491" y="284"/>
                  </a:lnTo>
                  <a:lnTo>
                    <a:pt x="369" y="422"/>
                  </a:lnTo>
                  <a:lnTo>
                    <a:pt x="268" y="606"/>
                  </a:lnTo>
                  <a:lnTo>
                    <a:pt x="183" y="746"/>
                  </a:lnTo>
                  <a:lnTo>
                    <a:pt x="106" y="884"/>
                  </a:lnTo>
                  <a:lnTo>
                    <a:pt x="0" y="1060"/>
                  </a:lnTo>
                  <a:lnTo>
                    <a:pt x="77" y="1023"/>
                  </a:lnTo>
                  <a:lnTo>
                    <a:pt x="157" y="1062"/>
                  </a:lnTo>
                  <a:lnTo>
                    <a:pt x="146" y="1176"/>
                  </a:lnTo>
                  <a:lnTo>
                    <a:pt x="159" y="1262"/>
                  </a:lnTo>
                  <a:lnTo>
                    <a:pt x="159" y="1360"/>
                  </a:lnTo>
                  <a:lnTo>
                    <a:pt x="97" y="1389"/>
                  </a:lnTo>
                  <a:lnTo>
                    <a:pt x="49" y="1348"/>
                  </a:lnTo>
                  <a:lnTo>
                    <a:pt x="25" y="1389"/>
                  </a:lnTo>
                  <a:lnTo>
                    <a:pt x="27" y="1583"/>
                  </a:lnTo>
                  <a:lnTo>
                    <a:pt x="62" y="1598"/>
                  </a:lnTo>
                  <a:lnTo>
                    <a:pt x="111" y="1429"/>
                  </a:lnTo>
                  <a:lnTo>
                    <a:pt x="168" y="1436"/>
                  </a:lnTo>
                  <a:lnTo>
                    <a:pt x="168" y="1567"/>
                  </a:lnTo>
                  <a:lnTo>
                    <a:pt x="304" y="1145"/>
                  </a:lnTo>
                  <a:lnTo>
                    <a:pt x="319" y="1020"/>
                  </a:lnTo>
                  <a:lnTo>
                    <a:pt x="194" y="1130"/>
                  </a:lnTo>
                  <a:lnTo>
                    <a:pt x="176" y="1035"/>
                  </a:lnTo>
                  <a:lnTo>
                    <a:pt x="106" y="991"/>
                  </a:lnTo>
                  <a:lnTo>
                    <a:pt x="198" y="878"/>
                  </a:lnTo>
                  <a:lnTo>
                    <a:pt x="231" y="840"/>
                  </a:lnTo>
                  <a:lnTo>
                    <a:pt x="662" y="829"/>
                  </a:lnTo>
                  <a:lnTo>
                    <a:pt x="231" y="941"/>
                  </a:lnTo>
                  <a:lnTo>
                    <a:pt x="207" y="1011"/>
                  </a:lnTo>
                  <a:lnTo>
                    <a:pt x="434" y="977"/>
                  </a:lnTo>
                  <a:lnTo>
                    <a:pt x="355" y="1062"/>
                  </a:lnTo>
                  <a:lnTo>
                    <a:pt x="515" y="991"/>
                  </a:lnTo>
                  <a:lnTo>
                    <a:pt x="743" y="829"/>
                  </a:lnTo>
                  <a:lnTo>
                    <a:pt x="963" y="820"/>
                  </a:lnTo>
                  <a:lnTo>
                    <a:pt x="917" y="746"/>
                  </a:lnTo>
                  <a:lnTo>
                    <a:pt x="921" y="719"/>
                  </a:lnTo>
                  <a:lnTo>
                    <a:pt x="1053" y="680"/>
                  </a:lnTo>
                  <a:lnTo>
                    <a:pt x="978" y="636"/>
                  </a:lnTo>
                  <a:lnTo>
                    <a:pt x="985" y="574"/>
                  </a:lnTo>
                  <a:lnTo>
                    <a:pt x="1082" y="519"/>
                  </a:lnTo>
                  <a:lnTo>
                    <a:pt x="1038" y="465"/>
                  </a:lnTo>
                  <a:lnTo>
                    <a:pt x="1053" y="394"/>
                  </a:lnTo>
                  <a:lnTo>
                    <a:pt x="978" y="336"/>
                  </a:lnTo>
                  <a:lnTo>
                    <a:pt x="886" y="330"/>
                  </a:lnTo>
                  <a:lnTo>
                    <a:pt x="1014" y="284"/>
                  </a:lnTo>
                  <a:lnTo>
                    <a:pt x="1167" y="281"/>
                  </a:lnTo>
                  <a:lnTo>
                    <a:pt x="1093" y="233"/>
                  </a:lnTo>
                  <a:lnTo>
                    <a:pt x="1167" y="198"/>
                  </a:lnTo>
                  <a:lnTo>
                    <a:pt x="985" y="161"/>
                  </a:lnTo>
                  <a:lnTo>
                    <a:pt x="814" y="161"/>
                  </a:lnTo>
                  <a:lnTo>
                    <a:pt x="662" y="191"/>
                  </a:lnTo>
                  <a:lnTo>
                    <a:pt x="886" y="101"/>
                  </a:lnTo>
                  <a:lnTo>
                    <a:pt x="1110" y="41"/>
                  </a:lnTo>
                  <a:lnTo>
                    <a:pt x="1289" y="25"/>
                  </a:lnTo>
                  <a:lnTo>
                    <a:pt x="1547" y="25"/>
                  </a:lnTo>
                  <a:lnTo>
                    <a:pt x="1466" y="0"/>
                  </a:lnTo>
                  <a:lnTo>
                    <a:pt x="1185" y="0"/>
                  </a:lnTo>
                  <a:lnTo>
                    <a:pt x="1038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4" name="Freeform 335">
              <a:extLst>
                <a:ext uri="{FF2B5EF4-FFF2-40B4-BE49-F238E27FC236}">
                  <a16:creationId xmlns:a16="http://schemas.microsoft.com/office/drawing/2014/main" id="{C8B91133-4EFA-5247-9E18-408694C6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67"/>
              <a:ext cx="16" cy="42"/>
            </a:xfrm>
            <a:custGeom>
              <a:avLst/>
              <a:gdLst>
                <a:gd name="T0" fmla="*/ 0 w 134"/>
                <a:gd name="T1" fmla="*/ 0 h 334"/>
                <a:gd name="T2" fmla="*/ 0 w 134"/>
                <a:gd name="T3" fmla="*/ 0 h 334"/>
                <a:gd name="T4" fmla="*/ 0 w 134"/>
                <a:gd name="T5" fmla="*/ 0 h 334"/>
                <a:gd name="T6" fmla="*/ 0 w 134"/>
                <a:gd name="T7" fmla="*/ 0 h 334"/>
                <a:gd name="T8" fmla="*/ 0 w 134"/>
                <a:gd name="T9" fmla="*/ 0 h 334"/>
                <a:gd name="T10" fmla="*/ 0 w 134"/>
                <a:gd name="T11" fmla="*/ 0 h 334"/>
                <a:gd name="T12" fmla="*/ 0 w 134"/>
                <a:gd name="T13" fmla="*/ 0 h 334"/>
                <a:gd name="T14" fmla="*/ 0 w 134"/>
                <a:gd name="T15" fmla="*/ 0 h 334"/>
                <a:gd name="T16" fmla="*/ 0 w 134"/>
                <a:gd name="T17" fmla="*/ 0 h 334"/>
                <a:gd name="T18" fmla="*/ 0 w 134"/>
                <a:gd name="T19" fmla="*/ 0 h 334"/>
                <a:gd name="T20" fmla="*/ 0 w 134"/>
                <a:gd name="T21" fmla="*/ 0 h 334"/>
                <a:gd name="T22" fmla="*/ 0 w 134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4"/>
                <a:gd name="T37" fmla="*/ 0 h 334"/>
                <a:gd name="T38" fmla="*/ 134 w 134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4" h="334">
                  <a:moveTo>
                    <a:pt x="132" y="6"/>
                  </a:moveTo>
                  <a:lnTo>
                    <a:pt x="134" y="68"/>
                  </a:lnTo>
                  <a:lnTo>
                    <a:pt x="86" y="112"/>
                  </a:lnTo>
                  <a:lnTo>
                    <a:pt x="49" y="195"/>
                  </a:lnTo>
                  <a:lnTo>
                    <a:pt x="37" y="273"/>
                  </a:lnTo>
                  <a:lnTo>
                    <a:pt x="17" y="334"/>
                  </a:lnTo>
                  <a:lnTo>
                    <a:pt x="0" y="329"/>
                  </a:lnTo>
                  <a:lnTo>
                    <a:pt x="3" y="218"/>
                  </a:lnTo>
                  <a:lnTo>
                    <a:pt x="28" y="128"/>
                  </a:lnTo>
                  <a:lnTo>
                    <a:pt x="63" y="36"/>
                  </a:lnTo>
                  <a:lnTo>
                    <a:pt x="99" y="0"/>
                  </a:lnTo>
                  <a:lnTo>
                    <a:pt x="13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5" name="Freeform 336">
              <a:extLst>
                <a:ext uri="{FF2B5EF4-FFF2-40B4-BE49-F238E27FC236}">
                  <a16:creationId xmlns:a16="http://schemas.microsoft.com/office/drawing/2014/main" id="{F7B6E7C0-2782-1E48-BFBC-278592FB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65"/>
              <a:ext cx="73" cy="253"/>
            </a:xfrm>
            <a:custGeom>
              <a:avLst/>
              <a:gdLst>
                <a:gd name="T0" fmla="*/ 0 w 583"/>
                <a:gd name="T1" fmla="*/ 0 h 2024"/>
                <a:gd name="T2" fmla="*/ 0 w 583"/>
                <a:gd name="T3" fmla="*/ 0 h 2024"/>
                <a:gd name="T4" fmla="*/ 0 w 583"/>
                <a:gd name="T5" fmla="*/ 0 h 2024"/>
                <a:gd name="T6" fmla="*/ 0 w 583"/>
                <a:gd name="T7" fmla="*/ 0 h 2024"/>
                <a:gd name="T8" fmla="*/ 0 w 583"/>
                <a:gd name="T9" fmla="*/ 0 h 2024"/>
                <a:gd name="T10" fmla="*/ 0 w 583"/>
                <a:gd name="T11" fmla="*/ 0 h 2024"/>
                <a:gd name="T12" fmla="*/ 0 w 583"/>
                <a:gd name="T13" fmla="*/ 0 h 2024"/>
                <a:gd name="T14" fmla="*/ 0 w 583"/>
                <a:gd name="T15" fmla="*/ 0 h 2024"/>
                <a:gd name="T16" fmla="*/ 0 w 583"/>
                <a:gd name="T17" fmla="*/ 0 h 2024"/>
                <a:gd name="T18" fmla="*/ 0 w 583"/>
                <a:gd name="T19" fmla="*/ 0 h 2024"/>
                <a:gd name="T20" fmla="*/ 0 w 583"/>
                <a:gd name="T21" fmla="*/ 0 h 2024"/>
                <a:gd name="T22" fmla="*/ 0 w 583"/>
                <a:gd name="T23" fmla="*/ 0 h 2024"/>
                <a:gd name="T24" fmla="*/ 0 w 583"/>
                <a:gd name="T25" fmla="*/ 0 h 2024"/>
                <a:gd name="T26" fmla="*/ 0 w 583"/>
                <a:gd name="T27" fmla="*/ 0 h 2024"/>
                <a:gd name="T28" fmla="*/ 0 w 583"/>
                <a:gd name="T29" fmla="*/ 0 h 2024"/>
                <a:gd name="T30" fmla="*/ 0 w 583"/>
                <a:gd name="T31" fmla="*/ 0 h 2024"/>
                <a:gd name="T32" fmla="*/ 0 w 583"/>
                <a:gd name="T33" fmla="*/ 0 h 2024"/>
                <a:gd name="T34" fmla="*/ 0 w 583"/>
                <a:gd name="T35" fmla="*/ 0 h 2024"/>
                <a:gd name="T36" fmla="*/ 0 w 583"/>
                <a:gd name="T37" fmla="*/ 0 h 2024"/>
                <a:gd name="T38" fmla="*/ 0 w 583"/>
                <a:gd name="T39" fmla="*/ 0 h 2024"/>
                <a:gd name="T40" fmla="*/ 0 w 583"/>
                <a:gd name="T41" fmla="*/ 0 h 2024"/>
                <a:gd name="T42" fmla="*/ 0 w 583"/>
                <a:gd name="T43" fmla="*/ 0 h 2024"/>
                <a:gd name="T44" fmla="*/ 0 w 583"/>
                <a:gd name="T45" fmla="*/ 0 h 2024"/>
                <a:gd name="T46" fmla="*/ 0 w 583"/>
                <a:gd name="T47" fmla="*/ 0 h 2024"/>
                <a:gd name="T48" fmla="*/ 0 w 583"/>
                <a:gd name="T49" fmla="*/ 0 h 2024"/>
                <a:gd name="T50" fmla="*/ 0 w 583"/>
                <a:gd name="T51" fmla="*/ 0 h 2024"/>
                <a:gd name="T52" fmla="*/ 0 w 583"/>
                <a:gd name="T53" fmla="*/ 0 h 2024"/>
                <a:gd name="T54" fmla="*/ 0 w 583"/>
                <a:gd name="T55" fmla="*/ 0 h 2024"/>
                <a:gd name="T56" fmla="*/ 0 w 583"/>
                <a:gd name="T57" fmla="*/ 0 h 2024"/>
                <a:gd name="T58" fmla="*/ 0 w 583"/>
                <a:gd name="T59" fmla="*/ 0 h 2024"/>
                <a:gd name="T60" fmla="*/ 0 w 583"/>
                <a:gd name="T61" fmla="*/ 0 h 2024"/>
                <a:gd name="T62" fmla="*/ 0 w 583"/>
                <a:gd name="T63" fmla="*/ 0 h 2024"/>
                <a:gd name="T64" fmla="*/ 0 w 583"/>
                <a:gd name="T65" fmla="*/ 0 h 2024"/>
                <a:gd name="T66" fmla="*/ 0 w 583"/>
                <a:gd name="T67" fmla="*/ 0 h 2024"/>
                <a:gd name="T68" fmla="*/ 0 w 583"/>
                <a:gd name="T69" fmla="*/ 0 h 2024"/>
                <a:gd name="T70" fmla="*/ 0 w 583"/>
                <a:gd name="T71" fmla="*/ 0 h 2024"/>
                <a:gd name="T72" fmla="*/ 0 w 583"/>
                <a:gd name="T73" fmla="*/ 0 h 202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83"/>
                <a:gd name="T112" fmla="*/ 0 h 2024"/>
                <a:gd name="T113" fmla="*/ 583 w 583"/>
                <a:gd name="T114" fmla="*/ 2024 h 202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83" h="2024">
                  <a:moveTo>
                    <a:pt x="90" y="0"/>
                  </a:moveTo>
                  <a:lnTo>
                    <a:pt x="40" y="85"/>
                  </a:lnTo>
                  <a:lnTo>
                    <a:pt x="18" y="191"/>
                  </a:lnTo>
                  <a:lnTo>
                    <a:pt x="18" y="281"/>
                  </a:lnTo>
                  <a:lnTo>
                    <a:pt x="49" y="397"/>
                  </a:lnTo>
                  <a:lnTo>
                    <a:pt x="79" y="485"/>
                  </a:lnTo>
                  <a:lnTo>
                    <a:pt x="111" y="606"/>
                  </a:lnTo>
                  <a:lnTo>
                    <a:pt x="139" y="663"/>
                  </a:lnTo>
                  <a:lnTo>
                    <a:pt x="205" y="692"/>
                  </a:lnTo>
                  <a:lnTo>
                    <a:pt x="245" y="676"/>
                  </a:lnTo>
                  <a:lnTo>
                    <a:pt x="317" y="316"/>
                  </a:lnTo>
                  <a:lnTo>
                    <a:pt x="356" y="258"/>
                  </a:lnTo>
                  <a:lnTo>
                    <a:pt x="302" y="546"/>
                  </a:lnTo>
                  <a:lnTo>
                    <a:pt x="211" y="1001"/>
                  </a:lnTo>
                  <a:lnTo>
                    <a:pt x="211" y="1093"/>
                  </a:lnTo>
                  <a:lnTo>
                    <a:pt x="356" y="1549"/>
                  </a:lnTo>
                  <a:lnTo>
                    <a:pt x="583" y="1823"/>
                  </a:lnTo>
                  <a:lnTo>
                    <a:pt x="489" y="1793"/>
                  </a:lnTo>
                  <a:lnTo>
                    <a:pt x="317" y="1570"/>
                  </a:lnTo>
                  <a:lnTo>
                    <a:pt x="220" y="1390"/>
                  </a:lnTo>
                  <a:lnTo>
                    <a:pt x="293" y="1803"/>
                  </a:lnTo>
                  <a:lnTo>
                    <a:pt x="471" y="2024"/>
                  </a:lnTo>
                  <a:lnTo>
                    <a:pt x="245" y="1768"/>
                  </a:lnTo>
                  <a:lnTo>
                    <a:pt x="194" y="1616"/>
                  </a:lnTo>
                  <a:lnTo>
                    <a:pt x="172" y="1441"/>
                  </a:lnTo>
                  <a:lnTo>
                    <a:pt x="183" y="1282"/>
                  </a:lnTo>
                  <a:lnTo>
                    <a:pt x="159" y="1231"/>
                  </a:lnTo>
                  <a:lnTo>
                    <a:pt x="139" y="1129"/>
                  </a:lnTo>
                  <a:lnTo>
                    <a:pt x="161" y="1015"/>
                  </a:lnTo>
                  <a:lnTo>
                    <a:pt x="205" y="738"/>
                  </a:lnTo>
                  <a:lnTo>
                    <a:pt x="134" y="692"/>
                  </a:lnTo>
                  <a:lnTo>
                    <a:pt x="79" y="627"/>
                  </a:lnTo>
                  <a:lnTo>
                    <a:pt x="62" y="477"/>
                  </a:lnTo>
                  <a:lnTo>
                    <a:pt x="0" y="300"/>
                  </a:lnTo>
                  <a:lnTo>
                    <a:pt x="0" y="201"/>
                  </a:lnTo>
                  <a:lnTo>
                    <a:pt x="38" y="85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6" name="Freeform 337">
              <a:extLst>
                <a:ext uri="{FF2B5EF4-FFF2-40B4-BE49-F238E27FC236}">
                  <a16:creationId xmlns:a16="http://schemas.microsoft.com/office/drawing/2014/main" id="{855F6782-A465-7141-AB85-4DE9F941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64"/>
              <a:ext cx="207" cy="186"/>
            </a:xfrm>
            <a:custGeom>
              <a:avLst/>
              <a:gdLst>
                <a:gd name="T0" fmla="*/ 0 w 1657"/>
                <a:gd name="T1" fmla="*/ 0 h 1485"/>
                <a:gd name="T2" fmla="*/ 0 w 1657"/>
                <a:gd name="T3" fmla="*/ 0 h 1485"/>
                <a:gd name="T4" fmla="*/ 0 w 1657"/>
                <a:gd name="T5" fmla="*/ 0 h 1485"/>
                <a:gd name="T6" fmla="*/ 0 w 1657"/>
                <a:gd name="T7" fmla="*/ 0 h 1485"/>
                <a:gd name="T8" fmla="*/ 0 w 1657"/>
                <a:gd name="T9" fmla="*/ 0 h 1485"/>
                <a:gd name="T10" fmla="*/ 0 w 1657"/>
                <a:gd name="T11" fmla="*/ 0 h 1485"/>
                <a:gd name="T12" fmla="*/ 0 w 1657"/>
                <a:gd name="T13" fmla="*/ 0 h 1485"/>
                <a:gd name="T14" fmla="*/ 0 w 1657"/>
                <a:gd name="T15" fmla="*/ 0 h 1485"/>
                <a:gd name="T16" fmla="*/ 0 w 1657"/>
                <a:gd name="T17" fmla="*/ 0 h 1485"/>
                <a:gd name="T18" fmla="*/ 0 w 1657"/>
                <a:gd name="T19" fmla="*/ 0 h 1485"/>
                <a:gd name="T20" fmla="*/ 0 w 1657"/>
                <a:gd name="T21" fmla="*/ 0 h 1485"/>
                <a:gd name="T22" fmla="*/ 0 w 1657"/>
                <a:gd name="T23" fmla="*/ 0 h 1485"/>
                <a:gd name="T24" fmla="*/ 0 w 1657"/>
                <a:gd name="T25" fmla="*/ 0 h 1485"/>
                <a:gd name="T26" fmla="*/ 0 w 1657"/>
                <a:gd name="T27" fmla="*/ 0 h 1485"/>
                <a:gd name="T28" fmla="*/ 0 w 1657"/>
                <a:gd name="T29" fmla="*/ 0 h 1485"/>
                <a:gd name="T30" fmla="*/ 0 w 1657"/>
                <a:gd name="T31" fmla="*/ 0 h 1485"/>
                <a:gd name="T32" fmla="*/ 0 w 1657"/>
                <a:gd name="T33" fmla="*/ 0 h 1485"/>
                <a:gd name="T34" fmla="*/ 0 w 1657"/>
                <a:gd name="T35" fmla="*/ 0 h 1485"/>
                <a:gd name="T36" fmla="*/ 0 w 1657"/>
                <a:gd name="T37" fmla="*/ 0 h 1485"/>
                <a:gd name="T38" fmla="*/ 0 w 1657"/>
                <a:gd name="T39" fmla="*/ 0 h 1485"/>
                <a:gd name="T40" fmla="*/ 0 w 1657"/>
                <a:gd name="T41" fmla="*/ 0 h 1485"/>
                <a:gd name="T42" fmla="*/ 0 w 1657"/>
                <a:gd name="T43" fmla="*/ 0 h 1485"/>
                <a:gd name="T44" fmla="*/ 0 w 1657"/>
                <a:gd name="T45" fmla="*/ 0 h 1485"/>
                <a:gd name="T46" fmla="*/ 0 w 1657"/>
                <a:gd name="T47" fmla="*/ 0 h 1485"/>
                <a:gd name="T48" fmla="*/ 0 w 1657"/>
                <a:gd name="T49" fmla="*/ 0 h 1485"/>
                <a:gd name="T50" fmla="*/ 0 w 1657"/>
                <a:gd name="T51" fmla="*/ 0 h 1485"/>
                <a:gd name="T52" fmla="*/ 0 w 1657"/>
                <a:gd name="T53" fmla="*/ 0 h 1485"/>
                <a:gd name="T54" fmla="*/ 0 w 1657"/>
                <a:gd name="T55" fmla="*/ 0 h 1485"/>
                <a:gd name="T56" fmla="*/ 0 w 1657"/>
                <a:gd name="T57" fmla="*/ 0 h 1485"/>
                <a:gd name="T58" fmla="*/ 0 w 1657"/>
                <a:gd name="T59" fmla="*/ 0 h 1485"/>
                <a:gd name="T60" fmla="*/ 0 w 1657"/>
                <a:gd name="T61" fmla="*/ 0 h 1485"/>
                <a:gd name="T62" fmla="*/ 0 w 1657"/>
                <a:gd name="T63" fmla="*/ 0 h 1485"/>
                <a:gd name="T64" fmla="*/ 0 w 1657"/>
                <a:gd name="T65" fmla="*/ 0 h 1485"/>
                <a:gd name="T66" fmla="*/ 0 w 1657"/>
                <a:gd name="T67" fmla="*/ 0 h 1485"/>
                <a:gd name="T68" fmla="*/ 0 w 1657"/>
                <a:gd name="T69" fmla="*/ 0 h 1485"/>
                <a:gd name="T70" fmla="*/ 0 w 1657"/>
                <a:gd name="T71" fmla="*/ 0 h 1485"/>
                <a:gd name="T72" fmla="*/ 0 w 1657"/>
                <a:gd name="T73" fmla="*/ 0 h 1485"/>
                <a:gd name="T74" fmla="*/ 0 w 1657"/>
                <a:gd name="T75" fmla="*/ 0 h 1485"/>
                <a:gd name="T76" fmla="*/ 0 w 1657"/>
                <a:gd name="T77" fmla="*/ 0 h 1485"/>
                <a:gd name="T78" fmla="*/ 0 w 1657"/>
                <a:gd name="T79" fmla="*/ 0 h 1485"/>
                <a:gd name="T80" fmla="*/ 0 w 1657"/>
                <a:gd name="T81" fmla="*/ 0 h 14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57"/>
                <a:gd name="T124" fmla="*/ 0 h 1485"/>
                <a:gd name="T125" fmla="*/ 1657 w 1657"/>
                <a:gd name="T126" fmla="*/ 1485 h 148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57" h="1485">
                  <a:moveTo>
                    <a:pt x="272" y="727"/>
                  </a:moveTo>
                  <a:lnTo>
                    <a:pt x="244" y="745"/>
                  </a:lnTo>
                  <a:lnTo>
                    <a:pt x="351" y="844"/>
                  </a:lnTo>
                  <a:lnTo>
                    <a:pt x="300" y="929"/>
                  </a:lnTo>
                  <a:lnTo>
                    <a:pt x="198" y="1000"/>
                  </a:lnTo>
                  <a:lnTo>
                    <a:pt x="62" y="1000"/>
                  </a:lnTo>
                  <a:lnTo>
                    <a:pt x="129" y="1077"/>
                  </a:lnTo>
                  <a:lnTo>
                    <a:pt x="292" y="1192"/>
                  </a:lnTo>
                  <a:lnTo>
                    <a:pt x="156" y="1226"/>
                  </a:lnTo>
                  <a:lnTo>
                    <a:pt x="0" y="1171"/>
                  </a:lnTo>
                  <a:lnTo>
                    <a:pt x="132" y="1321"/>
                  </a:lnTo>
                  <a:lnTo>
                    <a:pt x="277" y="1485"/>
                  </a:lnTo>
                  <a:lnTo>
                    <a:pt x="438" y="1485"/>
                  </a:lnTo>
                  <a:lnTo>
                    <a:pt x="634" y="1402"/>
                  </a:lnTo>
                  <a:lnTo>
                    <a:pt x="767" y="1272"/>
                  </a:lnTo>
                  <a:lnTo>
                    <a:pt x="670" y="1303"/>
                  </a:lnTo>
                  <a:lnTo>
                    <a:pt x="560" y="1206"/>
                  </a:lnTo>
                  <a:lnTo>
                    <a:pt x="731" y="1182"/>
                  </a:lnTo>
                  <a:lnTo>
                    <a:pt x="892" y="1125"/>
                  </a:lnTo>
                  <a:lnTo>
                    <a:pt x="835" y="1226"/>
                  </a:lnTo>
                  <a:lnTo>
                    <a:pt x="996" y="1116"/>
                  </a:lnTo>
                  <a:lnTo>
                    <a:pt x="1028" y="1070"/>
                  </a:lnTo>
                  <a:lnTo>
                    <a:pt x="1162" y="975"/>
                  </a:lnTo>
                  <a:lnTo>
                    <a:pt x="1215" y="874"/>
                  </a:lnTo>
                  <a:lnTo>
                    <a:pt x="1637" y="134"/>
                  </a:lnTo>
                  <a:lnTo>
                    <a:pt x="1657" y="0"/>
                  </a:lnTo>
                  <a:lnTo>
                    <a:pt x="1162" y="922"/>
                  </a:lnTo>
                  <a:lnTo>
                    <a:pt x="1070" y="984"/>
                  </a:lnTo>
                  <a:lnTo>
                    <a:pt x="920" y="1019"/>
                  </a:lnTo>
                  <a:lnTo>
                    <a:pt x="846" y="1109"/>
                  </a:lnTo>
                  <a:lnTo>
                    <a:pt x="721" y="1141"/>
                  </a:lnTo>
                  <a:lnTo>
                    <a:pt x="634" y="1125"/>
                  </a:lnTo>
                  <a:lnTo>
                    <a:pt x="593" y="1077"/>
                  </a:lnTo>
                  <a:lnTo>
                    <a:pt x="560" y="975"/>
                  </a:lnTo>
                  <a:lnTo>
                    <a:pt x="549" y="890"/>
                  </a:lnTo>
                  <a:lnTo>
                    <a:pt x="650" y="855"/>
                  </a:lnTo>
                  <a:lnTo>
                    <a:pt x="634" y="835"/>
                  </a:lnTo>
                  <a:lnTo>
                    <a:pt x="525" y="844"/>
                  </a:lnTo>
                  <a:lnTo>
                    <a:pt x="394" y="800"/>
                  </a:lnTo>
                  <a:lnTo>
                    <a:pt x="303" y="745"/>
                  </a:lnTo>
                  <a:lnTo>
                    <a:pt x="272" y="7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7" name="Freeform 338">
              <a:extLst>
                <a:ext uri="{FF2B5EF4-FFF2-40B4-BE49-F238E27FC236}">
                  <a16:creationId xmlns:a16="http://schemas.microsoft.com/office/drawing/2014/main" id="{42AE595A-E825-9444-BEA8-5FBD2AAF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722"/>
              <a:ext cx="117" cy="54"/>
            </a:xfrm>
            <a:custGeom>
              <a:avLst/>
              <a:gdLst>
                <a:gd name="T0" fmla="*/ 0 w 934"/>
                <a:gd name="T1" fmla="*/ 0 h 431"/>
                <a:gd name="T2" fmla="*/ 0 w 934"/>
                <a:gd name="T3" fmla="*/ 0 h 431"/>
                <a:gd name="T4" fmla="*/ 0 w 934"/>
                <a:gd name="T5" fmla="*/ 0 h 431"/>
                <a:gd name="T6" fmla="*/ 0 w 934"/>
                <a:gd name="T7" fmla="*/ 0 h 431"/>
                <a:gd name="T8" fmla="*/ 0 w 934"/>
                <a:gd name="T9" fmla="*/ 0 h 431"/>
                <a:gd name="T10" fmla="*/ 0 w 934"/>
                <a:gd name="T11" fmla="*/ 0 h 431"/>
                <a:gd name="T12" fmla="*/ 0 w 934"/>
                <a:gd name="T13" fmla="*/ 0 h 431"/>
                <a:gd name="T14" fmla="*/ 0 w 934"/>
                <a:gd name="T15" fmla="*/ 0 h 431"/>
                <a:gd name="T16" fmla="*/ 0 w 934"/>
                <a:gd name="T17" fmla="*/ 0 h 431"/>
                <a:gd name="T18" fmla="*/ 0 w 934"/>
                <a:gd name="T19" fmla="*/ 0 h 431"/>
                <a:gd name="T20" fmla="*/ 0 w 934"/>
                <a:gd name="T21" fmla="*/ 0 h 431"/>
                <a:gd name="T22" fmla="*/ 0 w 934"/>
                <a:gd name="T23" fmla="*/ 0 h 431"/>
                <a:gd name="T24" fmla="*/ 0 w 934"/>
                <a:gd name="T25" fmla="*/ 0 h 431"/>
                <a:gd name="T26" fmla="*/ 0 w 934"/>
                <a:gd name="T27" fmla="*/ 0 h 431"/>
                <a:gd name="T28" fmla="*/ 0 w 934"/>
                <a:gd name="T29" fmla="*/ 0 h 431"/>
                <a:gd name="T30" fmla="*/ 0 w 934"/>
                <a:gd name="T31" fmla="*/ 0 h 431"/>
                <a:gd name="T32" fmla="*/ 0 w 934"/>
                <a:gd name="T33" fmla="*/ 0 h 431"/>
                <a:gd name="T34" fmla="*/ 0 w 934"/>
                <a:gd name="T35" fmla="*/ 0 h 431"/>
                <a:gd name="T36" fmla="*/ 0 w 934"/>
                <a:gd name="T37" fmla="*/ 0 h 431"/>
                <a:gd name="T38" fmla="*/ 0 w 934"/>
                <a:gd name="T39" fmla="*/ 0 h 4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34"/>
                <a:gd name="T61" fmla="*/ 0 h 431"/>
                <a:gd name="T62" fmla="*/ 934 w 934"/>
                <a:gd name="T63" fmla="*/ 431 h 43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34" h="431">
                  <a:moveTo>
                    <a:pt x="152" y="83"/>
                  </a:moveTo>
                  <a:lnTo>
                    <a:pt x="152" y="0"/>
                  </a:lnTo>
                  <a:lnTo>
                    <a:pt x="77" y="0"/>
                  </a:lnTo>
                  <a:lnTo>
                    <a:pt x="0" y="64"/>
                  </a:lnTo>
                  <a:lnTo>
                    <a:pt x="33" y="219"/>
                  </a:lnTo>
                  <a:lnTo>
                    <a:pt x="152" y="114"/>
                  </a:lnTo>
                  <a:lnTo>
                    <a:pt x="418" y="205"/>
                  </a:lnTo>
                  <a:lnTo>
                    <a:pt x="485" y="259"/>
                  </a:lnTo>
                  <a:lnTo>
                    <a:pt x="611" y="259"/>
                  </a:lnTo>
                  <a:lnTo>
                    <a:pt x="844" y="316"/>
                  </a:lnTo>
                  <a:lnTo>
                    <a:pt x="842" y="387"/>
                  </a:lnTo>
                  <a:lnTo>
                    <a:pt x="888" y="431"/>
                  </a:lnTo>
                  <a:lnTo>
                    <a:pt x="934" y="367"/>
                  </a:lnTo>
                  <a:lnTo>
                    <a:pt x="881" y="254"/>
                  </a:lnTo>
                  <a:lnTo>
                    <a:pt x="844" y="265"/>
                  </a:lnTo>
                  <a:lnTo>
                    <a:pt x="620" y="219"/>
                  </a:lnTo>
                  <a:lnTo>
                    <a:pt x="521" y="228"/>
                  </a:lnTo>
                  <a:lnTo>
                    <a:pt x="482" y="171"/>
                  </a:lnTo>
                  <a:lnTo>
                    <a:pt x="194" y="99"/>
                  </a:lnTo>
                  <a:lnTo>
                    <a:pt x="15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8" name="Freeform 339">
              <a:extLst>
                <a:ext uri="{FF2B5EF4-FFF2-40B4-BE49-F238E27FC236}">
                  <a16:creationId xmlns:a16="http://schemas.microsoft.com/office/drawing/2014/main" id="{CEBD1E9F-A8B0-864E-A9E9-D6F756A5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687"/>
              <a:ext cx="59" cy="59"/>
            </a:xfrm>
            <a:custGeom>
              <a:avLst/>
              <a:gdLst>
                <a:gd name="T0" fmla="*/ 0 w 472"/>
                <a:gd name="T1" fmla="*/ 0 h 465"/>
                <a:gd name="T2" fmla="*/ 0 w 472"/>
                <a:gd name="T3" fmla="*/ 0 h 465"/>
                <a:gd name="T4" fmla="*/ 0 w 472"/>
                <a:gd name="T5" fmla="*/ 0 h 465"/>
                <a:gd name="T6" fmla="*/ 0 w 472"/>
                <a:gd name="T7" fmla="*/ 0 h 465"/>
                <a:gd name="T8" fmla="*/ 0 w 472"/>
                <a:gd name="T9" fmla="*/ 0 h 465"/>
                <a:gd name="T10" fmla="*/ 0 w 472"/>
                <a:gd name="T11" fmla="*/ 0 h 465"/>
                <a:gd name="T12" fmla="*/ 0 w 472"/>
                <a:gd name="T13" fmla="*/ 0 h 465"/>
                <a:gd name="T14" fmla="*/ 0 w 472"/>
                <a:gd name="T15" fmla="*/ 0 h 465"/>
                <a:gd name="T16" fmla="*/ 0 w 472"/>
                <a:gd name="T17" fmla="*/ 0 h 465"/>
                <a:gd name="T18" fmla="*/ 0 w 472"/>
                <a:gd name="T19" fmla="*/ 0 h 465"/>
                <a:gd name="T20" fmla="*/ 0 w 472"/>
                <a:gd name="T21" fmla="*/ 0 h 465"/>
                <a:gd name="T22" fmla="*/ 0 w 472"/>
                <a:gd name="T23" fmla="*/ 0 h 465"/>
                <a:gd name="T24" fmla="*/ 0 w 472"/>
                <a:gd name="T25" fmla="*/ 0 h 465"/>
                <a:gd name="T26" fmla="*/ 0 w 472"/>
                <a:gd name="T27" fmla="*/ 0 h 465"/>
                <a:gd name="T28" fmla="*/ 0 w 472"/>
                <a:gd name="T29" fmla="*/ 0 h 465"/>
                <a:gd name="T30" fmla="*/ 0 w 472"/>
                <a:gd name="T31" fmla="*/ 0 h 465"/>
                <a:gd name="T32" fmla="*/ 0 w 472"/>
                <a:gd name="T33" fmla="*/ 0 h 465"/>
                <a:gd name="T34" fmla="*/ 0 w 472"/>
                <a:gd name="T35" fmla="*/ 0 h 465"/>
                <a:gd name="T36" fmla="*/ 0 w 472"/>
                <a:gd name="T37" fmla="*/ 0 h 465"/>
                <a:gd name="T38" fmla="*/ 0 w 472"/>
                <a:gd name="T39" fmla="*/ 0 h 465"/>
                <a:gd name="T40" fmla="*/ 0 w 472"/>
                <a:gd name="T41" fmla="*/ 0 h 4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72"/>
                <a:gd name="T64" fmla="*/ 0 h 465"/>
                <a:gd name="T65" fmla="*/ 472 w 472"/>
                <a:gd name="T66" fmla="*/ 465 h 46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72" h="465">
                  <a:moveTo>
                    <a:pt x="28" y="113"/>
                  </a:moveTo>
                  <a:lnTo>
                    <a:pt x="64" y="96"/>
                  </a:lnTo>
                  <a:lnTo>
                    <a:pt x="154" y="195"/>
                  </a:lnTo>
                  <a:lnTo>
                    <a:pt x="248" y="206"/>
                  </a:lnTo>
                  <a:lnTo>
                    <a:pt x="302" y="159"/>
                  </a:lnTo>
                  <a:lnTo>
                    <a:pt x="309" y="0"/>
                  </a:lnTo>
                  <a:lnTo>
                    <a:pt x="345" y="168"/>
                  </a:lnTo>
                  <a:lnTo>
                    <a:pt x="391" y="242"/>
                  </a:lnTo>
                  <a:lnTo>
                    <a:pt x="472" y="242"/>
                  </a:lnTo>
                  <a:lnTo>
                    <a:pt x="470" y="263"/>
                  </a:lnTo>
                  <a:lnTo>
                    <a:pt x="345" y="270"/>
                  </a:lnTo>
                  <a:lnTo>
                    <a:pt x="224" y="292"/>
                  </a:lnTo>
                  <a:lnTo>
                    <a:pt x="217" y="410"/>
                  </a:lnTo>
                  <a:lnTo>
                    <a:pt x="154" y="401"/>
                  </a:lnTo>
                  <a:lnTo>
                    <a:pt x="149" y="465"/>
                  </a:lnTo>
                  <a:lnTo>
                    <a:pt x="110" y="391"/>
                  </a:lnTo>
                  <a:lnTo>
                    <a:pt x="173" y="270"/>
                  </a:lnTo>
                  <a:lnTo>
                    <a:pt x="92" y="175"/>
                  </a:lnTo>
                  <a:lnTo>
                    <a:pt x="11" y="175"/>
                  </a:lnTo>
                  <a:lnTo>
                    <a:pt x="0" y="145"/>
                  </a:lnTo>
                  <a:lnTo>
                    <a:pt x="28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79" name="Freeform 340">
              <a:extLst>
                <a:ext uri="{FF2B5EF4-FFF2-40B4-BE49-F238E27FC236}">
                  <a16:creationId xmlns:a16="http://schemas.microsoft.com/office/drawing/2014/main" id="{064A910C-D9B6-D045-B557-E3C34C8D8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632"/>
              <a:ext cx="115" cy="80"/>
            </a:xfrm>
            <a:custGeom>
              <a:avLst/>
              <a:gdLst>
                <a:gd name="T0" fmla="*/ 0 w 924"/>
                <a:gd name="T1" fmla="*/ 0 h 640"/>
                <a:gd name="T2" fmla="*/ 0 w 924"/>
                <a:gd name="T3" fmla="*/ 0 h 640"/>
                <a:gd name="T4" fmla="*/ 0 w 924"/>
                <a:gd name="T5" fmla="*/ 0 h 640"/>
                <a:gd name="T6" fmla="*/ 0 w 924"/>
                <a:gd name="T7" fmla="*/ 0 h 640"/>
                <a:gd name="T8" fmla="*/ 0 w 924"/>
                <a:gd name="T9" fmla="*/ 0 h 640"/>
                <a:gd name="T10" fmla="*/ 0 w 924"/>
                <a:gd name="T11" fmla="*/ 0 h 640"/>
                <a:gd name="T12" fmla="*/ 0 w 924"/>
                <a:gd name="T13" fmla="*/ 0 h 640"/>
                <a:gd name="T14" fmla="*/ 0 w 924"/>
                <a:gd name="T15" fmla="*/ 0 h 640"/>
                <a:gd name="T16" fmla="*/ 0 w 924"/>
                <a:gd name="T17" fmla="*/ 0 h 640"/>
                <a:gd name="T18" fmla="*/ 0 w 924"/>
                <a:gd name="T19" fmla="*/ 0 h 640"/>
                <a:gd name="T20" fmla="*/ 0 w 924"/>
                <a:gd name="T21" fmla="*/ 0 h 640"/>
                <a:gd name="T22" fmla="*/ 0 w 924"/>
                <a:gd name="T23" fmla="*/ 0 h 640"/>
                <a:gd name="T24" fmla="*/ 0 w 924"/>
                <a:gd name="T25" fmla="*/ 0 h 640"/>
                <a:gd name="T26" fmla="*/ 0 w 924"/>
                <a:gd name="T27" fmla="*/ 0 h 640"/>
                <a:gd name="T28" fmla="*/ 0 w 924"/>
                <a:gd name="T29" fmla="*/ 0 h 640"/>
                <a:gd name="T30" fmla="*/ 0 w 924"/>
                <a:gd name="T31" fmla="*/ 0 h 640"/>
                <a:gd name="T32" fmla="*/ 0 w 924"/>
                <a:gd name="T33" fmla="*/ 0 h 640"/>
                <a:gd name="T34" fmla="*/ 0 w 924"/>
                <a:gd name="T35" fmla="*/ 0 h 640"/>
                <a:gd name="T36" fmla="*/ 0 w 924"/>
                <a:gd name="T37" fmla="*/ 0 h 640"/>
                <a:gd name="T38" fmla="*/ 0 w 924"/>
                <a:gd name="T39" fmla="*/ 0 h 640"/>
                <a:gd name="T40" fmla="*/ 0 w 924"/>
                <a:gd name="T41" fmla="*/ 0 h 640"/>
                <a:gd name="T42" fmla="*/ 0 w 924"/>
                <a:gd name="T43" fmla="*/ 0 h 640"/>
                <a:gd name="T44" fmla="*/ 0 w 924"/>
                <a:gd name="T45" fmla="*/ 0 h 640"/>
                <a:gd name="T46" fmla="*/ 0 w 924"/>
                <a:gd name="T47" fmla="*/ 0 h 640"/>
                <a:gd name="T48" fmla="*/ 0 w 924"/>
                <a:gd name="T49" fmla="*/ 0 h 640"/>
                <a:gd name="T50" fmla="*/ 0 w 924"/>
                <a:gd name="T51" fmla="*/ 0 h 640"/>
                <a:gd name="T52" fmla="*/ 0 w 924"/>
                <a:gd name="T53" fmla="*/ 0 h 640"/>
                <a:gd name="T54" fmla="*/ 0 w 924"/>
                <a:gd name="T55" fmla="*/ 0 h 640"/>
                <a:gd name="T56" fmla="*/ 0 w 924"/>
                <a:gd name="T57" fmla="*/ 0 h 640"/>
                <a:gd name="T58" fmla="*/ 0 w 924"/>
                <a:gd name="T59" fmla="*/ 0 h 640"/>
                <a:gd name="T60" fmla="*/ 0 w 924"/>
                <a:gd name="T61" fmla="*/ 0 h 640"/>
                <a:gd name="T62" fmla="*/ 0 w 924"/>
                <a:gd name="T63" fmla="*/ 0 h 640"/>
                <a:gd name="T64" fmla="*/ 0 w 924"/>
                <a:gd name="T65" fmla="*/ 0 h 640"/>
                <a:gd name="T66" fmla="*/ 0 w 924"/>
                <a:gd name="T67" fmla="*/ 0 h 640"/>
                <a:gd name="T68" fmla="*/ 0 w 924"/>
                <a:gd name="T69" fmla="*/ 0 h 640"/>
                <a:gd name="T70" fmla="*/ 0 w 924"/>
                <a:gd name="T71" fmla="*/ 0 h 640"/>
                <a:gd name="T72" fmla="*/ 0 w 924"/>
                <a:gd name="T73" fmla="*/ 0 h 640"/>
                <a:gd name="T74" fmla="*/ 0 w 924"/>
                <a:gd name="T75" fmla="*/ 0 h 640"/>
                <a:gd name="T76" fmla="*/ 0 w 924"/>
                <a:gd name="T77" fmla="*/ 0 h 640"/>
                <a:gd name="T78" fmla="*/ 0 w 924"/>
                <a:gd name="T79" fmla="*/ 0 h 640"/>
                <a:gd name="T80" fmla="*/ 0 w 924"/>
                <a:gd name="T81" fmla="*/ 0 h 640"/>
                <a:gd name="T82" fmla="*/ 0 w 924"/>
                <a:gd name="T83" fmla="*/ 0 h 640"/>
                <a:gd name="T84" fmla="*/ 0 w 924"/>
                <a:gd name="T85" fmla="*/ 0 h 640"/>
                <a:gd name="T86" fmla="*/ 0 w 924"/>
                <a:gd name="T87" fmla="*/ 0 h 640"/>
                <a:gd name="T88" fmla="*/ 0 w 924"/>
                <a:gd name="T89" fmla="*/ 0 h 640"/>
                <a:gd name="T90" fmla="*/ 0 w 924"/>
                <a:gd name="T91" fmla="*/ 0 h 640"/>
                <a:gd name="T92" fmla="*/ 0 w 924"/>
                <a:gd name="T93" fmla="*/ 0 h 64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24"/>
                <a:gd name="T142" fmla="*/ 0 h 640"/>
                <a:gd name="T143" fmla="*/ 924 w 924"/>
                <a:gd name="T144" fmla="*/ 640 h 64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24" h="640">
                  <a:moveTo>
                    <a:pt x="36" y="71"/>
                  </a:moveTo>
                  <a:lnTo>
                    <a:pt x="92" y="92"/>
                  </a:lnTo>
                  <a:lnTo>
                    <a:pt x="75" y="177"/>
                  </a:lnTo>
                  <a:lnTo>
                    <a:pt x="29" y="334"/>
                  </a:lnTo>
                  <a:lnTo>
                    <a:pt x="0" y="517"/>
                  </a:lnTo>
                  <a:lnTo>
                    <a:pt x="25" y="613"/>
                  </a:lnTo>
                  <a:lnTo>
                    <a:pt x="42" y="431"/>
                  </a:lnTo>
                  <a:lnTo>
                    <a:pt x="92" y="304"/>
                  </a:lnTo>
                  <a:lnTo>
                    <a:pt x="132" y="517"/>
                  </a:lnTo>
                  <a:lnTo>
                    <a:pt x="128" y="594"/>
                  </a:lnTo>
                  <a:lnTo>
                    <a:pt x="178" y="535"/>
                  </a:lnTo>
                  <a:lnTo>
                    <a:pt x="477" y="640"/>
                  </a:lnTo>
                  <a:lnTo>
                    <a:pt x="601" y="620"/>
                  </a:lnTo>
                  <a:lnTo>
                    <a:pt x="694" y="565"/>
                  </a:lnTo>
                  <a:lnTo>
                    <a:pt x="756" y="480"/>
                  </a:lnTo>
                  <a:lnTo>
                    <a:pt x="811" y="408"/>
                  </a:lnTo>
                  <a:lnTo>
                    <a:pt x="680" y="565"/>
                  </a:lnTo>
                  <a:lnTo>
                    <a:pt x="601" y="594"/>
                  </a:lnTo>
                  <a:lnTo>
                    <a:pt x="500" y="604"/>
                  </a:lnTo>
                  <a:lnTo>
                    <a:pt x="424" y="594"/>
                  </a:lnTo>
                  <a:lnTo>
                    <a:pt x="334" y="558"/>
                  </a:lnTo>
                  <a:lnTo>
                    <a:pt x="246" y="466"/>
                  </a:lnTo>
                  <a:lnTo>
                    <a:pt x="253" y="359"/>
                  </a:lnTo>
                  <a:lnTo>
                    <a:pt x="394" y="480"/>
                  </a:lnTo>
                  <a:lnTo>
                    <a:pt x="420" y="414"/>
                  </a:lnTo>
                  <a:lnTo>
                    <a:pt x="299" y="238"/>
                  </a:lnTo>
                  <a:lnTo>
                    <a:pt x="299" y="141"/>
                  </a:lnTo>
                  <a:lnTo>
                    <a:pt x="429" y="133"/>
                  </a:lnTo>
                  <a:lnTo>
                    <a:pt x="477" y="157"/>
                  </a:lnTo>
                  <a:lnTo>
                    <a:pt x="429" y="258"/>
                  </a:lnTo>
                  <a:lnTo>
                    <a:pt x="530" y="293"/>
                  </a:lnTo>
                  <a:lnTo>
                    <a:pt x="659" y="293"/>
                  </a:lnTo>
                  <a:lnTo>
                    <a:pt x="671" y="271"/>
                  </a:lnTo>
                  <a:lnTo>
                    <a:pt x="552" y="141"/>
                  </a:lnTo>
                  <a:lnTo>
                    <a:pt x="694" y="166"/>
                  </a:lnTo>
                  <a:lnTo>
                    <a:pt x="842" y="238"/>
                  </a:lnTo>
                  <a:lnTo>
                    <a:pt x="827" y="348"/>
                  </a:lnTo>
                  <a:lnTo>
                    <a:pt x="866" y="286"/>
                  </a:lnTo>
                  <a:lnTo>
                    <a:pt x="912" y="274"/>
                  </a:lnTo>
                  <a:lnTo>
                    <a:pt x="924" y="223"/>
                  </a:lnTo>
                  <a:lnTo>
                    <a:pt x="650" y="104"/>
                  </a:lnTo>
                  <a:lnTo>
                    <a:pt x="585" y="36"/>
                  </a:lnTo>
                  <a:lnTo>
                    <a:pt x="369" y="0"/>
                  </a:lnTo>
                  <a:lnTo>
                    <a:pt x="223" y="5"/>
                  </a:lnTo>
                  <a:lnTo>
                    <a:pt x="189" y="58"/>
                  </a:lnTo>
                  <a:lnTo>
                    <a:pt x="46" y="11"/>
                  </a:lnTo>
                  <a:lnTo>
                    <a:pt x="36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0" name="Freeform 341">
              <a:extLst>
                <a:ext uri="{FF2B5EF4-FFF2-40B4-BE49-F238E27FC236}">
                  <a16:creationId xmlns:a16="http://schemas.microsoft.com/office/drawing/2014/main" id="{B4A70BA6-F246-9047-A5E7-2BE75CCF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48"/>
              <a:ext cx="8" cy="12"/>
            </a:xfrm>
            <a:custGeom>
              <a:avLst/>
              <a:gdLst>
                <a:gd name="T0" fmla="*/ 0 w 64"/>
                <a:gd name="T1" fmla="*/ 0 h 90"/>
                <a:gd name="T2" fmla="*/ 0 w 64"/>
                <a:gd name="T3" fmla="*/ 0 h 90"/>
                <a:gd name="T4" fmla="*/ 0 w 64"/>
                <a:gd name="T5" fmla="*/ 0 h 90"/>
                <a:gd name="T6" fmla="*/ 0 w 64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4"/>
                <a:gd name="T13" fmla="*/ 0 h 90"/>
                <a:gd name="T14" fmla="*/ 64 w 64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4" h="90">
                  <a:moveTo>
                    <a:pt x="0" y="0"/>
                  </a:moveTo>
                  <a:lnTo>
                    <a:pt x="18" y="90"/>
                  </a:lnTo>
                  <a:lnTo>
                    <a:pt x="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1" name="Freeform 342">
              <a:extLst>
                <a:ext uri="{FF2B5EF4-FFF2-40B4-BE49-F238E27FC236}">
                  <a16:creationId xmlns:a16="http://schemas.microsoft.com/office/drawing/2014/main" id="{FE824961-265C-124D-9CB2-8EE5C6AB4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591"/>
              <a:ext cx="96" cy="41"/>
            </a:xfrm>
            <a:custGeom>
              <a:avLst/>
              <a:gdLst>
                <a:gd name="T0" fmla="*/ 0 w 774"/>
                <a:gd name="T1" fmla="*/ 0 h 328"/>
                <a:gd name="T2" fmla="*/ 0 w 774"/>
                <a:gd name="T3" fmla="*/ 0 h 328"/>
                <a:gd name="T4" fmla="*/ 0 w 774"/>
                <a:gd name="T5" fmla="*/ 0 h 328"/>
                <a:gd name="T6" fmla="*/ 0 w 774"/>
                <a:gd name="T7" fmla="*/ 0 h 328"/>
                <a:gd name="T8" fmla="*/ 0 w 774"/>
                <a:gd name="T9" fmla="*/ 0 h 328"/>
                <a:gd name="T10" fmla="*/ 0 w 774"/>
                <a:gd name="T11" fmla="*/ 0 h 328"/>
                <a:gd name="T12" fmla="*/ 0 w 774"/>
                <a:gd name="T13" fmla="*/ 0 h 328"/>
                <a:gd name="T14" fmla="*/ 0 w 774"/>
                <a:gd name="T15" fmla="*/ 0 h 328"/>
                <a:gd name="T16" fmla="*/ 0 w 774"/>
                <a:gd name="T17" fmla="*/ 0 h 328"/>
                <a:gd name="T18" fmla="*/ 0 w 774"/>
                <a:gd name="T19" fmla="*/ 0 h 328"/>
                <a:gd name="T20" fmla="*/ 0 w 774"/>
                <a:gd name="T21" fmla="*/ 0 h 328"/>
                <a:gd name="T22" fmla="*/ 0 w 774"/>
                <a:gd name="T23" fmla="*/ 0 h 328"/>
                <a:gd name="T24" fmla="*/ 0 w 774"/>
                <a:gd name="T25" fmla="*/ 0 h 328"/>
                <a:gd name="T26" fmla="*/ 0 w 774"/>
                <a:gd name="T27" fmla="*/ 0 h 328"/>
                <a:gd name="T28" fmla="*/ 0 w 774"/>
                <a:gd name="T29" fmla="*/ 0 h 328"/>
                <a:gd name="T30" fmla="*/ 0 w 774"/>
                <a:gd name="T31" fmla="*/ 0 h 3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74"/>
                <a:gd name="T49" fmla="*/ 0 h 328"/>
                <a:gd name="T50" fmla="*/ 774 w 774"/>
                <a:gd name="T51" fmla="*/ 328 h 3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74" h="328">
                  <a:moveTo>
                    <a:pt x="759" y="328"/>
                  </a:moveTo>
                  <a:lnTo>
                    <a:pt x="774" y="293"/>
                  </a:lnTo>
                  <a:lnTo>
                    <a:pt x="678" y="185"/>
                  </a:lnTo>
                  <a:lnTo>
                    <a:pt x="443" y="46"/>
                  </a:lnTo>
                  <a:lnTo>
                    <a:pt x="270" y="64"/>
                  </a:lnTo>
                  <a:lnTo>
                    <a:pt x="173" y="23"/>
                  </a:lnTo>
                  <a:lnTo>
                    <a:pt x="18" y="0"/>
                  </a:lnTo>
                  <a:lnTo>
                    <a:pt x="0" y="23"/>
                  </a:lnTo>
                  <a:lnTo>
                    <a:pt x="51" y="64"/>
                  </a:lnTo>
                  <a:lnTo>
                    <a:pt x="245" y="104"/>
                  </a:lnTo>
                  <a:lnTo>
                    <a:pt x="337" y="127"/>
                  </a:lnTo>
                  <a:lnTo>
                    <a:pt x="452" y="134"/>
                  </a:lnTo>
                  <a:lnTo>
                    <a:pt x="607" y="219"/>
                  </a:lnTo>
                  <a:lnTo>
                    <a:pt x="706" y="300"/>
                  </a:lnTo>
                  <a:lnTo>
                    <a:pt x="735" y="328"/>
                  </a:lnTo>
                  <a:lnTo>
                    <a:pt x="759" y="3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2" name="Freeform 343">
              <a:extLst>
                <a:ext uri="{FF2B5EF4-FFF2-40B4-BE49-F238E27FC236}">
                  <a16:creationId xmlns:a16="http://schemas.microsoft.com/office/drawing/2014/main" id="{4877395E-45D7-DB44-BF22-F4930491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597"/>
              <a:ext cx="101" cy="82"/>
            </a:xfrm>
            <a:custGeom>
              <a:avLst/>
              <a:gdLst>
                <a:gd name="T0" fmla="*/ 0 w 807"/>
                <a:gd name="T1" fmla="*/ 0 h 655"/>
                <a:gd name="T2" fmla="*/ 0 w 807"/>
                <a:gd name="T3" fmla="*/ 0 h 655"/>
                <a:gd name="T4" fmla="*/ 0 w 807"/>
                <a:gd name="T5" fmla="*/ 0 h 655"/>
                <a:gd name="T6" fmla="*/ 0 w 807"/>
                <a:gd name="T7" fmla="*/ 0 h 655"/>
                <a:gd name="T8" fmla="*/ 0 w 807"/>
                <a:gd name="T9" fmla="*/ 0 h 655"/>
                <a:gd name="T10" fmla="*/ 0 w 807"/>
                <a:gd name="T11" fmla="*/ 0 h 655"/>
                <a:gd name="T12" fmla="*/ 0 w 807"/>
                <a:gd name="T13" fmla="*/ 0 h 655"/>
                <a:gd name="T14" fmla="*/ 0 w 807"/>
                <a:gd name="T15" fmla="*/ 0 h 655"/>
                <a:gd name="T16" fmla="*/ 0 w 807"/>
                <a:gd name="T17" fmla="*/ 0 h 655"/>
                <a:gd name="T18" fmla="*/ 0 w 807"/>
                <a:gd name="T19" fmla="*/ 0 h 655"/>
                <a:gd name="T20" fmla="*/ 0 w 807"/>
                <a:gd name="T21" fmla="*/ 0 h 655"/>
                <a:gd name="T22" fmla="*/ 0 w 807"/>
                <a:gd name="T23" fmla="*/ 0 h 655"/>
                <a:gd name="T24" fmla="*/ 0 w 807"/>
                <a:gd name="T25" fmla="*/ 0 h 655"/>
                <a:gd name="T26" fmla="*/ 0 w 807"/>
                <a:gd name="T27" fmla="*/ 0 h 655"/>
                <a:gd name="T28" fmla="*/ 0 w 807"/>
                <a:gd name="T29" fmla="*/ 0 h 655"/>
                <a:gd name="T30" fmla="*/ 0 w 807"/>
                <a:gd name="T31" fmla="*/ 0 h 655"/>
                <a:gd name="T32" fmla="*/ 0 w 807"/>
                <a:gd name="T33" fmla="*/ 0 h 655"/>
                <a:gd name="T34" fmla="*/ 0 w 807"/>
                <a:gd name="T35" fmla="*/ 0 h 655"/>
                <a:gd name="T36" fmla="*/ 0 w 807"/>
                <a:gd name="T37" fmla="*/ 0 h 655"/>
                <a:gd name="T38" fmla="*/ 0 w 807"/>
                <a:gd name="T39" fmla="*/ 0 h 655"/>
                <a:gd name="T40" fmla="*/ 0 w 807"/>
                <a:gd name="T41" fmla="*/ 0 h 655"/>
                <a:gd name="T42" fmla="*/ 0 w 807"/>
                <a:gd name="T43" fmla="*/ 0 h 655"/>
                <a:gd name="T44" fmla="*/ 0 w 807"/>
                <a:gd name="T45" fmla="*/ 0 h 655"/>
                <a:gd name="T46" fmla="*/ 0 w 807"/>
                <a:gd name="T47" fmla="*/ 0 h 655"/>
                <a:gd name="T48" fmla="*/ 0 w 807"/>
                <a:gd name="T49" fmla="*/ 0 h 655"/>
                <a:gd name="T50" fmla="*/ 0 w 807"/>
                <a:gd name="T51" fmla="*/ 0 h 655"/>
                <a:gd name="T52" fmla="*/ 0 w 807"/>
                <a:gd name="T53" fmla="*/ 0 h 655"/>
                <a:gd name="T54" fmla="*/ 0 w 807"/>
                <a:gd name="T55" fmla="*/ 0 h 655"/>
                <a:gd name="T56" fmla="*/ 0 w 807"/>
                <a:gd name="T57" fmla="*/ 0 h 655"/>
                <a:gd name="T58" fmla="*/ 0 w 807"/>
                <a:gd name="T59" fmla="*/ 0 h 65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807"/>
                <a:gd name="T91" fmla="*/ 0 h 655"/>
                <a:gd name="T92" fmla="*/ 807 w 807"/>
                <a:gd name="T93" fmla="*/ 655 h 65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807" h="655">
                  <a:moveTo>
                    <a:pt x="132" y="32"/>
                  </a:moveTo>
                  <a:lnTo>
                    <a:pt x="88" y="93"/>
                  </a:lnTo>
                  <a:lnTo>
                    <a:pt x="51" y="227"/>
                  </a:lnTo>
                  <a:lnTo>
                    <a:pt x="37" y="359"/>
                  </a:lnTo>
                  <a:lnTo>
                    <a:pt x="77" y="466"/>
                  </a:lnTo>
                  <a:lnTo>
                    <a:pt x="132" y="535"/>
                  </a:lnTo>
                  <a:lnTo>
                    <a:pt x="249" y="595"/>
                  </a:lnTo>
                  <a:lnTo>
                    <a:pt x="383" y="634"/>
                  </a:lnTo>
                  <a:lnTo>
                    <a:pt x="501" y="625"/>
                  </a:lnTo>
                  <a:lnTo>
                    <a:pt x="581" y="595"/>
                  </a:lnTo>
                  <a:lnTo>
                    <a:pt x="651" y="551"/>
                  </a:lnTo>
                  <a:lnTo>
                    <a:pt x="708" y="480"/>
                  </a:lnTo>
                  <a:lnTo>
                    <a:pt x="761" y="392"/>
                  </a:lnTo>
                  <a:lnTo>
                    <a:pt x="409" y="480"/>
                  </a:lnTo>
                  <a:lnTo>
                    <a:pt x="480" y="381"/>
                  </a:lnTo>
                  <a:lnTo>
                    <a:pt x="576" y="359"/>
                  </a:lnTo>
                  <a:lnTo>
                    <a:pt x="736" y="359"/>
                  </a:lnTo>
                  <a:lnTo>
                    <a:pt x="807" y="288"/>
                  </a:lnTo>
                  <a:lnTo>
                    <a:pt x="807" y="359"/>
                  </a:lnTo>
                  <a:lnTo>
                    <a:pt x="708" y="530"/>
                  </a:lnTo>
                  <a:lnTo>
                    <a:pt x="611" y="611"/>
                  </a:lnTo>
                  <a:lnTo>
                    <a:pt x="491" y="636"/>
                  </a:lnTo>
                  <a:lnTo>
                    <a:pt x="383" y="655"/>
                  </a:lnTo>
                  <a:lnTo>
                    <a:pt x="222" y="611"/>
                  </a:lnTo>
                  <a:lnTo>
                    <a:pt x="88" y="530"/>
                  </a:lnTo>
                  <a:lnTo>
                    <a:pt x="26" y="434"/>
                  </a:lnTo>
                  <a:lnTo>
                    <a:pt x="0" y="282"/>
                  </a:lnTo>
                  <a:lnTo>
                    <a:pt x="26" y="117"/>
                  </a:lnTo>
                  <a:lnTo>
                    <a:pt x="95" y="0"/>
                  </a:lnTo>
                  <a:lnTo>
                    <a:pt x="13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3" name="Freeform 344">
              <a:extLst>
                <a:ext uri="{FF2B5EF4-FFF2-40B4-BE49-F238E27FC236}">
                  <a16:creationId xmlns:a16="http://schemas.microsoft.com/office/drawing/2014/main" id="{A76D287D-0C97-8B46-9B35-740DBD35F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13"/>
              <a:ext cx="52" cy="24"/>
            </a:xfrm>
            <a:custGeom>
              <a:avLst/>
              <a:gdLst>
                <a:gd name="T0" fmla="*/ 0 w 412"/>
                <a:gd name="T1" fmla="*/ 0 h 189"/>
                <a:gd name="T2" fmla="*/ 0 w 412"/>
                <a:gd name="T3" fmla="*/ 0 h 189"/>
                <a:gd name="T4" fmla="*/ 0 w 412"/>
                <a:gd name="T5" fmla="*/ 0 h 189"/>
                <a:gd name="T6" fmla="*/ 0 w 412"/>
                <a:gd name="T7" fmla="*/ 0 h 189"/>
                <a:gd name="T8" fmla="*/ 0 w 412"/>
                <a:gd name="T9" fmla="*/ 0 h 189"/>
                <a:gd name="T10" fmla="*/ 0 w 412"/>
                <a:gd name="T11" fmla="*/ 0 h 189"/>
                <a:gd name="T12" fmla="*/ 0 w 412"/>
                <a:gd name="T13" fmla="*/ 0 h 189"/>
                <a:gd name="T14" fmla="*/ 0 w 412"/>
                <a:gd name="T15" fmla="*/ 0 h 189"/>
                <a:gd name="T16" fmla="*/ 0 w 412"/>
                <a:gd name="T17" fmla="*/ 0 h 189"/>
                <a:gd name="T18" fmla="*/ 0 w 412"/>
                <a:gd name="T19" fmla="*/ 0 h 189"/>
                <a:gd name="T20" fmla="*/ 0 w 412"/>
                <a:gd name="T21" fmla="*/ 0 h 189"/>
                <a:gd name="T22" fmla="*/ 0 w 412"/>
                <a:gd name="T23" fmla="*/ 0 h 189"/>
                <a:gd name="T24" fmla="*/ 0 w 412"/>
                <a:gd name="T25" fmla="*/ 0 h 189"/>
                <a:gd name="T26" fmla="*/ 0 w 412"/>
                <a:gd name="T27" fmla="*/ 0 h 189"/>
                <a:gd name="T28" fmla="*/ 0 w 412"/>
                <a:gd name="T29" fmla="*/ 0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12"/>
                <a:gd name="T46" fmla="*/ 0 h 189"/>
                <a:gd name="T47" fmla="*/ 412 w 412"/>
                <a:gd name="T48" fmla="*/ 189 h 18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12" h="189">
                  <a:moveTo>
                    <a:pt x="15" y="110"/>
                  </a:moveTo>
                  <a:lnTo>
                    <a:pt x="0" y="50"/>
                  </a:lnTo>
                  <a:lnTo>
                    <a:pt x="34" y="0"/>
                  </a:lnTo>
                  <a:lnTo>
                    <a:pt x="207" y="0"/>
                  </a:lnTo>
                  <a:lnTo>
                    <a:pt x="393" y="99"/>
                  </a:lnTo>
                  <a:lnTo>
                    <a:pt x="412" y="160"/>
                  </a:lnTo>
                  <a:lnTo>
                    <a:pt x="378" y="189"/>
                  </a:lnTo>
                  <a:lnTo>
                    <a:pt x="165" y="185"/>
                  </a:lnTo>
                  <a:lnTo>
                    <a:pt x="200" y="154"/>
                  </a:lnTo>
                  <a:lnTo>
                    <a:pt x="154" y="119"/>
                  </a:lnTo>
                  <a:lnTo>
                    <a:pt x="165" y="84"/>
                  </a:lnTo>
                  <a:lnTo>
                    <a:pt x="200" y="84"/>
                  </a:lnTo>
                  <a:lnTo>
                    <a:pt x="165" y="50"/>
                  </a:lnTo>
                  <a:lnTo>
                    <a:pt x="55" y="68"/>
                  </a:lnTo>
                  <a:lnTo>
                    <a:pt x="15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4" name="Freeform 345">
              <a:extLst>
                <a:ext uri="{FF2B5EF4-FFF2-40B4-BE49-F238E27FC236}">
                  <a16:creationId xmlns:a16="http://schemas.microsoft.com/office/drawing/2014/main" id="{10B8F20C-5D37-E846-B000-BCC59E8C6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660"/>
              <a:ext cx="47" cy="64"/>
            </a:xfrm>
            <a:custGeom>
              <a:avLst/>
              <a:gdLst>
                <a:gd name="T0" fmla="*/ 0 w 374"/>
                <a:gd name="T1" fmla="*/ 0 h 514"/>
                <a:gd name="T2" fmla="*/ 0 w 374"/>
                <a:gd name="T3" fmla="*/ 0 h 514"/>
                <a:gd name="T4" fmla="*/ 0 w 374"/>
                <a:gd name="T5" fmla="*/ 0 h 514"/>
                <a:gd name="T6" fmla="*/ 0 w 374"/>
                <a:gd name="T7" fmla="*/ 0 h 514"/>
                <a:gd name="T8" fmla="*/ 0 w 374"/>
                <a:gd name="T9" fmla="*/ 0 h 514"/>
                <a:gd name="T10" fmla="*/ 0 w 374"/>
                <a:gd name="T11" fmla="*/ 0 h 514"/>
                <a:gd name="T12" fmla="*/ 0 w 374"/>
                <a:gd name="T13" fmla="*/ 0 h 514"/>
                <a:gd name="T14" fmla="*/ 0 w 374"/>
                <a:gd name="T15" fmla="*/ 0 h 514"/>
                <a:gd name="T16" fmla="*/ 0 w 374"/>
                <a:gd name="T17" fmla="*/ 0 h 514"/>
                <a:gd name="T18" fmla="*/ 0 w 374"/>
                <a:gd name="T19" fmla="*/ 0 h 514"/>
                <a:gd name="T20" fmla="*/ 0 w 374"/>
                <a:gd name="T21" fmla="*/ 0 h 514"/>
                <a:gd name="T22" fmla="*/ 0 w 374"/>
                <a:gd name="T23" fmla="*/ 0 h 514"/>
                <a:gd name="T24" fmla="*/ 0 w 374"/>
                <a:gd name="T25" fmla="*/ 0 h 514"/>
                <a:gd name="T26" fmla="*/ 0 w 374"/>
                <a:gd name="T27" fmla="*/ 0 h 514"/>
                <a:gd name="T28" fmla="*/ 0 w 374"/>
                <a:gd name="T29" fmla="*/ 0 h 5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74"/>
                <a:gd name="T46" fmla="*/ 0 h 514"/>
                <a:gd name="T47" fmla="*/ 374 w 374"/>
                <a:gd name="T48" fmla="*/ 514 h 51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74" h="514">
                  <a:moveTo>
                    <a:pt x="0" y="492"/>
                  </a:moveTo>
                  <a:lnTo>
                    <a:pt x="64" y="514"/>
                  </a:lnTo>
                  <a:lnTo>
                    <a:pt x="136" y="485"/>
                  </a:lnTo>
                  <a:lnTo>
                    <a:pt x="231" y="371"/>
                  </a:lnTo>
                  <a:lnTo>
                    <a:pt x="297" y="243"/>
                  </a:lnTo>
                  <a:lnTo>
                    <a:pt x="369" y="95"/>
                  </a:lnTo>
                  <a:lnTo>
                    <a:pt x="374" y="12"/>
                  </a:lnTo>
                  <a:lnTo>
                    <a:pt x="359" y="0"/>
                  </a:lnTo>
                  <a:lnTo>
                    <a:pt x="334" y="100"/>
                  </a:lnTo>
                  <a:lnTo>
                    <a:pt x="255" y="277"/>
                  </a:lnTo>
                  <a:lnTo>
                    <a:pt x="168" y="426"/>
                  </a:lnTo>
                  <a:lnTo>
                    <a:pt x="110" y="452"/>
                  </a:lnTo>
                  <a:lnTo>
                    <a:pt x="64" y="381"/>
                  </a:lnTo>
                  <a:lnTo>
                    <a:pt x="0" y="452"/>
                  </a:lnTo>
                  <a:lnTo>
                    <a:pt x="0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5" name="Freeform 346">
              <a:extLst>
                <a:ext uri="{FF2B5EF4-FFF2-40B4-BE49-F238E27FC236}">
                  <a16:creationId xmlns:a16="http://schemas.microsoft.com/office/drawing/2014/main" id="{4EB1DF6B-3557-9040-8C7F-8828E9B3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668"/>
              <a:ext cx="11" cy="29"/>
            </a:xfrm>
            <a:custGeom>
              <a:avLst/>
              <a:gdLst>
                <a:gd name="T0" fmla="*/ 0 w 85"/>
                <a:gd name="T1" fmla="*/ 0 h 233"/>
                <a:gd name="T2" fmla="*/ 0 w 85"/>
                <a:gd name="T3" fmla="*/ 0 h 233"/>
                <a:gd name="T4" fmla="*/ 0 w 85"/>
                <a:gd name="T5" fmla="*/ 0 h 233"/>
                <a:gd name="T6" fmla="*/ 0 w 85"/>
                <a:gd name="T7" fmla="*/ 0 h 233"/>
                <a:gd name="T8" fmla="*/ 0 w 85"/>
                <a:gd name="T9" fmla="*/ 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233"/>
                <a:gd name="T17" fmla="*/ 85 w 85"/>
                <a:gd name="T18" fmla="*/ 233 h 2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233">
                  <a:moveTo>
                    <a:pt x="0" y="134"/>
                  </a:moveTo>
                  <a:lnTo>
                    <a:pt x="14" y="233"/>
                  </a:lnTo>
                  <a:lnTo>
                    <a:pt x="85" y="122"/>
                  </a:lnTo>
                  <a:lnTo>
                    <a:pt x="82" y="0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6" name="Freeform 347">
              <a:extLst>
                <a:ext uri="{FF2B5EF4-FFF2-40B4-BE49-F238E27FC236}">
                  <a16:creationId xmlns:a16="http://schemas.microsoft.com/office/drawing/2014/main" id="{1B82D3B1-2298-0740-8C2F-97244FF8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580"/>
              <a:ext cx="12" cy="39"/>
            </a:xfrm>
            <a:custGeom>
              <a:avLst/>
              <a:gdLst>
                <a:gd name="T0" fmla="*/ 0 w 103"/>
                <a:gd name="T1" fmla="*/ 0 h 311"/>
                <a:gd name="T2" fmla="*/ 0 w 103"/>
                <a:gd name="T3" fmla="*/ 0 h 311"/>
                <a:gd name="T4" fmla="*/ 0 w 103"/>
                <a:gd name="T5" fmla="*/ 0 h 311"/>
                <a:gd name="T6" fmla="*/ 0 w 103"/>
                <a:gd name="T7" fmla="*/ 0 h 311"/>
                <a:gd name="T8" fmla="*/ 0 w 103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3"/>
                <a:gd name="T16" fmla="*/ 0 h 311"/>
                <a:gd name="T17" fmla="*/ 103 w 103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3" h="311">
                  <a:moveTo>
                    <a:pt x="103" y="180"/>
                  </a:moveTo>
                  <a:lnTo>
                    <a:pt x="33" y="0"/>
                  </a:lnTo>
                  <a:lnTo>
                    <a:pt x="0" y="57"/>
                  </a:lnTo>
                  <a:lnTo>
                    <a:pt x="52" y="311"/>
                  </a:lnTo>
                  <a:lnTo>
                    <a:pt x="103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7" name="Freeform 348">
              <a:extLst>
                <a:ext uri="{FF2B5EF4-FFF2-40B4-BE49-F238E27FC236}">
                  <a16:creationId xmlns:a16="http://schemas.microsoft.com/office/drawing/2014/main" id="{B0E3BD6A-327B-8B42-B05D-4E92566E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60"/>
              <a:ext cx="29" cy="18"/>
            </a:xfrm>
            <a:custGeom>
              <a:avLst/>
              <a:gdLst>
                <a:gd name="T0" fmla="*/ 0 w 231"/>
                <a:gd name="T1" fmla="*/ 0 h 149"/>
                <a:gd name="T2" fmla="*/ 0 w 231"/>
                <a:gd name="T3" fmla="*/ 0 h 149"/>
                <a:gd name="T4" fmla="*/ 0 w 231"/>
                <a:gd name="T5" fmla="*/ 0 h 149"/>
                <a:gd name="T6" fmla="*/ 0 w 231"/>
                <a:gd name="T7" fmla="*/ 0 h 149"/>
                <a:gd name="T8" fmla="*/ 0 w 231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1"/>
                <a:gd name="T16" fmla="*/ 0 h 149"/>
                <a:gd name="T17" fmla="*/ 231 w 231"/>
                <a:gd name="T18" fmla="*/ 149 h 1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1" h="149">
                  <a:moveTo>
                    <a:pt x="51" y="51"/>
                  </a:moveTo>
                  <a:lnTo>
                    <a:pt x="231" y="0"/>
                  </a:lnTo>
                  <a:lnTo>
                    <a:pt x="222" y="35"/>
                  </a:lnTo>
                  <a:lnTo>
                    <a:pt x="0" y="149"/>
                  </a:lnTo>
                  <a:lnTo>
                    <a:pt x="51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8" name="Freeform 349">
              <a:extLst>
                <a:ext uri="{FF2B5EF4-FFF2-40B4-BE49-F238E27FC236}">
                  <a16:creationId xmlns:a16="http://schemas.microsoft.com/office/drawing/2014/main" id="{7FAA2E23-E597-6549-9004-B6F71415E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709"/>
              <a:ext cx="20" cy="49"/>
            </a:xfrm>
            <a:custGeom>
              <a:avLst/>
              <a:gdLst>
                <a:gd name="T0" fmla="*/ 0 w 161"/>
                <a:gd name="T1" fmla="*/ 0 h 392"/>
                <a:gd name="T2" fmla="*/ 0 w 161"/>
                <a:gd name="T3" fmla="*/ 0 h 392"/>
                <a:gd name="T4" fmla="*/ 0 w 161"/>
                <a:gd name="T5" fmla="*/ 0 h 392"/>
                <a:gd name="T6" fmla="*/ 0 w 161"/>
                <a:gd name="T7" fmla="*/ 0 h 392"/>
                <a:gd name="T8" fmla="*/ 0 w 161"/>
                <a:gd name="T9" fmla="*/ 0 h 392"/>
                <a:gd name="T10" fmla="*/ 0 w 161"/>
                <a:gd name="T11" fmla="*/ 0 h 3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1"/>
                <a:gd name="T19" fmla="*/ 0 h 392"/>
                <a:gd name="T20" fmla="*/ 161 w 161"/>
                <a:gd name="T21" fmla="*/ 392 h 3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1" h="392">
                  <a:moveTo>
                    <a:pt x="0" y="76"/>
                  </a:moveTo>
                  <a:lnTo>
                    <a:pt x="13" y="0"/>
                  </a:lnTo>
                  <a:lnTo>
                    <a:pt x="161" y="216"/>
                  </a:lnTo>
                  <a:lnTo>
                    <a:pt x="117" y="392"/>
                  </a:lnTo>
                  <a:lnTo>
                    <a:pt x="57" y="277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89" name="Freeform 350">
              <a:extLst>
                <a:ext uri="{FF2B5EF4-FFF2-40B4-BE49-F238E27FC236}">
                  <a16:creationId xmlns:a16="http://schemas.microsoft.com/office/drawing/2014/main" id="{C86AC762-0C58-1446-9C49-24ACEE4AF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690"/>
              <a:ext cx="47" cy="32"/>
            </a:xfrm>
            <a:custGeom>
              <a:avLst/>
              <a:gdLst>
                <a:gd name="T0" fmla="*/ 0 w 376"/>
                <a:gd name="T1" fmla="*/ 0 h 258"/>
                <a:gd name="T2" fmla="*/ 0 w 376"/>
                <a:gd name="T3" fmla="*/ 0 h 258"/>
                <a:gd name="T4" fmla="*/ 0 w 376"/>
                <a:gd name="T5" fmla="*/ 0 h 258"/>
                <a:gd name="T6" fmla="*/ 0 w 376"/>
                <a:gd name="T7" fmla="*/ 0 h 258"/>
                <a:gd name="T8" fmla="*/ 0 w 376"/>
                <a:gd name="T9" fmla="*/ 0 h 258"/>
                <a:gd name="T10" fmla="*/ 0 w 376"/>
                <a:gd name="T11" fmla="*/ 0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6"/>
                <a:gd name="T19" fmla="*/ 0 h 258"/>
                <a:gd name="T20" fmla="*/ 376 w 376"/>
                <a:gd name="T21" fmla="*/ 258 h 2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6" h="258">
                  <a:moveTo>
                    <a:pt x="376" y="0"/>
                  </a:moveTo>
                  <a:lnTo>
                    <a:pt x="257" y="159"/>
                  </a:lnTo>
                  <a:lnTo>
                    <a:pt x="83" y="207"/>
                  </a:lnTo>
                  <a:lnTo>
                    <a:pt x="0" y="258"/>
                  </a:lnTo>
                  <a:lnTo>
                    <a:pt x="145" y="85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0" name="Freeform 351">
              <a:extLst>
                <a:ext uri="{FF2B5EF4-FFF2-40B4-BE49-F238E27FC236}">
                  <a16:creationId xmlns:a16="http://schemas.microsoft.com/office/drawing/2014/main" id="{8639CB2A-C6F5-4F49-BE8B-C48BC2BED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09"/>
              <a:ext cx="290" cy="199"/>
            </a:xfrm>
            <a:custGeom>
              <a:avLst/>
              <a:gdLst>
                <a:gd name="T0" fmla="*/ 0 w 2322"/>
                <a:gd name="T1" fmla="*/ 0 h 1591"/>
                <a:gd name="T2" fmla="*/ 0 w 2322"/>
                <a:gd name="T3" fmla="*/ 0 h 1591"/>
                <a:gd name="T4" fmla="*/ 0 w 2322"/>
                <a:gd name="T5" fmla="*/ 0 h 1591"/>
                <a:gd name="T6" fmla="*/ 0 w 2322"/>
                <a:gd name="T7" fmla="*/ 0 h 1591"/>
                <a:gd name="T8" fmla="*/ 0 w 2322"/>
                <a:gd name="T9" fmla="*/ 0 h 1591"/>
                <a:gd name="T10" fmla="*/ 0 w 2322"/>
                <a:gd name="T11" fmla="*/ 0 h 1591"/>
                <a:gd name="T12" fmla="*/ 0 w 2322"/>
                <a:gd name="T13" fmla="*/ 0 h 1591"/>
                <a:gd name="T14" fmla="*/ 0 w 2322"/>
                <a:gd name="T15" fmla="*/ 0 h 1591"/>
                <a:gd name="T16" fmla="*/ 0 w 2322"/>
                <a:gd name="T17" fmla="*/ 0 h 1591"/>
                <a:gd name="T18" fmla="*/ 0 w 2322"/>
                <a:gd name="T19" fmla="*/ 0 h 1591"/>
                <a:gd name="T20" fmla="*/ 0 w 2322"/>
                <a:gd name="T21" fmla="*/ 0 h 1591"/>
                <a:gd name="T22" fmla="*/ 0 w 2322"/>
                <a:gd name="T23" fmla="*/ 0 h 1591"/>
                <a:gd name="T24" fmla="*/ 0 w 2322"/>
                <a:gd name="T25" fmla="*/ 0 h 1591"/>
                <a:gd name="T26" fmla="*/ 0 w 2322"/>
                <a:gd name="T27" fmla="*/ 0 h 1591"/>
                <a:gd name="T28" fmla="*/ 0 w 2322"/>
                <a:gd name="T29" fmla="*/ 0 h 1591"/>
                <a:gd name="T30" fmla="*/ 0 w 2322"/>
                <a:gd name="T31" fmla="*/ 0 h 1591"/>
                <a:gd name="T32" fmla="*/ 0 w 2322"/>
                <a:gd name="T33" fmla="*/ 0 h 1591"/>
                <a:gd name="T34" fmla="*/ 0 w 2322"/>
                <a:gd name="T35" fmla="*/ 0 h 1591"/>
                <a:gd name="T36" fmla="*/ 0 w 2322"/>
                <a:gd name="T37" fmla="*/ 0 h 1591"/>
                <a:gd name="T38" fmla="*/ 0 w 2322"/>
                <a:gd name="T39" fmla="*/ 0 h 1591"/>
                <a:gd name="T40" fmla="*/ 0 w 2322"/>
                <a:gd name="T41" fmla="*/ 0 h 1591"/>
                <a:gd name="T42" fmla="*/ 0 w 2322"/>
                <a:gd name="T43" fmla="*/ 0 h 1591"/>
                <a:gd name="T44" fmla="*/ 0 w 2322"/>
                <a:gd name="T45" fmla="*/ 0 h 1591"/>
                <a:gd name="T46" fmla="*/ 0 w 2322"/>
                <a:gd name="T47" fmla="*/ 0 h 1591"/>
                <a:gd name="T48" fmla="*/ 0 w 2322"/>
                <a:gd name="T49" fmla="*/ 0 h 1591"/>
                <a:gd name="T50" fmla="*/ 0 w 2322"/>
                <a:gd name="T51" fmla="*/ 0 h 1591"/>
                <a:gd name="T52" fmla="*/ 0 w 2322"/>
                <a:gd name="T53" fmla="*/ 0 h 1591"/>
                <a:gd name="T54" fmla="*/ 0 w 2322"/>
                <a:gd name="T55" fmla="*/ 0 h 1591"/>
                <a:gd name="T56" fmla="*/ 0 w 2322"/>
                <a:gd name="T57" fmla="*/ 0 h 1591"/>
                <a:gd name="T58" fmla="*/ 0 w 2322"/>
                <a:gd name="T59" fmla="*/ 0 h 1591"/>
                <a:gd name="T60" fmla="*/ 0 w 2322"/>
                <a:gd name="T61" fmla="*/ 0 h 1591"/>
                <a:gd name="T62" fmla="*/ 0 w 2322"/>
                <a:gd name="T63" fmla="*/ 0 h 1591"/>
                <a:gd name="T64" fmla="*/ 0 w 2322"/>
                <a:gd name="T65" fmla="*/ 0 h 15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22"/>
                <a:gd name="T100" fmla="*/ 0 h 1591"/>
                <a:gd name="T101" fmla="*/ 2322 w 2322"/>
                <a:gd name="T102" fmla="*/ 1591 h 159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22" h="1591">
                  <a:moveTo>
                    <a:pt x="337" y="1464"/>
                  </a:moveTo>
                  <a:lnTo>
                    <a:pt x="92" y="1187"/>
                  </a:lnTo>
                  <a:lnTo>
                    <a:pt x="16" y="929"/>
                  </a:lnTo>
                  <a:lnTo>
                    <a:pt x="0" y="784"/>
                  </a:lnTo>
                  <a:lnTo>
                    <a:pt x="142" y="613"/>
                  </a:lnTo>
                  <a:lnTo>
                    <a:pt x="491" y="447"/>
                  </a:lnTo>
                  <a:lnTo>
                    <a:pt x="1063" y="251"/>
                  </a:lnTo>
                  <a:lnTo>
                    <a:pt x="1584" y="157"/>
                  </a:lnTo>
                  <a:lnTo>
                    <a:pt x="2021" y="117"/>
                  </a:lnTo>
                  <a:lnTo>
                    <a:pt x="2322" y="0"/>
                  </a:lnTo>
                  <a:lnTo>
                    <a:pt x="2166" y="117"/>
                  </a:lnTo>
                  <a:lnTo>
                    <a:pt x="2036" y="297"/>
                  </a:lnTo>
                  <a:lnTo>
                    <a:pt x="1975" y="583"/>
                  </a:lnTo>
                  <a:lnTo>
                    <a:pt x="1959" y="807"/>
                  </a:lnTo>
                  <a:lnTo>
                    <a:pt x="1959" y="1099"/>
                  </a:lnTo>
                  <a:lnTo>
                    <a:pt x="1944" y="1307"/>
                  </a:lnTo>
                  <a:lnTo>
                    <a:pt x="1849" y="1591"/>
                  </a:lnTo>
                  <a:lnTo>
                    <a:pt x="1819" y="1561"/>
                  </a:lnTo>
                  <a:lnTo>
                    <a:pt x="1898" y="1337"/>
                  </a:lnTo>
                  <a:lnTo>
                    <a:pt x="1929" y="1136"/>
                  </a:lnTo>
                  <a:lnTo>
                    <a:pt x="1929" y="807"/>
                  </a:lnTo>
                  <a:lnTo>
                    <a:pt x="1944" y="508"/>
                  </a:lnTo>
                  <a:lnTo>
                    <a:pt x="1863" y="383"/>
                  </a:lnTo>
                  <a:lnTo>
                    <a:pt x="1692" y="297"/>
                  </a:lnTo>
                  <a:lnTo>
                    <a:pt x="1439" y="251"/>
                  </a:lnTo>
                  <a:lnTo>
                    <a:pt x="1263" y="238"/>
                  </a:lnTo>
                  <a:lnTo>
                    <a:pt x="1074" y="266"/>
                  </a:lnTo>
                  <a:lnTo>
                    <a:pt x="474" y="457"/>
                  </a:lnTo>
                  <a:lnTo>
                    <a:pt x="127" y="688"/>
                  </a:lnTo>
                  <a:lnTo>
                    <a:pt x="81" y="869"/>
                  </a:lnTo>
                  <a:lnTo>
                    <a:pt x="81" y="1040"/>
                  </a:lnTo>
                  <a:lnTo>
                    <a:pt x="142" y="1211"/>
                  </a:lnTo>
                  <a:lnTo>
                    <a:pt x="337" y="14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1" name="Freeform 352">
              <a:extLst>
                <a:ext uri="{FF2B5EF4-FFF2-40B4-BE49-F238E27FC236}">
                  <a16:creationId xmlns:a16="http://schemas.microsoft.com/office/drawing/2014/main" id="{63734CF3-9119-FD4E-A4A1-5F64DACA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838"/>
              <a:ext cx="352" cy="516"/>
            </a:xfrm>
            <a:custGeom>
              <a:avLst/>
              <a:gdLst>
                <a:gd name="T0" fmla="*/ 0 w 2817"/>
                <a:gd name="T1" fmla="*/ 0 h 4129"/>
                <a:gd name="T2" fmla="*/ 0 w 2817"/>
                <a:gd name="T3" fmla="*/ 0 h 4129"/>
                <a:gd name="T4" fmla="*/ 0 w 2817"/>
                <a:gd name="T5" fmla="*/ 0 h 4129"/>
                <a:gd name="T6" fmla="*/ 0 w 2817"/>
                <a:gd name="T7" fmla="*/ 0 h 4129"/>
                <a:gd name="T8" fmla="*/ 0 w 2817"/>
                <a:gd name="T9" fmla="*/ 0 h 4129"/>
                <a:gd name="T10" fmla="*/ 0 w 2817"/>
                <a:gd name="T11" fmla="*/ 0 h 4129"/>
                <a:gd name="T12" fmla="*/ 0 w 2817"/>
                <a:gd name="T13" fmla="*/ 0 h 4129"/>
                <a:gd name="T14" fmla="*/ 0 w 2817"/>
                <a:gd name="T15" fmla="*/ 0 h 4129"/>
                <a:gd name="T16" fmla="*/ 0 w 2817"/>
                <a:gd name="T17" fmla="*/ 0 h 4129"/>
                <a:gd name="T18" fmla="*/ 0 w 2817"/>
                <a:gd name="T19" fmla="*/ 0 h 4129"/>
                <a:gd name="T20" fmla="*/ 0 w 2817"/>
                <a:gd name="T21" fmla="*/ 0 h 4129"/>
                <a:gd name="T22" fmla="*/ 0 w 2817"/>
                <a:gd name="T23" fmla="*/ 0 h 4129"/>
                <a:gd name="T24" fmla="*/ 0 w 2817"/>
                <a:gd name="T25" fmla="*/ 0 h 4129"/>
                <a:gd name="T26" fmla="*/ 0 w 2817"/>
                <a:gd name="T27" fmla="*/ 0 h 4129"/>
                <a:gd name="T28" fmla="*/ 0 w 2817"/>
                <a:gd name="T29" fmla="*/ 0 h 4129"/>
                <a:gd name="T30" fmla="*/ 0 w 2817"/>
                <a:gd name="T31" fmla="*/ 0 h 4129"/>
                <a:gd name="T32" fmla="*/ 0 w 2817"/>
                <a:gd name="T33" fmla="*/ 0 h 4129"/>
                <a:gd name="T34" fmla="*/ 0 w 2817"/>
                <a:gd name="T35" fmla="*/ 0 h 4129"/>
                <a:gd name="T36" fmla="*/ 0 w 2817"/>
                <a:gd name="T37" fmla="*/ 0 h 4129"/>
                <a:gd name="T38" fmla="*/ 0 w 2817"/>
                <a:gd name="T39" fmla="*/ 0 h 4129"/>
                <a:gd name="T40" fmla="*/ 0 w 2817"/>
                <a:gd name="T41" fmla="*/ 0 h 4129"/>
                <a:gd name="T42" fmla="*/ 0 w 2817"/>
                <a:gd name="T43" fmla="*/ 0 h 4129"/>
                <a:gd name="T44" fmla="*/ 0 w 2817"/>
                <a:gd name="T45" fmla="*/ 0 h 4129"/>
                <a:gd name="T46" fmla="*/ 0 w 2817"/>
                <a:gd name="T47" fmla="*/ 0 h 4129"/>
                <a:gd name="T48" fmla="*/ 0 w 2817"/>
                <a:gd name="T49" fmla="*/ 0 h 4129"/>
                <a:gd name="T50" fmla="*/ 0 w 2817"/>
                <a:gd name="T51" fmla="*/ 0 h 4129"/>
                <a:gd name="T52" fmla="*/ 0 w 2817"/>
                <a:gd name="T53" fmla="*/ 0 h 4129"/>
                <a:gd name="T54" fmla="*/ 0 w 2817"/>
                <a:gd name="T55" fmla="*/ 0 h 4129"/>
                <a:gd name="T56" fmla="*/ 0 w 2817"/>
                <a:gd name="T57" fmla="*/ 0 h 4129"/>
                <a:gd name="T58" fmla="*/ 0 w 2817"/>
                <a:gd name="T59" fmla="*/ 0 h 4129"/>
                <a:gd name="T60" fmla="*/ 0 w 2817"/>
                <a:gd name="T61" fmla="*/ 0 h 4129"/>
                <a:gd name="T62" fmla="*/ 0 w 2817"/>
                <a:gd name="T63" fmla="*/ 0 h 4129"/>
                <a:gd name="T64" fmla="*/ 0 w 2817"/>
                <a:gd name="T65" fmla="*/ 0 h 4129"/>
                <a:gd name="T66" fmla="*/ 0 w 2817"/>
                <a:gd name="T67" fmla="*/ 0 h 4129"/>
                <a:gd name="T68" fmla="*/ 0 w 2817"/>
                <a:gd name="T69" fmla="*/ 0 h 4129"/>
                <a:gd name="T70" fmla="*/ 0 w 2817"/>
                <a:gd name="T71" fmla="*/ 0 h 4129"/>
                <a:gd name="T72" fmla="*/ 0 w 2817"/>
                <a:gd name="T73" fmla="*/ 0 h 4129"/>
                <a:gd name="T74" fmla="*/ 0 w 2817"/>
                <a:gd name="T75" fmla="*/ 0 h 4129"/>
                <a:gd name="T76" fmla="*/ 0 w 2817"/>
                <a:gd name="T77" fmla="*/ 0 h 4129"/>
                <a:gd name="T78" fmla="*/ 0 w 2817"/>
                <a:gd name="T79" fmla="*/ 0 h 4129"/>
                <a:gd name="T80" fmla="*/ 0 w 2817"/>
                <a:gd name="T81" fmla="*/ 0 h 4129"/>
                <a:gd name="T82" fmla="*/ 0 w 2817"/>
                <a:gd name="T83" fmla="*/ 0 h 4129"/>
                <a:gd name="T84" fmla="*/ 0 w 2817"/>
                <a:gd name="T85" fmla="*/ 0 h 4129"/>
                <a:gd name="T86" fmla="*/ 0 w 2817"/>
                <a:gd name="T87" fmla="*/ 0 h 4129"/>
                <a:gd name="T88" fmla="*/ 0 w 2817"/>
                <a:gd name="T89" fmla="*/ 0 h 4129"/>
                <a:gd name="T90" fmla="*/ 0 w 2817"/>
                <a:gd name="T91" fmla="*/ 0 h 4129"/>
                <a:gd name="T92" fmla="*/ 0 w 2817"/>
                <a:gd name="T93" fmla="*/ 0 h 4129"/>
                <a:gd name="T94" fmla="*/ 0 w 2817"/>
                <a:gd name="T95" fmla="*/ 0 h 4129"/>
                <a:gd name="T96" fmla="*/ 0 w 2817"/>
                <a:gd name="T97" fmla="*/ 0 h 4129"/>
                <a:gd name="T98" fmla="*/ 0 w 2817"/>
                <a:gd name="T99" fmla="*/ 0 h 4129"/>
                <a:gd name="T100" fmla="*/ 0 w 2817"/>
                <a:gd name="T101" fmla="*/ 0 h 4129"/>
                <a:gd name="T102" fmla="*/ 0 w 2817"/>
                <a:gd name="T103" fmla="*/ 0 h 4129"/>
                <a:gd name="T104" fmla="*/ 0 w 2817"/>
                <a:gd name="T105" fmla="*/ 0 h 4129"/>
                <a:gd name="T106" fmla="*/ 0 w 2817"/>
                <a:gd name="T107" fmla="*/ 0 h 412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817"/>
                <a:gd name="T163" fmla="*/ 0 h 4129"/>
                <a:gd name="T164" fmla="*/ 2817 w 2817"/>
                <a:gd name="T165" fmla="*/ 4129 h 412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817" h="4129">
                  <a:moveTo>
                    <a:pt x="61" y="0"/>
                  </a:moveTo>
                  <a:lnTo>
                    <a:pt x="79" y="122"/>
                  </a:lnTo>
                  <a:lnTo>
                    <a:pt x="156" y="299"/>
                  </a:lnTo>
                  <a:lnTo>
                    <a:pt x="285" y="470"/>
                  </a:lnTo>
                  <a:lnTo>
                    <a:pt x="470" y="662"/>
                  </a:lnTo>
                  <a:lnTo>
                    <a:pt x="802" y="910"/>
                  </a:lnTo>
                  <a:lnTo>
                    <a:pt x="1350" y="1369"/>
                  </a:lnTo>
                  <a:lnTo>
                    <a:pt x="1138" y="829"/>
                  </a:lnTo>
                  <a:lnTo>
                    <a:pt x="1454" y="1305"/>
                  </a:lnTo>
                  <a:lnTo>
                    <a:pt x="1677" y="1664"/>
                  </a:lnTo>
                  <a:lnTo>
                    <a:pt x="1868" y="1950"/>
                  </a:lnTo>
                  <a:lnTo>
                    <a:pt x="2037" y="2215"/>
                  </a:lnTo>
                  <a:lnTo>
                    <a:pt x="2180" y="2361"/>
                  </a:lnTo>
                  <a:lnTo>
                    <a:pt x="2475" y="2672"/>
                  </a:lnTo>
                  <a:lnTo>
                    <a:pt x="2242" y="2056"/>
                  </a:lnTo>
                  <a:lnTo>
                    <a:pt x="2009" y="1492"/>
                  </a:lnTo>
                  <a:lnTo>
                    <a:pt x="1772" y="959"/>
                  </a:lnTo>
                  <a:lnTo>
                    <a:pt x="1624" y="583"/>
                  </a:lnTo>
                  <a:lnTo>
                    <a:pt x="1595" y="470"/>
                  </a:lnTo>
                  <a:lnTo>
                    <a:pt x="1646" y="427"/>
                  </a:lnTo>
                  <a:lnTo>
                    <a:pt x="1989" y="535"/>
                  </a:lnTo>
                  <a:lnTo>
                    <a:pt x="2307" y="726"/>
                  </a:lnTo>
                  <a:lnTo>
                    <a:pt x="2463" y="851"/>
                  </a:lnTo>
                  <a:lnTo>
                    <a:pt x="2162" y="669"/>
                  </a:lnTo>
                  <a:lnTo>
                    <a:pt x="1835" y="548"/>
                  </a:lnTo>
                  <a:lnTo>
                    <a:pt x="1657" y="486"/>
                  </a:lnTo>
                  <a:lnTo>
                    <a:pt x="2009" y="1291"/>
                  </a:lnTo>
                  <a:lnTo>
                    <a:pt x="2364" y="2150"/>
                  </a:lnTo>
                  <a:lnTo>
                    <a:pt x="2635" y="2879"/>
                  </a:lnTo>
                  <a:lnTo>
                    <a:pt x="2817" y="3350"/>
                  </a:lnTo>
                  <a:lnTo>
                    <a:pt x="2560" y="3350"/>
                  </a:lnTo>
                  <a:lnTo>
                    <a:pt x="2261" y="3534"/>
                  </a:lnTo>
                  <a:lnTo>
                    <a:pt x="2055" y="3758"/>
                  </a:lnTo>
                  <a:lnTo>
                    <a:pt x="1989" y="3930"/>
                  </a:lnTo>
                  <a:lnTo>
                    <a:pt x="1945" y="4129"/>
                  </a:lnTo>
                  <a:lnTo>
                    <a:pt x="1945" y="3899"/>
                  </a:lnTo>
                  <a:lnTo>
                    <a:pt x="2009" y="3695"/>
                  </a:lnTo>
                  <a:lnTo>
                    <a:pt x="2147" y="3559"/>
                  </a:lnTo>
                  <a:lnTo>
                    <a:pt x="2429" y="3332"/>
                  </a:lnTo>
                  <a:lnTo>
                    <a:pt x="2136" y="3255"/>
                  </a:lnTo>
                  <a:lnTo>
                    <a:pt x="2085" y="3317"/>
                  </a:lnTo>
                  <a:lnTo>
                    <a:pt x="2009" y="3271"/>
                  </a:lnTo>
                  <a:lnTo>
                    <a:pt x="1989" y="3064"/>
                  </a:lnTo>
                  <a:lnTo>
                    <a:pt x="1835" y="3015"/>
                  </a:lnTo>
                  <a:lnTo>
                    <a:pt x="1200" y="3368"/>
                  </a:lnTo>
                  <a:lnTo>
                    <a:pt x="1138" y="3633"/>
                  </a:lnTo>
                  <a:lnTo>
                    <a:pt x="1565" y="3396"/>
                  </a:lnTo>
                  <a:lnTo>
                    <a:pt x="1090" y="3695"/>
                  </a:lnTo>
                  <a:lnTo>
                    <a:pt x="912" y="3899"/>
                  </a:lnTo>
                  <a:lnTo>
                    <a:pt x="1009" y="3984"/>
                  </a:lnTo>
                  <a:lnTo>
                    <a:pt x="1406" y="3608"/>
                  </a:lnTo>
                  <a:lnTo>
                    <a:pt x="1360" y="3804"/>
                  </a:lnTo>
                  <a:lnTo>
                    <a:pt x="1565" y="4071"/>
                  </a:lnTo>
                  <a:lnTo>
                    <a:pt x="936" y="4044"/>
                  </a:lnTo>
                  <a:lnTo>
                    <a:pt x="741" y="3949"/>
                  </a:lnTo>
                  <a:lnTo>
                    <a:pt x="600" y="3984"/>
                  </a:lnTo>
                  <a:lnTo>
                    <a:pt x="218" y="3758"/>
                  </a:lnTo>
                  <a:lnTo>
                    <a:pt x="33" y="3462"/>
                  </a:lnTo>
                  <a:lnTo>
                    <a:pt x="0" y="3130"/>
                  </a:lnTo>
                  <a:lnTo>
                    <a:pt x="79" y="3176"/>
                  </a:lnTo>
                  <a:lnTo>
                    <a:pt x="268" y="2965"/>
                  </a:lnTo>
                  <a:lnTo>
                    <a:pt x="448" y="2923"/>
                  </a:lnTo>
                  <a:lnTo>
                    <a:pt x="378" y="3086"/>
                  </a:lnTo>
                  <a:lnTo>
                    <a:pt x="378" y="3281"/>
                  </a:lnTo>
                  <a:lnTo>
                    <a:pt x="901" y="3050"/>
                  </a:lnTo>
                  <a:lnTo>
                    <a:pt x="1026" y="3064"/>
                  </a:lnTo>
                  <a:lnTo>
                    <a:pt x="681" y="3306"/>
                  </a:lnTo>
                  <a:lnTo>
                    <a:pt x="681" y="3462"/>
                  </a:lnTo>
                  <a:lnTo>
                    <a:pt x="1189" y="3189"/>
                  </a:lnTo>
                  <a:lnTo>
                    <a:pt x="1360" y="3189"/>
                  </a:lnTo>
                  <a:lnTo>
                    <a:pt x="1578" y="3064"/>
                  </a:lnTo>
                  <a:lnTo>
                    <a:pt x="1486" y="2907"/>
                  </a:lnTo>
                  <a:lnTo>
                    <a:pt x="1263" y="2767"/>
                  </a:lnTo>
                  <a:lnTo>
                    <a:pt x="1026" y="2688"/>
                  </a:lnTo>
                  <a:lnTo>
                    <a:pt x="802" y="2672"/>
                  </a:lnTo>
                  <a:lnTo>
                    <a:pt x="912" y="2612"/>
                  </a:lnTo>
                  <a:lnTo>
                    <a:pt x="741" y="2563"/>
                  </a:lnTo>
                  <a:lnTo>
                    <a:pt x="518" y="2612"/>
                  </a:lnTo>
                  <a:lnTo>
                    <a:pt x="331" y="2688"/>
                  </a:lnTo>
                  <a:lnTo>
                    <a:pt x="79" y="2855"/>
                  </a:lnTo>
                  <a:lnTo>
                    <a:pt x="393" y="2626"/>
                  </a:lnTo>
                  <a:lnTo>
                    <a:pt x="710" y="2517"/>
                  </a:lnTo>
                  <a:lnTo>
                    <a:pt x="947" y="2481"/>
                  </a:lnTo>
                  <a:lnTo>
                    <a:pt x="1122" y="2481"/>
                  </a:lnTo>
                  <a:lnTo>
                    <a:pt x="1360" y="2330"/>
                  </a:lnTo>
                  <a:lnTo>
                    <a:pt x="1350" y="2215"/>
                  </a:lnTo>
                  <a:lnTo>
                    <a:pt x="539" y="2422"/>
                  </a:lnTo>
                  <a:lnTo>
                    <a:pt x="993" y="2169"/>
                  </a:lnTo>
                  <a:lnTo>
                    <a:pt x="1215" y="2169"/>
                  </a:lnTo>
                  <a:lnTo>
                    <a:pt x="1251" y="2119"/>
                  </a:lnTo>
                  <a:lnTo>
                    <a:pt x="1286" y="1980"/>
                  </a:lnTo>
                  <a:lnTo>
                    <a:pt x="1251" y="1747"/>
                  </a:lnTo>
                  <a:lnTo>
                    <a:pt x="1138" y="1556"/>
                  </a:lnTo>
                  <a:lnTo>
                    <a:pt x="963" y="1337"/>
                  </a:lnTo>
                  <a:lnTo>
                    <a:pt x="730" y="1088"/>
                  </a:lnTo>
                  <a:lnTo>
                    <a:pt x="507" y="882"/>
                  </a:lnTo>
                  <a:lnTo>
                    <a:pt x="378" y="741"/>
                  </a:lnTo>
                  <a:lnTo>
                    <a:pt x="378" y="882"/>
                  </a:lnTo>
                  <a:lnTo>
                    <a:pt x="463" y="1042"/>
                  </a:lnTo>
                  <a:lnTo>
                    <a:pt x="741" y="1358"/>
                  </a:lnTo>
                  <a:lnTo>
                    <a:pt x="463" y="1165"/>
                  </a:lnTo>
                  <a:lnTo>
                    <a:pt x="207" y="1042"/>
                  </a:lnTo>
                  <a:lnTo>
                    <a:pt x="156" y="1007"/>
                  </a:lnTo>
                  <a:lnTo>
                    <a:pt x="79" y="1270"/>
                  </a:lnTo>
                  <a:lnTo>
                    <a:pt x="94" y="814"/>
                  </a:lnTo>
                  <a:lnTo>
                    <a:pt x="110" y="438"/>
                  </a:lnTo>
                  <a:lnTo>
                    <a:pt x="50" y="12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2" name="Freeform 353">
              <a:extLst>
                <a:ext uri="{FF2B5EF4-FFF2-40B4-BE49-F238E27FC236}">
                  <a16:creationId xmlns:a16="http://schemas.microsoft.com/office/drawing/2014/main" id="{5E1A1CF7-14F0-1047-B9BD-756C5E6E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99"/>
              <a:ext cx="111" cy="198"/>
            </a:xfrm>
            <a:custGeom>
              <a:avLst/>
              <a:gdLst>
                <a:gd name="T0" fmla="*/ 0 w 884"/>
                <a:gd name="T1" fmla="*/ 0 h 1588"/>
                <a:gd name="T2" fmla="*/ 0 w 884"/>
                <a:gd name="T3" fmla="*/ 0 h 1588"/>
                <a:gd name="T4" fmla="*/ 0 w 884"/>
                <a:gd name="T5" fmla="*/ 0 h 1588"/>
                <a:gd name="T6" fmla="*/ 0 w 884"/>
                <a:gd name="T7" fmla="*/ 0 h 1588"/>
                <a:gd name="T8" fmla="*/ 0 w 884"/>
                <a:gd name="T9" fmla="*/ 0 h 1588"/>
                <a:gd name="T10" fmla="*/ 0 w 884"/>
                <a:gd name="T11" fmla="*/ 0 h 1588"/>
                <a:gd name="T12" fmla="*/ 0 w 884"/>
                <a:gd name="T13" fmla="*/ 0 h 1588"/>
                <a:gd name="T14" fmla="*/ 0 w 884"/>
                <a:gd name="T15" fmla="*/ 0 h 1588"/>
                <a:gd name="T16" fmla="*/ 0 w 884"/>
                <a:gd name="T17" fmla="*/ 0 h 1588"/>
                <a:gd name="T18" fmla="*/ 0 w 884"/>
                <a:gd name="T19" fmla="*/ 0 h 1588"/>
                <a:gd name="T20" fmla="*/ 0 w 884"/>
                <a:gd name="T21" fmla="*/ 0 h 1588"/>
                <a:gd name="T22" fmla="*/ 0 w 884"/>
                <a:gd name="T23" fmla="*/ 0 h 1588"/>
                <a:gd name="T24" fmla="*/ 0 w 884"/>
                <a:gd name="T25" fmla="*/ 0 h 1588"/>
                <a:gd name="T26" fmla="*/ 0 w 884"/>
                <a:gd name="T27" fmla="*/ 0 h 1588"/>
                <a:gd name="T28" fmla="*/ 0 w 884"/>
                <a:gd name="T29" fmla="*/ 0 h 1588"/>
                <a:gd name="T30" fmla="*/ 0 w 884"/>
                <a:gd name="T31" fmla="*/ 0 h 1588"/>
                <a:gd name="T32" fmla="*/ 0 w 884"/>
                <a:gd name="T33" fmla="*/ 0 h 1588"/>
                <a:gd name="T34" fmla="*/ 0 w 884"/>
                <a:gd name="T35" fmla="*/ 0 h 1588"/>
                <a:gd name="T36" fmla="*/ 0 w 884"/>
                <a:gd name="T37" fmla="*/ 0 h 1588"/>
                <a:gd name="T38" fmla="*/ 0 w 884"/>
                <a:gd name="T39" fmla="*/ 0 h 1588"/>
                <a:gd name="T40" fmla="*/ 0 w 884"/>
                <a:gd name="T41" fmla="*/ 0 h 1588"/>
                <a:gd name="T42" fmla="*/ 0 w 884"/>
                <a:gd name="T43" fmla="*/ 0 h 15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84"/>
                <a:gd name="T67" fmla="*/ 0 h 1588"/>
                <a:gd name="T68" fmla="*/ 884 w 884"/>
                <a:gd name="T69" fmla="*/ 1588 h 158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84" h="1588">
                  <a:moveTo>
                    <a:pt x="42" y="0"/>
                  </a:moveTo>
                  <a:lnTo>
                    <a:pt x="10" y="105"/>
                  </a:lnTo>
                  <a:lnTo>
                    <a:pt x="10" y="215"/>
                  </a:lnTo>
                  <a:lnTo>
                    <a:pt x="107" y="360"/>
                  </a:lnTo>
                  <a:lnTo>
                    <a:pt x="342" y="498"/>
                  </a:lnTo>
                  <a:lnTo>
                    <a:pt x="884" y="671"/>
                  </a:lnTo>
                  <a:lnTo>
                    <a:pt x="642" y="828"/>
                  </a:lnTo>
                  <a:lnTo>
                    <a:pt x="423" y="1019"/>
                  </a:lnTo>
                  <a:lnTo>
                    <a:pt x="167" y="1272"/>
                  </a:lnTo>
                  <a:lnTo>
                    <a:pt x="42" y="1588"/>
                  </a:lnTo>
                  <a:lnTo>
                    <a:pt x="136" y="1247"/>
                  </a:lnTo>
                  <a:lnTo>
                    <a:pt x="167" y="945"/>
                  </a:lnTo>
                  <a:lnTo>
                    <a:pt x="183" y="1190"/>
                  </a:lnTo>
                  <a:lnTo>
                    <a:pt x="423" y="909"/>
                  </a:lnTo>
                  <a:lnTo>
                    <a:pt x="520" y="814"/>
                  </a:lnTo>
                  <a:lnTo>
                    <a:pt x="199" y="659"/>
                  </a:lnTo>
                  <a:lnTo>
                    <a:pt x="167" y="828"/>
                  </a:lnTo>
                  <a:lnTo>
                    <a:pt x="118" y="671"/>
                  </a:lnTo>
                  <a:lnTo>
                    <a:pt x="22" y="426"/>
                  </a:lnTo>
                  <a:lnTo>
                    <a:pt x="0" y="235"/>
                  </a:lnTo>
                  <a:lnTo>
                    <a:pt x="0" y="7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3" name="Freeform 354">
              <a:extLst>
                <a:ext uri="{FF2B5EF4-FFF2-40B4-BE49-F238E27FC236}">
                  <a16:creationId xmlns:a16="http://schemas.microsoft.com/office/drawing/2014/main" id="{5F92923E-40C2-4647-A93A-F0DC36CC1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1"/>
              <a:ext cx="153" cy="98"/>
            </a:xfrm>
            <a:custGeom>
              <a:avLst/>
              <a:gdLst>
                <a:gd name="T0" fmla="*/ 0 w 1220"/>
                <a:gd name="T1" fmla="*/ 0 h 786"/>
                <a:gd name="T2" fmla="*/ 0 w 1220"/>
                <a:gd name="T3" fmla="*/ 0 h 786"/>
                <a:gd name="T4" fmla="*/ 0 w 1220"/>
                <a:gd name="T5" fmla="*/ 0 h 786"/>
                <a:gd name="T6" fmla="*/ 0 w 1220"/>
                <a:gd name="T7" fmla="*/ 0 h 786"/>
                <a:gd name="T8" fmla="*/ 0 w 1220"/>
                <a:gd name="T9" fmla="*/ 0 h 786"/>
                <a:gd name="T10" fmla="*/ 0 w 1220"/>
                <a:gd name="T11" fmla="*/ 0 h 786"/>
                <a:gd name="T12" fmla="*/ 0 w 1220"/>
                <a:gd name="T13" fmla="*/ 0 h 786"/>
                <a:gd name="T14" fmla="*/ 0 w 1220"/>
                <a:gd name="T15" fmla="*/ 0 h 786"/>
                <a:gd name="T16" fmla="*/ 0 w 1220"/>
                <a:gd name="T17" fmla="*/ 0 h 786"/>
                <a:gd name="T18" fmla="*/ 0 w 1220"/>
                <a:gd name="T19" fmla="*/ 0 h 786"/>
                <a:gd name="T20" fmla="*/ 0 w 1220"/>
                <a:gd name="T21" fmla="*/ 0 h 786"/>
                <a:gd name="T22" fmla="*/ 0 w 1220"/>
                <a:gd name="T23" fmla="*/ 0 h 786"/>
                <a:gd name="T24" fmla="*/ 0 w 1220"/>
                <a:gd name="T25" fmla="*/ 0 h 7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20"/>
                <a:gd name="T40" fmla="*/ 0 h 786"/>
                <a:gd name="T41" fmla="*/ 1220 w 1220"/>
                <a:gd name="T42" fmla="*/ 786 h 7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20" h="786">
                  <a:moveTo>
                    <a:pt x="62" y="18"/>
                  </a:moveTo>
                  <a:lnTo>
                    <a:pt x="223" y="0"/>
                  </a:lnTo>
                  <a:lnTo>
                    <a:pt x="491" y="91"/>
                  </a:lnTo>
                  <a:lnTo>
                    <a:pt x="733" y="251"/>
                  </a:lnTo>
                  <a:lnTo>
                    <a:pt x="1028" y="502"/>
                  </a:lnTo>
                  <a:lnTo>
                    <a:pt x="1220" y="739"/>
                  </a:lnTo>
                  <a:lnTo>
                    <a:pt x="1169" y="786"/>
                  </a:lnTo>
                  <a:lnTo>
                    <a:pt x="996" y="629"/>
                  </a:lnTo>
                  <a:lnTo>
                    <a:pt x="793" y="484"/>
                  </a:lnTo>
                  <a:lnTo>
                    <a:pt x="572" y="376"/>
                  </a:lnTo>
                  <a:lnTo>
                    <a:pt x="376" y="262"/>
                  </a:lnTo>
                  <a:lnTo>
                    <a:pt x="0" y="18"/>
                  </a:lnTo>
                  <a:lnTo>
                    <a:pt x="62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4" name="Freeform 355">
              <a:extLst>
                <a:ext uri="{FF2B5EF4-FFF2-40B4-BE49-F238E27FC236}">
                  <a16:creationId xmlns:a16="http://schemas.microsoft.com/office/drawing/2014/main" id="{32EA3715-25D5-3A49-927B-427027A1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709"/>
              <a:ext cx="196" cy="555"/>
            </a:xfrm>
            <a:custGeom>
              <a:avLst/>
              <a:gdLst>
                <a:gd name="T0" fmla="*/ 0 w 1568"/>
                <a:gd name="T1" fmla="*/ 0 h 4437"/>
                <a:gd name="T2" fmla="*/ 0 w 1568"/>
                <a:gd name="T3" fmla="*/ 0 h 4437"/>
                <a:gd name="T4" fmla="*/ 0 w 1568"/>
                <a:gd name="T5" fmla="*/ 0 h 4437"/>
                <a:gd name="T6" fmla="*/ 0 w 1568"/>
                <a:gd name="T7" fmla="*/ 0 h 4437"/>
                <a:gd name="T8" fmla="*/ 0 w 1568"/>
                <a:gd name="T9" fmla="*/ 0 h 4437"/>
                <a:gd name="T10" fmla="*/ 0 w 1568"/>
                <a:gd name="T11" fmla="*/ 0 h 4437"/>
                <a:gd name="T12" fmla="*/ 0 w 1568"/>
                <a:gd name="T13" fmla="*/ 0 h 4437"/>
                <a:gd name="T14" fmla="*/ 0 w 1568"/>
                <a:gd name="T15" fmla="*/ 0 h 4437"/>
                <a:gd name="T16" fmla="*/ 0 w 1568"/>
                <a:gd name="T17" fmla="*/ 0 h 4437"/>
                <a:gd name="T18" fmla="*/ 0 w 1568"/>
                <a:gd name="T19" fmla="*/ 0 h 4437"/>
                <a:gd name="T20" fmla="*/ 0 w 1568"/>
                <a:gd name="T21" fmla="*/ 0 h 4437"/>
                <a:gd name="T22" fmla="*/ 0 w 1568"/>
                <a:gd name="T23" fmla="*/ 0 h 4437"/>
                <a:gd name="T24" fmla="*/ 0 w 1568"/>
                <a:gd name="T25" fmla="*/ 0 h 4437"/>
                <a:gd name="T26" fmla="*/ 0 w 1568"/>
                <a:gd name="T27" fmla="*/ 0 h 4437"/>
                <a:gd name="T28" fmla="*/ 0 w 1568"/>
                <a:gd name="T29" fmla="*/ 0 h 4437"/>
                <a:gd name="T30" fmla="*/ 0 w 1568"/>
                <a:gd name="T31" fmla="*/ 0 h 4437"/>
                <a:gd name="T32" fmla="*/ 0 w 1568"/>
                <a:gd name="T33" fmla="*/ 0 h 4437"/>
                <a:gd name="T34" fmla="*/ 0 w 1568"/>
                <a:gd name="T35" fmla="*/ 0 h 4437"/>
                <a:gd name="T36" fmla="*/ 0 w 1568"/>
                <a:gd name="T37" fmla="*/ 0 h 4437"/>
                <a:gd name="T38" fmla="*/ 0 w 1568"/>
                <a:gd name="T39" fmla="*/ 0 h 4437"/>
                <a:gd name="T40" fmla="*/ 0 w 1568"/>
                <a:gd name="T41" fmla="*/ 0 h 4437"/>
                <a:gd name="T42" fmla="*/ 0 w 1568"/>
                <a:gd name="T43" fmla="*/ 0 h 4437"/>
                <a:gd name="T44" fmla="*/ 0 w 1568"/>
                <a:gd name="T45" fmla="*/ 0 h 4437"/>
                <a:gd name="T46" fmla="*/ 0 w 1568"/>
                <a:gd name="T47" fmla="*/ 0 h 4437"/>
                <a:gd name="T48" fmla="*/ 0 w 1568"/>
                <a:gd name="T49" fmla="*/ 0 h 4437"/>
                <a:gd name="T50" fmla="*/ 0 w 1568"/>
                <a:gd name="T51" fmla="*/ 0 h 4437"/>
                <a:gd name="T52" fmla="*/ 0 w 1568"/>
                <a:gd name="T53" fmla="*/ 0 h 4437"/>
                <a:gd name="T54" fmla="*/ 0 w 1568"/>
                <a:gd name="T55" fmla="*/ 0 h 4437"/>
                <a:gd name="T56" fmla="*/ 0 w 1568"/>
                <a:gd name="T57" fmla="*/ 0 h 4437"/>
                <a:gd name="T58" fmla="*/ 0 w 1568"/>
                <a:gd name="T59" fmla="*/ 0 h 4437"/>
                <a:gd name="T60" fmla="*/ 0 w 1568"/>
                <a:gd name="T61" fmla="*/ 0 h 4437"/>
                <a:gd name="T62" fmla="*/ 0 w 1568"/>
                <a:gd name="T63" fmla="*/ 0 h 4437"/>
                <a:gd name="T64" fmla="*/ 0 w 1568"/>
                <a:gd name="T65" fmla="*/ 0 h 4437"/>
                <a:gd name="T66" fmla="*/ 0 w 1568"/>
                <a:gd name="T67" fmla="*/ 0 h 4437"/>
                <a:gd name="T68" fmla="*/ 0 w 1568"/>
                <a:gd name="T69" fmla="*/ 0 h 4437"/>
                <a:gd name="T70" fmla="*/ 0 w 1568"/>
                <a:gd name="T71" fmla="*/ 0 h 4437"/>
                <a:gd name="T72" fmla="*/ 0 w 1568"/>
                <a:gd name="T73" fmla="*/ 0 h 4437"/>
                <a:gd name="T74" fmla="*/ 0 w 1568"/>
                <a:gd name="T75" fmla="*/ 0 h 44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68"/>
                <a:gd name="T115" fmla="*/ 0 h 4437"/>
                <a:gd name="T116" fmla="*/ 1568 w 1568"/>
                <a:gd name="T117" fmla="*/ 4437 h 44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68" h="4437">
                  <a:moveTo>
                    <a:pt x="161" y="83"/>
                  </a:moveTo>
                  <a:lnTo>
                    <a:pt x="99" y="205"/>
                  </a:lnTo>
                  <a:lnTo>
                    <a:pt x="49" y="383"/>
                  </a:lnTo>
                  <a:lnTo>
                    <a:pt x="49" y="583"/>
                  </a:lnTo>
                  <a:lnTo>
                    <a:pt x="99" y="774"/>
                  </a:lnTo>
                  <a:lnTo>
                    <a:pt x="257" y="1090"/>
                  </a:lnTo>
                  <a:lnTo>
                    <a:pt x="431" y="1400"/>
                  </a:lnTo>
                  <a:lnTo>
                    <a:pt x="543" y="1767"/>
                  </a:lnTo>
                  <a:lnTo>
                    <a:pt x="637" y="2172"/>
                  </a:lnTo>
                  <a:lnTo>
                    <a:pt x="719" y="2690"/>
                  </a:lnTo>
                  <a:lnTo>
                    <a:pt x="826" y="3398"/>
                  </a:lnTo>
                  <a:lnTo>
                    <a:pt x="877" y="3846"/>
                  </a:lnTo>
                  <a:lnTo>
                    <a:pt x="1057" y="3270"/>
                  </a:lnTo>
                  <a:lnTo>
                    <a:pt x="1192" y="2743"/>
                  </a:lnTo>
                  <a:lnTo>
                    <a:pt x="1347" y="2033"/>
                  </a:lnTo>
                  <a:lnTo>
                    <a:pt x="1444" y="1496"/>
                  </a:lnTo>
                  <a:lnTo>
                    <a:pt x="1471" y="1148"/>
                  </a:lnTo>
                  <a:lnTo>
                    <a:pt x="1490" y="830"/>
                  </a:lnTo>
                  <a:lnTo>
                    <a:pt x="1506" y="664"/>
                  </a:lnTo>
                  <a:lnTo>
                    <a:pt x="1568" y="567"/>
                  </a:lnTo>
                  <a:lnTo>
                    <a:pt x="1554" y="1169"/>
                  </a:lnTo>
                  <a:lnTo>
                    <a:pt x="1444" y="1908"/>
                  </a:lnTo>
                  <a:lnTo>
                    <a:pt x="1301" y="2582"/>
                  </a:lnTo>
                  <a:lnTo>
                    <a:pt x="1154" y="3195"/>
                  </a:lnTo>
                  <a:lnTo>
                    <a:pt x="971" y="3778"/>
                  </a:lnTo>
                  <a:lnTo>
                    <a:pt x="730" y="4394"/>
                  </a:lnTo>
                  <a:lnTo>
                    <a:pt x="637" y="4437"/>
                  </a:lnTo>
                  <a:lnTo>
                    <a:pt x="826" y="3917"/>
                  </a:lnTo>
                  <a:lnTo>
                    <a:pt x="683" y="2848"/>
                  </a:lnTo>
                  <a:lnTo>
                    <a:pt x="559" y="2015"/>
                  </a:lnTo>
                  <a:lnTo>
                    <a:pt x="402" y="1512"/>
                  </a:lnTo>
                  <a:lnTo>
                    <a:pt x="183" y="1090"/>
                  </a:lnTo>
                  <a:lnTo>
                    <a:pt x="49" y="784"/>
                  </a:lnTo>
                  <a:lnTo>
                    <a:pt x="0" y="602"/>
                  </a:lnTo>
                  <a:lnTo>
                    <a:pt x="0" y="394"/>
                  </a:lnTo>
                  <a:lnTo>
                    <a:pt x="49" y="189"/>
                  </a:lnTo>
                  <a:lnTo>
                    <a:pt x="161" y="0"/>
                  </a:lnTo>
                  <a:lnTo>
                    <a:pt x="161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5" name="Freeform 356">
              <a:extLst>
                <a:ext uri="{FF2B5EF4-FFF2-40B4-BE49-F238E27FC236}">
                  <a16:creationId xmlns:a16="http://schemas.microsoft.com/office/drawing/2014/main" id="{39D46020-EC7B-0647-946C-A2305883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66"/>
              <a:ext cx="198" cy="126"/>
            </a:xfrm>
            <a:custGeom>
              <a:avLst/>
              <a:gdLst>
                <a:gd name="T0" fmla="*/ 0 w 1582"/>
                <a:gd name="T1" fmla="*/ 0 h 1002"/>
                <a:gd name="T2" fmla="*/ 0 w 1582"/>
                <a:gd name="T3" fmla="*/ 0 h 1002"/>
                <a:gd name="T4" fmla="*/ 0 w 1582"/>
                <a:gd name="T5" fmla="*/ 0 h 1002"/>
                <a:gd name="T6" fmla="*/ 0 w 1582"/>
                <a:gd name="T7" fmla="*/ 0 h 1002"/>
                <a:gd name="T8" fmla="*/ 0 w 1582"/>
                <a:gd name="T9" fmla="*/ 0 h 1002"/>
                <a:gd name="T10" fmla="*/ 0 w 1582"/>
                <a:gd name="T11" fmla="*/ 0 h 1002"/>
                <a:gd name="T12" fmla="*/ 0 w 1582"/>
                <a:gd name="T13" fmla="*/ 0 h 1002"/>
                <a:gd name="T14" fmla="*/ 0 w 1582"/>
                <a:gd name="T15" fmla="*/ 0 h 1002"/>
                <a:gd name="T16" fmla="*/ 0 w 1582"/>
                <a:gd name="T17" fmla="*/ 0 h 1002"/>
                <a:gd name="T18" fmla="*/ 0 w 1582"/>
                <a:gd name="T19" fmla="*/ 0 h 1002"/>
                <a:gd name="T20" fmla="*/ 0 w 1582"/>
                <a:gd name="T21" fmla="*/ 0 h 1002"/>
                <a:gd name="T22" fmla="*/ 0 w 1582"/>
                <a:gd name="T23" fmla="*/ 0 h 1002"/>
                <a:gd name="T24" fmla="*/ 0 w 1582"/>
                <a:gd name="T25" fmla="*/ 0 h 1002"/>
                <a:gd name="T26" fmla="*/ 0 w 1582"/>
                <a:gd name="T27" fmla="*/ 0 h 1002"/>
                <a:gd name="T28" fmla="*/ 0 w 1582"/>
                <a:gd name="T29" fmla="*/ 0 h 1002"/>
                <a:gd name="T30" fmla="*/ 0 w 1582"/>
                <a:gd name="T31" fmla="*/ 0 h 1002"/>
                <a:gd name="T32" fmla="*/ 0 w 1582"/>
                <a:gd name="T33" fmla="*/ 0 h 1002"/>
                <a:gd name="T34" fmla="*/ 0 w 1582"/>
                <a:gd name="T35" fmla="*/ 0 h 1002"/>
                <a:gd name="T36" fmla="*/ 0 w 1582"/>
                <a:gd name="T37" fmla="*/ 0 h 1002"/>
                <a:gd name="T38" fmla="*/ 0 w 1582"/>
                <a:gd name="T39" fmla="*/ 0 h 1002"/>
                <a:gd name="T40" fmla="*/ 0 w 1582"/>
                <a:gd name="T41" fmla="*/ 0 h 10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82"/>
                <a:gd name="T64" fmla="*/ 0 h 1002"/>
                <a:gd name="T65" fmla="*/ 1582 w 1582"/>
                <a:gd name="T66" fmla="*/ 1002 h 100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82" h="1002">
                  <a:moveTo>
                    <a:pt x="457" y="0"/>
                  </a:moveTo>
                  <a:lnTo>
                    <a:pt x="321" y="103"/>
                  </a:lnTo>
                  <a:lnTo>
                    <a:pt x="191" y="235"/>
                  </a:lnTo>
                  <a:lnTo>
                    <a:pt x="81" y="363"/>
                  </a:lnTo>
                  <a:lnTo>
                    <a:pt x="20" y="529"/>
                  </a:lnTo>
                  <a:lnTo>
                    <a:pt x="0" y="765"/>
                  </a:lnTo>
                  <a:lnTo>
                    <a:pt x="68" y="718"/>
                  </a:lnTo>
                  <a:lnTo>
                    <a:pt x="1174" y="1002"/>
                  </a:lnTo>
                  <a:lnTo>
                    <a:pt x="1296" y="988"/>
                  </a:lnTo>
                  <a:lnTo>
                    <a:pt x="1582" y="857"/>
                  </a:lnTo>
                  <a:lnTo>
                    <a:pt x="1246" y="975"/>
                  </a:lnTo>
                  <a:lnTo>
                    <a:pt x="1187" y="940"/>
                  </a:lnTo>
                  <a:lnTo>
                    <a:pt x="969" y="889"/>
                  </a:lnTo>
                  <a:lnTo>
                    <a:pt x="855" y="698"/>
                  </a:lnTo>
                  <a:lnTo>
                    <a:pt x="775" y="640"/>
                  </a:lnTo>
                  <a:lnTo>
                    <a:pt x="523" y="564"/>
                  </a:lnTo>
                  <a:lnTo>
                    <a:pt x="429" y="468"/>
                  </a:lnTo>
                  <a:lnTo>
                    <a:pt x="397" y="373"/>
                  </a:lnTo>
                  <a:lnTo>
                    <a:pt x="383" y="248"/>
                  </a:lnTo>
                  <a:lnTo>
                    <a:pt x="383" y="128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6" name="Freeform 357">
              <a:extLst>
                <a:ext uri="{FF2B5EF4-FFF2-40B4-BE49-F238E27FC236}">
                  <a16:creationId xmlns:a16="http://schemas.microsoft.com/office/drawing/2014/main" id="{E7FB234B-A5FF-B242-AD61-1EE0A22E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229"/>
              <a:ext cx="229" cy="50"/>
            </a:xfrm>
            <a:custGeom>
              <a:avLst/>
              <a:gdLst>
                <a:gd name="T0" fmla="*/ 0 w 1828"/>
                <a:gd name="T1" fmla="*/ 0 h 404"/>
                <a:gd name="T2" fmla="*/ 0 w 1828"/>
                <a:gd name="T3" fmla="*/ 0 h 404"/>
                <a:gd name="T4" fmla="*/ 0 w 1828"/>
                <a:gd name="T5" fmla="*/ 0 h 404"/>
                <a:gd name="T6" fmla="*/ 0 w 1828"/>
                <a:gd name="T7" fmla="*/ 0 h 404"/>
                <a:gd name="T8" fmla="*/ 0 w 1828"/>
                <a:gd name="T9" fmla="*/ 0 h 404"/>
                <a:gd name="T10" fmla="*/ 0 w 1828"/>
                <a:gd name="T11" fmla="*/ 0 h 404"/>
                <a:gd name="T12" fmla="*/ 0 w 1828"/>
                <a:gd name="T13" fmla="*/ 0 h 404"/>
                <a:gd name="T14" fmla="*/ 0 w 1828"/>
                <a:gd name="T15" fmla="*/ 0 h 404"/>
                <a:gd name="T16" fmla="*/ 0 w 1828"/>
                <a:gd name="T17" fmla="*/ 0 h 404"/>
                <a:gd name="T18" fmla="*/ 0 w 1828"/>
                <a:gd name="T19" fmla="*/ 0 h 404"/>
                <a:gd name="T20" fmla="*/ 0 w 1828"/>
                <a:gd name="T21" fmla="*/ 0 h 404"/>
                <a:gd name="T22" fmla="*/ 0 w 1828"/>
                <a:gd name="T23" fmla="*/ 0 h 404"/>
                <a:gd name="T24" fmla="*/ 0 w 1828"/>
                <a:gd name="T25" fmla="*/ 0 h 404"/>
                <a:gd name="T26" fmla="*/ 0 w 1828"/>
                <a:gd name="T27" fmla="*/ 0 h 404"/>
                <a:gd name="T28" fmla="*/ 0 w 1828"/>
                <a:gd name="T29" fmla="*/ 0 h 404"/>
                <a:gd name="T30" fmla="*/ 0 w 1828"/>
                <a:gd name="T31" fmla="*/ 0 h 404"/>
                <a:gd name="T32" fmla="*/ 0 w 1828"/>
                <a:gd name="T33" fmla="*/ 0 h 404"/>
                <a:gd name="T34" fmla="*/ 0 w 1828"/>
                <a:gd name="T35" fmla="*/ 0 h 404"/>
                <a:gd name="T36" fmla="*/ 0 w 1828"/>
                <a:gd name="T37" fmla="*/ 0 h 4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28"/>
                <a:gd name="T58" fmla="*/ 0 h 404"/>
                <a:gd name="T59" fmla="*/ 1828 w 1828"/>
                <a:gd name="T60" fmla="*/ 404 h 40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28" h="404">
                  <a:moveTo>
                    <a:pt x="57" y="281"/>
                  </a:moveTo>
                  <a:lnTo>
                    <a:pt x="281" y="250"/>
                  </a:lnTo>
                  <a:lnTo>
                    <a:pt x="862" y="31"/>
                  </a:lnTo>
                  <a:lnTo>
                    <a:pt x="1115" y="46"/>
                  </a:lnTo>
                  <a:lnTo>
                    <a:pt x="1528" y="0"/>
                  </a:lnTo>
                  <a:lnTo>
                    <a:pt x="1587" y="31"/>
                  </a:lnTo>
                  <a:lnTo>
                    <a:pt x="1767" y="301"/>
                  </a:lnTo>
                  <a:lnTo>
                    <a:pt x="1560" y="88"/>
                  </a:lnTo>
                  <a:lnTo>
                    <a:pt x="1479" y="88"/>
                  </a:lnTo>
                  <a:lnTo>
                    <a:pt x="1053" y="88"/>
                  </a:lnTo>
                  <a:lnTo>
                    <a:pt x="1198" y="151"/>
                  </a:lnTo>
                  <a:lnTo>
                    <a:pt x="1440" y="202"/>
                  </a:lnTo>
                  <a:lnTo>
                    <a:pt x="1828" y="404"/>
                  </a:lnTo>
                  <a:lnTo>
                    <a:pt x="1355" y="238"/>
                  </a:lnTo>
                  <a:lnTo>
                    <a:pt x="892" y="112"/>
                  </a:lnTo>
                  <a:lnTo>
                    <a:pt x="798" y="112"/>
                  </a:lnTo>
                  <a:lnTo>
                    <a:pt x="339" y="281"/>
                  </a:lnTo>
                  <a:lnTo>
                    <a:pt x="0" y="332"/>
                  </a:lnTo>
                  <a:lnTo>
                    <a:pt x="57" y="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7" name="Freeform 358">
              <a:extLst>
                <a:ext uri="{FF2B5EF4-FFF2-40B4-BE49-F238E27FC236}">
                  <a16:creationId xmlns:a16="http://schemas.microsoft.com/office/drawing/2014/main" id="{94CE8CFC-03FD-734B-9169-CA048146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44"/>
              <a:ext cx="82" cy="302"/>
            </a:xfrm>
            <a:custGeom>
              <a:avLst/>
              <a:gdLst>
                <a:gd name="T0" fmla="*/ 0 w 655"/>
                <a:gd name="T1" fmla="*/ 0 h 2417"/>
                <a:gd name="T2" fmla="*/ 0 w 655"/>
                <a:gd name="T3" fmla="*/ 0 h 2417"/>
                <a:gd name="T4" fmla="*/ 0 w 655"/>
                <a:gd name="T5" fmla="*/ 0 h 2417"/>
                <a:gd name="T6" fmla="*/ 0 w 655"/>
                <a:gd name="T7" fmla="*/ 0 h 2417"/>
                <a:gd name="T8" fmla="*/ 0 w 655"/>
                <a:gd name="T9" fmla="*/ 0 h 2417"/>
                <a:gd name="T10" fmla="*/ 0 w 655"/>
                <a:gd name="T11" fmla="*/ 0 h 2417"/>
                <a:gd name="T12" fmla="*/ 0 w 655"/>
                <a:gd name="T13" fmla="*/ 0 h 2417"/>
                <a:gd name="T14" fmla="*/ 0 w 655"/>
                <a:gd name="T15" fmla="*/ 0 h 2417"/>
                <a:gd name="T16" fmla="*/ 0 w 655"/>
                <a:gd name="T17" fmla="*/ 0 h 2417"/>
                <a:gd name="T18" fmla="*/ 0 w 655"/>
                <a:gd name="T19" fmla="*/ 0 h 2417"/>
                <a:gd name="T20" fmla="*/ 0 w 655"/>
                <a:gd name="T21" fmla="*/ 0 h 2417"/>
                <a:gd name="T22" fmla="*/ 0 w 655"/>
                <a:gd name="T23" fmla="*/ 0 h 2417"/>
                <a:gd name="T24" fmla="*/ 0 w 655"/>
                <a:gd name="T25" fmla="*/ 0 h 2417"/>
                <a:gd name="T26" fmla="*/ 0 w 655"/>
                <a:gd name="T27" fmla="*/ 0 h 2417"/>
                <a:gd name="T28" fmla="*/ 0 w 655"/>
                <a:gd name="T29" fmla="*/ 0 h 2417"/>
                <a:gd name="T30" fmla="*/ 0 w 655"/>
                <a:gd name="T31" fmla="*/ 0 h 2417"/>
                <a:gd name="T32" fmla="*/ 0 w 655"/>
                <a:gd name="T33" fmla="*/ 0 h 2417"/>
                <a:gd name="T34" fmla="*/ 0 w 655"/>
                <a:gd name="T35" fmla="*/ 0 h 2417"/>
                <a:gd name="T36" fmla="*/ 0 w 655"/>
                <a:gd name="T37" fmla="*/ 0 h 2417"/>
                <a:gd name="T38" fmla="*/ 0 w 655"/>
                <a:gd name="T39" fmla="*/ 0 h 2417"/>
                <a:gd name="T40" fmla="*/ 0 w 655"/>
                <a:gd name="T41" fmla="*/ 0 h 2417"/>
                <a:gd name="T42" fmla="*/ 0 w 655"/>
                <a:gd name="T43" fmla="*/ 0 h 2417"/>
                <a:gd name="T44" fmla="*/ 0 w 655"/>
                <a:gd name="T45" fmla="*/ 0 h 2417"/>
                <a:gd name="T46" fmla="*/ 0 w 655"/>
                <a:gd name="T47" fmla="*/ 0 h 2417"/>
                <a:gd name="T48" fmla="*/ 0 w 655"/>
                <a:gd name="T49" fmla="*/ 0 h 2417"/>
                <a:gd name="T50" fmla="*/ 0 w 655"/>
                <a:gd name="T51" fmla="*/ 0 h 2417"/>
                <a:gd name="T52" fmla="*/ 0 w 655"/>
                <a:gd name="T53" fmla="*/ 0 h 2417"/>
                <a:gd name="T54" fmla="*/ 0 w 655"/>
                <a:gd name="T55" fmla="*/ 0 h 2417"/>
                <a:gd name="T56" fmla="*/ 0 w 655"/>
                <a:gd name="T57" fmla="*/ 0 h 2417"/>
                <a:gd name="T58" fmla="*/ 0 w 655"/>
                <a:gd name="T59" fmla="*/ 0 h 2417"/>
                <a:gd name="T60" fmla="*/ 0 w 655"/>
                <a:gd name="T61" fmla="*/ 0 h 2417"/>
                <a:gd name="T62" fmla="*/ 0 w 655"/>
                <a:gd name="T63" fmla="*/ 0 h 24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55"/>
                <a:gd name="T97" fmla="*/ 0 h 2417"/>
                <a:gd name="T98" fmla="*/ 655 w 655"/>
                <a:gd name="T99" fmla="*/ 2417 h 241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55" h="2417">
                  <a:moveTo>
                    <a:pt x="0" y="325"/>
                  </a:moveTo>
                  <a:lnTo>
                    <a:pt x="60" y="218"/>
                  </a:lnTo>
                  <a:lnTo>
                    <a:pt x="157" y="112"/>
                  </a:lnTo>
                  <a:lnTo>
                    <a:pt x="281" y="0"/>
                  </a:lnTo>
                  <a:lnTo>
                    <a:pt x="378" y="24"/>
                  </a:lnTo>
                  <a:lnTo>
                    <a:pt x="235" y="121"/>
                  </a:lnTo>
                  <a:lnTo>
                    <a:pt x="328" y="437"/>
                  </a:lnTo>
                  <a:lnTo>
                    <a:pt x="500" y="468"/>
                  </a:lnTo>
                  <a:lnTo>
                    <a:pt x="539" y="250"/>
                  </a:lnTo>
                  <a:lnTo>
                    <a:pt x="539" y="136"/>
                  </a:lnTo>
                  <a:lnTo>
                    <a:pt x="500" y="24"/>
                  </a:lnTo>
                  <a:lnTo>
                    <a:pt x="585" y="136"/>
                  </a:lnTo>
                  <a:lnTo>
                    <a:pt x="585" y="312"/>
                  </a:lnTo>
                  <a:lnTo>
                    <a:pt x="550" y="486"/>
                  </a:lnTo>
                  <a:lnTo>
                    <a:pt x="618" y="749"/>
                  </a:lnTo>
                  <a:lnTo>
                    <a:pt x="645" y="1242"/>
                  </a:lnTo>
                  <a:lnTo>
                    <a:pt x="629" y="1823"/>
                  </a:lnTo>
                  <a:lnTo>
                    <a:pt x="655" y="2342"/>
                  </a:lnTo>
                  <a:lnTo>
                    <a:pt x="629" y="2417"/>
                  </a:lnTo>
                  <a:lnTo>
                    <a:pt x="569" y="1885"/>
                  </a:lnTo>
                  <a:lnTo>
                    <a:pt x="569" y="1332"/>
                  </a:lnTo>
                  <a:lnTo>
                    <a:pt x="569" y="894"/>
                  </a:lnTo>
                  <a:lnTo>
                    <a:pt x="519" y="620"/>
                  </a:lnTo>
                  <a:lnTo>
                    <a:pt x="458" y="534"/>
                  </a:lnTo>
                  <a:lnTo>
                    <a:pt x="328" y="468"/>
                  </a:lnTo>
                  <a:lnTo>
                    <a:pt x="157" y="802"/>
                  </a:lnTo>
                  <a:lnTo>
                    <a:pt x="126" y="703"/>
                  </a:lnTo>
                  <a:lnTo>
                    <a:pt x="262" y="453"/>
                  </a:lnTo>
                  <a:lnTo>
                    <a:pt x="187" y="182"/>
                  </a:lnTo>
                  <a:lnTo>
                    <a:pt x="106" y="281"/>
                  </a:lnTo>
                  <a:lnTo>
                    <a:pt x="29" y="43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8" name="Freeform 359">
              <a:extLst>
                <a:ext uri="{FF2B5EF4-FFF2-40B4-BE49-F238E27FC236}">
                  <a16:creationId xmlns:a16="http://schemas.microsoft.com/office/drawing/2014/main" id="{9C58708C-3B92-4D43-B8FD-6777E953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815"/>
              <a:ext cx="73" cy="115"/>
            </a:xfrm>
            <a:custGeom>
              <a:avLst/>
              <a:gdLst>
                <a:gd name="T0" fmla="*/ 0 w 585"/>
                <a:gd name="T1" fmla="*/ 0 h 919"/>
                <a:gd name="T2" fmla="*/ 0 w 585"/>
                <a:gd name="T3" fmla="*/ 0 h 919"/>
                <a:gd name="T4" fmla="*/ 0 w 585"/>
                <a:gd name="T5" fmla="*/ 0 h 919"/>
                <a:gd name="T6" fmla="*/ 0 w 585"/>
                <a:gd name="T7" fmla="*/ 0 h 919"/>
                <a:gd name="T8" fmla="*/ 0 w 585"/>
                <a:gd name="T9" fmla="*/ 0 h 919"/>
                <a:gd name="T10" fmla="*/ 0 w 585"/>
                <a:gd name="T11" fmla="*/ 0 h 919"/>
                <a:gd name="T12" fmla="*/ 0 w 585"/>
                <a:gd name="T13" fmla="*/ 0 h 919"/>
                <a:gd name="T14" fmla="*/ 0 w 585"/>
                <a:gd name="T15" fmla="*/ 0 h 919"/>
                <a:gd name="T16" fmla="*/ 0 w 585"/>
                <a:gd name="T17" fmla="*/ 0 h 919"/>
                <a:gd name="T18" fmla="*/ 0 w 585"/>
                <a:gd name="T19" fmla="*/ 0 h 9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85"/>
                <a:gd name="T31" fmla="*/ 0 h 919"/>
                <a:gd name="T32" fmla="*/ 585 w 585"/>
                <a:gd name="T33" fmla="*/ 919 h 9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85" h="919">
                  <a:moveTo>
                    <a:pt x="0" y="251"/>
                  </a:moveTo>
                  <a:lnTo>
                    <a:pt x="191" y="396"/>
                  </a:lnTo>
                  <a:lnTo>
                    <a:pt x="233" y="664"/>
                  </a:lnTo>
                  <a:lnTo>
                    <a:pt x="426" y="300"/>
                  </a:lnTo>
                  <a:lnTo>
                    <a:pt x="585" y="0"/>
                  </a:lnTo>
                  <a:lnTo>
                    <a:pt x="534" y="242"/>
                  </a:lnTo>
                  <a:lnTo>
                    <a:pt x="174" y="919"/>
                  </a:lnTo>
                  <a:lnTo>
                    <a:pt x="198" y="761"/>
                  </a:lnTo>
                  <a:lnTo>
                    <a:pt x="50" y="508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999" name="Freeform 360">
              <a:extLst>
                <a:ext uri="{FF2B5EF4-FFF2-40B4-BE49-F238E27FC236}">
                  <a16:creationId xmlns:a16="http://schemas.microsoft.com/office/drawing/2014/main" id="{AD1C742C-45EF-1845-9FF9-716B4C36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219"/>
              <a:ext cx="52" cy="20"/>
            </a:xfrm>
            <a:custGeom>
              <a:avLst/>
              <a:gdLst>
                <a:gd name="T0" fmla="*/ 0 w 416"/>
                <a:gd name="T1" fmla="*/ 0 h 166"/>
                <a:gd name="T2" fmla="*/ 0 w 416"/>
                <a:gd name="T3" fmla="*/ 0 h 166"/>
                <a:gd name="T4" fmla="*/ 0 w 416"/>
                <a:gd name="T5" fmla="*/ 0 h 166"/>
                <a:gd name="T6" fmla="*/ 0 w 416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6"/>
                <a:gd name="T13" fmla="*/ 0 h 166"/>
                <a:gd name="T14" fmla="*/ 416 w 416"/>
                <a:gd name="T15" fmla="*/ 166 h 1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6" h="166">
                  <a:moveTo>
                    <a:pt x="218" y="166"/>
                  </a:moveTo>
                  <a:lnTo>
                    <a:pt x="0" y="80"/>
                  </a:lnTo>
                  <a:lnTo>
                    <a:pt x="42" y="0"/>
                  </a:lnTo>
                  <a:lnTo>
                    <a:pt x="416" y="15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0" name="Freeform 361">
              <a:extLst>
                <a:ext uri="{FF2B5EF4-FFF2-40B4-BE49-F238E27FC236}">
                  <a16:creationId xmlns:a16="http://schemas.microsoft.com/office/drawing/2014/main" id="{5611A06C-59AF-E64A-A159-646C25D0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996"/>
              <a:ext cx="437" cy="380"/>
            </a:xfrm>
            <a:custGeom>
              <a:avLst/>
              <a:gdLst>
                <a:gd name="T0" fmla="*/ 0 w 3494"/>
                <a:gd name="T1" fmla="*/ 0 h 3036"/>
                <a:gd name="T2" fmla="*/ 0 w 3494"/>
                <a:gd name="T3" fmla="*/ 0 h 3036"/>
                <a:gd name="T4" fmla="*/ 0 w 3494"/>
                <a:gd name="T5" fmla="*/ 0 h 3036"/>
                <a:gd name="T6" fmla="*/ 0 w 3494"/>
                <a:gd name="T7" fmla="*/ 0 h 3036"/>
                <a:gd name="T8" fmla="*/ 0 w 3494"/>
                <a:gd name="T9" fmla="*/ 0 h 3036"/>
                <a:gd name="T10" fmla="*/ 0 w 3494"/>
                <a:gd name="T11" fmla="*/ 0 h 3036"/>
                <a:gd name="T12" fmla="*/ 0 w 3494"/>
                <a:gd name="T13" fmla="*/ 0 h 3036"/>
                <a:gd name="T14" fmla="*/ 0 w 3494"/>
                <a:gd name="T15" fmla="*/ 0 h 3036"/>
                <a:gd name="T16" fmla="*/ 0 w 3494"/>
                <a:gd name="T17" fmla="*/ 0 h 3036"/>
                <a:gd name="T18" fmla="*/ 0 w 3494"/>
                <a:gd name="T19" fmla="*/ 0 h 3036"/>
                <a:gd name="T20" fmla="*/ 0 w 3494"/>
                <a:gd name="T21" fmla="*/ 0 h 3036"/>
                <a:gd name="T22" fmla="*/ 0 w 3494"/>
                <a:gd name="T23" fmla="*/ 0 h 3036"/>
                <a:gd name="T24" fmla="*/ 0 w 3494"/>
                <a:gd name="T25" fmla="*/ 0 h 3036"/>
                <a:gd name="T26" fmla="*/ 0 w 3494"/>
                <a:gd name="T27" fmla="*/ 0 h 3036"/>
                <a:gd name="T28" fmla="*/ 0 w 3494"/>
                <a:gd name="T29" fmla="*/ 0 h 3036"/>
                <a:gd name="T30" fmla="*/ 0 w 3494"/>
                <a:gd name="T31" fmla="*/ 0 h 3036"/>
                <a:gd name="T32" fmla="*/ 0 w 3494"/>
                <a:gd name="T33" fmla="*/ 0 h 3036"/>
                <a:gd name="T34" fmla="*/ 0 w 3494"/>
                <a:gd name="T35" fmla="*/ 0 h 3036"/>
                <a:gd name="T36" fmla="*/ 0 w 3494"/>
                <a:gd name="T37" fmla="*/ 0 h 3036"/>
                <a:gd name="T38" fmla="*/ 0 w 3494"/>
                <a:gd name="T39" fmla="*/ 0 h 3036"/>
                <a:gd name="T40" fmla="*/ 0 w 3494"/>
                <a:gd name="T41" fmla="*/ 0 h 3036"/>
                <a:gd name="T42" fmla="*/ 0 w 3494"/>
                <a:gd name="T43" fmla="*/ 0 h 3036"/>
                <a:gd name="T44" fmla="*/ 0 w 3494"/>
                <a:gd name="T45" fmla="*/ 0 h 3036"/>
                <a:gd name="T46" fmla="*/ 0 w 3494"/>
                <a:gd name="T47" fmla="*/ 0 h 3036"/>
                <a:gd name="T48" fmla="*/ 0 w 3494"/>
                <a:gd name="T49" fmla="*/ 0 h 3036"/>
                <a:gd name="T50" fmla="*/ 0 w 3494"/>
                <a:gd name="T51" fmla="*/ 0 h 3036"/>
                <a:gd name="T52" fmla="*/ 0 w 3494"/>
                <a:gd name="T53" fmla="*/ 0 h 3036"/>
                <a:gd name="T54" fmla="*/ 0 w 3494"/>
                <a:gd name="T55" fmla="*/ 0 h 3036"/>
                <a:gd name="T56" fmla="*/ 0 w 3494"/>
                <a:gd name="T57" fmla="*/ 0 h 3036"/>
                <a:gd name="T58" fmla="*/ 0 w 3494"/>
                <a:gd name="T59" fmla="*/ 0 h 3036"/>
                <a:gd name="T60" fmla="*/ 0 w 3494"/>
                <a:gd name="T61" fmla="*/ 0 h 3036"/>
                <a:gd name="T62" fmla="*/ 0 w 3494"/>
                <a:gd name="T63" fmla="*/ 0 h 3036"/>
                <a:gd name="T64" fmla="*/ 0 w 3494"/>
                <a:gd name="T65" fmla="*/ 0 h 3036"/>
                <a:gd name="T66" fmla="*/ 0 w 3494"/>
                <a:gd name="T67" fmla="*/ 0 h 3036"/>
                <a:gd name="T68" fmla="*/ 0 w 3494"/>
                <a:gd name="T69" fmla="*/ 0 h 3036"/>
                <a:gd name="T70" fmla="*/ 0 w 3494"/>
                <a:gd name="T71" fmla="*/ 0 h 3036"/>
                <a:gd name="T72" fmla="*/ 0 w 3494"/>
                <a:gd name="T73" fmla="*/ 0 h 3036"/>
                <a:gd name="T74" fmla="*/ 0 w 3494"/>
                <a:gd name="T75" fmla="*/ 0 h 3036"/>
                <a:gd name="T76" fmla="*/ 0 w 3494"/>
                <a:gd name="T77" fmla="*/ 0 h 3036"/>
                <a:gd name="T78" fmla="*/ 0 w 3494"/>
                <a:gd name="T79" fmla="*/ 0 h 3036"/>
                <a:gd name="T80" fmla="*/ 0 w 3494"/>
                <a:gd name="T81" fmla="*/ 0 h 3036"/>
                <a:gd name="T82" fmla="*/ 0 w 3494"/>
                <a:gd name="T83" fmla="*/ 0 h 3036"/>
                <a:gd name="T84" fmla="*/ 0 w 3494"/>
                <a:gd name="T85" fmla="*/ 0 h 3036"/>
                <a:gd name="T86" fmla="*/ 0 w 3494"/>
                <a:gd name="T87" fmla="*/ 0 h 3036"/>
                <a:gd name="T88" fmla="*/ 0 w 3494"/>
                <a:gd name="T89" fmla="*/ 0 h 3036"/>
                <a:gd name="T90" fmla="*/ 0 w 3494"/>
                <a:gd name="T91" fmla="*/ 0 h 30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494"/>
                <a:gd name="T139" fmla="*/ 0 h 3036"/>
                <a:gd name="T140" fmla="*/ 3494 w 3494"/>
                <a:gd name="T141" fmla="*/ 3036 h 30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494" h="3036">
                  <a:moveTo>
                    <a:pt x="1119" y="2271"/>
                  </a:moveTo>
                  <a:lnTo>
                    <a:pt x="1130" y="2336"/>
                  </a:lnTo>
                  <a:lnTo>
                    <a:pt x="1101" y="2414"/>
                  </a:lnTo>
                  <a:lnTo>
                    <a:pt x="1054" y="2433"/>
                  </a:lnTo>
                  <a:lnTo>
                    <a:pt x="284" y="2338"/>
                  </a:lnTo>
                  <a:lnTo>
                    <a:pt x="292" y="2407"/>
                  </a:lnTo>
                  <a:lnTo>
                    <a:pt x="404" y="2387"/>
                  </a:lnTo>
                  <a:lnTo>
                    <a:pt x="852" y="2442"/>
                  </a:lnTo>
                  <a:lnTo>
                    <a:pt x="771" y="2609"/>
                  </a:lnTo>
                  <a:lnTo>
                    <a:pt x="428" y="2668"/>
                  </a:lnTo>
                  <a:lnTo>
                    <a:pt x="158" y="2552"/>
                  </a:lnTo>
                  <a:lnTo>
                    <a:pt x="68" y="2568"/>
                  </a:lnTo>
                  <a:lnTo>
                    <a:pt x="151" y="2638"/>
                  </a:lnTo>
                  <a:lnTo>
                    <a:pt x="446" y="2679"/>
                  </a:lnTo>
                  <a:lnTo>
                    <a:pt x="752" y="2656"/>
                  </a:lnTo>
                  <a:lnTo>
                    <a:pt x="670" y="2780"/>
                  </a:lnTo>
                  <a:lnTo>
                    <a:pt x="481" y="2895"/>
                  </a:lnTo>
                  <a:lnTo>
                    <a:pt x="158" y="2910"/>
                  </a:lnTo>
                  <a:lnTo>
                    <a:pt x="0" y="2895"/>
                  </a:lnTo>
                  <a:lnTo>
                    <a:pt x="268" y="2954"/>
                  </a:lnTo>
                  <a:lnTo>
                    <a:pt x="455" y="2932"/>
                  </a:lnTo>
                  <a:lnTo>
                    <a:pt x="418" y="3036"/>
                  </a:lnTo>
                  <a:lnTo>
                    <a:pt x="455" y="3025"/>
                  </a:lnTo>
                  <a:lnTo>
                    <a:pt x="525" y="2910"/>
                  </a:lnTo>
                  <a:lnTo>
                    <a:pt x="697" y="2789"/>
                  </a:lnTo>
                  <a:lnTo>
                    <a:pt x="784" y="2668"/>
                  </a:lnTo>
                  <a:lnTo>
                    <a:pt x="3327" y="2668"/>
                  </a:lnTo>
                  <a:lnTo>
                    <a:pt x="3390" y="2495"/>
                  </a:lnTo>
                  <a:lnTo>
                    <a:pt x="3424" y="2200"/>
                  </a:lnTo>
                  <a:lnTo>
                    <a:pt x="3454" y="1985"/>
                  </a:lnTo>
                  <a:lnTo>
                    <a:pt x="2977" y="1849"/>
                  </a:lnTo>
                  <a:lnTo>
                    <a:pt x="3041" y="1780"/>
                  </a:lnTo>
                  <a:lnTo>
                    <a:pt x="3109" y="1833"/>
                  </a:lnTo>
                  <a:lnTo>
                    <a:pt x="3494" y="1886"/>
                  </a:lnTo>
                  <a:lnTo>
                    <a:pt x="3494" y="1844"/>
                  </a:lnTo>
                  <a:lnTo>
                    <a:pt x="3159" y="1785"/>
                  </a:lnTo>
                  <a:lnTo>
                    <a:pt x="2995" y="1598"/>
                  </a:lnTo>
                  <a:lnTo>
                    <a:pt x="2813" y="1805"/>
                  </a:lnTo>
                  <a:lnTo>
                    <a:pt x="2479" y="2336"/>
                  </a:lnTo>
                  <a:lnTo>
                    <a:pt x="2345" y="2236"/>
                  </a:lnTo>
                  <a:lnTo>
                    <a:pt x="2472" y="1955"/>
                  </a:lnTo>
                  <a:lnTo>
                    <a:pt x="2714" y="1671"/>
                  </a:lnTo>
                  <a:lnTo>
                    <a:pt x="2868" y="1559"/>
                  </a:lnTo>
                  <a:lnTo>
                    <a:pt x="2742" y="1303"/>
                  </a:lnTo>
                  <a:lnTo>
                    <a:pt x="2582" y="745"/>
                  </a:lnTo>
                  <a:lnTo>
                    <a:pt x="2707" y="1328"/>
                  </a:lnTo>
                  <a:lnTo>
                    <a:pt x="2771" y="1535"/>
                  </a:lnTo>
                  <a:lnTo>
                    <a:pt x="2544" y="1550"/>
                  </a:lnTo>
                  <a:lnTo>
                    <a:pt x="2272" y="692"/>
                  </a:lnTo>
                  <a:lnTo>
                    <a:pt x="2424" y="552"/>
                  </a:lnTo>
                  <a:lnTo>
                    <a:pt x="1962" y="803"/>
                  </a:lnTo>
                  <a:lnTo>
                    <a:pt x="1962" y="735"/>
                  </a:lnTo>
                  <a:lnTo>
                    <a:pt x="2037" y="602"/>
                  </a:lnTo>
                  <a:lnTo>
                    <a:pt x="2345" y="369"/>
                  </a:lnTo>
                  <a:lnTo>
                    <a:pt x="2439" y="210"/>
                  </a:lnTo>
                  <a:lnTo>
                    <a:pt x="2540" y="614"/>
                  </a:lnTo>
                  <a:lnTo>
                    <a:pt x="2525" y="180"/>
                  </a:lnTo>
                  <a:lnTo>
                    <a:pt x="2403" y="90"/>
                  </a:lnTo>
                  <a:lnTo>
                    <a:pt x="2318" y="88"/>
                  </a:lnTo>
                  <a:lnTo>
                    <a:pt x="2311" y="0"/>
                  </a:lnTo>
                  <a:lnTo>
                    <a:pt x="2311" y="157"/>
                  </a:lnTo>
                  <a:lnTo>
                    <a:pt x="2340" y="297"/>
                  </a:lnTo>
                  <a:lnTo>
                    <a:pt x="2177" y="480"/>
                  </a:lnTo>
                  <a:lnTo>
                    <a:pt x="1905" y="563"/>
                  </a:lnTo>
                  <a:lnTo>
                    <a:pt x="1852" y="231"/>
                  </a:lnTo>
                  <a:lnTo>
                    <a:pt x="1742" y="552"/>
                  </a:lnTo>
                  <a:lnTo>
                    <a:pt x="1485" y="745"/>
                  </a:lnTo>
                  <a:lnTo>
                    <a:pt x="1220" y="818"/>
                  </a:lnTo>
                  <a:lnTo>
                    <a:pt x="944" y="871"/>
                  </a:lnTo>
                  <a:lnTo>
                    <a:pt x="1352" y="835"/>
                  </a:lnTo>
                  <a:lnTo>
                    <a:pt x="1589" y="783"/>
                  </a:lnTo>
                  <a:lnTo>
                    <a:pt x="1371" y="976"/>
                  </a:lnTo>
                  <a:lnTo>
                    <a:pt x="1169" y="1240"/>
                  </a:lnTo>
                  <a:lnTo>
                    <a:pt x="953" y="1621"/>
                  </a:lnTo>
                  <a:lnTo>
                    <a:pt x="842" y="1895"/>
                  </a:lnTo>
                  <a:lnTo>
                    <a:pt x="1087" y="2165"/>
                  </a:lnTo>
                  <a:lnTo>
                    <a:pt x="1191" y="2271"/>
                  </a:lnTo>
                  <a:lnTo>
                    <a:pt x="1172" y="2312"/>
                  </a:lnTo>
                  <a:lnTo>
                    <a:pt x="1331" y="2374"/>
                  </a:lnTo>
                  <a:lnTo>
                    <a:pt x="1415" y="1937"/>
                  </a:lnTo>
                  <a:lnTo>
                    <a:pt x="1589" y="1211"/>
                  </a:lnTo>
                  <a:lnTo>
                    <a:pt x="1698" y="930"/>
                  </a:lnTo>
                  <a:lnTo>
                    <a:pt x="1707" y="1134"/>
                  </a:lnTo>
                  <a:lnTo>
                    <a:pt x="1608" y="1510"/>
                  </a:lnTo>
                  <a:lnTo>
                    <a:pt x="1485" y="2137"/>
                  </a:lnTo>
                  <a:lnTo>
                    <a:pt x="1446" y="2433"/>
                  </a:lnTo>
                  <a:lnTo>
                    <a:pt x="1365" y="2396"/>
                  </a:lnTo>
                  <a:lnTo>
                    <a:pt x="1523" y="2517"/>
                  </a:lnTo>
                  <a:lnTo>
                    <a:pt x="1317" y="2483"/>
                  </a:lnTo>
                  <a:lnTo>
                    <a:pt x="1147" y="2407"/>
                  </a:lnTo>
                  <a:lnTo>
                    <a:pt x="1147" y="2324"/>
                  </a:lnTo>
                  <a:lnTo>
                    <a:pt x="1119" y="2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1" name="Freeform 362">
              <a:extLst>
                <a:ext uri="{FF2B5EF4-FFF2-40B4-BE49-F238E27FC236}">
                  <a16:creationId xmlns:a16="http://schemas.microsoft.com/office/drawing/2014/main" id="{90DD8A0E-7759-1142-950A-87D2A231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62"/>
              <a:ext cx="199" cy="306"/>
            </a:xfrm>
            <a:custGeom>
              <a:avLst/>
              <a:gdLst>
                <a:gd name="T0" fmla="*/ 0 w 1593"/>
                <a:gd name="T1" fmla="*/ 0 h 2446"/>
                <a:gd name="T2" fmla="*/ 0 w 1593"/>
                <a:gd name="T3" fmla="*/ 0 h 2446"/>
                <a:gd name="T4" fmla="*/ 0 w 1593"/>
                <a:gd name="T5" fmla="*/ 0 h 2446"/>
                <a:gd name="T6" fmla="*/ 0 w 1593"/>
                <a:gd name="T7" fmla="*/ 0 h 2446"/>
                <a:gd name="T8" fmla="*/ 0 w 1593"/>
                <a:gd name="T9" fmla="*/ 0 h 2446"/>
                <a:gd name="T10" fmla="*/ 0 w 1593"/>
                <a:gd name="T11" fmla="*/ 0 h 2446"/>
                <a:gd name="T12" fmla="*/ 0 w 1593"/>
                <a:gd name="T13" fmla="*/ 0 h 2446"/>
                <a:gd name="T14" fmla="*/ 0 w 1593"/>
                <a:gd name="T15" fmla="*/ 0 h 2446"/>
                <a:gd name="T16" fmla="*/ 0 w 1593"/>
                <a:gd name="T17" fmla="*/ 0 h 2446"/>
                <a:gd name="T18" fmla="*/ 0 w 1593"/>
                <a:gd name="T19" fmla="*/ 0 h 2446"/>
                <a:gd name="T20" fmla="*/ 0 w 1593"/>
                <a:gd name="T21" fmla="*/ 0 h 2446"/>
                <a:gd name="T22" fmla="*/ 0 w 1593"/>
                <a:gd name="T23" fmla="*/ 0 h 2446"/>
                <a:gd name="T24" fmla="*/ 0 w 1593"/>
                <a:gd name="T25" fmla="*/ 0 h 2446"/>
                <a:gd name="T26" fmla="*/ 0 w 1593"/>
                <a:gd name="T27" fmla="*/ 0 h 2446"/>
                <a:gd name="T28" fmla="*/ 0 w 1593"/>
                <a:gd name="T29" fmla="*/ 0 h 2446"/>
                <a:gd name="T30" fmla="*/ 0 w 1593"/>
                <a:gd name="T31" fmla="*/ 0 h 2446"/>
                <a:gd name="T32" fmla="*/ 0 w 1593"/>
                <a:gd name="T33" fmla="*/ 0 h 2446"/>
                <a:gd name="T34" fmla="*/ 0 w 1593"/>
                <a:gd name="T35" fmla="*/ 0 h 2446"/>
                <a:gd name="T36" fmla="*/ 0 w 1593"/>
                <a:gd name="T37" fmla="*/ 0 h 2446"/>
                <a:gd name="T38" fmla="*/ 0 w 1593"/>
                <a:gd name="T39" fmla="*/ 0 h 2446"/>
                <a:gd name="T40" fmla="*/ 0 w 1593"/>
                <a:gd name="T41" fmla="*/ 0 h 2446"/>
                <a:gd name="T42" fmla="*/ 0 w 1593"/>
                <a:gd name="T43" fmla="*/ 0 h 2446"/>
                <a:gd name="T44" fmla="*/ 0 w 1593"/>
                <a:gd name="T45" fmla="*/ 0 h 2446"/>
                <a:gd name="T46" fmla="*/ 0 w 1593"/>
                <a:gd name="T47" fmla="*/ 0 h 2446"/>
                <a:gd name="T48" fmla="*/ 0 w 1593"/>
                <a:gd name="T49" fmla="*/ 0 h 2446"/>
                <a:gd name="T50" fmla="*/ 0 w 1593"/>
                <a:gd name="T51" fmla="*/ 0 h 2446"/>
                <a:gd name="T52" fmla="*/ 0 w 1593"/>
                <a:gd name="T53" fmla="*/ 0 h 2446"/>
                <a:gd name="T54" fmla="*/ 0 w 1593"/>
                <a:gd name="T55" fmla="*/ 0 h 24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593"/>
                <a:gd name="T85" fmla="*/ 0 h 2446"/>
                <a:gd name="T86" fmla="*/ 1593 w 1593"/>
                <a:gd name="T87" fmla="*/ 2446 h 244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593" h="2446">
                  <a:moveTo>
                    <a:pt x="0" y="0"/>
                  </a:moveTo>
                  <a:lnTo>
                    <a:pt x="406" y="122"/>
                  </a:lnTo>
                  <a:lnTo>
                    <a:pt x="969" y="385"/>
                  </a:lnTo>
                  <a:lnTo>
                    <a:pt x="1273" y="442"/>
                  </a:lnTo>
                  <a:lnTo>
                    <a:pt x="1294" y="537"/>
                  </a:lnTo>
                  <a:lnTo>
                    <a:pt x="1360" y="512"/>
                  </a:lnTo>
                  <a:lnTo>
                    <a:pt x="1457" y="673"/>
                  </a:lnTo>
                  <a:lnTo>
                    <a:pt x="1554" y="965"/>
                  </a:lnTo>
                  <a:lnTo>
                    <a:pt x="1593" y="1323"/>
                  </a:lnTo>
                  <a:lnTo>
                    <a:pt x="1593" y="1552"/>
                  </a:lnTo>
                  <a:lnTo>
                    <a:pt x="1538" y="1879"/>
                  </a:lnTo>
                  <a:lnTo>
                    <a:pt x="1432" y="2137"/>
                  </a:lnTo>
                  <a:lnTo>
                    <a:pt x="1273" y="2285"/>
                  </a:lnTo>
                  <a:lnTo>
                    <a:pt x="1100" y="2446"/>
                  </a:lnTo>
                  <a:lnTo>
                    <a:pt x="1266" y="2191"/>
                  </a:lnTo>
                  <a:lnTo>
                    <a:pt x="1432" y="1863"/>
                  </a:lnTo>
                  <a:lnTo>
                    <a:pt x="1513" y="1552"/>
                  </a:lnTo>
                  <a:lnTo>
                    <a:pt x="1531" y="1180"/>
                  </a:lnTo>
                  <a:lnTo>
                    <a:pt x="1503" y="910"/>
                  </a:lnTo>
                  <a:lnTo>
                    <a:pt x="1425" y="644"/>
                  </a:lnTo>
                  <a:lnTo>
                    <a:pt x="1335" y="567"/>
                  </a:lnTo>
                  <a:lnTo>
                    <a:pt x="1259" y="1238"/>
                  </a:lnTo>
                  <a:lnTo>
                    <a:pt x="1133" y="1904"/>
                  </a:lnTo>
                  <a:lnTo>
                    <a:pt x="1243" y="1226"/>
                  </a:lnTo>
                  <a:lnTo>
                    <a:pt x="1266" y="537"/>
                  </a:lnTo>
                  <a:lnTo>
                    <a:pt x="918" y="408"/>
                  </a:lnTo>
                  <a:lnTo>
                    <a:pt x="182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2" name="Freeform 363">
              <a:extLst>
                <a:ext uri="{FF2B5EF4-FFF2-40B4-BE49-F238E27FC236}">
                  <a16:creationId xmlns:a16="http://schemas.microsoft.com/office/drawing/2014/main" id="{4577D5A1-C3CC-6E4A-B61F-C5C6365A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95"/>
              <a:ext cx="126" cy="445"/>
            </a:xfrm>
            <a:custGeom>
              <a:avLst/>
              <a:gdLst>
                <a:gd name="T0" fmla="*/ 0 w 1005"/>
                <a:gd name="T1" fmla="*/ 0 h 3558"/>
                <a:gd name="T2" fmla="*/ 0 w 1005"/>
                <a:gd name="T3" fmla="*/ 0 h 3558"/>
                <a:gd name="T4" fmla="*/ 0 w 1005"/>
                <a:gd name="T5" fmla="*/ 0 h 3558"/>
                <a:gd name="T6" fmla="*/ 0 w 1005"/>
                <a:gd name="T7" fmla="*/ 0 h 3558"/>
                <a:gd name="T8" fmla="*/ 0 w 1005"/>
                <a:gd name="T9" fmla="*/ 0 h 3558"/>
                <a:gd name="T10" fmla="*/ 0 w 1005"/>
                <a:gd name="T11" fmla="*/ 0 h 3558"/>
                <a:gd name="T12" fmla="*/ 0 w 1005"/>
                <a:gd name="T13" fmla="*/ 0 h 3558"/>
                <a:gd name="T14" fmla="*/ 0 w 1005"/>
                <a:gd name="T15" fmla="*/ 0 h 3558"/>
                <a:gd name="T16" fmla="*/ 0 w 1005"/>
                <a:gd name="T17" fmla="*/ 0 h 3558"/>
                <a:gd name="T18" fmla="*/ 0 w 1005"/>
                <a:gd name="T19" fmla="*/ 0 h 3558"/>
                <a:gd name="T20" fmla="*/ 0 w 1005"/>
                <a:gd name="T21" fmla="*/ 0 h 3558"/>
                <a:gd name="T22" fmla="*/ 0 w 1005"/>
                <a:gd name="T23" fmla="*/ 0 h 3558"/>
                <a:gd name="T24" fmla="*/ 0 w 1005"/>
                <a:gd name="T25" fmla="*/ 0 h 3558"/>
                <a:gd name="T26" fmla="*/ 0 w 1005"/>
                <a:gd name="T27" fmla="*/ 0 h 3558"/>
                <a:gd name="T28" fmla="*/ 0 w 1005"/>
                <a:gd name="T29" fmla="*/ 0 h 3558"/>
                <a:gd name="T30" fmla="*/ 0 w 1005"/>
                <a:gd name="T31" fmla="*/ 0 h 3558"/>
                <a:gd name="T32" fmla="*/ 0 w 1005"/>
                <a:gd name="T33" fmla="*/ 0 h 3558"/>
                <a:gd name="T34" fmla="*/ 0 w 1005"/>
                <a:gd name="T35" fmla="*/ 0 h 3558"/>
                <a:gd name="T36" fmla="*/ 0 w 1005"/>
                <a:gd name="T37" fmla="*/ 0 h 3558"/>
                <a:gd name="T38" fmla="*/ 0 w 1005"/>
                <a:gd name="T39" fmla="*/ 0 h 3558"/>
                <a:gd name="T40" fmla="*/ 0 w 1005"/>
                <a:gd name="T41" fmla="*/ 0 h 3558"/>
                <a:gd name="T42" fmla="*/ 0 w 1005"/>
                <a:gd name="T43" fmla="*/ 0 h 3558"/>
                <a:gd name="T44" fmla="*/ 0 w 1005"/>
                <a:gd name="T45" fmla="*/ 0 h 3558"/>
                <a:gd name="T46" fmla="*/ 0 w 1005"/>
                <a:gd name="T47" fmla="*/ 0 h 35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05"/>
                <a:gd name="T73" fmla="*/ 0 h 3558"/>
                <a:gd name="T74" fmla="*/ 1005 w 1005"/>
                <a:gd name="T75" fmla="*/ 3558 h 35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05" h="3558">
                  <a:moveTo>
                    <a:pt x="479" y="0"/>
                  </a:moveTo>
                  <a:lnTo>
                    <a:pt x="611" y="380"/>
                  </a:lnTo>
                  <a:lnTo>
                    <a:pt x="717" y="888"/>
                  </a:lnTo>
                  <a:lnTo>
                    <a:pt x="965" y="791"/>
                  </a:lnTo>
                  <a:lnTo>
                    <a:pt x="1005" y="842"/>
                  </a:lnTo>
                  <a:lnTo>
                    <a:pt x="954" y="1274"/>
                  </a:lnTo>
                  <a:lnTo>
                    <a:pt x="837" y="1712"/>
                  </a:lnTo>
                  <a:lnTo>
                    <a:pt x="645" y="2285"/>
                  </a:lnTo>
                  <a:lnTo>
                    <a:pt x="456" y="2747"/>
                  </a:lnTo>
                  <a:lnTo>
                    <a:pt x="231" y="3288"/>
                  </a:lnTo>
                  <a:lnTo>
                    <a:pt x="71" y="3533"/>
                  </a:lnTo>
                  <a:lnTo>
                    <a:pt x="0" y="3558"/>
                  </a:lnTo>
                  <a:lnTo>
                    <a:pt x="184" y="3263"/>
                  </a:lnTo>
                  <a:lnTo>
                    <a:pt x="385" y="2782"/>
                  </a:lnTo>
                  <a:lnTo>
                    <a:pt x="550" y="2320"/>
                  </a:lnTo>
                  <a:lnTo>
                    <a:pt x="694" y="1916"/>
                  </a:lnTo>
                  <a:lnTo>
                    <a:pt x="827" y="1514"/>
                  </a:lnTo>
                  <a:lnTo>
                    <a:pt x="879" y="1193"/>
                  </a:lnTo>
                  <a:lnTo>
                    <a:pt x="924" y="896"/>
                  </a:lnTo>
                  <a:lnTo>
                    <a:pt x="420" y="1108"/>
                  </a:lnTo>
                  <a:lnTo>
                    <a:pt x="670" y="905"/>
                  </a:lnTo>
                  <a:lnTo>
                    <a:pt x="670" y="870"/>
                  </a:lnTo>
                  <a:lnTo>
                    <a:pt x="597" y="439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3" name="Line 364">
              <a:extLst>
                <a:ext uri="{FF2B5EF4-FFF2-40B4-BE49-F238E27FC236}">
                  <a16:creationId xmlns:a16="http://schemas.microsoft.com/office/drawing/2014/main" id="{C04FE908-477C-1D47-B420-A6529CCE4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26" y="2330"/>
              <a:ext cx="8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4" name="Freeform 365">
              <a:extLst>
                <a:ext uri="{FF2B5EF4-FFF2-40B4-BE49-F238E27FC236}">
                  <a16:creationId xmlns:a16="http://schemas.microsoft.com/office/drawing/2014/main" id="{D303F632-1789-1B4D-87D8-E3E4BFB2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370"/>
              <a:ext cx="399" cy="50"/>
            </a:xfrm>
            <a:custGeom>
              <a:avLst/>
              <a:gdLst>
                <a:gd name="T0" fmla="*/ 0 w 3188"/>
                <a:gd name="T1" fmla="*/ 0 h 401"/>
                <a:gd name="T2" fmla="*/ 0 w 3188"/>
                <a:gd name="T3" fmla="*/ 0 h 401"/>
                <a:gd name="T4" fmla="*/ 0 w 3188"/>
                <a:gd name="T5" fmla="*/ 0 h 401"/>
                <a:gd name="T6" fmla="*/ 0 60000 65536"/>
                <a:gd name="T7" fmla="*/ 0 60000 65536"/>
                <a:gd name="T8" fmla="*/ 0 60000 65536"/>
                <a:gd name="T9" fmla="*/ 0 w 3188"/>
                <a:gd name="T10" fmla="*/ 0 h 401"/>
                <a:gd name="T11" fmla="*/ 3188 w 3188"/>
                <a:gd name="T12" fmla="*/ 401 h 4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88" h="401">
                  <a:moveTo>
                    <a:pt x="0" y="0"/>
                  </a:moveTo>
                  <a:lnTo>
                    <a:pt x="343" y="401"/>
                  </a:lnTo>
                  <a:lnTo>
                    <a:pt x="3188" y="40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5" name="Freeform 366">
              <a:extLst>
                <a:ext uri="{FF2B5EF4-FFF2-40B4-BE49-F238E27FC236}">
                  <a16:creationId xmlns:a16="http://schemas.microsoft.com/office/drawing/2014/main" id="{DC745B3E-9BAB-1941-8B11-CE724442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341"/>
              <a:ext cx="316" cy="29"/>
            </a:xfrm>
            <a:custGeom>
              <a:avLst/>
              <a:gdLst>
                <a:gd name="T0" fmla="*/ 0 w 2533"/>
                <a:gd name="T1" fmla="*/ 0 h 230"/>
                <a:gd name="T2" fmla="*/ 0 w 2533"/>
                <a:gd name="T3" fmla="*/ 0 h 230"/>
                <a:gd name="T4" fmla="*/ 0 w 2533"/>
                <a:gd name="T5" fmla="*/ 0 h 230"/>
                <a:gd name="T6" fmla="*/ 0 60000 65536"/>
                <a:gd name="T7" fmla="*/ 0 60000 65536"/>
                <a:gd name="T8" fmla="*/ 0 60000 65536"/>
                <a:gd name="T9" fmla="*/ 0 w 2533"/>
                <a:gd name="T10" fmla="*/ 0 h 230"/>
                <a:gd name="T11" fmla="*/ 2533 w 2533"/>
                <a:gd name="T12" fmla="*/ 230 h 2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33" h="230">
                  <a:moveTo>
                    <a:pt x="0" y="0"/>
                  </a:moveTo>
                  <a:lnTo>
                    <a:pt x="1752" y="0"/>
                  </a:lnTo>
                  <a:lnTo>
                    <a:pt x="2533" y="23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6006" name="Line 367">
              <a:extLst>
                <a:ext uri="{FF2B5EF4-FFF2-40B4-BE49-F238E27FC236}">
                  <a16:creationId xmlns:a16="http://schemas.microsoft.com/office/drawing/2014/main" id="{CF09CC6D-74DB-044D-BDB8-A044883010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" y="2481"/>
              <a:ext cx="28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65557" name="Text Box 368">
            <a:extLst>
              <a:ext uri="{FF2B5EF4-FFF2-40B4-BE49-F238E27FC236}">
                <a16:creationId xmlns:a16="http://schemas.microsoft.com/office/drawing/2014/main" id="{07A7A11D-9B0D-F247-B4E3-9C0257E03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9513" y="4745038"/>
            <a:ext cx="514350" cy="731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4800" b="1">
                <a:solidFill>
                  <a:srgbClr val="000000"/>
                </a:solidFill>
                <a:latin typeface="Comic Sans MS" panose="030F0902030302020204" pitchFamily="66" charset="0"/>
              </a:rPr>
              <a:t>+</a:t>
            </a:r>
          </a:p>
        </p:txBody>
      </p:sp>
      <p:grpSp>
        <p:nvGrpSpPr>
          <p:cNvPr id="65558" name="Group 369">
            <a:extLst>
              <a:ext uri="{FF2B5EF4-FFF2-40B4-BE49-F238E27FC236}">
                <a16:creationId xmlns:a16="http://schemas.microsoft.com/office/drawing/2014/main" id="{468A6741-95DA-F349-B1F5-641934717C76}"/>
              </a:ext>
            </a:extLst>
          </p:cNvPr>
          <p:cNvGrpSpPr>
            <a:grpSpLocks/>
          </p:cNvGrpSpPr>
          <p:nvPr/>
        </p:nvGrpSpPr>
        <p:grpSpPr bwMode="auto">
          <a:xfrm>
            <a:off x="4057650" y="4618038"/>
            <a:ext cx="1371600" cy="687387"/>
            <a:chOff x="1850" y="1420"/>
            <a:chExt cx="2069" cy="811"/>
          </a:xfrm>
        </p:grpSpPr>
        <p:grpSp>
          <p:nvGrpSpPr>
            <p:cNvPr id="65671" name="Group 370">
              <a:extLst>
                <a:ext uri="{FF2B5EF4-FFF2-40B4-BE49-F238E27FC236}">
                  <a16:creationId xmlns:a16="http://schemas.microsoft.com/office/drawing/2014/main" id="{003711AE-A7E2-C24B-A954-C562D9039A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0" y="1420"/>
              <a:ext cx="2069" cy="811"/>
              <a:chOff x="1850" y="1420"/>
              <a:chExt cx="2069" cy="811"/>
            </a:xfrm>
          </p:grpSpPr>
          <p:sp>
            <p:nvSpPr>
              <p:cNvPr id="65678" name="Freeform 371">
                <a:extLst>
                  <a:ext uri="{FF2B5EF4-FFF2-40B4-BE49-F238E27FC236}">
                    <a16:creationId xmlns:a16="http://schemas.microsoft.com/office/drawing/2014/main" id="{6A532906-2B66-7642-A420-6096CFD0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45"/>
                <a:ext cx="443" cy="344"/>
              </a:xfrm>
              <a:custGeom>
                <a:avLst/>
                <a:gdLst>
                  <a:gd name="T0" fmla="*/ 0 w 3542"/>
                  <a:gd name="T1" fmla="*/ 0 h 2755"/>
                  <a:gd name="T2" fmla="*/ 0 w 3542"/>
                  <a:gd name="T3" fmla="*/ 0 h 2755"/>
                  <a:gd name="T4" fmla="*/ 0 w 3542"/>
                  <a:gd name="T5" fmla="*/ 0 h 2755"/>
                  <a:gd name="T6" fmla="*/ 0 w 3542"/>
                  <a:gd name="T7" fmla="*/ 0 h 2755"/>
                  <a:gd name="T8" fmla="*/ 0 w 3542"/>
                  <a:gd name="T9" fmla="*/ 0 h 2755"/>
                  <a:gd name="T10" fmla="*/ 0 w 3542"/>
                  <a:gd name="T11" fmla="*/ 0 h 2755"/>
                  <a:gd name="T12" fmla="*/ 0 w 3542"/>
                  <a:gd name="T13" fmla="*/ 0 h 2755"/>
                  <a:gd name="T14" fmla="*/ 0 w 3542"/>
                  <a:gd name="T15" fmla="*/ 0 h 2755"/>
                  <a:gd name="T16" fmla="*/ 0 w 3542"/>
                  <a:gd name="T17" fmla="*/ 0 h 2755"/>
                  <a:gd name="T18" fmla="*/ 0 w 3542"/>
                  <a:gd name="T19" fmla="*/ 0 h 2755"/>
                  <a:gd name="T20" fmla="*/ 0 w 3542"/>
                  <a:gd name="T21" fmla="*/ 0 h 2755"/>
                  <a:gd name="T22" fmla="*/ 0 w 3542"/>
                  <a:gd name="T23" fmla="*/ 0 h 2755"/>
                  <a:gd name="T24" fmla="*/ 0 w 3542"/>
                  <a:gd name="T25" fmla="*/ 0 h 2755"/>
                  <a:gd name="T26" fmla="*/ 0 w 3542"/>
                  <a:gd name="T27" fmla="*/ 0 h 2755"/>
                  <a:gd name="T28" fmla="*/ 0 w 3542"/>
                  <a:gd name="T29" fmla="*/ 0 h 2755"/>
                  <a:gd name="T30" fmla="*/ 0 w 3542"/>
                  <a:gd name="T31" fmla="*/ 0 h 2755"/>
                  <a:gd name="T32" fmla="*/ 0 w 3542"/>
                  <a:gd name="T33" fmla="*/ 0 h 2755"/>
                  <a:gd name="T34" fmla="*/ 0 w 3542"/>
                  <a:gd name="T35" fmla="*/ 0 h 2755"/>
                  <a:gd name="T36" fmla="*/ 0 w 3542"/>
                  <a:gd name="T37" fmla="*/ 0 h 2755"/>
                  <a:gd name="T38" fmla="*/ 0 w 3542"/>
                  <a:gd name="T39" fmla="*/ 0 h 2755"/>
                  <a:gd name="T40" fmla="*/ 0 w 3542"/>
                  <a:gd name="T41" fmla="*/ 0 h 2755"/>
                  <a:gd name="T42" fmla="*/ 0 w 3542"/>
                  <a:gd name="T43" fmla="*/ 0 h 2755"/>
                  <a:gd name="T44" fmla="*/ 0 w 3542"/>
                  <a:gd name="T45" fmla="*/ 0 h 2755"/>
                  <a:gd name="T46" fmla="*/ 0 w 3542"/>
                  <a:gd name="T47" fmla="*/ 0 h 2755"/>
                  <a:gd name="T48" fmla="*/ 0 w 3542"/>
                  <a:gd name="T49" fmla="*/ 0 h 2755"/>
                  <a:gd name="T50" fmla="*/ 0 w 3542"/>
                  <a:gd name="T51" fmla="*/ 0 h 2755"/>
                  <a:gd name="T52" fmla="*/ 0 w 3542"/>
                  <a:gd name="T53" fmla="*/ 0 h 2755"/>
                  <a:gd name="T54" fmla="*/ 0 w 3542"/>
                  <a:gd name="T55" fmla="*/ 0 h 2755"/>
                  <a:gd name="T56" fmla="*/ 0 w 3542"/>
                  <a:gd name="T57" fmla="*/ 0 h 2755"/>
                  <a:gd name="T58" fmla="*/ 0 w 3542"/>
                  <a:gd name="T59" fmla="*/ 0 h 2755"/>
                  <a:gd name="T60" fmla="*/ 0 w 3542"/>
                  <a:gd name="T61" fmla="*/ 0 h 2755"/>
                  <a:gd name="T62" fmla="*/ 0 w 3542"/>
                  <a:gd name="T63" fmla="*/ 0 h 2755"/>
                  <a:gd name="T64" fmla="*/ 0 w 3542"/>
                  <a:gd name="T65" fmla="*/ 0 h 2755"/>
                  <a:gd name="T66" fmla="*/ 0 w 3542"/>
                  <a:gd name="T67" fmla="*/ 0 h 2755"/>
                  <a:gd name="T68" fmla="*/ 0 w 3542"/>
                  <a:gd name="T69" fmla="*/ 0 h 275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42"/>
                  <a:gd name="T106" fmla="*/ 0 h 2755"/>
                  <a:gd name="T107" fmla="*/ 3542 w 3542"/>
                  <a:gd name="T108" fmla="*/ 2755 h 275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42" h="2755">
                    <a:moveTo>
                      <a:pt x="3542" y="2755"/>
                    </a:moveTo>
                    <a:lnTo>
                      <a:pt x="3452" y="2648"/>
                    </a:lnTo>
                    <a:lnTo>
                      <a:pt x="3415" y="2476"/>
                    </a:lnTo>
                    <a:lnTo>
                      <a:pt x="3307" y="2404"/>
                    </a:lnTo>
                    <a:lnTo>
                      <a:pt x="3290" y="2296"/>
                    </a:lnTo>
                    <a:lnTo>
                      <a:pt x="3355" y="2222"/>
                    </a:lnTo>
                    <a:lnTo>
                      <a:pt x="3355" y="2141"/>
                    </a:lnTo>
                    <a:lnTo>
                      <a:pt x="3314" y="2052"/>
                    </a:lnTo>
                    <a:lnTo>
                      <a:pt x="3248" y="1954"/>
                    </a:lnTo>
                    <a:lnTo>
                      <a:pt x="3248" y="1791"/>
                    </a:lnTo>
                    <a:lnTo>
                      <a:pt x="3307" y="1724"/>
                    </a:lnTo>
                    <a:lnTo>
                      <a:pt x="3299" y="1652"/>
                    </a:lnTo>
                    <a:lnTo>
                      <a:pt x="3233" y="1604"/>
                    </a:lnTo>
                    <a:lnTo>
                      <a:pt x="3200" y="1503"/>
                    </a:lnTo>
                    <a:lnTo>
                      <a:pt x="3209" y="1417"/>
                    </a:lnTo>
                    <a:lnTo>
                      <a:pt x="3191" y="1286"/>
                    </a:lnTo>
                    <a:lnTo>
                      <a:pt x="3166" y="1114"/>
                    </a:lnTo>
                    <a:lnTo>
                      <a:pt x="3166" y="910"/>
                    </a:lnTo>
                    <a:lnTo>
                      <a:pt x="3166" y="754"/>
                    </a:lnTo>
                    <a:lnTo>
                      <a:pt x="3161" y="592"/>
                    </a:lnTo>
                    <a:lnTo>
                      <a:pt x="3125" y="451"/>
                    </a:lnTo>
                    <a:lnTo>
                      <a:pt x="3092" y="360"/>
                    </a:lnTo>
                    <a:lnTo>
                      <a:pt x="2712" y="171"/>
                    </a:lnTo>
                    <a:lnTo>
                      <a:pt x="2492" y="110"/>
                    </a:lnTo>
                    <a:lnTo>
                      <a:pt x="2279" y="68"/>
                    </a:lnTo>
                    <a:lnTo>
                      <a:pt x="2044" y="0"/>
                    </a:lnTo>
                    <a:lnTo>
                      <a:pt x="890" y="27"/>
                    </a:lnTo>
                    <a:lnTo>
                      <a:pt x="556" y="85"/>
                    </a:lnTo>
                    <a:lnTo>
                      <a:pt x="222" y="205"/>
                    </a:lnTo>
                    <a:lnTo>
                      <a:pt x="123" y="264"/>
                    </a:lnTo>
                    <a:lnTo>
                      <a:pt x="40" y="461"/>
                    </a:lnTo>
                    <a:lnTo>
                      <a:pt x="40" y="1145"/>
                    </a:lnTo>
                    <a:lnTo>
                      <a:pt x="0" y="1235"/>
                    </a:lnTo>
                    <a:lnTo>
                      <a:pt x="540" y="2755"/>
                    </a:lnTo>
                    <a:lnTo>
                      <a:pt x="3542" y="27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79" name="Freeform 372">
                <a:extLst>
                  <a:ext uri="{FF2B5EF4-FFF2-40B4-BE49-F238E27FC236}">
                    <a16:creationId xmlns:a16="http://schemas.microsoft.com/office/drawing/2014/main" id="{5A4FB891-72D2-4547-BBF3-E53E31BB8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653"/>
                <a:ext cx="201" cy="171"/>
              </a:xfrm>
              <a:custGeom>
                <a:avLst/>
                <a:gdLst>
                  <a:gd name="T0" fmla="*/ 0 w 1609"/>
                  <a:gd name="T1" fmla="*/ 0 h 1365"/>
                  <a:gd name="T2" fmla="*/ 0 w 1609"/>
                  <a:gd name="T3" fmla="*/ 0 h 1365"/>
                  <a:gd name="T4" fmla="*/ 0 w 1609"/>
                  <a:gd name="T5" fmla="*/ 0 h 1365"/>
                  <a:gd name="T6" fmla="*/ 0 w 1609"/>
                  <a:gd name="T7" fmla="*/ 0 h 1365"/>
                  <a:gd name="T8" fmla="*/ 0 w 1609"/>
                  <a:gd name="T9" fmla="*/ 0 h 1365"/>
                  <a:gd name="T10" fmla="*/ 0 w 1609"/>
                  <a:gd name="T11" fmla="*/ 0 h 1365"/>
                  <a:gd name="T12" fmla="*/ 0 w 1609"/>
                  <a:gd name="T13" fmla="*/ 0 h 1365"/>
                  <a:gd name="T14" fmla="*/ 0 w 1609"/>
                  <a:gd name="T15" fmla="*/ 0 h 1365"/>
                  <a:gd name="T16" fmla="*/ 0 w 1609"/>
                  <a:gd name="T17" fmla="*/ 0 h 1365"/>
                  <a:gd name="T18" fmla="*/ 0 w 1609"/>
                  <a:gd name="T19" fmla="*/ 0 h 1365"/>
                  <a:gd name="T20" fmla="*/ 0 w 1609"/>
                  <a:gd name="T21" fmla="*/ 0 h 1365"/>
                  <a:gd name="T22" fmla="*/ 0 w 1609"/>
                  <a:gd name="T23" fmla="*/ 0 h 1365"/>
                  <a:gd name="T24" fmla="*/ 0 w 1609"/>
                  <a:gd name="T25" fmla="*/ 0 h 1365"/>
                  <a:gd name="T26" fmla="*/ 0 w 1609"/>
                  <a:gd name="T27" fmla="*/ 0 h 1365"/>
                  <a:gd name="T28" fmla="*/ 0 w 1609"/>
                  <a:gd name="T29" fmla="*/ 0 h 13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09"/>
                  <a:gd name="T46" fmla="*/ 0 h 1365"/>
                  <a:gd name="T47" fmla="*/ 1609 w 1609"/>
                  <a:gd name="T48" fmla="*/ 1365 h 136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09" h="1365">
                    <a:moveTo>
                      <a:pt x="1609" y="1365"/>
                    </a:moveTo>
                    <a:lnTo>
                      <a:pt x="1148" y="499"/>
                    </a:lnTo>
                    <a:lnTo>
                      <a:pt x="1019" y="323"/>
                    </a:lnTo>
                    <a:lnTo>
                      <a:pt x="763" y="187"/>
                    </a:lnTo>
                    <a:lnTo>
                      <a:pt x="493" y="121"/>
                    </a:lnTo>
                    <a:lnTo>
                      <a:pt x="279" y="130"/>
                    </a:lnTo>
                    <a:lnTo>
                      <a:pt x="0" y="169"/>
                    </a:lnTo>
                    <a:lnTo>
                      <a:pt x="67" y="121"/>
                    </a:lnTo>
                    <a:lnTo>
                      <a:pt x="353" y="31"/>
                    </a:lnTo>
                    <a:lnTo>
                      <a:pt x="650" y="0"/>
                    </a:lnTo>
                    <a:lnTo>
                      <a:pt x="862" y="31"/>
                    </a:lnTo>
                    <a:lnTo>
                      <a:pt x="1102" y="255"/>
                    </a:lnTo>
                    <a:lnTo>
                      <a:pt x="1264" y="547"/>
                    </a:lnTo>
                    <a:lnTo>
                      <a:pt x="1346" y="767"/>
                    </a:lnTo>
                    <a:lnTo>
                      <a:pt x="1609" y="136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0" name="Freeform 373">
                <a:extLst>
                  <a:ext uri="{FF2B5EF4-FFF2-40B4-BE49-F238E27FC236}">
                    <a16:creationId xmlns:a16="http://schemas.microsoft.com/office/drawing/2014/main" id="{91D35E3F-6682-DF4D-81F0-A33C36A81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99"/>
                <a:ext cx="103" cy="166"/>
              </a:xfrm>
              <a:custGeom>
                <a:avLst/>
                <a:gdLst>
                  <a:gd name="T0" fmla="*/ 0 w 829"/>
                  <a:gd name="T1" fmla="*/ 0 h 1330"/>
                  <a:gd name="T2" fmla="*/ 0 w 829"/>
                  <a:gd name="T3" fmla="*/ 0 h 1330"/>
                  <a:gd name="T4" fmla="*/ 0 w 829"/>
                  <a:gd name="T5" fmla="*/ 0 h 1330"/>
                  <a:gd name="T6" fmla="*/ 0 w 829"/>
                  <a:gd name="T7" fmla="*/ 0 h 1330"/>
                  <a:gd name="T8" fmla="*/ 0 w 829"/>
                  <a:gd name="T9" fmla="*/ 0 h 1330"/>
                  <a:gd name="T10" fmla="*/ 0 w 829"/>
                  <a:gd name="T11" fmla="*/ 0 h 1330"/>
                  <a:gd name="T12" fmla="*/ 0 w 829"/>
                  <a:gd name="T13" fmla="*/ 0 h 1330"/>
                  <a:gd name="T14" fmla="*/ 0 w 829"/>
                  <a:gd name="T15" fmla="*/ 0 h 1330"/>
                  <a:gd name="T16" fmla="*/ 0 w 829"/>
                  <a:gd name="T17" fmla="*/ 0 h 1330"/>
                  <a:gd name="T18" fmla="*/ 0 w 829"/>
                  <a:gd name="T19" fmla="*/ 0 h 1330"/>
                  <a:gd name="T20" fmla="*/ 0 w 829"/>
                  <a:gd name="T21" fmla="*/ 0 h 1330"/>
                  <a:gd name="T22" fmla="*/ 0 w 829"/>
                  <a:gd name="T23" fmla="*/ 0 h 1330"/>
                  <a:gd name="T24" fmla="*/ 0 w 829"/>
                  <a:gd name="T25" fmla="*/ 0 h 1330"/>
                  <a:gd name="T26" fmla="*/ 0 w 829"/>
                  <a:gd name="T27" fmla="*/ 0 h 1330"/>
                  <a:gd name="T28" fmla="*/ 0 w 829"/>
                  <a:gd name="T29" fmla="*/ 0 h 1330"/>
                  <a:gd name="T30" fmla="*/ 0 w 829"/>
                  <a:gd name="T31" fmla="*/ 0 h 1330"/>
                  <a:gd name="T32" fmla="*/ 0 w 829"/>
                  <a:gd name="T33" fmla="*/ 0 h 1330"/>
                  <a:gd name="T34" fmla="*/ 0 w 829"/>
                  <a:gd name="T35" fmla="*/ 0 h 1330"/>
                  <a:gd name="T36" fmla="*/ 0 w 829"/>
                  <a:gd name="T37" fmla="*/ 0 h 1330"/>
                  <a:gd name="T38" fmla="*/ 0 w 829"/>
                  <a:gd name="T39" fmla="*/ 0 h 1330"/>
                  <a:gd name="T40" fmla="*/ 0 w 829"/>
                  <a:gd name="T41" fmla="*/ 0 h 1330"/>
                  <a:gd name="T42" fmla="*/ 0 w 829"/>
                  <a:gd name="T43" fmla="*/ 0 h 1330"/>
                  <a:gd name="T44" fmla="*/ 0 w 829"/>
                  <a:gd name="T45" fmla="*/ 0 h 1330"/>
                  <a:gd name="T46" fmla="*/ 0 w 829"/>
                  <a:gd name="T47" fmla="*/ 0 h 1330"/>
                  <a:gd name="T48" fmla="*/ 0 w 829"/>
                  <a:gd name="T49" fmla="*/ 0 h 1330"/>
                  <a:gd name="T50" fmla="*/ 0 w 829"/>
                  <a:gd name="T51" fmla="*/ 0 h 1330"/>
                  <a:gd name="T52" fmla="*/ 0 w 829"/>
                  <a:gd name="T53" fmla="*/ 0 h 1330"/>
                  <a:gd name="T54" fmla="*/ 0 w 829"/>
                  <a:gd name="T55" fmla="*/ 0 h 1330"/>
                  <a:gd name="T56" fmla="*/ 0 w 829"/>
                  <a:gd name="T57" fmla="*/ 0 h 1330"/>
                  <a:gd name="T58" fmla="*/ 0 w 829"/>
                  <a:gd name="T59" fmla="*/ 0 h 1330"/>
                  <a:gd name="T60" fmla="*/ 0 w 829"/>
                  <a:gd name="T61" fmla="*/ 0 h 13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829"/>
                  <a:gd name="T94" fmla="*/ 0 h 1330"/>
                  <a:gd name="T95" fmla="*/ 829 w 829"/>
                  <a:gd name="T96" fmla="*/ 1330 h 13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829" h="1330">
                    <a:moveTo>
                      <a:pt x="548" y="586"/>
                    </a:moveTo>
                    <a:lnTo>
                      <a:pt x="484" y="464"/>
                    </a:lnTo>
                    <a:lnTo>
                      <a:pt x="394" y="360"/>
                    </a:lnTo>
                    <a:lnTo>
                      <a:pt x="304" y="286"/>
                    </a:lnTo>
                    <a:lnTo>
                      <a:pt x="205" y="235"/>
                    </a:lnTo>
                    <a:lnTo>
                      <a:pt x="156" y="226"/>
                    </a:lnTo>
                    <a:lnTo>
                      <a:pt x="221" y="374"/>
                    </a:lnTo>
                    <a:lnTo>
                      <a:pt x="359" y="554"/>
                    </a:lnTo>
                    <a:lnTo>
                      <a:pt x="516" y="694"/>
                    </a:lnTo>
                    <a:lnTo>
                      <a:pt x="714" y="835"/>
                    </a:lnTo>
                    <a:lnTo>
                      <a:pt x="745" y="851"/>
                    </a:lnTo>
                    <a:lnTo>
                      <a:pt x="829" y="1100"/>
                    </a:lnTo>
                    <a:lnTo>
                      <a:pt x="756" y="1158"/>
                    </a:lnTo>
                    <a:lnTo>
                      <a:pt x="809" y="1330"/>
                    </a:lnTo>
                    <a:lnTo>
                      <a:pt x="631" y="1305"/>
                    </a:lnTo>
                    <a:lnTo>
                      <a:pt x="703" y="1275"/>
                    </a:lnTo>
                    <a:lnTo>
                      <a:pt x="590" y="1127"/>
                    </a:lnTo>
                    <a:lnTo>
                      <a:pt x="304" y="1013"/>
                    </a:lnTo>
                    <a:lnTo>
                      <a:pt x="128" y="888"/>
                    </a:lnTo>
                    <a:lnTo>
                      <a:pt x="82" y="851"/>
                    </a:lnTo>
                    <a:lnTo>
                      <a:pt x="106" y="923"/>
                    </a:lnTo>
                    <a:lnTo>
                      <a:pt x="179" y="1028"/>
                    </a:lnTo>
                    <a:lnTo>
                      <a:pt x="39" y="906"/>
                    </a:lnTo>
                    <a:lnTo>
                      <a:pt x="7" y="791"/>
                    </a:lnTo>
                    <a:lnTo>
                      <a:pt x="0" y="743"/>
                    </a:lnTo>
                    <a:lnTo>
                      <a:pt x="48" y="586"/>
                    </a:lnTo>
                    <a:lnTo>
                      <a:pt x="64" y="0"/>
                    </a:lnTo>
                    <a:lnTo>
                      <a:pt x="286" y="148"/>
                    </a:lnTo>
                    <a:lnTo>
                      <a:pt x="431" y="307"/>
                    </a:lnTo>
                    <a:lnTo>
                      <a:pt x="509" y="448"/>
                    </a:lnTo>
                    <a:lnTo>
                      <a:pt x="548" y="586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1" name="Freeform 374">
                <a:extLst>
                  <a:ext uri="{FF2B5EF4-FFF2-40B4-BE49-F238E27FC236}">
                    <a16:creationId xmlns:a16="http://schemas.microsoft.com/office/drawing/2014/main" id="{02B02521-5C47-E24E-8457-FB8A83C09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830"/>
                <a:ext cx="74" cy="89"/>
              </a:xfrm>
              <a:custGeom>
                <a:avLst/>
                <a:gdLst>
                  <a:gd name="T0" fmla="*/ 0 w 593"/>
                  <a:gd name="T1" fmla="*/ 0 h 716"/>
                  <a:gd name="T2" fmla="*/ 0 w 593"/>
                  <a:gd name="T3" fmla="*/ 0 h 716"/>
                  <a:gd name="T4" fmla="*/ 0 w 593"/>
                  <a:gd name="T5" fmla="*/ 0 h 716"/>
                  <a:gd name="T6" fmla="*/ 0 w 593"/>
                  <a:gd name="T7" fmla="*/ 0 h 716"/>
                  <a:gd name="T8" fmla="*/ 0 w 593"/>
                  <a:gd name="T9" fmla="*/ 0 h 716"/>
                  <a:gd name="T10" fmla="*/ 0 w 593"/>
                  <a:gd name="T11" fmla="*/ 0 h 716"/>
                  <a:gd name="T12" fmla="*/ 0 w 593"/>
                  <a:gd name="T13" fmla="*/ 0 h 716"/>
                  <a:gd name="T14" fmla="*/ 0 w 593"/>
                  <a:gd name="T15" fmla="*/ 0 h 716"/>
                  <a:gd name="T16" fmla="*/ 0 w 593"/>
                  <a:gd name="T17" fmla="*/ 0 h 716"/>
                  <a:gd name="T18" fmla="*/ 0 w 593"/>
                  <a:gd name="T19" fmla="*/ 0 h 716"/>
                  <a:gd name="T20" fmla="*/ 0 w 593"/>
                  <a:gd name="T21" fmla="*/ 0 h 716"/>
                  <a:gd name="T22" fmla="*/ 0 w 593"/>
                  <a:gd name="T23" fmla="*/ 0 h 716"/>
                  <a:gd name="T24" fmla="*/ 0 w 593"/>
                  <a:gd name="T25" fmla="*/ 0 h 716"/>
                  <a:gd name="T26" fmla="*/ 0 w 593"/>
                  <a:gd name="T27" fmla="*/ 0 h 716"/>
                  <a:gd name="T28" fmla="*/ 0 w 593"/>
                  <a:gd name="T29" fmla="*/ 0 h 716"/>
                  <a:gd name="T30" fmla="*/ 0 w 593"/>
                  <a:gd name="T31" fmla="*/ 0 h 716"/>
                  <a:gd name="T32" fmla="*/ 0 w 593"/>
                  <a:gd name="T33" fmla="*/ 0 h 7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3"/>
                  <a:gd name="T52" fmla="*/ 0 h 716"/>
                  <a:gd name="T53" fmla="*/ 593 w 593"/>
                  <a:gd name="T54" fmla="*/ 716 h 7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3" h="716">
                    <a:moveTo>
                      <a:pt x="19" y="0"/>
                    </a:moveTo>
                    <a:lnTo>
                      <a:pt x="132" y="54"/>
                    </a:lnTo>
                    <a:lnTo>
                      <a:pt x="190" y="187"/>
                    </a:lnTo>
                    <a:lnTo>
                      <a:pt x="331" y="268"/>
                    </a:lnTo>
                    <a:lnTo>
                      <a:pt x="222" y="259"/>
                    </a:lnTo>
                    <a:lnTo>
                      <a:pt x="289" y="310"/>
                    </a:lnTo>
                    <a:lnTo>
                      <a:pt x="455" y="358"/>
                    </a:lnTo>
                    <a:lnTo>
                      <a:pt x="534" y="448"/>
                    </a:lnTo>
                    <a:lnTo>
                      <a:pt x="492" y="538"/>
                    </a:lnTo>
                    <a:lnTo>
                      <a:pt x="388" y="473"/>
                    </a:lnTo>
                    <a:lnTo>
                      <a:pt x="354" y="529"/>
                    </a:lnTo>
                    <a:lnTo>
                      <a:pt x="503" y="587"/>
                    </a:lnTo>
                    <a:lnTo>
                      <a:pt x="593" y="554"/>
                    </a:lnTo>
                    <a:lnTo>
                      <a:pt x="518" y="716"/>
                    </a:lnTo>
                    <a:lnTo>
                      <a:pt x="275" y="554"/>
                    </a:lnTo>
                    <a:lnTo>
                      <a:pt x="0" y="22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2" name="Freeform 375">
                <a:extLst>
                  <a:ext uri="{FF2B5EF4-FFF2-40B4-BE49-F238E27FC236}">
                    <a16:creationId xmlns:a16="http://schemas.microsoft.com/office/drawing/2014/main" id="{9D78F99E-C136-D74F-BC3C-850D3F1A4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10"/>
                <a:ext cx="154" cy="100"/>
              </a:xfrm>
              <a:custGeom>
                <a:avLst/>
                <a:gdLst>
                  <a:gd name="T0" fmla="*/ 0 w 1232"/>
                  <a:gd name="T1" fmla="*/ 0 h 800"/>
                  <a:gd name="T2" fmla="*/ 0 w 1232"/>
                  <a:gd name="T3" fmla="*/ 0 h 800"/>
                  <a:gd name="T4" fmla="*/ 0 w 1232"/>
                  <a:gd name="T5" fmla="*/ 0 h 800"/>
                  <a:gd name="T6" fmla="*/ 0 w 1232"/>
                  <a:gd name="T7" fmla="*/ 0 h 800"/>
                  <a:gd name="T8" fmla="*/ 0 w 1232"/>
                  <a:gd name="T9" fmla="*/ 0 h 800"/>
                  <a:gd name="T10" fmla="*/ 0 w 1232"/>
                  <a:gd name="T11" fmla="*/ 0 h 800"/>
                  <a:gd name="T12" fmla="*/ 0 w 1232"/>
                  <a:gd name="T13" fmla="*/ 0 h 800"/>
                  <a:gd name="T14" fmla="*/ 0 w 1232"/>
                  <a:gd name="T15" fmla="*/ 0 h 800"/>
                  <a:gd name="T16" fmla="*/ 0 w 1232"/>
                  <a:gd name="T17" fmla="*/ 0 h 800"/>
                  <a:gd name="T18" fmla="*/ 0 w 1232"/>
                  <a:gd name="T19" fmla="*/ 0 h 800"/>
                  <a:gd name="T20" fmla="*/ 0 w 1232"/>
                  <a:gd name="T21" fmla="*/ 0 h 800"/>
                  <a:gd name="T22" fmla="*/ 0 w 1232"/>
                  <a:gd name="T23" fmla="*/ 0 h 8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32"/>
                  <a:gd name="T37" fmla="*/ 0 h 800"/>
                  <a:gd name="T38" fmla="*/ 1232 w 1232"/>
                  <a:gd name="T39" fmla="*/ 800 h 80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32" h="800">
                    <a:moveTo>
                      <a:pt x="141" y="141"/>
                    </a:moveTo>
                    <a:lnTo>
                      <a:pt x="188" y="171"/>
                    </a:lnTo>
                    <a:lnTo>
                      <a:pt x="215" y="0"/>
                    </a:lnTo>
                    <a:lnTo>
                      <a:pt x="282" y="254"/>
                    </a:lnTo>
                    <a:lnTo>
                      <a:pt x="248" y="325"/>
                    </a:lnTo>
                    <a:lnTo>
                      <a:pt x="575" y="435"/>
                    </a:lnTo>
                    <a:lnTo>
                      <a:pt x="764" y="595"/>
                    </a:lnTo>
                    <a:lnTo>
                      <a:pt x="1174" y="595"/>
                    </a:lnTo>
                    <a:lnTo>
                      <a:pt x="1232" y="717"/>
                    </a:lnTo>
                    <a:lnTo>
                      <a:pt x="764" y="800"/>
                    </a:lnTo>
                    <a:lnTo>
                      <a:pt x="0" y="341"/>
                    </a:lnTo>
                    <a:lnTo>
                      <a:pt x="141" y="1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3" name="Freeform 376">
                <a:extLst>
                  <a:ext uri="{FF2B5EF4-FFF2-40B4-BE49-F238E27FC236}">
                    <a16:creationId xmlns:a16="http://schemas.microsoft.com/office/drawing/2014/main" id="{96C59A15-2FE1-C048-91CB-814AB051D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696"/>
                <a:ext cx="280" cy="243"/>
              </a:xfrm>
              <a:custGeom>
                <a:avLst/>
                <a:gdLst>
                  <a:gd name="T0" fmla="*/ 0 w 2241"/>
                  <a:gd name="T1" fmla="*/ 0 h 1943"/>
                  <a:gd name="T2" fmla="*/ 0 w 2241"/>
                  <a:gd name="T3" fmla="*/ 0 h 1943"/>
                  <a:gd name="T4" fmla="*/ 0 w 2241"/>
                  <a:gd name="T5" fmla="*/ 0 h 1943"/>
                  <a:gd name="T6" fmla="*/ 0 w 2241"/>
                  <a:gd name="T7" fmla="*/ 0 h 1943"/>
                  <a:gd name="T8" fmla="*/ 0 w 2241"/>
                  <a:gd name="T9" fmla="*/ 0 h 1943"/>
                  <a:gd name="T10" fmla="*/ 0 w 2241"/>
                  <a:gd name="T11" fmla="*/ 0 h 1943"/>
                  <a:gd name="T12" fmla="*/ 0 w 2241"/>
                  <a:gd name="T13" fmla="*/ 0 h 1943"/>
                  <a:gd name="T14" fmla="*/ 0 w 2241"/>
                  <a:gd name="T15" fmla="*/ 0 h 1943"/>
                  <a:gd name="T16" fmla="*/ 0 w 2241"/>
                  <a:gd name="T17" fmla="*/ 0 h 1943"/>
                  <a:gd name="T18" fmla="*/ 0 w 2241"/>
                  <a:gd name="T19" fmla="*/ 0 h 1943"/>
                  <a:gd name="T20" fmla="*/ 0 w 2241"/>
                  <a:gd name="T21" fmla="*/ 0 h 1943"/>
                  <a:gd name="T22" fmla="*/ 0 w 2241"/>
                  <a:gd name="T23" fmla="*/ 0 h 1943"/>
                  <a:gd name="T24" fmla="*/ 0 w 2241"/>
                  <a:gd name="T25" fmla="*/ 0 h 1943"/>
                  <a:gd name="T26" fmla="*/ 0 w 2241"/>
                  <a:gd name="T27" fmla="*/ 0 h 1943"/>
                  <a:gd name="T28" fmla="*/ 0 w 2241"/>
                  <a:gd name="T29" fmla="*/ 0 h 1943"/>
                  <a:gd name="T30" fmla="*/ 0 w 2241"/>
                  <a:gd name="T31" fmla="*/ 0 h 1943"/>
                  <a:gd name="T32" fmla="*/ 0 w 2241"/>
                  <a:gd name="T33" fmla="*/ 0 h 1943"/>
                  <a:gd name="T34" fmla="*/ 0 w 2241"/>
                  <a:gd name="T35" fmla="*/ 0 h 1943"/>
                  <a:gd name="T36" fmla="*/ 0 w 2241"/>
                  <a:gd name="T37" fmla="*/ 0 h 1943"/>
                  <a:gd name="T38" fmla="*/ 0 w 2241"/>
                  <a:gd name="T39" fmla="*/ 0 h 1943"/>
                  <a:gd name="T40" fmla="*/ 0 w 2241"/>
                  <a:gd name="T41" fmla="*/ 0 h 1943"/>
                  <a:gd name="T42" fmla="*/ 0 w 2241"/>
                  <a:gd name="T43" fmla="*/ 0 h 1943"/>
                  <a:gd name="T44" fmla="*/ 0 w 2241"/>
                  <a:gd name="T45" fmla="*/ 0 h 1943"/>
                  <a:gd name="T46" fmla="*/ 0 w 2241"/>
                  <a:gd name="T47" fmla="*/ 0 h 1943"/>
                  <a:gd name="T48" fmla="*/ 0 w 2241"/>
                  <a:gd name="T49" fmla="*/ 0 h 1943"/>
                  <a:gd name="T50" fmla="*/ 0 w 2241"/>
                  <a:gd name="T51" fmla="*/ 0 h 1943"/>
                  <a:gd name="T52" fmla="*/ 0 w 2241"/>
                  <a:gd name="T53" fmla="*/ 0 h 1943"/>
                  <a:gd name="T54" fmla="*/ 0 w 2241"/>
                  <a:gd name="T55" fmla="*/ 0 h 1943"/>
                  <a:gd name="T56" fmla="*/ 0 w 2241"/>
                  <a:gd name="T57" fmla="*/ 0 h 1943"/>
                  <a:gd name="T58" fmla="*/ 0 w 2241"/>
                  <a:gd name="T59" fmla="*/ 0 h 1943"/>
                  <a:gd name="T60" fmla="*/ 0 w 2241"/>
                  <a:gd name="T61" fmla="*/ 0 h 1943"/>
                  <a:gd name="T62" fmla="*/ 0 w 2241"/>
                  <a:gd name="T63" fmla="*/ 0 h 1943"/>
                  <a:gd name="T64" fmla="*/ 0 w 2241"/>
                  <a:gd name="T65" fmla="*/ 0 h 1943"/>
                  <a:gd name="T66" fmla="*/ 0 w 2241"/>
                  <a:gd name="T67" fmla="*/ 0 h 1943"/>
                  <a:gd name="T68" fmla="*/ 0 w 2241"/>
                  <a:gd name="T69" fmla="*/ 0 h 1943"/>
                  <a:gd name="T70" fmla="*/ 0 w 2241"/>
                  <a:gd name="T71" fmla="*/ 0 h 1943"/>
                  <a:gd name="T72" fmla="*/ 0 w 2241"/>
                  <a:gd name="T73" fmla="*/ 0 h 1943"/>
                  <a:gd name="T74" fmla="*/ 0 w 2241"/>
                  <a:gd name="T75" fmla="*/ 0 h 1943"/>
                  <a:gd name="T76" fmla="*/ 0 w 2241"/>
                  <a:gd name="T77" fmla="*/ 0 h 1943"/>
                  <a:gd name="T78" fmla="*/ 0 w 2241"/>
                  <a:gd name="T79" fmla="*/ 0 h 1943"/>
                  <a:gd name="T80" fmla="*/ 0 w 2241"/>
                  <a:gd name="T81" fmla="*/ 0 h 1943"/>
                  <a:gd name="T82" fmla="*/ 0 w 2241"/>
                  <a:gd name="T83" fmla="*/ 0 h 1943"/>
                  <a:gd name="T84" fmla="*/ 0 w 2241"/>
                  <a:gd name="T85" fmla="*/ 0 h 1943"/>
                  <a:gd name="T86" fmla="*/ 0 w 2241"/>
                  <a:gd name="T87" fmla="*/ 0 h 1943"/>
                  <a:gd name="T88" fmla="*/ 0 w 2241"/>
                  <a:gd name="T89" fmla="*/ 0 h 1943"/>
                  <a:gd name="T90" fmla="*/ 0 w 2241"/>
                  <a:gd name="T91" fmla="*/ 0 h 1943"/>
                  <a:gd name="T92" fmla="*/ 0 w 2241"/>
                  <a:gd name="T93" fmla="*/ 0 h 1943"/>
                  <a:gd name="T94" fmla="*/ 0 w 2241"/>
                  <a:gd name="T95" fmla="*/ 0 h 194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41"/>
                  <a:gd name="T145" fmla="*/ 0 h 1943"/>
                  <a:gd name="T146" fmla="*/ 2241 w 2241"/>
                  <a:gd name="T147" fmla="*/ 1943 h 194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41" h="1943">
                    <a:moveTo>
                      <a:pt x="1241" y="0"/>
                    </a:moveTo>
                    <a:lnTo>
                      <a:pt x="1308" y="277"/>
                    </a:lnTo>
                    <a:lnTo>
                      <a:pt x="1314" y="623"/>
                    </a:lnTo>
                    <a:lnTo>
                      <a:pt x="1250" y="1053"/>
                    </a:lnTo>
                    <a:lnTo>
                      <a:pt x="1133" y="1404"/>
                    </a:lnTo>
                    <a:lnTo>
                      <a:pt x="1232" y="1496"/>
                    </a:lnTo>
                    <a:lnTo>
                      <a:pt x="1035" y="1559"/>
                    </a:lnTo>
                    <a:lnTo>
                      <a:pt x="674" y="1519"/>
                    </a:lnTo>
                    <a:lnTo>
                      <a:pt x="248" y="1528"/>
                    </a:lnTo>
                    <a:lnTo>
                      <a:pt x="0" y="1544"/>
                    </a:lnTo>
                    <a:lnTo>
                      <a:pt x="149" y="1722"/>
                    </a:lnTo>
                    <a:lnTo>
                      <a:pt x="1133" y="1803"/>
                    </a:lnTo>
                    <a:lnTo>
                      <a:pt x="1815" y="1943"/>
                    </a:lnTo>
                    <a:lnTo>
                      <a:pt x="1898" y="1886"/>
                    </a:lnTo>
                    <a:lnTo>
                      <a:pt x="1802" y="1812"/>
                    </a:lnTo>
                    <a:lnTo>
                      <a:pt x="1872" y="1748"/>
                    </a:lnTo>
                    <a:lnTo>
                      <a:pt x="2013" y="1722"/>
                    </a:lnTo>
                    <a:lnTo>
                      <a:pt x="2241" y="1739"/>
                    </a:lnTo>
                    <a:lnTo>
                      <a:pt x="2064" y="1634"/>
                    </a:lnTo>
                    <a:lnTo>
                      <a:pt x="1956" y="1501"/>
                    </a:lnTo>
                    <a:lnTo>
                      <a:pt x="1965" y="1404"/>
                    </a:lnTo>
                    <a:lnTo>
                      <a:pt x="2151" y="1307"/>
                    </a:lnTo>
                    <a:lnTo>
                      <a:pt x="2202" y="1168"/>
                    </a:lnTo>
                    <a:lnTo>
                      <a:pt x="2103" y="1215"/>
                    </a:lnTo>
                    <a:lnTo>
                      <a:pt x="1995" y="1210"/>
                    </a:lnTo>
                    <a:lnTo>
                      <a:pt x="1971" y="1168"/>
                    </a:lnTo>
                    <a:lnTo>
                      <a:pt x="2064" y="1075"/>
                    </a:lnTo>
                    <a:lnTo>
                      <a:pt x="1979" y="1071"/>
                    </a:lnTo>
                    <a:lnTo>
                      <a:pt x="1988" y="972"/>
                    </a:lnTo>
                    <a:lnTo>
                      <a:pt x="2028" y="832"/>
                    </a:lnTo>
                    <a:lnTo>
                      <a:pt x="2120" y="876"/>
                    </a:lnTo>
                    <a:lnTo>
                      <a:pt x="2151" y="963"/>
                    </a:lnTo>
                    <a:lnTo>
                      <a:pt x="2186" y="840"/>
                    </a:lnTo>
                    <a:lnTo>
                      <a:pt x="2145" y="537"/>
                    </a:lnTo>
                    <a:lnTo>
                      <a:pt x="2168" y="311"/>
                    </a:lnTo>
                    <a:lnTo>
                      <a:pt x="2094" y="645"/>
                    </a:lnTo>
                    <a:lnTo>
                      <a:pt x="1979" y="816"/>
                    </a:lnTo>
                    <a:lnTo>
                      <a:pt x="1760" y="1134"/>
                    </a:lnTo>
                    <a:lnTo>
                      <a:pt x="1608" y="1282"/>
                    </a:lnTo>
                    <a:lnTo>
                      <a:pt x="1398" y="1422"/>
                    </a:lnTo>
                    <a:lnTo>
                      <a:pt x="1331" y="1429"/>
                    </a:lnTo>
                    <a:lnTo>
                      <a:pt x="1398" y="1307"/>
                    </a:lnTo>
                    <a:lnTo>
                      <a:pt x="1430" y="1111"/>
                    </a:lnTo>
                    <a:lnTo>
                      <a:pt x="1446" y="800"/>
                    </a:lnTo>
                    <a:lnTo>
                      <a:pt x="1430" y="521"/>
                    </a:lnTo>
                    <a:lnTo>
                      <a:pt x="1398" y="269"/>
                    </a:lnTo>
                    <a:lnTo>
                      <a:pt x="1349" y="113"/>
                    </a:lnTo>
                    <a:lnTo>
                      <a:pt x="1241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4" name="Freeform 377">
                <a:extLst>
                  <a:ext uri="{FF2B5EF4-FFF2-40B4-BE49-F238E27FC236}">
                    <a16:creationId xmlns:a16="http://schemas.microsoft.com/office/drawing/2014/main" id="{9E051E0D-2319-034C-9D0F-F92370C13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45"/>
                <a:ext cx="71" cy="44"/>
              </a:xfrm>
              <a:custGeom>
                <a:avLst/>
                <a:gdLst>
                  <a:gd name="T0" fmla="*/ 0 w 567"/>
                  <a:gd name="T1" fmla="*/ 0 h 351"/>
                  <a:gd name="T2" fmla="*/ 0 w 567"/>
                  <a:gd name="T3" fmla="*/ 0 h 351"/>
                  <a:gd name="T4" fmla="*/ 0 w 567"/>
                  <a:gd name="T5" fmla="*/ 0 h 351"/>
                  <a:gd name="T6" fmla="*/ 0 w 567"/>
                  <a:gd name="T7" fmla="*/ 0 h 351"/>
                  <a:gd name="T8" fmla="*/ 0 w 567"/>
                  <a:gd name="T9" fmla="*/ 0 h 351"/>
                  <a:gd name="T10" fmla="*/ 0 w 567"/>
                  <a:gd name="T11" fmla="*/ 0 h 351"/>
                  <a:gd name="T12" fmla="*/ 0 w 567"/>
                  <a:gd name="T13" fmla="*/ 0 h 351"/>
                  <a:gd name="T14" fmla="*/ 0 w 567"/>
                  <a:gd name="T15" fmla="*/ 0 h 351"/>
                  <a:gd name="T16" fmla="*/ 0 w 567"/>
                  <a:gd name="T17" fmla="*/ 0 h 351"/>
                  <a:gd name="T18" fmla="*/ 0 w 567"/>
                  <a:gd name="T19" fmla="*/ 0 h 351"/>
                  <a:gd name="T20" fmla="*/ 0 w 567"/>
                  <a:gd name="T21" fmla="*/ 0 h 351"/>
                  <a:gd name="T22" fmla="*/ 0 w 567"/>
                  <a:gd name="T23" fmla="*/ 0 h 351"/>
                  <a:gd name="T24" fmla="*/ 0 w 567"/>
                  <a:gd name="T25" fmla="*/ 0 h 351"/>
                  <a:gd name="T26" fmla="*/ 0 w 567"/>
                  <a:gd name="T27" fmla="*/ 0 h 351"/>
                  <a:gd name="T28" fmla="*/ 0 w 567"/>
                  <a:gd name="T29" fmla="*/ 0 h 3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67"/>
                  <a:gd name="T46" fmla="*/ 0 h 351"/>
                  <a:gd name="T47" fmla="*/ 567 w 567"/>
                  <a:gd name="T48" fmla="*/ 351 h 3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67" h="351">
                    <a:moveTo>
                      <a:pt x="129" y="0"/>
                    </a:moveTo>
                    <a:lnTo>
                      <a:pt x="198" y="72"/>
                    </a:lnTo>
                    <a:lnTo>
                      <a:pt x="173" y="162"/>
                    </a:lnTo>
                    <a:lnTo>
                      <a:pt x="237" y="114"/>
                    </a:lnTo>
                    <a:lnTo>
                      <a:pt x="261" y="251"/>
                    </a:lnTo>
                    <a:lnTo>
                      <a:pt x="355" y="169"/>
                    </a:lnTo>
                    <a:lnTo>
                      <a:pt x="426" y="219"/>
                    </a:lnTo>
                    <a:lnTo>
                      <a:pt x="375" y="268"/>
                    </a:lnTo>
                    <a:lnTo>
                      <a:pt x="417" y="327"/>
                    </a:lnTo>
                    <a:lnTo>
                      <a:pt x="507" y="309"/>
                    </a:lnTo>
                    <a:lnTo>
                      <a:pt x="567" y="351"/>
                    </a:lnTo>
                    <a:lnTo>
                      <a:pt x="204" y="351"/>
                    </a:lnTo>
                    <a:lnTo>
                      <a:pt x="0" y="196"/>
                    </a:lnTo>
                    <a:lnTo>
                      <a:pt x="23" y="3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5" name="Freeform 378">
                <a:extLst>
                  <a:ext uri="{FF2B5EF4-FFF2-40B4-BE49-F238E27FC236}">
                    <a16:creationId xmlns:a16="http://schemas.microsoft.com/office/drawing/2014/main" id="{2546E56B-99C9-5B46-83CA-858D46B2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65"/>
                <a:ext cx="20" cy="25"/>
              </a:xfrm>
              <a:custGeom>
                <a:avLst/>
                <a:gdLst>
                  <a:gd name="T0" fmla="*/ 0 w 156"/>
                  <a:gd name="T1" fmla="*/ 0 h 200"/>
                  <a:gd name="T2" fmla="*/ 0 w 156"/>
                  <a:gd name="T3" fmla="*/ 0 h 200"/>
                  <a:gd name="T4" fmla="*/ 0 w 156"/>
                  <a:gd name="T5" fmla="*/ 0 h 200"/>
                  <a:gd name="T6" fmla="*/ 0 w 156"/>
                  <a:gd name="T7" fmla="*/ 0 h 200"/>
                  <a:gd name="T8" fmla="*/ 0 w 156"/>
                  <a:gd name="T9" fmla="*/ 0 h 200"/>
                  <a:gd name="T10" fmla="*/ 0 w 156"/>
                  <a:gd name="T11" fmla="*/ 0 h 200"/>
                  <a:gd name="T12" fmla="*/ 0 w 156"/>
                  <a:gd name="T13" fmla="*/ 0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6"/>
                  <a:gd name="T22" fmla="*/ 0 h 200"/>
                  <a:gd name="T23" fmla="*/ 156 w 156"/>
                  <a:gd name="T24" fmla="*/ 200 h 2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6" h="200">
                    <a:moveTo>
                      <a:pt x="0" y="79"/>
                    </a:moveTo>
                    <a:lnTo>
                      <a:pt x="81" y="79"/>
                    </a:lnTo>
                    <a:lnTo>
                      <a:pt x="74" y="137"/>
                    </a:lnTo>
                    <a:lnTo>
                      <a:pt x="18" y="128"/>
                    </a:lnTo>
                    <a:lnTo>
                      <a:pt x="127" y="200"/>
                    </a:lnTo>
                    <a:lnTo>
                      <a:pt x="156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6" name="Freeform 379">
                <a:extLst>
                  <a:ext uri="{FF2B5EF4-FFF2-40B4-BE49-F238E27FC236}">
                    <a16:creationId xmlns:a16="http://schemas.microsoft.com/office/drawing/2014/main" id="{36DB83BD-44C5-F245-BCAF-95EC25B44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30"/>
                <a:ext cx="121" cy="78"/>
              </a:xfrm>
              <a:custGeom>
                <a:avLst/>
                <a:gdLst>
                  <a:gd name="T0" fmla="*/ 0 w 966"/>
                  <a:gd name="T1" fmla="*/ 0 h 621"/>
                  <a:gd name="T2" fmla="*/ 0 w 966"/>
                  <a:gd name="T3" fmla="*/ 0 h 621"/>
                  <a:gd name="T4" fmla="*/ 0 w 966"/>
                  <a:gd name="T5" fmla="*/ 0 h 621"/>
                  <a:gd name="T6" fmla="*/ 0 w 966"/>
                  <a:gd name="T7" fmla="*/ 0 h 621"/>
                  <a:gd name="T8" fmla="*/ 0 w 966"/>
                  <a:gd name="T9" fmla="*/ 0 h 621"/>
                  <a:gd name="T10" fmla="*/ 0 w 966"/>
                  <a:gd name="T11" fmla="*/ 0 h 621"/>
                  <a:gd name="T12" fmla="*/ 0 w 966"/>
                  <a:gd name="T13" fmla="*/ 0 h 621"/>
                  <a:gd name="T14" fmla="*/ 0 w 966"/>
                  <a:gd name="T15" fmla="*/ 0 h 621"/>
                  <a:gd name="T16" fmla="*/ 0 w 966"/>
                  <a:gd name="T17" fmla="*/ 0 h 621"/>
                  <a:gd name="T18" fmla="*/ 0 w 966"/>
                  <a:gd name="T19" fmla="*/ 0 h 621"/>
                  <a:gd name="T20" fmla="*/ 0 w 966"/>
                  <a:gd name="T21" fmla="*/ 0 h 621"/>
                  <a:gd name="T22" fmla="*/ 0 w 966"/>
                  <a:gd name="T23" fmla="*/ 0 h 621"/>
                  <a:gd name="T24" fmla="*/ 0 w 966"/>
                  <a:gd name="T25" fmla="*/ 0 h 6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66"/>
                  <a:gd name="T40" fmla="*/ 0 h 621"/>
                  <a:gd name="T41" fmla="*/ 966 w 966"/>
                  <a:gd name="T42" fmla="*/ 621 h 6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66" h="621">
                    <a:moveTo>
                      <a:pt x="0" y="237"/>
                    </a:moveTo>
                    <a:lnTo>
                      <a:pt x="70" y="310"/>
                    </a:lnTo>
                    <a:lnTo>
                      <a:pt x="138" y="432"/>
                    </a:lnTo>
                    <a:lnTo>
                      <a:pt x="171" y="545"/>
                    </a:lnTo>
                    <a:lnTo>
                      <a:pt x="303" y="621"/>
                    </a:lnTo>
                    <a:lnTo>
                      <a:pt x="484" y="596"/>
                    </a:lnTo>
                    <a:lnTo>
                      <a:pt x="681" y="561"/>
                    </a:lnTo>
                    <a:lnTo>
                      <a:pt x="966" y="450"/>
                    </a:lnTo>
                    <a:lnTo>
                      <a:pt x="966" y="220"/>
                    </a:lnTo>
                    <a:lnTo>
                      <a:pt x="910" y="81"/>
                    </a:lnTo>
                    <a:lnTo>
                      <a:pt x="562" y="0"/>
                    </a:lnTo>
                    <a:lnTo>
                      <a:pt x="244" y="160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7" name="Freeform 380">
                <a:extLst>
                  <a:ext uri="{FF2B5EF4-FFF2-40B4-BE49-F238E27FC236}">
                    <a16:creationId xmlns:a16="http://schemas.microsoft.com/office/drawing/2014/main" id="{7323E3F1-9189-974F-8430-AD197E56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719"/>
                <a:ext cx="16" cy="14"/>
              </a:xfrm>
              <a:custGeom>
                <a:avLst/>
                <a:gdLst>
                  <a:gd name="T0" fmla="*/ 0 w 125"/>
                  <a:gd name="T1" fmla="*/ 0 h 113"/>
                  <a:gd name="T2" fmla="*/ 0 w 125"/>
                  <a:gd name="T3" fmla="*/ 0 h 113"/>
                  <a:gd name="T4" fmla="*/ 0 w 125"/>
                  <a:gd name="T5" fmla="*/ 0 h 113"/>
                  <a:gd name="T6" fmla="*/ 0 w 125"/>
                  <a:gd name="T7" fmla="*/ 0 h 113"/>
                  <a:gd name="T8" fmla="*/ 0 w 125"/>
                  <a:gd name="T9" fmla="*/ 0 h 113"/>
                  <a:gd name="T10" fmla="*/ 0 w 125"/>
                  <a:gd name="T11" fmla="*/ 0 h 113"/>
                  <a:gd name="T12" fmla="*/ 0 w 125"/>
                  <a:gd name="T13" fmla="*/ 0 h 113"/>
                  <a:gd name="T14" fmla="*/ 0 w 125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113"/>
                  <a:gd name="T26" fmla="*/ 125 w 125"/>
                  <a:gd name="T27" fmla="*/ 113 h 1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113">
                    <a:moveTo>
                      <a:pt x="90" y="0"/>
                    </a:moveTo>
                    <a:lnTo>
                      <a:pt x="33" y="14"/>
                    </a:lnTo>
                    <a:lnTo>
                      <a:pt x="0" y="69"/>
                    </a:lnTo>
                    <a:lnTo>
                      <a:pt x="42" y="113"/>
                    </a:lnTo>
                    <a:lnTo>
                      <a:pt x="99" y="113"/>
                    </a:lnTo>
                    <a:lnTo>
                      <a:pt x="125" y="78"/>
                    </a:lnTo>
                    <a:lnTo>
                      <a:pt x="125" y="3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8" name="Freeform 381">
                <a:extLst>
                  <a:ext uri="{FF2B5EF4-FFF2-40B4-BE49-F238E27FC236}">
                    <a16:creationId xmlns:a16="http://schemas.microsoft.com/office/drawing/2014/main" id="{DAF35C37-B2BC-2A4F-9982-58B41CA9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807"/>
                <a:ext cx="11" cy="11"/>
              </a:xfrm>
              <a:custGeom>
                <a:avLst/>
                <a:gdLst>
                  <a:gd name="T0" fmla="*/ 0 w 88"/>
                  <a:gd name="T1" fmla="*/ 0 h 94"/>
                  <a:gd name="T2" fmla="*/ 0 w 88"/>
                  <a:gd name="T3" fmla="*/ 0 h 94"/>
                  <a:gd name="T4" fmla="*/ 0 w 88"/>
                  <a:gd name="T5" fmla="*/ 0 h 94"/>
                  <a:gd name="T6" fmla="*/ 0 w 88"/>
                  <a:gd name="T7" fmla="*/ 0 h 94"/>
                  <a:gd name="T8" fmla="*/ 0 w 88"/>
                  <a:gd name="T9" fmla="*/ 0 h 94"/>
                  <a:gd name="T10" fmla="*/ 0 w 88"/>
                  <a:gd name="T11" fmla="*/ 0 h 94"/>
                  <a:gd name="T12" fmla="*/ 0 w 88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8"/>
                  <a:gd name="T22" fmla="*/ 0 h 94"/>
                  <a:gd name="T23" fmla="*/ 88 w 88"/>
                  <a:gd name="T24" fmla="*/ 94 h 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8" h="94">
                    <a:moveTo>
                      <a:pt x="82" y="21"/>
                    </a:moveTo>
                    <a:lnTo>
                      <a:pt x="55" y="0"/>
                    </a:lnTo>
                    <a:lnTo>
                      <a:pt x="7" y="12"/>
                    </a:lnTo>
                    <a:lnTo>
                      <a:pt x="0" y="69"/>
                    </a:lnTo>
                    <a:lnTo>
                      <a:pt x="42" y="94"/>
                    </a:lnTo>
                    <a:lnTo>
                      <a:pt x="88" y="69"/>
                    </a:lnTo>
                    <a:lnTo>
                      <a:pt x="82" y="21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89" name="Freeform 382">
                <a:extLst>
                  <a:ext uri="{FF2B5EF4-FFF2-40B4-BE49-F238E27FC236}">
                    <a16:creationId xmlns:a16="http://schemas.microsoft.com/office/drawing/2014/main" id="{223C8A60-4111-1748-A70D-3051A337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462"/>
                <a:ext cx="144" cy="251"/>
              </a:xfrm>
              <a:custGeom>
                <a:avLst/>
                <a:gdLst>
                  <a:gd name="T0" fmla="*/ 0 w 1157"/>
                  <a:gd name="T1" fmla="*/ 0 h 2007"/>
                  <a:gd name="T2" fmla="*/ 0 w 1157"/>
                  <a:gd name="T3" fmla="*/ 0 h 2007"/>
                  <a:gd name="T4" fmla="*/ 0 w 1157"/>
                  <a:gd name="T5" fmla="*/ 0 h 2007"/>
                  <a:gd name="T6" fmla="*/ 0 w 1157"/>
                  <a:gd name="T7" fmla="*/ 0 h 2007"/>
                  <a:gd name="T8" fmla="*/ 0 w 1157"/>
                  <a:gd name="T9" fmla="*/ 0 h 2007"/>
                  <a:gd name="T10" fmla="*/ 0 w 1157"/>
                  <a:gd name="T11" fmla="*/ 0 h 2007"/>
                  <a:gd name="T12" fmla="*/ 0 w 1157"/>
                  <a:gd name="T13" fmla="*/ 0 h 2007"/>
                  <a:gd name="T14" fmla="*/ 0 w 1157"/>
                  <a:gd name="T15" fmla="*/ 0 h 2007"/>
                  <a:gd name="T16" fmla="*/ 0 w 1157"/>
                  <a:gd name="T17" fmla="*/ 0 h 2007"/>
                  <a:gd name="T18" fmla="*/ 0 w 1157"/>
                  <a:gd name="T19" fmla="*/ 0 h 2007"/>
                  <a:gd name="T20" fmla="*/ 0 w 1157"/>
                  <a:gd name="T21" fmla="*/ 0 h 2007"/>
                  <a:gd name="T22" fmla="*/ 0 w 1157"/>
                  <a:gd name="T23" fmla="*/ 0 h 2007"/>
                  <a:gd name="T24" fmla="*/ 0 w 1157"/>
                  <a:gd name="T25" fmla="*/ 0 h 2007"/>
                  <a:gd name="T26" fmla="*/ 0 w 1157"/>
                  <a:gd name="T27" fmla="*/ 0 h 2007"/>
                  <a:gd name="T28" fmla="*/ 0 w 1157"/>
                  <a:gd name="T29" fmla="*/ 0 h 2007"/>
                  <a:gd name="T30" fmla="*/ 0 w 1157"/>
                  <a:gd name="T31" fmla="*/ 0 h 2007"/>
                  <a:gd name="T32" fmla="*/ 0 w 1157"/>
                  <a:gd name="T33" fmla="*/ 0 h 2007"/>
                  <a:gd name="T34" fmla="*/ 0 w 1157"/>
                  <a:gd name="T35" fmla="*/ 0 h 2007"/>
                  <a:gd name="T36" fmla="*/ 0 w 1157"/>
                  <a:gd name="T37" fmla="*/ 0 h 2007"/>
                  <a:gd name="T38" fmla="*/ 0 w 1157"/>
                  <a:gd name="T39" fmla="*/ 0 h 2007"/>
                  <a:gd name="T40" fmla="*/ 0 w 1157"/>
                  <a:gd name="T41" fmla="*/ 0 h 2007"/>
                  <a:gd name="T42" fmla="*/ 0 w 1157"/>
                  <a:gd name="T43" fmla="*/ 0 h 2007"/>
                  <a:gd name="T44" fmla="*/ 0 w 1157"/>
                  <a:gd name="T45" fmla="*/ 0 h 2007"/>
                  <a:gd name="T46" fmla="*/ 0 w 1157"/>
                  <a:gd name="T47" fmla="*/ 0 h 2007"/>
                  <a:gd name="T48" fmla="*/ 0 w 1157"/>
                  <a:gd name="T49" fmla="*/ 0 h 2007"/>
                  <a:gd name="T50" fmla="*/ 0 w 1157"/>
                  <a:gd name="T51" fmla="*/ 0 h 200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57"/>
                  <a:gd name="T79" fmla="*/ 0 h 2007"/>
                  <a:gd name="T80" fmla="*/ 1157 w 1157"/>
                  <a:gd name="T81" fmla="*/ 2007 h 200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57" h="2007">
                    <a:moveTo>
                      <a:pt x="35" y="1688"/>
                    </a:moveTo>
                    <a:lnTo>
                      <a:pt x="95" y="1780"/>
                    </a:lnTo>
                    <a:lnTo>
                      <a:pt x="251" y="1881"/>
                    </a:lnTo>
                    <a:lnTo>
                      <a:pt x="411" y="1937"/>
                    </a:lnTo>
                    <a:lnTo>
                      <a:pt x="596" y="1976"/>
                    </a:lnTo>
                    <a:lnTo>
                      <a:pt x="789" y="2007"/>
                    </a:lnTo>
                    <a:lnTo>
                      <a:pt x="895" y="1971"/>
                    </a:lnTo>
                    <a:lnTo>
                      <a:pt x="945" y="1911"/>
                    </a:lnTo>
                    <a:lnTo>
                      <a:pt x="956" y="1766"/>
                    </a:lnTo>
                    <a:lnTo>
                      <a:pt x="915" y="1577"/>
                    </a:lnTo>
                    <a:lnTo>
                      <a:pt x="875" y="1422"/>
                    </a:lnTo>
                    <a:lnTo>
                      <a:pt x="961" y="1317"/>
                    </a:lnTo>
                    <a:lnTo>
                      <a:pt x="1055" y="1143"/>
                    </a:lnTo>
                    <a:lnTo>
                      <a:pt x="1093" y="1009"/>
                    </a:lnTo>
                    <a:lnTo>
                      <a:pt x="1148" y="772"/>
                    </a:lnTo>
                    <a:lnTo>
                      <a:pt x="1157" y="648"/>
                    </a:lnTo>
                    <a:lnTo>
                      <a:pt x="1157" y="480"/>
                    </a:lnTo>
                    <a:lnTo>
                      <a:pt x="1125" y="231"/>
                    </a:lnTo>
                    <a:lnTo>
                      <a:pt x="994" y="14"/>
                    </a:lnTo>
                    <a:lnTo>
                      <a:pt x="411" y="0"/>
                    </a:lnTo>
                    <a:lnTo>
                      <a:pt x="129" y="378"/>
                    </a:lnTo>
                    <a:lnTo>
                      <a:pt x="0" y="576"/>
                    </a:lnTo>
                    <a:lnTo>
                      <a:pt x="5" y="733"/>
                    </a:lnTo>
                    <a:lnTo>
                      <a:pt x="69" y="1056"/>
                    </a:lnTo>
                    <a:lnTo>
                      <a:pt x="23" y="1568"/>
                    </a:lnTo>
                    <a:lnTo>
                      <a:pt x="35" y="168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0" name="Freeform 383">
                <a:extLst>
                  <a:ext uri="{FF2B5EF4-FFF2-40B4-BE49-F238E27FC236}">
                    <a16:creationId xmlns:a16="http://schemas.microsoft.com/office/drawing/2014/main" id="{712F64DC-2548-BC48-87F4-3894B379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569"/>
                <a:ext cx="16" cy="29"/>
              </a:xfrm>
              <a:custGeom>
                <a:avLst/>
                <a:gdLst>
                  <a:gd name="T0" fmla="*/ 0 w 129"/>
                  <a:gd name="T1" fmla="*/ 0 h 233"/>
                  <a:gd name="T2" fmla="*/ 0 w 129"/>
                  <a:gd name="T3" fmla="*/ 0 h 233"/>
                  <a:gd name="T4" fmla="*/ 0 w 129"/>
                  <a:gd name="T5" fmla="*/ 0 h 233"/>
                  <a:gd name="T6" fmla="*/ 0 w 129"/>
                  <a:gd name="T7" fmla="*/ 0 h 233"/>
                  <a:gd name="T8" fmla="*/ 0 w 129"/>
                  <a:gd name="T9" fmla="*/ 0 h 233"/>
                  <a:gd name="T10" fmla="*/ 0 w 129"/>
                  <a:gd name="T11" fmla="*/ 0 h 233"/>
                  <a:gd name="T12" fmla="*/ 0 w 129"/>
                  <a:gd name="T13" fmla="*/ 0 h 233"/>
                  <a:gd name="T14" fmla="*/ 0 w 129"/>
                  <a:gd name="T15" fmla="*/ 0 h 233"/>
                  <a:gd name="T16" fmla="*/ 0 w 129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9"/>
                  <a:gd name="T28" fmla="*/ 0 h 233"/>
                  <a:gd name="T29" fmla="*/ 129 w 129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9" h="233">
                    <a:moveTo>
                      <a:pt x="33" y="12"/>
                    </a:moveTo>
                    <a:lnTo>
                      <a:pt x="67" y="0"/>
                    </a:lnTo>
                    <a:lnTo>
                      <a:pt x="101" y="25"/>
                    </a:lnTo>
                    <a:lnTo>
                      <a:pt x="129" y="79"/>
                    </a:lnTo>
                    <a:lnTo>
                      <a:pt x="123" y="194"/>
                    </a:lnTo>
                    <a:lnTo>
                      <a:pt x="81" y="233"/>
                    </a:lnTo>
                    <a:lnTo>
                      <a:pt x="0" y="194"/>
                    </a:lnTo>
                    <a:lnTo>
                      <a:pt x="0" y="95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1" name="Freeform 384">
                <a:extLst>
                  <a:ext uri="{FF2B5EF4-FFF2-40B4-BE49-F238E27FC236}">
                    <a16:creationId xmlns:a16="http://schemas.microsoft.com/office/drawing/2014/main" id="{0923C5D4-DFDD-C34E-A7CD-17BC32034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7"/>
                <a:ext cx="5" cy="15"/>
              </a:xfrm>
              <a:custGeom>
                <a:avLst/>
                <a:gdLst>
                  <a:gd name="T0" fmla="*/ 0 w 44"/>
                  <a:gd name="T1" fmla="*/ 0 h 123"/>
                  <a:gd name="T2" fmla="*/ 0 w 44"/>
                  <a:gd name="T3" fmla="*/ 0 h 123"/>
                  <a:gd name="T4" fmla="*/ 0 w 44"/>
                  <a:gd name="T5" fmla="*/ 0 h 123"/>
                  <a:gd name="T6" fmla="*/ 0 w 44"/>
                  <a:gd name="T7" fmla="*/ 0 h 123"/>
                  <a:gd name="T8" fmla="*/ 0 w 44"/>
                  <a:gd name="T9" fmla="*/ 0 h 123"/>
                  <a:gd name="T10" fmla="*/ 0 w 44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23"/>
                  <a:gd name="T20" fmla="*/ 44 w 44"/>
                  <a:gd name="T21" fmla="*/ 123 h 1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23">
                    <a:moveTo>
                      <a:pt x="24" y="0"/>
                    </a:moveTo>
                    <a:lnTo>
                      <a:pt x="0" y="123"/>
                    </a:lnTo>
                    <a:lnTo>
                      <a:pt x="28" y="121"/>
                    </a:lnTo>
                    <a:lnTo>
                      <a:pt x="44" y="88"/>
                    </a:lnTo>
                    <a:lnTo>
                      <a:pt x="39" y="4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2" name="Freeform 385">
                <a:extLst>
                  <a:ext uri="{FF2B5EF4-FFF2-40B4-BE49-F238E27FC236}">
                    <a16:creationId xmlns:a16="http://schemas.microsoft.com/office/drawing/2014/main" id="{30DD38C3-D5B8-CB48-9FAD-859BFFFFF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681"/>
                <a:ext cx="654" cy="484"/>
              </a:xfrm>
              <a:custGeom>
                <a:avLst/>
                <a:gdLst>
                  <a:gd name="T0" fmla="*/ 0 w 5233"/>
                  <a:gd name="T1" fmla="*/ 0 h 3878"/>
                  <a:gd name="T2" fmla="*/ 0 w 5233"/>
                  <a:gd name="T3" fmla="*/ 0 h 3878"/>
                  <a:gd name="T4" fmla="*/ 0 w 5233"/>
                  <a:gd name="T5" fmla="*/ 0 h 3878"/>
                  <a:gd name="T6" fmla="*/ 0 w 5233"/>
                  <a:gd name="T7" fmla="*/ 0 h 3878"/>
                  <a:gd name="T8" fmla="*/ 0 w 5233"/>
                  <a:gd name="T9" fmla="*/ 0 h 3878"/>
                  <a:gd name="T10" fmla="*/ 0 w 5233"/>
                  <a:gd name="T11" fmla="*/ 0 h 3878"/>
                  <a:gd name="T12" fmla="*/ 0 w 5233"/>
                  <a:gd name="T13" fmla="*/ 0 h 3878"/>
                  <a:gd name="T14" fmla="*/ 0 w 5233"/>
                  <a:gd name="T15" fmla="*/ 0 h 3878"/>
                  <a:gd name="T16" fmla="*/ 0 w 5233"/>
                  <a:gd name="T17" fmla="*/ 0 h 3878"/>
                  <a:gd name="T18" fmla="*/ 0 w 5233"/>
                  <a:gd name="T19" fmla="*/ 0 h 3878"/>
                  <a:gd name="T20" fmla="*/ 0 w 5233"/>
                  <a:gd name="T21" fmla="*/ 0 h 3878"/>
                  <a:gd name="T22" fmla="*/ 0 w 5233"/>
                  <a:gd name="T23" fmla="*/ 0 h 3878"/>
                  <a:gd name="T24" fmla="*/ 0 w 5233"/>
                  <a:gd name="T25" fmla="*/ 0 h 3878"/>
                  <a:gd name="T26" fmla="*/ 0 w 5233"/>
                  <a:gd name="T27" fmla="*/ 0 h 3878"/>
                  <a:gd name="T28" fmla="*/ 0 w 5233"/>
                  <a:gd name="T29" fmla="*/ 0 h 3878"/>
                  <a:gd name="T30" fmla="*/ 0 w 5233"/>
                  <a:gd name="T31" fmla="*/ 0 h 3878"/>
                  <a:gd name="T32" fmla="*/ 0 w 5233"/>
                  <a:gd name="T33" fmla="*/ 0 h 3878"/>
                  <a:gd name="T34" fmla="*/ 0 w 5233"/>
                  <a:gd name="T35" fmla="*/ 0 h 3878"/>
                  <a:gd name="T36" fmla="*/ 0 w 5233"/>
                  <a:gd name="T37" fmla="*/ 0 h 3878"/>
                  <a:gd name="T38" fmla="*/ 0 w 5233"/>
                  <a:gd name="T39" fmla="*/ 0 h 3878"/>
                  <a:gd name="T40" fmla="*/ 0 w 5233"/>
                  <a:gd name="T41" fmla="*/ 0 h 3878"/>
                  <a:gd name="T42" fmla="*/ 0 w 5233"/>
                  <a:gd name="T43" fmla="*/ 0 h 3878"/>
                  <a:gd name="T44" fmla="*/ 0 w 5233"/>
                  <a:gd name="T45" fmla="*/ 0 h 3878"/>
                  <a:gd name="T46" fmla="*/ 0 w 5233"/>
                  <a:gd name="T47" fmla="*/ 0 h 3878"/>
                  <a:gd name="T48" fmla="*/ 0 w 5233"/>
                  <a:gd name="T49" fmla="*/ 0 h 3878"/>
                  <a:gd name="T50" fmla="*/ 0 w 5233"/>
                  <a:gd name="T51" fmla="*/ 0 h 3878"/>
                  <a:gd name="T52" fmla="*/ 0 w 5233"/>
                  <a:gd name="T53" fmla="*/ 0 h 3878"/>
                  <a:gd name="T54" fmla="*/ 0 w 5233"/>
                  <a:gd name="T55" fmla="*/ 0 h 3878"/>
                  <a:gd name="T56" fmla="*/ 0 w 5233"/>
                  <a:gd name="T57" fmla="*/ 0 h 3878"/>
                  <a:gd name="T58" fmla="*/ 0 w 5233"/>
                  <a:gd name="T59" fmla="*/ 0 h 3878"/>
                  <a:gd name="T60" fmla="*/ 0 w 5233"/>
                  <a:gd name="T61" fmla="*/ 0 h 3878"/>
                  <a:gd name="T62" fmla="*/ 0 w 5233"/>
                  <a:gd name="T63" fmla="*/ 0 h 3878"/>
                  <a:gd name="T64" fmla="*/ 0 w 5233"/>
                  <a:gd name="T65" fmla="*/ 0 h 3878"/>
                  <a:gd name="T66" fmla="*/ 0 w 5233"/>
                  <a:gd name="T67" fmla="*/ 0 h 3878"/>
                  <a:gd name="T68" fmla="*/ 0 w 5233"/>
                  <a:gd name="T69" fmla="*/ 0 h 3878"/>
                  <a:gd name="T70" fmla="*/ 0 w 5233"/>
                  <a:gd name="T71" fmla="*/ 0 h 3878"/>
                  <a:gd name="T72" fmla="*/ 0 w 5233"/>
                  <a:gd name="T73" fmla="*/ 0 h 3878"/>
                  <a:gd name="T74" fmla="*/ 0 w 5233"/>
                  <a:gd name="T75" fmla="*/ 0 h 38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233"/>
                  <a:gd name="T115" fmla="*/ 0 h 3878"/>
                  <a:gd name="T116" fmla="*/ 5233 w 5233"/>
                  <a:gd name="T117" fmla="*/ 3878 h 38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233" h="3878">
                    <a:moveTo>
                      <a:pt x="4452" y="3024"/>
                    </a:moveTo>
                    <a:lnTo>
                      <a:pt x="4030" y="2787"/>
                    </a:lnTo>
                    <a:lnTo>
                      <a:pt x="3672" y="2893"/>
                    </a:lnTo>
                    <a:lnTo>
                      <a:pt x="3525" y="2812"/>
                    </a:lnTo>
                    <a:lnTo>
                      <a:pt x="3052" y="2393"/>
                    </a:lnTo>
                    <a:lnTo>
                      <a:pt x="2947" y="3010"/>
                    </a:lnTo>
                    <a:lnTo>
                      <a:pt x="3131" y="3089"/>
                    </a:lnTo>
                    <a:lnTo>
                      <a:pt x="3356" y="2999"/>
                    </a:lnTo>
                    <a:lnTo>
                      <a:pt x="3608" y="3076"/>
                    </a:lnTo>
                    <a:lnTo>
                      <a:pt x="3790" y="3063"/>
                    </a:lnTo>
                    <a:lnTo>
                      <a:pt x="4318" y="3052"/>
                    </a:lnTo>
                    <a:lnTo>
                      <a:pt x="4468" y="3234"/>
                    </a:lnTo>
                    <a:lnTo>
                      <a:pt x="4410" y="3612"/>
                    </a:lnTo>
                    <a:lnTo>
                      <a:pt x="4336" y="3681"/>
                    </a:lnTo>
                    <a:lnTo>
                      <a:pt x="3845" y="3681"/>
                    </a:lnTo>
                    <a:lnTo>
                      <a:pt x="1901" y="3878"/>
                    </a:lnTo>
                    <a:lnTo>
                      <a:pt x="11" y="3654"/>
                    </a:lnTo>
                    <a:lnTo>
                      <a:pt x="0" y="1987"/>
                    </a:lnTo>
                    <a:lnTo>
                      <a:pt x="103" y="1510"/>
                    </a:lnTo>
                    <a:lnTo>
                      <a:pt x="304" y="1037"/>
                    </a:lnTo>
                    <a:lnTo>
                      <a:pt x="408" y="892"/>
                    </a:lnTo>
                    <a:lnTo>
                      <a:pt x="685" y="590"/>
                    </a:lnTo>
                    <a:lnTo>
                      <a:pt x="975" y="394"/>
                    </a:lnTo>
                    <a:lnTo>
                      <a:pt x="1213" y="248"/>
                    </a:lnTo>
                    <a:lnTo>
                      <a:pt x="1466" y="145"/>
                    </a:lnTo>
                    <a:lnTo>
                      <a:pt x="1572" y="0"/>
                    </a:lnTo>
                    <a:lnTo>
                      <a:pt x="2604" y="343"/>
                    </a:lnTo>
                    <a:lnTo>
                      <a:pt x="2747" y="514"/>
                    </a:lnTo>
                    <a:lnTo>
                      <a:pt x="2947" y="643"/>
                    </a:lnTo>
                    <a:lnTo>
                      <a:pt x="3172" y="828"/>
                    </a:lnTo>
                    <a:lnTo>
                      <a:pt x="3474" y="1210"/>
                    </a:lnTo>
                    <a:lnTo>
                      <a:pt x="4307" y="1995"/>
                    </a:lnTo>
                    <a:lnTo>
                      <a:pt x="4491" y="2079"/>
                    </a:lnTo>
                    <a:lnTo>
                      <a:pt x="4544" y="2236"/>
                    </a:lnTo>
                    <a:lnTo>
                      <a:pt x="4956" y="2340"/>
                    </a:lnTo>
                    <a:lnTo>
                      <a:pt x="5140" y="2551"/>
                    </a:lnTo>
                    <a:lnTo>
                      <a:pt x="5233" y="2812"/>
                    </a:lnTo>
                    <a:lnTo>
                      <a:pt x="4452" y="3024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3" name="Freeform 386">
                <a:extLst>
                  <a:ext uri="{FF2B5EF4-FFF2-40B4-BE49-F238E27FC236}">
                    <a16:creationId xmlns:a16="http://schemas.microsoft.com/office/drawing/2014/main" id="{1F70F301-FB56-8844-ACFF-0F71858C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950"/>
                <a:ext cx="101" cy="159"/>
              </a:xfrm>
              <a:custGeom>
                <a:avLst/>
                <a:gdLst>
                  <a:gd name="T0" fmla="*/ 0 w 803"/>
                  <a:gd name="T1" fmla="*/ 0 h 1268"/>
                  <a:gd name="T2" fmla="*/ 0 w 803"/>
                  <a:gd name="T3" fmla="*/ 0 h 1268"/>
                  <a:gd name="T4" fmla="*/ 0 w 803"/>
                  <a:gd name="T5" fmla="*/ 0 h 1268"/>
                  <a:gd name="T6" fmla="*/ 0 w 803"/>
                  <a:gd name="T7" fmla="*/ 0 h 1268"/>
                  <a:gd name="T8" fmla="*/ 0 w 803"/>
                  <a:gd name="T9" fmla="*/ 0 h 1268"/>
                  <a:gd name="T10" fmla="*/ 0 w 803"/>
                  <a:gd name="T11" fmla="*/ 0 h 1268"/>
                  <a:gd name="T12" fmla="*/ 0 w 803"/>
                  <a:gd name="T13" fmla="*/ 0 h 1268"/>
                  <a:gd name="T14" fmla="*/ 0 w 803"/>
                  <a:gd name="T15" fmla="*/ 0 h 1268"/>
                  <a:gd name="T16" fmla="*/ 0 w 803"/>
                  <a:gd name="T17" fmla="*/ 0 h 1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03"/>
                  <a:gd name="T28" fmla="*/ 0 h 1268"/>
                  <a:gd name="T29" fmla="*/ 803 w 803"/>
                  <a:gd name="T30" fmla="*/ 1268 h 12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03" h="1268">
                    <a:moveTo>
                      <a:pt x="0" y="23"/>
                    </a:moveTo>
                    <a:lnTo>
                      <a:pt x="0" y="44"/>
                    </a:lnTo>
                    <a:lnTo>
                      <a:pt x="12" y="69"/>
                    </a:lnTo>
                    <a:lnTo>
                      <a:pt x="708" y="1183"/>
                    </a:lnTo>
                    <a:lnTo>
                      <a:pt x="803" y="1268"/>
                    </a:lnTo>
                    <a:lnTo>
                      <a:pt x="759" y="1139"/>
                    </a:lnTo>
                    <a:lnTo>
                      <a:pt x="61" y="5"/>
                    </a:lnTo>
                    <a:lnTo>
                      <a:pt x="1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4" name="Freeform 387">
                <a:extLst>
                  <a:ext uri="{FF2B5EF4-FFF2-40B4-BE49-F238E27FC236}">
                    <a16:creationId xmlns:a16="http://schemas.microsoft.com/office/drawing/2014/main" id="{3B8C2007-2812-CA41-87CE-D79CB5BF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018"/>
                <a:ext cx="151" cy="96"/>
              </a:xfrm>
              <a:custGeom>
                <a:avLst/>
                <a:gdLst>
                  <a:gd name="T0" fmla="*/ 0 w 1202"/>
                  <a:gd name="T1" fmla="*/ 0 h 775"/>
                  <a:gd name="T2" fmla="*/ 0 w 1202"/>
                  <a:gd name="T3" fmla="*/ 0 h 775"/>
                  <a:gd name="T4" fmla="*/ 0 w 1202"/>
                  <a:gd name="T5" fmla="*/ 0 h 775"/>
                  <a:gd name="T6" fmla="*/ 0 w 1202"/>
                  <a:gd name="T7" fmla="*/ 0 h 775"/>
                  <a:gd name="T8" fmla="*/ 0 w 1202"/>
                  <a:gd name="T9" fmla="*/ 0 h 775"/>
                  <a:gd name="T10" fmla="*/ 0 w 1202"/>
                  <a:gd name="T11" fmla="*/ 0 h 775"/>
                  <a:gd name="T12" fmla="*/ 0 w 1202"/>
                  <a:gd name="T13" fmla="*/ 0 h 775"/>
                  <a:gd name="T14" fmla="*/ 0 w 1202"/>
                  <a:gd name="T15" fmla="*/ 0 h 775"/>
                  <a:gd name="T16" fmla="*/ 0 w 1202"/>
                  <a:gd name="T17" fmla="*/ 0 h 775"/>
                  <a:gd name="T18" fmla="*/ 0 w 1202"/>
                  <a:gd name="T19" fmla="*/ 0 h 775"/>
                  <a:gd name="T20" fmla="*/ 0 w 1202"/>
                  <a:gd name="T21" fmla="*/ 0 h 775"/>
                  <a:gd name="T22" fmla="*/ 0 w 1202"/>
                  <a:gd name="T23" fmla="*/ 0 h 775"/>
                  <a:gd name="T24" fmla="*/ 0 w 1202"/>
                  <a:gd name="T25" fmla="*/ 0 h 775"/>
                  <a:gd name="T26" fmla="*/ 0 w 1202"/>
                  <a:gd name="T27" fmla="*/ 0 h 775"/>
                  <a:gd name="T28" fmla="*/ 0 w 1202"/>
                  <a:gd name="T29" fmla="*/ 0 h 775"/>
                  <a:gd name="T30" fmla="*/ 0 w 1202"/>
                  <a:gd name="T31" fmla="*/ 0 h 775"/>
                  <a:gd name="T32" fmla="*/ 0 w 1202"/>
                  <a:gd name="T33" fmla="*/ 0 h 775"/>
                  <a:gd name="T34" fmla="*/ 0 w 1202"/>
                  <a:gd name="T35" fmla="*/ 0 h 775"/>
                  <a:gd name="T36" fmla="*/ 0 w 1202"/>
                  <a:gd name="T37" fmla="*/ 0 h 7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02"/>
                  <a:gd name="T58" fmla="*/ 0 h 775"/>
                  <a:gd name="T59" fmla="*/ 1202 w 1202"/>
                  <a:gd name="T60" fmla="*/ 775 h 77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02" h="775">
                    <a:moveTo>
                      <a:pt x="0" y="289"/>
                    </a:moveTo>
                    <a:lnTo>
                      <a:pt x="63" y="132"/>
                    </a:lnTo>
                    <a:lnTo>
                      <a:pt x="182" y="66"/>
                    </a:lnTo>
                    <a:lnTo>
                      <a:pt x="287" y="81"/>
                    </a:lnTo>
                    <a:lnTo>
                      <a:pt x="487" y="118"/>
                    </a:lnTo>
                    <a:lnTo>
                      <a:pt x="607" y="28"/>
                    </a:lnTo>
                    <a:lnTo>
                      <a:pt x="709" y="0"/>
                    </a:lnTo>
                    <a:lnTo>
                      <a:pt x="1147" y="66"/>
                    </a:lnTo>
                    <a:lnTo>
                      <a:pt x="1188" y="171"/>
                    </a:lnTo>
                    <a:lnTo>
                      <a:pt x="1135" y="199"/>
                    </a:lnTo>
                    <a:lnTo>
                      <a:pt x="793" y="224"/>
                    </a:lnTo>
                    <a:lnTo>
                      <a:pt x="1162" y="382"/>
                    </a:lnTo>
                    <a:lnTo>
                      <a:pt x="1202" y="475"/>
                    </a:lnTo>
                    <a:lnTo>
                      <a:pt x="1174" y="552"/>
                    </a:lnTo>
                    <a:lnTo>
                      <a:pt x="1068" y="630"/>
                    </a:lnTo>
                    <a:lnTo>
                      <a:pt x="1029" y="738"/>
                    </a:lnTo>
                    <a:lnTo>
                      <a:pt x="709" y="775"/>
                    </a:lnTo>
                    <a:lnTo>
                      <a:pt x="130" y="710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5" name="Freeform 388">
                <a:extLst>
                  <a:ext uri="{FF2B5EF4-FFF2-40B4-BE49-F238E27FC236}">
                    <a16:creationId xmlns:a16="http://schemas.microsoft.com/office/drawing/2014/main" id="{2A5DFA17-1A33-CB41-9357-39731DCB5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548"/>
                <a:ext cx="205" cy="239"/>
              </a:xfrm>
              <a:custGeom>
                <a:avLst/>
                <a:gdLst>
                  <a:gd name="T0" fmla="*/ 0 w 1639"/>
                  <a:gd name="T1" fmla="*/ 0 h 1907"/>
                  <a:gd name="T2" fmla="*/ 0 w 1639"/>
                  <a:gd name="T3" fmla="*/ 0 h 1907"/>
                  <a:gd name="T4" fmla="*/ 0 w 1639"/>
                  <a:gd name="T5" fmla="*/ 0 h 1907"/>
                  <a:gd name="T6" fmla="*/ 0 w 1639"/>
                  <a:gd name="T7" fmla="*/ 0 h 1907"/>
                  <a:gd name="T8" fmla="*/ 0 w 1639"/>
                  <a:gd name="T9" fmla="*/ 0 h 1907"/>
                  <a:gd name="T10" fmla="*/ 0 w 1639"/>
                  <a:gd name="T11" fmla="*/ 0 h 1907"/>
                  <a:gd name="T12" fmla="*/ 0 w 1639"/>
                  <a:gd name="T13" fmla="*/ 0 h 1907"/>
                  <a:gd name="T14" fmla="*/ 0 w 1639"/>
                  <a:gd name="T15" fmla="*/ 0 h 1907"/>
                  <a:gd name="T16" fmla="*/ 0 w 1639"/>
                  <a:gd name="T17" fmla="*/ 0 h 1907"/>
                  <a:gd name="T18" fmla="*/ 0 w 1639"/>
                  <a:gd name="T19" fmla="*/ 0 h 1907"/>
                  <a:gd name="T20" fmla="*/ 0 w 1639"/>
                  <a:gd name="T21" fmla="*/ 0 h 1907"/>
                  <a:gd name="T22" fmla="*/ 0 w 1639"/>
                  <a:gd name="T23" fmla="*/ 0 h 1907"/>
                  <a:gd name="T24" fmla="*/ 0 w 1639"/>
                  <a:gd name="T25" fmla="*/ 0 h 1907"/>
                  <a:gd name="T26" fmla="*/ 0 w 1639"/>
                  <a:gd name="T27" fmla="*/ 0 h 1907"/>
                  <a:gd name="T28" fmla="*/ 0 w 1639"/>
                  <a:gd name="T29" fmla="*/ 0 h 1907"/>
                  <a:gd name="T30" fmla="*/ 0 w 1639"/>
                  <a:gd name="T31" fmla="*/ 0 h 1907"/>
                  <a:gd name="T32" fmla="*/ 0 w 1639"/>
                  <a:gd name="T33" fmla="*/ 0 h 1907"/>
                  <a:gd name="T34" fmla="*/ 0 w 1639"/>
                  <a:gd name="T35" fmla="*/ 0 h 1907"/>
                  <a:gd name="T36" fmla="*/ 0 w 1639"/>
                  <a:gd name="T37" fmla="*/ 0 h 1907"/>
                  <a:gd name="T38" fmla="*/ 0 w 1639"/>
                  <a:gd name="T39" fmla="*/ 0 h 1907"/>
                  <a:gd name="T40" fmla="*/ 0 w 1639"/>
                  <a:gd name="T41" fmla="*/ 0 h 1907"/>
                  <a:gd name="T42" fmla="*/ 0 w 1639"/>
                  <a:gd name="T43" fmla="*/ 0 h 1907"/>
                  <a:gd name="T44" fmla="*/ 0 w 1639"/>
                  <a:gd name="T45" fmla="*/ 0 h 1907"/>
                  <a:gd name="T46" fmla="*/ 0 w 1639"/>
                  <a:gd name="T47" fmla="*/ 0 h 1907"/>
                  <a:gd name="T48" fmla="*/ 0 w 1639"/>
                  <a:gd name="T49" fmla="*/ 0 h 1907"/>
                  <a:gd name="T50" fmla="*/ 0 w 1639"/>
                  <a:gd name="T51" fmla="*/ 0 h 1907"/>
                  <a:gd name="T52" fmla="*/ 0 w 1639"/>
                  <a:gd name="T53" fmla="*/ 0 h 1907"/>
                  <a:gd name="T54" fmla="*/ 0 w 1639"/>
                  <a:gd name="T55" fmla="*/ 0 h 19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639"/>
                  <a:gd name="T85" fmla="*/ 0 h 1907"/>
                  <a:gd name="T86" fmla="*/ 1639 w 1639"/>
                  <a:gd name="T87" fmla="*/ 1907 h 19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639" h="1907">
                    <a:moveTo>
                      <a:pt x="0" y="538"/>
                    </a:moveTo>
                    <a:lnTo>
                      <a:pt x="53" y="850"/>
                    </a:lnTo>
                    <a:lnTo>
                      <a:pt x="73" y="949"/>
                    </a:lnTo>
                    <a:lnTo>
                      <a:pt x="127" y="1008"/>
                    </a:lnTo>
                    <a:lnTo>
                      <a:pt x="99" y="1109"/>
                    </a:lnTo>
                    <a:lnTo>
                      <a:pt x="154" y="1217"/>
                    </a:lnTo>
                    <a:lnTo>
                      <a:pt x="207" y="1305"/>
                    </a:lnTo>
                    <a:lnTo>
                      <a:pt x="272" y="1409"/>
                    </a:lnTo>
                    <a:lnTo>
                      <a:pt x="495" y="1599"/>
                    </a:lnTo>
                    <a:lnTo>
                      <a:pt x="784" y="1907"/>
                    </a:lnTo>
                    <a:lnTo>
                      <a:pt x="822" y="1859"/>
                    </a:lnTo>
                    <a:lnTo>
                      <a:pt x="881" y="1736"/>
                    </a:lnTo>
                    <a:lnTo>
                      <a:pt x="905" y="1598"/>
                    </a:lnTo>
                    <a:lnTo>
                      <a:pt x="1030" y="1630"/>
                    </a:lnTo>
                    <a:lnTo>
                      <a:pt x="1155" y="1617"/>
                    </a:lnTo>
                    <a:lnTo>
                      <a:pt x="1213" y="1584"/>
                    </a:lnTo>
                    <a:lnTo>
                      <a:pt x="1270" y="1522"/>
                    </a:lnTo>
                    <a:lnTo>
                      <a:pt x="1429" y="1179"/>
                    </a:lnTo>
                    <a:lnTo>
                      <a:pt x="1510" y="1077"/>
                    </a:lnTo>
                    <a:lnTo>
                      <a:pt x="1572" y="905"/>
                    </a:lnTo>
                    <a:lnTo>
                      <a:pt x="1586" y="718"/>
                    </a:lnTo>
                    <a:lnTo>
                      <a:pt x="1618" y="632"/>
                    </a:lnTo>
                    <a:lnTo>
                      <a:pt x="1635" y="575"/>
                    </a:lnTo>
                    <a:lnTo>
                      <a:pt x="1639" y="261"/>
                    </a:lnTo>
                    <a:lnTo>
                      <a:pt x="1609" y="118"/>
                    </a:lnTo>
                    <a:lnTo>
                      <a:pt x="1540" y="0"/>
                    </a:lnTo>
                    <a:lnTo>
                      <a:pt x="207" y="155"/>
                    </a:lnTo>
                    <a:lnTo>
                      <a:pt x="0" y="53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6" name="Freeform 389">
                <a:extLst>
                  <a:ext uri="{FF2B5EF4-FFF2-40B4-BE49-F238E27FC236}">
                    <a16:creationId xmlns:a16="http://schemas.microsoft.com/office/drawing/2014/main" id="{9E225F86-BF88-DD4F-B6A6-BA4390C48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797"/>
                <a:ext cx="46" cy="241"/>
              </a:xfrm>
              <a:custGeom>
                <a:avLst/>
                <a:gdLst>
                  <a:gd name="T0" fmla="*/ 0 w 369"/>
                  <a:gd name="T1" fmla="*/ 0 h 1920"/>
                  <a:gd name="T2" fmla="*/ 0 w 369"/>
                  <a:gd name="T3" fmla="*/ 0 h 1920"/>
                  <a:gd name="T4" fmla="*/ 0 w 369"/>
                  <a:gd name="T5" fmla="*/ 0 h 1920"/>
                  <a:gd name="T6" fmla="*/ 0 w 369"/>
                  <a:gd name="T7" fmla="*/ 0 h 1920"/>
                  <a:gd name="T8" fmla="*/ 0 w 369"/>
                  <a:gd name="T9" fmla="*/ 0 h 1920"/>
                  <a:gd name="T10" fmla="*/ 0 w 369"/>
                  <a:gd name="T11" fmla="*/ 0 h 1920"/>
                  <a:gd name="T12" fmla="*/ 0 w 369"/>
                  <a:gd name="T13" fmla="*/ 0 h 1920"/>
                  <a:gd name="T14" fmla="*/ 0 w 369"/>
                  <a:gd name="T15" fmla="*/ 0 h 1920"/>
                  <a:gd name="T16" fmla="*/ 0 w 369"/>
                  <a:gd name="T17" fmla="*/ 0 h 1920"/>
                  <a:gd name="T18" fmla="*/ 0 w 369"/>
                  <a:gd name="T19" fmla="*/ 0 h 1920"/>
                  <a:gd name="T20" fmla="*/ 0 w 369"/>
                  <a:gd name="T21" fmla="*/ 0 h 1920"/>
                  <a:gd name="T22" fmla="*/ 0 w 369"/>
                  <a:gd name="T23" fmla="*/ 0 h 1920"/>
                  <a:gd name="T24" fmla="*/ 0 w 369"/>
                  <a:gd name="T25" fmla="*/ 0 h 1920"/>
                  <a:gd name="T26" fmla="*/ 0 w 369"/>
                  <a:gd name="T27" fmla="*/ 0 h 1920"/>
                  <a:gd name="T28" fmla="*/ 0 w 369"/>
                  <a:gd name="T29" fmla="*/ 0 h 1920"/>
                  <a:gd name="T30" fmla="*/ 0 w 369"/>
                  <a:gd name="T31" fmla="*/ 0 h 1920"/>
                  <a:gd name="T32" fmla="*/ 0 w 369"/>
                  <a:gd name="T33" fmla="*/ 0 h 19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9"/>
                  <a:gd name="T52" fmla="*/ 0 h 1920"/>
                  <a:gd name="T53" fmla="*/ 369 w 369"/>
                  <a:gd name="T54" fmla="*/ 1920 h 19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9" h="1920">
                    <a:moveTo>
                      <a:pt x="92" y="0"/>
                    </a:moveTo>
                    <a:lnTo>
                      <a:pt x="40" y="52"/>
                    </a:lnTo>
                    <a:lnTo>
                      <a:pt x="0" y="142"/>
                    </a:lnTo>
                    <a:lnTo>
                      <a:pt x="27" y="313"/>
                    </a:lnTo>
                    <a:lnTo>
                      <a:pt x="14" y="973"/>
                    </a:lnTo>
                    <a:lnTo>
                      <a:pt x="40" y="1433"/>
                    </a:lnTo>
                    <a:lnTo>
                      <a:pt x="119" y="1920"/>
                    </a:lnTo>
                    <a:lnTo>
                      <a:pt x="200" y="1920"/>
                    </a:lnTo>
                    <a:lnTo>
                      <a:pt x="319" y="1920"/>
                    </a:lnTo>
                    <a:lnTo>
                      <a:pt x="369" y="1841"/>
                    </a:lnTo>
                    <a:lnTo>
                      <a:pt x="263" y="1498"/>
                    </a:lnTo>
                    <a:lnTo>
                      <a:pt x="212" y="1169"/>
                    </a:lnTo>
                    <a:lnTo>
                      <a:pt x="200" y="776"/>
                    </a:lnTo>
                    <a:lnTo>
                      <a:pt x="159" y="313"/>
                    </a:lnTo>
                    <a:lnTo>
                      <a:pt x="185" y="211"/>
                    </a:lnTo>
                    <a:lnTo>
                      <a:pt x="159" y="6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7" name="Freeform 390">
                <a:extLst>
                  <a:ext uri="{FF2B5EF4-FFF2-40B4-BE49-F238E27FC236}">
                    <a16:creationId xmlns:a16="http://schemas.microsoft.com/office/drawing/2014/main" id="{C2729162-6519-BE4A-9D5C-34D352E9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487"/>
                <a:ext cx="114" cy="117"/>
              </a:xfrm>
              <a:custGeom>
                <a:avLst/>
                <a:gdLst>
                  <a:gd name="T0" fmla="*/ 0 w 914"/>
                  <a:gd name="T1" fmla="*/ 0 h 936"/>
                  <a:gd name="T2" fmla="*/ 0 w 914"/>
                  <a:gd name="T3" fmla="*/ 0 h 936"/>
                  <a:gd name="T4" fmla="*/ 0 w 914"/>
                  <a:gd name="T5" fmla="*/ 0 h 936"/>
                  <a:gd name="T6" fmla="*/ 0 w 914"/>
                  <a:gd name="T7" fmla="*/ 0 h 936"/>
                  <a:gd name="T8" fmla="*/ 0 w 914"/>
                  <a:gd name="T9" fmla="*/ 0 h 936"/>
                  <a:gd name="T10" fmla="*/ 0 w 914"/>
                  <a:gd name="T11" fmla="*/ 0 h 936"/>
                  <a:gd name="T12" fmla="*/ 0 w 914"/>
                  <a:gd name="T13" fmla="*/ 0 h 936"/>
                  <a:gd name="T14" fmla="*/ 0 w 914"/>
                  <a:gd name="T15" fmla="*/ 0 h 936"/>
                  <a:gd name="T16" fmla="*/ 0 w 914"/>
                  <a:gd name="T17" fmla="*/ 0 h 936"/>
                  <a:gd name="T18" fmla="*/ 0 w 914"/>
                  <a:gd name="T19" fmla="*/ 0 h 936"/>
                  <a:gd name="T20" fmla="*/ 0 w 914"/>
                  <a:gd name="T21" fmla="*/ 0 h 936"/>
                  <a:gd name="T22" fmla="*/ 0 w 914"/>
                  <a:gd name="T23" fmla="*/ 0 h 936"/>
                  <a:gd name="T24" fmla="*/ 0 w 914"/>
                  <a:gd name="T25" fmla="*/ 0 h 936"/>
                  <a:gd name="T26" fmla="*/ 0 w 914"/>
                  <a:gd name="T27" fmla="*/ 0 h 936"/>
                  <a:gd name="T28" fmla="*/ 0 w 914"/>
                  <a:gd name="T29" fmla="*/ 0 h 9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14"/>
                  <a:gd name="T46" fmla="*/ 0 h 936"/>
                  <a:gd name="T47" fmla="*/ 914 w 914"/>
                  <a:gd name="T48" fmla="*/ 936 h 9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14" h="936">
                    <a:moveTo>
                      <a:pt x="635" y="499"/>
                    </a:moveTo>
                    <a:lnTo>
                      <a:pt x="714" y="607"/>
                    </a:lnTo>
                    <a:lnTo>
                      <a:pt x="844" y="936"/>
                    </a:lnTo>
                    <a:lnTo>
                      <a:pt x="899" y="855"/>
                    </a:lnTo>
                    <a:lnTo>
                      <a:pt x="914" y="581"/>
                    </a:lnTo>
                    <a:lnTo>
                      <a:pt x="914" y="510"/>
                    </a:lnTo>
                    <a:lnTo>
                      <a:pt x="859" y="462"/>
                    </a:lnTo>
                    <a:lnTo>
                      <a:pt x="767" y="381"/>
                    </a:lnTo>
                    <a:lnTo>
                      <a:pt x="686" y="224"/>
                    </a:lnTo>
                    <a:lnTo>
                      <a:pt x="541" y="79"/>
                    </a:lnTo>
                    <a:lnTo>
                      <a:pt x="356" y="40"/>
                    </a:lnTo>
                    <a:lnTo>
                      <a:pt x="145" y="0"/>
                    </a:lnTo>
                    <a:lnTo>
                      <a:pt x="0" y="51"/>
                    </a:lnTo>
                    <a:lnTo>
                      <a:pt x="15" y="593"/>
                    </a:lnTo>
                    <a:lnTo>
                      <a:pt x="635" y="49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8" name="Freeform 391">
                <a:extLst>
                  <a:ext uri="{FF2B5EF4-FFF2-40B4-BE49-F238E27FC236}">
                    <a16:creationId xmlns:a16="http://schemas.microsoft.com/office/drawing/2014/main" id="{1E97C0A7-E5A9-734C-833F-FABE9273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13"/>
                <a:ext cx="31" cy="12"/>
              </a:xfrm>
              <a:custGeom>
                <a:avLst/>
                <a:gdLst>
                  <a:gd name="T0" fmla="*/ 0 w 251"/>
                  <a:gd name="T1" fmla="*/ 0 h 93"/>
                  <a:gd name="T2" fmla="*/ 0 w 251"/>
                  <a:gd name="T3" fmla="*/ 0 h 93"/>
                  <a:gd name="T4" fmla="*/ 0 w 251"/>
                  <a:gd name="T5" fmla="*/ 0 h 93"/>
                  <a:gd name="T6" fmla="*/ 0 w 251"/>
                  <a:gd name="T7" fmla="*/ 0 h 93"/>
                  <a:gd name="T8" fmla="*/ 0 w 251"/>
                  <a:gd name="T9" fmla="*/ 0 h 93"/>
                  <a:gd name="T10" fmla="*/ 0 w 251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93"/>
                  <a:gd name="T20" fmla="*/ 251 w 251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93">
                    <a:moveTo>
                      <a:pt x="0" y="55"/>
                    </a:moveTo>
                    <a:lnTo>
                      <a:pt x="147" y="70"/>
                    </a:lnTo>
                    <a:lnTo>
                      <a:pt x="251" y="93"/>
                    </a:lnTo>
                    <a:lnTo>
                      <a:pt x="196" y="0"/>
                    </a:lnTo>
                    <a:lnTo>
                      <a:pt x="53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699" name="Freeform 392">
                <a:extLst>
                  <a:ext uri="{FF2B5EF4-FFF2-40B4-BE49-F238E27FC236}">
                    <a16:creationId xmlns:a16="http://schemas.microsoft.com/office/drawing/2014/main" id="{B6DE848E-A97A-E242-80A1-B64E7F2D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627"/>
                <a:ext cx="23" cy="14"/>
              </a:xfrm>
              <a:custGeom>
                <a:avLst/>
                <a:gdLst>
                  <a:gd name="T0" fmla="*/ 0 w 183"/>
                  <a:gd name="T1" fmla="*/ 0 h 119"/>
                  <a:gd name="T2" fmla="*/ 0 w 183"/>
                  <a:gd name="T3" fmla="*/ 0 h 119"/>
                  <a:gd name="T4" fmla="*/ 0 w 183"/>
                  <a:gd name="T5" fmla="*/ 0 h 119"/>
                  <a:gd name="T6" fmla="*/ 0 w 183"/>
                  <a:gd name="T7" fmla="*/ 0 h 119"/>
                  <a:gd name="T8" fmla="*/ 0 w 183"/>
                  <a:gd name="T9" fmla="*/ 0 h 119"/>
                  <a:gd name="T10" fmla="*/ 0 w 183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3"/>
                  <a:gd name="T19" fmla="*/ 0 h 119"/>
                  <a:gd name="T20" fmla="*/ 183 w 183"/>
                  <a:gd name="T21" fmla="*/ 119 h 1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3" h="119">
                    <a:moveTo>
                      <a:pt x="0" y="66"/>
                    </a:moveTo>
                    <a:lnTo>
                      <a:pt x="106" y="119"/>
                    </a:lnTo>
                    <a:lnTo>
                      <a:pt x="183" y="105"/>
                    </a:lnTo>
                    <a:lnTo>
                      <a:pt x="172" y="77"/>
                    </a:lnTo>
                    <a:lnTo>
                      <a:pt x="37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0" name="Freeform 393">
                <a:extLst>
                  <a:ext uri="{FF2B5EF4-FFF2-40B4-BE49-F238E27FC236}">
                    <a16:creationId xmlns:a16="http://schemas.microsoft.com/office/drawing/2014/main" id="{78161A2C-D4FC-A84E-9C34-28E1C00E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541"/>
                <a:ext cx="28" cy="11"/>
              </a:xfrm>
              <a:custGeom>
                <a:avLst/>
                <a:gdLst>
                  <a:gd name="T0" fmla="*/ 0 w 218"/>
                  <a:gd name="T1" fmla="*/ 0 h 86"/>
                  <a:gd name="T2" fmla="*/ 0 w 218"/>
                  <a:gd name="T3" fmla="*/ 0 h 86"/>
                  <a:gd name="T4" fmla="*/ 0 w 218"/>
                  <a:gd name="T5" fmla="*/ 0 h 86"/>
                  <a:gd name="T6" fmla="*/ 0 w 218"/>
                  <a:gd name="T7" fmla="*/ 0 h 86"/>
                  <a:gd name="T8" fmla="*/ 0 w 218"/>
                  <a:gd name="T9" fmla="*/ 0 h 86"/>
                  <a:gd name="T10" fmla="*/ 0 w 218"/>
                  <a:gd name="T11" fmla="*/ 0 h 86"/>
                  <a:gd name="T12" fmla="*/ 0 w 218"/>
                  <a:gd name="T13" fmla="*/ 0 h 86"/>
                  <a:gd name="T14" fmla="*/ 0 w 218"/>
                  <a:gd name="T15" fmla="*/ 0 h 86"/>
                  <a:gd name="T16" fmla="*/ 0 w 218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8"/>
                  <a:gd name="T28" fmla="*/ 0 h 86"/>
                  <a:gd name="T29" fmla="*/ 218 w 218"/>
                  <a:gd name="T30" fmla="*/ 86 h 8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8" h="86">
                    <a:moveTo>
                      <a:pt x="0" y="14"/>
                    </a:moveTo>
                    <a:lnTo>
                      <a:pt x="62" y="60"/>
                    </a:lnTo>
                    <a:lnTo>
                      <a:pt x="97" y="86"/>
                    </a:lnTo>
                    <a:lnTo>
                      <a:pt x="181" y="86"/>
                    </a:lnTo>
                    <a:lnTo>
                      <a:pt x="218" y="58"/>
                    </a:lnTo>
                    <a:lnTo>
                      <a:pt x="177" y="9"/>
                    </a:lnTo>
                    <a:lnTo>
                      <a:pt x="103" y="0"/>
                    </a:lnTo>
                    <a:lnTo>
                      <a:pt x="2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1" name="Freeform 394">
                <a:extLst>
                  <a:ext uri="{FF2B5EF4-FFF2-40B4-BE49-F238E27FC236}">
                    <a16:creationId xmlns:a16="http://schemas.microsoft.com/office/drawing/2014/main" id="{A3877537-090D-1E4C-8AAB-CBBD5429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45"/>
                <a:ext cx="27" cy="10"/>
              </a:xfrm>
              <a:custGeom>
                <a:avLst/>
                <a:gdLst>
                  <a:gd name="T0" fmla="*/ 0 w 216"/>
                  <a:gd name="T1" fmla="*/ 0 h 83"/>
                  <a:gd name="T2" fmla="*/ 0 w 216"/>
                  <a:gd name="T3" fmla="*/ 0 h 83"/>
                  <a:gd name="T4" fmla="*/ 0 w 216"/>
                  <a:gd name="T5" fmla="*/ 0 h 83"/>
                  <a:gd name="T6" fmla="*/ 0 w 216"/>
                  <a:gd name="T7" fmla="*/ 0 h 83"/>
                  <a:gd name="T8" fmla="*/ 0 w 216"/>
                  <a:gd name="T9" fmla="*/ 0 h 83"/>
                  <a:gd name="T10" fmla="*/ 0 w 216"/>
                  <a:gd name="T11" fmla="*/ 0 h 83"/>
                  <a:gd name="T12" fmla="*/ 0 w 216"/>
                  <a:gd name="T13" fmla="*/ 0 h 83"/>
                  <a:gd name="T14" fmla="*/ 0 w 216"/>
                  <a:gd name="T15" fmla="*/ 0 h 83"/>
                  <a:gd name="T16" fmla="*/ 0 w 216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83"/>
                  <a:gd name="T29" fmla="*/ 216 w 216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83">
                    <a:moveTo>
                      <a:pt x="0" y="48"/>
                    </a:moveTo>
                    <a:lnTo>
                      <a:pt x="50" y="7"/>
                    </a:lnTo>
                    <a:lnTo>
                      <a:pt x="130" y="0"/>
                    </a:lnTo>
                    <a:lnTo>
                      <a:pt x="216" y="35"/>
                    </a:lnTo>
                    <a:lnTo>
                      <a:pt x="163" y="66"/>
                    </a:lnTo>
                    <a:lnTo>
                      <a:pt x="121" y="81"/>
                    </a:lnTo>
                    <a:lnTo>
                      <a:pt x="75" y="83"/>
                    </a:lnTo>
                    <a:lnTo>
                      <a:pt x="18" y="62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2" name="Freeform 395">
                <a:extLst>
                  <a:ext uri="{FF2B5EF4-FFF2-40B4-BE49-F238E27FC236}">
                    <a16:creationId xmlns:a16="http://schemas.microsoft.com/office/drawing/2014/main" id="{349C7B84-55D8-3C40-92A9-F3992B0B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606"/>
                <a:ext cx="43" cy="9"/>
              </a:xfrm>
              <a:custGeom>
                <a:avLst/>
                <a:gdLst>
                  <a:gd name="T0" fmla="*/ 0 w 350"/>
                  <a:gd name="T1" fmla="*/ 0 h 67"/>
                  <a:gd name="T2" fmla="*/ 0 w 350"/>
                  <a:gd name="T3" fmla="*/ 0 h 67"/>
                  <a:gd name="T4" fmla="*/ 0 w 350"/>
                  <a:gd name="T5" fmla="*/ 0 h 67"/>
                  <a:gd name="T6" fmla="*/ 0 w 350"/>
                  <a:gd name="T7" fmla="*/ 0 h 67"/>
                  <a:gd name="T8" fmla="*/ 0 w 350"/>
                  <a:gd name="T9" fmla="*/ 0 h 67"/>
                  <a:gd name="T10" fmla="*/ 0 w 350"/>
                  <a:gd name="T11" fmla="*/ 0 h 67"/>
                  <a:gd name="T12" fmla="*/ 0 w 350"/>
                  <a:gd name="T13" fmla="*/ 0 h 67"/>
                  <a:gd name="T14" fmla="*/ 0 w 350"/>
                  <a:gd name="T15" fmla="*/ 0 h 67"/>
                  <a:gd name="T16" fmla="*/ 0 w 350"/>
                  <a:gd name="T17" fmla="*/ 0 h 67"/>
                  <a:gd name="T18" fmla="*/ 0 w 350"/>
                  <a:gd name="T19" fmla="*/ 0 h 67"/>
                  <a:gd name="T20" fmla="*/ 0 w 350"/>
                  <a:gd name="T21" fmla="*/ 0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0"/>
                  <a:gd name="T34" fmla="*/ 0 h 67"/>
                  <a:gd name="T35" fmla="*/ 350 w 350"/>
                  <a:gd name="T36" fmla="*/ 67 h 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0" h="67">
                    <a:moveTo>
                      <a:pt x="0" y="4"/>
                    </a:moveTo>
                    <a:lnTo>
                      <a:pt x="82" y="50"/>
                    </a:lnTo>
                    <a:lnTo>
                      <a:pt x="203" y="67"/>
                    </a:lnTo>
                    <a:lnTo>
                      <a:pt x="260" y="65"/>
                    </a:lnTo>
                    <a:lnTo>
                      <a:pt x="299" y="46"/>
                    </a:lnTo>
                    <a:lnTo>
                      <a:pt x="332" y="21"/>
                    </a:lnTo>
                    <a:lnTo>
                      <a:pt x="350" y="0"/>
                    </a:lnTo>
                    <a:lnTo>
                      <a:pt x="249" y="6"/>
                    </a:lnTo>
                    <a:lnTo>
                      <a:pt x="194" y="14"/>
                    </a:lnTo>
                    <a:lnTo>
                      <a:pt x="108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3" name="Freeform 396">
                <a:extLst>
                  <a:ext uri="{FF2B5EF4-FFF2-40B4-BE49-F238E27FC236}">
                    <a16:creationId xmlns:a16="http://schemas.microsoft.com/office/drawing/2014/main" id="{EE675870-EA45-7648-8798-762D6DD0A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642"/>
                <a:ext cx="591" cy="522"/>
              </a:xfrm>
              <a:custGeom>
                <a:avLst/>
                <a:gdLst>
                  <a:gd name="T0" fmla="*/ 0 w 4729"/>
                  <a:gd name="T1" fmla="*/ 0 h 4178"/>
                  <a:gd name="T2" fmla="*/ 0 w 4729"/>
                  <a:gd name="T3" fmla="*/ 0 h 4178"/>
                  <a:gd name="T4" fmla="*/ 0 w 4729"/>
                  <a:gd name="T5" fmla="*/ 0 h 4178"/>
                  <a:gd name="T6" fmla="*/ 0 w 4729"/>
                  <a:gd name="T7" fmla="*/ 0 h 4178"/>
                  <a:gd name="T8" fmla="*/ 0 w 4729"/>
                  <a:gd name="T9" fmla="*/ 0 h 4178"/>
                  <a:gd name="T10" fmla="*/ 0 w 4729"/>
                  <a:gd name="T11" fmla="*/ 0 h 4178"/>
                  <a:gd name="T12" fmla="*/ 0 w 4729"/>
                  <a:gd name="T13" fmla="*/ 0 h 4178"/>
                  <a:gd name="T14" fmla="*/ 0 w 4729"/>
                  <a:gd name="T15" fmla="*/ 0 h 4178"/>
                  <a:gd name="T16" fmla="*/ 0 w 4729"/>
                  <a:gd name="T17" fmla="*/ 0 h 4178"/>
                  <a:gd name="T18" fmla="*/ 0 w 4729"/>
                  <a:gd name="T19" fmla="*/ 0 h 4178"/>
                  <a:gd name="T20" fmla="*/ 0 w 4729"/>
                  <a:gd name="T21" fmla="*/ 0 h 4178"/>
                  <a:gd name="T22" fmla="*/ 0 w 4729"/>
                  <a:gd name="T23" fmla="*/ 0 h 4178"/>
                  <a:gd name="T24" fmla="*/ 0 w 4729"/>
                  <a:gd name="T25" fmla="*/ 0 h 4178"/>
                  <a:gd name="T26" fmla="*/ 0 w 4729"/>
                  <a:gd name="T27" fmla="*/ 0 h 4178"/>
                  <a:gd name="T28" fmla="*/ 0 w 4729"/>
                  <a:gd name="T29" fmla="*/ 0 h 4178"/>
                  <a:gd name="T30" fmla="*/ 0 w 4729"/>
                  <a:gd name="T31" fmla="*/ 0 h 4178"/>
                  <a:gd name="T32" fmla="*/ 0 w 4729"/>
                  <a:gd name="T33" fmla="*/ 0 h 4178"/>
                  <a:gd name="T34" fmla="*/ 0 w 4729"/>
                  <a:gd name="T35" fmla="*/ 0 h 4178"/>
                  <a:gd name="T36" fmla="*/ 0 w 4729"/>
                  <a:gd name="T37" fmla="*/ 0 h 4178"/>
                  <a:gd name="T38" fmla="*/ 0 w 4729"/>
                  <a:gd name="T39" fmla="*/ 0 h 4178"/>
                  <a:gd name="T40" fmla="*/ 0 w 4729"/>
                  <a:gd name="T41" fmla="*/ 0 h 4178"/>
                  <a:gd name="T42" fmla="*/ 0 w 4729"/>
                  <a:gd name="T43" fmla="*/ 0 h 4178"/>
                  <a:gd name="T44" fmla="*/ 0 w 4729"/>
                  <a:gd name="T45" fmla="*/ 0 h 4178"/>
                  <a:gd name="T46" fmla="*/ 0 w 4729"/>
                  <a:gd name="T47" fmla="*/ 0 h 4178"/>
                  <a:gd name="T48" fmla="*/ 0 w 4729"/>
                  <a:gd name="T49" fmla="*/ 0 h 4178"/>
                  <a:gd name="T50" fmla="*/ 0 w 4729"/>
                  <a:gd name="T51" fmla="*/ 0 h 4178"/>
                  <a:gd name="T52" fmla="*/ 0 w 4729"/>
                  <a:gd name="T53" fmla="*/ 0 h 4178"/>
                  <a:gd name="T54" fmla="*/ 0 w 4729"/>
                  <a:gd name="T55" fmla="*/ 0 h 4178"/>
                  <a:gd name="T56" fmla="*/ 0 w 4729"/>
                  <a:gd name="T57" fmla="*/ 0 h 4178"/>
                  <a:gd name="T58" fmla="*/ 0 w 4729"/>
                  <a:gd name="T59" fmla="*/ 0 h 4178"/>
                  <a:gd name="T60" fmla="*/ 0 w 4729"/>
                  <a:gd name="T61" fmla="*/ 0 h 4178"/>
                  <a:gd name="T62" fmla="*/ 0 w 4729"/>
                  <a:gd name="T63" fmla="*/ 0 h 4178"/>
                  <a:gd name="T64" fmla="*/ 0 w 4729"/>
                  <a:gd name="T65" fmla="*/ 0 h 4178"/>
                  <a:gd name="T66" fmla="*/ 0 w 4729"/>
                  <a:gd name="T67" fmla="*/ 0 h 4178"/>
                  <a:gd name="T68" fmla="*/ 0 w 4729"/>
                  <a:gd name="T69" fmla="*/ 0 h 4178"/>
                  <a:gd name="T70" fmla="*/ 0 w 4729"/>
                  <a:gd name="T71" fmla="*/ 0 h 4178"/>
                  <a:gd name="T72" fmla="*/ 0 w 4729"/>
                  <a:gd name="T73" fmla="*/ 0 h 4178"/>
                  <a:gd name="T74" fmla="*/ 0 w 4729"/>
                  <a:gd name="T75" fmla="*/ 0 h 4178"/>
                  <a:gd name="T76" fmla="*/ 0 w 4729"/>
                  <a:gd name="T77" fmla="*/ 0 h 4178"/>
                  <a:gd name="T78" fmla="*/ 0 w 4729"/>
                  <a:gd name="T79" fmla="*/ 0 h 4178"/>
                  <a:gd name="T80" fmla="*/ 0 w 4729"/>
                  <a:gd name="T81" fmla="*/ 0 h 4178"/>
                  <a:gd name="T82" fmla="*/ 0 w 4729"/>
                  <a:gd name="T83" fmla="*/ 0 h 4178"/>
                  <a:gd name="T84" fmla="*/ 0 w 4729"/>
                  <a:gd name="T85" fmla="*/ 0 h 4178"/>
                  <a:gd name="T86" fmla="*/ 0 w 4729"/>
                  <a:gd name="T87" fmla="*/ 0 h 4178"/>
                  <a:gd name="T88" fmla="*/ 0 w 4729"/>
                  <a:gd name="T89" fmla="*/ 0 h 4178"/>
                  <a:gd name="T90" fmla="*/ 0 w 4729"/>
                  <a:gd name="T91" fmla="*/ 0 h 4178"/>
                  <a:gd name="T92" fmla="*/ 0 w 4729"/>
                  <a:gd name="T93" fmla="*/ 0 h 4178"/>
                  <a:gd name="T94" fmla="*/ 0 w 4729"/>
                  <a:gd name="T95" fmla="*/ 0 h 41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729"/>
                  <a:gd name="T145" fmla="*/ 0 h 4178"/>
                  <a:gd name="T146" fmla="*/ 4729 w 4729"/>
                  <a:gd name="T147" fmla="*/ 4178 h 417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729" h="4178">
                    <a:moveTo>
                      <a:pt x="602" y="3182"/>
                    </a:moveTo>
                    <a:lnTo>
                      <a:pt x="1411" y="2760"/>
                    </a:lnTo>
                    <a:lnTo>
                      <a:pt x="1677" y="2463"/>
                    </a:lnTo>
                    <a:lnTo>
                      <a:pt x="1928" y="3087"/>
                    </a:lnTo>
                    <a:lnTo>
                      <a:pt x="1940" y="3300"/>
                    </a:lnTo>
                    <a:lnTo>
                      <a:pt x="1846" y="3325"/>
                    </a:lnTo>
                    <a:lnTo>
                      <a:pt x="1640" y="3288"/>
                    </a:lnTo>
                    <a:lnTo>
                      <a:pt x="1486" y="3279"/>
                    </a:lnTo>
                    <a:lnTo>
                      <a:pt x="1398" y="3241"/>
                    </a:lnTo>
                    <a:lnTo>
                      <a:pt x="1218" y="3265"/>
                    </a:lnTo>
                    <a:lnTo>
                      <a:pt x="1050" y="3230"/>
                    </a:lnTo>
                    <a:lnTo>
                      <a:pt x="844" y="3168"/>
                    </a:lnTo>
                    <a:lnTo>
                      <a:pt x="672" y="3254"/>
                    </a:lnTo>
                    <a:lnTo>
                      <a:pt x="541" y="3491"/>
                    </a:lnTo>
                    <a:lnTo>
                      <a:pt x="640" y="3841"/>
                    </a:lnTo>
                    <a:lnTo>
                      <a:pt x="1070" y="3903"/>
                    </a:lnTo>
                    <a:lnTo>
                      <a:pt x="1640" y="4032"/>
                    </a:lnTo>
                    <a:lnTo>
                      <a:pt x="2013" y="4139"/>
                    </a:lnTo>
                    <a:lnTo>
                      <a:pt x="2919" y="4178"/>
                    </a:lnTo>
                    <a:lnTo>
                      <a:pt x="3270" y="4153"/>
                    </a:lnTo>
                    <a:lnTo>
                      <a:pt x="3620" y="4056"/>
                    </a:lnTo>
                    <a:lnTo>
                      <a:pt x="4667" y="2951"/>
                    </a:lnTo>
                    <a:lnTo>
                      <a:pt x="4729" y="1824"/>
                    </a:lnTo>
                    <a:lnTo>
                      <a:pt x="4584" y="1298"/>
                    </a:lnTo>
                    <a:lnTo>
                      <a:pt x="4425" y="1019"/>
                    </a:lnTo>
                    <a:lnTo>
                      <a:pt x="4138" y="639"/>
                    </a:lnTo>
                    <a:lnTo>
                      <a:pt x="3595" y="384"/>
                    </a:lnTo>
                    <a:lnTo>
                      <a:pt x="3450" y="422"/>
                    </a:lnTo>
                    <a:lnTo>
                      <a:pt x="3342" y="362"/>
                    </a:lnTo>
                    <a:lnTo>
                      <a:pt x="3256" y="194"/>
                    </a:lnTo>
                    <a:lnTo>
                      <a:pt x="3053" y="121"/>
                    </a:lnTo>
                    <a:lnTo>
                      <a:pt x="2872" y="0"/>
                    </a:lnTo>
                    <a:lnTo>
                      <a:pt x="2666" y="12"/>
                    </a:lnTo>
                    <a:lnTo>
                      <a:pt x="1709" y="602"/>
                    </a:lnTo>
                    <a:lnTo>
                      <a:pt x="1558" y="720"/>
                    </a:lnTo>
                    <a:lnTo>
                      <a:pt x="1460" y="817"/>
                    </a:lnTo>
                    <a:lnTo>
                      <a:pt x="1281" y="911"/>
                    </a:lnTo>
                    <a:lnTo>
                      <a:pt x="1070" y="1503"/>
                    </a:lnTo>
                    <a:lnTo>
                      <a:pt x="1064" y="1702"/>
                    </a:lnTo>
                    <a:lnTo>
                      <a:pt x="989" y="1979"/>
                    </a:lnTo>
                    <a:lnTo>
                      <a:pt x="808" y="2039"/>
                    </a:lnTo>
                    <a:lnTo>
                      <a:pt x="723" y="2136"/>
                    </a:lnTo>
                    <a:lnTo>
                      <a:pt x="699" y="2259"/>
                    </a:lnTo>
                    <a:lnTo>
                      <a:pt x="578" y="2377"/>
                    </a:lnTo>
                    <a:lnTo>
                      <a:pt x="240" y="2606"/>
                    </a:lnTo>
                    <a:lnTo>
                      <a:pt x="0" y="2917"/>
                    </a:lnTo>
                    <a:lnTo>
                      <a:pt x="277" y="3145"/>
                    </a:lnTo>
                    <a:lnTo>
                      <a:pt x="602" y="3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4" name="Freeform 397">
                <a:extLst>
                  <a:ext uri="{FF2B5EF4-FFF2-40B4-BE49-F238E27FC236}">
                    <a16:creationId xmlns:a16="http://schemas.microsoft.com/office/drawing/2014/main" id="{09260186-C96D-BB45-8BCA-CBBADAA4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76"/>
                <a:ext cx="174" cy="272"/>
              </a:xfrm>
              <a:custGeom>
                <a:avLst/>
                <a:gdLst>
                  <a:gd name="T0" fmla="*/ 0 w 1387"/>
                  <a:gd name="T1" fmla="*/ 0 h 2184"/>
                  <a:gd name="T2" fmla="*/ 0 w 1387"/>
                  <a:gd name="T3" fmla="*/ 0 h 2184"/>
                  <a:gd name="T4" fmla="*/ 0 w 1387"/>
                  <a:gd name="T5" fmla="*/ 0 h 2184"/>
                  <a:gd name="T6" fmla="*/ 0 w 1387"/>
                  <a:gd name="T7" fmla="*/ 0 h 2184"/>
                  <a:gd name="T8" fmla="*/ 0 w 1387"/>
                  <a:gd name="T9" fmla="*/ 0 h 2184"/>
                  <a:gd name="T10" fmla="*/ 0 w 1387"/>
                  <a:gd name="T11" fmla="*/ 0 h 2184"/>
                  <a:gd name="T12" fmla="*/ 0 w 1387"/>
                  <a:gd name="T13" fmla="*/ 0 h 2184"/>
                  <a:gd name="T14" fmla="*/ 0 w 1387"/>
                  <a:gd name="T15" fmla="*/ 0 h 2184"/>
                  <a:gd name="T16" fmla="*/ 0 w 1387"/>
                  <a:gd name="T17" fmla="*/ 0 h 2184"/>
                  <a:gd name="T18" fmla="*/ 0 w 1387"/>
                  <a:gd name="T19" fmla="*/ 0 h 2184"/>
                  <a:gd name="T20" fmla="*/ 0 w 1387"/>
                  <a:gd name="T21" fmla="*/ 0 h 2184"/>
                  <a:gd name="T22" fmla="*/ 0 w 1387"/>
                  <a:gd name="T23" fmla="*/ 0 h 2184"/>
                  <a:gd name="T24" fmla="*/ 0 w 1387"/>
                  <a:gd name="T25" fmla="*/ 0 h 2184"/>
                  <a:gd name="T26" fmla="*/ 0 w 1387"/>
                  <a:gd name="T27" fmla="*/ 0 h 2184"/>
                  <a:gd name="T28" fmla="*/ 0 w 1387"/>
                  <a:gd name="T29" fmla="*/ 0 h 2184"/>
                  <a:gd name="T30" fmla="*/ 0 w 1387"/>
                  <a:gd name="T31" fmla="*/ 0 h 2184"/>
                  <a:gd name="T32" fmla="*/ 0 w 1387"/>
                  <a:gd name="T33" fmla="*/ 0 h 2184"/>
                  <a:gd name="T34" fmla="*/ 0 w 1387"/>
                  <a:gd name="T35" fmla="*/ 0 h 2184"/>
                  <a:gd name="T36" fmla="*/ 0 w 1387"/>
                  <a:gd name="T37" fmla="*/ 0 h 2184"/>
                  <a:gd name="T38" fmla="*/ 0 w 1387"/>
                  <a:gd name="T39" fmla="*/ 0 h 2184"/>
                  <a:gd name="T40" fmla="*/ 0 w 1387"/>
                  <a:gd name="T41" fmla="*/ 0 h 2184"/>
                  <a:gd name="T42" fmla="*/ 0 w 1387"/>
                  <a:gd name="T43" fmla="*/ 0 h 2184"/>
                  <a:gd name="T44" fmla="*/ 0 w 1387"/>
                  <a:gd name="T45" fmla="*/ 0 h 2184"/>
                  <a:gd name="T46" fmla="*/ 0 w 1387"/>
                  <a:gd name="T47" fmla="*/ 0 h 2184"/>
                  <a:gd name="T48" fmla="*/ 0 w 1387"/>
                  <a:gd name="T49" fmla="*/ 0 h 2184"/>
                  <a:gd name="T50" fmla="*/ 0 w 1387"/>
                  <a:gd name="T51" fmla="*/ 0 h 2184"/>
                  <a:gd name="T52" fmla="*/ 0 w 1387"/>
                  <a:gd name="T53" fmla="*/ 0 h 2184"/>
                  <a:gd name="T54" fmla="*/ 0 w 1387"/>
                  <a:gd name="T55" fmla="*/ 0 h 2184"/>
                  <a:gd name="T56" fmla="*/ 0 w 1387"/>
                  <a:gd name="T57" fmla="*/ 0 h 2184"/>
                  <a:gd name="T58" fmla="*/ 0 w 1387"/>
                  <a:gd name="T59" fmla="*/ 0 h 2184"/>
                  <a:gd name="T60" fmla="*/ 0 w 1387"/>
                  <a:gd name="T61" fmla="*/ 0 h 2184"/>
                  <a:gd name="T62" fmla="*/ 0 w 1387"/>
                  <a:gd name="T63" fmla="*/ 0 h 2184"/>
                  <a:gd name="T64" fmla="*/ 0 w 1387"/>
                  <a:gd name="T65" fmla="*/ 0 h 2184"/>
                  <a:gd name="T66" fmla="*/ 0 w 1387"/>
                  <a:gd name="T67" fmla="*/ 0 h 2184"/>
                  <a:gd name="T68" fmla="*/ 0 w 1387"/>
                  <a:gd name="T69" fmla="*/ 0 h 2184"/>
                  <a:gd name="T70" fmla="*/ 0 w 1387"/>
                  <a:gd name="T71" fmla="*/ 0 h 2184"/>
                  <a:gd name="T72" fmla="*/ 0 w 1387"/>
                  <a:gd name="T73" fmla="*/ 0 h 2184"/>
                  <a:gd name="T74" fmla="*/ 0 w 1387"/>
                  <a:gd name="T75" fmla="*/ 0 h 2184"/>
                  <a:gd name="T76" fmla="*/ 0 w 1387"/>
                  <a:gd name="T77" fmla="*/ 0 h 2184"/>
                  <a:gd name="T78" fmla="*/ 0 w 1387"/>
                  <a:gd name="T79" fmla="*/ 0 h 2184"/>
                  <a:gd name="T80" fmla="*/ 0 w 1387"/>
                  <a:gd name="T81" fmla="*/ 0 h 2184"/>
                  <a:gd name="T82" fmla="*/ 0 w 1387"/>
                  <a:gd name="T83" fmla="*/ 0 h 2184"/>
                  <a:gd name="T84" fmla="*/ 0 w 1387"/>
                  <a:gd name="T85" fmla="*/ 0 h 218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87"/>
                  <a:gd name="T130" fmla="*/ 0 h 2184"/>
                  <a:gd name="T131" fmla="*/ 1387 w 1387"/>
                  <a:gd name="T132" fmla="*/ 2184 h 218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87" h="2184">
                    <a:moveTo>
                      <a:pt x="691" y="312"/>
                    </a:moveTo>
                    <a:lnTo>
                      <a:pt x="679" y="433"/>
                    </a:lnTo>
                    <a:lnTo>
                      <a:pt x="712" y="479"/>
                    </a:lnTo>
                    <a:lnTo>
                      <a:pt x="807" y="528"/>
                    </a:lnTo>
                    <a:lnTo>
                      <a:pt x="859" y="578"/>
                    </a:lnTo>
                    <a:lnTo>
                      <a:pt x="859" y="683"/>
                    </a:lnTo>
                    <a:lnTo>
                      <a:pt x="664" y="731"/>
                    </a:lnTo>
                    <a:lnTo>
                      <a:pt x="605" y="731"/>
                    </a:lnTo>
                    <a:lnTo>
                      <a:pt x="555" y="671"/>
                    </a:lnTo>
                    <a:lnTo>
                      <a:pt x="508" y="899"/>
                    </a:lnTo>
                    <a:lnTo>
                      <a:pt x="290" y="1031"/>
                    </a:lnTo>
                    <a:lnTo>
                      <a:pt x="664" y="899"/>
                    </a:lnTo>
                    <a:lnTo>
                      <a:pt x="749" y="899"/>
                    </a:lnTo>
                    <a:lnTo>
                      <a:pt x="712" y="945"/>
                    </a:lnTo>
                    <a:lnTo>
                      <a:pt x="447" y="1103"/>
                    </a:lnTo>
                    <a:lnTo>
                      <a:pt x="726" y="1103"/>
                    </a:lnTo>
                    <a:lnTo>
                      <a:pt x="737" y="1213"/>
                    </a:lnTo>
                    <a:lnTo>
                      <a:pt x="133" y="1273"/>
                    </a:lnTo>
                    <a:lnTo>
                      <a:pt x="0" y="1369"/>
                    </a:lnTo>
                    <a:lnTo>
                      <a:pt x="170" y="1426"/>
                    </a:lnTo>
                    <a:lnTo>
                      <a:pt x="279" y="1525"/>
                    </a:lnTo>
                    <a:lnTo>
                      <a:pt x="290" y="1593"/>
                    </a:lnTo>
                    <a:lnTo>
                      <a:pt x="181" y="1690"/>
                    </a:lnTo>
                    <a:lnTo>
                      <a:pt x="181" y="1810"/>
                    </a:lnTo>
                    <a:lnTo>
                      <a:pt x="242" y="1932"/>
                    </a:lnTo>
                    <a:lnTo>
                      <a:pt x="84" y="2075"/>
                    </a:lnTo>
                    <a:lnTo>
                      <a:pt x="218" y="2184"/>
                    </a:lnTo>
                    <a:lnTo>
                      <a:pt x="373" y="2098"/>
                    </a:lnTo>
                    <a:lnTo>
                      <a:pt x="472" y="2123"/>
                    </a:lnTo>
                    <a:lnTo>
                      <a:pt x="679" y="1964"/>
                    </a:lnTo>
                    <a:lnTo>
                      <a:pt x="989" y="1630"/>
                    </a:lnTo>
                    <a:lnTo>
                      <a:pt x="1207" y="1379"/>
                    </a:lnTo>
                    <a:lnTo>
                      <a:pt x="1350" y="1752"/>
                    </a:lnTo>
                    <a:lnTo>
                      <a:pt x="1387" y="1358"/>
                    </a:lnTo>
                    <a:lnTo>
                      <a:pt x="1387" y="1199"/>
                    </a:lnTo>
                    <a:lnTo>
                      <a:pt x="1242" y="1093"/>
                    </a:lnTo>
                    <a:lnTo>
                      <a:pt x="1122" y="923"/>
                    </a:lnTo>
                    <a:lnTo>
                      <a:pt x="1014" y="740"/>
                    </a:lnTo>
                    <a:lnTo>
                      <a:pt x="930" y="528"/>
                    </a:lnTo>
                    <a:lnTo>
                      <a:pt x="834" y="228"/>
                    </a:lnTo>
                    <a:lnTo>
                      <a:pt x="800" y="0"/>
                    </a:lnTo>
                    <a:lnTo>
                      <a:pt x="700" y="215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5" name="Freeform 398">
                <a:extLst>
                  <a:ext uri="{FF2B5EF4-FFF2-40B4-BE49-F238E27FC236}">
                    <a16:creationId xmlns:a16="http://schemas.microsoft.com/office/drawing/2014/main" id="{735FF5BB-8DFD-AD43-BCC4-5EEC27A16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78"/>
                <a:ext cx="357" cy="391"/>
              </a:xfrm>
              <a:custGeom>
                <a:avLst/>
                <a:gdLst>
                  <a:gd name="T0" fmla="*/ 0 w 2861"/>
                  <a:gd name="T1" fmla="*/ 0 h 3124"/>
                  <a:gd name="T2" fmla="*/ 0 w 2861"/>
                  <a:gd name="T3" fmla="*/ 0 h 3124"/>
                  <a:gd name="T4" fmla="*/ 0 w 2861"/>
                  <a:gd name="T5" fmla="*/ 0 h 3124"/>
                  <a:gd name="T6" fmla="*/ 0 w 2861"/>
                  <a:gd name="T7" fmla="*/ 0 h 3124"/>
                  <a:gd name="T8" fmla="*/ 0 w 2861"/>
                  <a:gd name="T9" fmla="*/ 0 h 3124"/>
                  <a:gd name="T10" fmla="*/ 0 w 2861"/>
                  <a:gd name="T11" fmla="*/ 0 h 3124"/>
                  <a:gd name="T12" fmla="*/ 0 w 2861"/>
                  <a:gd name="T13" fmla="*/ 0 h 3124"/>
                  <a:gd name="T14" fmla="*/ 0 w 2861"/>
                  <a:gd name="T15" fmla="*/ 0 h 3124"/>
                  <a:gd name="T16" fmla="*/ 0 w 2861"/>
                  <a:gd name="T17" fmla="*/ 0 h 3124"/>
                  <a:gd name="T18" fmla="*/ 0 w 2861"/>
                  <a:gd name="T19" fmla="*/ 0 h 3124"/>
                  <a:gd name="T20" fmla="*/ 0 w 2861"/>
                  <a:gd name="T21" fmla="*/ 0 h 3124"/>
                  <a:gd name="T22" fmla="*/ 0 w 2861"/>
                  <a:gd name="T23" fmla="*/ 0 h 3124"/>
                  <a:gd name="T24" fmla="*/ 0 w 2861"/>
                  <a:gd name="T25" fmla="*/ 0 h 3124"/>
                  <a:gd name="T26" fmla="*/ 0 w 2861"/>
                  <a:gd name="T27" fmla="*/ 0 h 3124"/>
                  <a:gd name="T28" fmla="*/ 0 w 2861"/>
                  <a:gd name="T29" fmla="*/ 0 h 3124"/>
                  <a:gd name="T30" fmla="*/ 0 w 2861"/>
                  <a:gd name="T31" fmla="*/ 0 h 3124"/>
                  <a:gd name="T32" fmla="*/ 0 w 2861"/>
                  <a:gd name="T33" fmla="*/ 0 h 3124"/>
                  <a:gd name="T34" fmla="*/ 0 w 2861"/>
                  <a:gd name="T35" fmla="*/ 0 h 3124"/>
                  <a:gd name="T36" fmla="*/ 0 w 2861"/>
                  <a:gd name="T37" fmla="*/ 0 h 3124"/>
                  <a:gd name="T38" fmla="*/ 0 w 2861"/>
                  <a:gd name="T39" fmla="*/ 0 h 3124"/>
                  <a:gd name="T40" fmla="*/ 0 w 2861"/>
                  <a:gd name="T41" fmla="*/ 0 h 3124"/>
                  <a:gd name="T42" fmla="*/ 0 w 2861"/>
                  <a:gd name="T43" fmla="*/ 0 h 3124"/>
                  <a:gd name="T44" fmla="*/ 0 w 2861"/>
                  <a:gd name="T45" fmla="*/ 0 h 3124"/>
                  <a:gd name="T46" fmla="*/ 0 w 2861"/>
                  <a:gd name="T47" fmla="*/ 0 h 3124"/>
                  <a:gd name="T48" fmla="*/ 0 w 2861"/>
                  <a:gd name="T49" fmla="*/ 0 h 3124"/>
                  <a:gd name="T50" fmla="*/ 0 w 2861"/>
                  <a:gd name="T51" fmla="*/ 0 h 3124"/>
                  <a:gd name="T52" fmla="*/ 0 w 2861"/>
                  <a:gd name="T53" fmla="*/ 0 h 3124"/>
                  <a:gd name="T54" fmla="*/ 0 w 2861"/>
                  <a:gd name="T55" fmla="*/ 0 h 3124"/>
                  <a:gd name="T56" fmla="*/ 0 w 2861"/>
                  <a:gd name="T57" fmla="*/ 0 h 3124"/>
                  <a:gd name="T58" fmla="*/ 0 w 2861"/>
                  <a:gd name="T59" fmla="*/ 0 h 3124"/>
                  <a:gd name="T60" fmla="*/ 0 w 2861"/>
                  <a:gd name="T61" fmla="*/ 0 h 3124"/>
                  <a:gd name="T62" fmla="*/ 0 w 2861"/>
                  <a:gd name="T63" fmla="*/ 0 h 3124"/>
                  <a:gd name="T64" fmla="*/ 0 w 2861"/>
                  <a:gd name="T65" fmla="*/ 0 h 3124"/>
                  <a:gd name="T66" fmla="*/ 0 w 2861"/>
                  <a:gd name="T67" fmla="*/ 0 h 3124"/>
                  <a:gd name="T68" fmla="*/ 0 w 2861"/>
                  <a:gd name="T69" fmla="*/ 0 h 3124"/>
                  <a:gd name="T70" fmla="*/ 0 w 2861"/>
                  <a:gd name="T71" fmla="*/ 0 h 3124"/>
                  <a:gd name="T72" fmla="*/ 0 w 2861"/>
                  <a:gd name="T73" fmla="*/ 0 h 3124"/>
                  <a:gd name="T74" fmla="*/ 0 w 2861"/>
                  <a:gd name="T75" fmla="*/ 0 h 3124"/>
                  <a:gd name="T76" fmla="*/ 0 w 2861"/>
                  <a:gd name="T77" fmla="*/ 0 h 3124"/>
                  <a:gd name="T78" fmla="*/ 0 w 2861"/>
                  <a:gd name="T79" fmla="*/ 0 h 3124"/>
                  <a:gd name="T80" fmla="*/ 0 w 2861"/>
                  <a:gd name="T81" fmla="*/ 0 h 3124"/>
                  <a:gd name="T82" fmla="*/ 0 w 2861"/>
                  <a:gd name="T83" fmla="*/ 0 h 3124"/>
                  <a:gd name="T84" fmla="*/ 0 w 2861"/>
                  <a:gd name="T85" fmla="*/ 0 h 3124"/>
                  <a:gd name="T86" fmla="*/ 0 w 2861"/>
                  <a:gd name="T87" fmla="*/ 0 h 3124"/>
                  <a:gd name="T88" fmla="*/ 0 w 2861"/>
                  <a:gd name="T89" fmla="*/ 0 h 3124"/>
                  <a:gd name="T90" fmla="*/ 0 w 2861"/>
                  <a:gd name="T91" fmla="*/ 0 h 3124"/>
                  <a:gd name="T92" fmla="*/ 0 w 2861"/>
                  <a:gd name="T93" fmla="*/ 0 h 3124"/>
                  <a:gd name="T94" fmla="*/ 0 w 2861"/>
                  <a:gd name="T95" fmla="*/ 0 h 3124"/>
                  <a:gd name="T96" fmla="*/ 0 w 2861"/>
                  <a:gd name="T97" fmla="*/ 0 h 3124"/>
                  <a:gd name="T98" fmla="*/ 0 w 2861"/>
                  <a:gd name="T99" fmla="*/ 0 h 31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61"/>
                  <a:gd name="T151" fmla="*/ 0 h 3124"/>
                  <a:gd name="T152" fmla="*/ 2861 w 2861"/>
                  <a:gd name="T153" fmla="*/ 3124 h 31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61" h="3124">
                    <a:moveTo>
                      <a:pt x="988" y="1321"/>
                    </a:moveTo>
                    <a:lnTo>
                      <a:pt x="1377" y="1443"/>
                    </a:lnTo>
                    <a:lnTo>
                      <a:pt x="1691" y="1504"/>
                    </a:lnTo>
                    <a:lnTo>
                      <a:pt x="1909" y="1095"/>
                    </a:lnTo>
                    <a:lnTo>
                      <a:pt x="1895" y="698"/>
                    </a:lnTo>
                    <a:lnTo>
                      <a:pt x="2146" y="231"/>
                    </a:lnTo>
                    <a:lnTo>
                      <a:pt x="2642" y="0"/>
                    </a:lnTo>
                    <a:lnTo>
                      <a:pt x="2232" y="399"/>
                    </a:lnTo>
                    <a:lnTo>
                      <a:pt x="2111" y="770"/>
                    </a:lnTo>
                    <a:lnTo>
                      <a:pt x="2111" y="1168"/>
                    </a:lnTo>
                    <a:lnTo>
                      <a:pt x="2350" y="985"/>
                    </a:lnTo>
                    <a:lnTo>
                      <a:pt x="2665" y="627"/>
                    </a:lnTo>
                    <a:lnTo>
                      <a:pt x="2861" y="420"/>
                    </a:lnTo>
                    <a:lnTo>
                      <a:pt x="2861" y="590"/>
                    </a:lnTo>
                    <a:lnTo>
                      <a:pt x="2642" y="1010"/>
                    </a:lnTo>
                    <a:lnTo>
                      <a:pt x="2280" y="1478"/>
                    </a:lnTo>
                    <a:lnTo>
                      <a:pt x="1981" y="1741"/>
                    </a:lnTo>
                    <a:lnTo>
                      <a:pt x="1773" y="1838"/>
                    </a:lnTo>
                    <a:lnTo>
                      <a:pt x="1773" y="1959"/>
                    </a:lnTo>
                    <a:lnTo>
                      <a:pt x="1918" y="2188"/>
                    </a:lnTo>
                    <a:lnTo>
                      <a:pt x="2063" y="2545"/>
                    </a:lnTo>
                    <a:lnTo>
                      <a:pt x="1955" y="2451"/>
                    </a:lnTo>
                    <a:lnTo>
                      <a:pt x="1836" y="2333"/>
                    </a:lnTo>
                    <a:lnTo>
                      <a:pt x="1665" y="2257"/>
                    </a:lnTo>
                    <a:lnTo>
                      <a:pt x="1508" y="2222"/>
                    </a:lnTo>
                    <a:lnTo>
                      <a:pt x="1388" y="2197"/>
                    </a:lnTo>
                    <a:lnTo>
                      <a:pt x="1460" y="2429"/>
                    </a:lnTo>
                    <a:lnTo>
                      <a:pt x="1691" y="2621"/>
                    </a:lnTo>
                    <a:lnTo>
                      <a:pt x="1872" y="2725"/>
                    </a:lnTo>
                    <a:lnTo>
                      <a:pt x="1785" y="2534"/>
                    </a:lnTo>
                    <a:lnTo>
                      <a:pt x="1981" y="2582"/>
                    </a:lnTo>
                    <a:lnTo>
                      <a:pt x="2052" y="2750"/>
                    </a:lnTo>
                    <a:lnTo>
                      <a:pt x="2025" y="2978"/>
                    </a:lnTo>
                    <a:lnTo>
                      <a:pt x="1895" y="3110"/>
                    </a:lnTo>
                    <a:lnTo>
                      <a:pt x="1665" y="3124"/>
                    </a:lnTo>
                    <a:lnTo>
                      <a:pt x="1425" y="3001"/>
                    </a:lnTo>
                    <a:lnTo>
                      <a:pt x="1326" y="2796"/>
                    </a:lnTo>
                    <a:lnTo>
                      <a:pt x="1181" y="2400"/>
                    </a:lnTo>
                    <a:lnTo>
                      <a:pt x="988" y="2284"/>
                    </a:lnTo>
                    <a:lnTo>
                      <a:pt x="485" y="2391"/>
                    </a:lnTo>
                    <a:lnTo>
                      <a:pt x="171" y="2568"/>
                    </a:lnTo>
                    <a:lnTo>
                      <a:pt x="134" y="2499"/>
                    </a:lnTo>
                    <a:lnTo>
                      <a:pt x="217" y="2319"/>
                    </a:lnTo>
                    <a:lnTo>
                      <a:pt x="0" y="2400"/>
                    </a:lnTo>
                    <a:lnTo>
                      <a:pt x="87" y="2271"/>
                    </a:lnTo>
                    <a:lnTo>
                      <a:pt x="362" y="2197"/>
                    </a:lnTo>
                    <a:lnTo>
                      <a:pt x="558" y="2222"/>
                    </a:lnTo>
                    <a:lnTo>
                      <a:pt x="676" y="2234"/>
                    </a:lnTo>
                    <a:lnTo>
                      <a:pt x="950" y="2174"/>
                    </a:lnTo>
                    <a:lnTo>
                      <a:pt x="988" y="132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6" name="Freeform 399">
                <a:extLst>
                  <a:ext uri="{FF2B5EF4-FFF2-40B4-BE49-F238E27FC236}">
                    <a16:creationId xmlns:a16="http://schemas.microsoft.com/office/drawing/2014/main" id="{64DDD2A8-855A-6241-8A14-FC0FAE96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77"/>
                <a:ext cx="63" cy="178"/>
              </a:xfrm>
              <a:custGeom>
                <a:avLst/>
                <a:gdLst>
                  <a:gd name="T0" fmla="*/ 0 w 507"/>
                  <a:gd name="T1" fmla="*/ 0 h 1428"/>
                  <a:gd name="T2" fmla="*/ 0 w 507"/>
                  <a:gd name="T3" fmla="*/ 0 h 1428"/>
                  <a:gd name="T4" fmla="*/ 0 w 507"/>
                  <a:gd name="T5" fmla="*/ 0 h 1428"/>
                  <a:gd name="T6" fmla="*/ 0 w 507"/>
                  <a:gd name="T7" fmla="*/ 0 h 1428"/>
                  <a:gd name="T8" fmla="*/ 0 w 507"/>
                  <a:gd name="T9" fmla="*/ 0 h 1428"/>
                  <a:gd name="T10" fmla="*/ 0 w 507"/>
                  <a:gd name="T11" fmla="*/ 0 h 1428"/>
                  <a:gd name="T12" fmla="*/ 0 w 507"/>
                  <a:gd name="T13" fmla="*/ 0 h 1428"/>
                  <a:gd name="T14" fmla="*/ 0 w 507"/>
                  <a:gd name="T15" fmla="*/ 0 h 1428"/>
                  <a:gd name="T16" fmla="*/ 0 w 507"/>
                  <a:gd name="T17" fmla="*/ 0 h 1428"/>
                  <a:gd name="T18" fmla="*/ 0 w 507"/>
                  <a:gd name="T19" fmla="*/ 0 h 1428"/>
                  <a:gd name="T20" fmla="*/ 0 w 507"/>
                  <a:gd name="T21" fmla="*/ 0 h 1428"/>
                  <a:gd name="T22" fmla="*/ 0 w 507"/>
                  <a:gd name="T23" fmla="*/ 0 h 14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7"/>
                  <a:gd name="T37" fmla="*/ 0 h 1428"/>
                  <a:gd name="T38" fmla="*/ 507 w 507"/>
                  <a:gd name="T39" fmla="*/ 1428 h 14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7" h="1428">
                    <a:moveTo>
                      <a:pt x="143" y="1404"/>
                    </a:moveTo>
                    <a:lnTo>
                      <a:pt x="180" y="1130"/>
                    </a:lnTo>
                    <a:lnTo>
                      <a:pt x="242" y="780"/>
                    </a:lnTo>
                    <a:lnTo>
                      <a:pt x="242" y="613"/>
                    </a:lnTo>
                    <a:lnTo>
                      <a:pt x="194" y="446"/>
                    </a:lnTo>
                    <a:lnTo>
                      <a:pt x="206" y="312"/>
                    </a:lnTo>
                    <a:lnTo>
                      <a:pt x="266" y="134"/>
                    </a:lnTo>
                    <a:lnTo>
                      <a:pt x="507" y="158"/>
                    </a:lnTo>
                    <a:lnTo>
                      <a:pt x="143" y="0"/>
                    </a:lnTo>
                    <a:lnTo>
                      <a:pt x="0" y="325"/>
                    </a:lnTo>
                    <a:lnTo>
                      <a:pt x="21" y="1428"/>
                    </a:lnTo>
                    <a:lnTo>
                      <a:pt x="143" y="140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7" name="Freeform 400">
                <a:extLst>
                  <a:ext uri="{FF2B5EF4-FFF2-40B4-BE49-F238E27FC236}">
                    <a16:creationId xmlns:a16="http://schemas.microsoft.com/office/drawing/2014/main" id="{11FF45CD-5296-4849-830C-18F52539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40"/>
                <a:ext cx="249" cy="534"/>
              </a:xfrm>
              <a:custGeom>
                <a:avLst/>
                <a:gdLst>
                  <a:gd name="T0" fmla="*/ 0 w 1991"/>
                  <a:gd name="T1" fmla="*/ 0 h 4272"/>
                  <a:gd name="T2" fmla="*/ 0 w 1991"/>
                  <a:gd name="T3" fmla="*/ 0 h 4272"/>
                  <a:gd name="T4" fmla="*/ 0 w 1991"/>
                  <a:gd name="T5" fmla="*/ 0 h 4272"/>
                  <a:gd name="T6" fmla="*/ 0 w 1991"/>
                  <a:gd name="T7" fmla="*/ 0 h 4272"/>
                  <a:gd name="T8" fmla="*/ 0 w 1991"/>
                  <a:gd name="T9" fmla="*/ 0 h 4272"/>
                  <a:gd name="T10" fmla="*/ 0 w 1991"/>
                  <a:gd name="T11" fmla="*/ 0 h 4272"/>
                  <a:gd name="T12" fmla="*/ 0 w 1991"/>
                  <a:gd name="T13" fmla="*/ 0 h 4272"/>
                  <a:gd name="T14" fmla="*/ 0 w 1991"/>
                  <a:gd name="T15" fmla="*/ 0 h 4272"/>
                  <a:gd name="T16" fmla="*/ 0 w 1991"/>
                  <a:gd name="T17" fmla="*/ 0 h 4272"/>
                  <a:gd name="T18" fmla="*/ 0 w 1991"/>
                  <a:gd name="T19" fmla="*/ 0 h 4272"/>
                  <a:gd name="T20" fmla="*/ 0 w 1991"/>
                  <a:gd name="T21" fmla="*/ 0 h 4272"/>
                  <a:gd name="T22" fmla="*/ 0 w 1991"/>
                  <a:gd name="T23" fmla="*/ 0 h 4272"/>
                  <a:gd name="T24" fmla="*/ 0 w 1991"/>
                  <a:gd name="T25" fmla="*/ 0 h 4272"/>
                  <a:gd name="T26" fmla="*/ 0 w 1991"/>
                  <a:gd name="T27" fmla="*/ 0 h 4272"/>
                  <a:gd name="T28" fmla="*/ 0 w 1991"/>
                  <a:gd name="T29" fmla="*/ 0 h 4272"/>
                  <a:gd name="T30" fmla="*/ 0 w 1991"/>
                  <a:gd name="T31" fmla="*/ 0 h 4272"/>
                  <a:gd name="T32" fmla="*/ 0 w 1991"/>
                  <a:gd name="T33" fmla="*/ 0 h 4272"/>
                  <a:gd name="T34" fmla="*/ 0 w 1991"/>
                  <a:gd name="T35" fmla="*/ 0 h 4272"/>
                  <a:gd name="T36" fmla="*/ 0 w 1991"/>
                  <a:gd name="T37" fmla="*/ 0 h 4272"/>
                  <a:gd name="T38" fmla="*/ 0 w 1991"/>
                  <a:gd name="T39" fmla="*/ 0 h 4272"/>
                  <a:gd name="T40" fmla="*/ 0 w 1991"/>
                  <a:gd name="T41" fmla="*/ 0 h 4272"/>
                  <a:gd name="T42" fmla="*/ 0 w 1991"/>
                  <a:gd name="T43" fmla="*/ 0 h 4272"/>
                  <a:gd name="T44" fmla="*/ 0 w 1991"/>
                  <a:gd name="T45" fmla="*/ 0 h 4272"/>
                  <a:gd name="T46" fmla="*/ 0 w 1991"/>
                  <a:gd name="T47" fmla="*/ 0 h 4272"/>
                  <a:gd name="T48" fmla="*/ 0 w 1991"/>
                  <a:gd name="T49" fmla="*/ 0 h 4272"/>
                  <a:gd name="T50" fmla="*/ 0 w 1991"/>
                  <a:gd name="T51" fmla="*/ 0 h 4272"/>
                  <a:gd name="T52" fmla="*/ 0 w 1991"/>
                  <a:gd name="T53" fmla="*/ 0 h 4272"/>
                  <a:gd name="T54" fmla="*/ 0 w 1991"/>
                  <a:gd name="T55" fmla="*/ 0 h 4272"/>
                  <a:gd name="T56" fmla="*/ 0 w 1991"/>
                  <a:gd name="T57" fmla="*/ 0 h 4272"/>
                  <a:gd name="T58" fmla="*/ 0 w 1991"/>
                  <a:gd name="T59" fmla="*/ 0 h 4272"/>
                  <a:gd name="T60" fmla="*/ 0 w 1991"/>
                  <a:gd name="T61" fmla="*/ 0 h 4272"/>
                  <a:gd name="T62" fmla="*/ 0 w 1991"/>
                  <a:gd name="T63" fmla="*/ 0 h 4272"/>
                  <a:gd name="T64" fmla="*/ 0 w 1991"/>
                  <a:gd name="T65" fmla="*/ 0 h 4272"/>
                  <a:gd name="T66" fmla="*/ 0 w 1991"/>
                  <a:gd name="T67" fmla="*/ 0 h 4272"/>
                  <a:gd name="T68" fmla="*/ 0 w 1991"/>
                  <a:gd name="T69" fmla="*/ 0 h 4272"/>
                  <a:gd name="T70" fmla="*/ 0 w 1991"/>
                  <a:gd name="T71" fmla="*/ 0 h 4272"/>
                  <a:gd name="T72" fmla="*/ 0 w 1991"/>
                  <a:gd name="T73" fmla="*/ 0 h 4272"/>
                  <a:gd name="T74" fmla="*/ 0 w 1991"/>
                  <a:gd name="T75" fmla="*/ 0 h 4272"/>
                  <a:gd name="T76" fmla="*/ 0 w 1991"/>
                  <a:gd name="T77" fmla="*/ 0 h 4272"/>
                  <a:gd name="T78" fmla="*/ 0 w 1991"/>
                  <a:gd name="T79" fmla="*/ 0 h 4272"/>
                  <a:gd name="T80" fmla="*/ 0 w 1991"/>
                  <a:gd name="T81" fmla="*/ 0 h 4272"/>
                  <a:gd name="T82" fmla="*/ 0 w 1991"/>
                  <a:gd name="T83" fmla="*/ 0 h 4272"/>
                  <a:gd name="T84" fmla="*/ 0 w 1991"/>
                  <a:gd name="T85" fmla="*/ 0 h 4272"/>
                  <a:gd name="T86" fmla="*/ 0 w 1991"/>
                  <a:gd name="T87" fmla="*/ 0 h 4272"/>
                  <a:gd name="T88" fmla="*/ 0 w 1991"/>
                  <a:gd name="T89" fmla="*/ 0 h 4272"/>
                  <a:gd name="T90" fmla="*/ 0 w 1991"/>
                  <a:gd name="T91" fmla="*/ 0 h 4272"/>
                  <a:gd name="T92" fmla="*/ 0 w 1991"/>
                  <a:gd name="T93" fmla="*/ 0 h 4272"/>
                  <a:gd name="T94" fmla="*/ 0 w 1991"/>
                  <a:gd name="T95" fmla="*/ 0 h 4272"/>
                  <a:gd name="T96" fmla="*/ 0 w 1991"/>
                  <a:gd name="T97" fmla="*/ 0 h 42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1"/>
                  <a:gd name="T148" fmla="*/ 0 h 4272"/>
                  <a:gd name="T149" fmla="*/ 1991 w 1991"/>
                  <a:gd name="T150" fmla="*/ 4272 h 42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1" h="4272">
                    <a:moveTo>
                      <a:pt x="48" y="182"/>
                    </a:moveTo>
                    <a:lnTo>
                      <a:pt x="181" y="445"/>
                    </a:lnTo>
                    <a:lnTo>
                      <a:pt x="134" y="922"/>
                    </a:lnTo>
                    <a:lnTo>
                      <a:pt x="325" y="240"/>
                    </a:lnTo>
                    <a:lnTo>
                      <a:pt x="409" y="217"/>
                    </a:lnTo>
                    <a:lnTo>
                      <a:pt x="495" y="339"/>
                    </a:lnTo>
                    <a:lnTo>
                      <a:pt x="468" y="468"/>
                    </a:lnTo>
                    <a:lnTo>
                      <a:pt x="371" y="694"/>
                    </a:lnTo>
                    <a:lnTo>
                      <a:pt x="543" y="519"/>
                    </a:lnTo>
                    <a:lnTo>
                      <a:pt x="613" y="540"/>
                    </a:lnTo>
                    <a:lnTo>
                      <a:pt x="251" y="1092"/>
                    </a:lnTo>
                    <a:lnTo>
                      <a:pt x="903" y="481"/>
                    </a:lnTo>
                    <a:lnTo>
                      <a:pt x="1304" y="661"/>
                    </a:lnTo>
                    <a:lnTo>
                      <a:pt x="1387" y="936"/>
                    </a:lnTo>
                    <a:lnTo>
                      <a:pt x="1664" y="1189"/>
                    </a:lnTo>
                    <a:lnTo>
                      <a:pt x="1687" y="1452"/>
                    </a:lnTo>
                    <a:lnTo>
                      <a:pt x="1822" y="1659"/>
                    </a:lnTo>
                    <a:lnTo>
                      <a:pt x="1738" y="1909"/>
                    </a:lnTo>
                    <a:lnTo>
                      <a:pt x="1422" y="2038"/>
                    </a:lnTo>
                    <a:lnTo>
                      <a:pt x="1433" y="2138"/>
                    </a:lnTo>
                    <a:lnTo>
                      <a:pt x="1712" y="2366"/>
                    </a:lnTo>
                    <a:lnTo>
                      <a:pt x="1496" y="2388"/>
                    </a:lnTo>
                    <a:lnTo>
                      <a:pt x="1253" y="2280"/>
                    </a:lnTo>
                    <a:lnTo>
                      <a:pt x="1747" y="2748"/>
                    </a:lnTo>
                    <a:lnTo>
                      <a:pt x="1687" y="2806"/>
                    </a:lnTo>
                    <a:lnTo>
                      <a:pt x="1350" y="2748"/>
                    </a:lnTo>
                    <a:lnTo>
                      <a:pt x="1350" y="3061"/>
                    </a:lnTo>
                    <a:lnTo>
                      <a:pt x="1182" y="3252"/>
                    </a:lnTo>
                    <a:lnTo>
                      <a:pt x="1073" y="3156"/>
                    </a:lnTo>
                    <a:lnTo>
                      <a:pt x="806" y="3636"/>
                    </a:lnTo>
                    <a:lnTo>
                      <a:pt x="506" y="3898"/>
                    </a:lnTo>
                    <a:lnTo>
                      <a:pt x="387" y="4199"/>
                    </a:lnTo>
                    <a:lnTo>
                      <a:pt x="481" y="4272"/>
                    </a:lnTo>
                    <a:lnTo>
                      <a:pt x="1290" y="3995"/>
                    </a:lnTo>
                    <a:lnTo>
                      <a:pt x="1991" y="2833"/>
                    </a:lnTo>
                    <a:lnTo>
                      <a:pt x="1991" y="1821"/>
                    </a:lnTo>
                    <a:lnTo>
                      <a:pt x="1798" y="1199"/>
                    </a:lnTo>
                    <a:lnTo>
                      <a:pt x="1653" y="947"/>
                    </a:lnTo>
                    <a:lnTo>
                      <a:pt x="1521" y="828"/>
                    </a:lnTo>
                    <a:lnTo>
                      <a:pt x="1387" y="613"/>
                    </a:lnTo>
                    <a:lnTo>
                      <a:pt x="831" y="358"/>
                    </a:lnTo>
                    <a:lnTo>
                      <a:pt x="686" y="433"/>
                    </a:lnTo>
                    <a:lnTo>
                      <a:pt x="613" y="358"/>
                    </a:lnTo>
                    <a:lnTo>
                      <a:pt x="578" y="228"/>
                    </a:lnTo>
                    <a:lnTo>
                      <a:pt x="361" y="108"/>
                    </a:lnTo>
                    <a:lnTo>
                      <a:pt x="244" y="97"/>
                    </a:lnTo>
                    <a:lnTo>
                      <a:pt x="134" y="0"/>
                    </a:lnTo>
                    <a:lnTo>
                      <a:pt x="0" y="11"/>
                    </a:lnTo>
                    <a:lnTo>
                      <a:pt x="48" y="18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8" name="Freeform 401">
                <a:extLst>
                  <a:ext uri="{FF2B5EF4-FFF2-40B4-BE49-F238E27FC236}">
                    <a16:creationId xmlns:a16="http://schemas.microsoft.com/office/drawing/2014/main" id="{CFE0BF50-F858-B448-8925-4F9BC31E4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747"/>
                <a:ext cx="55" cy="307"/>
              </a:xfrm>
              <a:custGeom>
                <a:avLst/>
                <a:gdLst>
                  <a:gd name="T0" fmla="*/ 0 w 434"/>
                  <a:gd name="T1" fmla="*/ 0 h 2461"/>
                  <a:gd name="T2" fmla="*/ 0 w 434"/>
                  <a:gd name="T3" fmla="*/ 0 h 2461"/>
                  <a:gd name="T4" fmla="*/ 0 w 434"/>
                  <a:gd name="T5" fmla="*/ 0 h 2461"/>
                  <a:gd name="T6" fmla="*/ 0 w 434"/>
                  <a:gd name="T7" fmla="*/ 0 h 2461"/>
                  <a:gd name="T8" fmla="*/ 0 w 434"/>
                  <a:gd name="T9" fmla="*/ 0 h 2461"/>
                  <a:gd name="T10" fmla="*/ 0 w 434"/>
                  <a:gd name="T11" fmla="*/ 0 h 2461"/>
                  <a:gd name="T12" fmla="*/ 0 w 434"/>
                  <a:gd name="T13" fmla="*/ 0 h 2461"/>
                  <a:gd name="T14" fmla="*/ 0 w 434"/>
                  <a:gd name="T15" fmla="*/ 0 h 2461"/>
                  <a:gd name="T16" fmla="*/ 0 w 434"/>
                  <a:gd name="T17" fmla="*/ 0 h 2461"/>
                  <a:gd name="T18" fmla="*/ 0 w 434"/>
                  <a:gd name="T19" fmla="*/ 0 h 2461"/>
                  <a:gd name="T20" fmla="*/ 0 w 434"/>
                  <a:gd name="T21" fmla="*/ 0 h 2461"/>
                  <a:gd name="T22" fmla="*/ 0 w 434"/>
                  <a:gd name="T23" fmla="*/ 0 h 2461"/>
                  <a:gd name="T24" fmla="*/ 0 w 434"/>
                  <a:gd name="T25" fmla="*/ 0 h 2461"/>
                  <a:gd name="T26" fmla="*/ 0 w 434"/>
                  <a:gd name="T27" fmla="*/ 0 h 2461"/>
                  <a:gd name="T28" fmla="*/ 0 w 434"/>
                  <a:gd name="T29" fmla="*/ 0 h 2461"/>
                  <a:gd name="T30" fmla="*/ 0 w 434"/>
                  <a:gd name="T31" fmla="*/ 0 h 2461"/>
                  <a:gd name="T32" fmla="*/ 0 w 434"/>
                  <a:gd name="T33" fmla="*/ 0 h 2461"/>
                  <a:gd name="T34" fmla="*/ 0 w 434"/>
                  <a:gd name="T35" fmla="*/ 0 h 2461"/>
                  <a:gd name="T36" fmla="*/ 0 w 434"/>
                  <a:gd name="T37" fmla="*/ 0 h 2461"/>
                  <a:gd name="T38" fmla="*/ 0 w 434"/>
                  <a:gd name="T39" fmla="*/ 0 h 2461"/>
                  <a:gd name="T40" fmla="*/ 0 w 434"/>
                  <a:gd name="T41" fmla="*/ 0 h 2461"/>
                  <a:gd name="T42" fmla="*/ 0 w 434"/>
                  <a:gd name="T43" fmla="*/ 0 h 2461"/>
                  <a:gd name="T44" fmla="*/ 0 w 434"/>
                  <a:gd name="T45" fmla="*/ 0 h 246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34"/>
                  <a:gd name="T70" fmla="*/ 0 h 2461"/>
                  <a:gd name="T71" fmla="*/ 434 w 434"/>
                  <a:gd name="T72" fmla="*/ 2461 h 246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34" h="2461">
                    <a:moveTo>
                      <a:pt x="276" y="0"/>
                    </a:moveTo>
                    <a:lnTo>
                      <a:pt x="166" y="72"/>
                    </a:lnTo>
                    <a:lnTo>
                      <a:pt x="106" y="204"/>
                    </a:lnTo>
                    <a:lnTo>
                      <a:pt x="96" y="326"/>
                    </a:lnTo>
                    <a:lnTo>
                      <a:pt x="106" y="688"/>
                    </a:lnTo>
                    <a:lnTo>
                      <a:pt x="72" y="962"/>
                    </a:lnTo>
                    <a:lnTo>
                      <a:pt x="37" y="1275"/>
                    </a:lnTo>
                    <a:lnTo>
                      <a:pt x="0" y="1504"/>
                    </a:lnTo>
                    <a:lnTo>
                      <a:pt x="0" y="1780"/>
                    </a:lnTo>
                    <a:lnTo>
                      <a:pt x="10" y="2029"/>
                    </a:lnTo>
                    <a:lnTo>
                      <a:pt x="145" y="2461"/>
                    </a:lnTo>
                    <a:lnTo>
                      <a:pt x="434" y="2391"/>
                    </a:lnTo>
                    <a:lnTo>
                      <a:pt x="311" y="1993"/>
                    </a:lnTo>
                    <a:lnTo>
                      <a:pt x="263" y="1684"/>
                    </a:lnTo>
                    <a:lnTo>
                      <a:pt x="287" y="1407"/>
                    </a:lnTo>
                    <a:lnTo>
                      <a:pt x="337" y="1130"/>
                    </a:lnTo>
                    <a:lnTo>
                      <a:pt x="397" y="879"/>
                    </a:lnTo>
                    <a:lnTo>
                      <a:pt x="397" y="734"/>
                    </a:lnTo>
                    <a:lnTo>
                      <a:pt x="360" y="602"/>
                    </a:lnTo>
                    <a:lnTo>
                      <a:pt x="311" y="519"/>
                    </a:lnTo>
                    <a:lnTo>
                      <a:pt x="325" y="194"/>
                    </a:lnTo>
                    <a:lnTo>
                      <a:pt x="337" y="12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09" name="Freeform 402">
                <a:extLst>
                  <a:ext uri="{FF2B5EF4-FFF2-40B4-BE49-F238E27FC236}">
                    <a16:creationId xmlns:a16="http://schemas.microsoft.com/office/drawing/2014/main" id="{E9499404-9C25-104A-8F5B-2CFE3264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82"/>
                <a:ext cx="165" cy="135"/>
              </a:xfrm>
              <a:custGeom>
                <a:avLst/>
                <a:gdLst>
                  <a:gd name="T0" fmla="*/ 0 w 1314"/>
                  <a:gd name="T1" fmla="*/ 0 h 1079"/>
                  <a:gd name="T2" fmla="*/ 0 w 1314"/>
                  <a:gd name="T3" fmla="*/ 0 h 1079"/>
                  <a:gd name="T4" fmla="*/ 0 w 1314"/>
                  <a:gd name="T5" fmla="*/ 0 h 1079"/>
                  <a:gd name="T6" fmla="*/ 0 w 1314"/>
                  <a:gd name="T7" fmla="*/ 0 h 1079"/>
                  <a:gd name="T8" fmla="*/ 0 w 1314"/>
                  <a:gd name="T9" fmla="*/ 0 h 1079"/>
                  <a:gd name="T10" fmla="*/ 0 w 1314"/>
                  <a:gd name="T11" fmla="*/ 0 h 1079"/>
                  <a:gd name="T12" fmla="*/ 0 w 1314"/>
                  <a:gd name="T13" fmla="*/ 0 h 1079"/>
                  <a:gd name="T14" fmla="*/ 0 w 1314"/>
                  <a:gd name="T15" fmla="*/ 0 h 1079"/>
                  <a:gd name="T16" fmla="*/ 0 w 1314"/>
                  <a:gd name="T17" fmla="*/ 0 h 1079"/>
                  <a:gd name="T18" fmla="*/ 0 w 1314"/>
                  <a:gd name="T19" fmla="*/ 0 h 1079"/>
                  <a:gd name="T20" fmla="*/ 0 w 1314"/>
                  <a:gd name="T21" fmla="*/ 0 h 1079"/>
                  <a:gd name="T22" fmla="*/ 0 w 1314"/>
                  <a:gd name="T23" fmla="*/ 0 h 1079"/>
                  <a:gd name="T24" fmla="*/ 0 w 1314"/>
                  <a:gd name="T25" fmla="*/ 0 h 1079"/>
                  <a:gd name="T26" fmla="*/ 0 w 1314"/>
                  <a:gd name="T27" fmla="*/ 0 h 1079"/>
                  <a:gd name="T28" fmla="*/ 0 w 1314"/>
                  <a:gd name="T29" fmla="*/ 0 h 1079"/>
                  <a:gd name="T30" fmla="*/ 0 w 1314"/>
                  <a:gd name="T31" fmla="*/ 0 h 1079"/>
                  <a:gd name="T32" fmla="*/ 0 w 1314"/>
                  <a:gd name="T33" fmla="*/ 0 h 1079"/>
                  <a:gd name="T34" fmla="*/ 0 w 1314"/>
                  <a:gd name="T35" fmla="*/ 0 h 1079"/>
                  <a:gd name="T36" fmla="*/ 0 w 1314"/>
                  <a:gd name="T37" fmla="*/ 0 h 1079"/>
                  <a:gd name="T38" fmla="*/ 0 w 1314"/>
                  <a:gd name="T39" fmla="*/ 0 h 1079"/>
                  <a:gd name="T40" fmla="*/ 0 w 1314"/>
                  <a:gd name="T41" fmla="*/ 0 h 1079"/>
                  <a:gd name="T42" fmla="*/ 0 w 1314"/>
                  <a:gd name="T43" fmla="*/ 0 h 1079"/>
                  <a:gd name="T44" fmla="*/ 0 w 1314"/>
                  <a:gd name="T45" fmla="*/ 0 h 1079"/>
                  <a:gd name="T46" fmla="*/ 0 w 1314"/>
                  <a:gd name="T47" fmla="*/ 0 h 1079"/>
                  <a:gd name="T48" fmla="*/ 0 w 1314"/>
                  <a:gd name="T49" fmla="*/ 0 h 1079"/>
                  <a:gd name="T50" fmla="*/ 0 w 1314"/>
                  <a:gd name="T51" fmla="*/ 0 h 1079"/>
                  <a:gd name="T52" fmla="*/ 0 w 1314"/>
                  <a:gd name="T53" fmla="*/ 0 h 1079"/>
                  <a:gd name="T54" fmla="*/ 0 w 1314"/>
                  <a:gd name="T55" fmla="*/ 0 h 1079"/>
                  <a:gd name="T56" fmla="*/ 0 w 1314"/>
                  <a:gd name="T57" fmla="*/ 0 h 10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14"/>
                  <a:gd name="T88" fmla="*/ 0 h 1079"/>
                  <a:gd name="T89" fmla="*/ 1314 w 1314"/>
                  <a:gd name="T90" fmla="*/ 1079 h 10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14" h="1079">
                    <a:moveTo>
                      <a:pt x="374" y="0"/>
                    </a:moveTo>
                    <a:lnTo>
                      <a:pt x="300" y="35"/>
                    </a:lnTo>
                    <a:lnTo>
                      <a:pt x="300" y="97"/>
                    </a:lnTo>
                    <a:lnTo>
                      <a:pt x="194" y="143"/>
                    </a:lnTo>
                    <a:lnTo>
                      <a:pt x="167" y="192"/>
                    </a:lnTo>
                    <a:lnTo>
                      <a:pt x="129" y="335"/>
                    </a:lnTo>
                    <a:lnTo>
                      <a:pt x="24" y="395"/>
                    </a:lnTo>
                    <a:lnTo>
                      <a:pt x="0" y="613"/>
                    </a:lnTo>
                    <a:lnTo>
                      <a:pt x="59" y="830"/>
                    </a:lnTo>
                    <a:lnTo>
                      <a:pt x="290" y="934"/>
                    </a:lnTo>
                    <a:lnTo>
                      <a:pt x="662" y="1056"/>
                    </a:lnTo>
                    <a:lnTo>
                      <a:pt x="938" y="1068"/>
                    </a:lnTo>
                    <a:lnTo>
                      <a:pt x="1241" y="1079"/>
                    </a:lnTo>
                    <a:lnTo>
                      <a:pt x="1217" y="925"/>
                    </a:lnTo>
                    <a:lnTo>
                      <a:pt x="1217" y="817"/>
                    </a:lnTo>
                    <a:lnTo>
                      <a:pt x="1229" y="699"/>
                    </a:lnTo>
                    <a:lnTo>
                      <a:pt x="1314" y="529"/>
                    </a:lnTo>
                    <a:lnTo>
                      <a:pt x="1229" y="480"/>
                    </a:lnTo>
                    <a:lnTo>
                      <a:pt x="1156" y="408"/>
                    </a:lnTo>
                    <a:lnTo>
                      <a:pt x="1096" y="309"/>
                    </a:lnTo>
                    <a:lnTo>
                      <a:pt x="1024" y="226"/>
                    </a:lnTo>
                    <a:lnTo>
                      <a:pt x="950" y="167"/>
                    </a:lnTo>
                    <a:lnTo>
                      <a:pt x="879" y="143"/>
                    </a:lnTo>
                    <a:lnTo>
                      <a:pt x="769" y="167"/>
                    </a:lnTo>
                    <a:lnTo>
                      <a:pt x="637" y="204"/>
                    </a:lnTo>
                    <a:lnTo>
                      <a:pt x="588" y="180"/>
                    </a:lnTo>
                    <a:lnTo>
                      <a:pt x="528" y="59"/>
                    </a:lnTo>
                    <a:lnTo>
                      <a:pt x="470" y="26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0" name="Freeform 403">
                <a:extLst>
                  <a:ext uri="{FF2B5EF4-FFF2-40B4-BE49-F238E27FC236}">
                    <a16:creationId xmlns:a16="http://schemas.microsoft.com/office/drawing/2014/main" id="{2912AA4B-1E57-5A47-BDD9-1E6734C3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82"/>
                <a:ext cx="226" cy="269"/>
              </a:xfrm>
              <a:custGeom>
                <a:avLst/>
                <a:gdLst>
                  <a:gd name="T0" fmla="*/ 0 w 1808"/>
                  <a:gd name="T1" fmla="*/ 0 h 2151"/>
                  <a:gd name="T2" fmla="*/ 0 w 1808"/>
                  <a:gd name="T3" fmla="*/ 0 h 2151"/>
                  <a:gd name="T4" fmla="*/ 0 w 1808"/>
                  <a:gd name="T5" fmla="*/ 0 h 2151"/>
                  <a:gd name="T6" fmla="*/ 0 w 1808"/>
                  <a:gd name="T7" fmla="*/ 0 h 2151"/>
                  <a:gd name="T8" fmla="*/ 0 w 1808"/>
                  <a:gd name="T9" fmla="*/ 0 h 2151"/>
                  <a:gd name="T10" fmla="*/ 0 w 1808"/>
                  <a:gd name="T11" fmla="*/ 0 h 2151"/>
                  <a:gd name="T12" fmla="*/ 0 w 1808"/>
                  <a:gd name="T13" fmla="*/ 0 h 2151"/>
                  <a:gd name="T14" fmla="*/ 0 w 1808"/>
                  <a:gd name="T15" fmla="*/ 0 h 2151"/>
                  <a:gd name="T16" fmla="*/ 0 w 1808"/>
                  <a:gd name="T17" fmla="*/ 0 h 2151"/>
                  <a:gd name="T18" fmla="*/ 0 w 1808"/>
                  <a:gd name="T19" fmla="*/ 0 h 2151"/>
                  <a:gd name="T20" fmla="*/ 0 w 1808"/>
                  <a:gd name="T21" fmla="*/ 0 h 2151"/>
                  <a:gd name="T22" fmla="*/ 0 w 1808"/>
                  <a:gd name="T23" fmla="*/ 0 h 2151"/>
                  <a:gd name="T24" fmla="*/ 0 w 1808"/>
                  <a:gd name="T25" fmla="*/ 0 h 2151"/>
                  <a:gd name="T26" fmla="*/ 0 w 1808"/>
                  <a:gd name="T27" fmla="*/ 0 h 2151"/>
                  <a:gd name="T28" fmla="*/ 0 w 1808"/>
                  <a:gd name="T29" fmla="*/ 0 h 2151"/>
                  <a:gd name="T30" fmla="*/ 0 w 1808"/>
                  <a:gd name="T31" fmla="*/ 0 h 2151"/>
                  <a:gd name="T32" fmla="*/ 0 w 1808"/>
                  <a:gd name="T33" fmla="*/ 0 h 2151"/>
                  <a:gd name="T34" fmla="*/ 0 w 1808"/>
                  <a:gd name="T35" fmla="*/ 0 h 2151"/>
                  <a:gd name="T36" fmla="*/ 0 w 1808"/>
                  <a:gd name="T37" fmla="*/ 0 h 2151"/>
                  <a:gd name="T38" fmla="*/ 0 w 1808"/>
                  <a:gd name="T39" fmla="*/ 0 h 2151"/>
                  <a:gd name="T40" fmla="*/ 0 w 1808"/>
                  <a:gd name="T41" fmla="*/ 0 h 2151"/>
                  <a:gd name="T42" fmla="*/ 0 w 1808"/>
                  <a:gd name="T43" fmla="*/ 0 h 2151"/>
                  <a:gd name="T44" fmla="*/ 0 w 1808"/>
                  <a:gd name="T45" fmla="*/ 0 h 2151"/>
                  <a:gd name="T46" fmla="*/ 0 w 1808"/>
                  <a:gd name="T47" fmla="*/ 0 h 2151"/>
                  <a:gd name="T48" fmla="*/ 0 w 1808"/>
                  <a:gd name="T49" fmla="*/ 0 h 2151"/>
                  <a:gd name="T50" fmla="*/ 0 w 1808"/>
                  <a:gd name="T51" fmla="*/ 0 h 2151"/>
                  <a:gd name="T52" fmla="*/ 0 w 1808"/>
                  <a:gd name="T53" fmla="*/ 0 h 2151"/>
                  <a:gd name="T54" fmla="*/ 0 w 1808"/>
                  <a:gd name="T55" fmla="*/ 0 h 215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08"/>
                  <a:gd name="T85" fmla="*/ 0 h 2151"/>
                  <a:gd name="T86" fmla="*/ 1808 w 1808"/>
                  <a:gd name="T87" fmla="*/ 2151 h 215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08" h="2151">
                    <a:moveTo>
                      <a:pt x="1784" y="591"/>
                    </a:moveTo>
                    <a:lnTo>
                      <a:pt x="1808" y="681"/>
                    </a:lnTo>
                    <a:lnTo>
                      <a:pt x="1803" y="758"/>
                    </a:lnTo>
                    <a:lnTo>
                      <a:pt x="1773" y="877"/>
                    </a:lnTo>
                    <a:lnTo>
                      <a:pt x="1698" y="1052"/>
                    </a:lnTo>
                    <a:lnTo>
                      <a:pt x="1573" y="1178"/>
                    </a:lnTo>
                    <a:lnTo>
                      <a:pt x="1459" y="1701"/>
                    </a:lnTo>
                    <a:lnTo>
                      <a:pt x="1289" y="1884"/>
                    </a:lnTo>
                    <a:lnTo>
                      <a:pt x="1164" y="2022"/>
                    </a:lnTo>
                    <a:lnTo>
                      <a:pt x="1091" y="2133"/>
                    </a:lnTo>
                    <a:lnTo>
                      <a:pt x="1045" y="2151"/>
                    </a:lnTo>
                    <a:lnTo>
                      <a:pt x="835" y="1868"/>
                    </a:lnTo>
                    <a:lnTo>
                      <a:pt x="657" y="1890"/>
                    </a:lnTo>
                    <a:lnTo>
                      <a:pt x="569" y="1890"/>
                    </a:lnTo>
                    <a:lnTo>
                      <a:pt x="512" y="1852"/>
                    </a:lnTo>
                    <a:lnTo>
                      <a:pt x="477" y="1791"/>
                    </a:lnTo>
                    <a:lnTo>
                      <a:pt x="429" y="1628"/>
                    </a:lnTo>
                    <a:lnTo>
                      <a:pt x="289" y="1351"/>
                    </a:lnTo>
                    <a:lnTo>
                      <a:pt x="141" y="1169"/>
                    </a:lnTo>
                    <a:lnTo>
                      <a:pt x="107" y="1022"/>
                    </a:lnTo>
                    <a:lnTo>
                      <a:pt x="76" y="872"/>
                    </a:lnTo>
                    <a:lnTo>
                      <a:pt x="28" y="653"/>
                    </a:lnTo>
                    <a:lnTo>
                      <a:pt x="0" y="353"/>
                    </a:lnTo>
                    <a:lnTo>
                      <a:pt x="24" y="208"/>
                    </a:lnTo>
                    <a:lnTo>
                      <a:pt x="76" y="99"/>
                    </a:lnTo>
                    <a:lnTo>
                      <a:pt x="1324" y="0"/>
                    </a:lnTo>
                    <a:lnTo>
                      <a:pt x="1698" y="433"/>
                    </a:lnTo>
                    <a:lnTo>
                      <a:pt x="1784" y="59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1" name="Freeform 404">
                <a:extLst>
                  <a:ext uri="{FF2B5EF4-FFF2-40B4-BE49-F238E27FC236}">
                    <a16:creationId xmlns:a16="http://schemas.microsoft.com/office/drawing/2014/main" id="{A5352E55-2E2E-CF4D-8AB3-8FE986799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86"/>
                <a:ext cx="19" cy="14"/>
              </a:xfrm>
              <a:custGeom>
                <a:avLst/>
                <a:gdLst>
                  <a:gd name="T0" fmla="*/ 0 w 152"/>
                  <a:gd name="T1" fmla="*/ 0 h 113"/>
                  <a:gd name="T2" fmla="*/ 0 w 152"/>
                  <a:gd name="T3" fmla="*/ 0 h 113"/>
                  <a:gd name="T4" fmla="*/ 0 w 152"/>
                  <a:gd name="T5" fmla="*/ 0 h 113"/>
                  <a:gd name="T6" fmla="*/ 0 w 152"/>
                  <a:gd name="T7" fmla="*/ 0 h 113"/>
                  <a:gd name="T8" fmla="*/ 0 w 152"/>
                  <a:gd name="T9" fmla="*/ 0 h 113"/>
                  <a:gd name="T10" fmla="*/ 0 w 15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"/>
                  <a:gd name="T19" fmla="*/ 0 h 113"/>
                  <a:gd name="T20" fmla="*/ 152 w 152"/>
                  <a:gd name="T21" fmla="*/ 113 h 1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" h="113">
                    <a:moveTo>
                      <a:pt x="0" y="83"/>
                    </a:moveTo>
                    <a:lnTo>
                      <a:pt x="49" y="113"/>
                    </a:lnTo>
                    <a:lnTo>
                      <a:pt x="152" y="79"/>
                    </a:lnTo>
                    <a:lnTo>
                      <a:pt x="152" y="0"/>
                    </a:lnTo>
                    <a:lnTo>
                      <a:pt x="33" y="16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2" name="Freeform 405">
                <a:extLst>
                  <a:ext uri="{FF2B5EF4-FFF2-40B4-BE49-F238E27FC236}">
                    <a16:creationId xmlns:a16="http://schemas.microsoft.com/office/drawing/2014/main" id="{98AD50D3-D98D-414F-ACDE-A09B484A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72"/>
                <a:ext cx="28" cy="10"/>
              </a:xfrm>
              <a:custGeom>
                <a:avLst/>
                <a:gdLst>
                  <a:gd name="T0" fmla="*/ 0 w 231"/>
                  <a:gd name="T1" fmla="*/ 0 h 83"/>
                  <a:gd name="T2" fmla="*/ 0 w 231"/>
                  <a:gd name="T3" fmla="*/ 0 h 83"/>
                  <a:gd name="T4" fmla="*/ 0 w 231"/>
                  <a:gd name="T5" fmla="*/ 0 h 83"/>
                  <a:gd name="T6" fmla="*/ 0 w 231"/>
                  <a:gd name="T7" fmla="*/ 0 h 83"/>
                  <a:gd name="T8" fmla="*/ 0 w 231"/>
                  <a:gd name="T9" fmla="*/ 0 h 83"/>
                  <a:gd name="T10" fmla="*/ 0 w 23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1"/>
                  <a:gd name="T19" fmla="*/ 0 h 83"/>
                  <a:gd name="T20" fmla="*/ 231 w 23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1" h="83">
                    <a:moveTo>
                      <a:pt x="27" y="83"/>
                    </a:moveTo>
                    <a:lnTo>
                      <a:pt x="130" y="74"/>
                    </a:lnTo>
                    <a:lnTo>
                      <a:pt x="231" y="47"/>
                    </a:lnTo>
                    <a:lnTo>
                      <a:pt x="104" y="0"/>
                    </a:lnTo>
                    <a:lnTo>
                      <a:pt x="0" y="0"/>
                    </a:lnTo>
                    <a:lnTo>
                      <a:pt x="27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3" name="Freeform 406">
                <a:extLst>
                  <a:ext uri="{FF2B5EF4-FFF2-40B4-BE49-F238E27FC236}">
                    <a16:creationId xmlns:a16="http://schemas.microsoft.com/office/drawing/2014/main" id="{3974DF33-4B37-8A4C-9D6F-1D9C382CA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446"/>
                <a:ext cx="181" cy="56"/>
              </a:xfrm>
              <a:custGeom>
                <a:avLst/>
                <a:gdLst>
                  <a:gd name="T0" fmla="*/ 0 w 1451"/>
                  <a:gd name="T1" fmla="*/ 0 h 452"/>
                  <a:gd name="T2" fmla="*/ 0 w 1451"/>
                  <a:gd name="T3" fmla="*/ 0 h 452"/>
                  <a:gd name="T4" fmla="*/ 0 w 1451"/>
                  <a:gd name="T5" fmla="*/ 0 h 452"/>
                  <a:gd name="T6" fmla="*/ 0 w 1451"/>
                  <a:gd name="T7" fmla="*/ 0 h 452"/>
                  <a:gd name="T8" fmla="*/ 0 w 1451"/>
                  <a:gd name="T9" fmla="*/ 0 h 452"/>
                  <a:gd name="T10" fmla="*/ 0 w 1451"/>
                  <a:gd name="T11" fmla="*/ 0 h 452"/>
                  <a:gd name="T12" fmla="*/ 0 w 1451"/>
                  <a:gd name="T13" fmla="*/ 0 h 452"/>
                  <a:gd name="T14" fmla="*/ 0 w 1451"/>
                  <a:gd name="T15" fmla="*/ 0 h 452"/>
                  <a:gd name="T16" fmla="*/ 0 w 1451"/>
                  <a:gd name="T17" fmla="*/ 0 h 452"/>
                  <a:gd name="T18" fmla="*/ 0 w 1451"/>
                  <a:gd name="T19" fmla="*/ 0 h 452"/>
                  <a:gd name="T20" fmla="*/ 0 w 1451"/>
                  <a:gd name="T21" fmla="*/ 0 h 452"/>
                  <a:gd name="T22" fmla="*/ 0 w 1451"/>
                  <a:gd name="T23" fmla="*/ 0 h 452"/>
                  <a:gd name="T24" fmla="*/ 0 w 1451"/>
                  <a:gd name="T25" fmla="*/ 0 h 452"/>
                  <a:gd name="T26" fmla="*/ 0 w 1451"/>
                  <a:gd name="T27" fmla="*/ 0 h 452"/>
                  <a:gd name="T28" fmla="*/ 0 w 1451"/>
                  <a:gd name="T29" fmla="*/ 0 h 452"/>
                  <a:gd name="T30" fmla="*/ 0 w 1451"/>
                  <a:gd name="T31" fmla="*/ 0 h 4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51"/>
                  <a:gd name="T49" fmla="*/ 0 h 452"/>
                  <a:gd name="T50" fmla="*/ 1451 w 1451"/>
                  <a:gd name="T51" fmla="*/ 452 h 45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51" h="452">
                    <a:moveTo>
                      <a:pt x="110" y="41"/>
                    </a:moveTo>
                    <a:lnTo>
                      <a:pt x="237" y="0"/>
                    </a:lnTo>
                    <a:lnTo>
                      <a:pt x="603" y="0"/>
                    </a:lnTo>
                    <a:lnTo>
                      <a:pt x="1255" y="165"/>
                    </a:lnTo>
                    <a:lnTo>
                      <a:pt x="1451" y="391"/>
                    </a:lnTo>
                    <a:lnTo>
                      <a:pt x="1134" y="318"/>
                    </a:lnTo>
                    <a:lnTo>
                      <a:pt x="981" y="360"/>
                    </a:lnTo>
                    <a:lnTo>
                      <a:pt x="846" y="424"/>
                    </a:lnTo>
                    <a:lnTo>
                      <a:pt x="647" y="452"/>
                    </a:lnTo>
                    <a:lnTo>
                      <a:pt x="426" y="444"/>
                    </a:lnTo>
                    <a:lnTo>
                      <a:pt x="218" y="391"/>
                    </a:lnTo>
                    <a:lnTo>
                      <a:pt x="68" y="318"/>
                    </a:lnTo>
                    <a:lnTo>
                      <a:pt x="16" y="251"/>
                    </a:lnTo>
                    <a:lnTo>
                      <a:pt x="0" y="186"/>
                    </a:lnTo>
                    <a:lnTo>
                      <a:pt x="4" y="129"/>
                    </a:lnTo>
                    <a:lnTo>
                      <a:pt x="110" y="4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4" name="Freeform 407">
                <a:extLst>
                  <a:ext uri="{FF2B5EF4-FFF2-40B4-BE49-F238E27FC236}">
                    <a16:creationId xmlns:a16="http://schemas.microsoft.com/office/drawing/2014/main" id="{C055EB36-0263-7648-B3CC-991F9142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498"/>
                <a:ext cx="88" cy="78"/>
              </a:xfrm>
              <a:custGeom>
                <a:avLst/>
                <a:gdLst>
                  <a:gd name="T0" fmla="*/ 0 w 700"/>
                  <a:gd name="T1" fmla="*/ 0 h 629"/>
                  <a:gd name="T2" fmla="*/ 0 w 700"/>
                  <a:gd name="T3" fmla="*/ 0 h 629"/>
                  <a:gd name="T4" fmla="*/ 0 w 700"/>
                  <a:gd name="T5" fmla="*/ 0 h 629"/>
                  <a:gd name="T6" fmla="*/ 0 w 700"/>
                  <a:gd name="T7" fmla="*/ 0 h 629"/>
                  <a:gd name="T8" fmla="*/ 0 w 700"/>
                  <a:gd name="T9" fmla="*/ 0 h 629"/>
                  <a:gd name="T10" fmla="*/ 0 w 700"/>
                  <a:gd name="T11" fmla="*/ 0 h 629"/>
                  <a:gd name="T12" fmla="*/ 0 w 700"/>
                  <a:gd name="T13" fmla="*/ 0 h 629"/>
                  <a:gd name="T14" fmla="*/ 0 w 700"/>
                  <a:gd name="T15" fmla="*/ 0 h 629"/>
                  <a:gd name="T16" fmla="*/ 0 w 700"/>
                  <a:gd name="T17" fmla="*/ 0 h 629"/>
                  <a:gd name="T18" fmla="*/ 0 w 700"/>
                  <a:gd name="T19" fmla="*/ 0 h 629"/>
                  <a:gd name="T20" fmla="*/ 0 w 700"/>
                  <a:gd name="T21" fmla="*/ 0 h 629"/>
                  <a:gd name="T22" fmla="*/ 0 w 700"/>
                  <a:gd name="T23" fmla="*/ 0 h 629"/>
                  <a:gd name="T24" fmla="*/ 0 w 700"/>
                  <a:gd name="T25" fmla="*/ 0 h 629"/>
                  <a:gd name="T26" fmla="*/ 0 w 700"/>
                  <a:gd name="T27" fmla="*/ 0 h 629"/>
                  <a:gd name="T28" fmla="*/ 0 w 700"/>
                  <a:gd name="T29" fmla="*/ 0 h 629"/>
                  <a:gd name="T30" fmla="*/ 0 w 700"/>
                  <a:gd name="T31" fmla="*/ 0 h 6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00"/>
                  <a:gd name="T49" fmla="*/ 0 h 629"/>
                  <a:gd name="T50" fmla="*/ 700 w 700"/>
                  <a:gd name="T51" fmla="*/ 629 h 62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00" h="629">
                    <a:moveTo>
                      <a:pt x="666" y="482"/>
                    </a:moveTo>
                    <a:lnTo>
                      <a:pt x="548" y="411"/>
                    </a:lnTo>
                    <a:lnTo>
                      <a:pt x="449" y="405"/>
                    </a:lnTo>
                    <a:lnTo>
                      <a:pt x="392" y="482"/>
                    </a:lnTo>
                    <a:lnTo>
                      <a:pt x="378" y="629"/>
                    </a:lnTo>
                    <a:lnTo>
                      <a:pt x="173" y="604"/>
                    </a:lnTo>
                    <a:lnTo>
                      <a:pt x="182" y="528"/>
                    </a:lnTo>
                    <a:lnTo>
                      <a:pt x="139" y="433"/>
                    </a:lnTo>
                    <a:lnTo>
                      <a:pt x="76" y="374"/>
                    </a:lnTo>
                    <a:lnTo>
                      <a:pt x="36" y="350"/>
                    </a:lnTo>
                    <a:lnTo>
                      <a:pt x="0" y="141"/>
                    </a:lnTo>
                    <a:lnTo>
                      <a:pt x="286" y="0"/>
                    </a:lnTo>
                    <a:lnTo>
                      <a:pt x="588" y="110"/>
                    </a:lnTo>
                    <a:lnTo>
                      <a:pt x="632" y="360"/>
                    </a:lnTo>
                    <a:lnTo>
                      <a:pt x="700" y="447"/>
                    </a:lnTo>
                    <a:lnTo>
                      <a:pt x="666" y="4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5" name="Freeform 408">
                <a:extLst>
                  <a:ext uri="{FF2B5EF4-FFF2-40B4-BE49-F238E27FC236}">
                    <a16:creationId xmlns:a16="http://schemas.microsoft.com/office/drawing/2014/main" id="{C75F4EEA-F83D-704F-BD9A-E4A38F1F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483"/>
                <a:ext cx="97" cy="80"/>
              </a:xfrm>
              <a:custGeom>
                <a:avLst/>
                <a:gdLst>
                  <a:gd name="T0" fmla="*/ 0 w 775"/>
                  <a:gd name="T1" fmla="*/ 0 h 641"/>
                  <a:gd name="T2" fmla="*/ 0 w 775"/>
                  <a:gd name="T3" fmla="*/ 0 h 641"/>
                  <a:gd name="T4" fmla="*/ 0 w 775"/>
                  <a:gd name="T5" fmla="*/ 0 h 641"/>
                  <a:gd name="T6" fmla="*/ 0 w 775"/>
                  <a:gd name="T7" fmla="*/ 0 h 641"/>
                  <a:gd name="T8" fmla="*/ 0 w 775"/>
                  <a:gd name="T9" fmla="*/ 0 h 641"/>
                  <a:gd name="T10" fmla="*/ 0 w 775"/>
                  <a:gd name="T11" fmla="*/ 0 h 641"/>
                  <a:gd name="T12" fmla="*/ 0 w 775"/>
                  <a:gd name="T13" fmla="*/ 0 h 641"/>
                  <a:gd name="T14" fmla="*/ 0 w 775"/>
                  <a:gd name="T15" fmla="*/ 0 h 641"/>
                  <a:gd name="T16" fmla="*/ 0 w 775"/>
                  <a:gd name="T17" fmla="*/ 0 h 641"/>
                  <a:gd name="T18" fmla="*/ 0 w 775"/>
                  <a:gd name="T19" fmla="*/ 0 h 641"/>
                  <a:gd name="T20" fmla="*/ 0 w 775"/>
                  <a:gd name="T21" fmla="*/ 0 h 641"/>
                  <a:gd name="T22" fmla="*/ 0 w 775"/>
                  <a:gd name="T23" fmla="*/ 0 h 641"/>
                  <a:gd name="T24" fmla="*/ 0 w 775"/>
                  <a:gd name="T25" fmla="*/ 0 h 641"/>
                  <a:gd name="T26" fmla="*/ 0 w 775"/>
                  <a:gd name="T27" fmla="*/ 0 h 641"/>
                  <a:gd name="T28" fmla="*/ 0 w 775"/>
                  <a:gd name="T29" fmla="*/ 0 h 641"/>
                  <a:gd name="T30" fmla="*/ 0 w 775"/>
                  <a:gd name="T31" fmla="*/ 0 h 641"/>
                  <a:gd name="T32" fmla="*/ 0 w 775"/>
                  <a:gd name="T33" fmla="*/ 0 h 641"/>
                  <a:gd name="T34" fmla="*/ 0 w 775"/>
                  <a:gd name="T35" fmla="*/ 0 h 641"/>
                  <a:gd name="T36" fmla="*/ 0 w 775"/>
                  <a:gd name="T37" fmla="*/ 0 h 641"/>
                  <a:gd name="T38" fmla="*/ 0 w 775"/>
                  <a:gd name="T39" fmla="*/ 0 h 641"/>
                  <a:gd name="T40" fmla="*/ 0 w 775"/>
                  <a:gd name="T41" fmla="*/ 0 h 641"/>
                  <a:gd name="T42" fmla="*/ 0 w 775"/>
                  <a:gd name="T43" fmla="*/ 0 h 641"/>
                  <a:gd name="T44" fmla="*/ 0 w 775"/>
                  <a:gd name="T45" fmla="*/ 0 h 641"/>
                  <a:gd name="T46" fmla="*/ 0 w 775"/>
                  <a:gd name="T47" fmla="*/ 0 h 641"/>
                  <a:gd name="T48" fmla="*/ 0 w 775"/>
                  <a:gd name="T49" fmla="*/ 0 h 641"/>
                  <a:gd name="T50" fmla="*/ 0 w 775"/>
                  <a:gd name="T51" fmla="*/ 0 h 641"/>
                  <a:gd name="T52" fmla="*/ 0 w 775"/>
                  <a:gd name="T53" fmla="*/ 0 h 641"/>
                  <a:gd name="T54" fmla="*/ 0 w 775"/>
                  <a:gd name="T55" fmla="*/ 0 h 641"/>
                  <a:gd name="T56" fmla="*/ 0 w 775"/>
                  <a:gd name="T57" fmla="*/ 0 h 641"/>
                  <a:gd name="T58" fmla="*/ 0 w 775"/>
                  <a:gd name="T59" fmla="*/ 0 h 641"/>
                  <a:gd name="T60" fmla="*/ 0 w 775"/>
                  <a:gd name="T61" fmla="*/ 0 h 641"/>
                  <a:gd name="T62" fmla="*/ 0 w 775"/>
                  <a:gd name="T63" fmla="*/ 0 h 641"/>
                  <a:gd name="T64" fmla="*/ 0 w 775"/>
                  <a:gd name="T65" fmla="*/ 0 h 641"/>
                  <a:gd name="T66" fmla="*/ 0 w 775"/>
                  <a:gd name="T67" fmla="*/ 0 h 641"/>
                  <a:gd name="T68" fmla="*/ 0 w 775"/>
                  <a:gd name="T69" fmla="*/ 0 h 641"/>
                  <a:gd name="T70" fmla="*/ 0 w 775"/>
                  <a:gd name="T71" fmla="*/ 0 h 641"/>
                  <a:gd name="T72" fmla="*/ 0 w 775"/>
                  <a:gd name="T73" fmla="*/ 0 h 641"/>
                  <a:gd name="T74" fmla="*/ 0 w 775"/>
                  <a:gd name="T75" fmla="*/ 0 h 641"/>
                  <a:gd name="T76" fmla="*/ 0 w 775"/>
                  <a:gd name="T77" fmla="*/ 0 h 641"/>
                  <a:gd name="T78" fmla="*/ 0 w 775"/>
                  <a:gd name="T79" fmla="*/ 0 h 641"/>
                  <a:gd name="T80" fmla="*/ 0 w 775"/>
                  <a:gd name="T81" fmla="*/ 0 h 641"/>
                  <a:gd name="T82" fmla="*/ 0 w 775"/>
                  <a:gd name="T83" fmla="*/ 0 h 641"/>
                  <a:gd name="T84" fmla="*/ 0 w 775"/>
                  <a:gd name="T85" fmla="*/ 0 h 64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75"/>
                  <a:gd name="T130" fmla="*/ 0 h 641"/>
                  <a:gd name="T131" fmla="*/ 775 w 775"/>
                  <a:gd name="T132" fmla="*/ 641 h 64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75" h="641">
                    <a:moveTo>
                      <a:pt x="747" y="575"/>
                    </a:moveTo>
                    <a:lnTo>
                      <a:pt x="701" y="518"/>
                    </a:lnTo>
                    <a:lnTo>
                      <a:pt x="643" y="461"/>
                    </a:lnTo>
                    <a:lnTo>
                      <a:pt x="608" y="397"/>
                    </a:lnTo>
                    <a:lnTo>
                      <a:pt x="617" y="309"/>
                    </a:lnTo>
                    <a:lnTo>
                      <a:pt x="586" y="261"/>
                    </a:lnTo>
                    <a:lnTo>
                      <a:pt x="530" y="230"/>
                    </a:lnTo>
                    <a:lnTo>
                      <a:pt x="496" y="226"/>
                    </a:lnTo>
                    <a:lnTo>
                      <a:pt x="440" y="230"/>
                    </a:lnTo>
                    <a:lnTo>
                      <a:pt x="488" y="316"/>
                    </a:lnTo>
                    <a:lnTo>
                      <a:pt x="571" y="397"/>
                    </a:lnTo>
                    <a:lnTo>
                      <a:pt x="440" y="316"/>
                    </a:lnTo>
                    <a:lnTo>
                      <a:pt x="343" y="274"/>
                    </a:lnTo>
                    <a:lnTo>
                      <a:pt x="242" y="283"/>
                    </a:lnTo>
                    <a:lnTo>
                      <a:pt x="161" y="288"/>
                    </a:lnTo>
                    <a:lnTo>
                      <a:pt x="118" y="300"/>
                    </a:lnTo>
                    <a:lnTo>
                      <a:pt x="152" y="371"/>
                    </a:lnTo>
                    <a:lnTo>
                      <a:pt x="320" y="378"/>
                    </a:lnTo>
                    <a:lnTo>
                      <a:pt x="454" y="447"/>
                    </a:lnTo>
                    <a:lnTo>
                      <a:pt x="336" y="447"/>
                    </a:lnTo>
                    <a:lnTo>
                      <a:pt x="384" y="518"/>
                    </a:lnTo>
                    <a:lnTo>
                      <a:pt x="413" y="602"/>
                    </a:lnTo>
                    <a:lnTo>
                      <a:pt x="378" y="641"/>
                    </a:lnTo>
                    <a:lnTo>
                      <a:pt x="274" y="586"/>
                    </a:lnTo>
                    <a:lnTo>
                      <a:pt x="182" y="542"/>
                    </a:lnTo>
                    <a:lnTo>
                      <a:pt x="161" y="503"/>
                    </a:lnTo>
                    <a:lnTo>
                      <a:pt x="90" y="480"/>
                    </a:lnTo>
                    <a:lnTo>
                      <a:pt x="57" y="378"/>
                    </a:lnTo>
                    <a:lnTo>
                      <a:pt x="48" y="239"/>
                    </a:lnTo>
                    <a:lnTo>
                      <a:pt x="23" y="191"/>
                    </a:lnTo>
                    <a:lnTo>
                      <a:pt x="39" y="136"/>
                    </a:lnTo>
                    <a:lnTo>
                      <a:pt x="0" y="127"/>
                    </a:lnTo>
                    <a:lnTo>
                      <a:pt x="48" y="78"/>
                    </a:lnTo>
                    <a:lnTo>
                      <a:pt x="175" y="63"/>
                    </a:lnTo>
                    <a:lnTo>
                      <a:pt x="343" y="85"/>
                    </a:lnTo>
                    <a:lnTo>
                      <a:pt x="518" y="0"/>
                    </a:lnTo>
                    <a:lnTo>
                      <a:pt x="622" y="94"/>
                    </a:lnTo>
                    <a:lnTo>
                      <a:pt x="678" y="182"/>
                    </a:lnTo>
                    <a:lnTo>
                      <a:pt x="692" y="274"/>
                    </a:lnTo>
                    <a:lnTo>
                      <a:pt x="701" y="406"/>
                    </a:lnTo>
                    <a:lnTo>
                      <a:pt x="705" y="489"/>
                    </a:lnTo>
                    <a:lnTo>
                      <a:pt x="775" y="595"/>
                    </a:lnTo>
                    <a:lnTo>
                      <a:pt x="747" y="57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6" name="Freeform 409">
                <a:extLst>
                  <a:ext uri="{FF2B5EF4-FFF2-40B4-BE49-F238E27FC236}">
                    <a16:creationId xmlns:a16="http://schemas.microsoft.com/office/drawing/2014/main" id="{C1C1304C-915A-924E-B4A7-8F716BEE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587"/>
                <a:ext cx="540" cy="400"/>
              </a:xfrm>
              <a:custGeom>
                <a:avLst/>
                <a:gdLst>
                  <a:gd name="T0" fmla="*/ 0 w 4318"/>
                  <a:gd name="T1" fmla="*/ 0 h 3200"/>
                  <a:gd name="T2" fmla="*/ 0 w 4318"/>
                  <a:gd name="T3" fmla="*/ 0 h 3200"/>
                  <a:gd name="T4" fmla="*/ 0 w 4318"/>
                  <a:gd name="T5" fmla="*/ 0 h 3200"/>
                  <a:gd name="T6" fmla="*/ 0 w 4318"/>
                  <a:gd name="T7" fmla="*/ 0 h 3200"/>
                  <a:gd name="T8" fmla="*/ 0 w 4318"/>
                  <a:gd name="T9" fmla="*/ 0 h 3200"/>
                  <a:gd name="T10" fmla="*/ 0 w 4318"/>
                  <a:gd name="T11" fmla="*/ 0 h 3200"/>
                  <a:gd name="T12" fmla="*/ 0 w 4318"/>
                  <a:gd name="T13" fmla="*/ 0 h 3200"/>
                  <a:gd name="T14" fmla="*/ 0 w 4318"/>
                  <a:gd name="T15" fmla="*/ 0 h 3200"/>
                  <a:gd name="T16" fmla="*/ 0 w 4318"/>
                  <a:gd name="T17" fmla="*/ 0 h 3200"/>
                  <a:gd name="T18" fmla="*/ 0 w 4318"/>
                  <a:gd name="T19" fmla="*/ 0 h 3200"/>
                  <a:gd name="T20" fmla="*/ 0 w 4318"/>
                  <a:gd name="T21" fmla="*/ 0 h 3200"/>
                  <a:gd name="T22" fmla="*/ 0 w 4318"/>
                  <a:gd name="T23" fmla="*/ 0 h 3200"/>
                  <a:gd name="T24" fmla="*/ 0 w 4318"/>
                  <a:gd name="T25" fmla="*/ 0 h 3200"/>
                  <a:gd name="T26" fmla="*/ 0 w 4318"/>
                  <a:gd name="T27" fmla="*/ 0 h 3200"/>
                  <a:gd name="T28" fmla="*/ 0 w 4318"/>
                  <a:gd name="T29" fmla="*/ 0 h 3200"/>
                  <a:gd name="T30" fmla="*/ 0 w 4318"/>
                  <a:gd name="T31" fmla="*/ 0 h 3200"/>
                  <a:gd name="T32" fmla="*/ 0 w 4318"/>
                  <a:gd name="T33" fmla="*/ 0 h 3200"/>
                  <a:gd name="T34" fmla="*/ 0 w 4318"/>
                  <a:gd name="T35" fmla="*/ 0 h 3200"/>
                  <a:gd name="T36" fmla="*/ 0 w 4318"/>
                  <a:gd name="T37" fmla="*/ 0 h 3200"/>
                  <a:gd name="T38" fmla="*/ 0 w 4318"/>
                  <a:gd name="T39" fmla="*/ 0 h 3200"/>
                  <a:gd name="T40" fmla="*/ 0 w 4318"/>
                  <a:gd name="T41" fmla="*/ 0 h 3200"/>
                  <a:gd name="T42" fmla="*/ 0 w 4318"/>
                  <a:gd name="T43" fmla="*/ 0 h 3200"/>
                  <a:gd name="T44" fmla="*/ 0 w 4318"/>
                  <a:gd name="T45" fmla="*/ 0 h 3200"/>
                  <a:gd name="T46" fmla="*/ 0 w 4318"/>
                  <a:gd name="T47" fmla="*/ 0 h 3200"/>
                  <a:gd name="T48" fmla="*/ 0 w 4318"/>
                  <a:gd name="T49" fmla="*/ 0 h 3200"/>
                  <a:gd name="T50" fmla="*/ 0 w 4318"/>
                  <a:gd name="T51" fmla="*/ 0 h 3200"/>
                  <a:gd name="T52" fmla="*/ 0 w 4318"/>
                  <a:gd name="T53" fmla="*/ 0 h 3200"/>
                  <a:gd name="T54" fmla="*/ 0 w 4318"/>
                  <a:gd name="T55" fmla="*/ 0 h 3200"/>
                  <a:gd name="T56" fmla="*/ 0 w 4318"/>
                  <a:gd name="T57" fmla="*/ 0 h 3200"/>
                  <a:gd name="T58" fmla="*/ 0 w 4318"/>
                  <a:gd name="T59" fmla="*/ 0 h 3200"/>
                  <a:gd name="T60" fmla="*/ 0 w 4318"/>
                  <a:gd name="T61" fmla="*/ 0 h 3200"/>
                  <a:gd name="T62" fmla="*/ 0 w 4318"/>
                  <a:gd name="T63" fmla="*/ 0 h 3200"/>
                  <a:gd name="T64" fmla="*/ 0 w 4318"/>
                  <a:gd name="T65" fmla="*/ 0 h 3200"/>
                  <a:gd name="T66" fmla="*/ 0 w 4318"/>
                  <a:gd name="T67" fmla="*/ 0 h 3200"/>
                  <a:gd name="T68" fmla="*/ 0 w 4318"/>
                  <a:gd name="T69" fmla="*/ 0 h 3200"/>
                  <a:gd name="T70" fmla="*/ 0 w 4318"/>
                  <a:gd name="T71" fmla="*/ 0 h 3200"/>
                  <a:gd name="T72" fmla="*/ 0 w 4318"/>
                  <a:gd name="T73" fmla="*/ 0 h 3200"/>
                  <a:gd name="T74" fmla="*/ 0 w 4318"/>
                  <a:gd name="T75" fmla="*/ 0 h 3200"/>
                  <a:gd name="T76" fmla="*/ 0 w 4318"/>
                  <a:gd name="T77" fmla="*/ 0 h 3200"/>
                  <a:gd name="T78" fmla="*/ 0 w 4318"/>
                  <a:gd name="T79" fmla="*/ 0 h 3200"/>
                  <a:gd name="T80" fmla="*/ 0 w 4318"/>
                  <a:gd name="T81" fmla="*/ 0 h 3200"/>
                  <a:gd name="T82" fmla="*/ 0 w 4318"/>
                  <a:gd name="T83" fmla="*/ 0 h 3200"/>
                  <a:gd name="T84" fmla="*/ 0 w 4318"/>
                  <a:gd name="T85" fmla="*/ 0 h 3200"/>
                  <a:gd name="T86" fmla="*/ 0 w 4318"/>
                  <a:gd name="T87" fmla="*/ 0 h 3200"/>
                  <a:gd name="T88" fmla="*/ 0 w 4318"/>
                  <a:gd name="T89" fmla="*/ 0 h 3200"/>
                  <a:gd name="T90" fmla="*/ 0 w 4318"/>
                  <a:gd name="T91" fmla="*/ 0 h 3200"/>
                  <a:gd name="T92" fmla="*/ 0 w 4318"/>
                  <a:gd name="T93" fmla="*/ 0 h 3200"/>
                  <a:gd name="T94" fmla="*/ 0 w 4318"/>
                  <a:gd name="T95" fmla="*/ 0 h 3200"/>
                  <a:gd name="T96" fmla="*/ 0 w 4318"/>
                  <a:gd name="T97" fmla="*/ 0 h 3200"/>
                  <a:gd name="T98" fmla="*/ 0 w 4318"/>
                  <a:gd name="T99" fmla="*/ 0 h 3200"/>
                  <a:gd name="T100" fmla="*/ 0 w 4318"/>
                  <a:gd name="T101" fmla="*/ 0 h 3200"/>
                  <a:gd name="T102" fmla="*/ 0 w 4318"/>
                  <a:gd name="T103" fmla="*/ 0 h 3200"/>
                  <a:gd name="T104" fmla="*/ 0 w 4318"/>
                  <a:gd name="T105" fmla="*/ 0 h 320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318"/>
                  <a:gd name="T160" fmla="*/ 0 h 3200"/>
                  <a:gd name="T161" fmla="*/ 4318 w 4318"/>
                  <a:gd name="T162" fmla="*/ 3200 h 320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318" h="3200">
                    <a:moveTo>
                      <a:pt x="4072" y="2092"/>
                    </a:moveTo>
                    <a:lnTo>
                      <a:pt x="4095" y="1897"/>
                    </a:lnTo>
                    <a:lnTo>
                      <a:pt x="4208" y="1706"/>
                    </a:lnTo>
                    <a:lnTo>
                      <a:pt x="4318" y="1345"/>
                    </a:lnTo>
                    <a:lnTo>
                      <a:pt x="4249" y="1246"/>
                    </a:lnTo>
                    <a:lnTo>
                      <a:pt x="4090" y="1246"/>
                    </a:lnTo>
                    <a:lnTo>
                      <a:pt x="3986" y="1086"/>
                    </a:lnTo>
                    <a:lnTo>
                      <a:pt x="3929" y="1035"/>
                    </a:lnTo>
                    <a:lnTo>
                      <a:pt x="3909" y="1035"/>
                    </a:lnTo>
                    <a:lnTo>
                      <a:pt x="3808" y="1057"/>
                    </a:lnTo>
                    <a:lnTo>
                      <a:pt x="3498" y="561"/>
                    </a:lnTo>
                    <a:lnTo>
                      <a:pt x="3329" y="459"/>
                    </a:lnTo>
                    <a:lnTo>
                      <a:pt x="3087" y="139"/>
                    </a:lnTo>
                    <a:lnTo>
                      <a:pt x="2935" y="99"/>
                    </a:lnTo>
                    <a:lnTo>
                      <a:pt x="2834" y="132"/>
                    </a:lnTo>
                    <a:lnTo>
                      <a:pt x="2723" y="113"/>
                    </a:lnTo>
                    <a:lnTo>
                      <a:pt x="2615" y="148"/>
                    </a:lnTo>
                    <a:lnTo>
                      <a:pt x="2327" y="180"/>
                    </a:lnTo>
                    <a:lnTo>
                      <a:pt x="2237" y="148"/>
                    </a:lnTo>
                    <a:lnTo>
                      <a:pt x="2126" y="189"/>
                    </a:lnTo>
                    <a:lnTo>
                      <a:pt x="2057" y="113"/>
                    </a:lnTo>
                    <a:lnTo>
                      <a:pt x="1973" y="31"/>
                    </a:lnTo>
                    <a:lnTo>
                      <a:pt x="1914" y="0"/>
                    </a:lnTo>
                    <a:lnTo>
                      <a:pt x="1232" y="249"/>
                    </a:lnTo>
                    <a:lnTo>
                      <a:pt x="1171" y="420"/>
                    </a:lnTo>
                    <a:lnTo>
                      <a:pt x="853" y="589"/>
                    </a:lnTo>
                    <a:lnTo>
                      <a:pt x="632" y="627"/>
                    </a:lnTo>
                    <a:lnTo>
                      <a:pt x="441" y="807"/>
                    </a:lnTo>
                    <a:lnTo>
                      <a:pt x="413" y="910"/>
                    </a:lnTo>
                    <a:lnTo>
                      <a:pt x="371" y="1015"/>
                    </a:lnTo>
                    <a:lnTo>
                      <a:pt x="259" y="1356"/>
                    </a:lnTo>
                    <a:lnTo>
                      <a:pt x="210" y="1624"/>
                    </a:lnTo>
                    <a:lnTo>
                      <a:pt x="270" y="1854"/>
                    </a:lnTo>
                    <a:lnTo>
                      <a:pt x="180" y="2075"/>
                    </a:lnTo>
                    <a:lnTo>
                      <a:pt x="90" y="2103"/>
                    </a:lnTo>
                    <a:lnTo>
                      <a:pt x="0" y="2193"/>
                    </a:lnTo>
                    <a:lnTo>
                      <a:pt x="191" y="2792"/>
                    </a:lnTo>
                    <a:lnTo>
                      <a:pt x="399" y="2861"/>
                    </a:lnTo>
                    <a:lnTo>
                      <a:pt x="761" y="2613"/>
                    </a:lnTo>
                    <a:lnTo>
                      <a:pt x="1042" y="1945"/>
                    </a:lnTo>
                    <a:lnTo>
                      <a:pt x="1211" y="2262"/>
                    </a:lnTo>
                    <a:lnTo>
                      <a:pt x="1303" y="2771"/>
                    </a:lnTo>
                    <a:lnTo>
                      <a:pt x="1232" y="2903"/>
                    </a:lnTo>
                    <a:lnTo>
                      <a:pt x="1204" y="3129"/>
                    </a:lnTo>
                    <a:lnTo>
                      <a:pt x="1261" y="3200"/>
                    </a:lnTo>
                    <a:lnTo>
                      <a:pt x="3408" y="2892"/>
                    </a:lnTo>
                    <a:lnTo>
                      <a:pt x="3355" y="1517"/>
                    </a:lnTo>
                    <a:lnTo>
                      <a:pt x="3569" y="1695"/>
                    </a:lnTo>
                    <a:lnTo>
                      <a:pt x="3707" y="1714"/>
                    </a:lnTo>
                    <a:lnTo>
                      <a:pt x="3777" y="1846"/>
                    </a:lnTo>
                    <a:lnTo>
                      <a:pt x="3938" y="1854"/>
                    </a:lnTo>
                    <a:lnTo>
                      <a:pt x="4028" y="1994"/>
                    </a:lnTo>
                    <a:lnTo>
                      <a:pt x="4072" y="20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7" name="Freeform 410">
                <a:extLst>
                  <a:ext uri="{FF2B5EF4-FFF2-40B4-BE49-F238E27FC236}">
                    <a16:creationId xmlns:a16="http://schemas.microsoft.com/office/drawing/2014/main" id="{FFC4C54B-92E8-1545-8009-0C959923A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939"/>
                <a:ext cx="50" cy="35"/>
              </a:xfrm>
              <a:custGeom>
                <a:avLst/>
                <a:gdLst>
                  <a:gd name="T0" fmla="*/ 0 w 400"/>
                  <a:gd name="T1" fmla="*/ 0 h 279"/>
                  <a:gd name="T2" fmla="*/ 0 w 400"/>
                  <a:gd name="T3" fmla="*/ 0 h 279"/>
                  <a:gd name="T4" fmla="*/ 0 w 400"/>
                  <a:gd name="T5" fmla="*/ 0 h 279"/>
                  <a:gd name="T6" fmla="*/ 0 w 400"/>
                  <a:gd name="T7" fmla="*/ 0 h 279"/>
                  <a:gd name="T8" fmla="*/ 0 w 400"/>
                  <a:gd name="T9" fmla="*/ 0 h 279"/>
                  <a:gd name="T10" fmla="*/ 0 w 400"/>
                  <a:gd name="T11" fmla="*/ 0 h 279"/>
                  <a:gd name="T12" fmla="*/ 0 w 400"/>
                  <a:gd name="T13" fmla="*/ 0 h 279"/>
                  <a:gd name="T14" fmla="*/ 0 w 400"/>
                  <a:gd name="T15" fmla="*/ 0 h 279"/>
                  <a:gd name="T16" fmla="*/ 0 w 400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0"/>
                  <a:gd name="T28" fmla="*/ 0 h 279"/>
                  <a:gd name="T29" fmla="*/ 400 w 400"/>
                  <a:gd name="T30" fmla="*/ 279 h 2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0" h="279">
                    <a:moveTo>
                      <a:pt x="279" y="0"/>
                    </a:moveTo>
                    <a:lnTo>
                      <a:pt x="130" y="0"/>
                    </a:lnTo>
                    <a:lnTo>
                      <a:pt x="8" y="83"/>
                    </a:lnTo>
                    <a:lnTo>
                      <a:pt x="0" y="242"/>
                    </a:lnTo>
                    <a:lnTo>
                      <a:pt x="40" y="279"/>
                    </a:lnTo>
                    <a:lnTo>
                      <a:pt x="391" y="210"/>
                    </a:lnTo>
                    <a:lnTo>
                      <a:pt x="400" y="162"/>
                    </a:lnTo>
                    <a:lnTo>
                      <a:pt x="349" y="30"/>
                    </a:lnTo>
                    <a:lnTo>
                      <a:pt x="279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8" name="Freeform 411">
                <a:extLst>
                  <a:ext uri="{FF2B5EF4-FFF2-40B4-BE49-F238E27FC236}">
                    <a16:creationId xmlns:a16="http://schemas.microsoft.com/office/drawing/2014/main" id="{66EC22C4-6CDF-E945-B875-5D7816372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06"/>
                <a:ext cx="28" cy="123"/>
              </a:xfrm>
              <a:custGeom>
                <a:avLst/>
                <a:gdLst>
                  <a:gd name="T0" fmla="*/ 0 w 231"/>
                  <a:gd name="T1" fmla="*/ 0 h 977"/>
                  <a:gd name="T2" fmla="*/ 0 w 231"/>
                  <a:gd name="T3" fmla="*/ 0 h 977"/>
                  <a:gd name="T4" fmla="*/ 0 w 231"/>
                  <a:gd name="T5" fmla="*/ 0 h 977"/>
                  <a:gd name="T6" fmla="*/ 0 w 231"/>
                  <a:gd name="T7" fmla="*/ 0 h 977"/>
                  <a:gd name="T8" fmla="*/ 0 w 231"/>
                  <a:gd name="T9" fmla="*/ 0 h 977"/>
                  <a:gd name="T10" fmla="*/ 0 w 231"/>
                  <a:gd name="T11" fmla="*/ 0 h 977"/>
                  <a:gd name="T12" fmla="*/ 0 w 231"/>
                  <a:gd name="T13" fmla="*/ 0 h 977"/>
                  <a:gd name="T14" fmla="*/ 0 w 231"/>
                  <a:gd name="T15" fmla="*/ 0 h 977"/>
                  <a:gd name="T16" fmla="*/ 0 w 231"/>
                  <a:gd name="T17" fmla="*/ 0 h 977"/>
                  <a:gd name="T18" fmla="*/ 0 w 231"/>
                  <a:gd name="T19" fmla="*/ 0 h 9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1"/>
                  <a:gd name="T31" fmla="*/ 0 h 977"/>
                  <a:gd name="T32" fmla="*/ 231 w 231"/>
                  <a:gd name="T33" fmla="*/ 977 h 9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1" h="977">
                    <a:moveTo>
                      <a:pt x="183" y="0"/>
                    </a:moveTo>
                    <a:lnTo>
                      <a:pt x="183" y="283"/>
                    </a:lnTo>
                    <a:lnTo>
                      <a:pt x="231" y="659"/>
                    </a:lnTo>
                    <a:lnTo>
                      <a:pt x="90" y="648"/>
                    </a:lnTo>
                    <a:lnTo>
                      <a:pt x="210" y="856"/>
                    </a:lnTo>
                    <a:lnTo>
                      <a:pt x="148" y="977"/>
                    </a:lnTo>
                    <a:lnTo>
                      <a:pt x="0" y="687"/>
                    </a:lnTo>
                    <a:lnTo>
                      <a:pt x="0" y="560"/>
                    </a:lnTo>
                    <a:lnTo>
                      <a:pt x="130" y="129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19" name="Freeform 412">
                <a:extLst>
                  <a:ext uri="{FF2B5EF4-FFF2-40B4-BE49-F238E27FC236}">
                    <a16:creationId xmlns:a16="http://schemas.microsoft.com/office/drawing/2014/main" id="{B29BAD93-5093-2949-9CD5-46256F00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56"/>
                <a:ext cx="126" cy="187"/>
              </a:xfrm>
              <a:custGeom>
                <a:avLst/>
                <a:gdLst>
                  <a:gd name="T0" fmla="*/ 0 w 1008"/>
                  <a:gd name="T1" fmla="*/ 0 h 1494"/>
                  <a:gd name="T2" fmla="*/ 0 w 1008"/>
                  <a:gd name="T3" fmla="*/ 0 h 1494"/>
                  <a:gd name="T4" fmla="*/ 0 w 1008"/>
                  <a:gd name="T5" fmla="*/ 0 h 1494"/>
                  <a:gd name="T6" fmla="*/ 0 w 1008"/>
                  <a:gd name="T7" fmla="*/ 0 h 1494"/>
                  <a:gd name="T8" fmla="*/ 0 w 1008"/>
                  <a:gd name="T9" fmla="*/ 0 h 1494"/>
                  <a:gd name="T10" fmla="*/ 0 w 1008"/>
                  <a:gd name="T11" fmla="*/ 0 h 1494"/>
                  <a:gd name="T12" fmla="*/ 0 w 1008"/>
                  <a:gd name="T13" fmla="*/ 0 h 1494"/>
                  <a:gd name="T14" fmla="*/ 0 w 1008"/>
                  <a:gd name="T15" fmla="*/ 0 h 1494"/>
                  <a:gd name="T16" fmla="*/ 0 w 1008"/>
                  <a:gd name="T17" fmla="*/ 0 h 1494"/>
                  <a:gd name="T18" fmla="*/ 0 w 1008"/>
                  <a:gd name="T19" fmla="*/ 0 h 1494"/>
                  <a:gd name="T20" fmla="*/ 0 w 1008"/>
                  <a:gd name="T21" fmla="*/ 0 h 1494"/>
                  <a:gd name="T22" fmla="*/ 0 w 1008"/>
                  <a:gd name="T23" fmla="*/ 0 h 1494"/>
                  <a:gd name="T24" fmla="*/ 0 w 1008"/>
                  <a:gd name="T25" fmla="*/ 0 h 1494"/>
                  <a:gd name="T26" fmla="*/ 0 w 1008"/>
                  <a:gd name="T27" fmla="*/ 0 h 1494"/>
                  <a:gd name="T28" fmla="*/ 0 w 1008"/>
                  <a:gd name="T29" fmla="*/ 0 h 1494"/>
                  <a:gd name="T30" fmla="*/ 0 w 1008"/>
                  <a:gd name="T31" fmla="*/ 0 h 1494"/>
                  <a:gd name="T32" fmla="*/ 0 w 1008"/>
                  <a:gd name="T33" fmla="*/ 0 h 1494"/>
                  <a:gd name="T34" fmla="*/ 0 w 1008"/>
                  <a:gd name="T35" fmla="*/ 0 h 1494"/>
                  <a:gd name="T36" fmla="*/ 0 w 1008"/>
                  <a:gd name="T37" fmla="*/ 0 h 1494"/>
                  <a:gd name="T38" fmla="*/ 0 w 1008"/>
                  <a:gd name="T39" fmla="*/ 0 h 1494"/>
                  <a:gd name="T40" fmla="*/ 0 w 1008"/>
                  <a:gd name="T41" fmla="*/ 0 h 1494"/>
                  <a:gd name="T42" fmla="*/ 0 w 1008"/>
                  <a:gd name="T43" fmla="*/ 0 h 1494"/>
                  <a:gd name="T44" fmla="*/ 0 w 1008"/>
                  <a:gd name="T45" fmla="*/ 0 h 1494"/>
                  <a:gd name="T46" fmla="*/ 0 w 1008"/>
                  <a:gd name="T47" fmla="*/ 0 h 1494"/>
                  <a:gd name="T48" fmla="*/ 0 w 1008"/>
                  <a:gd name="T49" fmla="*/ 0 h 14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08"/>
                  <a:gd name="T76" fmla="*/ 0 h 1494"/>
                  <a:gd name="T77" fmla="*/ 1008 w 1008"/>
                  <a:gd name="T78" fmla="*/ 1494 h 14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08" h="1494">
                    <a:moveTo>
                      <a:pt x="0" y="778"/>
                    </a:moveTo>
                    <a:lnTo>
                      <a:pt x="28" y="837"/>
                    </a:lnTo>
                    <a:lnTo>
                      <a:pt x="28" y="975"/>
                    </a:lnTo>
                    <a:lnTo>
                      <a:pt x="99" y="1156"/>
                    </a:lnTo>
                    <a:lnTo>
                      <a:pt x="159" y="1048"/>
                    </a:lnTo>
                    <a:lnTo>
                      <a:pt x="281" y="1305"/>
                    </a:lnTo>
                    <a:lnTo>
                      <a:pt x="120" y="1378"/>
                    </a:lnTo>
                    <a:lnTo>
                      <a:pt x="342" y="1494"/>
                    </a:lnTo>
                    <a:lnTo>
                      <a:pt x="648" y="1385"/>
                    </a:lnTo>
                    <a:lnTo>
                      <a:pt x="839" y="1057"/>
                    </a:lnTo>
                    <a:lnTo>
                      <a:pt x="883" y="820"/>
                    </a:lnTo>
                    <a:lnTo>
                      <a:pt x="911" y="589"/>
                    </a:lnTo>
                    <a:lnTo>
                      <a:pt x="1008" y="310"/>
                    </a:lnTo>
                    <a:lnTo>
                      <a:pt x="869" y="30"/>
                    </a:lnTo>
                    <a:lnTo>
                      <a:pt x="812" y="0"/>
                    </a:lnTo>
                    <a:lnTo>
                      <a:pt x="710" y="279"/>
                    </a:lnTo>
                    <a:lnTo>
                      <a:pt x="779" y="350"/>
                    </a:lnTo>
                    <a:lnTo>
                      <a:pt x="890" y="400"/>
                    </a:lnTo>
                    <a:lnTo>
                      <a:pt x="770" y="679"/>
                    </a:lnTo>
                    <a:lnTo>
                      <a:pt x="770" y="848"/>
                    </a:lnTo>
                    <a:lnTo>
                      <a:pt x="648" y="1026"/>
                    </a:lnTo>
                    <a:lnTo>
                      <a:pt x="438" y="1057"/>
                    </a:lnTo>
                    <a:lnTo>
                      <a:pt x="307" y="589"/>
                    </a:lnTo>
                    <a:lnTo>
                      <a:pt x="69" y="73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0" name="Freeform 413">
                <a:extLst>
                  <a:ext uri="{FF2B5EF4-FFF2-40B4-BE49-F238E27FC236}">
                    <a16:creationId xmlns:a16="http://schemas.microsoft.com/office/drawing/2014/main" id="{01D1F613-DBA8-5A4E-95CA-ED668392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46"/>
                <a:ext cx="295" cy="343"/>
              </a:xfrm>
              <a:custGeom>
                <a:avLst/>
                <a:gdLst>
                  <a:gd name="T0" fmla="*/ 0 w 2355"/>
                  <a:gd name="T1" fmla="*/ 0 h 2742"/>
                  <a:gd name="T2" fmla="*/ 0 w 2355"/>
                  <a:gd name="T3" fmla="*/ 0 h 2742"/>
                  <a:gd name="T4" fmla="*/ 0 w 2355"/>
                  <a:gd name="T5" fmla="*/ 0 h 2742"/>
                  <a:gd name="T6" fmla="*/ 0 w 2355"/>
                  <a:gd name="T7" fmla="*/ 0 h 2742"/>
                  <a:gd name="T8" fmla="*/ 0 w 2355"/>
                  <a:gd name="T9" fmla="*/ 0 h 2742"/>
                  <a:gd name="T10" fmla="*/ 0 w 2355"/>
                  <a:gd name="T11" fmla="*/ 0 h 2742"/>
                  <a:gd name="T12" fmla="*/ 0 w 2355"/>
                  <a:gd name="T13" fmla="*/ 0 h 2742"/>
                  <a:gd name="T14" fmla="*/ 0 w 2355"/>
                  <a:gd name="T15" fmla="*/ 0 h 2742"/>
                  <a:gd name="T16" fmla="*/ 0 w 2355"/>
                  <a:gd name="T17" fmla="*/ 0 h 2742"/>
                  <a:gd name="T18" fmla="*/ 0 w 2355"/>
                  <a:gd name="T19" fmla="*/ 0 h 2742"/>
                  <a:gd name="T20" fmla="*/ 0 w 2355"/>
                  <a:gd name="T21" fmla="*/ 0 h 2742"/>
                  <a:gd name="T22" fmla="*/ 0 w 2355"/>
                  <a:gd name="T23" fmla="*/ 0 h 2742"/>
                  <a:gd name="T24" fmla="*/ 0 w 2355"/>
                  <a:gd name="T25" fmla="*/ 0 h 2742"/>
                  <a:gd name="T26" fmla="*/ 0 w 2355"/>
                  <a:gd name="T27" fmla="*/ 0 h 2742"/>
                  <a:gd name="T28" fmla="*/ 0 w 2355"/>
                  <a:gd name="T29" fmla="*/ 0 h 2742"/>
                  <a:gd name="T30" fmla="*/ 0 w 2355"/>
                  <a:gd name="T31" fmla="*/ 0 h 2742"/>
                  <a:gd name="T32" fmla="*/ 0 w 2355"/>
                  <a:gd name="T33" fmla="*/ 0 h 2742"/>
                  <a:gd name="T34" fmla="*/ 0 w 2355"/>
                  <a:gd name="T35" fmla="*/ 0 h 2742"/>
                  <a:gd name="T36" fmla="*/ 0 w 2355"/>
                  <a:gd name="T37" fmla="*/ 0 h 2742"/>
                  <a:gd name="T38" fmla="*/ 0 w 2355"/>
                  <a:gd name="T39" fmla="*/ 0 h 2742"/>
                  <a:gd name="T40" fmla="*/ 0 w 2355"/>
                  <a:gd name="T41" fmla="*/ 0 h 2742"/>
                  <a:gd name="T42" fmla="*/ 0 w 2355"/>
                  <a:gd name="T43" fmla="*/ 0 h 2742"/>
                  <a:gd name="T44" fmla="*/ 0 w 2355"/>
                  <a:gd name="T45" fmla="*/ 0 h 2742"/>
                  <a:gd name="T46" fmla="*/ 0 w 2355"/>
                  <a:gd name="T47" fmla="*/ 0 h 2742"/>
                  <a:gd name="T48" fmla="*/ 0 w 2355"/>
                  <a:gd name="T49" fmla="*/ 0 h 2742"/>
                  <a:gd name="T50" fmla="*/ 0 w 2355"/>
                  <a:gd name="T51" fmla="*/ 0 h 2742"/>
                  <a:gd name="T52" fmla="*/ 0 w 2355"/>
                  <a:gd name="T53" fmla="*/ 0 h 2742"/>
                  <a:gd name="T54" fmla="*/ 0 w 2355"/>
                  <a:gd name="T55" fmla="*/ 0 h 2742"/>
                  <a:gd name="T56" fmla="*/ 0 w 2355"/>
                  <a:gd name="T57" fmla="*/ 0 h 2742"/>
                  <a:gd name="T58" fmla="*/ 0 w 2355"/>
                  <a:gd name="T59" fmla="*/ 0 h 2742"/>
                  <a:gd name="T60" fmla="*/ 0 w 2355"/>
                  <a:gd name="T61" fmla="*/ 0 h 2742"/>
                  <a:gd name="T62" fmla="*/ 0 w 2355"/>
                  <a:gd name="T63" fmla="*/ 0 h 2742"/>
                  <a:gd name="T64" fmla="*/ 0 w 2355"/>
                  <a:gd name="T65" fmla="*/ 0 h 2742"/>
                  <a:gd name="T66" fmla="*/ 0 w 2355"/>
                  <a:gd name="T67" fmla="*/ 0 h 2742"/>
                  <a:gd name="T68" fmla="*/ 0 w 2355"/>
                  <a:gd name="T69" fmla="*/ 0 h 2742"/>
                  <a:gd name="T70" fmla="*/ 0 w 2355"/>
                  <a:gd name="T71" fmla="*/ 0 h 2742"/>
                  <a:gd name="T72" fmla="*/ 0 w 2355"/>
                  <a:gd name="T73" fmla="*/ 0 h 2742"/>
                  <a:gd name="T74" fmla="*/ 0 w 2355"/>
                  <a:gd name="T75" fmla="*/ 0 h 2742"/>
                  <a:gd name="T76" fmla="*/ 0 w 2355"/>
                  <a:gd name="T77" fmla="*/ 0 h 2742"/>
                  <a:gd name="T78" fmla="*/ 0 w 2355"/>
                  <a:gd name="T79" fmla="*/ 0 h 2742"/>
                  <a:gd name="T80" fmla="*/ 0 w 2355"/>
                  <a:gd name="T81" fmla="*/ 0 h 2742"/>
                  <a:gd name="T82" fmla="*/ 0 w 2355"/>
                  <a:gd name="T83" fmla="*/ 0 h 2742"/>
                  <a:gd name="T84" fmla="*/ 0 w 2355"/>
                  <a:gd name="T85" fmla="*/ 0 h 2742"/>
                  <a:gd name="T86" fmla="*/ 0 w 2355"/>
                  <a:gd name="T87" fmla="*/ 0 h 2742"/>
                  <a:gd name="T88" fmla="*/ 0 w 2355"/>
                  <a:gd name="T89" fmla="*/ 0 h 2742"/>
                  <a:gd name="T90" fmla="*/ 0 w 2355"/>
                  <a:gd name="T91" fmla="*/ 0 h 2742"/>
                  <a:gd name="T92" fmla="*/ 0 w 2355"/>
                  <a:gd name="T93" fmla="*/ 0 h 2742"/>
                  <a:gd name="T94" fmla="*/ 0 w 2355"/>
                  <a:gd name="T95" fmla="*/ 0 h 2742"/>
                  <a:gd name="T96" fmla="*/ 0 w 2355"/>
                  <a:gd name="T97" fmla="*/ 0 h 2742"/>
                  <a:gd name="T98" fmla="*/ 0 w 2355"/>
                  <a:gd name="T99" fmla="*/ 0 h 2742"/>
                  <a:gd name="T100" fmla="*/ 0 w 2355"/>
                  <a:gd name="T101" fmla="*/ 0 h 2742"/>
                  <a:gd name="T102" fmla="*/ 0 w 2355"/>
                  <a:gd name="T103" fmla="*/ 0 h 2742"/>
                  <a:gd name="T104" fmla="*/ 0 w 2355"/>
                  <a:gd name="T105" fmla="*/ 0 h 2742"/>
                  <a:gd name="T106" fmla="*/ 0 w 2355"/>
                  <a:gd name="T107" fmla="*/ 0 h 2742"/>
                  <a:gd name="T108" fmla="*/ 0 w 2355"/>
                  <a:gd name="T109" fmla="*/ 0 h 2742"/>
                  <a:gd name="T110" fmla="*/ 0 w 2355"/>
                  <a:gd name="T111" fmla="*/ 0 h 2742"/>
                  <a:gd name="T112" fmla="*/ 0 w 2355"/>
                  <a:gd name="T113" fmla="*/ 0 h 2742"/>
                  <a:gd name="T114" fmla="*/ 0 w 2355"/>
                  <a:gd name="T115" fmla="*/ 0 h 274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55"/>
                  <a:gd name="T175" fmla="*/ 0 h 2742"/>
                  <a:gd name="T176" fmla="*/ 2355 w 2355"/>
                  <a:gd name="T177" fmla="*/ 2742 h 274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55" h="2742">
                    <a:moveTo>
                      <a:pt x="303" y="558"/>
                    </a:moveTo>
                    <a:lnTo>
                      <a:pt x="413" y="639"/>
                    </a:lnTo>
                    <a:lnTo>
                      <a:pt x="289" y="1119"/>
                    </a:lnTo>
                    <a:lnTo>
                      <a:pt x="289" y="1398"/>
                    </a:lnTo>
                    <a:lnTo>
                      <a:pt x="630" y="1476"/>
                    </a:lnTo>
                    <a:lnTo>
                      <a:pt x="604" y="411"/>
                    </a:lnTo>
                    <a:lnTo>
                      <a:pt x="630" y="208"/>
                    </a:lnTo>
                    <a:lnTo>
                      <a:pt x="503" y="150"/>
                    </a:lnTo>
                    <a:lnTo>
                      <a:pt x="382" y="231"/>
                    </a:lnTo>
                    <a:lnTo>
                      <a:pt x="360" y="208"/>
                    </a:lnTo>
                    <a:lnTo>
                      <a:pt x="450" y="143"/>
                    </a:lnTo>
                    <a:lnTo>
                      <a:pt x="503" y="72"/>
                    </a:lnTo>
                    <a:lnTo>
                      <a:pt x="833" y="0"/>
                    </a:lnTo>
                    <a:lnTo>
                      <a:pt x="991" y="84"/>
                    </a:lnTo>
                    <a:lnTo>
                      <a:pt x="943" y="121"/>
                    </a:lnTo>
                    <a:lnTo>
                      <a:pt x="833" y="112"/>
                    </a:lnTo>
                    <a:lnTo>
                      <a:pt x="782" y="252"/>
                    </a:lnTo>
                    <a:lnTo>
                      <a:pt x="1092" y="1558"/>
                    </a:lnTo>
                    <a:lnTo>
                      <a:pt x="1413" y="1747"/>
                    </a:lnTo>
                    <a:lnTo>
                      <a:pt x="1965" y="2035"/>
                    </a:lnTo>
                    <a:lnTo>
                      <a:pt x="1905" y="1875"/>
                    </a:lnTo>
                    <a:lnTo>
                      <a:pt x="2207" y="1993"/>
                    </a:lnTo>
                    <a:lnTo>
                      <a:pt x="2297" y="1773"/>
                    </a:lnTo>
                    <a:lnTo>
                      <a:pt x="2345" y="1785"/>
                    </a:lnTo>
                    <a:lnTo>
                      <a:pt x="2306" y="2145"/>
                    </a:lnTo>
                    <a:lnTo>
                      <a:pt x="2355" y="2343"/>
                    </a:lnTo>
                    <a:lnTo>
                      <a:pt x="2133" y="2393"/>
                    </a:lnTo>
                    <a:lnTo>
                      <a:pt x="1598" y="2356"/>
                    </a:lnTo>
                    <a:lnTo>
                      <a:pt x="1723" y="2272"/>
                    </a:lnTo>
                    <a:lnTo>
                      <a:pt x="1644" y="2126"/>
                    </a:lnTo>
                    <a:lnTo>
                      <a:pt x="1732" y="2085"/>
                    </a:lnTo>
                    <a:lnTo>
                      <a:pt x="1503" y="2015"/>
                    </a:lnTo>
                    <a:lnTo>
                      <a:pt x="1503" y="2165"/>
                    </a:lnTo>
                    <a:lnTo>
                      <a:pt x="1444" y="2334"/>
                    </a:lnTo>
                    <a:lnTo>
                      <a:pt x="1246" y="2405"/>
                    </a:lnTo>
                    <a:lnTo>
                      <a:pt x="1273" y="2384"/>
                    </a:lnTo>
                    <a:lnTo>
                      <a:pt x="1135" y="2043"/>
                    </a:lnTo>
                    <a:lnTo>
                      <a:pt x="863" y="1868"/>
                    </a:lnTo>
                    <a:lnTo>
                      <a:pt x="591" y="1826"/>
                    </a:lnTo>
                    <a:lnTo>
                      <a:pt x="663" y="1916"/>
                    </a:lnTo>
                    <a:lnTo>
                      <a:pt x="624" y="1936"/>
                    </a:lnTo>
                    <a:lnTo>
                      <a:pt x="773" y="1976"/>
                    </a:lnTo>
                    <a:lnTo>
                      <a:pt x="1054" y="2204"/>
                    </a:lnTo>
                    <a:lnTo>
                      <a:pt x="1171" y="2322"/>
                    </a:lnTo>
                    <a:lnTo>
                      <a:pt x="962" y="2315"/>
                    </a:lnTo>
                    <a:lnTo>
                      <a:pt x="734" y="2246"/>
                    </a:lnTo>
                    <a:lnTo>
                      <a:pt x="923" y="2405"/>
                    </a:lnTo>
                    <a:lnTo>
                      <a:pt x="743" y="2463"/>
                    </a:lnTo>
                    <a:lnTo>
                      <a:pt x="521" y="2601"/>
                    </a:lnTo>
                    <a:lnTo>
                      <a:pt x="851" y="2525"/>
                    </a:lnTo>
                    <a:lnTo>
                      <a:pt x="552" y="2742"/>
                    </a:lnTo>
                    <a:lnTo>
                      <a:pt x="250" y="2742"/>
                    </a:lnTo>
                    <a:lnTo>
                      <a:pt x="213" y="2652"/>
                    </a:lnTo>
                    <a:lnTo>
                      <a:pt x="303" y="2272"/>
                    </a:lnTo>
                    <a:lnTo>
                      <a:pt x="270" y="2114"/>
                    </a:lnTo>
                    <a:lnTo>
                      <a:pt x="0" y="1178"/>
                    </a:lnTo>
                    <a:lnTo>
                      <a:pt x="81" y="720"/>
                    </a:lnTo>
                    <a:lnTo>
                      <a:pt x="303" y="55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1" name="Freeform 414">
                <a:extLst>
                  <a:ext uri="{FF2B5EF4-FFF2-40B4-BE49-F238E27FC236}">
                    <a16:creationId xmlns:a16="http://schemas.microsoft.com/office/drawing/2014/main" id="{37E021A8-4635-1844-93FA-48267D8F8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98"/>
                <a:ext cx="107" cy="77"/>
              </a:xfrm>
              <a:custGeom>
                <a:avLst/>
                <a:gdLst>
                  <a:gd name="T0" fmla="*/ 0 w 851"/>
                  <a:gd name="T1" fmla="*/ 0 h 616"/>
                  <a:gd name="T2" fmla="*/ 0 w 851"/>
                  <a:gd name="T3" fmla="*/ 0 h 616"/>
                  <a:gd name="T4" fmla="*/ 0 w 851"/>
                  <a:gd name="T5" fmla="*/ 0 h 616"/>
                  <a:gd name="T6" fmla="*/ 0 w 851"/>
                  <a:gd name="T7" fmla="*/ 0 h 616"/>
                  <a:gd name="T8" fmla="*/ 0 w 851"/>
                  <a:gd name="T9" fmla="*/ 0 h 616"/>
                  <a:gd name="T10" fmla="*/ 0 w 851"/>
                  <a:gd name="T11" fmla="*/ 0 h 616"/>
                  <a:gd name="T12" fmla="*/ 0 w 851"/>
                  <a:gd name="T13" fmla="*/ 0 h 616"/>
                  <a:gd name="T14" fmla="*/ 0 w 851"/>
                  <a:gd name="T15" fmla="*/ 0 h 616"/>
                  <a:gd name="T16" fmla="*/ 0 w 851"/>
                  <a:gd name="T17" fmla="*/ 0 h 616"/>
                  <a:gd name="T18" fmla="*/ 0 w 851"/>
                  <a:gd name="T19" fmla="*/ 0 h 616"/>
                  <a:gd name="T20" fmla="*/ 0 w 851"/>
                  <a:gd name="T21" fmla="*/ 0 h 616"/>
                  <a:gd name="T22" fmla="*/ 0 w 851"/>
                  <a:gd name="T23" fmla="*/ 0 h 616"/>
                  <a:gd name="T24" fmla="*/ 0 w 851"/>
                  <a:gd name="T25" fmla="*/ 0 h 616"/>
                  <a:gd name="T26" fmla="*/ 0 w 851"/>
                  <a:gd name="T27" fmla="*/ 0 h 616"/>
                  <a:gd name="T28" fmla="*/ 0 w 851"/>
                  <a:gd name="T29" fmla="*/ 0 h 616"/>
                  <a:gd name="T30" fmla="*/ 0 w 851"/>
                  <a:gd name="T31" fmla="*/ 0 h 616"/>
                  <a:gd name="T32" fmla="*/ 0 w 851"/>
                  <a:gd name="T33" fmla="*/ 0 h 616"/>
                  <a:gd name="T34" fmla="*/ 0 w 851"/>
                  <a:gd name="T35" fmla="*/ 0 h 6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51"/>
                  <a:gd name="T55" fmla="*/ 0 h 616"/>
                  <a:gd name="T56" fmla="*/ 851 w 851"/>
                  <a:gd name="T57" fmla="*/ 616 h 6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51" h="616">
                    <a:moveTo>
                      <a:pt x="0" y="385"/>
                    </a:moveTo>
                    <a:lnTo>
                      <a:pt x="77" y="207"/>
                    </a:lnTo>
                    <a:lnTo>
                      <a:pt x="77" y="348"/>
                    </a:lnTo>
                    <a:lnTo>
                      <a:pt x="299" y="97"/>
                    </a:lnTo>
                    <a:lnTo>
                      <a:pt x="378" y="616"/>
                    </a:lnTo>
                    <a:lnTo>
                      <a:pt x="417" y="227"/>
                    </a:lnTo>
                    <a:lnTo>
                      <a:pt x="618" y="69"/>
                    </a:lnTo>
                    <a:lnTo>
                      <a:pt x="740" y="97"/>
                    </a:lnTo>
                    <a:lnTo>
                      <a:pt x="851" y="7"/>
                    </a:lnTo>
                    <a:lnTo>
                      <a:pt x="721" y="40"/>
                    </a:lnTo>
                    <a:lnTo>
                      <a:pt x="653" y="40"/>
                    </a:lnTo>
                    <a:lnTo>
                      <a:pt x="618" y="0"/>
                    </a:lnTo>
                    <a:lnTo>
                      <a:pt x="521" y="69"/>
                    </a:lnTo>
                    <a:lnTo>
                      <a:pt x="389" y="47"/>
                    </a:lnTo>
                    <a:lnTo>
                      <a:pt x="279" y="40"/>
                    </a:lnTo>
                    <a:lnTo>
                      <a:pt x="118" y="77"/>
                    </a:lnTo>
                    <a:lnTo>
                      <a:pt x="21" y="189"/>
                    </a:lnTo>
                    <a:lnTo>
                      <a:pt x="0" y="38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2" name="Freeform 415">
                <a:extLst>
                  <a:ext uri="{FF2B5EF4-FFF2-40B4-BE49-F238E27FC236}">
                    <a16:creationId xmlns:a16="http://schemas.microsoft.com/office/drawing/2014/main" id="{78DDCBE4-4CF5-9140-B0B1-EA50EE7F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669"/>
                <a:ext cx="101" cy="198"/>
              </a:xfrm>
              <a:custGeom>
                <a:avLst/>
                <a:gdLst>
                  <a:gd name="T0" fmla="*/ 0 w 811"/>
                  <a:gd name="T1" fmla="*/ 0 h 1587"/>
                  <a:gd name="T2" fmla="*/ 0 w 811"/>
                  <a:gd name="T3" fmla="*/ 0 h 1587"/>
                  <a:gd name="T4" fmla="*/ 0 w 811"/>
                  <a:gd name="T5" fmla="*/ 0 h 1587"/>
                  <a:gd name="T6" fmla="*/ 0 w 811"/>
                  <a:gd name="T7" fmla="*/ 0 h 1587"/>
                  <a:gd name="T8" fmla="*/ 0 w 811"/>
                  <a:gd name="T9" fmla="*/ 0 h 1587"/>
                  <a:gd name="T10" fmla="*/ 0 w 811"/>
                  <a:gd name="T11" fmla="*/ 0 h 1587"/>
                  <a:gd name="T12" fmla="*/ 0 w 811"/>
                  <a:gd name="T13" fmla="*/ 0 h 1587"/>
                  <a:gd name="T14" fmla="*/ 0 w 811"/>
                  <a:gd name="T15" fmla="*/ 0 h 1587"/>
                  <a:gd name="T16" fmla="*/ 0 w 811"/>
                  <a:gd name="T17" fmla="*/ 0 h 1587"/>
                  <a:gd name="T18" fmla="*/ 0 w 811"/>
                  <a:gd name="T19" fmla="*/ 0 h 1587"/>
                  <a:gd name="T20" fmla="*/ 0 w 811"/>
                  <a:gd name="T21" fmla="*/ 0 h 1587"/>
                  <a:gd name="T22" fmla="*/ 0 w 811"/>
                  <a:gd name="T23" fmla="*/ 0 h 1587"/>
                  <a:gd name="T24" fmla="*/ 0 w 811"/>
                  <a:gd name="T25" fmla="*/ 0 h 1587"/>
                  <a:gd name="T26" fmla="*/ 0 w 811"/>
                  <a:gd name="T27" fmla="*/ 0 h 1587"/>
                  <a:gd name="T28" fmla="*/ 0 w 811"/>
                  <a:gd name="T29" fmla="*/ 0 h 1587"/>
                  <a:gd name="T30" fmla="*/ 0 w 811"/>
                  <a:gd name="T31" fmla="*/ 0 h 1587"/>
                  <a:gd name="T32" fmla="*/ 0 w 811"/>
                  <a:gd name="T33" fmla="*/ 0 h 1587"/>
                  <a:gd name="T34" fmla="*/ 0 w 811"/>
                  <a:gd name="T35" fmla="*/ 0 h 1587"/>
                  <a:gd name="T36" fmla="*/ 0 w 811"/>
                  <a:gd name="T37" fmla="*/ 0 h 1587"/>
                  <a:gd name="T38" fmla="*/ 0 w 811"/>
                  <a:gd name="T39" fmla="*/ 0 h 1587"/>
                  <a:gd name="T40" fmla="*/ 0 w 811"/>
                  <a:gd name="T41" fmla="*/ 0 h 1587"/>
                  <a:gd name="T42" fmla="*/ 0 w 811"/>
                  <a:gd name="T43" fmla="*/ 0 h 1587"/>
                  <a:gd name="T44" fmla="*/ 0 w 811"/>
                  <a:gd name="T45" fmla="*/ 0 h 1587"/>
                  <a:gd name="T46" fmla="*/ 0 w 811"/>
                  <a:gd name="T47" fmla="*/ 0 h 15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11"/>
                  <a:gd name="T73" fmla="*/ 0 h 1587"/>
                  <a:gd name="T74" fmla="*/ 811 w 811"/>
                  <a:gd name="T75" fmla="*/ 1587 h 158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11" h="1587">
                    <a:moveTo>
                      <a:pt x="481" y="171"/>
                    </a:moveTo>
                    <a:lnTo>
                      <a:pt x="481" y="429"/>
                    </a:lnTo>
                    <a:lnTo>
                      <a:pt x="380" y="600"/>
                    </a:lnTo>
                    <a:lnTo>
                      <a:pt x="239" y="429"/>
                    </a:lnTo>
                    <a:lnTo>
                      <a:pt x="128" y="259"/>
                    </a:lnTo>
                    <a:lnTo>
                      <a:pt x="239" y="860"/>
                    </a:lnTo>
                    <a:lnTo>
                      <a:pt x="207" y="1257"/>
                    </a:lnTo>
                    <a:lnTo>
                      <a:pt x="0" y="1556"/>
                    </a:lnTo>
                    <a:lnTo>
                      <a:pt x="170" y="1587"/>
                    </a:lnTo>
                    <a:lnTo>
                      <a:pt x="361" y="1483"/>
                    </a:lnTo>
                    <a:lnTo>
                      <a:pt x="318" y="840"/>
                    </a:lnTo>
                    <a:lnTo>
                      <a:pt x="509" y="1049"/>
                    </a:lnTo>
                    <a:lnTo>
                      <a:pt x="640" y="1049"/>
                    </a:lnTo>
                    <a:lnTo>
                      <a:pt x="541" y="939"/>
                    </a:lnTo>
                    <a:lnTo>
                      <a:pt x="521" y="770"/>
                    </a:lnTo>
                    <a:lnTo>
                      <a:pt x="582" y="600"/>
                    </a:lnTo>
                    <a:lnTo>
                      <a:pt x="659" y="489"/>
                    </a:lnTo>
                    <a:lnTo>
                      <a:pt x="721" y="392"/>
                    </a:lnTo>
                    <a:lnTo>
                      <a:pt x="762" y="528"/>
                    </a:lnTo>
                    <a:lnTo>
                      <a:pt x="811" y="400"/>
                    </a:lnTo>
                    <a:lnTo>
                      <a:pt x="780" y="293"/>
                    </a:lnTo>
                    <a:lnTo>
                      <a:pt x="721" y="150"/>
                    </a:lnTo>
                    <a:lnTo>
                      <a:pt x="548" y="0"/>
                    </a:lnTo>
                    <a:lnTo>
                      <a:pt x="481" y="17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3" name="Freeform 416">
                <a:extLst>
                  <a:ext uri="{FF2B5EF4-FFF2-40B4-BE49-F238E27FC236}">
                    <a16:creationId xmlns:a16="http://schemas.microsoft.com/office/drawing/2014/main" id="{10708530-52F2-4044-9E58-4E1AB483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737"/>
                <a:ext cx="69" cy="76"/>
              </a:xfrm>
              <a:custGeom>
                <a:avLst/>
                <a:gdLst>
                  <a:gd name="T0" fmla="*/ 0 w 552"/>
                  <a:gd name="T1" fmla="*/ 0 h 609"/>
                  <a:gd name="T2" fmla="*/ 0 w 552"/>
                  <a:gd name="T3" fmla="*/ 0 h 609"/>
                  <a:gd name="T4" fmla="*/ 0 w 552"/>
                  <a:gd name="T5" fmla="*/ 0 h 609"/>
                  <a:gd name="T6" fmla="*/ 0 w 552"/>
                  <a:gd name="T7" fmla="*/ 0 h 609"/>
                  <a:gd name="T8" fmla="*/ 0 w 552"/>
                  <a:gd name="T9" fmla="*/ 0 h 609"/>
                  <a:gd name="T10" fmla="*/ 0 w 552"/>
                  <a:gd name="T11" fmla="*/ 0 h 609"/>
                  <a:gd name="T12" fmla="*/ 0 w 552"/>
                  <a:gd name="T13" fmla="*/ 0 h 609"/>
                  <a:gd name="T14" fmla="*/ 0 w 552"/>
                  <a:gd name="T15" fmla="*/ 0 h 609"/>
                  <a:gd name="T16" fmla="*/ 0 w 552"/>
                  <a:gd name="T17" fmla="*/ 0 h 609"/>
                  <a:gd name="T18" fmla="*/ 0 w 552"/>
                  <a:gd name="T19" fmla="*/ 0 h 609"/>
                  <a:gd name="T20" fmla="*/ 0 w 552"/>
                  <a:gd name="T21" fmla="*/ 0 h 609"/>
                  <a:gd name="T22" fmla="*/ 0 w 552"/>
                  <a:gd name="T23" fmla="*/ 0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609"/>
                  <a:gd name="T38" fmla="*/ 552 w 552"/>
                  <a:gd name="T39" fmla="*/ 609 h 60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609">
                    <a:moveTo>
                      <a:pt x="152" y="0"/>
                    </a:moveTo>
                    <a:lnTo>
                      <a:pt x="31" y="152"/>
                    </a:lnTo>
                    <a:lnTo>
                      <a:pt x="132" y="293"/>
                    </a:lnTo>
                    <a:lnTo>
                      <a:pt x="373" y="133"/>
                    </a:lnTo>
                    <a:lnTo>
                      <a:pt x="453" y="293"/>
                    </a:lnTo>
                    <a:lnTo>
                      <a:pt x="0" y="609"/>
                    </a:lnTo>
                    <a:lnTo>
                      <a:pt x="420" y="541"/>
                    </a:lnTo>
                    <a:lnTo>
                      <a:pt x="552" y="133"/>
                    </a:lnTo>
                    <a:lnTo>
                      <a:pt x="453" y="42"/>
                    </a:lnTo>
                    <a:lnTo>
                      <a:pt x="299" y="62"/>
                    </a:lnTo>
                    <a:lnTo>
                      <a:pt x="193" y="2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4" name="Freeform 417">
                <a:extLst>
                  <a:ext uri="{FF2B5EF4-FFF2-40B4-BE49-F238E27FC236}">
                    <a16:creationId xmlns:a16="http://schemas.microsoft.com/office/drawing/2014/main" id="{764DE03A-1652-DA41-8C67-4B16F45B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40"/>
                <a:ext cx="103" cy="307"/>
              </a:xfrm>
              <a:custGeom>
                <a:avLst/>
                <a:gdLst>
                  <a:gd name="T0" fmla="*/ 0 w 820"/>
                  <a:gd name="T1" fmla="*/ 0 h 2453"/>
                  <a:gd name="T2" fmla="*/ 0 w 820"/>
                  <a:gd name="T3" fmla="*/ 0 h 2453"/>
                  <a:gd name="T4" fmla="*/ 0 w 820"/>
                  <a:gd name="T5" fmla="*/ 0 h 2453"/>
                  <a:gd name="T6" fmla="*/ 0 w 820"/>
                  <a:gd name="T7" fmla="*/ 0 h 2453"/>
                  <a:gd name="T8" fmla="*/ 0 w 820"/>
                  <a:gd name="T9" fmla="*/ 0 h 2453"/>
                  <a:gd name="T10" fmla="*/ 0 w 820"/>
                  <a:gd name="T11" fmla="*/ 0 h 2453"/>
                  <a:gd name="T12" fmla="*/ 0 w 820"/>
                  <a:gd name="T13" fmla="*/ 0 h 2453"/>
                  <a:gd name="T14" fmla="*/ 0 w 820"/>
                  <a:gd name="T15" fmla="*/ 0 h 2453"/>
                  <a:gd name="T16" fmla="*/ 0 w 820"/>
                  <a:gd name="T17" fmla="*/ 0 h 2453"/>
                  <a:gd name="T18" fmla="*/ 0 w 820"/>
                  <a:gd name="T19" fmla="*/ 0 h 2453"/>
                  <a:gd name="T20" fmla="*/ 0 w 820"/>
                  <a:gd name="T21" fmla="*/ 0 h 2453"/>
                  <a:gd name="T22" fmla="*/ 0 w 820"/>
                  <a:gd name="T23" fmla="*/ 0 h 2453"/>
                  <a:gd name="T24" fmla="*/ 0 w 820"/>
                  <a:gd name="T25" fmla="*/ 0 h 2453"/>
                  <a:gd name="T26" fmla="*/ 0 w 820"/>
                  <a:gd name="T27" fmla="*/ 0 h 2453"/>
                  <a:gd name="T28" fmla="*/ 0 w 820"/>
                  <a:gd name="T29" fmla="*/ 0 h 2453"/>
                  <a:gd name="T30" fmla="*/ 0 w 820"/>
                  <a:gd name="T31" fmla="*/ 0 h 2453"/>
                  <a:gd name="T32" fmla="*/ 0 w 820"/>
                  <a:gd name="T33" fmla="*/ 0 h 2453"/>
                  <a:gd name="T34" fmla="*/ 0 w 820"/>
                  <a:gd name="T35" fmla="*/ 0 h 2453"/>
                  <a:gd name="T36" fmla="*/ 0 w 820"/>
                  <a:gd name="T37" fmla="*/ 0 h 2453"/>
                  <a:gd name="T38" fmla="*/ 0 w 820"/>
                  <a:gd name="T39" fmla="*/ 0 h 24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20"/>
                  <a:gd name="T61" fmla="*/ 0 h 2453"/>
                  <a:gd name="T62" fmla="*/ 820 w 820"/>
                  <a:gd name="T63" fmla="*/ 2453 h 24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20" h="2453">
                    <a:moveTo>
                      <a:pt x="186" y="21"/>
                    </a:moveTo>
                    <a:lnTo>
                      <a:pt x="178" y="110"/>
                    </a:lnTo>
                    <a:lnTo>
                      <a:pt x="136" y="198"/>
                    </a:lnTo>
                    <a:lnTo>
                      <a:pt x="119" y="228"/>
                    </a:lnTo>
                    <a:lnTo>
                      <a:pt x="186" y="309"/>
                    </a:lnTo>
                    <a:lnTo>
                      <a:pt x="288" y="487"/>
                    </a:lnTo>
                    <a:lnTo>
                      <a:pt x="400" y="817"/>
                    </a:lnTo>
                    <a:lnTo>
                      <a:pt x="520" y="1245"/>
                    </a:lnTo>
                    <a:lnTo>
                      <a:pt x="693" y="1806"/>
                    </a:lnTo>
                    <a:lnTo>
                      <a:pt x="820" y="2125"/>
                    </a:lnTo>
                    <a:lnTo>
                      <a:pt x="672" y="2453"/>
                    </a:lnTo>
                    <a:lnTo>
                      <a:pt x="347" y="2204"/>
                    </a:lnTo>
                    <a:lnTo>
                      <a:pt x="68" y="708"/>
                    </a:lnTo>
                    <a:lnTo>
                      <a:pt x="46" y="440"/>
                    </a:lnTo>
                    <a:lnTo>
                      <a:pt x="68" y="270"/>
                    </a:lnTo>
                    <a:lnTo>
                      <a:pt x="68" y="228"/>
                    </a:lnTo>
                    <a:lnTo>
                      <a:pt x="0" y="141"/>
                    </a:lnTo>
                    <a:lnTo>
                      <a:pt x="6" y="0"/>
                    </a:lnTo>
                    <a:lnTo>
                      <a:pt x="149" y="11"/>
                    </a:lnTo>
                    <a:lnTo>
                      <a:pt x="186" y="2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5" name="Freeform 418">
                <a:extLst>
                  <a:ext uri="{FF2B5EF4-FFF2-40B4-BE49-F238E27FC236}">
                    <a16:creationId xmlns:a16="http://schemas.microsoft.com/office/drawing/2014/main" id="{49217C9B-5A2A-F24D-B43B-3D371908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40"/>
                <a:ext cx="108" cy="310"/>
              </a:xfrm>
              <a:custGeom>
                <a:avLst/>
                <a:gdLst>
                  <a:gd name="T0" fmla="*/ 0 w 862"/>
                  <a:gd name="T1" fmla="*/ 0 h 2474"/>
                  <a:gd name="T2" fmla="*/ 0 w 862"/>
                  <a:gd name="T3" fmla="*/ 0 h 2474"/>
                  <a:gd name="T4" fmla="*/ 0 w 862"/>
                  <a:gd name="T5" fmla="*/ 0 h 2474"/>
                  <a:gd name="T6" fmla="*/ 0 w 862"/>
                  <a:gd name="T7" fmla="*/ 0 h 2474"/>
                  <a:gd name="T8" fmla="*/ 0 w 862"/>
                  <a:gd name="T9" fmla="*/ 0 h 2474"/>
                  <a:gd name="T10" fmla="*/ 0 w 862"/>
                  <a:gd name="T11" fmla="*/ 0 h 2474"/>
                  <a:gd name="T12" fmla="*/ 0 w 862"/>
                  <a:gd name="T13" fmla="*/ 0 h 2474"/>
                  <a:gd name="T14" fmla="*/ 0 w 862"/>
                  <a:gd name="T15" fmla="*/ 0 h 2474"/>
                  <a:gd name="T16" fmla="*/ 0 w 862"/>
                  <a:gd name="T17" fmla="*/ 0 h 2474"/>
                  <a:gd name="T18" fmla="*/ 0 w 862"/>
                  <a:gd name="T19" fmla="*/ 0 h 2474"/>
                  <a:gd name="T20" fmla="*/ 0 w 862"/>
                  <a:gd name="T21" fmla="*/ 0 h 2474"/>
                  <a:gd name="T22" fmla="*/ 0 w 862"/>
                  <a:gd name="T23" fmla="*/ 0 h 2474"/>
                  <a:gd name="T24" fmla="*/ 0 w 862"/>
                  <a:gd name="T25" fmla="*/ 0 h 2474"/>
                  <a:gd name="T26" fmla="*/ 0 w 862"/>
                  <a:gd name="T27" fmla="*/ 0 h 2474"/>
                  <a:gd name="T28" fmla="*/ 0 w 862"/>
                  <a:gd name="T29" fmla="*/ 0 h 2474"/>
                  <a:gd name="T30" fmla="*/ 0 w 862"/>
                  <a:gd name="T31" fmla="*/ 0 h 2474"/>
                  <a:gd name="T32" fmla="*/ 0 w 862"/>
                  <a:gd name="T33" fmla="*/ 0 h 2474"/>
                  <a:gd name="T34" fmla="*/ 0 w 862"/>
                  <a:gd name="T35" fmla="*/ 0 h 2474"/>
                  <a:gd name="T36" fmla="*/ 0 w 862"/>
                  <a:gd name="T37" fmla="*/ 0 h 2474"/>
                  <a:gd name="T38" fmla="*/ 0 w 862"/>
                  <a:gd name="T39" fmla="*/ 0 h 2474"/>
                  <a:gd name="T40" fmla="*/ 0 w 862"/>
                  <a:gd name="T41" fmla="*/ 0 h 2474"/>
                  <a:gd name="T42" fmla="*/ 0 w 862"/>
                  <a:gd name="T43" fmla="*/ 0 h 2474"/>
                  <a:gd name="T44" fmla="*/ 0 w 862"/>
                  <a:gd name="T45" fmla="*/ 0 h 2474"/>
                  <a:gd name="T46" fmla="*/ 0 w 862"/>
                  <a:gd name="T47" fmla="*/ 0 h 2474"/>
                  <a:gd name="T48" fmla="*/ 0 w 862"/>
                  <a:gd name="T49" fmla="*/ 0 h 2474"/>
                  <a:gd name="T50" fmla="*/ 0 w 862"/>
                  <a:gd name="T51" fmla="*/ 0 h 2474"/>
                  <a:gd name="T52" fmla="*/ 0 w 862"/>
                  <a:gd name="T53" fmla="*/ 0 h 2474"/>
                  <a:gd name="T54" fmla="*/ 0 w 862"/>
                  <a:gd name="T55" fmla="*/ 0 h 2474"/>
                  <a:gd name="T56" fmla="*/ 0 w 862"/>
                  <a:gd name="T57" fmla="*/ 0 h 24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2"/>
                  <a:gd name="T88" fmla="*/ 0 h 2474"/>
                  <a:gd name="T89" fmla="*/ 862 w 862"/>
                  <a:gd name="T90" fmla="*/ 2474 h 247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2" h="2474">
                    <a:moveTo>
                      <a:pt x="152" y="11"/>
                    </a:moveTo>
                    <a:lnTo>
                      <a:pt x="129" y="251"/>
                    </a:lnTo>
                    <a:lnTo>
                      <a:pt x="178" y="670"/>
                    </a:lnTo>
                    <a:lnTo>
                      <a:pt x="281" y="1141"/>
                    </a:lnTo>
                    <a:lnTo>
                      <a:pt x="461" y="1863"/>
                    </a:lnTo>
                    <a:lnTo>
                      <a:pt x="499" y="2174"/>
                    </a:lnTo>
                    <a:lnTo>
                      <a:pt x="691" y="2370"/>
                    </a:lnTo>
                    <a:lnTo>
                      <a:pt x="811" y="2112"/>
                    </a:lnTo>
                    <a:lnTo>
                      <a:pt x="629" y="1694"/>
                    </a:lnTo>
                    <a:lnTo>
                      <a:pt x="519" y="1257"/>
                    </a:lnTo>
                    <a:lnTo>
                      <a:pt x="422" y="876"/>
                    </a:lnTo>
                    <a:lnTo>
                      <a:pt x="288" y="468"/>
                    </a:lnTo>
                    <a:lnTo>
                      <a:pt x="211" y="309"/>
                    </a:lnTo>
                    <a:lnTo>
                      <a:pt x="170" y="228"/>
                    </a:lnTo>
                    <a:lnTo>
                      <a:pt x="288" y="389"/>
                    </a:lnTo>
                    <a:lnTo>
                      <a:pt x="409" y="738"/>
                    </a:lnTo>
                    <a:lnTo>
                      <a:pt x="562" y="1195"/>
                    </a:lnTo>
                    <a:lnTo>
                      <a:pt x="714" y="1705"/>
                    </a:lnTo>
                    <a:lnTo>
                      <a:pt x="783" y="1936"/>
                    </a:lnTo>
                    <a:lnTo>
                      <a:pt x="862" y="2112"/>
                    </a:lnTo>
                    <a:lnTo>
                      <a:pt x="721" y="2474"/>
                    </a:lnTo>
                    <a:lnTo>
                      <a:pt x="380" y="2193"/>
                    </a:lnTo>
                    <a:lnTo>
                      <a:pt x="251" y="1505"/>
                    </a:lnTo>
                    <a:lnTo>
                      <a:pt x="119" y="717"/>
                    </a:lnTo>
                    <a:lnTo>
                      <a:pt x="110" y="440"/>
                    </a:lnTo>
                    <a:lnTo>
                      <a:pt x="88" y="228"/>
                    </a:lnTo>
                    <a:lnTo>
                      <a:pt x="0" y="110"/>
                    </a:lnTo>
                    <a:lnTo>
                      <a:pt x="60" y="0"/>
                    </a:lnTo>
                    <a:lnTo>
                      <a:pt x="152" y="1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6" name="Freeform 419">
                <a:extLst>
                  <a:ext uri="{FF2B5EF4-FFF2-40B4-BE49-F238E27FC236}">
                    <a16:creationId xmlns:a16="http://schemas.microsoft.com/office/drawing/2014/main" id="{FE95AEA6-AE12-674B-A9A1-0FCC050BB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30"/>
                <a:ext cx="72" cy="128"/>
              </a:xfrm>
              <a:custGeom>
                <a:avLst/>
                <a:gdLst>
                  <a:gd name="T0" fmla="*/ 0 w 578"/>
                  <a:gd name="T1" fmla="*/ 0 h 1028"/>
                  <a:gd name="T2" fmla="*/ 0 w 578"/>
                  <a:gd name="T3" fmla="*/ 0 h 1028"/>
                  <a:gd name="T4" fmla="*/ 0 w 578"/>
                  <a:gd name="T5" fmla="*/ 0 h 1028"/>
                  <a:gd name="T6" fmla="*/ 0 w 578"/>
                  <a:gd name="T7" fmla="*/ 0 h 1028"/>
                  <a:gd name="T8" fmla="*/ 0 w 578"/>
                  <a:gd name="T9" fmla="*/ 0 h 1028"/>
                  <a:gd name="T10" fmla="*/ 0 w 578"/>
                  <a:gd name="T11" fmla="*/ 0 h 1028"/>
                  <a:gd name="T12" fmla="*/ 0 w 578"/>
                  <a:gd name="T13" fmla="*/ 0 h 1028"/>
                  <a:gd name="T14" fmla="*/ 0 w 578"/>
                  <a:gd name="T15" fmla="*/ 0 h 1028"/>
                  <a:gd name="T16" fmla="*/ 0 w 578"/>
                  <a:gd name="T17" fmla="*/ 0 h 1028"/>
                  <a:gd name="T18" fmla="*/ 0 w 578"/>
                  <a:gd name="T19" fmla="*/ 0 h 1028"/>
                  <a:gd name="T20" fmla="*/ 0 w 578"/>
                  <a:gd name="T21" fmla="*/ 0 h 1028"/>
                  <a:gd name="T22" fmla="*/ 0 w 578"/>
                  <a:gd name="T23" fmla="*/ 0 h 1028"/>
                  <a:gd name="T24" fmla="*/ 0 w 578"/>
                  <a:gd name="T25" fmla="*/ 0 h 1028"/>
                  <a:gd name="T26" fmla="*/ 0 w 578"/>
                  <a:gd name="T27" fmla="*/ 0 h 1028"/>
                  <a:gd name="T28" fmla="*/ 0 w 578"/>
                  <a:gd name="T29" fmla="*/ 0 h 1028"/>
                  <a:gd name="T30" fmla="*/ 0 w 578"/>
                  <a:gd name="T31" fmla="*/ 0 h 1028"/>
                  <a:gd name="T32" fmla="*/ 0 w 578"/>
                  <a:gd name="T33" fmla="*/ 0 h 10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8"/>
                  <a:gd name="T52" fmla="*/ 0 h 1028"/>
                  <a:gd name="T53" fmla="*/ 578 w 578"/>
                  <a:gd name="T54" fmla="*/ 1028 h 10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8" h="1028">
                    <a:moveTo>
                      <a:pt x="42" y="938"/>
                    </a:moveTo>
                    <a:lnTo>
                      <a:pt x="37" y="775"/>
                    </a:lnTo>
                    <a:lnTo>
                      <a:pt x="0" y="360"/>
                    </a:lnTo>
                    <a:lnTo>
                      <a:pt x="37" y="276"/>
                    </a:lnTo>
                    <a:lnTo>
                      <a:pt x="293" y="0"/>
                    </a:lnTo>
                    <a:lnTo>
                      <a:pt x="523" y="48"/>
                    </a:lnTo>
                    <a:lnTo>
                      <a:pt x="578" y="184"/>
                    </a:lnTo>
                    <a:lnTo>
                      <a:pt x="528" y="247"/>
                    </a:lnTo>
                    <a:lnTo>
                      <a:pt x="563" y="465"/>
                    </a:lnTo>
                    <a:lnTo>
                      <a:pt x="486" y="487"/>
                    </a:lnTo>
                    <a:lnTo>
                      <a:pt x="464" y="705"/>
                    </a:lnTo>
                    <a:lnTo>
                      <a:pt x="406" y="805"/>
                    </a:lnTo>
                    <a:lnTo>
                      <a:pt x="358" y="874"/>
                    </a:lnTo>
                    <a:lnTo>
                      <a:pt x="305" y="938"/>
                    </a:lnTo>
                    <a:lnTo>
                      <a:pt x="263" y="1028"/>
                    </a:lnTo>
                    <a:lnTo>
                      <a:pt x="92" y="1001"/>
                    </a:lnTo>
                    <a:lnTo>
                      <a:pt x="42" y="93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7" name="Freeform 420">
                <a:extLst>
                  <a:ext uri="{FF2B5EF4-FFF2-40B4-BE49-F238E27FC236}">
                    <a16:creationId xmlns:a16="http://schemas.microsoft.com/office/drawing/2014/main" id="{B3343E40-7F33-5A44-9C5B-AB4E49AD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431"/>
                <a:ext cx="162" cy="204"/>
              </a:xfrm>
              <a:custGeom>
                <a:avLst/>
                <a:gdLst>
                  <a:gd name="T0" fmla="*/ 0 w 1289"/>
                  <a:gd name="T1" fmla="*/ 0 h 1630"/>
                  <a:gd name="T2" fmla="*/ 0 w 1289"/>
                  <a:gd name="T3" fmla="*/ 0 h 1630"/>
                  <a:gd name="T4" fmla="*/ 0 w 1289"/>
                  <a:gd name="T5" fmla="*/ 0 h 1630"/>
                  <a:gd name="T6" fmla="*/ 0 w 1289"/>
                  <a:gd name="T7" fmla="*/ 0 h 1630"/>
                  <a:gd name="T8" fmla="*/ 0 w 1289"/>
                  <a:gd name="T9" fmla="*/ 0 h 1630"/>
                  <a:gd name="T10" fmla="*/ 0 w 1289"/>
                  <a:gd name="T11" fmla="*/ 0 h 1630"/>
                  <a:gd name="T12" fmla="*/ 0 w 1289"/>
                  <a:gd name="T13" fmla="*/ 0 h 1630"/>
                  <a:gd name="T14" fmla="*/ 0 w 1289"/>
                  <a:gd name="T15" fmla="*/ 0 h 1630"/>
                  <a:gd name="T16" fmla="*/ 0 w 1289"/>
                  <a:gd name="T17" fmla="*/ 0 h 1630"/>
                  <a:gd name="T18" fmla="*/ 0 w 1289"/>
                  <a:gd name="T19" fmla="*/ 0 h 1630"/>
                  <a:gd name="T20" fmla="*/ 0 w 1289"/>
                  <a:gd name="T21" fmla="*/ 0 h 1630"/>
                  <a:gd name="T22" fmla="*/ 0 w 1289"/>
                  <a:gd name="T23" fmla="*/ 0 h 1630"/>
                  <a:gd name="T24" fmla="*/ 0 w 1289"/>
                  <a:gd name="T25" fmla="*/ 0 h 1630"/>
                  <a:gd name="T26" fmla="*/ 0 w 1289"/>
                  <a:gd name="T27" fmla="*/ 0 h 1630"/>
                  <a:gd name="T28" fmla="*/ 0 w 1289"/>
                  <a:gd name="T29" fmla="*/ 0 h 1630"/>
                  <a:gd name="T30" fmla="*/ 0 w 1289"/>
                  <a:gd name="T31" fmla="*/ 0 h 1630"/>
                  <a:gd name="T32" fmla="*/ 0 w 1289"/>
                  <a:gd name="T33" fmla="*/ 0 h 1630"/>
                  <a:gd name="T34" fmla="*/ 0 w 1289"/>
                  <a:gd name="T35" fmla="*/ 0 h 1630"/>
                  <a:gd name="T36" fmla="*/ 0 w 1289"/>
                  <a:gd name="T37" fmla="*/ 0 h 1630"/>
                  <a:gd name="T38" fmla="*/ 0 w 1289"/>
                  <a:gd name="T39" fmla="*/ 0 h 1630"/>
                  <a:gd name="T40" fmla="*/ 0 w 1289"/>
                  <a:gd name="T41" fmla="*/ 0 h 1630"/>
                  <a:gd name="T42" fmla="*/ 0 w 1289"/>
                  <a:gd name="T43" fmla="*/ 0 h 1630"/>
                  <a:gd name="T44" fmla="*/ 0 w 1289"/>
                  <a:gd name="T45" fmla="*/ 0 h 1630"/>
                  <a:gd name="T46" fmla="*/ 0 w 1289"/>
                  <a:gd name="T47" fmla="*/ 0 h 1630"/>
                  <a:gd name="T48" fmla="*/ 0 w 1289"/>
                  <a:gd name="T49" fmla="*/ 0 h 1630"/>
                  <a:gd name="T50" fmla="*/ 0 w 1289"/>
                  <a:gd name="T51" fmla="*/ 0 h 1630"/>
                  <a:gd name="T52" fmla="*/ 0 w 1289"/>
                  <a:gd name="T53" fmla="*/ 0 h 1630"/>
                  <a:gd name="T54" fmla="*/ 0 w 1289"/>
                  <a:gd name="T55" fmla="*/ 0 h 1630"/>
                  <a:gd name="T56" fmla="*/ 0 w 1289"/>
                  <a:gd name="T57" fmla="*/ 0 h 1630"/>
                  <a:gd name="T58" fmla="*/ 0 w 1289"/>
                  <a:gd name="T59" fmla="*/ 0 h 1630"/>
                  <a:gd name="T60" fmla="*/ 0 w 1289"/>
                  <a:gd name="T61" fmla="*/ 0 h 163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89"/>
                  <a:gd name="T94" fmla="*/ 0 h 1630"/>
                  <a:gd name="T95" fmla="*/ 1289 w 1289"/>
                  <a:gd name="T96" fmla="*/ 1630 h 163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89" h="1630">
                    <a:moveTo>
                      <a:pt x="37" y="717"/>
                    </a:moveTo>
                    <a:lnTo>
                      <a:pt x="0" y="784"/>
                    </a:lnTo>
                    <a:lnTo>
                      <a:pt x="0" y="915"/>
                    </a:lnTo>
                    <a:lnTo>
                      <a:pt x="85" y="1036"/>
                    </a:lnTo>
                    <a:lnTo>
                      <a:pt x="200" y="1120"/>
                    </a:lnTo>
                    <a:lnTo>
                      <a:pt x="235" y="1120"/>
                    </a:lnTo>
                    <a:lnTo>
                      <a:pt x="298" y="1263"/>
                    </a:lnTo>
                    <a:lnTo>
                      <a:pt x="348" y="1395"/>
                    </a:lnTo>
                    <a:lnTo>
                      <a:pt x="447" y="1508"/>
                    </a:lnTo>
                    <a:lnTo>
                      <a:pt x="555" y="1572"/>
                    </a:lnTo>
                    <a:lnTo>
                      <a:pt x="705" y="1621"/>
                    </a:lnTo>
                    <a:lnTo>
                      <a:pt x="855" y="1630"/>
                    </a:lnTo>
                    <a:lnTo>
                      <a:pt x="947" y="1579"/>
                    </a:lnTo>
                    <a:lnTo>
                      <a:pt x="1019" y="1494"/>
                    </a:lnTo>
                    <a:lnTo>
                      <a:pt x="1090" y="1374"/>
                    </a:lnTo>
                    <a:lnTo>
                      <a:pt x="1118" y="1263"/>
                    </a:lnTo>
                    <a:lnTo>
                      <a:pt x="1140" y="1056"/>
                    </a:lnTo>
                    <a:lnTo>
                      <a:pt x="1203" y="1001"/>
                    </a:lnTo>
                    <a:lnTo>
                      <a:pt x="1284" y="889"/>
                    </a:lnTo>
                    <a:lnTo>
                      <a:pt x="1289" y="768"/>
                    </a:lnTo>
                    <a:lnTo>
                      <a:pt x="1274" y="662"/>
                    </a:lnTo>
                    <a:lnTo>
                      <a:pt x="1261" y="627"/>
                    </a:lnTo>
                    <a:lnTo>
                      <a:pt x="1203" y="595"/>
                    </a:lnTo>
                    <a:lnTo>
                      <a:pt x="1118" y="325"/>
                    </a:lnTo>
                    <a:lnTo>
                      <a:pt x="1012" y="94"/>
                    </a:lnTo>
                    <a:lnTo>
                      <a:pt x="692" y="0"/>
                    </a:lnTo>
                    <a:lnTo>
                      <a:pt x="270" y="85"/>
                    </a:lnTo>
                    <a:lnTo>
                      <a:pt x="85" y="247"/>
                    </a:lnTo>
                    <a:lnTo>
                      <a:pt x="41" y="429"/>
                    </a:lnTo>
                    <a:lnTo>
                      <a:pt x="41" y="657"/>
                    </a:lnTo>
                    <a:lnTo>
                      <a:pt x="37" y="717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8" name="Freeform 421">
                <a:extLst>
                  <a:ext uri="{FF2B5EF4-FFF2-40B4-BE49-F238E27FC236}">
                    <a16:creationId xmlns:a16="http://schemas.microsoft.com/office/drawing/2014/main" id="{8D442453-155F-364D-BF8D-A3176B8A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52"/>
                <a:ext cx="28" cy="16"/>
              </a:xfrm>
              <a:custGeom>
                <a:avLst/>
                <a:gdLst>
                  <a:gd name="T0" fmla="*/ 0 w 223"/>
                  <a:gd name="T1" fmla="*/ 0 h 120"/>
                  <a:gd name="T2" fmla="*/ 0 w 223"/>
                  <a:gd name="T3" fmla="*/ 0 h 120"/>
                  <a:gd name="T4" fmla="*/ 0 w 223"/>
                  <a:gd name="T5" fmla="*/ 0 h 120"/>
                  <a:gd name="T6" fmla="*/ 0 w 223"/>
                  <a:gd name="T7" fmla="*/ 0 h 120"/>
                  <a:gd name="T8" fmla="*/ 0 w 223"/>
                  <a:gd name="T9" fmla="*/ 0 h 120"/>
                  <a:gd name="T10" fmla="*/ 0 w 223"/>
                  <a:gd name="T11" fmla="*/ 0 h 120"/>
                  <a:gd name="T12" fmla="*/ 0 w 223"/>
                  <a:gd name="T13" fmla="*/ 0 h 120"/>
                  <a:gd name="T14" fmla="*/ 0 w 223"/>
                  <a:gd name="T15" fmla="*/ 0 h 120"/>
                  <a:gd name="T16" fmla="*/ 0 w 223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3"/>
                  <a:gd name="T28" fmla="*/ 0 h 120"/>
                  <a:gd name="T29" fmla="*/ 223 w 223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3" h="120">
                    <a:moveTo>
                      <a:pt x="223" y="6"/>
                    </a:moveTo>
                    <a:lnTo>
                      <a:pt x="223" y="41"/>
                    </a:lnTo>
                    <a:lnTo>
                      <a:pt x="140" y="108"/>
                    </a:lnTo>
                    <a:lnTo>
                      <a:pt x="57" y="120"/>
                    </a:lnTo>
                    <a:lnTo>
                      <a:pt x="0" y="78"/>
                    </a:lnTo>
                    <a:lnTo>
                      <a:pt x="16" y="0"/>
                    </a:lnTo>
                    <a:lnTo>
                      <a:pt x="92" y="28"/>
                    </a:lnTo>
                    <a:lnTo>
                      <a:pt x="140" y="35"/>
                    </a:lnTo>
                    <a:lnTo>
                      <a:pt x="223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29" name="Freeform 422">
                <a:extLst>
                  <a:ext uri="{FF2B5EF4-FFF2-40B4-BE49-F238E27FC236}">
                    <a16:creationId xmlns:a16="http://schemas.microsoft.com/office/drawing/2014/main" id="{06772E23-C754-494B-9B81-94BCA2887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539"/>
                <a:ext cx="30" cy="18"/>
              </a:xfrm>
              <a:custGeom>
                <a:avLst/>
                <a:gdLst>
                  <a:gd name="T0" fmla="*/ 0 w 245"/>
                  <a:gd name="T1" fmla="*/ 0 h 141"/>
                  <a:gd name="T2" fmla="*/ 0 w 245"/>
                  <a:gd name="T3" fmla="*/ 0 h 141"/>
                  <a:gd name="T4" fmla="*/ 0 w 245"/>
                  <a:gd name="T5" fmla="*/ 0 h 141"/>
                  <a:gd name="T6" fmla="*/ 0 w 245"/>
                  <a:gd name="T7" fmla="*/ 0 h 141"/>
                  <a:gd name="T8" fmla="*/ 0 w 245"/>
                  <a:gd name="T9" fmla="*/ 0 h 141"/>
                  <a:gd name="T10" fmla="*/ 0 w 245"/>
                  <a:gd name="T11" fmla="*/ 0 h 141"/>
                  <a:gd name="T12" fmla="*/ 0 w 245"/>
                  <a:gd name="T13" fmla="*/ 0 h 141"/>
                  <a:gd name="T14" fmla="*/ 0 w 245"/>
                  <a:gd name="T15" fmla="*/ 0 h 141"/>
                  <a:gd name="T16" fmla="*/ 0 w 245"/>
                  <a:gd name="T17" fmla="*/ 0 h 141"/>
                  <a:gd name="T18" fmla="*/ 0 w 245"/>
                  <a:gd name="T19" fmla="*/ 0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5"/>
                  <a:gd name="T31" fmla="*/ 0 h 141"/>
                  <a:gd name="T32" fmla="*/ 245 w 245"/>
                  <a:gd name="T33" fmla="*/ 141 h 1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5" h="141">
                    <a:moveTo>
                      <a:pt x="0" y="85"/>
                    </a:moveTo>
                    <a:lnTo>
                      <a:pt x="18" y="112"/>
                    </a:lnTo>
                    <a:lnTo>
                      <a:pt x="117" y="141"/>
                    </a:lnTo>
                    <a:lnTo>
                      <a:pt x="212" y="134"/>
                    </a:lnTo>
                    <a:lnTo>
                      <a:pt x="245" y="79"/>
                    </a:lnTo>
                    <a:lnTo>
                      <a:pt x="238" y="0"/>
                    </a:lnTo>
                    <a:lnTo>
                      <a:pt x="179" y="42"/>
                    </a:lnTo>
                    <a:lnTo>
                      <a:pt x="139" y="79"/>
                    </a:lnTo>
                    <a:lnTo>
                      <a:pt x="83" y="9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0" name="Freeform 423">
                <a:extLst>
                  <a:ext uri="{FF2B5EF4-FFF2-40B4-BE49-F238E27FC236}">
                    <a16:creationId xmlns:a16="http://schemas.microsoft.com/office/drawing/2014/main" id="{C341926E-7AB9-B741-9082-9FD8E62E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545"/>
                <a:ext cx="16" cy="30"/>
              </a:xfrm>
              <a:custGeom>
                <a:avLst/>
                <a:gdLst>
                  <a:gd name="T0" fmla="*/ 0 w 120"/>
                  <a:gd name="T1" fmla="*/ 0 h 235"/>
                  <a:gd name="T2" fmla="*/ 0 w 120"/>
                  <a:gd name="T3" fmla="*/ 0 h 235"/>
                  <a:gd name="T4" fmla="*/ 0 w 120"/>
                  <a:gd name="T5" fmla="*/ 0 h 235"/>
                  <a:gd name="T6" fmla="*/ 0 w 120"/>
                  <a:gd name="T7" fmla="*/ 0 h 235"/>
                  <a:gd name="T8" fmla="*/ 0 w 120"/>
                  <a:gd name="T9" fmla="*/ 0 h 235"/>
                  <a:gd name="T10" fmla="*/ 0 w 120"/>
                  <a:gd name="T11" fmla="*/ 0 h 235"/>
                  <a:gd name="T12" fmla="*/ 0 w 120"/>
                  <a:gd name="T13" fmla="*/ 0 h 235"/>
                  <a:gd name="T14" fmla="*/ 0 w 120"/>
                  <a:gd name="T15" fmla="*/ 0 h 235"/>
                  <a:gd name="T16" fmla="*/ 0 w 120"/>
                  <a:gd name="T17" fmla="*/ 0 h 235"/>
                  <a:gd name="T18" fmla="*/ 0 w 120"/>
                  <a:gd name="T19" fmla="*/ 0 h 235"/>
                  <a:gd name="T20" fmla="*/ 0 w 120"/>
                  <a:gd name="T21" fmla="*/ 0 h 235"/>
                  <a:gd name="T22" fmla="*/ 0 w 120"/>
                  <a:gd name="T23" fmla="*/ 0 h 2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0"/>
                  <a:gd name="T37" fmla="*/ 0 h 235"/>
                  <a:gd name="T38" fmla="*/ 120 w 120"/>
                  <a:gd name="T39" fmla="*/ 235 h 2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0" h="235">
                    <a:moveTo>
                      <a:pt x="57" y="37"/>
                    </a:moveTo>
                    <a:lnTo>
                      <a:pt x="37" y="0"/>
                    </a:lnTo>
                    <a:lnTo>
                      <a:pt x="13" y="16"/>
                    </a:lnTo>
                    <a:lnTo>
                      <a:pt x="22" y="141"/>
                    </a:lnTo>
                    <a:lnTo>
                      <a:pt x="0" y="169"/>
                    </a:lnTo>
                    <a:lnTo>
                      <a:pt x="13" y="220"/>
                    </a:lnTo>
                    <a:lnTo>
                      <a:pt x="64" y="235"/>
                    </a:lnTo>
                    <a:lnTo>
                      <a:pt x="108" y="220"/>
                    </a:lnTo>
                    <a:lnTo>
                      <a:pt x="120" y="178"/>
                    </a:lnTo>
                    <a:lnTo>
                      <a:pt x="112" y="148"/>
                    </a:lnTo>
                    <a:lnTo>
                      <a:pt x="78" y="121"/>
                    </a:lnTo>
                    <a:lnTo>
                      <a:pt x="57" y="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1" name="Freeform 424">
                <a:extLst>
                  <a:ext uri="{FF2B5EF4-FFF2-40B4-BE49-F238E27FC236}">
                    <a16:creationId xmlns:a16="http://schemas.microsoft.com/office/drawing/2014/main" id="{E0AC8BFC-DCBE-2144-B489-F60F29449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63"/>
                <a:ext cx="6" cy="5"/>
              </a:xfrm>
              <a:custGeom>
                <a:avLst/>
                <a:gdLst>
                  <a:gd name="T0" fmla="*/ 0 w 51"/>
                  <a:gd name="T1" fmla="*/ 0 h 42"/>
                  <a:gd name="T2" fmla="*/ 0 w 51"/>
                  <a:gd name="T3" fmla="*/ 0 h 42"/>
                  <a:gd name="T4" fmla="*/ 0 w 51"/>
                  <a:gd name="T5" fmla="*/ 0 h 42"/>
                  <a:gd name="T6" fmla="*/ 0 w 51"/>
                  <a:gd name="T7" fmla="*/ 0 h 42"/>
                  <a:gd name="T8" fmla="*/ 0 w 5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42"/>
                  <a:gd name="T17" fmla="*/ 51 w 5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42">
                    <a:moveTo>
                      <a:pt x="25" y="0"/>
                    </a:moveTo>
                    <a:lnTo>
                      <a:pt x="0" y="25"/>
                    </a:lnTo>
                    <a:lnTo>
                      <a:pt x="25" y="42"/>
                    </a:lnTo>
                    <a:lnTo>
                      <a:pt x="51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2" name="Freeform 425">
                <a:extLst>
                  <a:ext uri="{FF2B5EF4-FFF2-40B4-BE49-F238E27FC236}">
                    <a16:creationId xmlns:a16="http://schemas.microsoft.com/office/drawing/2014/main" id="{AEA1FFE9-61B1-BE41-9181-1277120B5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560"/>
                <a:ext cx="6" cy="5"/>
              </a:xfrm>
              <a:custGeom>
                <a:avLst/>
                <a:gdLst>
                  <a:gd name="T0" fmla="*/ 0 w 48"/>
                  <a:gd name="T1" fmla="*/ 0 h 36"/>
                  <a:gd name="T2" fmla="*/ 0 w 48"/>
                  <a:gd name="T3" fmla="*/ 0 h 36"/>
                  <a:gd name="T4" fmla="*/ 0 w 48"/>
                  <a:gd name="T5" fmla="*/ 0 h 36"/>
                  <a:gd name="T6" fmla="*/ 0 w 48"/>
                  <a:gd name="T7" fmla="*/ 0 h 36"/>
                  <a:gd name="T8" fmla="*/ 0 w 4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36"/>
                  <a:gd name="T17" fmla="*/ 48 w 48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36">
                    <a:moveTo>
                      <a:pt x="0" y="6"/>
                    </a:moveTo>
                    <a:lnTo>
                      <a:pt x="21" y="36"/>
                    </a:lnTo>
                    <a:lnTo>
                      <a:pt x="48" y="6"/>
                    </a:lnTo>
                    <a:lnTo>
                      <a:pt x="2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3" name="Freeform 426">
                <a:extLst>
                  <a:ext uri="{FF2B5EF4-FFF2-40B4-BE49-F238E27FC236}">
                    <a16:creationId xmlns:a16="http://schemas.microsoft.com/office/drawing/2014/main" id="{24ECEA44-6C56-3B4C-BED0-36232866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93"/>
                <a:ext cx="42" cy="9"/>
              </a:xfrm>
              <a:custGeom>
                <a:avLst/>
                <a:gdLst>
                  <a:gd name="T0" fmla="*/ 0 w 343"/>
                  <a:gd name="T1" fmla="*/ 0 h 70"/>
                  <a:gd name="T2" fmla="*/ 0 w 343"/>
                  <a:gd name="T3" fmla="*/ 0 h 70"/>
                  <a:gd name="T4" fmla="*/ 0 w 343"/>
                  <a:gd name="T5" fmla="*/ 0 h 70"/>
                  <a:gd name="T6" fmla="*/ 0 w 343"/>
                  <a:gd name="T7" fmla="*/ 0 h 70"/>
                  <a:gd name="T8" fmla="*/ 0 w 343"/>
                  <a:gd name="T9" fmla="*/ 0 h 70"/>
                  <a:gd name="T10" fmla="*/ 0 w 343"/>
                  <a:gd name="T11" fmla="*/ 0 h 70"/>
                  <a:gd name="T12" fmla="*/ 0 w 343"/>
                  <a:gd name="T13" fmla="*/ 0 h 70"/>
                  <a:gd name="T14" fmla="*/ 0 w 343"/>
                  <a:gd name="T15" fmla="*/ 0 h 70"/>
                  <a:gd name="T16" fmla="*/ 0 w 343"/>
                  <a:gd name="T17" fmla="*/ 0 h 70"/>
                  <a:gd name="T18" fmla="*/ 0 w 343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3"/>
                  <a:gd name="T31" fmla="*/ 0 h 70"/>
                  <a:gd name="T32" fmla="*/ 343 w 343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3" h="70">
                    <a:moveTo>
                      <a:pt x="0" y="44"/>
                    </a:moveTo>
                    <a:lnTo>
                      <a:pt x="128" y="70"/>
                    </a:lnTo>
                    <a:lnTo>
                      <a:pt x="235" y="55"/>
                    </a:lnTo>
                    <a:lnTo>
                      <a:pt x="322" y="21"/>
                    </a:lnTo>
                    <a:lnTo>
                      <a:pt x="343" y="7"/>
                    </a:lnTo>
                    <a:lnTo>
                      <a:pt x="297" y="0"/>
                    </a:lnTo>
                    <a:lnTo>
                      <a:pt x="214" y="21"/>
                    </a:lnTo>
                    <a:lnTo>
                      <a:pt x="135" y="26"/>
                    </a:lnTo>
                    <a:lnTo>
                      <a:pt x="20" y="2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4" name="Freeform 427">
                <a:extLst>
                  <a:ext uri="{FF2B5EF4-FFF2-40B4-BE49-F238E27FC236}">
                    <a16:creationId xmlns:a16="http://schemas.microsoft.com/office/drawing/2014/main" id="{C8945144-262F-504C-A904-E29973AE3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470"/>
                <a:ext cx="45" cy="53"/>
              </a:xfrm>
              <a:custGeom>
                <a:avLst/>
                <a:gdLst>
                  <a:gd name="T0" fmla="*/ 0 w 363"/>
                  <a:gd name="T1" fmla="*/ 0 h 429"/>
                  <a:gd name="T2" fmla="*/ 0 w 363"/>
                  <a:gd name="T3" fmla="*/ 0 h 429"/>
                  <a:gd name="T4" fmla="*/ 0 w 363"/>
                  <a:gd name="T5" fmla="*/ 0 h 429"/>
                  <a:gd name="T6" fmla="*/ 0 w 363"/>
                  <a:gd name="T7" fmla="*/ 0 h 429"/>
                  <a:gd name="T8" fmla="*/ 0 w 363"/>
                  <a:gd name="T9" fmla="*/ 0 h 429"/>
                  <a:gd name="T10" fmla="*/ 0 w 363"/>
                  <a:gd name="T11" fmla="*/ 0 h 429"/>
                  <a:gd name="T12" fmla="*/ 0 w 363"/>
                  <a:gd name="T13" fmla="*/ 0 h 429"/>
                  <a:gd name="T14" fmla="*/ 0 w 363"/>
                  <a:gd name="T15" fmla="*/ 0 h 429"/>
                  <a:gd name="T16" fmla="*/ 0 w 363"/>
                  <a:gd name="T17" fmla="*/ 0 h 429"/>
                  <a:gd name="T18" fmla="*/ 0 w 363"/>
                  <a:gd name="T19" fmla="*/ 0 h 429"/>
                  <a:gd name="T20" fmla="*/ 0 w 363"/>
                  <a:gd name="T21" fmla="*/ 0 h 429"/>
                  <a:gd name="T22" fmla="*/ 0 w 363"/>
                  <a:gd name="T23" fmla="*/ 0 h 429"/>
                  <a:gd name="T24" fmla="*/ 0 w 363"/>
                  <a:gd name="T25" fmla="*/ 0 h 429"/>
                  <a:gd name="T26" fmla="*/ 0 w 363"/>
                  <a:gd name="T27" fmla="*/ 0 h 429"/>
                  <a:gd name="T28" fmla="*/ 0 w 363"/>
                  <a:gd name="T29" fmla="*/ 0 h 429"/>
                  <a:gd name="T30" fmla="*/ 0 w 363"/>
                  <a:gd name="T31" fmla="*/ 0 h 429"/>
                  <a:gd name="T32" fmla="*/ 0 w 363"/>
                  <a:gd name="T33" fmla="*/ 0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3"/>
                  <a:gd name="T52" fmla="*/ 0 h 429"/>
                  <a:gd name="T53" fmla="*/ 363 w 363"/>
                  <a:gd name="T54" fmla="*/ 429 h 4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3" h="429">
                    <a:moveTo>
                      <a:pt x="226" y="35"/>
                    </a:moveTo>
                    <a:lnTo>
                      <a:pt x="158" y="99"/>
                    </a:lnTo>
                    <a:lnTo>
                      <a:pt x="127" y="182"/>
                    </a:lnTo>
                    <a:lnTo>
                      <a:pt x="127" y="266"/>
                    </a:lnTo>
                    <a:lnTo>
                      <a:pt x="149" y="337"/>
                    </a:lnTo>
                    <a:lnTo>
                      <a:pt x="363" y="394"/>
                    </a:lnTo>
                    <a:lnTo>
                      <a:pt x="185" y="389"/>
                    </a:lnTo>
                    <a:lnTo>
                      <a:pt x="63" y="429"/>
                    </a:lnTo>
                    <a:lnTo>
                      <a:pt x="79" y="380"/>
                    </a:lnTo>
                    <a:lnTo>
                      <a:pt x="33" y="323"/>
                    </a:lnTo>
                    <a:lnTo>
                      <a:pt x="6" y="231"/>
                    </a:lnTo>
                    <a:lnTo>
                      <a:pt x="0" y="134"/>
                    </a:lnTo>
                    <a:lnTo>
                      <a:pt x="19" y="62"/>
                    </a:lnTo>
                    <a:lnTo>
                      <a:pt x="68" y="14"/>
                    </a:lnTo>
                    <a:lnTo>
                      <a:pt x="136" y="0"/>
                    </a:lnTo>
                    <a:lnTo>
                      <a:pt x="192" y="7"/>
                    </a:lnTo>
                    <a:lnTo>
                      <a:pt x="226" y="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5" name="Freeform 428">
                <a:extLst>
                  <a:ext uri="{FF2B5EF4-FFF2-40B4-BE49-F238E27FC236}">
                    <a16:creationId xmlns:a16="http://schemas.microsoft.com/office/drawing/2014/main" id="{F4F55ECA-436D-7447-8D1C-7D55DC940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97"/>
                <a:ext cx="39" cy="19"/>
              </a:xfrm>
              <a:custGeom>
                <a:avLst/>
                <a:gdLst>
                  <a:gd name="T0" fmla="*/ 0 w 314"/>
                  <a:gd name="T1" fmla="*/ 0 h 154"/>
                  <a:gd name="T2" fmla="*/ 0 w 314"/>
                  <a:gd name="T3" fmla="*/ 0 h 154"/>
                  <a:gd name="T4" fmla="*/ 0 w 314"/>
                  <a:gd name="T5" fmla="*/ 0 h 154"/>
                  <a:gd name="T6" fmla="*/ 0 w 314"/>
                  <a:gd name="T7" fmla="*/ 0 h 154"/>
                  <a:gd name="T8" fmla="*/ 0 w 314"/>
                  <a:gd name="T9" fmla="*/ 0 h 154"/>
                  <a:gd name="T10" fmla="*/ 0 w 314"/>
                  <a:gd name="T11" fmla="*/ 0 h 154"/>
                  <a:gd name="T12" fmla="*/ 0 w 314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154"/>
                  <a:gd name="T23" fmla="*/ 314 w 314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154">
                    <a:moveTo>
                      <a:pt x="70" y="115"/>
                    </a:moveTo>
                    <a:lnTo>
                      <a:pt x="226" y="34"/>
                    </a:lnTo>
                    <a:lnTo>
                      <a:pt x="314" y="30"/>
                    </a:lnTo>
                    <a:lnTo>
                      <a:pt x="249" y="0"/>
                    </a:lnTo>
                    <a:lnTo>
                      <a:pt x="176" y="30"/>
                    </a:lnTo>
                    <a:lnTo>
                      <a:pt x="0" y="154"/>
                    </a:lnTo>
                    <a:lnTo>
                      <a:pt x="70" y="11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6" name="Freeform 429">
                <a:extLst>
                  <a:ext uri="{FF2B5EF4-FFF2-40B4-BE49-F238E27FC236}">
                    <a16:creationId xmlns:a16="http://schemas.microsoft.com/office/drawing/2014/main" id="{EE7D7732-6644-574A-85A5-5340F3A2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529"/>
                <a:ext cx="13" cy="8"/>
              </a:xfrm>
              <a:custGeom>
                <a:avLst/>
                <a:gdLst>
                  <a:gd name="T0" fmla="*/ 0 w 105"/>
                  <a:gd name="T1" fmla="*/ 0 h 60"/>
                  <a:gd name="T2" fmla="*/ 0 w 105"/>
                  <a:gd name="T3" fmla="*/ 0 h 60"/>
                  <a:gd name="T4" fmla="*/ 0 w 105"/>
                  <a:gd name="T5" fmla="*/ 0 h 60"/>
                  <a:gd name="T6" fmla="*/ 0 w 105"/>
                  <a:gd name="T7" fmla="*/ 0 h 60"/>
                  <a:gd name="T8" fmla="*/ 0 w 105"/>
                  <a:gd name="T9" fmla="*/ 0 h 60"/>
                  <a:gd name="T10" fmla="*/ 0 w 105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60"/>
                  <a:gd name="T20" fmla="*/ 105 w 105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60">
                    <a:moveTo>
                      <a:pt x="0" y="44"/>
                    </a:moveTo>
                    <a:lnTo>
                      <a:pt x="96" y="60"/>
                    </a:lnTo>
                    <a:lnTo>
                      <a:pt x="105" y="31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7" name="Freeform 430">
                <a:extLst>
                  <a:ext uri="{FF2B5EF4-FFF2-40B4-BE49-F238E27FC236}">
                    <a16:creationId xmlns:a16="http://schemas.microsoft.com/office/drawing/2014/main" id="{A349EB5B-F975-D040-9A42-D7B078F1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11"/>
                <a:ext cx="13" cy="14"/>
              </a:xfrm>
              <a:custGeom>
                <a:avLst/>
                <a:gdLst>
                  <a:gd name="T0" fmla="*/ 0 w 99"/>
                  <a:gd name="T1" fmla="*/ 0 h 111"/>
                  <a:gd name="T2" fmla="*/ 0 w 99"/>
                  <a:gd name="T3" fmla="*/ 0 h 111"/>
                  <a:gd name="T4" fmla="*/ 0 w 99"/>
                  <a:gd name="T5" fmla="*/ 0 h 111"/>
                  <a:gd name="T6" fmla="*/ 0 w 99"/>
                  <a:gd name="T7" fmla="*/ 0 h 111"/>
                  <a:gd name="T8" fmla="*/ 0 w 99"/>
                  <a:gd name="T9" fmla="*/ 0 h 111"/>
                  <a:gd name="T10" fmla="*/ 0 w 99"/>
                  <a:gd name="T11" fmla="*/ 0 h 111"/>
                  <a:gd name="T12" fmla="*/ 0 w 99"/>
                  <a:gd name="T13" fmla="*/ 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111"/>
                  <a:gd name="T23" fmla="*/ 99 w 99"/>
                  <a:gd name="T24" fmla="*/ 111 h 1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111">
                    <a:moveTo>
                      <a:pt x="0" y="111"/>
                    </a:moveTo>
                    <a:lnTo>
                      <a:pt x="19" y="111"/>
                    </a:lnTo>
                    <a:lnTo>
                      <a:pt x="99" y="35"/>
                    </a:lnTo>
                    <a:lnTo>
                      <a:pt x="90" y="0"/>
                    </a:lnTo>
                    <a:lnTo>
                      <a:pt x="55" y="0"/>
                    </a:lnTo>
                    <a:lnTo>
                      <a:pt x="7" y="39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8" name="Freeform 431">
                <a:extLst>
                  <a:ext uri="{FF2B5EF4-FFF2-40B4-BE49-F238E27FC236}">
                    <a16:creationId xmlns:a16="http://schemas.microsoft.com/office/drawing/2014/main" id="{8AA52EC3-AC3F-444F-AFE3-36FD08C9E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5"/>
                <a:ext cx="19" cy="10"/>
              </a:xfrm>
              <a:custGeom>
                <a:avLst/>
                <a:gdLst>
                  <a:gd name="T0" fmla="*/ 0 w 154"/>
                  <a:gd name="T1" fmla="*/ 0 h 84"/>
                  <a:gd name="T2" fmla="*/ 0 w 154"/>
                  <a:gd name="T3" fmla="*/ 0 h 84"/>
                  <a:gd name="T4" fmla="*/ 0 w 154"/>
                  <a:gd name="T5" fmla="*/ 0 h 84"/>
                  <a:gd name="T6" fmla="*/ 0 w 154"/>
                  <a:gd name="T7" fmla="*/ 0 h 84"/>
                  <a:gd name="T8" fmla="*/ 0 w 154"/>
                  <a:gd name="T9" fmla="*/ 0 h 84"/>
                  <a:gd name="T10" fmla="*/ 0 w 154"/>
                  <a:gd name="T11" fmla="*/ 0 h 84"/>
                  <a:gd name="T12" fmla="*/ 0 w 154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4"/>
                  <a:gd name="T22" fmla="*/ 0 h 84"/>
                  <a:gd name="T23" fmla="*/ 154 w 154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4" h="84">
                    <a:moveTo>
                      <a:pt x="27" y="7"/>
                    </a:moveTo>
                    <a:lnTo>
                      <a:pt x="0" y="49"/>
                    </a:lnTo>
                    <a:lnTo>
                      <a:pt x="32" y="84"/>
                    </a:lnTo>
                    <a:lnTo>
                      <a:pt x="140" y="69"/>
                    </a:lnTo>
                    <a:lnTo>
                      <a:pt x="154" y="27"/>
                    </a:lnTo>
                    <a:lnTo>
                      <a:pt x="127" y="0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39" name="Freeform 432">
                <a:extLst>
                  <a:ext uri="{FF2B5EF4-FFF2-40B4-BE49-F238E27FC236}">
                    <a16:creationId xmlns:a16="http://schemas.microsoft.com/office/drawing/2014/main" id="{0144BB34-8A5A-D84D-BB08-729E9171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89"/>
                <a:ext cx="22" cy="42"/>
              </a:xfrm>
              <a:custGeom>
                <a:avLst/>
                <a:gdLst>
                  <a:gd name="T0" fmla="*/ 0 w 172"/>
                  <a:gd name="T1" fmla="*/ 0 h 336"/>
                  <a:gd name="T2" fmla="*/ 0 w 172"/>
                  <a:gd name="T3" fmla="*/ 0 h 336"/>
                  <a:gd name="T4" fmla="*/ 0 w 172"/>
                  <a:gd name="T5" fmla="*/ 0 h 336"/>
                  <a:gd name="T6" fmla="*/ 0 w 172"/>
                  <a:gd name="T7" fmla="*/ 0 h 336"/>
                  <a:gd name="T8" fmla="*/ 0 w 172"/>
                  <a:gd name="T9" fmla="*/ 0 h 336"/>
                  <a:gd name="T10" fmla="*/ 0 w 172"/>
                  <a:gd name="T11" fmla="*/ 0 h 336"/>
                  <a:gd name="T12" fmla="*/ 0 w 172"/>
                  <a:gd name="T13" fmla="*/ 0 h 336"/>
                  <a:gd name="T14" fmla="*/ 0 w 172"/>
                  <a:gd name="T15" fmla="*/ 0 h 336"/>
                  <a:gd name="T16" fmla="*/ 0 w 172"/>
                  <a:gd name="T17" fmla="*/ 0 h 336"/>
                  <a:gd name="T18" fmla="*/ 0 w 172"/>
                  <a:gd name="T19" fmla="*/ 0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336"/>
                  <a:gd name="T32" fmla="*/ 172 w 172"/>
                  <a:gd name="T33" fmla="*/ 336 h 3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336">
                    <a:moveTo>
                      <a:pt x="7" y="42"/>
                    </a:moveTo>
                    <a:lnTo>
                      <a:pt x="51" y="211"/>
                    </a:lnTo>
                    <a:lnTo>
                      <a:pt x="73" y="336"/>
                    </a:lnTo>
                    <a:lnTo>
                      <a:pt x="156" y="336"/>
                    </a:lnTo>
                    <a:lnTo>
                      <a:pt x="172" y="279"/>
                    </a:lnTo>
                    <a:lnTo>
                      <a:pt x="99" y="231"/>
                    </a:lnTo>
                    <a:lnTo>
                      <a:pt x="73" y="147"/>
                    </a:lnTo>
                    <a:lnTo>
                      <a:pt x="78" y="75"/>
                    </a:lnTo>
                    <a:lnTo>
                      <a:pt x="0" y="0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0" name="Freeform 433">
                <a:extLst>
                  <a:ext uri="{FF2B5EF4-FFF2-40B4-BE49-F238E27FC236}">
                    <a16:creationId xmlns:a16="http://schemas.microsoft.com/office/drawing/2014/main" id="{2062C2C3-EAA2-4F44-AAD2-FAD5D9FC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661"/>
                <a:ext cx="33" cy="15"/>
              </a:xfrm>
              <a:custGeom>
                <a:avLst/>
                <a:gdLst>
                  <a:gd name="T0" fmla="*/ 0 w 264"/>
                  <a:gd name="T1" fmla="*/ 0 h 122"/>
                  <a:gd name="T2" fmla="*/ 0 w 264"/>
                  <a:gd name="T3" fmla="*/ 0 h 122"/>
                  <a:gd name="T4" fmla="*/ 0 w 264"/>
                  <a:gd name="T5" fmla="*/ 0 h 122"/>
                  <a:gd name="T6" fmla="*/ 0 w 264"/>
                  <a:gd name="T7" fmla="*/ 0 h 122"/>
                  <a:gd name="T8" fmla="*/ 0 w 264"/>
                  <a:gd name="T9" fmla="*/ 0 h 122"/>
                  <a:gd name="T10" fmla="*/ 0 w 264"/>
                  <a:gd name="T11" fmla="*/ 0 h 122"/>
                  <a:gd name="T12" fmla="*/ 0 w 264"/>
                  <a:gd name="T13" fmla="*/ 0 h 122"/>
                  <a:gd name="T14" fmla="*/ 0 w 264"/>
                  <a:gd name="T15" fmla="*/ 0 h 122"/>
                  <a:gd name="T16" fmla="*/ 0 w 264"/>
                  <a:gd name="T17" fmla="*/ 0 h 122"/>
                  <a:gd name="T18" fmla="*/ 0 w 264"/>
                  <a:gd name="T19" fmla="*/ 0 h 1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64"/>
                  <a:gd name="T31" fmla="*/ 0 h 122"/>
                  <a:gd name="T32" fmla="*/ 264 w 264"/>
                  <a:gd name="T33" fmla="*/ 122 h 12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64" h="122">
                    <a:moveTo>
                      <a:pt x="0" y="106"/>
                    </a:moveTo>
                    <a:lnTo>
                      <a:pt x="13" y="122"/>
                    </a:lnTo>
                    <a:lnTo>
                      <a:pt x="57" y="78"/>
                    </a:lnTo>
                    <a:lnTo>
                      <a:pt x="114" y="97"/>
                    </a:lnTo>
                    <a:lnTo>
                      <a:pt x="140" y="53"/>
                    </a:lnTo>
                    <a:lnTo>
                      <a:pt x="264" y="106"/>
                    </a:lnTo>
                    <a:lnTo>
                      <a:pt x="127" y="0"/>
                    </a:lnTo>
                    <a:lnTo>
                      <a:pt x="101" y="14"/>
                    </a:lnTo>
                    <a:lnTo>
                      <a:pt x="32" y="6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1" name="Freeform 434">
                <a:extLst>
                  <a:ext uri="{FF2B5EF4-FFF2-40B4-BE49-F238E27FC236}">
                    <a16:creationId xmlns:a16="http://schemas.microsoft.com/office/drawing/2014/main" id="{CC851D62-3667-0942-8535-747D3964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710"/>
                <a:ext cx="13" cy="19"/>
              </a:xfrm>
              <a:custGeom>
                <a:avLst/>
                <a:gdLst>
                  <a:gd name="T0" fmla="*/ 0 w 106"/>
                  <a:gd name="T1" fmla="*/ 0 h 147"/>
                  <a:gd name="T2" fmla="*/ 0 w 106"/>
                  <a:gd name="T3" fmla="*/ 0 h 147"/>
                  <a:gd name="T4" fmla="*/ 0 w 106"/>
                  <a:gd name="T5" fmla="*/ 0 h 147"/>
                  <a:gd name="T6" fmla="*/ 0 w 106"/>
                  <a:gd name="T7" fmla="*/ 0 h 147"/>
                  <a:gd name="T8" fmla="*/ 0 w 106"/>
                  <a:gd name="T9" fmla="*/ 0 h 147"/>
                  <a:gd name="T10" fmla="*/ 0 w 106"/>
                  <a:gd name="T11" fmla="*/ 0 h 147"/>
                  <a:gd name="T12" fmla="*/ 0 w 106"/>
                  <a:gd name="T13" fmla="*/ 0 h 147"/>
                  <a:gd name="T14" fmla="*/ 0 w 106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6"/>
                  <a:gd name="T25" fmla="*/ 0 h 147"/>
                  <a:gd name="T26" fmla="*/ 106 w 106"/>
                  <a:gd name="T27" fmla="*/ 147 h 1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6" h="147">
                    <a:moveTo>
                      <a:pt x="0" y="44"/>
                    </a:moveTo>
                    <a:lnTo>
                      <a:pt x="41" y="85"/>
                    </a:lnTo>
                    <a:lnTo>
                      <a:pt x="63" y="147"/>
                    </a:lnTo>
                    <a:lnTo>
                      <a:pt x="106" y="92"/>
                    </a:lnTo>
                    <a:lnTo>
                      <a:pt x="99" y="35"/>
                    </a:lnTo>
                    <a:lnTo>
                      <a:pt x="63" y="9"/>
                    </a:lnTo>
                    <a:lnTo>
                      <a:pt x="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2" name="Freeform 435">
                <a:extLst>
                  <a:ext uri="{FF2B5EF4-FFF2-40B4-BE49-F238E27FC236}">
                    <a16:creationId xmlns:a16="http://schemas.microsoft.com/office/drawing/2014/main" id="{9A90C40B-A33D-EC41-AD10-F7894315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534"/>
                <a:ext cx="31" cy="12"/>
              </a:xfrm>
              <a:custGeom>
                <a:avLst/>
                <a:gdLst>
                  <a:gd name="T0" fmla="*/ 0 w 244"/>
                  <a:gd name="T1" fmla="*/ 0 h 94"/>
                  <a:gd name="T2" fmla="*/ 0 w 244"/>
                  <a:gd name="T3" fmla="*/ 0 h 94"/>
                  <a:gd name="T4" fmla="*/ 0 w 244"/>
                  <a:gd name="T5" fmla="*/ 0 h 94"/>
                  <a:gd name="T6" fmla="*/ 0 w 244"/>
                  <a:gd name="T7" fmla="*/ 0 h 94"/>
                  <a:gd name="T8" fmla="*/ 0 w 244"/>
                  <a:gd name="T9" fmla="*/ 0 h 94"/>
                  <a:gd name="T10" fmla="*/ 0 w 244"/>
                  <a:gd name="T11" fmla="*/ 0 h 94"/>
                  <a:gd name="T12" fmla="*/ 0 w 244"/>
                  <a:gd name="T13" fmla="*/ 0 h 94"/>
                  <a:gd name="T14" fmla="*/ 0 w 244"/>
                  <a:gd name="T15" fmla="*/ 0 h 94"/>
                  <a:gd name="T16" fmla="*/ 0 w 244"/>
                  <a:gd name="T17" fmla="*/ 0 h 94"/>
                  <a:gd name="T18" fmla="*/ 0 w 244"/>
                  <a:gd name="T19" fmla="*/ 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4"/>
                  <a:gd name="T31" fmla="*/ 0 h 94"/>
                  <a:gd name="T32" fmla="*/ 244 w 244"/>
                  <a:gd name="T33" fmla="*/ 94 h 9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4" h="94">
                    <a:moveTo>
                      <a:pt x="0" y="34"/>
                    </a:moveTo>
                    <a:lnTo>
                      <a:pt x="45" y="81"/>
                    </a:lnTo>
                    <a:lnTo>
                      <a:pt x="89" y="94"/>
                    </a:lnTo>
                    <a:lnTo>
                      <a:pt x="114" y="94"/>
                    </a:lnTo>
                    <a:lnTo>
                      <a:pt x="167" y="94"/>
                    </a:lnTo>
                    <a:lnTo>
                      <a:pt x="244" y="43"/>
                    </a:lnTo>
                    <a:lnTo>
                      <a:pt x="204" y="0"/>
                    </a:lnTo>
                    <a:lnTo>
                      <a:pt x="123" y="9"/>
                    </a:lnTo>
                    <a:lnTo>
                      <a:pt x="45" y="28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3" name="Freeform 436">
                <a:extLst>
                  <a:ext uri="{FF2B5EF4-FFF2-40B4-BE49-F238E27FC236}">
                    <a16:creationId xmlns:a16="http://schemas.microsoft.com/office/drawing/2014/main" id="{BFA5ED8D-81FC-A842-B69B-9358EE7C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29"/>
                <a:ext cx="27" cy="11"/>
              </a:xfrm>
              <a:custGeom>
                <a:avLst/>
                <a:gdLst>
                  <a:gd name="T0" fmla="*/ 0 w 221"/>
                  <a:gd name="T1" fmla="*/ 0 h 85"/>
                  <a:gd name="T2" fmla="*/ 0 w 221"/>
                  <a:gd name="T3" fmla="*/ 0 h 85"/>
                  <a:gd name="T4" fmla="*/ 0 w 221"/>
                  <a:gd name="T5" fmla="*/ 0 h 85"/>
                  <a:gd name="T6" fmla="*/ 0 w 221"/>
                  <a:gd name="T7" fmla="*/ 0 h 85"/>
                  <a:gd name="T8" fmla="*/ 0 w 221"/>
                  <a:gd name="T9" fmla="*/ 0 h 85"/>
                  <a:gd name="T10" fmla="*/ 0 w 221"/>
                  <a:gd name="T11" fmla="*/ 0 h 85"/>
                  <a:gd name="T12" fmla="*/ 0 w 221"/>
                  <a:gd name="T13" fmla="*/ 0 h 85"/>
                  <a:gd name="T14" fmla="*/ 0 w 221"/>
                  <a:gd name="T15" fmla="*/ 0 h 85"/>
                  <a:gd name="T16" fmla="*/ 0 w 221"/>
                  <a:gd name="T17" fmla="*/ 0 h 85"/>
                  <a:gd name="T18" fmla="*/ 0 w 221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1"/>
                  <a:gd name="T31" fmla="*/ 0 h 85"/>
                  <a:gd name="T32" fmla="*/ 221 w 221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1" h="85">
                    <a:moveTo>
                      <a:pt x="0" y="70"/>
                    </a:moveTo>
                    <a:lnTo>
                      <a:pt x="44" y="7"/>
                    </a:lnTo>
                    <a:lnTo>
                      <a:pt x="129" y="0"/>
                    </a:lnTo>
                    <a:lnTo>
                      <a:pt x="221" y="7"/>
                    </a:lnTo>
                    <a:lnTo>
                      <a:pt x="216" y="26"/>
                    </a:lnTo>
                    <a:lnTo>
                      <a:pt x="185" y="57"/>
                    </a:lnTo>
                    <a:lnTo>
                      <a:pt x="115" y="85"/>
                    </a:lnTo>
                    <a:lnTo>
                      <a:pt x="51" y="85"/>
                    </a:lnTo>
                    <a:lnTo>
                      <a:pt x="9" y="85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4" name="Freeform 437">
                <a:extLst>
                  <a:ext uri="{FF2B5EF4-FFF2-40B4-BE49-F238E27FC236}">
                    <a16:creationId xmlns:a16="http://schemas.microsoft.com/office/drawing/2014/main" id="{1521E49F-F29C-0348-811E-2FBED3FD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90"/>
                <a:ext cx="68" cy="44"/>
              </a:xfrm>
              <a:custGeom>
                <a:avLst/>
                <a:gdLst>
                  <a:gd name="T0" fmla="*/ 0 w 546"/>
                  <a:gd name="T1" fmla="*/ 0 h 352"/>
                  <a:gd name="T2" fmla="*/ 0 w 546"/>
                  <a:gd name="T3" fmla="*/ 0 h 352"/>
                  <a:gd name="T4" fmla="*/ 0 w 546"/>
                  <a:gd name="T5" fmla="*/ 0 h 352"/>
                  <a:gd name="T6" fmla="*/ 0 w 546"/>
                  <a:gd name="T7" fmla="*/ 0 h 352"/>
                  <a:gd name="T8" fmla="*/ 0 w 546"/>
                  <a:gd name="T9" fmla="*/ 0 h 352"/>
                  <a:gd name="T10" fmla="*/ 0 w 546"/>
                  <a:gd name="T11" fmla="*/ 0 h 352"/>
                  <a:gd name="T12" fmla="*/ 0 w 546"/>
                  <a:gd name="T13" fmla="*/ 0 h 352"/>
                  <a:gd name="T14" fmla="*/ 0 w 546"/>
                  <a:gd name="T15" fmla="*/ 0 h 352"/>
                  <a:gd name="T16" fmla="*/ 0 w 546"/>
                  <a:gd name="T17" fmla="*/ 0 h 352"/>
                  <a:gd name="T18" fmla="*/ 0 w 546"/>
                  <a:gd name="T19" fmla="*/ 0 h 352"/>
                  <a:gd name="T20" fmla="*/ 0 w 546"/>
                  <a:gd name="T21" fmla="*/ 0 h 352"/>
                  <a:gd name="T22" fmla="*/ 0 w 546"/>
                  <a:gd name="T23" fmla="*/ 0 h 352"/>
                  <a:gd name="T24" fmla="*/ 0 w 546"/>
                  <a:gd name="T25" fmla="*/ 0 h 352"/>
                  <a:gd name="T26" fmla="*/ 0 w 546"/>
                  <a:gd name="T27" fmla="*/ 0 h 352"/>
                  <a:gd name="T28" fmla="*/ 0 w 546"/>
                  <a:gd name="T29" fmla="*/ 0 h 352"/>
                  <a:gd name="T30" fmla="*/ 0 w 546"/>
                  <a:gd name="T31" fmla="*/ 0 h 352"/>
                  <a:gd name="T32" fmla="*/ 0 w 546"/>
                  <a:gd name="T33" fmla="*/ 0 h 352"/>
                  <a:gd name="T34" fmla="*/ 0 w 546"/>
                  <a:gd name="T35" fmla="*/ 0 h 352"/>
                  <a:gd name="T36" fmla="*/ 0 w 546"/>
                  <a:gd name="T37" fmla="*/ 0 h 352"/>
                  <a:gd name="T38" fmla="*/ 0 w 546"/>
                  <a:gd name="T39" fmla="*/ 0 h 352"/>
                  <a:gd name="T40" fmla="*/ 0 w 546"/>
                  <a:gd name="T41" fmla="*/ 0 h 352"/>
                  <a:gd name="T42" fmla="*/ 0 w 546"/>
                  <a:gd name="T43" fmla="*/ 0 h 352"/>
                  <a:gd name="T44" fmla="*/ 0 w 546"/>
                  <a:gd name="T45" fmla="*/ 0 h 352"/>
                  <a:gd name="T46" fmla="*/ 0 w 546"/>
                  <a:gd name="T47" fmla="*/ 0 h 352"/>
                  <a:gd name="T48" fmla="*/ 0 w 546"/>
                  <a:gd name="T49" fmla="*/ 0 h 352"/>
                  <a:gd name="T50" fmla="*/ 0 w 546"/>
                  <a:gd name="T51" fmla="*/ 0 h 352"/>
                  <a:gd name="T52" fmla="*/ 0 w 546"/>
                  <a:gd name="T53" fmla="*/ 0 h 352"/>
                  <a:gd name="T54" fmla="*/ 0 w 546"/>
                  <a:gd name="T55" fmla="*/ 0 h 352"/>
                  <a:gd name="T56" fmla="*/ 0 w 546"/>
                  <a:gd name="T57" fmla="*/ 0 h 352"/>
                  <a:gd name="T58" fmla="*/ 0 w 546"/>
                  <a:gd name="T59" fmla="*/ 0 h 352"/>
                  <a:gd name="T60" fmla="*/ 0 w 546"/>
                  <a:gd name="T61" fmla="*/ 0 h 352"/>
                  <a:gd name="T62" fmla="*/ 0 w 546"/>
                  <a:gd name="T63" fmla="*/ 0 h 352"/>
                  <a:gd name="T64" fmla="*/ 0 w 546"/>
                  <a:gd name="T65" fmla="*/ 0 h 3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46"/>
                  <a:gd name="T100" fmla="*/ 0 h 352"/>
                  <a:gd name="T101" fmla="*/ 546 w 546"/>
                  <a:gd name="T102" fmla="*/ 352 h 3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46" h="352">
                    <a:moveTo>
                      <a:pt x="53" y="229"/>
                    </a:moveTo>
                    <a:lnTo>
                      <a:pt x="126" y="174"/>
                    </a:lnTo>
                    <a:lnTo>
                      <a:pt x="163" y="161"/>
                    </a:lnTo>
                    <a:lnTo>
                      <a:pt x="313" y="161"/>
                    </a:lnTo>
                    <a:lnTo>
                      <a:pt x="387" y="167"/>
                    </a:lnTo>
                    <a:lnTo>
                      <a:pt x="194" y="94"/>
                    </a:lnTo>
                    <a:lnTo>
                      <a:pt x="60" y="94"/>
                    </a:lnTo>
                    <a:lnTo>
                      <a:pt x="9" y="82"/>
                    </a:lnTo>
                    <a:lnTo>
                      <a:pt x="0" y="75"/>
                    </a:lnTo>
                    <a:lnTo>
                      <a:pt x="145" y="0"/>
                    </a:lnTo>
                    <a:lnTo>
                      <a:pt x="224" y="13"/>
                    </a:lnTo>
                    <a:lnTo>
                      <a:pt x="313" y="64"/>
                    </a:lnTo>
                    <a:lnTo>
                      <a:pt x="415" y="108"/>
                    </a:lnTo>
                    <a:lnTo>
                      <a:pt x="498" y="130"/>
                    </a:lnTo>
                    <a:lnTo>
                      <a:pt x="546" y="198"/>
                    </a:lnTo>
                    <a:lnTo>
                      <a:pt x="521" y="255"/>
                    </a:lnTo>
                    <a:lnTo>
                      <a:pt x="484" y="255"/>
                    </a:lnTo>
                    <a:lnTo>
                      <a:pt x="431" y="322"/>
                    </a:lnTo>
                    <a:lnTo>
                      <a:pt x="376" y="329"/>
                    </a:lnTo>
                    <a:lnTo>
                      <a:pt x="286" y="352"/>
                    </a:lnTo>
                    <a:lnTo>
                      <a:pt x="365" y="280"/>
                    </a:lnTo>
                    <a:lnTo>
                      <a:pt x="401" y="235"/>
                    </a:lnTo>
                    <a:lnTo>
                      <a:pt x="401" y="218"/>
                    </a:lnTo>
                    <a:lnTo>
                      <a:pt x="365" y="209"/>
                    </a:lnTo>
                    <a:lnTo>
                      <a:pt x="304" y="191"/>
                    </a:lnTo>
                    <a:lnTo>
                      <a:pt x="286" y="235"/>
                    </a:lnTo>
                    <a:lnTo>
                      <a:pt x="282" y="205"/>
                    </a:lnTo>
                    <a:lnTo>
                      <a:pt x="256" y="205"/>
                    </a:lnTo>
                    <a:lnTo>
                      <a:pt x="253" y="225"/>
                    </a:lnTo>
                    <a:lnTo>
                      <a:pt x="277" y="244"/>
                    </a:lnTo>
                    <a:lnTo>
                      <a:pt x="268" y="266"/>
                    </a:lnTo>
                    <a:lnTo>
                      <a:pt x="84" y="244"/>
                    </a:lnTo>
                    <a:lnTo>
                      <a:pt x="53" y="2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5" name="Freeform 438">
                <a:extLst>
                  <a:ext uri="{FF2B5EF4-FFF2-40B4-BE49-F238E27FC236}">
                    <a16:creationId xmlns:a16="http://schemas.microsoft.com/office/drawing/2014/main" id="{9803429A-4645-134A-A4B2-371217EC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5"/>
                <a:ext cx="28" cy="6"/>
              </a:xfrm>
              <a:custGeom>
                <a:avLst/>
                <a:gdLst>
                  <a:gd name="T0" fmla="*/ 0 w 224"/>
                  <a:gd name="T1" fmla="*/ 0 h 49"/>
                  <a:gd name="T2" fmla="*/ 0 w 224"/>
                  <a:gd name="T3" fmla="*/ 0 h 49"/>
                  <a:gd name="T4" fmla="*/ 0 w 224"/>
                  <a:gd name="T5" fmla="*/ 0 h 49"/>
                  <a:gd name="T6" fmla="*/ 0 w 224"/>
                  <a:gd name="T7" fmla="*/ 0 h 49"/>
                  <a:gd name="T8" fmla="*/ 0 w 224"/>
                  <a:gd name="T9" fmla="*/ 0 h 49"/>
                  <a:gd name="T10" fmla="*/ 0 w 22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4"/>
                  <a:gd name="T19" fmla="*/ 0 h 49"/>
                  <a:gd name="T20" fmla="*/ 224 w 22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4" h="49">
                    <a:moveTo>
                      <a:pt x="0" y="0"/>
                    </a:moveTo>
                    <a:lnTo>
                      <a:pt x="40" y="33"/>
                    </a:lnTo>
                    <a:lnTo>
                      <a:pt x="139" y="49"/>
                    </a:lnTo>
                    <a:lnTo>
                      <a:pt x="224" y="3"/>
                    </a:lnTo>
                    <a:lnTo>
                      <a:pt x="13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6" name="Freeform 439">
                <a:extLst>
                  <a:ext uri="{FF2B5EF4-FFF2-40B4-BE49-F238E27FC236}">
                    <a16:creationId xmlns:a16="http://schemas.microsoft.com/office/drawing/2014/main" id="{60BB9AB4-AE54-764D-963E-8953D4BFB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3"/>
                <a:ext cx="8" cy="12"/>
              </a:xfrm>
              <a:custGeom>
                <a:avLst/>
                <a:gdLst>
                  <a:gd name="T0" fmla="*/ 0 w 64"/>
                  <a:gd name="T1" fmla="*/ 0 h 98"/>
                  <a:gd name="T2" fmla="*/ 0 w 64"/>
                  <a:gd name="T3" fmla="*/ 0 h 98"/>
                  <a:gd name="T4" fmla="*/ 0 w 64"/>
                  <a:gd name="T5" fmla="*/ 0 h 98"/>
                  <a:gd name="T6" fmla="*/ 0 w 64"/>
                  <a:gd name="T7" fmla="*/ 0 h 98"/>
                  <a:gd name="T8" fmla="*/ 0 w 64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98"/>
                  <a:gd name="T17" fmla="*/ 64 w 64"/>
                  <a:gd name="T18" fmla="*/ 98 h 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98">
                    <a:moveTo>
                      <a:pt x="0" y="0"/>
                    </a:moveTo>
                    <a:lnTo>
                      <a:pt x="53" y="98"/>
                    </a:lnTo>
                    <a:lnTo>
                      <a:pt x="64" y="81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7" name="Freeform 440">
                <a:extLst>
                  <a:ext uri="{FF2B5EF4-FFF2-40B4-BE49-F238E27FC236}">
                    <a16:creationId xmlns:a16="http://schemas.microsoft.com/office/drawing/2014/main" id="{F36ED81E-CDAA-9B42-9F2A-7DCC319CE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2"/>
                <a:ext cx="51" cy="65"/>
              </a:xfrm>
              <a:custGeom>
                <a:avLst/>
                <a:gdLst>
                  <a:gd name="T0" fmla="*/ 0 w 406"/>
                  <a:gd name="T1" fmla="*/ 0 h 514"/>
                  <a:gd name="T2" fmla="*/ 0 w 406"/>
                  <a:gd name="T3" fmla="*/ 0 h 514"/>
                  <a:gd name="T4" fmla="*/ 0 w 406"/>
                  <a:gd name="T5" fmla="*/ 0 h 514"/>
                  <a:gd name="T6" fmla="*/ 0 w 406"/>
                  <a:gd name="T7" fmla="*/ 0 h 514"/>
                  <a:gd name="T8" fmla="*/ 0 w 406"/>
                  <a:gd name="T9" fmla="*/ 0 h 514"/>
                  <a:gd name="T10" fmla="*/ 0 w 406"/>
                  <a:gd name="T11" fmla="*/ 0 h 514"/>
                  <a:gd name="T12" fmla="*/ 0 w 406"/>
                  <a:gd name="T13" fmla="*/ 0 h 514"/>
                  <a:gd name="T14" fmla="*/ 0 w 406"/>
                  <a:gd name="T15" fmla="*/ 0 h 514"/>
                  <a:gd name="T16" fmla="*/ 0 w 406"/>
                  <a:gd name="T17" fmla="*/ 0 h 514"/>
                  <a:gd name="T18" fmla="*/ 0 w 406"/>
                  <a:gd name="T19" fmla="*/ 0 h 514"/>
                  <a:gd name="T20" fmla="*/ 0 w 406"/>
                  <a:gd name="T21" fmla="*/ 0 h 514"/>
                  <a:gd name="T22" fmla="*/ 0 w 406"/>
                  <a:gd name="T23" fmla="*/ 0 h 514"/>
                  <a:gd name="T24" fmla="*/ 0 w 406"/>
                  <a:gd name="T25" fmla="*/ 0 h 514"/>
                  <a:gd name="T26" fmla="*/ 0 w 406"/>
                  <a:gd name="T27" fmla="*/ 0 h 514"/>
                  <a:gd name="T28" fmla="*/ 0 w 406"/>
                  <a:gd name="T29" fmla="*/ 0 h 514"/>
                  <a:gd name="T30" fmla="*/ 0 w 406"/>
                  <a:gd name="T31" fmla="*/ 0 h 514"/>
                  <a:gd name="T32" fmla="*/ 0 w 406"/>
                  <a:gd name="T33" fmla="*/ 0 h 514"/>
                  <a:gd name="T34" fmla="*/ 0 w 406"/>
                  <a:gd name="T35" fmla="*/ 0 h 514"/>
                  <a:gd name="T36" fmla="*/ 0 w 406"/>
                  <a:gd name="T37" fmla="*/ 0 h 514"/>
                  <a:gd name="T38" fmla="*/ 0 w 406"/>
                  <a:gd name="T39" fmla="*/ 0 h 514"/>
                  <a:gd name="T40" fmla="*/ 0 w 406"/>
                  <a:gd name="T41" fmla="*/ 0 h 514"/>
                  <a:gd name="T42" fmla="*/ 0 w 406"/>
                  <a:gd name="T43" fmla="*/ 0 h 514"/>
                  <a:gd name="T44" fmla="*/ 0 w 406"/>
                  <a:gd name="T45" fmla="*/ 0 h 514"/>
                  <a:gd name="T46" fmla="*/ 0 w 406"/>
                  <a:gd name="T47" fmla="*/ 0 h 514"/>
                  <a:gd name="T48" fmla="*/ 0 w 406"/>
                  <a:gd name="T49" fmla="*/ 0 h 514"/>
                  <a:gd name="T50" fmla="*/ 0 w 406"/>
                  <a:gd name="T51" fmla="*/ 0 h 514"/>
                  <a:gd name="T52" fmla="*/ 0 w 406"/>
                  <a:gd name="T53" fmla="*/ 0 h 514"/>
                  <a:gd name="T54" fmla="*/ 0 w 406"/>
                  <a:gd name="T55" fmla="*/ 0 h 514"/>
                  <a:gd name="T56" fmla="*/ 0 w 406"/>
                  <a:gd name="T57" fmla="*/ 0 h 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6"/>
                  <a:gd name="T88" fmla="*/ 0 h 514"/>
                  <a:gd name="T89" fmla="*/ 406 w 406"/>
                  <a:gd name="T90" fmla="*/ 514 h 51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6" h="514">
                    <a:moveTo>
                      <a:pt x="0" y="10"/>
                    </a:moveTo>
                    <a:lnTo>
                      <a:pt x="0" y="63"/>
                    </a:lnTo>
                    <a:lnTo>
                      <a:pt x="28" y="99"/>
                    </a:lnTo>
                    <a:lnTo>
                      <a:pt x="12" y="388"/>
                    </a:lnTo>
                    <a:lnTo>
                      <a:pt x="35" y="514"/>
                    </a:lnTo>
                    <a:lnTo>
                      <a:pt x="28" y="380"/>
                    </a:lnTo>
                    <a:lnTo>
                      <a:pt x="39" y="213"/>
                    </a:lnTo>
                    <a:lnTo>
                      <a:pt x="146" y="288"/>
                    </a:lnTo>
                    <a:lnTo>
                      <a:pt x="105" y="201"/>
                    </a:lnTo>
                    <a:lnTo>
                      <a:pt x="197" y="235"/>
                    </a:lnTo>
                    <a:lnTo>
                      <a:pt x="275" y="222"/>
                    </a:lnTo>
                    <a:lnTo>
                      <a:pt x="202" y="201"/>
                    </a:lnTo>
                    <a:lnTo>
                      <a:pt x="202" y="178"/>
                    </a:lnTo>
                    <a:lnTo>
                      <a:pt x="233" y="160"/>
                    </a:lnTo>
                    <a:lnTo>
                      <a:pt x="294" y="208"/>
                    </a:lnTo>
                    <a:lnTo>
                      <a:pt x="328" y="189"/>
                    </a:lnTo>
                    <a:lnTo>
                      <a:pt x="250" y="114"/>
                    </a:lnTo>
                    <a:lnTo>
                      <a:pt x="202" y="85"/>
                    </a:lnTo>
                    <a:lnTo>
                      <a:pt x="202" y="65"/>
                    </a:lnTo>
                    <a:lnTo>
                      <a:pt x="321" y="90"/>
                    </a:lnTo>
                    <a:lnTo>
                      <a:pt x="356" y="132"/>
                    </a:lnTo>
                    <a:lnTo>
                      <a:pt x="344" y="164"/>
                    </a:lnTo>
                    <a:lnTo>
                      <a:pt x="406" y="141"/>
                    </a:lnTo>
                    <a:lnTo>
                      <a:pt x="406" y="54"/>
                    </a:lnTo>
                    <a:lnTo>
                      <a:pt x="365" y="17"/>
                    </a:lnTo>
                    <a:lnTo>
                      <a:pt x="270" y="17"/>
                    </a:lnTo>
                    <a:lnTo>
                      <a:pt x="79" y="0"/>
                    </a:lnTo>
                    <a:lnTo>
                      <a:pt x="3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8" name="Freeform 441">
                <a:extLst>
                  <a:ext uri="{FF2B5EF4-FFF2-40B4-BE49-F238E27FC236}">
                    <a16:creationId xmlns:a16="http://schemas.microsoft.com/office/drawing/2014/main" id="{CBE03199-FB7A-9343-9DEB-32AB79303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81"/>
                <a:ext cx="6" cy="8"/>
              </a:xfrm>
              <a:custGeom>
                <a:avLst/>
                <a:gdLst>
                  <a:gd name="T0" fmla="*/ 0 w 44"/>
                  <a:gd name="T1" fmla="*/ 0 h 62"/>
                  <a:gd name="T2" fmla="*/ 0 w 44"/>
                  <a:gd name="T3" fmla="*/ 0 h 62"/>
                  <a:gd name="T4" fmla="*/ 0 w 44"/>
                  <a:gd name="T5" fmla="*/ 0 h 62"/>
                  <a:gd name="T6" fmla="*/ 0 w 44"/>
                  <a:gd name="T7" fmla="*/ 0 h 62"/>
                  <a:gd name="T8" fmla="*/ 0 w 4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62"/>
                  <a:gd name="T17" fmla="*/ 44 w 44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62">
                    <a:moveTo>
                      <a:pt x="0" y="46"/>
                    </a:moveTo>
                    <a:lnTo>
                      <a:pt x="28" y="62"/>
                    </a:lnTo>
                    <a:lnTo>
                      <a:pt x="44" y="49"/>
                    </a:lnTo>
                    <a:lnTo>
                      <a:pt x="35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49" name="Freeform 442">
                <a:extLst>
                  <a:ext uri="{FF2B5EF4-FFF2-40B4-BE49-F238E27FC236}">
                    <a16:creationId xmlns:a16="http://schemas.microsoft.com/office/drawing/2014/main" id="{7E66506B-804E-7744-B7FB-39171E75E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73"/>
                <a:ext cx="81" cy="43"/>
              </a:xfrm>
              <a:custGeom>
                <a:avLst/>
                <a:gdLst>
                  <a:gd name="T0" fmla="*/ 0 w 647"/>
                  <a:gd name="T1" fmla="*/ 0 h 347"/>
                  <a:gd name="T2" fmla="*/ 0 w 647"/>
                  <a:gd name="T3" fmla="*/ 0 h 347"/>
                  <a:gd name="T4" fmla="*/ 0 w 647"/>
                  <a:gd name="T5" fmla="*/ 0 h 347"/>
                  <a:gd name="T6" fmla="*/ 0 w 647"/>
                  <a:gd name="T7" fmla="*/ 0 h 347"/>
                  <a:gd name="T8" fmla="*/ 0 w 647"/>
                  <a:gd name="T9" fmla="*/ 0 h 347"/>
                  <a:gd name="T10" fmla="*/ 0 w 647"/>
                  <a:gd name="T11" fmla="*/ 0 h 347"/>
                  <a:gd name="T12" fmla="*/ 0 w 647"/>
                  <a:gd name="T13" fmla="*/ 0 h 347"/>
                  <a:gd name="T14" fmla="*/ 0 w 647"/>
                  <a:gd name="T15" fmla="*/ 0 h 347"/>
                  <a:gd name="T16" fmla="*/ 0 w 647"/>
                  <a:gd name="T17" fmla="*/ 0 h 347"/>
                  <a:gd name="T18" fmla="*/ 0 w 647"/>
                  <a:gd name="T19" fmla="*/ 0 h 347"/>
                  <a:gd name="T20" fmla="*/ 0 w 647"/>
                  <a:gd name="T21" fmla="*/ 0 h 347"/>
                  <a:gd name="T22" fmla="*/ 0 w 647"/>
                  <a:gd name="T23" fmla="*/ 0 h 347"/>
                  <a:gd name="T24" fmla="*/ 0 w 647"/>
                  <a:gd name="T25" fmla="*/ 0 h 347"/>
                  <a:gd name="T26" fmla="*/ 0 w 647"/>
                  <a:gd name="T27" fmla="*/ 0 h 347"/>
                  <a:gd name="T28" fmla="*/ 0 w 647"/>
                  <a:gd name="T29" fmla="*/ 0 h 347"/>
                  <a:gd name="T30" fmla="*/ 0 w 647"/>
                  <a:gd name="T31" fmla="*/ 0 h 347"/>
                  <a:gd name="T32" fmla="*/ 0 w 647"/>
                  <a:gd name="T33" fmla="*/ 0 h 347"/>
                  <a:gd name="T34" fmla="*/ 0 w 647"/>
                  <a:gd name="T35" fmla="*/ 0 h 347"/>
                  <a:gd name="T36" fmla="*/ 0 w 647"/>
                  <a:gd name="T37" fmla="*/ 0 h 347"/>
                  <a:gd name="T38" fmla="*/ 0 w 647"/>
                  <a:gd name="T39" fmla="*/ 0 h 347"/>
                  <a:gd name="T40" fmla="*/ 0 w 647"/>
                  <a:gd name="T41" fmla="*/ 0 h 347"/>
                  <a:gd name="T42" fmla="*/ 0 w 647"/>
                  <a:gd name="T43" fmla="*/ 0 h 3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47"/>
                  <a:gd name="T67" fmla="*/ 0 h 347"/>
                  <a:gd name="T68" fmla="*/ 647 w 647"/>
                  <a:gd name="T69" fmla="*/ 347 h 3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47" h="347">
                    <a:moveTo>
                      <a:pt x="509" y="114"/>
                    </a:moveTo>
                    <a:lnTo>
                      <a:pt x="466" y="117"/>
                    </a:lnTo>
                    <a:lnTo>
                      <a:pt x="374" y="29"/>
                    </a:lnTo>
                    <a:lnTo>
                      <a:pt x="311" y="0"/>
                    </a:lnTo>
                    <a:lnTo>
                      <a:pt x="219" y="31"/>
                    </a:lnTo>
                    <a:lnTo>
                      <a:pt x="219" y="57"/>
                    </a:lnTo>
                    <a:lnTo>
                      <a:pt x="258" y="64"/>
                    </a:lnTo>
                    <a:lnTo>
                      <a:pt x="120" y="105"/>
                    </a:lnTo>
                    <a:lnTo>
                      <a:pt x="0" y="181"/>
                    </a:lnTo>
                    <a:lnTo>
                      <a:pt x="23" y="225"/>
                    </a:lnTo>
                    <a:lnTo>
                      <a:pt x="95" y="220"/>
                    </a:lnTo>
                    <a:lnTo>
                      <a:pt x="157" y="237"/>
                    </a:lnTo>
                    <a:lnTo>
                      <a:pt x="240" y="193"/>
                    </a:lnTo>
                    <a:lnTo>
                      <a:pt x="357" y="211"/>
                    </a:lnTo>
                    <a:lnTo>
                      <a:pt x="461" y="200"/>
                    </a:lnTo>
                    <a:lnTo>
                      <a:pt x="521" y="257"/>
                    </a:lnTo>
                    <a:lnTo>
                      <a:pt x="567" y="279"/>
                    </a:lnTo>
                    <a:lnTo>
                      <a:pt x="620" y="347"/>
                    </a:lnTo>
                    <a:lnTo>
                      <a:pt x="647" y="334"/>
                    </a:lnTo>
                    <a:lnTo>
                      <a:pt x="643" y="225"/>
                    </a:lnTo>
                    <a:lnTo>
                      <a:pt x="567" y="105"/>
                    </a:lnTo>
                    <a:lnTo>
                      <a:pt x="509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0" name="Freeform 443">
                <a:extLst>
                  <a:ext uri="{FF2B5EF4-FFF2-40B4-BE49-F238E27FC236}">
                    <a16:creationId xmlns:a16="http://schemas.microsoft.com/office/drawing/2014/main" id="{046B18C1-1477-1542-9D26-E3666627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53"/>
                <a:ext cx="9" cy="11"/>
              </a:xfrm>
              <a:custGeom>
                <a:avLst/>
                <a:gdLst>
                  <a:gd name="T0" fmla="*/ 0 w 72"/>
                  <a:gd name="T1" fmla="*/ 0 h 86"/>
                  <a:gd name="T2" fmla="*/ 0 w 72"/>
                  <a:gd name="T3" fmla="*/ 0 h 86"/>
                  <a:gd name="T4" fmla="*/ 0 w 72"/>
                  <a:gd name="T5" fmla="*/ 0 h 86"/>
                  <a:gd name="T6" fmla="*/ 0 w 72"/>
                  <a:gd name="T7" fmla="*/ 0 h 86"/>
                  <a:gd name="T8" fmla="*/ 0 w 72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86"/>
                  <a:gd name="T17" fmla="*/ 72 w 72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86">
                    <a:moveTo>
                      <a:pt x="0" y="55"/>
                    </a:moveTo>
                    <a:lnTo>
                      <a:pt x="37" y="86"/>
                    </a:lnTo>
                    <a:lnTo>
                      <a:pt x="72" y="24"/>
                    </a:lnTo>
                    <a:lnTo>
                      <a:pt x="60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1" name="Freeform 444">
                <a:extLst>
                  <a:ext uri="{FF2B5EF4-FFF2-40B4-BE49-F238E27FC236}">
                    <a16:creationId xmlns:a16="http://schemas.microsoft.com/office/drawing/2014/main" id="{B255641F-BD20-6546-BB08-E852623F7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07"/>
                <a:ext cx="38" cy="16"/>
              </a:xfrm>
              <a:custGeom>
                <a:avLst/>
                <a:gdLst>
                  <a:gd name="T0" fmla="*/ 0 w 302"/>
                  <a:gd name="T1" fmla="*/ 0 h 129"/>
                  <a:gd name="T2" fmla="*/ 0 w 302"/>
                  <a:gd name="T3" fmla="*/ 0 h 129"/>
                  <a:gd name="T4" fmla="*/ 0 w 302"/>
                  <a:gd name="T5" fmla="*/ 0 h 129"/>
                  <a:gd name="T6" fmla="*/ 0 w 302"/>
                  <a:gd name="T7" fmla="*/ 0 h 129"/>
                  <a:gd name="T8" fmla="*/ 0 w 302"/>
                  <a:gd name="T9" fmla="*/ 0 h 129"/>
                  <a:gd name="T10" fmla="*/ 0 w 302"/>
                  <a:gd name="T11" fmla="*/ 0 h 129"/>
                  <a:gd name="T12" fmla="*/ 0 w 302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2"/>
                  <a:gd name="T22" fmla="*/ 0 h 129"/>
                  <a:gd name="T23" fmla="*/ 302 w 302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2" h="129">
                    <a:moveTo>
                      <a:pt x="0" y="26"/>
                    </a:moveTo>
                    <a:lnTo>
                      <a:pt x="48" y="0"/>
                    </a:lnTo>
                    <a:lnTo>
                      <a:pt x="302" y="42"/>
                    </a:lnTo>
                    <a:lnTo>
                      <a:pt x="279" y="129"/>
                    </a:lnTo>
                    <a:lnTo>
                      <a:pt x="228" y="98"/>
                    </a:lnTo>
                    <a:lnTo>
                      <a:pt x="30" y="9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2" name="Freeform 445">
                <a:extLst>
                  <a:ext uri="{FF2B5EF4-FFF2-40B4-BE49-F238E27FC236}">
                    <a16:creationId xmlns:a16="http://schemas.microsoft.com/office/drawing/2014/main" id="{C1C1D304-73B6-AF42-BE9A-1DDBA79BF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85"/>
                <a:ext cx="159" cy="86"/>
              </a:xfrm>
              <a:custGeom>
                <a:avLst/>
                <a:gdLst>
                  <a:gd name="T0" fmla="*/ 0 w 1275"/>
                  <a:gd name="T1" fmla="*/ 0 h 682"/>
                  <a:gd name="T2" fmla="*/ 0 w 1275"/>
                  <a:gd name="T3" fmla="*/ 0 h 682"/>
                  <a:gd name="T4" fmla="*/ 0 w 1275"/>
                  <a:gd name="T5" fmla="*/ 0 h 682"/>
                  <a:gd name="T6" fmla="*/ 0 w 1275"/>
                  <a:gd name="T7" fmla="*/ 0 h 682"/>
                  <a:gd name="T8" fmla="*/ 0 w 1275"/>
                  <a:gd name="T9" fmla="*/ 0 h 682"/>
                  <a:gd name="T10" fmla="*/ 0 w 1275"/>
                  <a:gd name="T11" fmla="*/ 0 h 682"/>
                  <a:gd name="T12" fmla="*/ 0 w 1275"/>
                  <a:gd name="T13" fmla="*/ 0 h 682"/>
                  <a:gd name="T14" fmla="*/ 0 w 1275"/>
                  <a:gd name="T15" fmla="*/ 0 h 682"/>
                  <a:gd name="T16" fmla="*/ 0 w 1275"/>
                  <a:gd name="T17" fmla="*/ 0 h 682"/>
                  <a:gd name="T18" fmla="*/ 0 w 1275"/>
                  <a:gd name="T19" fmla="*/ 0 h 682"/>
                  <a:gd name="T20" fmla="*/ 0 w 1275"/>
                  <a:gd name="T21" fmla="*/ 0 h 682"/>
                  <a:gd name="T22" fmla="*/ 0 w 1275"/>
                  <a:gd name="T23" fmla="*/ 0 h 682"/>
                  <a:gd name="T24" fmla="*/ 0 w 1275"/>
                  <a:gd name="T25" fmla="*/ 0 h 682"/>
                  <a:gd name="T26" fmla="*/ 0 w 1275"/>
                  <a:gd name="T27" fmla="*/ 0 h 682"/>
                  <a:gd name="T28" fmla="*/ 0 w 1275"/>
                  <a:gd name="T29" fmla="*/ 0 h 682"/>
                  <a:gd name="T30" fmla="*/ 0 w 1275"/>
                  <a:gd name="T31" fmla="*/ 0 h 682"/>
                  <a:gd name="T32" fmla="*/ 0 w 1275"/>
                  <a:gd name="T33" fmla="*/ 0 h 682"/>
                  <a:gd name="T34" fmla="*/ 0 w 1275"/>
                  <a:gd name="T35" fmla="*/ 0 h 682"/>
                  <a:gd name="T36" fmla="*/ 0 w 1275"/>
                  <a:gd name="T37" fmla="*/ 0 h 682"/>
                  <a:gd name="T38" fmla="*/ 0 w 1275"/>
                  <a:gd name="T39" fmla="*/ 0 h 682"/>
                  <a:gd name="T40" fmla="*/ 0 w 1275"/>
                  <a:gd name="T41" fmla="*/ 0 h 682"/>
                  <a:gd name="T42" fmla="*/ 0 w 1275"/>
                  <a:gd name="T43" fmla="*/ 0 h 682"/>
                  <a:gd name="T44" fmla="*/ 0 w 1275"/>
                  <a:gd name="T45" fmla="*/ 0 h 682"/>
                  <a:gd name="T46" fmla="*/ 0 w 1275"/>
                  <a:gd name="T47" fmla="*/ 0 h 682"/>
                  <a:gd name="T48" fmla="*/ 0 w 1275"/>
                  <a:gd name="T49" fmla="*/ 0 h 682"/>
                  <a:gd name="T50" fmla="*/ 0 w 1275"/>
                  <a:gd name="T51" fmla="*/ 0 h 682"/>
                  <a:gd name="T52" fmla="*/ 0 w 1275"/>
                  <a:gd name="T53" fmla="*/ 0 h 682"/>
                  <a:gd name="T54" fmla="*/ 0 w 1275"/>
                  <a:gd name="T55" fmla="*/ 0 h 682"/>
                  <a:gd name="T56" fmla="*/ 0 w 1275"/>
                  <a:gd name="T57" fmla="*/ 0 h 682"/>
                  <a:gd name="T58" fmla="*/ 0 w 1275"/>
                  <a:gd name="T59" fmla="*/ 0 h 682"/>
                  <a:gd name="T60" fmla="*/ 0 w 1275"/>
                  <a:gd name="T61" fmla="*/ 0 h 682"/>
                  <a:gd name="T62" fmla="*/ 0 w 1275"/>
                  <a:gd name="T63" fmla="*/ 0 h 682"/>
                  <a:gd name="T64" fmla="*/ 0 w 1275"/>
                  <a:gd name="T65" fmla="*/ 0 h 682"/>
                  <a:gd name="T66" fmla="*/ 0 w 1275"/>
                  <a:gd name="T67" fmla="*/ 0 h 682"/>
                  <a:gd name="T68" fmla="*/ 0 w 1275"/>
                  <a:gd name="T69" fmla="*/ 0 h 682"/>
                  <a:gd name="T70" fmla="*/ 0 w 1275"/>
                  <a:gd name="T71" fmla="*/ 0 h 6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275"/>
                  <a:gd name="T109" fmla="*/ 0 h 682"/>
                  <a:gd name="T110" fmla="*/ 1275 w 1275"/>
                  <a:gd name="T111" fmla="*/ 682 h 6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275" h="682">
                    <a:moveTo>
                      <a:pt x="934" y="170"/>
                    </a:moveTo>
                    <a:lnTo>
                      <a:pt x="1037" y="159"/>
                    </a:lnTo>
                    <a:lnTo>
                      <a:pt x="1037" y="136"/>
                    </a:lnTo>
                    <a:lnTo>
                      <a:pt x="970" y="92"/>
                    </a:lnTo>
                    <a:lnTo>
                      <a:pt x="834" y="42"/>
                    </a:lnTo>
                    <a:lnTo>
                      <a:pt x="730" y="25"/>
                    </a:lnTo>
                    <a:lnTo>
                      <a:pt x="431" y="7"/>
                    </a:lnTo>
                    <a:lnTo>
                      <a:pt x="652" y="0"/>
                    </a:lnTo>
                    <a:lnTo>
                      <a:pt x="868" y="18"/>
                    </a:lnTo>
                    <a:lnTo>
                      <a:pt x="1037" y="73"/>
                    </a:lnTo>
                    <a:lnTo>
                      <a:pt x="1157" y="154"/>
                    </a:lnTo>
                    <a:lnTo>
                      <a:pt x="1249" y="251"/>
                    </a:lnTo>
                    <a:lnTo>
                      <a:pt x="1275" y="325"/>
                    </a:lnTo>
                    <a:lnTo>
                      <a:pt x="1275" y="387"/>
                    </a:lnTo>
                    <a:lnTo>
                      <a:pt x="1217" y="449"/>
                    </a:lnTo>
                    <a:lnTo>
                      <a:pt x="1104" y="530"/>
                    </a:lnTo>
                    <a:lnTo>
                      <a:pt x="943" y="578"/>
                    </a:lnTo>
                    <a:lnTo>
                      <a:pt x="730" y="631"/>
                    </a:lnTo>
                    <a:lnTo>
                      <a:pt x="315" y="664"/>
                    </a:lnTo>
                    <a:lnTo>
                      <a:pt x="0" y="682"/>
                    </a:lnTo>
                    <a:lnTo>
                      <a:pt x="703" y="504"/>
                    </a:lnTo>
                    <a:lnTo>
                      <a:pt x="864" y="449"/>
                    </a:lnTo>
                    <a:lnTo>
                      <a:pt x="952" y="407"/>
                    </a:lnTo>
                    <a:lnTo>
                      <a:pt x="975" y="387"/>
                    </a:lnTo>
                    <a:lnTo>
                      <a:pt x="970" y="374"/>
                    </a:lnTo>
                    <a:lnTo>
                      <a:pt x="917" y="367"/>
                    </a:lnTo>
                    <a:lnTo>
                      <a:pt x="1074" y="325"/>
                    </a:lnTo>
                    <a:lnTo>
                      <a:pt x="1086" y="304"/>
                    </a:lnTo>
                    <a:lnTo>
                      <a:pt x="1157" y="306"/>
                    </a:lnTo>
                    <a:lnTo>
                      <a:pt x="1161" y="284"/>
                    </a:lnTo>
                    <a:lnTo>
                      <a:pt x="1136" y="271"/>
                    </a:lnTo>
                    <a:lnTo>
                      <a:pt x="1018" y="242"/>
                    </a:lnTo>
                    <a:lnTo>
                      <a:pt x="1123" y="242"/>
                    </a:lnTo>
                    <a:lnTo>
                      <a:pt x="1123" y="216"/>
                    </a:lnTo>
                    <a:lnTo>
                      <a:pt x="1044" y="189"/>
                    </a:lnTo>
                    <a:lnTo>
                      <a:pt x="934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3" name="Freeform 446">
                <a:extLst>
                  <a:ext uri="{FF2B5EF4-FFF2-40B4-BE49-F238E27FC236}">
                    <a16:creationId xmlns:a16="http://schemas.microsoft.com/office/drawing/2014/main" id="{A1F42298-20F5-9049-A861-1E3E6189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85"/>
                <a:ext cx="174" cy="170"/>
              </a:xfrm>
              <a:custGeom>
                <a:avLst/>
                <a:gdLst>
                  <a:gd name="T0" fmla="*/ 0 w 1400"/>
                  <a:gd name="T1" fmla="*/ 0 h 1354"/>
                  <a:gd name="T2" fmla="*/ 0 w 1400"/>
                  <a:gd name="T3" fmla="*/ 0 h 1354"/>
                  <a:gd name="T4" fmla="*/ 0 w 1400"/>
                  <a:gd name="T5" fmla="*/ 0 h 1354"/>
                  <a:gd name="T6" fmla="*/ 0 w 1400"/>
                  <a:gd name="T7" fmla="*/ 0 h 1354"/>
                  <a:gd name="T8" fmla="*/ 0 w 1400"/>
                  <a:gd name="T9" fmla="*/ 0 h 1354"/>
                  <a:gd name="T10" fmla="*/ 0 w 1400"/>
                  <a:gd name="T11" fmla="*/ 0 h 1354"/>
                  <a:gd name="T12" fmla="*/ 0 w 1400"/>
                  <a:gd name="T13" fmla="*/ 0 h 1354"/>
                  <a:gd name="T14" fmla="*/ 0 w 1400"/>
                  <a:gd name="T15" fmla="*/ 0 h 1354"/>
                  <a:gd name="T16" fmla="*/ 0 w 1400"/>
                  <a:gd name="T17" fmla="*/ 0 h 1354"/>
                  <a:gd name="T18" fmla="*/ 0 w 1400"/>
                  <a:gd name="T19" fmla="*/ 0 h 1354"/>
                  <a:gd name="T20" fmla="*/ 0 w 1400"/>
                  <a:gd name="T21" fmla="*/ 0 h 1354"/>
                  <a:gd name="T22" fmla="*/ 0 w 1400"/>
                  <a:gd name="T23" fmla="*/ 0 h 1354"/>
                  <a:gd name="T24" fmla="*/ 0 w 1400"/>
                  <a:gd name="T25" fmla="*/ 0 h 1354"/>
                  <a:gd name="T26" fmla="*/ 0 w 1400"/>
                  <a:gd name="T27" fmla="*/ 0 h 1354"/>
                  <a:gd name="T28" fmla="*/ 0 w 1400"/>
                  <a:gd name="T29" fmla="*/ 0 h 1354"/>
                  <a:gd name="T30" fmla="*/ 0 w 1400"/>
                  <a:gd name="T31" fmla="*/ 0 h 1354"/>
                  <a:gd name="T32" fmla="*/ 0 w 1400"/>
                  <a:gd name="T33" fmla="*/ 0 h 1354"/>
                  <a:gd name="T34" fmla="*/ 0 w 1400"/>
                  <a:gd name="T35" fmla="*/ 0 h 1354"/>
                  <a:gd name="T36" fmla="*/ 0 w 1400"/>
                  <a:gd name="T37" fmla="*/ 0 h 1354"/>
                  <a:gd name="T38" fmla="*/ 0 w 1400"/>
                  <a:gd name="T39" fmla="*/ 0 h 1354"/>
                  <a:gd name="T40" fmla="*/ 0 w 1400"/>
                  <a:gd name="T41" fmla="*/ 0 h 1354"/>
                  <a:gd name="T42" fmla="*/ 0 w 1400"/>
                  <a:gd name="T43" fmla="*/ 0 h 1354"/>
                  <a:gd name="T44" fmla="*/ 0 w 1400"/>
                  <a:gd name="T45" fmla="*/ 0 h 1354"/>
                  <a:gd name="T46" fmla="*/ 0 w 1400"/>
                  <a:gd name="T47" fmla="*/ 0 h 1354"/>
                  <a:gd name="T48" fmla="*/ 0 w 1400"/>
                  <a:gd name="T49" fmla="*/ 0 h 1354"/>
                  <a:gd name="T50" fmla="*/ 0 w 1400"/>
                  <a:gd name="T51" fmla="*/ 0 h 1354"/>
                  <a:gd name="T52" fmla="*/ 0 w 1400"/>
                  <a:gd name="T53" fmla="*/ 0 h 1354"/>
                  <a:gd name="T54" fmla="*/ 0 w 1400"/>
                  <a:gd name="T55" fmla="*/ 0 h 1354"/>
                  <a:gd name="T56" fmla="*/ 0 w 1400"/>
                  <a:gd name="T57" fmla="*/ 0 h 1354"/>
                  <a:gd name="T58" fmla="*/ 0 w 1400"/>
                  <a:gd name="T59" fmla="*/ 0 h 1354"/>
                  <a:gd name="T60" fmla="*/ 0 w 1400"/>
                  <a:gd name="T61" fmla="*/ 0 h 1354"/>
                  <a:gd name="T62" fmla="*/ 0 w 1400"/>
                  <a:gd name="T63" fmla="*/ 0 h 1354"/>
                  <a:gd name="T64" fmla="*/ 0 w 1400"/>
                  <a:gd name="T65" fmla="*/ 0 h 1354"/>
                  <a:gd name="T66" fmla="*/ 0 w 1400"/>
                  <a:gd name="T67" fmla="*/ 0 h 1354"/>
                  <a:gd name="T68" fmla="*/ 0 w 1400"/>
                  <a:gd name="T69" fmla="*/ 0 h 1354"/>
                  <a:gd name="T70" fmla="*/ 0 w 1400"/>
                  <a:gd name="T71" fmla="*/ 0 h 1354"/>
                  <a:gd name="T72" fmla="*/ 0 w 1400"/>
                  <a:gd name="T73" fmla="*/ 0 h 1354"/>
                  <a:gd name="T74" fmla="*/ 0 w 1400"/>
                  <a:gd name="T75" fmla="*/ 0 h 13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400"/>
                  <a:gd name="T115" fmla="*/ 0 h 1354"/>
                  <a:gd name="T116" fmla="*/ 1400 w 1400"/>
                  <a:gd name="T117" fmla="*/ 1354 h 135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400" h="1354">
                    <a:moveTo>
                      <a:pt x="585" y="668"/>
                    </a:moveTo>
                    <a:lnTo>
                      <a:pt x="486" y="811"/>
                    </a:lnTo>
                    <a:lnTo>
                      <a:pt x="468" y="885"/>
                    </a:lnTo>
                    <a:lnTo>
                      <a:pt x="413" y="947"/>
                    </a:lnTo>
                    <a:lnTo>
                      <a:pt x="352" y="1130"/>
                    </a:lnTo>
                    <a:lnTo>
                      <a:pt x="277" y="1118"/>
                    </a:lnTo>
                    <a:lnTo>
                      <a:pt x="233" y="1002"/>
                    </a:lnTo>
                    <a:lnTo>
                      <a:pt x="171" y="975"/>
                    </a:lnTo>
                    <a:lnTo>
                      <a:pt x="110" y="991"/>
                    </a:lnTo>
                    <a:lnTo>
                      <a:pt x="67" y="1064"/>
                    </a:lnTo>
                    <a:lnTo>
                      <a:pt x="97" y="1354"/>
                    </a:lnTo>
                    <a:lnTo>
                      <a:pt x="46" y="1263"/>
                    </a:lnTo>
                    <a:lnTo>
                      <a:pt x="0" y="730"/>
                    </a:lnTo>
                    <a:lnTo>
                      <a:pt x="40" y="627"/>
                    </a:lnTo>
                    <a:lnTo>
                      <a:pt x="110" y="438"/>
                    </a:lnTo>
                    <a:lnTo>
                      <a:pt x="270" y="242"/>
                    </a:lnTo>
                    <a:lnTo>
                      <a:pt x="486" y="71"/>
                    </a:lnTo>
                    <a:lnTo>
                      <a:pt x="754" y="11"/>
                    </a:lnTo>
                    <a:lnTo>
                      <a:pt x="976" y="0"/>
                    </a:lnTo>
                    <a:lnTo>
                      <a:pt x="1095" y="55"/>
                    </a:lnTo>
                    <a:lnTo>
                      <a:pt x="1160" y="124"/>
                    </a:lnTo>
                    <a:lnTo>
                      <a:pt x="1286" y="165"/>
                    </a:lnTo>
                    <a:lnTo>
                      <a:pt x="1240" y="165"/>
                    </a:lnTo>
                    <a:lnTo>
                      <a:pt x="1240" y="189"/>
                    </a:lnTo>
                    <a:lnTo>
                      <a:pt x="1342" y="223"/>
                    </a:lnTo>
                    <a:lnTo>
                      <a:pt x="1270" y="251"/>
                    </a:lnTo>
                    <a:lnTo>
                      <a:pt x="1277" y="271"/>
                    </a:lnTo>
                    <a:lnTo>
                      <a:pt x="1314" y="290"/>
                    </a:lnTo>
                    <a:lnTo>
                      <a:pt x="1229" y="318"/>
                    </a:lnTo>
                    <a:lnTo>
                      <a:pt x="1277" y="365"/>
                    </a:lnTo>
                    <a:lnTo>
                      <a:pt x="1125" y="403"/>
                    </a:lnTo>
                    <a:lnTo>
                      <a:pt x="1125" y="413"/>
                    </a:lnTo>
                    <a:lnTo>
                      <a:pt x="1266" y="424"/>
                    </a:lnTo>
                    <a:lnTo>
                      <a:pt x="1116" y="470"/>
                    </a:lnTo>
                    <a:lnTo>
                      <a:pt x="1400" y="438"/>
                    </a:lnTo>
                    <a:lnTo>
                      <a:pt x="1383" y="530"/>
                    </a:lnTo>
                    <a:lnTo>
                      <a:pt x="864" y="631"/>
                    </a:lnTo>
                    <a:lnTo>
                      <a:pt x="585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4" name="Freeform 447">
                <a:extLst>
                  <a:ext uri="{FF2B5EF4-FFF2-40B4-BE49-F238E27FC236}">
                    <a16:creationId xmlns:a16="http://schemas.microsoft.com/office/drawing/2014/main" id="{67C92371-8C27-904A-86F5-9F905103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541"/>
                <a:ext cx="71" cy="197"/>
              </a:xfrm>
              <a:custGeom>
                <a:avLst/>
                <a:gdLst>
                  <a:gd name="T0" fmla="*/ 0 w 567"/>
                  <a:gd name="T1" fmla="*/ 0 h 1578"/>
                  <a:gd name="T2" fmla="*/ 0 w 567"/>
                  <a:gd name="T3" fmla="*/ 0 h 1578"/>
                  <a:gd name="T4" fmla="*/ 0 w 567"/>
                  <a:gd name="T5" fmla="*/ 0 h 1578"/>
                  <a:gd name="T6" fmla="*/ 0 w 567"/>
                  <a:gd name="T7" fmla="*/ 0 h 1578"/>
                  <a:gd name="T8" fmla="*/ 0 w 567"/>
                  <a:gd name="T9" fmla="*/ 0 h 1578"/>
                  <a:gd name="T10" fmla="*/ 0 w 567"/>
                  <a:gd name="T11" fmla="*/ 0 h 1578"/>
                  <a:gd name="T12" fmla="*/ 0 w 567"/>
                  <a:gd name="T13" fmla="*/ 0 h 1578"/>
                  <a:gd name="T14" fmla="*/ 0 w 567"/>
                  <a:gd name="T15" fmla="*/ 0 h 1578"/>
                  <a:gd name="T16" fmla="*/ 0 w 567"/>
                  <a:gd name="T17" fmla="*/ 0 h 1578"/>
                  <a:gd name="T18" fmla="*/ 0 w 567"/>
                  <a:gd name="T19" fmla="*/ 0 h 1578"/>
                  <a:gd name="T20" fmla="*/ 0 w 567"/>
                  <a:gd name="T21" fmla="*/ 0 h 1578"/>
                  <a:gd name="T22" fmla="*/ 0 w 567"/>
                  <a:gd name="T23" fmla="*/ 0 h 1578"/>
                  <a:gd name="T24" fmla="*/ 0 w 567"/>
                  <a:gd name="T25" fmla="*/ 0 h 1578"/>
                  <a:gd name="T26" fmla="*/ 0 w 567"/>
                  <a:gd name="T27" fmla="*/ 0 h 1578"/>
                  <a:gd name="T28" fmla="*/ 0 w 567"/>
                  <a:gd name="T29" fmla="*/ 0 h 1578"/>
                  <a:gd name="T30" fmla="*/ 0 w 567"/>
                  <a:gd name="T31" fmla="*/ 0 h 1578"/>
                  <a:gd name="T32" fmla="*/ 0 w 567"/>
                  <a:gd name="T33" fmla="*/ 0 h 1578"/>
                  <a:gd name="T34" fmla="*/ 0 w 567"/>
                  <a:gd name="T35" fmla="*/ 0 h 1578"/>
                  <a:gd name="T36" fmla="*/ 0 w 567"/>
                  <a:gd name="T37" fmla="*/ 0 h 1578"/>
                  <a:gd name="T38" fmla="*/ 0 w 567"/>
                  <a:gd name="T39" fmla="*/ 0 h 1578"/>
                  <a:gd name="T40" fmla="*/ 0 w 567"/>
                  <a:gd name="T41" fmla="*/ 0 h 1578"/>
                  <a:gd name="T42" fmla="*/ 0 w 567"/>
                  <a:gd name="T43" fmla="*/ 0 h 1578"/>
                  <a:gd name="T44" fmla="*/ 0 w 567"/>
                  <a:gd name="T45" fmla="*/ 0 h 1578"/>
                  <a:gd name="T46" fmla="*/ 0 w 567"/>
                  <a:gd name="T47" fmla="*/ 0 h 1578"/>
                  <a:gd name="T48" fmla="*/ 0 w 567"/>
                  <a:gd name="T49" fmla="*/ 0 h 1578"/>
                  <a:gd name="T50" fmla="*/ 0 w 567"/>
                  <a:gd name="T51" fmla="*/ 0 h 1578"/>
                  <a:gd name="T52" fmla="*/ 0 w 567"/>
                  <a:gd name="T53" fmla="*/ 0 h 1578"/>
                  <a:gd name="T54" fmla="*/ 0 w 567"/>
                  <a:gd name="T55" fmla="*/ 0 h 1578"/>
                  <a:gd name="T56" fmla="*/ 0 w 567"/>
                  <a:gd name="T57" fmla="*/ 0 h 1578"/>
                  <a:gd name="T58" fmla="*/ 0 w 567"/>
                  <a:gd name="T59" fmla="*/ 0 h 157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67"/>
                  <a:gd name="T91" fmla="*/ 0 h 1578"/>
                  <a:gd name="T92" fmla="*/ 567 w 567"/>
                  <a:gd name="T93" fmla="*/ 1578 h 157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67" h="1578">
                    <a:moveTo>
                      <a:pt x="320" y="150"/>
                    </a:moveTo>
                    <a:lnTo>
                      <a:pt x="358" y="245"/>
                    </a:lnTo>
                    <a:lnTo>
                      <a:pt x="358" y="635"/>
                    </a:lnTo>
                    <a:lnTo>
                      <a:pt x="304" y="761"/>
                    </a:lnTo>
                    <a:lnTo>
                      <a:pt x="304" y="904"/>
                    </a:lnTo>
                    <a:lnTo>
                      <a:pt x="239" y="1119"/>
                    </a:lnTo>
                    <a:lnTo>
                      <a:pt x="147" y="1255"/>
                    </a:lnTo>
                    <a:lnTo>
                      <a:pt x="0" y="1578"/>
                    </a:lnTo>
                    <a:lnTo>
                      <a:pt x="90" y="1471"/>
                    </a:lnTo>
                    <a:lnTo>
                      <a:pt x="198" y="1211"/>
                    </a:lnTo>
                    <a:lnTo>
                      <a:pt x="270" y="1105"/>
                    </a:lnTo>
                    <a:lnTo>
                      <a:pt x="341" y="941"/>
                    </a:lnTo>
                    <a:lnTo>
                      <a:pt x="341" y="794"/>
                    </a:lnTo>
                    <a:lnTo>
                      <a:pt x="484" y="704"/>
                    </a:lnTo>
                    <a:lnTo>
                      <a:pt x="567" y="455"/>
                    </a:lnTo>
                    <a:lnTo>
                      <a:pt x="567" y="261"/>
                    </a:lnTo>
                    <a:lnTo>
                      <a:pt x="558" y="121"/>
                    </a:lnTo>
                    <a:lnTo>
                      <a:pt x="532" y="42"/>
                    </a:lnTo>
                    <a:lnTo>
                      <a:pt x="468" y="0"/>
                    </a:lnTo>
                    <a:lnTo>
                      <a:pt x="521" y="60"/>
                    </a:lnTo>
                    <a:lnTo>
                      <a:pt x="532" y="110"/>
                    </a:lnTo>
                    <a:lnTo>
                      <a:pt x="521" y="139"/>
                    </a:lnTo>
                    <a:lnTo>
                      <a:pt x="444" y="90"/>
                    </a:lnTo>
                    <a:lnTo>
                      <a:pt x="437" y="97"/>
                    </a:lnTo>
                    <a:lnTo>
                      <a:pt x="488" y="178"/>
                    </a:lnTo>
                    <a:lnTo>
                      <a:pt x="505" y="305"/>
                    </a:lnTo>
                    <a:lnTo>
                      <a:pt x="505" y="429"/>
                    </a:lnTo>
                    <a:lnTo>
                      <a:pt x="468" y="275"/>
                    </a:lnTo>
                    <a:lnTo>
                      <a:pt x="345" y="110"/>
                    </a:lnTo>
                    <a:lnTo>
                      <a:pt x="320" y="1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5" name="Freeform 448">
                <a:extLst>
                  <a:ext uri="{FF2B5EF4-FFF2-40B4-BE49-F238E27FC236}">
                    <a16:creationId xmlns:a16="http://schemas.microsoft.com/office/drawing/2014/main" id="{1CF14622-B94B-CE43-A41B-E9779FE4F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55"/>
                <a:ext cx="132" cy="131"/>
              </a:xfrm>
              <a:custGeom>
                <a:avLst/>
                <a:gdLst>
                  <a:gd name="T0" fmla="*/ 0 w 1057"/>
                  <a:gd name="T1" fmla="*/ 0 h 1050"/>
                  <a:gd name="T2" fmla="*/ 0 w 1057"/>
                  <a:gd name="T3" fmla="*/ 0 h 1050"/>
                  <a:gd name="T4" fmla="*/ 0 w 1057"/>
                  <a:gd name="T5" fmla="*/ 0 h 1050"/>
                  <a:gd name="T6" fmla="*/ 0 w 1057"/>
                  <a:gd name="T7" fmla="*/ 0 h 1050"/>
                  <a:gd name="T8" fmla="*/ 0 w 1057"/>
                  <a:gd name="T9" fmla="*/ 0 h 1050"/>
                  <a:gd name="T10" fmla="*/ 0 w 1057"/>
                  <a:gd name="T11" fmla="*/ 0 h 1050"/>
                  <a:gd name="T12" fmla="*/ 0 w 1057"/>
                  <a:gd name="T13" fmla="*/ 0 h 1050"/>
                  <a:gd name="T14" fmla="*/ 0 w 1057"/>
                  <a:gd name="T15" fmla="*/ 0 h 1050"/>
                  <a:gd name="T16" fmla="*/ 0 w 1057"/>
                  <a:gd name="T17" fmla="*/ 0 h 1050"/>
                  <a:gd name="T18" fmla="*/ 0 w 1057"/>
                  <a:gd name="T19" fmla="*/ 0 h 1050"/>
                  <a:gd name="T20" fmla="*/ 0 w 1057"/>
                  <a:gd name="T21" fmla="*/ 0 h 1050"/>
                  <a:gd name="T22" fmla="*/ 0 w 1057"/>
                  <a:gd name="T23" fmla="*/ 0 h 1050"/>
                  <a:gd name="T24" fmla="*/ 0 w 1057"/>
                  <a:gd name="T25" fmla="*/ 0 h 1050"/>
                  <a:gd name="T26" fmla="*/ 0 w 1057"/>
                  <a:gd name="T27" fmla="*/ 0 h 1050"/>
                  <a:gd name="T28" fmla="*/ 0 w 1057"/>
                  <a:gd name="T29" fmla="*/ 0 h 1050"/>
                  <a:gd name="T30" fmla="*/ 0 w 1057"/>
                  <a:gd name="T31" fmla="*/ 0 h 1050"/>
                  <a:gd name="T32" fmla="*/ 0 w 1057"/>
                  <a:gd name="T33" fmla="*/ 0 h 1050"/>
                  <a:gd name="T34" fmla="*/ 0 w 1057"/>
                  <a:gd name="T35" fmla="*/ 0 h 1050"/>
                  <a:gd name="T36" fmla="*/ 0 w 1057"/>
                  <a:gd name="T37" fmla="*/ 0 h 1050"/>
                  <a:gd name="T38" fmla="*/ 0 w 1057"/>
                  <a:gd name="T39" fmla="*/ 0 h 1050"/>
                  <a:gd name="T40" fmla="*/ 0 w 1057"/>
                  <a:gd name="T41" fmla="*/ 0 h 1050"/>
                  <a:gd name="T42" fmla="*/ 0 w 1057"/>
                  <a:gd name="T43" fmla="*/ 0 h 1050"/>
                  <a:gd name="T44" fmla="*/ 0 w 1057"/>
                  <a:gd name="T45" fmla="*/ 0 h 1050"/>
                  <a:gd name="T46" fmla="*/ 0 w 1057"/>
                  <a:gd name="T47" fmla="*/ 0 h 1050"/>
                  <a:gd name="T48" fmla="*/ 0 w 1057"/>
                  <a:gd name="T49" fmla="*/ 0 h 1050"/>
                  <a:gd name="T50" fmla="*/ 0 w 1057"/>
                  <a:gd name="T51" fmla="*/ 0 h 1050"/>
                  <a:gd name="T52" fmla="*/ 0 w 1057"/>
                  <a:gd name="T53" fmla="*/ 0 h 1050"/>
                  <a:gd name="T54" fmla="*/ 0 w 1057"/>
                  <a:gd name="T55" fmla="*/ 0 h 1050"/>
                  <a:gd name="T56" fmla="*/ 0 w 1057"/>
                  <a:gd name="T57" fmla="*/ 0 h 1050"/>
                  <a:gd name="T58" fmla="*/ 0 w 1057"/>
                  <a:gd name="T59" fmla="*/ 0 h 1050"/>
                  <a:gd name="T60" fmla="*/ 0 w 1057"/>
                  <a:gd name="T61" fmla="*/ 0 h 1050"/>
                  <a:gd name="T62" fmla="*/ 0 w 1057"/>
                  <a:gd name="T63" fmla="*/ 0 h 1050"/>
                  <a:gd name="T64" fmla="*/ 0 w 1057"/>
                  <a:gd name="T65" fmla="*/ 0 h 1050"/>
                  <a:gd name="T66" fmla="*/ 0 w 1057"/>
                  <a:gd name="T67" fmla="*/ 0 h 1050"/>
                  <a:gd name="T68" fmla="*/ 0 w 1057"/>
                  <a:gd name="T69" fmla="*/ 0 h 1050"/>
                  <a:gd name="T70" fmla="*/ 0 w 1057"/>
                  <a:gd name="T71" fmla="*/ 0 h 1050"/>
                  <a:gd name="T72" fmla="*/ 0 w 1057"/>
                  <a:gd name="T73" fmla="*/ 0 h 10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7"/>
                  <a:gd name="T112" fmla="*/ 0 h 1050"/>
                  <a:gd name="T113" fmla="*/ 1057 w 1057"/>
                  <a:gd name="T114" fmla="*/ 1050 h 10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7" h="1050">
                    <a:moveTo>
                      <a:pt x="90" y="0"/>
                    </a:moveTo>
                    <a:lnTo>
                      <a:pt x="68" y="195"/>
                    </a:lnTo>
                    <a:lnTo>
                      <a:pt x="72" y="281"/>
                    </a:lnTo>
                    <a:lnTo>
                      <a:pt x="105" y="356"/>
                    </a:lnTo>
                    <a:lnTo>
                      <a:pt x="158" y="424"/>
                    </a:lnTo>
                    <a:lnTo>
                      <a:pt x="259" y="506"/>
                    </a:lnTo>
                    <a:lnTo>
                      <a:pt x="558" y="651"/>
                    </a:lnTo>
                    <a:lnTo>
                      <a:pt x="842" y="758"/>
                    </a:lnTo>
                    <a:lnTo>
                      <a:pt x="925" y="762"/>
                    </a:lnTo>
                    <a:lnTo>
                      <a:pt x="995" y="758"/>
                    </a:lnTo>
                    <a:lnTo>
                      <a:pt x="1057" y="730"/>
                    </a:lnTo>
                    <a:lnTo>
                      <a:pt x="1006" y="767"/>
                    </a:lnTo>
                    <a:lnTo>
                      <a:pt x="944" y="783"/>
                    </a:lnTo>
                    <a:lnTo>
                      <a:pt x="863" y="785"/>
                    </a:lnTo>
                    <a:lnTo>
                      <a:pt x="753" y="767"/>
                    </a:lnTo>
                    <a:lnTo>
                      <a:pt x="753" y="817"/>
                    </a:lnTo>
                    <a:lnTo>
                      <a:pt x="738" y="882"/>
                    </a:lnTo>
                    <a:lnTo>
                      <a:pt x="661" y="1009"/>
                    </a:lnTo>
                    <a:lnTo>
                      <a:pt x="704" y="901"/>
                    </a:lnTo>
                    <a:lnTo>
                      <a:pt x="709" y="824"/>
                    </a:lnTo>
                    <a:lnTo>
                      <a:pt x="624" y="861"/>
                    </a:lnTo>
                    <a:lnTo>
                      <a:pt x="624" y="978"/>
                    </a:lnTo>
                    <a:lnTo>
                      <a:pt x="598" y="1013"/>
                    </a:lnTo>
                    <a:lnTo>
                      <a:pt x="624" y="1050"/>
                    </a:lnTo>
                    <a:lnTo>
                      <a:pt x="591" y="1050"/>
                    </a:lnTo>
                    <a:lnTo>
                      <a:pt x="506" y="1009"/>
                    </a:lnTo>
                    <a:lnTo>
                      <a:pt x="328" y="843"/>
                    </a:lnTo>
                    <a:lnTo>
                      <a:pt x="215" y="721"/>
                    </a:lnTo>
                    <a:lnTo>
                      <a:pt x="98" y="567"/>
                    </a:lnTo>
                    <a:lnTo>
                      <a:pt x="0" y="370"/>
                    </a:lnTo>
                    <a:lnTo>
                      <a:pt x="107" y="541"/>
                    </a:lnTo>
                    <a:lnTo>
                      <a:pt x="204" y="633"/>
                    </a:lnTo>
                    <a:lnTo>
                      <a:pt x="81" y="411"/>
                    </a:lnTo>
                    <a:lnTo>
                      <a:pt x="52" y="288"/>
                    </a:lnTo>
                    <a:lnTo>
                      <a:pt x="52" y="213"/>
                    </a:lnTo>
                    <a:lnTo>
                      <a:pt x="68" y="9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6" name="Freeform 449">
                <a:extLst>
                  <a:ext uri="{FF2B5EF4-FFF2-40B4-BE49-F238E27FC236}">
                    <a16:creationId xmlns:a16="http://schemas.microsoft.com/office/drawing/2014/main" id="{C940593A-C54B-7B4A-A582-581B2003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17"/>
                <a:ext cx="22" cy="39"/>
              </a:xfrm>
              <a:custGeom>
                <a:avLst/>
                <a:gdLst>
                  <a:gd name="T0" fmla="*/ 0 w 180"/>
                  <a:gd name="T1" fmla="*/ 0 h 312"/>
                  <a:gd name="T2" fmla="*/ 0 w 180"/>
                  <a:gd name="T3" fmla="*/ 0 h 312"/>
                  <a:gd name="T4" fmla="*/ 0 w 180"/>
                  <a:gd name="T5" fmla="*/ 0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0 w 180"/>
                  <a:gd name="T15" fmla="*/ 0 h 312"/>
                  <a:gd name="T16" fmla="*/ 0 w 180"/>
                  <a:gd name="T17" fmla="*/ 0 h 312"/>
                  <a:gd name="T18" fmla="*/ 0 w 180"/>
                  <a:gd name="T19" fmla="*/ 0 h 312"/>
                  <a:gd name="T20" fmla="*/ 0 w 180"/>
                  <a:gd name="T21" fmla="*/ 0 h 312"/>
                  <a:gd name="T22" fmla="*/ 0 w 180"/>
                  <a:gd name="T23" fmla="*/ 0 h 312"/>
                  <a:gd name="T24" fmla="*/ 0 w 180"/>
                  <a:gd name="T25" fmla="*/ 0 h 312"/>
                  <a:gd name="T26" fmla="*/ 0 w 180"/>
                  <a:gd name="T27" fmla="*/ 0 h 312"/>
                  <a:gd name="T28" fmla="*/ 0 w 180"/>
                  <a:gd name="T29" fmla="*/ 0 h 312"/>
                  <a:gd name="T30" fmla="*/ 0 w 180"/>
                  <a:gd name="T31" fmla="*/ 0 h 312"/>
                  <a:gd name="T32" fmla="*/ 0 w 180"/>
                  <a:gd name="T33" fmla="*/ 0 h 312"/>
                  <a:gd name="T34" fmla="*/ 0 w 180"/>
                  <a:gd name="T35" fmla="*/ 0 h 3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0"/>
                  <a:gd name="T55" fmla="*/ 0 h 312"/>
                  <a:gd name="T56" fmla="*/ 180 w 180"/>
                  <a:gd name="T57" fmla="*/ 312 h 3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0" h="312">
                    <a:moveTo>
                      <a:pt x="37" y="0"/>
                    </a:moveTo>
                    <a:lnTo>
                      <a:pt x="88" y="7"/>
                    </a:lnTo>
                    <a:lnTo>
                      <a:pt x="175" y="62"/>
                    </a:lnTo>
                    <a:lnTo>
                      <a:pt x="180" y="164"/>
                    </a:lnTo>
                    <a:lnTo>
                      <a:pt x="146" y="147"/>
                    </a:lnTo>
                    <a:lnTo>
                      <a:pt x="136" y="134"/>
                    </a:lnTo>
                    <a:lnTo>
                      <a:pt x="94" y="171"/>
                    </a:lnTo>
                    <a:lnTo>
                      <a:pt x="94" y="185"/>
                    </a:lnTo>
                    <a:lnTo>
                      <a:pt x="125" y="204"/>
                    </a:lnTo>
                    <a:lnTo>
                      <a:pt x="155" y="301"/>
                    </a:lnTo>
                    <a:lnTo>
                      <a:pt x="132" y="312"/>
                    </a:lnTo>
                    <a:lnTo>
                      <a:pt x="100" y="257"/>
                    </a:lnTo>
                    <a:lnTo>
                      <a:pt x="19" y="233"/>
                    </a:lnTo>
                    <a:lnTo>
                      <a:pt x="0" y="111"/>
                    </a:lnTo>
                    <a:lnTo>
                      <a:pt x="19" y="95"/>
                    </a:lnTo>
                    <a:lnTo>
                      <a:pt x="105" y="53"/>
                    </a:lnTo>
                    <a:lnTo>
                      <a:pt x="81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7" name="Freeform 450">
                <a:extLst>
                  <a:ext uri="{FF2B5EF4-FFF2-40B4-BE49-F238E27FC236}">
                    <a16:creationId xmlns:a16="http://schemas.microsoft.com/office/drawing/2014/main" id="{B5CFCCD0-5C9B-4940-98CB-E1AD80F95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54"/>
                <a:ext cx="9" cy="2"/>
              </a:xfrm>
              <a:custGeom>
                <a:avLst/>
                <a:gdLst>
                  <a:gd name="T0" fmla="*/ 0 w 69"/>
                  <a:gd name="T1" fmla="*/ 0 h 17"/>
                  <a:gd name="T2" fmla="*/ 0 w 69"/>
                  <a:gd name="T3" fmla="*/ 0 h 17"/>
                  <a:gd name="T4" fmla="*/ 0 w 69"/>
                  <a:gd name="T5" fmla="*/ 0 h 17"/>
                  <a:gd name="T6" fmla="*/ 0 w 6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17"/>
                  <a:gd name="T14" fmla="*/ 69 w 69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17">
                    <a:moveTo>
                      <a:pt x="0" y="0"/>
                    </a:moveTo>
                    <a:lnTo>
                      <a:pt x="69" y="17"/>
                    </a:lnTo>
                    <a:lnTo>
                      <a:pt x="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8" name="Freeform 451">
                <a:extLst>
                  <a:ext uri="{FF2B5EF4-FFF2-40B4-BE49-F238E27FC236}">
                    <a16:creationId xmlns:a16="http://schemas.microsoft.com/office/drawing/2014/main" id="{8F811586-C754-524C-933C-138FCCCD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664"/>
                <a:ext cx="18" cy="24"/>
              </a:xfrm>
              <a:custGeom>
                <a:avLst/>
                <a:gdLst>
                  <a:gd name="T0" fmla="*/ 0 w 143"/>
                  <a:gd name="T1" fmla="*/ 0 h 195"/>
                  <a:gd name="T2" fmla="*/ 0 w 143"/>
                  <a:gd name="T3" fmla="*/ 0 h 195"/>
                  <a:gd name="T4" fmla="*/ 0 w 143"/>
                  <a:gd name="T5" fmla="*/ 0 h 195"/>
                  <a:gd name="T6" fmla="*/ 0 w 143"/>
                  <a:gd name="T7" fmla="*/ 0 h 195"/>
                  <a:gd name="T8" fmla="*/ 0 w 143"/>
                  <a:gd name="T9" fmla="*/ 0 h 195"/>
                  <a:gd name="T10" fmla="*/ 0 w 143"/>
                  <a:gd name="T11" fmla="*/ 0 h 195"/>
                  <a:gd name="T12" fmla="*/ 0 w 143"/>
                  <a:gd name="T13" fmla="*/ 0 h 195"/>
                  <a:gd name="T14" fmla="*/ 0 w 143"/>
                  <a:gd name="T15" fmla="*/ 0 h 195"/>
                  <a:gd name="T16" fmla="*/ 0 w 143"/>
                  <a:gd name="T17" fmla="*/ 0 h 195"/>
                  <a:gd name="T18" fmla="*/ 0 w 143"/>
                  <a:gd name="T19" fmla="*/ 0 h 195"/>
                  <a:gd name="T20" fmla="*/ 0 w 143"/>
                  <a:gd name="T21" fmla="*/ 0 h 195"/>
                  <a:gd name="T22" fmla="*/ 0 w 143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3"/>
                  <a:gd name="T37" fmla="*/ 0 h 195"/>
                  <a:gd name="T38" fmla="*/ 143 w 143"/>
                  <a:gd name="T39" fmla="*/ 195 h 1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3" h="195">
                    <a:moveTo>
                      <a:pt x="0" y="0"/>
                    </a:moveTo>
                    <a:lnTo>
                      <a:pt x="26" y="23"/>
                    </a:lnTo>
                    <a:lnTo>
                      <a:pt x="67" y="37"/>
                    </a:lnTo>
                    <a:lnTo>
                      <a:pt x="143" y="18"/>
                    </a:lnTo>
                    <a:lnTo>
                      <a:pt x="114" y="85"/>
                    </a:lnTo>
                    <a:lnTo>
                      <a:pt x="61" y="103"/>
                    </a:lnTo>
                    <a:lnTo>
                      <a:pt x="33" y="195"/>
                    </a:lnTo>
                    <a:lnTo>
                      <a:pt x="6" y="140"/>
                    </a:lnTo>
                    <a:lnTo>
                      <a:pt x="6" y="112"/>
                    </a:lnTo>
                    <a:lnTo>
                      <a:pt x="33" y="85"/>
                    </a:lnTo>
                    <a:lnTo>
                      <a:pt x="1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59" name="Line 452">
                <a:extLst>
                  <a:ext uri="{FF2B5EF4-FFF2-40B4-BE49-F238E27FC236}">
                    <a16:creationId xmlns:a16="http://schemas.microsoft.com/office/drawing/2014/main" id="{80A8E432-15ED-E947-9814-351CC4518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0" y="1620"/>
                <a:ext cx="9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0" name="Line 453">
                <a:extLst>
                  <a:ext uri="{FF2B5EF4-FFF2-40B4-BE49-F238E27FC236}">
                    <a16:creationId xmlns:a16="http://schemas.microsoft.com/office/drawing/2014/main" id="{29EA80D8-9AC9-BB4D-9E56-7FAD01B69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2" y="1614"/>
                <a:ext cx="13" cy="4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1" name="Line 454">
                <a:extLst>
                  <a:ext uri="{FF2B5EF4-FFF2-40B4-BE49-F238E27FC236}">
                    <a16:creationId xmlns:a16="http://schemas.microsoft.com/office/drawing/2014/main" id="{CD9111A5-AB2E-7745-B862-90EA697B9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0" y="1626"/>
                <a:ext cx="12" cy="3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2" name="Line 455">
                <a:extLst>
                  <a:ext uri="{FF2B5EF4-FFF2-40B4-BE49-F238E27FC236}">
                    <a16:creationId xmlns:a16="http://schemas.microsoft.com/office/drawing/2014/main" id="{25C3D0A7-5D91-B444-BD53-C8082C4ED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8" y="1638"/>
                <a:ext cx="9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3" name="Freeform 456">
                <a:extLst>
                  <a:ext uri="{FF2B5EF4-FFF2-40B4-BE49-F238E27FC236}">
                    <a16:creationId xmlns:a16="http://schemas.microsoft.com/office/drawing/2014/main" id="{5067EDF6-34DC-5D40-B3B1-08044FE7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568"/>
                <a:ext cx="92" cy="21"/>
              </a:xfrm>
              <a:custGeom>
                <a:avLst/>
                <a:gdLst>
                  <a:gd name="T0" fmla="*/ 0 w 743"/>
                  <a:gd name="T1" fmla="*/ 0 h 165"/>
                  <a:gd name="T2" fmla="*/ 0 w 743"/>
                  <a:gd name="T3" fmla="*/ 0 h 165"/>
                  <a:gd name="T4" fmla="*/ 0 w 743"/>
                  <a:gd name="T5" fmla="*/ 0 h 165"/>
                  <a:gd name="T6" fmla="*/ 0 w 743"/>
                  <a:gd name="T7" fmla="*/ 0 h 165"/>
                  <a:gd name="T8" fmla="*/ 0 w 743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3"/>
                  <a:gd name="T16" fmla="*/ 0 h 165"/>
                  <a:gd name="T17" fmla="*/ 743 w 743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3" h="165">
                    <a:moveTo>
                      <a:pt x="0" y="0"/>
                    </a:moveTo>
                    <a:lnTo>
                      <a:pt x="116" y="18"/>
                    </a:lnTo>
                    <a:lnTo>
                      <a:pt x="351" y="101"/>
                    </a:lnTo>
                    <a:lnTo>
                      <a:pt x="519" y="138"/>
                    </a:lnTo>
                    <a:lnTo>
                      <a:pt x="743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4" name="Freeform 457">
                <a:extLst>
                  <a:ext uri="{FF2B5EF4-FFF2-40B4-BE49-F238E27FC236}">
                    <a16:creationId xmlns:a16="http://schemas.microsoft.com/office/drawing/2014/main" id="{E4846F9E-1E82-F443-A913-F6E7DD059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65"/>
                <a:ext cx="61" cy="17"/>
              </a:xfrm>
              <a:custGeom>
                <a:avLst/>
                <a:gdLst>
                  <a:gd name="T0" fmla="*/ 0 w 491"/>
                  <a:gd name="T1" fmla="*/ 0 h 134"/>
                  <a:gd name="T2" fmla="*/ 0 w 491"/>
                  <a:gd name="T3" fmla="*/ 0 h 134"/>
                  <a:gd name="T4" fmla="*/ 0 w 491"/>
                  <a:gd name="T5" fmla="*/ 0 h 134"/>
                  <a:gd name="T6" fmla="*/ 0 w 491"/>
                  <a:gd name="T7" fmla="*/ 0 h 13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91"/>
                  <a:gd name="T13" fmla="*/ 0 h 134"/>
                  <a:gd name="T14" fmla="*/ 491 w 491"/>
                  <a:gd name="T15" fmla="*/ 134 h 13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91" h="134">
                    <a:moveTo>
                      <a:pt x="0" y="0"/>
                    </a:moveTo>
                    <a:lnTo>
                      <a:pt x="82" y="28"/>
                    </a:lnTo>
                    <a:lnTo>
                      <a:pt x="260" y="88"/>
                    </a:lnTo>
                    <a:lnTo>
                      <a:pt x="491" y="1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5" name="Freeform 458">
                <a:extLst>
                  <a:ext uri="{FF2B5EF4-FFF2-40B4-BE49-F238E27FC236}">
                    <a16:creationId xmlns:a16="http://schemas.microsoft.com/office/drawing/2014/main" id="{BD4A388E-0C2B-1046-85B7-80826D5F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8"/>
                <a:ext cx="45" cy="73"/>
              </a:xfrm>
              <a:custGeom>
                <a:avLst/>
                <a:gdLst>
                  <a:gd name="T0" fmla="*/ 0 w 365"/>
                  <a:gd name="T1" fmla="*/ 0 h 579"/>
                  <a:gd name="T2" fmla="*/ 0 w 365"/>
                  <a:gd name="T3" fmla="*/ 0 h 579"/>
                  <a:gd name="T4" fmla="*/ 0 w 365"/>
                  <a:gd name="T5" fmla="*/ 0 h 579"/>
                  <a:gd name="T6" fmla="*/ 0 w 365"/>
                  <a:gd name="T7" fmla="*/ 0 h 579"/>
                  <a:gd name="T8" fmla="*/ 0 w 365"/>
                  <a:gd name="T9" fmla="*/ 0 h 579"/>
                  <a:gd name="T10" fmla="*/ 0 w 365"/>
                  <a:gd name="T11" fmla="*/ 0 h 579"/>
                  <a:gd name="T12" fmla="*/ 0 w 365"/>
                  <a:gd name="T13" fmla="*/ 0 h 579"/>
                  <a:gd name="T14" fmla="*/ 0 w 365"/>
                  <a:gd name="T15" fmla="*/ 0 h 579"/>
                  <a:gd name="T16" fmla="*/ 0 w 365"/>
                  <a:gd name="T17" fmla="*/ 0 h 579"/>
                  <a:gd name="T18" fmla="*/ 0 w 365"/>
                  <a:gd name="T19" fmla="*/ 0 h 5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5"/>
                  <a:gd name="T31" fmla="*/ 0 h 579"/>
                  <a:gd name="T32" fmla="*/ 365 w 365"/>
                  <a:gd name="T33" fmla="*/ 579 h 5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5" h="579">
                    <a:moveTo>
                      <a:pt x="365" y="0"/>
                    </a:moveTo>
                    <a:lnTo>
                      <a:pt x="277" y="129"/>
                    </a:lnTo>
                    <a:lnTo>
                      <a:pt x="277" y="265"/>
                    </a:lnTo>
                    <a:lnTo>
                      <a:pt x="350" y="579"/>
                    </a:lnTo>
                    <a:lnTo>
                      <a:pt x="224" y="290"/>
                    </a:lnTo>
                    <a:lnTo>
                      <a:pt x="224" y="199"/>
                    </a:lnTo>
                    <a:lnTo>
                      <a:pt x="0" y="199"/>
                    </a:lnTo>
                    <a:lnTo>
                      <a:pt x="187" y="76"/>
                    </a:lnTo>
                    <a:lnTo>
                      <a:pt x="277" y="76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6" name="Freeform 459">
                <a:extLst>
                  <a:ext uri="{FF2B5EF4-FFF2-40B4-BE49-F238E27FC236}">
                    <a16:creationId xmlns:a16="http://schemas.microsoft.com/office/drawing/2014/main" id="{0393541E-94EE-1048-86AE-14DCE71BE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35"/>
                <a:ext cx="526" cy="496"/>
              </a:xfrm>
              <a:custGeom>
                <a:avLst/>
                <a:gdLst>
                  <a:gd name="T0" fmla="*/ 0 w 4215"/>
                  <a:gd name="T1" fmla="*/ 0 h 3969"/>
                  <a:gd name="T2" fmla="*/ 0 w 4215"/>
                  <a:gd name="T3" fmla="*/ 0 h 3969"/>
                  <a:gd name="T4" fmla="*/ 0 w 4215"/>
                  <a:gd name="T5" fmla="*/ 0 h 3969"/>
                  <a:gd name="T6" fmla="*/ 0 w 4215"/>
                  <a:gd name="T7" fmla="*/ 0 h 3969"/>
                  <a:gd name="T8" fmla="*/ 0 w 4215"/>
                  <a:gd name="T9" fmla="*/ 0 h 3969"/>
                  <a:gd name="T10" fmla="*/ 0 w 4215"/>
                  <a:gd name="T11" fmla="*/ 0 h 3969"/>
                  <a:gd name="T12" fmla="*/ 0 w 4215"/>
                  <a:gd name="T13" fmla="*/ 0 h 3969"/>
                  <a:gd name="T14" fmla="*/ 0 w 4215"/>
                  <a:gd name="T15" fmla="*/ 0 h 3969"/>
                  <a:gd name="T16" fmla="*/ 0 w 4215"/>
                  <a:gd name="T17" fmla="*/ 0 h 3969"/>
                  <a:gd name="T18" fmla="*/ 0 w 4215"/>
                  <a:gd name="T19" fmla="*/ 0 h 3969"/>
                  <a:gd name="T20" fmla="*/ 0 w 4215"/>
                  <a:gd name="T21" fmla="*/ 0 h 3969"/>
                  <a:gd name="T22" fmla="*/ 0 w 4215"/>
                  <a:gd name="T23" fmla="*/ 0 h 3969"/>
                  <a:gd name="T24" fmla="*/ 0 w 4215"/>
                  <a:gd name="T25" fmla="*/ 0 h 3969"/>
                  <a:gd name="T26" fmla="*/ 0 w 4215"/>
                  <a:gd name="T27" fmla="*/ 0 h 3969"/>
                  <a:gd name="T28" fmla="*/ 0 w 4215"/>
                  <a:gd name="T29" fmla="*/ 0 h 3969"/>
                  <a:gd name="T30" fmla="*/ 0 w 4215"/>
                  <a:gd name="T31" fmla="*/ 0 h 3969"/>
                  <a:gd name="T32" fmla="*/ 0 w 4215"/>
                  <a:gd name="T33" fmla="*/ 0 h 3969"/>
                  <a:gd name="T34" fmla="*/ 0 w 4215"/>
                  <a:gd name="T35" fmla="*/ 0 h 3969"/>
                  <a:gd name="T36" fmla="*/ 0 w 4215"/>
                  <a:gd name="T37" fmla="*/ 0 h 3969"/>
                  <a:gd name="T38" fmla="*/ 0 w 4215"/>
                  <a:gd name="T39" fmla="*/ 0 h 3969"/>
                  <a:gd name="T40" fmla="*/ 0 w 4215"/>
                  <a:gd name="T41" fmla="*/ 0 h 3969"/>
                  <a:gd name="T42" fmla="*/ 0 w 4215"/>
                  <a:gd name="T43" fmla="*/ 0 h 3969"/>
                  <a:gd name="T44" fmla="*/ 0 w 4215"/>
                  <a:gd name="T45" fmla="*/ 0 h 3969"/>
                  <a:gd name="T46" fmla="*/ 0 w 4215"/>
                  <a:gd name="T47" fmla="*/ 0 h 3969"/>
                  <a:gd name="T48" fmla="*/ 0 w 4215"/>
                  <a:gd name="T49" fmla="*/ 0 h 3969"/>
                  <a:gd name="T50" fmla="*/ 0 w 4215"/>
                  <a:gd name="T51" fmla="*/ 0 h 3969"/>
                  <a:gd name="T52" fmla="*/ 0 w 4215"/>
                  <a:gd name="T53" fmla="*/ 0 h 3969"/>
                  <a:gd name="T54" fmla="*/ 0 w 4215"/>
                  <a:gd name="T55" fmla="*/ 0 h 3969"/>
                  <a:gd name="T56" fmla="*/ 0 w 4215"/>
                  <a:gd name="T57" fmla="*/ 0 h 3969"/>
                  <a:gd name="T58" fmla="*/ 0 w 4215"/>
                  <a:gd name="T59" fmla="*/ 0 h 3969"/>
                  <a:gd name="T60" fmla="*/ 0 w 4215"/>
                  <a:gd name="T61" fmla="*/ 0 h 3969"/>
                  <a:gd name="T62" fmla="*/ 0 w 4215"/>
                  <a:gd name="T63" fmla="*/ 0 h 3969"/>
                  <a:gd name="T64" fmla="*/ 0 w 4215"/>
                  <a:gd name="T65" fmla="*/ 0 h 3969"/>
                  <a:gd name="T66" fmla="*/ 0 w 4215"/>
                  <a:gd name="T67" fmla="*/ 0 h 3969"/>
                  <a:gd name="T68" fmla="*/ 0 w 4215"/>
                  <a:gd name="T69" fmla="*/ 0 h 3969"/>
                  <a:gd name="T70" fmla="*/ 0 w 4215"/>
                  <a:gd name="T71" fmla="*/ 0 h 3969"/>
                  <a:gd name="T72" fmla="*/ 0 w 4215"/>
                  <a:gd name="T73" fmla="*/ 0 h 3969"/>
                  <a:gd name="T74" fmla="*/ 0 w 4215"/>
                  <a:gd name="T75" fmla="*/ 0 h 39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15"/>
                  <a:gd name="T115" fmla="*/ 0 h 3969"/>
                  <a:gd name="T116" fmla="*/ 4215 w 4215"/>
                  <a:gd name="T117" fmla="*/ 3969 h 39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15" h="3969">
                    <a:moveTo>
                      <a:pt x="1158" y="0"/>
                    </a:moveTo>
                    <a:lnTo>
                      <a:pt x="897" y="255"/>
                    </a:lnTo>
                    <a:lnTo>
                      <a:pt x="743" y="466"/>
                    </a:lnTo>
                    <a:lnTo>
                      <a:pt x="743" y="706"/>
                    </a:lnTo>
                    <a:lnTo>
                      <a:pt x="920" y="591"/>
                    </a:lnTo>
                    <a:lnTo>
                      <a:pt x="920" y="756"/>
                    </a:lnTo>
                    <a:lnTo>
                      <a:pt x="1314" y="1684"/>
                    </a:lnTo>
                    <a:lnTo>
                      <a:pt x="1224" y="1582"/>
                    </a:lnTo>
                    <a:lnTo>
                      <a:pt x="1134" y="1582"/>
                    </a:lnTo>
                    <a:lnTo>
                      <a:pt x="1072" y="1610"/>
                    </a:lnTo>
                    <a:lnTo>
                      <a:pt x="1031" y="1644"/>
                    </a:lnTo>
                    <a:lnTo>
                      <a:pt x="1174" y="1960"/>
                    </a:lnTo>
                    <a:lnTo>
                      <a:pt x="1448" y="2451"/>
                    </a:lnTo>
                    <a:lnTo>
                      <a:pt x="1868" y="2890"/>
                    </a:lnTo>
                    <a:lnTo>
                      <a:pt x="2031" y="3026"/>
                    </a:lnTo>
                    <a:lnTo>
                      <a:pt x="2031" y="3116"/>
                    </a:lnTo>
                    <a:lnTo>
                      <a:pt x="1930" y="3239"/>
                    </a:lnTo>
                    <a:lnTo>
                      <a:pt x="1930" y="3380"/>
                    </a:lnTo>
                    <a:lnTo>
                      <a:pt x="2129" y="3343"/>
                    </a:lnTo>
                    <a:lnTo>
                      <a:pt x="2158" y="3295"/>
                    </a:lnTo>
                    <a:lnTo>
                      <a:pt x="2145" y="3228"/>
                    </a:lnTo>
                    <a:lnTo>
                      <a:pt x="2094" y="3191"/>
                    </a:lnTo>
                    <a:lnTo>
                      <a:pt x="2296" y="3239"/>
                    </a:lnTo>
                    <a:lnTo>
                      <a:pt x="2435" y="3228"/>
                    </a:lnTo>
                    <a:lnTo>
                      <a:pt x="2575" y="3178"/>
                    </a:lnTo>
                    <a:lnTo>
                      <a:pt x="2712" y="3065"/>
                    </a:lnTo>
                    <a:lnTo>
                      <a:pt x="2815" y="2967"/>
                    </a:lnTo>
                    <a:lnTo>
                      <a:pt x="2749" y="3076"/>
                    </a:lnTo>
                    <a:lnTo>
                      <a:pt x="2700" y="3166"/>
                    </a:lnTo>
                    <a:lnTo>
                      <a:pt x="2903" y="3191"/>
                    </a:lnTo>
                    <a:lnTo>
                      <a:pt x="3154" y="3203"/>
                    </a:lnTo>
                    <a:lnTo>
                      <a:pt x="3357" y="3154"/>
                    </a:lnTo>
                    <a:lnTo>
                      <a:pt x="3433" y="2855"/>
                    </a:lnTo>
                    <a:lnTo>
                      <a:pt x="3468" y="2855"/>
                    </a:lnTo>
                    <a:lnTo>
                      <a:pt x="3494" y="2890"/>
                    </a:lnTo>
                    <a:lnTo>
                      <a:pt x="3521" y="2991"/>
                    </a:lnTo>
                    <a:lnTo>
                      <a:pt x="3535" y="3076"/>
                    </a:lnTo>
                    <a:lnTo>
                      <a:pt x="4203" y="3039"/>
                    </a:lnTo>
                    <a:lnTo>
                      <a:pt x="4215" y="3116"/>
                    </a:lnTo>
                    <a:lnTo>
                      <a:pt x="4215" y="3178"/>
                    </a:lnTo>
                    <a:lnTo>
                      <a:pt x="4189" y="3254"/>
                    </a:lnTo>
                    <a:lnTo>
                      <a:pt x="4037" y="3265"/>
                    </a:lnTo>
                    <a:lnTo>
                      <a:pt x="3913" y="3343"/>
                    </a:lnTo>
                    <a:lnTo>
                      <a:pt x="3683" y="3390"/>
                    </a:lnTo>
                    <a:lnTo>
                      <a:pt x="3481" y="3380"/>
                    </a:lnTo>
                    <a:lnTo>
                      <a:pt x="3281" y="3441"/>
                    </a:lnTo>
                    <a:lnTo>
                      <a:pt x="3105" y="3481"/>
                    </a:lnTo>
                    <a:lnTo>
                      <a:pt x="2852" y="3492"/>
                    </a:lnTo>
                    <a:lnTo>
                      <a:pt x="2547" y="3457"/>
                    </a:lnTo>
                    <a:lnTo>
                      <a:pt x="2320" y="3481"/>
                    </a:lnTo>
                    <a:lnTo>
                      <a:pt x="2129" y="3542"/>
                    </a:lnTo>
                    <a:lnTo>
                      <a:pt x="1990" y="3620"/>
                    </a:lnTo>
                    <a:lnTo>
                      <a:pt x="1615" y="3516"/>
                    </a:lnTo>
                    <a:lnTo>
                      <a:pt x="681" y="3969"/>
                    </a:lnTo>
                    <a:lnTo>
                      <a:pt x="0" y="3969"/>
                    </a:lnTo>
                    <a:lnTo>
                      <a:pt x="176" y="1723"/>
                    </a:lnTo>
                    <a:lnTo>
                      <a:pt x="328" y="1244"/>
                    </a:lnTo>
                    <a:lnTo>
                      <a:pt x="266" y="1558"/>
                    </a:lnTo>
                    <a:lnTo>
                      <a:pt x="418" y="2059"/>
                    </a:lnTo>
                    <a:lnTo>
                      <a:pt x="418" y="2500"/>
                    </a:lnTo>
                    <a:lnTo>
                      <a:pt x="591" y="2977"/>
                    </a:lnTo>
                    <a:lnTo>
                      <a:pt x="681" y="2977"/>
                    </a:lnTo>
                    <a:lnTo>
                      <a:pt x="907" y="2488"/>
                    </a:lnTo>
                    <a:lnTo>
                      <a:pt x="602" y="1886"/>
                    </a:lnTo>
                    <a:lnTo>
                      <a:pt x="556" y="1697"/>
                    </a:lnTo>
                    <a:lnTo>
                      <a:pt x="528" y="1497"/>
                    </a:lnTo>
                    <a:lnTo>
                      <a:pt x="556" y="1281"/>
                    </a:lnTo>
                    <a:lnTo>
                      <a:pt x="681" y="780"/>
                    </a:lnTo>
                    <a:lnTo>
                      <a:pt x="618" y="729"/>
                    </a:lnTo>
                    <a:lnTo>
                      <a:pt x="577" y="665"/>
                    </a:lnTo>
                    <a:lnTo>
                      <a:pt x="567" y="618"/>
                    </a:lnTo>
                    <a:lnTo>
                      <a:pt x="441" y="905"/>
                    </a:lnTo>
                    <a:lnTo>
                      <a:pt x="540" y="591"/>
                    </a:lnTo>
                    <a:lnTo>
                      <a:pt x="591" y="517"/>
                    </a:lnTo>
                    <a:lnTo>
                      <a:pt x="769" y="317"/>
                    </a:lnTo>
                    <a:lnTo>
                      <a:pt x="943" y="139"/>
                    </a:lnTo>
                    <a:lnTo>
                      <a:pt x="11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7" name="Freeform 460">
                <a:extLst>
                  <a:ext uri="{FF2B5EF4-FFF2-40B4-BE49-F238E27FC236}">
                    <a16:creationId xmlns:a16="http://schemas.microsoft.com/office/drawing/2014/main" id="{01D62060-C03B-3E4C-AFC0-E6774910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97"/>
                <a:ext cx="163" cy="265"/>
              </a:xfrm>
              <a:custGeom>
                <a:avLst/>
                <a:gdLst>
                  <a:gd name="T0" fmla="*/ 0 w 1300"/>
                  <a:gd name="T1" fmla="*/ 0 h 2125"/>
                  <a:gd name="T2" fmla="*/ 0 w 1300"/>
                  <a:gd name="T3" fmla="*/ 0 h 2125"/>
                  <a:gd name="T4" fmla="*/ 0 w 1300"/>
                  <a:gd name="T5" fmla="*/ 0 h 2125"/>
                  <a:gd name="T6" fmla="*/ 0 w 1300"/>
                  <a:gd name="T7" fmla="*/ 0 h 2125"/>
                  <a:gd name="T8" fmla="*/ 0 w 1300"/>
                  <a:gd name="T9" fmla="*/ 0 h 2125"/>
                  <a:gd name="T10" fmla="*/ 0 w 1300"/>
                  <a:gd name="T11" fmla="*/ 0 h 2125"/>
                  <a:gd name="T12" fmla="*/ 0 w 1300"/>
                  <a:gd name="T13" fmla="*/ 0 h 2125"/>
                  <a:gd name="T14" fmla="*/ 0 w 1300"/>
                  <a:gd name="T15" fmla="*/ 0 h 2125"/>
                  <a:gd name="T16" fmla="*/ 0 w 1300"/>
                  <a:gd name="T17" fmla="*/ 0 h 2125"/>
                  <a:gd name="T18" fmla="*/ 0 w 1300"/>
                  <a:gd name="T19" fmla="*/ 0 h 2125"/>
                  <a:gd name="T20" fmla="*/ 0 w 1300"/>
                  <a:gd name="T21" fmla="*/ 0 h 2125"/>
                  <a:gd name="T22" fmla="*/ 0 w 1300"/>
                  <a:gd name="T23" fmla="*/ 0 h 2125"/>
                  <a:gd name="T24" fmla="*/ 0 w 1300"/>
                  <a:gd name="T25" fmla="*/ 0 h 2125"/>
                  <a:gd name="T26" fmla="*/ 0 w 1300"/>
                  <a:gd name="T27" fmla="*/ 0 h 2125"/>
                  <a:gd name="T28" fmla="*/ 0 w 1300"/>
                  <a:gd name="T29" fmla="*/ 0 h 2125"/>
                  <a:gd name="T30" fmla="*/ 0 w 1300"/>
                  <a:gd name="T31" fmla="*/ 0 h 2125"/>
                  <a:gd name="T32" fmla="*/ 0 w 1300"/>
                  <a:gd name="T33" fmla="*/ 0 h 2125"/>
                  <a:gd name="T34" fmla="*/ 0 w 1300"/>
                  <a:gd name="T35" fmla="*/ 0 h 2125"/>
                  <a:gd name="T36" fmla="*/ 0 w 1300"/>
                  <a:gd name="T37" fmla="*/ 0 h 2125"/>
                  <a:gd name="T38" fmla="*/ 0 w 1300"/>
                  <a:gd name="T39" fmla="*/ 0 h 2125"/>
                  <a:gd name="T40" fmla="*/ 0 w 1300"/>
                  <a:gd name="T41" fmla="*/ 0 h 2125"/>
                  <a:gd name="T42" fmla="*/ 0 w 1300"/>
                  <a:gd name="T43" fmla="*/ 0 h 2125"/>
                  <a:gd name="T44" fmla="*/ 0 w 1300"/>
                  <a:gd name="T45" fmla="*/ 0 h 2125"/>
                  <a:gd name="T46" fmla="*/ 0 w 1300"/>
                  <a:gd name="T47" fmla="*/ 0 h 2125"/>
                  <a:gd name="T48" fmla="*/ 0 w 1300"/>
                  <a:gd name="T49" fmla="*/ 0 h 2125"/>
                  <a:gd name="T50" fmla="*/ 0 w 1300"/>
                  <a:gd name="T51" fmla="*/ 0 h 2125"/>
                  <a:gd name="T52" fmla="*/ 0 w 1300"/>
                  <a:gd name="T53" fmla="*/ 0 h 2125"/>
                  <a:gd name="T54" fmla="*/ 0 w 1300"/>
                  <a:gd name="T55" fmla="*/ 0 h 2125"/>
                  <a:gd name="T56" fmla="*/ 0 w 1300"/>
                  <a:gd name="T57" fmla="*/ 0 h 2125"/>
                  <a:gd name="T58" fmla="*/ 0 w 1300"/>
                  <a:gd name="T59" fmla="*/ 0 h 2125"/>
                  <a:gd name="T60" fmla="*/ 0 w 1300"/>
                  <a:gd name="T61" fmla="*/ 0 h 2125"/>
                  <a:gd name="T62" fmla="*/ 0 w 1300"/>
                  <a:gd name="T63" fmla="*/ 0 h 2125"/>
                  <a:gd name="T64" fmla="*/ 0 w 1300"/>
                  <a:gd name="T65" fmla="*/ 0 h 2125"/>
                  <a:gd name="T66" fmla="*/ 0 w 1300"/>
                  <a:gd name="T67" fmla="*/ 0 h 2125"/>
                  <a:gd name="T68" fmla="*/ 0 w 1300"/>
                  <a:gd name="T69" fmla="*/ 0 h 2125"/>
                  <a:gd name="T70" fmla="*/ 0 w 1300"/>
                  <a:gd name="T71" fmla="*/ 0 h 2125"/>
                  <a:gd name="T72" fmla="*/ 0 w 1300"/>
                  <a:gd name="T73" fmla="*/ 0 h 2125"/>
                  <a:gd name="T74" fmla="*/ 0 w 1300"/>
                  <a:gd name="T75" fmla="*/ 0 h 2125"/>
                  <a:gd name="T76" fmla="*/ 0 w 1300"/>
                  <a:gd name="T77" fmla="*/ 0 h 2125"/>
                  <a:gd name="T78" fmla="*/ 0 w 1300"/>
                  <a:gd name="T79" fmla="*/ 0 h 2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00"/>
                  <a:gd name="T121" fmla="*/ 0 h 2125"/>
                  <a:gd name="T122" fmla="*/ 1300 w 1300"/>
                  <a:gd name="T123" fmla="*/ 2125 h 21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00" h="2125">
                    <a:moveTo>
                      <a:pt x="0" y="140"/>
                    </a:moveTo>
                    <a:lnTo>
                      <a:pt x="378" y="378"/>
                    </a:lnTo>
                    <a:lnTo>
                      <a:pt x="641" y="829"/>
                    </a:lnTo>
                    <a:lnTo>
                      <a:pt x="641" y="1020"/>
                    </a:lnTo>
                    <a:lnTo>
                      <a:pt x="984" y="1318"/>
                    </a:lnTo>
                    <a:lnTo>
                      <a:pt x="1111" y="1556"/>
                    </a:lnTo>
                    <a:lnTo>
                      <a:pt x="1083" y="967"/>
                    </a:lnTo>
                    <a:lnTo>
                      <a:pt x="1083" y="589"/>
                    </a:lnTo>
                    <a:lnTo>
                      <a:pt x="1111" y="327"/>
                    </a:lnTo>
                    <a:lnTo>
                      <a:pt x="1072" y="266"/>
                    </a:lnTo>
                    <a:lnTo>
                      <a:pt x="984" y="378"/>
                    </a:lnTo>
                    <a:lnTo>
                      <a:pt x="906" y="424"/>
                    </a:lnTo>
                    <a:lnTo>
                      <a:pt x="998" y="327"/>
                    </a:lnTo>
                    <a:lnTo>
                      <a:pt x="1072" y="165"/>
                    </a:lnTo>
                    <a:lnTo>
                      <a:pt x="1160" y="27"/>
                    </a:lnTo>
                    <a:lnTo>
                      <a:pt x="1212" y="0"/>
                    </a:lnTo>
                    <a:lnTo>
                      <a:pt x="1160" y="80"/>
                    </a:lnTo>
                    <a:lnTo>
                      <a:pt x="1224" y="304"/>
                    </a:lnTo>
                    <a:lnTo>
                      <a:pt x="1160" y="304"/>
                    </a:lnTo>
                    <a:lnTo>
                      <a:pt x="1146" y="516"/>
                    </a:lnTo>
                    <a:lnTo>
                      <a:pt x="1184" y="1120"/>
                    </a:lnTo>
                    <a:lnTo>
                      <a:pt x="1247" y="1723"/>
                    </a:lnTo>
                    <a:lnTo>
                      <a:pt x="1300" y="1910"/>
                    </a:lnTo>
                    <a:lnTo>
                      <a:pt x="1035" y="2059"/>
                    </a:lnTo>
                    <a:lnTo>
                      <a:pt x="1146" y="1961"/>
                    </a:lnTo>
                    <a:lnTo>
                      <a:pt x="1095" y="1881"/>
                    </a:lnTo>
                    <a:lnTo>
                      <a:pt x="971" y="1910"/>
                    </a:lnTo>
                    <a:lnTo>
                      <a:pt x="694" y="2099"/>
                    </a:lnTo>
                    <a:lnTo>
                      <a:pt x="606" y="2125"/>
                    </a:lnTo>
                    <a:lnTo>
                      <a:pt x="593" y="2086"/>
                    </a:lnTo>
                    <a:lnTo>
                      <a:pt x="756" y="1934"/>
                    </a:lnTo>
                    <a:lnTo>
                      <a:pt x="1095" y="1821"/>
                    </a:lnTo>
                    <a:lnTo>
                      <a:pt x="1045" y="1685"/>
                    </a:lnTo>
                    <a:lnTo>
                      <a:pt x="1045" y="1547"/>
                    </a:lnTo>
                    <a:lnTo>
                      <a:pt x="998" y="1470"/>
                    </a:lnTo>
                    <a:lnTo>
                      <a:pt x="606" y="1169"/>
                    </a:lnTo>
                    <a:lnTo>
                      <a:pt x="138" y="841"/>
                    </a:lnTo>
                    <a:lnTo>
                      <a:pt x="657" y="1154"/>
                    </a:lnTo>
                    <a:lnTo>
                      <a:pt x="390" y="46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8" name="Freeform 461">
                <a:extLst>
                  <a:ext uri="{FF2B5EF4-FFF2-40B4-BE49-F238E27FC236}">
                    <a16:creationId xmlns:a16="http://schemas.microsoft.com/office/drawing/2014/main" id="{CF2E5731-10CB-E04A-BE44-C2A5A27BF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60"/>
                <a:ext cx="26" cy="59"/>
              </a:xfrm>
              <a:custGeom>
                <a:avLst/>
                <a:gdLst>
                  <a:gd name="T0" fmla="*/ 0 w 203"/>
                  <a:gd name="T1" fmla="*/ 0 h 466"/>
                  <a:gd name="T2" fmla="*/ 0 w 203"/>
                  <a:gd name="T3" fmla="*/ 0 h 466"/>
                  <a:gd name="T4" fmla="*/ 0 w 203"/>
                  <a:gd name="T5" fmla="*/ 0 h 466"/>
                  <a:gd name="T6" fmla="*/ 0 w 203"/>
                  <a:gd name="T7" fmla="*/ 0 h 466"/>
                  <a:gd name="T8" fmla="*/ 0 w 203"/>
                  <a:gd name="T9" fmla="*/ 0 h 466"/>
                  <a:gd name="T10" fmla="*/ 0 w 203"/>
                  <a:gd name="T11" fmla="*/ 0 h 466"/>
                  <a:gd name="T12" fmla="*/ 0 w 203"/>
                  <a:gd name="T13" fmla="*/ 0 h 466"/>
                  <a:gd name="T14" fmla="*/ 0 w 203"/>
                  <a:gd name="T15" fmla="*/ 0 h 466"/>
                  <a:gd name="T16" fmla="*/ 0 w 203"/>
                  <a:gd name="T17" fmla="*/ 0 h 4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3"/>
                  <a:gd name="T28" fmla="*/ 0 h 466"/>
                  <a:gd name="T29" fmla="*/ 203 w 203"/>
                  <a:gd name="T30" fmla="*/ 466 h 4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3" h="466">
                    <a:moveTo>
                      <a:pt x="203" y="0"/>
                    </a:moveTo>
                    <a:lnTo>
                      <a:pt x="111" y="51"/>
                    </a:lnTo>
                    <a:lnTo>
                      <a:pt x="0" y="403"/>
                    </a:lnTo>
                    <a:lnTo>
                      <a:pt x="99" y="466"/>
                    </a:lnTo>
                    <a:lnTo>
                      <a:pt x="203" y="378"/>
                    </a:lnTo>
                    <a:lnTo>
                      <a:pt x="203" y="136"/>
                    </a:lnTo>
                    <a:lnTo>
                      <a:pt x="152" y="136"/>
                    </a:lnTo>
                    <a:lnTo>
                      <a:pt x="152" y="76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69" name="Freeform 462">
                <a:extLst>
                  <a:ext uri="{FF2B5EF4-FFF2-40B4-BE49-F238E27FC236}">
                    <a16:creationId xmlns:a16="http://schemas.microsoft.com/office/drawing/2014/main" id="{EFA1F49E-5718-C641-9529-8844A889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045"/>
                <a:ext cx="63" cy="75"/>
              </a:xfrm>
              <a:custGeom>
                <a:avLst/>
                <a:gdLst>
                  <a:gd name="T0" fmla="*/ 0 w 506"/>
                  <a:gd name="T1" fmla="*/ 0 h 599"/>
                  <a:gd name="T2" fmla="*/ 0 w 506"/>
                  <a:gd name="T3" fmla="*/ 0 h 599"/>
                  <a:gd name="T4" fmla="*/ 0 w 506"/>
                  <a:gd name="T5" fmla="*/ 0 h 599"/>
                  <a:gd name="T6" fmla="*/ 0 w 506"/>
                  <a:gd name="T7" fmla="*/ 0 h 599"/>
                  <a:gd name="T8" fmla="*/ 0 w 506"/>
                  <a:gd name="T9" fmla="*/ 0 h 599"/>
                  <a:gd name="T10" fmla="*/ 0 w 506"/>
                  <a:gd name="T11" fmla="*/ 0 h 599"/>
                  <a:gd name="T12" fmla="*/ 0 w 506"/>
                  <a:gd name="T13" fmla="*/ 0 h 599"/>
                  <a:gd name="T14" fmla="*/ 0 w 506"/>
                  <a:gd name="T15" fmla="*/ 0 h 599"/>
                  <a:gd name="T16" fmla="*/ 0 w 506"/>
                  <a:gd name="T17" fmla="*/ 0 h 599"/>
                  <a:gd name="T18" fmla="*/ 0 w 506"/>
                  <a:gd name="T19" fmla="*/ 0 h 599"/>
                  <a:gd name="T20" fmla="*/ 0 w 506"/>
                  <a:gd name="T21" fmla="*/ 0 h 599"/>
                  <a:gd name="T22" fmla="*/ 0 w 506"/>
                  <a:gd name="T23" fmla="*/ 0 h 599"/>
                  <a:gd name="T24" fmla="*/ 0 w 506"/>
                  <a:gd name="T25" fmla="*/ 0 h 5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06"/>
                  <a:gd name="T40" fmla="*/ 0 h 599"/>
                  <a:gd name="T41" fmla="*/ 506 w 506"/>
                  <a:gd name="T42" fmla="*/ 599 h 59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06" h="599">
                    <a:moveTo>
                      <a:pt x="138" y="162"/>
                    </a:moveTo>
                    <a:lnTo>
                      <a:pt x="317" y="0"/>
                    </a:lnTo>
                    <a:lnTo>
                      <a:pt x="506" y="72"/>
                    </a:lnTo>
                    <a:lnTo>
                      <a:pt x="506" y="173"/>
                    </a:lnTo>
                    <a:lnTo>
                      <a:pt x="391" y="325"/>
                    </a:lnTo>
                    <a:lnTo>
                      <a:pt x="0" y="599"/>
                    </a:lnTo>
                    <a:lnTo>
                      <a:pt x="279" y="364"/>
                    </a:lnTo>
                    <a:lnTo>
                      <a:pt x="317" y="274"/>
                    </a:lnTo>
                    <a:lnTo>
                      <a:pt x="329" y="198"/>
                    </a:lnTo>
                    <a:lnTo>
                      <a:pt x="317" y="138"/>
                    </a:lnTo>
                    <a:lnTo>
                      <a:pt x="279" y="112"/>
                    </a:lnTo>
                    <a:lnTo>
                      <a:pt x="230" y="112"/>
                    </a:lnTo>
                    <a:lnTo>
                      <a:pt x="138" y="1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0" name="Freeform 463">
                <a:extLst>
                  <a:ext uri="{FF2B5EF4-FFF2-40B4-BE49-F238E27FC236}">
                    <a16:creationId xmlns:a16="http://schemas.microsoft.com/office/drawing/2014/main" id="{07918824-2E08-B240-AC8C-2C92BEE1E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18"/>
                <a:ext cx="389" cy="124"/>
              </a:xfrm>
              <a:custGeom>
                <a:avLst/>
                <a:gdLst>
                  <a:gd name="T0" fmla="*/ 0 w 3106"/>
                  <a:gd name="T1" fmla="*/ 0 h 992"/>
                  <a:gd name="T2" fmla="*/ 0 w 3106"/>
                  <a:gd name="T3" fmla="*/ 0 h 992"/>
                  <a:gd name="T4" fmla="*/ 0 w 3106"/>
                  <a:gd name="T5" fmla="*/ 0 h 992"/>
                  <a:gd name="T6" fmla="*/ 0 w 3106"/>
                  <a:gd name="T7" fmla="*/ 0 h 992"/>
                  <a:gd name="T8" fmla="*/ 0 w 3106"/>
                  <a:gd name="T9" fmla="*/ 0 h 992"/>
                  <a:gd name="T10" fmla="*/ 0 w 3106"/>
                  <a:gd name="T11" fmla="*/ 0 h 992"/>
                  <a:gd name="T12" fmla="*/ 0 w 3106"/>
                  <a:gd name="T13" fmla="*/ 0 h 992"/>
                  <a:gd name="T14" fmla="*/ 0 w 3106"/>
                  <a:gd name="T15" fmla="*/ 0 h 992"/>
                  <a:gd name="T16" fmla="*/ 0 w 3106"/>
                  <a:gd name="T17" fmla="*/ 0 h 992"/>
                  <a:gd name="T18" fmla="*/ 0 w 3106"/>
                  <a:gd name="T19" fmla="*/ 0 h 992"/>
                  <a:gd name="T20" fmla="*/ 0 w 3106"/>
                  <a:gd name="T21" fmla="*/ 0 h 992"/>
                  <a:gd name="T22" fmla="*/ 0 w 3106"/>
                  <a:gd name="T23" fmla="*/ 0 h 992"/>
                  <a:gd name="T24" fmla="*/ 0 w 3106"/>
                  <a:gd name="T25" fmla="*/ 0 h 992"/>
                  <a:gd name="T26" fmla="*/ 0 w 3106"/>
                  <a:gd name="T27" fmla="*/ 0 h 992"/>
                  <a:gd name="T28" fmla="*/ 0 w 3106"/>
                  <a:gd name="T29" fmla="*/ 0 h 992"/>
                  <a:gd name="T30" fmla="*/ 0 w 3106"/>
                  <a:gd name="T31" fmla="*/ 0 h 992"/>
                  <a:gd name="T32" fmla="*/ 0 w 3106"/>
                  <a:gd name="T33" fmla="*/ 0 h 992"/>
                  <a:gd name="T34" fmla="*/ 0 w 3106"/>
                  <a:gd name="T35" fmla="*/ 0 h 992"/>
                  <a:gd name="T36" fmla="*/ 0 w 3106"/>
                  <a:gd name="T37" fmla="*/ 0 h 992"/>
                  <a:gd name="T38" fmla="*/ 0 w 3106"/>
                  <a:gd name="T39" fmla="*/ 0 h 992"/>
                  <a:gd name="T40" fmla="*/ 0 w 3106"/>
                  <a:gd name="T41" fmla="*/ 0 h 992"/>
                  <a:gd name="T42" fmla="*/ 0 w 3106"/>
                  <a:gd name="T43" fmla="*/ 0 h 992"/>
                  <a:gd name="T44" fmla="*/ 0 w 3106"/>
                  <a:gd name="T45" fmla="*/ 0 h 992"/>
                  <a:gd name="T46" fmla="*/ 0 w 3106"/>
                  <a:gd name="T47" fmla="*/ 0 h 992"/>
                  <a:gd name="T48" fmla="*/ 0 w 3106"/>
                  <a:gd name="T49" fmla="*/ 0 h 992"/>
                  <a:gd name="T50" fmla="*/ 0 w 3106"/>
                  <a:gd name="T51" fmla="*/ 0 h 992"/>
                  <a:gd name="T52" fmla="*/ 0 w 3106"/>
                  <a:gd name="T53" fmla="*/ 0 h 992"/>
                  <a:gd name="T54" fmla="*/ 0 w 3106"/>
                  <a:gd name="T55" fmla="*/ 0 h 992"/>
                  <a:gd name="T56" fmla="*/ 0 w 3106"/>
                  <a:gd name="T57" fmla="*/ 0 h 992"/>
                  <a:gd name="T58" fmla="*/ 0 w 3106"/>
                  <a:gd name="T59" fmla="*/ 0 h 992"/>
                  <a:gd name="T60" fmla="*/ 0 w 3106"/>
                  <a:gd name="T61" fmla="*/ 0 h 992"/>
                  <a:gd name="T62" fmla="*/ 0 w 3106"/>
                  <a:gd name="T63" fmla="*/ 0 h 992"/>
                  <a:gd name="T64" fmla="*/ 0 w 3106"/>
                  <a:gd name="T65" fmla="*/ 0 h 992"/>
                  <a:gd name="T66" fmla="*/ 0 w 3106"/>
                  <a:gd name="T67" fmla="*/ 0 h 992"/>
                  <a:gd name="T68" fmla="*/ 0 w 3106"/>
                  <a:gd name="T69" fmla="*/ 0 h 992"/>
                  <a:gd name="T70" fmla="*/ 0 w 3106"/>
                  <a:gd name="T71" fmla="*/ 0 h 992"/>
                  <a:gd name="T72" fmla="*/ 0 w 3106"/>
                  <a:gd name="T73" fmla="*/ 0 h 992"/>
                  <a:gd name="T74" fmla="*/ 0 w 3106"/>
                  <a:gd name="T75" fmla="*/ 0 h 992"/>
                  <a:gd name="T76" fmla="*/ 0 w 3106"/>
                  <a:gd name="T77" fmla="*/ 0 h 992"/>
                  <a:gd name="T78" fmla="*/ 0 w 3106"/>
                  <a:gd name="T79" fmla="*/ 0 h 992"/>
                  <a:gd name="T80" fmla="*/ 0 w 3106"/>
                  <a:gd name="T81" fmla="*/ 0 h 992"/>
                  <a:gd name="T82" fmla="*/ 0 w 3106"/>
                  <a:gd name="T83" fmla="*/ 0 h 992"/>
                  <a:gd name="T84" fmla="*/ 0 w 3106"/>
                  <a:gd name="T85" fmla="*/ 0 h 992"/>
                  <a:gd name="T86" fmla="*/ 0 w 3106"/>
                  <a:gd name="T87" fmla="*/ 0 h 992"/>
                  <a:gd name="T88" fmla="*/ 0 w 3106"/>
                  <a:gd name="T89" fmla="*/ 0 h 9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06"/>
                  <a:gd name="T136" fmla="*/ 0 h 992"/>
                  <a:gd name="T137" fmla="*/ 3106 w 3106"/>
                  <a:gd name="T138" fmla="*/ 992 h 9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06" h="992">
                    <a:moveTo>
                      <a:pt x="0" y="215"/>
                    </a:moveTo>
                    <a:lnTo>
                      <a:pt x="430" y="377"/>
                    </a:lnTo>
                    <a:lnTo>
                      <a:pt x="540" y="268"/>
                    </a:lnTo>
                    <a:lnTo>
                      <a:pt x="770" y="268"/>
                    </a:lnTo>
                    <a:lnTo>
                      <a:pt x="896" y="364"/>
                    </a:lnTo>
                    <a:lnTo>
                      <a:pt x="1010" y="327"/>
                    </a:lnTo>
                    <a:lnTo>
                      <a:pt x="1603" y="314"/>
                    </a:lnTo>
                    <a:lnTo>
                      <a:pt x="2017" y="226"/>
                    </a:lnTo>
                    <a:lnTo>
                      <a:pt x="2589" y="0"/>
                    </a:lnTo>
                    <a:lnTo>
                      <a:pt x="2663" y="49"/>
                    </a:lnTo>
                    <a:lnTo>
                      <a:pt x="2676" y="100"/>
                    </a:lnTo>
                    <a:lnTo>
                      <a:pt x="2614" y="162"/>
                    </a:lnTo>
                    <a:lnTo>
                      <a:pt x="2689" y="238"/>
                    </a:lnTo>
                    <a:lnTo>
                      <a:pt x="2713" y="302"/>
                    </a:lnTo>
                    <a:lnTo>
                      <a:pt x="2689" y="377"/>
                    </a:lnTo>
                    <a:lnTo>
                      <a:pt x="3091" y="413"/>
                    </a:lnTo>
                    <a:lnTo>
                      <a:pt x="3106" y="439"/>
                    </a:lnTo>
                    <a:lnTo>
                      <a:pt x="2689" y="461"/>
                    </a:lnTo>
                    <a:lnTo>
                      <a:pt x="2689" y="500"/>
                    </a:lnTo>
                    <a:lnTo>
                      <a:pt x="2713" y="540"/>
                    </a:lnTo>
                    <a:lnTo>
                      <a:pt x="3078" y="553"/>
                    </a:lnTo>
                    <a:lnTo>
                      <a:pt x="3043" y="602"/>
                    </a:lnTo>
                    <a:lnTo>
                      <a:pt x="2737" y="665"/>
                    </a:lnTo>
                    <a:lnTo>
                      <a:pt x="2737" y="715"/>
                    </a:lnTo>
                    <a:lnTo>
                      <a:pt x="2953" y="715"/>
                    </a:lnTo>
                    <a:lnTo>
                      <a:pt x="2977" y="680"/>
                    </a:lnTo>
                    <a:lnTo>
                      <a:pt x="2965" y="740"/>
                    </a:lnTo>
                    <a:lnTo>
                      <a:pt x="2589" y="791"/>
                    </a:lnTo>
                    <a:lnTo>
                      <a:pt x="2160" y="814"/>
                    </a:lnTo>
                    <a:lnTo>
                      <a:pt x="1992" y="814"/>
                    </a:lnTo>
                    <a:lnTo>
                      <a:pt x="1753" y="854"/>
                    </a:lnTo>
                    <a:lnTo>
                      <a:pt x="1676" y="992"/>
                    </a:lnTo>
                    <a:lnTo>
                      <a:pt x="1314" y="992"/>
                    </a:lnTo>
                    <a:lnTo>
                      <a:pt x="1641" y="953"/>
                    </a:lnTo>
                    <a:lnTo>
                      <a:pt x="1692" y="867"/>
                    </a:lnTo>
                    <a:lnTo>
                      <a:pt x="1715" y="752"/>
                    </a:lnTo>
                    <a:lnTo>
                      <a:pt x="1715" y="641"/>
                    </a:lnTo>
                    <a:lnTo>
                      <a:pt x="1676" y="489"/>
                    </a:lnTo>
                    <a:lnTo>
                      <a:pt x="1630" y="364"/>
                    </a:lnTo>
                    <a:lnTo>
                      <a:pt x="1010" y="377"/>
                    </a:lnTo>
                    <a:lnTo>
                      <a:pt x="881" y="401"/>
                    </a:lnTo>
                    <a:lnTo>
                      <a:pt x="669" y="314"/>
                    </a:lnTo>
                    <a:lnTo>
                      <a:pt x="468" y="473"/>
                    </a:lnTo>
                    <a:lnTo>
                      <a:pt x="415" y="401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1" name="Freeform 464">
                <a:extLst>
                  <a:ext uri="{FF2B5EF4-FFF2-40B4-BE49-F238E27FC236}">
                    <a16:creationId xmlns:a16="http://schemas.microsoft.com/office/drawing/2014/main" id="{956C7ACB-0B52-B547-A842-E6F5CD0C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081"/>
                <a:ext cx="45" cy="18"/>
              </a:xfrm>
              <a:custGeom>
                <a:avLst/>
                <a:gdLst>
                  <a:gd name="T0" fmla="*/ 0 w 366"/>
                  <a:gd name="T1" fmla="*/ 0 h 150"/>
                  <a:gd name="T2" fmla="*/ 0 w 366"/>
                  <a:gd name="T3" fmla="*/ 0 h 150"/>
                  <a:gd name="T4" fmla="*/ 0 w 366"/>
                  <a:gd name="T5" fmla="*/ 0 h 150"/>
                  <a:gd name="T6" fmla="*/ 0 w 366"/>
                  <a:gd name="T7" fmla="*/ 0 h 150"/>
                  <a:gd name="T8" fmla="*/ 0 w 366"/>
                  <a:gd name="T9" fmla="*/ 0 h 150"/>
                  <a:gd name="T10" fmla="*/ 0 w 366"/>
                  <a:gd name="T11" fmla="*/ 0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6"/>
                  <a:gd name="T19" fmla="*/ 0 h 150"/>
                  <a:gd name="T20" fmla="*/ 366 w 366"/>
                  <a:gd name="T21" fmla="*/ 150 h 1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6" h="150">
                    <a:moveTo>
                      <a:pt x="366" y="114"/>
                    </a:moveTo>
                    <a:lnTo>
                      <a:pt x="200" y="0"/>
                    </a:lnTo>
                    <a:lnTo>
                      <a:pt x="0" y="40"/>
                    </a:lnTo>
                    <a:lnTo>
                      <a:pt x="38" y="93"/>
                    </a:lnTo>
                    <a:lnTo>
                      <a:pt x="302" y="150"/>
                    </a:lnTo>
                    <a:lnTo>
                      <a:pt x="366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2" name="Freeform 465">
                <a:extLst>
                  <a:ext uri="{FF2B5EF4-FFF2-40B4-BE49-F238E27FC236}">
                    <a16:creationId xmlns:a16="http://schemas.microsoft.com/office/drawing/2014/main" id="{778E5DC5-5288-AB44-AD4E-7F8D61F6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70"/>
                <a:ext cx="39" cy="273"/>
              </a:xfrm>
              <a:custGeom>
                <a:avLst/>
                <a:gdLst>
                  <a:gd name="T0" fmla="*/ 0 w 315"/>
                  <a:gd name="T1" fmla="*/ 0 h 2186"/>
                  <a:gd name="T2" fmla="*/ 0 w 315"/>
                  <a:gd name="T3" fmla="*/ 0 h 2186"/>
                  <a:gd name="T4" fmla="*/ 0 w 315"/>
                  <a:gd name="T5" fmla="*/ 0 h 2186"/>
                  <a:gd name="T6" fmla="*/ 0 w 315"/>
                  <a:gd name="T7" fmla="*/ 0 h 2186"/>
                  <a:gd name="T8" fmla="*/ 0 w 315"/>
                  <a:gd name="T9" fmla="*/ 0 h 2186"/>
                  <a:gd name="T10" fmla="*/ 0 w 315"/>
                  <a:gd name="T11" fmla="*/ 0 h 2186"/>
                  <a:gd name="T12" fmla="*/ 0 w 315"/>
                  <a:gd name="T13" fmla="*/ 0 h 2186"/>
                  <a:gd name="T14" fmla="*/ 0 w 315"/>
                  <a:gd name="T15" fmla="*/ 0 h 2186"/>
                  <a:gd name="T16" fmla="*/ 0 w 315"/>
                  <a:gd name="T17" fmla="*/ 0 h 2186"/>
                  <a:gd name="T18" fmla="*/ 0 w 315"/>
                  <a:gd name="T19" fmla="*/ 0 h 2186"/>
                  <a:gd name="T20" fmla="*/ 0 w 315"/>
                  <a:gd name="T21" fmla="*/ 0 h 2186"/>
                  <a:gd name="T22" fmla="*/ 0 w 315"/>
                  <a:gd name="T23" fmla="*/ 0 h 2186"/>
                  <a:gd name="T24" fmla="*/ 0 w 315"/>
                  <a:gd name="T25" fmla="*/ 0 h 2186"/>
                  <a:gd name="T26" fmla="*/ 0 w 315"/>
                  <a:gd name="T27" fmla="*/ 0 h 2186"/>
                  <a:gd name="T28" fmla="*/ 0 w 315"/>
                  <a:gd name="T29" fmla="*/ 0 h 2186"/>
                  <a:gd name="T30" fmla="*/ 0 w 315"/>
                  <a:gd name="T31" fmla="*/ 0 h 2186"/>
                  <a:gd name="T32" fmla="*/ 0 w 315"/>
                  <a:gd name="T33" fmla="*/ 0 h 2186"/>
                  <a:gd name="T34" fmla="*/ 0 w 315"/>
                  <a:gd name="T35" fmla="*/ 0 h 2186"/>
                  <a:gd name="T36" fmla="*/ 0 w 315"/>
                  <a:gd name="T37" fmla="*/ 0 h 2186"/>
                  <a:gd name="T38" fmla="*/ 0 w 315"/>
                  <a:gd name="T39" fmla="*/ 0 h 2186"/>
                  <a:gd name="T40" fmla="*/ 0 w 315"/>
                  <a:gd name="T41" fmla="*/ 0 h 2186"/>
                  <a:gd name="T42" fmla="*/ 0 w 315"/>
                  <a:gd name="T43" fmla="*/ 0 h 2186"/>
                  <a:gd name="T44" fmla="*/ 0 w 315"/>
                  <a:gd name="T45" fmla="*/ 0 h 2186"/>
                  <a:gd name="T46" fmla="*/ 0 w 315"/>
                  <a:gd name="T47" fmla="*/ 0 h 218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5"/>
                  <a:gd name="T73" fmla="*/ 0 h 2186"/>
                  <a:gd name="T74" fmla="*/ 315 w 315"/>
                  <a:gd name="T75" fmla="*/ 2186 h 218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5" h="2186">
                    <a:moveTo>
                      <a:pt x="175" y="2133"/>
                    </a:moveTo>
                    <a:lnTo>
                      <a:pt x="214" y="2085"/>
                    </a:lnTo>
                    <a:lnTo>
                      <a:pt x="214" y="1958"/>
                    </a:lnTo>
                    <a:lnTo>
                      <a:pt x="124" y="1633"/>
                    </a:lnTo>
                    <a:lnTo>
                      <a:pt x="62" y="1180"/>
                    </a:lnTo>
                    <a:lnTo>
                      <a:pt x="49" y="796"/>
                    </a:lnTo>
                    <a:lnTo>
                      <a:pt x="21" y="540"/>
                    </a:lnTo>
                    <a:lnTo>
                      <a:pt x="49" y="466"/>
                    </a:lnTo>
                    <a:lnTo>
                      <a:pt x="49" y="325"/>
                    </a:lnTo>
                    <a:lnTo>
                      <a:pt x="0" y="213"/>
                    </a:lnTo>
                    <a:lnTo>
                      <a:pt x="73" y="277"/>
                    </a:lnTo>
                    <a:lnTo>
                      <a:pt x="99" y="213"/>
                    </a:lnTo>
                    <a:lnTo>
                      <a:pt x="111" y="127"/>
                    </a:lnTo>
                    <a:lnTo>
                      <a:pt x="111" y="0"/>
                    </a:lnTo>
                    <a:lnTo>
                      <a:pt x="124" y="104"/>
                    </a:lnTo>
                    <a:lnTo>
                      <a:pt x="136" y="213"/>
                    </a:lnTo>
                    <a:lnTo>
                      <a:pt x="111" y="341"/>
                    </a:lnTo>
                    <a:lnTo>
                      <a:pt x="73" y="466"/>
                    </a:lnTo>
                    <a:lnTo>
                      <a:pt x="49" y="551"/>
                    </a:lnTo>
                    <a:lnTo>
                      <a:pt x="111" y="1292"/>
                    </a:lnTo>
                    <a:lnTo>
                      <a:pt x="185" y="1732"/>
                    </a:lnTo>
                    <a:lnTo>
                      <a:pt x="262" y="1958"/>
                    </a:lnTo>
                    <a:lnTo>
                      <a:pt x="315" y="2186"/>
                    </a:lnTo>
                    <a:lnTo>
                      <a:pt x="175" y="21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3" name="Freeform 466">
                <a:extLst>
                  <a:ext uri="{FF2B5EF4-FFF2-40B4-BE49-F238E27FC236}">
                    <a16:creationId xmlns:a16="http://schemas.microsoft.com/office/drawing/2014/main" id="{2CA3C860-58BF-E545-8F5B-6CAA0966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50"/>
                <a:ext cx="217" cy="307"/>
              </a:xfrm>
              <a:custGeom>
                <a:avLst/>
                <a:gdLst>
                  <a:gd name="T0" fmla="*/ 0 w 1731"/>
                  <a:gd name="T1" fmla="*/ 0 h 2462"/>
                  <a:gd name="T2" fmla="*/ 0 w 1731"/>
                  <a:gd name="T3" fmla="*/ 0 h 2462"/>
                  <a:gd name="T4" fmla="*/ 0 w 1731"/>
                  <a:gd name="T5" fmla="*/ 0 h 2462"/>
                  <a:gd name="T6" fmla="*/ 0 w 1731"/>
                  <a:gd name="T7" fmla="*/ 0 h 2462"/>
                  <a:gd name="T8" fmla="*/ 0 w 1731"/>
                  <a:gd name="T9" fmla="*/ 0 h 2462"/>
                  <a:gd name="T10" fmla="*/ 0 w 1731"/>
                  <a:gd name="T11" fmla="*/ 0 h 2462"/>
                  <a:gd name="T12" fmla="*/ 0 w 1731"/>
                  <a:gd name="T13" fmla="*/ 0 h 2462"/>
                  <a:gd name="T14" fmla="*/ 0 w 1731"/>
                  <a:gd name="T15" fmla="*/ 0 h 2462"/>
                  <a:gd name="T16" fmla="*/ 0 w 1731"/>
                  <a:gd name="T17" fmla="*/ 0 h 2462"/>
                  <a:gd name="T18" fmla="*/ 0 w 1731"/>
                  <a:gd name="T19" fmla="*/ 0 h 2462"/>
                  <a:gd name="T20" fmla="*/ 0 w 1731"/>
                  <a:gd name="T21" fmla="*/ 0 h 2462"/>
                  <a:gd name="T22" fmla="*/ 0 w 1731"/>
                  <a:gd name="T23" fmla="*/ 0 h 2462"/>
                  <a:gd name="T24" fmla="*/ 0 w 1731"/>
                  <a:gd name="T25" fmla="*/ 0 h 2462"/>
                  <a:gd name="T26" fmla="*/ 0 w 1731"/>
                  <a:gd name="T27" fmla="*/ 0 h 2462"/>
                  <a:gd name="T28" fmla="*/ 0 w 1731"/>
                  <a:gd name="T29" fmla="*/ 0 h 2462"/>
                  <a:gd name="T30" fmla="*/ 0 w 1731"/>
                  <a:gd name="T31" fmla="*/ 0 h 2462"/>
                  <a:gd name="T32" fmla="*/ 0 w 1731"/>
                  <a:gd name="T33" fmla="*/ 0 h 2462"/>
                  <a:gd name="T34" fmla="*/ 0 w 1731"/>
                  <a:gd name="T35" fmla="*/ 0 h 2462"/>
                  <a:gd name="T36" fmla="*/ 0 w 1731"/>
                  <a:gd name="T37" fmla="*/ 0 h 2462"/>
                  <a:gd name="T38" fmla="*/ 0 w 1731"/>
                  <a:gd name="T39" fmla="*/ 0 h 2462"/>
                  <a:gd name="T40" fmla="*/ 0 w 1731"/>
                  <a:gd name="T41" fmla="*/ 0 h 2462"/>
                  <a:gd name="T42" fmla="*/ 0 w 1731"/>
                  <a:gd name="T43" fmla="*/ 0 h 2462"/>
                  <a:gd name="T44" fmla="*/ 0 w 1731"/>
                  <a:gd name="T45" fmla="*/ 0 h 2462"/>
                  <a:gd name="T46" fmla="*/ 0 w 1731"/>
                  <a:gd name="T47" fmla="*/ 0 h 2462"/>
                  <a:gd name="T48" fmla="*/ 0 w 1731"/>
                  <a:gd name="T49" fmla="*/ 0 h 2462"/>
                  <a:gd name="T50" fmla="*/ 0 w 1731"/>
                  <a:gd name="T51" fmla="*/ 0 h 2462"/>
                  <a:gd name="T52" fmla="*/ 0 w 1731"/>
                  <a:gd name="T53" fmla="*/ 0 h 2462"/>
                  <a:gd name="T54" fmla="*/ 0 w 1731"/>
                  <a:gd name="T55" fmla="*/ 0 h 2462"/>
                  <a:gd name="T56" fmla="*/ 0 w 1731"/>
                  <a:gd name="T57" fmla="*/ 0 h 2462"/>
                  <a:gd name="T58" fmla="*/ 0 w 1731"/>
                  <a:gd name="T59" fmla="*/ 0 h 2462"/>
                  <a:gd name="T60" fmla="*/ 0 w 1731"/>
                  <a:gd name="T61" fmla="*/ 0 h 2462"/>
                  <a:gd name="T62" fmla="*/ 0 w 1731"/>
                  <a:gd name="T63" fmla="*/ 0 h 2462"/>
                  <a:gd name="T64" fmla="*/ 0 w 1731"/>
                  <a:gd name="T65" fmla="*/ 0 h 2462"/>
                  <a:gd name="T66" fmla="*/ 0 w 1731"/>
                  <a:gd name="T67" fmla="*/ 0 h 2462"/>
                  <a:gd name="T68" fmla="*/ 0 w 1731"/>
                  <a:gd name="T69" fmla="*/ 0 h 2462"/>
                  <a:gd name="T70" fmla="*/ 0 w 1731"/>
                  <a:gd name="T71" fmla="*/ 0 h 2462"/>
                  <a:gd name="T72" fmla="*/ 0 w 1731"/>
                  <a:gd name="T73" fmla="*/ 0 h 2462"/>
                  <a:gd name="T74" fmla="*/ 0 w 1731"/>
                  <a:gd name="T75" fmla="*/ 0 h 2462"/>
                  <a:gd name="T76" fmla="*/ 0 w 1731"/>
                  <a:gd name="T77" fmla="*/ 0 h 2462"/>
                  <a:gd name="T78" fmla="*/ 0 w 1731"/>
                  <a:gd name="T79" fmla="*/ 0 h 2462"/>
                  <a:gd name="T80" fmla="*/ 0 w 1731"/>
                  <a:gd name="T81" fmla="*/ 0 h 2462"/>
                  <a:gd name="T82" fmla="*/ 0 w 1731"/>
                  <a:gd name="T83" fmla="*/ 0 h 2462"/>
                  <a:gd name="T84" fmla="*/ 0 w 1731"/>
                  <a:gd name="T85" fmla="*/ 0 h 2462"/>
                  <a:gd name="T86" fmla="*/ 0 w 1731"/>
                  <a:gd name="T87" fmla="*/ 0 h 24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31"/>
                  <a:gd name="T133" fmla="*/ 0 h 2462"/>
                  <a:gd name="T134" fmla="*/ 1731 w 1731"/>
                  <a:gd name="T135" fmla="*/ 2462 h 246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31" h="2462">
                    <a:moveTo>
                      <a:pt x="152" y="0"/>
                    </a:moveTo>
                    <a:lnTo>
                      <a:pt x="379" y="203"/>
                    </a:lnTo>
                    <a:lnTo>
                      <a:pt x="440" y="376"/>
                    </a:lnTo>
                    <a:lnTo>
                      <a:pt x="480" y="541"/>
                    </a:lnTo>
                    <a:lnTo>
                      <a:pt x="480" y="800"/>
                    </a:lnTo>
                    <a:lnTo>
                      <a:pt x="368" y="1646"/>
                    </a:lnTo>
                    <a:lnTo>
                      <a:pt x="267" y="1747"/>
                    </a:lnTo>
                    <a:lnTo>
                      <a:pt x="0" y="1784"/>
                    </a:lnTo>
                    <a:lnTo>
                      <a:pt x="368" y="1772"/>
                    </a:lnTo>
                    <a:lnTo>
                      <a:pt x="254" y="2450"/>
                    </a:lnTo>
                    <a:lnTo>
                      <a:pt x="278" y="2462"/>
                    </a:lnTo>
                    <a:lnTo>
                      <a:pt x="406" y="1881"/>
                    </a:lnTo>
                    <a:lnTo>
                      <a:pt x="883" y="2273"/>
                    </a:lnTo>
                    <a:lnTo>
                      <a:pt x="996" y="2273"/>
                    </a:lnTo>
                    <a:lnTo>
                      <a:pt x="1174" y="2185"/>
                    </a:lnTo>
                    <a:lnTo>
                      <a:pt x="1363" y="2035"/>
                    </a:lnTo>
                    <a:lnTo>
                      <a:pt x="1500" y="1895"/>
                    </a:lnTo>
                    <a:lnTo>
                      <a:pt x="1603" y="1759"/>
                    </a:lnTo>
                    <a:lnTo>
                      <a:pt x="1462" y="1881"/>
                    </a:lnTo>
                    <a:lnTo>
                      <a:pt x="1363" y="1809"/>
                    </a:lnTo>
                    <a:lnTo>
                      <a:pt x="1480" y="1734"/>
                    </a:lnTo>
                    <a:lnTo>
                      <a:pt x="1238" y="1809"/>
                    </a:lnTo>
                    <a:lnTo>
                      <a:pt x="950" y="1846"/>
                    </a:lnTo>
                    <a:lnTo>
                      <a:pt x="669" y="1846"/>
                    </a:lnTo>
                    <a:lnTo>
                      <a:pt x="555" y="1846"/>
                    </a:lnTo>
                    <a:lnTo>
                      <a:pt x="469" y="1784"/>
                    </a:lnTo>
                    <a:lnTo>
                      <a:pt x="647" y="1708"/>
                    </a:lnTo>
                    <a:lnTo>
                      <a:pt x="1012" y="1708"/>
                    </a:lnTo>
                    <a:lnTo>
                      <a:pt x="1300" y="1545"/>
                    </a:lnTo>
                    <a:lnTo>
                      <a:pt x="1012" y="1631"/>
                    </a:lnTo>
                    <a:lnTo>
                      <a:pt x="647" y="1631"/>
                    </a:lnTo>
                    <a:lnTo>
                      <a:pt x="440" y="1685"/>
                    </a:lnTo>
                    <a:lnTo>
                      <a:pt x="440" y="1496"/>
                    </a:lnTo>
                    <a:lnTo>
                      <a:pt x="987" y="1409"/>
                    </a:lnTo>
                    <a:lnTo>
                      <a:pt x="781" y="892"/>
                    </a:lnTo>
                    <a:lnTo>
                      <a:pt x="555" y="592"/>
                    </a:lnTo>
                    <a:lnTo>
                      <a:pt x="555" y="415"/>
                    </a:lnTo>
                    <a:lnTo>
                      <a:pt x="1570" y="1444"/>
                    </a:lnTo>
                    <a:lnTo>
                      <a:pt x="1731" y="1519"/>
                    </a:lnTo>
                    <a:lnTo>
                      <a:pt x="1642" y="1332"/>
                    </a:lnTo>
                    <a:lnTo>
                      <a:pt x="733" y="477"/>
                    </a:lnTo>
                    <a:lnTo>
                      <a:pt x="620" y="267"/>
                    </a:lnTo>
                    <a:lnTo>
                      <a:pt x="304" y="5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4" name="Freeform 467">
                <a:extLst>
                  <a:ext uri="{FF2B5EF4-FFF2-40B4-BE49-F238E27FC236}">
                    <a16:creationId xmlns:a16="http://schemas.microsoft.com/office/drawing/2014/main" id="{35273D49-B4FC-BE40-B1B4-175E00DF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986"/>
                <a:ext cx="98" cy="73"/>
              </a:xfrm>
              <a:custGeom>
                <a:avLst/>
                <a:gdLst>
                  <a:gd name="T0" fmla="*/ 0 w 783"/>
                  <a:gd name="T1" fmla="*/ 0 h 580"/>
                  <a:gd name="T2" fmla="*/ 0 w 783"/>
                  <a:gd name="T3" fmla="*/ 0 h 580"/>
                  <a:gd name="T4" fmla="*/ 0 w 783"/>
                  <a:gd name="T5" fmla="*/ 0 h 580"/>
                  <a:gd name="T6" fmla="*/ 0 w 783"/>
                  <a:gd name="T7" fmla="*/ 0 h 580"/>
                  <a:gd name="T8" fmla="*/ 0 w 783"/>
                  <a:gd name="T9" fmla="*/ 0 h 580"/>
                  <a:gd name="T10" fmla="*/ 0 w 783"/>
                  <a:gd name="T11" fmla="*/ 0 h 580"/>
                  <a:gd name="T12" fmla="*/ 0 w 783"/>
                  <a:gd name="T13" fmla="*/ 0 h 580"/>
                  <a:gd name="T14" fmla="*/ 0 w 783"/>
                  <a:gd name="T15" fmla="*/ 0 h 580"/>
                  <a:gd name="T16" fmla="*/ 0 w 783"/>
                  <a:gd name="T17" fmla="*/ 0 h 580"/>
                  <a:gd name="T18" fmla="*/ 0 w 783"/>
                  <a:gd name="T19" fmla="*/ 0 h 5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3"/>
                  <a:gd name="T31" fmla="*/ 0 h 580"/>
                  <a:gd name="T32" fmla="*/ 783 w 783"/>
                  <a:gd name="T33" fmla="*/ 580 h 5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3" h="580">
                    <a:moveTo>
                      <a:pt x="0" y="442"/>
                    </a:moveTo>
                    <a:lnTo>
                      <a:pt x="317" y="378"/>
                    </a:lnTo>
                    <a:lnTo>
                      <a:pt x="670" y="580"/>
                    </a:lnTo>
                    <a:lnTo>
                      <a:pt x="783" y="540"/>
                    </a:lnTo>
                    <a:lnTo>
                      <a:pt x="504" y="378"/>
                    </a:lnTo>
                    <a:lnTo>
                      <a:pt x="619" y="166"/>
                    </a:lnTo>
                    <a:lnTo>
                      <a:pt x="619" y="0"/>
                    </a:lnTo>
                    <a:lnTo>
                      <a:pt x="402" y="265"/>
                    </a:lnTo>
                    <a:lnTo>
                      <a:pt x="216" y="362"/>
                    </a:lnTo>
                    <a:lnTo>
                      <a:pt x="0" y="4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5" name="Freeform 468">
                <a:extLst>
                  <a:ext uri="{FF2B5EF4-FFF2-40B4-BE49-F238E27FC236}">
                    <a16:creationId xmlns:a16="http://schemas.microsoft.com/office/drawing/2014/main" id="{64C83BB3-A5EA-8B4B-99D0-EE105845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35"/>
                <a:ext cx="123" cy="88"/>
              </a:xfrm>
              <a:custGeom>
                <a:avLst/>
                <a:gdLst>
                  <a:gd name="T0" fmla="*/ 0 w 984"/>
                  <a:gd name="T1" fmla="*/ 0 h 703"/>
                  <a:gd name="T2" fmla="*/ 0 w 984"/>
                  <a:gd name="T3" fmla="*/ 0 h 703"/>
                  <a:gd name="T4" fmla="*/ 0 w 984"/>
                  <a:gd name="T5" fmla="*/ 0 h 703"/>
                  <a:gd name="T6" fmla="*/ 0 w 984"/>
                  <a:gd name="T7" fmla="*/ 0 h 703"/>
                  <a:gd name="T8" fmla="*/ 0 w 984"/>
                  <a:gd name="T9" fmla="*/ 0 h 703"/>
                  <a:gd name="T10" fmla="*/ 0 w 984"/>
                  <a:gd name="T11" fmla="*/ 0 h 703"/>
                  <a:gd name="T12" fmla="*/ 0 w 984"/>
                  <a:gd name="T13" fmla="*/ 0 h 703"/>
                  <a:gd name="T14" fmla="*/ 0 w 984"/>
                  <a:gd name="T15" fmla="*/ 0 h 703"/>
                  <a:gd name="T16" fmla="*/ 0 w 984"/>
                  <a:gd name="T17" fmla="*/ 0 h 703"/>
                  <a:gd name="T18" fmla="*/ 0 w 984"/>
                  <a:gd name="T19" fmla="*/ 0 h 703"/>
                  <a:gd name="T20" fmla="*/ 0 w 984"/>
                  <a:gd name="T21" fmla="*/ 0 h 703"/>
                  <a:gd name="T22" fmla="*/ 0 w 984"/>
                  <a:gd name="T23" fmla="*/ 0 h 703"/>
                  <a:gd name="T24" fmla="*/ 0 w 984"/>
                  <a:gd name="T25" fmla="*/ 0 h 703"/>
                  <a:gd name="T26" fmla="*/ 0 w 984"/>
                  <a:gd name="T27" fmla="*/ 0 h 703"/>
                  <a:gd name="T28" fmla="*/ 0 w 984"/>
                  <a:gd name="T29" fmla="*/ 0 h 7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84"/>
                  <a:gd name="T46" fmla="*/ 0 h 703"/>
                  <a:gd name="T47" fmla="*/ 984 w 984"/>
                  <a:gd name="T48" fmla="*/ 703 h 70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84" h="703">
                    <a:moveTo>
                      <a:pt x="189" y="314"/>
                    </a:moveTo>
                    <a:lnTo>
                      <a:pt x="367" y="212"/>
                    </a:lnTo>
                    <a:lnTo>
                      <a:pt x="744" y="364"/>
                    </a:lnTo>
                    <a:lnTo>
                      <a:pt x="744" y="500"/>
                    </a:lnTo>
                    <a:lnTo>
                      <a:pt x="442" y="579"/>
                    </a:lnTo>
                    <a:lnTo>
                      <a:pt x="809" y="567"/>
                    </a:lnTo>
                    <a:lnTo>
                      <a:pt x="984" y="703"/>
                    </a:lnTo>
                    <a:lnTo>
                      <a:pt x="870" y="450"/>
                    </a:lnTo>
                    <a:lnTo>
                      <a:pt x="707" y="265"/>
                    </a:lnTo>
                    <a:lnTo>
                      <a:pt x="343" y="164"/>
                    </a:lnTo>
                    <a:lnTo>
                      <a:pt x="202" y="0"/>
                    </a:lnTo>
                    <a:lnTo>
                      <a:pt x="0" y="164"/>
                    </a:lnTo>
                    <a:lnTo>
                      <a:pt x="178" y="63"/>
                    </a:lnTo>
                    <a:lnTo>
                      <a:pt x="239" y="149"/>
                    </a:lnTo>
                    <a:lnTo>
                      <a:pt x="189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6" name="Freeform 469">
                <a:extLst>
                  <a:ext uri="{FF2B5EF4-FFF2-40B4-BE49-F238E27FC236}">
                    <a16:creationId xmlns:a16="http://schemas.microsoft.com/office/drawing/2014/main" id="{F65AD63F-91AC-0C41-AA37-4968F4799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016"/>
                <a:ext cx="73" cy="52"/>
              </a:xfrm>
              <a:custGeom>
                <a:avLst/>
                <a:gdLst>
                  <a:gd name="T0" fmla="*/ 0 w 581"/>
                  <a:gd name="T1" fmla="*/ 0 h 415"/>
                  <a:gd name="T2" fmla="*/ 0 w 581"/>
                  <a:gd name="T3" fmla="*/ 0 h 415"/>
                  <a:gd name="T4" fmla="*/ 0 w 581"/>
                  <a:gd name="T5" fmla="*/ 0 h 415"/>
                  <a:gd name="T6" fmla="*/ 0 w 581"/>
                  <a:gd name="T7" fmla="*/ 0 h 415"/>
                  <a:gd name="T8" fmla="*/ 0 w 581"/>
                  <a:gd name="T9" fmla="*/ 0 h 415"/>
                  <a:gd name="T10" fmla="*/ 0 w 581"/>
                  <a:gd name="T11" fmla="*/ 0 h 415"/>
                  <a:gd name="T12" fmla="*/ 0 w 581"/>
                  <a:gd name="T13" fmla="*/ 0 h 415"/>
                  <a:gd name="T14" fmla="*/ 0 w 581"/>
                  <a:gd name="T15" fmla="*/ 0 h 415"/>
                  <a:gd name="T16" fmla="*/ 0 w 581"/>
                  <a:gd name="T17" fmla="*/ 0 h 415"/>
                  <a:gd name="T18" fmla="*/ 0 w 581"/>
                  <a:gd name="T19" fmla="*/ 0 h 415"/>
                  <a:gd name="T20" fmla="*/ 0 w 581"/>
                  <a:gd name="T21" fmla="*/ 0 h 415"/>
                  <a:gd name="T22" fmla="*/ 0 w 581"/>
                  <a:gd name="T23" fmla="*/ 0 h 415"/>
                  <a:gd name="T24" fmla="*/ 0 w 581"/>
                  <a:gd name="T25" fmla="*/ 0 h 415"/>
                  <a:gd name="T26" fmla="*/ 0 w 581"/>
                  <a:gd name="T27" fmla="*/ 0 h 415"/>
                  <a:gd name="T28" fmla="*/ 0 w 581"/>
                  <a:gd name="T29" fmla="*/ 0 h 4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1"/>
                  <a:gd name="T46" fmla="*/ 0 h 415"/>
                  <a:gd name="T47" fmla="*/ 581 w 581"/>
                  <a:gd name="T48" fmla="*/ 415 h 4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1" h="415">
                    <a:moveTo>
                      <a:pt x="22" y="0"/>
                    </a:moveTo>
                    <a:lnTo>
                      <a:pt x="464" y="37"/>
                    </a:lnTo>
                    <a:lnTo>
                      <a:pt x="581" y="240"/>
                    </a:lnTo>
                    <a:lnTo>
                      <a:pt x="581" y="288"/>
                    </a:lnTo>
                    <a:lnTo>
                      <a:pt x="492" y="316"/>
                    </a:lnTo>
                    <a:lnTo>
                      <a:pt x="363" y="240"/>
                    </a:lnTo>
                    <a:lnTo>
                      <a:pt x="187" y="240"/>
                    </a:lnTo>
                    <a:lnTo>
                      <a:pt x="477" y="351"/>
                    </a:lnTo>
                    <a:lnTo>
                      <a:pt x="492" y="415"/>
                    </a:lnTo>
                    <a:lnTo>
                      <a:pt x="453" y="367"/>
                    </a:lnTo>
                    <a:lnTo>
                      <a:pt x="22" y="229"/>
                    </a:lnTo>
                    <a:lnTo>
                      <a:pt x="0" y="192"/>
                    </a:lnTo>
                    <a:lnTo>
                      <a:pt x="464" y="176"/>
                    </a:lnTo>
                    <a:lnTo>
                      <a:pt x="453" y="75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7" name="Freeform 470">
                <a:extLst>
                  <a:ext uri="{FF2B5EF4-FFF2-40B4-BE49-F238E27FC236}">
                    <a16:creationId xmlns:a16="http://schemas.microsoft.com/office/drawing/2014/main" id="{88BDFF03-5467-6843-A174-7210B3BD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62"/>
                <a:ext cx="29" cy="44"/>
              </a:xfrm>
              <a:custGeom>
                <a:avLst/>
                <a:gdLst>
                  <a:gd name="T0" fmla="*/ 0 w 228"/>
                  <a:gd name="T1" fmla="*/ 0 h 352"/>
                  <a:gd name="T2" fmla="*/ 0 w 228"/>
                  <a:gd name="T3" fmla="*/ 0 h 352"/>
                  <a:gd name="T4" fmla="*/ 0 w 228"/>
                  <a:gd name="T5" fmla="*/ 0 h 352"/>
                  <a:gd name="T6" fmla="*/ 0 w 228"/>
                  <a:gd name="T7" fmla="*/ 0 h 352"/>
                  <a:gd name="T8" fmla="*/ 0 w 228"/>
                  <a:gd name="T9" fmla="*/ 0 h 352"/>
                  <a:gd name="T10" fmla="*/ 0 w 228"/>
                  <a:gd name="T11" fmla="*/ 0 h 352"/>
                  <a:gd name="T12" fmla="*/ 0 w 228"/>
                  <a:gd name="T13" fmla="*/ 0 h 352"/>
                  <a:gd name="T14" fmla="*/ 0 w 228"/>
                  <a:gd name="T15" fmla="*/ 0 h 352"/>
                  <a:gd name="T16" fmla="*/ 0 w 228"/>
                  <a:gd name="T17" fmla="*/ 0 h 352"/>
                  <a:gd name="T18" fmla="*/ 0 w 228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8"/>
                  <a:gd name="T31" fmla="*/ 0 h 352"/>
                  <a:gd name="T32" fmla="*/ 228 w 228"/>
                  <a:gd name="T33" fmla="*/ 352 h 3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8" h="352">
                    <a:moveTo>
                      <a:pt x="186" y="99"/>
                    </a:moveTo>
                    <a:lnTo>
                      <a:pt x="186" y="163"/>
                    </a:lnTo>
                    <a:lnTo>
                      <a:pt x="96" y="210"/>
                    </a:lnTo>
                    <a:lnTo>
                      <a:pt x="0" y="275"/>
                    </a:lnTo>
                    <a:lnTo>
                      <a:pt x="72" y="352"/>
                    </a:lnTo>
                    <a:lnTo>
                      <a:pt x="125" y="249"/>
                    </a:lnTo>
                    <a:lnTo>
                      <a:pt x="228" y="187"/>
                    </a:lnTo>
                    <a:lnTo>
                      <a:pt x="228" y="74"/>
                    </a:lnTo>
                    <a:lnTo>
                      <a:pt x="186" y="0"/>
                    </a:lnTo>
                    <a:lnTo>
                      <a:pt x="186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8" name="Freeform 471">
                <a:extLst>
                  <a:ext uri="{FF2B5EF4-FFF2-40B4-BE49-F238E27FC236}">
                    <a16:creationId xmlns:a16="http://schemas.microsoft.com/office/drawing/2014/main" id="{02A61918-D08B-F74C-9DEB-87A5DEA2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43"/>
                <a:ext cx="46" cy="65"/>
              </a:xfrm>
              <a:custGeom>
                <a:avLst/>
                <a:gdLst>
                  <a:gd name="T0" fmla="*/ 0 w 369"/>
                  <a:gd name="T1" fmla="*/ 0 h 514"/>
                  <a:gd name="T2" fmla="*/ 0 w 369"/>
                  <a:gd name="T3" fmla="*/ 0 h 514"/>
                  <a:gd name="T4" fmla="*/ 0 w 369"/>
                  <a:gd name="T5" fmla="*/ 0 h 514"/>
                  <a:gd name="T6" fmla="*/ 0 w 369"/>
                  <a:gd name="T7" fmla="*/ 0 h 514"/>
                  <a:gd name="T8" fmla="*/ 0 w 369"/>
                  <a:gd name="T9" fmla="*/ 0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9"/>
                  <a:gd name="T16" fmla="*/ 0 h 514"/>
                  <a:gd name="T17" fmla="*/ 369 w 369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9" h="514">
                    <a:moveTo>
                      <a:pt x="129" y="71"/>
                    </a:moveTo>
                    <a:lnTo>
                      <a:pt x="325" y="396"/>
                    </a:lnTo>
                    <a:lnTo>
                      <a:pt x="369" y="514"/>
                    </a:lnTo>
                    <a:lnTo>
                      <a:pt x="269" y="4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79" name="Freeform 472">
                <a:extLst>
                  <a:ext uri="{FF2B5EF4-FFF2-40B4-BE49-F238E27FC236}">
                    <a16:creationId xmlns:a16="http://schemas.microsoft.com/office/drawing/2014/main" id="{705D9C2E-B39B-F14E-BBEA-7D907B52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50"/>
                <a:ext cx="51" cy="72"/>
              </a:xfrm>
              <a:custGeom>
                <a:avLst/>
                <a:gdLst>
                  <a:gd name="T0" fmla="*/ 0 w 413"/>
                  <a:gd name="T1" fmla="*/ 0 h 576"/>
                  <a:gd name="T2" fmla="*/ 0 w 413"/>
                  <a:gd name="T3" fmla="*/ 0 h 576"/>
                  <a:gd name="T4" fmla="*/ 0 w 413"/>
                  <a:gd name="T5" fmla="*/ 0 h 576"/>
                  <a:gd name="T6" fmla="*/ 0 w 413"/>
                  <a:gd name="T7" fmla="*/ 0 h 576"/>
                  <a:gd name="T8" fmla="*/ 0 w 413"/>
                  <a:gd name="T9" fmla="*/ 0 h 576"/>
                  <a:gd name="T10" fmla="*/ 0 w 413"/>
                  <a:gd name="T11" fmla="*/ 0 h 576"/>
                  <a:gd name="T12" fmla="*/ 0 w 413"/>
                  <a:gd name="T13" fmla="*/ 0 h 576"/>
                  <a:gd name="T14" fmla="*/ 0 w 413"/>
                  <a:gd name="T15" fmla="*/ 0 h 5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3"/>
                  <a:gd name="T25" fmla="*/ 0 h 576"/>
                  <a:gd name="T26" fmla="*/ 413 w 413"/>
                  <a:gd name="T27" fmla="*/ 576 h 57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3" h="576">
                    <a:moveTo>
                      <a:pt x="319" y="558"/>
                    </a:moveTo>
                    <a:lnTo>
                      <a:pt x="0" y="4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2" y="0"/>
                    </a:lnTo>
                    <a:lnTo>
                      <a:pt x="37" y="0"/>
                    </a:lnTo>
                    <a:lnTo>
                      <a:pt x="59" y="5"/>
                    </a:lnTo>
                    <a:lnTo>
                      <a:pt x="413" y="5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0" name="Freeform 473">
                <a:extLst>
                  <a:ext uri="{FF2B5EF4-FFF2-40B4-BE49-F238E27FC236}">
                    <a16:creationId xmlns:a16="http://schemas.microsoft.com/office/drawing/2014/main" id="{F8CC9411-E66C-2143-B22D-64885BAC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024"/>
                <a:ext cx="60" cy="31"/>
              </a:xfrm>
              <a:custGeom>
                <a:avLst/>
                <a:gdLst>
                  <a:gd name="T0" fmla="*/ 0 w 477"/>
                  <a:gd name="T1" fmla="*/ 0 h 244"/>
                  <a:gd name="T2" fmla="*/ 0 w 477"/>
                  <a:gd name="T3" fmla="*/ 0 h 244"/>
                  <a:gd name="T4" fmla="*/ 0 w 477"/>
                  <a:gd name="T5" fmla="*/ 0 h 244"/>
                  <a:gd name="T6" fmla="*/ 0 w 477"/>
                  <a:gd name="T7" fmla="*/ 0 h 244"/>
                  <a:gd name="T8" fmla="*/ 0 w 477"/>
                  <a:gd name="T9" fmla="*/ 0 h 244"/>
                  <a:gd name="T10" fmla="*/ 0 w 477"/>
                  <a:gd name="T11" fmla="*/ 0 h 244"/>
                  <a:gd name="T12" fmla="*/ 0 w 477"/>
                  <a:gd name="T13" fmla="*/ 0 h 244"/>
                  <a:gd name="T14" fmla="*/ 0 w 477"/>
                  <a:gd name="T15" fmla="*/ 0 h 244"/>
                  <a:gd name="T16" fmla="*/ 0 w 477"/>
                  <a:gd name="T17" fmla="*/ 0 h 244"/>
                  <a:gd name="T18" fmla="*/ 0 w 477"/>
                  <a:gd name="T19" fmla="*/ 0 h 244"/>
                  <a:gd name="T20" fmla="*/ 0 w 477"/>
                  <a:gd name="T21" fmla="*/ 0 h 244"/>
                  <a:gd name="T22" fmla="*/ 0 w 477"/>
                  <a:gd name="T23" fmla="*/ 0 h 2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7"/>
                  <a:gd name="T37" fmla="*/ 0 h 244"/>
                  <a:gd name="T38" fmla="*/ 477 w 477"/>
                  <a:gd name="T39" fmla="*/ 244 h 2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7" h="244">
                    <a:moveTo>
                      <a:pt x="67" y="181"/>
                    </a:moveTo>
                    <a:lnTo>
                      <a:pt x="99" y="82"/>
                    </a:lnTo>
                    <a:lnTo>
                      <a:pt x="180" y="34"/>
                    </a:lnTo>
                    <a:lnTo>
                      <a:pt x="279" y="34"/>
                    </a:lnTo>
                    <a:lnTo>
                      <a:pt x="427" y="62"/>
                    </a:lnTo>
                    <a:lnTo>
                      <a:pt x="477" y="34"/>
                    </a:lnTo>
                    <a:lnTo>
                      <a:pt x="310" y="0"/>
                    </a:lnTo>
                    <a:lnTo>
                      <a:pt x="198" y="0"/>
                    </a:lnTo>
                    <a:lnTo>
                      <a:pt x="99" y="34"/>
                    </a:lnTo>
                    <a:lnTo>
                      <a:pt x="51" y="99"/>
                    </a:lnTo>
                    <a:lnTo>
                      <a:pt x="0" y="244"/>
                    </a:lnTo>
                    <a:lnTo>
                      <a:pt x="67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1" name="Freeform 474">
                <a:extLst>
                  <a:ext uri="{FF2B5EF4-FFF2-40B4-BE49-F238E27FC236}">
                    <a16:creationId xmlns:a16="http://schemas.microsoft.com/office/drawing/2014/main" id="{207A34FE-8494-E440-9331-8581D4F8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33"/>
                <a:ext cx="202" cy="247"/>
              </a:xfrm>
              <a:custGeom>
                <a:avLst/>
                <a:gdLst>
                  <a:gd name="T0" fmla="*/ 0 w 1617"/>
                  <a:gd name="T1" fmla="*/ 0 h 1969"/>
                  <a:gd name="T2" fmla="*/ 0 w 1617"/>
                  <a:gd name="T3" fmla="*/ 0 h 1969"/>
                  <a:gd name="T4" fmla="*/ 0 w 1617"/>
                  <a:gd name="T5" fmla="*/ 0 h 1969"/>
                  <a:gd name="T6" fmla="*/ 0 w 1617"/>
                  <a:gd name="T7" fmla="*/ 0 h 1969"/>
                  <a:gd name="T8" fmla="*/ 0 w 1617"/>
                  <a:gd name="T9" fmla="*/ 0 h 1969"/>
                  <a:gd name="T10" fmla="*/ 0 w 1617"/>
                  <a:gd name="T11" fmla="*/ 0 h 1969"/>
                  <a:gd name="T12" fmla="*/ 0 w 1617"/>
                  <a:gd name="T13" fmla="*/ 0 h 1969"/>
                  <a:gd name="T14" fmla="*/ 0 w 1617"/>
                  <a:gd name="T15" fmla="*/ 0 h 1969"/>
                  <a:gd name="T16" fmla="*/ 0 w 1617"/>
                  <a:gd name="T17" fmla="*/ 0 h 1969"/>
                  <a:gd name="T18" fmla="*/ 0 w 1617"/>
                  <a:gd name="T19" fmla="*/ 0 h 1969"/>
                  <a:gd name="T20" fmla="*/ 0 w 1617"/>
                  <a:gd name="T21" fmla="*/ 0 h 1969"/>
                  <a:gd name="T22" fmla="*/ 0 w 1617"/>
                  <a:gd name="T23" fmla="*/ 0 h 1969"/>
                  <a:gd name="T24" fmla="*/ 0 w 1617"/>
                  <a:gd name="T25" fmla="*/ 0 h 1969"/>
                  <a:gd name="T26" fmla="*/ 0 w 1617"/>
                  <a:gd name="T27" fmla="*/ 0 h 1969"/>
                  <a:gd name="T28" fmla="*/ 0 w 1617"/>
                  <a:gd name="T29" fmla="*/ 0 h 1969"/>
                  <a:gd name="T30" fmla="*/ 0 w 1617"/>
                  <a:gd name="T31" fmla="*/ 0 h 1969"/>
                  <a:gd name="T32" fmla="*/ 0 w 1617"/>
                  <a:gd name="T33" fmla="*/ 0 h 1969"/>
                  <a:gd name="T34" fmla="*/ 0 w 1617"/>
                  <a:gd name="T35" fmla="*/ 0 h 1969"/>
                  <a:gd name="T36" fmla="*/ 0 w 1617"/>
                  <a:gd name="T37" fmla="*/ 0 h 1969"/>
                  <a:gd name="T38" fmla="*/ 0 w 1617"/>
                  <a:gd name="T39" fmla="*/ 0 h 1969"/>
                  <a:gd name="T40" fmla="*/ 0 w 1617"/>
                  <a:gd name="T41" fmla="*/ 0 h 1969"/>
                  <a:gd name="T42" fmla="*/ 0 w 1617"/>
                  <a:gd name="T43" fmla="*/ 0 h 1969"/>
                  <a:gd name="T44" fmla="*/ 0 w 1617"/>
                  <a:gd name="T45" fmla="*/ 0 h 1969"/>
                  <a:gd name="T46" fmla="*/ 0 w 1617"/>
                  <a:gd name="T47" fmla="*/ 0 h 1969"/>
                  <a:gd name="T48" fmla="*/ 0 w 1617"/>
                  <a:gd name="T49" fmla="*/ 0 h 1969"/>
                  <a:gd name="T50" fmla="*/ 0 w 1617"/>
                  <a:gd name="T51" fmla="*/ 0 h 1969"/>
                  <a:gd name="T52" fmla="*/ 0 w 1617"/>
                  <a:gd name="T53" fmla="*/ 0 h 1969"/>
                  <a:gd name="T54" fmla="*/ 0 w 1617"/>
                  <a:gd name="T55" fmla="*/ 0 h 1969"/>
                  <a:gd name="T56" fmla="*/ 0 w 1617"/>
                  <a:gd name="T57" fmla="*/ 0 h 1969"/>
                  <a:gd name="T58" fmla="*/ 0 w 1617"/>
                  <a:gd name="T59" fmla="*/ 0 h 1969"/>
                  <a:gd name="T60" fmla="*/ 0 w 1617"/>
                  <a:gd name="T61" fmla="*/ 0 h 1969"/>
                  <a:gd name="T62" fmla="*/ 0 w 1617"/>
                  <a:gd name="T63" fmla="*/ 0 h 1969"/>
                  <a:gd name="T64" fmla="*/ 0 w 1617"/>
                  <a:gd name="T65" fmla="*/ 0 h 1969"/>
                  <a:gd name="T66" fmla="*/ 0 w 1617"/>
                  <a:gd name="T67" fmla="*/ 0 h 1969"/>
                  <a:gd name="T68" fmla="*/ 0 w 1617"/>
                  <a:gd name="T69" fmla="*/ 0 h 1969"/>
                  <a:gd name="T70" fmla="*/ 0 w 1617"/>
                  <a:gd name="T71" fmla="*/ 0 h 1969"/>
                  <a:gd name="T72" fmla="*/ 0 w 1617"/>
                  <a:gd name="T73" fmla="*/ 0 h 1969"/>
                  <a:gd name="T74" fmla="*/ 0 w 1617"/>
                  <a:gd name="T75" fmla="*/ 0 h 1969"/>
                  <a:gd name="T76" fmla="*/ 0 w 1617"/>
                  <a:gd name="T77" fmla="*/ 0 h 1969"/>
                  <a:gd name="T78" fmla="*/ 0 w 1617"/>
                  <a:gd name="T79" fmla="*/ 0 h 1969"/>
                  <a:gd name="T80" fmla="*/ 0 w 1617"/>
                  <a:gd name="T81" fmla="*/ 0 h 1969"/>
                  <a:gd name="T82" fmla="*/ 0 w 1617"/>
                  <a:gd name="T83" fmla="*/ 0 h 196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7"/>
                  <a:gd name="T127" fmla="*/ 0 h 1969"/>
                  <a:gd name="T128" fmla="*/ 1617 w 1617"/>
                  <a:gd name="T129" fmla="*/ 1969 h 196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7" h="1969">
                    <a:moveTo>
                      <a:pt x="1578" y="822"/>
                    </a:moveTo>
                    <a:lnTo>
                      <a:pt x="1615" y="694"/>
                    </a:lnTo>
                    <a:lnTo>
                      <a:pt x="1617" y="512"/>
                    </a:lnTo>
                    <a:lnTo>
                      <a:pt x="1573" y="350"/>
                    </a:lnTo>
                    <a:lnTo>
                      <a:pt x="1506" y="233"/>
                    </a:lnTo>
                    <a:lnTo>
                      <a:pt x="1413" y="123"/>
                    </a:lnTo>
                    <a:lnTo>
                      <a:pt x="1275" y="48"/>
                    </a:lnTo>
                    <a:lnTo>
                      <a:pt x="980" y="0"/>
                    </a:lnTo>
                    <a:lnTo>
                      <a:pt x="710" y="73"/>
                    </a:lnTo>
                    <a:lnTo>
                      <a:pt x="565" y="198"/>
                    </a:lnTo>
                    <a:lnTo>
                      <a:pt x="439" y="417"/>
                    </a:lnTo>
                    <a:lnTo>
                      <a:pt x="404" y="631"/>
                    </a:lnTo>
                    <a:lnTo>
                      <a:pt x="351" y="818"/>
                    </a:lnTo>
                    <a:lnTo>
                      <a:pt x="356" y="910"/>
                    </a:lnTo>
                    <a:lnTo>
                      <a:pt x="404" y="1026"/>
                    </a:lnTo>
                    <a:lnTo>
                      <a:pt x="393" y="1095"/>
                    </a:lnTo>
                    <a:lnTo>
                      <a:pt x="268" y="1185"/>
                    </a:lnTo>
                    <a:lnTo>
                      <a:pt x="171" y="1270"/>
                    </a:lnTo>
                    <a:lnTo>
                      <a:pt x="106" y="1411"/>
                    </a:lnTo>
                    <a:lnTo>
                      <a:pt x="106" y="1484"/>
                    </a:lnTo>
                    <a:lnTo>
                      <a:pt x="116" y="1554"/>
                    </a:lnTo>
                    <a:lnTo>
                      <a:pt x="130" y="1597"/>
                    </a:lnTo>
                    <a:lnTo>
                      <a:pt x="112" y="1653"/>
                    </a:lnTo>
                    <a:lnTo>
                      <a:pt x="0" y="1754"/>
                    </a:lnTo>
                    <a:lnTo>
                      <a:pt x="160" y="1712"/>
                    </a:lnTo>
                    <a:lnTo>
                      <a:pt x="347" y="1657"/>
                    </a:lnTo>
                    <a:lnTo>
                      <a:pt x="415" y="1861"/>
                    </a:lnTo>
                    <a:lnTo>
                      <a:pt x="479" y="1969"/>
                    </a:lnTo>
                    <a:lnTo>
                      <a:pt x="450" y="1872"/>
                    </a:lnTo>
                    <a:lnTo>
                      <a:pt x="450" y="1800"/>
                    </a:lnTo>
                    <a:lnTo>
                      <a:pt x="468" y="1758"/>
                    </a:lnTo>
                    <a:lnTo>
                      <a:pt x="505" y="1754"/>
                    </a:lnTo>
                    <a:lnTo>
                      <a:pt x="565" y="1769"/>
                    </a:lnTo>
                    <a:lnTo>
                      <a:pt x="628" y="1826"/>
                    </a:lnTo>
                    <a:lnTo>
                      <a:pt x="685" y="1904"/>
                    </a:lnTo>
                    <a:lnTo>
                      <a:pt x="639" y="1754"/>
                    </a:lnTo>
                    <a:lnTo>
                      <a:pt x="618" y="1641"/>
                    </a:lnTo>
                    <a:lnTo>
                      <a:pt x="604" y="1507"/>
                    </a:lnTo>
                    <a:lnTo>
                      <a:pt x="611" y="1411"/>
                    </a:lnTo>
                    <a:lnTo>
                      <a:pt x="674" y="1507"/>
                    </a:lnTo>
                    <a:lnTo>
                      <a:pt x="765" y="1593"/>
                    </a:lnTo>
                    <a:lnTo>
                      <a:pt x="870" y="1666"/>
                    </a:lnTo>
                    <a:lnTo>
                      <a:pt x="980" y="1703"/>
                    </a:lnTo>
                    <a:lnTo>
                      <a:pt x="888" y="1666"/>
                    </a:lnTo>
                    <a:lnTo>
                      <a:pt x="802" y="1613"/>
                    </a:lnTo>
                    <a:lnTo>
                      <a:pt x="717" y="1533"/>
                    </a:lnTo>
                    <a:lnTo>
                      <a:pt x="671" y="1466"/>
                    </a:lnTo>
                    <a:lnTo>
                      <a:pt x="632" y="1399"/>
                    </a:lnTo>
                    <a:lnTo>
                      <a:pt x="618" y="1339"/>
                    </a:lnTo>
                    <a:lnTo>
                      <a:pt x="611" y="1261"/>
                    </a:lnTo>
                    <a:lnTo>
                      <a:pt x="598" y="1180"/>
                    </a:lnTo>
                    <a:lnTo>
                      <a:pt x="591" y="1042"/>
                    </a:lnTo>
                    <a:lnTo>
                      <a:pt x="584" y="1237"/>
                    </a:lnTo>
                    <a:lnTo>
                      <a:pt x="569" y="1261"/>
                    </a:lnTo>
                    <a:lnTo>
                      <a:pt x="538" y="1277"/>
                    </a:lnTo>
                    <a:lnTo>
                      <a:pt x="499" y="1261"/>
                    </a:lnTo>
                    <a:lnTo>
                      <a:pt x="479" y="1217"/>
                    </a:lnTo>
                    <a:lnTo>
                      <a:pt x="479" y="1167"/>
                    </a:lnTo>
                    <a:lnTo>
                      <a:pt x="494" y="1114"/>
                    </a:lnTo>
                    <a:lnTo>
                      <a:pt x="523" y="1072"/>
                    </a:lnTo>
                    <a:lnTo>
                      <a:pt x="487" y="1092"/>
                    </a:lnTo>
                    <a:lnTo>
                      <a:pt x="429" y="963"/>
                    </a:lnTo>
                    <a:lnTo>
                      <a:pt x="411" y="910"/>
                    </a:lnTo>
                    <a:lnTo>
                      <a:pt x="404" y="853"/>
                    </a:lnTo>
                    <a:lnTo>
                      <a:pt x="411" y="804"/>
                    </a:lnTo>
                    <a:lnTo>
                      <a:pt x="436" y="776"/>
                    </a:lnTo>
                    <a:lnTo>
                      <a:pt x="461" y="751"/>
                    </a:lnTo>
                    <a:lnTo>
                      <a:pt x="487" y="751"/>
                    </a:lnTo>
                    <a:lnTo>
                      <a:pt x="514" y="767"/>
                    </a:lnTo>
                    <a:lnTo>
                      <a:pt x="538" y="804"/>
                    </a:lnTo>
                    <a:lnTo>
                      <a:pt x="565" y="890"/>
                    </a:lnTo>
                    <a:lnTo>
                      <a:pt x="574" y="782"/>
                    </a:lnTo>
                    <a:lnTo>
                      <a:pt x="622" y="687"/>
                    </a:lnTo>
                    <a:lnTo>
                      <a:pt x="697" y="549"/>
                    </a:lnTo>
                    <a:lnTo>
                      <a:pt x="741" y="435"/>
                    </a:lnTo>
                    <a:lnTo>
                      <a:pt x="798" y="354"/>
                    </a:lnTo>
                    <a:lnTo>
                      <a:pt x="888" y="304"/>
                    </a:lnTo>
                    <a:lnTo>
                      <a:pt x="1038" y="286"/>
                    </a:lnTo>
                    <a:lnTo>
                      <a:pt x="1195" y="304"/>
                    </a:lnTo>
                    <a:lnTo>
                      <a:pt x="1393" y="343"/>
                    </a:lnTo>
                    <a:lnTo>
                      <a:pt x="1470" y="406"/>
                    </a:lnTo>
                    <a:lnTo>
                      <a:pt x="1520" y="519"/>
                    </a:lnTo>
                    <a:lnTo>
                      <a:pt x="1549" y="641"/>
                    </a:lnTo>
                    <a:lnTo>
                      <a:pt x="1569" y="883"/>
                    </a:lnTo>
                    <a:lnTo>
                      <a:pt x="1578" y="8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2" name="Freeform 475">
                <a:extLst>
                  <a:ext uri="{FF2B5EF4-FFF2-40B4-BE49-F238E27FC236}">
                    <a16:creationId xmlns:a16="http://schemas.microsoft.com/office/drawing/2014/main" id="{107581B5-EA17-5F4D-8B51-3B67EB1FA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56"/>
                <a:ext cx="102" cy="147"/>
              </a:xfrm>
              <a:custGeom>
                <a:avLst/>
                <a:gdLst>
                  <a:gd name="T0" fmla="*/ 0 w 817"/>
                  <a:gd name="T1" fmla="*/ 0 h 1173"/>
                  <a:gd name="T2" fmla="*/ 0 w 817"/>
                  <a:gd name="T3" fmla="*/ 0 h 1173"/>
                  <a:gd name="T4" fmla="*/ 0 w 817"/>
                  <a:gd name="T5" fmla="*/ 0 h 1173"/>
                  <a:gd name="T6" fmla="*/ 0 w 817"/>
                  <a:gd name="T7" fmla="*/ 0 h 1173"/>
                  <a:gd name="T8" fmla="*/ 0 w 817"/>
                  <a:gd name="T9" fmla="*/ 0 h 1173"/>
                  <a:gd name="T10" fmla="*/ 0 w 817"/>
                  <a:gd name="T11" fmla="*/ 0 h 1173"/>
                  <a:gd name="T12" fmla="*/ 0 w 817"/>
                  <a:gd name="T13" fmla="*/ 0 h 1173"/>
                  <a:gd name="T14" fmla="*/ 0 w 817"/>
                  <a:gd name="T15" fmla="*/ 0 h 1173"/>
                  <a:gd name="T16" fmla="*/ 0 w 817"/>
                  <a:gd name="T17" fmla="*/ 0 h 1173"/>
                  <a:gd name="T18" fmla="*/ 0 w 817"/>
                  <a:gd name="T19" fmla="*/ 0 h 1173"/>
                  <a:gd name="T20" fmla="*/ 0 w 817"/>
                  <a:gd name="T21" fmla="*/ 0 h 1173"/>
                  <a:gd name="T22" fmla="*/ 0 w 817"/>
                  <a:gd name="T23" fmla="*/ 0 h 1173"/>
                  <a:gd name="T24" fmla="*/ 0 w 817"/>
                  <a:gd name="T25" fmla="*/ 0 h 1173"/>
                  <a:gd name="T26" fmla="*/ 0 w 817"/>
                  <a:gd name="T27" fmla="*/ 0 h 1173"/>
                  <a:gd name="T28" fmla="*/ 0 w 817"/>
                  <a:gd name="T29" fmla="*/ 0 h 1173"/>
                  <a:gd name="T30" fmla="*/ 0 w 817"/>
                  <a:gd name="T31" fmla="*/ 0 h 1173"/>
                  <a:gd name="T32" fmla="*/ 0 w 817"/>
                  <a:gd name="T33" fmla="*/ 0 h 1173"/>
                  <a:gd name="T34" fmla="*/ 0 w 817"/>
                  <a:gd name="T35" fmla="*/ 0 h 1173"/>
                  <a:gd name="T36" fmla="*/ 0 w 817"/>
                  <a:gd name="T37" fmla="*/ 0 h 1173"/>
                  <a:gd name="T38" fmla="*/ 0 w 817"/>
                  <a:gd name="T39" fmla="*/ 0 h 1173"/>
                  <a:gd name="T40" fmla="*/ 0 w 817"/>
                  <a:gd name="T41" fmla="*/ 0 h 1173"/>
                  <a:gd name="T42" fmla="*/ 0 w 817"/>
                  <a:gd name="T43" fmla="*/ 0 h 1173"/>
                  <a:gd name="T44" fmla="*/ 0 w 817"/>
                  <a:gd name="T45" fmla="*/ 0 h 1173"/>
                  <a:gd name="T46" fmla="*/ 0 w 817"/>
                  <a:gd name="T47" fmla="*/ 0 h 1173"/>
                  <a:gd name="T48" fmla="*/ 0 w 817"/>
                  <a:gd name="T49" fmla="*/ 0 h 1173"/>
                  <a:gd name="T50" fmla="*/ 0 w 817"/>
                  <a:gd name="T51" fmla="*/ 0 h 1173"/>
                  <a:gd name="T52" fmla="*/ 0 w 817"/>
                  <a:gd name="T53" fmla="*/ 0 h 1173"/>
                  <a:gd name="T54" fmla="*/ 0 w 817"/>
                  <a:gd name="T55" fmla="*/ 0 h 1173"/>
                  <a:gd name="T56" fmla="*/ 0 w 817"/>
                  <a:gd name="T57" fmla="*/ 0 h 1173"/>
                  <a:gd name="T58" fmla="*/ 0 w 817"/>
                  <a:gd name="T59" fmla="*/ 0 h 117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17"/>
                  <a:gd name="T91" fmla="*/ 0 h 1173"/>
                  <a:gd name="T92" fmla="*/ 817 w 817"/>
                  <a:gd name="T93" fmla="*/ 1173 h 117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17" h="1173">
                    <a:moveTo>
                      <a:pt x="817" y="0"/>
                    </a:moveTo>
                    <a:lnTo>
                      <a:pt x="786" y="103"/>
                    </a:lnTo>
                    <a:lnTo>
                      <a:pt x="718" y="359"/>
                    </a:lnTo>
                    <a:lnTo>
                      <a:pt x="634" y="514"/>
                    </a:lnTo>
                    <a:lnTo>
                      <a:pt x="569" y="608"/>
                    </a:lnTo>
                    <a:lnTo>
                      <a:pt x="481" y="703"/>
                    </a:lnTo>
                    <a:lnTo>
                      <a:pt x="417" y="723"/>
                    </a:lnTo>
                    <a:lnTo>
                      <a:pt x="305" y="732"/>
                    </a:lnTo>
                    <a:lnTo>
                      <a:pt x="187" y="707"/>
                    </a:lnTo>
                    <a:lnTo>
                      <a:pt x="94" y="661"/>
                    </a:lnTo>
                    <a:lnTo>
                      <a:pt x="0" y="596"/>
                    </a:lnTo>
                    <a:lnTo>
                      <a:pt x="57" y="692"/>
                    </a:lnTo>
                    <a:lnTo>
                      <a:pt x="136" y="758"/>
                    </a:lnTo>
                    <a:lnTo>
                      <a:pt x="206" y="800"/>
                    </a:lnTo>
                    <a:lnTo>
                      <a:pt x="300" y="825"/>
                    </a:lnTo>
                    <a:lnTo>
                      <a:pt x="380" y="825"/>
                    </a:lnTo>
                    <a:lnTo>
                      <a:pt x="329" y="1173"/>
                    </a:lnTo>
                    <a:lnTo>
                      <a:pt x="376" y="1064"/>
                    </a:lnTo>
                    <a:lnTo>
                      <a:pt x="443" y="795"/>
                    </a:lnTo>
                    <a:lnTo>
                      <a:pt x="477" y="747"/>
                    </a:lnTo>
                    <a:lnTo>
                      <a:pt x="527" y="820"/>
                    </a:lnTo>
                    <a:lnTo>
                      <a:pt x="574" y="940"/>
                    </a:lnTo>
                    <a:lnTo>
                      <a:pt x="551" y="800"/>
                    </a:lnTo>
                    <a:lnTo>
                      <a:pt x="503" y="707"/>
                    </a:lnTo>
                    <a:lnTo>
                      <a:pt x="579" y="617"/>
                    </a:lnTo>
                    <a:lnTo>
                      <a:pt x="668" y="493"/>
                    </a:lnTo>
                    <a:lnTo>
                      <a:pt x="720" y="373"/>
                    </a:lnTo>
                    <a:lnTo>
                      <a:pt x="754" y="286"/>
                    </a:lnTo>
                    <a:lnTo>
                      <a:pt x="793" y="115"/>
                    </a:lnTo>
                    <a:lnTo>
                      <a:pt x="8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3" name="Freeform 476">
                <a:extLst>
                  <a:ext uri="{FF2B5EF4-FFF2-40B4-BE49-F238E27FC236}">
                    <a16:creationId xmlns:a16="http://schemas.microsoft.com/office/drawing/2014/main" id="{5BB732C2-9557-3B49-963B-7F0600C6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35"/>
                <a:ext cx="12" cy="27"/>
              </a:xfrm>
              <a:custGeom>
                <a:avLst/>
                <a:gdLst>
                  <a:gd name="T0" fmla="*/ 0 w 99"/>
                  <a:gd name="T1" fmla="*/ 0 h 215"/>
                  <a:gd name="T2" fmla="*/ 0 w 99"/>
                  <a:gd name="T3" fmla="*/ 0 h 215"/>
                  <a:gd name="T4" fmla="*/ 0 w 99"/>
                  <a:gd name="T5" fmla="*/ 0 h 215"/>
                  <a:gd name="T6" fmla="*/ 0 w 99"/>
                  <a:gd name="T7" fmla="*/ 0 h 215"/>
                  <a:gd name="T8" fmla="*/ 0 w 99"/>
                  <a:gd name="T9" fmla="*/ 0 h 215"/>
                  <a:gd name="T10" fmla="*/ 0 w 99"/>
                  <a:gd name="T11" fmla="*/ 0 h 215"/>
                  <a:gd name="T12" fmla="*/ 0 w 99"/>
                  <a:gd name="T13" fmla="*/ 0 h 215"/>
                  <a:gd name="T14" fmla="*/ 0 w 99"/>
                  <a:gd name="T15" fmla="*/ 0 h 215"/>
                  <a:gd name="T16" fmla="*/ 0 w 99"/>
                  <a:gd name="T17" fmla="*/ 0 h 215"/>
                  <a:gd name="T18" fmla="*/ 0 w 99"/>
                  <a:gd name="T19" fmla="*/ 0 h 215"/>
                  <a:gd name="T20" fmla="*/ 0 w 99"/>
                  <a:gd name="T21" fmla="*/ 0 h 215"/>
                  <a:gd name="T22" fmla="*/ 0 w 99"/>
                  <a:gd name="T23" fmla="*/ 0 h 215"/>
                  <a:gd name="T24" fmla="*/ 0 w 99"/>
                  <a:gd name="T25" fmla="*/ 0 h 215"/>
                  <a:gd name="T26" fmla="*/ 0 w 99"/>
                  <a:gd name="T27" fmla="*/ 0 h 215"/>
                  <a:gd name="T28" fmla="*/ 0 w 99"/>
                  <a:gd name="T29" fmla="*/ 0 h 215"/>
                  <a:gd name="T30" fmla="*/ 0 w 99"/>
                  <a:gd name="T31" fmla="*/ 0 h 215"/>
                  <a:gd name="T32" fmla="*/ 0 w 99"/>
                  <a:gd name="T33" fmla="*/ 0 h 215"/>
                  <a:gd name="T34" fmla="*/ 0 w 99"/>
                  <a:gd name="T35" fmla="*/ 0 h 215"/>
                  <a:gd name="T36" fmla="*/ 0 w 99"/>
                  <a:gd name="T37" fmla="*/ 0 h 215"/>
                  <a:gd name="T38" fmla="*/ 0 w 99"/>
                  <a:gd name="T39" fmla="*/ 0 h 215"/>
                  <a:gd name="T40" fmla="*/ 0 w 99"/>
                  <a:gd name="T41" fmla="*/ 0 h 2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9"/>
                  <a:gd name="T64" fmla="*/ 0 h 215"/>
                  <a:gd name="T65" fmla="*/ 99 w 99"/>
                  <a:gd name="T66" fmla="*/ 215 h 2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9" h="215">
                    <a:moveTo>
                      <a:pt x="11" y="0"/>
                    </a:moveTo>
                    <a:lnTo>
                      <a:pt x="48" y="7"/>
                    </a:lnTo>
                    <a:lnTo>
                      <a:pt x="91" y="60"/>
                    </a:lnTo>
                    <a:lnTo>
                      <a:pt x="99" y="111"/>
                    </a:lnTo>
                    <a:lnTo>
                      <a:pt x="94" y="145"/>
                    </a:lnTo>
                    <a:lnTo>
                      <a:pt x="60" y="162"/>
                    </a:lnTo>
                    <a:lnTo>
                      <a:pt x="55" y="180"/>
                    </a:lnTo>
                    <a:lnTo>
                      <a:pt x="73" y="215"/>
                    </a:lnTo>
                    <a:lnTo>
                      <a:pt x="22" y="169"/>
                    </a:lnTo>
                    <a:lnTo>
                      <a:pt x="22" y="145"/>
                    </a:lnTo>
                    <a:lnTo>
                      <a:pt x="36" y="123"/>
                    </a:lnTo>
                    <a:lnTo>
                      <a:pt x="55" y="106"/>
                    </a:lnTo>
                    <a:lnTo>
                      <a:pt x="84" y="92"/>
                    </a:lnTo>
                    <a:lnTo>
                      <a:pt x="73" y="65"/>
                    </a:lnTo>
                    <a:lnTo>
                      <a:pt x="60" y="42"/>
                    </a:lnTo>
                    <a:lnTo>
                      <a:pt x="36" y="28"/>
                    </a:lnTo>
                    <a:lnTo>
                      <a:pt x="11" y="60"/>
                    </a:lnTo>
                    <a:lnTo>
                      <a:pt x="11" y="79"/>
                    </a:lnTo>
                    <a:lnTo>
                      <a:pt x="0" y="53"/>
                    </a:lnTo>
                    <a:lnTo>
                      <a:pt x="0" y="17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4" name="Line 477">
                <a:extLst>
                  <a:ext uri="{FF2B5EF4-FFF2-40B4-BE49-F238E27FC236}">
                    <a16:creationId xmlns:a16="http://schemas.microsoft.com/office/drawing/2014/main" id="{37D8AB98-033A-9549-902C-DF91274380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4" y="1544"/>
                <a:ext cx="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5" name="Line 478">
                <a:extLst>
                  <a:ext uri="{FF2B5EF4-FFF2-40B4-BE49-F238E27FC236}">
                    <a16:creationId xmlns:a16="http://schemas.microsoft.com/office/drawing/2014/main" id="{1ACB5367-6A99-9744-9CCC-9919D927D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1549"/>
                <a:ext cx="8" cy="3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6" name="Line 479">
                <a:extLst>
                  <a:ext uri="{FF2B5EF4-FFF2-40B4-BE49-F238E27FC236}">
                    <a16:creationId xmlns:a16="http://schemas.microsoft.com/office/drawing/2014/main" id="{117C62A3-8E3A-4C4C-9193-D79B72310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4" y="1566"/>
                <a:ext cx="5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7" name="Freeform 480">
                <a:extLst>
                  <a:ext uri="{FF2B5EF4-FFF2-40B4-BE49-F238E27FC236}">
                    <a16:creationId xmlns:a16="http://schemas.microsoft.com/office/drawing/2014/main" id="{274A23D8-0B13-0D4C-8C03-029EF396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70"/>
                <a:ext cx="9" cy="20"/>
              </a:xfrm>
              <a:custGeom>
                <a:avLst/>
                <a:gdLst>
                  <a:gd name="T0" fmla="*/ 0 w 77"/>
                  <a:gd name="T1" fmla="*/ 0 h 162"/>
                  <a:gd name="T2" fmla="*/ 0 w 77"/>
                  <a:gd name="T3" fmla="*/ 0 h 162"/>
                  <a:gd name="T4" fmla="*/ 0 w 77"/>
                  <a:gd name="T5" fmla="*/ 0 h 162"/>
                  <a:gd name="T6" fmla="*/ 0 w 77"/>
                  <a:gd name="T7" fmla="*/ 0 h 162"/>
                  <a:gd name="T8" fmla="*/ 0 w 77"/>
                  <a:gd name="T9" fmla="*/ 0 h 162"/>
                  <a:gd name="T10" fmla="*/ 0 w 77"/>
                  <a:gd name="T11" fmla="*/ 0 h 162"/>
                  <a:gd name="T12" fmla="*/ 0 w 77"/>
                  <a:gd name="T13" fmla="*/ 0 h 162"/>
                  <a:gd name="T14" fmla="*/ 0 w 77"/>
                  <a:gd name="T15" fmla="*/ 0 h 162"/>
                  <a:gd name="T16" fmla="*/ 0 w 77"/>
                  <a:gd name="T17" fmla="*/ 0 h 162"/>
                  <a:gd name="T18" fmla="*/ 0 w 77"/>
                  <a:gd name="T19" fmla="*/ 0 h 162"/>
                  <a:gd name="T20" fmla="*/ 0 w 77"/>
                  <a:gd name="T21" fmla="*/ 0 h 162"/>
                  <a:gd name="T22" fmla="*/ 0 w 77"/>
                  <a:gd name="T23" fmla="*/ 0 h 162"/>
                  <a:gd name="T24" fmla="*/ 0 w 77"/>
                  <a:gd name="T25" fmla="*/ 0 h 162"/>
                  <a:gd name="T26" fmla="*/ 0 w 77"/>
                  <a:gd name="T27" fmla="*/ 0 h 1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7"/>
                  <a:gd name="T43" fmla="*/ 0 h 162"/>
                  <a:gd name="T44" fmla="*/ 77 w 77"/>
                  <a:gd name="T45" fmla="*/ 162 h 16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7" h="162">
                    <a:moveTo>
                      <a:pt x="33" y="0"/>
                    </a:moveTo>
                    <a:lnTo>
                      <a:pt x="59" y="28"/>
                    </a:lnTo>
                    <a:lnTo>
                      <a:pt x="72" y="63"/>
                    </a:lnTo>
                    <a:lnTo>
                      <a:pt x="77" y="112"/>
                    </a:lnTo>
                    <a:lnTo>
                      <a:pt x="72" y="145"/>
                    </a:lnTo>
                    <a:lnTo>
                      <a:pt x="54" y="158"/>
                    </a:lnTo>
                    <a:lnTo>
                      <a:pt x="33" y="162"/>
                    </a:lnTo>
                    <a:lnTo>
                      <a:pt x="8" y="158"/>
                    </a:lnTo>
                    <a:lnTo>
                      <a:pt x="0" y="116"/>
                    </a:lnTo>
                    <a:lnTo>
                      <a:pt x="44" y="123"/>
                    </a:lnTo>
                    <a:lnTo>
                      <a:pt x="51" y="88"/>
                    </a:lnTo>
                    <a:lnTo>
                      <a:pt x="59" y="63"/>
                    </a:lnTo>
                    <a:lnTo>
                      <a:pt x="54" y="3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8" name="Freeform 481">
                <a:extLst>
                  <a:ext uri="{FF2B5EF4-FFF2-40B4-BE49-F238E27FC236}">
                    <a16:creationId xmlns:a16="http://schemas.microsoft.com/office/drawing/2014/main" id="{4A07447E-2386-1442-8C55-98D80C1A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635"/>
                <a:ext cx="356" cy="188"/>
              </a:xfrm>
              <a:custGeom>
                <a:avLst/>
                <a:gdLst>
                  <a:gd name="T0" fmla="*/ 0 w 2847"/>
                  <a:gd name="T1" fmla="*/ 0 h 1510"/>
                  <a:gd name="T2" fmla="*/ 0 w 2847"/>
                  <a:gd name="T3" fmla="*/ 0 h 1510"/>
                  <a:gd name="T4" fmla="*/ 0 w 2847"/>
                  <a:gd name="T5" fmla="*/ 0 h 1510"/>
                  <a:gd name="T6" fmla="*/ 0 w 2847"/>
                  <a:gd name="T7" fmla="*/ 0 h 1510"/>
                  <a:gd name="T8" fmla="*/ 0 w 2847"/>
                  <a:gd name="T9" fmla="*/ 0 h 1510"/>
                  <a:gd name="T10" fmla="*/ 0 w 2847"/>
                  <a:gd name="T11" fmla="*/ 0 h 1510"/>
                  <a:gd name="T12" fmla="*/ 0 w 2847"/>
                  <a:gd name="T13" fmla="*/ 0 h 1510"/>
                  <a:gd name="T14" fmla="*/ 0 w 2847"/>
                  <a:gd name="T15" fmla="*/ 0 h 1510"/>
                  <a:gd name="T16" fmla="*/ 0 w 2847"/>
                  <a:gd name="T17" fmla="*/ 0 h 1510"/>
                  <a:gd name="T18" fmla="*/ 0 w 2847"/>
                  <a:gd name="T19" fmla="*/ 0 h 1510"/>
                  <a:gd name="T20" fmla="*/ 0 w 2847"/>
                  <a:gd name="T21" fmla="*/ 0 h 1510"/>
                  <a:gd name="T22" fmla="*/ 0 w 2847"/>
                  <a:gd name="T23" fmla="*/ 0 h 1510"/>
                  <a:gd name="T24" fmla="*/ 0 w 2847"/>
                  <a:gd name="T25" fmla="*/ 0 h 1510"/>
                  <a:gd name="T26" fmla="*/ 0 w 2847"/>
                  <a:gd name="T27" fmla="*/ 0 h 1510"/>
                  <a:gd name="T28" fmla="*/ 0 w 2847"/>
                  <a:gd name="T29" fmla="*/ 0 h 1510"/>
                  <a:gd name="T30" fmla="*/ 0 w 2847"/>
                  <a:gd name="T31" fmla="*/ 0 h 1510"/>
                  <a:gd name="T32" fmla="*/ 0 w 2847"/>
                  <a:gd name="T33" fmla="*/ 0 h 1510"/>
                  <a:gd name="T34" fmla="*/ 0 w 2847"/>
                  <a:gd name="T35" fmla="*/ 0 h 1510"/>
                  <a:gd name="T36" fmla="*/ 0 w 2847"/>
                  <a:gd name="T37" fmla="*/ 0 h 1510"/>
                  <a:gd name="T38" fmla="*/ 0 w 2847"/>
                  <a:gd name="T39" fmla="*/ 0 h 1510"/>
                  <a:gd name="T40" fmla="*/ 0 w 2847"/>
                  <a:gd name="T41" fmla="*/ 0 h 1510"/>
                  <a:gd name="T42" fmla="*/ 0 w 2847"/>
                  <a:gd name="T43" fmla="*/ 0 h 1510"/>
                  <a:gd name="T44" fmla="*/ 0 w 2847"/>
                  <a:gd name="T45" fmla="*/ 0 h 1510"/>
                  <a:gd name="T46" fmla="*/ 0 w 2847"/>
                  <a:gd name="T47" fmla="*/ 0 h 1510"/>
                  <a:gd name="T48" fmla="*/ 0 w 2847"/>
                  <a:gd name="T49" fmla="*/ 0 h 1510"/>
                  <a:gd name="T50" fmla="*/ 0 w 2847"/>
                  <a:gd name="T51" fmla="*/ 0 h 1510"/>
                  <a:gd name="T52" fmla="*/ 0 w 2847"/>
                  <a:gd name="T53" fmla="*/ 0 h 1510"/>
                  <a:gd name="T54" fmla="*/ 0 w 2847"/>
                  <a:gd name="T55" fmla="*/ 0 h 1510"/>
                  <a:gd name="T56" fmla="*/ 0 w 2847"/>
                  <a:gd name="T57" fmla="*/ 0 h 1510"/>
                  <a:gd name="T58" fmla="*/ 0 w 2847"/>
                  <a:gd name="T59" fmla="*/ 0 h 1510"/>
                  <a:gd name="T60" fmla="*/ 0 w 2847"/>
                  <a:gd name="T61" fmla="*/ 0 h 1510"/>
                  <a:gd name="T62" fmla="*/ 0 w 2847"/>
                  <a:gd name="T63" fmla="*/ 0 h 1510"/>
                  <a:gd name="T64" fmla="*/ 0 w 2847"/>
                  <a:gd name="T65" fmla="*/ 0 h 1510"/>
                  <a:gd name="T66" fmla="*/ 0 w 2847"/>
                  <a:gd name="T67" fmla="*/ 0 h 1510"/>
                  <a:gd name="T68" fmla="*/ 0 w 2847"/>
                  <a:gd name="T69" fmla="*/ 0 h 1510"/>
                  <a:gd name="T70" fmla="*/ 0 w 2847"/>
                  <a:gd name="T71" fmla="*/ 0 h 1510"/>
                  <a:gd name="T72" fmla="*/ 0 w 2847"/>
                  <a:gd name="T73" fmla="*/ 0 h 1510"/>
                  <a:gd name="T74" fmla="*/ 0 w 2847"/>
                  <a:gd name="T75" fmla="*/ 0 h 1510"/>
                  <a:gd name="T76" fmla="*/ 0 w 2847"/>
                  <a:gd name="T77" fmla="*/ 0 h 1510"/>
                  <a:gd name="T78" fmla="*/ 0 w 2847"/>
                  <a:gd name="T79" fmla="*/ 0 h 1510"/>
                  <a:gd name="T80" fmla="*/ 0 w 2847"/>
                  <a:gd name="T81" fmla="*/ 0 h 1510"/>
                  <a:gd name="T82" fmla="*/ 0 w 2847"/>
                  <a:gd name="T83" fmla="*/ 0 h 1510"/>
                  <a:gd name="T84" fmla="*/ 0 w 2847"/>
                  <a:gd name="T85" fmla="*/ 0 h 1510"/>
                  <a:gd name="T86" fmla="*/ 0 w 2847"/>
                  <a:gd name="T87" fmla="*/ 0 h 1510"/>
                  <a:gd name="T88" fmla="*/ 0 w 2847"/>
                  <a:gd name="T89" fmla="*/ 0 h 1510"/>
                  <a:gd name="T90" fmla="*/ 0 w 2847"/>
                  <a:gd name="T91" fmla="*/ 0 h 1510"/>
                  <a:gd name="T92" fmla="*/ 0 w 2847"/>
                  <a:gd name="T93" fmla="*/ 0 h 1510"/>
                  <a:gd name="T94" fmla="*/ 0 w 2847"/>
                  <a:gd name="T95" fmla="*/ 0 h 1510"/>
                  <a:gd name="T96" fmla="*/ 0 w 2847"/>
                  <a:gd name="T97" fmla="*/ 0 h 1510"/>
                  <a:gd name="T98" fmla="*/ 0 w 2847"/>
                  <a:gd name="T99" fmla="*/ 0 h 1510"/>
                  <a:gd name="T100" fmla="*/ 0 w 2847"/>
                  <a:gd name="T101" fmla="*/ 0 h 1510"/>
                  <a:gd name="T102" fmla="*/ 0 w 2847"/>
                  <a:gd name="T103" fmla="*/ 0 h 1510"/>
                  <a:gd name="T104" fmla="*/ 0 w 2847"/>
                  <a:gd name="T105" fmla="*/ 0 h 1510"/>
                  <a:gd name="T106" fmla="*/ 0 w 2847"/>
                  <a:gd name="T107" fmla="*/ 0 h 1510"/>
                  <a:gd name="T108" fmla="*/ 0 w 2847"/>
                  <a:gd name="T109" fmla="*/ 0 h 1510"/>
                  <a:gd name="T110" fmla="*/ 0 w 2847"/>
                  <a:gd name="T111" fmla="*/ 0 h 1510"/>
                  <a:gd name="T112" fmla="*/ 0 w 2847"/>
                  <a:gd name="T113" fmla="*/ 0 h 1510"/>
                  <a:gd name="T114" fmla="*/ 0 w 2847"/>
                  <a:gd name="T115" fmla="*/ 0 h 1510"/>
                  <a:gd name="T116" fmla="*/ 0 w 2847"/>
                  <a:gd name="T117" fmla="*/ 0 h 1510"/>
                  <a:gd name="T118" fmla="*/ 0 w 2847"/>
                  <a:gd name="T119" fmla="*/ 0 h 1510"/>
                  <a:gd name="T120" fmla="*/ 0 w 2847"/>
                  <a:gd name="T121" fmla="*/ 0 h 15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47"/>
                  <a:gd name="T184" fmla="*/ 0 h 1510"/>
                  <a:gd name="T185" fmla="*/ 2847 w 2847"/>
                  <a:gd name="T186" fmla="*/ 1510 h 15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47" h="1510">
                    <a:moveTo>
                      <a:pt x="1072" y="246"/>
                    </a:moveTo>
                    <a:lnTo>
                      <a:pt x="1129" y="369"/>
                    </a:lnTo>
                    <a:lnTo>
                      <a:pt x="1228" y="441"/>
                    </a:lnTo>
                    <a:lnTo>
                      <a:pt x="1369" y="516"/>
                    </a:lnTo>
                    <a:lnTo>
                      <a:pt x="1558" y="567"/>
                    </a:lnTo>
                    <a:lnTo>
                      <a:pt x="1798" y="606"/>
                    </a:lnTo>
                    <a:lnTo>
                      <a:pt x="1903" y="576"/>
                    </a:lnTo>
                    <a:lnTo>
                      <a:pt x="1945" y="507"/>
                    </a:lnTo>
                    <a:lnTo>
                      <a:pt x="1969" y="408"/>
                    </a:lnTo>
                    <a:lnTo>
                      <a:pt x="1969" y="345"/>
                    </a:lnTo>
                    <a:lnTo>
                      <a:pt x="1929" y="239"/>
                    </a:lnTo>
                    <a:lnTo>
                      <a:pt x="1890" y="171"/>
                    </a:lnTo>
                    <a:lnTo>
                      <a:pt x="1839" y="120"/>
                    </a:lnTo>
                    <a:lnTo>
                      <a:pt x="1903" y="32"/>
                    </a:lnTo>
                    <a:lnTo>
                      <a:pt x="1945" y="0"/>
                    </a:lnTo>
                    <a:lnTo>
                      <a:pt x="2160" y="113"/>
                    </a:lnTo>
                    <a:lnTo>
                      <a:pt x="2400" y="162"/>
                    </a:lnTo>
                    <a:lnTo>
                      <a:pt x="2630" y="252"/>
                    </a:lnTo>
                    <a:lnTo>
                      <a:pt x="2847" y="378"/>
                    </a:lnTo>
                    <a:lnTo>
                      <a:pt x="2556" y="252"/>
                    </a:lnTo>
                    <a:lnTo>
                      <a:pt x="2342" y="191"/>
                    </a:lnTo>
                    <a:lnTo>
                      <a:pt x="2202" y="171"/>
                    </a:lnTo>
                    <a:lnTo>
                      <a:pt x="2052" y="171"/>
                    </a:lnTo>
                    <a:lnTo>
                      <a:pt x="1987" y="215"/>
                    </a:lnTo>
                    <a:lnTo>
                      <a:pt x="2004" y="387"/>
                    </a:lnTo>
                    <a:lnTo>
                      <a:pt x="1987" y="484"/>
                    </a:lnTo>
                    <a:lnTo>
                      <a:pt x="1953" y="590"/>
                    </a:lnTo>
                    <a:lnTo>
                      <a:pt x="1903" y="655"/>
                    </a:lnTo>
                    <a:lnTo>
                      <a:pt x="1789" y="760"/>
                    </a:lnTo>
                    <a:lnTo>
                      <a:pt x="1789" y="707"/>
                    </a:lnTo>
                    <a:lnTo>
                      <a:pt x="1749" y="673"/>
                    </a:lnTo>
                    <a:lnTo>
                      <a:pt x="1708" y="687"/>
                    </a:lnTo>
                    <a:lnTo>
                      <a:pt x="1696" y="738"/>
                    </a:lnTo>
                    <a:lnTo>
                      <a:pt x="1720" y="770"/>
                    </a:lnTo>
                    <a:lnTo>
                      <a:pt x="1756" y="779"/>
                    </a:lnTo>
                    <a:lnTo>
                      <a:pt x="1731" y="813"/>
                    </a:lnTo>
                    <a:lnTo>
                      <a:pt x="1674" y="802"/>
                    </a:lnTo>
                    <a:lnTo>
                      <a:pt x="1648" y="760"/>
                    </a:lnTo>
                    <a:lnTo>
                      <a:pt x="1659" y="707"/>
                    </a:lnTo>
                    <a:lnTo>
                      <a:pt x="1681" y="666"/>
                    </a:lnTo>
                    <a:lnTo>
                      <a:pt x="1720" y="648"/>
                    </a:lnTo>
                    <a:lnTo>
                      <a:pt x="1780" y="624"/>
                    </a:lnTo>
                    <a:lnTo>
                      <a:pt x="1433" y="567"/>
                    </a:lnTo>
                    <a:lnTo>
                      <a:pt x="1235" y="500"/>
                    </a:lnTo>
                    <a:lnTo>
                      <a:pt x="1353" y="795"/>
                    </a:lnTo>
                    <a:lnTo>
                      <a:pt x="1549" y="1289"/>
                    </a:lnTo>
                    <a:lnTo>
                      <a:pt x="1648" y="1510"/>
                    </a:lnTo>
                    <a:lnTo>
                      <a:pt x="1358" y="903"/>
                    </a:lnTo>
                    <a:lnTo>
                      <a:pt x="1201" y="576"/>
                    </a:lnTo>
                    <a:lnTo>
                      <a:pt x="1046" y="378"/>
                    </a:lnTo>
                    <a:lnTo>
                      <a:pt x="896" y="239"/>
                    </a:lnTo>
                    <a:lnTo>
                      <a:pt x="774" y="156"/>
                    </a:lnTo>
                    <a:lnTo>
                      <a:pt x="668" y="147"/>
                    </a:lnTo>
                    <a:lnTo>
                      <a:pt x="525" y="162"/>
                    </a:lnTo>
                    <a:lnTo>
                      <a:pt x="106" y="270"/>
                    </a:lnTo>
                    <a:lnTo>
                      <a:pt x="0" y="345"/>
                    </a:lnTo>
                    <a:lnTo>
                      <a:pt x="106" y="239"/>
                    </a:lnTo>
                    <a:lnTo>
                      <a:pt x="493" y="94"/>
                    </a:lnTo>
                    <a:lnTo>
                      <a:pt x="749" y="90"/>
                    </a:lnTo>
                    <a:lnTo>
                      <a:pt x="995" y="15"/>
                    </a:lnTo>
                    <a:lnTo>
                      <a:pt x="1072" y="2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89" name="Freeform 482">
                <a:extLst>
                  <a:ext uri="{FF2B5EF4-FFF2-40B4-BE49-F238E27FC236}">
                    <a16:creationId xmlns:a16="http://schemas.microsoft.com/office/drawing/2014/main" id="{E411C9F2-DCF1-BF42-99A6-0F4F57190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42" cy="214"/>
              </a:xfrm>
              <a:custGeom>
                <a:avLst/>
                <a:gdLst>
                  <a:gd name="T0" fmla="*/ 0 w 1134"/>
                  <a:gd name="T1" fmla="*/ 0 h 1714"/>
                  <a:gd name="T2" fmla="*/ 0 w 1134"/>
                  <a:gd name="T3" fmla="*/ 0 h 1714"/>
                  <a:gd name="T4" fmla="*/ 0 w 1134"/>
                  <a:gd name="T5" fmla="*/ 0 h 1714"/>
                  <a:gd name="T6" fmla="*/ 0 w 1134"/>
                  <a:gd name="T7" fmla="*/ 0 h 1714"/>
                  <a:gd name="T8" fmla="*/ 0 w 1134"/>
                  <a:gd name="T9" fmla="*/ 0 h 1714"/>
                  <a:gd name="T10" fmla="*/ 0 w 1134"/>
                  <a:gd name="T11" fmla="*/ 0 h 1714"/>
                  <a:gd name="T12" fmla="*/ 0 w 1134"/>
                  <a:gd name="T13" fmla="*/ 0 h 1714"/>
                  <a:gd name="T14" fmla="*/ 0 w 1134"/>
                  <a:gd name="T15" fmla="*/ 0 h 1714"/>
                  <a:gd name="T16" fmla="*/ 0 w 1134"/>
                  <a:gd name="T17" fmla="*/ 0 h 1714"/>
                  <a:gd name="T18" fmla="*/ 0 w 1134"/>
                  <a:gd name="T19" fmla="*/ 0 h 1714"/>
                  <a:gd name="T20" fmla="*/ 0 w 1134"/>
                  <a:gd name="T21" fmla="*/ 0 h 1714"/>
                  <a:gd name="T22" fmla="*/ 0 w 1134"/>
                  <a:gd name="T23" fmla="*/ 0 h 1714"/>
                  <a:gd name="T24" fmla="*/ 0 w 1134"/>
                  <a:gd name="T25" fmla="*/ 0 h 1714"/>
                  <a:gd name="T26" fmla="*/ 0 w 1134"/>
                  <a:gd name="T27" fmla="*/ 0 h 1714"/>
                  <a:gd name="T28" fmla="*/ 0 w 1134"/>
                  <a:gd name="T29" fmla="*/ 0 h 1714"/>
                  <a:gd name="T30" fmla="*/ 0 w 1134"/>
                  <a:gd name="T31" fmla="*/ 0 h 1714"/>
                  <a:gd name="T32" fmla="*/ 0 w 1134"/>
                  <a:gd name="T33" fmla="*/ 0 h 1714"/>
                  <a:gd name="T34" fmla="*/ 0 w 1134"/>
                  <a:gd name="T35" fmla="*/ 0 h 1714"/>
                  <a:gd name="T36" fmla="*/ 0 w 1134"/>
                  <a:gd name="T37" fmla="*/ 0 h 1714"/>
                  <a:gd name="T38" fmla="*/ 0 w 1134"/>
                  <a:gd name="T39" fmla="*/ 0 h 1714"/>
                  <a:gd name="T40" fmla="*/ 0 w 1134"/>
                  <a:gd name="T41" fmla="*/ 0 h 1714"/>
                  <a:gd name="T42" fmla="*/ 0 w 1134"/>
                  <a:gd name="T43" fmla="*/ 0 h 1714"/>
                  <a:gd name="T44" fmla="*/ 0 w 1134"/>
                  <a:gd name="T45" fmla="*/ 0 h 1714"/>
                  <a:gd name="T46" fmla="*/ 0 w 1134"/>
                  <a:gd name="T47" fmla="*/ 0 h 1714"/>
                  <a:gd name="T48" fmla="*/ 0 w 1134"/>
                  <a:gd name="T49" fmla="*/ 0 h 1714"/>
                  <a:gd name="T50" fmla="*/ 0 w 1134"/>
                  <a:gd name="T51" fmla="*/ 0 h 1714"/>
                  <a:gd name="T52" fmla="*/ 0 w 1134"/>
                  <a:gd name="T53" fmla="*/ 0 h 1714"/>
                  <a:gd name="T54" fmla="*/ 0 w 1134"/>
                  <a:gd name="T55" fmla="*/ 0 h 1714"/>
                  <a:gd name="T56" fmla="*/ 0 w 1134"/>
                  <a:gd name="T57" fmla="*/ 0 h 1714"/>
                  <a:gd name="T58" fmla="*/ 0 w 1134"/>
                  <a:gd name="T59" fmla="*/ 0 h 1714"/>
                  <a:gd name="T60" fmla="*/ 0 w 1134"/>
                  <a:gd name="T61" fmla="*/ 0 h 1714"/>
                  <a:gd name="T62" fmla="*/ 0 w 1134"/>
                  <a:gd name="T63" fmla="*/ 0 h 1714"/>
                  <a:gd name="T64" fmla="*/ 0 w 1134"/>
                  <a:gd name="T65" fmla="*/ 0 h 1714"/>
                  <a:gd name="T66" fmla="*/ 0 w 1134"/>
                  <a:gd name="T67" fmla="*/ 0 h 1714"/>
                  <a:gd name="T68" fmla="*/ 0 w 1134"/>
                  <a:gd name="T69" fmla="*/ 0 h 1714"/>
                  <a:gd name="T70" fmla="*/ 0 w 1134"/>
                  <a:gd name="T71" fmla="*/ 0 h 1714"/>
                  <a:gd name="T72" fmla="*/ 0 w 1134"/>
                  <a:gd name="T73" fmla="*/ 0 h 1714"/>
                  <a:gd name="T74" fmla="*/ 0 w 1134"/>
                  <a:gd name="T75" fmla="*/ 0 h 1714"/>
                  <a:gd name="T76" fmla="*/ 0 w 1134"/>
                  <a:gd name="T77" fmla="*/ 0 h 1714"/>
                  <a:gd name="T78" fmla="*/ 0 w 1134"/>
                  <a:gd name="T79" fmla="*/ 0 h 1714"/>
                  <a:gd name="T80" fmla="*/ 0 w 1134"/>
                  <a:gd name="T81" fmla="*/ 0 h 1714"/>
                  <a:gd name="T82" fmla="*/ 0 w 1134"/>
                  <a:gd name="T83" fmla="*/ 0 h 1714"/>
                  <a:gd name="T84" fmla="*/ 0 w 1134"/>
                  <a:gd name="T85" fmla="*/ 0 h 1714"/>
                  <a:gd name="T86" fmla="*/ 0 w 1134"/>
                  <a:gd name="T87" fmla="*/ 0 h 1714"/>
                  <a:gd name="T88" fmla="*/ 0 w 1134"/>
                  <a:gd name="T89" fmla="*/ 0 h 1714"/>
                  <a:gd name="T90" fmla="*/ 0 w 1134"/>
                  <a:gd name="T91" fmla="*/ 0 h 1714"/>
                  <a:gd name="T92" fmla="*/ 0 w 1134"/>
                  <a:gd name="T93" fmla="*/ 0 h 1714"/>
                  <a:gd name="T94" fmla="*/ 0 w 1134"/>
                  <a:gd name="T95" fmla="*/ 0 h 1714"/>
                  <a:gd name="T96" fmla="*/ 0 w 1134"/>
                  <a:gd name="T97" fmla="*/ 0 h 1714"/>
                  <a:gd name="T98" fmla="*/ 0 w 1134"/>
                  <a:gd name="T99" fmla="*/ 0 h 1714"/>
                  <a:gd name="T100" fmla="*/ 0 w 1134"/>
                  <a:gd name="T101" fmla="*/ 0 h 1714"/>
                  <a:gd name="T102" fmla="*/ 0 w 1134"/>
                  <a:gd name="T103" fmla="*/ 0 h 1714"/>
                  <a:gd name="T104" fmla="*/ 0 w 1134"/>
                  <a:gd name="T105" fmla="*/ 0 h 1714"/>
                  <a:gd name="T106" fmla="*/ 0 w 1134"/>
                  <a:gd name="T107" fmla="*/ 0 h 1714"/>
                  <a:gd name="T108" fmla="*/ 0 w 1134"/>
                  <a:gd name="T109" fmla="*/ 0 h 1714"/>
                  <a:gd name="T110" fmla="*/ 0 w 1134"/>
                  <a:gd name="T111" fmla="*/ 0 h 1714"/>
                  <a:gd name="T112" fmla="*/ 0 w 1134"/>
                  <a:gd name="T113" fmla="*/ 0 h 1714"/>
                  <a:gd name="T114" fmla="*/ 0 w 1134"/>
                  <a:gd name="T115" fmla="*/ 0 h 1714"/>
                  <a:gd name="T116" fmla="*/ 0 w 1134"/>
                  <a:gd name="T117" fmla="*/ 0 h 1714"/>
                  <a:gd name="T118" fmla="*/ 0 w 1134"/>
                  <a:gd name="T119" fmla="*/ 0 h 17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4"/>
                  <a:gd name="T181" fmla="*/ 0 h 1714"/>
                  <a:gd name="T182" fmla="*/ 1134 w 1134"/>
                  <a:gd name="T183" fmla="*/ 1714 h 171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4" h="1714">
                    <a:moveTo>
                      <a:pt x="159" y="0"/>
                    </a:moveTo>
                    <a:lnTo>
                      <a:pt x="264" y="31"/>
                    </a:lnTo>
                    <a:lnTo>
                      <a:pt x="365" y="113"/>
                    </a:lnTo>
                    <a:lnTo>
                      <a:pt x="447" y="229"/>
                    </a:lnTo>
                    <a:lnTo>
                      <a:pt x="521" y="367"/>
                    </a:lnTo>
                    <a:lnTo>
                      <a:pt x="570" y="484"/>
                    </a:lnTo>
                    <a:lnTo>
                      <a:pt x="611" y="591"/>
                    </a:lnTo>
                    <a:lnTo>
                      <a:pt x="491" y="409"/>
                    </a:lnTo>
                    <a:lnTo>
                      <a:pt x="387" y="288"/>
                    </a:lnTo>
                    <a:lnTo>
                      <a:pt x="264" y="205"/>
                    </a:lnTo>
                    <a:lnTo>
                      <a:pt x="167" y="157"/>
                    </a:lnTo>
                    <a:lnTo>
                      <a:pt x="167" y="319"/>
                    </a:lnTo>
                    <a:lnTo>
                      <a:pt x="222" y="499"/>
                    </a:lnTo>
                    <a:lnTo>
                      <a:pt x="312" y="646"/>
                    </a:lnTo>
                    <a:lnTo>
                      <a:pt x="413" y="754"/>
                    </a:lnTo>
                    <a:lnTo>
                      <a:pt x="598" y="886"/>
                    </a:lnTo>
                    <a:lnTo>
                      <a:pt x="768" y="998"/>
                    </a:lnTo>
                    <a:lnTo>
                      <a:pt x="860" y="1049"/>
                    </a:lnTo>
                    <a:lnTo>
                      <a:pt x="818" y="925"/>
                    </a:lnTo>
                    <a:lnTo>
                      <a:pt x="923" y="1132"/>
                    </a:lnTo>
                    <a:lnTo>
                      <a:pt x="976" y="1301"/>
                    </a:lnTo>
                    <a:lnTo>
                      <a:pt x="1007" y="1508"/>
                    </a:lnTo>
                    <a:lnTo>
                      <a:pt x="1081" y="1631"/>
                    </a:lnTo>
                    <a:lnTo>
                      <a:pt x="1134" y="1714"/>
                    </a:lnTo>
                    <a:lnTo>
                      <a:pt x="959" y="1559"/>
                    </a:lnTo>
                    <a:lnTo>
                      <a:pt x="959" y="1642"/>
                    </a:lnTo>
                    <a:lnTo>
                      <a:pt x="877" y="1665"/>
                    </a:lnTo>
                    <a:lnTo>
                      <a:pt x="918" y="1609"/>
                    </a:lnTo>
                    <a:lnTo>
                      <a:pt x="908" y="1534"/>
                    </a:lnTo>
                    <a:lnTo>
                      <a:pt x="703" y="1402"/>
                    </a:lnTo>
                    <a:lnTo>
                      <a:pt x="877" y="1411"/>
                    </a:lnTo>
                    <a:lnTo>
                      <a:pt x="736" y="1204"/>
                    </a:lnTo>
                    <a:lnTo>
                      <a:pt x="853" y="1195"/>
                    </a:lnTo>
                    <a:lnTo>
                      <a:pt x="869" y="1147"/>
                    </a:lnTo>
                    <a:lnTo>
                      <a:pt x="703" y="1141"/>
                    </a:lnTo>
                    <a:lnTo>
                      <a:pt x="494" y="1077"/>
                    </a:lnTo>
                    <a:lnTo>
                      <a:pt x="249" y="967"/>
                    </a:lnTo>
                    <a:lnTo>
                      <a:pt x="99" y="860"/>
                    </a:lnTo>
                    <a:lnTo>
                      <a:pt x="84" y="886"/>
                    </a:lnTo>
                    <a:lnTo>
                      <a:pt x="143" y="985"/>
                    </a:lnTo>
                    <a:lnTo>
                      <a:pt x="240" y="1077"/>
                    </a:lnTo>
                    <a:lnTo>
                      <a:pt x="339" y="1132"/>
                    </a:lnTo>
                    <a:lnTo>
                      <a:pt x="413" y="1338"/>
                    </a:lnTo>
                    <a:lnTo>
                      <a:pt x="644" y="1402"/>
                    </a:lnTo>
                    <a:lnTo>
                      <a:pt x="482" y="1386"/>
                    </a:lnTo>
                    <a:lnTo>
                      <a:pt x="556" y="1460"/>
                    </a:lnTo>
                    <a:lnTo>
                      <a:pt x="763" y="1508"/>
                    </a:lnTo>
                    <a:lnTo>
                      <a:pt x="853" y="1582"/>
                    </a:lnTo>
                    <a:lnTo>
                      <a:pt x="826" y="1631"/>
                    </a:lnTo>
                    <a:lnTo>
                      <a:pt x="694" y="1591"/>
                    </a:lnTo>
                    <a:lnTo>
                      <a:pt x="598" y="1600"/>
                    </a:lnTo>
                    <a:lnTo>
                      <a:pt x="51" y="1107"/>
                    </a:lnTo>
                    <a:lnTo>
                      <a:pt x="21" y="943"/>
                    </a:lnTo>
                    <a:lnTo>
                      <a:pt x="9" y="826"/>
                    </a:lnTo>
                    <a:lnTo>
                      <a:pt x="51" y="770"/>
                    </a:lnTo>
                    <a:lnTo>
                      <a:pt x="21" y="642"/>
                    </a:lnTo>
                    <a:lnTo>
                      <a:pt x="0" y="443"/>
                    </a:lnTo>
                    <a:lnTo>
                      <a:pt x="25" y="279"/>
                    </a:lnTo>
                    <a:lnTo>
                      <a:pt x="77" y="132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0" name="Freeform 483">
                <a:extLst>
                  <a:ext uri="{FF2B5EF4-FFF2-40B4-BE49-F238E27FC236}">
                    <a16:creationId xmlns:a16="http://schemas.microsoft.com/office/drawing/2014/main" id="{619060C0-2026-804F-92F8-4D57586A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892"/>
                <a:ext cx="40" cy="50"/>
              </a:xfrm>
              <a:custGeom>
                <a:avLst/>
                <a:gdLst>
                  <a:gd name="T0" fmla="*/ 0 w 318"/>
                  <a:gd name="T1" fmla="*/ 0 h 399"/>
                  <a:gd name="T2" fmla="*/ 0 w 318"/>
                  <a:gd name="T3" fmla="*/ 0 h 399"/>
                  <a:gd name="T4" fmla="*/ 0 w 318"/>
                  <a:gd name="T5" fmla="*/ 0 h 399"/>
                  <a:gd name="T6" fmla="*/ 0 w 318"/>
                  <a:gd name="T7" fmla="*/ 0 h 399"/>
                  <a:gd name="T8" fmla="*/ 0 w 318"/>
                  <a:gd name="T9" fmla="*/ 0 h 399"/>
                  <a:gd name="T10" fmla="*/ 0 w 318"/>
                  <a:gd name="T11" fmla="*/ 0 h 399"/>
                  <a:gd name="T12" fmla="*/ 0 w 318"/>
                  <a:gd name="T13" fmla="*/ 0 h 399"/>
                  <a:gd name="T14" fmla="*/ 0 w 318"/>
                  <a:gd name="T15" fmla="*/ 0 h 399"/>
                  <a:gd name="T16" fmla="*/ 0 w 318"/>
                  <a:gd name="T17" fmla="*/ 0 h 399"/>
                  <a:gd name="T18" fmla="*/ 0 w 318"/>
                  <a:gd name="T19" fmla="*/ 0 h 399"/>
                  <a:gd name="T20" fmla="*/ 0 w 318"/>
                  <a:gd name="T21" fmla="*/ 0 h 399"/>
                  <a:gd name="T22" fmla="*/ 0 w 318"/>
                  <a:gd name="T23" fmla="*/ 0 h 3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18"/>
                  <a:gd name="T37" fmla="*/ 0 h 399"/>
                  <a:gd name="T38" fmla="*/ 318 w 318"/>
                  <a:gd name="T39" fmla="*/ 399 h 39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18" h="399">
                    <a:moveTo>
                      <a:pt x="0" y="138"/>
                    </a:moveTo>
                    <a:lnTo>
                      <a:pt x="87" y="23"/>
                    </a:lnTo>
                    <a:lnTo>
                      <a:pt x="168" y="0"/>
                    </a:lnTo>
                    <a:lnTo>
                      <a:pt x="221" y="72"/>
                    </a:lnTo>
                    <a:lnTo>
                      <a:pt x="221" y="336"/>
                    </a:lnTo>
                    <a:lnTo>
                      <a:pt x="285" y="106"/>
                    </a:lnTo>
                    <a:lnTo>
                      <a:pt x="318" y="196"/>
                    </a:lnTo>
                    <a:lnTo>
                      <a:pt x="318" y="295"/>
                    </a:lnTo>
                    <a:lnTo>
                      <a:pt x="246" y="399"/>
                    </a:lnTo>
                    <a:lnTo>
                      <a:pt x="186" y="399"/>
                    </a:lnTo>
                    <a:lnTo>
                      <a:pt x="39" y="261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1" name="Freeform 484">
                <a:extLst>
                  <a:ext uri="{FF2B5EF4-FFF2-40B4-BE49-F238E27FC236}">
                    <a16:creationId xmlns:a16="http://schemas.microsoft.com/office/drawing/2014/main" id="{C2DEC123-6E9A-C541-A6BF-5C17B198F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700"/>
                <a:ext cx="292" cy="269"/>
              </a:xfrm>
              <a:custGeom>
                <a:avLst/>
                <a:gdLst>
                  <a:gd name="T0" fmla="*/ 0 w 2335"/>
                  <a:gd name="T1" fmla="*/ 0 h 2151"/>
                  <a:gd name="T2" fmla="*/ 0 w 2335"/>
                  <a:gd name="T3" fmla="*/ 0 h 2151"/>
                  <a:gd name="T4" fmla="*/ 0 w 2335"/>
                  <a:gd name="T5" fmla="*/ 0 h 2151"/>
                  <a:gd name="T6" fmla="*/ 0 w 2335"/>
                  <a:gd name="T7" fmla="*/ 0 h 2151"/>
                  <a:gd name="T8" fmla="*/ 0 w 2335"/>
                  <a:gd name="T9" fmla="*/ 0 h 2151"/>
                  <a:gd name="T10" fmla="*/ 0 w 2335"/>
                  <a:gd name="T11" fmla="*/ 0 h 2151"/>
                  <a:gd name="T12" fmla="*/ 0 w 2335"/>
                  <a:gd name="T13" fmla="*/ 0 h 2151"/>
                  <a:gd name="T14" fmla="*/ 0 w 2335"/>
                  <a:gd name="T15" fmla="*/ 0 h 2151"/>
                  <a:gd name="T16" fmla="*/ 0 w 2335"/>
                  <a:gd name="T17" fmla="*/ 0 h 2151"/>
                  <a:gd name="T18" fmla="*/ 0 w 2335"/>
                  <a:gd name="T19" fmla="*/ 0 h 2151"/>
                  <a:gd name="T20" fmla="*/ 0 w 2335"/>
                  <a:gd name="T21" fmla="*/ 0 h 2151"/>
                  <a:gd name="T22" fmla="*/ 0 w 2335"/>
                  <a:gd name="T23" fmla="*/ 0 h 2151"/>
                  <a:gd name="T24" fmla="*/ 0 w 2335"/>
                  <a:gd name="T25" fmla="*/ 0 h 2151"/>
                  <a:gd name="T26" fmla="*/ 0 w 2335"/>
                  <a:gd name="T27" fmla="*/ 0 h 2151"/>
                  <a:gd name="T28" fmla="*/ 0 w 2335"/>
                  <a:gd name="T29" fmla="*/ 0 h 2151"/>
                  <a:gd name="T30" fmla="*/ 0 w 2335"/>
                  <a:gd name="T31" fmla="*/ 0 h 2151"/>
                  <a:gd name="T32" fmla="*/ 0 w 2335"/>
                  <a:gd name="T33" fmla="*/ 0 h 2151"/>
                  <a:gd name="T34" fmla="*/ 0 w 2335"/>
                  <a:gd name="T35" fmla="*/ 0 h 2151"/>
                  <a:gd name="T36" fmla="*/ 0 w 2335"/>
                  <a:gd name="T37" fmla="*/ 0 h 2151"/>
                  <a:gd name="T38" fmla="*/ 0 w 2335"/>
                  <a:gd name="T39" fmla="*/ 0 h 2151"/>
                  <a:gd name="T40" fmla="*/ 0 w 2335"/>
                  <a:gd name="T41" fmla="*/ 0 h 2151"/>
                  <a:gd name="T42" fmla="*/ 0 w 2335"/>
                  <a:gd name="T43" fmla="*/ 0 h 2151"/>
                  <a:gd name="T44" fmla="*/ 0 w 2335"/>
                  <a:gd name="T45" fmla="*/ 0 h 2151"/>
                  <a:gd name="T46" fmla="*/ 0 w 2335"/>
                  <a:gd name="T47" fmla="*/ 0 h 2151"/>
                  <a:gd name="T48" fmla="*/ 0 w 2335"/>
                  <a:gd name="T49" fmla="*/ 0 h 2151"/>
                  <a:gd name="T50" fmla="*/ 0 w 2335"/>
                  <a:gd name="T51" fmla="*/ 0 h 2151"/>
                  <a:gd name="T52" fmla="*/ 0 w 2335"/>
                  <a:gd name="T53" fmla="*/ 0 h 2151"/>
                  <a:gd name="T54" fmla="*/ 0 w 2335"/>
                  <a:gd name="T55" fmla="*/ 0 h 2151"/>
                  <a:gd name="T56" fmla="*/ 0 w 2335"/>
                  <a:gd name="T57" fmla="*/ 0 h 2151"/>
                  <a:gd name="T58" fmla="*/ 0 w 2335"/>
                  <a:gd name="T59" fmla="*/ 0 h 2151"/>
                  <a:gd name="T60" fmla="*/ 0 w 2335"/>
                  <a:gd name="T61" fmla="*/ 0 h 2151"/>
                  <a:gd name="T62" fmla="*/ 0 w 2335"/>
                  <a:gd name="T63" fmla="*/ 0 h 2151"/>
                  <a:gd name="T64" fmla="*/ 0 w 2335"/>
                  <a:gd name="T65" fmla="*/ 0 h 2151"/>
                  <a:gd name="T66" fmla="*/ 0 w 2335"/>
                  <a:gd name="T67" fmla="*/ 0 h 2151"/>
                  <a:gd name="T68" fmla="*/ 0 w 2335"/>
                  <a:gd name="T69" fmla="*/ 0 h 2151"/>
                  <a:gd name="T70" fmla="*/ 0 w 2335"/>
                  <a:gd name="T71" fmla="*/ 0 h 2151"/>
                  <a:gd name="T72" fmla="*/ 0 w 2335"/>
                  <a:gd name="T73" fmla="*/ 0 h 2151"/>
                  <a:gd name="T74" fmla="*/ 0 w 2335"/>
                  <a:gd name="T75" fmla="*/ 0 h 2151"/>
                  <a:gd name="T76" fmla="*/ 0 w 2335"/>
                  <a:gd name="T77" fmla="*/ 0 h 215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335"/>
                  <a:gd name="T118" fmla="*/ 0 h 2151"/>
                  <a:gd name="T119" fmla="*/ 2335 w 2335"/>
                  <a:gd name="T120" fmla="*/ 2151 h 215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335" h="2151">
                    <a:moveTo>
                      <a:pt x="87" y="1633"/>
                    </a:moveTo>
                    <a:lnTo>
                      <a:pt x="112" y="1705"/>
                    </a:lnTo>
                    <a:lnTo>
                      <a:pt x="123" y="1896"/>
                    </a:lnTo>
                    <a:lnTo>
                      <a:pt x="0" y="1953"/>
                    </a:lnTo>
                    <a:lnTo>
                      <a:pt x="39" y="1978"/>
                    </a:lnTo>
                    <a:lnTo>
                      <a:pt x="182" y="1953"/>
                    </a:lnTo>
                    <a:lnTo>
                      <a:pt x="742" y="2068"/>
                    </a:lnTo>
                    <a:lnTo>
                      <a:pt x="732" y="2032"/>
                    </a:lnTo>
                    <a:lnTo>
                      <a:pt x="732" y="2011"/>
                    </a:lnTo>
                    <a:lnTo>
                      <a:pt x="758" y="1997"/>
                    </a:lnTo>
                    <a:lnTo>
                      <a:pt x="791" y="2002"/>
                    </a:lnTo>
                    <a:lnTo>
                      <a:pt x="806" y="2032"/>
                    </a:lnTo>
                    <a:lnTo>
                      <a:pt x="830" y="2061"/>
                    </a:lnTo>
                    <a:lnTo>
                      <a:pt x="883" y="2068"/>
                    </a:lnTo>
                    <a:lnTo>
                      <a:pt x="958" y="2127"/>
                    </a:lnTo>
                    <a:lnTo>
                      <a:pt x="938" y="2068"/>
                    </a:lnTo>
                    <a:lnTo>
                      <a:pt x="1180" y="2011"/>
                    </a:lnTo>
                    <a:lnTo>
                      <a:pt x="1477" y="1845"/>
                    </a:lnTo>
                    <a:lnTo>
                      <a:pt x="1807" y="1930"/>
                    </a:lnTo>
                    <a:lnTo>
                      <a:pt x="1872" y="2061"/>
                    </a:lnTo>
                    <a:lnTo>
                      <a:pt x="1872" y="2142"/>
                    </a:lnTo>
                    <a:lnTo>
                      <a:pt x="1883" y="2151"/>
                    </a:lnTo>
                    <a:lnTo>
                      <a:pt x="1897" y="2061"/>
                    </a:lnTo>
                    <a:lnTo>
                      <a:pt x="1823" y="1912"/>
                    </a:lnTo>
                    <a:lnTo>
                      <a:pt x="1666" y="1815"/>
                    </a:lnTo>
                    <a:lnTo>
                      <a:pt x="1731" y="1714"/>
                    </a:lnTo>
                    <a:lnTo>
                      <a:pt x="1855" y="1668"/>
                    </a:lnTo>
                    <a:lnTo>
                      <a:pt x="2003" y="1642"/>
                    </a:lnTo>
                    <a:lnTo>
                      <a:pt x="2189" y="1674"/>
                    </a:lnTo>
                    <a:lnTo>
                      <a:pt x="2226" y="1705"/>
                    </a:lnTo>
                    <a:lnTo>
                      <a:pt x="2235" y="1804"/>
                    </a:lnTo>
                    <a:lnTo>
                      <a:pt x="2285" y="1887"/>
                    </a:lnTo>
                    <a:lnTo>
                      <a:pt x="2335" y="1771"/>
                    </a:lnTo>
                    <a:lnTo>
                      <a:pt x="2309" y="1700"/>
                    </a:lnTo>
                    <a:lnTo>
                      <a:pt x="2219" y="1608"/>
                    </a:lnTo>
                    <a:lnTo>
                      <a:pt x="2102" y="1510"/>
                    </a:lnTo>
                    <a:lnTo>
                      <a:pt x="2010" y="1402"/>
                    </a:lnTo>
                    <a:lnTo>
                      <a:pt x="1929" y="1439"/>
                    </a:lnTo>
                    <a:lnTo>
                      <a:pt x="1883" y="1559"/>
                    </a:lnTo>
                    <a:lnTo>
                      <a:pt x="1839" y="1536"/>
                    </a:lnTo>
                    <a:lnTo>
                      <a:pt x="1883" y="1428"/>
                    </a:lnTo>
                    <a:lnTo>
                      <a:pt x="1929" y="1338"/>
                    </a:lnTo>
                    <a:lnTo>
                      <a:pt x="2138" y="1255"/>
                    </a:lnTo>
                    <a:lnTo>
                      <a:pt x="2235" y="1165"/>
                    </a:lnTo>
                    <a:lnTo>
                      <a:pt x="2189" y="1041"/>
                    </a:lnTo>
                    <a:lnTo>
                      <a:pt x="2169" y="1142"/>
                    </a:lnTo>
                    <a:lnTo>
                      <a:pt x="2063" y="1206"/>
                    </a:lnTo>
                    <a:lnTo>
                      <a:pt x="1962" y="1232"/>
                    </a:lnTo>
                    <a:lnTo>
                      <a:pt x="1883" y="1239"/>
                    </a:lnTo>
                    <a:lnTo>
                      <a:pt x="1855" y="1213"/>
                    </a:lnTo>
                    <a:lnTo>
                      <a:pt x="1872" y="1181"/>
                    </a:lnTo>
                    <a:lnTo>
                      <a:pt x="2039" y="1066"/>
                    </a:lnTo>
                    <a:lnTo>
                      <a:pt x="2169" y="943"/>
                    </a:lnTo>
                    <a:lnTo>
                      <a:pt x="2197" y="1001"/>
                    </a:lnTo>
                    <a:lnTo>
                      <a:pt x="2201" y="868"/>
                    </a:lnTo>
                    <a:lnTo>
                      <a:pt x="2180" y="720"/>
                    </a:lnTo>
                    <a:lnTo>
                      <a:pt x="2169" y="565"/>
                    </a:lnTo>
                    <a:lnTo>
                      <a:pt x="2180" y="337"/>
                    </a:lnTo>
                    <a:lnTo>
                      <a:pt x="2153" y="114"/>
                    </a:lnTo>
                    <a:lnTo>
                      <a:pt x="2111" y="0"/>
                    </a:lnTo>
                    <a:lnTo>
                      <a:pt x="2144" y="182"/>
                    </a:lnTo>
                    <a:lnTo>
                      <a:pt x="2144" y="400"/>
                    </a:lnTo>
                    <a:lnTo>
                      <a:pt x="2111" y="582"/>
                    </a:lnTo>
                    <a:lnTo>
                      <a:pt x="1982" y="868"/>
                    </a:lnTo>
                    <a:lnTo>
                      <a:pt x="2088" y="706"/>
                    </a:lnTo>
                    <a:lnTo>
                      <a:pt x="2127" y="771"/>
                    </a:lnTo>
                    <a:lnTo>
                      <a:pt x="2144" y="861"/>
                    </a:lnTo>
                    <a:lnTo>
                      <a:pt x="2120" y="936"/>
                    </a:lnTo>
                    <a:lnTo>
                      <a:pt x="2003" y="1041"/>
                    </a:lnTo>
                    <a:lnTo>
                      <a:pt x="1865" y="1125"/>
                    </a:lnTo>
                    <a:lnTo>
                      <a:pt x="1872" y="1050"/>
                    </a:lnTo>
                    <a:lnTo>
                      <a:pt x="1673" y="1273"/>
                    </a:lnTo>
                    <a:lnTo>
                      <a:pt x="1402" y="1476"/>
                    </a:lnTo>
                    <a:lnTo>
                      <a:pt x="1169" y="1584"/>
                    </a:lnTo>
                    <a:lnTo>
                      <a:pt x="965" y="1633"/>
                    </a:lnTo>
                    <a:lnTo>
                      <a:pt x="615" y="1600"/>
                    </a:lnTo>
                    <a:lnTo>
                      <a:pt x="410" y="1608"/>
                    </a:lnTo>
                    <a:lnTo>
                      <a:pt x="195" y="1626"/>
                    </a:lnTo>
                    <a:lnTo>
                      <a:pt x="87" y="16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2" name="Freeform 485">
                <a:extLst>
                  <a:ext uri="{FF2B5EF4-FFF2-40B4-BE49-F238E27FC236}">
                    <a16:creationId xmlns:a16="http://schemas.microsoft.com/office/drawing/2014/main" id="{54B14A3A-E910-E645-9ACD-7CE990A59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89"/>
                <a:ext cx="22" cy="176"/>
              </a:xfrm>
              <a:custGeom>
                <a:avLst/>
                <a:gdLst>
                  <a:gd name="T0" fmla="*/ 0 w 180"/>
                  <a:gd name="T1" fmla="*/ 0 h 1411"/>
                  <a:gd name="T2" fmla="*/ 0 w 180"/>
                  <a:gd name="T3" fmla="*/ 0 h 1411"/>
                  <a:gd name="T4" fmla="*/ 0 w 180"/>
                  <a:gd name="T5" fmla="*/ 0 h 1411"/>
                  <a:gd name="T6" fmla="*/ 0 w 180"/>
                  <a:gd name="T7" fmla="*/ 0 h 1411"/>
                  <a:gd name="T8" fmla="*/ 0 w 180"/>
                  <a:gd name="T9" fmla="*/ 0 h 1411"/>
                  <a:gd name="T10" fmla="*/ 0 w 180"/>
                  <a:gd name="T11" fmla="*/ 0 h 1411"/>
                  <a:gd name="T12" fmla="*/ 0 w 180"/>
                  <a:gd name="T13" fmla="*/ 0 h 1411"/>
                  <a:gd name="T14" fmla="*/ 0 w 180"/>
                  <a:gd name="T15" fmla="*/ 0 h 1411"/>
                  <a:gd name="T16" fmla="*/ 0 w 180"/>
                  <a:gd name="T17" fmla="*/ 0 h 1411"/>
                  <a:gd name="T18" fmla="*/ 0 w 180"/>
                  <a:gd name="T19" fmla="*/ 0 h 1411"/>
                  <a:gd name="T20" fmla="*/ 0 w 180"/>
                  <a:gd name="T21" fmla="*/ 0 h 1411"/>
                  <a:gd name="T22" fmla="*/ 0 w 180"/>
                  <a:gd name="T23" fmla="*/ 0 h 1411"/>
                  <a:gd name="T24" fmla="*/ 0 w 180"/>
                  <a:gd name="T25" fmla="*/ 0 h 1411"/>
                  <a:gd name="T26" fmla="*/ 0 w 180"/>
                  <a:gd name="T27" fmla="*/ 0 h 1411"/>
                  <a:gd name="T28" fmla="*/ 0 w 180"/>
                  <a:gd name="T29" fmla="*/ 0 h 1411"/>
                  <a:gd name="T30" fmla="*/ 0 w 180"/>
                  <a:gd name="T31" fmla="*/ 0 h 14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0"/>
                  <a:gd name="T49" fmla="*/ 0 h 1411"/>
                  <a:gd name="T50" fmla="*/ 180 w 180"/>
                  <a:gd name="T51" fmla="*/ 1411 h 14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0" h="1411">
                    <a:moveTo>
                      <a:pt x="0" y="33"/>
                    </a:moveTo>
                    <a:lnTo>
                      <a:pt x="99" y="263"/>
                    </a:lnTo>
                    <a:lnTo>
                      <a:pt x="129" y="483"/>
                    </a:lnTo>
                    <a:lnTo>
                      <a:pt x="124" y="802"/>
                    </a:lnTo>
                    <a:lnTo>
                      <a:pt x="81" y="1075"/>
                    </a:lnTo>
                    <a:lnTo>
                      <a:pt x="9" y="1411"/>
                    </a:lnTo>
                    <a:lnTo>
                      <a:pt x="90" y="1386"/>
                    </a:lnTo>
                    <a:lnTo>
                      <a:pt x="140" y="1303"/>
                    </a:lnTo>
                    <a:lnTo>
                      <a:pt x="171" y="1140"/>
                    </a:lnTo>
                    <a:lnTo>
                      <a:pt x="180" y="886"/>
                    </a:lnTo>
                    <a:lnTo>
                      <a:pt x="171" y="556"/>
                    </a:lnTo>
                    <a:lnTo>
                      <a:pt x="145" y="344"/>
                    </a:lnTo>
                    <a:lnTo>
                      <a:pt x="105" y="180"/>
                    </a:lnTo>
                    <a:lnTo>
                      <a:pt x="39" y="22"/>
                    </a:lnTo>
                    <a:lnTo>
                      <a:pt x="9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3" name="Freeform 486">
                <a:extLst>
                  <a:ext uri="{FF2B5EF4-FFF2-40B4-BE49-F238E27FC236}">
                    <a16:creationId xmlns:a16="http://schemas.microsoft.com/office/drawing/2014/main" id="{501084A7-46A3-154A-AB09-51CAF9666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04"/>
                <a:ext cx="18" cy="18"/>
              </a:xfrm>
              <a:custGeom>
                <a:avLst/>
                <a:gdLst>
                  <a:gd name="T0" fmla="*/ 0 w 141"/>
                  <a:gd name="T1" fmla="*/ 0 h 141"/>
                  <a:gd name="T2" fmla="*/ 0 w 141"/>
                  <a:gd name="T3" fmla="*/ 0 h 141"/>
                  <a:gd name="T4" fmla="*/ 0 w 141"/>
                  <a:gd name="T5" fmla="*/ 0 h 141"/>
                  <a:gd name="T6" fmla="*/ 0 w 141"/>
                  <a:gd name="T7" fmla="*/ 0 h 141"/>
                  <a:gd name="T8" fmla="*/ 0 w 141"/>
                  <a:gd name="T9" fmla="*/ 0 h 141"/>
                  <a:gd name="T10" fmla="*/ 0 w 141"/>
                  <a:gd name="T11" fmla="*/ 0 h 141"/>
                  <a:gd name="T12" fmla="*/ 0 w 141"/>
                  <a:gd name="T13" fmla="*/ 0 h 141"/>
                  <a:gd name="T14" fmla="*/ 0 w 141"/>
                  <a:gd name="T15" fmla="*/ 0 h 141"/>
                  <a:gd name="T16" fmla="*/ 0 w 141"/>
                  <a:gd name="T17" fmla="*/ 0 h 141"/>
                  <a:gd name="T18" fmla="*/ 0 w 141"/>
                  <a:gd name="T19" fmla="*/ 0 h 141"/>
                  <a:gd name="T20" fmla="*/ 0 w 141"/>
                  <a:gd name="T21" fmla="*/ 0 h 141"/>
                  <a:gd name="T22" fmla="*/ 0 w 141"/>
                  <a:gd name="T23" fmla="*/ 0 h 141"/>
                  <a:gd name="T24" fmla="*/ 0 w 141"/>
                  <a:gd name="T25" fmla="*/ 0 h 141"/>
                  <a:gd name="T26" fmla="*/ 0 w 141"/>
                  <a:gd name="T27" fmla="*/ 0 h 141"/>
                  <a:gd name="T28" fmla="*/ 0 w 141"/>
                  <a:gd name="T29" fmla="*/ 0 h 141"/>
                  <a:gd name="T30" fmla="*/ 0 w 141"/>
                  <a:gd name="T31" fmla="*/ 0 h 1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1"/>
                  <a:gd name="T49" fmla="*/ 0 h 141"/>
                  <a:gd name="T50" fmla="*/ 141 w 141"/>
                  <a:gd name="T51" fmla="*/ 141 h 14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1" h="141">
                    <a:moveTo>
                      <a:pt x="101" y="7"/>
                    </a:moveTo>
                    <a:lnTo>
                      <a:pt x="66" y="7"/>
                    </a:lnTo>
                    <a:lnTo>
                      <a:pt x="42" y="31"/>
                    </a:lnTo>
                    <a:lnTo>
                      <a:pt x="51" y="62"/>
                    </a:lnTo>
                    <a:lnTo>
                      <a:pt x="77" y="88"/>
                    </a:lnTo>
                    <a:lnTo>
                      <a:pt x="110" y="72"/>
                    </a:lnTo>
                    <a:lnTo>
                      <a:pt x="123" y="49"/>
                    </a:lnTo>
                    <a:lnTo>
                      <a:pt x="123" y="31"/>
                    </a:lnTo>
                    <a:lnTo>
                      <a:pt x="141" y="62"/>
                    </a:lnTo>
                    <a:lnTo>
                      <a:pt x="123" y="113"/>
                    </a:lnTo>
                    <a:lnTo>
                      <a:pt x="77" y="141"/>
                    </a:lnTo>
                    <a:lnTo>
                      <a:pt x="18" y="106"/>
                    </a:lnTo>
                    <a:lnTo>
                      <a:pt x="0" y="49"/>
                    </a:lnTo>
                    <a:lnTo>
                      <a:pt x="42" y="7"/>
                    </a:lnTo>
                    <a:lnTo>
                      <a:pt x="66" y="0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4" name="Freeform 487">
                <a:extLst>
                  <a:ext uri="{FF2B5EF4-FFF2-40B4-BE49-F238E27FC236}">
                    <a16:creationId xmlns:a16="http://schemas.microsoft.com/office/drawing/2014/main" id="{9460C521-58D2-4042-BA13-8B68720A9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0"/>
                <a:ext cx="33" cy="63"/>
              </a:xfrm>
              <a:custGeom>
                <a:avLst/>
                <a:gdLst>
                  <a:gd name="T0" fmla="*/ 0 w 265"/>
                  <a:gd name="T1" fmla="*/ 0 h 505"/>
                  <a:gd name="T2" fmla="*/ 0 w 265"/>
                  <a:gd name="T3" fmla="*/ 0 h 505"/>
                  <a:gd name="T4" fmla="*/ 0 w 265"/>
                  <a:gd name="T5" fmla="*/ 0 h 505"/>
                  <a:gd name="T6" fmla="*/ 0 w 265"/>
                  <a:gd name="T7" fmla="*/ 0 h 505"/>
                  <a:gd name="T8" fmla="*/ 0 w 265"/>
                  <a:gd name="T9" fmla="*/ 0 h 505"/>
                  <a:gd name="T10" fmla="*/ 0 w 265"/>
                  <a:gd name="T11" fmla="*/ 0 h 505"/>
                  <a:gd name="T12" fmla="*/ 0 w 265"/>
                  <a:gd name="T13" fmla="*/ 0 h 505"/>
                  <a:gd name="T14" fmla="*/ 0 w 265"/>
                  <a:gd name="T15" fmla="*/ 0 h 505"/>
                  <a:gd name="T16" fmla="*/ 0 w 265"/>
                  <a:gd name="T17" fmla="*/ 0 h 505"/>
                  <a:gd name="T18" fmla="*/ 0 w 265"/>
                  <a:gd name="T19" fmla="*/ 0 h 505"/>
                  <a:gd name="T20" fmla="*/ 0 w 265"/>
                  <a:gd name="T21" fmla="*/ 0 h 505"/>
                  <a:gd name="T22" fmla="*/ 0 w 265"/>
                  <a:gd name="T23" fmla="*/ 0 h 505"/>
                  <a:gd name="T24" fmla="*/ 0 w 265"/>
                  <a:gd name="T25" fmla="*/ 0 h 505"/>
                  <a:gd name="T26" fmla="*/ 0 w 265"/>
                  <a:gd name="T27" fmla="*/ 0 h 5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5"/>
                  <a:gd name="T43" fmla="*/ 0 h 505"/>
                  <a:gd name="T44" fmla="*/ 265 w 265"/>
                  <a:gd name="T45" fmla="*/ 505 h 50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5" h="505">
                    <a:moveTo>
                      <a:pt x="215" y="0"/>
                    </a:moveTo>
                    <a:lnTo>
                      <a:pt x="215" y="71"/>
                    </a:lnTo>
                    <a:lnTo>
                      <a:pt x="0" y="193"/>
                    </a:lnTo>
                    <a:lnTo>
                      <a:pt x="131" y="152"/>
                    </a:lnTo>
                    <a:lnTo>
                      <a:pt x="131" y="277"/>
                    </a:lnTo>
                    <a:lnTo>
                      <a:pt x="57" y="258"/>
                    </a:lnTo>
                    <a:lnTo>
                      <a:pt x="239" y="431"/>
                    </a:lnTo>
                    <a:lnTo>
                      <a:pt x="265" y="505"/>
                    </a:lnTo>
                    <a:lnTo>
                      <a:pt x="255" y="405"/>
                    </a:lnTo>
                    <a:lnTo>
                      <a:pt x="180" y="308"/>
                    </a:lnTo>
                    <a:lnTo>
                      <a:pt x="180" y="143"/>
                    </a:lnTo>
                    <a:lnTo>
                      <a:pt x="233" y="92"/>
                    </a:lnTo>
                    <a:lnTo>
                      <a:pt x="233" y="51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5" name="Freeform 488">
                <a:extLst>
                  <a:ext uri="{FF2B5EF4-FFF2-40B4-BE49-F238E27FC236}">
                    <a16:creationId xmlns:a16="http://schemas.microsoft.com/office/drawing/2014/main" id="{E98FC6CA-A359-4747-B311-7C322E359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19"/>
                <a:ext cx="115" cy="67"/>
              </a:xfrm>
              <a:custGeom>
                <a:avLst/>
                <a:gdLst>
                  <a:gd name="T0" fmla="*/ 0 w 918"/>
                  <a:gd name="T1" fmla="*/ 0 h 541"/>
                  <a:gd name="T2" fmla="*/ 0 w 918"/>
                  <a:gd name="T3" fmla="*/ 0 h 541"/>
                  <a:gd name="T4" fmla="*/ 0 w 918"/>
                  <a:gd name="T5" fmla="*/ 0 h 541"/>
                  <a:gd name="T6" fmla="*/ 0 w 918"/>
                  <a:gd name="T7" fmla="*/ 0 h 541"/>
                  <a:gd name="T8" fmla="*/ 0 w 918"/>
                  <a:gd name="T9" fmla="*/ 0 h 541"/>
                  <a:gd name="T10" fmla="*/ 0 w 918"/>
                  <a:gd name="T11" fmla="*/ 0 h 541"/>
                  <a:gd name="T12" fmla="*/ 0 w 918"/>
                  <a:gd name="T13" fmla="*/ 0 h 541"/>
                  <a:gd name="T14" fmla="*/ 0 w 918"/>
                  <a:gd name="T15" fmla="*/ 0 h 541"/>
                  <a:gd name="T16" fmla="*/ 0 w 918"/>
                  <a:gd name="T17" fmla="*/ 0 h 541"/>
                  <a:gd name="T18" fmla="*/ 0 w 918"/>
                  <a:gd name="T19" fmla="*/ 0 h 541"/>
                  <a:gd name="T20" fmla="*/ 0 w 918"/>
                  <a:gd name="T21" fmla="*/ 0 h 541"/>
                  <a:gd name="T22" fmla="*/ 0 w 918"/>
                  <a:gd name="T23" fmla="*/ 0 h 541"/>
                  <a:gd name="T24" fmla="*/ 0 w 918"/>
                  <a:gd name="T25" fmla="*/ 0 h 541"/>
                  <a:gd name="T26" fmla="*/ 0 w 918"/>
                  <a:gd name="T27" fmla="*/ 0 h 541"/>
                  <a:gd name="T28" fmla="*/ 0 w 918"/>
                  <a:gd name="T29" fmla="*/ 0 h 541"/>
                  <a:gd name="T30" fmla="*/ 0 w 918"/>
                  <a:gd name="T31" fmla="*/ 0 h 541"/>
                  <a:gd name="T32" fmla="*/ 0 w 918"/>
                  <a:gd name="T33" fmla="*/ 0 h 541"/>
                  <a:gd name="T34" fmla="*/ 0 w 918"/>
                  <a:gd name="T35" fmla="*/ 0 h 541"/>
                  <a:gd name="T36" fmla="*/ 0 w 918"/>
                  <a:gd name="T37" fmla="*/ 0 h 541"/>
                  <a:gd name="T38" fmla="*/ 0 w 918"/>
                  <a:gd name="T39" fmla="*/ 0 h 541"/>
                  <a:gd name="T40" fmla="*/ 0 w 918"/>
                  <a:gd name="T41" fmla="*/ 0 h 541"/>
                  <a:gd name="T42" fmla="*/ 0 w 918"/>
                  <a:gd name="T43" fmla="*/ 0 h 5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18"/>
                  <a:gd name="T67" fmla="*/ 0 h 541"/>
                  <a:gd name="T68" fmla="*/ 918 w 918"/>
                  <a:gd name="T69" fmla="*/ 541 h 5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18" h="541">
                    <a:moveTo>
                      <a:pt x="529" y="181"/>
                    </a:moveTo>
                    <a:lnTo>
                      <a:pt x="520" y="211"/>
                    </a:lnTo>
                    <a:lnTo>
                      <a:pt x="470" y="211"/>
                    </a:lnTo>
                    <a:lnTo>
                      <a:pt x="379" y="55"/>
                    </a:lnTo>
                    <a:lnTo>
                      <a:pt x="217" y="0"/>
                    </a:lnTo>
                    <a:lnTo>
                      <a:pt x="35" y="55"/>
                    </a:lnTo>
                    <a:lnTo>
                      <a:pt x="0" y="123"/>
                    </a:lnTo>
                    <a:lnTo>
                      <a:pt x="65" y="186"/>
                    </a:lnTo>
                    <a:lnTo>
                      <a:pt x="123" y="294"/>
                    </a:lnTo>
                    <a:lnTo>
                      <a:pt x="245" y="172"/>
                    </a:lnTo>
                    <a:lnTo>
                      <a:pt x="373" y="195"/>
                    </a:lnTo>
                    <a:lnTo>
                      <a:pt x="553" y="283"/>
                    </a:lnTo>
                    <a:lnTo>
                      <a:pt x="613" y="319"/>
                    </a:lnTo>
                    <a:lnTo>
                      <a:pt x="619" y="411"/>
                    </a:lnTo>
                    <a:lnTo>
                      <a:pt x="529" y="474"/>
                    </a:lnTo>
                    <a:lnTo>
                      <a:pt x="619" y="541"/>
                    </a:lnTo>
                    <a:lnTo>
                      <a:pt x="918" y="541"/>
                    </a:lnTo>
                    <a:lnTo>
                      <a:pt x="793" y="424"/>
                    </a:lnTo>
                    <a:lnTo>
                      <a:pt x="727" y="424"/>
                    </a:lnTo>
                    <a:lnTo>
                      <a:pt x="660" y="253"/>
                    </a:lnTo>
                    <a:lnTo>
                      <a:pt x="577" y="204"/>
                    </a:lnTo>
                    <a:lnTo>
                      <a:pt x="529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6" name="Freeform 489">
                <a:extLst>
                  <a:ext uri="{FF2B5EF4-FFF2-40B4-BE49-F238E27FC236}">
                    <a16:creationId xmlns:a16="http://schemas.microsoft.com/office/drawing/2014/main" id="{019DD52D-10DB-A441-B648-52F42887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50"/>
                <a:ext cx="163" cy="58"/>
              </a:xfrm>
              <a:custGeom>
                <a:avLst/>
                <a:gdLst>
                  <a:gd name="T0" fmla="*/ 0 w 1305"/>
                  <a:gd name="T1" fmla="*/ 0 h 464"/>
                  <a:gd name="T2" fmla="*/ 0 w 1305"/>
                  <a:gd name="T3" fmla="*/ 0 h 464"/>
                  <a:gd name="T4" fmla="*/ 0 w 1305"/>
                  <a:gd name="T5" fmla="*/ 0 h 464"/>
                  <a:gd name="T6" fmla="*/ 0 w 1305"/>
                  <a:gd name="T7" fmla="*/ 0 h 464"/>
                  <a:gd name="T8" fmla="*/ 0 w 1305"/>
                  <a:gd name="T9" fmla="*/ 0 h 464"/>
                  <a:gd name="T10" fmla="*/ 0 w 1305"/>
                  <a:gd name="T11" fmla="*/ 0 h 464"/>
                  <a:gd name="T12" fmla="*/ 0 w 1305"/>
                  <a:gd name="T13" fmla="*/ 0 h 464"/>
                  <a:gd name="T14" fmla="*/ 0 w 1305"/>
                  <a:gd name="T15" fmla="*/ 0 h 464"/>
                  <a:gd name="T16" fmla="*/ 0 w 1305"/>
                  <a:gd name="T17" fmla="*/ 0 h 464"/>
                  <a:gd name="T18" fmla="*/ 0 w 1305"/>
                  <a:gd name="T19" fmla="*/ 0 h 464"/>
                  <a:gd name="T20" fmla="*/ 0 w 1305"/>
                  <a:gd name="T21" fmla="*/ 0 h 464"/>
                  <a:gd name="T22" fmla="*/ 0 w 1305"/>
                  <a:gd name="T23" fmla="*/ 0 h 464"/>
                  <a:gd name="T24" fmla="*/ 0 w 1305"/>
                  <a:gd name="T25" fmla="*/ 0 h 464"/>
                  <a:gd name="T26" fmla="*/ 0 w 1305"/>
                  <a:gd name="T27" fmla="*/ 0 h 464"/>
                  <a:gd name="T28" fmla="*/ 0 w 1305"/>
                  <a:gd name="T29" fmla="*/ 0 h 464"/>
                  <a:gd name="T30" fmla="*/ 0 w 1305"/>
                  <a:gd name="T31" fmla="*/ 0 h 464"/>
                  <a:gd name="T32" fmla="*/ 0 w 1305"/>
                  <a:gd name="T33" fmla="*/ 0 h 464"/>
                  <a:gd name="T34" fmla="*/ 0 w 1305"/>
                  <a:gd name="T35" fmla="*/ 0 h 464"/>
                  <a:gd name="T36" fmla="*/ 0 w 1305"/>
                  <a:gd name="T37" fmla="*/ 0 h 464"/>
                  <a:gd name="T38" fmla="*/ 0 w 1305"/>
                  <a:gd name="T39" fmla="*/ 0 h 464"/>
                  <a:gd name="T40" fmla="*/ 0 w 1305"/>
                  <a:gd name="T41" fmla="*/ 0 h 464"/>
                  <a:gd name="T42" fmla="*/ 0 w 1305"/>
                  <a:gd name="T43" fmla="*/ 0 h 464"/>
                  <a:gd name="T44" fmla="*/ 0 w 1305"/>
                  <a:gd name="T45" fmla="*/ 0 h 464"/>
                  <a:gd name="T46" fmla="*/ 0 w 1305"/>
                  <a:gd name="T47" fmla="*/ 0 h 464"/>
                  <a:gd name="T48" fmla="*/ 0 w 1305"/>
                  <a:gd name="T49" fmla="*/ 0 h 464"/>
                  <a:gd name="T50" fmla="*/ 0 w 1305"/>
                  <a:gd name="T51" fmla="*/ 0 h 464"/>
                  <a:gd name="T52" fmla="*/ 0 w 1305"/>
                  <a:gd name="T53" fmla="*/ 0 h 464"/>
                  <a:gd name="T54" fmla="*/ 0 w 1305"/>
                  <a:gd name="T55" fmla="*/ 0 h 464"/>
                  <a:gd name="T56" fmla="*/ 0 w 1305"/>
                  <a:gd name="T57" fmla="*/ 0 h 464"/>
                  <a:gd name="T58" fmla="*/ 0 w 1305"/>
                  <a:gd name="T59" fmla="*/ 0 h 4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05"/>
                  <a:gd name="T91" fmla="*/ 0 h 464"/>
                  <a:gd name="T92" fmla="*/ 1305 w 1305"/>
                  <a:gd name="T93" fmla="*/ 464 h 46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05" h="464">
                    <a:moveTo>
                      <a:pt x="1248" y="185"/>
                    </a:moveTo>
                    <a:lnTo>
                      <a:pt x="1184" y="130"/>
                    </a:lnTo>
                    <a:lnTo>
                      <a:pt x="1149" y="53"/>
                    </a:lnTo>
                    <a:lnTo>
                      <a:pt x="1066" y="71"/>
                    </a:lnTo>
                    <a:lnTo>
                      <a:pt x="1033" y="242"/>
                    </a:lnTo>
                    <a:lnTo>
                      <a:pt x="1089" y="293"/>
                    </a:lnTo>
                    <a:lnTo>
                      <a:pt x="944" y="293"/>
                    </a:lnTo>
                    <a:lnTo>
                      <a:pt x="826" y="341"/>
                    </a:lnTo>
                    <a:lnTo>
                      <a:pt x="497" y="433"/>
                    </a:lnTo>
                    <a:lnTo>
                      <a:pt x="308" y="464"/>
                    </a:lnTo>
                    <a:lnTo>
                      <a:pt x="149" y="464"/>
                    </a:lnTo>
                    <a:lnTo>
                      <a:pt x="50" y="433"/>
                    </a:lnTo>
                    <a:lnTo>
                      <a:pt x="0" y="350"/>
                    </a:lnTo>
                    <a:lnTo>
                      <a:pt x="50" y="350"/>
                    </a:lnTo>
                    <a:lnTo>
                      <a:pt x="200" y="415"/>
                    </a:lnTo>
                    <a:lnTo>
                      <a:pt x="349" y="424"/>
                    </a:lnTo>
                    <a:lnTo>
                      <a:pt x="547" y="392"/>
                    </a:lnTo>
                    <a:lnTo>
                      <a:pt x="769" y="311"/>
                    </a:lnTo>
                    <a:lnTo>
                      <a:pt x="826" y="286"/>
                    </a:lnTo>
                    <a:lnTo>
                      <a:pt x="769" y="176"/>
                    </a:lnTo>
                    <a:lnTo>
                      <a:pt x="695" y="110"/>
                    </a:lnTo>
                    <a:lnTo>
                      <a:pt x="605" y="14"/>
                    </a:lnTo>
                    <a:lnTo>
                      <a:pt x="769" y="46"/>
                    </a:lnTo>
                    <a:lnTo>
                      <a:pt x="810" y="110"/>
                    </a:lnTo>
                    <a:lnTo>
                      <a:pt x="870" y="64"/>
                    </a:lnTo>
                    <a:lnTo>
                      <a:pt x="870" y="130"/>
                    </a:lnTo>
                    <a:lnTo>
                      <a:pt x="1033" y="0"/>
                    </a:lnTo>
                    <a:lnTo>
                      <a:pt x="1257" y="46"/>
                    </a:lnTo>
                    <a:lnTo>
                      <a:pt x="1305" y="145"/>
                    </a:lnTo>
                    <a:lnTo>
                      <a:pt x="1248" y="1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7" name="Line 490">
                <a:extLst>
                  <a:ext uri="{FF2B5EF4-FFF2-40B4-BE49-F238E27FC236}">
                    <a16:creationId xmlns:a16="http://schemas.microsoft.com/office/drawing/2014/main" id="{4564DBEA-C06E-E642-83C1-936131ED9F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4" y="1988"/>
                <a:ext cx="37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8" name="Freeform 491">
                <a:extLst>
                  <a:ext uri="{FF2B5EF4-FFF2-40B4-BE49-F238E27FC236}">
                    <a16:creationId xmlns:a16="http://schemas.microsoft.com/office/drawing/2014/main" id="{A7F157DE-AE10-1C47-BE0D-764BD886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576"/>
                <a:ext cx="7" cy="16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0 w 50"/>
                  <a:gd name="T5" fmla="*/ 0 h 123"/>
                  <a:gd name="T6" fmla="*/ 0 w 50"/>
                  <a:gd name="T7" fmla="*/ 0 h 123"/>
                  <a:gd name="T8" fmla="*/ 0 w 50"/>
                  <a:gd name="T9" fmla="*/ 0 h 123"/>
                  <a:gd name="T10" fmla="*/ 0 w 50"/>
                  <a:gd name="T11" fmla="*/ 0 h 123"/>
                  <a:gd name="T12" fmla="*/ 0 w 50"/>
                  <a:gd name="T13" fmla="*/ 0 h 123"/>
                  <a:gd name="T14" fmla="*/ 0 w 50"/>
                  <a:gd name="T15" fmla="*/ 0 h 123"/>
                  <a:gd name="T16" fmla="*/ 0 w 50"/>
                  <a:gd name="T17" fmla="*/ 0 h 123"/>
                  <a:gd name="T18" fmla="*/ 0 w 50"/>
                  <a:gd name="T19" fmla="*/ 0 h 123"/>
                  <a:gd name="T20" fmla="*/ 0 w 50"/>
                  <a:gd name="T21" fmla="*/ 0 h 123"/>
                  <a:gd name="T22" fmla="*/ 0 w 50"/>
                  <a:gd name="T23" fmla="*/ 0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123"/>
                  <a:gd name="T38" fmla="*/ 50 w 50"/>
                  <a:gd name="T39" fmla="*/ 123 h 1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123">
                    <a:moveTo>
                      <a:pt x="32" y="0"/>
                    </a:moveTo>
                    <a:lnTo>
                      <a:pt x="50" y="42"/>
                    </a:lnTo>
                    <a:lnTo>
                      <a:pt x="50" y="83"/>
                    </a:lnTo>
                    <a:lnTo>
                      <a:pt x="32" y="118"/>
                    </a:lnTo>
                    <a:lnTo>
                      <a:pt x="14" y="123"/>
                    </a:lnTo>
                    <a:lnTo>
                      <a:pt x="0" y="123"/>
                    </a:lnTo>
                    <a:lnTo>
                      <a:pt x="0" y="111"/>
                    </a:lnTo>
                    <a:lnTo>
                      <a:pt x="19" y="111"/>
                    </a:lnTo>
                    <a:lnTo>
                      <a:pt x="32" y="83"/>
                    </a:lnTo>
                    <a:lnTo>
                      <a:pt x="39" y="48"/>
                    </a:lnTo>
                    <a:lnTo>
                      <a:pt x="1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799" name="Freeform 492">
                <a:extLst>
                  <a:ext uri="{FF2B5EF4-FFF2-40B4-BE49-F238E27FC236}">
                    <a16:creationId xmlns:a16="http://schemas.microsoft.com/office/drawing/2014/main" id="{31BA3310-A429-0E44-B351-C09ABF820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537"/>
                <a:ext cx="39" cy="18"/>
              </a:xfrm>
              <a:custGeom>
                <a:avLst/>
                <a:gdLst>
                  <a:gd name="T0" fmla="*/ 0 w 311"/>
                  <a:gd name="T1" fmla="*/ 0 h 142"/>
                  <a:gd name="T2" fmla="*/ 0 w 311"/>
                  <a:gd name="T3" fmla="*/ 0 h 142"/>
                  <a:gd name="T4" fmla="*/ 0 w 311"/>
                  <a:gd name="T5" fmla="*/ 0 h 142"/>
                  <a:gd name="T6" fmla="*/ 0 w 311"/>
                  <a:gd name="T7" fmla="*/ 0 h 142"/>
                  <a:gd name="T8" fmla="*/ 0 w 311"/>
                  <a:gd name="T9" fmla="*/ 0 h 142"/>
                  <a:gd name="T10" fmla="*/ 0 w 311"/>
                  <a:gd name="T11" fmla="*/ 0 h 142"/>
                  <a:gd name="T12" fmla="*/ 0 w 311"/>
                  <a:gd name="T13" fmla="*/ 0 h 142"/>
                  <a:gd name="T14" fmla="*/ 0 w 311"/>
                  <a:gd name="T15" fmla="*/ 0 h 142"/>
                  <a:gd name="T16" fmla="*/ 0 w 311"/>
                  <a:gd name="T17" fmla="*/ 0 h 142"/>
                  <a:gd name="T18" fmla="*/ 0 w 311"/>
                  <a:gd name="T19" fmla="*/ 0 h 142"/>
                  <a:gd name="T20" fmla="*/ 0 w 311"/>
                  <a:gd name="T21" fmla="*/ 0 h 142"/>
                  <a:gd name="T22" fmla="*/ 0 w 311"/>
                  <a:gd name="T23" fmla="*/ 0 h 142"/>
                  <a:gd name="T24" fmla="*/ 0 w 311"/>
                  <a:gd name="T25" fmla="*/ 0 h 142"/>
                  <a:gd name="T26" fmla="*/ 0 w 311"/>
                  <a:gd name="T27" fmla="*/ 0 h 142"/>
                  <a:gd name="T28" fmla="*/ 0 w 311"/>
                  <a:gd name="T29" fmla="*/ 0 h 142"/>
                  <a:gd name="T30" fmla="*/ 0 w 311"/>
                  <a:gd name="T31" fmla="*/ 0 h 142"/>
                  <a:gd name="T32" fmla="*/ 0 w 311"/>
                  <a:gd name="T33" fmla="*/ 0 h 142"/>
                  <a:gd name="T34" fmla="*/ 0 w 311"/>
                  <a:gd name="T35" fmla="*/ 0 h 142"/>
                  <a:gd name="T36" fmla="*/ 0 w 311"/>
                  <a:gd name="T37" fmla="*/ 0 h 142"/>
                  <a:gd name="T38" fmla="*/ 0 w 311"/>
                  <a:gd name="T39" fmla="*/ 0 h 142"/>
                  <a:gd name="T40" fmla="*/ 0 w 311"/>
                  <a:gd name="T41" fmla="*/ 0 h 142"/>
                  <a:gd name="T42" fmla="*/ 0 w 311"/>
                  <a:gd name="T43" fmla="*/ 0 h 142"/>
                  <a:gd name="T44" fmla="*/ 0 w 311"/>
                  <a:gd name="T45" fmla="*/ 0 h 142"/>
                  <a:gd name="T46" fmla="*/ 0 w 311"/>
                  <a:gd name="T47" fmla="*/ 0 h 142"/>
                  <a:gd name="T48" fmla="*/ 0 w 311"/>
                  <a:gd name="T49" fmla="*/ 0 h 142"/>
                  <a:gd name="T50" fmla="*/ 0 w 311"/>
                  <a:gd name="T51" fmla="*/ 0 h 142"/>
                  <a:gd name="T52" fmla="*/ 0 w 311"/>
                  <a:gd name="T53" fmla="*/ 0 h 142"/>
                  <a:gd name="T54" fmla="*/ 0 w 311"/>
                  <a:gd name="T55" fmla="*/ 0 h 142"/>
                  <a:gd name="T56" fmla="*/ 0 w 311"/>
                  <a:gd name="T57" fmla="*/ 0 h 142"/>
                  <a:gd name="T58" fmla="*/ 0 w 311"/>
                  <a:gd name="T59" fmla="*/ 0 h 142"/>
                  <a:gd name="T60" fmla="*/ 0 w 311"/>
                  <a:gd name="T61" fmla="*/ 0 h 14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142"/>
                  <a:gd name="T95" fmla="*/ 311 w 311"/>
                  <a:gd name="T96" fmla="*/ 142 h 14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142">
                    <a:moveTo>
                      <a:pt x="0" y="49"/>
                    </a:moveTo>
                    <a:lnTo>
                      <a:pt x="48" y="39"/>
                    </a:lnTo>
                    <a:lnTo>
                      <a:pt x="14" y="26"/>
                    </a:lnTo>
                    <a:lnTo>
                      <a:pt x="55" y="0"/>
                    </a:lnTo>
                    <a:lnTo>
                      <a:pt x="117" y="1"/>
                    </a:lnTo>
                    <a:lnTo>
                      <a:pt x="179" y="1"/>
                    </a:lnTo>
                    <a:lnTo>
                      <a:pt x="255" y="37"/>
                    </a:lnTo>
                    <a:lnTo>
                      <a:pt x="218" y="37"/>
                    </a:lnTo>
                    <a:lnTo>
                      <a:pt x="267" y="83"/>
                    </a:lnTo>
                    <a:lnTo>
                      <a:pt x="278" y="54"/>
                    </a:lnTo>
                    <a:lnTo>
                      <a:pt x="311" y="107"/>
                    </a:lnTo>
                    <a:lnTo>
                      <a:pt x="273" y="142"/>
                    </a:lnTo>
                    <a:lnTo>
                      <a:pt x="276" y="109"/>
                    </a:lnTo>
                    <a:lnTo>
                      <a:pt x="223" y="122"/>
                    </a:lnTo>
                    <a:lnTo>
                      <a:pt x="188" y="120"/>
                    </a:lnTo>
                    <a:lnTo>
                      <a:pt x="240" y="109"/>
                    </a:lnTo>
                    <a:lnTo>
                      <a:pt x="253" y="92"/>
                    </a:lnTo>
                    <a:lnTo>
                      <a:pt x="235" y="61"/>
                    </a:lnTo>
                    <a:lnTo>
                      <a:pt x="191" y="39"/>
                    </a:lnTo>
                    <a:lnTo>
                      <a:pt x="156" y="37"/>
                    </a:lnTo>
                    <a:lnTo>
                      <a:pt x="101" y="41"/>
                    </a:lnTo>
                    <a:lnTo>
                      <a:pt x="60" y="46"/>
                    </a:lnTo>
                    <a:lnTo>
                      <a:pt x="95" y="81"/>
                    </a:lnTo>
                    <a:lnTo>
                      <a:pt x="140" y="109"/>
                    </a:lnTo>
                    <a:lnTo>
                      <a:pt x="122" y="122"/>
                    </a:lnTo>
                    <a:lnTo>
                      <a:pt x="106" y="104"/>
                    </a:lnTo>
                    <a:lnTo>
                      <a:pt x="71" y="109"/>
                    </a:lnTo>
                    <a:lnTo>
                      <a:pt x="66" y="81"/>
                    </a:lnTo>
                    <a:lnTo>
                      <a:pt x="36" y="79"/>
                    </a:lnTo>
                    <a:lnTo>
                      <a:pt x="43" y="6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0" name="Freeform 493">
                <a:extLst>
                  <a:ext uri="{FF2B5EF4-FFF2-40B4-BE49-F238E27FC236}">
                    <a16:creationId xmlns:a16="http://schemas.microsoft.com/office/drawing/2014/main" id="{7DCA8D69-7AEC-CE47-929E-945D7344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41"/>
                <a:ext cx="33" cy="15"/>
              </a:xfrm>
              <a:custGeom>
                <a:avLst/>
                <a:gdLst>
                  <a:gd name="T0" fmla="*/ 0 w 263"/>
                  <a:gd name="T1" fmla="*/ 0 h 121"/>
                  <a:gd name="T2" fmla="*/ 0 w 263"/>
                  <a:gd name="T3" fmla="*/ 0 h 121"/>
                  <a:gd name="T4" fmla="*/ 0 w 263"/>
                  <a:gd name="T5" fmla="*/ 0 h 121"/>
                  <a:gd name="T6" fmla="*/ 0 w 263"/>
                  <a:gd name="T7" fmla="*/ 0 h 121"/>
                  <a:gd name="T8" fmla="*/ 0 w 263"/>
                  <a:gd name="T9" fmla="*/ 0 h 121"/>
                  <a:gd name="T10" fmla="*/ 0 w 263"/>
                  <a:gd name="T11" fmla="*/ 0 h 121"/>
                  <a:gd name="T12" fmla="*/ 0 w 263"/>
                  <a:gd name="T13" fmla="*/ 0 h 121"/>
                  <a:gd name="T14" fmla="*/ 0 w 263"/>
                  <a:gd name="T15" fmla="*/ 0 h 121"/>
                  <a:gd name="T16" fmla="*/ 0 w 263"/>
                  <a:gd name="T17" fmla="*/ 0 h 121"/>
                  <a:gd name="T18" fmla="*/ 0 w 263"/>
                  <a:gd name="T19" fmla="*/ 0 h 121"/>
                  <a:gd name="T20" fmla="*/ 0 w 263"/>
                  <a:gd name="T21" fmla="*/ 0 h 121"/>
                  <a:gd name="T22" fmla="*/ 0 w 263"/>
                  <a:gd name="T23" fmla="*/ 0 h 121"/>
                  <a:gd name="T24" fmla="*/ 0 w 263"/>
                  <a:gd name="T25" fmla="*/ 0 h 121"/>
                  <a:gd name="T26" fmla="*/ 0 w 263"/>
                  <a:gd name="T27" fmla="*/ 0 h 121"/>
                  <a:gd name="T28" fmla="*/ 0 w 263"/>
                  <a:gd name="T29" fmla="*/ 0 h 121"/>
                  <a:gd name="T30" fmla="*/ 0 w 263"/>
                  <a:gd name="T31" fmla="*/ 0 h 121"/>
                  <a:gd name="T32" fmla="*/ 0 w 263"/>
                  <a:gd name="T33" fmla="*/ 0 h 121"/>
                  <a:gd name="T34" fmla="*/ 0 w 263"/>
                  <a:gd name="T35" fmla="*/ 0 h 121"/>
                  <a:gd name="T36" fmla="*/ 0 w 263"/>
                  <a:gd name="T37" fmla="*/ 0 h 121"/>
                  <a:gd name="T38" fmla="*/ 0 w 263"/>
                  <a:gd name="T39" fmla="*/ 0 h 121"/>
                  <a:gd name="T40" fmla="*/ 0 w 263"/>
                  <a:gd name="T41" fmla="*/ 0 h 121"/>
                  <a:gd name="T42" fmla="*/ 0 w 263"/>
                  <a:gd name="T43" fmla="*/ 0 h 121"/>
                  <a:gd name="T44" fmla="*/ 0 w 263"/>
                  <a:gd name="T45" fmla="*/ 0 h 121"/>
                  <a:gd name="T46" fmla="*/ 0 w 263"/>
                  <a:gd name="T47" fmla="*/ 0 h 121"/>
                  <a:gd name="T48" fmla="*/ 0 w 263"/>
                  <a:gd name="T49" fmla="*/ 0 h 121"/>
                  <a:gd name="T50" fmla="*/ 0 w 263"/>
                  <a:gd name="T51" fmla="*/ 0 h 121"/>
                  <a:gd name="T52" fmla="*/ 0 w 263"/>
                  <a:gd name="T53" fmla="*/ 0 h 1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63"/>
                  <a:gd name="T82" fmla="*/ 0 h 121"/>
                  <a:gd name="T83" fmla="*/ 263 w 263"/>
                  <a:gd name="T84" fmla="*/ 121 h 12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63" h="121">
                    <a:moveTo>
                      <a:pt x="0" y="75"/>
                    </a:moveTo>
                    <a:lnTo>
                      <a:pt x="26" y="31"/>
                    </a:lnTo>
                    <a:lnTo>
                      <a:pt x="92" y="0"/>
                    </a:lnTo>
                    <a:lnTo>
                      <a:pt x="127" y="0"/>
                    </a:lnTo>
                    <a:lnTo>
                      <a:pt x="109" y="24"/>
                    </a:lnTo>
                    <a:lnTo>
                      <a:pt x="145" y="24"/>
                    </a:lnTo>
                    <a:lnTo>
                      <a:pt x="151" y="5"/>
                    </a:lnTo>
                    <a:lnTo>
                      <a:pt x="175" y="17"/>
                    </a:lnTo>
                    <a:lnTo>
                      <a:pt x="208" y="12"/>
                    </a:lnTo>
                    <a:lnTo>
                      <a:pt x="217" y="29"/>
                    </a:lnTo>
                    <a:lnTo>
                      <a:pt x="259" y="24"/>
                    </a:lnTo>
                    <a:lnTo>
                      <a:pt x="226" y="58"/>
                    </a:lnTo>
                    <a:lnTo>
                      <a:pt x="263" y="77"/>
                    </a:lnTo>
                    <a:lnTo>
                      <a:pt x="208" y="86"/>
                    </a:lnTo>
                    <a:lnTo>
                      <a:pt x="206" y="104"/>
                    </a:lnTo>
                    <a:lnTo>
                      <a:pt x="180" y="97"/>
                    </a:lnTo>
                    <a:lnTo>
                      <a:pt x="151" y="121"/>
                    </a:lnTo>
                    <a:lnTo>
                      <a:pt x="134" y="110"/>
                    </a:lnTo>
                    <a:lnTo>
                      <a:pt x="97" y="110"/>
                    </a:lnTo>
                    <a:lnTo>
                      <a:pt x="151" y="97"/>
                    </a:lnTo>
                    <a:lnTo>
                      <a:pt x="184" y="77"/>
                    </a:lnTo>
                    <a:lnTo>
                      <a:pt x="206" y="68"/>
                    </a:lnTo>
                    <a:lnTo>
                      <a:pt x="169" y="51"/>
                    </a:lnTo>
                    <a:lnTo>
                      <a:pt x="134" y="38"/>
                    </a:lnTo>
                    <a:lnTo>
                      <a:pt x="85" y="31"/>
                    </a:lnTo>
                    <a:lnTo>
                      <a:pt x="37" y="58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1" name="Freeform 494">
                <a:extLst>
                  <a:ext uri="{FF2B5EF4-FFF2-40B4-BE49-F238E27FC236}">
                    <a16:creationId xmlns:a16="http://schemas.microsoft.com/office/drawing/2014/main" id="{E333666F-9BAD-BD45-959D-82ECDE210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52"/>
                <a:ext cx="6" cy="3"/>
              </a:xfrm>
              <a:custGeom>
                <a:avLst/>
                <a:gdLst>
                  <a:gd name="T0" fmla="*/ 0 w 51"/>
                  <a:gd name="T1" fmla="*/ 0 h 17"/>
                  <a:gd name="T2" fmla="*/ 0 w 51"/>
                  <a:gd name="T3" fmla="*/ 0 h 17"/>
                  <a:gd name="T4" fmla="*/ 0 w 51"/>
                  <a:gd name="T5" fmla="*/ 0 h 17"/>
                  <a:gd name="T6" fmla="*/ 0 w 5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1"/>
                  <a:gd name="T13" fmla="*/ 0 h 17"/>
                  <a:gd name="T14" fmla="*/ 51 w 5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1" h="17">
                    <a:moveTo>
                      <a:pt x="14" y="0"/>
                    </a:moveTo>
                    <a:lnTo>
                      <a:pt x="51" y="17"/>
                    </a:lnTo>
                    <a:lnTo>
                      <a:pt x="0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2" name="Freeform 495">
                <a:extLst>
                  <a:ext uri="{FF2B5EF4-FFF2-40B4-BE49-F238E27FC236}">
                    <a16:creationId xmlns:a16="http://schemas.microsoft.com/office/drawing/2014/main" id="{526551C9-F82C-9146-B284-7C476AE30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23"/>
                <a:ext cx="39" cy="18"/>
              </a:xfrm>
              <a:custGeom>
                <a:avLst/>
                <a:gdLst>
                  <a:gd name="T0" fmla="*/ 0 w 310"/>
                  <a:gd name="T1" fmla="*/ 0 h 140"/>
                  <a:gd name="T2" fmla="*/ 0 w 310"/>
                  <a:gd name="T3" fmla="*/ 0 h 140"/>
                  <a:gd name="T4" fmla="*/ 0 w 310"/>
                  <a:gd name="T5" fmla="*/ 0 h 140"/>
                  <a:gd name="T6" fmla="*/ 0 w 310"/>
                  <a:gd name="T7" fmla="*/ 0 h 140"/>
                  <a:gd name="T8" fmla="*/ 0 w 310"/>
                  <a:gd name="T9" fmla="*/ 0 h 140"/>
                  <a:gd name="T10" fmla="*/ 0 w 310"/>
                  <a:gd name="T11" fmla="*/ 0 h 140"/>
                  <a:gd name="T12" fmla="*/ 0 w 310"/>
                  <a:gd name="T13" fmla="*/ 0 h 140"/>
                  <a:gd name="T14" fmla="*/ 0 w 310"/>
                  <a:gd name="T15" fmla="*/ 0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0"/>
                  <a:gd name="T25" fmla="*/ 0 h 140"/>
                  <a:gd name="T26" fmla="*/ 310 w 310"/>
                  <a:gd name="T27" fmla="*/ 140 h 14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0" h="140">
                    <a:moveTo>
                      <a:pt x="0" y="28"/>
                    </a:moveTo>
                    <a:lnTo>
                      <a:pt x="93" y="0"/>
                    </a:lnTo>
                    <a:lnTo>
                      <a:pt x="238" y="57"/>
                    </a:lnTo>
                    <a:lnTo>
                      <a:pt x="310" y="140"/>
                    </a:lnTo>
                    <a:lnTo>
                      <a:pt x="244" y="74"/>
                    </a:lnTo>
                    <a:lnTo>
                      <a:pt x="145" y="28"/>
                    </a:lnTo>
                    <a:lnTo>
                      <a:pt x="81" y="2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3" name="Freeform 496">
                <a:extLst>
                  <a:ext uri="{FF2B5EF4-FFF2-40B4-BE49-F238E27FC236}">
                    <a16:creationId xmlns:a16="http://schemas.microsoft.com/office/drawing/2014/main" id="{A3EF35E3-8B84-C043-9C81-4F839463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528"/>
                <a:ext cx="30" cy="8"/>
              </a:xfrm>
              <a:custGeom>
                <a:avLst/>
                <a:gdLst>
                  <a:gd name="T0" fmla="*/ 0 w 245"/>
                  <a:gd name="T1" fmla="*/ 0 h 64"/>
                  <a:gd name="T2" fmla="*/ 0 w 245"/>
                  <a:gd name="T3" fmla="*/ 0 h 64"/>
                  <a:gd name="T4" fmla="*/ 0 w 245"/>
                  <a:gd name="T5" fmla="*/ 0 h 64"/>
                  <a:gd name="T6" fmla="*/ 0 w 245"/>
                  <a:gd name="T7" fmla="*/ 0 h 64"/>
                  <a:gd name="T8" fmla="*/ 0 w 245"/>
                  <a:gd name="T9" fmla="*/ 0 h 64"/>
                  <a:gd name="T10" fmla="*/ 0 w 245"/>
                  <a:gd name="T11" fmla="*/ 0 h 64"/>
                  <a:gd name="T12" fmla="*/ 0 w 245"/>
                  <a:gd name="T13" fmla="*/ 0 h 64"/>
                  <a:gd name="T14" fmla="*/ 0 w 245"/>
                  <a:gd name="T15" fmla="*/ 0 h 64"/>
                  <a:gd name="T16" fmla="*/ 0 w 245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"/>
                  <a:gd name="T28" fmla="*/ 0 h 64"/>
                  <a:gd name="T29" fmla="*/ 245 w 245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" h="64">
                    <a:moveTo>
                      <a:pt x="0" y="64"/>
                    </a:moveTo>
                    <a:lnTo>
                      <a:pt x="86" y="31"/>
                    </a:lnTo>
                    <a:lnTo>
                      <a:pt x="157" y="18"/>
                    </a:lnTo>
                    <a:lnTo>
                      <a:pt x="218" y="18"/>
                    </a:lnTo>
                    <a:lnTo>
                      <a:pt x="245" y="35"/>
                    </a:lnTo>
                    <a:lnTo>
                      <a:pt x="229" y="0"/>
                    </a:lnTo>
                    <a:lnTo>
                      <a:pt x="168" y="0"/>
                    </a:lnTo>
                    <a:lnTo>
                      <a:pt x="69" y="18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4" name="Freeform 497">
                <a:extLst>
                  <a:ext uri="{FF2B5EF4-FFF2-40B4-BE49-F238E27FC236}">
                    <a16:creationId xmlns:a16="http://schemas.microsoft.com/office/drawing/2014/main" id="{B5CD86DF-F8DE-094A-9E1D-9601492A7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584"/>
                <a:ext cx="25" cy="13"/>
              </a:xfrm>
              <a:custGeom>
                <a:avLst/>
                <a:gdLst>
                  <a:gd name="T0" fmla="*/ 0 w 207"/>
                  <a:gd name="T1" fmla="*/ 0 h 103"/>
                  <a:gd name="T2" fmla="*/ 0 w 207"/>
                  <a:gd name="T3" fmla="*/ 0 h 103"/>
                  <a:gd name="T4" fmla="*/ 0 w 207"/>
                  <a:gd name="T5" fmla="*/ 0 h 103"/>
                  <a:gd name="T6" fmla="*/ 0 w 207"/>
                  <a:gd name="T7" fmla="*/ 0 h 103"/>
                  <a:gd name="T8" fmla="*/ 0 w 207"/>
                  <a:gd name="T9" fmla="*/ 0 h 103"/>
                  <a:gd name="T10" fmla="*/ 0 w 207"/>
                  <a:gd name="T11" fmla="*/ 0 h 103"/>
                  <a:gd name="T12" fmla="*/ 0 w 207"/>
                  <a:gd name="T13" fmla="*/ 0 h 103"/>
                  <a:gd name="T14" fmla="*/ 0 w 207"/>
                  <a:gd name="T15" fmla="*/ 0 h 103"/>
                  <a:gd name="T16" fmla="*/ 0 w 207"/>
                  <a:gd name="T17" fmla="*/ 0 h 103"/>
                  <a:gd name="T18" fmla="*/ 0 w 207"/>
                  <a:gd name="T19" fmla="*/ 0 h 103"/>
                  <a:gd name="T20" fmla="*/ 0 w 207"/>
                  <a:gd name="T21" fmla="*/ 0 h 103"/>
                  <a:gd name="T22" fmla="*/ 0 w 207"/>
                  <a:gd name="T23" fmla="*/ 0 h 103"/>
                  <a:gd name="T24" fmla="*/ 0 w 207"/>
                  <a:gd name="T25" fmla="*/ 0 h 103"/>
                  <a:gd name="T26" fmla="*/ 0 w 207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7"/>
                  <a:gd name="T43" fmla="*/ 0 h 103"/>
                  <a:gd name="T44" fmla="*/ 207 w 207"/>
                  <a:gd name="T45" fmla="*/ 103 h 10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7" h="103">
                    <a:moveTo>
                      <a:pt x="207" y="38"/>
                    </a:moveTo>
                    <a:lnTo>
                      <a:pt x="152" y="73"/>
                    </a:lnTo>
                    <a:lnTo>
                      <a:pt x="130" y="66"/>
                    </a:lnTo>
                    <a:lnTo>
                      <a:pt x="101" y="38"/>
                    </a:lnTo>
                    <a:lnTo>
                      <a:pt x="58" y="29"/>
                    </a:lnTo>
                    <a:lnTo>
                      <a:pt x="11" y="22"/>
                    </a:lnTo>
                    <a:lnTo>
                      <a:pt x="11" y="0"/>
                    </a:lnTo>
                    <a:lnTo>
                      <a:pt x="0" y="22"/>
                    </a:lnTo>
                    <a:lnTo>
                      <a:pt x="11" y="38"/>
                    </a:lnTo>
                    <a:lnTo>
                      <a:pt x="67" y="57"/>
                    </a:lnTo>
                    <a:lnTo>
                      <a:pt x="125" y="103"/>
                    </a:lnTo>
                    <a:lnTo>
                      <a:pt x="148" y="103"/>
                    </a:lnTo>
                    <a:lnTo>
                      <a:pt x="207" y="66"/>
                    </a:lnTo>
                    <a:lnTo>
                      <a:pt x="20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5" name="Freeform 498">
                <a:extLst>
                  <a:ext uri="{FF2B5EF4-FFF2-40B4-BE49-F238E27FC236}">
                    <a16:creationId xmlns:a16="http://schemas.microsoft.com/office/drawing/2014/main" id="{5A667D78-7E80-394B-8199-5AF9946E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538"/>
                <a:ext cx="7" cy="22"/>
              </a:xfrm>
              <a:custGeom>
                <a:avLst/>
                <a:gdLst>
                  <a:gd name="T0" fmla="*/ 0 w 57"/>
                  <a:gd name="T1" fmla="*/ 0 h 172"/>
                  <a:gd name="T2" fmla="*/ 0 w 57"/>
                  <a:gd name="T3" fmla="*/ 0 h 172"/>
                  <a:gd name="T4" fmla="*/ 0 w 57"/>
                  <a:gd name="T5" fmla="*/ 0 h 172"/>
                  <a:gd name="T6" fmla="*/ 0 w 57"/>
                  <a:gd name="T7" fmla="*/ 0 h 172"/>
                  <a:gd name="T8" fmla="*/ 0 w 57"/>
                  <a:gd name="T9" fmla="*/ 0 h 172"/>
                  <a:gd name="T10" fmla="*/ 0 w 57"/>
                  <a:gd name="T11" fmla="*/ 0 h 172"/>
                  <a:gd name="T12" fmla="*/ 0 w 57"/>
                  <a:gd name="T13" fmla="*/ 0 h 172"/>
                  <a:gd name="T14" fmla="*/ 0 w 57"/>
                  <a:gd name="T15" fmla="*/ 0 h 172"/>
                  <a:gd name="T16" fmla="*/ 0 w 57"/>
                  <a:gd name="T17" fmla="*/ 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72"/>
                  <a:gd name="T29" fmla="*/ 57 w 57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72">
                    <a:moveTo>
                      <a:pt x="57" y="0"/>
                    </a:moveTo>
                    <a:lnTo>
                      <a:pt x="15" y="51"/>
                    </a:lnTo>
                    <a:lnTo>
                      <a:pt x="0" y="106"/>
                    </a:lnTo>
                    <a:lnTo>
                      <a:pt x="4" y="141"/>
                    </a:lnTo>
                    <a:lnTo>
                      <a:pt x="33" y="172"/>
                    </a:lnTo>
                    <a:lnTo>
                      <a:pt x="15" y="134"/>
                    </a:lnTo>
                    <a:lnTo>
                      <a:pt x="15" y="95"/>
                    </a:lnTo>
                    <a:lnTo>
                      <a:pt x="28" y="4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6" name="Freeform 499">
                <a:extLst>
                  <a:ext uri="{FF2B5EF4-FFF2-40B4-BE49-F238E27FC236}">
                    <a16:creationId xmlns:a16="http://schemas.microsoft.com/office/drawing/2014/main" id="{6663CA41-D20E-854D-A148-D7683CF6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541"/>
                <a:ext cx="10" cy="9"/>
              </a:xfrm>
              <a:custGeom>
                <a:avLst/>
                <a:gdLst>
                  <a:gd name="T0" fmla="*/ 0 w 81"/>
                  <a:gd name="T1" fmla="*/ 0 h 74"/>
                  <a:gd name="T2" fmla="*/ 0 w 81"/>
                  <a:gd name="T3" fmla="*/ 0 h 74"/>
                  <a:gd name="T4" fmla="*/ 0 w 81"/>
                  <a:gd name="T5" fmla="*/ 0 h 74"/>
                  <a:gd name="T6" fmla="*/ 0 w 81"/>
                  <a:gd name="T7" fmla="*/ 0 h 74"/>
                  <a:gd name="T8" fmla="*/ 0 w 81"/>
                  <a:gd name="T9" fmla="*/ 0 h 74"/>
                  <a:gd name="T10" fmla="*/ 0 w 81"/>
                  <a:gd name="T11" fmla="*/ 0 h 74"/>
                  <a:gd name="T12" fmla="*/ 0 w 81"/>
                  <a:gd name="T13" fmla="*/ 0 h 74"/>
                  <a:gd name="T14" fmla="*/ 0 w 81"/>
                  <a:gd name="T15" fmla="*/ 0 h 74"/>
                  <a:gd name="T16" fmla="*/ 0 w 81"/>
                  <a:gd name="T17" fmla="*/ 0 h 74"/>
                  <a:gd name="T18" fmla="*/ 0 w 81"/>
                  <a:gd name="T19" fmla="*/ 0 h 74"/>
                  <a:gd name="T20" fmla="*/ 0 w 81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1"/>
                  <a:gd name="T34" fmla="*/ 0 h 74"/>
                  <a:gd name="T35" fmla="*/ 81 w 81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1" h="74">
                    <a:moveTo>
                      <a:pt x="0" y="6"/>
                    </a:moveTo>
                    <a:lnTo>
                      <a:pt x="6" y="57"/>
                    </a:lnTo>
                    <a:lnTo>
                      <a:pt x="30" y="74"/>
                    </a:lnTo>
                    <a:lnTo>
                      <a:pt x="57" y="74"/>
                    </a:lnTo>
                    <a:lnTo>
                      <a:pt x="72" y="39"/>
                    </a:lnTo>
                    <a:lnTo>
                      <a:pt x="81" y="17"/>
                    </a:lnTo>
                    <a:lnTo>
                      <a:pt x="57" y="32"/>
                    </a:lnTo>
                    <a:lnTo>
                      <a:pt x="37" y="50"/>
                    </a:lnTo>
                    <a:lnTo>
                      <a:pt x="30" y="39"/>
                    </a:lnTo>
                    <a:lnTo>
                      <a:pt x="3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7" name="Freeform 500">
                <a:extLst>
                  <a:ext uri="{FF2B5EF4-FFF2-40B4-BE49-F238E27FC236}">
                    <a16:creationId xmlns:a16="http://schemas.microsoft.com/office/drawing/2014/main" id="{09FDA4B7-4B32-D44E-B9FA-E8A4CC0D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5"/>
                <a:ext cx="11" cy="8"/>
              </a:xfrm>
              <a:custGeom>
                <a:avLst/>
                <a:gdLst>
                  <a:gd name="T0" fmla="*/ 0 w 92"/>
                  <a:gd name="T1" fmla="*/ 0 h 64"/>
                  <a:gd name="T2" fmla="*/ 0 w 92"/>
                  <a:gd name="T3" fmla="*/ 0 h 64"/>
                  <a:gd name="T4" fmla="*/ 0 w 92"/>
                  <a:gd name="T5" fmla="*/ 0 h 64"/>
                  <a:gd name="T6" fmla="*/ 0 w 92"/>
                  <a:gd name="T7" fmla="*/ 0 h 64"/>
                  <a:gd name="T8" fmla="*/ 0 w 92"/>
                  <a:gd name="T9" fmla="*/ 0 h 64"/>
                  <a:gd name="T10" fmla="*/ 0 w 92"/>
                  <a:gd name="T11" fmla="*/ 0 h 64"/>
                  <a:gd name="T12" fmla="*/ 0 w 92"/>
                  <a:gd name="T13" fmla="*/ 0 h 64"/>
                  <a:gd name="T14" fmla="*/ 0 w 92"/>
                  <a:gd name="T15" fmla="*/ 0 h 64"/>
                  <a:gd name="T16" fmla="*/ 0 w 92"/>
                  <a:gd name="T17" fmla="*/ 0 h 64"/>
                  <a:gd name="T18" fmla="*/ 0 w 92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4"/>
                  <a:gd name="T32" fmla="*/ 92 w 92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4">
                    <a:moveTo>
                      <a:pt x="0" y="12"/>
                    </a:moveTo>
                    <a:lnTo>
                      <a:pt x="5" y="64"/>
                    </a:lnTo>
                    <a:lnTo>
                      <a:pt x="64" y="64"/>
                    </a:lnTo>
                    <a:lnTo>
                      <a:pt x="89" y="35"/>
                    </a:lnTo>
                    <a:lnTo>
                      <a:pt x="92" y="0"/>
                    </a:lnTo>
                    <a:lnTo>
                      <a:pt x="55" y="0"/>
                    </a:lnTo>
                    <a:lnTo>
                      <a:pt x="64" y="31"/>
                    </a:lnTo>
                    <a:lnTo>
                      <a:pt x="41" y="42"/>
                    </a:lnTo>
                    <a:lnTo>
                      <a:pt x="27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8" name="Freeform 501">
                <a:extLst>
                  <a:ext uri="{FF2B5EF4-FFF2-40B4-BE49-F238E27FC236}">
                    <a16:creationId xmlns:a16="http://schemas.microsoft.com/office/drawing/2014/main" id="{484313FD-3ACD-9746-8644-2D0A27C50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05"/>
                <a:ext cx="43" cy="4"/>
              </a:xfrm>
              <a:custGeom>
                <a:avLst/>
                <a:gdLst>
                  <a:gd name="T0" fmla="*/ 0 w 350"/>
                  <a:gd name="T1" fmla="*/ 0 h 31"/>
                  <a:gd name="T2" fmla="*/ 0 w 350"/>
                  <a:gd name="T3" fmla="*/ 0 h 31"/>
                  <a:gd name="T4" fmla="*/ 0 w 350"/>
                  <a:gd name="T5" fmla="*/ 0 h 31"/>
                  <a:gd name="T6" fmla="*/ 0 w 350"/>
                  <a:gd name="T7" fmla="*/ 0 h 31"/>
                  <a:gd name="T8" fmla="*/ 0 w 350"/>
                  <a:gd name="T9" fmla="*/ 0 h 31"/>
                  <a:gd name="T10" fmla="*/ 0 w 350"/>
                  <a:gd name="T11" fmla="*/ 0 h 31"/>
                  <a:gd name="T12" fmla="*/ 0 w 350"/>
                  <a:gd name="T13" fmla="*/ 0 h 31"/>
                  <a:gd name="T14" fmla="*/ 0 w 350"/>
                  <a:gd name="T15" fmla="*/ 0 h 31"/>
                  <a:gd name="T16" fmla="*/ 0 w 350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50"/>
                  <a:gd name="T28" fmla="*/ 0 h 31"/>
                  <a:gd name="T29" fmla="*/ 350 w 350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50" h="31">
                    <a:moveTo>
                      <a:pt x="0" y="5"/>
                    </a:moveTo>
                    <a:lnTo>
                      <a:pt x="111" y="0"/>
                    </a:lnTo>
                    <a:lnTo>
                      <a:pt x="198" y="14"/>
                    </a:lnTo>
                    <a:lnTo>
                      <a:pt x="251" y="5"/>
                    </a:lnTo>
                    <a:lnTo>
                      <a:pt x="350" y="14"/>
                    </a:lnTo>
                    <a:lnTo>
                      <a:pt x="276" y="24"/>
                    </a:lnTo>
                    <a:lnTo>
                      <a:pt x="198" y="31"/>
                    </a:lnTo>
                    <a:lnTo>
                      <a:pt x="46" y="1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09" name="Freeform 502">
                <a:extLst>
                  <a:ext uri="{FF2B5EF4-FFF2-40B4-BE49-F238E27FC236}">
                    <a16:creationId xmlns:a16="http://schemas.microsoft.com/office/drawing/2014/main" id="{6B2B0F52-A636-C849-8A6D-BC0BF198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612"/>
                <a:ext cx="29" cy="5"/>
              </a:xfrm>
              <a:custGeom>
                <a:avLst/>
                <a:gdLst>
                  <a:gd name="T0" fmla="*/ 0 w 233"/>
                  <a:gd name="T1" fmla="*/ 0 h 42"/>
                  <a:gd name="T2" fmla="*/ 0 w 233"/>
                  <a:gd name="T3" fmla="*/ 0 h 42"/>
                  <a:gd name="T4" fmla="*/ 0 w 233"/>
                  <a:gd name="T5" fmla="*/ 0 h 42"/>
                  <a:gd name="T6" fmla="*/ 0 w 233"/>
                  <a:gd name="T7" fmla="*/ 0 h 42"/>
                  <a:gd name="T8" fmla="*/ 0 w 233"/>
                  <a:gd name="T9" fmla="*/ 0 h 42"/>
                  <a:gd name="T10" fmla="*/ 0 w 233"/>
                  <a:gd name="T11" fmla="*/ 0 h 42"/>
                  <a:gd name="T12" fmla="*/ 0 w 23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3"/>
                  <a:gd name="T22" fmla="*/ 0 h 42"/>
                  <a:gd name="T23" fmla="*/ 233 w 233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3" h="42">
                    <a:moveTo>
                      <a:pt x="0" y="0"/>
                    </a:moveTo>
                    <a:lnTo>
                      <a:pt x="60" y="35"/>
                    </a:lnTo>
                    <a:lnTo>
                      <a:pt x="159" y="42"/>
                    </a:lnTo>
                    <a:lnTo>
                      <a:pt x="233" y="7"/>
                    </a:lnTo>
                    <a:lnTo>
                      <a:pt x="164" y="24"/>
                    </a:lnTo>
                    <a:lnTo>
                      <a:pt x="7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0" name="Freeform 503">
                <a:extLst>
                  <a:ext uri="{FF2B5EF4-FFF2-40B4-BE49-F238E27FC236}">
                    <a16:creationId xmlns:a16="http://schemas.microsoft.com/office/drawing/2014/main" id="{55024A47-4964-F943-AB19-0437AA33E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28"/>
                <a:ext cx="75" cy="64"/>
              </a:xfrm>
              <a:custGeom>
                <a:avLst/>
                <a:gdLst>
                  <a:gd name="T0" fmla="*/ 0 w 595"/>
                  <a:gd name="T1" fmla="*/ 0 h 512"/>
                  <a:gd name="T2" fmla="*/ 0 w 595"/>
                  <a:gd name="T3" fmla="*/ 0 h 512"/>
                  <a:gd name="T4" fmla="*/ 0 w 595"/>
                  <a:gd name="T5" fmla="*/ 0 h 512"/>
                  <a:gd name="T6" fmla="*/ 0 w 595"/>
                  <a:gd name="T7" fmla="*/ 0 h 512"/>
                  <a:gd name="T8" fmla="*/ 0 w 595"/>
                  <a:gd name="T9" fmla="*/ 0 h 512"/>
                  <a:gd name="T10" fmla="*/ 0 w 595"/>
                  <a:gd name="T11" fmla="*/ 0 h 512"/>
                  <a:gd name="T12" fmla="*/ 0 w 595"/>
                  <a:gd name="T13" fmla="*/ 0 h 512"/>
                  <a:gd name="T14" fmla="*/ 0 w 595"/>
                  <a:gd name="T15" fmla="*/ 0 h 512"/>
                  <a:gd name="T16" fmla="*/ 0 w 595"/>
                  <a:gd name="T17" fmla="*/ 0 h 512"/>
                  <a:gd name="T18" fmla="*/ 0 w 595"/>
                  <a:gd name="T19" fmla="*/ 0 h 512"/>
                  <a:gd name="T20" fmla="*/ 0 w 595"/>
                  <a:gd name="T21" fmla="*/ 0 h 512"/>
                  <a:gd name="T22" fmla="*/ 0 w 595"/>
                  <a:gd name="T23" fmla="*/ 0 h 512"/>
                  <a:gd name="T24" fmla="*/ 0 w 595"/>
                  <a:gd name="T25" fmla="*/ 0 h 512"/>
                  <a:gd name="T26" fmla="*/ 0 w 595"/>
                  <a:gd name="T27" fmla="*/ 0 h 512"/>
                  <a:gd name="T28" fmla="*/ 0 w 595"/>
                  <a:gd name="T29" fmla="*/ 0 h 512"/>
                  <a:gd name="T30" fmla="*/ 0 w 595"/>
                  <a:gd name="T31" fmla="*/ 0 h 512"/>
                  <a:gd name="T32" fmla="*/ 0 w 595"/>
                  <a:gd name="T33" fmla="*/ 0 h 512"/>
                  <a:gd name="T34" fmla="*/ 0 w 595"/>
                  <a:gd name="T35" fmla="*/ 0 h 512"/>
                  <a:gd name="T36" fmla="*/ 0 w 595"/>
                  <a:gd name="T37" fmla="*/ 0 h 512"/>
                  <a:gd name="T38" fmla="*/ 0 w 595"/>
                  <a:gd name="T39" fmla="*/ 0 h 512"/>
                  <a:gd name="T40" fmla="*/ 0 w 595"/>
                  <a:gd name="T41" fmla="*/ 0 h 512"/>
                  <a:gd name="T42" fmla="*/ 0 w 595"/>
                  <a:gd name="T43" fmla="*/ 0 h 512"/>
                  <a:gd name="T44" fmla="*/ 0 w 595"/>
                  <a:gd name="T45" fmla="*/ 0 h 512"/>
                  <a:gd name="T46" fmla="*/ 0 w 595"/>
                  <a:gd name="T47" fmla="*/ 0 h 512"/>
                  <a:gd name="T48" fmla="*/ 0 w 595"/>
                  <a:gd name="T49" fmla="*/ 0 h 512"/>
                  <a:gd name="T50" fmla="*/ 0 w 595"/>
                  <a:gd name="T51" fmla="*/ 0 h 512"/>
                  <a:gd name="T52" fmla="*/ 0 w 595"/>
                  <a:gd name="T53" fmla="*/ 0 h 512"/>
                  <a:gd name="T54" fmla="*/ 0 w 595"/>
                  <a:gd name="T55" fmla="*/ 0 h 5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95"/>
                  <a:gd name="T85" fmla="*/ 0 h 512"/>
                  <a:gd name="T86" fmla="*/ 595 w 595"/>
                  <a:gd name="T87" fmla="*/ 512 h 51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95" h="512">
                    <a:moveTo>
                      <a:pt x="97" y="215"/>
                    </a:moveTo>
                    <a:lnTo>
                      <a:pt x="120" y="122"/>
                    </a:lnTo>
                    <a:lnTo>
                      <a:pt x="305" y="0"/>
                    </a:lnTo>
                    <a:lnTo>
                      <a:pt x="498" y="68"/>
                    </a:lnTo>
                    <a:lnTo>
                      <a:pt x="395" y="68"/>
                    </a:lnTo>
                    <a:lnTo>
                      <a:pt x="514" y="209"/>
                    </a:lnTo>
                    <a:lnTo>
                      <a:pt x="569" y="191"/>
                    </a:lnTo>
                    <a:lnTo>
                      <a:pt x="525" y="96"/>
                    </a:lnTo>
                    <a:lnTo>
                      <a:pt x="595" y="209"/>
                    </a:lnTo>
                    <a:lnTo>
                      <a:pt x="551" y="261"/>
                    </a:lnTo>
                    <a:lnTo>
                      <a:pt x="595" y="503"/>
                    </a:lnTo>
                    <a:lnTo>
                      <a:pt x="533" y="512"/>
                    </a:lnTo>
                    <a:lnTo>
                      <a:pt x="464" y="494"/>
                    </a:lnTo>
                    <a:lnTo>
                      <a:pt x="542" y="486"/>
                    </a:lnTo>
                    <a:lnTo>
                      <a:pt x="475" y="329"/>
                    </a:lnTo>
                    <a:lnTo>
                      <a:pt x="351" y="200"/>
                    </a:lnTo>
                    <a:lnTo>
                      <a:pt x="489" y="311"/>
                    </a:lnTo>
                    <a:lnTo>
                      <a:pt x="542" y="424"/>
                    </a:lnTo>
                    <a:lnTo>
                      <a:pt x="510" y="244"/>
                    </a:lnTo>
                    <a:lnTo>
                      <a:pt x="305" y="41"/>
                    </a:lnTo>
                    <a:lnTo>
                      <a:pt x="261" y="122"/>
                    </a:lnTo>
                    <a:lnTo>
                      <a:pt x="305" y="173"/>
                    </a:lnTo>
                    <a:lnTo>
                      <a:pt x="228" y="173"/>
                    </a:lnTo>
                    <a:lnTo>
                      <a:pt x="323" y="306"/>
                    </a:lnTo>
                    <a:lnTo>
                      <a:pt x="191" y="209"/>
                    </a:lnTo>
                    <a:lnTo>
                      <a:pt x="0" y="373"/>
                    </a:lnTo>
                    <a:lnTo>
                      <a:pt x="17" y="253"/>
                    </a:lnTo>
                    <a:lnTo>
                      <a:pt x="97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1" name="Freeform 504">
                <a:extLst>
                  <a:ext uri="{FF2B5EF4-FFF2-40B4-BE49-F238E27FC236}">
                    <a16:creationId xmlns:a16="http://schemas.microsoft.com/office/drawing/2014/main" id="{8F8C2C79-EC94-3745-B053-3878075E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70"/>
                <a:ext cx="53" cy="66"/>
              </a:xfrm>
              <a:custGeom>
                <a:avLst/>
                <a:gdLst>
                  <a:gd name="T0" fmla="*/ 0 w 417"/>
                  <a:gd name="T1" fmla="*/ 0 h 531"/>
                  <a:gd name="T2" fmla="*/ 0 w 417"/>
                  <a:gd name="T3" fmla="*/ 0 h 531"/>
                  <a:gd name="T4" fmla="*/ 0 w 417"/>
                  <a:gd name="T5" fmla="*/ 0 h 531"/>
                  <a:gd name="T6" fmla="*/ 0 w 417"/>
                  <a:gd name="T7" fmla="*/ 0 h 531"/>
                  <a:gd name="T8" fmla="*/ 0 w 417"/>
                  <a:gd name="T9" fmla="*/ 0 h 531"/>
                  <a:gd name="T10" fmla="*/ 0 w 417"/>
                  <a:gd name="T11" fmla="*/ 0 h 531"/>
                  <a:gd name="T12" fmla="*/ 0 w 417"/>
                  <a:gd name="T13" fmla="*/ 0 h 531"/>
                  <a:gd name="T14" fmla="*/ 0 w 417"/>
                  <a:gd name="T15" fmla="*/ 0 h 531"/>
                  <a:gd name="T16" fmla="*/ 0 w 417"/>
                  <a:gd name="T17" fmla="*/ 0 h 531"/>
                  <a:gd name="T18" fmla="*/ 0 w 417"/>
                  <a:gd name="T19" fmla="*/ 0 h 531"/>
                  <a:gd name="T20" fmla="*/ 0 w 417"/>
                  <a:gd name="T21" fmla="*/ 0 h 531"/>
                  <a:gd name="T22" fmla="*/ 0 w 417"/>
                  <a:gd name="T23" fmla="*/ 0 h 531"/>
                  <a:gd name="T24" fmla="*/ 0 w 417"/>
                  <a:gd name="T25" fmla="*/ 0 h 531"/>
                  <a:gd name="T26" fmla="*/ 0 w 417"/>
                  <a:gd name="T27" fmla="*/ 0 h 531"/>
                  <a:gd name="T28" fmla="*/ 0 w 417"/>
                  <a:gd name="T29" fmla="*/ 0 h 531"/>
                  <a:gd name="T30" fmla="*/ 0 w 417"/>
                  <a:gd name="T31" fmla="*/ 0 h 531"/>
                  <a:gd name="T32" fmla="*/ 0 w 417"/>
                  <a:gd name="T33" fmla="*/ 0 h 531"/>
                  <a:gd name="T34" fmla="*/ 0 w 417"/>
                  <a:gd name="T35" fmla="*/ 0 h 531"/>
                  <a:gd name="T36" fmla="*/ 0 w 417"/>
                  <a:gd name="T37" fmla="*/ 0 h 531"/>
                  <a:gd name="T38" fmla="*/ 0 w 417"/>
                  <a:gd name="T39" fmla="*/ 0 h 531"/>
                  <a:gd name="T40" fmla="*/ 0 w 417"/>
                  <a:gd name="T41" fmla="*/ 0 h 531"/>
                  <a:gd name="T42" fmla="*/ 0 w 417"/>
                  <a:gd name="T43" fmla="*/ 0 h 531"/>
                  <a:gd name="T44" fmla="*/ 0 w 417"/>
                  <a:gd name="T45" fmla="*/ 0 h 531"/>
                  <a:gd name="T46" fmla="*/ 0 w 417"/>
                  <a:gd name="T47" fmla="*/ 0 h 531"/>
                  <a:gd name="T48" fmla="*/ 0 w 417"/>
                  <a:gd name="T49" fmla="*/ 0 h 531"/>
                  <a:gd name="T50" fmla="*/ 0 w 417"/>
                  <a:gd name="T51" fmla="*/ 0 h 531"/>
                  <a:gd name="T52" fmla="*/ 0 w 417"/>
                  <a:gd name="T53" fmla="*/ 0 h 531"/>
                  <a:gd name="T54" fmla="*/ 0 w 417"/>
                  <a:gd name="T55" fmla="*/ 0 h 531"/>
                  <a:gd name="T56" fmla="*/ 0 w 417"/>
                  <a:gd name="T57" fmla="*/ 0 h 531"/>
                  <a:gd name="T58" fmla="*/ 0 w 417"/>
                  <a:gd name="T59" fmla="*/ 0 h 5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17"/>
                  <a:gd name="T91" fmla="*/ 0 h 531"/>
                  <a:gd name="T92" fmla="*/ 417 w 417"/>
                  <a:gd name="T93" fmla="*/ 531 h 53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17" h="531">
                    <a:moveTo>
                      <a:pt x="351" y="198"/>
                    </a:moveTo>
                    <a:lnTo>
                      <a:pt x="307" y="183"/>
                    </a:lnTo>
                    <a:lnTo>
                      <a:pt x="254" y="114"/>
                    </a:lnTo>
                    <a:lnTo>
                      <a:pt x="208" y="114"/>
                    </a:lnTo>
                    <a:lnTo>
                      <a:pt x="146" y="62"/>
                    </a:lnTo>
                    <a:lnTo>
                      <a:pt x="146" y="104"/>
                    </a:lnTo>
                    <a:lnTo>
                      <a:pt x="94" y="114"/>
                    </a:lnTo>
                    <a:lnTo>
                      <a:pt x="44" y="53"/>
                    </a:lnTo>
                    <a:lnTo>
                      <a:pt x="72" y="132"/>
                    </a:lnTo>
                    <a:lnTo>
                      <a:pt x="0" y="132"/>
                    </a:lnTo>
                    <a:lnTo>
                      <a:pt x="87" y="189"/>
                    </a:lnTo>
                    <a:lnTo>
                      <a:pt x="78" y="270"/>
                    </a:lnTo>
                    <a:lnTo>
                      <a:pt x="131" y="383"/>
                    </a:lnTo>
                    <a:lnTo>
                      <a:pt x="131" y="305"/>
                    </a:lnTo>
                    <a:lnTo>
                      <a:pt x="164" y="279"/>
                    </a:lnTo>
                    <a:lnTo>
                      <a:pt x="182" y="321"/>
                    </a:lnTo>
                    <a:lnTo>
                      <a:pt x="219" y="288"/>
                    </a:lnTo>
                    <a:lnTo>
                      <a:pt x="272" y="288"/>
                    </a:lnTo>
                    <a:lnTo>
                      <a:pt x="340" y="347"/>
                    </a:lnTo>
                    <a:lnTo>
                      <a:pt x="332" y="436"/>
                    </a:lnTo>
                    <a:lnTo>
                      <a:pt x="291" y="531"/>
                    </a:lnTo>
                    <a:lnTo>
                      <a:pt x="383" y="383"/>
                    </a:lnTo>
                    <a:lnTo>
                      <a:pt x="413" y="288"/>
                    </a:lnTo>
                    <a:lnTo>
                      <a:pt x="417" y="156"/>
                    </a:lnTo>
                    <a:lnTo>
                      <a:pt x="383" y="156"/>
                    </a:lnTo>
                    <a:lnTo>
                      <a:pt x="323" y="42"/>
                    </a:lnTo>
                    <a:lnTo>
                      <a:pt x="261" y="0"/>
                    </a:lnTo>
                    <a:lnTo>
                      <a:pt x="314" y="77"/>
                    </a:lnTo>
                    <a:lnTo>
                      <a:pt x="351" y="148"/>
                    </a:lnTo>
                    <a:lnTo>
                      <a:pt x="351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2" name="Freeform 505">
                <a:extLst>
                  <a:ext uri="{FF2B5EF4-FFF2-40B4-BE49-F238E27FC236}">
                    <a16:creationId xmlns:a16="http://schemas.microsoft.com/office/drawing/2014/main" id="{F6E00922-B0E0-984A-AC76-C340E9903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679"/>
                <a:ext cx="214" cy="306"/>
              </a:xfrm>
              <a:custGeom>
                <a:avLst/>
                <a:gdLst>
                  <a:gd name="T0" fmla="*/ 0 w 1712"/>
                  <a:gd name="T1" fmla="*/ 0 h 2448"/>
                  <a:gd name="T2" fmla="*/ 0 w 1712"/>
                  <a:gd name="T3" fmla="*/ 0 h 2448"/>
                  <a:gd name="T4" fmla="*/ 0 w 1712"/>
                  <a:gd name="T5" fmla="*/ 0 h 2448"/>
                  <a:gd name="T6" fmla="*/ 0 w 1712"/>
                  <a:gd name="T7" fmla="*/ 0 h 2448"/>
                  <a:gd name="T8" fmla="*/ 0 w 1712"/>
                  <a:gd name="T9" fmla="*/ 0 h 2448"/>
                  <a:gd name="T10" fmla="*/ 0 w 1712"/>
                  <a:gd name="T11" fmla="*/ 0 h 2448"/>
                  <a:gd name="T12" fmla="*/ 0 w 1712"/>
                  <a:gd name="T13" fmla="*/ 0 h 2448"/>
                  <a:gd name="T14" fmla="*/ 0 w 1712"/>
                  <a:gd name="T15" fmla="*/ 0 h 2448"/>
                  <a:gd name="T16" fmla="*/ 0 w 1712"/>
                  <a:gd name="T17" fmla="*/ 0 h 2448"/>
                  <a:gd name="T18" fmla="*/ 0 w 1712"/>
                  <a:gd name="T19" fmla="*/ 0 h 2448"/>
                  <a:gd name="T20" fmla="*/ 0 w 1712"/>
                  <a:gd name="T21" fmla="*/ 0 h 2448"/>
                  <a:gd name="T22" fmla="*/ 0 w 1712"/>
                  <a:gd name="T23" fmla="*/ 0 h 2448"/>
                  <a:gd name="T24" fmla="*/ 0 w 1712"/>
                  <a:gd name="T25" fmla="*/ 0 h 2448"/>
                  <a:gd name="T26" fmla="*/ 0 w 1712"/>
                  <a:gd name="T27" fmla="*/ 0 h 2448"/>
                  <a:gd name="T28" fmla="*/ 0 w 1712"/>
                  <a:gd name="T29" fmla="*/ 0 h 2448"/>
                  <a:gd name="T30" fmla="*/ 0 w 1712"/>
                  <a:gd name="T31" fmla="*/ 0 h 2448"/>
                  <a:gd name="T32" fmla="*/ 0 w 1712"/>
                  <a:gd name="T33" fmla="*/ 0 h 2448"/>
                  <a:gd name="T34" fmla="*/ 0 w 1712"/>
                  <a:gd name="T35" fmla="*/ 0 h 2448"/>
                  <a:gd name="T36" fmla="*/ 0 w 1712"/>
                  <a:gd name="T37" fmla="*/ 0 h 2448"/>
                  <a:gd name="T38" fmla="*/ 0 w 1712"/>
                  <a:gd name="T39" fmla="*/ 0 h 2448"/>
                  <a:gd name="T40" fmla="*/ 0 w 1712"/>
                  <a:gd name="T41" fmla="*/ 0 h 2448"/>
                  <a:gd name="T42" fmla="*/ 0 w 1712"/>
                  <a:gd name="T43" fmla="*/ 0 h 2448"/>
                  <a:gd name="T44" fmla="*/ 0 w 1712"/>
                  <a:gd name="T45" fmla="*/ 0 h 2448"/>
                  <a:gd name="T46" fmla="*/ 0 w 1712"/>
                  <a:gd name="T47" fmla="*/ 0 h 2448"/>
                  <a:gd name="T48" fmla="*/ 0 w 1712"/>
                  <a:gd name="T49" fmla="*/ 0 h 2448"/>
                  <a:gd name="T50" fmla="*/ 0 w 1712"/>
                  <a:gd name="T51" fmla="*/ 0 h 2448"/>
                  <a:gd name="T52" fmla="*/ 0 w 1712"/>
                  <a:gd name="T53" fmla="*/ 0 h 2448"/>
                  <a:gd name="T54" fmla="*/ 0 w 1712"/>
                  <a:gd name="T55" fmla="*/ 0 h 2448"/>
                  <a:gd name="T56" fmla="*/ 0 w 1712"/>
                  <a:gd name="T57" fmla="*/ 0 h 2448"/>
                  <a:gd name="T58" fmla="*/ 0 w 1712"/>
                  <a:gd name="T59" fmla="*/ 0 h 2448"/>
                  <a:gd name="T60" fmla="*/ 0 w 1712"/>
                  <a:gd name="T61" fmla="*/ 0 h 2448"/>
                  <a:gd name="T62" fmla="*/ 0 w 1712"/>
                  <a:gd name="T63" fmla="*/ 0 h 2448"/>
                  <a:gd name="T64" fmla="*/ 0 w 1712"/>
                  <a:gd name="T65" fmla="*/ 0 h 2448"/>
                  <a:gd name="T66" fmla="*/ 0 w 1712"/>
                  <a:gd name="T67" fmla="*/ 0 h 2448"/>
                  <a:gd name="T68" fmla="*/ 0 w 1712"/>
                  <a:gd name="T69" fmla="*/ 0 h 2448"/>
                  <a:gd name="T70" fmla="*/ 0 w 1712"/>
                  <a:gd name="T71" fmla="*/ 0 h 2448"/>
                  <a:gd name="T72" fmla="*/ 0 w 1712"/>
                  <a:gd name="T73" fmla="*/ 0 h 2448"/>
                  <a:gd name="T74" fmla="*/ 0 w 1712"/>
                  <a:gd name="T75" fmla="*/ 0 h 2448"/>
                  <a:gd name="T76" fmla="*/ 0 w 1712"/>
                  <a:gd name="T77" fmla="*/ 0 h 2448"/>
                  <a:gd name="T78" fmla="*/ 0 w 1712"/>
                  <a:gd name="T79" fmla="*/ 0 h 2448"/>
                  <a:gd name="T80" fmla="*/ 0 w 1712"/>
                  <a:gd name="T81" fmla="*/ 0 h 2448"/>
                  <a:gd name="T82" fmla="*/ 0 w 1712"/>
                  <a:gd name="T83" fmla="*/ 0 h 2448"/>
                  <a:gd name="T84" fmla="*/ 0 w 1712"/>
                  <a:gd name="T85" fmla="*/ 0 h 2448"/>
                  <a:gd name="T86" fmla="*/ 0 w 1712"/>
                  <a:gd name="T87" fmla="*/ 0 h 244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12"/>
                  <a:gd name="T133" fmla="*/ 0 h 2448"/>
                  <a:gd name="T134" fmla="*/ 1712 w 1712"/>
                  <a:gd name="T135" fmla="*/ 2448 h 244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12" h="2448">
                    <a:moveTo>
                      <a:pt x="420" y="0"/>
                    </a:moveTo>
                    <a:lnTo>
                      <a:pt x="499" y="424"/>
                    </a:lnTo>
                    <a:lnTo>
                      <a:pt x="522" y="451"/>
                    </a:lnTo>
                    <a:lnTo>
                      <a:pt x="561" y="468"/>
                    </a:lnTo>
                    <a:lnTo>
                      <a:pt x="534" y="495"/>
                    </a:lnTo>
                    <a:lnTo>
                      <a:pt x="483" y="486"/>
                    </a:lnTo>
                    <a:lnTo>
                      <a:pt x="475" y="550"/>
                    </a:lnTo>
                    <a:lnTo>
                      <a:pt x="499" y="599"/>
                    </a:lnTo>
                    <a:lnTo>
                      <a:pt x="540" y="615"/>
                    </a:lnTo>
                    <a:lnTo>
                      <a:pt x="589" y="606"/>
                    </a:lnTo>
                    <a:lnTo>
                      <a:pt x="611" y="479"/>
                    </a:lnTo>
                    <a:lnTo>
                      <a:pt x="663" y="479"/>
                    </a:lnTo>
                    <a:lnTo>
                      <a:pt x="711" y="451"/>
                    </a:lnTo>
                    <a:lnTo>
                      <a:pt x="743" y="398"/>
                    </a:lnTo>
                    <a:lnTo>
                      <a:pt x="743" y="461"/>
                    </a:lnTo>
                    <a:lnTo>
                      <a:pt x="771" y="451"/>
                    </a:lnTo>
                    <a:lnTo>
                      <a:pt x="824" y="424"/>
                    </a:lnTo>
                    <a:lnTo>
                      <a:pt x="798" y="461"/>
                    </a:lnTo>
                    <a:lnTo>
                      <a:pt x="743" y="530"/>
                    </a:lnTo>
                    <a:lnTo>
                      <a:pt x="699" y="650"/>
                    </a:lnTo>
                    <a:lnTo>
                      <a:pt x="909" y="415"/>
                    </a:lnTo>
                    <a:lnTo>
                      <a:pt x="945" y="444"/>
                    </a:lnTo>
                    <a:lnTo>
                      <a:pt x="815" y="798"/>
                    </a:lnTo>
                    <a:lnTo>
                      <a:pt x="824" y="1260"/>
                    </a:lnTo>
                    <a:lnTo>
                      <a:pt x="1172" y="1295"/>
                    </a:lnTo>
                    <a:lnTo>
                      <a:pt x="1331" y="1371"/>
                    </a:lnTo>
                    <a:lnTo>
                      <a:pt x="1417" y="1371"/>
                    </a:lnTo>
                    <a:lnTo>
                      <a:pt x="1460" y="1442"/>
                    </a:lnTo>
                    <a:lnTo>
                      <a:pt x="1172" y="1332"/>
                    </a:lnTo>
                    <a:lnTo>
                      <a:pt x="953" y="1314"/>
                    </a:lnTo>
                    <a:lnTo>
                      <a:pt x="1059" y="1380"/>
                    </a:lnTo>
                    <a:lnTo>
                      <a:pt x="953" y="1380"/>
                    </a:lnTo>
                    <a:lnTo>
                      <a:pt x="798" y="1362"/>
                    </a:lnTo>
                    <a:lnTo>
                      <a:pt x="909" y="1459"/>
                    </a:lnTo>
                    <a:lnTo>
                      <a:pt x="1296" y="1523"/>
                    </a:lnTo>
                    <a:lnTo>
                      <a:pt x="971" y="1493"/>
                    </a:lnTo>
                    <a:lnTo>
                      <a:pt x="1172" y="1611"/>
                    </a:lnTo>
                    <a:lnTo>
                      <a:pt x="1147" y="1636"/>
                    </a:lnTo>
                    <a:lnTo>
                      <a:pt x="875" y="1503"/>
                    </a:lnTo>
                    <a:lnTo>
                      <a:pt x="918" y="1636"/>
                    </a:lnTo>
                    <a:lnTo>
                      <a:pt x="1349" y="1747"/>
                    </a:lnTo>
                    <a:lnTo>
                      <a:pt x="1626" y="1921"/>
                    </a:lnTo>
                    <a:lnTo>
                      <a:pt x="1349" y="1867"/>
                    </a:lnTo>
                    <a:lnTo>
                      <a:pt x="1191" y="1765"/>
                    </a:lnTo>
                    <a:lnTo>
                      <a:pt x="953" y="1701"/>
                    </a:lnTo>
                    <a:lnTo>
                      <a:pt x="1068" y="1826"/>
                    </a:lnTo>
                    <a:lnTo>
                      <a:pt x="1712" y="2049"/>
                    </a:lnTo>
                    <a:lnTo>
                      <a:pt x="1068" y="1867"/>
                    </a:lnTo>
                    <a:lnTo>
                      <a:pt x="884" y="1736"/>
                    </a:lnTo>
                    <a:lnTo>
                      <a:pt x="895" y="1809"/>
                    </a:lnTo>
                    <a:lnTo>
                      <a:pt x="1068" y="1973"/>
                    </a:lnTo>
                    <a:lnTo>
                      <a:pt x="1321" y="2024"/>
                    </a:lnTo>
                    <a:lnTo>
                      <a:pt x="1460" y="2121"/>
                    </a:lnTo>
                    <a:lnTo>
                      <a:pt x="1259" y="2097"/>
                    </a:lnTo>
                    <a:lnTo>
                      <a:pt x="1008" y="1973"/>
                    </a:lnTo>
                    <a:lnTo>
                      <a:pt x="934" y="1982"/>
                    </a:lnTo>
                    <a:lnTo>
                      <a:pt x="971" y="2112"/>
                    </a:lnTo>
                    <a:lnTo>
                      <a:pt x="1033" y="2156"/>
                    </a:lnTo>
                    <a:lnTo>
                      <a:pt x="1349" y="2171"/>
                    </a:lnTo>
                    <a:lnTo>
                      <a:pt x="1024" y="2330"/>
                    </a:lnTo>
                    <a:lnTo>
                      <a:pt x="980" y="2314"/>
                    </a:lnTo>
                    <a:lnTo>
                      <a:pt x="909" y="2084"/>
                    </a:lnTo>
                    <a:lnTo>
                      <a:pt x="831" y="2339"/>
                    </a:lnTo>
                    <a:lnTo>
                      <a:pt x="849" y="2448"/>
                    </a:lnTo>
                    <a:lnTo>
                      <a:pt x="760" y="2354"/>
                    </a:lnTo>
                    <a:lnTo>
                      <a:pt x="895" y="2013"/>
                    </a:lnTo>
                    <a:lnTo>
                      <a:pt x="884" y="1921"/>
                    </a:lnTo>
                    <a:lnTo>
                      <a:pt x="824" y="1765"/>
                    </a:lnTo>
                    <a:lnTo>
                      <a:pt x="778" y="1563"/>
                    </a:lnTo>
                    <a:lnTo>
                      <a:pt x="674" y="1304"/>
                    </a:lnTo>
                    <a:lnTo>
                      <a:pt x="554" y="1523"/>
                    </a:lnTo>
                    <a:lnTo>
                      <a:pt x="554" y="1747"/>
                    </a:lnTo>
                    <a:lnTo>
                      <a:pt x="316" y="2033"/>
                    </a:lnTo>
                    <a:lnTo>
                      <a:pt x="0" y="2148"/>
                    </a:lnTo>
                    <a:lnTo>
                      <a:pt x="37" y="1973"/>
                    </a:lnTo>
                    <a:lnTo>
                      <a:pt x="217" y="1791"/>
                    </a:lnTo>
                    <a:lnTo>
                      <a:pt x="437" y="1685"/>
                    </a:lnTo>
                    <a:lnTo>
                      <a:pt x="534" y="1436"/>
                    </a:lnTo>
                    <a:lnTo>
                      <a:pt x="522" y="1314"/>
                    </a:lnTo>
                    <a:lnTo>
                      <a:pt x="611" y="1026"/>
                    </a:lnTo>
                    <a:lnTo>
                      <a:pt x="510" y="1000"/>
                    </a:lnTo>
                    <a:lnTo>
                      <a:pt x="420" y="938"/>
                    </a:lnTo>
                    <a:lnTo>
                      <a:pt x="522" y="650"/>
                    </a:lnTo>
                    <a:lnTo>
                      <a:pt x="475" y="627"/>
                    </a:lnTo>
                    <a:lnTo>
                      <a:pt x="448" y="541"/>
                    </a:lnTo>
                    <a:lnTo>
                      <a:pt x="448" y="433"/>
                    </a:lnTo>
                    <a:lnTo>
                      <a:pt x="420" y="53"/>
                    </a:lnTo>
                    <a:lnTo>
                      <a:pt x="4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3" name="Freeform 506">
                <a:extLst>
                  <a:ext uri="{FF2B5EF4-FFF2-40B4-BE49-F238E27FC236}">
                    <a16:creationId xmlns:a16="http://schemas.microsoft.com/office/drawing/2014/main" id="{44D2C243-3077-CF4E-A4C6-A291E0B51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5"/>
                <a:ext cx="86" cy="218"/>
              </a:xfrm>
              <a:custGeom>
                <a:avLst/>
                <a:gdLst>
                  <a:gd name="T0" fmla="*/ 0 w 691"/>
                  <a:gd name="T1" fmla="*/ 0 h 1748"/>
                  <a:gd name="T2" fmla="*/ 0 w 691"/>
                  <a:gd name="T3" fmla="*/ 0 h 1748"/>
                  <a:gd name="T4" fmla="*/ 0 w 691"/>
                  <a:gd name="T5" fmla="*/ 0 h 1748"/>
                  <a:gd name="T6" fmla="*/ 0 w 691"/>
                  <a:gd name="T7" fmla="*/ 0 h 1748"/>
                  <a:gd name="T8" fmla="*/ 0 w 691"/>
                  <a:gd name="T9" fmla="*/ 0 h 1748"/>
                  <a:gd name="T10" fmla="*/ 0 w 691"/>
                  <a:gd name="T11" fmla="*/ 0 h 1748"/>
                  <a:gd name="T12" fmla="*/ 0 w 691"/>
                  <a:gd name="T13" fmla="*/ 0 h 1748"/>
                  <a:gd name="T14" fmla="*/ 0 w 691"/>
                  <a:gd name="T15" fmla="*/ 0 h 1748"/>
                  <a:gd name="T16" fmla="*/ 0 w 691"/>
                  <a:gd name="T17" fmla="*/ 0 h 1748"/>
                  <a:gd name="T18" fmla="*/ 0 w 691"/>
                  <a:gd name="T19" fmla="*/ 0 h 1748"/>
                  <a:gd name="T20" fmla="*/ 0 w 691"/>
                  <a:gd name="T21" fmla="*/ 0 h 1748"/>
                  <a:gd name="T22" fmla="*/ 0 w 691"/>
                  <a:gd name="T23" fmla="*/ 0 h 1748"/>
                  <a:gd name="T24" fmla="*/ 0 w 691"/>
                  <a:gd name="T25" fmla="*/ 0 h 1748"/>
                  <a:gd name="T26" fmla="*/ 0 w 691"/>
                  <a:gd name="T27" fmla="*/ 0 h 1748"/>
                  <a:gd name="T28" fmla="*/ 0 w 691"/>
                  <a:gd name="T29" fmla="*/ 0 h 1748"/>
                  <a:gd name="T30" fmla="*/ 0 w 691"/>
                  <a:gd name="T31" fmla="*/ 0 h 1748"/>
                  <a:gd name="T32" fmla="*/ 0 w 691"/>
                  <a:gd name="T33" fmla="*/ 0 h 1748"/>
                  <a:gd name="T34" fmla="*/ 0 w 691"/>
                  <a:gd name="T35" fmla="*/ 0 h 1748"/>
                  <a:gd name="T36" fmla="*/ 0 w 691"/>
                  <a:gd name="T37" fmla="*/ 0 h 1748"/>
                  <a:gd name="T38" fmla="*/ 0 w 691"/>
                  <a:gd name="T39" fmla="*/ 0 h 1748"/>
                  <a:gd name="T40" fmla="*/ 0 w 691"/>
                  <a:gd name="T41" fmla="*/ 0 h 1748"/>
                  <a:gd name="T42" fmla="*/ 0 w 691"/>
                  <a:gd name="T43" fmla="*/ 0 h 1748"/>
                  <a:gd name="T44" fmla="*/ 0 w 691"/>
                  <a:gd name="T45" fmla="*/ 0 h 1748"/>
                  <a:gd name="T46" fmla="*/ 0 w 691"/>
                  <a:gd name="T47" fmla="*/ 0 h 1748"/>
                  <a:gd name="T48" fmla="*/ 0 w 691"/>
                  <a:gd name="T49" fmla="*/ 0 h 1748"/>
                  <a:gd name="T50" fmla="*/ 0 w 691"/>
                  <a:gd name="T51" fmla="*/ 0 h 1748"/>
                  <a:gd name="T52" fmla="*/ 0 w 691"/>
                  <a:gd name="T53" fmla="*/ 0 h 1748"/>
                  <a:gd name="T54" fmla="*/ 0 w 691"/>
                  <a:gd name="T55" fmla="*/ 0 h 1748"/>
                  <a:gd name="T56" fmla="*/ 0 w 691"/>
                  <a:gd name="T57" fmla="*/ 0 h 1748"/>
                  <a:gd name="T58" fmla="*/ 0 w 691"/>
                  <a:gd name="T59" fmla="*/ 0 h 1748"/>
                  <a:gd name="T60" fmla="*/ 0 w 691"/>
                  <a:gd name="T61" fmla="*/ 0 h 174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691"/>
                  <a:gd name="T94" fmla="*/ 0 h 1748"/>
                  <a:gd name="T95" fmla="*/ 691 w 691"/>
                  <a:gd name="T96" fmla="*/ 1748 h 174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691" h="1748">
                    <a:moveTo>
                      <a:pt x="691" y="312"/>
                    </a:moveTo>
                    <a:lnTo>
                      <a:pt x="586" y="572"/>
                    </a:lnTo>
                    <a:lnTo>
                      <a:pt x="516" y="729"/>
                    </a:lnTo>
                    <a:lnTo>
                      <a:pt x="392" y="982"/>
                    </a:lnTo>
                    <a:lnTo>
                      <a:pt x="334" y="1017"/>
                    </a:lnTo>
                    <a:lnTo>
                      <a:pt x="351" y="1243"/>
                    </a:lnTo>
                    <a:lnTo>
                      <a:pt x="412" y="1527"/>
                    </a:lnTo>
                    <a:lnTo>
                      <a:pt x="472" y="1748"/>
                    </a:lnTo>
                    <a:lnTo>
                      <a:pt x="388" y="1485"/>
                    </a:lnTo>
                    <a:lnTo>
                      <a:pt x="334" y="1233"/>
                    </a:lnTo>
                    <a:lnTo>
                      <a:pt x="243" y="1171"/>
                    </a:lnTo>
                    <a:lnTo>
                      <a:pt x="254" y="1330"/>
                    </a:lnTo>
                    <a:lnTo>
                      <a:pt x="351" y="1591"/>
                    </a:lnTo>
                    <a:lnTo>
                      <a:pt x="239" y="1345"/>
                    </a:lnTo>
                    <a:lnTo>
                      <a:pt x="193" y="1153"/>
                    </a:lnTo>
                    <a:lnTo>
                      <a:pt x="87" y="1153"/>
                    </a:lnTo>
                    <a:lnTo>
                      <a:pt x="0" y="1227"/>
                    </a:lnTo>
                    <a:lnTo>
                      <a:pt x="87" y="1139"/>
                    </a:lnTo>
                    <a:lnTo>
                      <a:pt x="157" y="1112"/>
                    </a:lnTo>
                    <a:lnTo>
                      <a:pt x="219" y="895"/>
                    </a:lnTo>
                    <a:lnTo>
                      <a:pt x="219" y="782"/>
                    </a:lnTo>
                    <a:lnTo>
                      <a:pt x="175" y="721"/>
                    </a:lnTo>
                    <a:lnTo>
                      <a:pt x="175" y="644"/>
                    </a:lnTo>
                    <a:lnTo>
                      <a:pt x="279" y="235"/>
                    </a:lnTo>
                    <a:lnTo>
                      <a:pt x="388" y="0"/>
                    </a:lnTo>
                    <a:lnTo>
                      <a:pt x="307" y="341"/>
                    </a:lnTo>
                    <a:lnTo>
                      <a:pt x="219" y="685"/>
                    </a:lnTo>
                    <a:lnTo>
                      <a:pt x="307" y="798"/>
                    </a:lnTo>
                    <a:lnTo>
                      <a:pt x="366" y="914"/>
                    </a:lnTo>
                    <a:lnTo>
                      <a:pt x="606" y="462"/>
                    </a:lnTo>
                    <a:lnTo>
                      <a:pt x="691" y="3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4" name="Freeform 507">
                <a:extLst>
                  <a:ext uri="{FF2B5EF4-FFF2-40B4-BE49-F238E27FC236}">
                    <a16:creationId xmlns:a16="http://schemas.microsoft.com/office/drawing/2014/main" id="{B3BF0AB6-61EB-5445-8547-16A7B210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815"/>
                <a:ext cx="10" cy="54"/>
              </a:xfrm>
              <a:custGeom>
                <a:avLst/>
                <a:gdLst>
                  <a:gd name="T0" fmla="*/ 0 w 83"/>
                  <a:gd name="T1" fmla="*/ 0 h 431"/>
                  <a:gd name="T2" fmla="*/ 0 w 83"/>
                  <a:gd name="T3" fmla="*/ 0 h 431"/>
                  <a:gd name="T4" fmla="*/ 0 w 83"/>
                  <a:gd name="T5" fmla="*/ 0 h 431"/>
                  <a:gd name="T6" fmla="*/ 0 w 83"/>
                  <a:gd name="T7" fmla="*/ 0 h 431"/>
                  <a:gd name="T8" fmla="*/ 0 w 83"/>
                  <a:gd name="T9" fmla="*/ 0 h 431"/>
                  <a:gd name="T10" fmla="*/ 0 w 83"/>
                  <a:gd name="T11" fmla="*/ 0 h 431"/>
                  <a:gd name="T12" fmla="*/ 0 w 83"/>
                  <a:gd name="T13" fmla="*/ 0 h 4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431"/>
                  <a:gd name="T23" fmla="*/ 83 w 83"/>
                  <a:gd name="T24" fmla="*/ 431 h 4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431">
                    <a:moveTo>
                      <a:pt x="0" y="0"/>
                    </a:moveTo>
                    <a:lnTo>
                      <a:pt x="51" y="106"/>
                    </a:lnTo>
                    <a:lnTo>
                      <a:pt x="51" y="297"/>
                    </a:lnTo>
                    <a:lnTo>
                      <a:pt x="83" y="385"/>
                    </a:lnTo>
                    <a:lnTo>
                      <a:pt x="42" y="431"/>
                    </a:lnTo>
                    <a:lnTo>
                      <a:pt x="24" y="2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5" name="Freeform 508">
                <a:extLst>
                  <a:ext uri="{FF2B5EF4-FFF2-40B4-BE49-F238E27FC236}">
                    <a16:creationId xmlns:a16="http://schemas.microsoft.com/office/drawing/2014/main" id="{55739E52-51C5-F54D-B2B9-77F5E4E0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62"/>
                <a:ext cx="53" cy="85"/>
              </a:xfrm>
              <a:custGeom>
                <a:avLst/>
                <a:gdLst>
                  <a:gd name="T0" fmla="*/ 0 w 427"/>
                  <a:gd name="T1" fmla="*/ 0 h 680"/>
                  <a:gd name="T2" fmla="*/ 0 w 427"/>
                  <a:gd name="T3" fmla="*/ 0 h 680"/>
                  <a:gd name="T4" fmla="*/ 0 w 427"/>
                  <a:gd name="T5" fmla="*/ 0 h 680"/>
                  <a:gd name="T6" fmla="*/ 0 w 427"/>
                  <a:gd name="T7" fmla="*/ 0 h 680"/>
                  <a:gd name="T8" fmla="*/ 0 w 427"/>
                  <a:gd name="T9" fmla="*/ 0 h 680"/>
                  <a:gd name="T10" fmla="*/ 0 w 427"/>
                  <a:gd name="T11" fmla="*/ 0 h 680"/>
                  <a:gd name="T12" fmla="*/ 0 w 427"/>
                  <a:gd name="T13" fmla="*/ 0 h 680"/>
                  <a:gd name="T14" fmla="*/ 0 w 427"/>
                  <a:gd name="T15" fmla="*/ 0 h 6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7"/>
                  <a:gd name="T25" fmla="*/ 0 h 680"/>
                  <a:gd name="T26" fmla="*/ 427 w 427"/>
                  <a:gd name="T27" fmla="*/ 680 h 68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7" h="680">
                    <a:moveTo>
                      <a:pt x="0" y="0"/>
                    </a:moveTo>
                    <a:lnTo>
                      <a:pt x="175" y="532"/>
                    </a:lnTo>
                    <a:lnTo>
                      <a:pt x="307" y="543"/>
                    </a:lnTo>
                    <a:lnTo>
                      <a:pt x="427" y="629"/>
                    </a:lnTo>
                    <a:lnTo>
                      <a:pt x="366" y="680"/>
                    </a:lnTo>
                    <a:lnTo>
                      <a:pt x="175" y="611"/>
                    </a:lnTo>
                    <a:lnTo>
                      <a:pt x="81" y="3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6" name="Freeform 509">
                <a:extLst>
                  <a:ext uri="{FF2B5EF4-FFF2-40B4-BE49-F238E27FC236}">
                    <a16:creationId xmlns:a16="http://schemas.microsoft.com/office/drawing/2014/main" id="{6C3EC1D4-51C7-D547-82A5-DD80F909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47"/>
                <a:ext cx="16" cy="41"/>
              </a:xfrm>
              <a:custGeom>
                <a:avLst/>
                <a:gdLst>
                  <a:gd name="T0" fmla="*/ 0 w 131"/>
                  <a:gd name="T1" fmla="*/ 0 h 329"/>
                  <a:gd name="T2" fmla="*/ 0 w 131"/>
                  <a:gd name="T3" fmla="*/ 0 h 329"/>
                  <a:gd name="T4" fmla="*/ 0 w 131"/>
                  <a:gd name="T5" fmla="*/ 0 h 329"/>
                  <a:gd name="T6" fmla="*/ 0 w 131"/>
                  <a:gd name="T7" fmla="*/ 0 h 329"/>
                  <a:gd name="T8" fmla="*/ 0 w 131"/>
                  <a:gd name="T9" fmla="*/ 0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1"/>
                  <a:gd name="T16" fmla="*/ 0 h 329"/>
                  <a:gd name="T17" fmla="*/ 131 w 131"/>
                  <a:gd name="T18" fmla="*/ 329 h 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1" h="329">
                    <a:moveTo>
                      <a:pt x="131" y="14"/>
                    </a:moveTo>
                    <a:lnTo>
                      <a:pt x="43" y="329"/>
                    </a:lnTo>
                    <a:lnTo>
                      <a:pt x="0" y="226"/>
                    </a:lnTo>
                    <a:lnTo>
                      <a:pt x="112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7" name="Freeform 510">
                <a:extLst>
                  <a:ext uri="{FF2B5EF4-FFF2-40B4-BE49-F238E27FC236}">
                    <a16:creationId xmlns:a16="http://schemas.microsoft.com/office/drawing/2014/main" id="{08EC3998-6F77-5D4A-A0C3-3300681E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9"/>
                <a:ext cx="13" cy="39"/>
              </a:xfrm>
              <a:custGeom>
                <a:avLst/>
                <a:gdLst>
                  <a:gd name="T0" fmla="*/ 0 w 103"/>
                  <a:gd name="T1" fmla="*/ 0 h 319"/>
                  <a:gd name="T2" fmla="*/ 0 w 103"/>
                  <a:gd name="T3" fmla="*/ 0 h 319"/>
                  <a:gd name="T4" fmla="*/ 0 w 103"/>
                  <a:gd name="T5" fmla="*/ 0 h 319"/>
                  <a:gd name="T6" fmla="*/ 0 w 103"/>
                  <a:gd name="T7" fmla="*/ 0 h 319"/>
                  <a:gd name="T8" fmla="*/ 0 w 103"/>
                  <a:gd name="T9" fmla="*/ 0 h 3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319"/>
                  <a:gd name="T17" fmla="*/ 103 w 103"/>
                  <a:gd name="T18" fmla="*/ 319 h 3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319">
                    <a:moveTo>
                      <a:pt x="71" y="0"/>
                    </a:moveTo>
                    <a:lnTo>
                      <a:pt x="71" y="171"/>
                    </a:lnTo>
                    <a:lnTo>
                      <a:pt x="103" y="319"/>
                    </a:lnTo>
                    <a:lnTo>
                      <a:pt x="0" y="21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8" name="Freeform 511">
                <a:extLst>
                  <a:ext uri="{FF2B5EF4-FFF2-40B4-BE49-F238E27FC236}">
                    <a16:creationId xmlns:a16="http://schemas.microsoft.com/office/drawing/2014/main" id="{CAB42C8A-9C43-7743-86CF-099D74FE3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48"/>
                <a:ext cx="67" cy="89"/>
              </a:xfrm>
              <a:custGeom>
                <a:avLst/>
                <a:gdLst>
                  <a:gd name="T0" fmla="*/ 0 w 533"/>
                  <a:gd name="T1" fmla="*/ 0 h 711"/>
                  <a:gd name="T2" fmla="*/ 0 w 533"/>
                  <a:gd name="T3" fmla="*/ 0 h 711"/>
                  <a:gd name="T4" fmla="*/ 0 w 533"/>
                  <a:gd name="T5" fmla="*/ 0 h 711"/>
                  <a:gd name="T6" fmla="*/ 0 w 533"/>
                  <a:gd name="T7" fmla="*/ 0 h 711"/>
                  <a:gd name="T8" fmla="*/ 0 w 533"/>
                  <a:gd name="T9" fmla="*/ 0 h 711"/>
                  <a:gd name="T10" fmla="*/ 0 w 533"/>
                  <a:gd name="T11" fmla="*/ 0 h 711"/>
                  <a:gd name="T12" fmla="*/ 0 w 533"/>
                  <a:gd name="T13" fmla="*/ 0 h 711"/>
                  <a:gd name="T14" fmla="*/ 0 w 533"/>
                  <a:gd name="T15" fmla="*/ 0 h 711"/>
                  <a:gd name="T16" fmla="*/ 0 w 533"/>
                  <a:gd name="T17" fmla="*/ 0 h 711"/>
                  <a:gd name="T18" fmla="*/ 0 w 533"/>
                  <a:gd name="T19" fmla="*/ 0 h 711"/>
                  <a:gd name="T20" fmla="*/ 0 w 533"/>
                  <a:gd name="T21" fmla="*/ 0 h 711"/>
                  <a:gd name="T22" fmla="*/ 0 w 533"/>
                  <a:gd name="T23" fmla="*/ 0 h 711"/>
                  <a:gd name="T24" fmla="*/ 0 w 533"/>
                  <a:gd name="T25" fmla="*/ 0 h 711"/>
                  <a:gd name="T26" fmla="*/ 0 w 533"/>
                  <a:gd name="T27" fmla="*/ 0 h 7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3"/>
                  <a:gd name="T43" fmla="*/ 0 h 711"/>
                  <a:gd name="T44" fmla="*/ 533 w 533"/>
                  <a:gd name="T45" fmla="*/ 711 h 7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3" h="711">
                    <a:moveTo>
                      <a:pt x="0" y="393"/>
                    </a:moveTo>
                    <a:lnTo>
                      <a:pt x="60" y="393"/>
                    </a:lnTo>
                    <a:lnTo>
                      <a:pt x="174" y="520"/>
                    </a:lnTo>
                    <a:lnTo>
                      <a:pt x="254" y="711"/>
                    </a:lnTo>
                    <a:lnTo>
                      <a:pt x="189" y="503"/>
                    </a:lnTo>
                    <a:lnTo>
                      <a:pt x="93" y="329"/>
                    </a:lnTo>
                    <a:lnTo>
                      <a:pt x="51" y="305"/>
                    </a:lnTo>
                    <a:lnTo>
                      <a:pt x="227" y="164"/>
                    </a:lnTo>
                    <a:lnTo>
                      <a:pt x="427" y="141"/>
                    </a:lnTo>
                    <a:lnTo>
                      <a:pt x="533" y="0"/>
                    </a:lnTo>
                    <a:lnTo>
                      <a:pt x="306" y="35"/>
                    </a:lnTo>
                    <a:lnTo>
                      <a:pt x="189" y="153"/>
                    </a:lnTo>
                    <a:lnTo>
                      <a:pt x="21" y="305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19" name="Freeform 512">
                <a:extLst>
                  <a:ext uri="{FF2B5EF4-FFF2-40B4-BE49-F238E27FC236}">
                    <a16:creationId xmlns:a16="http://schemas.microsoft.com/office/drawing/2014/main" id="{D636B454-3EF9-3A47-8594-4D11529B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13"/>
                <a:ext cx="15" cy="20"/>
              </a:xfrm>
              <a:custGeom>
                <a:avLst/>
                <a:gdLst>
                  <a:gd name="T0" fmla="*/ 0 w 118"/>
                  <a:gd name="T1" fmla="*/ 0 h 158"/>
                  <a:gd name="T2" fmla="*/ 0 w 118"/>
                  <a:gd name="T3" fmla="*/ 0 h 158"/>
                  <a:gd name="T4" fmla="*/ 0 w 118"/>
                  <a:gd name="T5" fmla="*/ 0 h 158"/>
                  <a:gd name="T6" fmla="*/ 0 w 118"/>
                  <a:gd name="T7" fmla="*/ 0 h 158"/>
                  <a:gd name="T8" fmla="*/ 0 w 118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158"/>
                  <a:gd name="T17" fmla="*/ 118 w 118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158">
                    <a:moveTo>
                      <a:pt x="63" y="0"/>
                    </a:moveTo>
                    <a:lnTo>
                      <a:pt x="0" y="158"/>
                    </a:lnTo>
                    <a:lnTo>
                      <a:pt x="26" y="158"/>
                    </a:lnTo>
                    <a:lnTo>
                      <a:pt x="118" y="3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0" name="Freeform 513">
                <a:extLst>
                  <a:ext uri="{FF2B5EF4-FFF2-40B4-BE49-F238E27FC236}">
                    <a16:creationId xmlns:a16="http://schemas.microsoft.com/office/drawing/2014/main" id="{FF062E45-4BE2-8546-BD09-A873AD10F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668"/>
                <a:ext cx="123" cy="76"/>
              </a:xfrm>
              <a:custGeom>
                <a:avLst/>
                <a:gdLst>
                  <a:gd name="T0" fmla="*/ 0 w 985"/>
                  <a:gd name="T1" fmla="*/ 0 h 611"/>
                  <a:gd name="T2" fmla="*/ 0 w 985"/>
                  <a:gd name="T3" fmla="*/ 0 h 611"/>
                  <a:gd name="T4" fmla="*/ 0 w 985"/>
                  <a:gd name="T5" fmla="*/ 0 h 611"/>
                  <a:gd name="T6" fmla="*/ 0 w 985"/>
                  <a:gd name="T7" fmla="*/ 0 h 611"/>
                  <a:gd name="T8" fmla="*/ 0 w 985"/>
                  <a:gd name="T9" fmla="*/ 0 h 611"/>
                  <a:gd name="T10" fmla="*/ 0 w 985"/>
                  <a:gd name="T11" fmla="*/ 0 h 611"/>
                  <a:gd name="T12" fmla="*/ 0 w 985"/>
                  <a:gd name="T13" fmla="*/ 0 h 611"/>
                  <a:gd name="T14" fmla="*/ 0 w 985"/>
                  <a:gd name="T15" fmla="*/ 0 h 611"/>
                  <a:gd name="T16" fmla="*/ 0 w 985"/>
                  <a:gd name="T17" fmla="*/ 0 h 611"/>
                  <a:gd name="T18" fmla="*/ 0 w 985"/>
                  <a:gd name="T19" fmla="*/ 0 h 611"/>
                  <a:gd name="T20" fmla="*/ 0 w 985"/>
                  <a:gd name="T21" fmla="*/ 0 h 611"/>
                  <a:gd name="T22" fmla="*/ 0 w 985"/>
                  <a:gd name="T23" fmla="*/ 0 h 611"/>
                  <a:gd name="T24" fmla="*/ 0 w 985"/>
                  <a:gd name="T25" fmla="*/ 0 h 611"/>
                  <a:gd name="T26" fmla="*/ 0 w 985"/>
                  <a:gd name="T27" fmla="*/ 0 h 611"/>
                  <a:gd name="T28" fmla="*/ 0 w 985"/>
                  <a:gd name="T29" fmla="*/ 0 h 611"/>
                  <a:gd name="T30" fmla="*/ 0 w 985"/>
                  <a:gd name="T31" fmla="*/ 0 h 611"/>
                  <a:gd name="T32" fmla="*/ 0 w 985"/>
                  <a:gd name="T33" fmla="*/ 0 h 611"/>
                  <a:gd name="T34" fmla="*/ 0 w 985"/>
                  <a:gd name="T35" fmla="*/ 0 h 611"/>
                  <a:gd name="T36" fmla="*/ 0 w 985"/>
                  <a:gd name="T37" fmla="*/ 0 h 611"/>
                  <a:gd name="T38" fmla="*/ 0 w 985"/>
                  <a:gd name="T39" fmla="*/ 0 h 611"/>
                  <a:gd name="T40" fmla="*/ 0 w 985"/>
                  <a:gd name="T41" fmla="*/ 0 h 611"/>
                  <a:gd name="T42" fmla="*/ 0 w 985"/>
                  <a:gd name="T43" fmla="*/ 0 h 611"/>
                  <a:gd name="T44" fmla="*/ 0 w 985"/>
                  <a:gd name="T45" fmla="*/ 0 h 611"/>
                  <a:gd name="T46" fmla="*/ 0 w 985"/>
                  <a:gd name="T47" fmla="*/ 0 h 611"/>
                  <a:gd name="T48" fmla="*/ 0 w 985"/>
                  <a:gd name="T49" fmla="*/ 0 h 611"/>
                  <a:gd name="T50" fmla="*/ 0 w 985"/>
                  <a:gd name="T51" fmla="*/ 0 h 611"/>
                  <a:gd name="T52" fmla="*/ 0 w 985"/>
                  <a:gd name="T53" fmla="*/ 0 h 611"/>
                  <a:gd name="T54" fmla="*/ 0 w 985"/>
                  <a:gd name="T55" fmla="*/ 0 h 611"/>
                  <a:gd name="T56" fmla="*/ 0 w 985"/>
                  <a:gd name="T57" fmla="*/ 0 h 611"/>
                  <a:gd name="T58" fmla="*/ 0 w 985"/>
                  <a:gd name="T59" fmla="*/ 0 h 611"/>
                  <a:gd name="T60" fmla="*/ 0 w 985"/>
                  <a:gd name="T61" fmla="*/ 0 h 611"/>
                  <a:gd name="T62" fmla="*/ 0 w 985"/>
                  <a:gd name="T63" fmla="*/ 0 h 611"/>
                  <a:gd name="T64" fmla="*/ 0 w 985"/>
                  <a:gd name="T65" fmla="*/ 0 h 611"/>
                  <a:gd name="T66" fmla="*/ 0 w 985"/>
                  <a:gd name="T67" fmla="*/ 0 h 611"/>
                  <a:gd name="T68" fmla="*/ 0 w 985"/>
                  <a:gd name="T69" fmla="*/ 0 h 6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5"/>
                  <a:gd name="T106" fmla="*/ 0 h 611"/>
                  <a:gd name="T107" fmla="*/ 985 w 985"/>
                  <a:gd name="T108" fmla="*/ 611 h 61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5" h="611">
                    <a:moveTo>
                      <a:pt x="55" y="194"/>
                    </a:moveTo>
                    <a:lnTo>
                      <a:pt x="107" y="264"/>
                    </a:lnTo>
                    <a:lnTo>
                      <a:pt x="182" y="334"/>
                    </a:lnTo>
                    <a:lnTo>
                      <a:pt x="199" y="354"/>
                    </a:lnTo>
                    <a:lnTo>
                      <a:pt x="257" y="334"/>
                    </a:lnTo>
                    <a:lnTo>
                      <a:pt x="254" y="387"/>
                    </a:lnTo>
                    <a:lnTo>
                      <a:pt x="301" y="424"/>
                    </a:lnTo>
                    <a:lnTo>
                      <a:pt x="413" y="470"/>
                    </a:lnTo>
                    <a:lnTo>
                      <a:pt x="479" y="502"/>
                    </a:lnTo>
                    <a:lnTo>
                      <a:pt x="538" y="543"/>
                    </a:lnTo>
                    <a:lnTo>
                      <a:pt x="580" y="585"/>
                    </a:lnTo>
                    <a:lnTo>
                      <a:pt x="901" y="20"/>
                    </a:lnTo>
                    <a:lnTo>
                      <a:pt x="938" y="0"/>
                    </a:lnTo>
                    <a:lnTo>
                      <a:pt x="976" y="0"/>
                    </a:lnTo>
                    <a:lnTo>
                      <a:pt x="985" y="20"/>
                    </a:lnTo>
                    <a:lnTo>
                      <a:pt x="967" y="29"/>
                    </a:lnTo>
                    <a:lnTo>
                      <a:pt x="936" y="29"/>
                    </a:lnTo>
                    <a:lnTo>
                      <a:pt x="899" y="48"/>
                    </a:lnTo>
                    <a:lnTo>
                      <a:pt x="865" y="90"/>
                    </a:lnTo>
                    <a:lnTo>
                      <a:pt x="580" y="611"/>
                    </a:lnTo>
                    <a:lnTo>
                      <a:pt x="459" y="565"/>
                    </a:lnTo>
                    <a:lnTo>
                      <a:pt x="538" y="578"/>
                    </a:lnTo>
                    <a:lnTo>
                      <a:pt x="485" y="532"/>
                    </a:lnTo>
                    <a:lnTo>
                      <a:pt x="404" y="486"/>
                    </a:lnTo>
                    <a:lnTo>
                      <a:pt x="325" y="458"/>
                    </a:lnTo>
                    <a:lnTo>
                      <a:pt x="296" y="453"/>
                    </a:lnTo>
                    <a:lnTo>
                      <a:pt x="362" y="519"/>
                    </a:lnTo>
                    <a:lnTo>
                      <a:pt x="301" y="475"/>
                    </a:lnTo>
                    <a:lnTo>
                      <a:pt x="257" y="440"/>
                    </a:lnTo>
                    <a:lnTo>
                      <a:pt x="204" y="383"/>
                    </a:lnTo>
                    <a:lnTo>
                      <a:pt x="136" y="315"/>
                    </a:lnTo>
                    <a:lnTo>
                      <a:pt x="74" y="269"/>
                    </a:lnTo>
                    <a:lnTo>
                      <a:pt x="24" y="224"/>
                    </a:lnTo>
                    <a:lnTo>
                      <a:pt x="0" y="185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1" name="Freeform 514">
                <a:extLst>
                  <a:ext uri="{FF2B5EF4-FFF2-40B4-BE49-F238E27FC236}">
                    <a16:creationId xmlns:a16="http://schemas.microsoft.com/office/drawing/2014/main" id="{B1B05B56-E72C-814F-A442-378CD572A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95"/>
                <a:ext cx="36" cy="44"/>
              </a:xfrm>
              <a:custGeom>
                <a:avLst/>
                <a:gdLst>
                  <a:gd name="T0" fmla="*/ 0 w 281"/>
                  <a:gd name="T1" fmla="*/ 0 h 354"/>
                  <a:gd name="T2" fmla="*/ 0 w 281"/>
                  <a:gd name="T3" fmla="*/ 0 h 354"/>
                  <a:gd name="T4" fmla="*/ 0 w 281"/>
                  <a:gd name="T5" fmla="*/ 0 h 354"/>
                  <a:gd name="T6" fmla="*/ 0 w 281"/>
                  <a:gd name="T7" fmla="*/ 0 h 354"/>
                  <a:gd name="T8" fmla="*/ 0 w 281"/>
                  <a:gd name="T9" fmla="*/ 0 h 354"/>
                  <a:gd name="T10" fmla="*/ 0 w 281"/>
                  <a:gd name="T11" fmla="*/ 0 h 354"/>
                  <a:gd name="T12" fmla="*/ 0 w 281"/>
                  <a:gd name="T13" fmla="*/ 0 h 354"/>
                  <a:gd name="T14" fmla="*/ 0 w 281"/>
                  <a:gd name="T15" fmla="*/ 0 h 354"/>
                  <a:gd name="T16" fmla="*/ 0 w 281"/>
                  <a:gd name="T17" fmla="*/ 0 h 3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1"/>
                  <a:gd name="T28" fmla="*/ 0 h 354"/>
                  <a:gd name="T29" fmla="*/ 281 w 281"/>
                  <a:gd name="T30" fmla="*/ 354 h 35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1" h="354">
                    <a:moveTo>
                      <a:pt x="0" y="338"/>
                    </a:moveTo>
                    <a:lnTo>
                      <a:pt x="199" y="42"/>
                    </a:lnTo>
                    <a:lnTo>
                      <a:pt x="228" y="17"/>
                    </a:lnTo>
                    <a:lnTo>
                      <a:pt x="254" y="0"/>
                    </a:lnTo>
                    <a:lnTo>
                      <a:pt x="281" y="6"/>
                    </a:lnTo>
                    <a:lnTo>
                      <a:pt x="241" y="22"/>
                    </a:lnTo>
                    <a:lnTo>
                      <a:pt x="206" y="54"/>
                    </a:lnTo>
                    <a:lnTo>
                      <a:pt x="4" y="354"/>
                    </a:lnTo>
                    <a:lnTo>
                      <a:pt x="0" y="3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2" name="Freeform 515">
                <a:extLst>
                  <a:ext uri="{FF2B5EF4-FFF2-40B4-BE49-F238E27FC236}">
                    <a16:creationId xmlns:a16="http://schemas.microsoft.com/office/drawing/2014/main" id="{8C83CAE9-8395-364F-96A3-0B5230C5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40"/>
                <a:ext cx="87" cy="30"/>
              </a:xfrm>
              <a:custGeom>
                <a:avLst/>
                <a:gdLst>
                  <a:gd name="T0" fmla="*/ 0 w 696"/>
                  <a:gd name="T1" fmla="*/ 0 h 242"/>
                  <a:gd name="T2" fmla="*/ 0 w 696"/>
                  <a:gd name="T3" fmla="*/ 0 h 242"/>
                  <a:gd name="T4" fmla="*/ 0 w 696"/>
                  <a:gd name="T5" fmla="*/ 0 h 242"/>
                  <a:gd name="T6" fmla="*/ 0 w 696"/>
                  <a:gd name="T7" fmla="*/ 0 h 242"/>
                  <a:gd name="T8" fmla="*/ 0 w 696"/>
                  <a:gd name="T9" fmla="*/ 0 h 242"/>
                  <a:gd name="T10" fmla="*/ 0 w 696"/>
                  <a:gd name="T11" fmla="*/ 0 h 242"/>
                  <a:gd name="T12" fmla="*/ 0 w 696"/>
                  <a:gd name="T13" fmla="*/ 0 h 242"/>
                  <a:gd name="T14" fmla="*/ 0 w 696"/>
                  <a:gd name="T15" fmla="*/ 0 h 242"/>
                  <a:gd name="T16" fmla="*/ 0 w 696"/>
                  <a:gd name="T17" fmla="*/ 0 h 242"/>
                  <a:gd name="T18" fmla="*/ 0 w 696"/>
                  <a:gd name="T19" fmla="*/ 0 h 242"/>
                  <a:gd name="T20" fmla="*/ 0 w 696"/>
                  <a:gd name="T21" fmla="*/ 0 h 242"/>
                  <a:gd name="T22" fmla="*/ 0 w 696"/>
                  <a:gd name="T23" fmla="*/ 0 h 242"/>
                  <a:gd name="T24" fmla="*/ 0 w 696"/>
                  <a:gd name="T25" fmla="*/ 0 h 242"/>
                  <a:gd name="T26" fmla="*/ 0 w 696"/>
                  <a:gd name="T27" fmla="*/ 0 h 242"/>
                  <a:gd name="T28" fmla="*/ 0 w 696"/>
                  <a:gd name="T29" fmla="*/ 0 h 242"/>
                  <a:gd name="T30" fmla="*/ 0 w 696"/>
                  <a:gd name="T31" fmla="*/ 0 h 242"/>
                  <a:gd name="T32" fmla="*/ 0 w 696"/>
                  <a:gd name="T33" fmla="*/ 0 h 242"/>
                  <a:gd name="T34" fmla="*/ 0 w 696"/>
                  <a:gd name="T35" fmla="*/ 0 h 242"/>
                  <a:gd name="T36" fmla="*/ 0 w 696"/>
                  <a:gd name="T37" fmla="*/ 0 h 242"/>
                  <a:gd name="T38" fmla="*/ 0 w 696"/>
                  <a:gd name="T39" fmla="*/ 0 h 242"/>
                  <a:gd name="T40" fmla="*/ 0 w 696"/>
                  <a:gd name="T41" fmla="*/ 0 h 242"/>
                  <a:gd name="T42" fmla="*/ 0 w 696"/>
                  <a:gd name="T43" fmla="*/ 0 h 242"/>
                  <a:gd name="T44" fmla="*/ 0 w 696"/>
                  <a:gd name="T45" fmla="*/ 0 h 242"/>
                  <a:gd name="T46" fmla="*/ 0 w 696"/>
                  <a:gd name="T47" fmla="*/ 0 h 242"/>
                  <a:gd name="T48" fmla="*/ 0 w 696"/>
                  <a:gd name="T49" fmla="*/ 0 h 242"/>
                  <a:gd name="T50" fmla="*/ 0 w 696"/>
                  <a:gd name="T51" fmla="*/ 0 h 242"/>
                  <a:gd name="T52" fmla="*/ 0 w 696"/>
                  <a:gd name="T53" fmla="*/ 0 h 242"/>
                  <a:gd name="T54" fmla="*/ 0 w 696"/>
                  <a:gd name="T55" fmla="*/ 0 h 242"/>
                  <a:gd name="T56" fmla="*/ 0 w 696"/>
                  <a:gd name="T57" fmla="*/ 0 h 242"/>
                  <a:gd name="T58" fmla="*/ 0 w 696"/>
                  <a:gd name="T59" fmla="*/ 0 h 242"/>
                  <a:gd name="T60" fmla="*/ 0 w 696"/>
                  <a:gd name="T61" fmla="*/ 0 h 242"/>
                  <a:gd name="T62" fmla="*/ 0 w 696"/>
                  <a:gd name="T63" fmla="*/ 0 h 242"/>
                  <a:gd name="T64" fmla="*/ 0 w 696"/>
                  <a:gd name="T65" fmla="*/ 0 h 242"/>
                  <a:gd name="T66" fmla="*/ 0 w 696"/>
                  <a:gd name="T67" fmla="*/ 0 h 242"/>
                  <a:gd name="T68" fmla="*/ 0 w 696"/>
                  <a:gd name="T69" fmla="*/ 0 h 242"/>
                  <a:gd name="T70" fmla="*/ 0 w 696"/>
                  <a:gd name="T71" fmla="*/ 0 h 242"/>
                  <a:gd name="T72" fmla="*/ 0 w 696"/>
                  <a:gd name="T73" fmla="*/ 0 h 2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96"/>
                  <a:gd name="T112" fmla="*/ 0 h 242"/>
                  <a:gd name="T113" fmla="*/ 696 w 696"/>
                  <a:gd name="T114" fmla="*/ 242 h 24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96" h="242">
                    <a:moveTo>
                      <a:pt x="0" y="242"/>
                    </a:moveTo>
                    <a:lnTo>
                      <a:pt x="39" y="215"/>
                    </a:lnTo>
                    <a:lnTo>
                      <a:pt x="81" y="180"/>
                    </a:lnTo>
                    <a:lnTo>
                      <a:pt x="131" y="111"/>
                    </a:lnTo>
                    <a:lnTo>
                      <a:pt x="156" y="69"/>
                    </a:lnTo>
                    <a:lnTo>
                      <a:pt x="180" y="49"/>
                    </a:lnTo>
                    <a:lnTo>
                      <a:pt x="208" y="31"/>
                    </a:lnTo>
                    <a:lnTo>
                      <a:pt x="248" y="21"/>
                    </a:lnTo>
                    <a:lnTo>
                      <a:pt x="369" y="0"/>
                    </a:lnTo>
                    <a:lnTo>
                      <a:pt x="439" y="3"/>
                    </a:lnTo>
                    <a:lnTo>
                      <a:pt x="527" y="40"/>
                    </a:lnTo>
                    <a:lnTo>
                      <a:pt x="592" y="88"/>
                    </a:lnTo>
                    <a:lnTo>
                      <a:pt x="696" y="137"/>
                    </a:lnTo>
                    <a:lnTo>
                      <a:pt x="617" y="125"/>
                    </a:lnTo>
                    <a:lnTo>
                      <a:pt x="564" y="106"/>
                    </a:lnTo>
                    <a:lnTo>
                      <a:pt x="527" y="86"/>
                    </a:lnTo>
                    <a:lnTo>
                      <a:pt x="483" y="75"/>
                    </a:lnTo>
                    <a:lnTo>
                      <a:pt x="459" y="79"/>
                    </a:lnTo>
                    <a:lnTo>
                      <a:pt x="435" y="150"/>
                    </a:lnTo>
                    <a:lnTo>
                      <a:pt x="384" y="211"/>
                    </a:lnTo>
                    <a:lnTo>
                      <a:pt x="421" y="152"/>
                    </a:lnTo>
                    <a:lnTo>
                      <a:pt x="447" y="69"/>
                    </a:lnTo>
                    <a:lnTo>
                      <a:pt x="447" y="49"/>
                    </a:lnTo>
                    <a:lnTo>
                      <a:pt x="430" y="28"/>
                    </a:lnTo>
                    <a:lnTo>
                      <a:pt x="384" y="16"/>
                    </a:lnTo>
                    <a:lnTo>
                      <a:pt x="329" y="21"/>
                    </a:lnTo>
                    <a:lnTo>
                      <a:pt x="313" y="44"/>
                    </a:lnTo>
                    <a:lnTo>
                      <a:pt x="343" y="222"/>
                    </a:lnTo>
                    <a:lnTo>
                      <a:pt x="325" y="222"/>
                    </a:lnTo>
                    <a:lnTo>
                      <a:pt x="256" y="198"/>
                    </a:lnTo>
                    <a:lnTo>
                      <a:pt x="195" y="174"/>
                    </a:lnTo>
                    <a:lnTo>
                      <a:pt x="164" y="150"/>
                    </a:lnTo>
                    <a:lnTo>
                      <a:pt x="145" y="137"/>
                    </a:lnTo>
                    <a:lnTo>
                      <a:pt x="108" y="174"/>
                    </a:lnTo>
                    <a:lnTo>
                      <a:pt x="67" y="210"/>
                    </a:lnTo>
                    <a:lnTo>
                      <a:pt x="25" y="231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3" name="Freeform 516">
                <a:extLst>
                  <a:ext uri="{FF2B5EF4-FFF2-40B4-BE49-F238E27FC236}">
                    <a16:creationId xmlns:a16="http://schemas.microsoft.com/office/drawing/2014/main" id="{B2F4B987-C43B-0940-B809-FB6D03D08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594"/>
                <a:ext cx="49" cy="55"/>
              </a:xfrm>
              <a:custGeom>
                <a:avLst/>
                <a:gdLst>
                  <a:gd name="T0" fmla="*/ 0 w 385"/>
                  <a:gd name="T1" fmla="*/ 0 h 439"/>
                  <a:gd name="T2" fmla="*/ 0 w 385"/>
                  <a:gd name="T3" fmla="*/ 0 h 439"/>
                  <a:gd name="T4" fmla="*/ 0 w 385"/>
                  <a:gd name="T5" fmla="*/ 0 h 439"/>
                  <a:gd name="T6" fmla="*/ 0 w 385"/>
                  <a:gd name="T7" fmla="*/ 0 h 439"/>
                  <a:gd name="T8" fmla="*/ 0 w 385"/>
                  <a:gd name="T9" fmla="*/ 0 h 439"/>
                  <a:gd name="T10" fmla="*/ 0 w 385"/>
                  <a:gd name="T11" fmla="*/ 0 h 439"/>
                  <a:gd name="T12" fmla="*/ 0 w 385"/>
                  <a:gd name="T13" fmla="*/ 0 h 439"/>
                  <a:gd name="T14" fmla="*/ 0 w 385"/>
                  <a:gd name="T15" fmla="*/ 0 h 439"/>
                  <a:gd name="T16" fmla="*/ 0 w 385"/>
                  <a:gd name="T17" fmla="*/ 0 h 439"/>
                  <a:gd name="T18" fmla="*/ 0 w 385"/>
                  <a:gd name="T19" fmla="*/ 0 h 439"/>
                  <a:gd name="T20" fmla="*/ 0 w 385"/>
                  <a:gd name="T21" fmla="*/ 0 h 439"/>
                  <a:gd name="T22" fmla="*/ 0 w 385"/>
                  <a:gd name="T23" fmla="*/ 0 h 439"/>
                  <a:gd name="T24" fmla="*/ 0 w 385"/>
                  <a:gd name="T25" fmla="*/ 0 h 439"/>
                  <a:gd name="T26" fmla="*/ 0 w 385"/>
                  <a:gd name="T27" fmla="*/ 0 h 439"/>
                  <a:gd name="T28" fmla="*/ 0 w 385"/>
                  <a:gd name="T29" fmla="*/ 0 h 439"/>
                  <a:gd name="T30" fmla="*/ 0 w 385"/>
                  <a:gd name="T31" fmla="*/ 0 h 439"/>
                  <a:gd name="T32" fmla="*/ 0 w 385"/>
                  <a:gd name="T33" fmla="*/ 0 h 439"/>
                  <a:gd name="T34" fmla="*/ 0 w 385"/>
                  <a:gd name="T35" fmla="*/ 0 h 439"/>
                  <a:gd name="T36" fmla="*/ 0 w 385"/>
                  <a:gd name="T37" fmla="*/ 0 h 4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85"/>
                  <a:gd name="T58" fmla="*/ 0 h 439"/>
                  <a:gd name="T59" fmla="*/ 385 w 385"/>
                  <a:gd name="T60" fmla="*/ 439 h 4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85" h="439">
                    <a:moveTo>
                      <a:pt x="0" y="0"/>
                    </a:moveTo>
                    <a:lnTo>
                      <a:pt x="40" y="55"/>
                    </a:lnTo>
                    <a:lnTo>
                      <a:pt x="63" y="111"/>
                    </a:lnTo>
                    <a:lnTo>
                      <a:pt x="86" y="256"/>
                    </a:lnTo>
                    <a:lnTo>
                      <a:pt x="75" y="439"/>
                    </a:lnTo>
                    <a:lnTo>
                      <a:pt x="114" y="274"/>
                    </a:lnTo>
                    <a:lnTo>
                      <a:pt x="148" y="189"/>
                    </a:lnTo>
                    <a:lnTo>
                      <a:pt x="204" y="107"/>
                    </a:lnTo>
                    <a:lnTo>
                      <a:pt x="235" y="111"/>
                    </a:lnTo>
                    <a:lnTo>
                      <a:pt x="211" y="256"/>
                    </a:lnTo>
                    <a:lnTo>
                      <a:pt x="215" y="292"/>
                    </a:lnTo>
                    <a:lnTo>
                      <a:pt x="385" y="74"/>
                    </a:lnTo>
                    <a:lnTo>
                      <a:pt x="310" y="26"/>
                    </a:lnTo>
                    <a:lnTo>
                      <a:pt x="252" y="67"/>
                    </a:lnTo>
                    <a:lnTo>
                      <a:pt x="204" y="58"/>
                    </a:lnTo>
                    <a:lnTo>
                      <a:pt x="112" y="81"/>
                    </a:lnTo>
                    <a:lnTo>
                      <a:pt x="81" y="81"/>
                    </a:lnTo>
                    <a:lnTo>
                      <a:pt x="37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4" name="Freeform 517">
                <a:extLst>
                  <a:ext uri="{FF2B5EF4-FFF2-40B4-BE49-F238E27FC236}">
                    <a16:creationId xmlns:a16="http://schemas.microsoft.com/office/drawing/2014/main" id="{B752F86A-6F7A-7341-88DB-89A29B792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4"/>
                <a:ext cx="103" cy="290"/>
              </a:xfrm>
              <a:custGeom>
                <a:avLst/>
                <a:gdLst>
                  <a:gd name="T0" fmla="*/ 0 w 819"/>
                  <a:gd name="T1" fmla="*/ 0 h 2318"/>
                  <a:gd name="T2" fmla="*/ 0 w 819"/>
                  <a:gd name="T3" fmla="*/ 0 h 2318"/>
                  <a:gd name="T4" fmla="*/ 0 w 819"/>
                  <a:gd name="T5" fmla="*/ 0 h 2318"/>
                  <a:gd name="T6" fmla="*/ 0 w 819"/>
                  <a:gd name="T7" fmla="*/ 0 h 2318"/>
                  <a:gd name="T8" fmla="*/ 0 w 819"/>
                  <a:gd name="T9" fmla="*/ 0 h 2318"/>
                  <a:gd name="T10" fmla="*/ 0 w 819"/>
                  <a:gd name="T11" fmla="*/ 0 h 2318"/>
                  <a:gd name="T12" fmla="*/ 0 w 819"/>
                  <a:gd name="T13" fmla="*/ 0 h 2318"/>
                  <a:gd name="T14" fmla="*/ 0 w 819"/>
                  <a:gd name="T15" fmla="*/ 0 h 2318"/>
                  <a:gd name="T16" fmla="*/ 0 w 819"/>
                  <a:gd name="T17" fmla="*/ 0 h 2318"/>
                  <a:gd name="T18" fmla="*/ 0 w 819"/>
                  <a:gd name="T19" fmla="*/ 0 h 2318"/>
                  <a:gd name="T20" fmla="*/ 0 w 819"/>
                  <a:gd name="T21" fmla="*/ 0 h 2318"/>
                  <a:gd name="T22" fmla="*/ 0 w 819"/>
                  <a:gd name="T23" fmla="*/ 0 h 2318"/>
                  <a:gd name="T24" fmla="*/ 0 w 819"/>
                  <a:gd name="T25" fmla="*/ 0 h 2318"/>
                  <a:gd name="T26" fmla="*/ 0 w 819"/>
                  <a:gd name="T27" fmla="*/ 0 h 2318"/>
                  <a:gd name="T28" fmla="*/ 0 w 819"/>
                  <a:gd name="T29" fmla="*/ 0 h 2318"/>
                  <a:gd name="T30" fmla="*/ 0 w 819"/>
                  <a:gd name="T31" fmla="*/ 0 h 2318"/>
                  <a:gd name="T32" fmla="*/ 0 w 819"/>
                  <a:gd name="T33" fmla="*/ 0 h 2318"/>
                  <a:gd name="T34" fmla="*/ 0 w 819"/>
                  <a:gd name="T35" fmla="*/ 0 h 2318"/>
                  <a:gd name="T36" fmla="*/ 0 w 819"/>
                  <a:gd name="T37" fmla="*/ 0 h 2318"/>
                  <a:gd name="T38" fmla="*/ 0 w 819"/>
                  <a:gd name="T39" fmla="*/ 0 h 2318"/>
                  <a:gd name="T40" fmla="*/ 0 w 819"/>
                  <a:gd name="T41" fmla="*/ 0 h 2318"/>
                  <a:gd name="T42" fmla="*/ 0 w 819"/>
                  <a:gd name="T43" fmla="*/ 0 h 2318"/>
                  <a:gd name="T44" fmla="*/ 0 w 819"/>
                  <a:gd name="T45" fmla="*/ 0 h 2318"/>
                  <a:gd name="T46" fmla="*/ 0 w 819"/>
                  <a:gd name="T47" fmla="*/ 0 h 2318"/>
                  <a:gd name="T48" fmla="*/ 0 w 819"/>
                  <a:gd name="T49" fmla="*/ 0 h 2318"/>
                  <a:gd name="T50" fmla="*/ 0 w 819"/>
                  <a:gd name="T51" fmla="*/ 0 h 2318"/>
                  <a:gd name="T52" fmla="*/ 0 w 819"/>
                  <a:gd name="T53" fmla="*/ 0 h 2318"/>
                  <a:gd name="T54" fmla="*/ 0 w 819"/>
                  <a:gd name="T55" fmla="*/ 0 h 2318"/>
                  <a:gd name="T56" fmla="*/ 0 w 819"/>
                  <a:gd name="T57" fmla="*/ 0 h 2318"/>
                  <a:gd name="T58" fmla="*/ 0 w 819"/>
                  <a:gd name="T59" fmla="*/ 0 h 2318"/>
                  <a:gd name="T60" fmla="*/ 0 w 819"/>
                  <a:gd name="T61" fmla="*/ 0 h 2318"/>
                  <a:gd name="T62" fmla="*/ 0 w 819"/>
                  <a:gd name="T63" fmla="*/ 0 h 2318"/>
                  <a:gd name="T64" fmla="*/ 0 w 819"/>
                  <a:gd name="T65" fmla="*/ 0 h 2318"/>
                  <a:gd name="T66" fmla="*/ 0 w 819"/>
                  <a:gd name="T67" fmla="*/ 0 h 23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19"/>
                  <a:gd name="T103" fmla="*/ 0 h 2318"/>
                  <a:gd name="T104" fmla="*/ 819 w 819"/>
                  <a:gd name="T105" fmla="*/ 2318 h 231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19" h="2318">
                    <a:moveTo>
                      <a:pt x="102" y="23"/>
                    </a:moveTo>
                    <a:lnTo>
                      <a:pt x="196" y="140"/>
                    </a:lnTo>
                    <a:lnTo>
                      <a:pt x="275" y="327"/>
                    </a:lnTo>
                    <a:lnTo>
                      <a:pt x="424" y="714"/>
                    </a:lnTo>
                    <a:lnTo>
                      <a:pt x="579" y="1265"/>
                    </a:lnTo>
                    <a:lnTo>
                      <a:pt x="712" y="1680"/>
                    </a:lnTo>
                    <a:lnTo>
                      <a:pt x="819" y="1925"/>
                    </a:lnTo>
                    <a:lnTo>
                      <a:pt x="660" y="2318"/>
                    </a:lnTo>
                    <a:lnTo>
                      <a:pt x="526" y="2190"/>
                    </a:lnTo>
                    <a:lnTo>
                      <a:pt x="252" y="1992"/>
                    </a:lnTo>
                    <a:lnTo>
                      <a:pt x="35" y="546"/>
                    </a:lnTo>
                    <a:lnTo>
                      <a:pt x="0" y="274"/>
                    </a:lnTo>
                    <a:lnTo>
                      <a:pt x="17" y="103"/>
                    </a:lnTo>
                    <a:lnTo>
                      <a:pt x="35" y="41"/>
                    </a:lnTo>
                    <a:lnTo>
                      <a:pt x="35" y="0"/>
                    </a:lnTo>
                    <a:lnTo>
                      <a:pt x="60" y="41"/>
                    </a:lnTo>
                    <a:lnTo>
                      <a:pt x="53" y="134"/>
                    </a:lnTo>
                    <a:lnTo>
                      <a:pt x="60" y="292"/>
                    </a:lnTo>
                    <a:lnTo>
                      <a:pt x="77" y="465"/>
                    </a:lnTo>
                    <a:lnTo>
                      <a:pt x="116" y="707"/>
                    </a:lnTo>
                    <a:lnTo>
                      <a:pt x="284" y="1487"/>
                    </a:lnTo>
                    <a:lnTo>
                      <a:pt x="343" y="1953"/>
                    </a:lnTo>
                    <a:lnTo>
                      <a:pt x="360" y="2010"/>
                    </a:lnTo>
                    <a:lnTo>
                      <a:pt x="512" y="2142"/>
                    </a:lnTo>
                    <a:lnTo>
                      <a:pt x="642" y="2252"/>
                    </a:lnTo>
                    <a:lnTo>
                      <a:pt x="734" y="2019"/>
                    </a:lnTo>
                    <a:lnTo>
                      <a:pt x="778" y="1925"/>
                    </a:lnTo>
                    <a:lnTo>
                      <a:pt x="651" y="1604"/>
                    </a:lnTo>
                    <a:lnTo>
                      <a:pt x="561" y="1296"/>
                    </a:lnTo>
                    <a:lnTo>
                      <a:pt x="433" y="863"/>
                    </a:lnTo>
                    <a:lnTo>
                      <a:pt x="351" y="555"/>
                    </a:lnTo>
                    <a:lnTo>
                      <a:pt x="235" y="239"/>
                    </a:lnTo>
                    <a:lnTo>
                      <a:pt x="162" y="116"/>
                    </a:lnTo>
                    <a:lnTo>
                      <a:pt x="10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5" name="Freeform 518">
                <a:extLst>
                  <a:ext uri="{FF2B5EF4-FFF2-40B4-BE49-F238E27FC236}">
                    <a16:creationId xmlns:a16="http://schemas.microsoft.com/office/drawing/2014/main" id="{EC3CB956-C059-4442-8F0F-AB2326861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55"/>
                <a:ext cx="283" cy="233"/>
              </a:xfrm>
              <a:custGeom>
                <a:avLst/>
                <a:gdLst>
                  <a:gd name="T0" fmla="*/ 0 w 2266"/>
                  <a:gd name="T1" fmla="*/ 0 h 1862"/>
                  <a:gd name="T2" fmla="*/ 0 w 2266"/>
                  <a:gd name="T3" fmla="*/ 0 h 1862"/>
                  <a:gd name="T4" fmla="*/ 0 w 2266"/>
                  <a:gd name="T5" fmla="*/ 0 h 1862"/>
                  <a:gd name="T6" fmla="*/ 0 w 2266"/>
                  <a:gd name="T7" fmla="*/ 0 h 1862"/>
                  <a:gd name="T8" fmla="*/ 0 w 2266"/>
                  <a:gd name="T9" fmla="*/ 0 h 1862"/>
                  <a:gd name="T10" fmla="*/ 0 w 2266"/>
                  <a:gd name="T11" fmla="*/ 0 h 1862"/>
                  <a:gd name="T12" fmla="*/ 0 w 2266"/>
                  <a:gd name="T13" fmla="*/ 0 h 1862"/>
                  <a:gd name="T14" fmla="*/ 0 w 2266"/>
                  <a:gd name="T15" fmla="*/ 0 h 1862"/>
                  <a:gd name="T16" fmla="*/ 0 w 2266"/>
                  <a:gd name="T17" fmla="*/ 0 h 1862"/>
                  <a:gd name="T18" fmla="*/ 0 w 2266"/>
                  <a:gd name="T19" fmla="*/ 0 h 1862"/>
                  <a:gd name="T20" fmla="*/ 0 w 2266"/>
                  <a:gd name="T21" fmla="*/ 0 h 1862"/>
                  <a:gd name="T22" fmla="*/ 0 w 2266"/>
                  <a:gd name="T23" fmla="*/ 0 h 1862"/>
                  <a:gd name="T24" fmla="*/ 0 w 2266"/>
                  <a:gd name="T25" fmla="*/ 0 h 1862"/>
                  <a:gd name="T26" fmla="*/ 0 w 2266"/>
                  <a:gd name="T27" fmla="*/ 0 h 1862"/>
                  <a:gd name="T28" fmla="*/ 0 w 2266"/>
                  <a:gd name="T29" fmla="*/ 0 h 1862"/>
                  <a:gd name="T30" fmla="*/ 0 w 2266"/>
                  <a:gd name="T31" fmla="*/ 0 h 1862"/>
                  <a:gd name="T32" fmla="*/ 0 w 2266"/>
                  <a:gd name="T33" fmla="*/ 0 h 1862"/>
                  <a:gd name="T34" fmla="*/ 0 w 2266"/>
                  <a:gd name="T35" fmla="*/ 0 h 1862"/>
                  <a:gd name="T36" fmla="*/ 0 w 2266"/>
                  <a:gd name="T37" fmla="*/ 0 h 1862"/>
                  <a:gd name="T38" fmla="*/ 0 w 2266"/>
                  <a:gd name="T39" fmla="*/ 0 h 1862"/>
                  <a:gd name="T40" fmla="*/ 0 w 2266"/>
                  <a:gd name="T41" fmla="*/ 0 h 1862"/>
                  <a:gd name="T42" fmla="*/ 0 w 2266"/>
                  <a:gd name="T43" fmla="*/ 0 h 1862"/>
                  <a:gd name="T44" fmla="*/ 0 w 2266"/>
                  <a:gd name="T45" fmla="*/ 0 h 1862"/>
                  <a:gd name="T46" fmla="*/ 0 w 2266"/>
                  <a:gd name="T47" fmla="*/ 0 h 1862"/>
                  <a:gd name="T48" fmla="*/ 0 w 2266"/>
                  <a:gd name="T49" fmla="*/ 0 h 1862"/>
                  <a:gd name="T50" fmla="*/ 0 w 2266"/>
                  <a:gd name="T51" fmla="*/ 0 h 1862"/>
                  <a:gd name="T52" fmla="*/ 0 w 2266"/>
                  <a:gd name="T53" fmla="*/ 0 h 1862"/>
                  <a:gd name="T54" fmla="*/ 0 w 2266"/>
                  <a:gd name="T55" fmla="*/ 0 h 1862"/>
                  <a:gd name="T56" fmla="*/ 0 w 2266"/>
                  <a:gd name="T57" fmla="*/ 0 h 1862"/>
                  <a:gd name="T58" fmla="*/ 0 w 2266"/>
                  <a:gd name="T59" fmla="*/ 0 h 1862"/>
                  <a:gd name="T60" fmla="*/ 0 w 2266"/>
                  <a:gd name="T61" fmla="*/ 0 h 1862"/>
                  <a:gd name="T62" fmla="*/ 0 w 2266"/>
                  <a:gd name="T63" fmla="*/ 0 h 1862"/>
                  <a:gd name="T64" fmla="*/ 0 w 2266"/>
                  <a:gd name="T65" fmla="*/ 0 h 1862"/>
                  <a:gd name="T66" fmla="*/ 0 w 2266"/>
                  <a:gd name="T67" fmla="*/ 0 h 1862"/>
                  <a:gd name="T68" fmla="*/ 0 w 2266"/>
                  <a:gd name="T69" fmla="*/ 0 h 1862"/>
                  <a:gd name="T70" fmla="*/ 0 w 2266"/>
                  <a:gd name="T71" fmla="*/ 0 h 1862"/>
                  <a:gd name="T72" fmla="*/ 0 w 2266"/>
                  <a:gd name="T73" fmla="*/ 0 h 18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66"/>
                  <a:gd name="T112" fmla="*/ 0 h 1862"/>
                  <a:gd name="T113" fmla="*/ 2266 w 2266"/>
                  <a:gd name="T114" fmla="*/ 1862 h 186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66" h="1862">
                    <a:moveTo>
                      <a:pt x="947" y="954"/>
                    </a:moveTo>
                    <a:lnTo>
                      <a:pt x="1211" y="1046"/>
                    </a:lnTo>
                    <a:lnTo>
                      <a:pt x="1455" y="1180"/>
                    </a:lnTo>
                    <a:lnTo>
                      <a:pt x="1630" y="1244"/>
                    </a:lnTo>
                    <a:lnTo>
                      <a:pt x="1747" y="1362"/>
                    </a:lnTo>
                    <a:lnTo>
                      <a:pt x="1925" y="1436"/>
                    </a:lnTo>
                    <a:lnTo>
                      <a:pt x="1914" y="1348"/>
                    </a:lnTo>
                    <a:lnTo>
                      <a:pt x="1764" y="1189"/>
                    </a:lnTo>
                    <a:lnTo>
                      <a:pt x="1582" y="1055"/>
                    </a:lnTo>
                    <a:lnTo>
                      <a:pt x="1854" y="1194"/>
                    </a:lnTo>
                    <a:lnTo>
                      <a:pt x="1905" y="908"/>
                    </a:lnTo>
                    <a:lnTo>
                      <a:pt x="1815" y="921"/>
                    </a:lnTo>
                    <a:lnTo>
                      <a:pt x="1747" y="908"/>
                    </a:lnTo>
                    <a:lnTo>
                      <a:pt x="1663" y="855"/>
                    </a:lnTo>
                    <a:lnTo>
                      <a:pt x="1738" y="839"/>
                    </a:lnTo>
                    <a:lnTo>
                      <a:pt x="1815" y="765"/>
                    </a:lnTo>
                    <a:lnTo>
                      <a:pt x="1863" y="682"/>
                    </a:lnTo>
                    <a:lnTo>
                      <a:pt x="1905" y="506"/>
                    </a:lnTo>
                    <a:lnTo>
                      <a:pt x="1914" y="273"/>
                    </a:lnTo>
                    <a:lnTo>
                      <a:pt x="1872" y="0"/>
                    </a:lnTo>
                    <a:lnTo>
                      <a:pt x="2048" y="168"/>
                    </a:lnTo>
                    <a:lnTo>
                      <a:pt x="2131" y="308"/>
                    </a:lnTo>
                    <a:lnTo>
                      <a:pt x="2110" y="325"/>
                    </a:lnTo>
                    <a:lnTo>
                      <a:pt x="1988" y="242"/>
                    </a:lnTo>
                    <a:lnTo>
                      <a:pt x="2013" y="541"/>
                    </a:lnTo>
                    <a:lnTo>
                      <a:pt x="2165" y="839"/>
                    </a:lnTo>
                    <a:lnTo>
                      <a:pt x="2206" y="1014"/>
                    </a:lnTo>
                    <a:lnTo>
                      <a:pt x="2149" y="1079"/>
                    </a:lnTo>
                    <a:lnTo>
                      <a:pt x="2156" y="1180"/>
                    </a:lnTo>
                    <a:lnTo>
                      <a:pt x="2266" y="1348"/>
                    </a:lnTo>
                    <a:lnTo>
                      <a:pt x="2266" y="1398"/>
                    </a:lnTo>
                    <a:lnTo>
                      <a:pt x="2215" y="1459"/>
                    </a:lnTo>
                    <a:lnTo>
                      <a:pt x="2013" y="1593"/>
                    </a:lnTo>
                    <a:lnTo>
                      <a:pt x="1896" y="1680"/>
                    </a:lnTo>
                    <a:lnTo>
                      <a:pt x="1738" y="1862"/>
                    </a:lnTo>
                    <a:lnTo>
                      <a:pt x="1496" y="1862"/>
                    </a:lnTo>
                    <a:lnTo>
                      <a:pt x="1444" y="1833"/>
                    </a:lnTo>
                    <a:lnTo>
                      <a:pt x="1356" y="1824"/>
                    </a:lnTo>
                    <a:lnTo>
                      <a:pt x="1305" y="1862"/>
                    </a:lnTo>
                    <a:lnTo>
                      <a:pt x="0" y="1862"/>
                    </a:lnTo>
                    <a:lnTo>
                      <a:pt x="169" y="1752"/>
                    </a:lnTo>
                    <a:lnTo>
                      <a:pt x="344" y="1662"/>
                    </a:lnTo>
                    <a:lnTo>
                      <a:pt x="542" y="1578"/>
                    </a:lnTo>
                    <a:lnTo>
                      <a:pt x="747" y="1512"/>
                    </a:lnTo>
                    <a:lnTo>
                      <a:pt x="830" y="1496"/>
                    </a:lnTo>
                    <a:lnTo>
                      <a:pt x="865" y="1545"/>
                    </a:lnTo>
                    <a:lnTo>
                      <a:pt x="837" y="1668"/>
                    </a:lnTo>
                    <a:lnTo>
                      <a:pt x="877" y="1721"/>
                    </a:lnTo>
                    <a:lnTo>
                      <a:pt x="1178" y="1680"/>
                    </a:lnTo>
                    <a:lnTo>
                      <a:pt x="1187" y="1653"/>
                    </a:lnTo>
                    <a:lnTo>
                      <a:pt x="1174" y="1629"/>
                    </a:lnTo>
                    <a:lnTo>
                      <a:pt x="947" y="1653"/>
                    </a:lnTo>
                    <a:lnTo>
                      <a:pt x="911" y="1635"/>
                    </a:lnTo>
                    <a:lnTo>
                      <a:pt x="906" y="1545"/>
                    </a:lnTo>
                    <a:lnTo>
                      <a:pt x="964" y="1503"/>
                    </a:lnTo>
                    <a:lnTo>
                      <a:pt x="994" y="1539"/>
                    </a:lnTo>
                    <a:lnTo>
                      <a:pt x="1037" y="1593"/>
                    </a:lnTo>
                    <a:lnTo>
                      <a:pt x="1103" y="1593"/>
                    </a:lnTo>
                    <a:lnTo>
                      <a:pt x="1139" y="1521"/>
                    </a:lnTo>
                    <a:lnTo>
                      <a:pt x="1019" y="1479"/>
                    </a:lnTo>
                    <a:lnTo>
                      <a:pt x="969" y="1470"/>
                    </a:lnTo>
                    <a:lnTo>
                      <a:pt x="1156" y="1459"/>
                    </a:lnTo>
                    <a:lnTo>
                      <a:pt x="1428" y="1452"/>
                    </a:lnTo>
                    <a:lnTo>
                      <a:pt x="1571" y="1459"/>
                    </a:lnTo>
                    <a:lnTo>
                      <a:pt x="1413" y="1398"/>
                    </a:lnTo>
                    <a:lnTo>
                      <a:pt x="1331" y="1319"/>
                    </a:lnTo>
                    <a:lnTo>
                      <a:pt x="1437" y="1353"/>
                    </a:lnTo>
                    <a:lnTo>
                      <a:pt x="1707" y="1459"/>
                    </a:lnTo>
                    <a:lnTo>
                      <a:pt x="1848" y="1479"/>
                    </a:lnTo>
                    <a:lnTo>
                      <a:pt x="1531" y="1256"/>
                    </a:lnTo>
                    <a:lnTo>
                      <a:pt x="1266" y="1106"/>
                    </a:lnTo>
                    <a:lnTo>
                      <a:pt x="1095" y="1064"/>
                    </a:lnTo>
                    <a:lnTo>
                      <a:pt x="1037" y="1002"/>
                    </a:lnTo>
                    <a:lnTo>
                      <a:pt x="947" y="9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6" name="Freeform 519">
                <a:extLst>
                  <a:ext uri="{FF2B5EF4-FFF2-40B4-BE49-F238E27FC236}">
                    <a16:creationId xmlns:a16="http://schemas.microsoft.com/office/drawing/2014/main" id="{40D7903B-17D8-BA46-BF0D-FF5D4D19E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595"/>
                <a:ext cx="55" cy="25"/>
              </a:xfrm>
              <a:custGeom>
                <a:avLst/>
                <a:gdLst>
                  <a:gd name="T0" fmla="*/ 0 w 443"/>
                  <a:gd name="T1" fmla="*/ 0 h 201"/>
                  <a:gd name="T2" fmla="*/ 0 w 443"/>
                  <a:gd name="T3" fmla="*/ 0 h 201"/>
                  <a:gd name="T4" fmla="*/ 0 w 443"/>
                  <a:gd name="T5" fmla="*/ 0 h 201"/>
                  <a:gd name="T6" fmla="*/ 0 w 443"/>
                  <a:gd name="T7" fmla="*/ 0 h 201"/>
                  <a:gd name="T8" fmla="*/ 0 w 443"/>
                  <a:gd name="T9" fmla="*/ 0 h 201"/>
                  <a:gd name="T10" fmla="*/ 0 w 443"/>
                  <a:gd name="T11" fmla="*/ 0 h 201"/>
                  <a:gd name="T12" fmla="*/ 0 w 443"/>
                  <a:gd name="T13" fmla="*/ 0 h 201"/>
                  <a:gd name="T14" fmla="*/ 0 w 443"/>
                  <a:gd name="T15" fmla="*/ 0 h 201"/>
                  <a:gd name="T16" fmla="*/ 0 w 443"/>
                  <a:gd name="T17" fmla="*/ 0 h 201"/>
                  <a:gd name="T18" fmla="*/ 0 w 443"/>
                  <a:gd name="T19" fmla="*/ 0 h 201"/>
                  <a:gd name="T20" fmla="*/ 0 w 443"/>
                  <a:gd name="T21" fmla="*/ 0 h 2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43"/>
                  <a:gd name="T34" fmla="*/ 0 h 201"/>
                  <a:gd name="T35" fmla="*/ 443 w 443"/>
                  <a:gd name="T36" fmla="*/ 201 h 2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43" h="201">
                    <a:moveTo>
                      <a:pt x="0" y="69"/>
                    </a:moveTo>
                    <a:lnTo>
                      <a:pt x="0" y="201"/>
                    </a:lnTo>
                    <a:lnTo>
                      <a:pt x="236" y="46"/>
                    </a:lnTo>
                    <a:lnTo>
                      <a:pt x="261" y="69"/>
                    </a:lnTo>
                    <a:lnTo>
                      <a:pt x="351" y="78"/>
                    </a:lnTo>
                    <a:lnTo>
                      <a:pt x="443" y="19"/>
                    </a:lnTo>
                    <a:lnTo>
                      <a:pt x="342" y="51"/>
                    </a:lnTo>
                    <a:lnTo>
                      <a:pt x="287" y="46"/>
                    </a:lnTo>
                    <a:lnTo>
                      <a:pt x="236" y="0"/>
                    </a:lnTo>
                    <a:lnTo>
                      <a:pt x="134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7" name="Freeform 520">
                <a:extLst>
                  <a:ext uri="{FF2B5EF4-FFF2-40B4-BE49-F238E27FC236}">
                    <a16:creationId xmlns:a16="http://schemas.microsoft.com/office/drawing/2014/main" id="{3AAB9DF7-7F6D-3D4F-981E-FFE12A57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04"/>
                <a:ext cx="87" cy="135"/>
              </a:xfrm>
              <a:custGeom>
                <a:avLst/>
                <a:gdLst>
                  <a:gd name="T0" fmla="*/ 0 w 701"/>
                  <a:gd name="T1" fmla="*/ 0 h 1079"/>
                  <a:gd name="T2" fmla="*/ 0 w 701"/>
                  <a:gd name="T3" fmla="*/ 0 h 1079"/>
                  <a:gd name="T4" fmla="*/ 0 w 701"/>
                  <a:gd name="T5" fmla="*/ 0 h 1079"/>
                  <a:gd name="T6" fmla="*/ 0 w 701"/>
                  <a:gd name="T7" fmla="*/ 0 h 1079"/>
                  <a:gd name="T8" fmla="*/ 0 w 701"/>
                  <a:gd name="T9" fmla="*/ 0 h 1079"/>
                  <a:gd name="T10" fmla="*/ 0 w 701"/>
                  <a:gd name="T11" fmla="*/ 0 h 1079"/>
                  <a:gd name="T12" fmla="*/ 0 w 701"/>
                  <a:gd name="T13" fmla="*/ 0 h 1079"/>
                  <a:gd name="T14" fmla="*/ 0 w 701"/>
                  <a:gd name="T15" fmla="*/ 0 h 1079"/>
                  <a:gd name="T16" fmla="*/ 0 w 701"/>
                  <a:gd name="T17" fmla="*/ 0 h 1079"/>
                  <a:gd name="T18" fmla="*/ 0 w 701"/>
                  <a:gd name="T19" fmla="*/ 0 h 1079"/>
                  <a:gd name="T20" fmla="*/ 0 w 701"/>
                  <a:gd name="T21" fmla="*/ 0 h 1079"/>
                  <a:gd name="T22" fmla="*/ 0 w 701"/>
                  <a:gd name="T23" fmla="*/ 0 h 1079"/>
                  <a:gd name="T24" fmla="*/ 0 w 701"/>
                  <a:gd name="T25" fmla="*/ 0 h 1079"/>
                  <a:gd name="T26" fmla="*/ 0 w 701"/>
                  <a:gd name="T27" fmla="*/ 0 h 1079"/>
                  <a:gd name="T28" fmla="*/ 0 w 701"/>
                  <a:gd name="T29" fmla="*/ 0 h 10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1"/>
                  <a:gd name="T46" fmla="*/ 0 h 1079"/>
                  <a:gd name="T47" fmla="*/ 701 w 701"/>
                  <a:gd name="T48" fmla="*/ 1079 h 107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1" h="1079">
                    <a:moveTo>
                      <a:pt x="0" y="0"/>
                    </a:moveTo>
                    <a:lnTo>
                      <a:pt x="281" y="374"/>
                    </a:lnTo>
                    <a:lnTo>
                      <a:pt x="424" y="438"/>
                    </a:lnTo>
                    <a:lnTo>
                      <a:pt x="438" y="688"/>
                    </a:lnTo>
                    <a:lnTo>
                      <a:pt x="519" y="823"/>
                    </a:lnTo>
                    <a:lnTo>
                      <a:pt x="519" y="1079"/>
                    </a:lnTo>
                    <a:lnTo>
                      <a:pt x="551" y="1035"/>
                    </a:lnTo>
                    <a:lnTo>
                      <a:pt x="551" y="680"/>
                    </a:lnTo>
                    <a:lnTo>
                      <a:pt x="659" y="747"/>
                    </a:lnTo>
                    <a:lnTo>
                      <a:pt x="684" y="862"/>
                    </a:lnTo>
                    <a:lnTo>
                      <a:pt x="701" y="754"/>
                    </a:lnTo>
                    <a:lnTo>
                      <a:pt x="627" y="583"/>
                    </a:lnTo>
                    <a:lnTo>
                      <a:pt x="361" y="316"/>
                    </a:lnTo>
                    <a:lnTo>
                      <a:pt x="253" y="2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8" name="Freeform 521">
                <a:extLst>
                  <a:ext uri="{FF2B5EF4-FFF2-40B4-BE49-F238E27FC236}">
                    <a16:creationId xmlns:a16="http://schemas.microsoft.com/office/drawing/2014/main" id="{D7D7FDC0-9A3C-B541-93BF-5CEFB1C8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660"/>
                <a:ext cx="47" cy="66"/>
              </a:xfrm>
              <a:custGeom>
                <a:avLst/>
                <a:gdLst>
                  <a:gd name="T0" fmla="*/ 0 w 378"/>
                  <a:gd name="T1" fmla="*/ 0 h 533"/>
                  <a:gd name="T2" fmla="*/ 0 w 378"/>
                  <a:gd name="T3" fmla="*/ 0 h 533"/>
                  <a:gd name="T4" fmla="*/ 0 w 378"/>
                  <a:gd name="T5" fmla="*/ 0 h 533"/>
                  <a:gd name="T6" fmla="*/ 0 w 378"/>
                  <a:gd name="T7" fmla="*/ 0 h 533"/>
                  <a:gd name="T8" fmla="*/ 0 w 378"/>
                  <a:gd name="T9" fmla="*/ 0 h 533"/>
                  <a:gd name="T10" fmla="*/ 0 w 378"/>
                  <a:gd name="T11" fmla="*/ 0 h 533"/>
                  <a:gd name="T12" fmla="*/ 0 w 378"/>
                  <a:gd name="T13" fmla="*/ 0 h 533"/>
                  <a:gd name="T14" fmla="*/ 0 w 378"/>
                  <a:gd name="T15" fmla="*/ 0 h 533"/>
                  <a:gd name="T16" fmla="*/ 0 w 378"/>
                  <a:gd name="T17" fmla="*/ 0 h 533"/>
                  <a:gd name="T18" fmla="*/ 0 w 378"/>
                  <a:gd name="T19" fmla="*/ 0 h 5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8"/>
                  <a:gd name="T31" fmla="*/ 0 h 533"/>
                  <a:gd name="T32" fmla="*/ 378 w 378"/>
                  <a:gd name="T33" fmla="*/ 533 h 5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8" h="533">
                    <a:moveTo>
                      <a:pt x="0" y="257"/>
                    </a:moveTo>
                    <a:lnTo>
                      <a:pt x="70" y="107"/>
                    </a:lnTo>
                    <a:lnTo>
                      <a:pt x="143" y="98"/>
                    </a:lnTo>
                    <a:lnTo>
                      <a:pt x="235" y="118"/>
                    </a:lnTo>
                    <a:lnTo>
                      <a:pt x="253" y="0"/>
                    </a:lnTo>
                    <a:lnTo>
                      <a:pt x="378" y="533"/>
                    </a:lnTo>
                    <a:lnTo>
                      <a:pt x="235" y="272"/>
                    </a:lnTo>
                    <a:lnTo>
                      <a:pt x="166" y="233"/>
                    </a:lnTo>
                    <a:lnTo>
                      <a:pt x="83" y="222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29" name="Freeform 522">
                <a:extLst>
                  <a:ext uri="{FF2B5EF4-FFF2-40B4-BE49-F238E27FC236}">
                    <a16:creationId xmlns:a16="http://schemas.microsoft.com/office/drawing/2014/main" id="{2DD6A446-8815-7B4A-8242-0264717F1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707"/>
                <a:ext cx="90" cy="145"/>
              </a:xfrm>
              <a:custGeom>
                <a:avLst/>
                <a:gdLst>
                  <a:gd name="T0" fmla="*/ 0 w 717"/>
                  <a:gd name="T1" fmla="*/ 0 h 1161"/>
                  <a:gd name="T2" fmla="*/ 0 w 717"/>
                  <a:gd name="T3" fmla="*/ 0 h 1161"/>
                  <a:gd name="T4" fmla="*/ 0 w 717"/>
                  <a:gd name="T5" fmla="*/ 0 h 1161"/>
                  <a:gd name="T6" fmla="*/ 0 w 717"/>
                  <a:gd name="T7" fmla="*/ 0 h 1161"/>
                  <a:gd name="T8" fmla="*/ 0 w 717"/>
                  <a:gd name="T9" fmla="*/ 0 h 1161"/>
                  <a:gd name="T10" fmla="*/ 0 w 717"/>
                  <a:gd name="T11" fmla="*/ 0 h 1161"/>
                  <a:gd name="T12" fmla="*/ 0 w 717"/>
                  <a:gd name="T13" fmla="*/ 0 h 1161"/>
                  <a:gd name="T14" fmla="*/ 0 w 717"/>
                  <a:gd name="T15" fmla="*/ 0 h 1161"/>
                  <a:gd name="T16" fmla="*/ 0 w 717"/>
                  <a:gd name="T17" fmla="*/ 0 h 1161"/>
                  <a:gd name="T18" fmla="*/ 0 w 717"/>
                  <a:gd name="T19" fmla="*/ 0 h 1161"/>
                  <a:gd name="T20" fmla="*/ 0 w 717"/>
                  <a:gd name="T21" fmla="*/ 0 h 1161"/>
                  <a:gd name="T22" fmla="*/ 0 w 717"/>
                  <a:gd name="T23" fmla="*/ 0 h 1161"/>
                  <a:gd name="T24" fmla="*/ 0 w 717"/>
                  <a:gd name="T25" fmla="*/ 0 h 1161"/>
                  <a:gd name="T26" fmla="*/ 0 w 717"/>
                  <a:gd name="T27" fmla="*/ 0 h 1161"/>
                  <a:gd name="T28" fmla="*/ 0 w 717"/>
                  <a:gd name="T29" fmla="*/ 0 h 1161"/>
                  <a:gd name="T30" fmla="*/ 0 w 717"/>
                  <a:gd name="T31" fmla="*/ 0 h 1161"/>
                  <a:gd name="T32" fmla="*/ 0 w 717"/>
                  <a:gd name="T33" fmla="*/ 0 h 1161"/>
                  <a:gd name="T34" fmla="*/ 0 w 717"/>
                  <a:gd name="T35" fmla="*/ 0 h 1161"/>
                  <a:gd name="T36" fmla="*/ 0 w 717"/>
                  <a:gd name="T37" fmla="*/ 0 h 1161"/>
                  <a:gd name="T38" fmla="*/ 0 w 717"/>
                  <a:gd name="T39" fmla="*/ 0 h 1161"/>
                  <a:gd name="T40" fmla="*/ 0 w 717"/>
                  <a:gd name="T41" fmla="*/ 0 h 1161"/>
                  <a:gd name="T42" fmla="*/ 0 w 717"/>
                  <a:gd name="T43" fmla="*/ 0 h 1161"/>
                  <a:gd name="T44" fmla="*/ 0 w 717"/>
                  <a:gd name="T45" fmla="*/ 0 h 1161"/>
                  <a:gd name="T46" fmla="*/ 0 w 717"/>
                  <a:gd name="T47" fmla="*/ 0 h 1161"/>
                  <a:gd name="T48" fmla="*/ 0 w 717"/>
                  <a:gd name="T49" fmla="*/ 0 h 1161"/>
                  <a:gd name="T50" fmla="*/ 0 w 717"/>
                  <a:gd name="T51" fmla="*/ 0 h 1161"/>
                  <a:gd name="T52" fmla="*/ 0 w 717"/>
                  <a:gd name="T53" fmla="*/ 0 h 1161"/>
                  <a:gd name="T54" fmla="*/ 0 w 717"/>
                  <a:gd name="T55" fmla="*/ 0 h 1161"/>
                  <a:gd name="T56" fmla="*/ 0 w 717"/>
                  <a:gd name="T57" fmla="*/ 0 h 1161"/>
                  <a:gd name="T58" fmla="*/ 0 w 717"/>
                  <a:gd name="T59" fmla="*/ 0 h 1161"/>
                  <a:gd name="T60" fmla="*/ 0 w 717"/>
                  <a:gd name="T61" fmla="*/ 0 h 1161"/>
                  <a:gd name="T62" fmla="*/ 0 w 717"/>
                  <a:gd name="T63" fmla="*/ 0 h 1161"/>
                  <a:gd name="T64" fmla="*/ 0 w 717"/>
                  <a:gd name="T65" fmla="*/ 0 h 1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17"/>
                  <a:gd name="T100" fmla="*/ 0 h 1161"/>
                  <a:gd name="T101" fmla="*/ 717 w 717"/>
                  <a:gd name="T102" fmla="*/ 1161 h 1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17" h="1161">
                    <a:moveTo>
                      <a:pt x="261" y="0"/>
                    </a:moveTo>
                    <a:lnTo>
                      <a:pt x="252" y="99"/>
                    </a:lnTo>
                    <a:lnTo>
                      <a:pt x="177" y="240"/>
                    </a:lnTo>
                    <a:lnTo>
                      <a:pt x="76" y="390"/>
                    </a:lnTo>
                    <a:lnTo>
                      <a:pt x="34" y="509"/>
                    </a:lnTo>
                    <a:lnTo>
                      <a:pt x="34" y="572"/>
                    </a:lnTo>
                    <a:lnTo>
                      <a:pt x="67" y="656"/>
                    </a:lnTo>
                    <a:lnTo>
                      <a:pt x="94" y="724"/>
                    </a:lnTo>
                    <a:lnTo>
                      <a:pt x="0" y="724"/>
                    </a:lnTo>
                    <a:lnTo>
                      <a:pt x="127" y="763"/>
                    </a:lnTo>
                    <a:lnTo>
                      <a:pt x="177" y="889"/>
                    </a:lnTo>
                    <a:lnTo>
                      <a:pt x="325" y="889"/>
                    </a:lnTo>
                    <a:lnTo>
                      <a:pt x="496" y="1161"/>
                    </a:lnTo>
                    <a:lnTo>
                      <a:pt x="535" y="1091"/>
                    </a:lnTo>
                    <a:lnTo>
                      <a:pt x="535" y="970"/>
                    </a:lnTo>
                    <a:lnTo>
                      <a:pt x="643" y="774"/>
                    </a:lnTo>
                    <a:lnTo>
                      <a:pt x="717" y="473"/>
                    </a:lnTo>
                    <a:lnTo>
                      <a:pt x="616" y="756"/>
                    </a:lnTo>
                    <a:lnTo>
                      <a:pt x="560" y="733"/>
                    </a:lnTo>
                    <a:lnTo>
                      <a:pt x="595" y="673"/>
                    </a:lnTo>
                    <a:lnTo>
                      <a:pt x="217" y="839"/>
                    </a:lnTo>
                    <a:lnTo>
                      <a:pt x="210" y="763"/>
                    </a:lnTo>
                    <a:lnTo>
                      <a:pt x="127" y="708"/>
                    </a:lnTo>
                    <a:lnTo>
                      <a:pt x="337" y="524"/>
                    </a:lnTo>
                    <a:lnTo>
                      <a:pt x="184" y="608"/>
                    </a:lnTo>
                    <a:lnTo>
                      <a:pt x="153" y="524"/>
                    </a:lnTo>
                    <a:lnTo>
                      <a:pt x="159" y="422"/>
                    </a:lnTo>
                    <a:lnTo>
                      <a:pt x="201" y="341"/>
                    </a:lnTo>
                    <a:lnTo>
                      <a:pt x="344" y="168"/>
                    </a:lnTo>
                    <a:lnTo>
                      <a:pt x="360" y="99"/>
                    </a:lnTo>
                    <a:lnTo>
                      <a:pt x="344" y="58"/>
                    </a:lnTo>
                    <a:lnTo>
                      <a:pt x="293" y="58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0" name="Freeform 523">
                <a:extLst>
                  <a:ext uri="{FF2B5EF4-FFF2-40B4-BE49-F238E27FC236}">
                    <a16:creationId xmlns:a16="http://schemas.microsoft.com/office/drawing/2014/main" id="{E010ABCA-ED65-A74D-92BE-96C5C7C6C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58"/>
                <a:ext cx="97" cy="63"/>
              </a:xfrm>
              <a:custGeom>
                <a:avLst/>
                <a:gdLst>
                  <a:gd name="T0" fmla="*/ 0 w 775"/>
                  <a:gd name="T1" fmla="*/ 0 h 510"/>
                  <a:gd name="T2" fmla="*/ 0 w 775"/>
                  <a:gd name="T3" fmla="*/ 0 h 510"/>
                  <a:gd name="T4" fmla="*/ 0 w 775"/>
                  <a:gd name="T5" fmla="*/ 0 h 510"/>
                  <a:gd name="T6" fmla="*/ 0 w 775"/>
                  <a:gd name="T7" fmla="*/ 0 h 510"/>
                  <a:gd name="T8" fmla="*/ 0 w 775"/>
                  <a:gd name="T9" fmla="*/ 0 h 510"/>
                  <a:gd name="T10" fmla="*/ 0 w 775"/>
                  <a:gd name="T11" fmla="*/ 0 h 510"/>
                  <a:gd name="T12" fmla="*/ 0 w 775"/>
                  <a:gd name="T13" fmla="*/ 0 h 510"/>
                  <a:gd name="T14" fmla="*/ 0 w 775"/>
                  <a:gd name="T15" fmla="*/ 0 h 510"/>
                  <a:gd name="T16" fmla="*/ 0 w 775"/>
                  <a:gd name="T17" fmla="*/ 0 h 510"/>
                  <a:gd name="T18" fmla="*/ 0 w 775"/>
                  <a:gd name="T19" fmla="*/ 0 h 510"/>
                  <a:gd name="T20" fmla="*/ 0 w 775"/>
                  <a:gd name="T21" fmla="*/ 0 h 510"/>
                  <a:gd name="T22" fmla="*/ 0 w 775"/>
                  <a:gd name="T23" fmla="*/ 0 h 510"/>
                  <a:gd name="T24" fmla="*/ 0 w 775"/>
                  <a:gd name="T25" fmla="*/ 0 h 510"/>
                  <a:gd name="T26" fmla="*/ 0 w 775"/>
                  <a:gd name="T27" fmla="*/ 0 h 510"/>
                  <a:gd name="T28" fmla="*/ 0 w 775"/>
                  <a:gd name="T29" fmla="*/ 0 h 5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75"/>
                  <a:gd name="T46" fmla="*/ 0 h 510"/>
                  <a:gd name="T47" fmla="*/ 775 w 775"/>
                  <a:gd name="T48" fmla="*/ 510 h 5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75" h="510">
                    <a:moveTo>
                      <a:pt x="0" y="510"/>
                    </a:moveTo>
                    <a:lnTo>
                      <a:pt x="92" y="353"/>
                    </a:lnTo>
                    <a:lnTo>
                      <a:pt x="472" y="182"/>
                    </a:lnTo>
                    <a:lnTo>
                      <a:pt x="672" y="182"/>
                    </a:lnTo>
                    <a:lnTo>
                      <a:pt x="775" y="118"/>
                    </a:lnTo>
                    <a:lnTo>
                      <a:pt x="540" y="118"/>
                    </a:lnTo>
                    <a:lnTo>
                      <a:pt x="393" y="171"/>
                    </a:lnTo>
                    <a:lnTo>
                      <a:pt x="327" y="143"/>
                    </a:lnTo>
                    <a:lnTo>
                      <a:pt x="342" y="0"/>
                    </a:lnTo>
                    <a:lnTo>
                      <a:pt x="261" y="14"/>
                    </a:lnTo>
                    <a:lnTo>
                      <a:pt x="261" y="171"/>
                    </a:lnTo>
                    <a:lnTo>
                      <a:pt x="197" y="251"/>
                    </a:lnTo>
                    <a:lnTo>
                      <a:pt x="105" y="261"/>
                    </a:lnTo>
                    <a:lnTo>
                      <a:pt x="12" y="393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1" name="Freeform 524">
                <a:extLst>
                  <a:ext uri="{FF2B5EF4-FFF2-40B4-BE49-F238E27FC236}">
                    <a16:creationId xmlns:a16="http://schemas.microsoft.com/office/drawing/2014/main" id="{8321DB26-DA80-EB4B-8DCA-46A92FA0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36"/>
                <a:ext cx="149" cy="56"/>
              </a:xfrm>
              <a:custGeom>
                <a:avLst/>
                <a:gdLst>
                  <a:gd name="T0" fmla="*/ 0 w 1191"/>
                  <a:gd name="T1" fmla="*/ 0 h 446"/>
                  <a:gd name="T2" fmla="*/ 0 w 1191"/>
                  <a:gd name="T3" fmla="*/ 0 h 446"/>
                  <a:gd name="T4" fmla="*/ 0 w 1191"/>
                  <a:gd name="T5" fmla="*/ 0 h 446"/>
                  <a:gd name="T6" fmla="*/ 0 w 1191"/>
                  <a:gd name="T7" fmla="*/ 0 h 446"/>
                  <a:gd name="T8" fmla="*/ 0 w 1191"/>
                  <a:gd name="T9" fmla="*/ 0 h 446"/>
                  <a:gd name="T10" fmla="*/ 0 w 1191"/>
                  <a:gd name="T11" fmla="*/ 0 h 446"/>
                  <a:gd name="T12" fmla="*/ 0 w 1191"/>
                  <a:gd name="T13" fmla="*/ 0 h 446"/>
                  <a:gd name="T14" fmla="*/ 0 w 1191"/>
                  <a:gd name="T15" fmla="*/ 0 h 446"/>
                  <a:gd name="T16" fmla="*/ 0 w 1191"/>
                  <a:gd name="T17" fmla="*/ 0 h 446"/>
                  <a:gd name="T18" fmla="*/ 0 w 1191"/>
                  <a:gd name="T19" fmla="*/ 0 h 446"/>
                  <a:gd name="T20" fmla="*/ 0 w 1191"/>
                  <a:gd name="T21" fmla="*/ 0 h 446"/>
                  <a:gd name="T22" fmla="*/ 0 w 1191"/>
                  <a:gd name="T23" fmla="*/ 0 h 446"/>
                  <a:gd name="T24" fmla="*/ 0 w 1191"/>
                  <a:gd name="T25" fmla="*/ 0 h 446"/>
                  <a:gd name="T26" fmla="*/ 0 w 1191"/>
                  <a:gd name="T27" fmla="*/ 0 h 446"/>
                  <a:gd name="T28" fmla="*/ 0 w 1191"/>
                  <a:gd name="T29" fmla="*/ 0 h 446"/>
                  <a:gd name="T30" fmla="*/ 0 w 1191"/>
                  <a:gd name="T31" fmla="*/ 0 h 446"/>
                  <a:gd name="T32" fmla="*/ 0 w 1191"/>
                  <a:gd name="T33" fmla="*/ 0 h 446"/>
                  <a:gd name="T34" fmla="*/ 0 w 1191"/>
                  <a:gd name="T35" fmla="*/ 0 h 446"/>
                  <a:gd name="T36" fmla="*/ 0 w 1191"/>
                  <a:gd name="T37" fmla="*/ 0 h 446"/>
                  <a:gd name="T38" fmla="*/ 0 w 1191"/>
                  <a:gd name="T39" fmla="*/ 0 h 446"/>
                  <a:gd name="T40" fmla="*/ 0 w 1191"/>
                  <a:gd name="T41" fmla="*/ 0 h 446"/>
                  <a:gd name="T42" fmla="*/ 0 w 1191"/>
                  <a:gd name="T43" fmla="*/ 0 h 4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91"/>
                  <a:gd name="T67" fmla="*/ 0 h 446"/>
                  <a:gd name="T68" fmla="*/ 1191 w 1191"/>
                  <a:gd name="T69" fmla="*/ 446 h 44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91" h="446">
                    <a:moveTo>
                      <a:pt x="1191" y="174"/>
                    </a:moveTo>
                    <a:lnTo>
                      <a:pt x="841" y="283"/>
                    </a:lnTo>
                    <a:lnTo>
                      <a:pt x="622" y="446"/>
                    </a:lnTo>
                    <a:lnTo>
                      <a:pt x="609" y="374"/>
                    </a:lnTo>
                    <a:lnTo>
                      <a:pt x="912" y="176"/>
                    </a:lnTo>
                    <a:lnTo>
                      <a:pt x="877" y="137"/>
                    </a:lnTo>
                    <a:lnTo>
                      <a:pt x="708" y="149"/>
                    </a:lnTo>
                    <a:lnTo>
                      <a:pt x="490" y="213"/>
                    </a:lnTo>
                    <a:lnTo>
                      <a:pt x="512" y="108"/>
                    </a:lnTo>
                    <a:lnTo>
                      <a:pt x="313" y="96"/>
                    </a:lnTo>
                    <a:lnTo>
                      <a:pt x="205" y="55"/>
                    </a:lnTo>
                    <a:lnTo>
                      <a:pt x="69" y="24"/>
                    </a:lnTo>
                    <a:lnTo>
                      <a:pt x="0" y="61"/>
                    </a:lnTo>
                    <a:lnTo>
                      <a:pt x="80" y="0"/>
                    </a:lnTo>
                    <a:lnTo>
                      <a:pt x="246" y="47"/>
                    </a:lnTo>
                    <a:lnTo>
                      <a:pt x="409" y="77"/>
                    </a:lnTo>
                    <a:lnTo>
                      <a:pt x="537" y="73"/>
                    </a:lnTo>
                    <a:lnTo>
                      <a:pt x="652" y="55"/>
                    </a:lnTo>
                    <a:lnTo>
                      <a:pt x="749" y="112"/>
                    </a:lnTo>
                    <a:lnTo>
                      <a:pt x="1028" y="96"/>
                    </a:lnTo>
                    <a:lnTo>
                      <a:pt x="1164" y="154"/>
                    </a:lnTo>
                    <a:lnTo>
                      <a:pt x="1191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2" name="Freeform 525">
                <a:extLst>
                  <a:ext uri="{FF2B5EF4-FFF2-40B4-BE49-F238E27FC236}">
                    <a16:creationId xmlns:a16="http://schemas.microsoft.com/office/drawing/2014/main" id="{3DDBABB6-314E-0C4C-882E-EAD13F7DB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81"/>
                <a:ext cx="219" cy="153"/>
              </a:xfrm>
              <a:custGeom>
                <a:avLst/>
                <a:gdLst>
                  <a:gd name="T0" fmla="*/ 0 w 1754"/>
                  <a:gd name="T1" fmla="*/ 0 h 1222"/>
                  <a:gd name="T2" fmla="*/ 0 w 1754"/>
                  <a:gd name="T3" fmla="*/ 0 h 1222"/>
                  <a:gd name="T4" fmla="*/ 0 w 1754"/>
                  <a:gd name="T5" fmla="*/ 0 h 1222"/>
                  <a:gd name="T6" fmla="*/ 0 w 1754"/>
                  <a:gd name="T7" fmla="*/ 0 h 1222"/>
                  <a:gd name="T8" fmla="*/ 0 w 1754"/>
                  <a:gd name="T9" fmla="*/ 0 h 1222"/>
                  <a:gd name="T10" fmla="*/ 0 w 1754"/>
                  <a:gd name="T11" fmla="*/ 0 h 1222"/>
                  <a:gd name="T12" fmla="*/ 0 w 1754"/>
                  <a:gd name="T13" fmla="*/ 0 h 1222"/>
                  <a:gd name="T14" fmla="*/ 0 w 1754"/>
                  <a:gd name="T15" fmla="*/ 0 h 1222"/>
                  <a:gd name="T16" fmla="*/ 0 w 1754"/>
                  <a:gd name="T17" fmla="*/ 0 h 1222"/>
                  <a:gd name="T18" fmla="*/ 0 w 1754"/>
                  <a:gd name="T19" fmla="*/ 0 h 1222"/>
                  <a:gd name="T20" fmla="*/ 0 w 1754"/>
                  <a:gd name="T21" fmla="*/ 0 h 1222"/>
                  <a:gd name="T22" fmla="*/ 0 w 1754"/>
                  <a:gd name="T23" fmla="*/ 0 h 1222"/>
                  <a:gd name="T24" fmla="*/ 0 w 1754"/>
                  <a:gd name="T25" fmla="*/ 0 h 1222"/>
                  <a:gd name="T26" fmla="*/ 0 w 1754"/>
                  <a:gd name="T27" fmla="*/ 0 h 1222"/>
                  <a:gd name="T28" fmla="*/ 0 w 1754"/>
                  <a:gd name="T29" fmla="*/ 0 h 1222"/>
                  <a:gd name="T30" fmla="*/ 0 w 1754"/>
                  <a:gd name="T31" fmla="*/ 0 h 1222"/>
                  <a:gd name="T32" fmla="*/ 0 w 1754"/>
                  <a:gd name="T33" fmla="*/ 0 h 1222"/>
                  <a:gd name="T34" fmla="*/ 0 w 1754"/>
                  <a:gd name="T35" fmla="*/ 0 h 1222"/>
                  <a:gd name="T36" fmla="*/ 0 w 1754"/>
                  <a:gd name="T37" fmla="*/ 0 h 1222"/>
                  <a:gd name="T38" fmla="*/ 0 w 1754"/>
                  <a:gd name="T39" fmla="*/ 0 h 1222"/>
                  <a:gd name="T40" fmla="*/ 0 w 1754"/>
                  <a:gd name="T41" fmla="*/ 0 h 1222"/>
                  <a:gd name="T42" fmla="*/ 0 w 1754"/>
                  <a:gd name="T43" fmla="*/ 0 h 1222"/>
                  <a:gd name="T44" fmla="*/ 0 w 1754"/>
                  <a:gd name="T45" fmla="*/ 0 h 1222"/>
                  <a:gd name="T46" fmla="*/ 0 w 1754"/>
                  <a:gd name="T47" fmla="*/ 0 h 1222"/>
                  <a:gd name="T48" fmla="*/ 0 w 1754"/>
                  <a:gd name="T49" fmla="*/ 0 h 1222"/>
                  <a:gd name="T50" fmla="*/ 0 w 1754"/>
                  <a:gd name="T51" fmla="*/ 0 h 1222"/>
                  <a:gd name="T52" fmla="*/ 0 w 1754"/>
                  <a:gd name="T53" fmla="*/ 0 h 1222"/>
                  <a:gd name="T54" fmla="*/ 0 w 1754"/>
                  <a:gd name="T55" fmla="*/ 0 h 1222"/>
                  <a:gd name="T56" fmla="*/ 0 w 1754"/>
                  <a:gd name="T57" fmla="*/ 0 h 1222"/>
                  <a:gd name="T58" fmla="*/ 0 w 1754"/>
                  <a:gd name="T59" fmla="*/ 0 h 1222"/>
                  <a:gd name="T60" fmla="*/ 0 w 1754"/>
                  <a:gd name="T61" fmla="*/ 0 h 1222"/>
                  <a:gd name="T62" fmla="*/ 0 w 1754"/>
                  <a:gd name="T63" fmla="*/ 0 h 1222"/>
                  <a:gd name="T64" fmla="*/ 0 w 1754"/>
                  <a:gd name="T65" fmla="*/ 0 h 1222"/>
                  <a:gd name="T66" fmla="*/ 0 w 1754"/>
                  <a:gd name="T67" fmla="*/ 0 h 12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54"/>
                  <a:gd name="T103" fmla="*/ 0 h 1222"/>
                  <a:gd name="T104" fmla="*/ 1754 w 1754"/>
                  <a:gd name="T105" fmla="*/ 1222 h 122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54" h="1222">
                    <a:moveTo>
                      <a:pt x="1289" y="666"/>
                    </a:moveTo>
                    <a:lnTo>
                      <a:pt x="1258" y="826"/>
                    </a:lnTo>
                    <a:lnTo>
                      <a:pt x="1258" y="945"/>
                    </a:lnTo>
                    <a:lnTo>
                      <a:pt x="1289" y="1042"/>
                    </a:lnTo>
                    <a:lnTo>
                      <a:pt x="1311" y="1098"/>
                    </a:lnTo>
                    <a:lnTo>
                      <a:pt x="1754" y="1222"/>
                    </a:lnTo>
                    <a:lnTo>
                      <a:pt x="1293" y="1160"/>
                    </a:lnTo>
                    <a:lnTo>
                      <a:pt x="1251" y="1098"/>
                    </a:lnTo>
                    <a:lnTo>
                      <a:pt x="876" y="1092"/>
                    </a:lnTo>
                    <a:lnTo>
                      <a:pt x="576" y="1035"/>
                    </a:lnTo>
                    <a:lnTo>
                      <a:pt x="311" y="955"/>
                    </a:lnTo>
                    <a:lnTo>
                      <a:pt x="93" y="860"/>
                    </a:lnTo>
                    <a:lnTo>
                      <a:pt x="69" y="826"/>
                    </a:lnTo>
                    <a:lnTo>
                      <a:pt x="51" y="749"/>
                    </a:lnTo>
                    <a:lnTo>
                      <a:pt x="0" y="652"/>
                    </a:lnTo>
                    <a:lnTo>
                      <a:pt x="12" y="615"/>
                    </a:lnTo>
                    <a:lnTo>
                      <a:pt x="32" y="588"/>
                    </a:lnTo>
                    <a:lnTo>
                      <a:pt x="32" y="452"/>
                    </a:lnTo>
                    <a:lnTo>
                      <a:pt x="51" y="406"/>
                    </a:lnTo>
                    <a:lnTo>
                      <a:pt x="80" y="382"/>
                    </a:lnTo>
                    <a:lnTo>
                      <a:pt x="58" y="433"/>
                    </a:lnTo>
                    <a:lnTo>
                      <a:pt x="51" y="547"/>
                    </a:lnTo>
                    <a:lnTo>
                      <a:pt x="58" y="613"/>
                    </a:lnTo>
                    <a:lnTo>
                      <a:pt x="230" y="756"/>
                    </a:lnTo>
                    <a:lnTo>
                      <a:pt x="258" y="749"/>
                    </a:lnTo>
                    <a:lnTo>
                      <a:pt x="278" y="670"/>
                    </a:lnTo>
                    <a:lnTo>
                      <a:pt x="170" y="494"/>
                    </a:lnTo>
                    <a:lnTo>
                      <a:pt x="140" y="344"/>
                    </a:lnTo>
                    <a:lnTo>
                      <a:pt x="201" y="202"/>
                    </a:lnTo>
                    <a:lnTo>
                      <a:pt x="201" y="426"/>
                    </a:lnTo>
                    <a:lnTo>
                      <a:pt x="361" y="786"/>
                    </a:lnTo>
                    <a:lnTo>
                      <a:pt x="438" y="802"/>
                    </a:lnTo>
                    <a:lnTo>
                      <a:pt x="489" y="770"/>
                    </a:lnTo>
                    <a:lnTo>
                      <a:pt x="480" y="685"/>
                    </a:lnTo>
                    <a:lnTo>
                      <a:pt x="320" y="286"/>
                    </a:lnTo>
                    <a:lnTo>
                      <a:pt x="320" y="166"/>
                    </a:lnTo>
                    <a:lnTo>
                      <a:pt x="320" y="72"/>
                    </a:lnTo>
                    <a:lnTo>
                      <a:pt x="361" y="0"/>
                    </a:lnTo>
                    <a:lnTo>
                      <a:pt x="343" y="136"/>
                    </a:lnTo>
                    <a:lnTo>
                      <a:pt x="350" y="272"/>
                    </a:lnTo>
                    <a:lnTo>
                      <a:pt x="451" y="540"/>
                    </a:lnTo>
                    <a:lnTo>
                      <a:pt x="493" y="560"/>
                    </a:lnTo>
                    <a:lnTo>
                      <a:pt x="535" y="516"/>
                    </a:lnTo>
                    <a:lnTo>
                      <a:pt x="553" y="468"/>
                    </a:lnTo>
                    <a:lnTo>
                      <a:pt x="546" y="362"/>
                    </a:lnTo>
                    <a:lnTo>
                      <a:pt x="528" y="219"/>
                    </a:lnTo>
                    <a:lnTo>
                      <a:pt x="553" y="215"/>
                    </a:lnTo>
                    <a:lnTo>
                      <a:pt x="581" y="459"/>
                    </a:lnTo>
                    <a:lnTo>
                      <a:pt x="570" y="523"/>
                    </a:lnTo>
                    <a:lnTo>
                      <a:pt x="541" y="569"/>
                    </a:lnTo>
                    <a:lnTo>
                      <a:pt x="498" y="613"/>
                    </a:lnTo>
                    <a:lnTo>
                      <a:pt x="511" y="740"/>
                    </a:lnTo>
                    <a:lnTo>
                      <a:pt x="504" y="826"/>
                    </a:lnTo>
                    <a:lnTo>
                      <a:pt x="456" y="844"/>
                    </a:lnTo>
                    <a:lnTo>
                      <a:pt x="392" y="839"/>
                    </a:lnTo>
                    <a:lnTo>
                      <a:pt x="311" y="795"/>
                    </a:lnTo>
                    <a:lnTo>
                      <a:pt x="265" y="802"/>
                    </a:lnTo>
                    <a:lnTo>
                      <a:pt x="93" y="724"/>
                    </a:lnTo>
                    <a:lnTo>
                      <a:pt x="87" y="806"/>
                    </a:lnTo>
                    <a:lnTo>
                      <a:pt x="152" y="867"/>
                    </a:lnTo>
                    <a:lnTo>
                      <a:pt x="504" y="986"/>
                    </a:lnTo>
                    <a:lnTo>
                      <a:pt x="792" y="1048"/>
                    </a:lnTo>
                    <a:lnTo>
                      <a:pt x="1042" y="1058"/>
                    </a:lnTo>
                    <a:lnTo>
                      <a:pt x="1238" y="1058"/>
                    </a:lnTo>
                    <a:lnTo>
                      <a:pt x="1229" y="955"/>
                    </a:lnTo>
                    <a:lnTo>
                      <a:pt x="1238" y="826"/>
                    </a:lnTo>
                    <a:lnTo>
                      <a:pt x="1263" y="722"/>
                    </a:lnTo>
                    <a:lnTo>
                      <a:pt x="1289" y="6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3" name="Freeform 526">
                <a:extLst>
                  <a:ext uri="{FF2B5EF4-FFF2-40B4-BE49-F238E27FC236}">
                    <a16:creationId xmlns:a16="http://schemas.microsoft.com/office/drawing/2014/main" id="{D01F34F4-5F9E-BF4E-8967-472D7C61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81"/>
                <a:ext cx="105" cy="68"/>
              </a:xfrm>
              <a:custGeom>
                <a:avLst/>
                <a:gdLst>
                  <a:gd name="T0" fmla="*/ 0 w 846"/>
                  <a:gd name="T1" fmla="*/ 0 h 547"/>
                  <a:gd name="T2" fmla="*/ 0 w 846"/>
                  <a:gd name="T3" fmla="*/ 0 h 547"/>
                  <a:gd name="T4" fmla="*/ 0 w 846"/>
                  <a:gd name="T5" fmla="*/ 0 h 547"/>
                  <a:gd name="T6" fmla="*/ 0 w 846"/>
                  <a:gd name="T7" fmla="*/ 0 h 547"/>
                  <a:gd name="T8" fmla="*/ 0 w 846"/>
                  <a:gd name="T9" fmla="*/ 0 h 547"/>
                  <a:gd name="T10" fmla="*/ 0 w 846"/>
                  <a:gd name="T11" fmla="*/ 0 h 547"/>
                  <a:gd name="T12" fmla="*/ 0 w 846"/>
                  <a:gd name="T13" fmla="*/ 0 h 547"/>
                  <a:gd name="T14" fmla="*/ 0 w 846"/>
                  <a:gd name="T15" fmla="*/ 0 h 547"/>
                  <a:gd name="T16" fmla="*/ 0 w 846"/>
                  <a:gd name="T17" fmla="*/ 0 h 547"/>
                  <a:gd name="T18" fmla="*/ 0 w 846"/>
                  <a:gd name="T19" fmla="*/ 0 h 547"/>
                  <a:gd name="T20" fmla="*/ 0 w 846"/>
                  <a:gd name="T21" fmla="*/ 0 h 547"/>
                  <a:gd name="T22" fmla="*/ 0 w 846"/>
                  <a:gd name="T23" fmla="*/ 0 h 547"/>
                  <a:gd name="T24" fmla="*/ 0 w 846"/>
                  <a:gd name="T25" fmla="*/ 0 h 547"/>
                  <a:gd name="T26" fmla="*/ 0 w 846"/>
                  <a:gd name="T27" fmla="*/ 0 h 547"/>
                  <a:gd name="T28" fmla="*/ 0 w 846"/>
                  <a:gd name="T29" fmla="*/ 0 h 547"/>
                  <a:gd name="T30" fmla="*/ 0 w 846"/>
                  <a:gd name="T31" fmla="*/ 0 h 547"/>
                  <a:gd name="T32" fmla="*/ 0 w 846"/>
                  <a:gd name="T33" fmla="*/ 0 h 547"/>
                  <a:gd name="T34" fmla="*/ 0 w 846"/>
                  <a:gd name="T35" fmla="*/ 0 h 547"/>
                  <a:gd name="T36" fmla="*/ 0 w 846"/>
                  <a:gd name="T37" fmla="*/ 0 h 547"/>
                  <a:gd name="T38" fmla="*/ 0 w 846"/>
                  <a:gd name="T39" fmla="*/ 0 h 547"/>
                  <a:gd name="T40" fmla="*/ 0 w 846"/>
                  <a:gd name="T41" fmla="*/ 0 h 547"/>
                  <a:gd name="T42" fmla="*/ 0 w 846"/>
                  <a:gd name="T43" fmla="*/ 0 h 547"/>
                  <a:gd name="T44" fmla="*/ 0 w 846"/>
                  <a:gd name="T45" fmla="*/ 0 h 547"/>
                  <a:gd name="T46" fmla="*/ 0 w 846"/>
                  <a:gd name="T47" fmla="*/ 0 h 547"/>
                  <a:gd name="T48" fmla="*/ 0 w 846"/>
                  <a:gd name="T49" fmla="*/ 0 h 547"/>
                  <a:gd name="T50" fmla="*/ 0 w 846"/>
                  <a:gd name="T51" fmla="*/ 0 h 547"/>
                  <a:gd name="T52" fmla="*/ 0 w 846"/>
                  <a:gd name="T53" fmla="*/ 0 h 547"/>
                  <a:gd name="T54" fmla="*/ 0 w 846"/>
                  <a:gd name="T55" fmla="*/ 0 h 547"/>
                  <a:gd name="T56" fmla="*/ 0 w 846"/>
                  <a:gd name="T57" fmla="*/ 0 h 54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6"/>
                  <a:gd name="T88" fmla="*/ 0 h 547"/>
                  <a:gd name="T89" fmla="*/ 846 w 846"/>
                  <a:gd name="T90" fmla="*/ 547 h 54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6" h="547">
                    <a:moveTo>
                      <a:pt x="0" y="30"/>
                    </a:moveTo>
                    <a:lnTo>
                      <a:pt x="45" y="94"/>
                    </a:lnTo>
                    <a:lnTo>
                      <a:pt x="101" y="210"/>
                    </a:lnTo>
                    <a:lnTo>
                      <a:pt x="36" y="219"/>
                    </a:lnTo>
                    <a:lnTo>
                      <a:pt x="36" y="237"/>
                    </a:lnTo>
                    <a:lnTo>
                      <a:pt x="174" y="246"/>
                    </a:lnTo>
                    <a:lnTo>
                      <a:pt x="322" y="254"/>
                    </a:lnTo>
                    <a:lnTo>
                      <a:pt x="248" y="233"/>
                    </a:lnTo>
                    <a:lnTo>
                      <a:pt x="394" y="178"/>
                    </a:lnTo>
                    <a:lnTo>
                      <a:pt x="472" y="189"/>
                    </a:lnTo>
                    <a:lnTo>
                      <a:pt x="598" y="297"/>
                    </a:lnTo>
                    <a:lnTo>
                      <a:pt x="675" y="422"/>
                    </a:lnTo>
                    <a:lnTo>
                      <a:pt x="767" y="512"/>
                    </a:lnTo>
                    <a:lnTo>
                      <a:pt x="820" y="547"/>
                    </a:lnTo>
                    <a:lnTo>
                      <a:pt x="846" y="523"/>
                    </a:lnTo>
                    <a:lnTo>
                      <a:pt x="758" y="468"/>
                    </a:lnTo>
                    <a:lnTo>
                      <a:pt x="679" y="392"/>
                    </a:lnTo>
                    <a:lnTo>
                      <a:pt x="611" y="286"/>
                    </a:lnTo>
                    <a:lnTo>
                      <a:pt x="534" y="184"/>
                    </a:lnTo>
                    <a:lnTo>
                      <a:pt x="394" y="136"/>
                    </a:lnTo>
                    <a:lnTo>
                      <a:pt x="317" y="154"/>
                    </a:lnTo>
                    <a:lnTo>
                      <a:pt x="223" y="189"/>
                    </a:lnTo>
                    <a:lnTo>
                      <a:pt x="161" y="184"/>
                    </a:lnTo>
                    <a:lnTo>
                      <a:pt x="244" y="90"/>
                    </a:lnTo>
                    <a:lnTo>
                      <a:pt x="283" y="30"/>
                    </a:lnTo>
                    <a:lnTo>
                      <a:pt x="275" y="0"/>
                    </a:lnTo>
                    <a:lnTo>
                      <a:pt x="223" y="79"/>
                    </a:lnTo>
                    <a:lnTo>
                      <a:pt x="119" y="154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4" name="Freeform 527">
                <a:extLst>
                  <a:ext uri="{FF2B5EF4-FFF2-40B4-BE49-F238E27FC236}">
                    <a16:creationId xmlns:a16="http://schemas.microsoft.com/office/drawing/2014/main" id="{81B187A1-81C0-C64B-BE35-0979F2DBC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422"/>
                <a:ext cx="165" cy="154"/>
              </a:xfrm>
              <a:custGeom>
                <a:avLst/>
                <a:gdLst>
                  <a:gd name="T0" fmla="*/ 0 w 1323"/>
                  <a:gd name="T1" fmla="*/ 0 h 1233"/>
                  <a:gd name="T2" fmla="*/ 0 w 1323"/>
                  <a:gd name="T3" fmla="*/ 0 h 1233"/>
                  <a:gd name="T4" fmla="*/ 0 w 1323"/>
                  <a:gd name="T5" fmla="*/ 0 h 1233"/>
                  <a:gd name="T6" fmla="*/ 0 w 1323"/>
                  <a:gd name="T7" fmla="*/ 0 h 1233"/>
                  <a:gd name="T8" fmla="*/ 0 w 1323"/>
                  <a:gd name="T9" fmla="*/ 0 h 1233"/>
                  <a:gd name="T10" fmla="*/ 0 w 1323"/>
                  <a:gd name="T11" fmla="*/ 0 h 1233"/>
                  <a:gd name="T12" fmla="*/ 0 w 1323"/>
                  <a:gd name="T13" fmla="*/ 0 h 1233"/>
                  <a:gd name="T14" fmla="*/ 0 w 1323"/>
                  <a:gd name="T15" fmla="*/ 0 h 1233"/>
                  <a:gd name="T16" fmla="*/ 0 w 1323"/>
                  <a:gd name="T17" fmla="*/ 0 h 1233"/>
                  <a:gd name="T18" fmla="*/ 0 w 1323"/>
                  <a:gd name="T19" fmla="*/ 0 h 1233"/>
                  <a:gd name="T20" fmla="*/ 0 w 1323"/>
                  <a:gd name="T21" fmla="*/ 0 h 1233"/>
                  <a:gd name="T22" fmla="*/ 0 w 1323"/>
                  <a:gd name="T23" fmla="*/ 0 h 1233"/>
                  <a:gd name="T24" fmla="*/ 0 w 1323"/>
                  <a:gd name="T25" fmla="*/ 0 h 1233"/>
                  <a:gd name="T26" fmla="*/ 0 w 1323"/>
                  <a:gd name="T27" fmla="*/ 0 h 1233"/>
                  <a:gd name="T28" fmla="*/ 0 w 1323"/>
                  <a:gd name="T29" fmla="*/ 0 h 1233"/>
                  <a:gd name="T30" fmla="*/ 0 w 1323"/>
                  <a:gd name="T31" fmla="*/ 0 h 1233"/>
                  <a:gd name="T32" fmla="*/ 0 w 1323"/>
                  <a:gd name="T33" fmla="*/ 0 h 1233"/>
                  <a:gd name="T34" fmla="*/ 0 w 1323"/>
                  <a:gd name="T35" fmla="*/ 0 h 1233"/>
                  <a:gd name="T36" fmla="*/ 0 w 1323"/>
                  <a:gd name="T37" fmla="*/ 0 h 1233"/>
                  <a:gd name="T38" fmla="*/ 0 w 1323"/>
                  <a:gd name="T39" fmla="*/ 0 h 1233"/>
                  <a:gd name="T40" fmla="*/ 0 w 1323"/>
                  <a:gd name="T41" fmla="*/ 0 h 1233"/>
                  <a:gd name="T42" fmla="*/ 0 w 1323"/>
                  <a:gd name="T43" fmla="*/ 0 h 1233"/>
                  <a:gd name="T44" fmla="*/ 0 w 1323"/>
                  <a:gd name="T45" fmla="*/ 0 h 1233"/>
                  <a:gd name="T46" fmla="*/ 0 w 1323"/>
                  <a:gd name="T47" fmla="*/ 0 h 1233"/>
                  <a:gd name="T48" fmla="*/ 0 w 1323"/>
                  <a:gd name="T49" fmla="*/ 0 h 1233"/>
                  <a:gd name="T50" fmla="*/ 0 w 1323"/>
                  <a:gd name="T51" fmla="*/ 0 h 1233"/>
                  <a:gd name="T52" fmla="*/ 0 w 1323"/>
                  <a:gd name="T53" fmla="*/ 0 h 1233"/>
                  <a:gd name="T54" fmla="*/ 0 w 1323"/>
                  <a:gd name="T55" fmla="*/ 0 h 1233"/>
                  <a:gd name="T56" fmla="*/ 0 w 1323"/>
                  <a:gd name="T57" fmla="*/ 0 h 1233"/>
                  <a:gd name="T58" fmla="*/ 0 w 1323"/>
                  <a:gd name="T59" fmla="*/ 0 h 1233"/>
                  <a:gd name="T60" fmla="*/ 0 w 1323"/>
                  <a:gd name="T61" fmla="*/ 0 h 1233"/>
                  <a:gd name="T62" fmla="*/ 0 w 1323"/>
                  <a:gd name="T63" fmla="*/ 0 h 1233"/>
                  <a:gd name="T64" fmla="*/ 0 w 1323"/>
                  <a:gd name="T65" fmla="*/ 0 h 12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23"/>
                  <a:gd name="T100" fmla="*/ 0 h 1233"/>
                  <a:gd name="T101" fmla="*/ 1323 w 1323"/>
                  <a:gd name="T102" fmla="*/ 1233 h 12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23" h="1233">
                    <a:moveTo>
                      <a:pt x="680" y="329"/>
                    </a:moveTo>
                    <a:lnTo>
                      <a:pt x="759" y="233"/>
                    </a:lnTo>
                    <a:lnTo>
                      <a:pt x="833" y="191"/>
                    </a:lnTo>
                    <a:lnTo>
                      <a:pt x="918" y="186"/>
                    </a:lnTo>
                    <a:lnTo>
                      <a:pt x="1026" y="239"/>
                    </a:lnTo>
                    <a:lnTo>
                      <a:pt x="1086" y="329"/>
                    </a:lnTo>
                    <a:lnTo>
                      <a:pt x="1116" y="433"/>
                    </a:lnTo>
                    <a:lnTo>
                      <a:pt x="1128" y="539"/>
                    </a:lnTo>
                    <a:lnTo>
                      <a:pt x="1123" y="648"/>
                    </a:lnTo>
                    <a:lnTo>
                      <a:pt x="1112" y="753"/>
                    </a:lnTo>
                    <a:lnTo>
                      <a:pt x="1141" y="857"/>
                    </a:lnTo>
                    <a:lnTo>
                      <a:pt x="1165" y="744"/>
                    </a:lnTo>
                    <a:lnTo>
                      <a:pt x="1242" y="689"/>
                    </a:lnTo>
                    <a:lnTo>
                      <a:pt x="1291" y="728"/>
                    </a:lnTo>
                    <a:lnTo>
                      <a:pt x="1305" y="857"/>
                    </a:lnTo>
                    <a:lnTo>
                      <a:pt x="1296" y="960"/>
                    </a:lnTo>
                    <a:lnTo>
                      <a:pt x="1238" y="1046"/>
                    </a:lnTo>
                    <a:lnTo>
                      <a:pt x="1209" y="1083"/>
                    </a:lnTo>
                    <a:lnTo>
                      <a:pt x="1152" y="1127"/>
                    </a:lnTo>
                    <a:lnTo>
                      <a:pt x="1222" y="1101"/>
                    </a:lnTo>
                    <a:lnTo>
                      <a:pt x="1310" y="966"/>
                    </a:lnTo>
                    <a:lnTo>
                      <a:pt x="1323" y="834"/>
                    </a:lnTo>
                    <a:lnTo>
                      <a:pt x="1296" y="696"/>
                    </a:lnTo>
                    <a:lnTo>
                      <a:pt x="1242" y="666"/>
                    </a:lnTo>
                    <a:lnTo>
                      <a:pt x="1242" y="585"/>
                    </a:lnTo>
                    <a:lnTo>
                      <a:pt x="1183" y="323"/>
                    </a:lnTo>
                    <a:lnTo>
                      <a:pt x="1086" y="175"/>
                    </a:lnTo>
                    <a:lnTo>
                      <a:pt x="971" y="74"/>
                    </a:lnTo>
                    <a:lnTo>
                      <a:pt x="840" y="32"/>
                    </a:lnTo>
                    <a:lnTo>
                      <a:pt x="629" y="0"/>
                    </a:lnTo>
                    <a:lnTo>
                      <a:pt x="392" y="32"/>
                    </a:lnTo>
                    <a:lnTo>
                      <a:pt x="213" y="131"/>
                    </a:lnTo>
                    <a:lnTo>
                      <a:pt x="97" y="255"/>
                    </a:lnTo>
                    <a:lnTo>
                      <a:pt x="26" y="404"/>
                    </a:lnTo>
                    <a:lnTo>
                      <a:pt x="12" y="562"/>
                    </a:lnTo>
                    <a:lnTo>
                      <a:pt x="26" y="786"/>
                    </a:lnTo>
                    <a:lnTo>
                      <a:pt x="0" y="857"/>
                    </a:lnTo>
                    <a:lnTo>
                      <a:pt x="23" y="995"/>
                    </a:lnTo>
                    <a:lnTo>
                      <a:pt x="97" y="1113"/>
                    </a:lnTo>
                    <a:lnTo>
                      <a:pt x="198" y="1196"/>
                    </a:lnTo>
                    <a:lnTo>
                      <a:pt x="249" y="1201"/>
                    </a:lnTo>
                    <a:lnTo>
                      <a:pt x="279" y="1233"/>
                    </a:lnTo>
                    <a:lnTo>
                      <a:pt x="264" y="1152"/>
                    </a:lnTo>
                    <a:lnTo>
                      <a:pt x="213" y="1187"/>
                    </a:lnTo>
                    <a:lnTo>
                      <a:pt x="104" y="1106"/>
                    </a:lnTo>
                    <a:lnTo>
                      <a:pt x="33" y="973"/>
                    </a:lnTo>
                    <a:lnTo>
                      <a:pt x="26" y="868"/>
                    </a:lnTo>
                    <a:lnTo>
                      <a:pt x="49" y="843"/>
                    </a:lnTo>
                    <a:lnTo>
                      <a:pt x="121" y="857"/>
                    </a:lnTo>
                    <a:lnTo>
                      <a:pt x="213" y="936"/>
                    </a:lnTo>
                    <a:lnTo>
                      <a:pt x="194" y="830"/>
                    </a:lnTo>
                    <a:lnTo>
                      <a:pt x="167" y="771"/>
                    </a:lnTo>
                    <a:lnTo>
                      <a:pt x="130" y="668"/>
                    </a:lnTo>
                    <a:lnTo>
                      <a:pt x="108" y="551"/>
                    </a:lnTo>
                    <a:lnTo>
                      <a:pt x="108" y="459"/>
                    </a:lnTo>
                    <a:lnTo>
                      <a:pt x="130" y="382"/>
                    </a:lnTo>
                    <a:lnTo>
                      <a:pt x="171" y="323"/>
                    </a:lnTo>
                    <a:lnTo>
                      <a:pt x="227" y="281"/>
                    </a:lnTo>
                    <a:lnTo>
                      <a:pt x="286" y="265"/>
                    </a:lnTo>
                    <a:lnTo>
                      <a:pt x="354" y="281"/>
                    </a:lnTo>
                    <a:lnTo>
                      <a:pt x="420" y="318"/>
                    </a:lnTo>
                    <a:lnTo>
                      <a:pt x="466" y="355"/>
                    </a:lnTo>
                    <a:lnTo>
                      <a:pt x="521" y="369"/>
                    </a:lnTo>
                    <a:lnTo>
                      <a:pt x="607" y="362"/>
                    </a:lnTo>
                    <a:lnTo>
                      <a:pt x="655" y="345"/>
                    </a:lnTo>
                    <a:lnTo>
                      <a:pt x="680" y="3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5" name="Freeform 528">
                <a:extLst>
                  <a:ext uri="{FF2B5EF4-FFF2-40B4-BE49-F238E27FC236}">
                    <a16:creationId xmlns:a16="http://schemas.microsoft.com/office/drawing/2014/main" id="{013C6CCD-4640-924B-B438-33323B90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31"/>
                <a:ext cx="53" cy="10"/>
              </a:xfrm>
              <a:custGeom>
                <a:avLst/>
                <a:gdLst>
                  <a:gd name="T0" fmla="*/ 0 w 424"/>
                  <a:gd name="T1" fmla="*/ 0 h 83"/>
                  <a:gd name="T2" fmla="*/ 0 w 424"/>
                  <a:gd name="T3" fmla="*/ 0 h 83"/>
                  <a:gd name="T4" fmla="*/ 0 w 424"/>
                  <a:gd name="T5" fmla="*/ 0 h 83"/>
                  <a:gd name="T6" fmla="*/ 0 w 424"/>
                  <a:gd name="T7" fmla="*/ 0 h 83"/>
                  <a:gd name="T8" fmla="*/ 0 w 424"/>
                  <a:gd name="T9" fmla="*/ 0 h 83"/>
                  <a:gd name="T10" fmla="*/ 0 w 424"/>
                  <a:gd name="T11" fmla="*/ 0 h 83"/>
                  <a:gd name="T12" fmla="*/ 0 w 424"/>
                  <a:gd name="T13" fmla="*/ 0 h 83"/>
                  <a:gd name="T14" fmla="*/ 0 w 424"/>
                  <a:gd name="T15" fmla="*/ 0 h 83"/>
                  <a:gd name="T16" fmla="*/ 0 w 424"/>
                  <a:gd name="T17" fmla="*/ 0 h 83"/>
                  <a:gd name="T18" fmla="*/ 0 w 424"/>
                  <a:gd name="T19" fmla="*/ 0 h 83"/>
                  <a:gd name="T20" fmla="*/ 0 w 424"/>
                  <a:gd name="T21" fmla="*/ 0 h 83"/>
                  <a:gd name="T22" fmla="*/ 0 w 424"/>
                  <a:gd name="T23" fmla="*/ 0 h 83"/>
                  <a:gd name="T24" fmla="*/ 0 w 424"/>
                  <a:gd name="T25" fmla="*/ 0 h 83"/>
                  <a:gd name="T26" fmla="*/ 0 w 424"/>
                  <a:gd name="T27" fmla="*/ 0 h 83"/>
                  <a:gd name="T28" fmla="*/ 0 w 424"/>
                  <a:gd name="T29" fmla="*/ 0 h 83"/>
                  <a:gd name="T30" fmla="*/ 0 w 424"/>
                  <a:gd name="T31" fmla="*/ 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24"/>
                  <a:gd name="T49" fmla="*/ 0 h 83"/>
                  <a:gd name="T50" fmla="*/ 424 w 424"/>
                  <a:gd name="T51" fmla="*/ 83 h 8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24" h="83">
                    <a:moveTo>
                      <a:pt x="0" y="42"/>
                    </a:moveTo>
                    <a:lnTo>
                      <a:pt x="74" y="22"/>
                    </a:lnTo>
                    <a:lnTo>
                      <a:pt x="157" y="15"/>
                    </a:lnTo>
                    <a:lnTo>
                      <a:pt x="274" y="15"/>
                    </a:lnTo>
                    <a:lnTo>
                      <a:pt x="338" y="8"/>
                    </a:lnTo>
                    <a:lnTo>
                      <a:pt x="424" y="0"/>
                    </a:lnTo>
                    <a:lnTo>
                      <a:pt x="389" y="46"/>
                    </a:lnTo>
                    <a:lnTo>
                      <a:pt x="300" y="52"/>
                    </a:lnTo>
                    <a:lnTo>
                      <a:pt x="305" y="83"/>
                    </a:lnTo>
                    <a:lnTo>
                      <a:pt x="263" y="52"/>
                    </a:lnTo>
                    <a:lnTo>
                      <a:pt x="204" y="46"/>
                    </a:lnTo>
                    <a:lnTo>
                      <a:pt x="129" y="56"/>
                    </a:lnTo>
                    <a:lnTo>
                      <a:pt x="210" y="28"/>
                    </a:lnTo>
                    <a:lnTo>
                      <a:pt x="134" y="28"/>
                    </a:lnTo>
                    <a:lnTo>
                      <a:pt x="63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6" name="Freeform 529">
                <a:extLst>
                  <a:ext uri="{FF2B5EF4-FFF2-40B4-BE49-F238E27FC236}">
                    <a16:creationId xmlns:a16="http://schemas.microsoft.com/office/drawing/2014/main" id="{EA13F108-3AEC-3043-A5D6-D91E0BB89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33"/>
                <a:ext cx="40" cy="21"/>
              </a:xfrm>
              <a:custGeom>
                <a:avLst/>
                <a:gdLst>
                  <a:gd name="T0" fmla="*/ 0 w 318"/>
                  <a:gd name="T1" fmla="*/ 0 h 161"/>
                  <a:gd name="T2" fmla="*/ 0 w 318"/>
                  <a:gd name="T3" fmla="*/ 0 h 161"/>
                  <a:gd name="T4" fmla="*/ 0 w 318"/>
                  <a:gd name="T5" fmla="*/ 0 h 161"/>
                  <a:gd name="T6" fmla="*/ 0 w 318"/>
                  <a:gd name="T7" fmla="*/ 0 h 161"/>
                  <a:gd name="T8" fmla="*/ 0 w 318"/>
                  <a:gd name="T9" fmla="*/ 0 h 161"/>
                  <a:gd name="T10" fmla="*/ 0 w 318"/>
                  <a:gd name="T11" fmla="*/ 0 h 161"/>
                  <a:gd name="T12" fmla="*/ 0 w 318"/>
                  <a:gd name="T13" fmla="*/ 0 h 161"/>
                  <a:gd name="T14" fmla="*/ 0 w 318"/>
                  <a:gd name="T15" fmla="*/ 0 h 161"/>
                  <a:gd name="T16" fmla="*/ 0 w 318"/>
                  <a:gd name="T17" fmla="*/ 0 h 161"/>
                  <a:gd name="T18" fmla="*/ 0 w 318"/>
                  <a:gd name="T19" fmla="*/ 0 h 161"/>
                  <a:gd name="T20" fmla="*/ 0 w 318"/>
                  <a:gd name="T21" fmla="*/ 0 h 161"/>
                  <a:gd name="T22" fmla="*/ 0 w 318"/>
                  <a:gd name="T23" fmla="*/ 0 h 161"/>
                  <a:gd name="T24" fmla="*/ 0 w 318"/>
                  <a:gd name="T25" fmla="*/ 0 h 161"/>
                  <a:gd name="T26" fmla="*/ 0 w 318"/>
                  <a:gd name="T27" fmla="*/ 0 h 161"/>
                  <a:gd name="T28" fmla="*/ 0 w 318"/>
                  <a:gd name="T29" fmla="*/ 0 h 161"/>
                  <a:gd name="T30" fmla="*/ 0 w 318"/>
                  <a:gd name="T31" fmla="*/ 0 h 161"/>
                  <a:gd name="T32" fmla="*/ 0 w 318"/>
                  <a:gd name="T33" fmla="*/ 0 h 161"/>
                  <a:gd name="T34" fmla="*/ 0 w 318"/>
                  <a:gd name="T35" fmla="*/ 0 h 161"/>
                  <a:gd name="T36" fmla="*/ 0 w 318"/>
                  <a:gd name="T37" fmla="*/ 0 h 1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8"/>
                  <a:gd name="T58" fmla="*/ 0 h 161"/>
                  <a:gd name="T59" fmla="*/ 318 w 318"/>
                  <a:gd name="T60" fmla="*/ 161 h 16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8" h="161">
                    <a:moveTo>
                      <a:pt x="0" y="22"/>
                    </a:moveTo>
                    <a:lnTo>
                      <a:pt x="24" y="50"/>
                    </a:lnTo>
                    <a:lnTo>
                      <a:pt x="92" y="74"/>
                    </a:lnTo>
                    <a:lnTo>
                      <a:pt x="138" y="108"/>
                    </a:lnTo>
                    <a:lnTo>
                      <a:pt x="119" y="127"/>
                    </a:lnTo>
                    <a:lnTo>
                      <a:pt x="175" y="161"/>
                    </a:lnTo>
                    <a:lnTo>
                      <a:pt x="237" y="145"/>
                    </a:lnTo>
                    <a:lnTo>
                      <a:pt x="281" y="117"/>
                    </a:lnTo>
                    <a:lnTo>
                      <a:pt x="228" y="108"/>
                    </a:lnTo>
                    <a:lnTo>
                      <a:pt x="318" y="59"/>
                    </a:lnTo>
                    <a:lnTo>
                      <a:pt x="310" y="44"/>
                    </a:lnTo>
                    <a:lnTo>
                      <a:pt x="222" y="97"/>
                    </a:lnTo>
                    <a:lnTo>
                      <a:pt x="175" y="103"/>
                    </a:lnTo>
                    <a:lnTo>
                      <a:pt x="119" y="81"/>
                    </a:lnTo>
                    <a:lnTo>
                      <a:pt x="99" y="53"/>
                    </a:lnTo>
                    <a:lnTo>
                      <a:pt x="156" y="32"/>
                    </a:lnTo>
                    <a:lnTo>
                      <a:pt x="99" y="39"/>
                    </a:lnTo>
                    <a:lnTo>
                      <a:pt x="77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7" name="Freeform 530">
                <a:extLst>
                  <a:ext uri="{FF2B5EF4-FFF2-40B4-BE49-F238E27FC236}">
                    <a16:creationId xmlns:a16="http://schemas.microsoft.com/office/drawing/2014/main" id="{3F22284E-9B27-ED41-B43E-616A5A45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519"/>
                <a:ext cx="41" cy="10"/>
              </a:xfrm>
              <a:custGeom>
                <a:avLst/>
                <a:gdLst>
                  <a:gd name="T0" fmla="*/ 0 w 327"/>
                  <a:gd name="T1" fmla="*/ 0 h 85"/>
                  <a:gd name="T2" fmla="*/ 0 w 327"/>
                  <a:gd name="T3" fmla="*/ 0 h 85"/>
                  <a:gd name="T4" fmla="*/ 0 w 327"/>
                  <a:gd name="T5" fmla="*/ 0 h 85"/>
                  <a:gd name="T6" fmla="*/ 0 w 327"/>
                  <a:gd name="T7" fmla="*/ 0 h 85"/>
                  <a:gd name="T8" fmla="*/ 0 w 327"/>
                  <a:gd name="T9" fmla="*/ 0 h 85"/>
                  <a:gd name="T10" fmla="*/ 0 w 327"/>
                  <a:gd name="T11" fmla="*/ 0 h 85"/>
                  <a:gd name="T12" fmla="*/ 0 w 327"/>
                  <a:gd name="T13" fmla="*/ 0 h 85"/>
                  <a:gd name="T14" fmla="*/ 0 w 327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7"/>
                  <a:gd name="T25" fmla="*/ 0 h 85"/>
                  <a:gd name="T26" fmla="*/ 327 w 327"/>
                  <a:gd name="T27" fmla="*/ 85 h 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7" h="85">
                    <a:moveTo>
                      <a:pt x="0" y="85"/>
                    </a:moveTo>
                    <a:lnTo>
                      <a:pt x="211" y="0"/>
                    </a:lnTo>
                    <a:lnTo>
                      <a:pt x="269" y="12"/>
                    </a:lnTo>
                    <a:lnTo>
                      <a:pt x="327" y="35"/>
                    </a:lnTo>
                    <a:lnTo>
                      <a:pt x="253" y="28"/>
                    </a:lnTo>
                    <a:lnTo>
                      <a:pt x="200" y="28"/>
                    </a:lnTo>
                    <a:lnTo>
                      <a:pt x="130" y="4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8" name="Freeform 531">
                <a:extLst>
                  <a:ext uri="{FF2B5EF4-FFF2-40B4-BE49-F238E27FC236}">
                    <a16:creationId xmlns:a16="http://schemas.microsoft.com/office/drawing/2014/main" id="{25509882-B685-464A-93E7-47CAF92E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29"/>
                <a:ext cx="33" cy="12"/>
              </a:xfrm>
              <a:custGeom>
                <a:avLst/>
                <a:gdLst>
                  <a:gd name="T0" fmla="*/ 0 w 261"/>
                  <a:gd name="T1" fmla="*/ 0 h 99"/>
                  <a:gd name="T2" fmla="*/ 0 w 261"/>
                  <a:gd name="T3" fmla="*/ 0 h 99"/>
                  <a:gd name="T4" fmla="*/ 0 w 261"/>
                  <a:gd name="T5" fmla="*/ 0 h 99"/>
                  <a:gd name="T6" fmla="*/ 0 w 261"/>
                  <a:gd name="T7" fmla="*/ 0 h 99"/>
                  <a:gd name="T8" fmla="*/ 0 w 261"/>
                  <a:gd name="T9" fmla="*/ 0 h 99"/>
                  <a:gd name="T10" fmla="*/ 0 w 261"/>
                  <a:gd name="T11" fmla="*/ 0 h 99"/>
                  <a:gd name="T12" fmla="*/ 0 w 261"/>
                  <a:gd name="T13" fmla="*/ 0 h 99"/>
                  <a:gd name="T14" fmla="*/ 0 w 261"/>
                  <a:gd name="T15" fmla="*/ 0 h 99"/>
                  <a:gd name="T16" fmla="*/ 0 w 261"/>
                  <a:gd name="T17" fmla="*/ 0 h 99"/>
                  <a:gd name="T18" fmla="*/ 0 w 261"/>
                  <a:gd name="T19" fmla="*/ 0 h 99"/>
                  <a:gd name="T20" fmla="*/ 0 w 261"/>
                  <a:gd name="T21" fmla="*/ 0 h 99"/>
                  <a:gd name="T22" fmla="*/ 0 w 261"/>
                  <a:gd name="T23" fmla="*/ 0 h 99"/>
                  <a:gd name="T24" fmla="*/ 0 w 261"/>
                  <a:gd name="T25" fmla="*/ 0 h 99"/>
                  <a:gd name="T26" fmla="*/ 0 w 261"/>
                  <a:gd name="T27" fmla="*/ 0 h 99"/>
                  <a:gd name="T28" fmla="*/ 0 w 261"/>
                  <a:gd name="T29" fmla="*/ 0 h 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1"/>
                  <a:gd name="T46" fmla="*/ 0 h 99"/>
                  <a:gd name="T47" fmla="*/ 261 w 261"/>
                  <a:gd name="T48" fmla="*/ 99 h 9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1" h="99">
                    <a:moveTo>
                      <a:pt x="0" y="53"/>
                    </a:moveTo>
                    <a:lnTo>
                      <a:pt x="70" y="2"/>
                    </a:lnTo>
                    <a:lnTo>
                      <a:pt x="166" y="0"/>
                    </a:lnTo>
                    <a:lnTo>
                      <a:pt x="261" y="11"/>
                    </a:lnTo>
                    <a:lnTo>
                      <a:pt x="224" y="57"/>
                    </a:lnTo>
                    <a:lnTo>
                      <a:pt x="166" y="85"/>
                    </a:lnTo>
                    <a:lnTo>
                      <a:pt x="116" y="99"/>
                    </a:lnTo>
                    <a:lnTo>
                      <a:pt x="42" y="88"/>
                    </a:lnTo>
                    <a:lnTo>
                      <a:pt x="116" y="88"/>
                    </a:lnTo>
                    <a:lnTo>
                      <a:pt x="193" y="57"/>
                    </a:lnTo>
                    <a:lnTo>
                      <a:pt x="240" y="15"/>
                    </a:lnTo>
                    <a:lnTo>
                      <a:pt x="153" y="11"/>
                    </a:lnTo>
                    <a:lnTo>
                      <a:pt x="83" y="15"/>
                    </a:lnTo>
                    <a:lnTo>
                      <a:pt x="30" y="5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39" name="Freeform 532">
                <a:extLst>
                  <a:ext uri="{FF2B5EF4-FFF2-40B4-BE49-F238E27FC236}">
                    <a16:creationId xmlns:a16="http://schemas.microsoft.com/office/drawing/2014/main" id="{3F6F223F-04C5-7243-B45C-2143626D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3"/>
                <a:ext cx="31" cy="35"/>
              </a:xfrm>
              <a:custGeom>
                <a:avLst/>
                <a:gdLst>
                  <a:gd name="T0" fmla="*/ 0 w 248"/>
                  <a:gd name="T1" fmla="*/ 0 h 281"/>
                  <a:gd name="T2" fmla="*/ 0 w 248"/>
                  <a:gd name="T3" fmla="*/ 0 h 281"/>
                  <a:gd name="T4" fmla="*/ 0 w 248"/>
                  <a:gd name="T5" fmla="*/ 0 h 281"/>
                  <a:gd name="T6" fmla="*/ 0 w 248"/>
                  <a:gd name="T7" fmla="*/ 0 h 281"/>
                  <a:gd name="T8" fmla="*/ 0 w 248"/>
                  <a:gd name="T9" fmla="*/ 0 h 281"/>
                  <a:gd name="T10" fmla="*/ 0 w 248"/>
                  <a:gd name="T11" fmla="*/ 0 h 281"/>
                  <a:gd name="T12" fmla="*/ 0 w 248"/>
                  <a:gd name="T13" fmla="*/ 0 h 281"/>
                  <a:gd name="T14" fmla="*/ 0 w 248"/>
                  <a:gd name="T15" fmla="*/ 0 h 281"/>
                  <a:gd name="T16" fmla="*/ 0 w 248"/>
                  <a:gd name="T17" fmla="*/ 0 h 281"/>
                  <a:gd name="T18" fmla="*/ 0 w 248"/>
                  <a:gd name="T19" fmla="*/ 0 h 281"/>
                  <a:gd name="T20" fmla="*/ 0 w 248"/>
                  <a:gd name="T21" fmla="*/ 0 h 281"/>
                  <a:gd name="T22" fmla="*/ 0 w 248"/>
                  <a:gd name="T23" fmla="*/ 0 h 281"/>
                  <a:gd name="T24" fmla="*/ 0 w 248"/>
                  <a:gd name="T25" fmla="*/ 0 h 281"/>
                  <a:gd name="T26" fmla="*/ 0 w 248"/>
                  <a:gd name="T27" fmla="*/ 0 h 281"/>
                  <a:gd name="T28" fmla="*/ 0 w 248"/>
                  <a:gd name="T29" fmla="*/ 0 h 2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8"/>
                  <a:gd name="T46" fmla="*/ 0 h 281"/>
                  <a:gd name="T47" fmla="*/ 248 w 248"/>
                  <a:gd name="T48" fmla="*/ 281 h 2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8" h="281">
                    <a:moveTo>
                      <a:pt x="173" y="11"/>
                    </a:moveTo>
                    <a:lnTo>
                      <a:pt x="248" y="25"/>
                    </a:lnTo>
                    <a:lnTo>
                      <a:pt x="158" y="25"/>
                    </a:lnTo>
                    <a:lnTo>
                      <a:pt x="122" y="63"/>
                    </a:lnTo>
                    <a:lnTo>
                      <a:pt x="74" y="94"/>
                    </a:lnTo>
                    <a:lnTo>
                      <a:pt x="55" y="133"/>
                    </a:lnTo>
                    <a:lnTo>
                      <a:pt x="55" y="186"/>
                    </a:lnTo>
                    <a:lnTo>
                      <a:pt x="74" y="281"/>
                    </a:lnTo>
                    <a:lnTo>
                      <a:pt x="43" y="191"/>
                    </a:lnTo>
                    <a:lnTo>
                      <a:pt x="37" y="142"/>
                    </a:lnTo>
                    <a:lnTo>
                      <a:pt x="34" y="105"/>
                    </a:lnTo>
                    <a:lnTo>
                      <a:pt x="0" y="63"/>
                    </a:lnTo>
                    <a:lnTo>
                      <a:pt x="140" y="21"/>
                    </a:lnTo>
                    <a:lnTo>
                      <a:pt x="204" y="0"/>
                    </a:lnTo>
                    <a:lnTo>
                      <a:pt x="173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0" name="Freeform 533">
                <a:extLst>
                  <a:ext uri="{FF2B5EF4-FFF2-40B4-BE49-F238E27FC236}">
                    <a16:creationId xmlns:a16="http://schemas.microsoft.com/office/drawing/2014/main" id="{70AE66DD-A290-7542-AD9C-9D3008B93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36"/>
                <a:ext cx="6" cy="29"/>
              </a:xfrm>
              <a:custGeom>
                <a:avLst/>
                <a:gdLst>
                  <a:gd name="T0" fmla="*/ 0 w 48"/>
                  <a:gd name="T1" fmla="*/ 0 h 233"/>
                  <a:gd name="T2" fmla="*/ 0 w 48"/>
                  <a:gd name="T3" fmla="*/ 0 h 233"/>
                  <a:gd name="T4" fmla="*/ 0 w 48"/>
                  <a:gd name="T5" fmla="*/ 0 h 233"/>
                  <a:gd name="T6" fmla="*/ 0 w 48"/>
                  <a:gd name="T7" fmla="*/ 0 h 233"/>
                  <a:gd name="T8" fmla="*/ 0 w 48"/>
                  <a:gd name="T9" fmla="*/ 0 h 233"/>
                  <a:gd name="T10" fmla="*/ 0 w 48"/>
                  <a:gd name="T11" fmla="*/ 0 h 233"/>
                  <a:gd name="T12" fmla="*/ 0 w 48"/>
                  <a:gd name="T13" fmla="*/ 0 h 233"/>
                  <a:gd name="T14" fmla="*/ 0 w 48"/>
                  <a:gd name="T15" fmla="*/ 0 h 233"/>
                  <a:gd name="T16" fmla="*/ 0 w 48"/>
                  <a:gd name="T17" fmla="*/ 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33"/>
                  <a:gd name="T29" fmla="*/ 48 w 48"/>
                  <a:gd name="T30" fmla="*/ 233 h 2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33">
                    <a:moveTo>
                      <a:pt x="0" y="10"/>
                    </a:moveTo>
                    <a:lnTo>
                      <a:pt x="22" y="90"/>
                    </a:lnTo>
                    <a:lnTo>
                      <a:pt x="27" y="153"/>
                    </a:lnTo>
                    <a:lnTo>
                      <a:pt x="39" y="233"/>
                    </a:lnTo>
                    <a:lnTo>
                      <a:pt x="48" y="149"/>
                    </a:lnTo>
                    <a:lnTo>
                      <a:pt x="41" y="85"/>
                    </a:lnTo>
                    <a:lnTo>
                      <a:pt x="35" y="32"/>
                    </a:lnTo>
                    <a:lnTo>
                      <a:pt x="2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1" name="Freeform 534">
                <a:extLst>
                  <a:ext uri="{FF2B5EF4-FFF2-40B4-BE49-F238E27FC236}">
                    <a16:creationId xmlns:a16="http://schemas.microsoft.com/office/drawing/2014/main" id="{25FF2BEE-CC18-1246-BD70-347B044A9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40"/>
                <a:ext cx="22" cy="7"/>
              </a:xfrm>
              <a:custGeom>
                <a:avLst/>
                <a:gdLst>
                  <a:gd name="T0" fmla="*/ 0 w 171"/>
                  <a:gd name="T1" fmla="*/ 0 h 55"/>
                  <a:gd name="T2" fmla="*/ 0 w 171"/>
                  <a:gd name="T3" fmla="*/ 0 h 55"/>
                  <a:gd name="T4" fmla="*/ 0 w 171"/>
                  <a:gd name="T5" fmla="*/ 0 h 55"/>
                  <a:gd name="T6" fmla="*/ 0 w 171"/>
                  <a:gd name="T7" fmla="*/ 0 h 55"/>
                  <a:gd name="T8" fmla="*/ 0 w 171"/>
                  <a:gd name="T9" fmla="*/ 0 h 55"/>
                  <a:gd name="T10" fmla="*/ 0 w 171"/>
                  <a:gd name="T11" fmla="*/ 0 h 55"/>
                  <a:gd name="T12" fmla="*/ 0 w 171"/>
                  <a:gd name="T13" fmla="*/ 0 h 55"/>
                  <a:gd name="T14" fmla="*/ 0 w 171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1"/>
                  <a:gd name="T25" fmla="*/ 0 h 55"/>
                  <a:gd name="T26" fmla="*/ 171 w 171"/>
                  <a:gd name="T27" fmla="*/ 55 h 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1" h="55">
                    <a:moveTo>
                      <a:pt x="32" y="11"/>
                    </a:moveTo>
                    <a:lnTo>
                      <a:pt x="0" y="44"/>
                    </a:lnTo>
                    <a:lnTo>
                      <a:pt x="65" y="55"/>
                    </a:lnTo>
                    <a:lnTo>
                      <a:pt x="106" y="44"/>
                    </a:lnTo>
                    <a:lnTo>
                      <a:pt x="171" y="11"/>
                    </a:lnTo>
                    <a:lnTo>
                      <a:pt x="124" y="11"/>
                    </a:lnTo>
                    <a:lnTo>
                      <a:pt x="81" y="0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2" name="Freeform 535">
                <a:extLst>
                  <a:ext uri="{FF2B5EF4-FFF2-40B4-BE49-F238E27FC236}">
                    <a16:creationId xmlns:a16="http://schemas.microsoft.com/office/drawing/2014/main" id="{9143E58C-BD20-104F-8BC5-7486CC84C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539"/>
                <a:ext cx="21" cy="21"/>
              </a:xfrm>
              <a:custGeom>
                <a:avLst/>
                <a:gdLst>
                  <a:gd name="T0" fmla="*/ 0 w 174"/>
                  <a:gd name="T1" fmla="*/ 0 h 170"/>
                  <a:gd name="T2" fmla="*/ 0 w 174"/>
                  <a:gd name="T3" fmla="*/ 0 h 170"/>
                  <a:gd name="T4" fmla="*/ 0 w 174"/>
                  <a:gd name="T5" fmla="*/ 0 h 170"/>
                  <a:gd name="T6" fmla="*/ 0 w 174"/>
                  <a:gd name="T7" fmla="*/ 0 h 170"/>
                  <a:gd name="T8" fmla="*/ 0 w 174"/>
                  <a:gd name="T9" fmla="*/ 0 h 170"/>
                  <a:gd name="T10" fmla="*/ 0 w 174"/>
                  <a:gd name="T11" fmla="*/ 0 h 170"/>
                  <a:gd name="T12" fmla="*/ 0 w 174"/>
                  <a:gd name="T13" fmla="*/ 0 h 170"/>
                  <a:gd name="T14" fmla="*/ 0 w 174"/>
                  <a:gd name="T15" fmla="*/ 0 h 170"/>
                  <a:gd name="T16" fmla="*/ 0 w 174"/>
                  <a:gd name="T17" fmla="*/ 0 h 170"/>
                  <a:gd name="T18" fmla="*/ 0 w 174"/>
                  <a:gd name="T19" fmla="*/ 0 h 170"/>
                  <a:gd name="T20" fmla="*/ 0 w 174"/>
                  <a:gd name="T21" fmla="*/ 0 h 170"/>
                  <a:gd name="T22" fmla="*/ 0 w 174"/>
                  <a:gd name="T23" fmla="*/ 0 h 170"/>
                  <a:gd name="T24" fmla="*/ 0 w 174"/>
                  <a:gd name="T25" fmla="*/ 0 h 170"/>
                  <a:gd name="T26" fmla="*/ 0 w 174"/>
                  <a:gd name="T27" fmla="*/ 0 h 170"/>
                  <a:gd name="T28" fmla="*/ 0 w 174"/>
                  <a:gd name="T29" fmla="*/ 0 h 170"/>
                  <a:gd name="T30" fmla="*/ 0 w 174"/>
                  <a:gd name="T31" fmla="*/ 0 h 170"/>
                  <a:gd name="T32" fmla="*/ 0 w 174"/>
                  <a:gd name="T33" fmla="*/ 0 h 1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4"/>
                  <a:gd name="T52" fmla="*/ 0 h 170"/>
                  <a:gd name="T53" fmla="*/ 174 w 174"/>
                  <a:gd name="T54" fmla="*/ 170 h 1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4" h="170">
                    <a:moveTo>
                      <a:pt x="157" y="30"/>
                    </a:moveTo>
                    <a:lnTo>
                      <a:pt x="88" y="6"/>
                    </a:lnTo>
                    <a:lnTo>
                      <a:pt x="0" y="0"/>
                    </a:lnTo>
                    <a:lnTo>
                      <a:pt x="33" y="20"/>
                    </a:lnTo>
                    <a:lnTo>
                      <a:pt x="51" y="90"/>
                    </a:lnTo>
                    <a:lnTo>
                      <a:pt x="77" y="129"/>
                    </a:lnTo>
                    <a:lnTo>
                      <a:pt x="60" y="78"/>
                    </a:lnTo>
                    <a:lnTo>
                      <a:pt x="70" y="37"/>
                    </a:lnTo>
                    <a:lnTo>
                      <a:pt x="104" y="44"/>
                    </a:lnTo>
                    <a:lnTo>
                      <a:pt x="97" y="78"/>
                    </a:lnTo>
                    <a:lnTo>
                      <a:pt x="108" y="123"/>
                    </a:lnTo>
                    <a:lnTo>
                      <a:pt x="136" y="136"/>
                    </a:lnTo>
                    <a:lnTo>
                      <a:pt x="174" y="170"/>
                    </a:lnTo>
                    <a:lnTo>
                      <a:pt x="157" y="123"/>
                    </a:lnTo>
                    <a:lnTo>
                      <a:pt x="167" y="83"/>
                    </a:lnTo>
                    <a:lnTo>
                      <a:pt x="160" y="59"/>
                    </a:lnTo>
                    <a:lnTo>
                      <a:pt x="15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3" name="Freeform 536">
                <a:extLst>
                  <a:ext uri="{FF2B5EF4-FFF2-40B4-BE49-F238E27FC236}">
                    <a16:creationId xmlns:a16="http://schemas.microsoft.com/office/drawing/2014/main" id="{DF553C3E-15A1-7440-B1B6-29176D8DE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518"/>
                <a:ext cx="16" cy="36"/>
              </a:xfrm>
              <a:custGeom>
                <a:avLst/>
                <a:gdLst>
                  <a:gd name="T0" fmla="*/ 0 w 129"/>
                  <a:gd name="T1" fmla="*/ 0 h 292"/>
                  <a:gd name="T2" fmla="*/ 0 w 129"/>
                  <a:gd name="T3" fmla="*/ 0 h 292"/>
                  <a:gd name="T4" fmla="*/ 0 w 129"/>
                  <a:gd name="T5" fmla="*/ 0 h 292"/>
                  <a:gd name="T6" fmla="*/ 0 w 129"/>
                  <a:gd name="T7" fmla="*/ 0 h 292"/>
                  <a:gd name="T8" fmla="*/ 0 w 129"/>
                  <a:gd name="T9" fmla="*/ 0 h 292"/>
                  <a:gd name="T10" fmla="*/ 0 w 129"/>
                  <a:gd name="T11" fmla="*/ 0 h 292"/>
                  <a:gd name="T12" fmla="*/ 0 w 129"/>
                  <a:gd name="T13" fmla="*/ 0 h 292"/>
                  <a:gd name="T14" fmla="*/ 0 w 129"/>
                  <a:gd name="T15" fmla="*/ 0 h 292"/>
                  <a:gd name="T16" fmla="*/ 0 w 129"/>
                  <a:gd name="T17" fmla="*/ 0 h 292"/>
                  <a:gd name="T18" fmla="*/ 0 w 129"/>
                  <a:gd name="T19" fmla="*/ 0 h 292"/>
                  <a:gd name="T20" fmla="*/ 0 w 129"/>
                  <a:gd name="T21" fmla="*/ 0 h 292"/>
                  <a:gd name="T22" fmla="*/ 0 w 129"/>
                  <a:gd name="T23" fmla="*/ 0 h 292"/>
                  <a:gd name="T24" fmla="*/ 0 w 129"/>
                  <a:gd name="T25" fmla="*/ 0 h 292"/>
                  <a:gd name="T26" fmla="*/ 0 w 129"/>
                  <a:gd name="T27" fmla="*/ 0 h 292"/>
                  <a:gd name="T28" fmla="*/ 0 w 129"/>
                  <a:gd name="T29" fmla="*/ 0 h 292"/>
                  <a:gd name="T30" fmla="*/ 0 w 129"/>
                  <a:gd name="T31" fmla="*/ 0 h 292"/>
                  <a:gd name="T32" fmla="*/ 0 w 129"/>
                  <a:gd name="T33" fmla="*/ 0 h 292"/>
                  <a:gd name="T34" fmla="*/ 0 w 129"/>
                  <a:gd name="T35" fmla="*/ 0 h 292"/>
                  <a:gd name="T36" fmla="*/ 0 w 129"/>
                  <a:gd name="T37" fmla="*/ 0 h 292"/>
                  <a:gd name="T38" fmla="*/ 0 w 129"/>
                  <a:gd name="T39" fmla="*/ 0 h 292"/>
                  <a:gd name="T40" fmla="*/ 0 w 129"/>
                  <a:gd name="T41" fmla="*/ 0 h 292"/>
                  <a:gd name="T42" fmla="*/ 0 w 129"/>
                  <a:gd name="T43" fmla="*/ 0 h 2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9"/>
                  <a:gd name="T67" fmla="*/ 0 h 292"/>
                  <a:gd name="T68" fmla="*/ 129 w 129"/>
                  <a:gd name="T69" fmla="*/ 292 h 29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9" h="292">
                    <a:moveTo>
                      <a:pt x="0" y="116"/>
                    </a:moveTo>
                    <a:lnTo>
                      <a:pt x="23" y="109"/>
                    </a:lnTo>
                    <a:lnTo>
                      <a:pt x="63" y="55"/>
                    </a:lnTo>
                    <a:lnTo>
                      <a:pt x="116" y="0"/>
                    </a:lnTo>
                    <a:lnTo>
                      <a:pt x="104" y="46"/>
                    </a:lnTo>
                    <a:lnTo>
                      <a:pt x="129" y="90"/>
                    </a:lnTo>
                    <a:lnTo>
                      <a:pt x="129" y="147"/>
                    </a:lnTo>
                    <a:lnTo>
                      <a:pt x="104" y="199"/>
                    </a:lnTo>
                    <a:lnTo>
                      <a:pt x="116" y="136"/>
                    </a:lnTo>
                    <a:lnTo>
                      <a:pt x="113" y="105"/>
                    </a:lnTo>
                    <a:lnTo>
                      <a:pt x="83" y="76"/>
                    </a:lnTo>
                    <a:lnTo>
                      <a:pt x="69" y="109"/>
                    </a:lnTo>
                    <a:lnTo>
                      <a:pt x="92" y="147"/>
                    </a:lnTo>
                    <a:lnTo>
                      <a:pt x="83" y="184"/>
                    </a:lnTo>
                    <a:lnTo>
                      <a:pt x="54" y="199"/>
                    </a:lnTo>
                    <a:lnTo>
                      <a:pt x="37" y="228"/>
                    </a:lnTo>
                    <a:lnTo>
                      <a:pt x="19" y="292"/>
                    </a:lnTo>
                    <a:lnTo>
                      <a:pt x="17" y="237"/>
                    </a:lnTo>
                    <a:lnTo>
                      <a:pt x="30" y="184"/>
                    </a:lnTo>
                    <a:lnTo>
                      <a:pt x="19" y="164"/>
                    </a:lnTo>
                    <a:lnTo>
                      <a:pt x="0" y="143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4" name="Freeform 537">
                <a:extLst>
                  <a:ext uri="{FF2B5EF4-FFF2-40B4-BE49-F238E27FC236}">
                    <a16:creationId xmlns:a16="http://schemas.microsoft.com/office/drawing/2014/main" id="{149624F8-3C03-3040-B96F-146C386B9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36"/>
                <a:ext cx="12" cy="8"/>
              </a:xfrm>
              <a:custGeom>
                <a:avLst/>
                <a:gdLst>
                  <a:gd name="T0" fmla="*/ 0 w 99"/>
                  <a:gd name="T1" fmla="*/ 0 h 63"/>
                  <a:gd name="T2" fmla="*/ 0 w 99"/>
                  <a:gd name="T3" fmla="*/ 0 h 63"/>
                  <a:gd name="T4" fmla="*/ 0 w 99"/>
                  <a:gd name="T5" fmla="*/ 0 h 63"/>
                  <a:gd name="T6" fmla="*/ 0 w 99"/>
                  <a:gd name="T7" fmla="*/ 0 h 63"/>
                  <a:gd name="T8" fmla="*/ 0 w 99"/>
                  <a:gd name="T9" fmla="*/ 0 h 63"/>
                  <a:gd name="T10" fmla="*/ 0 w 99"/>
                  <a:gd name="T11" fmla="*/ 0 h 63"/>
                  <a:gd name="T12" fmla="*/ 0 w 99"/>
                  <a:gd name="T13" fmla="*/ 0 h 63"/>
                  <a:gd name="T14" fmla="*/ 0 w 99"/>
                  <a:gd name="T15" fmla="*/ 0 h 63"/>
                  <a:gd name="T16" fmla="*/ 0 w 99"/>
                  <a:gd name="T17" fmla="*/ 0 h 63"/>
                  <a:gd name="T18" fmla="*/ 0 w 99"/>
                  <a:gd name="T19" fmla="*/ 0 h 63"/>
                  <a:gd name="T20" fmla="*/ 0 w 99"/>
                  <a:gd name="T21" fmla="*/ 0 h 63"/>
                  <a:gd name="T22" fmla="*/ 0 w 99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9"/>
                  <a:gd name="T37" fmla="*/ 0 h 63"/>
                  <a:gd name="T38" fmla="*/ 99 w 99"/>
                  <a:gd name="T39" fmla="*/ 63 h 6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9" h="63">
                    <a:moveTo>
                      <a:pt x="0" y="14"/>
                    </a:moveTo>
                    <a:lnTo>
                      <a:pt x="16" y="46"/>
                    </a:lnTo>
                    <a:lnTo>
                      <a:pt x="42" y="63"/>
                    </a:lnTo>
                    <a:lnTo>
                      <a:pt x="81" y="50"/>
                    </a:lnTo>
                    <a:lnTo>
                      <a:pt x="99" y="32"/>
                    </a:lnTo>
                    <a:lnTo>
                      <a:pt x="99" y="0"/>
                    </a:lnTo>
                    <a:lnTo>
                      <a:pt x="64" y="4"/>
                    </a:lnTo>
                    <a:lnTo>
                      <a:pt x="69" y="21"/>
                    </a:lnTo>
                    <a:lnTo>
                      <a:pt x="53" y="35"/>
                    </a:lnTo>
                    <a:lnTo>
                      <a:pt x="42" y="26"/>
                    </a:lnTo>
                    <a:lnTo>
                      <a:pt x="3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5" name="Freeform 538">
                <a:extLst>
                  <a:ext uri="{FF2B5EF4-FFF2-40B4-BE49-F238E27FC236}">
                    <a16:creationId xmlns:a16="http://schemas.microsoft.com/office/drawing/2014/main" id="{1C6337F2-F51A-7645-ADC7-1CEB713D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529"/>
                <a:ext cx="11" cy="8"/>
              </a:xfrm>
              <a:custGeom>
                <a:avLst/>
                <a:gdLst>
                  <a:gd name="T0" fmla="*/ 0 w 92"/>
                  <a:gd name="T1" fmla="*/ 0 h 61"/>
                  <a:gd name="T2" fmla="*/ 0 w 92"/>
                  <a:gd name="T3" fmla="*/ 0 h 61"/>
                  <a:gd name="T4" fmla="*/ 0 w 92"/>
                  <a:gd name="T5" fmla="*/ 0 h 61"/>
                  <a:gd name="T6" fmla="*/ 0 w 92"/>
                  <a:gd name="T7" fmla="*/ 0 h 61"/>
                  <a:gd name="T8" fmla="*/ 0 w 92"/>
                  <a:gd name="T9" fmla="*/ 0 h 61"/>
                  <a:gd name="T10" fmla="*/ 0 w 92"/>
                  <a:gd name="T11" fmla="*/ 0 h 61"/>
                  <a:gd name="T12" fmla="*/ 0 w 92"/>
                  <a:gd name="T13" fmla="*/ 0 h 61"/>
                  <a:gd name="T14" fmla="*/ 0 w 92"/>
                  <a:gd name="T15" fmla="*/ 0 h 61"/>
                  <a:gd name="T16" fmla="*/ 0 w 92"/>
                  <a:gd name="T17" fmla="*/ 0 h 61"/>
                  <a:gd name="T18" fmla="*/ 0 w 92"/>
                  <a:gd name="T19" fmla="*/ 0 h 61"/>
                  <a:gd name="T20" fmla="*/ 0 w 92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2"/>
                  <a:gd name="T34" fmla="*/ 0 h 61"/>
                  <a:gd name="T35" fmla="*/ 92 w 92"/>
                  <a:gd name="T36" fmla="*/ 61 h 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2" h="61">
                    <a:moveTo>
                      <a:pt x="0" y="17"/>
                    </a:moveTo>
                    <a:lnTo>
                      <a:pt x="9" y="55"/>
                    </a:lnTo>
                    <a:lnTo>
                      <a:pt x="42" y="61"/>
                    </a:lnTo>
                    <a:lnTo>
                      <a:pt x="74" y="51"/>
                    </a:lnTo>
                    <a:lnTo>
                      <a:pt x="92" y="31"/>
                    </a:lnTo>
                    <a:lnTo>
                      <a:pt x="86" y="0"/>
                    </a:lnTo>
                    <a:lnTo>
                      <a:pt x="64" y="0"/>
                    </a:lnTo>
                    <a:lnTo>
                      <a:pt x="60" y="33"/>
                    </a:lnTo>
                    <a:lnTo>
                      <a:pt x="37" y="33"/>
                    </a:lnTo>
                    <a:lnTo>
                      <a:pt x="27" y="1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6" name="Freeform 539">
                <a:extLst>
                  <a:ext uri="{FF2B5EF4-FFF2-40B4-BE49-F238E27FC236}">
                    <a16:creationId xmlns:a16="http://schemas.microsoft.com/office/drawing/2014/main" id="{490F2ADE-1DDD-A740-83D7-ED76B6F68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63"/>
                <a:ext cx="47" cy="25"/>
              </a:xfrm>
              <a:custGeom>
                <a:avLst/>
                <a:gdLst>
                  <a:gd name="T0" fmla="*/ 0 w 374"/>
                  <a:gd name="T1" fmla="*/ 0 h 198"/>
                  <a:gd name="T2" fmla="*/ 0 w 374"/>
                  <a:gd name="T3" fmla="*/ 0 h 198"/>
                  <a:gd name="T4" fmla="*/ 0 w 374"/>
                  <a:gd name="T5" fmla="*/ 0 h 198"/>
                  <a:gd name="T6" fmla="*/ 0 w 374"/>
                  <a:gd name="T7" fmla="*/ 0 h 198"/>
                  <a:gd name="T8" fmla="*/ 0 w 374"/>
                  <a:gd name="T9" fmla="*/ 0 h 198"/>
                  <a:gd name="T10" fmla="*/ 0 w 374"/>
                  <a:gd name="T11" fmla="*/ 0 h 198"/>
                  <a:gd name="T12" fmla="*/ 0 w 374"/>
                  <a:gd name="T13" fmla="*/ 0 h 198"/>
                  <a:gd name="T14" fmla="*/ 0 w 374"/>
                  <a:gd name="T15" fmla="*/ 0 h 198"/>
                  <a:gd name="T16" fmla="*/ 0 w 374"/>
                  <a:gd name="T17" fmla="*/ 0 h 198"/>
                  <a:gd name="T18" fmla="*/ 0 w 374"/>
                  <a:gd name="T19" fmla="*/ 0 h 198"/>
                  <a:gd name="T20" fmla="*/ 0 w 374"/>
                  <a:gd name="T21" fmla="*/ 0 h 198"/>
                  <a:gd name="T22" fmla="*/ 0 w 374"/>
                  <a:gd name="T23" fmla="*/ 0 h 198"/>
                  <a:gd name="T24" fmla="*/ 0 w 374"/>
                  <a:gd name="T25" fmla="*/ 0 h 198"/>
                  <a:gd name="T26" fmla="*/ 0 w 374"/>
                  <a:gd name="T27" fmla="*/ 0 h 198"/>
                  <a:gd name="T28" fmla="*/ 0 w 374"/>
                  <a:gd name="T29" fmla="*/ 0 h 198"/>
                  <a:gd name="T30" fmla="*/ 0 w 374"/>
                  <a:gd name="T31" fmla="*/ 0 h 198"/>
                  <a:gd name="T32" fmla="*/ 0 w 374"/>
                  <a:gd name="T33" fmla="*/ 0 h 198"/>
                  <a:gd name="T34" fmla="*/ 0 w 374"/>
                  <a:gd name="T35" fmla="*/ 0 h 198"/>
                  <a:gd name="T36" fmla="*/ 0 w 374"/>
                  <a:gd name="T37" fmla="*/ 0 h 198"/>
                  <a:gd name="T38" fmla="*/ 0 w 374"/>
                  <a:gd name="T39" fmla="*/ 0 h 198"/>
                  <a:gd name="T40" fmla="*/ 0 w 374"/>
                  <a:gd name="T41" fmla="*/ 0 h 198"/>
                  <a:gd name="T42" fmla="*/ 0 w 374"/>
                  <a:gd name="T43" fmla="*/ 0 h 198"/>
                  <a:gd name="T44" fmla="*/ 0 w 374"/>
                  <a:gd name="T45" fmla="*/ 0 h 198"/>
                  <a:gd name="T46" fmla="*/ 0 w 374"/>
                  <a:gd name="T47" fmla="*/ 0 h 198"/>
                  <a:gd name="T48" fmla="*/ 0 w 374"/>
                  <a:gd name="T49" fmla="*/ 0 h 198"/>
                  <a:gd name="T50" fmla="*/ 0 w 374"/>
                  <a:gd name="T51" fmla="*/ 0 h 198"/>
                  <a:gd name="T52" fmla="*/ 0 w 374"/>
                  <a:gd name="T53" fmla="*/ 0 h 1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4"/>
                  <a:gd name="T82" fmla="*/ 0 h 198"/>
                  <a:gd name="T83" fmla="*/ 374 w 374"/>
                  <a:gd name="T84" fmla="*/ 198 h 1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4" h="198">
                    <a:moveTo>
                      <a:pt x="31" y="0"/>
                    </a:moveTo>
                    <a:lnTo>
                      <a:pt x="0" y="37"/>
                    </a:lnTo>
                    <a:lnTo>
                      <a:pt x="0" y="79"/>
                    </a:lnTo>
                    <a:lnTo>
                      <a:pt x="26" y="90"/>
                    </a:lnTo>
                    <a:lnTo>
                      <a:pt x="46" y="132"/>
                    </a:lnTo>
                    <a:lnTo>
                      <a:pt x="127" y="163"/>
                    </a:lnTo>
                    <a:lnTo>
                      <a:pt x="199" y="198"/>
                    </a:lnTo>
                    <a:lnTo>
                      <a:pt x="235" y="198"/>
                    </a:lnTo>
                    <a:lnTo>
                      <a:pt x="305" y="120"/>
                    </a:lnTo>
                    <a:lnTo>
                      <a:pt x="360" y="90"/>
                    </a:lnTo>
                    <a:lnTo>
                      <a:pt x="374" y="37"/>
                    </a:lnTo>
                    <a:lnTo>
                      <a:pt x="365" y="22"/>
                    </a:lnTo>
                    <a:lnTo>
                      <a:pt x="342" y="0"/>
                    </a:lnTo>
                    <a:lnTo>
                      <a:pt x="354" y="25"/>
                    </a:lnTo>
                    <a:lnTo>
                      <a:pt x="347" y="46"/>
                    </a:lnTo>
                    <a:lnTo>
                      <a:pt x="325" y="46"/>
                    </a:lnTo>
                    <a:lnTo>
                      <a:pt x="285" y="69"/>
                    </a:lnTo>
                    <a:lnTo>
                      <a:pt x="261" y="97"/>
                    </a:lnTo>
                    <a:lnTo>
                      <a:pt x="235" y="120"/>
                    </a:lnTo>
                    <a:lnTo>
                      <a:pt x="187" y="127"/>
                    </a:lnTo>
                    <a:lnTo>
                      <a:pt x="141" y="117"/>
                    </a:lnTo>
                    <a:lnTo>
                      <a:pt x="107" y="97"/>
                    </a:lnTo>
                    <a:lnTo>
                      <a:pt x="63" y="79"/>
                    </a:lnTo>
                    <a:lnTo>
                      <a:pt x="26" y="79"/>
                    </a:lnTo>
                    <a:lnTo>
                      <a:pt x="8" y="60"/>
                    </a:lnTo>
                    <a:lnTo>
                      <a:pt x="15" y="3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7" name="Freeform 540">
                <a:extLst>
                  <a:ext uri="{FF2B5EF4-FFF2-40B4-BE49-F238E27FC236}">
                    <a16:creationId xmlns:a16="http://schemas.microsoft.com/office/drawing/2014/main" id="{4B3EED24-ABF4-2A4C-940B-1F34372E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87"/>
                <a:ext cx="65" cy="11"/>
              </a:xfrm>
              <a:custGeom>
                <a:avLst/>
                <a:gdLst>
                  <a:gd name="T0" fmla="*/ 0 w 520"/>
                  <a:gd name="T1" fmla="*/ 0 h 90"/>
                  <a:gd name="T2" fmla="*/ 0 w 520"/>
                  <a:gd name="T3" fmla="*/ 0 h 90"/>
                  <a:gd name="T4" fmla="*/ 0 w 520"/>
                  <a:gd name="T5" fmla="*/ 0 h 90"/>
                  <a:gd name="T6" fmla="*/ 0 w 520"/>
                  <a:gd name="T7" fmla="*/ 0 h 90"/>
                  <a:gd name="T8" fmla="*/ 0 w 520"/>
                  <a:gd name="T9" fmla="*/ 0 h 90"/>
                  <a:gd name="T10" fmla="*/ 0 w 520"/>
                  <a:gd name="T11" fmla="*/ 0 h 90"/>
                  <a:gd name="T12" fmla="*/ 0 w 520"/>
                  <a:gd name="T13" fmla="*/ 0 h 90"/>
                  <a:gd name="T14" fmla="*/ 0 w 520"/>
                  <a:gd name="T15" fmla="*/ 0 h 90"/>
                  <a:gd name="T16" fmla="*/ 0 w 520"/>
                  <a:gd name="T17" fmla="*/ 0 h 90"/>
                  <a:gd name="T18" fmla="*/ 0 w 520"/>
                  <a:gd name="T19" fmla="*/ 0 h 90"/>
                  <a:gd name="T20" fmla="*/ 0 w 520"/>
                  <a:gd name="T21" fmla="*/ 0 h 90"/>
                  <a:gd name="T22" fmla="*/ 0 w 520"/>
                  <a:gd name="T23" fmla="*/ 0 h 90"/>
                  <a:gd name="T24" fmla="*/ 0 w 520"/>
                  <a:gd name="T25" fmla="*/ 0 h 90"/>
                  <a:gd name="T26" fmla="*/ 0 w 520"/>
                  <a:gd name="T27" fmla="*/ 0 h 90"/>
                  <a:gd name="T28" fmla="*/ 0 w 520"/>
                  <a:gd name="T29" fmla="*/ 0 h 90"/>
                  <a:gd name="T30" fmla="*/ 0 w 520"/>
                  <a:gd name="T31" fmla="*/ 0 h 90"/>
                  <a:gd name="T32" fmla="*/ 0 w 520"/>
                  <a:gd name="T33" fmla="*/ 0 h 90"/>
                  <a:gd name="T34" fmla="*/ 0 w 520"/>
                  <a:gd name="T35" fmla="*/ 0 h 90"/>
                  <a:gd name="T36" fmla="*/ 0 w 520"/>
                  <a:gd name="T37" fmla="*/ 0 h 90"/>
                  <a:gd name="T38" fmla="*/ 0 w 520"/>
                  <a:gd name="T39" fmla="*/ 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20"/>
                  <a:gd name="T61" fmla="*/ 0 h 90"/>
                  <a:gd name="T62" fmla="*/ 520 w 520"/>
                  <a:gd name="T63" fmla="*/ 90 h 9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20" h="90">
                    <a:moveTo>
                      <a:pt x="48" y="60"/>
                    </a:moveTo>
                    <a:lnTo>
                      <a:pt x="101" y="40"/>
                    </a:lnTo>
                    <a:lnTo>
                      <a:pt x="174" y="23"/>
                    </a:lnTo>
                    <a:lnTo>
                      <a:pt x="259" y="24"/>
                    </a:lnTo>
                    <a:lnTo>
                      <a:pt x="343" y="7"/>
                    </a:lnTo>
                    <a:lnTo>
                      <a:pt x="488" y="23"/>
                    </a:lnTo>
                    <a:lnTo>
                      <a:pt x="511" y="0"/>
                    </a:lnTo>
                    <a:lnTo>
                      <a:pt x="520" y="31"/>
                    </a:lnTo>
                    <a:lnTo>
                      <a:pt x="501" y="46"/>
                    </a:lnTo>
                    <a:lnTo>
                      <a:pt x="477" y="31"/>
                    </a:lnTo>
                    <a:lnTo>
                      <a:pt x="417" y="24"/>
                    </a:lnTo>
                    <a:lnTo>
                      <a:pt x="327" y="46"/>
                    </a:lnTo>
                    <a:lnTo>
                      <a:pt x="253" y="64"/>
                    </a:lnTo>
                    <a:lnTo>
                      <a:pt x="128" y="60"/>
                    </a:lnTo>
                    <a:lnTo>
                      <a:pt x="41" y="70"/>
                    </a:lnTo>
                    <a:lnTo>
                      <a:pt x="20" y="90"/>
                    </a:lnTo>
                    <a:lnTo>
                      <a:pt x="0" y="79"/>
                    </a:lnTo>
                    <a:lnTo>
                      <a:pt x="4" y="53"/>
                    </a:lnTo>
                    <a:lnTo>
                      <a:pt x="27" y="46"/>
                    </a:lnTo>
                    <a:lnTo>
                      <a:pt x="4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8" name="Freeform 541">
                <a:extLst>
                  <a:ext uri="{FF2B5EF4-FFF2-40B4-BE49-F238E27FC236}">
                    <a16:creationId xmlns:a16="http://schemas.microsoft.com/office/drawing/2014/main" id="{EE7EE68A-233F-4341-9229-1A9FFA9B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01"/>
                <a:ext cx="36" cy="12"/>
              </a:xfrm>
              <a:custGeom>
                <a:avLst/>
                <a:gdLst>
                  <a:gd name="T0" fmla="*/ 0 w 286"/>
                  <a:gd name="T1" fmla="*/ 0 h 94"/>
                  <a:gd name="T2" fmla="*/ 0 w 286"/>
                  <a:gd name="T3" fmla="*/ 0 h 94"/>
                  <a:gd name="T4" fmla="*/ 0 w 286"/>
                  <a:gd name="T5" fmla="*/ 0 h 94"/>
                  <a:gd name="T6" fmla="*/ 0 w 286"/>
                  <a:gd name="T7" fmla="*/ 0 h 94"/>
                  <a:gd name="T8" fmla="*/ 0 w 286"/>
                  <a:gd name="T9" fmla="*/ 0 h 94"/>
                  <a:gd name="T10" fmla="*/ 0 w 286"/>
                  <a:gd name="T11" fmla="*/ 0 h 94"/>
                  <a:gd name="T12" fmla="*/ 0 w 286"/>
                  <a:gd name="T13" fmla="*/ 0 h 94"/>
                  <a:gd name="T14" fmla="*/ 0 w 286"/>
                  <a:gd name="T15" fmla="*/ 0 h 94"/>
                  <a:gd name="T16" fmla="*/ 0 w 286"/>
                  <a:gd name="T17" fmla="*/ 0 h 94"/>
                  <a:gd name="T18" fmla="*/ 0 w 286"/>
                  <a:gd name="T19" fmla="*/ 0 h 94"/>
                  <a:gd name="T20" fmla="*/ 0 w 286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6"/>
                  <a:gd name="T34" fmla="*/ 0 h 94"/>
                  <a:gd name="T35" fmla="*/ 286 w 286"/>
                  <a:gd name="T36" fmla="*/ 94 h 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6" h="94">
                    <a:moveTo>
                      <a:pt x="0" y="22"/>
                    </a:moveTo>
                    <a:lnTo>
                      <a:pt x="64" y="31"/>
                    </a:lnTo>
                    <a:lnTo>
                      <a:pt x="123" y="31"/>
                    </a:lnTo>
                    <a:lnTo>
                      <a:pt x="194" y="26"/>
                    </a:lnTo>
                    <a:lnTo>
                      <a:pt x="286" y="0"/>
                    </a:lnTo>
                    <a:lnTo>
                      <a:pt x="231" y="46"/>
                    </a:lnTo>
                    <a:lnTo>
                      <a:pt x="244" y="83"/>
                    </a:lnTo>
                    <a:lnTo>
                      <a:pt x="171" y="83"/>
                    </a:lnTo>
                    <a:lnTo>
                      <a:pt x="64" y="94"/>
                    </a:lnTo>
                    <a:lnTo>
                      <a:pt x="70" y="6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49" name="Freeform 542">
                <a:extLst>
                  <a:ext uri="{FF2B5EF4-FFF2-40B4-BE49-F238E27FC236}">
                    <a16:creationId xmlns:a16="http://schemas.microsoft.com/office/drawing/2014/main" id="{E84A4017-A7DB-8F4B-929A-2AC04EED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61"/>
                <a:ext cx="114" cy="76"/>
              </a:xfrm>
              <a:custGeom>
                <a:avLst/>
                <a:gdLst>
                  <a:gd name="T0" fmla="*/ 0 w 911"/>
                  <a:gd name="T1" fmla="*/ 0 h 609"/>
                  <a:gd name="T2" fmla="*/ 0 w 911"/>
                  <a:gd name="T3" fmla="*/ 0 h 609"/>
                  <a:gd name="T4" fmla="*/ 0 w 911"/>
                  <a:gd name="T5" fmla="*/ 0 h 609"/>
                  <a:gd name="T6" fmla="*/ 0 w 911"/>
                  <a:gd name="T7" fmla="*/ 0 h 609"/>
                  <a:gd name="T8" fmla="*/ 0 w 911"/>
                  <a:gd name="T9" fmla="*/ 0 h 609"/>
                  <a:gd name="T10" fmla="*/ 0 w 911"/>
                  <a:gd name="T11" fmla="*/ 0 h 609"/>
                  <a:gd name="T12" fmla="*/ 0 w 911"/>
                  <a:gd name="T13" fmla="*/ 0 h 609"/>
                  <a:gd name="T14" fmla="*/ 0 w 911"/>
                  <a:gd name="T15" fmla="*/ 0 h 609"/>
                  <a:gd name="T16" fmla="*/ 0 w 911"/>
                  <a:gd name="T17" fmla="*/ 0 h 609"/>
                  <a:gd name="T18" fmla="*/ 0 w 911"/>
                  <a:gd name="T19" fmla="*/ 0 h 609"/>
                  <a:gd name="T20" fmla="*/ 0 w 911"/>
                  <a:gd name="T21" fmla="*/ 0 h 609"/>
                  <a:gd name="T22" fmla="*/ 0 w 911"/>
                  <a:gd name="T23" fmla="*/ 0 h 609"/>
                  <a:gd name="T24" fmla="*/ 0 w 911"/>
                  <a:gd name="T25" fmla="*/ 0 h 609"/>
                  <a:gd name="T26" fmla="*/ 0 w 911"/>
                  <a:gd name="T27" fmla="*/ 0 h 609"/>
                  <a:gd name="T28" fmla="*/ 0 w 911"/>
                  <a:gd name="T29" fmla="*/ 0 h 609"/>
                  <a:gd name="T30" fmla="*/ 0 w 911"/>
                  <a:gd name="T31" fmla="*/ 0 h 609"/>
                  <a:gd name="T32" fmla="*/ 0 w 911"/>
                  <a:gd name="T33" fmla="*/ 0 h 609"/>
                  <a:gd name="T34" fmla="*/ 0 w 911"/>
                  <a:gd name="T35" fmla="*/ 0 h 609"/>
                  <a:gd name="T36" fmla="*/ 0 w 911"/>
                  <a:gd name="T37" fmla="*/ 0 h 609"/>
                  <a:gd name="T38" fmla="*/ 0 w 911"/>
                  <a:gd name="T39" fmla="*/ 0 h 609"/>
                  <a:gd name="T40" fmla="*/ 0 w 911"/>
                  <a:gd name="T41" fmla="*/ 0 h 609"/>
                  <a:gd name="T42" fmla="*/ 0 w 911"/>
                  <a:gd name="T43" fmla="*/ 0 h 609"/>
                  <a:gd name="T44" fmla="*/ 0 w 911"/>
                  <a:gd name="T45" fmla="*/ 0 h 609"/>
                  <a:gd name="T46" fmla="*/ 0 w 911"/>
                  <a:gd name="T47" fmla="*/ 0 h 609"/>
                  <a:gd name="T48" fmla="*/ 0 w 911"/>
                  <a:gd name="T49" fmla="*/ 0 h 609"/>
                  <a:gd name="T50" fmla="*/ 0 w 911"/>
                  <a:gd name="T51" fmla="*/ 0 h 609"/>
                  <a:gd name="T52" fmla="*/ 0 w 911"/>
                  <a:gd name="T53" fmla="*/ 0 h 609"/>
                  <a:gd name="T54" fmla="*/ 0 w 911"/>
                  <a:gd name="T55" fmla="*/ 0 h 609"/>
                  <a:gd name="T56" fmla="*/ 0 w 911"/>
                  <a:gd name="T57" fmla="*/ 0 h 609"/>
                  <a:gd name="T58" fmla="*/ 0 w 911"/>
                  <a:gd name="T59" fmla="*/ 0 h 609"/>
                  <a:gd name="T60" fmla="*/ 0 w 911"/>
                  <a:gd name="T61" fmla="*/ 0 h 609"/>
                  <a:gd name="T62" fmla="*/ 0 w 911"/>
                  <a:gd name="T63" fmla="*/ 0 h 609"/>
                  <a:gd name="T64" fmla="*/ 0 w 911"/>
                  <a:gd name="T65" fmla="*/ 0 h 6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11"/>
                  <a:gd name="T100" fmla="*/ 0 h 609"/>
                  <a:gd name="T101" fmla="*/ 911 w 911"/>
                  <a:gd name="T102" fmla="*/ 609 h 6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11" h="609">
                    <a:moveTo>
                      <a:pt x="0" y="83"/>
                    </a:moveTo>
                    <a:lnTo>
                      <a:pt x="96" y="339"/>
                    </a:lnTo>
                    <a:lnTo>
                      <a:pt x="157" y="438"/>
                    </a:lnTo>
                    <a:lnTo>
                      <a:pt x="226" y="498"/>
                    </a:lnTo>
                    <a:lnTo>
                      <a:pt x="304" y="546"/>
                    </a:lnTo>
                    <a:lnTo>
                      <a:pt x="394" y="576"/>
                    </a:lnTo>
                    <a:lnTo>
                      <a:pt x="487" y="609"/>
                    </a:lnTo>
                    <a:lnTo>
                      <a:pt x="570" y="609"/>
                    </a:lnTo>
                    <a:lnTo>
                      <a:pt x="669" y="581"/>
                    </a:lnTo>
                    <a:lnTo>
                      <a:pt x="735" y="535"/>
                    </a:lnTo>
                    <a:lnTo>
                      <a:pt x="793" y="464"/>
                    </a:lnTo>
                    <a:lnTo>
                      <a:pt x="848" y="374"/>
                    </a:lnTo>
                    <a:lnTo>
                      <a:pt x="883" y="288"/>
                    </a:lnTo>
                    <a:lnTo>
                      <a:pt x="898" y="183"/>
                    </a:lnTo>
                    <a:lnTo>
                      <a:pt x="911" y="0"/>
                    </a:lnTo>
                    <a:lnTo>
                      <a:pt x="892" y="14"/>
                    </a:lnTo>
                    <a:lnTo>
                      <a:pt x="869" y="265"/>
                    </a:lnTo>
                    <a:lnTo>
                      <a:pt x="839" y="353"/>
                    </a:lnTo>
                    <a:lnTo>
                      <a:pt x="793" y="434"/>
                    </a:lnTo>
                    <a:lnTo>
                      <a:pt x="724" y="517"/>
                    </a:lnTo>
                    <a:lnTo>
                      <a:pt x="659" y="558"/>
                    </a:lnTo>
                    <a:lnTo>
                      <a:pt x="659" y="528"/>
                    </a:lnTo>
                    <a:lnTo>
                      <a:pt x="595" y="551"/>
                    </a:lnTo>
                    <a:lnTo>
                      <a:pt x="511" y="557"/>
                    </a:lnTo>
                    <a:lnTo>
                      <a:pt x="450" y="551"/>
                    </a:lnTo>
                    <a:lnTo>
                      <a:pt x="392" y="528"/>
                    </a:lnTo>
                    <a:lnTo>
                      <a:pt x="408" y="558"/>
                    </a:lnTo>
                    <a:lnTo>
                      <a:pt x="293" y="524"/>
                    </a:lnTo>
                    <a:lnTo>
                      <a:pt x="203" y="445"/>
                    </a:lnTo>
                    <a:lnTo>
                      <a:pt x="138" y="368"/>
                    </a:lnTo>
                    <a:lnTo>
                      <a:pt x="90" y="279"/>
                    </a:lnTo>
                    <a:lnTo>
                      <a:pt x="10" y="74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0" name="Freeform 543">
                <a:extLst>
                  <a:ext uri="{FF2B5EF4-FFF2-40B4-BE49-F238E27FC236}">
                    <a16:creationId xmlns:a16="http://schemas.microsoft.com/office/drawing/2014/main" id="{B2E8348B-6914-824B-82ED-4812728D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72"/>
                <a:ext cx="23" cy="35"/>
              </a:xfrm>
              <a:custGeom>
                <a:avLst/>
                <a:gdLst>
                  <a:gd name="T0" fmla="*/ 0 w 187"/>
                  <a:gd name="T1" fmla="*/ 0 h 278"/>
                  <a:gd name="T2" fmla="*/ 0 w 187"/>
                  <a:gd name="T3" fmla="*/ 0 h 278"/>
                  <a:gd name="T4" fmla="*/ 0 w 187"/>
                  <a:gd name="T5" fmla="*/ 0 h 278"/>
                  <a:gd name="T6" fmla="*/ 0 w 187"/>
                  <a:gd name="T7" fmla="*/ 0 h 278"/>
                  <a:gd name="T8" fmla="*/ 0 w 187"/>
                  <a:gd name="T9" fmla="*/ 0 h 278"/>
                  <a:gd name="T10" fmla="*/ 0 w 187"/>
                  <a:gd name="T11" fmla="*/ 0 h 278"/>
                  <a:gd name="T12" fmla="*/ 0 w 187"/>
                  <a:gd name="T13" fmla="*/ 0 h 278"/>
                  <a:gd name="T14" fmla="*/ 0 w 187"/>
                  <a:gd name="T15" fmla="*/ 0 h 278"/>
                  <a:gd name="T16" fmla="*/ 0 w 187"/>
                  <a:gd name="T17" fmla="*/ 0 h 278"/>
                  <a:gd name="T18" fmla="*/ 0 w 187"/>
                  <a:gd name="T19" fmla="*/ 0 h 278"/>
                  <a:gd name="T20" fmla="*/ 0 w 187"/>
                  <a:gd name="T21" fmla="*/ 0 h 278"/>
                  <a:gd name="T22" fmla="*/ 0 w 187"/>
                  <a:gd name="T23" fmla="*/ 0 h 278"/>
                  <a:gd name="T24" fmla="*/ 0 w 18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7"/>
                  <a:gd name="T40" fmla="*/ 0 h 278"/>
                  <a:gd name="T41" fmla="*/ 187 w 187"/>
                  <a:gd name="T42" fmla="*/ 278 h 27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7" h="278">
                    <a:moveTo>
                      <a:pt x="22" y="58"/>
                    </a:moveTo>
                    <a:lnTo>
                      <a:pt x="97" y="53"/>
                    </a:lnTo>
                    <a:lnTo>
                      <a:pt x="134" y="36"/>
                    </a:lnTo>
                    <a:lnTo>
                      <a:pt x="187" y="0"/>
                    </a:lnTo>
                    <a:lnTo>
                      <a:pt x="157" y="58"/>
                    </a:lnTo>
                    <a:lnTo>
                      <a:pt x="111" y="117"/>
                    </a:lnTo>
                    <a:lnTo>
                      <a:pt x="118" y="181"/>
                    </a:lnTo>
                    <a:lnTo>
                      <a:pt x="163" y="278"/>
                    </a:lnTo>
                    <a:lnTo>
                      <a:pt x="111" y="207"/>
                    </a:lnTo>
                    <a:lnTo>
                      <a:pt x="77" y="133"/>
                    </a:lnTo>
                    <a:lnTo>
                      <a:pt x="40" y="117"/>
                    </a:lnTo>
                    <a:lnTo>
                      <a:pt x="0" y="64"/>
                    </a:lnTo>
                    <a:lnTo>
                      <a:pt x="22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1" name="Freeform 544">
                <a:extLst>
                  <a:ext uri="{FF2B5EF4-FFF2-40B4-BE49-F238E27FC236}">
                    <a16:creationId xmlns:a16="http://schemas.microsoft.com/office/drawing/2014/main" id="{1AE587FE-0871-EF48-917F-91F5F27B5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67"/>
                <a:ext cx="20" cy="28"/>
              </a:xfrm>
              <a:custGeom>
                <a:avLst/>
                <a:gdLst>
                  <a:gd name="T0" fmla="*/ 0 w 156"/>
                  <a:gd name="T1" fmla="*/ 0 h 222"/>
                  <a:gd name="T2" fmla="*/ 0 w 156"/>
                  <a:gd name="T3" fmla="*/ 0 h 222"/>
                  <a:gd name="T4" fmla="*/ 0 w 156"/>
                  <a:gd name="T5" fmla="*/ 0 h 222"/>
                  <a:gd name="T6" fmla="*/ 0 w 156"/>
                  <a:gd name="T7" fmla="*/ 0 h 222"/>
                  <a:gd name="T8" fmla="*/ 0 w 156"/>
                  <a:gd name="T9" fmla="*/ 0 h 222"/>
                  <a:gd name="T10" fmla="*/ 0 w 156"/>
                  <a:gd name="T11" fmla="*/ 0 h 222"/>
                  <a:gd name="T12" fmla="*/ 0 w 156"/>
                  <a:gd name="T13" fmla="*/ 0 h 222"/>
                  <a:gd name="T14" fmla="*/ 0 w 156"/>
                  <a:gd name="T15" fmla="*/ 0 h 222"/>
                  <a:gd name="T16" fmla="*/ 0 w 156"/>
                  <a:gd name="T17" fmla="*/ 0 h 222"/>
                  <a:gd name="T18" fmla="*/ 0 w 156"/>
                  <a:gd name="T19" fmla="*/ 0 h 222"/>
                  <a:gd name="T20" fmla="*/ 0 w 156"/>
                  <a:gd name="T21" fmla="*/ 0 h 222"/>
                  <a:gd name="T22" fmla="*/ 0 w 156"/>
                  <a:gd name="T23" fmla="*/ 0 h 2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6"/>
                  <a:gd name="T37" fmla="*/ 0 h 222"/>
                  <a:gd name="T38" fmla="*/ 156 w 156"/>
                  <a:gd name="T39" fmla="*/ 222 h 2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6" h="222">
                    <a:moveTo>
                      <a:pt x="0" y="0"/>
                    </a:moveTo>
                    <a:lnTo>
                      <a:pt x="31" y="29"/>
                    </a:lnTo>
                    <a:lnTo>
                      <a:pt x="94" y="68"/>
                    </a:lnTo>
                    <a:lnTo>
                      <a:pt x="112" y="94"/>
                    </a:lnTo>
                    <a:lnTo>
                      <a:pt x="124" y="140"/>
                    </a:lnTo>
                    <a:lnTo>
                      <a:pt x="117" y="222"/>
                    </a:lnTo>
                    <a:lnTo>
                      <a:pt x="134" y="136"/>
                    </a:lnTo>
                    <a:lnTo>
                      <a:pt x="156" y="46"/>
                    </a:lnTo>
                    <a:lnTo>
                      <a:pt x="156" y="9"/>
                    </a:lnTo>
                    <a:lnTo>
                      <a:pt x="88" y="13"/>
                    </a:lnTo>
                    <a:lnTo>
                      <a:pt x="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2" name="Freeform 545">
                <a:extLst>
                  <a:ext uri="{FF2B5EF4-FFF2-40B4-BE49-F238E27FC236}">
                    <a16:creationId xmlns:a16="http://schemas.microsoft.com/office/drawing/2014/main" id="{3914A9AF-FE16-8948-8809-158E459A3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20"/>
                <a:ext cx="82" cy="36"/>
              </a:xfrm>
              <a:custGeom>
                <a:avLst/>
                <a:gdLst>
                  <a:gd name="T0" fmla="*/ 0 w 652"/>
                  <a:gd name="T1" fmla="*/ 0 h 291"/>
                  <a:gd name="T2" fmla="*/ 0 w 652"/>
                  <a:gd name="T3" fmla="*/ 0 h 291"/>
                  <a:gd name="T4" fmla="*/ 0 w 652"/>
                  <a:gd name="T5" fmla="*/ 0 h 291"/>
                  <a:gd name="T6" fmla="*/ 0 w 652"/>
                  <a:gd name="T7" fmla="*/ 0 h 291"/>
                  <a:gd name="T8" fmla="*/ 0 w 652"/>
                  <a:gd name="T9" fmla="*/ 0 h 291"/>
                  <a:gd name="T10" fmla="*/ 0 w 652"/>
                  <a:gd name="T11" fmla="*/ 0 h 291"/>
                  <a:gd name="T12" fmla="*/ 0 w 652"/>
                  <a:gd name="T13" fmla="*/ 0 h 291"/>
                  <a:gd name="T14" fmla="*/ 0 w 652"/>
                  <a:gd name="T15" fmla="*/ 0 h 291"/>
                  <a:gd name="T16" fmla="*/ 0 w 652"/>
                  <a:gd name="T17" fmla="*/ 0 h 291"/>
                  <a:gd name="T18" fmla="*/ 0 w 652"/>
                  <a:gd name="T19" fmla="*/ 0 h 291"/>
                  <a:gd name="T20" fmla="*/ 0 w 652"/>
                  <a:gd name="T21" fmla="*/ 0 h 291"/>
                  <a:gd name="T22" fmla="*/ 0 w 652"/>
                  <a:gd name="T23" fmla="*/ 0 h 291"/>
                  <a:gd name="T24" fmla="*/ 0 w 652"/>
                  <a:gd name="T25" fmla="*/ 0 h 291"/>
                  <a:gd name="T26" fmla="*/ 0 w 652"/>
                  <a:gd name="T27" fmla="*/ 0 h 291"/>
                  <a:gd name="T28" fmla="*/ 0 w 652"/>
                  <a:gd name="T29" fmla="*/ 0 h 291"/>
                  <a:gd name="T30" fmla="*/ 0 w 652"/>
                  <a:gd name="T31" fmla="*/ 0 h 291"/>
                  <a:gd name="T32" fmla="*/ 0 w 652"/>
                  <a:gd name="T33" fmla="*/ 0 h 2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2"/>
                  <a:gd name="T52" fmla="*/ 0 h 291"/>
                  <a:gd name="T53" fmla="*/ 652 w 652"/>
                  <a:gd name="T54" fmla="*/ 291 h 29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2" h="291">
                    <a:moveTo>
                      <a:pt x="50" y="0"/>
                    </a:moveTo>
                    <a:lnTo>
                      <a:pt x="59" y="44"/>
                    </a:lnTo>
                    <a:lnTo>
                      <a:pt x="59" y="85"/>
                    </a:lnTo>
                    <a:lnTo>
                      <a:pt x="34" y="126"/>
                    </a:lnTo>
                    <a:lnTo>
                      <a:pt x="0" y="152"/>
                    </a:lnTo>
                    <a:lnTo>
                      <a:pt x="136" y="291"/>
                    </a:lnTo>
                    <a:lnTo>
                      <a:pt x="294" y="192"/>
                    </a:lnTo>
                    <a:lnTo>
                      <a:pt x="384" y="291"/>
                    </a:lnTo>
                    <a:lnTo>
                      <a:pt x="452" y="233"/>
                    </a:lnTo>
                    <a:lnTo>
                      <a:pt x="583" y="152"/>
                    </a:lnTo>
                    <a:lnTo>
                      <a:pt x="652" y="69"/>
                    </a:lnTo>
                    <a:lnTo>
                      <a:pt x="553" y="152"/>
                    </a:lnTo>
                    <a:lnTo>
                      <a:pt x="410" y="210"/>
                    </a:lnTo>
                    <a:lnTo>
                      <a:pt x="343" y="159"/>
                    </a:lnTo>
                    <a:lnTo>
                      <a:pt x="184" y="159"/>
                    </a:lnTo>
                    <a:lnTo>
                      <a:pt x="94" y="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3" name="Freeform 546">
                <a:extLst>
                  <a:ext uri="{FF2B5EF4-FFF2-40B4-BE49-F238E27FC236}">
                    <a16:creationId xmlns:a16="http://schemas.microsoft.com/office/drawing/2014/main" id="{DB592734-7778-A245-B655-3868EB4D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574"/>
                <a:ext cx="53" cy="55"/>
              </a:xfrm>
              <a:custGeom>
                <a:avLst/>
                <a:gdLst>
                  <a:gd name="T0" fmla="*/ 0 w 419"/>
                  <a:gd name="T1" fmla="*/ 0 h 442"/>
                  <a:gd name="T2" fmla="*/ 0 w 419"/>
                  <a:gd name="T3" fmla="*/ 0 h 442"/>
                  <a:gd name="T4" fmla="*/ 0 w 419"/>
                  <a:gd name="T5" fmla="*/ 0 h 442"/>
                  <a:gd name="T6" fmla="*/ 0 w 419"/>
                  <a:gd name="T7" fmla="*/ 0 h 442"/>
                  <a:gd name="T8" fmla="*/ 0 w 419"/>
                  <a:gd name="T9" fmla="*/ 0 h 442"/>
                  <a:gd name="T10" fmla="*/ 0 w 419"/>
                  <a:gd name="T11" fmla="*/ 0 h 442"/>
                  <a:gd name="T12" fmla="*/ 0 w 419"/>
                  <a:gd name="T13" fmla="*/ 0 h 442"/>
                  <a:gd name="T14" fmla="*/ 0 w 419"/>
                  <a:gd name="T15" fmla="*/ 0 h 442"/>
                  <a:gd name="T16" fmla="*/ 0 w 419"/>
                  <a:gd name="T17" fmla="*/ 0 h 442"/>
                  <a:gd name="T18" fmla="*/ 0 w 419"/>
                  <a:gd name="T19" fmla="*/ 0 h 442"/>
                  <a:gd name="T20" fmla="*/ 0 w 419"/>
                  <a:gd name="T21" fmla="*/ 0 h 442"/>
                  <a:gd name="T22" fmla="*/ 0 w 419"/>
                  <a:gd name="T23" fmla="*/ 0 h 442"/>
                  <a:gd name="T24" fmla="*/ 0 w 419"/>
                  <a:gd name="T25" fmla="*/ 0 h 442"/>
                  <a:gd name="T26" fmla="*/ 0 w 419"/>
                  <a:gd name="T27" fmla="*/ 0 h 442"/>
                  <a:gd name="T28" fmla="*/ 0 w 419"/>
                  <a:gd name="T29" fmla="*/ 0 h 442"/>
                  <a:gd name="T30" fmla="*/ 0 w 419"/>
                  <a:gd name="T31" fmla="*/ 0 h 442"/>
                  <a:gd name="T32" fmla="*/ 0 w 419"/>
                  <a:gd name="T33" fmla="*/ 0 h 442"/>
                  <a:gd name="T34" fmla="*/ 0 w 419"/>
                  <a:gd name="T35" fmla="*/ 0 h 442"/>
                  <a:gd name="T36" fmla="*/ 0 w 419"/>
                  <a:gd name="T37" fmla="*/ 0 h 442"/>
                  <a:gd name="T38" fmla="*/ 0 w 419"/>
                  <a:gd name="T39" fmla="*/ 0 h 442"/>
                  <a:gd name="T40" fmla="*/ 0 w 419"/>
                  <a:gd name="T41" fmla="*/ 0 h 442"/>
                  <a:gd name="T42" fmla="*/ 0 w 419"/>
                  <a:gd name="T43" fmla="*/ 0 h 442"/>
                  <a:gd name="T44" fmla="*/ 0 w 419"/>
                  <a:gd name="T45" fmla="*/ 0 h 442"/>
                  <a:gd name="T46" fmla="*/ 0 w 419"/>
                  <a:gd name="T47" fmla="*/ 0 h 442"/>
                  <a:gd name="T48" fmla="*/ 0 w 419"/>
                  <a:gd name="T49" fmla="*/ 0 h 442"/>
                  <a:gd name="T50" fmla="*/ 0 w 419"/>
                  <a:gd name="T51" fmla="*/ 0 h 442"/>
                  <a:gd name="T52" fmla="*/ 0 w 419"/>
                  <a:gd name="T53" fmla="*/ 0 h 442"/>
                  <a:gd name="T54" fmla="*/ 0 w 419"/>
                  <a:gd name="T55" fmla="*/ 0 h 442"/>
                  <a:gd name="T56" fmla="*/ 0 w 419"/>
                  <a:gd name="T57" fmla="*/ 0 h 442"/>
                  <a:gd name="T58" fmla="*/ 0 w 419"/>
                  <a:gd name="T59" fmla="*/ 0 h 442"/>
                  <a:gd name="T60" fmla="*/ 0 w 419"/>
                  <a:gd name="T61" fmla="*/ 0 h 442"/>
                  <a:gd name="T62" fmla="*/ 0 w 419"/>
                  <a:gd name="T63" fmla="*/ 0 h 4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9"/>
                  <a:gd name="T97" fmla="*/ 0 h 442"/>
                  <a:gd name="T98" fmla="*/ 419 w 419"/>
                  <a:gd name="T99" fmla="*/ 442 h 44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9" h="442">
                    <a:moveTo>
                      <a:pt x="36" y="0"/>
                    </a:moveTo>
                    <a:lnTo>
                      <a:pt x="134" y="35"/>
                    </a:lnTo>
                    <a:lnTo>
                      <a:pt x="260" y="13"/>
                    </a:lnTo>
                    <a:lnTo>
                      <a:pt x="382" y="42"/>
                    </a:lnTo>
                    <a:lnTo>
                      <a:pt x="396" y="0"/>
                    </a:lnTo>
                    <a:lnTo>
                      <a:pt x="419" y="92"/>
                    </a:lnTo>
                    <a:lnTo>
                      <a:pt x="419" y="189"/>
                    </a:lnTo>
                    <a:lnTo>
                      <a:pt x="403" y="334"/>
                    </a:lnTo>
                    <a:lnTo>
                      <a:pt x="373" y="442"/>
                    </a:lnTo>
                    <a:lnTo>
                      <a:pt x="396" y="316"/>
                    </a:lnTo>
                    <a:lnTo>
                      <a:pt x="396" y="260"/>
                    </a:lnTo>
                    <a:lnTo>
                      <a:pt x="290" y="327"/>
                    </a:lnTo>
                    <a:lnTo>
                      <a:pt x="269" y="327"/>
                    </a:lnTo>
                    <a:lnTo>
                      <a:pt x="260" y="308"/>
                    </a:lnTo>
                    <a:lnTo>
                      <a:pt x="359" y="202"/>
                    </a:lnTo>
                    <a:lnTo>
                      <a:pt x="352" y="145"/>
                    </a:lnTo>
                    <a:lnTo>
                      <a:pt x="246" y="214"/>
                    </a:lnTo>
                    <a:lnTo>
                      <a:pt x="274" y="165"/>
                    </a:lnTo>
                    <a:lnTo>
                      <a:pt x="260" y="154"/>
                    </a:lnTo>
                    <a:lnTo>
                      <a:pt x="253" y="110"/>
                    </a:lnTo>
                    <a:lnTo>
                      <a:pt x="218" y="110"/>
                    </a:lnTo>
                    <a:lnTo>
                      <a:pt x="154" y="175"/>
                    </a:lnTo>
                    <a:lnTo>
                      <a:pt x="134" y="175"/>
                    </a:lnTo>
                    <a:lnTo>
                      <a:pt x="134" y="141"/>
                    </a:lnTo>
                    <a:lnTo>
                      <a:pt x="163" y="103"/>
                    </a:lnTo>
                    <a:lnTo>
                      <a:pt x="62" y="79"/>
                    </a:lnTo>
                    <a:lnTo>
                      <a:pt x="62" y="117"/>
                    </a:lnTo>
                    <a:lnTo>
                      <a:pt x="90" y="161"/>
                    </a:lnTo>
                    <a:lnTo>
                      <a:pt x="29" y="117"/>
                    </a:lnTo>
                    <a:lnTo>
                      <a:pt x="0" y="55"/>
                    </a:lnTo>
                    <a:lnTo>
                      <a:pt x="7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4" name="Freeform 547">
                <a:extLst>
                  <a:ext uri="{FF2B5EF4-FFF2-40B4-BE49-F238E27FC236}">
                    <a16:creationId xmlns:a16="http://schemas.microsoft.com/office/drawing/2014/main" id="{0E44A4A5-F8BF-B049-98B7-123CDC0A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598"/>
                <a:ext cx="13" cy="7"/>
              </a:xfrm>
              <a:custGeom>
                <a:avLst/>
                <a:gdLst>
                  <a:gd name="T0" fmla="*/ 0 w 96"/>
                  <a:gd name="T1" fmla="*/ 0 h 60"/>
                  <a:gd name="T2" fmla="*/ 0 w 96"/>
                  <a:gd name="T3" fmla="*/ 0 h 60"/>
                  <a:gd name="T4" fmla="*/ 0 w 96"/>
                  <a:gd name="T5" fmla="*/ 0 h 60"/>
                  <a:gd name="T6" fmla="*/ 0 w 96"/>
                  <a:gd name="T7" fmla="*/ 0 h 60"/>
                  <a:gd name="T8" fmla="*/ 0 w 96"/>
                  <a:gd name="T9" fmla="*/ 0 h 60"/>
                  <a:gd name="T10" fmla="*/ 0 w 96"/>
                  <a:gd name="T11" fmla="*/ 0 h 60"/>
                  <a:gd name="T12" fmla="*/ 0 w 96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60"/>
                  <a:gd name="T23" fmla="*/ 96 w 9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60">
                    <a:moveTo>
                      <a:pt x="13" y="0"/>
                    </a:moveTo>
                    <a:lnTo>
                      <a:pt x="96" y="35"/>
                    </a:lnTo>
                    <a:lnTo>
                      <a:pt x="96" y="57"/>
                    </a:lnTo>
                    <a:lnTo>
                      <a:pt x="72" y="60"/>
                    </a:lnTo>
                    <a:lnTo>
                      <a:pt x="4" y="29"/>
                    </a:lnTo>
                    <a:lnTo>
                      <a:pt x="0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5" name="Freeform 548">
                <a:extLst>
                  <a:ext uri="{FF2B5EF4-FFF2-40B4-BE49-F238E27FC236}">
                    <a16:creationId xmlns:a16="http://schemas.microsoft.com/office/drawing/2014/main" id="{05AA21DA-C43D-1340-A218-10A26E3AA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42"/>
                <a:ext cx="82" cy="60"/>
              </a:xfrm>
              <a:custGeom>
                <a:avLst/>
                <a:gdLst>
                  <a:gd name="T0" fmla="*/ 0 w 655"/>
                  <a:gd name="T1" fmla="*/ 0 h 483"/>
                  <a:gd name="T2" fmla="*/ 0 w 655"/>
                  <a:gd name="T3" fmla="*/ 0 h 483"/>
                  <a:gd name="T4" fmla="*/ 0 w 655"/>
                  <a:gd name="T5" fmla="*/ 0 h 483"/>
                  <a:gd name="T6" fmla="*/ 0 w 655"/>
                  <a:gd name="T7" fmla="*/ 0 h 483"/>
                  <a:gd name="T8" fmla="*/ 0 w 655"/>
                  <a:gd name="T9" fmla="*/ 0 h 483"/>
                  <a:gd name="T10" fmla="*/ 0 w 655"/>
                  <a:gd name="T11" fmla="*/ 0 h 483"/>
                  <a:gd name="T12" fmla="*/ 0 w 655"/>
                  <a:gd name="T13" fmla="*/ 0 h 483"/>
                  <a:gd name="T14" fmla="*/ 0 w 655"/>
                  <a:gd name="T15" fmla="*/ 0 h 483"/>
                  <a:gd name="T16" fmla="*/ 0 w 655"/>
                  <a:gd name="T17" fmla="*/ 0 h 483"/>
                  <a:gd name="T18" fmla="*/ 0 w 655"/>
                  <a:gd name="T19" fmla="*/ 0 h 483"/>
                  <a:gd name="T20" fmla="*/ 0 w 655"/>
                  <a:gd name="T21" fmla="*/ 0 h 483"/>
                  <a:gd name="T22" fmla="*/ 0 w 655"/>
                  <a:gd name="T23" fmla="*/ 0 h 483"/>
                  <a:gd name="T24" fmla="*/ 0 w 655"/>
                  <a:gd name="T25" fmla="*/ 0 h 483"/>
                  <a:gd name="T26" fmla="*/ 0 w 655"/>
                  <a:gd name="T27" fmla="*/ 0 h 483"/>
                  <a:gd name="T28" fmla="*/ 0 w 655"/>
                  <a:gd name="T29" fmla="*/ 0 h 483"/>
                  <a:gd name="T30" fmla="*/ 0 w 655"/>
                  <a:gd name="T31" fmla="*/ 0 h 483"/>
                  <a:gd name="T32" fmla="*/ 0 w 655"/>
                  <a:gd name="T33" fmla="*/ 0 h 483"/>
                  <a:gd name="T34" fmla="*/ 0 w 655"/>
                  <a:gd name="T35" fmla="*/ 0 h 483"/>
                  <a:gd name="T36" fmla="*/ 0 w 655"/>
                  <a:gd name="T37" fmla="*/ 0 h 483"/>
                  <a:gd name="T38" fmla="*/ 0 w 655"/>
                  <a:gd name="T39" fmla="*/ 0 h 483"/>
                  <a:gd name="T40" fmla="*/ 0 w 655"/>
                  <a:gd name="T41" fmla="*/ 0 h 483"/>
                  <a:gd name="T42" fmla="*/ 0 w 655"/>
                  <a:gd name="T43" fmla="*/ 0 h 483"/>
                  <a:gd name="T44" fmla="*/ 0 w 655"/>
                  <a:gd name="T45" fmla="*/ 0 h 483"/>
                  <a:gd name="T46" fmla="*/ 0 w 655"/>
                  <a:gd name="T47" fmla="*/ 0 h 483"/>
                  <a:gd name="T48" fmla="*/ 0 w 655"/>
                  <a:gd name="T49" fmla="*/ 0 h 483"/>
                  <a:gd name="T50" fmla="*/ 0 w 655"/>
                  <a:gd name="T51" fmla="*/ 0 h 483"/>
                  <a:gd name="T52" fmla="*/ 0 w 655"/>
                  <a:gd name="T53" fmla="*/ 0 h 4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5"/>
                  <a:gd name="T82" fmla="*/ 0 h 483"/>
                  <a:gd name="T83" fmla="*/ 655 w 655"/>
                  <a:gd name="T84" fmla="*/ 483 h 48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5" h="483">
                    <a:moveTo>
                      <a:pt x="0" y="132"/>
                    </a:moveTo>
                    <a:lnTo>
                      <a:pt x="41" y="279"/>
                    </a:lnTo>
                    <a:lnTo>
                      <a:pt x="103" y="351"/>
                    </a:lnTo>
                    <a:lnTo>
                      <a:pt x="103" y="473"/>
                    </a:lnTo>
                    <a:lnTo>
                      <a:pt x="161" y="362"/>
                    </a:lnTo>
                    <a:lnTo>
                      <a:pt x="364" y="483"/>
                    </a:lnTo>
                    <a:lnTo>
                      <a:pt x="521" y="376"/>
                    </a:lnTo>
                    <a:lnTo>
                      <a:pt x="352" y="376"/>
                    </a:lnTo>
                    <a:lnTo>
                      <a:pt x="297" y="356"/>
                    </a:lnTo>
                    <a:lnTo>
                      <a:pt x="224" y="356"/>
                    </a:lnTo>
                    <a:lnTo>
                      <a:pt x="217" y="332"/>
                    </a:lnTo>
                    <a:lnTo>
                      <a:pt x="329" y="314"/>
                    </a:lnTo>
                    <a:lnTo>
                      <a:pt x="329" y="259"/>
                    </a:lnTo>
                    <a:lnTo>
                      <a:pt x="391" y="224"/>
                    </a:lnTo>
                    <a:lnTo>
                      <a:pt x="323" y="224"/>
                    </a:lnTo>
                    <a:lnTo>
                      <a:pt x="308" y="208"/>
                    </a:lnTo>
                    <a:lnTo>
                      <a:pt x="426" y="160"/>
                    </a:lnTo>
                    <a:lnTo>
                      <a:pt x="479" y="107"/>
                    </a:lnTo>
                    <a:lnTo>
                      <a:pt x="631" y="169"/>
                    </a:lnTo>
                    <a:lnTo>
                      <a:pt x="655" y="160"/>
                    </a:lnTo>
                    <a:lnTo>
                      <a:pt x="527" y="0"/>
                    </a:lnTo>
                    <a:lnTo>
                      <a:pt x="479" y="0"/>
                    </a:lnTo>
                    <a:lnTo>
                      <a:pt x="290" y="99"/>
                    </a:lnTo>
                    <a:lnTo>
                      <a:pt x="140" y="187"/>
                    </a:lnTo>
                    <a:lnTo>
                      <a:pt x="134" y="238"/>
                    </a:lnTo>
                    <a:lnTo>
                      <a:pt x="90" y="245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6" name="Freeform 549">
                <a:extLst>
                  <a:ext uri="{FF2B5EF4-FFF2-40B4-BE49-F238E27FC236}">
                    <a16:creationId xmlns:a16="http://schemas.microsoft.com/office/drawing/2014/main" id="{37E95CD6-AA18-3443-82F8-950D0FD5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70"/>
                <a:ext cx="24" cy="10"/>
              </a:xfrm>
              <a:custGeom>
                <a:avLst/>
                <a:gdLst>
                  <a:gd name="T0" fmla="*/ 0 w 191"/>
                  <a:gd name="T1" fmla="*/ 0 h 81"/>
                  <a:gd name="T2" fmla="*/ 0 w 191"/>
                  <a:gd name="T3" fmla="*/ 0 h 81"/>
                  <a:gd name="T4" fmla="*/ 0 w 191"/>
                  <a:gd name="T5" fmla="*/ 0 h 81"/>
                  <a:gd name="T6" fmla="*/ 0 w 191"/>
                  <a:gd name="T7" fmla="*/ 0 h 81"/>
                  <a:gd name="T8" fmla="*/ 0 w 191"/>
                  <a:gd name="T9" fmla="*/ 0 h 81"/>
                  <a:gd name="T10" fmla="*/ 0 w 191"/>
                  <a:gd name="T11" fmla="*/ 0 h 81"/>
                  <a:gd name="T12" fmla="*/ 0 w 191"/>
                  <a:gd name="T13" fmla="*/ 0 h 81"/>
                  <a:gd name="T14" fmla="*/ 0 w 191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1"/>
                  <a:gd name="T25" fmla="*/ 0 h 81"/>
                  <a:gd name="T26" fmla="*/ 191 w 191"/>
                  <a:gd name="T27" fmla="*/ 81 h 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1" h="81">
                    <a:moveTo>
                      <a:pt x="0" y="0"/>
                    </a:moveTo>
                    <a:lnTo>
                      <a:pt x="34" y="65"/>
                    </a:lnTo>
                    <a:lnTo>
                      <a:pt x="20" y="81"/>
                    </a:lnTo>
                    <a:lnTo>
                      <a:pt x="176" y="72"/>
                    </a:lnTo>
                    <a:lnTo>
                      <a:pt x="191" y="50"/>
                    </a:lnTo>
                    <a:lnTo>
                      <a:pt x="101" y="0"/>
                    </a:lnTo>
                    <a:lnTo>
                      <a:pt x="2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7" name="Freeform 550">
                <a:extLst>
                  <a:ext uri="{FF2B5EF4-FFF2-40B4-BE49-F238E27FC236}">
                    <a16:creationId xmlns:a16="http://schemas.microsoft.com/office/drawing/2014/main" id="{D3D31223-8F56-5949-88ED-E4B2766D5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49" cy="29"/>
              </a:xfrm>
              <a:custGeom>
                <a:avLst/>
                <a:gdLst>
                  <a:gd name="T0" fmla="*/ 0 w 396"/>
                  <a:gd name="T1" fmla="*/ 0 h 226"/>
                  <a:gd name="T2" fmla="*/ 0 w 396"/>
                  <a:gd name="T3" fmla="*/ 0 h 226"/>
                  <a:gd name="T4" fmla="*/ 0 w 396"/>
                  <a:gd name="T5" fmla="*/ 0 h 226"/>
                  <a:gd name="T6" fmla="*/ 0 w 396"/>
                  <a:gd name="T7" fmla="*/ 0 h 226"/>
                  <a:gd name="T8" fmla="*/ 0 w 396"/>
                  <a:gd name="T9" fmla="*/ 0 h 226"/>
                  <a:gd name="T10" fmla="*/ 0 w 396"/>
                  <a:gd name="T11" fmla="*/ 0 h 226"/>
                  <a:gd name="T12" fmla="*/ 0 w 396"/>
                  <a:gd name="T13" fmla="*/ 0 h 226"/>
                  <a:gd name="T14" fmla="*/ 0 w 396"/>
                  <a:gd name="T15" fmla="*/ 0 h 226"/>
                  <a:gd name="T16" fmla="*/ 0 w 396"/>
                  <a:gd name="T17" fmla="*/ 0 h 226"/>
                  <a:gd name="T18" fmla="*/ 0 w 396"/>
                  <a:gd name="T19" fmla="*/ 0 h 226"/>
                  <a:gd name="T20" fmla="*/ 0 w 396"/>
                  <a:gd name="T21" fmla="*/ 0 h 226"/>
                  <a:gd name="T22" fmla="*/ 0 w 396"/>
                  <a:gd name="T23" fmla="*/ 0 h 226"/>
                  <a:gd name="T24" fmla="*/ 0 w 396"/>
                  <a:gd name="T25" fmla="*/ 0 h 226"/>
                  <a:gd name="T26" fmla="*/ 0 w 396"/>
                  <a:gd name="T27" fmla="*/ 0 h 226"/>
                  <a:gd name="T28" fmla="*/ 0 w 396"/>
                  <a:gd name="T29" fmla="*/ 0 h 226"/>
                  <a:gd name="T30" fmla="*/ 0 w 396"/>
                  <a:gd name="T31" fmla="*/ 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96"/>
                  <a:gd name="T49" fmla="*/ 0 h 226"/>
                  <a:gd name="T50" fmla="*/ 396 w 396"/>
                  <a:gd name="T51" fmla="*/ 226 h 2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96" h="226">
                    <a:moveTo>
                      <a:pt x="0" y="41"/>
                    </a:moveTo>
                    <a:lnTo>
                      <a:pt x="69" y="83"/>
                    </a:lnTo>
                    <a:lnTo>
                      <a:pt x="136" y="83"/>
                    </a:lnTo>
                    <a:lnTo>
                      <a:pt x="228" y="14"/>
                    </a:lnTo>
                    <a:lnTo>
                      <a:pt x="297" y="0"/>
                    </a:lnTo>
                    <a:lnTo>
                      <a:pt x="302" y="14"/>
                    </a:lnTo>
                    <a:lnTo>
                      <a:pt x="339" y="26"/>
                    </a:lnTo>
                    <a:lnTo>
                      <a:pt x="396" y="14"/>
                    </a:lnTo>
                    <a:lnTo>
                      <a:pt x="359" y="63"/>
                    </a:lnTo>
                    <a:lnTo>
                      <a:pt x="219" y="109"/>
                    </a:lnTo>
                    <a:lnTo>
                      <a:pt x="214" y="180"/>
                    </a:lnTo>
                    <a:lnTo>
                      <a:pt x="168" y="226"/>
                    </a:lnTo>
                    <a:lnTo>
                      <a:pt x="99" y="118"/>
                    </a:lnTo>
                    <a:lnTo>
                      <a:pt x="46" y="104"/>
                    </a:lnTo>
                    <a:lnTo>
                      <a:pt x="0" y="63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8" name="Freeform 551">
                <a:extLst>
                  <a:ext uri="{FF2B5EF4-FFF2-40B4-BE49-F238E27FC236}">
                    <a16:creationId xmlns:a16="http://schemas.microsoft.com/office/drawing/2014/main" id="{C2C803A1-7B63-474A-8642-9BC6EFD0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15"/>
                <a:ext cx="19" cy="7"/>
              </a:xfrm>
              <a:custGeom>
                <a:avLst/>
                <a:gdLst>
                  <a:gd name="T0" fmla="*/ 0 w 155"/>
                  <a:gd name="T1" fmla="*/ 0 h 58"/>
                  <a:gd name="T2" fmla="*/ 0 w 155"/>
                  <a:gd name="T3" fmla="*/ 0 h 58"/>
                  <a:gd name="T4" fmla="*/ 0 w 155"/>
                  <a:gd name="T5" fmla="*/ 0 h 58"/>
                  <a:gd name="T6" fmla="*/ 0 w 155"/>
                  <a:gd name="T7" fmla="*/ 0 h 58"/>
                  <a:gd name="T8" fmla="*/ 0 w 155"/>
                  <a:gd name="T9" fmla="*/ 0 h 58"/>
                  <a:gd name="T10" fmla="*/ 0 w 15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5"/>
                  <a:gd name="T19" fmla="*/ 0 h 58"/>
                  <a:gd name="T20" fmla="*/ 155 w 155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5" h="58">
                    <a:moveTo>
                      <a:pt x="0" y="58"/>
                    </a:moveTo>
                    <a:lnTo>
                      <a:pt x="106" y="32"/>
                    </a:lnTo>
                    <a:lnTo>
                      <a:pt x="155" y="44"/>
                    </a:lnTo>
                    <a:lnTo>
                      <a:pt x="106" y="0"/>
                    </a:lnTo>
                    <a:lnTo>
                      <a:pt x="41" y="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59" name="Freeform 552">
                <a:extLst>
                  <a:ext uri="{FF2B5EF4-FFF2-40B4-BE49-F238E27FC236}">
                    <a16:creationId xmlns:a16="http://schemas.microsoft.com/office/drawing/2014/main" id="{D51BAFB1-509C-C34D-8B1F-B36A397E8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4"/>
                <a:ext cx="41" cy="57"/>
              </a:xfrm>
              <a:custGeom>
                <a:avLst/>
                <a:gdLst>
                  <a:gd name="T0" fmla="*/ 0 w 323"/>
                  <a:gd name="T1" fmla="*/ 0 h 453"/>
                  <a:gd name="T2" fmla="*/ 0 w 323"/>
                  <a:gd name="T3" fmla="*/ 0 h 453"/>
                  <a:gd name="T4" fmla="*/ 0 w 323"/>
                  <a:gd name="T5" fmla="*/ 0 h 453"/>
                  <a:gd name="T6" fmla="*/ 0 w 323"/>
                  <a:gd name="T7" fmla="*/ 0 h 453"/>
                  <a:gd name="T8" fmla="*/ 0 w 323"/>
                  <a:gd name="T9" fmla="*/ 0 h 453"/>
                  <a:gd name="T10" fmla="*/ 0 w 323"/>
                  <a:gd name="T11" fmla="*/ 0 h 453"/>
                  <a:gd name="T12" fmla="*/ 0 w 323"/>
                  <a:gd name="T13" fmla="*/ 0 h 453"/>
                  <a:gd name="T14" fmla="*/ 0 w 323"/>
                  <a:gd name="T15" fmla="*/ 0 h 453"/>
                  <a:gd name="T16" fmla="*/ 0 w 323"/>
                  <a:gd name="T17" fmla="*/ 0 h 453"/>
                  <a:gd name="T18" fmla="*/ 0 w 323"/>
                  <a:gd name="T19" fmla="*/ 0 h 453"/>
                  <a:gd name="T20" fmla="*/ 0 w 323"/>
                  <a:gd name="T21" fmla="*/ 0 h 453"/>
                  <a:gd name="T22" fmla="*/ 0 w 323"/>
                  <a:gd name="T23" fmla="*/ 0 h 453"/>
                  <a:gd name="T24" fmla="*/ 0 w 323"/>
                  <a:gd name="T25" fmla="*/ 0 h 4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3"/>
                  <a:gd name="T40" fmla="*/ 0 h 453"/>
                  <a:gd name="T41" fmla="*/ 323 w 323"/>
                  <a:gd name="T42" fmla="*/ 453 h 4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3" h="453">
                    <a:moveTo>
                      <a:pt x="0" y="0"/>
                    </a:moveTo>
                    <a:lnTo>
                      <a:pt x="7" y="54"/>
                    </a:lnTo>
                    <a:lnTo>
                      <a:pt x="84" y="119"/>
                    </a:lnTo>
                    <a:lnTo>
                      <a:pt x="169" y="229"/>
                    </a:lnTo>
                    <a:lnTo>
                      <a:pt x="99" y="275"/>
                    </a:lnTo>
                    <a:lnTo>
                      <a:pt x="209" y="453"/>
                    </a:lnTo>
                    <a:lnTo>
                      <a:pt x="282" y="453"/>
                    </a:lnTo>
                    <a:lnTo>
                      <a:pt x="323" y="299"/>
                    </a:lnTo>
                    <a:lnTo>
                      <a:pt x="308" y="250"/>
                    </a:lnTo>
                    <a:lnTo>
                      <a:pt x="224" y="222"/>
                    </a:lnTo>
                    <a:lnTo>
                      <a:pt x="205" y="119"/>
                    </a:lnTo>
                    <a:lnTo>
                      <a:pt x="104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0" name="Freeform 553">
                <a:extLst>
                  <a:ext uri="{FF2B5EF4-FFF2-40B4-BE49-F238E27FC236}">
                    <a16:creationId xmlns:a16="http://schemas.microsoft.com/office/drawing/2014/main" id="{138F874C-C5D9-C749-ADC2-8FAAF86A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03"/>
                <a:ext cx="51" cy="104"/>
              </a:xfrm>
              <a:custGeom>
                <a:avLst/>
                <a:gdLst>
                  <a:gd name="T0" fmla="*/ 0 w 411"/>
                  <a:gd name="T1" fmla="*/ 0 h 827"/>
                  <a:gd name="T2" fmla="*/ 0 w 411"/>
                  <a:gd name="T3" fmla="*/ 0 h 827"/>
                  <a:gd name="T4" fmla="*/ 0 w 411"/>
                  <a:gd name="T5" fmla="*/ 0 h 827"/>
                  <a:gd name="T6" fmla="*/ 0 w 411"/>
                  <a:gd name="T7" fmla="*/ 0 h 827"/>
                  <a:gd name="T8" fmla="*/ 0 w 411"/>
                  <a:gd name="T9" fmla="*/ 0 h 827"/>
                  <a:gd name="T10" fmla="*/ 0 w 411"/>
                  <a:gd name="T11" fmla="*/ 0 h 827"/>
                  <a:gd name="T12" fmla="*/ 0 w 411"/>
                  <a:gd name="T13" fmla="*/ 0 h 827"/>
                  <a:gd name="T14" fmla="*/ 0 w 411"/>
                  <a:gd name="T15" fmla="*/ 0 h 827"/>
                  <a:gd name="T16" fmla="*/ 0 w 411"/>
                  <a:gd name="T17" fmla="*/ 0 h 827"/>
                  <a:gd name="T18" fmla="*/ 0 w 411"/>
                  <a:gd name="T19" fmla="*/ 0 h 827"/>
                  <a:gd name="T20" fmla="*/ 0 w 411"/>
                  <a:gd name="T21" fmla="*/ 0 h 827"/>
                  <a:gd name="T22" fmla="*/ 0 w 411"/>
                  <a:gd name="T23" fmla="*/ 0 h 827"/>
                  <a:gd name="T24" fmla="*/ 0 w 411"/>
                  <a:gd name="T25" fmla="*/ 0 h 827"/>
                  <a:gd name="T26" fmla="*/ 0 w 411"/>
                  <a:gd name="T27" fmla="*/ 0 h 827"/>
                  <a:gd name="T28" fmla="*/ 0 w 411"/>
                  <a:gd name="T29" fmla="*/ 0 h 827"/>
                  <a:gd name="T30" fmla="*/ 0 w 411"/>
                  <a:gd name="T31" fmla="*/ 0 h 827"/>
                  <a:gd name="T32" fmla="*/ 0 w 411"/>
                  <a:gd name="T33" fmla="*/ 0 h 827"/>
                  <a:gd name="T34" fmla="*/ 0 w 411"/>
                  <a:gd name="T35" fmla="*/ 0 h 827"/>
                  <a:gd name="T36" fmla="*/ 0 w 411"/>
                  <a:gd name="T37" fmla="*/ 0 h 827"/>
                  <a:gd name="T38" fmla="*/ 0 w 411"/>
                  <a:gd name="T39" fmla="*/ 0 h 8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11"/>
                  <a:gd name="T61" fmla="*/ 0 h 827"/>
                  <a:gd name="T62" fmla="*/ 411 w 411"/>
                  <a:gd name="T63" fmla="*/ 827 h 8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11" h="827">
                    <a:moveTo>
                      <a:pt x="290" y="272"/>
                    </a:moveTo>
                    <a:lnTo>
                      <a:pt x="197" y="272"/>
                    </a:lnTo>
                    <a:lnTo>
                      <a:pt x="121" y="230"/>
                    </a:lnTo>
                    <a:lnTo>
                      <a:pt x="51" y="167"/>
                    </a:lnTo>
                    <a:lnTo>
                      <a:pt x="0" y="0"/>
                    </a:lnTo>
                    <a:lnTo>
                      <a:pt x="29" y="193"/>
                    </a:lnTo>
                    <a:lnTo>
                      <a:pt x="160" y="378"/>
                    </a:lnTo>
                    <a:lnTo>
                      <a:pt x="282" y="629"/>
                    </a:lnTo>
                    <a:lnTo>
                      <a:pt x="342" y="708"/>
                    </a:lnTo>
                    <a:lnTo>
                      <a:pt x="395" y="827"/>
                    </a:lnTo>
                    <a:lnTo>
                      <a:pt x="354" y="636"/>
                    </a:lnTo>
                    <a:lnTo>
                      <a:pt x="411" y="609"/>
                    </a:lnTo>
                    <a:lnTo>
                      <a:pt x="354" y="565"/>
                    </a:lnTo>
                    <a:lnTo>
                      <a:pt x="354" y="530"/>
                    </a:lnTo>
                    <a:lnTo>
                      <a:pt x="386" y="507"/>
                    </a:lnTo>
                    <a:lnTo>
                      <a:pt x="319" y="523"/>
                    </a:lnTo>
                    <a:lnTo>
                      <a:pt x="282" y="507"/>
                    </a:lnTo>
                    <a:lnTo>
                      <a:pt x="268" y="466"/>
                    </a:lnTo>
                    <a:lnTo>
                      <a:pt x="268" y="356"/>
                    </a:lnTo>
                    <a:lnTo>
                      <a:pt x="290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1" name="Freeform 554">
                <a:extLst>
                  <a:ext uri="{FF2B5EF4-FFF2-40B4-BE49-F238E27FC236}">
                    <a16:creationId xmlns:a16="http://schemas.microsoft.com/office/drawing/2014/main" id="{57D4FABE-3B68-024D-9BF5-F92853B7D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57"/>
                <a:ext cx="47" cy="9"/>
              </a:xfrm>
              <a:custGeom>
                <a:avLst/>
                <a:gdLst>
                  <a:gd name="T0" fmla="*/ 0 w 381"/>
                  <a:gd name="T1" fmla="*/ 0 h 76"/>
                  <a:gd name="T2" fmla="*/ 0 w 381"/>
                  <a:gd name="T3" fmla="*/ 0 h 76"/>
                  <a:gd name="T4" fmla="*/ 0 w 381"/>
                  <a:gd name="T5" fmla="*/ 0 h 76"/>
                  <a:gd name="T6" fmla="*/ 0 w 381"/>
                  <a:gd name="T7" fmla="*/ 0 h 76"/>
                  <a:gd name="T8" fmla="*/ 0 w 381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1"/>
                  <a:gd name="T16" fmla="*/ 0 h 76"/>
                  <a:gd name="T17" fmla="*/ 381 w 381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1" h="76">
                    <a:moveTo>
                      <a:pt x="0" y="76"/>
                    </a:moveTo>
                    <a:lnTo>
                      <a:pt x="175" y="40"/>
                    </a:lnTo>
                    <a:lnTo>
                      <a:pt x="260" y="0"/>
                    </a:lnTo>
                    <a:lnTo>
                      <a:pt x="313" y="0"/>
                    </a:lnTo>
                    <a:lnTo>
                      <a:pt x="381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2" name="Freeform 555">
                <a:extLst>
                  <a:ext uri="{FF2B5EF4-FFF2-40B4-BE49-F238E27FC236}">
                    <a16:creationId xmlns:a16="http://schemas.microsoft.com/office/drawing/2014/main" id="{3A065F15-6264-FD41-A35C-0900709E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669"/>
                <a:ext cx="39" cy="24"/>
              </a:xfrm>
              <a:custGeom>
                <a:avLst/>
                <a:gdLst>
                  <a:gd name="T0" fmla="*/ 0 w 316"/>
                  <a:gd name="T1" fmla="*/ 0 h 191"/>
                  <a:gd name="T2" fmla="*/ 0 w 316"/>
                  <a:gd name="T3" fmla="*/ 0 h 191"/>
                  <a:gd name="T4" fmla="*/ 0 w 316"/>
                  <a:gd name="T5" fmla="*/ 0 h 191"/>
                  <a:gd name="T6" fmla="*/ 0 w 316"/>
                  <a:gd name="T7" fmla="*/ 0 h 191"/>
                  <a:gd name="T8" fmla="*/ 0 w 316"/>
                  <a:gd name="T9" fmla="*/ 0 h 191"/>
                  <a:gd name="T10" fmla="*/ 0 w 316"/>
                  <a:gd name="T11" fmla="*/ 0 h 191"/>
                  <a:gd name="T12" fmla="*/ 0 w 316"/>
                  <a:gd name="T13" fmla="*/ 0 h 191"/>
                  <a:gd name="T14" fmla="*/ 0 w 316"/>
                  <a:gd name="T15" fmla="*/ 0 h 191"/>
                  <a:gd name="T16" fmla="*/ 0 w 316"/>
                  <a:gd name="T17" fmla="*/ 0 h 191"/>
                  <a:gd name="T18" fmla="*/ 0 w 316"/>
                  <a:gd name="T19" fmla="*/ 0 h 191"/>
                  <a:gd name="T20" fmla="*/ 0 w 316"/>
                  <a:gd name="T21" fmla="*/ 0 h 191"/>
                  <a:gd name="T22" fmla="*/ 0 w 316"/>
                  <a:gd name="T23" fmla="*/ 0 h 191"/>
                  <a:gd name="T24" fmla="*/ 0 w 316"/>
                  <a:gd name="T25" fmla="*/ 0 h 191"/>
                  <a:gd name="T26" fmla="*/ 0 w 316"/>
                  <a:gd name="T27" fmla="*/ 0 h 1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16"/>
                  <a:gd name="T43" fmla="*/ 0 h 191"/>
                  <a:gd name="T44" fmla="*/ 316 w 316"/>
                  <a:gd name="T45" fmla="*/ 191 h 19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16" h="191">
                    <a:moveTo>
                      <a:pt x="0" y="79"/>
                    </a:moveTo>
                    <a:lnTo>
                      <a:pt x="242" y="26"/>
                    </a:lnTo>
                    <a:lnTo>
                      <a:pt x="295" y="0"/>
                    </a:lnTo>
                    <a:lnTo>
                      <a:pt x="303" y="19"/>
                    </a:lnTo>
                    <a:lnTo>
                      <a:pt x="219" y="64"/>
                    </a:lnTo>
                    <a:lnTo>
                      <a:pt x="235" y="112"/>
                    </a:lnTo>
                    <a:lnTo>
                      <a:pt x="316" y="191"/>
                    </a:lnTo>
                    <a:lnTo>
                      <a:pt x="228" y="162"/>
                    </a:lnTo>
                    <a:lnTo>
                      <a:pt x="150" y="162"/>
                    </a:lnTo>
                    <a:lnTo>
                      <a:pt x="72" y="182"/>
                    </a:lnTo>
                    <a:lnTo>
                      <a:pt x="46" y="191"/>
                    </a:lnTo>
                    <a:lnTo>
                      <a:pt x="60" y="156"/>
                    </a:lnTo>
                    <a:lnTo>
                      <a:pt x="24" y="9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3" name="Freeform 556">
                <a:extLst>
                  <a:ext uri="{FF2B5EF4-FFF2-40B4-BE49-F238E27FC236}">
                    <a16:creationId xmlns:a16="http://schemas.microsoft.com/office/drawing/2014/main" id="{811BF940-BE6A-3246-AF15-6901B436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448"/>
                <a:ext cx="214" cy="129"/>
              </a:xfrm>
              <a:custGeom>
                <a:avLst/>
                <a:gdLst>
                  <a:gd name="T0" fmla="*/ 0 w 1704"/>
                  <a:gd name="T1" fmla="*/ 0 h 1028"/>
                  <a:gd name="T2" fmla="*/ 0 w 1704"/>
                  <a:gd name="T3" fmla="*/ 0 h 1028"/>
                  <a:gd name="T4" fmla="*/ 0 w 1704"/>
                  <a:gd name="T5" fmla="*/ 0 h 1028"/>
                  <a:gd name="T6" fmla="*/ 0 w 1704"/>
                  <a:gd name="T7" fmla="*/ 0 h 1028"/>
                  <a:gd name="T8" fmla="*/ 0 w 1704"/>
                  <a:gd name="T9" fmla="*/ 0 h 1028"/>
                  <a:gd name="T10" fmla="*/ 0 w 1704"/>
                  <a:gd name="T11" fmla="*/ 0 h 1028"/>
                  <a:gd name="T12" fmla="*/ 0 w 1704"/>
                  <a:gd name="T13" fmla="*/ 0 h 1028"/>
                  <a:gd name="T14" fmla="*/ 0 w 1704"/>
                  <a:gd name="T15" fmla="*/ 0 h 1028"/>
                  <a:gd name="T16" fmla="*/ 0 w 1704"/>
                  <a:gd name="T17" fmla="*/ 0 h 1028"/>
                  <a:gd name="T18" fmla="*/ 0 w 1704"/>
                  <a:gd name="T19" fmla="*/ 0 h 1028"/>
                  <a:gd name="T20" fmla="*/ 0 w 1704"/>
                  <a:gd name="T21" fmla="*/ 0 h 1028"/>
                  <a:gd name="T22" fmla="*/ 0 w 1704"/>
                  <a:gd name="T23" fmla="*/ 0 h 1028"/>
                  <a:gd name="T24" fmla="*/ 0 w 1704"/>
                  <a:gd name="T25" fmla="*/ 0 h 1028"/>
                  <a:gd name="T26" fmla="*/ 0 w 1704"/>
                  <a:gd name="T27" fmla="*/ 0 h 1028"/>
                  <a:gd name="T28" fmla="*/ 0 w 1704"/>
                  <a:gd name="T29" fmla="*/ 0 h 1028"/>
                  <a:gd name="T30" fmla="*/ 0 w 1704"/>
                  <a:gd name="T31" fmla="*/ 0 h 1028"/>
                  <a:gd name="T32" fmla="*/ 0 w 1704"/>
                  <a:gd name="T33" fmla="*/ 0 h 1028"/>
                  <a:gd name="T34" fmla="*/ 0 w 1704"/>
                  <a:gd name="T35" fmla="*/ 0 h 1028"/>
                  <a:gd name="T36" fmla="*/ 0 w 1704"/>
                  <a:gd name="T37" fmla="*/ 0 h 1028"/>
                  <a:gd name="T38" fmla="*/ 0 w 1704"/>
                  <a:gd name="T39" fmla="*/ 0 h 1028"/>
                  <a:gd name="T40" fmla="*/ 0 w 1704"/>
                  <a:gd name="T41" fmla="*/ 0 h 1028"/>
                  <a:gd name="T42" fmla="*/ 0 w 1704"/>
                  <a:gd name="T43" fmla="*/ 0 h 1028"/>
                  <a:gd name="T44" fmla="*/ 0 w 1704"/>
                  <a:gd name="T45" fmla="*/ 0 h 1028"/>
                  <a:gd name="T46" fmla="*/ 0 w 1704"/>
                  <a:gd name="T47" fmla="*/ 0 h 1028"/>
                  <a:gd name="T48" fmla="*/ 0 w 1704"/>
                  <a:gd name="T49" fmla="*/ 0 h 1028"/>
                  <a:gd name="T50" fmla="*/ 0 w 1704"/>
                  <a:gd name="T51" fmla="*/ 0 h 1028"/>
                  <a:gd name="T52" fmla="*/ 0 w 1704"/>
                  <a:gd name="T53" fmla="*/ 0 h 1028"/>
                  <a:gd name="T54" fmla="*/ 0 w 1704"/>
                  <a:gd name="T55" fmla="*/ 0 h 1028"/>
                  <a:gd name="T56" fmla="*/ 0 w 1704"/>
                  <a:gd name="T57" fmla="*/ 0 h 1028"/>
                  <a:gd name="T58" fmla="*/ 0 w 1704"/>
                  <a:gd name="T59" fmla="*/ 0 h 1028"/>
                  <a:gd name="T60" fmla="*/ 0 w 1704"/>
                  <a:gd name="T61" fmla="*/ 0 h 1028"/>
                  <a:gd name="T62" fmla="*/ 0 w 1704"/>
                  <a:gd name="T63" fmla="*/ 0 h 1028"/>
                  <a:gd name="T64" fmla="*/ 0 w 1704"/>
                  <a:gd name="T65" fmla="*/ 0 h 1028"/>
                  <a:gd name="T66" fmla="*/ 0 w 1704"/>
                  <a:gd name="T67" fmla="*/ 0 h 1028"/>
                  <a:gd name="T68" fmla="*/ 0 w 1704"/>
                  <a:gd name="T69" fmla="*/ 0 h 1028"/>
                  <a:gd name="T70" fmla="*/ 0 w 1704"/>
                  <a:gd name="T71" fmla="*/ 0 h 1028"/>
                  <a:gd name="T72" fmla="*/ 0 w 1704"/>
                  <a:gd name="T73" fmla="*/ 0 h 1028"/>
                  <a:gd name="T74" fmla="*/ 0 w 1704"/>
                  <a:gd name="T75" fmla="*/ 0 h 1028"/>
                  <a:gd name="T76" fmla="*/ 0 w 1704"/>
                  <a:gd name="T77" fmla="*/ 0 h 1028"/>
                  <a:gd name="T78" fmla="*/ 0 w 1704"/>
                  <a:gd name="T79" fmla="*/ 0 h 1028"/>
                  <a:gd name="T80" fmla="*/ 0 w 1704"/>
                  <a:gd name="T81" fmla="*/ 0 h 1028"/>
                  <a:gd name="T82" fmla="*/ 0 w 1704"/>
                  <a:gd name="T83" fmla="*/ 0 h 1028"/>
                  <a:gd name="T84" fmla="*/ 0 w 1704"/>
                  <a:gd name="T85" fmla="*/ 0 h 1028"/>
                  <a:gd name="T86" fmla="*/ 0 w 1704"/>
                  <a:gd name="T87" fmla="*/ 0 h 1028"/>
                  <a:gd name="T88" fmla="*/ 0 w 1704"/>
                  <a:gd name="T89" fmla="*/ 0 h 1028"/>
                  <a:gd name="T90" fmla="*/ 0 w 1704"/>
                  <a:gd name="T91" fmla="*/ 0 h 1028"/>
                  <a:gd name="T92" fmla="*/ 0 w 1704"/>
                  <a:gd name="T93" fmla="*/ 0 h 1028"/>
                  <a:gd name="T94" fmla="*/ 0 w 1704"/>
                  <a:gd name="T95" fmla="*/ 0 h 1028"/>
                  <a:gd name="T96" fmla="*/ 0 w 1704"/>
                  <a:gd name="T97" fmla="*/ 0 h 1028"/>
                  <a:gd name="T98" fmla="*/ 0 w 1704"/>
                  <a:gd name="T99" fmla="*/ 0 h 1028"/>
                  <a:gd name="T100" fmla="*/ 0 w 1704"/>
                  <a:gd name="T101" fmla="*/ 0 h 1028"/>
                  <a:gd name="T102" fmla="*/ 0 w 1704"/>
                  <a:gd name="T103" fmla="*/ 0 h 1028"/>
                  <a:gd name="T104" fmla="*/ 0 w 1704"/>
                  <a:gd name="T105" fmla="*/ 0 h 1028"/>
                  <a:gd name="T106" fmla="*/ 0 w 1704"/>
                  <a:gd name="T107" fmla="*/ 0 h 102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04"/>
                  <a:gd name="T163" fmla="*/ 0 h 1028"/>
                  <a:gd name="T164" fmla="*/ 1704 w 1704"/>
                  <a:gd name="T165" fmla="*/ 1028 h 102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04" h="1028">
                    <a:moveTo>
                      <a:pt x="159" y="340"/>
                    </a:moveTo>
                    <a:lnTo>
                      <a:pt x="122" y="404"/>
                    </a:lnTo>
                    <a:lnTo>
                      <a:pt x="0" y="551"/>
                    </a:lnTo>
                    <a:lnTo>
                      <a:pt x="0" y="609"/>
                    </a:lnTo>
                    <a:lnTo>
                      <a:pt x="76" y="749"/>
                    </a:lnTo>
                    <a:lnTo>
                      <a:pt x="48" y="874"/>
                    </a:lnTo>
                    <a:lnTo>
                      <a:pt x="111" y="978"/>
                    </a:lnTo>
                    <a:lnTo>
                      <a:pt x="245" y="987"/>
                    </a:lnTo>
                    <a:lnTo>
                      <a:pt x="286" y="1028"/>
                    </a:lnTo>
                    <a:lnTo>
                      <a:pt x="252" y="692"/>
                    </a:lnTo>
                    <a:lnTo>
                      <a:pt x="252" y="588"/>
                    </a:lnTo>
                    <a:lnTo>
                      <a:pt x="265" y="507"/>
                    </a:lnTo>
                    <a:lnTo>
                      <a:pt x="286" y="457"/>
                    </a:lnTo>
                    <a:lnTo>
                      <a:pt x="408" y="507"/>
                    </a:lnTo>
                    <a:lnTo>
                      <a:pt x="555" y="529"/>
                    </a:lnTo>
                    <a:lnTo>
                      <a:pt x="738" y="529"/>
                    </a:lnTo>
                    <a:lnTo>
                      <a:pt x="966" y="507"/>
                    </a:lnTo>
                    <a:lnTo>
                      <a:pt x="851" y="503"/>
                    </a:lnTo>
                    <a:lnTo>
                      <a:pt x="708" y="434"/>
                    </a:lnTo>
                    <a:lnTo>
                      <a:pt x="865" y="441"/>
                    </a:lnTo>
                    <a:lnTo>
                      <a:pt x="992" y="434"/>
                    </a:lnTo>
                    <a:lnTo>
                      <a:pt x="1162" y="397"/>
                    </a:lnTo>
                    <a:lnTo>
                      <a:pt x="1280" y="349"/>
                    </a:lnTo>
                    <a:lnTo>
                      <a:pt x="1441" y="334"/>
                    </a:lnTo>
                    <a:lnTo>
                      <a:pt x="1513" y="362"/>
                    </a:lnTo>
                    <a:lnTo>
                      <a:pt x="1586" y="397"/>
                    </a:lnTo>
                    <a:lnTo>
                      <a:pt x="1644" y="397"/>
                    </a:lnTo>
                    <a:lnTo>
                      <a:pt x="1704" y="362"/>
                    </a:lnTo>
                    <a:lnTo>
                      <a:pt x="1634" y="272"/>
                    </a:lnTo>
                    <a:lnTo>
                      <a:pt x="1526" y="286"/>
                    </a:lnTo>
                    <a:lnTo>
                      <a:pt x="1441" y="259"/>
                    </a:lnTo>
                    <a:lnTo>
                      <a:pt x="1358" y="250"/>
                    </a:lnTo>
                    <a:lnTo>
                      <a:pt x="1280" y="279"/>
                    </a:lnTo>
                    <a:lnTo>
                      <a:pt x="1139" y="340"/>
                    </a:lnTo>
                    <a:lnTo>
                      <a:pt x="1014" y="371"/>
                    </a:lnTo>
                    <a:lnTo>
                      <a:pt x="878" y="378"/>
                    </a:lnTo>
                    <a:lnTo>
                      <a:pt x="766" y="384"/>
                    </a:lnTo>
                    <a:lnTo>
                      <a:pt x="590" y="362"/>
                    </a:lnTo>
                    <a:lnTo>
                      <a:pt x="696" y="334"/>
                    </a:lnTo>
                    <a:lnTo>
                      <a:pt x="570" y="318"/>
                    </a:lnTo>
                    <a:lnTo>
                      <a:pt x="443" y="291"/>
                    </a:lnTo>
                    <a:lnTo>
                      <a:pt x="379" y="265"/>
                    </a:lnTo>
                    <a:lnTo>
                      <a:pt x="482" y="226"/>
                    </a:lnTo>
                    <a:lnTo>
                      <a:pt x="300" y="201"/>
                    </a:lnTo>
                    <a:lnTo>
                      <a:pt x="265" y="173"/>
                    </a:lnTo>
                    <a:lnTo>
                      <a:pt x="258" y="145"/>
                    </a:lnTo>
                    <a:lnTo>
                      <a:pt x="265" y="102"/>
                    </a:lnTo>
                    <a:lnTo>
                      <a:pt x="295" y="54"/>
                    </a:lnTo>
                    <a:lnTo>
                      <a:pt x="373" y="0"/>
                    </a:lnTo>
                    <a:lnTo>
                      <a:pt x="217" y="67"/>
                    </a:lnTo>
                    <a:lnTo>
                      <a:pt x="60" y="164"/>
                    </a:lnTo>
                    <a:lnTo>
                      <a:pt x="69" y="189"/>
                    </a:lnTo>
                    <a:lnTo>
                      <a:pt x="118" y="286"/>
                    </a:lnTo>
                    <a:lnTo>
                      <a:pt x="159" y="3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4" name="Freeform 557">
                <a:extLst>
                  <a:ext uri="{FF2B5EF4-FFF2-40B4-BE49-F238E27FC236}">
                    <a16:creationId xmlns:a16="http://schemas.microsoft.com/office/drawing/2014/main" id="{EF13F40E-2D81-9F4A-B45E-85A34D1F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420"/>
                <a:ext cx="207" cy="329"/>
              </a:xfrm>
              <a:custGeom>
                <a:avLst/>
                <a:gdLst>
                  <a:gd name="T0" fmla="*/ 0 w 1658"/>
                  <a:gd name="T1" fmla="*/ 0 h 2635"/>
                  <a:gd name="T2" fmla="*/ 0 w 1658"/>
                  <a:gd name="T3" fmla="*/ 0 h 2635"/>
                  <a:gd name="T4" fmla="*/ 0 w 1658"/>
                  <a:gd name="T5" fmla="*/ 0 h 2635"/>
                  <a:gd name="T6" fmla="*/ 0 w 1658"/>
                  <a:gd name="T7" fmla="*/ 0 h 2635"/>
                  <a:gd name="T8" fmla="*/ 0 w 1658"/>
                  <a:gd name="T9" fmla="*/ 0 h 2635"/>
                  <a:gd name="T10" fmla="*/ 0 w 1658"/>
                  <a:gd name="T11" fmla="*/ 0 h 2635"/>
                  <a:gd name="T12" fmla="*/ 0 w 1658"/>
                  <a:gd name="T13" fmla="*/ 0 h 2635"/>
                  <a:gd name="T14" fmla="*/ 0 w 1658"/>
                  <a:gd name="T15" fmla="*/ 0 h 2635"/>
                  <a:gd name="T16" fmla="*/ 0 w 1658"/>
                  <a:gd name="T17" fmla="*/ 0 h 2635"/>
                  <a:gd name="T18" fmla="*/ 0 w 1658"/>
                  <a:gd name="T19" fmla="*/ 0 h 2635"/>
                  <a:gd name="T20" fmla="*/ 0 w 1658"/>
                  <a:gd name="T21" fmla="*/ 0 h 2635"/>
                  <a:gd name="T22" fmla="*/ 0 w 1658"/>
                  <a:gd name="T23" fmla="*/ 0 h 2635"/>
                  <a:gd name="T24" fmla="*/ 0 w 1658"/>
                  <a:gd name="T25" fmla="*/ 0 h 2635"/>
                  <a:gd name="T26" fmla="*/ 0 w 1658"/>
                  <a:gd name="T27" fmla="*/ 0 h 2635"/>
                  <a:gd name="T28" fmla="*/ 0 w 1658"/>
                  <a:gd name="T29" fmla="*/ 0 h 2635"/>
                  <a:gd name="T30" fmla="*/ 0 w 1658"/>
                  <a:gd name="T31" fmla="*/ 0 h 2635"/>
                  <a:gd name="T32" fmla="*/ 0 w 1658"/>
                  <a:gd name="T33" fmla="*/ 0 h 2635"/>
                  <a:gd name="T34" fmla="*/ 0 w 1658"/>
                  <a:gd name="T35" fmla="*/ 0 h 2635"/>
                  <a:gd name="T36" fmla="*/ 0 w 1658"/>
                  <a:gd name="T37" fmla="*/ 0 h 2635"/>
                  <a:gd name="T38" fmla="*/ 0 w 1658"/>
                  <a:gd name="T39" fmla="*/ 0 h 2635"/>
                  <a:gd name="T40" fmla="*/ 0 w 1658"/>
                  <a:gd name="T41" fmla="*/ 0 h 2635"/>
                  <a:gd name="T42" fmla="*/ 0 w 1658"/>
                  <a:gd name="T43" fmla="*/ 0 h 2635"/>
                  <a:gd name="T44" fmla="*/ 0 w 1658"/>
                  <a:gd name="T45" fmla="*/ 0 h 2635"/>
                  <a:gd name="T46" fmla="*/ 0 w 1658"/>
                  <a:gd name="T47" fmla="*/ 0 h 2635"/>
                  <a:gd name="T48" fmla="*/ 0 w 1658"/>
                  <a:gd name="T49" fmla="*/ 0 h 2635"/>
                  <a:gd name="T50" fmla="*/ 0 w 1658"/>
                  <a:gd name="T51" fmla="*/ 0 h 2635"/>
                  <a:gd name="T52" fmla="*/ 0 w 1658"/>
                  <a:gd name="T53" fmla="*/ 0 h 2635"/>
                  <a:gd name="T54" fmla="*/ 0 w 1658"/>
                  <a:gd name="T55" fmla="*/ 0 h 2635"/>
                  <a:gd name="T56" fmla="*/ 0 w 1658"/>
                  <a:gd name="T57" fmla="*/ 0 h 2635"/>
                  <a:gd name="T58" fmla="*/ 0 w 1658"/>
                  <a:gd name="T59" fmla="*/ 0 h 2635"/>
                  <a:gd name="T60" fmla="*/ 0 w 1658"/>
                  <a:gd name="T61" fmla="*/ 0 h 2635"/>
                  <a:gd name="T62" fmla="*/ 0 w 1658"/>
                  <a:gd name="T63" fmla="*/ 0 h 2635"/>
                  <a:gd name="T64" fmla="*/ 0 w 1658"/>
                  <a:gd name="T65" fmla="*/ 0 h 2635"/>
                  <a:gd name="T66" fmla="*/ 0 w 1658"/>
                  <a:gd name="T67" fmla="*/ 0 h 2635"/>
                  <a:gd name="T68" fmla="*/ 0 w 1658"/>
                  <a:gd name="T69" fmla="*/ 0 h 2635"/>
                  <a:gd name="T70" fmla="*/ 0 w 1658"/>
                  <a:gd name="T71" fmla="*/ 0 h 2635"/>
                  <a:gd name="T72" fmla="*/ 0 w 1658"/>
                  <a:gd name="T73" fmla="*/ 0 h 2635"/>
                  <a:gd name="T74" fmla="*/ 0 w 1658"/>
                  <a:gd name="T75" fmla="*/ 0 h 2635"/>
                  <a:gd name="T76" fmla="*/ 0 w 1658"/>
                  <a:gd name="T77" fmla="*/ 0 h 2635"/>
                  <a:gd name="T78" fmla="*/ 0 w 1658"/>
                  <a:gd name="T79" fmla="*/ 0 h 2635"/>
                  <a:gd name="T80" fmla="*/ 0 w 1658"/>
                  <a:gd name="T81" fmla="*/ 0 h 2635"/>
                  <a:gd name="T82" fmla="*/ 0 w 1658"/>
                  <a:gd name="T83" fmla="*/ 0 h 2635"/>
                  <a:gd name="T84" fmla="*/ 0 w 1658"/>
                  <a:gd name="T85" fmla="*/ 0 h 2635"/>
                  <a:gd name="T86" fmla="*/ 0 w 1658"/>
                  <a:gd name="T87" fmla="*/ 0 h 2635"/>
                  <a:gd name="T88" fmla="*/ 0 w 1658"/>
                  <a:gd name="T89" fmla="*/ 0 h 2635"/>
                  <a:gd name="T90" fmla="*/ 0 w 1658"/>
                  <a:gd name="T91" fmla="*/ 0 h 2635"/>
                  <a:gd name="T92" fmla="*/ 0 w 1658"/>
                  <a:gd name="T93" fmla="*/ 0 h 2635"/>
                  <a:gd name="T94" fmla="*/ 0 w 1658"/>
                  <a:gd name="T95" fmla="*/ 0 h 2635"/>
                  <a:gd name="T96" fmla="*/ 0 w 1658"/>
                  <a:gd name="T97" fmla="*/ 0 h 2635"/>
                  <a:gd name="T98" fmla="*/ 0 w 1658"/>
                  <a:gd name="T99" fmla="*/ 0 h 2635"/>
                  <a:gd name="T100" fmla="*/ 0 w 1658"/>
                  <a:gd name="T101" fmla="*/ 0 h 2635"/>
                  <a:gd name="T102" fmla="*/ 0 w 1658"/>
                  <a:gd name="T103" fmla="*/ 0 h 2635"/>
                  <a:gd name="T104" fmla="*/ 0 w 1658"/>
                  <a:gd name="T105" fmla="*/ 0 h 2635"/>
                  <a:gd name="T106" fmla="*/ 0 w 1658"/>
                  <a:gd name="T107" fmla="*/ 0 h 2635"/>
                  <a:gd name="T108" fmla="*/ 0 w 1658"/>
                  <a:gd name="T109" fmla="*/ 0 h 2635"/>
                  <a:gd name="T110" fmla="*/ 0 w 1658"/>
                  <a:gd name="T111" fmla="*/ 0 h 2635"/>
                  <a:gd name="T112" fmla="*/ 0 w 1658"/>
                  <a:gd name="T113" fmla="*/ 0 h 2635"/>
                  <a:gd name="T114" fmla="*/ 0 w 1658"/>
                  <a:gd name="T115" fmla="*/ 0 h 2635"/>
                  <a:gd name="T116" fmla="*/ 0 w 1658"/>
                  <a:gd name="T117" fmla="*/ 0 h 2635"/>
                  <a:gd name="T118" fmla="*/ 0 w 1658"/>
                  <a:gd name="T119" fmla="*/ 0 h 2635"/>
                  <a:gd name="T120" fmla="*/ 0 w 1658"/>
                  <a:gd name="T121" fmla="*/ 0 h 263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8"/>
                  <a:gd name="T184" fmla="*/ 0 h 2635"/>
                  <a:gd name="T185" fmla="*/ 1658 w 1658"/>
                  <a:gd name="T186" fmla="*/ 2635 h 263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8" h="2635">
                    <a:moveTo>
                      <a:pt x="7" y="196"/>
                    </a:moveTo>
                    <a:lnTo>
                      <a:pt x="0" y="216"/>
                    </a:lnTo>
                    <a:lnTo>
                      <a:pt x="14" y="231"/>
                    </a:lnTo>
                    <a:lnTo>
                      <a:pt x="58" y="251"/>
                    </a:lnTo>
                    <a:lnTo>
                      <a:pt x="106" y="260"/>
                    </a:lnTo>
                    <a:lnTo>
                      <a:pt x="185" y="260"/>
                    </a:lnTo>
                    <a:lnTo>
                      <a:pt x="291" y="244"/>
                    </a:lnTo>
                    <a:lnTo>
                      <a:pt x="208" y="279"/>
                    </a:lnTo>
                    <a:lnTo>
                      <a:pt x="114" y="292"/>
                    </a:lnTo>
                    <a:lnTo>
                      <a:pt x="35" y="292"/>
                    </a:lnTo>
                    <a:lnTo>
                      <a:pt x="35" y="315"/>
                    </a:lnTo>
                    <a:lnTo>
                      <a:pt x="58" y="341"/>
                    </a:lnTo>
                    <a:lnTo>
                      <a:pt x="114" y="366"/>
                    </a:lnTo>
                    <a:lnTo>
                      <a:pt x="185" y="354"/>
                    </a:lnTo>
                    <a:lnTo>
                      <a:pt x="231" y="385"/>
                    </a:lnTo>
                    <a:lnTo>
                      <a:pt x="226" y="398"/>
                    </a:lnTo>
                    <a:lnTo>
                      <a:pt x="185" y="420"/>
                    </a:lnTo>
                    <a:lnTo>
                      <a:pt x="141" y="426"/>
                    </a:lnTo>
                    <a:lnTo>
                      <a:pt x="220" y="435"/>
                    </a:lnTo>
                    <a:lnTo>
                      <a:pt x="354" y="435"/>
                    </a:lnTo>
                    <a:lnTo>
                      <a:pt x="510" y="414"/>
                    </a:lnTo>
                    <a:lnTo>
                      <a:pt x="611" y="385"/>
                    </a:lnTo>
                    <a:lnTo>
                      <a:pt x="487" y="426"/>
                    </a:lnTo>
                    <a:lnTo>
                      <a:pt x="345" y="456"/>
                    </a:lnTo>
                    <a:lnTo>
                      <a:pt x="244" y="475"/>
                    </a:lnTo>
                    <a:lnTo>
                      <a:pt x="305" y="504"/>
                    </a:lnTo>
                    <a:lnTo>
                      <a:pt x="437" y="523"/>
                    </a:lnTo>
                    <a:lnTo>
                      <a:pt x="543" y="532"/>
                    </a:lnTo>
                    <a:lnTo>
                      <a:pt x="662" y="532"/>
                    </a:lnTo>
                    <a:lnTo>
                      <a:pt x="741" y="511"/>
                    </a:lnTo>
                    <a:lnTo>
                      <a:pt x="625" y="475"/>
                    </a:lnTo>
                    <a:lnTo>
                      <a:pt x="824" y="398"/>
                    </a:lnTo>
                    <a:lnTo>
                      <a:pt x="763" y="370"/>
                    </a:lnTo>
                    <a:lnTo>
                      <a:pt x="875" y="378"/>
                    </a:lnTo>
                    <a:lnTo>
                      <a:pt x="945" y="414"/>
                    </a:lnTo>
                    <a:lnTo>
                      <a:pt x="1029" y="470"/>
                    </a:lnTo>
                    <a:lnTo>
                      <a:pt x="1095" y="511"/>
                    </a:lnTo>
                    <a:lnTo>
                      <a:pt x="1142" y="622"/>
                    </a:lnTo>
                    <a:lnTo>
                      <a:pt x="1204" y="622"/>
                    </a:lnTo>
                    <a:lnTo>
                      <a:pt x="1257" y="609"/>
                    </a:lnTo>
                    <a:lnTo>
                      <a:pt x="1296" y="580"/>
                    </a:lnTo>
                    <a:lnTo>
                      <a:pt x="1331" y="537"/>
                    </a:lnTo>
                    <a:lnTo>
                      <a:pt x="1354" y="511"/>
                    </a:lnTo>
                    <a:lnTo>
                      <a:pt x="1361" y="559"/>
                    </a:lnTo>
                    <a:lnTo>
                      <a:pt x="1347" y="609"/>
                    </a:lnTo>
                    <a:lnTo>
                      <a:pt x="1310" y="651"/>
                    </a:lnTo>
                    <a:lnTo>
                      <a:pt x="1382" y="651"/>
                    </a:lnTo>
                    <a:lnTo>
                      <a:pt x="1446" y="638"/>
                    </a:lnTo>
                    <a:lnTo>
                      <a:pt x="1485" y="651"/>
                    </a:lnTo>
                    <a:lnTo>
                      <a:pt x="1508" y="684"/>
                    </a:lnTo>
                    <a:lnTo>
                      <a:pt x="1523" y="765"/>
                    </a:lnTo>
                    <a:lnTo>
                      <a:pt x="1517" y="936"/>
                    </a:lnTo>
                    <a:lnTo>
                      <a:pt x="1543" y="996"/>
                    </a:lnTo>
                    <a:lnTo>
                      <a:pt x="1580" y="1030"/>
                    </a:lnTo>
                    <a:lnTo>
                      <a:pt x="1591" y="1073"/>
                    </a:lnTo>
                    <a:lnTo>
                      <a:pt x="1559" y="1073"/>
                    </a:lnTo>
                    <a:lnTo>
                      <a:pt x="1469" y="1014"/>
                    </a:lnTo>
                    <a:lnTo>
                      <a:pt x="1354" y="1009"/>
                    </a:lnTo>
                    <a:lnTo>
                      <a:pt x="1287" y="1095"/>
                    </a:lnTo>
                    <a:lnTo>
                      <a:pt x="1268" y="1226"/>
                    </a:lnTo>
                    <a:lnTo>
                      <a:pt x="1340" y="1284"/>
                    </a:lnTo>
                    <a:lnTo>
                      <a:pt x="1319" y="1457"/>
                    </a:lnTo>
                    <a:lnTo>
                      <a:pt x="1361" y="1374"/>
                    </a:lnTo>
                    <a:lnTo>
                      <a:pt x="1460" y="1330"/>
                    </a:lnTo>
                    <a:lnTo>
                      <a:pt x="1422" y="1240"/>
                    </a:lnTo>
                    <a:lnTo>
                      <a:pt x="1340" y="1219"/>
                    </a:lnTo>
                    <a:lnTo>
                      <a:pt x="1409" y="1143"/>
                    </a:lnTo>
                    <a:lnTo>
                      <a:pt x="1508" y="1212"/>
                    </a:lnTo>
                    <a:lnTo>
                      <a:pt x="1479" y="1106"/>
                    </a:lnTo>
                    <a:lnTo>
                      <a:pt x="1517" y="1095"/>
                    </a:lnTo>
                    <a:lnTo>
                      <a:pt x="1422" y="1099"/>
                    </a:lnTo>
                    <a:lnTo>
                      <a:pt x="1303" y="1189"/>
                    </a:lnTo>
                    <a:lnTo>
                      <a:pt x="1319" y="1099"/>
                    </a:lnTo>
                    <a:lnTo>
                      <a:pt x="1367" y="1035"/>
                    </a:lnTo>
                    <a:lnTo>
                      <a:pt x="1460" y="1035"/>
                    </a:lnTo>
                    <a:lnTo>
                      <a:pt x="1559" y="1095"/>
                    </a:lnTo>
                    <a:lnTo>
                      <a:pt x="1564" y="1198"/>
                    </a:lnTo>
                    <a:lnTo>
                      <a:pt x="1543" y="1316"/>
                    </a:lnTo>
                    <a:lnTo>
                      <a:pt x="1469" y="1435"/>
                    </a:lnTo>
                    <a:lnTo>
                      <a:pt x="1446" y="1519"/>
                    </a:lnTo>
                    <a:lnTo>
                      <a:pt x="1361" y="1560"/>
                    </a:lnTo>
                    <a:lnTo>
                      <a:pt x="1296" y="1493"/>
                    </a:lnTo>
                    <a:lnTo>
                      <a:pt x="1220" y="1968"/>
                    </a:lnTo>
                    <a:lnTo>
                      <a:pt x="1163" y="2261"/>
                    </a:lnTo>
                    <a:lnTo>
                      <a:pt x="939" y="2501"/>
                    </a:lnTo>
                    <a:lnTo>
                      <a:pt x="851" y="2635"/>
                    </a:lnTo>
                    <a:lnTo>
                      <a:pt x="958" y="2492"/>
                    </a:lnTo>
                    <a:lnTo>
                      <a:pt x="1257" y="2174"/>
                    </a:lnTo>
                    <a:lnTo>
                      <a:pt x="1446" y="1827"/>
                    </a:lnTo>
                    <a:lnTo>
                      <a:pt x="1430" y="1807"/>
                    </a:lnTo>
                    <a:lnTo>
                      <a:pt x="1382" y="1811"/>
                    </a:lnTo>
                    <a:lnTo>
                      <a:pt x="1384" y="1730"/>
                    </a:lnTo>
                    <a:lnTo>
                      <a:pt x="1494" y="1701"/>
                    </a:lnTo>
                    <a:lnTo>
                      <a:pt x="1494" y="1624"/>
                    </a:lnTo>
                    <a:lnTo>
                      <a:pt x="1591" y="1592"/>
                    </a:lnTo>
                    <a:lnTo>
                      <a:pt x="1619" y="1457"/>
                    </a:lnTo>
                    <a:lnTo>
                      <a:pt x="1658" y="1394"/>
                    </a:lnTo>
                    <a:lnTo>
                      <a:pt x="1580" y="1350"/>
                    </a:lnTo>
                    <a:lnTo>
                      <a:pt x="1573" y="1306"/>
                    </a:lnTo>
                    <a:lnTo>
                      <a:pt x="1591" y="1240"/>
                    </a:lnTo>
                    <a:lnTo>
                      <a:pt x="1591" y="1154"/>
                    </a:lnTo>
                    <a:lnTo>
                      <a:pt x="1580" y="1122"/>
                    </a:lnTo>
                    <a:lnTo>
                      <a:pt x="1642" y="1143"/>
                    </a:lnTo>
                    <a:lnTo>
                      <a:pt x="1619" y="1057"/>
                    </a:lnTo>
                    <a:lnTo>
                      <a:pt x="1564" y="967"/>
                    </a:lnTo>
                    <a:lnTo>
                      <a:pt x="1550" y="897"/>
                    </a:lnTo>
                    <a:lnTo>
                      <a:pt x="1550" y="813"/>
                    </a:lnTo>
                    <a:lnTo>
                      <a:pt x="1543" y="741"/>
                    </a:lnTo>
                    <a:lnTo>
                      <a:pt x="1550" y="700"/>
                    </a:lnTo>
                    <a:lnTo>
                      <a:pt x="1501" y="580"/>
                    </a:lnTo>
                    <a:lnTo>
                      <a:pt x="1418" y="462"/>
                    </a:lnTo>
                    <a:lnTo>
                      <a:pt x="1326" y="389"/>
                    </a:lnTo>
                    <a:lnTo>
                      <a:pt x="1257" y="341"/>
                    </a:lnTo>
                    <a:lnTo>
                      <a:pt x="1227" y="225"/>
                    </a:lnTo>
                    <a:lnTo>
                      <a:pt x="1137" y="147"/>
                    </a:lnTo>
                    <a:lnTo>
                      <a:pt x="1044" y="119"/>
                    </a:lnTo>
                    <a:lnTo>
                      <a:pt x="909" y="40"/>
                    </a:lnTo>
                    <a:lnTo>
                      <a:pt x="747" y="0"/>
                    </a:lnTo>
                    <a:lnTo>
                      <a:pt x="584" y="4"/>
                    </a:lnTo>
                    <a:lnTo>
                      <a:pt x="427" y="36"/>
                    </a:lnTo>
                    <a:lnTo>
                      <a:pt x="298" y="97"/>
                    </a:lnTo>
                    <a:lnTo>
                      <a:pt x="127" y="161"/>
                    </a:lnTo>
                    <a:lnTo>
                      <a:pt x="7" y="1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5" name="Freeform 558">
                <a:extLst>
                  <a:ext uri="{FF2B5EF4-FFF2-40B4-BE49-F238E27FC236}">
                    <a16:creationId xmlns:a16="http://schemas.microsoft.com/office/drawing/2014/main" id="{743DEE48-BCD1-174B-A6A8-34603A23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487"/>
                <a:ext cx="56" cy="44"/>
              </a:xfrm>
              <a:custGeom>
                <a:avLst/>
                <a:gdLst>
                  <a:gd name="T0" fmla="*/ 0 w 445"/>
                  <a:gd name="T1" fmla="*/ 0 h 358"/>
                  <a:gd name="T2" fmla="*/ 0 w 445"/>
                  <a:gd name="T3" fmla="*/ 0 h 358"/>
                  <a:gd name="T4" fmla="*/ 0 w 445"/>
                  <a:gd name="T5" fmla="*/ 0 h 358"/>
                  <a:gd name="T6" fmla="*/ 0 w 445"/>
                  <a:gd name="T7" fmla="*/ 0 h 358"/>
                  <a:gd name="T8" fmla="*/ 0 w 445"/>
                  <a:gd name="T9" fmla="*/ 0 h 358"/>
                  <a:gd name="T10" fmla="*/ 0 w 445"/>
                  <a:gd name="T11" fmla="*/ 0 h 358"/>
                  <a:gd name="T12" fmla="*/ 0 w 445"/>
                  <a:gd name="T13" fmla="*/ 0 h 358"/>
                  <a:gd name="T14" fmla="*/ 0 w 445"/>
                  <a:gd name="T15" fmla="*/ 0 h 358"/>
                  <a:gd name="T16" fmla="*/ 0 w 445"/>
                  <a:gd name="T17" fmla="*/ 0 h 358"/>
                  <a:gd name="T18" fmla="*/ 0 w 445"/>
                  <a:gd name="T19" fmla="*/ 0 h 358"/>
                  <a:gd name="T20" fmla="*/ 0 w 445"/>
                  <a:gd name="T21" fmla="*/ 0 h 358"/>
                  <a:gd name="T22" fmla="*/ 0 w 445"/>
                  <a:gd name="T23" fmla="*/ 0 h 358"/>
                  <a:gd name="T24" fmla="*/ 0 w 445"/>
                  <a:gd name="T25" fmla="*/ 0 h 358"/>
                  <a:gd name="T26" fmla="*/ 0 w 445"/>
                  <a:gd name="T27" fmla="*/ 0 h 358"/>
                  <a:gd name="T28" fmla="*/ 0 w 445"/>
                  <a:gd name="T29" fmla="*/ 0 h 358"/>
                  <a:gd name="T30" fmla="*/ 0 w 445"/>
                  <a:gd name="T31" fmla="*/ 0 h 358"/>
                  <a:gd name="T32" fmla="*/ 0 w 445"/>
                  <a:gd name="T33" fmla="*/ 0 h 358"/>
                  <a:gd name="T34" fmla="*/ 0 w 445"/>
                  <a:gd name="T35" fmla="*/ 0 h 358"/>
                  <a:gd name="T36" fmla="*/ 0 w 445"/>
                  <a:gd name="T37" fmla="*/ 0 h 358"/>
                  <a:gd name="T38" fmla="*/ 0 w 445"/>
                  <a:gd name="T39" fmla="*/ 0 h 358"/>
                  <a:gd name="T40" fmla="*/ 0 w 445"/>
                  <a:gd name="T41" fmla="*/ 0 h 358"/>
                  <a:gd name="T42" fmla="*/ 0 w 445"/>
                  <a:gd name="T43" fmla="*/ 0 h 358"/>
                  <a:gd name="T44" fmla="*/ 0 w 445"/>
                  <a:gd name="T45" fmla="*/ 0 h 358"/>
                  <a:gd name="T46" fmla="*/ 0 w 445"/>
                  <a:gd name="T47" fmla="*/ 0 h 358"/>
                  <a:gd name="T48" fmla="*/ 0 w 445"/>
                  <a:gd name="T49" fmla="*/ 0 h 358"/>
                  <a:gd name="T50" fmla="*/ 0 w 445"/>
                  <a:gd name="T51" fmla="*/ 0 h 358"/>
                  <a:gd name="T52" fmla="*/ 0 w 445"/>
                  <a:gd name="T53" fmla="*/ 0 h 35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45"/>
                  <a:gd name="T82" fmla="*/ 0 h 358"/>
                  <a:gd name="T83" fmla="*/ 445 w 445"/>
                  <a:gd name="T84" fmla="*/ 358 h 35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45" h="358">
                    <a:moveTo>
                      <a:pt x="141" y="27"/>
                    </a:moveTo>
                    <a:lnTo>
                      <a:pt x="69" y="48"/>
                    </a:lnTo>
                    <a:lnTo>
                      <a:pt x="0" y="113"/>
                    </a:lnTo>
                    <a:lnTo>
                      <a:pt x="84" y="113"/>
                    </a:lnTo>
                    <a:lnTo>
                      <a:pt x="42" y="209"/>
                    </a:lnTo>
                    <a:lnTo>
                      <a:pt x="93" y="233"/>
                    </a:lnTo>
                    <a:lnTo>
                      <a:pt x="127" y="358"/>
                    </a:lnTo>
                    <a:lnTo>
                      <a:pt x="115" y="222"/>
                    </a:lnTo>
                    <a:lnTo>
                      <a:pt x="163" y="180"/>
                    </a:lnTo>
                    <a:lnTo>
                      <a:pt x="240" y="161"/>
                    </a:lnTo>
                    <a:lnTo>
                      <a:pt x="316" y="161"/>
                    </a:lnTo>
                    <a:lnTo>
                      <a:pt x="385" y="173"/>
                    </a:lnTo>
                    <a:lnTo>
                      <a:pt x="445" y="209"/>
                    </a:lnTo>
                    <a:lnTo>
                      <a:pt x="374" y="161"/>
                    </a:lnTo>
                    <a:lnTo>
                      <a:pt x="268" y="134"/>
                    </a:lnTo>
                    <a:lnTo>
                      <a:pt x="189" y="134"/>
                    </a:lnTo>
                    <a:lnTo>
                      <a:pt x="99" y="161"/>
                    </a:lnTo>
                    <a:lnTo>
                      <a:pt x="106" y="119"/>
                    </a:lnTo>
                    <a:lnTo>
                      <a:pt x="150" y="90"/>
                    </a:lnTo>
                    <a:lnTo>
                      <a:pt x="62" y="90"/>
                    </a:lnTo>
                    <a:lnTo>
                      <a:pt x="99" y="64"/>
                    </a:lnTo>
                    <a:lnTo>
                      <a:pt x="163" y="33"/>
                    </a:lnTo>
                    <a:lnTo>
                      <a:pt x="219" y="42"/>
                    </a:lnTo>
                    <a:lnTo>
                      <a:pt x="316" y="64"/>
                    </a:lnTo>
                    <a:lnTo>
                      <a:pt x="247" y="20"/>
                    </a:lnTo>
                    <a:lnTo>
                      <a:pt x="163" y="0"/>
                    </a:lnTo>
                    <a:lnTo>
                      <a:pt x="1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6" name="Freeform 559">
                <a:extLst>
                  <a:ext uri="{FF2B5EF4-FFF2-40B4-BE49-F238E27FC236}">
                    <a16:creationId xmlns:a16="http://schemas.microsoft.com/office/drawing/2014/main" id="{E2F52C72-6658-BE44-ADEA-BDF509C8F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38"/>
                <a:ext cx="48" cy="38"/>
              </a:xfrm>
              <a:custGeom>
                <a:avLst/>
                <a:gdLst>
                  <a:gd name="T0" fmla="*/ 0 w 387"/>
                  <a:gd name="T1" fmla="*/ 0 h 303"/>
                  <a:gd name="T2" fmla="*/ 0 w 387"/>
                  <a:gd name="T3" fmla="*/ 0 h 303"/>
                  <a:gd name="T4" fmla="*/ 0 w 387"/>
                  <a:gd name="T5" fmla="*/ 0 h 303"/>
                  <a:gd name="T6" fmla="*/ 0 w 387"/>
                  <a:gd name="T7" fmla="*/ 0 h 303"/>
                  <a:gd name="T8" fmla="*/ 0 w 387"/>
                  <a:gd name="T9" fmla="*/ 0 h 303"/>
                  <a:gd name="T10" fmla="*/ 0 w 387"/>
                  <a:gd name="T11" fmla="*/ 0 h 303"/>
                  <a:gd name="T12" fmla="*/ 0 w 387"/>
                  <a:gd name="T13" fmla="*/ 0 h 303"/>
                  <a:gd name="T14" fmla="*/ 0 w 387"/>
                  <a:gd name="T15" fmla="*/ 0 h 303"/>
                  <a:gd name="T16" fmla="*/ 0 w 387"/>
                  <a:gd name="T17" fmla="*/ 0 h 303"/>
                  <a:gd name="T18" fmla="*/ 0 w 387"/>
                  <a:gd name="T19" fmla="*/ 0 h 303"/>
                  <a:gd name="T20" fmla="*/ 0 w 387"/>
                  <a:gd name="T21" fmla="*/ 0 h 303"/>
                  <a:gd name="T22" fmla="*/ 0 w 387"/>
                  <a:gd name="T23" fmla="*/ 0 h 303"/>
                  <a:gd name="T24" fmla="*/ 0 w 387"/>
                  <a:gd name="T25" fmla="*/ 0 h 303"/>
                  <a:gd name="T26" fmla="*/ 0 w 387"/>
                  <a:gd name="T27" fmla="*/ 0 h 303"/>
                  <a:gd name="T28" fmla="*/ 0 w 387"/>
                  <a:gd name="T29" fmla="*/ 0 h 303"/>
                  <a:gd name="T30" fmla="*/ 0 w 387"/>
                  <a:gd name="T31" fmla="*/ 0 h 303"/>
                  <a:gd name="T32" fmla="*/ 0 w 387"/>
                  <a:gd name="T33" fmla="*/ 0 h 303"/>
                  <a:gd name="T34" fmla="*/ 0 w 387"/>
                  <a:gd name="T35" fmla="*/ 0 h 303"/>
                  <a:gd name="T36" fmla="*/ 0 w 387"/>
                  <a:gd name="T37" fmla="*/ 0 h 303"/>
                  <a:gd name="T38" fmla="*/ 0 w 387"/>
                  <a:gd name="T39" fmla="*/ 0 h 303"/>
                  <a:gd name="T40" fmla="*/ 0 w 387"/>
                  <a:gd name="T41" fmla="*/ 0 h 303"/>
                  <a:gd name="T42" fmla="*/ 0 w 387"/>
                  <a:gd name="T43" fmla="*/ 0 h 303"/>
                  <a:gd name="T44" fmla="*/ 0 w 387"/>
                  <a:gd name="T45" fmla="*/ 0 h 303"/>
                  <a:gd name="T46" fmla="*/ 0 w 387"/>
                  <a:gd name="T47" fmla="*/ 0 h 3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87"/>
                  <a:gd name="T73" fmla="*/ 0 h 303"/>
                  <a:gd name="T74" fmla="*/ 387 w 387"/>
                  <a:gd name="T75" fmla="*/ 303 h 30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87" h="303">
                    <a:moveTo>
                      <a:pt x="22" y="18"/>
                    </a:moveTo>
                    <a:lnTo>
                      <a:pt x="115" y="0"/>
                    </a:lnTo>
                    <a:lnTo>
                      <a:pt x="191" y="18"/>
                    </a:lnTo>
                    <a:lnTo>
                      <a:pt x="244" y="53"/>
                    </a:lnTo>
                    <a:lnTo>
                      <a:pt x="281" y="92"/>
                    </a:lnTo>
                    <a:lnTo>
                      <a:pt x="288" y="138"/>
                    </a:lnTo>
                    <a:lnTo>
                      <a:pt x="281" y="156"/>
                    </a:lnTo>
                    <a:lnTo>
                      <a:pt x="255" y="152"/>
                    </a:lnTo>
                    <a:lnTo>
                      <a:pt x="219" y="130"/>
                    </a:lnTo>
                    <a:lnTo>
                      <a:pt x="175" y="92"/>
                    </a:lnTo>
                    <a:lnTo>
                      <a:pt x="127" y="87"/>
                    </a:lnTo>
                    <a:lnTo>
                      <a:pt x="172" y="152"/>
                    </a:lnTo>
                    <a:lnTo>
                      <a:pt x="191" y="207"/>
                    </a:lnTo>
                    <a:lnTo>
                      <a:pt x="182" y="260"/>
                    </a:lnTo>
                    <a:lnTo>
                      <a:pt x="360" y="290"/>
                    </a:lnTo>
                    <a:lnTo>
                      <a:pt x="387" y="303"/>
                    </a:lnTo>
                    <a:lnTo>
                      <a:pt x="147" y="276"/>
                    </a:lnTo>
                    <a:lnTo>
                      <a:pt x="163" y="239"/>
                    </a:lnTo>
                    <a:lnTo>
                      <a:pt x="156" y="191"/>
                    </a:lnTo>
                    <a:lnTo>
                      <a:pt x="121" y="130"/>
                    </a:lnTo>
                    <a:lnTo>
                      <a:pt x="83" y="87"/>
                    </a:lnTo>
                    <a:lnTo>
                      <a:pt x="16" y="53"/>
                    </a:lnTo>
                    <a:lnTo>
                      <a:pt x="0" y="9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7" name="Freeform 560">
                <a:extLst>
                  <a:ext uri="{FF2B5EF4-FFF2-40B4-BE49-F238E27FC236}">
                    <a16:creationId xmlns:a16="http://schemas.microsoft.com/office/drawing/2014/main" id="{03D1F7C1-A977-2B40-997A-8C7DD6BF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72"/>
                <a:ext cx="27" cy="40"/>
              </a:xfrm>
              <a:custGeom>
                <a:avLst/>
                <a:gdLst>
                  <a:gd name="T0" fmla="*/ 0 w 214"/>
                  <a:gd name="T1" fmla="*/ 0 h 313"/>
                  <a:gd name="T2" fmla="*/ 0 w 214"/>
                  <a:gd name="T3" fmla="*/ 0 h 313"/>
                  <a:gd name="T4" fmla="*/ 0 w 214"/>
                  <a:gd name="T5" fmla="*/ 0 h 313"/>
                  <a:gd name="T6" fmla="*/ 0 w 214"/>
                  <a:gd name="T7" fmla="*/ 0 h 313"/>
                  <a:gd name="T8" fmla="*/ 0 w 214"/>
                  <a:gd name="T9" fmla="*/ 0 h 313"/>
                  <a:gd name="T10" fmla="*/ 0 w 214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4"/>
                  <a:gd name="T19" fmla="*/ 0 h 313"/>
                  <a:gd name="T20" fmla="*/ 214 w 214"/>
                  <a:gd name="T21" fmla="*/ 313 h 3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4" h="313">
                    <a:moveTo>
                      <a:pt x="89" y="0"/>
                    </a:moveTo>
                    <a:lnTo>
                      <a:pt x="0" y="179"/>
                    </a:lnTo>
                    <a:lnTo>
                      <a:pt x="9" y="313"/>
                    </a:lnTo>
                    <a:lnTo>
                      <a:pt x="214" y="65"/>
                    </a:lnTo>
                    <a:lnTo>
                      <a:pt x="214" y="1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8" name="Freeform 561">
                <a:extLst>
                  <a:ext uri="{FF2B5EF4-FFF2-40B4-BE49-F238E27FC236}">
                    <a16:creationId xmlns:a16="http://schemas.microsoft.com/office/drawing/2014/main" id="{6C87D1E5-4183-1C43-BA41-507F488C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73"/>
                <a:ext cx="107" cy="80"/>
              </a:xfrm>
              <a:custGeom>
                <a:avLst/>
                <a:gdLst>
                  <a:gd name="T0" fmla="*/ 0 w 857"/>
                  <a:gd name="T1" fmla="*/ 0 h 640"/>
                  <a:gd name="T2" fmla="*/ 0 w 857"/>
                  <a:gd name="T3" fmla="*/ 0 h 640"/>
                  <a:gd name="T4" fmla="*/ 0 w 857"/>
                  <a:gd name="T5" fmla="*/ 0 h 640"/>
                  <a:gd name="T6" fmla="*/ 0 w 857"/>
                  <a:gd name="T7" fmla="*/ 0 h 640"/>
                  <a:gd name="T8" fmla="*/ 0 w 857"/>
                  <a:gd name="T9" fmla="*/ 0 h 640"/>
                  <a:gd name="T10" fmla="*/ 0 w 857"/>
                  <a:gd name="T11" fmla="*/ 0 h 640"/>
                  <a:gd name="T12" fmla="*/ 0 w 857"/>
                  <a:gd name="T13" fmla="*/ 0 h 640"/>
                  <a:gd name="T14" fmla="*/ 0 w 857"/>
                  <a:gd name="T15" fmla="*/ 0 h 640"/>
                  <a:gd name="T16" fmla="*/ 0 w 857"/>
                  <a:gd name="T17" fmla="*/ 0 h 640"/>
                  <a:gd name="T18" fmla="*/ 0 w 857"/>
                  <a:gd name="T19" fmla="*/ 0 h 640"/>
                  <a:gd name="T20" fmla="*/ 0 w 857"/>
                  <a:gd name="T21" fmla="*/ 0 h 640"/>
                  <a:gd name="T22" fmla="*/ 0 w 857"/>
                  <a:gd name="T23" fmla="*/ 0 h 640"/>
                  <a:gd name="T24" fmla="*/ 0 w 857"/>
                  <a:gd name="T25" fmla="*/ 0 h 640"/>
                  <a:gd name="T26" fmla="*/ 0 w 857"/>
                  <a:gd name="T27" fmla="*/ 0 h 640"/>
                  <a:gd name="T28" fmla="*/ 0 w 857"/>
                  <a:gd name="T29" fmla="*/ 0 h 640"/>
                  <a:gd name="T30" fmla="*/ 0 w 857"/>
                  <a:gd name="T31" fmla="*/ 0 h 640"/>
                  <a:gd name="T32" fmla="*/ 0 w 857"/>
                  <a:gd name="T33" fmla="*/ 0 h 640"/>
                  <a:gd name="T34" fmla="*/ 0 w 857"/>
                  <a:gd name="T35" fmla="*/ 0 h 640"/>
                  <a:gd name="T36" fmla="*/ 0 w 857"/>
                  <a:gd name="T37" fmla="*/ 0 h 640"/>
                  <a:gd name="T38" fmla="*/ 0 w 857"/>
                  <a:gd name="T39" fmla="*/ 0 h 640"/>
                  <a:gd name="T40" fmla="*/ 0 w 857"/>
                  <a:gd name="T41" fmla="*/ 0 h 640"/>
                  <a:gd name="T42" fmla="*/ 0 w 857"/>
                  <a:gd name="T43" fmla="*/ 0 h 640"/>
                  <a:gd name="T44" fmla="*/ 0 w 857"/>
                  <a:gd name="T45" fmla="*/ 0 h 640"/>
                  <a:gd name="T46" fmla="*/ 0 w 857"/>
                  <a:gd name="T47" fmla="*/ 0 h 640"/>
                  <a:gd name="T48" fmla="*/ 0 w 857"/>
                  <a:gd name="T49" fmla="*/ 0 h 640"/>
                  <a:gd name="T50" fmla="*/ 0 w 857"/>
                  <a:gd name="T51" fmla="*/ 0 h 640"/>
                  <a:gd name="T52" fmla="*/ 0 w 857"/>
                  <a:gd name="T53" fmla="*/ 0 h 640"/>
                  <a:gd name="T54" fmla="*/ 0 w 857"/>
                  <a:gd name="T55" fmla="*/ 0 h 6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7"/>
                  <a:gd name="T85" fmla="*/ 0 h 640"/>
                  <a:gd name="T86" fmla="*/ 857 w 857"/>
                  <a:gd name="T87" fmla="*/ 640 h 64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7" h="640">
                    <a:moveTo>
                      <a:pt x="857" y="0"/>
                    </a:moveTo>
                    <a:lnTo>
                      <a:pt x="749" y="53"/>
                    </a:lnTo>
                    <a:lnTo>
                      <a:pt x="648" y="198"/>
                    </a:lnTo>
                    <a:lnTo>
                      <a:pt x="514" y="187"/>
                    </a:lnTo>
                    <a:lnTo>
                      <a:pt x="470" y="260"/>
                    </a:lnTo>
                    <a:lnTo>
                      <a:pt x="415" y="297"/>
                    </a:lnTo>
                    <a:lnTo>
                      <a:pt x="276" y="288"/>
                    </a:lnTo>
                    <a:lnTo>
                      <a:pt x="186" y="321"/>
                    </a:lnTo>
                    <a:lnTo>
                      <a:pt x="118" y="345"/>
                    </a:lnTo>
                    <a:lnTo>
                      <a:pt x="48" y="345"/>
                    </a:lnTo>
                    <a:lnTo>
                      <a:pt x="0" y="317"/>
                    </a:lnTo>
                    <a:lnTo>
                      <a:pt x="48" y="359"/>
                    </a:lnTo>
                    <a:lnTo>
                      <a:pt x="105" y="366"/>
                    </a:lnTo>
                    <a:lnTo>
                      <a:pt x="223" y="366"/>
                    </a:lnTo>
                    <a:lnTo>
                      <a:pt x="294" y="391"/>
                    </a:lnTo>
                    <a:lnTo>
                      <a:pt x="382" y="514"/>
                    </a:lnTo>
                    <a:lnTo>
                      <a:pt x="507" y="611"/>
                    </a:lnTo>
                    <a:lnTo>
                      <a:pt x="527" y="640"/>
                    </a:lnTo>
                    <a:lnTo>
                      <a:pt x="564" y="615"/>
                    </a:lnTo>
                    <a:lnTo>
                      <a:pt x="555" y="550"/>
                    </a:lnTo>
                    <a:lnTo>
                      <a:pt x="544" y="461"/>
                    </a:lnTo>
                    <a:lnTo>
                      <a:pt x="555" y="380"/>
                    </a:lnTo>
                    <a:lnTo>
                      <a:pt x="569" y="327"/>
                    </a:lnTo>
                    <a:lnTo>
                      <a:pt x="630" y="267"/>
                    </a:lnTo>
                    <a:lnTo>
                      <a:pt x="685" y="226"/>
                    </a:lnTo>
                    <a:lnTo>
                      <a:pt x="738" y="132"/>
                    </a:lnTo>
                    <a:lnTo>
                      <a:pt x="800" y="57"/>
                    </a:ln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69" name="Freeform 562">
                <a:extLst>
                  <a:ext uri="{FF2B5EF4-FFF2-40B4-BE49-F238E27FC236}">
                    <a16:creationId xmlns:a16="http://schemas.microsoft.com/office/drawing/2014/main" id="{47B178A9-7694-1E42-B377-F0893514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25"/>
                <a:ext cx="9" cy="43"/>
              </a:xfrm>
              <a:custGeom>
                <a:avLst/>
                <a:gdLst>
                  <a:gd name="T0" fmla="*/ 0 w 72"/>
                  <a:gd name="T1" fmla="*/ 0 h 339"/>
                  <a:gd name="T2" fmla="*/ 0 w 72"/>
                  <a:gd name="T3" fmla="*/ 0 h 339"/>
                  <a:gd name="T4" fmla="*/ 0 w 72"/>
                  <a:gd name="T5" fmla="*/ 0 h 339"/>
                  <a:gd name="T6" fmla="*/ 0 w 72"/>
                  <a:gd name="T7" fmla="*/ 0 h 3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339"/>
                  <a:gd name="T14" fmla="*/ 72 w 72"/>
                  <a:gd name="T15" fmla="*/ 339 h 3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339">
                    <a:moveTo>
                      <a:pt x="56" y="0"/>
                    </a:moveTo>
                    <a:lnTo>
                      <a:pt x="0" y="339"/>
                    </a:lnTo>
                    <a:lnTo>
                      <a:pt x="72" y="11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0" name="Freeform 563">
                <a:extLst>
                  <a:ext uri="{FF2B5EF4-FFF2-40B4-BE49-F238E27FC236}">
                    <a16:creationId xmlns:a16="http://schemas.microsoft.com/office/drawing/2014/main" id="{FB44DFC7-361D-584E-AFDB-647B391C1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527"/>
                <a:ext cx="94" cy="23"/>
              </a:xfrm>
              <a:custGeom>
                <a:avLst/>
                <a:gdLst>
                  <a:gd name="T0" fmla="*/ 0 w 747"/>
                  <a:gd name="T1" fmla="*/ 0 h 189"/>
                  <a:gd name="T2" fmla="*/ 0 w 747"/>
                  <a:gd name="T3" fmla="*/ 0 h 189"/>
                  <a:gd name="T4" fmla="*/ 0 w 747"/>
                  <a:gd name="T5" fmla="*/ 0 h 189"/>
                  <a:gd name="T6" fmla="*/ 0 w 747"/>
                  <a:gd name="T7" fmla="*/ 0 h 189"/>
                  <a:gd name="T8" fmla="*/ 0 w 747"/>
                  <a:gd name="T9" fmla="*/ 0 h 189"/>
                  <a:gd name="T10" fmla="*/ 0 w 747"/>
                  <a:gd name="T11" fmla="*/ 0 h 189"/>
                  <a:gd name="T12" fmla="*/ 0 w 747"/>
                  <a:gd name="T13" fmla="*/ 0 h 189"/>
                  <a:gd name="T14" fmla="*/ 0 w 747"/>
                  <a:gd name="T15" fmla="*/ 0 h 189"/>
                  <a:gd name="T16" fmla="*/ 0 w 747"/>
                  <a:gd name="T17" fmla="*/ 0 h 189"/>
                  <a:gd name="T18" fmla="*/ 0 w 747"/>
                  <a:gd name="T19" fmla="*/ 0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47"/>
                  <a:gd name="T31" fmla="*/ 0 h 189"/>
                  <a:gd name="T32" fmla="*/ 747 w 747"/>
                  <a:gd name="T33" fmla="*/ 189 h 1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47" h="189">
                    <a:moveTo>
                      <a:pt x="0" y="189"/>
                    </a:moveTo>
                    <a:lnTo>
                      <a:pt x="38" y="145"/>
                    </a:lnTo>
                    <a:lnTo>
                      <a:pt x="95" y="117"/>
                    </a:lnTo>
                    <a:lnTo>
                      <a:pt x="189" y="97"/>
                    </a:lnTo>
                    <a:lnTo>
                      <a:pt x="341" y="78"/>
                    </a:lnTo>
                    <a:lnTo>
                      <a:pt x="460" y="39"/>
                    </a:lnTo>
                    <a:lnTo>
                      <a:pt x="581" y="0"/>
                    </a:lnTo>
                    <a:lnTo>
                      <a:pt x="664" y="0"/>
                    </a:lnTo>
                    <a:lnTo>
                      <a:pt x="715" y="29"/>
                    </a:lnTo>
                    <a:lnTo>
                      <a:pt x="747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1" name="Freeform 564">
                <a:extLst>
                  <a:ext uri="{FF2B5EF4-FFF2-40B4-BE49-F238E27FC236}">
                    <a16:creationId xmlns:a16="http://schemas.microsoft.com/office/drawing/2014/main" id="{4FE8665F-EB0B-544C-B6C9-9CD32779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9"/>
                <a:ext cx="70" cy="14"/>
              </a:xfrm>
              <a:custGeom>
                <a:avLst/>
                <a:gdLst>
                  <a:gd name="T0" fmla="*/ 0 w 563"/>
                  <a:gd name="T1" fmla="*/ 0 h 118"/>
                  <a:gd name="T2" fmla="*/ 0 w 563"/>
                  <a:gd name="T3" fmla="*/ 0 h 118"/>
                  <a:gd name="T4" fmla="*/ 0 w 563"/>
                  <a:gd name="T5" fmla="*/ 0 h 118"/>
                  <a:gd name="T6" fmla="*/ 0 w 563"/>
                  <a:gd name="T7" fmla="*/ 0 h 118"/>
                  <a:gd name="T8" fmla="*/ 0 w 563"/>
                  <a:gd name="T9" fmla="*/ 0 h 118"/>
                  <a:gd name="T10" fmla="*/ 0 w 563"/>
                  <a:gd name="T11" fmla="*/ 0 h 118"/>
                  <a:gd name="T12" fmla="*/ 0 w 56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118"/>
                  <a:gd name="T23" fmla="*/ 563 w 56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118">
                    <a:moveTo>
                      <a:pt x="0" y="118"/>
                    </a:moveTo>
                    <a:lnTo>
                      <a:pt x="134" y="94"/>
                    </a:lnTo>
                    <a:lnTo>
                      <a:pt x="266" y="41"/>
                    </a:lnTo>
                    <a:lnTo>
                      <a:pt x="362" y="4"/>
                    </a:lnTo>
                    <a:lnTo>
                      <a:pt x="436" y="0"/>
                    </a:lnTo>
                    <a:lnTo>
                      <a:pt x="496" y="17"/>
                    </a:lnTo>
                    <a:lnTo>
                      <a:pt x="56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2" name="Freeform 565">
                <a:extLst>
                  <a:ext uri="{FF2B5EF4-FFF2-40B4-BE49-F238E27FC236}">
                    <a16:creationId xmlns:a16="http://schemas.microsoft.com/office/drawing/2014/main" id="{FF239DEC-07C7-494D-9616-3C21962D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12"/>
                <a:ext cx="35" cy="7"/>
              </a:xfrm>
              <a:custGeom>
                <a:avLst/>
                <a:gdLst>
                  <a:gd name="T0" fmla="*/ 0 w 279"/>
                  <a:gd name="T1" fmla="*/ 0 h 62"/>
                  <a:gd name="T2" fmla="*/ 0 w 279"/>
                  <a:gd name="T3" fmla="*/ 0 h 62"/>
                  <a:gd name="T4" fmla="*/ 0 w 279"/>
                  <a:gd name="T5" fmla="*/ 0 h 62"/>
                  <a:gd name="T6" fmla="*/ 0 w 279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9"/>
                  <a:gd name="T13" fmla="*/ 0 h 62"/>
                  <a:gd name="T14" fmla="*/ 279 w 279"/>
                  <a:gd name="T15" fmla="*/ 62 h 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9" h="62">
                    <a:moveTo>
                      <a:pt x="0" y="62"/>
                    </a:moveTo>
                    <a:lnTo>
                      <a:pt x="161" y="7"/>
                    </a:lnTo>
                    <a:lnTo>
                      <a:pt x="223" y="0"/>
                    </a:lnTo>
                    <a:lnTo>
                      <a:pt x="279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3" name="Freeform 566">
                <a:extLst>
                  <a:ext uri="{FF2B5EF4-FFF2-40B4-BE49-F238E27FC236}">
                    <a16:creationId xmlns:a16="http://schemas.microsoft.com/office/drawing/2014/main" id="{49860ED7-65F5-E440-BF32-562CFD17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556"/>
                <a:ext cx="13" cy="16"/>
              </a:xfrm>
              <a:custGeom>
                <a:avLst/>
                <a:gdLst>
                  <a:gd name="T0" fmla="*/ 0 w 105"/>
                  <a:gd name="T1" fmla="*/ 0 h 128"/>
                  <a:gd name="T2" fmla="*/ 0 w 105"/>
                  <a:gd name="T3" fmla="*/ 0 h 128"/>
                  <a:gd name="T4" fmla="*/ 0 w 105"/>
                  <a:gd name="T5" fmla="*/ 0 h 128"/>
                  <a:gd name="T6" fmla="*/ 0 w 105"/>
                  <a:gd name="T7" fmla="*/ 0 h 128"/>
                  <a:gd name="T8" fmla="*/ 0 w 105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"/>
                  <a:gd name="T16" fmla="*/ 0 h 128"/>
                  <a:gd name="T17" fmla="*/ 105 w 10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" h="128">
                    <a:moveTo>
                      <a:pt x="0" y="0"/>
                    </a:moveTo>
                    <a:lnTo>
                      <a:pt x="0" y="101"/>
                    </a:lnTo>
                    <a:lnTo>
                      <a:pt x="52" y="128"/>
                    </a:lnTo>
                    <a:lnTo>
                      <a:pt x="105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4" name="Freeform 567">
                <a:extLst>
                  <a:ext uri="{FF2B5EF4-FFF2-40B4-BE49-F238E27FC236}">
                    <a16:creationId xmlns:a16="http://schemas.microsoft.com/office/drawing/2014/main" id="{D16296D0-348A-B04C-84D2-2063515E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58"/>
                <a:ext cx="266" cy="472"/>
              </a:xfrm>
              <a:custGeom>
                <a:avLst/>
                <a:gdLst>
                  <a:gd name="T0" fmla="*/ 0 w 2124"/>
                  <a:gd name="T1" fmla="*/ 0 h 3774"/>
                  <a:gd name="T2" fmla="*/ 0 w 2124"/>
                  <a:gd name="T3" fmla="*/ 0 h 3774"/>
                  <a:gd name="T4" fmla="*/ 0 w 2124"/>
                  <a:gd name="T5" fmla="*/ 0 h 3774"/>
                  <a:gd name="T6" fmla="*/ 0 w 2124"/>
                  <a:gd name="T7" fmla="*/ 0 h 3774"/>
                  <a:gd name="T8" fmla="*/ 0 w 2124"/>
                  <a:gd name="T9" fmla="*/ 0 h 3774"/>
                  <a:gd name="T10" fmla="*/ 0 w 2124"/>
                  <a:gd name="T11" fmla="*/ 0 h 3774"/>
                  <a:gd name="T12" fmla="*/ 0 w 2124"/>
                  <a:gd name="T13" fmla="*/ 0 h 3774"/>
                  <a:gd name="T14" fmla="*/ 0 w 2124"/>
                  <a:gd name="T15" fmla="*/ 0 h 3774"/>
                  <a:gd name="T16" fmla="*/ 0 w 2124"/>
                  <a:gd name="T17" fmla="*/ 0 h 3774"/>
                  <a:gd name="T18" fmla="*/ 0 w 2124"/>
                  <a:gd name="T19" fmla="*/ 0 h 3774"/>
                  <a:gd name="T20" fmla="*/ 0 w 2124"/>
                  <a:gd name="T21" fmla="*/ 0 h 3774"/>
                  <a:gd name="T22" fmla="*/ 0 w 2124"/>
                  <a:gd name="T23" fmla="*/ 0 h 3774"/>
                  <a:gd name="T24" fmla="*/ 0 w 2124"/>
                  <a:gd name="T25" fmla="*/ 0 h 3774"/>
                  <a:gd name="T26" fmla="*/ 0 w 2124"/>
                  <a:gd name="T27" fmla="*/ 0 h 3774"/>
                  <a:gd name="T28" fmla="*/ 0 w 2124"/>
                  <a:gd name="T29" fmla="*/ 0 h 3774"/>
                  <a:gd name="T30" fmla="*/ 0 w 2124"/>
                  <a:gd name="T31" fmla="*/ 0 h 3774"/>
                  <a:gd name="T32" fmla="*/ 0 w 2124"/>
                  <a:gd name="T33" fmla="*/ 0 h 3774"/>
                  <a:gd name="T34" fmla="*/ 0 w 2124"/>
                  <a:gd name="T35" fmla="*/ 0 h 3774"/>
                  <a:gd name="T36" fmla="*/ 0 w 2124"/>
                  <a:gd name="T37" fmla="*/ 0 h 3774"/>
                  <a:gd name="T38" fmla="*/ 0 w 2124"/>
                  <a:gd name="T39" fmla="*/ 0 h 3774"/>
                  <a:gd name="T40" fmla="*/ 0 w 2124"/>
                  <a:gd name="T41" fmla="*/ 0 h 3774"/>
                  <a:gd name="T42" fmla="*/ 0 w 2124"/>
                  <a:gd name="T43" fmla="*/ 0 h 3774"/>
                  <a:gd name="T44" fmla="*/ 0 w 2124"/>
                  <a:gd name="T45" fmla="*/ 0 h 3774"/>
                  <a:gd name="T46" fmla="*/ 0 w 2124"/>
                  <a:gd name="T47" fmla="*/ 0 h 3774"/>
                  <a:gd name="T48" fmla="*/ 0 w 2124"/>
                  <a:gd name="T49" fmla="*/ 0 h 3774"/>
                  <a:gd name="T50" fmla="*/ 0 w 2124"/>
                  <a:gd name="T51" fmla="*/ 0 h 3774"/>
                  <a:gd name="T52" fmla="*/ 0 w 2124"/>
                  <a:gd name="T53" fmla="*/ 0 h 3774"/>
                  <a:gd name="T54" fmla="*/ 0 w 2124"/>
                  <a:gd name="T55" fmla="*/ 0 h 3774"/>
                  <a:gd name="T56" fmla="*/ 0 w 2124"/>
                  <a:gd name="T57" fmla="*/ 0 h 3774"/>
                  <a:gd name="T58" fmla="*/ 0 w 2124"/>
                  <a:gd name="T59" fmla="*/ 0 h 377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124"/>
                  <a:gd name="T91" fmla="*/ 0 h 3774"/>
                  <a:gd name="T92" fmla="*/ 2124 w 2124"/>
                  <a:gd name="T93" fmla="*/ 3774 h 377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124" h="3774">
                    <a:moveTo>
                      <a:pt x="1483" y="509"/>
                    </a:moveTo>
                    <a:lnTo>
                      <a:pt x="1612" y="966"/>
                    </a:lnTo>
                    <a:lnTo>
                      <a:pt x="1929" y="1474"/>
                    </a:lnTo>
                    <a:lnTo>
                      <a:pt x="1810" y="2116"/>
                    </a:lnTo>
                    <a:lnTo>
                      <a:pt x="2124" y="3119"/>
                    </a:lnTo>
                    <a:lnTo>
                      <a:pt x="2124" y="3774"/>
                    </a:lnTo>
                    <a:lnTo>
                      <a:pt x="916" y="3766"/>
                    </a:lnTo>
                    <a:lnTo>
                      <a:pt x="0" y="3302"/>
                    </a:lnTo>
                    <a:lnTo>
                      <a:pt x="499" y="2990"/>
                    </a:lnTo>
                    <a:lnTo>
                      <a:pt x="510" y="2782"/>
                    </a:lnTo>
                    <a:lnTo>
                      <a:pt x="589" y="2443"/>
                    </a:lnTo>
                    <a:lnTo>
                      <a:pt x="589" y="2755"/>
                    </a:lnTo>
                    <a:lnTo>
                      <a:pt x="932" y="2375"/>
                    </a:lnTo>
                    <a:lnTo>
                      <a:pt x="995" y="2285"/>
                    </a:lnTo>
                    <a:lnTo>
                      <a:pt x="1024" y="2116"/>
                    </a:lnTo>
                    <a:lnTo>
                      <a:pt x="1063" y="1931"/>
                    </a:lnTo>
                    <a:lnTo>
                      <a:pt x="1301" y="1946"/>
                    </a:lnTo>
                    <a:lnTo>
                      <a:pt x="1377" y="1812"/>
                    </a:lnTo>
                    <a:lnTo>
                      <a:pt x="1206" y="1501"/>
                    </a:lnTo>
                    <a:lnTo>
                      <a:pt x="1377" y="1501"/>
                    </a:lnTo>
                    <a:lnTo>
                      <a:pt x="1377" y="1434"/>
                    </a:lnTo>
                    <a:lnTo>
                      <a:pt x="1232" y="1265"/>
                    </a:lnTo>
                    <a:lnTo>
                      <a:pt x="1246" y="1148"/>
                    </a:lnTo>
                    <a:lnTo>
                      <a:pt x="1457" y="966"/>
                    </a:lnTo>
                    <a:lnTo>
                      <a:pt x="1470" y="717"/>
                    </a:lnTo>
                    <a:lnTo>
                      <a:pt x="1351" y="496"/>
                    </a:lnTo>
                    <a:lnTo>
                      <a:pt x="1324" y="258"/>
                    </a:lnTo>
                    <a:lnTo>
                      <a:pt x="1206" y="0"/>
                    </a:lnTo>
                    <a:lnTo>
                      <a:pt x="1419" y="351"/>
                    </a:lnTo>
                    <a:lnTo>
                      <a:pt x="1483" y="5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5" name="Freeform 568">
                <a:extLst>
                  <a:ext uri="{FF2B5EF4-FFF2-40B4-BE49-F238E27FC236}">
                    <a16:creationId xmlns:a16="http://schemas.microsoft.com/office/drawing/2014/main" id="{CBBE1B4B-3EDE-5947-8799-3B4ED47C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641"/>
                <a:ext cx="92" cy="109"/>
              </a:xfrm>
              <a:custGeom>
                <a:avLst/>
                <a:gdLst>
                  <a:gd name="T0" fmla="*/ 0 w 734"/>
                  <a:gd name="T1" fmla="*/ 0 h 874"/>
                  <a:gd name="T2" fmla="*/ 0 w 734"/>
                  <a:gd name="T3" fmla="*/ 0 h 874"/>
                  <a:gd name="T4" fmla="*/ 0 w 734"/>
                  <a:gd name="T5" fmla="*/ 0 h 874"/>
                  <a:gd name="T6" fmla="*/ 0 w 734"/>
                  <a:gd name="T7" fmla="*/ 0 h 874"/>
                  <a:gd name="T8" fmla="*/ 0 w 734"/>
                  <a:gd name="T9" fmla="*/ 0 h 874"/>
                  <a:gd name="T10" fmla="*/ 0 w 734"/>
                  <a:gd name="T11" fmla="*/ 0 h 874"/>
                  <a:gd name="T12" fmla="*/ 0 w 734"/>
                  <a:gd name="T13" fmla="*/ 0 h 874"/>
                  <a:gd name="T14" fmla="*/ 0 w 734"/>
                  <a:gd name="T15" fmla="*/ 0 h 874"/>
                  <a:gd name="T16" fmla="*/ 0 w 734"/>
                  <a:gd name="T17" fmla="*/ 0 h 874"/>
                  <a:gd name="T18" fmla="*/ 0 w 734"/>
                  <a:gd name="T19" fmla="*/ 0 h 874"/>
                  <a:gd name="T20" fmla="*/ 0 w 734"/>
                  <a:gd name="T21" fmla="*/ 0 h 874"/>
                  <a:gd name="T22" fmla="*/ 0 w 734"/>
                  <a:gd name="T23" fmla="*/ 0 h 874"/>
                  <a:gd name="T24" fmla="*/ 0 w 734"/>
                  <a:gd name="T25" fmla="*/ 0 h 874"/>
                  <a:gd name="T26" fmla="*/ 0 w 734"/>
                  <a:gd name="T27" fmla="*/ 0 h 874"/>
                  <a:gd name="T28" fmla="*/ 0 w 734"/>
                  <a:gd name="T29" fmla="*/ 0 h 874"/>
                  <a:gd name="T30" fmla="*/ 0 w 734"/>
                  <a:gd name="T31" fmla="*/ 0 h 874"/>
                  <a:gd name="T32" fmla="*/ 0 w 734"/>
                  <a:gd name="T33" fmla="*/ 0 h 874"/>
                  <a:gd name="T34" fmla="*/ 0 w 734"/>
                  <a:gd name="T35" fmla="*/ 0 h 874"/>
                  <a:gd name="T36" fmla="*/ 0 w 734"/>
                  <a:gd name="T37" fmla="*/ 0 h 874"/>
                  <a:gd name="T38" fmla="*/ 0 w 734"/>
                  <a:gd name="T39" fmla="*/ 0 h 874"/>
                  <a:gd name="T40" fmla="*/ 0 w 734"/>
                  <a:gd name="T41" fmla="*/ 0 h 874"/>
                  <a:gd name="T42" fmla="*/ 0 w 734"/>
                  <a:gd name="T43" fmla="*/ 0 h 874"/>
                  <a:gd name="T44" fmla="*/ 0 w 734"/>
                  <a:gd name="T45" fmla="*/ 0 h 8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34"/>
                  <a:gd name="T70" fmla="*/ 0 h 874"/>
                  <a:gd name="T71" fmla="*/ 734 w 734"/>
                  <a:gd name="T72" fmla="*/ 874 h 87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34" h="874">
                    <a:moveTo>
                      <a:pt x="38" y="65"/>
                    </a:moveTo>
                    <a:lnTo>
                      <a:pt x="156" y="301"/>
                    </a:lnTo>
                    <a:lnTo>
                      <a:pt x="0" y="874"/>
                    </a:lnTo>
                    <a:lnTo>
                      <a:pt x="220" y="222"/>
                    </a:lnTo>
                    <a:lnTo>
                      <a:pt x="220" y="158"/>
                    </a:lnTo>
                    <a:lnTo>
                      <a:pt x="195" y="106"/>
                    </a:lnTo>
                    <a:lnTo>
                      <a:pt x="328" y="158"/>
                    </a:lnTo>
                    <a:lnTo>
                      <a:pt x="420" y="250"/>
                    </a:lnTo>
                    <a:lnTo>
                      <a:pt x="446" y="367"/>
                    </a:lnTo>
                    <a:lnTo>
                      <a:pt x="378" y="547"/>
                    </a:lnTo>
                    <a:lnTo>
                      <a:pt x="486" y="404"/>
                    </a:lnTo>
                    <a:lnTo>
                      <a:pt x="576" y="433"/>
                    </a:lnTo>
                    <a:lnTo>
                      <a:pt x="290" y="874"/>
                    </a:lnTo>
                    <a:lnTo>
                      <a:pt x="734" y="378"/>
                    </a:lnTo>
                    <a:lnTo>
                      <a:pt x="681" y="325"/>
                    </a:lnTo>
                    <a:lnTo>
                      <a:pt x="617" y="367"/>
                    </a:lnTo>
                    <a:lnTo>
                      <a:pt x="499" y="339"/>
                    </a:lnTo>
                    <a:lnTo>
                      <a:pt x="472" y="235"/>
                    </a:lnTo>
                    <a:lnTo>
                      <a:pt x="393" y="158"/>
                    </a:lnTo>
                    <a:lnTo>
                      <a:pt x="248" y="79"/>
                    </a:lnTo>
                    <a:lnTo>
                      <a:pt x="156" y="79"/>
                    </a:lnTo>
                    <a:lnTo>
                      <a:pt x="0" y="0"/>
                    </a:lnTo>
                    <a:lnTo>
                      <a:pt x="38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6" name="Freeform 569">
                <a:extLst>
                  <a:ext uri="{FF2B5EF4-FFF2-40B4-BE49-F238E27FC236}">
                    <a16:creationId xmlns:a16="http://schemas.microsoft.com/office/drawing/2014/main" id="{65AE7B99-4A65-424F-9BFC-98D83C03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693"/>
                <a:ext cx="80" cy="62"/>
              </a:xfrm>
              <a:custGeom>
                <a:avLst/>
                <a:gdLst>
                  <a:gd name="T0" fmla="*/ 0 w 643"/>
                  <a:gd name="T1" fmla="*/ 0 h 496"/>
                  <a:gd name="T2" fmla="*/ 0 w 643"/>
                  <a:gd name="T3" fmla="*/ 0 h 496"/>
                  <a:gd name="T4" fmla="*/ 0 w 643"/>
                  <a:gd name="T5" fmla="*/ 0 h 496"/>
                  <a:gd name="T6" fmla="*/ 0 w 643"/>
                  <a:gd name="T7" fmla="*/ 0 h 496"/>
                  <a:gd name="T8" fmla="*/ 0 w 643"/>
                  <a:gd name="T9" fmla="*/ 0 h 496"/>
                  <a:gd name="T10" fmla="*/ 0 w 643"/>
                  <a:gd name="T11" fmla="*/ 0 h 496"/>
                  <a:gd name="T12" fmla="*/ 0 w 643"/>
                  <a:gd name="T13" fmla="*/ 0 h 4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3"/>
                  <a:gd name="T22" fmla="*/ 0 h 496"/>
                  <a:gd name="T23" fmla="*/ 643 w 643"/>
                  <a:gd name="T24" fmla="*/ 496 h 4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3" h="496">
                    <a:moveTo>
                      <a:pt x="0" y="0"/>
                    </a:moveTo>
                    <a:lnTo>
                      <a:pt x="198" y="94"/>
                    </a:lnTo>
                    <a:lnTo>
                      <a:pt x="420" y="168"/>
                    </a:lnTo>
                    <a:lnTo>
                      <a:pt x="643" y="496"/>
                    </a:lnTo>
                    <a:lnTo>
                      <a:pt x="500" y="442"/>
                    </a:lnTo>
                    <a:lnTo>
                      <a:pt x="408" y="2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5877" name="Freeform 570">
                <a:extLst>
                  <a:ext uri="{FF2B5EF4-FFF2-40B4-BE49-F238E27FC236}">
                    <a16:creationId xmlns:a16="http://schemas.microsoft.com/office/drawing/2014/main" id="{F5F16364-D11D-2C44-B8C7-8DB24770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57"/>
                <a:ext cx="83" cy="305"/>
              </a:xfrm>
              <a:custGeom>
                <a:avLst/>
                <a:gdLst>
                  <a:gd name="T0" fmla="*/ 0 w 667"/>
                  <a:gd name="T1" fmla="*/ 0 h 2442"/>
                  <a:gd name="T2" fmla="*/ 0 w 667"/>
                  <a:gd name="T3" fmla="*/ 0 h 2442"/>
                  <a:gd name="T4" fmla="*/ 0 w 667"/>
                  <a:gd name="T5" fmla="*/ 0 h 2442"/>
                  <a:gd name="T6" fmla="*/ 0 w 667"/>
                  <a:gd name="T7" fmla="*/ 0 h 2442"/>
                  <a:gd name="T8" fmla="*/ 0 w 667"/>
                  <a:gd name="T9" fmla="*/ 0 h 2442"/>
                  <a:gd name="T10" fmla="*/ 0 w 667"/>
                  <a:gd name="T11" fmla="*/ 0 h 2442"/>
                  <a:gd name="T12" fmla="*/ 0 w 667"/>
                  <a:gd name="T13" fmla="*/ 0 h 2442"/>
                  <a:gd name="T14" fmla="*/ 0 w 667"/>
                  <a:gd name="T15" fmla="*/ 0 h 2442"/>
                  <a:gd name="T16" fmla="*/ 0 w 667"/>
                  <a:gd name="T17" fmla="*/ 0 h 2442"/>
                  <a:gd name="T18" fmla="*/ 0 w 667"/>
                  <a:gd name="T19" fmla="*/ 0 h 2442"/>
                  <a:gd name="T20" fmla="*/ 0 w 667"/>
                  <a:gd name="T21" fmla="*/ 0 h 2442"/>
                  <a:gd name="T22" fmla="*/ 0 w 667"/>
                  <a:gd name="T23" fmla="*/ 0 h 2442"/>
                  <a:gd name="T24" fmla="*/ 0 w 667"/>
                  <a:gd name="T25" fmla="*/ 0 h 2442"/>
                  <a:gd name="T26" fmla="*/ 0 w 667"/>
                  <a:gd name="T27" fmla="*/ 0 h 2442"/>
                  <a:gd name="T28" fmla="*/ 0 w 667"/>
                  <a:gd name="T29" fmla="*/ 0 h 2442"/>
                  <a:gd name="T30" fmla="*/ 0 w 667"/>
                  <a:gd name="T31" fmla="*/ 0 h 2442"/>
                  <a:gd name="T32" fmla="*/ 0 w 667"/>
                  <a:gd name="T33" fmla="*/ 0 h 2442"/>
                  <a:gd name="T34" fmla="*/ 0 w 667"/>
                  <a:gd name="T35" fmla="*/ 0 h 2442"/>
                  <a:gd name="T36" fmla="*/ 0 w 667"/>
                  <a:gd name="T37" fmla="*/ 0 h 2442"/>
                  <a:gd name="T38" fmla="*/ 0 w 667"/>
                  <a:gd name="T39" fmla="*/ 0 h 2442"/>
                  <a:gd name="T40" fmla="*/ 0 w 667"/>
                  <a:gd name="T41" fmla="*/ 0 h 2442"/>
                  <a:gd name="T42" fmla="*/ 0 w 667"/>
                  <a:gd name="T43" fmla="*/ 0 h 2442"/>
                  <a:gd name="T44" fmla="*/ 0 w 667"/>
                  <a:gd name="T45" fmla="*/ 0 h 2442"/>
                  <a:gd name="T46" fmla="*/ 0 w 667"/>
                  <a:gd name="T47" fmla="*/ 0 h 2442"/>
                  <a:gd name="T48" fmla="*/ 0 w 667"/>
                  <a:gd name="T49" fmla="*/ 0 h 2442"/>
                  <a:gd name="T50" fmla="*/ 0 w 667"/>
                  <a:gd name="T51" fmla="*/ 0 h 2442"/>
                  <a:gd name="T52" fmla="*/ 0 w 667"/>
                  <a:gd name="T53" fmla="*/ 0 h 2442"/>
                  <a:gd name="T54" fmla="*/ 0 w 667"/>
                  <a:gd name="T55" fmla="*/ 0 h 2442"/>
                  <a:gd name="T56" fmla="*/ 0 w 667"/>
                  <a:gd name="T57" fmla="*/ 0 h 2442"/>
                  <a:gd name="T58" fmla="*/ 0 w 667"/>
                  <a:gd name="T59" fmla="*/ 0 h 24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67"/>
                  <a:gd name="T91" fmla="*/ 0 h 2442"/>
                  <a:gd name="T92" fmla="*/ 667 w 667"/>
                  <a:gd name="T93" fmla="*/ 2442 h 244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67" h="2442">
                    <a:moveTo>
                      <a:pt x="208" y="0"/>
                    </a:moveTo>
                    <a:lnTo>
                      <a:pt x="208" y="88"/>
                    </a:lnTo>
                    <a:lnTo>
                      <a:pt x="618" y="326"/>
                    </a:lnTo>
                    <a:lnTo>
                      <a:pt x="272" y="194"/>
                    </a:lnTo>
                    <a:lnTo>
                      <a:pt x="208" y="440"/>
                    </a:lnTo>
                    <a:lnTo>
                      <a:pt x="272" y="625"/>
                    </a:lnTo>
                    <a:lnTo>
                      <a:pt x="272" y="794"/>
                    </a:lnTo>
                    <a:lnTo>
                      <a:pt x="208" y="1190"/>
                    </a:lnTo>
                    <a:lnTo>
                      <a:pt x="153" y="1543"/>
                    </a:lnTo>
                    <a:lnTo>
                      <a:pt x="185" y="1734"/>
                    </a:lnTo>
                    <a:lnTo>
                      <a:pt x="314" y="1996"/>
                    </a:lnTo>
                    <a:lnTo>
                      <a:pt x="512" y="2218"/>
                    </a:lnTo>
                    <a:lnTo>
                      <a:pt x="667" y="2257"/>
                    </a:lnTo>
                    <a:lnTo>
                      <a:pt x="470" y="2242"/>
                    </a:lnTo>
                    <a:lnTo>
                      <a:pt x="404" y="2273"/>
                    </a:lnTo>
                    <a:lnTo>
                      <a:pt x="404" y="2442"/>
                    </a:lnTo>
                    <a:lnTo>
                      <a:pt x="272" y="2321"/>
                    </a:lnTo>
                    <a:lnTo>
                      <a:pt x="0" y="2400"/>
                    </a:lnTo>
                    <a:lnTo>
                      <a:pt x="245" y="2297"/>
                    </a:lnTo>
                    <a:lnTo>
                      <a:pt x="185" y="2089"/>
                    </a:lnTo>
                    <a:lnTo>
                      <a:pt x="129" y="1801"/>
                    </a:lnTo>
                    <a:lnTo>
                      <a:pt x="116" y="1501"/>
                    </a:lnTo>
                    <a:lnTo>
                      <a:pt x="143" y="1200"/>
                    </a:lnTo>
                    <a:lnTo>
                      <a:pt x="208" y="911"/>
                    </a:lnTo>
                    <a:lnTo>
                      <a:pt x="233" y="756"/>
                    </a:lnTo>
                    <a:lnTo>
                      <a:pt x="233" y="598"/>
                    </a:lnTo>
                    <a:lnTo>
                      <a:pt x="185" y="494"/>
                    </a:lnTo>
                    <a:lnTo>
                      <a:pt x="51" y="440"/>
                    </a:lnTo>
                    <a:lnTo>
                      <a:pt x="185" y="13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65672" name="Freeform 571">
              <a:extLst>
                <a:ext uri="{FF2B5EF4-FFF2-40B4-BE49-F238E27FC236}">
                  <a16:creationId xmlns:a16="http://schemas.microsoft.com/office/drawing/2014/main" id="{7CC67E5D-59B5-B741-B0B9-412B73B8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753"/>
              <a:ext cx="136" cy="305"/>
            </a:xfrm>
            <a:custGeom>
              <a:avLst/>
              <a:gdLst>
                <a:gd name="T0" fmla="*/ 0 w 1088"/>
                <a:gd name="T1" fmla="*/ 0 h 2442"/>
                <a:gd name="T2" fmla="*/ 0 w 1088"/>
                <a:gd name="T3" fmla="*/ 0 h 2442"/>
                <a:gd name="T4" fmla="*/ 0 w 1088"/>
                <a:gd name="T5" fmla="*/ 0 h 2442"/>
                <a:gd name="T6" fmla="*/ 0 w 1088"/>
                <a:gd name="T7" fmla="*/ 0 h 2442"/>
                <a:gd name="T8" fmla="*/ 0 w 1088"/>
                <a:gd name="T9" fmla="*/ 0 h 2442"/>
                <a:gd name="T10" fmla="*/ 0 w 1088"/>
                <a:gd name="T11" fmla="*/ 0 h 2442"/>
                <a:gd name="T12" fmla="*/ 0 w 1088"/>
                <a:gd name="T13" fmla="*/ 0 h 2442"/>
                <a:gd name="T14" fmla="*/ 0 w 1088"/>
                <a:gd name="T15" fmla="*/ 0 h 2442"/>
                <a:gd name="T16" fmla="*/ 0 w 1088"/>
                <a:gd name="T17" fmla="*/ 0 h 2442"/>
                <a:gd name="T18" fmla="*/ 0 w 1088"/>
                <a:gd name="T19" fmla="*/ 0 h 2442"/>
                <a:gd name="T20" fmla="*/ 0 w 1088"/>
                <a:gd name="T21" fmla="*/ 0 h 2442"/>
                <a:gd name="T22" fmla="*/ 0 w 1088"/>
                <a:gd name="T23" fmla="*/ 0 h 2442"/>
                <a:gd name="T24" fmla="*/ 0 w 1088"/>
                <a:gd name="T25" fmla="*/ 0 h 2442"/>
                <a:gd name="T26" fmla="*/ 0 w 1088"/>
                <a:gd name="T27" fmla="*/ 0 h 2442"/>
                <a:gd name="T28" fmla="*/ 0 w 1088"/>
                <a:gd name="T29" fmla="*/ 0 h 2442"/>
                <a:gd name="T30" fmla="*/ 0 w 1088"/>
                <a:gd name="T31" fmla="*/ 0 h 2442"/>
                <a:gd name="T32" fmla="*/ 0 w 1088"/>
                <a:gd name="T33" fmla="*/ 0 h 2442"/>
                <a:gd name="T34" fmla="*/ 0 w 1088"/>
                <a:gd name="T35" fmla="*/ 0 h 2442"/>
                <a:gd name="T36" fmla="*/ 0 w 1088"/>
                <a:gd name="T37" fmla="*/ 0 h 2442"/>
                <a:gd name="T38" fmla="*/ 0 w 1088"/>
                <a:gd name="T39" fmla="*/ 0 h 2442"/>
                <a:gd name="T40" fmla="*/ 0 w 1088"/>
                <a:gd name="T41" fmla="*/ 0 h 2442"/>
                <a:gd name="T42" fmla="*/ 0 w 1088"/>
                <a:gd name="T43" fmla="*/ 0 h 2442"/>
                <a:gd name="T44" fmla="*/ 0 w 1088"/>
                <a:gd name="T45" fmla="*/ 0 h 2442"/>
                <a:gd name="T46" fmla="*/ 0 w 1088"/>
                <a:gd name="T47" fmla="*/ 0 h 2442"/>
                <a:gd name="T48" fmla="*/ 0 w 1088"/>
                <a:gd name="T49" fmla="*/ 0 h 2442"/>
                <a:gd name="T50" fmla="*/ 0 w 1088"/>
                <a:gd name="T51" fmla="*/ 0 h 2442"/>
                <a:gd name="T52" fmla="*/ 0 w 1088"/>
                <a:gd name="T53" fmla="*/ 0 h 2442"/>
                <a:gd name="T54" fmla="*/ 0 w 1088"/>
                <a:gd name="T55" fmla="*/ 0 h 2442"/>
                <a:gd name="T56" fmla="*/ 0 w 1088"/>
                <a:gd name="T57" fmla="*/ 0 h 2442"/>
                <a:gd name="T58" fmla="*/ 0 w 1088"/>
                <a:gd name="T59" fmla="*/ 0 h 2442"/>
                <a:gd name="T60" fmla="*/ 0 w 1088"/>
                <a:gd name="T61" fmla="*/ 0 h 2442"/>
                <a:gd name="T62" fmla="*/ 0 w 1088"/>
                <a:gd name="T63" fmla="*/ 0 h 2442"/>
                <a:gd name="T64" fmla="*/ 0 w 1088"/>
                <a:gd name="T65" fmla="*/ 0 h 2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88"/>
                <a:gd name="T100" fmla="*/ 0 h 2442"/>
                <a:gd name="T101" fmla="*/ 1088 w 1088"/>
                <a:gd name="T102" fmla="*/ 2442 h 2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88" h="2442">
                  <a:moveTo>
                    <a:pt x="1035" y="0"/>
                  </a:moveTo>
                  <a:lnTo>
                    <a:pt x="958" y="116"/>
                  </a:lnTo>
                  <a:lnTo>
                    <a:pt x="943" y="238"/>
                  </a:lnTo>
                  <a:lnTo>
                    <a:pt x="943" y="455"/>
                  </a:lnTo>
                  <a:lnTo>
                    <a:pt x="931" y="784"/>
                  </a:lnTo>
                  <a:lnTo>
                    <a:pt x="866" y="1292"/>
                  </a:lnTo>
                  <a:lnTo>
                    <a:pt x="838" y="1672"/>
                  </a:lnTo>
                  <a:lnTo>
                    <a:pt x="853" y="1894"/>
                  </a:lnTo>
                  <a:lnTo>
                    <a:pt x="890" y="2074"/>
                  </a:lnTo>
                  <a:lnTo>
                    <a:pt x="943" y="2207"/>
                  </a:lnTo>
                  <a:lnTo>
                    <a:pt x="1023" y="2338"/>
                  </a:lnTo>
                  <a:lnTo>
                    <a:pt x="1088" y="2378"/>
                  </a:lnTo>
                  <a:lnTo>
                    <a:pt x="980" y="2442"/>
                  </a:lnTo>
                  <a:lnTo>
                    <a:pt x="866" y="2442"/>
                  </a:lnTo>
                  <a:lnTo>
                    <a:pt x="866" y="2232"/>
                  </a:lnTo>
                  <a:lnTo>
                    <a:pt x="798" y="2052"/>
                  </a:lnTo>
                  <a:lnTo>
                    <a:pt x="576" y="1424"/>
                  </a:lnTo>
                  <a:lnTo>
                    <a:pt x="156" y="1488"/>
                  </a:lnTo>
                  <a:lnTo>
                    <a:pt x="75" y="1474"/>
                  </a:lnTo>
                  <a:lnTo>
                    <a:pt x="391" y="1345"/>
                  </a:lnTo>
                  <a:lnTo>
                    <a:pt x="341" y="1228"/>
                  </a:lnTo>
                  <a:lnTo>
                    <a:pt x="0" y="1228"/>
                  </a:lnTo>
                  <a:lnTo>
                    <a:pt x="260" y="1110"/>
                  </a:lnTo>
                  <a:lnTo>
                    <a:pt x="456" y="1096"/>
                  </a:lnTo>
                  <a:lnTo>
                    <a:pt x="417" y="849"/>
                  </a:lnTo>
                  <a:lnTo>
                    <a:pt x="798" y="1905"/>
                  </a:lnTo>
                  <a:lnTo>
                    <a:pt x="798" y="1608"/>
                  </a:lnTo>
                  <a:lnTo>
                    <a:pt x="838" y="1257"/>
                  </a:lnTo>
                  <a:lnTo>
                    <a:pt x="890" y="863"/>
                  </a:lnTo>
                  <a:lnTo>
                    <a:pt x="919" y="575"/>
                  </a:lnTo>
                  <a:lnTo>
                    <a:pt x="919" y="169"/>
                  </a:lnTo>
                  <a:lnTo>
                    <a:pt x="972" y="5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73" name="Freeform 572">
              <a:extLst>
                <a:ext uri="{FF2B5EF4-FFF2-40B4-BE49-F238E27FC236}">
                  <a16:creationId xmlns:a16="http://schemas.microsoft.com/office/drawing/2014/main" id="{DC2DB56B-E886-0743-BA24-1D8E7195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97"/>
              <a:ext cx="181" cy="263"/>
            </a:xfrm>
            <a:custGeom>
              <a:avLst/>
              <a:gdLst>
                <a:gd name="T0" fmla="*/ 0 w 1444"/>
                <a:gd name="T1" fmla="*/ 0 h 2100"/>
                <a:gd name="T2" fmla="*/ 0 w 1444"/>
                <a:gd name="T3" fmla="*/ 0 h 2100"/>
                <a:gd name="T4" fmla="*/ 0 w 1444"/>
                <a:gd name="T5" fmla="*/ 0 h 2100"/>
                <a:gd name="T6" fmla="*/ 0 w 1444"/>
                <a:gd name="T7" fmla="*/ 0 h 2100"/>
                <a:gd name="T8" fmla="*/ 0 w 1444"/>
                <a:gd name="T9" fmla="*/ 0 h 2100"/>
                <a:gd name="T10" fmla="*/ 0 w 1444"/>
                <a:gd name="T11" fmla="*/ 0 h 2100"/>
                <a:gd name="T12" fmla="*/ 0 w 1444"/>
                <a:gd name="T13" fmla="*/ 0 h 2100"/>
                <a:gd name="T14" fmla="*/ 0 w 1444"/>
                <a:gd name="T15" fmla="*/ 0 h 2100"/>
                <a:gd name="T16" fmla="*/ 0 w 1444"/>
                <a:gd name="T17" fmla="*/ 0 h 2100"/>
                <a:gd name="T18" fmla="*/ 0 w 1444"/>
                <a:gd name="T19" fmla="*/ 0 h 2100"/>
                <a:gd name="T20" fmla="*/ 0 w 1444"/>
                <a:gd name="T21" fmla="*/ 0 h 2100"/>
                <a:gd name="T22" fmla="*/ 0 w 1444"/>
                <a:gd name="T23" fmla="*/ 0 h 2100"/>
                <a:gd name="T24" fmla="*/ 0 w 1444"/>
                <a:gd name="T25" fmla="*/ 0 h 2100"/>
                <a:gd name="T26" fmla="*/ 0 w 1444"/>
                <a:gd name="T27" fmla="*/ 0 h 2100"/>
                <a:gd name="T28" fmla="*/ 0 w 1444"/>
                <a:gd name="T29" fmla="*/ 0 h 2100"/>
                <a:gd name="T30" fmla="*/ 0 w 1444"/>
                <a:gd name="T31" fmla="*/ 0 h 2100"/>
                <a:gd name="T32" fmla="*/ 0 w 1444"/>
                <a:gd name="T33" fmla="*/ 0 h 2100"/>
                <a:gd name="T34" fmla="*/ 0 w 1444"/>
                <a:gd name="T35" fmla="*/ 0 h 2100"/>
                <a:gd name="T36" fmla="*/ 0 w 1444"/>
                <a:gd name="T37" fmla="*/ 0 h 2100"/>
                <a:gd name="T38" fmla="*/ 0 w 1444"/>
                <a:gd name="T39" fmla="*/ 0 h 2100"/>
                <a:gd name="T40" fmla="*/ 0 w 1444"/>
                <a:gd name="T41" fmla="*/ 0 h 2100"/>
                <a:gd name="T42" fmla="*/ 0 w 1444"/>
                <a:gd name="T43" fmla="*/ 0 h 2100"/>
                <a:gd name="T44" fmla="*/ 0 w 1444"/>
                <a:gd name="T45" fmla="*/ 0 h 2100"/>
                <a:gd name="T46" fmla="*/ 0 w 1444"/>
                <a:gd name="T47" fmla="*/ 0 h 2100"/>
                <a:gd name="T48" fmla="*/ 0 w 1444"/>
                <a:gd name="T49" fmla="*/ 0 h 2100"/>
                <a:gd name="T50" fmla="*/ 0 w 1444"/>
                <a:gd name="T51" fmla="*/ 0 h 2100"/>
                <a:gd name="T52" fmla="*/ 0 w 1444"/>
                <a:gd name="T53" fmla="*/ 0 h 2100"/>
                <a:gd name="T54" fmla="*/ 0 w 1444"/>
                <a:gd name="T55" fmla="*/ 0 h 2100"/>
                <a:gd name="T56" fmla="*/ 0 w 1444"/>
                <a:gd name="T57" fmla="*/ 0 h 2100"/>
                <a:gd name="T58" fmla="*/ 0 w 1444"/>
                <a:gd name="T59" fmla="*/ 0 h 2100"/>
                <a:gd name="T60" fmla="*/ 0 w 1444"/>
                <a:gd name="T61" fmla="*/ 0 h 2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44"/>
                <a:gd name="T94" fmla="*/ 0 h 2100"/>
                <a:gd name="T95" fmla="*/ 1444 w 1444"/>
                <a:gd name="T96" fmla="*/ 2100 h 21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44" h="2100">
                  <a:moveTo>
                    <a:pt x="198" y="1931"/>
                  </a:moveTo>
                  <a:lnTo>
                    <a:pt x="407" y="1995"/>
                  </a:lnTo>
                  <a:lnTo>
                    <a:pt x="589" y="2100"/>
                  </a:lnTo>
                  <a:lnTo>
                    <a:pt x="446" y="1931"/>
                  </a:lnTo>
                  <a:lnTo>
                    <a:pt x="343" y="1841"/>
                  </a:lnTo>
                  <a:lnTo>
                    <a:pt x="248" y="1826"/>
                  </a:lnTo>
                  <a:lnTo>
                    <a:pt x="211" y="1812"/>
                  </a:lnTo>
                  <a:lnTo>
                    <a:pt x="211" y="1632"/>
                  </a:lnTo>
                  <a:lnTo>
                    <a:pt x="264" y="1593"/>
                  </a:lnTo>
                  <a:lnTo>
                    <a:pt x="499" y="1498"/>
                  </a:lnTo>
                  <a:lnTo>
                    <a:pt x="776" y="1318"/>
                  </a:lnTo>
                  <a:lnTo>
                    <a:pt x="1025" y="1070"/>
                  </a:lnTo>
                  <a:lnTo>
                    <a:pt x="1444" y="495"/>
                  </a:lnTo>
                  <a:lnTo>
                    <a:pt x="1444" y="403"/>
                  </a:lnTo>
                  <a:lnTo>
                    <a:pt x="1092" y="834"/>
                  </a:lnTo>
                  <a:lnTo>
                    <a:pt x="710" y="1217"/>
                  </a:lnTo>
                  <a:lnTo>
                    <a:pt x="369" y="1448"/>
                  </a:lnTo>
                  <a:lnTo>
                    <a:pt x="578" y="1081"/>
                  </a:lnTo>
                  <a:lnTo>
                    <a:pt x="684" y="732"/>
                  </a:lnTo>
                  <a:lnTo>
                    <a:pt x="710" y="495"/>
                  </a:lnTo>
                  <a:lnTo>
                    <a:pt x="879" y="140"/>
                  </a:lnTo>
                  <a:lnTo>
                    <a:pt x="1117" y="0"/>
                  </a:lnTo>
                  <a:lnTo>
                    <a:pt x="855" y="127"/>
                  </a:lnTo>
                  <a:lnTo>
                    <a:pt x="644" y="442"/>
                  </a:lnTo>
                  <a:lnTo>
                    <a:pt x="644" y="769"/>
                  </a:lnTo>
                  <a:lnTo>
                    <a:pt x="525" y="1081"/>
                  </a:lnTo>
                  <a:lnTo>
                    <a:pt x="356" y="1371"/>
                  </a:lnTo>
                  <a:lnTo>
                    <a:pt x="184" y="1604"/>
                  </a:lnTo>
                  <a:lnTo>
                    <a:pt x="184" y="1826"/>
                  </a:lnTo>
                  <a:lnTo>
                    <a:pt x="0" y="1905"/>
                  </a:lnTo>
                  <a:lnTo>
                    <a:pt x="198" y="19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74" name="Freeform 573">
              <a:extLst>
                <a:ext uri="{FF2B5EF4-FFF2-40B4-BE49-F238E27FC236}">
                  <a16:creationId xmlns:a16="http://schemas.microsoft.com/office/drawing/2014/main" id="{7B649EDB-F3E7-F941-970B-AAE71BDB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70"/>
              <a:ext cx="102" cy="96"/>
            </a:xfrm>
            <a:custGeom>
              <a:avLst/>
              <a:gdLst>
                <a:gd name="T0" fmla="*/ 0 w 818"/>
                <a:gd name="T1" fmla="*/ 0 h 773"/>
                <a:gd name="T2" fmla="*/ 0 w 818"/>
                <a:gd name="T3" fmla="*/ 0 h 773"/>
                <a:gd name="T4" fmla="*/ 0 w 818"/>
                <a:gd name="T5" fmla="*/ 0 h 773"/>
                <a:gd name="T6" fmla="*/ 0 w 818"/>
                <a:gd name="T7" fmla="*/ 0 h 773"/>
                <a:gd name="T8" fmla="*/ 0 w 818"/>
                <a:gd name="T9" fmla="*/ 0 h 773"/>
                <a:gd name="T10" fmla="*/ 0 w 818"/>
                <a:gd name="T11" fmla="*/ 0 h 773"/>
                <a:gd name="T12" fmla="*/ 0 w 818"/>
                <a:gd name="T13" fmla="*/ 0 h 773"/>
                <a:gd name="T14" fmla="*/ 0 w 818"/>
                <a:gd name="T15" fmla="*/ 0 h 773"/>
                <a:gd name="T16" fmla="*/ 0 w 818"/>
                <a:gd name="T17" fmla="*/ 0 h 773"/>
                <a:gd name="T18" fmla="*/ 0 w 818"/>
                <a:gd name="T19" fmla="*/ 0 h 773"/>
                <a:gd name="T20" fmla="*/ 0 w 818"/>
                <a:gd name="T21" fmla="*/ 0 h 773"/>
                <a:gd name="T22" fmla="*/ 0 w 818"/>
                <a:gd name="T23" fmla="*/ 0 h 773"/>
                <a:gd name="T24" fmla="*/ 0 w 818"/>
                <a:gd name="T25" fmla="*/ 0 h 773"/>
                <a:gd name="T26" fmla="*/ 0 w 818"/>
                <a:gd name="T27" fmla="*/ 0 h 773"/>
                <a:gd name="T28" fmla="*/ 0 w 818"/>
                <a:gd name="T29" fmla="*/ 0 h 773"/>
                <a:gd name="T30" fmla="*/ 0 w 818"/>
                <a:gd name="T31" fmla="*/ 0 h 773"/>
                <a:gd name="T32" fmla="*/ 0 w 818"/>
                <a:gd name="T33" fmla="*/ 0 h 773"/>
                <a:gd name="T34" fmla="*/ 0 w 818"/>
                <a:gd name="T35" fmla="*/ 0 h 773"/>
                <a:gd name="T36" fmla="*/ 0 w 818"/>
                <a:gd name="T37" fmla="*/ 0 h 7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18"/>
                <a:gd name="T58" fmla="*/ 0 h 773"/>
                <a:gd name="T59" fmla="*/ 818 w 818"/>
                <a:gd name="T60" fmla="*/ 773 h 7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18" h="773">
                  <a:moveTo>
                    <a:pt x="671" y="0"/>
                  </a:moveTo>
                  <a:lnTo>
                    <a:pt x="776" y="184"/>
                  </a:lnTo>
                  <a:lnTo>
                    <a:pt x="818" y="419"/>
                  </a:lnTo>
                  <a:lnTo>
                    <a:pt x="818" y="564"/>
                  </a:lnTo>
                  <a:lnTo>
                    <a:pt x="739" y="758"/>
                  </a:lnTo>
                  <a:lnTo>
                    <a:pt x="606" y="773"/>
                  </a:lnTo>
                  <a:lnTo>
                    <a:pt x="369" y="654"/>
                  </a:lnTo>
                  <a:lnTo>
                    <a:pt x="226" y="498"/>
                  </a:lnTo>
                  <a:lnTo>
                    <a:pt x="0" y="14"/>
                  </a:lnTo>
                  <a:lnTo>
                    <a:pt x="161" y="290"/>
                  </a:lnTo>
                  <a:lnTo>
                    <a:pt x="435" y="512"/>
                  </a:lnTo>
                  <a:lnTo>
                    <a:pt x="739" y="588"/>
                  </a:lnTo>
                  <a:lnTo>
                    <a:pt x="752" y="474"/>
                  </a:lnTo>
                  <a:lnTo>
                    <a:pt x="712" y="327"/>
                  </a:lnTo>
                  <a:lnTo>
                    <a:pt x="620" y="235"/>
                  </a:lnTo>
                  <a:lnTo>
                    <a:pt x="477" y="184"/>
                  </a:lnTo>
                  <a:lnTo>
                    <a:pt x="620" y="147"/>
                  </a:lnTo>
                  <a:lnTo>
                    <a:pt x="671" y="6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75" name="Freeform 574">
              <a:extLst>
                <a:ext uri="{FF2B5EF4-FFF2-40B4-BE49-F238E27FC236}">
                  <a16:creationId xmlns:a16="http://schemas.microsoft.com/office/drawing/2014/main" id="{7BFAD77D-8196-EA43-86B4-AF981DFEE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93"/>
              <a:ext cx="264" cy="76"/>
            </a:xfrm>
            <a:custGeom>
              <a:avLst/>
              <a:gdLst>
                <a:gd name="T0" fmla="*/ 0 w 2111"/>
                <a:gd name="T1" fmla="*/ 0 h 613"/>
                <a:gd name="T2" fmla="*/ 0 w 2111"/>
                <a:gd name="T3" fmla="*/ 0 h 613"/>
                <a:gd name="T4" fmla="*/ 0 w 2111"/>
                <a:gd name="T5" fmla="*/ 0 h 613"/>
                <a:gd name="T6" fmla="*/ 0 w 2111"/>
                <a:gd name="T7" fmla="*/ 0 h 613"/>
                <a:gd name="T8" fmla="*/ 0 w 2111"/>
                <a:gd name="T9" fmla="*/ 0 h 613"/>
                <a:gd name="T10" fmla="*/ 0 w 2111"/>
                <a:gd name="T11" fmla="*/ 0 h 613"/>
                <a:gd name="T12" fmla="*/ 0 w 2111"/>
                <a:gd name="T13" fmla="*/ 0 h 613"/>
                <a:gd name="T14" fmla="*/ 0 w 2111"/>
                <a:gd name="T15" fmla="*/ 0 h 613"/>
                <a:gd name="T16" fmla="*/ 0 w 2111"/>
                <a:gd name="T17" fmla="*/ 0 h 613"/>
                <a:gd name="T18" fmla="*/ 0 w 2111"/>
                <a:gd name="T19" fmla="*/ 0 h 613"/>
                <a:gd name="T20" fmla="*/ 0 w 2111"/>
                <a:gd name="T21" fmla="*/ 0 h 613"/>
                <a:gd name="T22" fmla="*/ 0 w 2111"/>
                <a:gd name="T23" fmla="*/ 0 h 613"/>
                <a:gd name="T24" fmla="*/ 0 w 2111"/>
                <a:gd name="T25" fmla="*/ 0 h 613"/>
                <a:gd name="T26" fmla="*/ 0 w 2111"/>
                <a:gd name="T27" fmla="*/ 0 h 613"/>
                <a:gd name="T28" fmla="*/ 0 w 2111"/>
                <a:gd name="T29" fmla="*/ 0 h 613"/>
                <a:gd name="T30" fmla="*/ 0 w 2111"/>
                <a:gd name="T31" fmla="*/ 0 h 613"/>
                <a:gd name="T32" fmla="*/ 0 w 2111"/>
                <a:gd name="T33" fmla="*/ 0 h 613"/>
                <a:gd name="T34" fmla="*/ 0 w 2111"/>
                <a:gd name="T35" fmla="*/ 0 h 613"/>
                <a:gd name="T36" fmla="*/ 0 w 2111"/>
                <a:gd name="T37" fmla="*/ 0 h 613"/>
                <a:gd name="T38" fmla="*/ 0 w 2111"/>
                <a:gd name="T39" fmla="*/ 0 h 613"/>
                <a:gd name="T40" fmla="*/ 0 w 2111"/>
                <a:gd name="T41" fmla="*/ 0 h 613"/>
                <a:gd name="T42" fmla="*/ 0 w 2111"/>
                <a:gd name="T43" fmla="*/ 0 h 613"/>
                <a:gd name="T44" fmla="*/ 0 w 2111"/>
                <a:gd name="T45" fmla="*/ 0 h 613"/>
                <a:gd name="T46" fmla="*/ 0 w 2111"/>
                <a:gd name="T47" fmla="*/ 0 h 613"/>
                <a:gd name="T48" fmla="*/ 0 w 2111"/>
                <a:gd name="T49" fmla="*/ 0 h 613"/>
                <a:gd name="T50" fmla="*/ 0 w 2111"/>
                <a:gd name="T51" fmla="*/ 0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11"/>
                <a:gd name="T79" fmla="*/ 0 h 613"/>
                <a:gd name="T80" fmla="*/ 2111 w 2111"/>
                <a:gd name="T81" fmla="*/ 613 h 6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11" h="613">
                  <a:moveTo>
                    <a:pt x="2111" y="613"/>
                  </a:moveTo>
                  <a:lnTo>
                    <a:pt x="1718" y="602"/>
                  </a:lnTo>
                  <a:lnTo>
                    <a:pt x="1194" y="549"/>
                  </a:lnTo>
                  <a:lnTo>
                    <a:pt x="593" y="380"/>
                  </a:lnTo>
                  <a:lnTo>
                    <a:pt x="103" y="301"/>
                  </a:lnTo>
                  <a:lnTo>
                    <a:pt x="26" y="235"/>
                  </a:lnTo>
                  <a:lnTo>
                    <a:pt x="0" y="90"/>
                  </a:lnTo>
                  <a:lnTo>
                    <a:pt x="353" y="143"/>
                  </a:lnTo>
                  <a:lnTo>
                    <a:pt x="364" y="0"/>
                  </a:lnTo>
                  <a:lnTo>
                    <a:pt x="406" y="143"/>
                  </a:lnTo>
                  <a:lnTo>
                    <a:pt x="643" y="143"/>
                  </a:lnTo>
                  <a:lnTo>
                    <a:pt x="419" y="249"/>
                  </a:lnTo>
                  <a:lnTo>
                    <a:pt x="445" y="328"/>
                  </a:lnTo>
                  <a:lnTo>
                    <a:pt x="929" y="290"/>
                  </a:lnTo>
                  <a:lnTo>
                    <a:pt x="1243" y="301"/>
                  </a:lnTo>
                  <a:lnTo>
                    <a:pt x="1586" y="362"/>
                  </a:lnTo>
                  <a:lnTo>
                    <a:pt x="1773" y="433"/>
                  </a:lnTo>
                  <a:lnTo>
                    <a:pt x="1625" y="249"/>
                  </a:lnTo>
                  <a:lnTo>
                    <a:pt x="1494" y="169"/>
                  </a:lnTo>
                  <a:lnTo>
                    <a:pt x="1221" y="106"/>
                  </a:lnTo>
                  <a:lnTo>
                    <a:pt x="1549" y="106"/>
                  </a:lnTo>
                  <a:lnTo>
                    <a:pt x="1747" y="235"/>
                  </a:lnTo>
                  <a:lnTo>
                    <a:pt x="1821" y="393"/>
                  </a:lnTo>
                  <a:lnTo>
                    <a:pt x="1929" y="496"/>
                  </a:lnTo>
                  <a:lnTo>
                    <a:pt x="2019" y="574"/>
                  </a:lnTo>
                  <a:lnTo>
                    <a:pt x="2111" y="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76" name="Freeform 575">
              <a:extLst>
                <a:ext uri="{FF2B5EF4-FFF2-40B4-BE49-F238E27FC236}">
                  <a16:creationId xmlns:a16="http://schemas.microsoft.com/office/drawing/2014/main" id="{005D5801-1017-FB43-B253-F2F4DDEB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8"/>
              <a:ext cx="114" cy="91"/>
            </a:xfrm>
            <a:custGeom>
              <a:avLst/>
              <a:gdLst>
                <a:gd name="T0" fmla="*/ 0 w 905"/>
                <a:gd name="T1" fmla="*/ 0 h 731"/>
                <a:gd name="T2" fmla="*/ 0 w 905"/>
                <a:gd name="T3" fmla="*/ 0 h 731"/>
                <a:gd name="T4" fmla="*/ 0 w 905"/>
                <a:gd name="T5" fmla="*/ 0 h 731"/>
                <a:gd name="T6" fmla="*/ 0 w 905"/>
                <a:gd name="T7" fmla="*/ 0 h 731"/>
                <a:gd name="T8" fmla="*/ 0 w 905"/>
                <a:gd name="T9" fmla="*/ 0 h 731"/>
                <a:gd name="T10" fmla="*/ 0 w 905"/>
                <a:gd name="T11" fmla="*/ 0 h 731"/>
                <a:gd name="T12" fmla="*/ 0 w 905"/>
                <a:gd name="T13" fmla="*/ 0 h 731"/>
                <a:gd name="T14" fmla="*/ 0 w 905"/>
                <a:gd name="T15" fmla="*/ 0 h 731"/>
                <a:gd name="T16" fmla="*/ 0 w 905"/>
                <a:gd name="T17" fmla="*/ 0 h 731"/>
                <a:gd name="T18" fmla="*/ 0 w 905"/>
                <a:gd name="T19" fmla="*/ 0 h 731"/>
                <a:gd name="T20" fmla="*/ 0 w 905"/>
                <a:gd name="T21" fmla="*/ 0 h 731"/>
                <a:gd name="T22" fmla="*/ 0 w 905"/>
                <a:gd name="T23" fmla="*/ 0 h 731"/>
                <a:gd name="T24" fmla="*/ 0 w 905"/>
                <a:gd name="T25" fmla="*/ 0 h 731"/>
                <a:gd name="T26" fmla="*/ 0 w 905"/>
                <a:gd name="T27" fmla="*/ 0 h 731"/>
                <a:gd name="T28" fmla="*/ 0 w 905"/>
                <a:gd name="T29" fmla="*/ 0 h 731"/>
                <a:gd name="T30" fmla="*/ 0 w 905"/>
                <a:gd name="T31" fmla="*/ 0 h 731"/>
                <a:gd name="T32" fmla="*/ 0 w 905"/>
                <a:gd name="T33" fmla="*/ 0 h 731"/>
                <a:gd name="T34" fmla="*/ 0 w 905"/>
                <a:gd name="T35" fmla="*/ 0 h 731"/>
                <a:gd name="T36" fmla="*/ 0 w 905"/>
                <a:gd name="T37" fmla="*/ 0 h 731"/>
                <a:gd name="T38" fmla="*/ 0 w 905"/>
                <a:gd name="T39" fmla="*/ 0 h 731"/>
                <a:gd name="T40" fmla="*/ 0 w 905"/>
                <a:gd name="T41" fmla="*/ 0 h 731"/>
                <a:gd name="T42" fmla="*/ 0 w 905"/>
                <a:gd name="T43" fmla="*/ 0 h 731"/>
                <a:gd name="T44" fmla="*/ 0 w 905"/>
                <a:gd name="T45" fmla="*/ 0 h 731"/>
                <a:gd name="T46" fmla="*/ 0 w 905"/>
                <a:gd name="T47" fmla="*/ 0 h 731"/>
                <a:gd name="T48" fmla="*/ 0 w 905"/>
                <a:gd name="T49" fmla="*/ 0 h 731"/>
                <a:gd name="T50" fmla="*/ 0 w 905"/>
                <a:gd name="T51" fmla="*/ 0 h 731"/>
                <a:gd name="T52" fmla="*/ 0 w 905"/>
                <a:gd name="T53" fmla="*/ 0 h 731"/>
                <a:gd name="T54" fmla="*/ 0 w 905"/>
                <a:gd name="T55" fmla="*/ 0 h 731"/>
                <a:gd name="T56" fmla="*/ 0 w 905"/>
                <a:gd name="T57" fmla="*/ 0 h 731"/>
                <a:gd name="T58" fmla="*/ 0 w 905"/>
                <a:gd name="T59" fmla="*/ 0 h 731"/>
                <a:gd name="T60" fmla="*/ 0 w 905"/>
                <a:gd name="T61" fmla="*/ 0 h 731"/>
                <a:gd name="T62" fmla="*/ 0 w 905"/>
                <a:gd name="T63" fmla="*/ 0 h 731"/>
                <a:gd name="T64" fmla="*/ 0 w 905"/>
                <a:gd name="T65" fmla="*/ 0 h 7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05"/>
                <a:gd name="T100" fmla="*/ 0 h 731"/>
                <a:gd name="T101" fmla="*/ 905 w 905"/>
                <a:gd name="T102" fmla="*/ 731 h 7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05" h="731">
                  <a:moveTo>
                    <a:pt x="168" y="731"/>
                  </a:moveTo>
                  <a:lnTo>
                    <a:pt x="301" y="612"/>
                  </a:lnTo>
                  <a:lnTo>
                    <a:pt x="301" y="563"/>
                  </a:lnTo>
                  <a:lnTo>
                    <a:pt x="263" y="512"/>
                  </a:lnTo>
                  <a:lnTo>
                    <a:pt x="143" y="457"/>
                  </a:lnTo>
                  <a:lnTo>
                    <a:pt x="26" y="417"/>
                  </a:lnTo>
                  <a:lnTo>
                    <a:pt x="0" y="393"/>
                  </a:lnTo>
                  <a:lnTo>
                    <a:pt x="0" y="340"/>
                  </a:lnTo>
                  <a:lnTo>
                    <a:pt x="26" y="312"/>
                  </a:lnTo>
                  <a:lnTo>
                    <a:pt x="103" y="275"/>
                  </a:lnTo>
                  <a:lnTo>
                    <a:pt x="118" y="312"/>
                  </a:lnTo>
                  <a:lnTo>
                    <a:pt x="158" y="351"/>
                  </a:lnTo>
                  <a:lnTo>
                    <a:pt x="301" y="379"/>
                  </a:lnTo>
                  <a:lnTo>
                    <a:pt x="285" y="287"/>
                  </a:lnTo>
                  <a:lnTo>
                    <a:pt x="221" y="208"/>
                  </a:lnTo>
                  <a:lnTo>
                    <a:pt x="143" y="129"/>
                  </a:lnTo>
                  <a:lnTo>
                    <a:pt x="13" y="54"/>
                  </a:lnTo>
                  <a:lnTo>
                    <a:pt x="90" y="39"/>
                  </a:lnTo>
                  <a:lnTo>
                    <a:pt x="237" y="79"/>
                  </a:lnTo>
                  <a:lnTo>
                    <a:pt x="364" y="158"/>
                  </a:lnTo>
                  <a:lnTo>
                    <a:pt x="472" y="298"/>
                  </a:lnTo>
                  <a:lnTo>
                    <a:pt x="617" y="235"/>
                  </a:lnTo>
                  <a:lnTo>
                    <a:pt x="461" y="158"/>
                  </a:lnTo>
                  <a:lnTo>
                    <a:pt x="433" y="118"/>
                  </a:lnTo>
                  <a:lnTo>
                    <a:pt x="461" y="79"/>
                  </a:lnTo>
                  <a:lnTo>
                    <a:pt x="562" y="39"/>
                  </a:lnTo>
                  <a:lnTo>
                    <a:pt x="747" y="0"/>
                  </a:lnTo>
                  <a:lnTo>
                    <a:pt x="905" y="0"/>
                  </a:lnTo>
                  <a:lnTo>
                    <a:pt x="823" y="158"/>
                  </a:lnTo>
                  <a:lnTo>
                    <a:pt x="643" y="362"/>
                  </a:lnTo>
                  <a:lnTo>
                    <a:pt x="445" y="549"/>
                  </a:lnTo>
                  <a:lnTo>
                    <a:pt x="301" y="667"/>
                  </a:lnTo>
                  <a:lnTo>
                    <a:pt x="168" y="7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77" name="Freeform 576">
              <a:extLst>
                <a:ext uri="{FF2B5EF4-FFF2-40B4-BE49-F238E27FC236}">
                  <a16:creationId xmlns:a16="http://schemas.microsoft.com/office/drawing/2014/main" id="{C7C5230E-BB00-A24A-A05A-42064E7BF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53"/>
              <a:ext cx="20" cy="97"/>
            </a:xfrm>
            <a:custGeom>
              <a:avLst/>
              <a:gdLst>
                <a:gd name="T0" fmla="*/ 0 w 157"/>
                <a:gd name="T1" fmla="*/ 0 h 771"/>
                <a:gd name="T2" fmla="*/ 0 w 157"/>
                <a:gd name="T3" fmla="*/ 0 h 771"/>
                <a:gd name="T4" fmla="*/ 0 w 157"/>
                <a:gd name="T5" fmla="*/ 0 h 771"/>
                <a:gd name="T6" fmla="*/ 0 w 157"/>
                <a:gd name="T7" fmla="*/ 0 h 771"/>
                <a:gd name="T8" fmla="*/ 0 w 157"/>
                <a:gd name="T9" fmla="*/ 0 h 771"/>
                <a:gd name="T10" fmla="*/ 0 w 157"/>
                <a:gd name="T11" fmla="*/ 0 h 771"/>
                <a:gd name="T12" fmla="*/ 0 w 157"/>
                <a:gd name="T13" fmla="*/ 0 h 771"/>
                <a:gd name="T14" fmla="*/ 0 w 157"/>
                <a:gd name="T15" fmla="*/ 0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7"/>
                <a:gd name="T25" fmla="*/ 0 h 771"/>
                <a:gd name="T26" fmla="*/ 157 w 157"/>
                <a:gd name="T27" fmla="*/ 771 h 7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7" h="771">
                  <a:moveTo>
                    <a:pt x="65" y="116"/>
                  </a:moveTo>
                  <a:lnTo>
                    <a:pt x="90" y="378"/>
                  </a:lnTo>
                  <a:lnTo>
                    <a:pt x="132" y="626"/>
                  </a:lnTo>
                  <a:lnTo>
                    <a:pt x="157" y="771"/>
                  </a:lnTo>
                  <a:lnTo>
                    <a:pt x="24" y="354"/>
                  </a:lnTo>
                  <a:lnTo>
                    <a:pt x="0" y="222"/>
                  </a:lnTo>
                  <a:lnTo>
                    <a:pt x="51" y="0"/>
                  </a:lnTo>
                  <a:lnTo>
                    <a:pt x="6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65559" name="Text Box 577">
            <a:extLst>
              <a:ext uri="{FF2B5EF4-FFF2-40B4-BE49-F238E27FC236}">
                <a16:creationId xmlns:a16="http://schemas.microsoft.com/office/drawing/2014/main" id="{D1F509F9-D3E9-164F-A537-2AB05C6EC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2113" y="6096000"/>
            <a:ext cx="19208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time de avaliação</a:t>
            </a:r>
          </a:p>
        </p:txBody>
      </p:sp>
      <p:sp>
        <p:nvSpPr>
          <p:cNvPr id="65560" name="AutoShape 578">
            <a:extLst>
              <a:ext uri="{FF2B5EF4-FFF2-40B4-BE49-F238E27FC236}">
                <a16:creationId xmlns:a16="http://schemas.microsoft.com/office/drawing/2014/main" id="{F38053EA-1B1D-C845-8E9C-722FE14C2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5105400"/>
            <a:ext cx="404812" cy="188913"/>
          </a:xfrm>
          <a:prstGeom prst="rightArrow">
            <a:avLst>
              <a:gd name="adj1" fmla="val 50000"/>
              <a:gd name="adj2" fmla="val 53571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65561" name="AutoShape 579">
            <a:extLst>
              <a:ext uri="{FF2B5EF4-FFF2-40B4-BE49-F238E27FC236}">
                <a16:creationId xmlns:a16="http://schemas.microsoft.com/office/drawing/2014/main" id="{9AF11295-410F-E949-9DF5-D577BE42B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105400"/>
            <a:ext cx="404812" cy="188913"/>
          </a:xfrm>
          <a:prstGeom prst="rightArrow">
            <a:avLst>
              <a:gd name="adj1" fmla="val 50000"/>
              <a:gd name="adj2" fmla="val 53571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65562" name="Text Box 580">
            <a:extLst>
              <a:ext uri="{FF2B5EF4-FFF2-40B4-BE49-F238E27FC236}">
                <a16:creationId xmlns:a16="http://schemas.microsoft.com/office/drawing/2014/main" id="{39E77C12-FCA2-D94A-ACA9-F62512789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4913" y="2286000"/>
            <a:ext cx="7223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Fase</a:t>
            </a:r>
          </a:p>
        </p:txBody>
      </p:sp>
      <p:sp>
        <p:nvSpPr>
          <p:cNvPr id="65563" name="Text Box 581">
            <a:extLst>
              <a:ext uri="{FF2B5EF4-FFF2-40B4-BE49-F238E27FC236}">
                <a16:creationId xmlns:a16="http://schemas.microsoft.com/office/drawing/2014/main" id="{5F0DFD7D-2C4F-1541-BF32-E182BAA07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713" y="2438400"/>
            <a:ext cx="9398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gate anterior</a:t>
            </a:r>
          </a:p>
        </p:txBody>
      </p:sp>
      <p:sp>
        <p:nvSpPr>
          <p:cNvPr id="65564" name="Text Box 582">
            <a:extLst>
              <a:ext uri="{FF2B5EF4-FFF2-40B4-BE49-F238E27FC236}">
                <a16:creationId xmlns:a16="http://schemas.microsoft.com/office/drawing/2014/main" id="{79136D89-16FF-7C41-BDCA-BE330AE4A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1188" y="2538413"/>
            <a:ext cx="8128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gate atual</a:t>
            </a:r>
          </a:p>
        </p:txBody>
      </p:sp>
      <p:grpSp>
        <p:nvGrpSpPr>
          <p:cNvPr id="65565" name="Group 583">
            <a:extLst>
              <a:ext uri="{FF2B5EF4-FFF2-40B4-BE49-F238E27FC236}">
                <a16:creationId xmlns:a16="http://schemas.microsoft.com/office/drawing/2014/main" id="{1AAFED59-9D75-0A49-942B-E698D9248A61}"/>
              </a:ext>
            </a:extLst>
          </p:cNvPr>
          <p:cNvGrpSpPr>
            <a:grpSpLocks/>
          </p:cNvGrpSpPr>
          <p:nvPr/>
        </p:nvGrpSpPr>
        <p:grpSpPr bwMode="auto">
          <a:xfrm>
            <a:off x="4200525" y="3578225"/>
            <a:ext cx="519113" cy="600075"/>
            <a:chOff x="4800" y="1776"/>
            <a:chExt cx="432" cy="579"/>
          </a:xfrm>
        </p:grpSpPr>
        <p:sp>
          <p:nvSpPr>
            <p:cNvPr id="65661" name="AutoShape 584">
              <a:extLst>
                <a:ext uri="{FF2B5EF4-FFF2-40B4-BE49-F238E27FC236}">
                  <a16:creationId xmlns:a16="http://schemas.microsoft.com/office/drawing/2014/main" id="{1EA901FE-360A-E04B-B3AB-6A0329088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776"/>
              <a:ext cx="432" cy="579"/>
            </a:xfrm>
            <a:prstGeom prst="foldedCorner">
              <a:avLst>
                <a:gd name="adj" fmla="val 12500"/>
              </a:avLst>
            </a:prstGeom>
            <a:solidFill>
              <a:srgbClr val="FF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5662" name="Line 585">
              <a:extLst>
                <a:ext uri="{FF2B5EF4-FFF2-40B4-BE49-F238E27FC236}">
                  <a16:creationId xmlns:a16="http://schemas.microsoft.com/office/drawing/2014/main" id="{4B7F49D8-39FC-8449-8E53-348833F4D8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872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3" name="Line 586">
              <a:extLst>
                <a:ext uri="{FF2B5EF4-FFF2-40B4-BE49-F238E27FC236}">
                  <a16:creationId xmlns:a16="http://schemas.microsoft.com/office/drawing/2014/main" id="{CAC87F1D-6E51-8A46-A42A-397AEBBEF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920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4" name="Line 587">
              <a:extLst>
                <a:ext uri="{FF2B5EF4-FFF2-40B4-BE49-F238E27FC236}">
                  <a16:creationId xmlns:a16="http://schemas.microsoft.com/office/drawing/2014/main" id="{0E9E43DC-33B2-AA48-8516-0576A0FF7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968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5" name="Line 588">
              <a:extLst>
                <a:ext uri="{FF2B5EF4-FFF2-40B4-BE49-F238E27FC236}">
                  <a16:creationId xmlns:a16="http://schemas.microsoft.com/office/drawing/2014/main" id="{3256B9D2-250F-A749-BAFE-700163CF23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016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6" name="Line 589">
              <a:extLst>
                <a:ext uri="{FF2B5EF4-FFF2-40B4-BE49-F238E27FC236}">
                  <a16:creationId xmlns:a16="http://schemas.microsoft.com/office/drawing/2014/main" id="{5A10F60B-854C-D34A-B2B6-B90CDAE34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064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7" name="Line 590">
              <a:extLst>
                <a:ext uri="{FF2B5EF4-FFF2-40B4-BE49-F238E27FC236}">
                  <a16:creationId xmlns:a16="http://schemas.microsoft.com/office/drawing/2014/main" id="{53547ECF-E937-524C-938F-33CFC296D7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112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8" name="Line 591">
              <a:extLst>
                <a:ext uri="{FF2B5EF4-FFF2-40B4-BE49-F238E27FC236}">
                  <a16:creationId xmlns:a16="http://schemas.microsoft.com/office/drawing/2014/main" id="{D151703C-C9B4-7D4D-81DE-78D489317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160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69" name="Line 592">
              <a:extLst>
                <a:ext uri="{FF2B5EF4-FFF2-40B4-BE49-F238E27FC236}">
                  <a16:creationId xmlns:a16="http://schemas.microsoft.com/office/drawing/2014/main" id="{DD9A8299-1112-C541-9DE6-0D7393622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208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5670" name="Line 593">
              <a:extLst>
                <a:ext uri="{FF2B5EF4-FFF2-40B4-BE49-F238E27FC236}">
                  <a16:creationId xmlns:a16="http://schemas.microsoft.com/office/drawing/2014/main" id="{FDC53C48-31F2-9F46-B6E8-8719E5DD6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2256"/>
              <a:ext cx="3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65566" name="AutoShape 594">
            <a:extLst>
              <a:ext uri="{FF2B5EF4-FFF2-40B4-BE49-F238E27FC236}">
                <a16:creationId xmlns:a16="http://schemas.microsoft.com/office/drawing/2014/main" id="{275497D1-B750-3B40-84C7-E1DC252F8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75" y="3783013"/>
            <a:ext cx="404813" cy="188912"/>
          </a:xfrm>
          <a:prstGeom prst="rightArrow">
            <a:avLst>
              <a:gd name="adj1" fmla="val 50000"/>
              <a:gd name="adj2" fmla="val 53572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65567" name="AutoShape 595">
            <a:extLst>
              <a:ext uri="{FF2B5EF4-FFF2-40B4-BE49-F238E27FC236}">
                <a16:creationId xmlns:a16="http://schemas.microsoft.com/office/drawing/2014/main" id="{21B90984-1924-7945-965C-33554E28D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2975" y="3783013"/>
            <a:ext cx="404813" cy="188912"/>
          </a:xfrm>
          <a:prstGeom prst="rightArrow">
            <a:avLst>
              <a:gd name="adj1" fmla="val 50000"/>
              <a:gd name="adj2" fmla="val 53572"/>
            </a:avLst>
          </a:prstGeom>
          <a:solidFill>
            <a:srgbClr val="FFFF0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grpSp>
        <p:nvGrpSpPr>
          <p:cNvPr id="65568" name="Group 596">
            <a:extLst>
              <a:ext uri="{FF2B5EF4-FFF2-40B4-BE49-F238E27FC236}">
                <a16:creationId xmlns:a16="http://schemas.microsoft.com/office/drawing/2014/main" id="{21F429C5-4374-8347-B7B1-3AA1B5097C93}"/>
              </a:ext>
            </a:extLst>
          </p:cNvPr>
          <p:cNvGrpSpPr>
            <a:grpSpLocks/>
          </p:cNvGrpSpPr>
          <p:nvPr/>
        </p:nvGrpSpPr>
        <p:grpSpPr bwMode="auto">
          <a:xfrm>
            <a:off x="8483600" y="4764088"/>
            <a:ext cx="471488" cy="852487"/>
            <a:chOff x="3483" y="2688"/>
            <a:chExt cx="480" cy="960"/>
          </a:xfrm>
        </p:grpSpPr>
        <p:sp>
          <p:nvSpPr>
            <p:cNvPr id="65628" name="Arc 597">
              <a:extLst>
                <a:ext uri="{FF2B5EF4-FFF2-40B4-BE49-F238E27FC236}">
                  <a16:creationId xmlns:a16="http://schemas.microsoft.com/office/drawing/2014/main" id="{FDEFE019-4F86-1144-830B-D8A5D73E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875"/>
              <a:ext cx="64" cy="201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</a:path>
                <a:path w="21600" h="43200" stroke="0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  <a:lnTo>
                    <a:pt x="21600" y="21600"/>
                  </a:lnTo>
                  <a:lnTo>
                    <a:pt x="21600" y="43200"/>
                  </a:lnTo>
                  <a:close/>
                </a:path>
              </a:pathLst>
            </a:custGeom>
            <a:solidFill>
              <a:srgbClr val="FF404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29" name="Freeform 598">
              <a:extLst>
                <a:ext uri="{FF2B5EF4-FFF2-40B4-BE49-F238E27FC236}">
                  <a16:creationId xmlns:a16="http://schemas.microsoft.com/office/drawing/2014/main" id="{412AD60B-6397-0148-AE8B-A5BB67F3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865"/>
              <a:ext cx="90" cy="223"/>
            </a:xfrm>
            <a:custGeom>
              <a:avLst/>
              <a:gdLst>
                <a:gd name="T0" fmla="*/ 1 w 243"/>
                <a:gd name="T1" fmla="*/ 0 h 556"/>
                <a:gd name="T2" fmla="*/ 0 w 243"/>
                <a:gd name="T3" fmla="*/ 0 h 556"/>
                <a:gd name="T4" fmla="*/ 0 w 243"/>
                <a:gd name="T5" fmla="*/ 0 h 556"/>
                <a:gd name="T6" fmla="*/ 0 w 243"/>
                <a:gd name="T7" fmla="*/ 0 h 556"/>
                <a:gd name="T8" fmla="*/ 0 w 243"/>
                <a:gd name="T9" fmla="*/ 0 h 556"/>
                <a:gd name="T10" fmla="*/ 0 w 243"/>
                <a:gd name="T11" fmla="*/ 0 h 556"/>
                <a:gd name="T12" fmla="*/ 0 w 243"/>
                <a:gd name="T13" fmla="*/ 0 h 556"/>
                <a:gd name="T14" fmla="*/ 0 w 243"/>
                <a:gd name="T15" fmla="*/ 0 h 556"/>
                <a:gd name="T16" fmla="*/ 1 w 243"/>
                <a:gd name="T17" fmla="*/ 1 h 556"/>
                <a:gd name="T18" fmla="*/ 1 w 243"/>
                <a:gd name="T19" fmla="*/ 1 h 556"/>
                <a:gd name="T20" fmla="*/ 1 w 243"/>
                <a:gd name="T21" fmla="*/ 1 h 556"/>
                <a:gd name="T22" fmla="*/ 1 w 243"/>
                <a:gd name="T23" fmla="*/ 1 h 556"/>
                <a:gd name="T24" fmla="*/ 1 w 243"/>
                <a:gd name="T25" fmla="*/ 1 h 556"/>
                <a:gd name="T26" fmla="*/ 1 w 243"/>
                <a:gd name="T27" fmla="*/ 2 h 556"/>
                <a:gd name="T28" fmla="*/ 1 w 243"/>
                <a:gd name="T29" fmla="*/ 2 h 556"/>
                <a:gd name="T30" fmla="*/ 1 w 243"/>
                <a:gd name="T31" fmla="*/ 4 h 556"/>
                <a:gd name="T32" fmla="*/ 1 w 243"/>
                <a:gd name="T33" fmla="*/ 4 h 556"/>
                <a:gd name="T34" fmla="*/ 1 w 243"/>
                <a:gd name="T35" fmla="*/ 5 h 556"/>
                <a:gd name="T36" fmla="*/ 1 w 243"/>
                <a:gd name="T37" fmla="*/ 5 h 556"/>
                <a:gd name="T38" fmla="*/ 1 w 243"/>
                <a:gd name="T39" fmla="*/ 6 h 556"/>
                <a:gd name="T40" fmla="*/ 1 w 243"/>
                <a:gd name="T41" fmla="*/ 6 h 556"/>
                <a:gd name="T42" fmla="*/ 1 w 243"/>
                <a:gd name="T43" fmla="*/ 0 h 5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6"/>
                <a:gd name="T68" fmla="*/ 243 w 243"/>
                <a:gd name="T69" fmla="*/ 556 h 5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6">
                  <a:moveTo>
                    <a:pt x="240" y="0"/>
                  </a:moveTo>
                  <a:lnTo>
                    <a:pt x="0" y="0"/>
                  </a:lnTo>
                  <a:lnTo>
                    <a:pt x="28" y="7"/>
                  </a:lnTo>
                  <a:lnTo>
                    <a:pt x="42" y="14"/>
                  </a:lnTo>
                  <a:lnTo>
                    <a:pt x="54" y="22"/>
                  </a:lnTo>
                  <a:lnTo>
                    <a:pt x="69" y="31"/>
                  </a:lnTo>
                  <a:lnTo>
                    <a:pt x="81" y="42"/>
                  </a:lnTo>
                  <a:lnTo>
                    <a:pt x="90" y="53"/>
                  </a:lnTo>
                  <a:lnTo>
                    <a:pt x="101" y="65"/>
                  </a:lnTo>
                  <a:lnTo>
                    <a:pt x="107" y="76"/>
                  </a:lnTo>
                  <a:lnTo>
                    <a:pt x="114" y="90"/>
                  </a:lnTo>
                  <a:lnTo>
                    <a:pt x="121" y="105"/>
                  </a:lnTo>
                  <a:lnTo>
                    <a:pt x="129" y="121"/>
                  </a:lnTo>
                  <a:lnTo>
                    <a:pt x="133" y="136"/>
                  </a:lnTo>
                  <a:lnTo>
                    <a:pt x="139" y="150"/>
                  </a:lnTo>
                  <a:lnTo>
                    <a:pt x="179" y="333"/>
                  </a:lnTo>
                  <a:lnTo>
                    <a:pt x="194" y="409"/>
                  </a:lnTo>
                  <a:lnTo>
                    <a:pt x="203" y="459"/>
                  </a:lnTo>
                  <a:lnTo>
                    <a:pt x="215" y="510"/>
                  </a:lnTo>
                  <a:lnTo>
                    <a:pt x="233" y="556"/>
                  </a:lnTo>
                  <a:lnTo>
                    <a:pt x="243" y="556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0" name="Arc 599">
              <a:extLst>
                <a:ext uri="{FF2B5EF4-FFF2-40B4-BE49-F238E27FC236}">
                  <a16:creationId xmlns:a16="http://schemas.microsoft.com/office/drawing/2014/main" id="{C66EAC71-1B62-0A43-B563-765BCE4D4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877"/>
              <a:ext cx="66" cy="201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</a:path>
                <a:path w="21600" h="432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rgbClr val="FF404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1" name="Freeform 600">
              <a:extLst>
                <a:ext uri="{FF2B5EF4-FFF2-40B4-BE49-F238E27FC236}">
                  <a16:creationId xmlns:a16="http://schemas.microsoft.com/office/drawing/2014/main" id="{419FA7B9-69DA-5C43-9361-0ED057E7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867"/>
              <a:ext cx="88" cy="223"/>
            </a:xfrm>
            <a:custGeom>
              <a:avLst/>
              <a:gdLst>
                <a:gd name="T0" fmla="*/ 0 w 243"/>
                <a:gd name="T1" fmla="*/ 0 h 556"/>
                <a:gd name="T2" fmla="*/ 1 w 243"/>
                <a:gd name="T3" fmla="*/ 0 h 556"/>
                <a:gd name="T4" fmla="*/ 1 w 243"/>
                <a:gd name="T5" fmla="*/ 0 h 556"/>
                <a:gd name="T6" fmla="*/ 1 w 243"/>
                <a:gd name="T7" fmla="*/ 0 h 556"/>
                <a:gd name="T8" fmla="*/ 1 w 243"/>
                <a:gd name="T9" fmla="*/ 0 h 556"/>
                <a:gd name="T10" fmla="*/ 1 w 243"/>
                <a:gd name="T11" fmla="*/ 0 h 556"/>
                <a:gd name="T12" fmla="*/ 1 w 243"/>
                <a:gd name="T13" fmla="*/ 0 h 556"/>
                <a:gd name="T14" fmla="*/ 1 w 243"/>
                <a:gd name="T15" fmla="*/ 0 h 556"/>
                <a:gd name="T16" fmla="*/ 1 w 243"/>
                <a:gd name="T17" fmla="*/ 1 h 556"/>
                <a:gd name="T18" fmla="*/ 1 w 243"/>
                <a:gd name="T19" fmla="*/ 1 h 556"/>
                <a:gd name="T20" fmla="*/ 1 w 243"/>
                <a:gd name="T21" fmla="*/ 1 h 556"/>
                <a:gd name="T22" fmla="*/ 1 w 243"/>
                <a:gd name="T23" fmla="*/ 1 h 556"/>
                <a:gd name="T24" fmla="*/ 1 w 243"/>
                <a:gd name="T25" fmla="*/ 1 h 556"/>
                <a:gd name="T26" fmla="*/ 1 w 243"/>
                <a:gd name="T27" fmla="*/ 2 h 556"/>
                <a:gd name="T28" fmla="*/ 1 w 243"/>
                <a:gd name="T29" fmla="*/ 2 h 556"/>
                <a:gd name="T30" fmla="*/ 0 w 243"/>
                <a:gd name="T31" fmla="*/ 4 h 556"/>
                <a:gd name="T32" fmla="*/ 0 w 243"/>
                <a:gd name="T33" fmla="*/ 4 h 556"/>
                <a:gd name="T34" fmla="*/ 0 w 243"/>
                <a:gd name="T35" fmla="*/ 5 h 556"/>
                <a:gd name="T36" fmla="*/ 0 w 243"/>
                <a:gd name="T37" fmla="*/ 5 h 556"/>
                <a:gd name="T38" fmla="*/ 0 w 243"/>
                <a:gd name="T39" fmla="*/ 6 h 556"/>
                <a:gd name="T40" fmla="*/ 0 w 243"/>
                <a:gd name="T41" fmla="*/ 6 h 556"/>
                <a:gd name="T42" fmla="*/ 0 w 243"/>
                <a:gd name="T43" fmla="*/ 0 h 5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6"/>
                <a:gd name="T68" fmla="*/ 243 w 243"/>
                <a:gd name="T69" fmla="*/ 556 h 5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6">
                  <a:moveTo>
                    <a:pt x="3" y="0"/>
                  </a:moveTo>
                  <a:lnTo>
                    <a:pt x="243" y="0"/>
                  </a:lnTo>
                  <a:lnTo>
                    <a:pt x="216" y="7"/>
                  </a:lnTo>
                  <a:lnTo>
                    <a:pt x="201" y="14"/>
                  </a:lnTo>
                  <a:lnTo>
                    <a:pt x="189" y="21"/>
                  </a:lnTo>
                  <a:lnTo>
                    <a:pt x="175" y="31"/>
                  </a:lnTo>
                  <a:lnTo>
                    <a:pt x="163" y="42"/>
                  </a:lnTo>
                  <a:lnTo>
                    <a:pt x="153" y="53"/>
                  </a:lnTo>
                  <a:lnTo>
                    <a:pt x="142" y="65"/>
                  </a:lnTo>
                  <a:lnTo>
                    <a:pt x="136" y="75"/>
                  </a:lnTo>
                  <a:lnTo>
                    <a:pt x="129" y="90"/>
                  </a:lnTo>
                  <a:lnTo>
                    <a:pt x="122" y="104"/>
                  </a:lnTo>
                  <a:lnTo>
                    <a:pt x="115" y="121"/>
                  </a:lnTo>
                  <a:lnTo>
                    <a:pt x="110" y="135"/>
                  </a:lnTo>
                  <a:lnTo>
                    <a:pt x="104" y="150"/>
                  </a:lnTo>
                  <a:lnTo>
                    <a:pt x="64" y="333"/>
                  </a:lnTo>
                  <a:lnTo>
                    <a:pt x="50" y="408"/>
                  </a:lnTo>
                  <a:lnTo>
                    <a:pt x="40" y="459"/>
                  </a:lnTo>
                  <a:lnTo>
                    <a:pt x="28" y="509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2" name="Arc 601">
              <a:extLst>
                <a:ext uri="{FF2B5EF4-FFF2-40B4-BE49-F238E27FC236}">
                  <a16:creationId xmlns:a16="http://schemas.microsoft.com/office/drawing/2014/main" id="{A7188F55-4760-D743-B5D5-C54280CC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399"/>
              <a:ext cx="64" cy="201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</a:path>
                <a:path w="21600" h="43200" stroke="0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  <a:lnTo>
                    <a:pt x="21600" y="21600"/>
                  </a:lnTo>
                  <a:lnTo>
                    <a:pt x="21600" y="43200"/>
                  </a:lnTo>
                  <a:close/>
                </a:path>
              </a:pathLst>
            </a:custGeom>
            <a:solidFill>
              <a:srgbClr val="66FF6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3" name="Freeform 602">
              <a:extLst>
                <a:ext uri="{FF2B5EF4-FFF2-40B4-BE49-F238E27FC236}">
                  <a16:creationId xmlns:a16="http://schemas.microsoft.com/office/drawing/2014/main" id="{698DCCF1-43F4-F942-B4D5-D7FE3B60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89"/>
              <a:ext cx="90" cy="223"/>
            </a:xfrm>
            <a:custGeom>
              <a:avLst/>
              <a:gdLst>
                <a:gd name="T0" fmla="*/ 1 w 243"/>
                <a:gd name="T1" fmla="*/ 0 h 555"/>
                <a:gd name="T2" fmla="*/ 0 w 243"/>
                <a:gd name="T3" fmla="*/ 0 h 555"/>
                <a:gd name="T4" fmla="*/ 0 w 243"/>
                <a:gd name="T5" fmla="*/ 0 h 555"/>
                <a:gd name="T6" fmla="*/ 0 w 243"/>
                <a:gd name="T7" fmla="*/ 0 h 555"/>
                <a:gd name="T8" fmla="*/ 0 w 243"/>
                <a:gd name="T9" fmla="*/ 0 h 555"/>
                <a:gd name="T10" fmla="*/ 0 w 243"/>
                <a:gd name="T11" fmla="*/ 0 h 555"/>
                <a:gd name="T12" fmla="*/ 0 w 243"/>
                <a:gd name="T13" fmla="*/ 0 h 555"/>
                <a:gd name="T14" fmla="*/ 0 w 243"/>
                <a:gd name="T15" fmla="*/ 0 h 555"/>
                <a:gd name="T16" fmla="*/ 1 w 243"/>
                <a:gd name="T17" fmla="*/ 1 h 555"/>
                <a:gd name="T18" fmla="*/ 1 w 243"/>
                <a:gd name="T19" fmla="*/ 1 h 555"/>
                <a:gd name="T20" fmla="*/ 1 w 243"/>
                <a:gd name="T21" fmla="*/ 1 h 555"/>
                <a:gd name="T22" fmla="*/ 1 w 243"/>
                <a:gd name="T23" fmla="*/ 1 h 555"/>
                <a:gd name="T24" fmla="*/ 1 w 243"/>
                <a:gd name="T25" fmla="*/ 1 h 555"/>
                <a:gd name="T26" fmla="*/ 1 w 243"/>
                <a:gd name="T27" fmla="*/ 2 h 555"/>
                <a:gd name="T28" fmla="*/ 1 w 243"/>
                <a:gd name="T29" fmla="*/ 2 h 555"/>
                <a:gd name="T30" fmla="*/ 1 w 243"/>
                <a:gd name="T31" fmla="*/ 4 h 555"/>
                <a:gd name="T32" fmla="*/ 1 w 243"/>
                <a:gd name="T33" fmla="*/ 4 h 555"/>
                <a:gd name="T34" fmla="*/ 1 w 243"/>
                <a:gd name="T35" fmla="*/ 5 h 555"/>
                <a:gd name="T36" fmla="*/ 1 w 243"/>
                <a:gd name="T37" fmla="*/ 5 h 555"/>
                <a:gd name="T38" fmla="*/ 1 w 243"/>
                <a:gd name="T39" fmla="*/ 6 h 555"/>
                <a:gd name="T40" fmla="*/ 1 w 243"/>
                <a:gd name="T41" fmla="*/ 6 h 555"/>
                <a:gd name="T42" fmla="*/ 1 w 243"/>
                <a:gd name="T43" fmla="*/ 0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5"/>
                <a:gd name="T68" fmla="*/ 243 w 243"/>
                <a:gd name="T69" fmla="*/ 555 h 5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5">
                  <a:moveTo>
                    <a:pt x="240" y="0"/>
                  </a:moveTo>
                  <a:lnTo>
                    <a:pt x="0" y="0"/>
                  </a:lnTo>
                  <a:lnTo>
                    <a:pt x="28" y="7"/>
                  </a:lnTo>
                  <a:lnTo>
                    <a:pt x="42" y="15"/>
                  </a:lnTo>
                  <a:lnTo>
                    <a:pt x="54" y="22"/>
                  </a:lnTo>
                  <a:lnTo>
                    <a:pt x="69" y="31"/>
                  </a:lnTo>
                  <a:lnTo>
                    <a:pt x="81" y="42"/>
                  </a:lnTo>
                  <a:lnTo>
                    <a:pt x="90" y="53"/>
                  </a:lnTo>
                  <a:lnTo>
                    <a:pt x="101" y="64"/>
                  </a:lnTo>
                  <a:lnTo>
                    <a:pt x="107" y="75"/>
                  </a:lnTo>
                  <a:lnTo>
                    <a:pt x="114" y="89"/>
                  </a:lnTo>
                  <a:lnTo>
                    <a:pt x="121" y="104"/>
                  </a:lnTo>
                  <a:lnTo>
                    <a:pt x="129" y="120"/>
                  </a:lnTo>
                  <a:lnTo>
                    <a:pt x="133" y="135"/>
                  </a:lnTo>
                  <a:lnTo>
                    <a:pt x="139" y="149"/>
                  </a:lnTo>
                  <a:lnTo>
                    <a:pt x="179" y="333"/>
                  </a:lnTo>
                  <a:lnTo>
                    <a:pt x="194" y="409"/>
                  </a:lnTo>
                  <a:lnTo>
                    <a:pt x="203" y="458"/>
                  </a:lnTo>
                  <a:lnTo>
                    <a:pt x="215" y="509"/>
                  </a:lnTo>
                  <a:lnTo>
                    <a:pt x="233" y="555"/>
                  </a:lnTo>
                  <a:lnTo>
                    <a:pt x="243" y="555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4" name="Arc 603">
              <a:extLst>
                <a:ext uri="{FF2B5EF4-FFF2-40B4-BE49-F238E27FC236}">
                  <a16:creationId xmlns:a16="http://schemas.microsoft.com/office/drawing/2014/main" id="{D00F095F-F7B6-4A4D-82DD-C077A6A9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401"/>
              <a:ext cx="66" cy="199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</a:path>
                <a:path w="21600" h="432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rgbClr val="66FF6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5" name="Freeform 604">
              <a:extLst>
                <a:ext uri="{FF2B5EF4-FFF2-40B4-BE49-F238E27FC236}">
                  <a16:creationId xmlns:a16="http://schemas.microsoft.com/office/drawing/2014/main" id="{18524165-6A31-1346-900C-581EEF02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391"/>
              <a:ext cx="88" cy="223"/>
            </a:xfrm>
            <a:custGeom>
              <a:avLst/>
              <a:gdLst>
                <a:gd name="T0" fmla="*/ 0 w 243"/>
                <a:gd name="T1" fmla="*/ 0 h 555"/>
                <a:gd name="T2" fmla="*/ 1 w 243"/>
                <a:gd name="T3" fmla="*/ 0 h 555"/>
                <a:gd name="T4" fmla="*/ 1 w 243"/>
                <a:gd name="T5" fmla="*/ 0 h 555"/>
                <a:gd name="T6" fmla="*/ 1 w 243"/>
                <a:gd name="T7" fmla="*/ 0 h 555"/>
                <a:gd name="T8" fmla="*/ 1 w 243"/>
                <a:gd name="T9" fmla="*/ 0 h 555"/>
                <a:gd name="T10" fmla="*/ 1 w 243"/>
                <a:gd name="T11" fmla="*/ 0 h 555"/>
                <a:gd name="T12" fmla="*/ 1 w 243"/>
                <a:gd name="T13" fmla="*/ 0 h 555"/>
                <a:gd name="T14" fmla="*/ 1 w 243"/>
                <a:gd name="T15" fmla="*/ 0 h 555"/>
                <a:gd name="T16" fmla="*/ 1 w 243"/>
                <a:gd name="T17" fmla="*/ 1 h 555"/>
                <a:gd name="T18" fmla="*/ 1 w 243"/>
                <a:gd name="T19" fmla="*/ 1 h 555"/>
                <a:gd name="T20" fmla="*/ 1 w 243"/>
                <a:gd name="T21" fmla="*/ 1 h 555"/>
                <a:gd name="T22" fmla="*/ 1 w 243"/>
                <a:gd name="T23" fmla="*/ 1 h 555"/>
                <a:gd name="T24" fmla="*/ 1 w 243"/>
                <a:gd name="T25" fmla="*/ 1 h 555"/>
                <a:gd name="T26" fmla="*/ 1 w 243"/>
                <a:gd name="T27" fmla="*/ 2 h 555"/>
                <a:gd name="T28" fmla="*/ 1 w 243"/>
                <a:gd name="T29" fmla="*/ 2 h 555"/>
                <a:gd name="T30" fmla="*/ 0 w 243"/>
                <a:gd name="T31" fmla="*/ 4 h 555"/>
                <a:gd name="T32" fmla="*/ 0 w 243"/>
                <a:gd name="T33" fmla="*/ 4 h 555"/>
                <a:gd name="T34" fmla="*/ 0 w 243"/>
                <a:gd name="T35" fmla="*/ 5 h 555"/>
                <a:gd name="T36" fmla="*/ 0 w 243"/>
                <a:gd name="T37" fmla="*/ 5 h 555"/>
                <a:gd name="T38" fmla="*/ 0 w 243"/>
                <a:gd name="T39" fmla="*/ 6 h 555"/>
                <a:gd name="T40" fmla="*/ 0 w 243"/>
                <a:gd name="T41" fmla="*/ 6 h 555"/>
                <a:gd name="T42" fmla="*/ 0 w 243"/>
                <a:gd name="T43" fmla="*/ 0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5"/>
                <a:gd name="T68" fmla="*/ 243 w 243"/>
                <a:gd name="T69" fmla="*/ 555 h 5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5">
                  <a:moveTo>
                    <a:pt x="3" y="0"/>
                  </a:moveTo>
                  <a:lnTo>
                    <a:pt x="243" y="0"/>
                  </a:lnTo>
                  <a:lnTo>
                    <a:pt x="216" y="7"/>
                  </a:lnTo>
                  <a:lnTo>
                    <a:pt x="201" y="14"/>
                  </a:lnTo>
                  <a:lnTo>
                    <a:pt x="189" y="21"/>
                  </a:lnTo>
                  <a:lnTo>
                    <a:pt x="175" y="31"/>
                  </a:lnTo>
                  <a:lnTo>
                    <a:pt x="163" y="42"/>
                  </a:lnTo>
                  <a:lnTo>
                    <a:pt x="153" y="53"/>
                  </a:lnTo>
                  <a:lnTo>
                    <a:pt x="142" y="64"/>
                  </a:lnTo>
                  <a:lnTo>
                    <a:pt x="136" y="74"/>
                  </a:lnTo>
                  <a:lnTo>
                    <a:pt x="129" y="89"/>
                  </a:lnTo>
                  <a:lnTo>
                    <a:pt x="122" y="103"/>
                  </a:lnTo>
                  <a:lnTo>
                    <a:pt x="115" y="120"/>
                  </a:lnTo>
                  <a:lnTo>
                    <a:pt x="110" y="134"/>
                  </a:lnTo>
                  <a:lnTo>
                    <a:pt x="104" y="149"/>
                  </a:lnTo>
                  <a:lnTo>
                    <a:pt x="64" y="333"/>
                  </a:lnTo>
                  <a:lnTo>
                    <a:pt x="50" y="408"/>
                  </a:lnTo>
                  <a:lnTo>
                    <a:pt x="40" y="458"/>
                  </a:lnTo>
                  <a:lnTo>
                    <a:pt x="28" y="508"/>
                  </a:lnTo>
                  <a:lnTo>
                    <a:pt x="10" y="555"/>
                  </a:lnTo>
                  <a:lnTo>
                    <a:pt x="0" y="55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6" name="Arc 605">
              <a:extLst>
                <a:ext uri="{FF2B5EF4-FFF2-40B4-BE49-F238E27FC236}">
                  <a16:creationId xmlns:a16="http://schemas.microsoft.com/office/drawing/2014/main" id="{48A678CB-0916-B74F-955C-E9D460827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36"/>
              <a:ext cx="64" cy="201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</a:path>
                <a:path w="21600" h="43200" stroke="0" extrusionOk="0">
                  <a:moveTo>
                    <a:pt x="21600" y="43200"/>
                  </a:moveTo>
                  <a:cubicBezTo>
                    <a:pt x="9670" y="43200"/>
                    <a:pt x="0" y="33529"/>
                    <a:pt x="0" y="21600"/>
                  </a:cubicBezTo>
                  <a:cubicBezTo>
                    <a:pt x="-1" y="9670"/>
                    <a:pt x="9670" y="0"/>
                    <a:pt x="21599" y="0"/>
                  </a:cubicBezTo>
                  <a:lnTo>
                    <a:pt x="21600" y="21600"/>
                  </a:lnTo>
                  <a:lnTo>
                    <a:pt x="21600" y="43200"/>
                  </a:lnTo>
                  <a:close/>
                </a:path>
              </a:pathLst>
            </a:cu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7" name="Freeform 606">
              <a:extLst>
                <a:ext uri="{FF2B5EF4-FFF2-40B4-BE49-F238E27FC236}">
                  <a16:creationId xmlns:a16="http://schemas.microsoft.com/office/drawing/2014/main" id="{1D6BC9D3-BCD3-9940-9E1B-41B4E0B4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126"/>
              <a:ext cx="90" cy="225"/>
            </a:xfrm>
            <a:custGeom>
              <a:avLst/>
              <a:gdLst>
                <a:gd name="T0" fmla="*/ 1 w 243"/>
                <a:gd name="T1" fmla="*/ 0 h 557"/>
                <a:gd name="T2" fmla="*/ 0 w 243"/>
                <a:gd name="T3" fmla="*/ 0 h 557"/>
                <a:gd name="T4" fmla="*/ 0 w 243"/>
                <a:gd name="T5" fmla="*/ 0 h 557"/>
                <a:gd name="T6" fmla="*/ 0 w 243"/>
                <a:gd name="T7" fmla="*/ 0 h 557"/>
                <a:gd name="T8" fmla="*/ 0 w 243"/>
                <a:gd name="T9" fmla="*/ 0 h 557"/>
                <a:gd name="T10" fmla="*/ 0 w 243"/>
                <a:gd name="T11" fmla="*/ 0 h 557"/>
                <a:gd name="T12" fmla="*/ 0 w 243"/>
                <a:gd name="T13" fmla="*/ 0 h 557"/>
                <a:gd name="T14" fmla="*/ 0 w 243"/>
                <a:gd name="T15" fmla="*/ 0 h 557"/>
                <a:gd name="T16" fmla="*/ 1 w 243"/>
                <a:gd name="T17" fmla="*/ 1 h 557"/>
                <a:gd name="T18" fmla="*/ 1 w 243"/>
                <a:gd name="T19" fmla="*/ 1 h 557"/>
                <a:gd name="T20" fmla="*/ 1 w 243"/>
                <a:gd name="T21" fmla="*/ 1 h 557"/>
                <a:gd name="T22" fmla="*/ 1 w 243"/>
                <a:gd name="T23" fmla="*/ 1 h 557"/>
                <a:gd name="T24" fmla="*/ 1 w 243"/>
                <a:gd name="T25" fmla="*/ 1 h 557"/>
                <a:gd name="T26" fmla="*/ 1 w 243"/>
                <a:gd name="T27" fmla="*/ 2 h 557"/>
                <a:gd name="T28" fmla="*/ 1 w 243"/>
                <a:gd name="T29" fmla="*/ 2 h 557"/>
                <a:gd name="T30" fmla="*/ 1 w 243"/>
                <a:gd name="T31" fmla="*/ 4 h 557"/>
                <a:gd name="T32" fmla="*/ 1 w 243"/>
                <a:gd name="T33" fmla="*/ 4 h 557"/>
                <a:gd name="T34" fmla="*/ 1 w 243"/>
                <a:gd name="T35" fmla="*/ 5 h 557"/>
                <a:gd name="T36" fmla="*/ 1 w 243"/>
                <a:gd name="T37" fmla="*/ 6 h 557"/>
                <a:gd name="T38" fmla="*/ 1 w 243"/>
                <a:gd name="T39" fmla="*/ 6 h 557"/>
                <a:gd name="T40" fmla="*/ 1 w 243"/>
                <a:gd name="T41" fmla="*/ 6 h 557"/>
                <a:gd name="T42" fmla="*/ 1 w 243"/>
                <a:gd name="T43" fmla="*/ 0 h 5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7"/>
                <a:gd name="T68" fmla="*/ 243 w 243"/>
                <a:gd name="T69" fmla="*/ 557 h 55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7">
                  <a:moveTo>
                    <a:pt x="240" y="0"/>
                  </a:moveTo>
                  <a:lnTo>
                    <a:pt x="0" y="0"/>
                  </a:lnTo>
                  <a:lnTo>
                    <a:pt x="28" y="7"/>
                  </a:lnTo>
                  <a:lnTo>
                    <a:pt x="42" y="15"/>
                  </a:lnTo>
                  <a:lnTo>
                    <a:pt x="54" y="22"/>
                  </a:lnTo>
                  <a:lnTo>
                    <a:pt x="69" y="31"/>
                  </a:lnTo>
                  <a:lnTo>
                    <a:pt x="81" y="42"/>
                  </a:lnTo>
                  <a:lnTo>
                    <a:pt x="90" y="53"/>
                  </a:lnTo>
                  <a:lnTo>
                    <a:pt x="101" y="65"/>
                  </a:lnTo>
                  <a:lnTo>
                    <a:pt x="107" y="76"/>
                  </a:lnTo>
                  <a:lnTo>
                    <a:pt x="114" y="90"/>
                  </a:lnTo>
                  <a:lnTo>
                    <a:pt x="121" y="105"/>
                  </a:lnTo>
                  <a:lnTo>
                    <a:pt x="129" y="122"/>
                  </a:lnTo>
                  <a:lnTo>
                    <a:pt x="133" y="136"/>
                  </a:lnTo>
                  <a:lnTo>
                    <a:pt x="139" y="150"/>
                  </a:lnTo>
                  <a:lnTo>
                    <a:pt x="179" y="333"/>
                  </a:lnTo>
                  <a:lnTo>
                    <a:pt x="194" y="409"/>
                  </a:lnTo>
                  <a:lnTo>
                    <a:pt x="203" y="459"/>
                  </a:lnTo>
                  <a:lnTo>
                    <a:pt x="215" y="510"/>
                  </a:lnTo>
                  <a:lnTo>
                    <a:pt x="233" y="557"/>
                  </a:lnTo>
                  <a:lnTo>
                    <a:pt x="243" y="557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8" name="Arc 607">
              <a:extLst>
                <a:ext uri="{FF2B5EF4-FFF2-40B4-BE49-F238E27FC236}">
                  <a16:creationId xmlns:a16="http://schemas.microsoft.com/office/drawing/2014/main" id="{36E9BCD9-0E9A-8341-AE59-BBE5101D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138"/>
              <a:ext cx="66" cy="201"/>
            </a:xfrm>
            <a:custGeom>
              <a:avLst/>
              <a:gdLst>
                <a:gd name="T0" fmla="*/ 0 w 21600"/>
                <a:gd name="T1" fmla="*/ 0 h 43200"/>
                <a:gd name="T2" fmla="*/ 0 w 21600"/>
                <a:gd name="T3" fmla="*/ 0 h 43200"/>
                <a:gd name="T4" fmla="*/ 0 w 21600"/>
                <a:gd name="T5" fmla="*/ 0 h 432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43200"/>
                <a:gd name="T11" fmla="*/ 21600 w 21600"/>
                <a:gd name="T12" fmla="*/ 43200 h 43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432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</a:path>
                <a:path w="21600" h="432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33529"/>
                    <a:pt x="11929" y="43199"/>
                    <a:pt x="0" y="432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39" name="Freeform 608">
              <a:extLst>
                <a:ext uri="{FF2B5EF4-FFF2-40B4-BE49-F238E27FC236}">
                  <a16:creationId xmlns:a16="http://schemas.microsoft.com/office/drawing/2014/main" id="{633F4B2D-E68B-B745-A671-ACC72930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28"/>
              <a:ext cx="88" cy="223"/>
            </a:xfrm>
            <a:custGeom>
              <a:avLst/>
              <a:gdLst>
                <a:gd name="T0" fmla="*/ 0 w 243"/>
                <a:gd name="T1" fmla="*/ 0 h 556"/>
                <a:gd name="T2" fmla="*/ 1 w 243"/>
                <a:gd name="T3" fmla="*/ 0 h 556"/>
                <a:gd name="T4" fmla="*/ 1 w 243"/>
                <a:gd name="T5" fmla="*/ 0 h 556"/>
                <a:gd name="T6" fmla="*/ 1 w 243"/>
                <a:gd name="T7" fmla="*/ 0 h 556"/>
                <a:gd name="T8" fmla="*/ 1 w 243"/>
                <a:gd name="T9" fmla="*/ 0 h 556"/>
                <a:gd name="T10" fmla="*/ 1 w 243"/>
                <a:gd name="T11" fmla="*/ 0 h 556"/>
                <a:gd name="T12" fmla="*/ 1 w 243"/>
                <a:gd name="T13" fmla="*/ 0 h 556"/>
                <a:gd name="T14" fmla="*/ 1 w 243"/>
                <a:gd name="T15" fmla="*/ 0 h 556"/>
                <a:gd name="T16" fmla="*/ 1 w 243"/>
                <a:gd name="T17" fmla="*/ 1 h 556"/>
                <a:gd name="T18" fmla="*/ 1 w 243"/>
                <a:gd name="T19" fmla="*/ 1 h 556"/>
                <a:gd name="T20" fmla="*/ 1 w 243"/>
                <a:gd name="T21" fmla="*/ 1 h 556"/>
                <a:gd name="T22" fmla="*/ 1 w 243"/>
                <a:gd name="T23" fmla="*/ 1 h 556"/>
                <a:gd name="T24" fmla="*/ 1 w 243"/>
                <a:gd name="T25" fmla="*/ 1 h 556"/>
                <a:gd name="T26" fmla="*/ 1 w 243"/>
                <a:gd name="T27" fmla="*/ 2 h 556"/>
                <a:gd name="T28" fmla="*/ 1 w 243"/>
                <a:gd name="T29" fmla="*/ 2 h 556"/>
                <a:gd name="T30" fmla="*/ 0 w 243"/>
                <a:gd name="T31" fmla="*/ 4 h 556"/>
                <a:gd name="T32" fmla="*/ 0 w 243"/>
                <a:gd name="T33" fmla="*/ 4 h 556"/>
                <a:gd name="T34" fmla="*/ 0 w 243"/>
                <a:gd name="T35" fmla="*/ 5 h 556"/>
                <a:gd name="T36" fmla="*/ 0 w 243"/>
                <a:gd name="T37" fmla="*/ 5 h 556"/>
                <a:gd name="T38" fmla="*/ 0 w 243"/>
                <a:gd name="T39" fmla="*/ 6 h 556"/>
                <a:gd name="T40" fmla="*/ 0 w 243"/>
                <a:gd name="T41" fmla="*/ 6 h 556"/>
                <a:gd name="T42" fmla="*/ 0 w 243"/>
                <a:gd name="T43" fmla="*/ 0 h 5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3"/>
                <a:gd name="T67" fmla="*/ 0 h 556"/>
                <a:gd name="T68" fmla="*/ 243 w 243"/>
                <a:gd name="T69" fmla="*/ 556 h 5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3" h="556">
                  <a:moveTo>
                    <a:pt x="3" y="0"/>
                  </a:moveTo>
                  <a:lnTo>
                    <a:pt x="243" y="0"/>
                  </a:lnTo>
                  <a:lnTo>
                    <a:pt x="216" y="7"/>
                  </a:lnTo>
                  <a:lnTo>
                    <a:pt x="201" y="14"/>
                  </a:lnTo>
                  <a:lnTo>
                    <a:pt x="189" y="21"/>
                  </a:lnTo>
                  <a:lnTo>
                    <a:pt x="175" y="31"/>
                  </a:lnTo>
                  <a:lnTo>
                    <a:pt x="163" y="42"/>
                  </a:lnTo>
                  <a:lnTo>
                    <a:pt x="153" y="53"/>
                  </a:lnTo>
                  <a:lnTo>
                    <a:pt x="142" y="65"/>
                  </a:lnTo>
                  <a:lnTo>
                    <a:pt x="136" y="76"/>
                  </a:lnTo>
                  <a:lnTo>
                    <a:pt x="129" y="90"/>
                  </a:lnTo>
                  <a:lnTo>
                    <a:pt x="122" y="104"/>
                  </a:lnTo>
                  <a:lnTo>
                    <a:pt x="115" y="121"/>
                  </a:lnTo>
                  <a:lnTo>
                    <a:pt x="110" y="136"/>
                  </a:lnTo>
                  <a:lnTo>
                    <a:pt x="104" y="150"/>
                  </a:lnTo>
                  <a:lnTo>
                    <a:pt x="64" y="333"/>
                  </a:lnTo>
                  <a:lnTo>
                    <a:pt x="50" y="408"/>
                  </a:lnTo>
                  <a:lnTo>
                    <a:pt x="40" y="459"/>
                  </a:lnTo>
                  <a:lnTo>
                    <a:pt x="28" y="509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8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65640" name="Freeform 609">
              <a:extLst>
                <a:ext uri="{FF2B5EF4-FFF2-40B4-BE49-F238E27FC236}">
                  <a16:creationId xmlns:a16="http://schemas.microsoft.com/office/drawing/2014/main" id="{4847EB99-E449-D54E-B45A-C554FD7D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688"/>
              <a:ext cx="184" cy="153"/>
            </a:xfrm>
            <a:custGeom>
              <a:avLst/>
              <a:gdLst>
                <a:gd name="T0" fmla="*/ 1 w 500"/>
                <a:gd name="T1" fmla="*/ 4 h 377"/>
                <a:gd name="T2" fmla="*/ 1 w 500"/>
                <a:gd name="T3" fmla="*/ 3 h 377"/>
                <a:gd name="T4" fmla="*/ 0 w 500"/>
                <a:gd name="T5" fmla="*/ 3 h 377"/>
                <a:gd name="T6" fmla="*/ 0 w 500"/>
                <a:gd name="T7" fmla="*/ 3 h 377"/>
                <a:gd name="T8" fmla="*/ 0 w 500"/>
                <a:gd name="T9" fmla="*/ 3 h 377"/>
                <a:gd name="T10" fmla="*/ 0 w 500"/>
                <a:gd name="T11" fmla="*/ 3 h 377"/>
                <a:gd name="T12" fmla="*/ 0 w 500"/>
                <a:gd name="T13" fmla="*/ 3 h 377"/>
                <a:gd name="T14" fmla="*/ 0 w 500"/>
                <a:gd name="T15" fmla="*/ 3 h 377"/>
                <a:gd name="T16" fmla="*/ 0 w 500"/>
                <a:gd name="T17" fmla="*/ 3 h 377"/>
                <a:gd name="T18" fmla="*/ 0 w 500"/>
                <a:gd name="T19" fmla="*/ 3 h 377"/>
                <a:gd name="T20" fmla="*/ 0 w 500"/>
                <a:gd name="T21" fmla="*/ 2 h 377"/>
                <a:gd name="T22" fmla="*/ 0 w 500"/>
                <a:gd name="T23" fmla="*/ 2 h 377"/>
                <a:gd name="T24" fmla="*/ 0 w 500"/>
                <a:gd name="T25" fmla="*/ 2 h 377"/>
                <a:gd name="T26" fmla="*/ 0 w 500"/>
                <a:gd name="T27" fmla="*/ 2 h 377"/>
                <a:gd name="T28" fmla="*/ 0 w 500"/>
                <a:gd name="T29" fmla="*/ 2 h 377"/>
                <a:gd name="T30" fmla="*/ 0 w 500"/>
                <a:gd name="T31" fmla="*/ 2 h 377"/>
                <a:gd name="T32" fmla="*/ 0 w 500"/>
                <a:gd name="T33" fmla="*/ 2 h 377"/>
                <a:gd name="T34" fmla="*/ 0 w 500"/>
                <a:gd name="T35" fmla="*/ 2 h 377"/>
                <a:gd name="T36" fmla="*/ 0 w 500"/>
                <a:gd name="T37" fmla="*/ 2 h 377"/>
                <a:gd name="T38" fmla="*/ 0 w 500"/>
                <a:gd name="T39" fmla="*/ 2 h 377"/>
                <a:gd name="T40" fmla="*/ 1 w 500"/>
                <a:gd name="T41" fmla="*/ 2 h 377"/>
                <a:gd name="T42" fmla="*/ 1 w 500"/>
                <a:gd name="T43" fmla="*/ 1 h 377"/>
                <a:gd name="T44" fmla="*/ 1 w 500"/>
                <a:gd name="T45" fmla="*/ 1 h 377"/>
                <a:gd name="T46" fmla="*/ 1 w 500"/>
                <a:gd name="T47" fmla="*/ 1 h 377"/>
                <a:gd name="T48" fmla="*/ 1 w 500"/>
                <a:gd name="T49" fmla="*/ 0 h 377"/>
                <a:gd name="T50" fmla="*/ 1 w 500"/>
                <a:gd name="T51" fmla="*/ 0 h 377"/>
                <a:gd name="T52" fmla="*/ 1 w 500"/>
                <a:gd name="T53" fmla="*/ 0 h 377"/>
                <a:gd name="T54" fmla="*/ 1 w 500"/>
                <a:gd name="T55" fmla="*/ 0 h 377"/>
                <a:gd name="T56" fmla="*/ 1 w 500"/>
                <a:gd name="T57" fmla="*/ 0 h 377"/>
                <a:gd name="T58" fmla="*/ 1 w 500"/>
                <a:gd name="T59" fmla="*/ 0 h 377"/>
                <a:gd name="T60" fmla="*/ 1 w 500"/>
                <a:gd name="T61" fmla="*/ 0 h 377"/>
                <a:gd name="T62" fmla="*/ 2 w 500"/>
                <a:gd name="T63" fmla="*/ 0 h 377"/>
                <a:gd name="T64" fmla="*/ 2 w 500"/>
                <a:gd name="T65" fmla="*/ 0 h 377"/>
                <a:gd name="T66" fmla="*/ 2 w 500"/>
                <a:gd name="T67" fmla="*/ 0 h 377"/>
                <a:gd name="T68" fmla="*/ 2 w 500"/>
                <a:gd name="T69" fmla="*/ 0 h 377"/>
                <a:gd name="T70" fmla="*/ 2 w 500"/>
                <a:gd name="T71" fmla="*/ 0 h 377"/>
                <a:gd name="T72" fmla="*/ 2 w 500"/>
                <a:gd name="T73" fmla="*/ 0 h 377"/>
                <a:gd name="T74" fmla="*/ 2 w 500"/>
                <a:gd name="T75" fmla="*/ 0 h 377"/>
                <a:gd name="T76" fmla="*/ 2 w 500"/>
                <a:gd name="T77" fmla="*/ 1 h 377"/>
                <a:gd name="T78" fmla="*/ 2 w 500"/>
                <a:gd name="T79" fmla="*/ 1 h 377"/>
                <a:gd name="T80" fmla="*/ 2 w 500"/>
                <a:gd name="T81" fmla="*/ 1 h 377"/>
                <a:gd name="T82" fmla="*/ 2 w 500"/>
                <a:gd name="T83" fmla="*/ 2 h 377"/>
                <a:gd name="T84" fmla="*/ 3 w 500"/>
                <a:gd name="T85" fmla="*/ 2 h 377"/>
                <a:gd name="T86" fmla="*/ 3 w 500"/>
                <a:gd name="T87" fmla="*/ 2 h 377"/>
                <a:gd name="T88" fmla="*/ 3 w 500"/>
                <a:gd name="T89" fmla="*/ 2 h 377"/>
                <a:gd name="T90" fmla="*/ 3 w 500"/>
                <a:gd name="T91" fmla="*/ 2 h 377"/>
                <a:gd name="T92" fmla="*/ 3 w 500"/>
                <a:gd name="T93" fmla="*/ 2 h 377"/>
                <a:gd name="T94" fmla="*/ 3 w 500"/>
                <a:gd name="T95" fmla="*/ 2 h 377"/>
                <a:gd name="T96" fmla="*/ 3 w 500"/>
                <a:gd name="T97" fmla="*/ 2 h 377"/>
                <a:gd name="T98" fmla="*/ 3 w 500"/>
                <a:gd name="T99" fmla="*/ 2 h 377"/>
                <a:gd name="T100" fmla="*/ 3 w 500"/>
                <a:gd name="T101" fmla="*/ 2 h 377"/>
                <a:gd name="T102" fmla="*/ 3 w 500"/>
                <a:gd name="T103" fmla="*/ 2 h 377"/>
                <a:gd name="T104" fmla="*/ 3 w 500"/>
                <a:gd name="T105" fmla="*/ 3 h 377"/>
                <a:gd name="T106" fmla="*/ 3 w 500"/>
                <a:gd name="T107" fmla="*/ 3 h 377"/>
                <a:gd name="T108" fmla="*/ 3 w 500"/>
                <a:gd name="T109" fmla="*/ 3 h 377"/>
                <a:gd name="T110" fmla="*/ 3 w 500"/>
                <a:gd name="T111" fmla="*/ 3 h 377"/>
                <a:gd name="T112" fmla="*/ 3 w 500"/>
                <a:gd name="T113" fmla="*/ 3 h 377"/>
                <a:gd name="T114" fmla="*/ 3 w 500"/>
                <a:gd name="T115" fmla="*/ 3 h 377"/>
                <a:gd name="T116" fmla="*/ 2 w 500"/>
                <a:gd name="T117" fmla="*/ 3 h 377"/>
                <a:gd name="T118" fmla="*/ 2 w 500"/>
                <a:gd name="T119" fmla="*/ 4 h 377"/>
                <a:gd name="T120" fmla="*/ 1 w 500"/>
                <a:gd name="T121" fmla="*/ 4 h 3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00"/>
                <a:gd name="T184" fmla="*/ 0 h 377"/>
                <a:gd name="T185" fmla="*/ 500 w 500"/>
                <a:gd name="T186" fmla="*/ 377 h 37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00" h="377">
                  <a:moveTo>
                    <a:pt x="160" y="375"/>
                  </a:moveTo>
                  <a:lnTo>
                    <a:pt x="160" y="292"/>
                  </a:lnTo>
                  <a:lnTo>
                    <a:pt x="61" y="292"/>
                  </a:lnTo>
                  <a:lnTo>
                    <a:pt x="50" y="289"/>
                  </a:lnTo>
                  <a:lnTo>
                    <a:pt x="41" y="286"/>
                  </a:lnTo>
                  <a:lnTo>
                    <a:pt x="31" y="280"/>
                  </a:lnTo>
                  <a:lnTo>
                    <a:pt x="21" y="273"/>
                  </a:lnTo>
                  <a:lnTo>
                    <a:pt x="13" y="265"/>
                  </a:lnTo>
                  <a:lnTo>
                    <a:pt x="7" y="255"/>
                  </a:lnTo>
                  <a:lnTo>
                    <a:pt x="3" y="248"/>
                  </a:lnTo>
                  <a:lnTo>
                    <a:pt x="0" y="237"/>
                  </a:lnTo>
                  <a:lnTo>
                    <a:pt x="0" y="226"/>
                  </a:lnTo>
                  <a:lnTo>
                    <a:pt x="0" y="216"/>
                  </a:lnTo>
                  <a:lnTo>
                    <a:pt x="3" y="204"/>
                  </a:lnTo>
                  <a:lnTo>
                    <a:pt x="10" y="191"/>
                  </a:lnTo>
                  <a:lnTo>
                    <a:pt x="19" y="181"/>
                  </a:lnTo>
                  <a:lnTo>
                    <a:pt x="29" y="171"/>
                  </a:lnTo>
                  <a:lnTo>
                    <a:pt x="41" y="163"/>
                  </a:lnTo>
                  <a:lnTo>
                    <a:pt x="49" y="157"/>
                  </a:lnTo>
                  <a:lnTo>
                    <a:pt x="60" y="153"/>
                  </a:lnTo>
                  <a:lnTo>
                    <a:pt x="162" y="153"/>
                  </a:lnTo>
                  <a:lnTo>
                    <a:pt x="162" y="80"/>
                  </a:lnTo>
                  <a:lnTo>
                    <a:pt x="166" y="70"/>
                  </a:lnTo>
                  <a:lnTo>
                    <a:pt x="172" y="58"/>
                  </a:lnTo>
                  <a:lnTo>
                    <a:pt x="178" y="47"/>
                  </a:lnTo>
                  <a:lnTo>
                    <a:pt x="187" y="35"/>
                  </a:lnTo>
                  <a:lnTo>
                    <a:pt x="198" y="24"/>
                  </a:lnTo>
                  <a:lnTo>
                    <a:pt x="209" y="16"/>
                  </a:lnTo>
                  <a:lnTo>
                    <a:pt x="218" y="10"/>
                  </a:lnTo>
                  <a:lnTo>
                    <a:pt x="232" y="4"/>
                  </a:lnTo>
                  <a:lnTo>
                    <a:pt x="246" y="0"/>
                  </a:lnTo>
                  <a:lnTo>
                    <a:pt x="261" y="0"/>
                  </a:lnTo>
                  <a:lnTo>
                    <a:pt x="276" y="3"/>
                  </a:lnTo>
                  <a:lnTo>
                    <a:pt x="289" y="9"/>
                  </a:lnTo>
                  <a:lnTo>
                    <a:pt x="300" y="15"/>
                  </a:lnTo>
                  <a:lnTo>
                    <a:pt x="312" y="24"/>
                  </a:lnTo>
                  <a:lnTo>
                    <a:pt x="325" y="36"/>
                  </a:lnTo>
                  <a:lnTo>
                    <a:pt x="335" y="47"/>
                  </a:lnTo>
                  <a:lnTo>
                    <a:pt x="340" y="58"/>
                  </a:lnTo>
                  <a:lnTo>
                    <a:pt x="345" y="70"/>
                  </a:lnTo>
                  <a:lnTo>
                    <a:pt x="347" y="85"/>
                  </a:lnTo>
                  <a:lnTo>
                    <a:pt x="347" y="152"/>
                  </a:lnTo>
                  <a:lnTo>
                    <a:pt x="443" y="152"/>
                  </a:lnTo>
                  <a:lnTo>
                    <a:pt x="454" y="157"/>
                  </a:lnTo>
                  <a:lnTo>
                    <a:pt x="464" y="163"/>
                  </a:lnTo>
                  <a:lnTo>
                    <a:pt x="473" y="170"/>
                  </a:lnTo>
                  <a:lnTo>
                    <a:pt x="483" y="179"/>
                  </a:lnTo>
                  <a:lnTo>
                    <a:pt x="490" y="189"/>
                  </a:lnTo>
                  <a:lnTo>
                    <a:pt x="496" y="200"/>
                  </a:lnTo>
                  <a:lnTo>
                    <a:pt x="498" y="212"/>
                  </a:lnTo>
                  <a:lnTo>
                    <a:pt x="500" y="223"/>
                  </a:lnTo>
                  <a:lnTo>
                    <a:pt x="500" y="236"/>
                  </a:lnTo>
                  <a:lnTo>
                    <a:pt x="496" y="247"/>
                  </a:lnTo>
                  <a:lnTo>
                    <a:pt x="490" y="259"/>
                  </a:lnTo>
                  <a:lnTo>
                    <a:pt x="483" y="268"/>
                  </a:lnTo>
                  <a:lnTo>
                    <a:pt x="474" y="278"/>
                  </a:lnTo>
                  <a:lnTo>
                    <a:pt x="464" y="284"/>
                  </a:lnTo>
                  <a:lnTo>
                    <a:pt x="442" y="292"/>
                  </a:lnTo>
                  <a:lnTo>
                    <a:pt x="347" y="292"/>
                  </a:lnTo>
                  <a:lnTo>
                    <a:pt x="347" y="377"/>
                  </a:lnTo>
                  <a:lnTo>
                    <a:pt x="160" y="375"/>
                  </a:lnTo>
                  <a:close/>
                </a:path>
              </a:pathLst>
            </a:custGeom>
            <a:solidFill>
              <a:srgbClr val="E0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41" name="Oval 610">
              <a:extLst>
                <a:ext uri="{FF2B5EF4-FFF2-40B4-BE49-F238E27FC236}">
                  <a16:creationId xmlns:a16="http://schemas.microsoft.com/office/drawing/2014/main" id="{5BE754D6-EE7A-EE44-9A22-69A1AC84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2752"/>
              <a:ext cx="51" cy="57"/>
            </a:xfrm>
            <a:prstGeom prst="ellipse">
              <a:avLst/>
            </a:prstGeom>
            <a:solidFill>
              <a:srgbClr val="FFA04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5642" name="Rectangle 611">
              <a:extLst>
                <a:ext uri="{FF2B5EF4-FFF2-40B4-BE49-F238E27FC236}">
                  <a16:creationId xmlns:a16="http://schemas.microsoft.com/office/drawing/2014/main" id="{9A95AF00-8A0E-3D4D-88AD-D5AF86F6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829"/>
              <a:ext cx="314" cy="819"/>
            </a:xfrm>
            <a:prstGeom prst="rect">
              <a:avLst/>
            </a:prstGeom>
            <a:solidFill>
              <a:srgbClr val="FF8000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5643" name="Freeform 612">
              <a:extLst>
                <a:ext uri="{FF2B5EF4-FFF2-40B4-BE49-F238E27FC236}">
                  <a16:creationId xmlns:a16="http://schemas.microsoft.com/office/drawing/2014/main" id="{955F5D72-E272-9E4E-AF80-C82D849F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851"/>
              <a:ext cx="218" cy="215"/>
            </a:xfrm>
            <a:custGeom>
              <a:avLst/>
              <a:gdLst>
                <a:gd name="T0" fmla="*/ 0 w 595"/>
                <a:gd name="T1" fmla="*/ 2 h 538"/>
                <a:gd name="T2" fmla="*/ 0 w 595"/>
                <a:gd name="T3" fmla="*/ 2 h 538"/>
                <a:gd name="T4" fmla="*/ 0 w 595"/>
                <a:gd name="T5" fmla="*/ 2 h 538"/>
                <a:gd name="T6" fmla="*/ 0 w 595"/>
                <a:gd name="T7" fmla="*/ 2 h 538"/>
                <a:gd name="T8" fmla="*/ 0 w 595"/>
                <a:gd name="T9" fmla="*/ 1 h 538"/>
                <a:gd name="T10" fmla="*/ 0 w 595"/>
                <a:gd name="T11" fmla="*/ 1 h 538"/>
                <a:gd name="T12" fmla="*/ 0 w 595"/>
                <a:gd name="T13" fmla="*/ 1 h 538"/>
                <a:gd name="T14" fmla="*/ 0 w 595"/>
                <a:gd name="T15" fmla="*/ 1 h 538"/>
                <a:gd name="T16" fmla="*/ 0 w 595"/>
                <a:gd name="T17" fmla="*/ 1 h 538"/>
                <a:gd name="T18" fmla="*/ 0 w 595"/>
                <a:gd name="T19" fmla="*/ 1 h 538"/>
                <a:gd name="T20" fmla="*/ 1 w 595"/>
                <a:gd name="T21" fmla="*/ 0 h 538"/>
                <a:gd name="T22" fmla="*/ 1 w 595"/>
                <a:gd name="T23" fmla="*/ 0 h 538"/>
                <a:gd name="T24" fmla="*/ 1 w 595"/>
                <a:gd name="T25" fmla="*/ 0 h 538"/>
                <a:gd name="T26" fmla="*/ 1 w 595"/>
                <a:gd name="T27" fmla="*/ 0 h 538"/>
                <a:gd name="T28" fmla="*/ 1 w 595"/>
                <a:gd name="T29" fmla="*/ 0 h 538"/>
                <a:gd name="T30" fmla="*/ 1 w 595"/>
                <a:gd name="T31" fmla="*/ 0 h 538"/>
                <a:gd name="T32" fmla="*/ 2 w 595"/>
                <a:gd name="T33" fmla="*/ 0 h 538"/>
                <a:gd name="T34" fmla="*/ 2 w 595"/>
                <a:gd name="T35" fmla="*/ 0 h 538"/>
                <a:gd name="T36" fmla="*/ 2 w 595"/>
                <a:gd name="T37" fmla="*/ 0 h 538"/>
                <a:gd name="T38" fmla="*/ 2 w 595"/>
                <a:gd name="T39" fmla="*/ 0 h 538"/>
                <a:gd name="T40" fmla="*/ 3 w 595"/>
                <a:gd name="T41" fmla="*/ 0 h 538"/>
                <a:gd name="T42" fmla="*/ 3 w 595"/>
                <a:gd name="T43" fmla="*/ 0 h 538"/>
                <a:gd name="T44" fmla="*/ 3 w 595"/>
                <a:gd name="T45" fmla="*/ 0 h 538"/>
                <a:gd name="T46" fmla="*/ 3 w 595"/>
                <a:gd name="T47" fmla="*/ 0 h 538"/>
                <a:gd name="T48" fmla="*/ 3 w 595"/>
                <a:gd name="T49" fmla="*/ 0 h 538"/>
                <a:gd name="T50" fmla="*/ 3 w 595"/>
                <a:gd name="T51" fmla="*/ 0 h 538"/>
                <a:gd name="T52" fmla="*/ 3 w 595"/>
                <a:gd name="T53" fmla="*/ 0 h 538"/>
                <a:gd name="T54" fmla="*/ 3 w 595"/>
                <a:gd name="T55" fmla="*/ 1 h 538"/>
                <a:gd name="T56" fmla="*/ 3 w 595"/>
                <a:gd name="T57" fmla="*/ 1 h 538"/>
                <a:gd name="T58" fmla="*/ 4 w 595"/>
                <a:gd name="T59" fmla="*/ 1 h 538"/>
                <a:gd name="T60" fmla="*/ 4 w 595"/>
                <a:gd name="T61" fmla="*/ 1 h 538"/>
                <a:gd name="T62" fmla="*/ 4 w 595"/>
                <a:gd name="T63" fmla="*/ 1 h 538"/>
                <a:gd name="T64" fmla="*/ 4 w 595"/>
                <a:gd name="T65" fmla="*/ 1 h 538"/>
                <a:gd name="T66" fmla="*/ 4 w 595"/>
                <a:gd name="T67" fmla="*/ 1 h 538"/>
                <a:gd name="T68" fmla="*/ 4 w 595"/>
                <a:gd name="T69" fmla="*/ 1 h 538"/>
                <a:gd name="T70" fmla="*/ 4 w 595"/>
                <a:gd name="T71" fmla="*/ 2 h 538"/>
                <a:gd name="T72" fmla="*/ 4 w 595"/>
                <a:gd name="T73" fmla="*/ 2 h 538"/>
                <a:gd name="T74" fmla="*/ 4 w 595"/>
                <a:gd name="T75" fmla="*/ 2 h 538"/>
                <a:gd name="T76" fmla="*/ 4 w 595"/>
                <a:gd name="T77" fmla="*/ 6 h 538"/>
                <a:gd name="T78" fmla="*/ 0 w 595"/>
                <a:gd name="T79" fmla="*/ 6 h 538"/>
                <a:gd name="T80" fmla="*/ 0 w 595"/>
                <a:gd name="T81" fmla="*/ 2 h 5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8"/>
                <a:gd name="T125" fmla="*/ 595 w 595"/>
                <a:gd name="T126" fmla="*/ 538 h 5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8">
                  <a:moveTo>
                    <a:pt x="0" y="185"/>
                  </a:moveTo>
                  <a:lnTo>
                    <a:pt x="1" y="168"/>
                  </a:lnTo>
                  <a:lnTo>
                    <a:pt x="6" y="150"/>
                  </a:lnTo>
                  <a:lnTo>
                    <a:pt x="13" y="134"/>
                  </a:lnTo>
                  <a:lnTo>
                    <a:pt x="23" y="119"/>
                  </a:lnTo>
                  <a:lnTo>
                    <a:pt x="31" y="107"/>
                  </a:lnTo>
                  <a:lnTo>
                    <a:pt x="41" y="95"/>
                  </a:lnTo>
                  <a:lnTo>
                    <a:pt x="53" y="81"/>
                  </a:lnTo>
                  <a:lnTo>
                    <a:pt x="68" y="68"/>
                  </a:lnTo>
                  <a:lnTo>
                    <a:pt x="88" y="56"/>
                  </a:lnTo>
                  <a:lnTo>
                    <a:pt x="112" y="43"/>
                  </a:lnTo>
                  <a:lnTo>
                    <a:pt x="134" y="32"/>
                  </a:lnTo>
                  <a:lnTo>
                    <a:pt x="162" y="22"/>
                  </a:lnTo>
                  <a:lnTo>
                    <a:pt x="187" y="14"/>
                  </a:lnTo>
                  <a:lnTo>
                    <a:pt x="217" y="8"/>
                  </a:lnTo>
                  <a:lnTo>
                    <a:pt x="244" y="3"/>
                  </a:lnTo>
                  <a:lnTo>
                    <a:pt x="265" y="2"/>
                  </a:lnTo>
                  <a:lnTo>
                    <a:pt x="291" y="0"/>
                  </a:lnTo>
                  <a:lnTo>
                    <a:pt x="317" y="0"/>
                  </a:lnTo>
                  <a:lnTo>
                    <a:pt x="338" y="2"/>
                  </a:lnTo>
                  <a:lnTo>
                    <a:pt x="359" y="4"/>
                  </a:lnTo>
                  <a:lnTo>
                    <a:pt x="383" y="9"/>
                  </a:lnTo>
                  <a:lnTo>
                    <a:pt x="405" y="14"/>
                  </a:lnTo>
                  <a:lnTo>
                    <a:pt x="428" y="21"/>
                  </a:lnTo>
                  <a:lnTo>
                    <a:pt x="448" y="28"/>
                  </a:lnTo>
                  <a:lnTo>
                    <a:pt x="470" y="38"/>
                  </a:lnTo>
                  <a:lnTo>
                    <a:pt x="485" y="45"/>
                  </a:lnTo>
                  <a:lnTo>
                    <a:pt x="499" y="54"/>
                  </a:lnTo>
                  <a:lnTo>
                    <a:pt x="512" y="62"/>
                  </a:lnTo>
                  <a:lnTo>
                    <a:pt x="526" y="72"/>
                  </a:lnTo>
                  <a:lnTo>
                    <a:pt x="539" y="83"/>
                  </a:lnTo>
                  <a:lnTo>
                    <a:pt x="553" y="97"/>
                  </a:lnTo>
                  <a:lnTo>
                    <a:pt x="564" y="110"/>
                  </a:lnTo>
                  <a:lnTo>
                    <a:pt x="572" y="122"/>
                  </a:lnTo>
                  <a:lnTo>
                    <a:pt x="579" y="133"/>
                  </a:lnTo>
                  <a:lnTo>
                    <a:pt x="585" y="145"/>
                  </a:lnTo>
                  <a:lnTo>
                    <a:pt x="590" y="157"/>
                  </a:lnTo>
                  <a:lnTo>
                    <a:pt x="595" y="173"/>
                  </a:lnTo>
                  <a:lnTo>
                    <a:pt x="595" y="538"/>
                  </a:lnTo>
                  <a:lnTo>
                    <a:pt x="1" y="536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FFA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44" name="Freeform 613">
              <a:extLst>
                <a:ext uri="{FF2B5EF4-FFF2-40B4-BE49-F238E27FC236}">
                  <a16:creationId xmlns:a16="http://schemas.microsoft.com/office/drawing/2014/main" id="{EE59D110-5EC1-6048-8F28-AEFA2CE0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861"/>
              <a:ext cx="218" cy="217"/>
            </a:xfrm>
            <a:custGeom>
              <a:avLst/>
              <a:gdLst>
                <a:gd name="T0" fmla="*/ 0 w 595"/>
                <a:gd name="T1" fmla="*/ 2 h 539"/>
                <a:gd name="T2" fmla="*/ 0 w 595"/>
                <a:gd name="T3" fmla="*/ 2 h 539"/>
                <a:gd name="T4" fmla="*/ 0 w 595"/>
                <a:gd name="T5" fmla="*/ 2 h 539"/>
                <a:gd name="T6" fmla="*/ 0 w 595"/>
                <a:gd name="T7" fmla="*/ 2 h 539"/>
                <a:gd name="T8" fmla="*/ 0 w 595"/>
                <a:gd name="T9" fmla="*/ 1 h 539"/>
                <a:gd name="T10" fmla="*/ 0 w 595"/>
                <a:gd name="T11" fmla="*/ 1 h 539"/>
                <a:gd name="T12" fmla="*/ 0 w 595"/>
                <a:gd name="T13" fmla="*/ 1 h 539"/>
                <a:gd name="T14" fmla="*/ 0 w 595"/>
                <a:gd name="T15" fmla="*/ 1 h 539"/>
                <a:gd name="T16" fmla="*/ 0 w 595"/>
                <a:gd name="T17" fmla="*/ 1 h 539"/>
                <a:gd name="T18" fmla="*/ 0 w 595"/>
                <a:gd name="T19" fmla="*/ 1 h 539"/>
                <a:gd name="T20" fmla="*/ 1 w 595"/>
                <a:gd name="T21" fmla="*/ 0 h 539"/>
                <a:gd name="T22" fmla="*/ 1 w 595"/>
                <a:gd name="T23" fmla="*/ 0 h 539"/>
                <a:gd name="T24" fmla="*/ 1 w 595"/>
                <a:gd name="T25" fmla="*/ 0 h 539"/>
                <a:gd name="T26" fmla="*/ 1 w 595"/>
                <a:gd name="T27" fmla="*/ 0 h 539"/>
                <a:gd name="T28" fmla="*/ 1 w 595"/>
                <a:gd name="T29" fmla="*/ 0 h 539"/>
                <a:gd name="T30" fmla="*/ 1 w 595"/>
                <a:gd name="T31" fmla="*/ 0 h 539"/>
                <a:gd name="T32" fmla="*/ 2 w 595"/>
                <a:gd name="T33" fmla="*/ 0 h 539"/>
                <a:gd name="T34" fmla="*/ 2 w 595"/>
                <a:gd name="T35" fmla="*/ 0 h 539"/>
                <a:gd name="T36" fmla="*/ 2 w 595"/>
                <a:gd name="T37" fmla="*/ 0 h 539"/>
                <a:gd name="T38" fmla="*/ 2 w 595"/>
                <a:gd name="T39" fmla="*/ 0 h 539"/>
                <a:gd name="T40" fmla="*/ 3 w 595"/>
                <a:gd name="T41" fmla="*/ 0 h 539"/>
                <a:gd name="T42" fmla="*/ 3 w 595"/>
                <a:gd name="T43" fmla="*/ 0 h 539"/>
                <a:gd name="T44" fmla="*/ 3 w 595"/>
                <a:gd name="T45" fmla="*/ 0 h 539"/>
                <a:gd name="T46" fmla="*/ 3 w 595"/>
                <a:gd name="T47" fmla="*/ 0 h 539"/>
                <a:gd name="T48" fmla="*/ 3 w 595"/>
                <a:gd name="T49" fmla="*/ 0 h 539"/>
                <a:gd name="T50" fmla="*/ 3 w 595"/>
                <a:gd name="T51" fmla="*/ 0 h 539"/>
                <a:gd name="T52" fmla="*/ 3 w 595"/>
                <a:gd name="T53" fmla="*/ 0 h 539"/>
                <a:gd name="T54" fmla="*/ 3 w 595"/>
                <a:gd name="T55" fmla="*/ 1 h 539"/>
                <a:gd name="T56" fmla="*/ 3 w 595"/>
                <a:gd name="T57" fmla="*/ 1 h 539"/>
                <a:gd name="T58" fmla="*/ 4 w 595"/>
                <a:gd name="T59" fmla="*/ 1 h 539"/>
                <a:gd name="T60" fmla="*/ 4 w 595"/>
                <a:gd name="T61" fmla="*/ 1 h 539"/>
                <a:gd name="T62" fmla="*/ 4 w 595"/>
                <a:gd name="T63" fmla="*/ 1 h 539"/>
                <a:gd name="T64" fmla="*/ 4 w 595"/>
                <a:gd name="T65" fmla="*/ 1 h 539"/>
                <a:gd name="T66" fmla="*/ 4 w 595"/>
                <a:gd name="T67" fmla="*/ 1 h 539"/>
                <a:gd name="T68" fmla="*/ 4 w 595"/>
                <a:gd name="T69" fmla="*/ 2 h 539"/>
                <a:gd name="T70" fmla="*/ 4 w 595"/>
                <a:gd name="T71" fmla="*/ 2 h 539"/>
                <a:gd name="T72" fmla="*/ 4 w 595"/>
                <a:gd name="T73" fmla="*/ 2 h 539"/>
                <a:gd name="T74" fmla="*/ 4 w 595"/>
                <a:gd name="T75" fmla="*/ 2 h 539"/>
                <a:gd name="T76" fmla="*/ 4 w 595"/>
                <a:gd name="T77" fmla="*/ 6 h 539"/>
                <a:gd name="T78" fmla="*/ 0 w 595"/>
                <a:gd name="T79" fmla="*/ 6 h 539"/>
                <a:gd name="T80" fmla="*/ 0 w 595"/>
                <a:gd name="T81" fmla="*/ 2 h 53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9"/>
                <a:gd name="T125" fmla="*/ 595 w 595"/>
                <a:gd name="T126" fmla="*/ 539 h 53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9">
                  <a:moveTo>
                    <a:pt x="0" y="184"/>
                  </a:moveTo>
                  <a:lnTo>
                    <a:pt x="1" y="169"/>
                  </a:lnTo>
                  <a:lnTo>
                    <a:pt x="6" y="151"/>
                  </a:lnTo>
                  <a:lnTo>
                    <a:pt x="13" y="135"/>
                  </a:lnTo>
                  <a:lnTo>
                    <a:pt x="23" y="119"/>
                  </a:lnTo>
                  <a:lnTo>
                    <a:pt x="31" y="107"/>
                  </a:lnTo>
                  <a:lnTo>
                    <a:pt x="41" y="95"/>
                  </a:lnTo>
                  <a:lnTo>
                    <a:pt x="53" y="82"/>
                  </a:lnTo>
                  <a:lnTo>
                    <a:pt x="68" y="69"/>
                  </a:lnTo>
                  <a:lnTo>
                    <a:pt x="88" y="57"/>
                  </a:lnTo>
                  <a:lnTo>
                    <a:pt x="112" y="44"/>
                  </a:lnTo>
                  <a:lnTo>
                    <a:pt x="134" y="33"/>
                  </a:lnTo>
                  <a:lnTo>
                    <a:pt x="162" y="23"/>
                  </a:lnTo>
                  <a:lnTo>
                    <a:pt x="187" y="15"/>
                  </a:lnTo>
                  <a:lnTo>
                    <a:pt x="217" y="9"/>
                  </a:lnTo>
                  <a:lnTo>
                    <a:pt x="244" y="4"/>
                  </a:lnTo>
                  <a:lnTo>
                    <a:pt x="265" y="3"/>
                  </a:lnTo>
                  <a:lnTo>
                    <a:pt x="291" y="0"/>
                  </a:lnTo>
                  <a:lnTo>
                    <a:pt x="317" y="0"/>
                  </a:lnTo>
                  <a:lnTo>
                    <a:pt x="338" y="3"/>
                  </a:lnTo>
                  <a:lnTo>
                    <a:pt x="359" y="5"/>
                  </a:lnTo>
                  <a:lnTo>
                    <a:pt x="383" y="10"/>
                  </a:lnTo>
                  <a:lnTo>
                    <a:pt x="405" y="15"/>
                  </a:lnTo>
                  <a:lnTo>
                    <a:pt x="428" y="22"/>
                  </a:lnTo>
                  <a:lnTo>
                    <a:pt x="448" y="29"/>
                  </a:lnTo>
                  <a:lnTo>
                    <a:pt x="470" y="39"/>
                  </a:lnTo>
                  <a:lnTo>
                    <a:pt x="485" y="46"/>
                  </a:lnTo>
                  <a:lnTo>
                    <a:pt x="499" y="55"/>
                  </a:lnTo>
                  <a:lnTo>
                    <a:pt x="512" y="63"/>
                  </a:lnTo>
                  <a:lnTo>
                    <a:pt x="526" y="73"/>
                  </a:lnTo>
                  <a:lnTo>
                    <a:pt x="539" y="83"/>
                  </a:lnTo>
                  <a:lnTo>
                    <a:pt x="553" y="98"/>
                  </a:lnTo>
                  <a:lnTo>
                    <a:pt x="564" y="111"/>
                  </a:lnTo>
                  <a:lnTo>
                    <a:pt x="572" y="123"/>
                  </a:lnTo>
                  <a:lnTo>
                    <a:pt x="579" y="134"/>
                  </a:lnTo>
                  <a:lnTo>
                    <a:pt x="585" y="146"/>
                  </a:lnTo>
                  <a:lnTo>
                    <a:pt x="590" y="158"/>
                  </a:lnTo>
                  <a:lnTo>
                    <a:pt x="595" y="172"/>
                  </a:lnTo>
                  <a:lnTo>
                    <a:pt x="595" y="539"/>
                  </a:lnTo>
                  <a:lnTo>
                    <a:pt x="1" y="536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0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45" name="Oval 614">
              <a:extLst>
                <a:ext uri="{FF2B5EF4-FFF2-40B4-BE49-F238E27FC236}">
                  <a16:creationId xmlns:a16="http://schemas.microsoft.com/office/drawing/2014/main" id="{3F42B3FF-5834-3C43-A483-703FABB79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871"/>
              <a:ext cx="185" cy="203"/>
            </a:xfrm>
            <a:prstGeom prst="ellipse">
              <a:avLst/>
            </a:prstGeom>
            <a:solidFill>
              <a:srgbClr val="FF404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5646" name="Group 615">
              <a:extLst>
                <a:ext uri="{FF2B5EF4-FFF2-40B4-BE49-F238E27FC236}">
                  <a16:creationId xmlns:a16="http://schemas.microsoft.com/office/drawing/2014/main" id="{788CFD34-8107-AA4E-8C2F-C3079DDE66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4" y="2891"/>
              <a:ext cx="33" cy="32"/>
              <a:chOff x="3019" y="1781"/>
              <a:chExt cx="18" cy="16"/>
            </a:xfrm>
          </p:grpSpPr>
          <p:sp>
            <p:nvSpPr>
              <p:cNvPr id="65659" name="Oval 616">
                <a:extLst>
                  <a:ext uri="{FF2B5EF4-FFF2-40B4-BE49-F238E27FC236}">
                    <a16:creationId xmlns:a16="http://schemas.microsoft.com/office/drawing/2014/main" id="{9D709547-EEEE-4A44-BAE2-28D8F4F35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781"/>
                <a:ext cx="11" cy="11"/>
              </a:xfrm>
              <a:prstGeom prst="ellipse">
                <a:avLst/>
              </a:prstGeom>
              <a:solidFill>
                <a:srgbClr val="FF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660" name="Oval 617">
                <a:extLst>
                  <a:ext uri="{FF2B5EF4-FFF2-40B4-BE49-F238E27FC236}">
                    <a16:creationId xmlns:a16="http://schemas.microsoft.com/office/drawing/2014/main" id="{F3BB5BDF-F847-F04C-8C0B-FC97DD5CB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788"/>
                <a:ext cx="9" cy="9"/>
              </a:xfrm>
              <a:prstGeom prst="ellipse">
                <a:avLst/>
              </a:prstGeom>
              <a:solidFill>
                <a:srgbClr val="FF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sp>
          <p:nvSpPr>
            <p:cNvPr id="65647" name="Freeform 618">
              <a:extLst>
                <a:ext uri="{FF2B5EF4-FFF2-40B4-BE49-F238E27FC236}">
                  <a16:creationId xmlns:a16="http://schemas.microsoft.com/office/drawing/2014/main" id="{03962B6F-D7B8-9940-9B1C-B975A57AA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124"/>
              <a:ext cx="218" cy="215"/>
            </a:xfrm>
            <a:custGeom>
              <a:avLst/>
              <a:gdLst>
                <a:gd name="T0" fmla="*/ 0 w 595"/>
                <a:gd name="T1" fmla="*/ 2 h 538"/>
                <a:gd name="T2" fmla="*/ 0 w 595"/>
                <a:gd name="T3" fmla="*/ 2 h 538"/>
                <a:gd name="T4" fmla="*/ 0 w 595"/>
                <a:gd name="T5" fmla="*/ 2 h 538"/>
                <a:gd name="T6" fmla="*/ 0 w 595"/>
                <a:gd name="T7" fmla="*/ 2 h 538"/>
                <a:gd name="T8" fmla="*/ 0 w 595"/>
                <a:gd name="T9" fmla="*/ 1 h 538"/>
                <a:gd name="T10" fmla="*/ 0 w 595"/>
                <a:gd name="T11" fmla="*/ 1 h 538"/>
                <a:gd name="T12" fmla="*/ 0 w 595"/>
                <a:gd name="T13" fmla="*/ 1 h 538"/>
                <a:gd name="T14" fmla="*/ 0 w 595"/>
                <a:gd name="T15" fmla="*/ 1 h 538"/>
                <a:gd name="T16" fmla="*/ 0 w 595"/>
                <a:gd name="T17" fmla="*/ 1 h 538"/>
                <a:gd name="T18" fmla="*/ 0 w 595"/>
                <a:gd name="T19" fmla="*/ 1 h 538"/>
                <a:gd name="T20" fmla="*/ 1 w 595"/>
                <a:gd name="T21" fmla="*/ 0 h 538"/>
                <a:gd name="T22" fmla="*/ 1 w 595"/>
                <a:gd name="T23" fmla="*/ 0 h 538"/>
                <a:gd name="T24" fmla="*/ 1 w 595"/>
                <a:gd name="T25" fmla="*/ 0 h 538"/>
                <a:gd name="T26" fmla="*/ 1 w 595"/>
                <a:gd name="T27" fmla="*/ 0 h 538"/>
                <a:gd name="T28" fmla="*/ 1 w 595"/>
                <a:gd name="T29" fmla="*/ 0 h 538"/>
                <a:gd name="T30" fmla="*/ 1 w 595"/>
                <a:gd name="T31" fmla="*/ 0 h 538"/>
                <a:gd name="T32" fmla="*/ 2 w 595"/>
                <a:gd name="T33" fmla="*/ 0 h 538"/>
                <a:gd name="T34" fmla="*/ 2 w 595"/>
                <a:gd name="T35" fmla="*/ 0 h 538"/>
                <a:gd name="T36" fmla="*/ 2 w 595"/>
                <a:gd name="T37" fmla="*/ 0 h 538"/>
                <a:gd name="T38" fmla="*/ 2 w 595"/>
                <a:gd name="T39" fmla="*/ 0 h 538"/>
                <a:gd name="T40" fmla="*/ 3 w 595"/>
                <a:gd name="T41" fmla="*/ 0 h 538"/>
                <a:gd name="T42" fmla="*/ 3 w 595"/>
                <a:gd name="T43" fmla="*/ 0 h 538"/>
                <a:gd name="T44" fmla="*/ 3 w 595"/>
                <a:gd name="T45" fmla="*/ 0 h 538"/>
                <a:gd name="T46" fmla="*/ 3 w 595"/>
                <a:gd name="T47" fmla="*/ 0 h 538"/>
                <a:gd name="T48" fmla="*/ 3 w 595"/>
                <a:gd name="T49" fmla="*/ 0 h 538"/>
                <a:gd name="T50" fmla="*/ 3 w 595"/>
                <a:gd name="T51" fmla="*/ 0 h 538"/>
                <a:gd name="T52" fmla="*/ 3 w 595"/>
                <a:gd name="T53" fmla="*/ 0 h 538"/>
                <a:gd name="T54" fmla="*/ 3 w 595"/>
                <a:gd name="T55" fmla="*/ 1 h 538"/>
                <a:gd name="T56" fmla="*/ 3 w 595"/>
                <a:gd name="T57" fmla="*/ 1 h 538"/>
                <a:gd name="T58" fmla="*/ 4 w 595"/>
                <a:gd name="T59" fmla="*/ 1 h 538"/>
                <a:gd name="T60" fmla="*/ 4 w 595"/>
                <a:gd name="T61" fmla="*/ 1 h 538"/>
                <a:gd name="T62" fmla="*/ 4 w 595"/>
                <a:gd name="T63" fmla="*/ 1 h 538"/>
                <a:gd name="T64" fmla="*/ 4 w 595"/>
                <a:gd name="T65" fmla="*/ 1 h 538"/>
                <a:gd name="T66" fmla="*/ 4 w 595"/>
                <a:gd name="T67" fmla="*/ 1 h 538"/>
                <a:gd name="T68" fmla="*/ 4 w 595"/>
                <a:gd name="T69" fmla="*/ 1 h 538"/>
                <a:gd name="T70" fmla="*/ 4 w 595"/>
                <a:gd name="T71" fmla="*/ 2 h 538"/>
                <a:gd name="T72" fmla="*/ 4 w 595"/>
                <a:gd name="T73" fmla="*/ 2 h 538"/>
                <a:gd name="T74" fmla="*/ 4 w 595"/>
                <a:gd name="T75" fmla="*/ 2 h 538"/>
                <a:gd name="T76" fmla="*/ 4 w 595"/>
                <a:gd name="T77" fmla="*/ 6 h 538"/>
                <a:gd name="T78" fmla="*/ 0 w 595"/>
                <a:gd name="T79" fmla="*/ 6 h 538"/>
                <a:gd name="T80" fmla="*/ 0 w 595"/>
                <a:gd name="T81" fmla="*/ 2 h 5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8"/>
                <a:gd name="T125" fmla="*/ 595 w 595"/>
                <a:gd name="T126" fmla="*/ 538 h 5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8">
                  <a:moveTo>
                    <a:pt x="0" y="185"/>
                  </a:moveTo>
                  <a:lnTo>
                    <a:pt x="1" y="168"/>
                  </a:lnTo>
                  <a:lnTo>
                    <a:pt x="6" y="150"/>
                  </a:lnTo>
                  <a:lnTo>
                    <a:pt x="13" y="135"/>
                  </a:lnTo>
                  <a:lnTo>
                    <a:pt x="23" y="119"/>
                  </a:lnTo>
                  <a:lnTo>
                    <a:pt x="31" y="107"/>
                  </a:lnTo>
                  <a:lnTo>
                    <a:pt x="41" y="95"/>
                  </a:lnTo>
                  <a:lnTo>
                    <a:pt x="53" y="82"/>
                  </a:lnTo>
                  <a:lnTo>
                    <a:pt x="69" y="69"/>
                  </a:lnTo>
                  <a:lnTo>
                    <a:pt x="88" y="57"/>
                  </a:lnTo>
                  <a:lnTo>
                    <a:pt x="112" y="43"/>
                  </a:lnTo>
                  <a:lnTo>
                    <a:pt x="135" y="32"/>
                  </a:lnTo>
                  <a:lnTo>
                    <a:pt x="162" y="23"/>
                  </a:lnTo>
                  <a:lnTo>
                    <a:pt x="189" y="14"/>
                  </a:lnTo>
                  <a:lnTo>
                    <a:pt x="218" y="8"/>
                  </a:lnTo>
                  <a:lnTo>
                    <a:pt x="244" y="4"/>
                  </a:lnTo>
                  <a:lnTo>
                    <a:pt x="266" y="2"/>
                  </a:lnTo>
                  <a:lnTo>
                    <a:pt x="291" y="0"/>
                  </a:lnTo>
                  <a:lnTo>
                    <a:pt x="317" y="0"/>
                  </a:lnTo>
                  <a:lnTo>
                    <a:pt x="338" y="2"/>
                  </a:lnTo>
                  <a:lnTo>
                    <a:pt x="360" y="5"/>
                  </a:lnTo>
                  <a:lnTo>
                    <a:pt x="384" y="10"/>
                  </a:lnTo>
                  <a:lnTo>
                    <a:pt x="405" y="14"/>
                  </a:lnTo>
                  <a:lnTo>
                    <a:pt x="428" y="22"/>
                  </a:lnTo>
                  <a:lnTo>
                    <a:pt x="449" y="29"/>
                  </a:lnTo>
                  <a:lnTo>
                    <a:pt x="470" y="38"/>
                  </a:lnTo>
                  <a:lnTo>
                    <a:pt x="486" y="46"/>
                  </a:lnTo>
                  <a:lnTo>
                    <a:pt x="499" y="54"/>
                  </a:lnTo>
                  <a:lnTo>
                    <a:pt x="512" y="63"/>
                  </a:lnTo>
                  <a:lnTo>
                    <a:pt x="527" y="72"/>
                  </a:lnTo>
                  <a:lnTo>
                    <a:pt x="540" y="83"/>
                  </a:lnTo>
                  <a:lnTo>
                    <a:pt x="553" y="97"/>
                  </a:lnTo>
                  <a:lnTo>
                    <a:pt x="564" y="111"/>
                  </a:lnTo>
                  <a:lnTo>
                    <a:pt x="572" y="123"/>
                  </a:lnTo>
                  <a:lnTo>
                    <a:pt x="580" y="133"/>
                  </a:lnTo>
                  <a:lnTo>
                    <a:pt x="586" y="145"/>
                  </a:lnTo>
                  <a:lnTo>
                    <a:pt x="590" y="157"/>
                  </a:lnTo>
                  <a:lnTo>
                    <a:pt x="595" y="173"/>
                  </a:lnTo>
                  <a:lnTo>
                    <a:pt x="595" y="538"/>
                  </a:lnTo>
                  <a:lnTo>
                    <a:pt x="1" y="536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FFA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48" name="Freeform 619">
              <a:extLst>
                <a:ext uri="{FF2B5EF4-FFF2-40B4-BE49-F238E27FC236}">
                  <a16:creationId xmlns:a16="http://schemas.microsoft.com/office/drawing/2014/main" id="{9CD83FDD-16FD-D24D-8F3A-88B46C39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132"/>
              <a:ext cx="218" cy="217"/>
            </a:xfrm>
            <a:custGeom>
              <a:avLst/>
              <a:gdLst>
                <a:gd name="T0" fmla="*/ 0 w 595"/>
                <a:gd name="T1" fmla="*/ 2 h 538"/>
                <a:gd name="T2" fmla="*/ 0 w 595"/>
                <a:gd name="T3" fmla="*/ 2 h 538"/>
                <a:gd name="T4" fmla="*/ 0 w 595"/>
                <a:gd name="T5" fmla="*/ 2 h 538"/>
                <a:gd name="T6" fmla="*/ 0 w 595"/>
                <a:gd name="T7" fmla="*/ 2 h 538"/>
                <a:gd name="T8" fmla="*/ 0 w 595"/>
                <a:gd name="T9" fmla="*/ 1 h 538"/>
                <a:gd name="T10" fmla="*/ 0 w 595"/>
                <a:gd name="T11" fmla="*/ 1 h 538"/>
                <a:gd name="T12" fmla="*/ 0 w 595"/>
                <a:gd name="T13" fmla="*/ 1 h 538"/>
                <a:gd name="T14" fmla="*/ 0 w 595"/>
                <a:gd name="T15" fmla="*/ 1 h 538"/>
                <a:gd name="T16" fmla="*/ 0 w 595"/>
                <a:gd name="T17" fmla="*/ 1 h 538"/>
                <a:gd name="T18" fmla="*/ 0 w 595"/>
                <a:gd name="T19" fmla="*/ 1 h 538"/>
                <a:gd name="T20" fmla="*/ 1 w 595"/>
                <a:gd name="T21" fmla="*/ 0 h 538"/>
                <a:gd name="T22" fmla="*/ 1 w 595"/>
                <a:gd name="T23" fmla="*/ 0 h 538"/>
                <a:gd name="T24" fmla="*/ 1 w 595"/>
                <a:gd name="T25" fmla="*/ 0 h 538"/>
                <a:gd name="T26" fmla="*/ 1 w 595"/>
                <a:gd name="T27" fmla="*/ 0 h 538"/>
                <a:gd name="T28" fmla="*/ 1 w 595"/>
                <a:gd name="T29" fmla="*/ 0 h 538"/>
                <a:gd name="T30" fmla="*/ 1 w 595"/>
                <a:gd name="T31" fmla="*/ 0 h 538"/>
                <a:gd name="T32" fmla="*/ 2 w 595"/>
                <a:gd name="T33" fmla="*/ 0 h 538"/>
                <a:gd name="T34" fmla="*/ 2 w 595"/>
                <a:gd name="T35" fmla="*/ 0 h 538"/>
                <a:gd name="T36" fmla="*/ 2 w 595"/>
                <a:gd name="T37" fmla="*/ 0 h 538"/>
                <a:gd name="T38" fmla="*/ 2 w 595"/>
                <a:gd name="T39" fmla="*/ 0 h 538"/>
                <a:gd name="T40" fmla="*/ 3 w 595"/>
                <a:gd name="T41" fmla="*/ 0 h 538"/>
                <a:gd name="T42" fmla="*/ 3 w 595"/>
                <a:gd name="T43" fmla="*/ 0 h 538"/>
                <a:gd name="T44" fmla="*/ 3 w 595"/>
                <a:gd name="T45" fmla="*/ 0 h 538"/>
                <a:gd name="T46" fmla="*/ 3 w 595"/>
                <a:gd name="T47" fmla="*/ 0 h 538"/>
                <a:gd name="T48" fmla="*/ 3 w 595"/>
                <a:gd name="T49" fmla="*/ 0 h 538"/>
                <a:gd name="T50" fmla="*/ 3 w 595"/>
                <a:gd name="T51" fmla="*/ 0 h 538"/>
                <a:gd name="T52" fmla="*/ 3 w 595"/>
                <a:gd name="T53" fmla="*/ 0 h 538"/>
                <a:gd name="T54" fmla="*/ 3 w 595"/>
                <a:gd name="T55" fmla="*/ 1 h 538"/>
                <a:gd name="T56" fmla="*/ 3 w 595"/>
                <a:gd name="T57" fmla="*/ 1 h 538"/>
                <a:gd name="T58" fmla="*/ 4 w 595"/>
                <a:gd name="T59" fmla="*/ 1 h 538"/>
                <a:gd name="T60" fmla="*/ 4 w 595"/>
                <a:gd name="T61" fmla="*/ 1 h 538"/>
                <a:gd name="T62" fmla="*/ 4 w 595"/>
                <a:gd name="T63" fmla="*/ 1 h 538"/>
                <a:gd name="T64" fmla="*/ 4 w 595"/>
                <a:gd name="T65" fmla="*/ 1 h 538"/>
                <a:gd name="T66" fmla="*/ 4 w 595"/>
                <a:gd name="T67" fmla="*/ 1 h 538"/>
                <a:gd name="T68" fmla="*/ 4 w 595"/>
                <a:gd name="T69" fmla="*/ 2 h 538"/>
                <a:gd name="T70" fmla="*/ 4 w 595"/>
                <a:gd name="T71" fmla="*/ 2 h 538"/>
                <a:gd name="T72" fmla="*/ 4 w 595"/>
                <a:gd name="T73" fmla="*/ 2 h 538"/>
                <a:gd name="T74" fmla="*/ 4 w 595"/>
                <a:gd name="T75" fmla="*/ 2 h 538"/>
                <a:gd name="T76" fmla="*/ 4 w 595"/>
                <a:gd name="T77" fmla="*/ 6 h 538"/>
                <a:gd name="T78" fmla="*/ 0 w 595"/>
                <a:gd name="T79" fmla="*/ 6 h 538"/>
                <a:gd name="T80" fmla="*/ 0 w 595"/>
                <a:gd name="T81" fmla="*/ 2 h 5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8"/>
                <a:gd name="T125" fmla="*/ 595 w 595"/>
                <a:gd name="T126" fmla="*/ 538 h 5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8">
                  <a:moveTo>
                    <a:pt x="0" y="185"/>
                  </a:moveTo>
                  <a:lnTo>
                    <a:pt x="2" y="168"/>
                  </a:lnTo>
                  <a:lnTo>
                    <a:pt x="6" y="150"/>
                  </a:lnTo>
                  <a:lnTo>
                    <a:pt x="14" y="134"/>
                  </a:lnTo>
                  <a:lnTo>
                    <a:pt x="23" y="119"/>
                  </a:lnTo>
                  <a:lnTo>
                    <a:pt x="32" y="107"/>
                  </a:lnTo>
                  <a:lnTo>
                    <a:pt x="41" y="95"/>
                  </a:lnTo>
                  <a:lnTo>
                    <a:pt x="53" y="82"/>
                  </a:lnTo>
                  <a:lnTo>
                    <a:pt x="69" y="68"/>
                  </a:lnTo>
                  <a:lnTo>
                    <a:pt x="88" y="56"/>
                  </a:lnTo>
                  <a:lnTo>
                    <a:pt x="112" y="43"/>
                  </a:lnTo>
                  <a:lnTo>
                    <a:pt x="135" y="32"/>
                  </a:lnTo>
                  <a:lnTo>
                    <a:pt x="163" y="23"/>
                  </a:lnTo>
                  <a:lnTo>
                    <a:pt x="189" y="14"/>
                  </a:lnTo>
                  <a:lnTo>
                    <a:pt x="218" y="8"/>
                  </a:lnTo>
                  <a:lnTo>
                    <a:pt x="244" y="3"/>
                  </a:lnTo>
                  <a:lnTo>
                    <a:pt x="266" y="2"/>
                  </a:lnTo>
                  <a:lnTo>
                    <a:pt x="291" y="0"/>
                  </a:lnTo>
                  <a:lnTo>
                    <a:pt x="318" y="0"/>
                  </a:lnTo>
                  <a:lnTo>
                    <a:pt x="338" y="2"/>
                  </a:lnTo>
                  <a:lnTo>
                    <a:pt x="360" y="5"/>
                  </a:lnTo>
                  <a:lnTo>
                    <a:pt x="384" y="9"/>
                  </a:lnTo>
                  <a:lnTo>
                    <a:pt x="405" y="14"/>
                  </a:lnTo>
                  <a:lnTo>
                    <a:pt x="428" y="21"/>
                  </a:lnTo>
                  <a:lnTo>
                    <a:pt x="449" y="29"/>
                  </a:lnTo>
                  <a:lnTo>
                    <a:pt x="470" y="38"/>
                  </a:lnTo>
                  <a:lnTo>
                    <a:pt x="486" y="46"/>
                  </a:lnTo>
                  <a:lnTo>
                    <a:pt x="499" y="54"/>
                  </a:lnTo>
                  <a:lnTo>
                    <a:pt x="512" y="62"/>
                  </a:lnTo>
                  <a:lnTo>
                    <a:pt x="527" y="72"/>
                  </a:lnTo>
                  <a:lnTo>
                    <a:pt x="540" y="83"/>
                  </a:lnTo>
                  <a:lnTo>
                    <a:pt x="553" y="97"/>
                  </a:lnTo>
                  <a:lnTo>
                    <a:pt x="564" y="110"/>
                  </a:lnTo>
                  <a:lnTo>
                    <a:pt x="573" y="122"/>
                  </a:lnTo>
                  <a:lnTo>
                    <a:pt x="580" y="133"/>
                  </a:lnTo>
                  <a:lnTo>
                    <a:pt x="586" y="145"/>
                  </a:lnTo>
                  <a:lnTo>
                    <a:pt x="591" y="157"/>
                  </a:lnTo>
                  <a:lnTo>
                    <a:pt x="595" y="173"/>
                  </a:lnTo>
                  <a:lnTo>
                    <a:pt x="595" y="538"/>
                  </a:lnTo>
                  <a:lnTo>
                    <a:pt x="2" y="536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E0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49" name="Oval 620">
              <a:extLst>
                <a:ext uri="{FF2B5EF4-FFF2-40B4-BE49-F238E27FC236}">
                  <a16:creationId xmlns:a16="http://schemas.microsoft.com/office/drawing/2014/main" id="{4E787069-B7CE-A746-A173-B8C3EF11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3142"/>
              <a:ext cx="185" cy="205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5650" name="Group 621">
              <a:extLst>
                <a:ext uri="{FF2B5EF4-FFF2-40B4-BE49-F238E27FC236}">
                  <a16:creationId xmlns:a16="http://schemas.microsoft.com/office/drawing/2014/main" id="{5A0D9A1E-CA7D-A048-9E9D-024EF268F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8" y="3162"/>
              <a:ext cx="33" cy="32"/>
              <a:chOff x="3016" y="1916"/>
              <a:chExt cx="18" cy="16"/>
            </a:xfrm>
          </p:grpSpPr>
          <p:sp>
            <p:nvSpPr>
              <p:cNvPr id="65657" name="Oval 622">
                <a:extLst>
                  <a:ext uri="{FF2B5EF4-FFF2-40B4-BE49-F238E27FC236}">
                    <a16:creationId xmlns:a16="http://schemas.microsoft.com/office/drawing/2014/main" id="{22CD008E-D08B-C44D-84FE-59419B81C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916"/>
                <a:ext cx="12" cy="12"/>
              </a:xfrm>
              <a:prstGeom prst="ellipse">
                <a:avLst/>
              </a:pr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658" name="Oval 623">
                <a:extLst>
                  <a:ext uri="{FF2B5EF4-FFF2-40B4-BE49-F238E27FC236}">
                    <a16:creationId xmlns:a16="http://schemas.microsoft.com/office/drawing/2014/main" id="{12B5F107-E099-0A40-AAE6-2BAF03A28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923"/>
                <a:ext cx="9" cy="9"/>
              </a:xfrm>
              <a:prstGeom prst="ellipse">
                <a:avLst/>
              </a:pr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  <p:sp>
          <p:nvSpPr>
            <p:cNvPr id="65651" name="Freeform 624">
              <a:extLst>
                <a:ext uri="{FF2B5EF4-FFF2-40B4-BE49-F238E27FC236}">
                  <a16:creationId xmlns:a16="http://schemas.microsoft.com/office/drawing/2014/main" id="{81111527-F0AA-914B-8129-D4539CAC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383"/>
              <a:ext cx="218" cy="215"/>
            </a:xfrm>
            <a:custGeom>
              <a:avLst/>
              <a:gdLst>
                <a:gd name="T0" fmla="*/ 0 w 595"/>
                <a:gd name="T1" fmla="*/ 2 h 537"/>
                <a:gd name="T2" fmla="*/ 0 w 595"/>
                <a:gd name="T3" fmla="*/ 2 h 537"/>
                <a:gd name="T4" fmla="*/ 0 w 595"/>
                <a:gd name="T5" fmla="*/ 2 h 537"/>
                <a:gd name="T6" fmla="*/ 0 w 595"/>
                <a:gd name="T7" fmla="*/ 2 h 537"/>
                <a:gd name="T8" fmla="*/ 0 w 595"/>
                <a:gd name="T9" fmla="*/ 1 h 537"/>
                <a:gd name="T10" fmla="*/ 0 w 595"/>
                <a:gd name="T11" fmla="*/ 1 h 537"/>
                <a:gd name="T12" fmla="*/ 0 w 595"/>
                <a:gd name="T13" fmla="*/ 1 h 537"/>
                <a:gd name="T14" fmla="*/ 0 w 595"/>
                <a:gd name="T15" fmla="*/ 1 h 537"/>
                <a:gd name="T16" fmla="*/ 0 w 595"/>
                <a:gd name="T17" fmla="*/ 1 h 537"/>
                <a:gd name="T18" fmla="*/ 0 w 595"/>
                <a:gd name="T19" fmla="*/ 1 h 537"/>
                <a:gd name="T20" fmla="*/ 1 w 595"/>
                <a:gd name="T21" fmla="*/ 0 h 537"/>
                <a:gd name="T22" fmla="*/ 1 w 595"/>
                <a:gd name="T23" fmla="*/ 0 h 537"/>
                <a:gd name="T24" fmla="*/ 1 w 595"/>
                <a:gd name="T25" fmla="*/ 0 h 537"/>
                <a:gd name="T26" fmla="*/ 1 w 595"/>
                <a:gd name="T27" fmla="*/ 0 h 537"/>
                <a:gd name="T28" fmla="*/ 1 w 595"/>
                <a:gd name="T29" fmla="*/ 0 h 537"/>
                <a:gd name="T30" fmla="*/ 1 w 595"/>
                <a:gd name="T31" fmla="*/ 0 h 537"/>
                <a:gd name="T32" fmla="*/ 2 w 595"/>
                <a:gd name="T33" fmla="*/ 0 h 537"/>
                <a:gd name="T34" fmla="*/ 2 w 595"/>
                <a:gd name="T35" fmla="*/ 0 h 537"/>
                <a:gd name="T36" fmla="*/ 2 w 595"/>
                <a:gd name="T37" fmla="*/ 0 h 537"/>
                <a:gd name="T38" fmla="*/ 2 w 595"/>
                <a:gd name="T39" fmla="*/ 0 h 537"/>
                <a:gd name="T40" fmla="*/ 3 w 595"/>
                <a:gd name="T41" fmla="*/ 0 h 537"/>
                <a:gd name="T42" fmla="*/ 3 w 595"/>
                <a:gd name="T43" fmla="*/ 0 h 537"/>
                <a:gd name="T44" fmla="*/ 3 w 595"/>
                <a:gd name="T45" fmla="*/ 0 h 537"/>
                <a:gd name="T46" fmla="*/ 3 w 595"/>
                <a:gd name="T47" fmla="*/ 0 h 537"/>
                <a:gd name="T48" fmla="*/ 3 w 595"/>
                <a:gd name="T49" fmla="*/ 0 h 537"/>
                <a:gd name="T50" fmla="*/ 3 w 595"/>
                <a:gd name="T51" fmla="*/ 0 h 537"/>
                <a:gd name="T52" fmla="*/ 3 w 595"/>
                <a:gd name="T53" fmla="*/ 0 h 537"/>
                <a:gd name="T54" fmla="*/ 3 w 595"/>
                <a:gd name="T55" fmla="*/ 1 h 537"/>
                <a:gd name="T56" fmla="*/ 3 w 595"/>
                <a:gd name="T57" fmla="*/ 1 h 537"/>
                <a:gd name="T58" fmla="*/ 4 w 595"/>
                <a:gd name="T59" fmla="*/ 1 h 537"/>
                <a:gd name="T60" fmla="*/ 4 w 595"/>
                <a:gd name="T61" fmla="*/ 1 h 537"/>
                <a:gd name="T62" fmla="*/ 4 w 595"/>
                <a:gd name="T63" fmla="*/ 1 h 537"/>
                <a:gd name="T64" fmla="*/ 4 w 595"/>
                <a:gd name="T65" fmla="*/ 1 h 537"/>
                <a:gd name="T66" fmla="*/ 4 w 595"/>
                <a:gd name="T67" fmla="*/ 1 h 537"/>
                <a:gd name="T68" fmla="*/ 4 w 595"/>
                <a:gd name="T69" fmla="*/ 1 h 537"/>
                <a:gd name="T70" fmla="*/ 4 w 595"/>
                <a:gd name="T71" fmla="*/ 2 h 537"/>
                <a:gd name="T72" fmla="*/ 4 w 595"/>
                <a:gd name="T73" fmla="*/ 2 h 537"/>
                <a:gd name="T74" fmla="*/ 4 w 595"/>
                <a:gd name="T75" fmla="*/ 2 h 537"/>
                <a:gd name="T76" fmla="*/ 4 w 595"/>
                <a:gd name="T77" fmla="*/ 6 h 537"/>
                <a:gd name="T78" fmla="*/ 0 w 595"/>
                <a:gd name="T79" fmla="*/ 6 h 537"/>
                <a:gd name="T80" fmla="*/ 0 w 595"/>
                <a:gd name="T81" fmla="*/ 2 h 5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7"/>
                <a:gd name="T125" fmla="*/ 595 w 595"/>
                <a:gd name="T126" fmla="*/ 537 h 5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7">
                  <a:moveTo>
                    <a:pt x="0" y="184"/>
                  </a:moveTo>
                  <a:lnTo>
                    <a:pt x="1" y="167"/>
                  </a:lnTo>
                  <a:lnTo>
                    <a:pt x="6" y="149"/>
                  </a:lnTo>
                  <a:lnTo>
                    <a:pt x="13" y="134"/>
                  </a:lnTo>
                  <a:lnTo>
                    <a:pt x="22" y="118"/>
                  </a:lnTo>
                  <a:lnTo>
                    <a:pt x="31" y="106"/>
                  </a:lnTo>
                  <a:lnTo>
                    <a:pt x="40" y="94"/>
                  </a:lnTo>
                  <a:lnTo>
                    <a:pt x="52" y="81"/>
                  </a:lnTo>
                  <a:lnTo>
                    <a:pt x="68" y="69"/>
                  </a:lnTo>
                  <a:lnTo>
                    <a:pt x="87" y="57"/>
                  </a:lnTo>
                  <a:lnTo>
                    <a:pt x="111" y="43"/>
                  </a:lnTo>
                  <a:lnTo>
                    <a:pt x="134" y="33"/>
                  </a:lnTo>
                  <a:lnTo>
                    <a:pt x="162" y="23"/>
                  </a:lnTo>
                  <a:lnTo>
                    <a:pt x="188" y="15"/>
                  </a:lnTo>
                  <a:lnTo>
                    <a:pt x="217" y="9"/>
                  </a:lnTo>
                  <a:lnTo>
                    <a:pt x="244" y="4"/>
                  </a:lnTo>
                  <a:lnTo>
                    <a:pt x="265" y="3"/>
                  </a:lnTo>
                  <a:lnTo>
                    <a:pt x="290" y="0"/>
                  </a:lnTo>
                  <a:lnTo>
                    <a:pt x="317" y="0"/>
                  </a:lnTo>
                  <a:lnTo>
                    <a:pt x="337" y="3"/>
                  </a:lnTo>
                  <a:lnTo>
                    <a:pt x="359" y="5"/>
                  </a:lnTo>
                  <a:lnTo>
                    <a:pt x="383" y="10"/>
                  </a:lnTo>
                  <a:lnTo>
                    <a:pt x="405" y="15"/>
                  </a:lnTo>
                  <a:lnTo>
                    <a:pt x="427" y="22"/>
                  </a:lnTo>
                  <a:lnTo>
                    <a:pt x="448" y="29"/>
                  </a:lnTo>
                  <a:lnTo>
                    <a:pt x="470" y="39"/>
                  </a:lnTo>
                  <a:lnTo>
                    <a:pt x="485" y="46"/>
                  </a:lnTo>
                  <a:lnTo>
                    <a:pt x="498" y="54"/>
                  </a:lnTo>
                  <a:lnTo>
                    <a:pt x="512" y="63"/>
                  </a:lnTo>
                  <a:lnTo>
                    <a:pt x="526" y="72"/>
                  </a:lnTo>
                  <a:lnTo>
                    <a:pt x="539" y="82"/>
                  </a:lnTo>
                  <a:lnTo>
                    <a:pt x="553" y="96"/>
                  </a:lnTo>
                  <a:lnTo>
                    <a:pt x="563" y="110"/>
                  </a:lnTo>
                  <a:lnTo>
                    <a:pt x="572" y="122"/>
                  </a:lnTo>
                  <a:lnTo>
                    <a:pt x="579" y="132"/>
                  </a:lnTo>
                  <a:lnTo>
                    <a:pt x="585" y="144"/>
                  </a:lnTo>
                  <a:lnTo>
                    <a:pt x="590" y="156"/>
                  </a:lnTo>
                  <a:lnTo>
                    <a:pt x="595" y="172"/>
                  </a:lnTo>
                  <a:lnTo>
                    <a:pt x="595" y="537"/>
                  </a:lnTo>
                  <a:lnTo>
                    <a:pt x="1" y="535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A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52" name="Freeform 625">
              <a:extLst>
                <a:ext uri="{FF2B5EF4-FFF2-40B4-BE49-F238E27FC236}">
                  <a16:creationId xmlns:a16="http://schemas.microsoft.com/office/drawing/2014/main" id="{611DA7CB-0321-0248-A2DE-62D3EC05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389"/>
              <a:ext cx="218" cy="217"/>
            </a:xfrm>
            <a:custGeom>
              <a:avLst/>
              <a:gdLst>
                <a:gd name="T0" fmla="*/ 0 w 595"/>
                <a:gd name="T1" fmla="*/ 2 h 538"/>
                <a:gd name="T2" fmla="*/ 0 w 595"/>
                <a:gd name="T3" fmla="*/ 2 h 538"/>
                <a:gd name="T4" fmla="*/ 0 w 595"/>
                <a:gd name="T5" fmla="*/ 2 h 538"/>
                <a:gd name="T6" fmla="*/ 0 w 595"/>
                <a:gd name="T7" fmla="*/ 2 h 538"/>
                <a:gd name="T8" fmla="*/ 0 w 595"/>
                <a:gd name="T9" fmla="*/ 1 h 538"/>
                <a:gd name="T10" fmla="*/ 0 w 595"/>
                <a:gd name="T11" fmla="*/ 1 h 538"/>
                <a:gd name="T12" fmla="*/ 0 w 595"/>
                <a:gd name="T13" fmla="*/ 1 h 538"/>
                <a:gd name="T14" fmla="*/ 0 w 595"/>
                <a:gd name="T15" fmla="*/ 1 h 538"/>
                <a:gd name="T16" fmla="*/ 0 w 595"/>
                <a:gd name="T17" fmla="*/ 1 h 538"/>
                <a:gd name="T18" fmla="*/ 0 w 595"/>
                <a:gd name="T19" fmla="*/ 1 h 538"/>
                <a:gd name="T20" fmla="*/ 1 w 595"/>
                <a:gd name="T21" fmla="*/ 0 h 538"/>
                <a:gd name="T22" fmla="*/ 1 w 595"/>
                <a:gd name="T23" fmla="*/ 0 h 538"/>
                <a:gd name="T24" fmla="*/ 1 w 595"/>
                <a:gd name="T25" fmla="*/ 0 h 538"/>
                <a:gd name="T26" fmla="*/ 1 w 595"/>
                <a:gd name="T27" fmla="*/ 0 h 538"/>
                <a:gd name="T28" fmla="*/ 1 w 595"/>
                <a:gd name="T29" fmla="*/ 0 h 538"/>
                <a:gd name="T30" fmla="*/ 1 w 595"/>
                <a:gd name="T31" fmla="*/ 0 h 538"/>
                <a:gd name="T32" fmla="*/ 2 w 595"/>
                <a:gd name="T33" fmla="*/ 0 h 538"/>
                <a:gd name="T34" fmla="*/ 2 w 595"/>
                <a:gd name="T35" fmla="*/ 0 h 538"/>
                <a:gd name="T36" fmla="*/ 2 w 595"/>
                <a:gd name="T37" fmla="*/ 0 h 538"/>
                <a:gd name="T38" fmla="*/ 2 w 595"/>
                <a:gd name="T39" fmla="*/ 0 h 538"/>
                <a:gd name="T40" fmla="*/ 3 w 595"/>
                <a:gd name="T41" fmla="*/ 0 h 538"/>
                <a:gd name="T42" fmla="*/ 3 w 595"/>
                <a:gd name="T43" fmla="*/ 0 h 538"/>
                <a:gd name="T44" fmla="*/ 3 w 595"/>
                <a:gd name="T45" fmla="*/ 0 h 538"/>
                <a:gd name="T46" fmla="*/ 3 w 595"/>
                <a:gd name="T47" fmla="*/ 0 h 538"/>
                <a:gd name="T48" fmla="*/ 3 w 595"/>
                <a:gd name="T49" fmla="*/ 0 h 538"/>
                <a:gd name="T50" fmla="*/ 3 w 595"/>
                <a:gd name="T51" fmla="*/ 0 h 538"/>
                <a:gd name="T52" fmla="*/ 3 w 595"/>
                <a:gd name="T53" fmla="*/ 0 h 538"/>
                <a:gd name="T54" fmla="*/ 3 w 595"/>
                <a:gd name="T55" fmla="*/ 1 h 538"/>
                <a:gd name="T56" fmla="*/ 3 w 595"/>
                <a:gd name="T57" fmla="*/ 1 h 538"/>
                <a:gd name="T58" fmla="*/ 4 w 595"/>
                <a:gd name="T59" fmla="*/ 1 h 538"/>
                <a:gd name="T60" fmla="*/ 4 w 595"/>
                <a:gd name="T61" fmla="*/ 1 h 538"/>
                <a:gd name="T62" fmla="*/ 4 w 595"/>
                <a:gd name="T63" fmla="*/ 1 h 538"/>
                <a:gd name="T64" fmla="*/ 4 w 595"/>
                <a:gd name="T65" fmla="*/ 1 h 538"/>
                <a:gd name="T66" fmla="*/ 4 w 595"/>
                <a:gd name="T67" fmla="*/ 1 h 538"/>
                <a:gd name="T68" fmla="*/ 4 w 595"/>
                <a:gd name="T69" fmla="*/ 2 h 538"/>
                <a:gd name="T70" fmla="*/ 4 w 595"/>
                <a:gd name="T71" fmla="*/ 2 h 538"/>
                <a:gd name="T72" fmla="*/ 4 w 595"/>
                <a:gd name="T73" fmla="*/ 2 h 538"/>
                <a:gd name="T74" fmla="*/ 4 w 595"/>
                <a:gd name="T75" fmla="*/ 2 h 538"/>
                <a:gd name="T76" fmla="*/ 4 w 595"/>
                <a:gd name="T77" fmla="*/ 6 h 538"/>
                <a:gd name="T78" fmla="*/ 0 w 595"/>
                <a:gd name="T79" fmla="*/ 6 h 538"/>
                <a:gd name="T80" fmla="*/ 0 w 595"/>
                <a:gd name="T81" fmla="*/ 2 h 5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5"/>
                <a:gd name="T124" fmla="*/ 0 h 538"/>
                <a:gd name="T125" fmla="*/ 595 w 595"/>
                <a:gd name="T126" fmla="*/ 538 h 5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5" h="538">
                  <a:moveTo>
                    <a:pt x="0" y="184"/>
                  </a:moveTo>
                  <a:lnTo>
                    <a:pt x="1" y="167"/>
                  </a:lnTo>
                  <a:lnTo>
                    <a:pt x="6" y="149"/>
                  </a:lnTo>
                  <a:lnTo>
                    <a:pt x="13" y="134"/>
                  </a:lnTo>
                  <a:lnTo>
                    <a:pt x="23" y="118"/>
                  </a:lnTo>
                  <a:lnTo>
                    <a:pt x="31" y="106"/>
                  </a:lnTo>
                  <a:lnTo>
                    <a:pt x="41" y="94"/>
                  </a:lnTo>
                  <a:lnTo>
                    <a:pt x="53" y="81"/>
                  </a:lnTo>
                  <a:lnTo>
                    <a:pt x="68" y="68"/>
                  </a:lnTo>
                  <a:lnTo>
                    <a:pt x="88" y="56"/>
                  </a:lnTo>
                  <a:lnTo>
                    <a:pt x="112" y="44"/>
                  </a:lnTo>
                  <a:lnTo>
                    <a:pt x="134" y="33"/>
                  </a:lnTo>
                  <a:lnTo>
                    <a:pt x="162" y="23"/>
                  </a:lnTo>
                  <a:lnTo>
                    <a:pt x="187" y="15"/>
                  </a:lnTo>
                  <a:lnTo>
                    <a:pt x="217" y="9"/>
                  </a:lnTo>
                  <a:lnTo>
                    <a:pt x="244" y="4"/>
                  </a:lnTo>
                  <a:lnTo>
                    <a:pt x="265" y="3"/>
                  </a:lnTo>
                  <a:lnTo>
                    <a:pt x="291" y="0"/>
                  </a:lnTo>
                  <a:lnTo>
                    <a:pt x="317" y="0"/>
                  </a:lnTo>
                  <a:lnTo>
                    <a:pt x="338" y="3"/>
                  </a:lnTo>
                  <a:lnTo>
                    <a:pt x="359" y="5"/>
                  </a:lnTo>
                  <a:lnTo>
                    <a:pt x="383" y="10"/>
                  </a:lnTo>
                  <a:lnTo>
                    <a:pt x="405" y="15"/>
                  </a:lnTo>
                  <a:lnTo>
                    <a:pt x="428" y="22"/>
                  </a:lnTo>
                  <a:lnTo>
                    <a:pt x="448" y="29"/>
                  </a:lnTo>
                  <a:lnTo>
                    <a:pt x="470" y="39"/>
                  </a:lnTo>
                  <a:lnTo>
                    <a:pt x="485" y="46"/>
                  </a:lnTo>
                  <a:lnTo>
                    <a:pt x="499" y="55"/>
                  </a:lnTo>
                  <a:lnTo>
                    <a:pt x="512" y="62"/>
                  </a:lnTo>
                  <a:lnTo>
                    <a:pt x="526" y="71"/>
                  </a:lnTo>
                  <a:lnTo>
                    <a:pt x="539" y="82"/>
                  </a:lnTo>
                  <a:lnTo>
                    <a:pt x="553" y="97"/>
                  </a:lnTo>
                  <a:lnTo>
                    <a:pt x="564" y="110"/>
                  </a:lnTo>
                  <a:lnTo>
                    <a:pt x="572" y="122"/>
                  </a:lnTo>
                  <a:lnTo>
                    <a:pt x="579" y="133"/>
                  </a:lnTo>
                  <a:lnTo>
                    <a:pt x="585" y="145"/>
                  </a:lnTo>
                  <a:lnTo>
                    <a:pt x="590" y="157"/>
                  </a:lnTo>
                  <a:lnTo>
                    <a:pt x="595" y="172"/>
                  </a:lnTo>
                  <a:lnTo>
                    <a:pt x="595" y="538"/>
                  </a:lnTo>
                  <a:lnTo>
                    <a:pt x="1" y="535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0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5653" name="Oval 626">
              <a:extLst>
                <a:ext uri="{FF2B5EF4-FFF2-40B4-BE49-F238E27FC236}">
                  <a16:creationId xmlns:a16="http://schemas.microsoft.com/office/drawing/2014/main" id="{58219F5C-A4FA-7F45-B606-627E4FC3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399"/>
              <a:ext cx="185" cy="203"/>
            </a:xfrm>
            <a:prstGeom prst="ellipse">
              <a:avLst/>
            </a:prstGeom>
            <a:solidFill>
              <a:srgbClr val="66FF6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5654" name="Group 627">
              <a:extLst>
                <a:ext uri="{FF2B5EF4-FFF2-40B4-BE49-F238E27FC236}">
                  <a16:creationId xmlns:a16="http://schemas.microsoft.com/office/drawing/2014/main" id="{57FB88F3-5ACA-2646-88A2-A520326F6B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4" y="3419"/>
              <a:ext cx="33" cy="32"/>
              <a:chOff x="3019" y="2044"/>
              <a:chExt cx="18" cy="16"/>
            </a:xfrm>
          </p:grpSpPr>
          <p:sp>
            <p:nvSpPr>
              <p:cNvPr id="65655" name="Oval 628">
                <a:extLst>
                  <a:ext uri="{FF2B5EF4-FFF2-40B4-BE49-F238E27FC236}">
                    <a16:creationId xmlns:a16="http://schemas.microsoft.com/office/drawing/2014/main" id="{55781F19-1508-7540-B0AF-79C61E0CE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044"/>
                <a:ext cx="11" cy="11"/>
              </a:xfrm>
              <a:prstGeom prst="ellipse">
                <a:avLst/>
              </a:prstGeom>
              <a:solidFill>
                <a:srgbClr val="80F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656" name="Oval 629">
                <a:extLst>
                  <a:ext uri="{FF2B5EF4-FFF2-40B4-BE49-F238E27FC236}">
                    <a16:creationId xmlns:a16="http://schemas.microsoft.com/office/drawing/2014/main" id="{BA3B8772-A52B-B54C-878B-897D584B1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051"/>
                <a:ext cx="9" cy="9"/>
              </a:xfrm>
              <a:prstGeom prst="ellipse">
                <a:avLst/>
              </a:prstGeom>
              <a:solidFill>
                <a:srgbClr val="80F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  <p:grpSp>
        <p:nvGrpSpPr>
          <p:cNvPr id="65569" name="Group 630">
            <a:extLst>
              <a:ext uri="{FF2B5EF4-FFF2-40B4-BE49-F238E27FC236}">
                <a16:creationId xmlns:a16="http://schemas.microsoft.com/office/drawing/2014/main" id="{E69EE255-0516-4B45-96B7-215C569E212B}"/>
              </a:ext>
            </a:extLst>
          </p:cNvPr>
          <p:cNvGrpSpPr>
            <a:grpSpLocks/>
          </p:cNvGrpSpPr>
          <p:nvPr/>
        </p:nvGrpSpPr>
        <p:grpSpPr bwMode="auto">
          <a:xfrm>
            <a:off x="276225" y="914400"/>
            <a:ext cx="3576638" cy="1274763"/>
            <a:chOff x="1296" y="384"/>
            <a:chExt cx="3312" cy="960"/>
          </a:xfrm>
        </p:grpSpPr>
        <p:sp>
          <p:nvSpPr>
            <p:cNvPr id="65626" name="Rectangle 631">
              <a:extLst>
                <a:ext uri="{FF2B5EF4-FFF2-40B4-BE49-F238E27FC236}">
                  <a16:creationId xmlns:a16="http://schemas.microsoft.com/office/drawing/2014/main" id="{BA8A690E-718B-AA44-BF1A-05493ABC1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384"/>
              <a:ext cx="3312" cy="960"/>
            </a:xfrm>
            <a:prstGeom prst="rect">
              <a:avLst/>
            </a:prstGeom>
            <a:solidFill>
              <a:srgbClr val="EAEAE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pic>
          <p:nvPicPr>
            <p:cNvPr id="65627" name="Picture 632">
              <a:extLst>
                <a:ext uri="{FF2B5EF4-FFF2-40B4-BE49-F238E27FC236}">
                  <a16:creationId xmlns:a16="http://schemas.microsoft.com/office/drawing/2014/main" id="{4D33C3DF-F4F5-B240-9717-1B04EA025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6" y="384"/>
              <a:ext cx="3304" cy="9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70" name="Text Box 633">
            <a:extLst>
              <a:ext uri="{FF2B5EF4-FFF2-40B4-BE49-F238E27FC236}">
                <a16:creationId xmlns:a16="http://schemas.microsoft.com/office/drawing/2014/main" id="{AEDF06C5-FDC3-D747-9D18-D950608461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938" y="633413"/>
            <a:ext cx="25273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Modelo de referência</a:t>
            </a:r>
          </a:p>
        </p:txBody>
      </p:sp>
      <p:grpSp>
        <p:nvGrpSpPr>
          <p:cNvPr id="65571" name="Group 634">
            <a:extLst>
              <a:ext uri="{FF2B5EF4-FFF2-40B4-BE49-F238E27FC236}">
                <a16:creationId xmlns:a16="http://schemas.microsoft.com/office/drawing/2014/main" id="{B2322EA1-3547-D144-9EC4-75416886E4D3}"/>
              </a:ext>
            </a:extLst>
          </p:cNvPr>
          <p:cNvGrpSpPr>
            <a:grpSpLocks/>
          </p:cNvGrpSpPr>
          <p:nvPr/>
        </p:nvGrpSpPr>
        <p:grpSpPr bwMode="auto">
          <a:xfrm>
            <a:off x="176213" y="3081338"/>
            <a:ext cx="1544637" cy="1673225"/>
            <a:chOff x="224" y="2656"/>
            <a:chExt cx="973" cy="1054"/>
          </a:xfrm>
        </p:grpSpPr>
        <p:sp>
          <p:nvSpPr>
            <p:cNvPr id="65581" name="Rectangle 635">
              <a:extLst>
                <a:ext uri="{FF2B5EF4-FFF2-40B4-BE49-F238E27FC236}">
                  <a16:creationId xmlns:a16="http://schemas.microsoft.com/office/drawing/2014/main" id="{80EB5ADA-910E-3B48-8E07-E7C507D91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" y="2656"/>
              <a:ext cx="973" cy="1054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5582" name="Group 636">
              <a:extLst>
                <a:ext uri="{FF2B5EF4-FFF2-40B4-BE49-F238E27FC236}">
                  <a16:creationId xmlns:a16="http://schemas.microsoft.com/office/drawing/2014/main" id="{17ADC415-4BD2-1543-9BCE-CDFD5E4D9B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" y="2724"/>
              <a:ext cx="327" cy="378"/>
              <a:chOff x="4800" y="1776"/>
              <a:chExt cx="432" cy="579"/>
            </a:xfrm>
          </p:grpSpPr>
          <p:sp>
            <p:nvSpPr>
              <p:cNvPr id="65616" name="AutoShape 637">
                <a:extLst>
                  <a:ext uri="{FF2B5EF4-FFF2-40B4-BE49-F238E27FC236}">
                    <a16:creationId xmlns:a16="http://schemas.microsoft.com/office/drawing/2014/main" id="{C2FB26A6-DEC4-864E-9FCA-FE8ABF68F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617" name="Line 638">
                <a:extLst>
                  <a:ext uri="{FF2B5EF4-FFF2-40B4-BE49-F238E27FC236}">
                    <a16:creationId xmlns:a16="http://schemas.microsoft.com/office/drawing/2014/main" id="{D9210E87-05D7-EE46-B0C4-23DAC03C6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8" name="Line 639">
                <a:extLst>
                  <a:ext uri="{FF2B5EF4-FFF2-40B4-BE49-F238E27FC236}">
                    <a16:creationId xmlns:a16="http://schemas.microsoft.com/office/drawing/2014/main" id="{5132B4F2-7E76-2F44-86B4-7FE101ADE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9" name="Line 640">
                <a:extLst>
                  <a:ext uri="{FF2B5EF4-FFF2-40B4-BE49-F238E27FC236}">
                    <a16:creationId xmlns:a16="http://schemas.microsoft.com/office/drawing/2014/main" id="{7ED8546F-05BA-EA43-A755-941911950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0" name="Line 641">
                <a:extLst>
                  <a:ext uri="{FF2B5EF4-FFF2-40B4-BE49-F238E27FC236}">
                    <a16:creationId xmlns:a16="http://schemas.microsoft.com/office/drawing/2014/main" id="{9E6E6AC6-09EC-F84A-AD86-34F6566753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1" name="Line 642">
                <a:extLst>
                  <a:ext uri="{FF2B5EF4-FFF2-40B4-BE49-F238E27FC236}">
                    <a16:creationId xmlns:a16="http://schemas.microsoft.com/office/drawing/2014/main" id="{1159905A-9A73-4C4B-BA4F-3F64C1B88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2" name="Line 643">
                <a:extLst>
                  <a:ext uri="{FF2B5EF4-FFF2-40B4-BE49-F238E27FC236}">
                    <a16:creationId xmlns:a16="http://schemas.microsoft.com/office/drawing/2014/main" id="{FB878D1E-E3B5-634C-BE34-86E48DBA1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3" name="Line 644">
                <a:extLst>
                  <a:ext uri="{FF2B5EF4-FFF2-40B4-BE49-F238E27FC236}">
                    <a16:creationId xmlns:a16="http://schemas.microsoft.com/office/drawing/2014/main" id="{783D864C-11E4-8F4F-B8B3-D3152EF34F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4" name="Line 645">
                <a:extLst>
                  <a:ext uri="{FF2B5EF4-FFF2-40B4-BE49-F238E27FC236}">
                    <a16:creationId xmlns:a16="http://schemas.microsoft.com/office/drawing/2014/main" id="{B4E57ADD-F9FE-DD41-A094-48840CB19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25" name="Line 646">
                <a:extLst>
                  <a:ext uri="{FF2B5EF4-FFF2-40B4-BE49-F238E27FC236}">
                    <a16:creationId xmlns:a16="http://schemas.microsoft.com/office/drawing/2014/main" id="{3830943E-D259-974D-AC09-7A0F8B20C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65583" name="Group 647">
              <a:extLst>
                <a:ext uri="{FF2B5EF4-FFF2-40B4-BE49-F238E27FC236}">
                  <a16:creationId xmlns:a16="http://schemas.microsoft.com/office/drawing/2014/main" id="{A7008301-388C-6249-AF22-B7911B59E2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" y="2887"/>
              <a:ext cx="327" cy="378"/>
              <a:chOff x="4800" y="1776"/>
              <a:chExt cx="432" cy="579"/>
            </a:xfrm>
          </p:grpSpPr>
          <p:sp>
            <p:nvSpPr>
              <p:cNvPr id="65606" name="AutoShape 648">
                <a:extLst>
                  <a:ext uri="{FF2B5EF4-FFF2-40B4-BE49-F238E27FC236}">
                    <a16:creationId xmlns:a16="http://schemas.microsoft.com/office/drawing/2014/main" id="{E9884480-DCC2-0E46-AA28-F5ECDC4EA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607" name="Line 649">
                <a:extLst>
                  <a:ext uri="{FF2B5EF4-FFF2-40B4-BE49-F238E27FC236}">
                    <a16:creationId xmlns:a16="http://schemas.microsoft.com/office/drawing/2014/main" id="{8531855E-54C6-E74C-AC8C-022C8F95F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8" name="Line 650">
                <a:extLst>
                  <a:ext uri="{FF2B5EF4-FFF2-40B4-BE49-F238E27FC236}">
                    <a16:creationId xmlns:a16="http://schemas.microsoft.com/office/drawing/2014/main" id="{92A0D882-7D3E-314A-804F-57B195909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9" name="Line 651">
                <a:extLst>
                  <a:ext uri="{FF2B5EF4-FFF2-40B4-BE49-F238E27FC236}">
                    <a16:creationId xmlns:a16="http://schemas.microsoft.com/office/drawing/2014/main" id="{BA11D997-4AF1-1443-8A5E-6158C38009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0" name="Line 652">
                <a:extLst>
                  <a:ext uri="{FF2B5EF4-FFF2-40B4-BE49-F238E27FC236}">
                    <a16:creationId xmlns:a16="http://schemas.microsoft.com/office/drawing/2014/main" id="{180FB018-B0F1-7549-8095-30726E8301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1" name="Line 653">
                <a:extLst>
                  <a:ext uri="{FF2B5EF4-FFF2-40B4-BE49-F238E27FC236}">
                    <a16:creationId xmlns:a16="http://schemas.microsoft.com/office/drawing/2014/main" id="{9CF99FFA-D980-084E-8B5C-9F95BE2B93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2" name="Line 654">
                <a:extLst>
                  <a:ext uri="{FF2B5EF4-FFF2-40B4-BE49-F238E27FC236}">
                    <a16:creationId xmlns:a16="http://schemas.microsoft.com/office/drawing/2014/main" id="{B32422AA-29CD-074D-8B1C-15DD3BDA5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3" name="Line 655">
                <a:extLst>
                  <a:ext uri="{FF2B5EF4-FFF2-40B4-BE49-F238E27FC236}">
                    <a16:creationId xmlns:a16="http://schemas.microsoft.com/office/drawing/2014/main" id="{0190F45A-B52A-8A4E-93D3-701411EB0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4" name="Line 656">
                <a:extLst>
                  <a:ext uri="{FF2B5EF4-FFF2-40B4-BE49-F238E27FC236}">
                    <a16:creationId xmlns:a16="http://schemas.microsoft.com/office/drawing/2014/main" id="{1A15C371-4614-6749-B076-5D46A6DFF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15" name="Line 657">
                <a:extLst>
                  <a:ext uri="{FF2B5EF4-FFF2-40B4-BE49-F238E27FC236}">
                    <a16:creationId xmlns:a16="http://schemas.microsoft.com/office/drawing/2014/main" id="{1391891A-ADE5-4346-9378-9F25E05F8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65584" name="Group 658">
              <a:extLst>
                <a:ext uri="{FF2B5EF4-FFF2-40B4-BE49-F238E27FC236}">
                  <a16:creationId xmlns:a16="http://schemas.microsoft.com/office/drawing/2014/main" id="{A59717A8-7AD9-9C46-897C-1156C0E717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3" y="3050"/>
              <a:ext cx="327" cy="378"/>
              <a:chOff x="4800" y="1776"/>
              <a:chExt cx="432" cy="579"/>
            </a:xfrm>
          </p:grpSpPr>
          <p:sp>
            <p:nvSpPr>
              <p:cNvPr id="65596" name="AutoShape 659">
                <a:extLst>
                  <a:ext uri="{FF2B5EF4-FFF2-40B4-BE49-F238E27FC236}">
                    <a16:creationId xmlns:a16="http://schemas.microsoft.com/office/drawing/2014/main" id="{A9C71014-3A43-2B42-A247-2AEBDDC8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597" name="Line 660">
                <a:extLst>
                  <a:ext uri="{FF2B5EF4-FFF2-40B4-BE49-F238E27FC236}">
                    <a16:creationId xmlns:a16="http://schemas.microsoft.com/office/drawing/2014/main" id="{5D35A8E8-3728-9E49-8E66-596AE894CB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8" name="Line 661">
                <a:extLst>
                  <a:ext uri="{FF2B5EF4-FFF2-40B4-BE49-F238E27FC236}">
                    <a16:creationId xmlns:a16="http://schemas.microsoft.com/office/drawing/2014/main" id="{27C8CBDC-AD32-544B-B49A-3DCD7F31F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9" name="Line 662">
                <a:extLst>
                  <a:ext uri="{FF2B5EF4-FFF2-40B4-BE49-F238E27FC236}">
                    <a16:creationId xmlns:a16="http://schemas.microsoft.com/office/drawing/2014/main" id="{82AD24A5-CCC9-514B-A601-5C64E6B8F8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0" name="Line 663">
                <a:extLst>
                  <a:ext uri="{FF2B5EF4-FFF2-40B4-BE49-F238E27FC236}">
                    <a16:creationId xmlns:a16="http://schemas.microsoft.com/office/drawing/2014/main" id="{A4482F3C-478E-5043-BE13-84F48BA37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1" name="Line 664">
                <a:extLst>
                  <a:ext uri="{FF2B5EF4-FFF2-40B4-BE49-F238E27FC236}">
                    <a16:creationId xmlns:a16="http://schemas.microsoft.com/office/drawing/2014/main" id="{69164B22-6ABC-D442-B7A4-CADBEF826F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2" name="Line 665">
                <a:extLst>
                  <a:ext uri="{FF2B5EF4-FFF2-40B4-BE49-F238E27FC236}">
                    <a16:creationId xmlns:a16="http://schemas.microsoft.com/office/drawing/2014/main" id="{A9502EFD-C6AB-5B49-88F8-62C89CBF5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3" name="Line 666">
                <a:extLst>
                  <a:ext uri="{FF2B5EF4-FFF2-40B4-BE49-F238E27FC236}">
                    <a16:creationId xmlns:a16="http://schemas.microsoft.com/office/drawing/2014/main" id="{A9D362ED-0C11-3C4F-A42D-51F296ADC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4" name="Line 667">
                <a:extLst>
                  <a:ext uri="{FF2B5EF4-FFF2-40B4-BE49-F238E27FC236}">
                    <a16:creationId xmlns:a16="http://schemas.microsoft.com/office/drawing/2014/main" id="{C9934CE3-5807-EF40-A142-13A31D4935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605" name="Line 668">
                <a:extLst>
                  <a:ext uri="{FF2B5EF4-FFF2-40B4-BE49-F238E27FC236}">
                    <a16:creationId xmlns:a16="http://schemas.microsoft.com/office/drawing/2014/main" id="{04C492F8-65AA-6D4C-8F02-B1FAAB536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65585" name="Group 669">
              <a:extLst>
                <a:ext uri="{FF2B5EF4-FFF2-40B4-BE49-F238E27FC236}">
                  <a16:creationId xmlns:a16="http://schemas.microsoft.com/office/drawing/2014/main" id="{6F5A1065-3DA9-A24B-A9E0-B25CDC6CB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" y="3213"/>
              <a:ext cx="327" cy="378"/>
              <a:chOff x="4800" y="1776"/>
              <a:chExt cx="432" cy="579"/>
            </a:xfrm>
          </p:grpSpPr>
          <p:sp>
            <p:nvSpPr>
              <p:cNvPr id="65586" name="AutoShape 670">
                <a:extLst>
                  <a:ext uri="{FF2B5EF4-FFF2-40B4-BE49-F238E27FC236}">
                    <a16:creationId xmlns:a16="http://schemas.microsoft.com/office/drawing/2014/main" id="{F9A18EA1-8345-1D42-8CD5-CDDB78870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776"/>
                <a:ext cx="432" cy="579"/>
              </a:xfrm>
              <a:prstGeom prst="foldedCorner">
                <a:avLst>
                  <a:gd name="adj" fmla="val 12500"/>
                </a:avLst>
              </a:pr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sp>
            <p:nvSpPr>
              <p:cNvPr id="65587" name="Line 671">
                <a:extLst>
                  <a:ext uri="{FF2B5EF4-FFF2-40B4-BE49-F238E27FC236}">
                    <a16:creationId xmlns:a16="http://schemas.microsoft.com/office/drawing/2014/main" id="{0C5CDE0C-6F63-A24E-967D-42BA580A50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87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88" name="Line 672">
                <a:extLst>
                  <a:ext uri="{FF2B5EF4-FFF2-40B4-BE49-F238E27FC236}">
                    <a16:creationId xmlns:a16="http://schemas.microsoft.com/office/drawing/2014/main" id="{2ED9F836-65DB-1C4D-A466-BC7B889A8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2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89" name="Line 673">
                <a:extLst>
                  <a:ext uri="{FF2B5EF4-FFF2-40B4-BE49-F238E27FC236}">
                    <a16:creationId xmlns:a16="http://schemas.microsoft.com/office/drawing/2014/main" id="{B0073320-1B23-5544-9E6E-67D627475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96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0" name="Line 674">
                <a:extLst>
                  <a:ext uri="{FF2B5EF4-FFF2-40B4-BE49-F238E27FC236}">
                    <a16:creationId xmlns:a16="http://schemas.microsoft.com/office/drawing/2014/main" id="{BAE4077A-2C65-0845-BC73-CAA08AEBC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1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1" name="Line 675">
                <a:extLst>
                  <a:ext uri="{FF2B5EF4-FFF2-40B4-BE49-F238E27FC236}">
                    <a16:creationId xmlns:a16="http://schemas.microsoft.com/office/drawing/2014/main" id="{5BADC7FB-8085-E74F-8268-02005E8D3E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064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2" name="Line 676">
                <a:extLst>
                  <a:ext uri="{FF2B5EF4-FFF2-40B4-BE49-F238E27FC236}">
                    <a16:creationId xmlns:a16="http://schemas.microsoft.com/office/drawing/2014/main" id="{DA657716-3B00-EE4A-A03A-554F8A68D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12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3" name="Line 677">
                <a:extLst>
                  <a:ext uri="{FF2B5EF4-FFF2-40B4-BE49-F238E27FC236}">
                    <a16:creationId xmlns:a16="http://schemas.microsoft.com/office/drawing/2014/main" id="{531A10B3-A57C-6B44-8D76-B030F4E00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160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4" name="Line 678">
                <a:extLst>
                  <a:ext uri="{FF2B5EF4-FFF2-40B4-BE49-F238E27FC236}">
                    <a16:creationId xmlns:a16="http://schemas.microsoft.com/office/drawing/2014/main" id="{5AB01A2A-AFDE-0D45-B483-9C97F309F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08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5595" name="Line 679">
                <a:extLst>
                  <a:ext uri="{FF2B5EF4-FFF2-40B4-BE49-F238E27FC236}">
                    <a16:creationId xmlns:a16="http://schemas.microsoft.com/office/drawing/2014/main" id="{4269CD61-9072-5448-A7EB-9F994AEC4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256"/>
                <a:ext cx="33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</p:grpSp>
      <p:sp>
        <p:nvSpPr>
          <p:cNvPr id="65572" name="AutoShape 680">
            <a:extLst>
              <a:ext uri="{FF2B5EF4-FFF2-40B4-BE49-F238E27FC236}">
                <a16:creationId xmlns:a16="http://schemas.microsoft.com/office/drawing/2014/main" id="{483F5406-20D3-FC47-840D-822CC4CB940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698625" y="3763963"/>
            <a:ext cx="485775" cy="225425"/>
          </a:xfrm>
          <a:prstGeom prst="triangle">
            <a:avLst>
              <a:gd name="adj" fmla="val 50000"/>
            </a:avLst>
          </a:prstGeom>
          <a:solidFill>
            <a:srgbClr val="66FF66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65573" name="AutoShape 681">
            <a:extLst>
              <a:ext uri="{FF2B5EF4-FFF2-40B4-BE49-F238E27FC236}">
                <a16:creationId xmlns:a16="http://schemas.microsoft.com/office/drawing/2014/main" id="{57F94205-D4AD-E54B-86B2-FADC0F5B27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852863" y="1349375"/>
            <a:ext cx="485775" cy="225425"/>
          </a:xfrm>
          <a:prstGeom prst="triangle">
            <a:avLst>
              <a:gd name="adj" fmla="val 50000"/>
            </a:avLst>
          </a:prstGeom>
          <a:solidFill>
            <a:srgbClr val="66FF66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000"/>
          </a:p>
        </p:txBody>
      </p:sp>
      <p:sp>
        <p:nvSpPr>
          <p:cNvPr id="65574" name="Line 682">
            <a:extLst>
              <a:ext uri="{FF2B5EF4-FFF2-40B4-BE49-F238E27FC236}">
                <a16:creationId xmlns:a16="http://schemas.microsoft.com/office/drawing/2014/main" id="{99B52FF6-922D-B142-9472-91195C7A95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4313" y="1757363"/>
            <a:ext cx="1187450" cy="13779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75" name="Line 683">
            <a:extLst>
              <a:ext uri="{FF2B5EF4-FFF2-40B4-BE49-F238E27FC236}">
                <a16:creationId xmlns:a16="http://schemas.microsoft.com/office/drawing/2014/main" id="{49DC37F2-782B-4B47-858A-4F92137580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4663" y="1793875"/>
            <a:ext cx="1187450" cy="13763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76" name="Line 684">
            <a:extLst>
              <a:ext uri="{FF2B5EF4-FFF2-40B4-BE49-F238E27FC236}">
                <a16:creationId xmlns:a16="http://schemas.microsoft.com/office/drawing/2014/main" id="{10961BEF-E2AB-9A43-B225-0C87F775FF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3900" y="1770063"/>
            <a:ext cx="1223963" cy="137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77" name="Line 685">
            <a:extLst>
              <a:ext uri="{FF2B5EF4-FFF2-40B4-BE49-F238E27FC236}">
                <a16:creationId xmlns:a16="http://schemas.microsoft.com/office/drawing/2014/main" id="{81743DFA-EA13-AF43-8BEB-FB6F1B81BB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0438" y="1757363"/>
            <a:ext cx="1176337" cy="15097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78" name="Line 686">
            <a:extLst>
              <a:ext uri="{FF2B5EF4-FFF2-40B4-BE49-F238E27FC236}">
                <a16:creationId xmlns:a16="http://schemas.microsoft.com/office/drawing/2014/main" id="{6F515C6C-A771-5E4F-A198-AA404D1531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52525" y="1770063"/>
            <a:ext cx="1222375" cy="15795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79" name="Line 687">
            <a:extLst>
              <a:ext uri="{FF2B5EF4-FFF2-40B4-BE49-F238E27FC236}">
                <a16:creationId xmlns:a16="http://schemas.microsoft.com/office/drawing/2014/main" id="{C7081990-542E-5849-A60F-4CE4BE3406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00175" y="1770063"/>
            <a:ext cx="1223963" cy="1612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65580" name="Text Box 688">
            <a:extLst>
              <a:ext uri="{FF2B5EF4-FFF2-40B4-BE49-F238E27FC236}">
                <a16:creationId xmlns:a16="http://schemas.microsoft.com/office/drawing/2014/main" id="{0AAEEC8A-0781-0049-BA62-C552C1E17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4719638"/>
            <a:ext cx="2012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“catálogo” de critérios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2">
            <a:extLst>
              <a:ext uri="{FF2B5EF4-FFF2-40B4-BE49-F238E27FC236}">
                <a16:creationId xmlns:a16="http://schemas.microsoft.com/office/drawing/2014/main" id="{F9B779E5-7E54-1740-A26B-BD70E33998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Sumário do capítulo – atividades da fase</a:t>
            </a:r>
          </a:p>
        </p:txBody>
      </p:sp>
      <p:sp>
        <p:nvSpPr>
          <p:cNvPr id="67586" name="Rectangle 3">
            <a:extLst>
              <a:ext uri="{FF2B5EF4-FFF2-40B4-BE49-F238E27FC236}">
                <a16:creationId xmlns:a16="http://schemas.microsoft.com/office/drawing/2014/main" id="{A8259974-7BB4-D740-82B3-0FA2197708E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12713" y="887413"/>
            <a:ext cx="8574087" cy="5695950"/>
          </a:xfrm>
        </p:spPr>
        <p:txBody>
          <a:bodyPr/>
          <a:lstStyle/>
          <a:p>
            <a:pPr eaLnBrk="1" hangingPunct="1">
              <a:lnSpc>
                <a:spcPct val="110000"/>
              </a:lnSpc>
            </a:pPr>
            <a:r>
              <a:rPr lang="pt-BR" altLang="pt-BR" sz="2400"/>
              <a:t>Obter recursos de fabricação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Planejar produção piloto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Receber e instalar recursos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Produzir lote piloto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Homologar o processo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Otimizar a produção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Certificar Produto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Desenvolver processo de produção e manutenção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Ensinar Pessoal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Monitorar viabilidade econômico-financeira</a:t>
            </a:r>
          </a:p>
          <a:p>
            <a:pPr eaLnBrk="1" hangingPunct="1">
              <a:lnSpc>
                <a:spcPct val="110000"/>
              </a:lnSpc>
            </a:pPr>
            <a:r>
              <a:rPr lang="pt-BR" altLang="pt-BR" sz="2400"/>
              <a:t>Avaliar e  aprovar Fase: Liberação da Produção</a:t>
            </a:r>
            <a:endParaRPr lang="pt-BR" altLang="pt-BR" sz="2400">
              <a:solidFill>
                <a:srgbClr val="FF3300"/>
              </a:solidFill>
            </a:endParaRPr>
          </a:p>
          <a:p>
            <a:pPr eaLnBrk="1" hangingPunct="1">
              <a:lnSpc>
                <a:spcPct val="110000"/>
              </a:lnSpc>
            </a:pPr>
            <a:r>
              <a:rPr lang="pt-BR" altLang="pt-BR" sz="2400">
                <a:solidFill>
                  <a:srgbClr val="FF3300"/>
                </a:solidFill>
              </a:rPr>
              <a:t>Documentar as decisões tomadas e lições aprendidas</a:t>
            </a:r>
          </a:p>
        </p:txBody>
      </p:sp>
    </p:spTree>
  </p:cSld>
  <p:clrMapOvr>
    <a:masterClrMapping/>
  </p:clrMapOvr>
  <p:transition>
    <p:cover dir="d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2">
            <a:extLst>
              <a:ext uri="{FF2B5EF4-FFF2-40B4-BE49-F238E27FC236}">
                <a16:creationId xmlns:a16="http://schemas.microsoft.com/office/drawing/2014/main" id="{9B607D57-CBBD-1842-BA40-0B5E53F523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" y="76200"/>
            <a:ext cx="9067800" cy="457200"/>
          </a:xfrm>
        </p:spPr>
        <p:txBody>
          <a:bodyPr/>
          <a:lstStyle/>
          <a:p>
            <a:pPr eaLnBrk="1" hangingPunct="1"/>
            <a:r>
              <a:rPr lang="pt-BR" altLang="pt-BR"/>
              <a:t>Próxima fase: lançamento do produto</a:t>
            </a:r>
          </a:p>
        </p:txBody>
      </p:sp>
      <p:grpSp>
        <p:nvGrpSpPr>
          <p:cNvPr id="69634" name="Group 3">
            <a:extLst>
              <a:ext uri="{FF2B5EF4-FFF2-40B4-BE49-F238E27FC236}">
                <a16:creationId xmlns:a16="http://schemas.microsoft.com/office/drawing/2014/main" id="{C829CC92-F291-AD4A-B156-3AFDCBFE08F4}"/>
              </a:ext>
            </a:extLst>
          </p:cNvPr>
          <p:cNvGrpSpPr>
            <a:grpSpLocks/>
          </p:cNvGrpSpPr>
          <p:nvPr/>
        </p:nvGrpSpPr>
        <p:grpSpPr bwMode="auto">
          <a:xfrm>
            <a:off x="0" y="1455738"/>
            <a:ext cx="9067800" cy="4576762"/>
            <a:chOff x="0" y="573"/>
            <a:chExt cx="5712" cy="2883"/>
          </a:xfrm>
        </p:grpSpPr>
        <p:sp>
          <p:nvSpPr>
            <p:cNvPr id="69687" name="Rectangle 4">
              <a:extLst>
                <a:ext uri="{FF2B5EF4-FFF2-40B4-BE49-F238E27FC236}">
                  <a16:creationId xmlns:a16="http://schemas.microsoft.com/office/drawing/2014/main" id="{8D57CC12-FA12-DD42-8297-DC330AD59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277"/>
              <a:ext cx="4968" cy="17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Melhoria do processo de desenvolvimento de produtos</a:t>
              </a:r>
            </a:p>
          </p:txBody>
        </p:sp>
        <p:sp>
          <p:nvSpPr>
            <p:cNvPr id="69688" name="Rectangle 5">
              <a:extLst>
                <a:ext uri="{FF2B5EF4-FFF2-40B4-BE49-F238E27FC236}">
                  <a16:creationId xmlns:a16="http://schemas.microsoft.com/office/drawing/2014/main" id="{1CDAAF1A-2483-1E4A-A51A-F1E416DDE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3048"/>
              <a:ext cx="3838" cy="179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Gerenciamento de mudanças de engenharia</a:t>
              </a:r>
            </a:p>
          </p:txBody>
        </p:sp>
        <p:sp>
          <p:nvSpPr>
            <p:cNvPr id="226310" name="Rectangle 6">
              <a:extLst>
                <a:ext uri="{FF2B5EF4-FFF2-40B4-BE49-F238E27FC236}">
                  <a16:creationId xmlns:a16="http://schemas.microsoft.com/office/drawing/2014/main" id="{6E71E2F2-FC76-5D42-AE1C-C37948AB0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3014"/>
              <a:ext cx="768" cy="3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wrap="none" lIns="72000" tIns="0" rIns="72000" bIns="0" anchor="ctr">
              <a:spAutoFit/>
            </a:bodyPr>
            <a:lstStyle/>
            <a:p>
              <a:pPr algn="ctr" eaLnBrk="1" hangingPunct="1"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Processos</a:t>
              </a:r>
            </a:p>
            <a:p>
              <a:pPr algn="ctr" eaLnBrk="1" hangingPunct="1"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de apoio</a:t>
              </a:r>
            </a:p>
          </p:txBody>
        </p:sp>
        <p:sp>
          <p:nvSpPr>
            <p:cNvPr id="69690" name="AutoShape 7">
              <a:extLst>
                <a:ext uri="{FF2B5EF4-FFF2-40B4-BE49-F238E27FC236}">
                  <a16:creationId xmlns:a16="http://schemas.microsoft.com/office/drawing/2014/main" id="{AF346577-C41D-794B-82B9-39F0E4224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9691" name="AutoShape 8">
              <a:extLst>
                <a:ext uri="{FF2B5EF4-FFF2-40B4-BE49-F238E27FC236}">
                  <a16:creationId xmlns:a16="http://schemas.microsoft.com/office/drawing/2014/main" id="{939AB370-0283-404F-A5B5-247640328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9692" name="AutoShape 9">
              <a:extLst>
                <a:ext uri="{FF2B5EF4-FFF2-40B4-BE49-F238E27FC236}">
                  <a16:creationId xmlns:a16="http://schemas.microsoft.com/office/drawing/2014/main" id="{A4773311-2FEB-B64A-B4B9-65A9C3C97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sp>
          <p:nvSpPr>
            <p:cNvPr id="69693" name="AutoShape 10">
              <a:extLst>
                <a:ext uri="{FF2B5EF4-FFF2-40B4-BE49-F238E27FC236}">
                  <a16:creationId xmlns:a16="http://schemas.microsoft.com/office/drawing/2014/main" id="{E9BA7E6F-DFF7-F54B-91B5-0257ACF88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000"/>
            </a:p>
          </p:txBody>
        </p:sp>
        <p:grpSp>
          <p:nvGrpSpPr>
            <p:cNvPr id="69694" name="Group 11">
              <a:extLst>
                <a:ext uri="{FF2B5EF4-FFF2-40B4-BE49-F238E27FC236}">
                  <a16:creationId xmlns:a16="http://schemas.microsoft.com/office/drawing/2014/main" id="{BE65D446-1629-CD4B-9903-114453146E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573"/>
              <a:ext cx="5664" cy="2262"/>
              <a:chOff x="48" y="573"/>
              <a:chExt cx="5664" cy="2262"/>
            </a:xfrm>
          </p:grpSpPr>
          <p:grpSp>
            <p:nvGrpSpPr>
              <p:cNvPr id="69695" name="Group 12">
                <a:extLst>
                  <a:ext uri="{FF2B5EF4-FFF2-40B4-BE49-F238E27FC236}">
                    <a16:creationId xmlns:a16="http://schemas.microsoft.com/office/drawing/2014/main" id="{368F611D-F58E-D345-B6EB-9B406B72AE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" y="673"/>
                <a:ext cx="5664" cy="2162"/>
                <a:chOff x="48" y="673"/>
                <a:chExt cx="5664" cy="2162"/>
              </a:xfrm>
            </p:grpSpPr>
            <p:sp>
              <p:nvSpPr>
                <p:cNvPr id="69697" name="Rectangle 13">
                  <a:extLst>
                    <a:ext uri="{FF2B5EF4-FFF2-40B4-BE49-F238E27FC236}">
                      <a16:creationId xmlns:a16="http://schemas.microsoft.com/office/drawing/2014/main" id="{77B7CBDF-4ECD-754B-833B-59E3CC5143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673"/>
                  <a:ext cx="5664" cy="2162"/>
                </a:xfrm>
                <a:prstGeom prst="rect">
                  <a:avLst/>
                </a:prstGeom>
                <a:solidFill>
                  <a:srgbClr val="CCFFCC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69698" name="Freeform 14">
                  <a:extLst>
                    <a:ext uri="{FF2B5EF4-FFF2-40B4-BE49-F238E27FC236}">
                      <a16:creationId xmlns:a16="http://schemas.microsoft.com/office/drawing/2014/main" id="{C9893058-2010-034C-9AAD-8DD123F13B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" y="1460"/>
                  <a:ext cx="4593" cy="1046"/>
                </a:xfrm>
                <a:custGeom>
                  <a:avLst/>
                  <a:gdLst>
                    <a:gd name="T0" fmla="*/ 771 w 4593"/>
                    <a:gd name="T1" fmla="*/ 20 h 1046"/>
                    <a:gd name="T2" fmla="*/ 0 w 4593"/>
                    <a:gd name="T3" fmla="*/ 1046 h 1046"/>
                    <a:gd name="T4" fmla="*/ 4593 w 4593"/>
                    <a:gd name="T5" fmla="*/ 1016 h 1046"/>
                    <a:gd name="T6" fmla="*/ 3302 w 4593"/>
                    <a:gd name="T7" fmla="*/ 0 h 104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93"/>
                    <a:gd name="T13" fmla="*/ 0 h 1046"/>
                    <a:gd name="T14" fmla="*/ 4593 w 4593"/>
                    <a:gd name="T15" fmla="*/ 1046 h 104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93" h="1046">
                      <a:moveTo>
                        <a:pt x="771" y="20"/>
                      </a:moveTo>
                      <a:lnTo>
                        <a:pt x="0" y="1046"/>
                      </a:lnTo>
                      <a:lnTo>
                        <a:pt x="4593" y="1016"/>
                      </a:lnTo>
                      <a:lnTo>
                        <a:pt x="3302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99CCFF"/>
                    </a:gs>
                    <a:gs pos="100000">
                      <a:srgbClr val="FFCC9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72000" tIns="0" rIns="72000" bIns="0" anchor="ctr">
                  <a:spAutoFit/>
                </a:bodyPr>
                <a:lstStyle/>
                <a:p>
                  <a:endParaRPr lang="pt-BR"/>
                </a:p>
              </p:txBody>
            </p:sp>
            <p:grpSp>
              <p:nvGrpSpPr>
                <p:cNvPr id="69699" name="Group 15">
                  <a:extLst>
                    <a:ext uri="{FF2B5EF4-FFF2-40B4-BE49-F238E27FC236}">
                      <a16:creationId xmlns:a16="http://schemas.microsoft.com/office/drawing/2014/main" id="{8675A0F0-B9C5-2847-8CA4-5A2160ADCC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11" y="1058"/>
                  <a:ext cx="2612" cy="188"/>
                  <a:chOff x="1411" y="1058"/>
                  <a:chExt cx="2612" cy="188"/>
                </a:xfrm>
              </p:grpSpPr>
              <p:sp>
                <p:nvSpPr>
                  <p:cNvPr id="69785" name="AutoShape 16">
                    <a:extLst>
                      <a:ext uri="{FF2B5EF4-FFF2-40B4-BE49-F238E27FC236}">
                        <a16:creationId xmlns:a16="http://schemas.microsoft.com/office/drawing/2014/main" id="{6E2F2BA3-68B4-AB40-AE96-CF685BC049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11" y="1058"/>
                    <a:ext cx="2612" cy="188"/>
                  </a:xfrm>
                  <a:prstGeom prst="chevron">
                    <a:avLst>
                      <a:gd name="adj" fmla="val 43675"/>
                    </a:avLst>
                  </a:prstGeom>
                  <a:solidFill>
                    <a:srgbClr val="FFFF00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86" name="Text Box 17">
                    <a:extLst>
                      <a:ext uri="{FF2B5EF4-FFF2-40B4-BE49-F238E27FC236}">
                        <a16:creationId xmlns:a16="http://schemas.microsoft.com/office/drawing/2014/main" id="{1C448B63-9B60-B241-A830-9E1B3C6343E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74" y="1066"/>
                    <a:ext cx="1189" cy="173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Desenvolvimento</a:t>
                    </a:r>
                    <a:r>
                      <a:rPr lang="pt-BR" altLang="pt-BR" sz="1800" i="1">
                        <a:solidFill>
                          <a:srgbClr val="000000"/>
                        </a:solidFill>
                      </a:rPr>
                      <a:t> </a:t>
                    </a:r>
                  </a:p>
                </p:txBody>
              </p:sp>
            </p:grpSp>
            <p:grpSp>
              <p:nvGrpSpPr>
                <p:cNvPr id="69700" name="Group 18">
                  <a:extLst>
                    <a:ext uri="{FF2B5EF4-FFF2-40B4-BE49-F238E27FC236}">
                      <a16:creationId xmlns:a16="http://schemas.microsoft.com/office/drawing/2014/main" id="{C874996F-52C1-334E-B2CB-6A29249DFF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6" y="2385"/>
                  <a:ext cx="4435" cy="342"/>
                  <a:chOff x="586" y="2385"/>
                  <a:chExt cx="4435" cy="342"/>
                </a:xfrm>
              </p:grpSpPr>
              <p:grpSp>
                <p:nvGrpSpPr>
                  <p:cNvPr id="69778" name="Group 19">
                    <a:extLst>
                      <a:ext uri="{FF2B5EF4-FFF2-40B4-BE49-F238E27FC236}">
                        <a16:creationId xmlns:a16="http://schemas.microsoft.com/office/drawing/2014/main" id="{214B9A57-D500-884F-87AD-C09969AEE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406" y="2394"/>
                    <a:ext cx="3615" cy="333"/>
                    <a:chOff x="1014" y="2394"/>
                    <a:chExt cx="3615" cy="333"/>
                  </a:xfrm>
                </p:grpSpPr>
                <p:sp>
                  <p:nvSpPr>
                    <p:cNvPr id="69780" name="AutoShape 20">
                      <a:extLst>
                        <a:ext uri="{FF2B5EF4-FFF2-40B4-BE49-F238E27FC236}">
                          <a16:creationId xmlns:a16="http://schemas.microsoft.com/office/drawing/2014/main" id="{4EDD6AAF-1AF3-E74E-B4D0-6D448A5ADD5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11" y="2394"/>
                      <a:ext cx="690" cy="333"/>
                    </a:xfrm>
                    <a:prstGeom prst="chevron">
                      <a:avLst>
                        <a:gd name="adj" fmla="val 1972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Detalhado </a:t>
                      </a:r>
                    </a:p>
                  </p:txBody>
                </p:sp>
                <p:sp>
                  <p:nvSpPr>
                    <p:cNvPr id="69781" name="AutoShape 21">
                      <a:extLst>
                        <a:ext uri="{FF2B5EF4-FFF2-40B4-BE49-F238E27FC236}">
                          <a16:creationId xmlns:a16="http://schemas.microsoft.com/office/drawing/2014/main" id="{2204E5B1-59A6-7140-88BD-4ECA760ABA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33" y="2394"/>
                      <a:ext cx="709" cy="333"/>
                    </a:xfrm>
                    <a:prstGeom prst="chevron">
                      <a:avLst>
                        <a:gd name="adj" fmla="val 1900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Conceitual </a:t>
                      </a:r>
                    </a:p>
                  </p:txBody>
                </p:sp>
                <p:sp>
                  <p:nvSpPr>
                    <p:cNvPr id="69782" name="AutoShape 22">
                      <a:extLst>
                        <a:ext uri="{FF2B5EF4-FFF2-40B4-BE49-F238E27FC236}">
                          <a16:creationId xmlns:a16="http://schemas.microsoft.com/office/drawing/2014/main" id="{9A98B7B5-25DF-7E4E-9085-1469F87333E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14" y="2394"/>
                      <a:ext cx="856" cy="333"/>
                    </a:xfrm>
                    <a:prstGeom prst="chevron">
                      <a:avLst>
                        <a:gd name="adj" fmla="val 2206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Informacional </a:t>
                      </a:r>
                    </a:p>
                  </p:txBody>
                </p:sp>
                <p:sp>
                  <p:nvSpPr>
                    <p:cNvPr id="69783" name="AutoShape 23">
                      <a:extLst>
                        <a:ext uri="{FF2B5EF4-FFF2-40B4-BE49-F238E27FC236}">
                          <a16:creationId xmlns:a16="http://schemas.microsoft.com/office/drawing/2014/main" id="{D97CAA5F-0808-2C4C-BC12-497573FFB7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4" y="2394"/>
                      <a:ext cx="765" cy="333"/>
                    </a:xfrm>
                    <a:prstGeom prst="chevron">
                      <a:avLst>
                        <a:gd name="adj" fmla="val 19782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Lançamento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do Produto</a:t>
                      </a:r>
                    </a:p>
                  </p:txBody>
                </p:sp>
                <p:sp>
                  <p:nvSpPr>
                    <p:cNvPr id="69784" name="AutoShape 24">
                      <a:extLst>
                        <a:ext uri="{FF2B5EF4-FFF2-40B4-BE49-F238E27FC236}">
                          <a16:creationId xmlns:a16="http://schemas.microsoft.com/office/drawing/2014/main" id="{67CEC7E5-44E4-FB46-8692-2DD3EB3AAE9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70" y="2394"/>
                      <a:ext cx="723" cy="333"/>
                    </a:xfrm>
                    <a:prstGeom prst="chevron">
                      <a:avLst>
                        <a:gd name="adj" fmla="val 1621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Preparação</a:t>
                      </a:r>
                    </a:p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400"/>
                        <a:t>Produção</a:t>
                      </a:r>
                    </a:p>
                  </p:txBody>
                </p:sp>
              </p:grpSp>
              <p:sp>
                <p:nvSpPr>
                  <p:cNvPr id="69779" name="AutoShape 25">
                    <a:extLst>
                      <a:ext uri="{FF2B5EF4-FFF2-40B4-BE49-F238E27FC236}">
                        <a16:creationId xmlns:a16="http://schemas.microsoft.com/office/drawing/2014/main" id="{F9617EF0-AB31-6F4F-BD84-9A808010F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6" y="2385"/>
                    <a:ext cx="841" cy="333"/>
                  </a:xfrm>
                  <a:prstGeom prst="chevron">
                    <a:avLst>
                      <a:gd name="adj" fmla="val 24296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Planejamento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Projeto</a:t>
                    </a:r>
                  </a:p>
                </p:txBody>
              </p:sp>
            </p:grpSp>
            <p:grpSp>
              <p:nvGrpSpPr>
                <p:cNvPr id="69701" name="Group 26">
                  <a:extLst>
                    <a:ext uri="{FF2B5EF4-FFF2-40B4-BE49-F238E27FC236}">
                      <a16:creationId xmlns:a16="http://schemas.microsoft.com/office/drawing/2014/main" id="{2FC18B83-8B3E-7943-B98C-576E3F5EA3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009" y="1059"/>
                  <a:ext cx="1671" cy="188"/>
                  <a:chOff x="4009" y="1059"/>
                  <a:chExt cx="1671" cy="188"/>
                </a:xfrm>
              </p:grpSpPr>
              <p:sp>
                <p:nvSpPr>
                  <p:cNvPr id="69776" name="AutoShape 27">
                    <a:extLst>
                      <a:ext uri="{FF2B5EF4-FFF2-40B4-BE49-F238E27FC236}">
                        <a16:creationId xmlns:a16="http://schemas.microsoft.com/office/drawing/2014/main" id="{C03CBDB4-51C5-4946-957D-DA5C8C11C7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09" y="1059"/>
                    <a:ext cx="1671" cy="188"/>
                  </a:xfrm>
                  <a:prstGeom prst="chevron">
                    <a:avLst>
                      <a:gd name="adj" fmla="val 39421"/>
                    </a:avLst>
                  </a:prstGeom>
                  <a:solidFill>
                    <a:srgbClr val="FFCC99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77" name="Text Box 28">
                    <a:extLst>
                      <a:ext uri="{FF2B5EF4-FFF2-40B4-BE49-F238E27FC236}">
                        <a16:creationId xmlns:a16="http://schemas.microsoft.com/office/drawing/2014/main" id="{149C91F4-3784-C84C-AFB6-BB0A320DD9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82" y="1082"/>
                    <a:ext cx="324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Pós</a:t>
                    </a:r>
                  </a:p>
                </p:txBody>
              </p:sp>
            </p:grpSp>
            <p:sp>
              <p:nvSpPr>
                <p:cNvPr id="69702" name="Rectangle 29">
                  <a:extLst>
                    <a:ext uri="{FF2B5EF4-FFF2-40B4-BE49-F238E27FC236}">
                      <a16:creationId xmlns:a16="http://schemas.microsoft.com/office/drawing/2014/main" id="{4C971F19-1683-EB47-92A1-3B4931B705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1112"/>
                  <a:ext cx="164" cy="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cxnSp>
              <p:nvCxnSpPr>
                <p:cNvPr id="69703" name="AutoShape 30">
                  <a:extLst>
                    <a:ext uri="{FF2B5EF4-FFF2-40B4-BE49-F238E27FC236}">
                      <a16:creationId xmlns:a16="http://schemas.microsoft.com/office/drawing/2014/main" id="{3C09CBDB-7FBB-A248-B469-14B1321A357A}"/>
                    </a:ext>
                  </a:extLst>
                </p:cNvPr>
                <p:cNvCxnSpPr>
                  <a:cxnSpLocks noChangeShapeType="1"/>
                  <a:stCxn id="69776" idx="0"/>
                  <a:endCxn id="69774" idx="0"/>
                </p:cNvCxnSpPr>
                <p:nvPr/>
              </p:nvCxnSpPr>
              <p:spPr bwMode="auto">
                <a:xfrm rot="-5400000" flipH="1" flipV="1">
                  <a:off x="2773" y="-973"/>
                  <a:ext cx="1" cy="4066"/>
                </a:xfrm>
                <a:prstGeom prst="bentConnector3">
                  <a:avLst>
                    <a:gd name="adj1" fmla="val -14400005"/>
                  </a:avLst>
                </a:prstGeom>
                <a:noFill/>
                <a:ln w="19050">
                  <a:solidFill>
                    <a:schemeClr val="tx1"/>
                  </a:solidFill>
                  <a:miter lim="800000"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grpSp>
              <p:nvGrpSpPr>
                <p:cNvPr id="69704" name="Group 31">
                  <a:extLst>
                    <a:ext uri="{FF2B5EF4-FFF2-40B4-BE49-F238E27FC236}">
                      <a16:creationId xmlns:a16="http://schemas.microsoft.com/office/drawing/2014/main" id="{C03326FA-DAA4-2A44-B4A8-76E390080D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8" y="1059"/>
                  <a:ext cx="1338" cy="187"/>
                  <a:chOff x="108" y="1059"/>
                  <a:chExt cx="1338" cy="187"/>
                </a:xfrm>
              </p:grpSpPr>
              <p:sp>
                <p:nvSpPr>
                  <p:cNvPr id="69774" name="AutoShape 32">
                    <a:extLst>
                      <a:ext uri="{FF2B5EF4-FFF2-40B4-BE49-F238E27FC236}">
                        <a16:creationId xmlns:a16="http://schemas.microsoft.com/office/drawing/2014/main" id="{4E51FF4C-035C-F64C-996A-A9C29ABDD8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" y="1059"/>
                    <a:ext cx="1338" cy="187"/>
                  </a:xfrm>
                  <a:prstGeom prst="homePlate">
                    <a:avLst>
                      <a:gd name="adj" fmla="val 38194"/>
                    </a:avLst>
                  </a:prstGeom>
                  <a:solidFill>
                    <a:srgbClr val="99CCFF"/>
                  </a:solidFill>
                  <a:ln w="12700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75" name="Text Box 33">
                    <a:extLst>
                      <a:ext uri="{FF2B5EF4-FFF2-40B4-BE49-F238E27FC236}">
                        <a16:creationId xmlns:a16="http://schemas.microsoft.com/office/drawing/2014/main" id="{4F5F1A92-4FBA-DA43-8776-B31F6158FF1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0" y="1082"/>
                    <a:ext cx="2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Pré</a:t>
                    </a:r>
                  </a:p>
                </p:txBody>
              </p:sp>
            </p:grpSp>
            <p:sp>
              <p:nvSpPr>
                <p:cNvPr id="69705" name="AutoShape 34">
                  <a:extLst>
                    <a:ext uri="{FF2B5EF4-FFF2-40B4-BE49-F238E27FC236}">
                      <a16:creationId xmlns:a16="http://schemas.microsoft.com/office/drawing/2014/main" id="{BFD998CB-4171-6B41-B8E4-DD2D9C609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1292"/>
                  <a:ext cx="841" cy="496"/>
                </a:xfrm>
                <a:prstGeom prst="chevron">
                  <a:avLst>
                    <a:gd name="adj" fmla="val 16108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/>
                    <a:t>Planejamento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/>
                    <a:t>Estratégico dos Produtos</a:t>
                  </a:r>
                </a:p>
              </p:txBody>
            </p:sp>
            <p:grpSp>
              <p:nvGrpSpPr>
                <p:cNvPr id="69706" name="Group 35">
                  <a:extLst>
                    <a:ext uri="{FF2B5EF4-FFF2-40B4-BE49-F238E27FC236}">
                      <a16:creationId xmlns:a16="http://schemas.microsoft.com/office/drawing/2014/main" id="{461CD74F-7828-3948-858C-B974258C48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883" y="1280"/>
                  <a:ext cx="1809" cy="588"/>
                  <a:chOff x="3883" y="1280"/>
                  <a:chExt cx="1809" cy="588"/>
                </a:xfrm>
              </p:grpSpPr>
              <p:sp>
                <p:nvSpPr>
                  <p:cNvPr id="69768" name="AutoShape 36">
                    <a:extLst>
                      <a:ext uri="{FF2B5EF4-FFF2-40B4-BE49-F238E27FC236}">
                        <a16:creationId xmlns:a16="http://schemas.microsoft.com/office/drawing/2014/main" id="{DF688948-8DC6-0840-B129-0DB6A5EEC8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3" y="1280"/>
                    <a:ext cx="792" cy="523"/>
                  </a:xfrm>
                  <a:prstGeom prst="chevron">
                    <a:avLst>
                      <a:gd name="adj" fmla="val 18221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69" name="AutoShape 37">
                    <a:extLst>
                      <a:ext uri="{FF2B5EF4-FFF2-40B4-BE49-F238E27FC236}">
                        <a16:creationId xmlns:a16="http://schemas.microsoft.com/office/drawing/2014/main" id="{C91EBDD0-5716-6547-88CF-7C27098197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75" y="128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70" name="AutoShape 38">
                    <a:extLst>
                      <a:ext uri="{FF2B5EF4-FFF2-40B4-BE49-F238E27FC236}">
                        <a16:creationId xmlns:a16="http://schemas.microsoft.com/office/drawing/2014/main" id="{712DB44A-9386-4441-BD01-0337476D36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37" y="1320"/>
                    <a:ext cx="799" cy="523"/>
                  </a:xfrm>
                  <a:prstGeom prst="chevron">
                    <a:avLst>
                      <a:gd name="adj" fmla="val 18382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71" name="AutoShape 39">
                    <a:extLst>
                      <a:ext uri="{FF2B5EF4-FFF2-40B4-BE49-F238E27FC236}">
                        <a16:creationId xmlns:a16="http://schemas.microsoft.com/office/drawing/2014/main" id="{EB716DA1-DE10-B34F-AF19-76865B7170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7" y="132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69772" name="AutoShape 40">
                    <a:extLst>
                      <a:ext uri="{FF2B5EF4-FFF2-40B4-BE49-F238E27FC236}">
                        <a16:creationId xmlns:a16="http://schemas.microsoft.com/office/drawing/2014/main" id="{0F6B63D3-E583-7941-9222-4A28898633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47" y="1345"/>
                    <a:ext cx="845" cy="523"/>
                  </a:xfrm>
                  <a:prstGeom prst="chevron">
                    <a:avLst>
                      <a:gd name="adj" fmla="val 1494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144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Descontinuar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Produto</a:t>
                    </a:r>
                  </a:p>
                </p:txBody>
              </p:sp>
              <p:sp>
                <p:nvSpPr>
                  <p:cNvPr id="69773" name="AutoShape 41">
                    <a:extLst>
                      <a:ext uri="{FF2B5EF4-FFF2-40B4-BE49-F238E27FC236}">
                        <a16:creationId xmlns:a16="http://schemas.microsoft.com/office/drawing/2014/main" id="{6690F22C-DB22-D14D-A2A7-A96D64CA3D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99" y="1345"/>
                    <a:ext cx="882" cy="523"/>
                  </a:xfrm>
                  <a:prstGeom prst="chevron">
                    <a:avLst>
                      <a:gd name="adj" fmla="val 14530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Acompanhar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Produto/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400"/>
                      <a:t>Processo</a:t>
                    </a:r>
                    <a:endParaRPr lang="pt-BR" altLang="pt-BR" sz="16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69707" name="Group 42">
                  <a:extLst>
                    <a:ext uri="{FF2B5EF4-FFF2-40B4-BE49-F238E27FC236}">
                      <a16:creationId xmlns:a16="http://schemas.microsoft.com/office/drawing/2014/main" id="{CFFE56F7-FFC7-8D46-A6BE-34CEA72E13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0" y="1272"/>
                  <a:ext cx="2268" cy="257"/>
                  <a:chOff x="1520" y="1272"/>
                  <a:chExt cx="2268" cy="257"/>
                </a:xfrm>
              </p:grpSpPr>
              <p:sp>
                <p:nvSpPr>
                  <p:cNvPr id="69763" name="AutoShape 43">
                    <a:extLst>
                      <a:ext uri="{FF2B5EF4-FFF2-40B4-BE49-F238E27FC236}">
                        <a16:creationId xmlns:a16="http://schemas.microsoft.com/office/drawing/2014/main" id="{35B95485-F488-CB4E-B490-38C494108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520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4" name="AutoShape 44">
                    <a:extLst>
                      <a:ext uri="{FF2B5EF4-FFF2-40B4-BE49-F238E27FC236}">
                        <a16:creationId xmlns:a16="http://schemas.microsoft.com/office/drawing/2014/main" id="{9153B70C-06B0-9E4F-AA9A-9515126DBB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974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5" name="AutoShape 45">
                    <a:extLst>
                      <a:ext uri="{FF2B5EF4-FFF2-40B4-BE49-F238E27FC236}">
                        <a16:creationId xmlns:a16="http://schemas.microsoft.com/office/drawing/2014/main" id="{894220CC-BC0D-7143-AEB2-B074DE5D5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429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6" name="AutoShape 46">
                    <a:extLst>
                      <a:ext uri="{FF2B5EF4-FFF2-40B4-BE49-F238E27FC236}">
                        <a16:creationId xmlns:a16="http://schemas.microsoft.com/office/drawing/2014/main" id="{89C46EA3-57E3-5944-A80D-458820D225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883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7" name="AutoShape 47">
                    <a:extLst>
                      <a:ext uri="{FF2B5EF4-FFF2-40B4-BE49-F238E27FC236}">
                        <a16:creationId xmlns:a16="http://schemas.microsoft.com/office/drawing/2014/main" id="{CB172FFE-2402-1745-AA8E-9137137CDA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338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69708" name="Group 48">
                  <a:extLst>
                    <a:ext uri="{FF2B5EF4-FFF2-40B4-BE49-F238E27FC236}">
                      <a16:creationId xmlns:a16="http://schemas.microsoft.com/office/drawing/2014/main" id="{45AF5DA1-8F02-0047-9EF5-867768AB6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6" y="1368"/>
                  <a:ext cx="2268" cy="257"/>
                  <a:chOff x="1616" y="1368"/>
                  <a:chExt cx="2268" cy="257"/>
                </a:xfrm>
              </p:grpSpPr>
              <p:sp>
                <p:nvSpPr>
                  <p:cNvPr id="69758" name="AutoShape 49">
                    <a:extLst>
                      <a:ext uri="{FF2B5EF4-FFF2-40B4-BE49-F238E27FC236}">
                        <a16:creationId xmlns:a16="http://schemas.microsoft.com/office/drawing/2014/main" id="{388EA59B-1737-844A-A98B-6029DEF063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616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9" name="AutoShape 50">
                    <a:extLst>
                      <a:ext uri="{FF2B5EF4-FFF2-40B4-BE49-F238E27FC236}">
                        <a16:creationId xmlns:a16="http://schemas.microsoft.com/office/drawing/2014/main" id="{A3BEBAA9-7077-9040-AF9D-E398F4800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070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0" name="AutoShape 51">
                    <a:extLst>
                      <a:ext uri="{FF2B5EF4-FFF2-40B4-BE49-F238E27FC236}">
                        <a16:creationId xmlns:a16="http://schemas.microsoft.com/office/drawing/2014/main" id="{6858DDA7-91F4-8748-BD76-BDA5FDAEFD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525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1" name="AutoShape 52">
                    <a:extLst>
                      <a:ext uri="{FF2B5EF4-FFF2-40B4-BE49-F238E27FC236}">
                        <a16:creationId xmlns:a16="http://schemas.microsoft.com/office/drawing/2014/main" id="{BB93C477-6976-0C4F-8897-ACCD778633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979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62" name="AutoShape 53">
                    <a:extLst>
                      <a:ext uri="{FF2B5EF4-FFF2-40B4-BE49-F238E27FC236}">
                        <a16:creationId xmlns:a16="http://schemas.microsoft.com/office/drawing/2014/main" id="{0EA69402-9A32-2F43-98D8-FE5B3EDF7D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434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69709" name="Group 54">
                  <a:extLst>
                    <a:ext uri="{FF2B5EF4-FFF2-40B4-BE49-F238E27FC236}">
                      <a16:creationId xmlns:a16="http://schemas.microsoft.com/office/drawing/2014/main" id="{70A4D6CE-EED9-7E4F-900C-540982EFE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12" y="1464"/>
                  <a:ext cx="2268" cy="257"/>
                  <a:chOff x="1712" y="1464"/>
                  <a:chExt cx="2268" cy="257"/>
                </a:xfrm>
              </p:grpSpPr>
              <p:sp>
                <p:nvSpPr>
                  <p:cNvPr id="69753" name="AutoShape 55">
                    <a:extLst>
                      <a:ext uri="{FF2B5EF4-FFF2-40B4-BE49-F238E27FC236}">
                        <a16:creationId xmlns:a16="http://schemas.microsoft.com/office/drawing/2014/main" id="{E6AC6036-8EB4-8B4E-9B41-F6E3FBEE4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712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4" name="AutoShape 56">
                    <a:extLst>
                      <a:ext uri="{FF2B5EF4-FFF2-40B4-BE49-F238E27FC236}">
                        <a16:creationId xmlns:a16="http://schemas.microsoft.com/office/drawing/2014/main" id="{CDB12C9C-C491-B24C-A5D9-FA0F2B73CB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66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5" name="AutoShape 57">
                    <a:extLst>
                      <a:ext uri="{FF2B5EF4-FFF2-40B4-BE49-F238E27FC236}">
                        <a16:creationId xmlns:a16="http://schemas.microsoft.com/office/drawing/2014/main" id="{712DD2F2-CFBB-E444-AC6F-3A59E05AD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621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6" name="AutoShape 58">
                    <a:extLst>
                      <a:ext uri="{FF2B5EF4-FFF2-40B4-BE49-F238E27FC236}">
                        <a16:creationId xmlns:a16="http://schemas.microsoft.com/office/drawing/2014/main" id="{7BBA81DD-00CA-D14E-803D-79689BDDF1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075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7" name="AutoShape 59">
                    <a:extLst>
                      <a:ext uri="{FF2B5EF4-FFF2-40B4-BE49-F238E27FC236}">
                        <a16:creationId xmlns:a16="http://schemas.microsoft.com/office/drawing/2014/main" id="{257C49D8-6CC7-E046-BE50-E97904AC56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530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69710" name="Group 60">
                  <a:extLst>
                    <a:ext uri="{FF2B5EF4-FFF2-40B4-BE49-F238E27FC236}">
                      <a16:creationId xmlns:a16="http://schemas.microsoft.com/office/drawing/2014/main" id="{34DB7AEE-C9C4-4845-9013-D8EB37856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86" y="1298"/>
                  <a:ext cx="599" cy="423"/>
                  <a:chOff x="986" y="1298"/>
                  <a:chExt cx="599" cy="423"/>
                </a:xfrm>
              </p:grpSpPr>
              <p:sp>
                <p:nvSpPr>
                  <p:cNvPr id="69750" name="AutoShape 61">
                    <a:extLst>
                      <a:ext uri="{FF2B5EF4-FFF2-40B4-BE49-F238E27FC236}">
                        <a16:creationId xmlns:a16="http://schemas.microsoft.com/office/drawing/2014/main" id="{EE1231FF-DB15-534C-B699-0F56B1D3A4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6" y="1298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1" name="AutoShape 62">
                    <a:extLst>
                      <a:ext uri="{FF2B5EF4-FFF2-40B4-BE49-F238E27FC236}">
                        <a16:creationId xmlns:a16="http://schemas.microsoft.com/office/drawing/2014/main" id="{D26C0097-E3B4-2246-8487-CCC40E4121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2" y="1394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69752" name="AutoShape 63">
                    <a:extLst>
                      <a:ext uri="{FF2B5EF4-FFF2-40B4-BE49-F238E27FC236}">
                        <a16:creationId xmlns:a16="http://schemas.microsoft.com/office/drawing/2014/main" id="{1C8F7BA6-B1D4-684D-AEBE-BB1F77F63C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8" y="1490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69711" name="Group 64">
                  <a:extLst>
                    <a:ext uri="{FF2B5EF4-FFF2-40B4-BE49-F238E27FC236}">
                      <a16:creationId xmlns:a16="http://schemas.microsoft.com/office/drawing/2014/main" id="{8D0089FF-BC45-F64D-8A49-85C84FD7C59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6" y="1685"/>
                  <a:ext cx="3926" cy="489"/>
                  <a:chOff x="176" y="1685"/>
                  <a:chExt cx="3926" cy="489"/>
                </a:xfrm>
              </p:grpSpPr>
              <p:sp>
                <p:nvSpPr>
                  <p:cNvPr id="69712" name="Text Box 65">
                    <a:extLst>
                      <a:ext uri="{FF2B5EF4-FFF2-40B4-BE49-F238E27FC236}">
                        <a16:creationId xmlns:a16="http://schemas.microsoft.com/office/drawing/2014/main" id="{10A66271-6D38-F640-8A08-B7D0AB4886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6" y="1968"/>
                    <a:ext cx="618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1600" u="sng">
                        <a:solidFill>
                          <a:srgbClr val="000000"/>
                        </a:solidFill>
                      </a:rPr>
                      <a:t>Gates &gt;&gt;</a:t>
                    </a:r>
                  </a:p>
                </p:txBody>
              </p:sp>
              <p:grpSp>
                <p:nvGrpSpPr>
                  <p:cNvPr id="69713" name="Group 66">
                    <a:extLst>
                      <a:ext uri="{FF2B5EF4-FFF2-40B4-BE49-F238E27FC236}">
                        <a16:creationId xmlns:a16="http://schemas.microsoft.com/office/drawing/2014/main" id="{5F52CF3B-25CB-8A4C-AA9A-4F4E5C8AA9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69748" name="AutoShape 67">
                      <a:extLst>
                        <a:ext uri="{FF2B5EF4-FFF2-40B4-BE49-F238E27FC236}">
                          <a16:creationId xmlns:a16="http://schemas.microsoft.com/office/drawing/2014/main" id="{7CCC86D3-958C-0948-85F4-A1AFBE0876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69749" name="Line 68">
                      <a:extLst>
                        <a:ext uri="{FF2B5EF4-FFF2-40B4-BE49-F238E27FC236}">
                          <a16:creationId xmlns:a16="http://schemas.microsoft.com/office/drawing/2014/main" id="{4B40817F-036C-C24D-A879-CC3DEED45BD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sp>
                <p:nvSpPr>
                  <p:cNvPr id="69714" name="AutoShape 69">
                    <a:extLst>
                      <a:ext uri="{FF2B5EF4-FFF2-40B4-BE49-F238E27FC236}">
                        <a16:creationId xmlns:a16="http://schemas.microsoft.com/office/drawing/2014/main" id="{E2D3DEB7-FAC9-3F49-8F84-01D72AE532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1" y="1859"/>
                    <a:ext cx="3341" cy="315"/>
                  </a:xfrm>
                  <a:prstGeom prst="roundRect">
                    <a:avLst>
                      <a:gd name="adj" fmla="val 50000"/>
                    </a:avLst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grpSp>
                <p:nvGrpSpPr>
                  <p:cNvPr id="69715" name="Group 70">
                    <a:extLst>
                      <a:ext uri="{FF2B5EF4-FFF2-40B4-BE49-F238E27FC236}">
                        <a16:creationId xmlns:a16="http://schemas.microsoft.com/office/drawing/2014/main" id="{7E414D96-8F72-7645-9BA7-7A426D7C60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918" y="1795"/>
                    <a:ext cx="117" cy="299"/>
                    <a:chOff x="2088" y="1486"/>
                    <a:chExt cx="117" cy="299"/>
                  </a:xfrm>
                </p:grpSpPr>
                <p:sp>
                  <p:nvSpPr>
                    <p:cNvPr id="69746" name="AutoShape 71">
                      <a:extLst>
                        <a:ext uri="{FF2B5EF4-FFF2-40B4-BE49-F238E27FC236}">
                          <a16:creationId xmlns:a16="http://schemas.microsoft.com/office/drawing/2014/main" id="{60133D03-657C-0D41-9BAE-B2B1E3D13D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88" y="1614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69747" name="Line 72">
                      <a:extLst>
                        <a:ext uri="{FF2B5EF4-FFF2-40B4-BE49-F238E27FC236}">
                          <a16:creationId xmlns:a16="http://schemas.microsoft.com/office/drawing/2014/main" id="{FB240D7A-10B8-0649-8F09-DA8F0EF55BA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46" y="1486"/>
                      <a:ext cx="0" cy="1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69716" name="Group 73">
                    <a:extLst>
                      <a:ext uri="{FF2B5EF4-FFF2-40B4-BE49-F238E27FC236}">
                        <a16:creationId xmlns:a16="http://schemas.microsoft.com/office/drawing/2014/main" id="{ADD40AA6-A720-BB4B-9D8B-DE5AB313F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69744" name="AutoShape 74">
                      <a:extLst>
                        <a:ext uri="{FF2B5EF4-FFF2-40B4-BE49-F238E27FC236}">
                          <a16:creationId xmlns:a16="http://schemas.microsoft.com/office/drawing/2014/main" id="{E44DEE7F-2265-1240-85CD-A01105E5850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69745" name="Line 75">
                      <a:extLst>
                        <a:ext uri="{FF2B5EF4-FFF2-40B4-BE49-F238E27FC236}">
                          <a16:creationId xmlns:a16="http://schemas.microsoft.com/office/drawing/2014/main" id="{C3AE2A42-B148-2E4C-B4E8-682497270EF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69717" name="Group 76">
                    <a:extLst>
                      <a:ext uri="{FF2B5EF4-FFF2-40B4-BE49-F238E27FC236}">
                        <a16:creationId xmlns:a16="http://schemas.microsoft.com/office/drawing/2014/main" id="{74FC05A6-39B3-D543-9801-D34D1906AE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442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69742" name="AutoShape 77">
                      <a:extLst>
                        <a:ext uri="{FF2B5EF4-FFF2-40B4-BE49-F238E27FC236}">
                          <a16:creationId xmlns:a16="http://schemas.microsoft.com/office/drawing/2014/main" id="{AD29ACA5-8550-2848-AFA5-B8965227B4E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69743" name="Line 78">
                      <a:extLst>
                        <a:ext uri="{FF2B5EF4-FFF2-40B4-BE49-F238E27FC236}">
                          <a16:creationId xmlns:a16="http://schemas.microsoft.com/office/drawing/2014/main" id="{3E3568AD-35E2-B446-92DD-643062467B0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69718" name="Group 79">
                    <a:extLst>
                      <a:ext uri="{FF2B5EF4-FFF2-40B4-BE49-F238E27FC236}">
                        <a16:creationId xmlns:a16="http://schemas.microsoft.com/office/drawing/2014/main" id="{B1E6FB4C-5698-9F47-AC30-ED71E0EFA2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26" y="1705"/>
                    <a:ext cx="117" cy="369"/>
                    <a:chOff x="1526" y="1705"/>
                    <a:chExt cx="117" cy="369"/>
                  </a:xfrm>
                </p:grpSpPr>
                <p:sp>
                  <p:nvSpPr>
                    <p:cNvPr id="69740" name="Line 80">
                      <a:extLst>
                        <a:ext uri="{FF2B5EF4-FFF2-40B4-BE49-F238E27FC236}">
                          <a16:creationId xmlns:a16="http://schemas.microsoft.com/office/drawing/2014/main" id="{50CA23AB-1459-4B43-9C7F-D7545F9382D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584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41" name="AutoShape 81">
                      <a:extLst>
                        <a:ext uri="{FF2B5EF4-FFF2-40B4-BE49-F238E27FC236}">
                          <a16:creationId xmlns:a16="http://schemas.microsoft.com/office/drawing/2014/main" id="{834E3D04-F5DD-E648-9788-62920930DF5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26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19" name="Group 82">
                    <a:extLst>
                      <a:ext uri="{FF2B5EF4-FFF2-40B4-BE49-F238E27FC236}">
                        <a16:creationId xmlns:a16="http://schemas.microsoft.com/office/drawing/2014/main" id="{870DC1DF-0356-4C40-9653-1BD10E668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42" y="1705"/>
                    <a:ext cx="117" cy="369"/>
                    <a:chOff x="2542" y="1705"/>
                    <a:chExt cx="117" cy="369"/>
                  </a:xfrm>
                </p:grpSpPr>
                <p:sp>
                  <p:nvSpPr>
                    <p:cNvPr id="69738" name="Line 83">
                      <a:extLst>
                        <a:ext uri="{FF2B5EF4-FFF2-40B4-BE49-F238E27FC236}">
                          <a16:creationId xmlns:a16="http://schemas.microsoft.com/office/drawing/2014/main" id="{8A1E3615-BD3E-3148-AA11-53EE9033648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0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39" name="AutoShape 84">
                      <a:extLst>
                        <a:ext uri="{FF2B5EF4-FFF2-40B4-BE49-F238E27FC236}">
                          <a16:creationId xmlns:a16="http://schemas.microsoft.com/office/drawing/2014/main" id="{5B5753CF-1273-044B-ADD1-ADCC6F7911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2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0" name="Group 85">
                    <a:extLst>
                      <a:ext uri="{FF2B5EF4-FFF2-40B4-BE49-F238E27FC236}">
                        <a16:creationId xmlns:a16="http://schemas.microsoft.com/office/drawing/2014/main" id="{DF4C1479-6055-3640-8C60-FDCB811A6C1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66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36" name="Line 86">
                      <a:extLst>
                        <a:ext uri="{FF2B5EF4-FFF2-40B4-BE49-F238E27FC236}">
                          <a16:creationId xmlns:a16="http://schemas.microsoft.com/office/drawing/2014/main" id="{45E2B6D4-2D87-BE4A-AC47-DF54A8CC12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37" name="AutoShape 87">
                      <a:extLst>
                        <a:ext uri="{FF2B5EF4-FFF2-40B4-BE49-F238E27FC236}">
                          <a16:creationId xmlns:a16="http://schemas.microsoft.com/office/drawing/2014/main" id="{EC661494-7665-8044-9C63-AD2DBB8EDE7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1" name="Group 88">
                    <a:extLst>
                      <a:ext uri="{FF2B5EF4-FFF2-40B4-BE49-F238E27FC236}">
                        <a16:creationId xmlns:a16="http://schemas.microsoft.com/office/drawing/2014/main" id="{21FD25D3-A213-AC47-B8FF-4D4C10CDEA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8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34" name="Line 89">
                      <a:extLst>
                        <a:ext uri="{FF2B5EF4-FFF2-40B4-BE49-F238E27FC236}">
                          <a16:creationId xmlns:a16="http://schemas.microsoft.com/office/drawing/2014/main" id="{D759578C-4ABD-8F45-9601-554795AA1C9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35" name="AutoShape 90">
                      <a:extLst>
                        <a:ext uri="{FF2B5EF4-FFF2-40B4-BE49-F238E27FC236}">
                          <a16:creationId xmlns:a16="http://schemas.microsoft.com/office/drawing/2014/main" id="{66C56580-7505-DD4C-A998-86E4274C85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2" name="Group 91">
                    <a:extLst>
                      <a:ext uri="{FF2B5EF4-FFF2-40B4-BE49-F238E27FC236}">
                        <a16:creationId xmlns:a16="http://schemas.microsoft.com/office/drawing/2014/main" id="{67B34CD2-CF9E-EB49-9409-4FC18C2061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99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32" name="Line 92">
                      <a:extLst>
                        <a:ext uri="{FF2B5EF4-FFF2-40B4-BE49-F238E27FC236}">
                          <a16:creationId xmlns:a16="http://schemas.microsoft.com/office/drawing/2014/main" id="{BBA6D902-767C-494A-9EC1-ADCB2643846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33" name="AutoShape 93">
                      <a:extLst>
                        <a:ext uri="{FF2B5EF4-FFF2-40B4-BE49-F238E27FC236}">
                          <a16:creationId xmlns:a16="http://schemas.microsoft.com/office/drawing/2014/main" id="{7975906D-6921-2E44-881C-8AD8B90262D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3" name="Group 94">
                    <a:extLst>
                      <a:ext uri="{FF2B5EF4-FFF2-40B4-BE49-F238E27FC236}">
                        <a16:creationId xmlns:a16="http://schemas.microsoft.com/office/drawing/2014/main" id="{FBDEEB40-5E0C-6B4C-9E53-7DABFDF8A5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83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30" name="Line 95">
                      <a:extLst>
                        <a:ext uri="{FF2B5EF4-FFF2-40B4-BE49-F238E27FC236}">
                          <a16:creationId xmlns:a16="http://schemas.microsoft.com/office/drawing/2014/main" id="{E2E15079-C946-F54F-8ADD-298DBC5235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31" name="AutoShape 96">
                      <a:extLst>
                        <a:ext uri="{FF2B5EF4-FFF2-40B4-BE49-F238E27FC236}">
                          <a16:creationId xmlns:a16="http://schemas.microsoft.com/office/drawing/2014/main" id="{30B05545-D8A0-CD45-892C-04EF04E7A5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4" name="Group 97">
                    <a:extLst>
                      <a:ext uri="{FF2B5EF4-FFF2-40B4-BE49-F238E27FC236}">
                        <a16:creationId xmlns:a16="http://schemas.microsoft.com/office/drawing/2014/main" id="{2F399ADA-81BB-BA46-997A-F7A0464397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22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28" name="Line 98">
                      <a:extLst>
                        <a:ext uri="{FF2B5EF4-FFF2-40B4-BE49-F238E27FC236}">
                          <a16:creationId xmlns:a16="http://schemas.microsoft.com/office/drawing/2014/main" id="{62B164E0-1424-1347-9CA1-ACF2DEFF548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29" name="AutoShape 99">
                      <a:extLst>
                        <a:ext uri="{FF2B5EF4-FFF2-40B4-BE49-F238E27FC236}">
                          <a16:creationId xmlns:a16="http://schemas.microsoft.com/office/drawing/2014/main" id="{A707121F-D13C-CB4E-88D8-2BBC4ADF935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  <p:grpSp>
                <p:nvGrpSpPr>
                  <p:cNvPr id="69725" name="Group 100">
                    <a:extLst>
                      <a:ext uri="{FF2B5EF4-FFF2-40B4-BE49-F238E27FC236}">
                        <a16:creationId xmlns:a16="http://schemas.microsoft.com/office/drawing/2014/main" id="{FDB8DC9F-F9DD-284A-9A5A-5FE9D9C4A1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253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69726" name="Line 101">
                      <a:extLst>
                        <a:ext uri="{FF2B5EF4-FFF2-40B4-BE49-F238E27FC236}">
                          <a16:creationId xmlns:a16="http://schemas.microsoft.com/office/drawing/2014/main" id="{5DD6230C-811E-2B47-9DD0-712A1781B78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69727" name="AutoShape 102">
                      <a:extLst>
                        <a:ext uri="{FF2B5EF4-FFF2-40B4-BE49-F238E27FC236}">
                          <a16:creationId xmlns:a16="http://schemas.microsoft.com/office/drawing/2014/main" id="{D919FFB1-3405-1742-8CC1-361767A66E1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</p:grpSp>
            </p:grpSp>
          </p:grpSp>
          <p:sp>
            <p:nvSpPr>
              <p:cNvPr id="69696" name="Rectangle 103">
                <a:extLst>
                  <a:ext uri="{FF2B5EF4-FFF2-40B4-BE49-F238E27FC236}">
                    <a16:creationId xmlns:a16="http://schemas.microsoft.com/office/drawing/2014/main" id="{5FB0A772-0377-5444-8FBD-25AC1B4CF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573"/>
                <a:ext cx="3912" cy="202"/>
              </a:xfrm>
              <a:prstGeom prst="rect">
                <a:avLst/>
              </a:prstGeom>
              <a:solidFill>
                <a:srgbClr val="CCFFCC"/>
              </a:solidFill>
              <a:ln w="9525">
                <a:miter lim="800000"/>
                <a:headEnd/>
                <a:tailEnd/>
              </a:ln>
              <a:scene3d>
                <a:camera prst="legacyObliqueTopRight"/>
                <a:lightRig rig="legacyFlat3" dir="b"/>
              </a:scene3d>
              <a:sp3d extrusionH="277800" prstMaterial="legacyMatte">
                <a:bevelT w="13500" h="13500" prst="angle"/>
                <a:bevelB w="13500" h="13500" prst="angle"/>
                <a:extrusionClr>
                  <a:srgbClr val="CCFFCC"/>
                </a:extrusionClr>
                <a:contourClr>
                  <a:srgbClr val="CCFFCC"/>
                </a:contourClr>
              </a:sp3d>
            </p:spPr>
            <p:txBody>
              <a:bodyPr lIns="72000" tIns="0" rIns="72000" bIns="0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2000" b="1" i="1">
                    <a:solidFill>
                      <a:srgbClr val="000000"/>
                    </a:solidFill>
                  </a:rPr>
                  <a:t>Processo de Desenvolvimento de Produto</a:t>
                </a:r>
              </a:p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8" name="Group 104">
            <a:extLst>
              <a:ext uri="{FF2B5EF4-FFF2-40B4-BE49-F238E27FC236}">
                <a16:creationId xmlns:a16="http://schemas.microsoft.com/office/drawing/2014/main" id="{8A2180E7-2140-D447-A5B8-EAEF2179823C}"/>
              </a:ext>
            </a:extLst>
          </p:cNvPr>
          <p:cNvGrpSpPr>
            <a:grpSpLocks/>
          </p:cNvGrpSpPr>
          <p:nvPr/>
        </p:nvGrpSpPr>
        <p:grpSpPr bwMode="auto">
          <a:xfrm rot="8852966">
            <a:off x="6084888" y="2708275"/>
            <a:ext cx="1554162" cy="2862263"/>
            <a:chOff x="2181" y="1183"/>
            <a:chExt cx="1419" cy="1966"/>
          </a:xfrm>
        </p:grpSpPr>
        <p:grpSp>
          <p:nvGrpSpPr>
            <p:cNvPr id="69636" name="Group 105">
              <a:extLst>
                <a:ext uri="{FF2B5EF4-FFF2-40B4-BE49-F238E27FC236}">
                  <a16:creationId xmlns:a16="http://schemas.microsoft.com/office/drawing/2014/main" id="{DAB9E4DD-A87C-784A-8D3B-53AA71539C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1" y="1183"/>
              <a:ext cx="1203" cy="1195"/>
              <a:chOff x="2181" y="1183"/>
              <a:chExt cx="1203" cy="1195"/>
            </a:xfrm>
          </p:grpSpPr>
          <p:grpSp>
            <p:nvGrpSpPr>
              <p:cNvPr id="69673" name="Group 106">
                <a:extLst>
                  <a:ext uri="{FF2B5EF4-FFF2-40B4-BE49-F238E27FC236}">
                    <a16:creationId xmlns:a16="http://schemas.microsoft.com/office/drawing/2014/main" id="{71AF12A8-A04B-E14B-8B48-D10767F6C7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03" y="1197"/>
                <a:ext cx="1181" cy="1180"/>
                <a:chOff x="2203" y="1197"/>
                <a:chExt cx="1181" cy="1180"/>
              </a:xfrm>
            </p:grpSpPr>
            <p:grpSp>
              <p:nvGrpSpPr>
                <p:cNvPr id="69679" name="Group 107">
                  <a:extLst>
                    <a:ext uri="{FF2B5EF4-FFF2-40B4-BE49-F238E27FC236}">
                      <a16:creationId xmlns:a16="http://schemas.microsoft.com/office/drawing/2014/main" id="{FFAC6571-9E99-914C-9148-0BAA617E28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03" y="1197"/>
                  <a:ext cx="1181" cy="1180"/>
                  <a:chOff x="2203" y="1197"/>
                  <a:chExt cx="1181" cy="1180"/>
                </a:xfrm>
              </p:grpSpPr>
              <p:sp>
                <p:nvSpPr>
                  <p:cNvPr id="69685" name="Freeform 108">
                    <a:extLst>
                      <a:ext uri="{FF2B5EF4-FFF2-40B4-BE49-F238E27FC236}">
                        <a16:creationId xmlns:a16="http://schemas.microsoft.com/office/drawing/2014/main" id="{9EBC1335-9399-7841-AF83-DE460CD25E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3" y="1197"/>
                    <a:ext cx="1003" cy="685"/>
                  </a:xfrm>
                  <a:custGeom>
                    <a:avLst/>
                    <a:gdLst>
                      <a:gd name="T0" fmla="*/ 21 w 1003"/>
                      <a:gd name="T1" fmla="*/ 685 h 685"/>
                      <a:gd name="T2" fmla="*/ 6 w 1003"/>
                      <a:gd name="T3" fmla="*/ 604 h 685"/>
                      <a:gd name="T4" fmla="*/ 0 w 1003"/>
                      <a:gd name="T5" fmla="*/ 526 h 685"/>
                      <a:gd name="T6" fmla="*/ 3 w 1003"/>
                      <a:gd name="T7" fmla="*/ 472 h 685"/>
                      <a:gd name="T8" fmla="*/ 12 w 1003"/>
                      <a:gd name="T9" fmla="*/ 423 h 685"/>
                      <a:gd name="T10" fmla="*/ 27 w 1003"/>
                      <a:gd name="T11" fmla="*/ 369 h 685"/>
                      <a:gd name="T12" fmla="*/ 51 w 1003"/>
                      <a:gd name="T13" fmla="*/ 315 h 685"/>
                      <a:gd name="T14" fmla="*/ 81 w 1003"/>
                      <a:gd name="T15" fmla="*/ 258 h 685"/>
                      <a:gd name="T16" fmla="*/ 111 w 1003"/>
                      <a:gd name="T17" fmla="*/ 213 h 685"/>
                      <a:gd name="T18" fmla="*/ 147 w 1003"/>
                      <a:gd name="T19" fmla="*/ 168 h 685"/>
                      <a:gd name="T20" fmla="*/ 189 w 1003"/>
                      <a:gd name="T21" fmla="*/ 129 h 685"/>
                      <a:gd name="T22" fmla="*/ 231 w 1003"/>
                      <a:gd name="T23" fmla="*/ 96 h 685"/>
                      <a:gd name="T24" fmla="*/ 276 w 1003"/>
                      <a:gd name="T25" fmla="*/ 69 h 685"/>
                      <a:gd name="T26" fmla="*/ 331 w 1003"/>
                      <a:gd name="T27" fmla="*/ 45 h 685"/>
                      <a:gd name="T28" fmla="*/ 394 w 1003"/>
                      <a:gd name="T29" fmla="*/ 24 h 685"/>
                      <a:gd name="T30" fmla="*/ 448 w 1003"/>
                      <a:gd name="T31" fmla="*/ 9 h 685"/>
                      <a:gd name="T32" fmla="*/ 514 w 1003"/>
                      <a:gd name="T33" fmla="*/ 0 h 685"/>
                      <a:gd name="T34" fmla="*/ 598 w 1003"/>
                      <a:gd name="T35" fmla="*/ 0 h 685"/>
                      <a:gd name="T36" fmla="*/ 661 w 1003"/>
                      <a:gd name="T37" fmla="*/ 12 h 685"/>
                      <a:gd name="T38" fmla="*/ 736 w 1003"/>
                      <a:gd name="T39" fmla="*/ 30 h 685"/>
                      <a:gd name="T40" fmla="*/ 811 w 1003"/>
                      <a:gd name="T41" fmla="*/ 63 h 685"/>
                      <a:gd name="T42" fmla="*/ 877 w 1003"/>
                      <a:gd name="T43" fmla="*/ 102 h 685"/>
                      <a:gd name="T44" fmla="*/ 922 w 1003"/>
                      <a:gd name="T45" fmla="*/ 141 h 685"/>
                      <a:gd name="T46" fmla="*/ 967 w 1003"/>
                      <a:gd name="T47" fmla="*/ 186 h 685"/>
                      <a:gd name="T48" fmla="*/ 1003 w 1003"/>
                      <a:gd name="T49" fmla="*/ 231 h 685"/>
                      <a:gd name="T50" fmla="*/ 907 w 1003"/>
                      <a:gd name="T51" fmla="*/ 159 h 685"/>
                      <a:gd name="T52" fmla="*/ 856 w 1003"/>
                      <a:gd name="T53" fmla="*/ 129 h 685"/>
                      <a:gd name="T54" fmla="*/ 802 w 1003"/>
                      <a:gd name="T55" fmla="*/ 108 h 685"/>
                      <a:gd name="T56" fmla="*/ 733 w 1003"/>
                      <a:gd name="T57" fmla="*/ 87 h 685"/>
                      <a:gd name="T58" fmla="*/ 667 w 1003"/>
                      <a:gd name="T59" fmla="*/ 78 h 685"/>
                      <a:gd name="T60" fmla="*/ 595 w 1003"/>
                      <a:gd name="T61" fmla="*/ 75 h 685"/>
                      <a:gd name="T62" fmla="*/ 541 w 1003"/>
                      <a:gd name="T63" fmla="*/ 78 h 685"/>
                      <a:gd name="T64" fmla="*/ 484 w 1003"/>
                      <a:gd name="T65" fmla="*/ 87 h 685"/>
                      <a:gd name="T66" fmla="*/ 427 w 1003"/>
                      <a:gd name="T67" fmla="*/ 102 h 685"/>
                      <a:gd name="T68" fmla="*/ 373 w 1003"/>
                      <a:gd name="T69" fmla="*/ 120 h 685"/>
                      <a:gd name="T70" fmla="*/ 313 w 1003"/>
                      <a:gd name="T71" fmla="*/ 150 h 685"/>
                      <a:gd name="T72" fmla="*/ 267 w 1003"/>
                      <a:gd name="T73" fmla="*/ 177 h 685"/>
                      <a:gd name="T74" fmla="*/ 228 w 1003"/>
                      <a:gd name="T75" fmla="*/ 210 h 685"/>
                      <a:gd name="T76" fmla="*/ 183 w 1003"/>
                      <a:gd name="T77" fmla="*/ 246 h 685"/>
                      <a:gd name="T78" fmla="*/ 147 w 1003"/>
                      <a:gd name="T79" fmla="*/ 285 h 685"/>
                      <a:gd name="T80" fmla="*/ 111 w 1003"/>
                      <a:gd name="T81" fmla="*/ 339 h 685"/>
                      <a:gd name="T82" fmla="*/ 78 w 1003"/>
                      <a:gd name="T83" fmla="*/ 396 h 685"/>
                      <a:gd name="T84" fmla="*/ 57 w 1003"/>
                      <a:gd name="T85" fmla="*/ 450 h 685"/>
                      <a:gd name="T86" fmla="*/ 39 w 1003"/>
                      <a:gd name="T87" fmla="*/ 514 h 685"/>
                      <a:gd name="T88" fmla="*/ 27 w 1003"/>
                      <a:gd name="T89" fmla="*/ 592 h 685"/>
                      <a:gd name="T90" fmla="*/ 21 w 1003"/>
                      <a:gd name="T91" fmla="*/ 685 h 685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1003"/>
                      <a:gd name="T139" fmla="*/ 0 h 685"/>
                      <a:gd name="T140" fmla="*/ 1003 w 1003"/>
                      <a:gd name="T141" fmla="*/ 685 h 685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1003" h="685">
                        <a:moveTo>
                          <a:pt x="21" y="685"/>
                        </a:moveTo>
                        <a:lnTo>
                          <a:pt x="6" y="604"/>
                        </a:lnTo>
                        <a:lnTo>
                          <a:pt x="0" y="526"/>
                        </a:lnTo>
                        <a:lnTo>
                          <a:pt x="3" y="472"/>
                        </a:lnTo>
                        <a:lnTo>
                          <a:pt x="12" y="423"/>
                        </a:lnTo>
                        <a:lnTo>
                          <a:pt x="27" y="369"/>
                        </a:lnTo>
                        <a:lnTo>
                          <a:pt x="51" y="315"/>
                        </a:lnTo>
                        <a:lnTo>
                          <a:pt x="81" y="258"/>
                        </a:lnTo>
                        <a:lnTo>
                          <a:pt x="111" y="213"/>
                        </a:lnTo>
                        <a:lnTo>
                          <a:pt x="147" y="168"/>
                        </a:lnTo>
                        <a:lnTo>
                          <a:pt x="189" y="129"/>
                        </a:lnTo>
                        <a:lnTo>
                          <a:pt x="231" y="96"/>
                        </a:lnTo>
                        <a:lnTo>
                          <a:pt x="276" y="69"/>
                        </a:lnTo>
                        <a:lnTo>
                          <a:pt x="331" y="45"/>
                        </a:lnTo>
                        <a:lnTo>
                          <a:pt x="394" y="24"/>
                        </a:lnTo>
                        <a:lnTo>
                          <a:pt x="448" y="9"/>
                        </a:lnTo>
                        <a:lnTo>
                          <a:pt x="514" y="0"/>
                        </a:lnTo>
                        <a:lnTo>
                          <a:pt x="598" y="0"/>
                        </a:lnTo>
                        <a:lnTo>
                          <a:pt x="661" y="12"/>
                        </a:lnTo>
                        <a:lnTo>
                          <a:pt x="736" y="30"/>
                        </a:lnTo>
                        <a:lnTo>
                          <a:pt x="811" y="63"/>
                        </a:lnTo>
                        <a:lnTo>
                          <a:pt x="877" y="102"/>
                        </a:lnTo>
                        <a:lnTo>
                          <a:pt x="922" y="141"/>
                        </a:lnTo>
                        <a:lnTo>
                          <a:pt x="967" y="186"/>
                        </a:lnTo>
                        <a:lnTo>
                          <a:pt x="1003" y="231"/>
                        </a:lnTo>
                        <a:lnTo>
                          <a:pt x="907" y="159"/>
                        </a:lnTo>
                        <a:lnTo>
                          <a:pt x="856" y="129"/>
                        </a:lnTo>
                        <a:lnTo>
                          <a:pt x="802" y="108"/>
                        </a:lnTo>
                        <a:lnTo>
                          <a:pt x="733" y="87"/>
                        </a:lnTo>
                        <a:lnTo>
                          <a:pt x="667" y="78"/>
                        </a:lnTo>
                        <a:lnTo>
                          <a:pt x="595" y="75"/>
                        </a:lnTo>
                        <a:lnTo>
                          <a:pt x="541" y="78"/>
                        </a:lnTo>
                        <a:lnTo>
                          <a:pt x="484" y="87"/>
                        </a:lnTo>
                        <a:lnTo>
                          <a:pt x="427" y="102"/>
                        </a:lnTo>
                        <a:lnTo>
                          <a:pt x="373" y="120"/>
                        </a:lnTo>
                        <a:lnTo>
                          <a:pt x="313" y="150"/>
                        </a:lnTo>
                        <a:lnTo>
                          <a:pt x="267" y="177"/>
                        </a:lnTo>
                        <a:lnTo>
                          <a:pt x="228" y="210"/>
                        </a:lnTo>
                        <a:lnTo>
                          <a:pt x="183" y="246"/>
                        </a:lnTo>
                        <a:lnTo>
                          <a:pt x="147" y="285"/>
                        </a:lnTo>
                        <a:lnTo>
                          <a:pt x="111" y="339"/>
                        </a:lnTo>
                        <a:lnTo>
                          <a:pt x="78" y="396"/>
                        </a:lnTo>
                        <a:lnTo>
                          <a:pt x="57" y="450"/>
                        </a:lnTo>
                        <a:lnTo>
                          <a:pt x="39" y="514"/>
                        </a:lnTo>
                        <a:lnTo>
                          <a:pt x="27" y="592"/>
                        </a:lnTo>
                        <a:lnTo>
                          <a:pt x="21" y="685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86" name="Freeform 109">
                    <a:extLst>
                      <a:ext uri="{FF2B5EF4-FFF2-40B4-BE49-F238E27FC236}">
                        <a16:creationId xmlns:a16="http://schemas.microsoft.com/office/drawing/2014/main" id="{4EFC958F-A816-7D45-8446-D7F3EC5B9E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8" y="1536"/>
                    <a:ext cx="1106" cy="841"/>
                  </a:xfrm>
                  <a:custGeom>
                    <a:avLst/>
                    <a:gdLst>
                      <a:gd name="T0" fmla="*/ 0 w 1106"/>
                      <a:gd name="T1" fmla="*/ 511 h 841"/>
                      <a:gd name="T2" fmla="*/ 63 w 1106"/>
                      <a:gd name="T3" fmla="*/ 583 h 841"/>
                      <a:gd name="T4" fmla="*/ 132 w 1106"/>
                      <a:gd name="T5" fmla="*/ 646 h 841"/>
                      <a:gd name="T6" fmla="*/ 195 w 1106"/>
                      <a:gd name="T7" fmla="*/ 682 h 841"/>
                      <a:gd name="T8" fmla="*/ 286 w 1106"/>
                      <a:gd name="T9" fmla="*/ 721 h 841"/>
                      <a:gd name="T10" fmla="*/ 358 w 1106"/>
                      <a:gd name="T11" fmla="*/ 742 h 841"/>
                      <a:gd name="T12" fmla="*/ 424 w 1106"/>
                      <a:gd name="T13" fmla="*/ 751 h 841"/>
                      <a:gd name="T14" fmla="*/ 502 w 1106"/>
                      <a:gd name="T15" fmla="*/ 751 h 841"/>
                      <a:gd name="T16" fmla="*/ 559 w 1106"/>
                      <a:gd name="T17" fmla="*/ 745 h 841"/>
                      <a:gd name="T18" fmla="*/ 628 w 1106"/>
                      <a:gd name="T19" fmla="*/ 733 h 841"/>
                      <a:gd name="T20" fmla="*/ 697 w 1106"/>
                      <a:gd name="T21" fmla="*/ 712 h 841"/>
                      <a:gd name="T22" fmla="*/ 754 w 1106"/>
                      <a:gd name="T23" fmla="*/ 682 h 841"/>
                      <a:gd name="T24" fmla="*/ 808 w 1106"/>
                      <a:gd name="T25" fmla="*/ 649 h 841"/>
                      <a:gd name="T26" fmla="*/ 856 w 1106"/>
                      <a:gd name="T27" fmla="*/ 616 h 841"/>
                      <a:gd name="T28" fmla="*/ 904 w 1106"/>
                      <a:gd name="T29" fmla="*/ 568 h 841"/>
                      <a:gd name="T30" fmla="*/ 952 w 1106"/>
                      <a:gd name="T31" fmla="*/ 514 h 841"/>
                      <a:gd name="T32" fmla="*/ 989 w 1106"/>
                      <a:gd name="T33" fmla="*/ 463 h 841"/>
                      <a:gd name="T34" fmla="*/ 1010 w 1106"/>
                      <a:gd name="T35" fmla="*/ 412 h 841"/>
                      <a:gd name="T36" fmla="*/ 1037 w 1106"/>
                      <a:gd name="T37" fmla="*/ 331 h 841"/>
                      <a:gd name="T38" fmla="*/ 1055 w 1106"/>
                      <a:gd name="T39" fmla="*/ 247 h 841"/>
                      <a:gd name="T40" fmla="*/ 1058 w 1106"/>
                      <a:gd name="T41" fmla="*/ 172 h 841"/>
                      <a:gd name="T42" fmla="*/ 1046 w 1106"/>
                      <a:gd name="T43" fmla="*/ 90 h 841"/>
                      <a:gd name="T44" fmla="*/ 1019 w 1106"/>
                      <a:gd name="T45" fmla="*/ 0 h 841"/>
                      <a:gd name="T46" fmla="*/ 1046 w 1106"/>
                      <a:gd name="T47" fmla="*/ 48 h 841"/>
                      <a:gd name="T48" fmla="*/ 1076 w 1106"/>
                      <a:gd name="T49" fmla="*/ 117 h 841"/>
                      <a:gd name="T50" fmla="*/ 1091 w 1106"/>
                      <a:gd name="T51" fmla="*/ 181 h 841"/>
                      <a:gd name="T52" fmla="*/ 1106 w 1106"/>
                      <a:gd name="T53" fmla="*/ 241 h 841"/>
                      <a:gd name="T54" fmla="*/ 1103 w 1106"/>
                      <a:gd name="T55" fmla="*/ 292 h 841"/>
                      <a:gd name="T56" fmla="*/ 1100 w 1106"/>
                      <a:gd name="T57" fmla="*/ 361 h 841"/>
                      <a:gd name="T58" fmla="*/ 1064 w 1106"/>
                      <a:gd name="T59" fmla="*/ 493 h 841"/>
                      <a:gd name="T60" fmla="*/ 1028 w 1106"/>
                      <a:gd name="T61" fmla="*/ 565 h 841"/>
                      <a:gd name="T62" fmla="*/ 983 w 1106"/>
                      <a:gd name="T63" fmla="*/ 628 h 841"/>
                      <a:gd name="T64" fmla="*/ 934 w 1106"/>
                      <a:gd name="T65" fmla="*/ 682 h 841"/>
                      <a:gd name="T66" fmla="*/ 886 w 1106"/>
                      <a:gd name="T67" fmla="*/ 721 h 841"/>
                      <a:gd name="T68" fmla="*/ 820 w 1106"/>
                      <a:gd name="T69" fmla="*/ 766 h 841"/>
                      <a:gd name="T70" fmla="*/ 754 w 1106"/>
                      <a:gd name="T71" fmla="*/ 796 h 841"/>
                      <a:gd name="T72" fmla="*/ 691 w 1106"/>
                      <a:gd name="T73" fmla="*/ 817 h 841"/>
                      <a:gd name="T74" fmla="*/ 610 w 1106"/>
                      <a:gd name="T75" fmla="*/ 838 h 841"/>
                      <a:gd name="T76" fmla="*/ 550 w 1106"/>
                      <a:gd name="T77" fmla="*/ 841 h 841"/>
                      <a:gd name="T78" fmla="*/ 484 w 1106"/>
                      <a:gd name="T79" fmla="*/ 841 h 841"/>
                      <a:gd name="T80" fmla="*/ 418 w 1106"/>
                      <a:gd name="T81" fmla="*/ 829 h 841"/>
                      <a:gd name="T82" fmla="*/ 346 w 1106"/>
                      <a:gd name="T83" fmla="*/ 814 h 841"/>
                      <a:gd name="T84" fmla="*/ 298 w 1106"/>
                      <a:gd name="T85" fmla="*/ 796 h 841"/>
                      <a:gd name="T86" fmla="*/ 234 w 1106"/>
                      <a:gd name="T87" fmla="*/ 763 h 841"/>
                      <a:gd name="T88" fmla="*/ 180 w 1106"/>
                      <a:gd name="T89" fmla="*/ 733 h 841"/>
                      <a:gd name="T90" fmla="*/ 129 w 1106"/>
                      <a:gd name="T91" fmla="*/ 691 h 841"/>
                      <a:gd name="T92" fmla="*/ 75 w 1106"/>
                      <a:gd name="T93" fmla="*/ 634 h 841"/>
                      <a:gd name="T94" fmla="*/ 24 w 1106"/>
                      <a:gd name="T95" fmla="*/ 562 h 841"/>
                      <a:gd name="T96" fmla="*/ 0 w 1106"/>
                      <a:gd name="T97" fmla="*/ 511 h 841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106"/>
                      <a:gd name="T148" fmla="*/ 0 h 841"/>
                      <a:gd name="T149" fmla="*/ 1106 w 1106"/>
                      <a:gd name="T150" fmla="*/ 841 h 841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106" h="841">
                        <a:moveTo>
                          <a:pt x="0" y="511"/>
                        </a:moveTo>
                        <a:lnTo>
                          <a:pt x="63" y="583"/>
                        </a:lnTo>
                        <a:lnTo>
                          <a:pt x="132" y="646"/>
                        </a:lnTo>
                        <a:lnTo>
                          <a:pt x="195" y="682"/>
                        </a:lnTo>
                        <a:lnTo>
                          <a:pt x="286" y="721"/>
                        </a:lnTo>
                        <a:lnTo>
                          <a:pt x="358" y="742"/>
                        </a:lnTo>
                        <a:lnTo>
                          <a:pt x="424" y="751"/>
                        </a:lnTo>
                        <a:lnTo>
                          <a:pt x="502" y="751"/>
                        </a:lnTo>
                        <a:lnTo>
                          <a:pt x="559" y="745"/>
                        </a:lnTo>
                        <a:lnTo>
                          <a:pt x="628" y="733"/>
                        </a:lnTo>
                        <a:lnTo>
                          <a:pt x="697" y="712"/>
                        </a:lnTo>
                        <a:lnTo>
                          <a:pt x="754" y="682"/>
                        </a:lnTo>
                        <a:lnTo>
                          <a:pt x="808" y="649"/>
                        </a:lnTo>
                        <a:lnTo>
                          <a:pt x="856" y="616"/>
                        </a:lnTo>
                        <a:lnTo>
                          <a:pt x="904" y="568"/>
                        </a:lnTo>
                        <a:lnTo>
                          <a:pt x="952" y="514"/>
                        </a:lnTo>
                        <a:lnTo>
                          <a:pt x="989" y="463"/>
                        </a:lnTo>
                        <a:lnTo>
                          <a:pt x="1010" y="412"/>
                        </a:lnTo>
                        <a:lnTo>
                          <a:pt x="1037" y="331"/>
                        </a:lnTo>
                        <a:lnTo>
                          <a:pt x="1055" y="247"/>
                        </a:lnTo>
                        <a:lnTo>
                          <a:pt x="1058" y="172"/>
                        </a:lnTo>
                        <a:lnTo>
                          <a:pt x="1046" y="90"/>
                        </a:lnTo>
                        <a:lnTo>
                          <a:pt x="1019" y="0"/>
                        </a:lnTo>
                        <a:lnTo>
                          <a:pt x="1046" y="48"/>
                        </a:lnTo>
                        <a:lnTo>
                          <a:pt x="1076" y="117"/>
                        </a:lnTo>
                        <a:lnTo>
                          <a:pt x="1091" y="181"/>
                        </a:lnTo>
                        <a:lnTo>
                          <a:pt x="1106" y="241"/>
                        </a:lnTo>
                        <a:lnTo>
                          <a:pt x="1103" y="292"/>
                        </a:lnTo>
                        <a:lnTo>
                          <a:pt x="1100" y="361"/>
                        </a:lnTo>
                        <a:lnTo>
                          <a:pt x="1064" y="493"/>
                        </a:lnTo>
                        <a:lnTo>
                          <a:pt x="1028" y="565"/>
                        </a:lnTo>
                        <a:lnTo>
                          <a:pt x="983" y="628"/>
                        </a:lnTo>
                        <a:lnTo>
                          <a:pt x="934" y="682"/>
                        </a:lnTo>
                        <a:lnTo>
                          <a:pt x="886" y="721"/>
                        </a:lnTo>
                        <a:lnTo>
                          <a:pt x="820" y="766"/>
                        </a:lnTo>
                        <a:lnTo>
                          <a:pt x="754" y="796"/>
                        </a:lnTo>
                        <a:lnTo>
                          <a:pt x="691" y="817"/>
                        </a:lnTo>
                        <a:lnTo>
                          <a:pt x="610" y="838"/>
                        </a:lnTo>
                        <a:lnTo>
                          <a:pt x="550" y="841"/>
                        </a:lnTo>
                        <a:lnTo>
                          <a:pt x="484" y="841"/>
                        </a:lnTo>
                        <a:lnTo>
                          <a:pt x="418" y="829"/>
                        </a:lnTo>
                        <a:lnTo>
                          <a:pt x="346" y="814"/>
                        </a:lnTo>
                        <a:lnTo>
                          <a:pt x="298" y="796"/>
                        </a:lnTo>
                        <a:lnTo>
                          <a:pt x="234" y="763"/>
                        </a:lnTo>
                        <a:lnTo>
                          <a:pt x="180" y="733"/>
                        </a:lnTo>
                        <a:lnTo>
                          <a:pt x="129" y="691"/>
                        </a:lnTo>
                        <a:lnTo>
                          <a:pt x="75" y="634"/>
                        </a:lnTo>
                        <a:lnTo>
                          <a:pt x="24" y="562"/>
                        </a:lnTo>
                        <a:lnTo>
                          <a:pt x="0" y="5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69680" name="Group 110">
                  <a:extLst>
                    <a:ext uri="{FF2B5EF4-FFF2-40B4-BE49-F238E27FC236}">
                      <a16:creationId xmlns:a16="http://schemas.microsoft.com/office/drawing/2014/main" id="{0A6B449A-79AD-3047-8948-8115FC03BD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10" y="1213"/>
                  <a:ext cx="1172" cy="1113"/>
                  <a:chOff x="2210" y="1213"/>
                  <a:chExt cx="1172" cy="1113"/>
                </a:xfrm>
              </p:grpSpPr>
              <p:sp>
                <p:nvSpPr>
                  <p:cNvPr id="69681" name="Freeform 111">
                    <a:extLst>
                      <a:ext uri="{FF2B5EF4-FFF2-40B4-BE49-F238E27FC236}">
                        <a16:creationId xmlns:a16="http://schemas.microsoft.com/office/drawing/2014/main" id="{37C034BD-0131-2E4B-B6F1-DB019DED50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6" y="2048"/>
                    <a:ext cx="287" cy="278"/>
                  </a:xfrm>
                  <a:custGeom>
                    <a:avLst/>
                    <a:gdLst>
                      <a:gd name="T0" fmla="*/ 0 w 287"/>
                      <a:gd name="T1" fmla="*/ 0 h 278"/>
                      <a:gd name="T2" fmla="*/ 30 w 287"/>
                      <a:gd name="T3" fmla="*/ 56 h 278"/>
                      <a:gd name="T4" fmla="*/ 59 w 287"/>
                      <a:gd name="T5" fmla="*/ 99 h 278"/>
                      <a:gd name="T6" fmla="*/ 90 w 287"/>
                      <a:gd name="T7" fmla="*/ 138 h 278"/>
                      <a:gd name="T8" fmla="*/ 138 w 287"/>
                      <a:gd name="T9" fmla="*/ 185 h 278"/>
                      <a:gd name="T10" fmla="*/ 174 w 287"/>
                      <a:gd name="T11" fmla="*/ 215 h 278"/>
                      <a:gd name="T12" fmla="*/ 220 w 287"/>
                      <a:gd name="T13" fmla="*/ 244 h 278"/>
                      <a:gd name="T14" fmla="*/ 287 w 287"/>
                      <a:gd name="T15" fmla="*/ 278 h 278"/>
                      <a:gd name="T16" fmla="*/ 212 w 287"/>
                      <a:gd name="T17" fmla="*/ 176 h 278"/>
                      <a:gd name="T18" fmla="*/ 170 w 287"/>
                      <a:gd name="T19" fmla="*/ 152 h 278"/>
                      <a:gd name="T20" fmla="*/ 140 w 287"/>
                      <a:gd name="T21" fmla="*/ 131 h 278"/>
                      <a:gd name="T22" fmla="*/ 96 w 287"/>
                      <a:gd name="T23" fmla="*/ 101 h 278"/>
                      <a:gd name="T24" fmla="*/ 62 w 287"/>
                      <a:gd name="T25" fmla="*/ 69 h 278"/>
                      <a:gd name="T26" fmla="*/ 35 w 287"/>
                      <a:gd name="T27" fmla="*/ 42 h 278"/>
                      <a:gd name="T28" fmla="*/ 0 w 287"/>
                      <a:gd name="T29" fmla="*/ 0 h 278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87"/>
                      <a:gd name="T46" fmla="*/ 0 h 278"/>
                      <a:gd name="T47" fmla="*/ 287 w 287"/>
                      <a:gd name="T48" fmla="*/ 278 h 278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87" h="278">
                        <a:moveTo>
                          <a:pt x="0" y="0"/>
                        </a:moveTo>
                        <a:lnTo>
                          <a:pt x="30" y="56"/>
                        </a:lnTo>
                        <a:lnTo>
                          <a:pt x="59" y="99"/>
                        </a:lnTo>
                        <a:lnTo>
                          <a:pt x="90" y="138"/>
                        </a:lnTo>
                        <a:lnTo>
                          <a:pt x="138" y="185"/>
                        </a:lnTo>
                        <a:lnTo>
                          <a:pt x="174" y="215"/>
                        </a:lnTo>
                        <a:lnTo>
                          <a:pt x="220" y="244"/>
                        </a:lnTo>
                        <a:lnTo>
                          <a:pt x="287" y="278"/>
                        </a:lnTo>
                        <a:lnTo>
                          <a:pt x="212" y="176"/>
                        </a:lnTo>
                        <a:lnTo>
                          <a:pt x="170" y="152"/>
                        </a:lnTo>
                        <a:lnTo>
                          <a:pt x="140" y="131"/>
                        </a:lnTo>
                        <a:lnTo>
                          <a:pt x="96" y="101"/>
                        </a:lnTo>
                        <a:lnTo>
                          <a:pt x="62" y="69"/>
                        </a:lnTo>
                        <a:lnTo>
                          <a:pt x="35" y="4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82" name="Freeform 112">
                    <a:extLst>
                      <a:ext uri="{FF2B5EF4-FFF2-40B4-BE49-F238E27FC236}">
                        <a16:creationId xmlns:a16="http://schemas.microsoft.com/office/drawing/2014/main" id="{5AA1A3B1-6CB2-3247-BB83-539BF3BB35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79" y="1530"/>
                    <a:ext cx="103" cy="546"/>
                  </a:xfrm>
                  <a:custGeom>
                    <a:avLst/>
                    <a:gdLst>
                      <a:gd name="T0" fmla="*/ 19 w 103"/>
                      <a:gd name="T1" fmla="*/ 0 h 546"/>
                      <a:gd name="T2" fmla="*/ 39 w 103"/>
                      <a:gd name="T3" fmla="*/ 37 h 546"/>
                      <a:gd name="T4" fmla="*/ 52 w 103"/>
                      <a:gd name="T5" fmla="*/ 69 h 546"/>
                      <a:gd name="T6" fmla="*/ 66 w 103"/>
                      <a:gd name="T7" fmla="*/ 102 h 546"/>
                      <a:gd name="T8" fmla="*/ 76 w 103"/>
                      <a:gd name="T9" fmla="*/ 134 h 546"/>
                      <a:gd name="T10" fmla="*/ 84 w 103"/>
                      <a:gd name="T11" fmla="*/ 164 h 546"/>
                      <a:gd name="T12" fmla="*/ 99 w 103"/>
                      <a:gd name="T13" fmla="*/ 217 h 546"/>
                      <a:gd name="T14" fmla="*/ 103 w 103"/>
                      <a:gd name="T15" fmla="*/ 269 h 546"/>
                      <a:gd name="T16" fmla="*/ 100 w 103"/>
                      <a:gd name="T17" fmla="*/ 349 h 546"/>
                      <a:gd name="T18" fmla="*/ 93 w 103"/>
                      <a:gd name="T19" fmla="*/ 403 h 546"/>
                      <a:gd name="T20" fmla="*/ 82 w 103"/>
                      <a:gd name="T21" fmla="*/ 447 h 546"/>
                      <a:gd name="T22" fmla="*/ 65 w 103"/>
                      <a:gd name="T23" fmla="*/ 493 h 546"/>
                      <a:gd name="T24" fmla="*/ 42 w 103"/>
                      <a:gd name="T25" fmla="*/ 546 h 546"/>
                      <a:gd name="T26" fmla="*/ 0 w 103"/>
                      <a:gd name="T27" fmla="*/ 443 h 546"/>
                      <a:gd name="T28" fmla="*/ 19 w 103"/>
                      <a:gd name="T29" fmla="*/ 398 h 546"/>
                      <a:gd name="T30" fmla="*/ 28 w 103"/>
                      <a:gd name="T31" fmla="*/ 374 h 546"/>
                      <a:gd name="T32" fmla="*/ 39 w 103"/>
                      <a:gd name="T33" fmla="*/ 343 h 546"/>
                      <a:gd name="T34" fmla="*/ 46 w 103"/>
                      <a:gd name="T35" fmla="*/ 311 h 546"/>
                      <a:gd name="T36" fmla="*/ 52 w 103"/>
                      <a:gd name="T37" fmla="*/ 262 h 546"/>
                      <a:gd name="T38" fmla="*/ 55 w 103"/>
                      <a:gd name="T39" fmla="*/ 221 h 546"/>
                      <a:gd name="T40" fmla="*/ 55 w 103"/>
                      <a:gd name="T41" fmla="*/ 160 h 546"/>
                      <a:gd name="T42" fmla="*/ 46 w 103"/>
                      <a:gd name="T43" fmla="*/ 105 h 546"/>
                      <a:gd name="T44" fmla="*/ 36 w 103"/>
                      <a:gd name="T45" fmla="*/ 60 h 546"/>
                      <a:gd name="T46" fmla="*/ 30 w 103"/>
                      <a:gd name="T47" fmla="*/ 36 h 546"/>
                      <a:gd name="T48" fmla="*/ 19 w 103"/>
                      <a:gd name="T49" fmla="*/ 0 h 54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03"/>
                      <a:gd name="T76" fmla="*/ 0 h 546"/>
                      <a:gd name="T77" fmla="*/ 103 w 103"/>
                      <a:gd name="T78" fmla="*/ 546 h 54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03" h="546">
                        <a:moveTo>
                          <a:pt x="19" y="0"/>
                        </a:moveTo>
                        <a:lnTo>
                          <a:pt x="39" y="37"/>
                        </a:lnTo>
                        <a:lnTo>
                          <a:pt x="52" y="69"/>
                        </a:lnTo>
                        <a:lnTo>
                          <a:pt x="66" y="102"/>
                        </a:lnTo>
                        <a:lnTo>
                          <a:pt x="76" y="134"/>
                        </a:lnTo>
                        <a:lnTo>
                          <a:pt x="84" y="164"/>
                        </a:lnTo>
                        <a:lnTo>
                          <a:pt x="99" y="217"/>
                        </a:lnTo>
                        <a:lnTo>
                          <a:pt x="103" y="269"/>
                        </a:lnTo>
                        <a:lnTo>
                          <a:pt x="100" y="349"/>
                        </a:lnTo>
                        <a:lnTo>
                          <a:pt x="93" y="403"/>
                        </a:lnTo>
                        <a:lnTo>
                          <a:pt x="82" y="447"/>
                        </a:lnTo>
                        <a:lnTo>
                          <a:pt x="65" y="493"/>
                        </a:lnTo>
                        <a:lnTo>
                          <a:pt x="42" y="546"/>
                        </a:lnTo>
                        <a:lnTo>
                          <a:pt x="0" y="443"/>
                        </a:lnTo>
                        <a:lnTo>
                          <a:pt x="19" y="398"/>
                        </a:lnTo>
                        <a:lnTo>
                          <a:pt x="28" y="374"/>
                        </a:lnTo>
                        <a:lnTo>
                          <a:pt x="39" y="343"/>
                        </a:lnTo>
                        <a:lnTo>
                          <a:pt x="46" y="311"/>
                        </a:lnTo>
                        <a:lnTo>
                          <a:pt x="52" y="262"/>
                        </a:lnTo>
                        <a:lnTo>
                          <a:pt x="55" y="221"/>
                        </a:lnTo>
                        <a:lnTo>
                          <a:pt x="55" y="160"/>
                        </a:lnTo>
                        <a:lnTo>
                          <a:pt x="46" y="105"/>
                        </a:lnTo>
                        <a:lnTo>
                          <a:pt x="36" y="60"/>
                        </a:lnTo>
                        <a:lnTo>
                          <a:pt x="30" y="36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83" name="Freeform 113">
                    <a:extLst>
                      <a:ext uri="{FF2B5EF4-FFF2-40B4-BE49-F238E27FC236}">
                        <a16:creationId xmlns:a16="http://schemas.microsoft.com/office/drawing/2014/main" id="{D5B56582-F937-1544-8426-158263EF8B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41" y="1213"/>
                    <a:ext cx="408" cy="165"/>
                  </a:xfrm>
                  <a:custGeom>
                    <a:avLst/>
                    <a:gdLst>
                      <a:gd name="T0" fmla="*/ 0 w 408"/>
                      <a:gd name="T1" fmla="*/ 0 h 165"/>
                      <a:gd name="T2" fmla="*/ 31 w 408"/>
                      <a:gd name="T3" fmla="*/ 60 h 165"/>
                      <a:gd name="T4" fmla="*/ 79 w 408"/>
                      <a:gd name="T5" fmla="*/ 57 h 165"/>
                      <a:gd name="T6" fmla="*/ 123 w 408"/>
                      <a:gd name="T7" fmla="*/ 60 h 165"/>
                      <a:gd name="T8" fmla="*/ 164 w 408"/>
                      <a:gd name="T9" fmla="*/ 66 h 165"/>
                      <a:gd name="T10" fmla="*/ 202 w 408"/>
                      <a:gd name="T11" fmla="*/ 73 h 165"/>
                      <a:gd name="T12" fmla="*/ 240 w 408"/>
                      <a:gd name="T13" fmla="*/ 83 h 165"/>
                      <a:gd name="T14" fmla="*/ 266 w 408"/>
                      <a:gd name="T15" fmla="*/ 91 h 165"/>
                      <a:gd name="T16" fmla="*/ 300 w 408"/>
                      <a:gd name="T17" fmla="*/ 105 h 165"/>
                      <a:gd name="T18" fmla="*/ 339 w 408"/>
                      <a:gd name="T19" fmla="*/ 124 h 165"/>
                      <a:gd name="T20" fmla="*/ 408 w 408"/>
                      <a:gd name="T21" fmla="*/ 165 h 165"/>
                      <a:gd name="T22" fmla="*/ 368 w 408"/>
                      <a:gd name="T23" fmla="*/ 123 h 165"/>
                      <a:gd name="T24" fmla="*/ 340 w 408"/>
                      <a:gd name="T25" fmla="*/ 102 h 165"/>
                      <a:gd name="T26" fmla="*/ 303 w 408"/>
                      <a:gd name="T27" fmla="*/ 78 h 165"/>
                      <a:gd name="T28" fmla="*/ 280 w 408"/>
                      <a:gd name="T29" fmla="*/ 64 h 165"/>
                      <a:gd name="T30" fmla="*/ 229 w 408"/>
                      <a:gd name="T31" fmla="*/ 40 h 165"/>
                      <a:gd name="T32" fmla="*/ 196 w 408"/>
                      <a:gd name="T33" fmla="*/ 28 h 165"/>
                      <a:gd name="T34" fmla="*/ 169 w 408"/>
                      <a:gd name="T35" fmla="*/ 19 h 165"/>
                      <a:gd name="T36" fmla="*/ 144 w 408"/>
                      <a:gd name="T37" fmla="*/ 13 h 165"/>
                      <a:gd name="T38" fmla="*/ 105 w 408"/>
                      <a:gd name="T39" fmla="*/ 6 h 165"/>
                      <a:gd name="T40" fmla="*/ 64 w 408"/>
                      <a:gd name="T41" fmla="*/ 1 h 165"/>
                      <a:gd name="T42" fmla="*/ 18 w 408"/>
                      <a:gd name="T43" fmla="*/ 0 h 165"/>
                      <a:gd name="T44" fmla="*/ 0 w 408"/>
                      <a:gd name="T45" fmla="*/ 0 h 165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08"/>
                      <a:gd name="T70" fmla="*/ 0 h 165"/>
                      <a:gd name="T71" fmla="*/ 408 w 408"/>
                      <a:gd name="T72" fmla="*/ 165 h 165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08" h="165">
                        <a:moveTo>
                          <a:pt x="0" y="0"/>
                        </a:moveTo>
                        <a:lnTo>
                          <a:pt x="31" y="60"/>
                        </a:lnTo>
                        <a:lnTo>
                          <a:pt x="79" y="57"/>
                        </a:lnTo>
                        <a:lnTo>
                          <a:pt x="123" y="60"/>
                        </a:lnTo>
                        <a:lnTo>
                          <a:pt x="164" y="66"/>
                        </a:lnTo>
                        <a:lnTo>
                          <a:pt x="202" y="73"/>
                        </a:lnTo>
                        <a:lnTo>
                          <a:pt x="240" y="83"/>
                        </a:lnTo>
                        <a:lnTo>
                          <a:pt x="266" y="91"/>
                        </a:lnTo>
                        <a:lnTo>
                          <a:pt x="300" y="105"/>
                        </a:lnTo>
                        <a:lnTo>
                          <a:pt x="339" y="124"/>
                        </a:lnTo>
                        <a:lnTo>
                          <a:pt x="408" y="165"/>
                        </a:lnTo>
                        <a:lnTo>
                          <a:pt x="368" y="123"/>
                        </a:lnTo>
                        <a:lnTo>
                          <a:pt x="340" y="102"/>
                        </a:lnTo>
                        <a:lnTo>
                          <a:pt x="303" y="78"/>
                        </a:lnTo>
                        <a:lnTo>
                          <a:pt x="280" y="64"/>
                        </a:lnTo>
                        <a:lnTo>
                          <a:pt x="229" y="40"/>
                        </a:lnTo>
                        <a:lnTo>
                          <a:pt x="196" y="28"/>
                        </a:lnTo>
                        <a:lnTo>
                          <a:pt x="169" y="19"/>
                        </a:lnTo>
                        <a:lnTo>
                          <a:pt x="144" y="13"/>
                        </a:lnTo>
                        <a:lnTo>
                          <a:pt x="105" y="6"/>
                        </a:lnTo>
                        <a:lnTo>
                          <a:pt x="64" y="1"/>
                        </a:lnTo>
                        <a:lnTo>
                          <a:pt x="1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84" name="Freeform 114">
                    <a:extLst>
                      <a:ext uri="{FF2B5EF4-FFF2-40B4-BE49-F238E27FC236}">
                        <a16:creationId xmlns:a16="http://schemas.microsoft.com/office/drawing/2014/main" id="{6C1F2AC7-6641-854D-B5DB-CE0E2B147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0" y="1445"/>
                    <a:ext cx="130" cy="387"/>
                  </a:xfrm>
                  <a:custGeom>
                    <a:avLst/>
                    <a:gdLst>
                      <a:gd name="T0" fmla="*/ 0 w 130"/>
                      <a:gd name="T1" fmla="*/ 297 h 387"/>
                      <a:gd name="T2" fmla="*/ 3 w 130"/>
                      <a:gd name="T3" fmla="*/ 267 h 387"/>
                      <a:gd name="T4" fmla="*/ 5 w 130"/>
                      <a:gd name="T5" fmla="*/ 234 h 387"/>
                      <a:gd name="T6" fmla="*/ 14 w 130"/>
                      <a:gd name="T7" fmla="*/ 181 h 387"/>
                      <a:gd name="T8" fmla="*/ 24 w 130"/>
                      <a:gd name="T9" fmla="*/ 139 h 387"/>
                      <a:gd name="T10" fmla="*/ 38 w 130"/>
                      <a:gd name="T11" fmla="*/ 101 h 387"/>
                      <a:gd name="T12" fmla="*/ 56 w 130"/>
                      <a:gd name="T13" fmla="*/ 62 h 387"/>
                      <a:gd name="T14" fmla="*/ 72 w 130"/>
                      <a:gd name="T15" fmla="*/ 32 h 387"/>
                      <a:gd name="T16" fmla="*/ 92 w 130"/>
                      <a:gd name="T17" fmla="*/ 0 h 387"/>
                      <a:gd name="T18" fmla="*/ 130 w 130"/>
                      <a:gd name="T19" fmla="*/ 50 h 387"/>
                      <a:gd name="T20" fmla="*/ 108 w 130"/>
                      <a:gd name="T21" fmla="*/ 80 h 387"/>
                      <a:gd name="T22" fmla="*/ 92 w 130"/>
                      <a:gd name="T23" fmla="*/ 107 h 387"/>
                      <a:gd name="T24" fmla="*/ 79 w 130"/>
                      <a:gd name="T25" fmla="*/ 132 h 387"/>
                      <a:gd name="T26" fmla="*/ 60 w 130"/>
                      <a:gd name="T27" fmla="*/ 167 h 387"/>
                      <a:gd name="T28" fmla="*/ 48 w 130"/>
                      <a:gd name="T29" fmla="*/ 198 h 387"/>
                      <a:gd name="T30" fmla="*/ 41 w 130"/>
                      <a:gd name="T31" fmla="*/ 228 h 387"/>
                      <a:gd name="T32" fmla="*/ 32 w 130"/>
                      <a:gd name="T33" fmla="*/ 258 h 387"/>
                      <a:gd name="T34" fmla="*/ 26 w 130"/>
                      <a:gd name="T35" fmla="*/ 291 h 387"/>
                      <a:gd name="T36" fmla="*/ 21 w 130"/>
                      <a:gd name="T37" fmla="*/ 331 h 387"/>
                      <a:gd name="T38" fmla="*/ 17 w 130"/>
                      <a:gd name="T39" fmla="*/ 371 h 387"/>
                      <a:gd name="T40" fmla="*/ 10 w 130"/>
                      <a:gd name="T41" fmla="*/ 387 h 387"/>
                      <a:gd name="T42" fmla="*/ 0 w 130"/>
                      <a:gd name="T43" fmla="*/ 297 h 387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30"/>
                      <a:gd name="T67" fmla="*/ 0 h 387"/>
                      <a:gd name="T68" fmla="*/ 130 w 130"/>
                      <a:gd name="T69" fmla="*/ 387 h 387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30" h="387">
                        <a:moveTo>
                          <a:pt x="0" y="297"/>
                        </a:moveTo>
                        <a:lnTo>
                          <a:pt x="3" y="267"/>
                        </a:lnTo>
                        <a:lnTo>
                          <a:pt x="5" y="234"/>
                        </a:lnTo>
                        <a:lnTo>
                          <a:pt x="14" y="181"/>
                        </a:lnTo>
                        <a:lnTo>
                          <a:pt x="24" y="139"/>
                        </a:lnTo>
                        <a:lnTo>
                          <a:pt x="38" y="101"/>
                        </a:lnTo>
                        <a:lnTo>
                          <a:pt x="56" y="62"/>
                        </a:lnTo>
                        <a:lnTo>
                          <a:pt x="72" y="32"/>
                        </a:lnTo>
                        <a:lnTo>
                          <a:pt x="92" y="0"/>
                        </a:lnTo>
                        <a:lnTo>
                          <a:pt x="130" y="50"/>
                        </a:lnTo>
                        <a:lnTo>
                          <a:pt x="108" y="80"/>
                        </a:lnTo>
                        <a:lnTo>
                          <a:pt x="92" y="107"/>
                        </a:lnTo>
                        <a:lnTo>
                          <a:pt x="79" y="132"/>
                        </a:lnTo>
                        <a:lnTo>
                          <a:pt x="60" y="167"/>
                        </a:lnTo>
                        <a:lnTo>
                          <a:pt x="48" y="198"/>
                        </a:lnTo>
                        <a:lnTo>
                          <a:pt x="41" y="228"/>
                        </a:lnTo>
                        <a:lnTo>
                          <a:pt x="32" y="258"/>
                        </a:lnTo>
                        <a:lnTo>
                          <a:pt x="26" y="291"/>
                        </a:lnTo>
                        <a:lnTo>
                          <a:pt x="21" y="331"/>
                        </a:lnTo>
                        <a:lnTo>
                          <a:pt x="17" y="371"/>
                        </a:lnTo>
                        <a:lnTo>
                          <a:pt x="10" y="387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  <p:sp>
            <p:nvSpPr>
              <p:cNvPr id="69674" name="Oval 115">
                <a:extLst>
                  <a:ext uri="{FF2B5EF4-FFF2-40B4-BE49-F238E27FC236}">
                    <a16:creationId xmlns:a16="http://schemas.microsoft.com/office/drawing/2014/main" id="{0AD8AA90-1499-3042-9A8E-A645AF5D9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3"/>
                <a:ext cx="1154" cy="1105"/>
              </a:xfrm>
              <a:prstGeom prst="ellips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  <p:grpSp>
            <p:nvGrpSpPr>
              <p:cNvPr id="69675" name="Group 116">
                <a:extLst>
                  <a:ext uri="{FF2B5EF4-FFF2-40B4-BE49-F238E27FC236}">
                    <a16:creationId xmlns:a16="http://schemas.microsoft.com/office/drawing/2014/main" id="{AE41A98C-A777-9F4D-BB97-10BC898BE2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81" y="1183"/>
                <a:ext cx="1154" cy="1105"/>
                <a:chOff x="2181" y="1183"/>
                <a:chExt cx="1154" cy="1105"/>
              </a:xfrm>
            </p:grpSpPr>
            <p:sp>
              <p:nvSpPr>
                <p:cNvPr id="69676" name="Oval 117">
                  <a:extLst>
                    <a:ext uri="{FF2B5EF4-FFF2-40B4-BE49-F238E27FC236}">
                      <a16:creationId xmlns:a16="http://schemas.microsoft.com/office/drawing/2014/main" id="{A39B59EF-40ED-4C41-A277-EFC67346E5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4" y="1198"/>
                  <a:ext cx="1127" cy="1078"/>
                </a:xfrm>
                <a:prstGeom prst="ellipse">
                  <a:avLst/>
                </a:prstGeom>
                <a:noFill/>
                <a:ln w="63500">
                  <a:solidFill>
                    <a:srgbClr val="9F9F9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69677" name="Oval 118">
                  <a:extLst>
                    <a:ext uri="{FF2B5EF4-FFF2-40B4-BE49-F238E27FC236}">
                      <a16:creationId xmlns:a16="http://schemas.microsoft.com/office/drawing/2014/main" id="{909A68C1-8838-BD4F-AB3C-620605C73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81" y="1183"/>
                  <a:ext cx="1154" cy="1105"/>
                </a:xfrm>
                <a:prstGeom prst="ellips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69678" name="Oval 119">
                  <a:extLst>
                    <a:ext uri="{FF2B5EF4-FFF2-40B4-BE49-F238E27FC236}">
                      <a16:creationId xmlns:a16="http://schemas.microsoft.com/office/drawing/2014/main" id="{5768DEFC-176A-1B49-9806-84B04FA28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13" y="1213"/>
                  <a:ext cx="1090" cy="1046"/>
                </a:xfrm>
                <a:prstGeom prst="ellips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</p:grpSp>
        </p:grpSp>
        <p:grpSp>
          <p:nvGrpSpPr>
            <p:cNvPr id="69637" name="Group 120">
              <a:extLst>
                <a:ext uri="{FF2B5EF4-FFF2-40B4-BE49-F238E27FC236}">
                  <a16:creationId xmlns:a16="http://schemas.microsoft.com/office/drawing/2014/main" id="{7F2AE305-D42F-734B-BA4C-11AF60AA81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8" y="2225"/>
              <a:ext cx="592" cy="924"/>
              <a:chOff x="3008" y="2225"/>
              <a:chExt cx="592" cy="924"/>
            </a:xfrm>
          </p:grpSpPr>
          <p:sp>
            <p:nvSpPr>
              <p:cNvPr id="69638" name="Freeform 121">
                <a:extLst>
                  <a:ext uri="{FF2B5EF4-FFF2-40B4-BE49-F238E27FC236}">
                    <a16:creationId xmlns:a16="http://schemas.microsoft.com/office/drawing/2014/main" id="{683C95D9-F841-0C4A-B6F3-25FCB720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72"/>
                <a:ext cx="564" cy="808"/>
              </a:xfrm>
              <a:custGeom>
                <a:avLst/>
                <a:gdLst>
                  <a:gd name="T0" fmla="*/ 0 w 564"/>
                  <a:gd name="T1" fmla="*/ 60 h 808"/>
                  <a:gd name="T2" fmla="*/ 400 w 564"/>
                  <a:gd name="T3" fmla="*/ 808 h 808"/>
                  <a:gd name="T4" fmla="*/ 564 w 564"/>
                  <a:gd name="T5" fmla="*/ 725 h 808"/>
                  <a:gd name="T6" fmla="*/ 162 w 564"/>
                  <a:gd name="T7" fmla="*/ 0 h 808"/>
                  <a:gd name="T8" fmla="*/ 0 w 564"/>
                  <a:gd name="T9" fmla="*/ 60 h 8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4"/>
                  <a:gd name="T16" fmla="*/ 0 h 808"/>
                  <a:gd name="T17" fmla="*/ 564 w 564"/>
                  <a:gd name="T18" fmla="*/ 808 h 8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4" h="808">
                    <a:moveTo>
                      <a:pt x="0" y="60"/>
                    </a:moveTo>
                    <a:lnTo>
                      <a:pt x="400" y="808"/>
                    </a:lnTo>
                    <a:lnTo>
                      <a:pt x="564" y="725"/>
                    </a:lnTo>
                    <a:lnTo>
                      <a:pt x="162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39" name="Arc 122">
                <a:extLst>
                  <a:ext uri="{FF2B5EF4-FFF2-40B4-BE49-F238E27FC236}">
                    <a16:creationId xmlns:a16="http://schemas.microsoft.com/office/drawing/2014/main" id="{97A27586-A445-FD4A-8ADB-27AD649D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25"/>
                <a:ext cx="170" cy="105"/>
              </a:xfrm>
              <a:custGeom>
                <a:avLst/>
                <a:gdLst>
                  <a:gd name="T0" fmla="*/ 0 w 42152"/>
                  <a:gd name="T1" fmla="*/ 0 h 27693"/>
                  <a:gd name="T2" fmla="*/ 0 w 42152"/>
                  <a:gd name="T3" fmla="*/ 0 h 27693"/>
                  <a:gd name="T4" fmla="*/ 0 w 42152"/>
                  <a:gd name="T5" fmla="*/ 0 h 27693"/>
                  <a:gd name="T6" fmla="*/ 0 60000 65536"/>
                  <a:gd name="T7" fmla="*/ 0 60000 65536"/>
                  <a:gd name="T8" fmla="*/ 0 60000 65536"/>
                  <a:gd name="T9" fmla="*/ 0 w 42152"/>
                  <a:gd name="T10" fmla="*/ 0 h 27693"/>
                  <a:gd name="T11" fmla="*/ 42152 w 42152"/>
                  <a:gd name="T12" fmla="*/ 27693 h 2769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152" h="27693" fill="none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</a:path>
                  <a:path w="42152" h="27693" stroke="0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  <a:lnTo>
                      <a:pt x="21600" y="21600"/>
                    </a:lnTo>
                    <a:lnTo>
                      <a:pt x="877" y="27692"/>
                    </a:lnTo>
                    <a:close/>
                  </a:path>
                </a:pathLst>
              </a:custGeom>
              <a:solidFill>
                <a:srgbClr val="5F3F1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40" name="Arc 123">
                <a:extLst>
                  <a:ext uri="{FF2B5EF4-FFF2-40B4-BE49-F238E27FC236}">
                    <a16:creationId xmlns:a16="http://schemas.microsoft.com/office/drawing/2014/main" id="{31C1422C-EFC7-764A-8C73-9CB463A9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6"/>
                <a:ext cx="172" cy="100"/>
              </a:xfrm>
              <a:custGeom>
                <a:avLst/>
                <a:gdLst>
                  <a:gd name="T0" fmla="*/ 0 w 42065"/>
                  <a:gd name="T1" fmla="*/ 0 h 24039"/>
                  <a:gd name="T2" fmla="*/ 0 w 42065"/>
                  <a:gd name="T3" fmla="*/ 0 h 24039"/>
                  <a:gd name="T4" fmla="*/ 0 w 42065"/>
                  <a:gd name="T5" fmla="*/ 0 h 24039"/>
                  <a:gd name="T6" fmla="*/ 0 60000 65536"/>
                  <a:gd name="T7" fmla="*/ 0 60000 65536"/>
                  <a:gd name="T8" fmla="*/ 0 60000 65536"/>
                  <a:gd name="T9" fmla="*/ 0 w 42065"/>
                  <a:gd name="T10" fmla="*/ 0 h 24039"/>
                  <a:gd name="T11" fmla="*/ 42065 w 42065"/>
                  <a:gd name="T12" fmla="*/ 24039 h 240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065" h="24039" fill="none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</a:path>
                  <a:path w="42065" h="24039" stroke="0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  <a:lnTo>
                      <a:pt x="21600" y="21600"/>
                    </a:lnTo>
                    <a:lnTo>
                      <a:pt x="138" y="24038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41" name="Freeform 124">
                <a:extLst>
                  <a:ext uri="{FF2B5EF4-FFF2-40B4-BE49-F238E27FC236}">
                    <a16:creationId xmlns:a16="http://schemas.microsoft.com/office/drawing/2014/main" id="{5CC14008-907F-C741-82A6-19D9F9320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37"/>
                <a:ext cx="107" cy="207"/>
              </a:xfrm>
              <a:custGeom>
                <a:avLst/>
                <a:gdLst>
                  <a:gd name="T0" fmla="*/ 3 w 107"/>
                  <a:gd name="T1" fmla="*/ 96 h 207"/>
                  <a:gd name="T2" fmla="*/ 0 w 107"/>
                  <a:gd name="T3" fmla="*/ 82 h 207"/>
                  <a:gd name="T4" fmla="*/ 0 w 107"/>
                  <a:gd name="T5" fmla="*/ 69 h 207"/>
                  <a:gd name="T6" fmla="*/ 2 w 107"/>
                  <a:gd name="T7" fmla="*/ 58 h 207"/>
                  <a:gd name="T8" fmla="*/ 6 w 107"/>
                  <a:gd name="T9" fmla="*/ 42 h 207"/>
                  <a:gd name="T10" fmla="*/ 12 w 107"/>
                  <a:gd name="T11" fmla="*/ 29 h 207"/>
                  <a:gd name="T12" fmla="*/ 21 w 107"/>
                  <a:gd name="T13" fmla="*/ 17 h 207"/>
                  <a:gd name="T14" fmla="*/ 31 w 107"/>
                  <a:gd name="T15" fmla="*/ 7 h 207"/>
                  <a:gd name="T16" fmla="*/ 41 w 107"/>
                  <a:gd name="T17" fmla="*/ 0 h 207"/>
                  <a:gd name="T18" fmla="*/ 107 w 107"/>
                  <a:gd name="T19" fmla="*/ 112 h 207"/>
                  <a:gd name="T20" fmla="*/ 95 w 107"/>
                  <a:gd name="T21" fmla="*/ 119 h 207"/>
                  <a:gd name="T22" fmla="*/ 87 w 107"/>
                  <a:gd name="T23" fmla="*/ 127 h 207"/>
                  <a:gd name="T24" fmla="*/ 79 w 107"/>
                  <a:gd name="T25" fmla="*/ 135 h 207"/>
                  <a:gd name="T26" fmla="*/ 73 w 107"/>
                  <a:gd name="T27" fmla="*/ 145 h 207"/>
                  <a:gd name="T28" fmla="*/ 66 w 107"/>
                  <a:gd name="T29" fmla="*/ 163 h 207"/>
                  <a:gd name="T30" fmla="*/ 62 w 107"/>
                  <a:gd name="T31" fmla="*/ 187 h 207"/>
                  <a:gd name="T32" fmla="*/ 62 w 107"/>
                  <a:gd name="T33" fmla="*/ 207 h 207"/>
                  <a:gd name="T34" fmla="*/ 3 w 107"/>
                  <a:gd name="T35" fmla="*/ 96 h 20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7"/>
                  <a:gd name="T55" fmla="*/ 0 h 207"/>
                  <a:gd name="T56" fmla="*/ 107 w 107"/>
                  <a:gd name="T57" fmla="*/ 207 h 20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7" h="207">
                    <a:moveTo>
                      <a:pt x="3" y="96"/>
                    </a:moveTo>
                    <a:lnTo>
                      <a:pt x="0" y="82"/>
                    </a:lnTo>
                    <a:lnTo>
                      <a:pt x="0" y="69"/>
                    </a:lnTo>
                    <a:lnTo>
                      <a:pt x="2" y="58"/>
                    </a:lnTo>
                    <a:lnTo>
                      <a:pt x="6" y="42"/>
                    </a:lnTo>
                    <a:lnTo>
                      <a:pt x="12" y="29"/>
                    </a:lnTo>
                    <a:lnTo>
                      <a:pt x="21" y="17"/>
                    </a:lnTo>
                    <a:lnTo>
                      <a:pt x="31" y="7"/>
                    </a:lnTo>
                    <a:lnTo>
                      <a:pt x="41" y="0"/>
                    </a:lnTo>
                    <a:lnTo>
                      <a:pt x="107" y="112"/>
                    </a:lnTo>
                    <a:lnTo>
                      <a:pt x="95" y="119"/>
                    </a:lnTo>
                    <a:lnTo>
                      <a:pt x="87" y="127"/>
                    </a:lnTo>
                    <a:lnTo>
                      <a:pt x="79" y="135"/>
                    </a:lnTo>
                    <a:lnTo>
                      <a:pt x="73" y="145"/>
                    </a:lnTo>
                    <a:lnTo>
                      <a:pt x="66" y="163"/>
                    </a:lnTo>
                    <a:lnTo>
                      <a:pt x="62" y="187"/>
                    </a:lnTo>
                    <a:lnTo>
                      <a:pt x="62" y="207"/>
                    </a:lnTo>
                    <a:lnTo>
                      <a:pt x="3" y="96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42" name="Arc 125">
                <a:extLst>
                  <a:ext uri="{FF2B5EF4-FFF2-40B4-BE49-F238E27FC236}">
                    <a16:creationId xmlns:a16="http://schemas.microsoft.com/office/drawing/2014/main" id="{F88A1E2C-7DBE-894C-9294-7DF595FA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29"/>
                <a:ext cx="87" cy="99"/>
              </a:xfrm>
              <a:custGeom>
                <a:avLst/>
                <a:gdLst>
                  <a:gd name="T0" fmla="*/ 0 w 21600"/>
                  <a:gd name="T1" fmla="*/ 0 h 26092"/>
                  <a:gd name="T2" fmla="*/ 0 w 21600"/>
                  <a:gd name="T3" fmla="*/ 0 h 26092"/>
                  <a:gd name="T4" fmla="*/ 0 w 21600"/>
                  <a:gd name="T5" fmla="*/ 0 h 26092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6092"/>
                  <a:gd name="T11" fmla="*/ 21600 w 21600"/>
                  <a:gd name="T12" fmla="*/ 26092 h 2609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6092" fill="none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</a:path>
                  <a:path w="21600" h="26092" stroke="0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  <a:lnTo>
                      <a:pt x="21600" y="20244"/>
                    </a:lnTo>
                    <a:lnTo>
                      <a:pt x="806" y="26092"/>
                    </a:lnTo>
                    <a:close/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43" name="Arc 126">
                <a:extLst>
                  <a:ext uri="{FF2B5EF4-FFF2-40B4-BE49-F238E27FC236}">
                    <a16:creationId xmlns:a16="http://schemas.microsoft.com/office/drawing/2014/main" id="{4BED1A23-4DB9-E048-B4A5-08E4ACDF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8"/>
                <a:ext cx="171" cy="103"/>
              </a:xfrm>
              <a:custGeom>
                <a:avLst/>
                <a:gdLst>
                  <a:gd name="T0" fmla="*/ 0 w 42293"/>
                  <a:gd name="T1" fmla="*/ 0 h 27167"/>
                  <a:gd name="T2" fmla="*/ 0 w 42293"/>
                  <a:gd name="T3" fmla="*/ 0 h 27167"/>
                  <a:gd name="T4" fmla="*/ 0 w 42293"/>
                  <a:gd name="T5" fmla="*/ 0 h 27167"/>
                  <a:gd name="T6" fmla="*/ 0 60000 65536"/>
                  <a:gd name="T7" fmla="*/ 0 60000 65536"/>
                  <a:gd name="T8" fmla="*/ 0 60000 65536"/>
                  <a:gd name="T9" fmla="*/ 0 w 42293"/>
                  <a:gd name="T10" fmla="*/ 0 h 27167"/>
                  <a:gd name="T11" fmla="*/ 42293 w 42293"/>
                  <a:gd name="T12" fmla="*/ 27167 h 2716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293" h="27167" fill="none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</a:path>
                  <a:path w="42293" h="27167" stroke="0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  <a:lnTo>
                      <a:pt x="21600" y="21600"/>
                    </a:lnTo>
                    <a:lnTo>
                      <a:pt x="729" y="27167"/>
                    </a:lnTo>
                    <a:close/>
                  </a:path>
                </a:pathLst>
              </a:custGeom>
              <a:solidFill>
                <a:srgbClr val="7F3F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69644" name="Group 127">
                <a:extLst>
                  <a:ext uri="{FF2B5EF4-FFF2-40B4-BE49-F238E27FC236}">
                    <a16:creationId xmlns:a16="http://schemas.microsoft.com/office/drawing/2014/main" id="{19BFA5D6-B489-8C43-88EF-8F17751566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78" y="2354"/>
                <a:ext cx="182" cy="119"/>
                <a:chOff x="3078" y="2354"/>
                <a:chExt cx="182" cy="119"/>
              </a:xfrm>
            </p:grpSpPr>
            <p:grpSp>
              <p:nvGrpSpPr>
                <p:cNvPr id="69668" name="Group 128">
                  <a:extLst>
                    <a:ext uri="{FF2B5EF4-FFF2-40B4-BE49-F238E27FC236}">
                      <a16:creationId xmlns:a16="http://schemas.microsoft.com/office/drawing/2014/main" id="{6331E521-836B-2949-A6CF-A74A0D5D74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78" y="2354"/>
                  <a:ext cx="173" cy="101"/>
                  <a:chOff x="3078" y="2354"/>
                  <a:chExt cx="173" cy="101"/>
                </a:xfrm>
              </p:grpSpPr>
              <p:sp>
                <p:nvSpPr>
                  <p:cNvPr id="69670" name="Arc 129">
                    <a:extLst>
                      <a:ext uri="{FF2B5EF4-FFF2-40B4-BE49-F238E27FC236}">
                        <a16:creationId xmlns:a16="http://schemas.microsoft.com/office/drawing/2014/main" id="{49B0AD16-552E-4F4F-A026-2F76A62063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54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71" name="Arc 130">
                    <a:extLst>
                      <a:ext uri="{FF2B5EF4-FFF2-40B4-BE49-F238E27FC236}">
                        <a16:creationId xmlns:a16="http://schemas.microsoft.com/office/drawing/2014/main" id="{746BA221-9359-D641-AE57-CBDEC8F5E7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64"/>
                    <a:ext cx="88" cy="90"/>
                  </a:xfrm>
                  <a:custGeom>
                    <a:avLst/>
                    <a:gdLst>
                      <a:gd name="T0" fmla="*/ 0 w 21600"/>
                      <a:gd name="T1" fmla="*/ 0 h 23652"/>
                      <a:gd name="T2" fmla="*/ 0 w 21600"/>
                      <a:gd name="T3" fmla="*/ 0 h 23652"/>
                      <a:gd name="T4" fmla="*/ 0 w 21600"/>
                      <a:gd name="T5" fmla="*/ 0 h 23652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652"/>
                      <a:gd name="T11" fmla="*/ 21600 w 21600"/>
                      <a:gd name="T12" fmla="*/ 23652 h 2365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652" fill="none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652" stroke="0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531" y="23651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72" name="Arc 131">
                    <a:extLst>
                      <a:ext uri="{FF2B5EF4-FFF2-40B4-BE49-F238E27FC236}">
                        <a16:creationId xmlns:a16="http://schemas.microsoft.com/office/drawing/2014/main" id="{AC9CF668-A6B8-B944-A678-F9F5C70A25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9" y="2354"/>
                    <a:ext cx="172" cy="101"/>
                  </a:xfrm>
                  <a:custGeom>
                    <a:avLst/>
                    <a:gdLst>
                      <a:gd name="T0" fmla="*/ 0 w 42453"/>
                      <a:gd name="T1" fmla="*/ 0 h 26668"/>
                      <a:gd name="T2" fmla="*/ 0 w 42453"/>
                      <a:gd name="T3" fmla="*/ 0 h 26668"/>
                      <a:gd name="T4" fmla="*/ 0 w 42453"/>
                      <a:gd name="T5" fmla="*/ 0 h 26668"/>
                      <a:gd name="T6" fmla="*/ 0 60000 65536"/>
                      <a:gd name="T7" fmla="*/ 0 60000 65536"/>
                      <a:gd name="T8" fmla="*/ 0 60000 65536"/>
                      <a:gd name="T9" fmla="*/ 0 w 42453"/>
                      <a:gd name="T10" fmla="*/ 0 h 26668"/>
                      <a:gd name="T11" fmla="*/ 42453 w 42453"/>
                      <a:gd name="T12" fmla="*/ 26668 h 266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453" h="26668" fill="none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</a:path>
                      <a:path w="42453" h="26668" stroke="0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  <a:lnTo>
                          <a:pt x="21600" y="21600"/>
                        </a:lnTo>
                        <a:lnTo>
                          <a:pt x="602" y="26668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69669" name="Arc 132">
                  <a:extLst>
                    <a:ext uri="{FF2B5EF4-FFF2-40B4-BE49-F238E27FC236}">
                      <a16:creationId xmlns:a16="http://schemas.microsoft.com/office/drawing/2014/main" id="{D83FF029-C65E-AA4F-B9C0-571200BAB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88" y="2372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9645" name="Group 133">
                <a:extLst>
                  <a:ext uri="{FF2B5EF4-FFF2-40B4-BE49-F238E27FC236}">
                    <a16:creationId xmlns:a16="http://schemas.microsoft.com/office/drawing/2014/main" id="{D01DBE6F-DF56-1646-AAB7-CBAF4E6D0A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5" y="2388"/>
                <a:ext cx="182" cy="118"/>
                <a:chOff x="3095" y="2388"/>
                <a:chExt cx="182" cy="118"/>
              </a:xfrm>
            </p:grpSpPr>
            <p:grpSp>
              <p:nvGrpSpPr>
                <p:cNvPr id="69663" name="Group 134">
                  <a:extLst>
                    <a:ext uri="{FF2B5EF4-FFF2-40B4-BE49-F238E27FC236}">
                      <a16:creationId xmlns:a16="http://schemas.microsoft.com/office/drawing/2014/main" id="{8470231C-654B-C040-A59E-41427C49C3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95" y="2388"/>
                  <a:ext cx="173" cy="100"/>
                  <a:chOff x="3095" y="2388"/>
                  <a:chExt cx="173" cy="100"/>
                </a:xfrm>
              </p:grpSpPr>
              <p:sp>
                <p:nvSpPr>
                  <p:cNvPr id="69665" name="Arc 135">
                    <a:extLst>
                      <a:ext uri="{FF2B5EF4-FFF2-40B4-BE49-F238E27FC236}">
                        <a16:creationId xmlns:a16="http://schemas.microsoft.com/office/drawing/2014/main" id="{833C2670-ED69-BA43-A9B8-0C2E172A23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88"/>
                    <a:ext cx="173" cy="99"/>
                  </a:xfrm>
                  <a:custGeom>
                    <a:avLst/>
                    <a:gdLst>
                      <a:gd name="T0" fmla="*/ 0 w 42583"/>
                      <a:gd name="T1" fmla="*/ 0 h 26108"/>
                      <a:gd name="T2" fmla="*/ 0 w 42583"/>
                      <a:gd name="T3" fmla="*/ 0 h 26108"/>
                      <a:gd name="T4" fmla="*/ 0 w 42583"/>
                      <a:gd name="T5" fmla="*/ 0 h 26108"/>
                      <a:gd name="T6" fmla="*/ 0 60000 65536"/>
                      <a:gd name="T7" fmla="*/ 0 60000 65536"/>
                      <a:gd name="T8" fmla="*/ 0 60000 65536"/>
                      <a:gd name="T9" fmla="*/ 0 w 42583"/>
                      <a:gd name="T10" fmla="*/ 0 h 26108"/>
                      <a:gd name="T11" fmla="*/ 42583 w 42583"/>
                      <a:gd name="T12" fmla="*/ 26108 h 2610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83" h="26108" fill="none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</a:path>
                      <a:path w="42583" h="26108" stroke="0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  <a:lnTo>
                          <a:pt x="21600" y="21600"/>
                        </a:lnTo>
                        <a:lnTo>
                          <a:pt x="475" y="26108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66" name="Arc 136">
                    <a:extLst>
                      <a:ext uri="{FF2B5EF4-FFF2-40B4-BE49-F238E27FC236}">
                        <a16:creationId xmlns:a16="http://schemas.microsoft.com/office/drawing/2014/main" id="{A4A6288E-E8C3-F048-A523-68563A7C4F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98"/>
                    <a:ext cx="88" cy="89"/>
                  </a:xfrm>
                  <a:custGeom>
                    <a:avLst/>
                    <a:gdLst>
                      <a:gd name="T0" fmla="*/ 0 w 21600"/>
                      <a:gd name="T1" fmla="*/ 0 h 23399"/>
                      <a:gd name="T2" fmla="*/ 0 w 21600"/>
                      <a:gd name="T3" fmla="*/ 0 h 23399"/>
                      <a:gd name="T4" fmla="*/ 0 w 21600"/>
                      <a:gd name="T5" fmla="*/ 0 h 23399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399"/>
                      <a:gd name="T11" fmla="*/ 21600 w 21600"/>
                      <a:gd name="T12" fmla="*/ 23399 h 2339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399" fill="none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399" stroke="0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475" y="23399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67" name="Arc 137">
                    <a:extLst>
                      <a:ext uri="{FF2B5EF4-FFF2-40B4-BE49-F238E27FC236}">
                        <a16:creationId xmlns:a16="http://schemas.microsoft.com/office/drawing/2014/main" id="{AC670840-7730-2F4D-8628-044E80EE41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2388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69664" name="Arc 138">
                  <a:extLst>
                    <a:ext uri="{FF2B5EF4-FFF2-40B4-BE49-F238E27FC236}">
                      <a16:creationId xmlns:a16="http://schemas.microsoft.com/office/drawing/2014/main" id="{441AA937-5672-424A-A831-A8E1EDD73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5" y="2406"/>
                  <a:ext cx="172" cy="100"/>
                </a:xfrm>
                <a:custGeom>
                  <a:avLst/>
                  <a:gdLst>
                    <a:gd name="T0" fmla="*/ 0 w 42520"/>
                    <a:gd name="T1" fmla="*/ 0 h 26361"/>
                    <a:gd name="T2" fmla="*/ 0 w 42520"/>
                    <a:gd name="T3" fmla="*/ 0 h 26361"/>
                    <a:gd name="T4" fmla="*/ 0 w 42520"/>
                    <a:gd name="T5" fmla="*/ 0 h 26361"/>
                    <a:gd name="T6" fmla="*/ 0 60000 65536"/>
                    <a:gd name="T7" fmla="*/ 0 60000 65536"/>
                    <a:gd name="T8" fmla="*/ 0 60000 65536"/>
                    <a:gd name="T9" fmla="*/ 0 w 42520"/>
                    <a:gd name="T10" fmla="*/ 0 h 26361"/>
                    <a:gd name="T11" fmla="*/ 42520 w 42520"/>
                    <a:gd name="T12" fmla="*/ 26361 h 263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20" h="26361" fill="none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</a:path>
                    <a:path w="42520" h="26361" stroke="0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  <a:lnTo>
                        <a:pt x="21600" y="21600"/>
                      </a:lnTo>
                      <a:lnTo>
                        <a:pt x="531" y="26360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9646" name="Group 139">
                <a:extLst>
                  <a:ext uri="{FF2B5EF4-FFF2-40B4-BE49-F238E27FC236}">
                    <a16:creationId xmlns:a16="http://schemas.microsoft.com/office/drawing/2014/main" id="{CF8193A9-1B29-8C4F-9C79-93906B6AE3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3" y="2420"/>
                <a:ext cx="173" cy="98"/>
                <a:chOff x="3113" y="2420"/>
                <a:chExt cx="173" cy="98"/>
              </a:xfrm>
            </p:grpSpPr>
            <p:sp>
              <p:nvSpPr>
                <p:cNvPr id="69661" name="Arc 140">
                  <a:extLst>
                    <a:ext uri="{FF2B5EF4-FFF2-40B4-BE49-F238E27FC236}">
                      <a16:creationId xmlns:a16="http://schemas.microsoft.com/office/drawing/2014/main" id="{38F89C9D-E6FD-884D-A495-3CB406363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20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9662" name="Arc 141">
                  <a:extLst>
                    <a:ext uri="{FF2B5EF4-FFF2-40B4-BE49-F238E27FC236}">
                      <a16:creationId xmlns:a16="http://schemas.microsoft.com/office/drawing/2014/main" id="{A2429CAF-A9CE-EB49-BA41-2C1116A6EB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30"/>
                  <a:ext cx="88" cy="88"/>
                </a:xfrm>
                <a:custGeom>
                  <a:avLst/>
                  <a:gdLst>
                    <a:gd name="T0" fmla="*/ 0 w 21600"/>
                    <a:gd name="T1" fmla="*/ 0 h 23145"/>
                    <a:gd name="T2" fmla="*/ 0 w 21600"/>
                    <a:gd name="T3" fmla="*/ 0 h 23145"/>
                    <a:gd name="T4" fmla="*/ 0 w 21600"/>
                    <a:gd name="T5" fmla="*/ 0 h 23145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3145"/>
                    <a:gd name="T11" fmla="*/ 21600 w 21600"/>
                    <a:gd name="T12" fmla="*/ 23145 h 231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3145" fill="none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</a:path>
                    <a:path w="21600" h="23145" stroke="0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  <a:lnTo>
                        <a:pt x="21600" y="18891"/>
                      </a:lnTo>
                      <a:lnTo>
                        <a:pt x="423" y="23144"/>
                      </a:lnTo>
                      <a:close/>
                    </a:path>
                  </a:pathLst>
                </a:custGeom>
                <a:solidFill>
                  <a:srgbClr val="3F1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9647" name="Group 142">
                <a:extLst>
                  <a:ext uri="{FF2B5EF4-FFF2-40B4-BE49-F238E27FC236}">
                    <a16:creationId xmlns:a16="http://schemas.microsoft.com/office/drawing/2014/main" id="{EEEA3BEC-68BD-4E49-BBFC-4342A2D308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4" y="2420"/>
                <a:ext cx="182" cy="117"/>
                <a:chOff x="3114" y="2420"/>
                <a:chExt cx="182" cy="117"/>
              </a:xfrm>
            </p:grpSpPr>
            <p:sp>
              <p:nvSpPr>
                <p:cNvPr id="69659" name="Arc 143">
                  <a:extLst>
                    <a:ext uri="{FF2B5EF4-FFF2-40B4-BE49-F238E27FC236}">
                      <a16:creationId xmlns:a16="http://schemas.microsoft.com/office/drawing/2014/main" id="{298C658F-9DB3-EA4A-B296-236C8BF2E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4" y="2420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9660" name="Arc 144">
                  <a:extLst>
                    <a:ext uri="{FF2B5EF4-FFF2-40B4-BE49-F238E27FC236}">
                      <a16:creationId xmlns:a16="http://schemas.microsoft.com/office/drawing/2014/main" id="{D85D0352-45F4-004B-AACC-130565F35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3" y="2438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9648" name="Group 145">
                <a:extLst>
                  <a:ext uri="{FF2B5EF4-FFF2-40B4-BE49-F238E27FC236}">
                    <a16:creationId xmlns:a16="http://schemas.microsoft.com/office/drawing/2014/main" id="{3866E36F-C377-2047-9D05-AD6EBE4700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14" y="2275"/>
                <a:ext cx="565" cy="811"/>
                <a:chOff x="3014" y="2275"/>
                <a:chExt cx="565" cy="811"/>
              </a:xfrm>
            </p:grpSpPr>
            <p:sp>
              <p:nvSpPr>
                <p:cNvPr id="69657" name="Line 146">
                  <a:extLst>
                    <a:ext uri="{FF2B5EF4-FFF2-40B4-BE49-F238E27FC236}">
                      <a16:creationId xmlns:a16="http://schemas.microsoft.com/office/drawing/2014/main" id="{E1474C5E-F281-E944-AFA6-FEBA3EE6F1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2275"/>
                  <a:ext cx="401" cy="7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9658" name="Line 147">
                  <a:extLst>
                    <a:ext uri="{FF2B5EF4-FFF2-40B4-BE49-F238E27FC236}">
                      <a16:creationId xmlns:a16="http://schemas.microsoft.com/office/drawing/2014/main" id="{222BAB2E-84FE-FE4A-B188-66AB44D70C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14" y="2333"/>
                  <a:ext cx="402" cy="75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9649" name="Group 148">
                <a:extLst>
                  <a:ext uri="{FF2B5EF4-FFF2-40B4-BE49-F238E27FC236}">
                    <a16:creationId xmlns:a16="http://schemas.microsoft.com/office/drawing/2014/main" id="{C58D13D6-D530-E640-B4D5-4B5753FA2B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1" y="2452"/>
                <a:ext cx="181" cy="116"/>
                <a:chOff x="3131" y="2452"/>
                <a:chExt cx="181" cy="116"/>
              </a:xfrm>
            </p:grpSpPr>
            <p:grpSp>
              <p:nvGrpSpPr>
                <p:cNvPr id="69652" name="Group 149">
                  <a:extLst>
                    <a:ext uri="{FF2B5EF4-FFF2-40B4-BE49-F238E27FC236}">
                      <a16:creationId xmlns:a16="http://schemas.microsoft.com/office/drawing/2014/main" id="{0DA5AD37-9E32-A343-92A7-20C13AC6BC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1" y="2452"/>
                  <a:ext cx="173" cy="97"/>
                  <a:chOff x="3131" y="2452"/>
                  <a:chExt cx="173" cy="97"/>
                </a:xfrm>
              </p:grpSpPr>
              <p:sp>
                <p:nvSpPr>
                  <p:cNvPr id="69655" name="Arc 150">
                    <a:extLst>
                      <a:ext uri="{FF2B5EF4-FFF2-40B4-BE49-F238E27FC236}">
                        <a16:creationId xmlns:a16="http://schemas.microsoft.com/office/drawing/2014/main" id="{B42C71BA-CC75-0A45-9CE1-3160EC20FF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52"/>
                    <a:ext cx="173" cy="97"/>
                  </a:xfrm>
                  <a:custGeom>
                    <a:avLst/>
                    <a:gdLst>
                      <a:gd name="T0" fmla="*/ 0 w 42713"/>
                      <a:gd name="T1" fmla="*/ 0 h 25597"/>
                      <a:gd name="T2" fmla="*/ 0 w 42713"/>
                      <a:gd name="T3" fmla="*/ 0 h 25597"/>
                      <a:gd name="T4" fmla="*/ 0 w 42713"/>
                      <a:gd name="T5" fmla="*/ 0 h 25597"/>
                      <a:gd name="T6" fmla="*/ 0 60000 65536"/>
                      <a:gd name="T7" fmla="*/ 0 60000 65536"/>
                      <a:gd name="T8" fmla="*/ 0 60000 65536"/>
                      <a:gd name="T9" fmla="*/ 0 w 42713"/>
                      <a:gd name="T10" fmla="*/ 0 h 25597"/>
                      <a:gd name="T11" fmla="*/ 42713 w 42713"/>
                      <a:gd name="T12" fmla="*/ 25597 h 255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713" h="25597" fill="none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</a:path>
                      <a:path w="42713" h="25597" stroke="0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  <a:lnTo>
                          <a:pt x="21600" y="21600"/>
                        </a:lnTo>
                        <a:lnTo>
                          <a:pt x="373" y="25596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9656" name="Arc 151">
                    <a:extLst>
                      <a:ext uri="{FF2B5EF4-FFF2-40B4-BE49-F238E27FC236}">
                        <a16:creationId xmlns:a16="http://schemas.microsoft.com/office/drawing/2014/main" id="{0752C24C-C2F7-5B4C-9FCF-9480ECF151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62"/>
                    <a:ext cx="88" cy="87"/>
                  </a:xfrm>
                  <a:custGeom>
                    <a:avLst/>
                    <a:gdLst>
                      <a:gd name="T0" fmla="*/ 0 w 21600"/>
                      <a:gd name="T1" fmla="*/ 0 h 22888"/>
                      <a:gd name="T2" fmla="*/ 0 w 21600"/>
                      <a:gd name="T3" fmla="*/ 0 h 22888"/>
                      <a:gd name="T4" fmla="*/ 0 w 21600"/>
                      <a:gd name="T5" fmla="*/ 0 h 22888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2888"/>
                      <a:gd name="T11" fmla="*/ 21600 w 21600"/>
                      <a:gd name="T12" fmla="*/ 22888 h 2288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2888" fill="none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2888" stroke="0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373" y="22887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69653" name="Arc 152">
                  <a:extLst>
                    <a:ext uri="{FF2B5EF4-FFF2-40B4-BE49-F238E27FC236}">
                      <a16:creationId xmlns:a16="http://schemas.microsoft.com/office/drawing/2014/main" id="{A9C736B1-A83C-C148-B002-750822BB0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2" y="2452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9654" name="Arc 153">
                  <a:extLst>
                    <a:ext uri="{FF2B5EF4-FFF2-40B4-BE49-F238E27FC236}">
                      <a16:creationId xmlns:a16="http://schemas.microsoft.com/office/drawing/2014/main" id="{ABA6D805-EF1B-694B-AE25-08B11DECE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0" y="2467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69650" name="Freeform 154">
                <a:extLst>
                  <a:ext uri="{FF2B5EF4-FFF2-40B4-BE49-F238E27FC236}">
                    <a16:creationId xmlns:a16="http://schemas.microsoft.com/office/drawing/2014/main" id="{D1354C1B-6D6B-EF43-811F-157DBFC5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1"/>
                <a:ext cx="348" cy="597"/>
              </a:xfrm>
              <a:custGeom>
                <a:avLst/>
                <a:gdLst>
                  <a:gd name="T0" fmla="*/ 44 w 348"/>
                  <a:gd name="T1" fmla="*/ 0 h 597"/>
                  <a:gd name="T2" fmla="*/ 31 w 348"/>
                  <a:gd name="T3" fmla="*/ 8 h 597"/>
                  <a:gd name="T4" fmla="*/ 21 w 348"/>
                  <a:gd name="T5" fmla="*/ 16 h 597"/>
                  <a:gd name="T6" fmla="*/ 12 w 348"/>
                  <a:gd name="T7" fmla="*/ 26 h 597"/>
                  <a:gd name="T8" fmla="*/ 8 w 348"/>
                  <a:gd name="T9" fmla="*/ 36 h 597"/>
                  <a:gd name="T10" fmla="*/ 4 w 348"/>
                  <a:gd name="T11" fmla="*/ 47 h 597"/>
                  <a:gd name="T12" fmla="*/ 1 w 348"/>
                  <a:gd name="T13" fmla="*/ 58 h 597"/>
                  <a:gd name="T14" fmla="*/ 0 w 348"/>
                  <a:gd name="T15" fmla="*/ 71 h 597"/>
                  <a:gd name="T16" fmla="*/ 0 w 348"/>
                  <a:gd name="T17" fmla="*/ 86 h 597"/>
                  <a:gd name="T18" fmla="*/ 270 w 348"/>
                  <a:gd name="T19" fmla="*/ 597 h 597"/>
                  <a:gd name="T20" fmla="*/ 348 w 348"/>
                  <a:gd name="T21" fmla="*/ 543 h 597"/>
                  <a:gd name="T22" fmla="*/ 44 w 348"/>
                  <a:gd name="T23" fmla="*/ 0 h 5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48"/>
                  <a:gd name="T37" fmla="*/ 0 h 597"/>
                  <a:gd name="T38" fmla="*/ 348 w 348"/>
                  <a:gd name="T39" fmla="*/ 597 h 59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48" h="597">
                    <a:moveTo>
                      <a:pt x="44" y="0"/>
                    </a:moveTo>
                    <a:lnTo>
                      <a:pt x="31" y="8"/>
                    </a:lnTo>
                    <a:lnTo>
                      <a:pt x="21" y="16"/>
                    </a:lnTo>
                    <a:lnTo>
                      <a:pt x="12" y="26"/>
                    </a:lnTo>
                    <a:lnTo>
                      <a:pt x="8" y="36"/>
                    </a:lnTo>
                    <a:lnTo>
                      <a:pt x="4" y="47"/>
                    </a:lnTo>
                    <a:lnTo>
                      <a:pt x="1" y="58"/>
                    </a:lnTo>
                    <a:lnTo>
                      <a:pt x="0" y="71"/>
                    </a:lnTo>
                    <a:lnTo>
                      <a:pt x="0" y="86"/>
                    </a:lnTo>
                    <a:lnTo>
                      <a:pt x="270" y="597"/>
                    </a:lnTo>
                    <a:lnTo>
                      <a:pt x="348" y="54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9651" name="Oval 155">
                <a:extLst>
                  <a:ext uri="{FF2B5EF4-FFF2-40B4-BE49-F238E27FC236}">
                    <a16:creationId xmlns:a16="http://schemas.microsoft.com/office/drawing/2014/main" id="{933C5668-4F9F-F44C-B045-7D72C5CCA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966"/>
                <a:ext cx="190" cy="183"/>
              </a:xfrm>
              <a:prstGeom prst="ellipse">
                <a:avLst/>
              </a:prstGeom>
              <a:solidFill>
                <a:srgbClr val="7F5F3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000"/>
              </a:p>
            </p:txBody>
          </p:sp>
        </p:grpSp>
      </p:grpSp>
    </p:spTree>
  </p:cSld>
  <p:clrMapOvr>
    <a:masterClrMapping/>
  </p:clrMapOvr>
  <p:transition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681" name="Group 2">
            <a:extLst>
              <a:ext uri="{FF2B5EF4-FFF2-40B4-BE49-F238E27FC236}">
                <a16:creationId xmlns:a16="http://schemas.microsoft.com/office/drawing/2014/main" id="{26825AAA-BDAE-1741-A6EF-5F8FFB45F820}"/>
              </a:ext>
            </a:extLst>
          </p:cNvPr>
          <p:cNvGrpSpPr>
            <a:grpSpLocks/>
          </p:cNvGrpSpPr>
          <p:nvPr/>
        </p:nvGrpSpPr>
        <p:grpSpPr bwMode="auto">
          <a:xfrm>
            <a:off x="357188" y="917575"/>
            <a:ext cx="8520112" cy="5864225"/>
            <a:chOff x="225" y="578"/>
            <a:chExt cx="5367" cy="3694"/>
          </a:xfrm>
        </p:grpSpPr>
        <p:grpSp>
          <p:nvGrpSpPr>
            <p:cNvPr id="71683" name="Group 3">
              <a:extLst>
                <a:ext uri="{FF2B5EF4-FFF2-40B4-BE49-F238E27FC236}">
                  <a16:creationId xmlns:a16="http://schemas.microsoft.com/office/drawing/2014/main" id="{F2D43A83-F1B0-884A-97D2-D32292213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4" y="1791"/>
              <a:ext cx="1124" cy="988"/>
              <a:chOff x="4217" y="1690"/>
              <a:chExt cx="1124" cy="988"/>
            </a:xfrm>
          </p:grpSpPr>
          <p:sp>
            <p:nvSpPr>
              <p:cNvPr id="72170" name="Freeform 4">
                <a:extLst>
                  <a:ext uri="{FF2B5EF4-FFF2-40B4-BE49-F238E27FC236}">
                    <a16:creationId xmlns:a16="http://schemas.microsoft.com/office/drawing/2014/main" id="{889F5B81-3158-244D-9318-B75FF5AA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90"/>
                <a:ext cx="1124" cy="988"/>
              </a:xfrm>
              <a:custGeom>
                <a:avLst/>
                <a:gdLst>
                  <a:gd name="T0" fmla="*/ 278 w 2247"/>
                  <a:gd name="T1" fmla="*/ 82 h 1977"/>
                  <a:gd name="T2" fmla="*/ 269 w 2247"/>
                  <a:gd name="T3" fmla="*/ 79 h 1977"/>
                  <a:gd name="T4" fmla="*/ 258 w 2247"/>
                  <a:gd name="T5" fmla="*/ 86 h 1977"/>
                  <a:gd name="T6" fmla="*/ 234 w 2247"/>
                  <a:gd name="T7" fmla="*/ 101 h 1977"/>
                  <a:gd name="T8" fmla="*/ 206 w 2247"/>
                  <a:gd name="T9" fmla="*/ 121 h 1977"/>
                  <a:gd name="T10" fmla="*/ 179 w 2247"/>
                  <a:gd name="T11" fmla="*/ 141 h 1977"/>
                  <a:gd name="T12" fmla="*/ 162 w 2247"/>
                  <a:gd name="T13" fmla="*/ 155 h 1977"/>
                  <a:gd name="T14" fmla="*/ 150 w 2247"/>
                  <a:gd name="T15" fmla="*/ 166 h 1977"/>
                  <a:gd name="T16" fmla="*/ 144 w 2247"/>
                  <a:gd name="T17" fmla="*/ 166 h 1977"/>
                  <a:gd name="T18" fmla="*/ 157 w 2247"/>
                  <a:gd name="T19" fmla="*/ 135 h 1977"/>
                  <a:gd name="T20" fmla="*/ 177 w 2247"/>
                  <a:gd name="T21" fmla="*/ 107 h 1977"/>
                  <a:gd name="T22" fmla="*/ 210 w 2247"/>
                  <a:gd name="T23" fmla="*/ 76 h 1977"/>
                  <a:gd name="T24" fmla="*/ 243 w 2247"/>
                  <a:gd name="T25" fmla="*/ 46 h 1977"/>
                  <a:gd name="T26" fmla="*/ 253 w 2247"/>
                  <a:gd name="T27" fmla="*/ 12 h 1977"/>
                  <a:gd name="T28" fmla="*/ 242 w 2247"/>
                  <a:gd name="T29" fmla="*/ 4 h 1977"/>
                  <a:gd name="T30" fmla="*/ 228 w 2247"/>
                  <a:gd name="T31" fmla="*/ 4 h 1977"/>
                  <a:gd name="T32" fmla="*/ 214 w 2247"/>
                  <a:gd name="T33" fmla="*/ 11 h 1977"/>
                  <a:gd name="T34" fmla="*/ 180 w 2247"/>
                  <a:gd name="T35" fmla="*/ 30 h 1977"/>
                  <a:gd name="T36" fmla="*/ 153 w 2247"/>
                  <a:gd name="T37" fmla="*/ 51 h 1977"/>
                  <a:gd name="T38" fmla="*/ 131 w 2247"/>
                  <a:gd name="T39" fmla="*/ 77 h 1977"/>
                  <a:gd name="T40" fmla="*/ 111 w 2247"/>
                  <a:gd name="T41" fmla="*/ 103 h 1977"/>
                  <a:gd name="T42" fmla="*/ 94 w 2247"/>
                  <a:gd name="T43" fmla="*/ 124 h 1977"/>
                  <a:gd name="T44" fmla="*/ 78 w 2247"/>
                  <a:gd name="T45" fmla="*/ 144 h 1977"/>
                  <a:gd name="T46" fmla="*/ 83 w 2247"/>
                  <a:gd name="T47" fmla="*/ 125 h 1977"/>
                  <a:gd name="T48" fmla="*/ 109 w 2247"/>
                  <a:gd name="T49" fmla="*/ 78 h 1977"/>
                  <a:gd name="T50" fmla="*/ 141 w 2247"/>
                  <a:gd name="T51" fmla="*/ 35 h 1977"/>
                  <a:gd name="T52" fmla="*/ 144 w 2247"/>
                  <a:gd name="T53" fmla="*/ 13 h 1977"/>
                  <a:gd name="T54" fmla="*/ 118 w 2247"/>
                  <a:gd name="T55" fmla="*/ 0 h 1977"/>
                  <a:gd name="T56" fmla="*/ 89 w 2247"/>
                  <a:gd name="T57" fmla="*/ 8 h 1977"/>
                  <a:gd name="T58" fmla="*/ 62 w 2247"/>
                  <a:gd name="T59" fmla="*/ 20 h 1977"/>
                  <a:gd name="T60" fmla="*/ 38 w 2247"/>
                  <a:gd name="T61" fmla="*/ 37 h 1977"/>
                  <a:gd name="T62" fmla="*/ 19 w 2247"/>
                  <a:gd name="T63" fmla="*/ 59 h 1977"/>
                  <a:gd name="T64" fmla="*/ 6 w 2247"/>
                  <a:gd name="T65" fmla="*/ 88 h 1977"/>
                  <a:gd name="T66" fmla="*/ 1 w 2247"/>
                  <a:gd name="T67" fmla="*/ 128 h 1977"/>
                  <a:gd name="T68" fmla="*/ 8 w 2247"/>
                  <a:gd name="T69" fmla="*/ 153 h 1977"/>
                  <a:gd name="T70" fmla="*/ 20 w 2247"/>
                  <a:gd name="T71" fmla="*/ 160 h 1977"/>
                  <a:gd name="T72" fmla="*/ 30 w 2247"/>
                  <a:gd name="T73" fmla="*/ 160 h 1977"/>
                  <a:gd name="T74" fmla="*/ 33 w 2247"/>
                  <a:gd name="T75" fmla="*/ 168 h 1977"/>
                  <a:gd name="T76" fmla="*/ 37 w 2247"/>
                  <a:gd name="T77" fmla="*/ 199 h 1977"/>
                  <a:gd name="T78" fmla="*/ 56 w 2247"/>
                  <a:gd name="T79" fmla="*/ 216 h 1977"/>
                  <a:gd name="T80" fmla="*/ 73 w 2247"/>
                  <a:gd name="T81" fmla="*/ 211 h 1977"/>
                  <a:gd name="T82" fmla="*/ 90 w 2247"/>
                  <a:gd name="T83" fmla="*/ 194 h 1977"/>
                  <a:gd name="T84" fmla="*/ 98 w 2247"/>
                  <a:gd name="T85" fmla="*/ 185 h 1977"/>
                  <a:gd name="T86" fmla="*/ 98 w 2247"/>
                  <a:gd name="T87" fmla="*/ 233 h 1977"/>
                  <a:gd name="T88" fmla="*/ 109 w 2247"/>
                  <a:gd name="T89" fmla="*/ 245 h 1977"/>
                  <a:gd name="T90" fmla="*/ 123 w 2247"/>
                  <a:gd name="T91" fmla="*/ 246 h 1977"/>
                  <a:gd name="T92" fmla="*/ 136 w 2247"/>
                  <a:gd name="T93" fmla="*/ 236 h 1977"/>
                  <a:gd name="T94" fmla="*/ 171 w 2247"/>
                  <a:gd name="T95" fmla="*/ 202 h 1977"/>
                  <a:gd name="T96" fmla="*/ 195 w 2247"/>
                  <a:gd name="T97" fmla="*/ 192 h 1977"/>
                  <a:gd name="T98" fmla="*/ 194 w 2247"/>
                  <a:gd name="T99" fmla="*/ 208 h 1977"/>
                  <a:gd name="T100" fmla="*/ 214 w 2247"/>
                  <a:gd name="T101" fmla="*/ 223 h 1977"/>
                  <a:gd name="T102" fmla="*/ 226 w 2247"/>
                  <a:gd name="T103" fmla="*/ 222 h 1977"/>
                  <a:gd name="T104" fmla="*/ 246 w 2247"/>
                  <a:gd name="T105" fmla="*/ 218 h 1977"/>
                  <a:gd name="T106" fmla="*/ 265 w 2247"/>
                  <a:gd name="T107" fmla="*/ 203 h 1977"/>
                  <a:gd name="T108" fmla="*/ 261 w 2247"/>
                  <a:gd name="T109" fmla="*/ 184 h 1977"/>
                  <a:gd name="T110" fmla="*/ 250 w 2247"/>
                  <a:gd name="T111" fmla="*/ 177 h 1977"/>
                  <a:gd name="T112" fmla="*/ 244 w 2247"/>
                  <a:gd name="T113" fmla="*/ 169 h 1977"/>
                  <a:gd name="T114" fmla="*/ 258 w 2247"/>
                  <a:gd name="T115" fmla="*/ 146 h 1977"/>
                  <a:gd name="T116" fmla="*/ 277 w 2247"/>
                  <a:gd name="T117" fmla="*/ 124 h 197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247"/>
                  <a:gd name="T178" fmla="*/ 0 h 1977"/>
                  <a:gd name="T179" fmla="*/ 2247 w 2247"/>
                  <a:gd name="T180" fmla="*/ 1977 h 197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247" h="1977">
                    <a:moveTo>
                      <a:pt x="2235" y="946"/>
                    </a:moveTo>
                    <a:lnTo>
                      <a:pt x="2243" y="884"/>
                    </a:lnTo>
                    <a:lnTo>
                      <a:pt x="2247" y="812"/>
                    </a:lnTo>
                    <a:lnTo>
                      <a:pt x="2243" y="742"/>
                    </a:lnTo>
                    <a:lnTo>
                      <a:pt x="2231" y="682"/>
                    </a:lnTo>
                    <a:lnTo>
                      <a:pt x="2225" y="669"/>
                    </a:lnTo>
                    <a:lnTo>
                      <a:pt x="2218" y="658"/>
                    </a:lnTo>
                    <a:lnTo>
                      <a:pt x="2210" y="647"/>
                    </a:lnTo>
                    <a:lnTo>
                      <a:pt x="2201" y="639"/>
                    </a:lnTo>
                    <a:lnTo>
                      <a:pt x="2190" y="634"/>
                    </a:lnTo>
                    <a:lnTo>
                      <a:pt x="2178" y="630"/>
                    </a:lnTo>
                    <a:lnTo>
                      <a:pt x="2164" y="630"/>
                    </a:lnTo>
                    <a:lnTo>
                      <a:pt x="2148" y="631"/>
                    </a:lnTo>
                    <a:lnTo>
                      <a:pt x="2147" y="632"/>
                    </a:lnTo>
                    <a:lnTo>
                      <a:pt x="2142" y="635"/>
                    </a:lnTo>
                    <a:lnTo>
                      <a:pt x="2134" y="641"/>
                    </a:lnTo>
                    <a:lnTo>
                      <a:pt x="2124" y="646"/>
                    </a:lnTo>
                    <a:lnTo>
                      <a:pt x="2110" y="656"/>
                    </a:lnTo>
                    <a:lnTo>
                      <a:pt x="2095" y="665"/>
                    </a:lnTo>
                    <a:lnTo>
                      <a:pt x="2076" y="676"/>
                    </a:lnTo>
                    <a:lnTo>
                      <a:pt x="2057" y="689"/>
                    </a:lnTo>
                    <a:lnTo>
                      <a:pt x="2035" y="704"/>
                    </a:lnTo>
                    <a:lnTo>
                      <a:pt x="2011" y="719"/>
                    </a:lnTo>
                    <a:lnTo>
                      <a:pt x="1985" y="736"/>
                    </a:lnTo>
                    <a:lnTo>
                      <a:pt x="1959" y="753"/>
                    </a:lnTo>
                    <a:lnTo>
                      <a:pt x="1930" y="772"/>
                    </a:lnTo>
                    <a:lnTo>
                      <a:pt x="1901" y="791"/>
                    </a:lnTo>
                    <a:lnTo>
                      <a:pt x="1870" y="812"/>
                    </a:lnTo>
                    <a:lnTo>
                      <a:pt x="1839" y="833"/>
                    </a:lnTo>
                    <a:lnTo>
                      <a:pt x="1807" y="855"/>
                    </a:lnTo>
                    <a:lnTo>
                      <a:pt x="1774" y="877"/>
                    </a:lnTo>
                    <a:lnTo>
                      <a:pt x="1741" y="900"/>
                    </a:lnTo>
                    <a:lnTo>
                      <a:pt x="1709" y="922"/>
                    </a:lnTo>
                    <a:lnTo>
                      <a:pt x="1675" y="946"/>
                    </a:lnTo>
                    <a:lnTo>
                      <a:pt x="1642" y="969"/>
                    </a:lnTo>
                    <a:lnTo>
                      <a:pt x="1608" y="992"/>
                    </a:lnTo>
                    <a:lnTo>
                      <a:pt x="1576" y="1015"/>
                    </a:lnTo>
                    <a:lnTo>
                      <a:pt x="1545" y="1038"/>
                    </a:lnTo>
                    <a:lnTo>
                      <a:pt x="1514" y="1061"/>
                    </a:lnTo>
                    <a:lnTo>
                      <a:pt x="1483" y="1084"/>
                    </a:lnTo>
                    <a:lnTo>
                      <a:pt x="1454" y="1106"/>
                    </a:lnTo>
                    <a:lnTo>
                      <a:pt x="1426" y="1128"/>
                    </a:lnTo>
                    <a:lnTo>
                      <a:pt x="1400" y="1150"/>
                    </a:lnTo>
                    <a:lnTo>
                      <a:pt x="1375" y="1171"/>
                    </a:lnTo>
                    <a:lnTo>
                      <a:pt x="1351" y="1190"/>
                    </a:lnTo>
                    <a:lnTo>
                      <a:pt x="1336" y="1203"/>
                    </a:lnTo>
                    <a:lnTo>
                      <a:pt x="1323" y="1217"/>
                    </a:lnTo>
                    <a:lnTo>
                      <a:pt x="1308" y="1229"/>
                    </a:lnTo>
                    <a:lnTo>
                      <a:pt x="1294" y="1242"/>
                    </a:lnTo>
                    <a:lnTo>
                      <a:pt x="1279" y="1256"/>
                    </a:lnTo>
                    <a:lnTo>
                      <a:pt x="1265" y="1268"/>
                    </a:lnTo>
                    <a:lnTo>
                      <a:pt x="1251" y="1282"/>
                    </a:lnTo>
                    <a:lnTo>
                      <a:pt x="1237" y="1295"/>
                    </a:lnTo>
                    <a:lnTo>
                      <a:pt x="1224" y="1309"/>
                    </a:lnTo>
                    <a:lnTo>
                      <a:pt x="1210" y="1323"/>
                    </a:lnTo>
                    <a:lnTo>
                      <a:pt x="1196" y="1335"/>
                    </a:lnTo>
                    <a:lnTo>
                      <a:pt x="1182" y="1349"/>
                    </a:lnTo>
                    <a:lnTo>
                      <a:pt x="1168" y="1363"/>
                    </a:lnTo>
                    <a:lnTo>
                      <a:pt x="1154" y="1376"/>
                    </a:lnTo>
                    <a:lnTo>
                      <a:pt x="1142" y="1389"/>
                    </a:lnTo>
                    <a:lnTo>
                      <a:pt x="1128" y="1403"/>
                    </a:lnTo>
                    <a:lnTo>
                      <a:pt x="1137" y="1365"/>
                    </a:lnTo>
                    <a:lnTo>
                      <a:pt x="1146" y="1328"/>
                    </a:lnTo>
                    <a:lnTo>
                      <a:pt x="1158" y="1291"/>
                    </a:lnTo>
                    <a:lnTo>
                      <a:pt x="1171" y="1256"/>
                    </a:lnTo>
                    <a:lnTo>
                      <a:pt x="1183" y="1219"/>
                    </a:lnTo>
                    <a:lnTo>
                      <a:pt x="1198" y="1184"/>
                    </a:lnTo>
                    <a:lnTo>
                      <a:pt x="1214" y="1149"/>
                    </a:lnTo>
                    <a:lnTo>
                      <a:pt x="1230" y="1114"/>
                    </a:lnTo>
                    <a:lnTo>
                      <a:pt x="1249" y="1081"/>
                    </a:lnTo>
                    <a:lnTo>
                      <a:pt x="1268" y="1047"/>
                    </a:lnTo>
                    <a:lnTo>
                      <a:pt x="1288" y="1014"/>
                    </a:lnTo>
                    <a:lnTo>
                      <a:pt x="1310" y="982"/>
                    </a:lnTo>
                    <a:lnTo>
                      <a:pt x="1333" y="950"/>
                    </a:lnTo>
                    <a:lnTo>
                      <a:pt x="1357" y="919"/>
                    </a:lnTo>
                    <a:lnTo>
                      <a:pt x="1384" y="889"/>
                    </a:lnTo>
                    <a:lnTo>
                      <a:pt x="1410" y="861"/>
                    </a:lnTo>
                    <a:lnTo>
                      <a:pt x="1447" y="823"/>
                    </a:lnTo>
                    <a:lnTo>
                      <a:pt x="1484" y="787"/>
                    </a:lnTo>
                    <a:lnTo>
                      <a:pt x="1522" y="751"/>
                    </a:lnTo>
                    <a:lnTo>
                      <a:pt x="1560" y="715"/>
                    </a:lnTo>
                    <a:lnTo>
                      <a:pt x="1598" y="681"/>
                    </a:lnTo>
                    <a:lnTo>
                      <a:pt x="1637" y="646"/>
                    </a:lnTo>
                    <a:lnTo>
                      <a:pt x="1675" y="613"/>
                    </a:lnTo>
                    <a:lnTo>
                      <a:pt x="1713" y="578"/>
                    </a:lnTo>
                    <a:lnTo>
                      <a:pt x="1751" y="544"/>
                    </a:lnTo>
                    <a:lnTo>
                      <a:pt x="1789" y="510"/>
                    </a:lnTo>
                    <a:lnTo>
                      <a:pt x="1827" y="476"/>
                    </a:lnTo>
                    <a:lnTo>
                      <a:pt x="1865" y="440"/>
                    </a:lnTo>
                    <a:lnTo>
                      <a:pt x="1902" y="404"/>
                    </a:lnTo>
                    <a:lnTo>
                      <a:pt x="1938" y="369"/>
                    </a:lnTo>
                    <a:lnTo>
                      <a:pt x="1974" y="331"/>
                    </a:lnTo>
                    <a:lnTo>
                      <a:pt x="2008" y="293"/>
                    </a:lnTo>
                    <a:lnTo>
                      <a:pt x="2031" y="241"/>
                    </a:lnTo>
                    <a:lnTo>
                      <a:pt x="2039" y="205"/>
                    </a:lnTo>
                    <a:lnTo>
                      <a:pt x="2039" y="169"/>
                    </a:lnTo>
                    <a:lnTo>
                      <a:pt x="2033" y="135"/>
                    </a:lnTo>
                    <a:lnTo>
                      <a:pt x="2018" y="103"/>
                    </a:lnTo>
                    <a:lnTo>
                      <a:pt x="2008" y="89"/>
                    </a:lnTo>
                    <a:lnTo>
                      <a:pt x="1997" y="76"/>
                    </a:lnTo>
                    <a:lnTo>
                      <a:pt x="1985" y="65"/>
                    </a:lnTo>
                    <a:lnTo>
                      <a:pt x="1973" y="54"/>
                    </a:lnTo>
                    <a:lnTo>
                      <a:pt x="1959" y="46"/>
                    </a:lnTo>
                    <a:lnTo>
                      <a:pt x="1945" y="39"/>
                    </a:lnTo>
                    <a:lnTo>
                      <a:pt x="1930" y="32"/>
                    </a:lnTo>
                    <a:lnTo>
                      <a:pt x="1915" y="28"/>
                    </a:lnTo>
                    <a:lnTo>
                      <a:pt x="1900" y="25"/>
                    </a:lnTo>
                    <a:lnTo>
                      <a:pt x="1884" y="24"/>
                    </a:lnTo>
                    <a:lnTo>
                      <a:pt x="1869" y="23"/>
                    </a:lnTo>
                    <a:lnTo>
                      <a:pt x="1853" y="25"/>
                    </a:lnTo>
                    <a:lnTo>
                      <a:pt x="1837" y="28"/>
                    </a:lnTo>
                    <a:lnTo>
                      <a:pt x="1822" y="33"/>
                    </a:lnTo>
                    <a:lnTo>
                      <a:pt x="1807" y="39"/>
                    </a:lnTo>
                    <a:lnTo>
                      <a:pt x="1792" y="47"/>
                    </a:lnTo>
                    <a:lnTo>
                      <a:pt x="1788" y="50"/>
                    </a:lnTo>
                    <a:lnTo>
                      <a:pt x="1777" y="54"/>
                    </a:lnTo>
                    <a:lnTo>
                      <a:pt x="1758" y="63"/>
                    </a:lnTo>
                    <a:lnTo>
                      <a:pt x="1735" y="75"/>
                    </a:lnTo>
                    <a:lnTo>
                      <a:pt x="1706" y="90"/>
                    </a:lnTo>
                    <a:lnTo>
                      <a:pt x="1674" y="107"/>
                    </a:lnTo>
                    <a:lnTo>
                      <a:pt x="1638" y="126"/>
                    </a:lnTo>
                    <a:lnTo>
                      <a:pt x="1600" y="146"/>
                    </a:lnTo>
                    <a:lnTo>
                      <a:pt x="1561" y="168"/>
                    </a:lnTo>
                    <a:lnTo>
                      <a:pt x="1520" y="191"/>
                    </a:lnTo>
                    <a:lnTo>
                      <a:pt x="1479" y="215"/>
                    </a:lnTo>
                    <a:lnTo>
                      <a:pt x="1440" y="240"/>
                    </a:lnTo>
                    <a:lnTo>
                      <a:pt x="1401" y="264"/>
                    </a:lnTo>
                    <a:lnTo>
                      <a:pt x="1365" y="288"/>
                    </a:lnTo>
                    <a:lnTo>
                      <a:pt x="1333" y="311"/>
                    </a:lnTo>
                    <a:lnTo>
                      <a:pt x="1304" y="334"/>
                    </a:lnTo>
                    <a:lnTo>
                      <a:pt x="1274" y="361"/>
                    </a:lnTo>
                    <a:lnTo>
                      <a:pt x="1245" y="387"/>
                    </a:lnTo>
                    <a:lnTo>
                      <a:pt x="1219" y="414"/>
                    </a:lnTo>
                    <a:lnTo>
                      <a:pt x="1192" y="442"/>
                    </a:lnTo>
                    <a:lnTo>
                      <a:pt x="1166" y="470"/>
                    </a:lnTo>
                    <a:lnTo>
                      <a:pt x="1142" y="499"/>
                    </a:lnTo>
                    <a:lnTo>
                      <a:pt x="1118" y="529"/>
                    </a:lnTo>
                    <a:lnTo>
                      <a:pt x="1093" y="558"/>
                    </a:lnTo>
                    <a:lnTo>
                      <a:pt x="1070" y="588"/>
                    </a:lnTo>
                    <a:lnTo>
                      <a:pt x="1046" y="618"/>
                    </a:lnTo>
                    <a:lnTo>
                      <a:pt x="1023" y="649"/>
                    </a:lnTo>
                    <a:lnTo>
                      <a:pt x="1000" y="679"/>
                    </a:lnTo>
                    <a:lnTo>
                      <a:pt x="976" y="709"/>
                    </a:lnTo>
                    <a:lnTo>
                      <a:pt x="953" y="740"/>
                    </a:lnTo>
                    <a:lnTo>
                      <a:pt x="929" y="771"/>
                    </a:lnTo>
                    <a:lnTo>
                      <a:pt x="903" y="801"/>
                    </a:lnTo>
                    <a:lnTo>
                      <a:pt x="884" y="825"/>
                    </a:lnTo>
                    <a:lnTo>
                      <a:pt x="864" y="849"/>
                    </a:lnTo>
                    <a:lnTo>
                      <a:pt x="844" y="872"/>
                    </a:lnTo>
                    <a:lnTo>
                      <a:pt x="825" y="896"/>
                    </a:lnTo>
                    <a:lnTo>
                      <a:pt x="806" y="921"/>
                    </a:lnTo>
                    <a:lnTo>
                      <a:pt x="787" y="945"/>
                    </a:lnTo>
                    <a:lnTo>
                      <a:pt x="768" y="969"/>
                    </a:lnTo>
                    <a:lnTo>
                      <a:pt x="750" y="992"/>
                    </a:lnTo>
                    <a:lnTo>
                      <a:pt x="731" y="1016"/>
                    </a:lnTo>
                    <a:lnTo>
                      <a:pt x="712" y="1040"/>
                    </a:lnTo>
                    <a:lnTo>
                      <a:pt x="693" y="1063"/>
                    </a:lnTo>
                    <a:lnTo>
                      <a:pt x="675" y="1088"/>
                    </a:lnTo>
                    <a:lnTo>
                      <a:pt x="657" y="1111"/>
                    </a:lnTo>
                    <a:lnTo>
                      <a:pt x="638" y="1135"/>
                    </a:lnTo>
                    <a:lnTo>
                      <a:pt x="620" y="1159"/>
                    </a:lnTo>
                    <a:lnTo>
                      <a:pt x="601" y="1182"/>
                    </a:lnTo>
                    <a:lnTo>
                      <a:pt x="605" y="1167"/>
                    </a:lnTo>
                    <a:lnTo>
                      <a:pt x="609" y="1151"/>
                    </a:lnTo>
                    <a:lnTo>
                      <a:pt x="613" y="1136"/>
                    </a:lnTo>
                    <a:lnTo>
                      <a:pt x="617" y="1121"/>
                    </a:lnTo>
                    <a:lnTo>
                      <a:pt x="638" y="1062"/>
                    </a:lnTo>
                    <a:lnTo>
                      <a:pt x="661" y="1006"/>
                    </a:lnTo>
                    <a:lnTo>
                      <a:pt x="685" y="949"/>
                    </a:lnTo>
                    <a:lnTo>
                      <a:pt x="712" y="893"/>
                    </a:lnTo>
                    <a:lnTo>
                      <a:pt x="739" y="839"/>
                    </a:lnTo>
                    <a:lnTo>
                      <a:pt x="769" y="785"/>
                    </a:lnTo>
                    <a:lnTo>
                      <a:pt x="801" y="732"/>
                    </a:lnTo>
                    <a:lnTo>
                      <a:pt x="832" y="679"/>
                    </a:lnTo>
                    <a:lnTo>
                      <a:pt x="865" y="627"/>
                    </a:lnTo>
                    <a:lnTo>
                      <a:pt x="900" y="576"/>
                    </a:lnTo>
                    <a:lnTo>
                      <a:pt x="935" y="525"/>
                    </a:lnTo>
                    <a:lnTo>
                      <a:pt x="971" y="475"/>
                    </a:lnTo>
                    <a:lnTo>
                      <a:pt x="1008" y="426"/>
                    </a:lnTo>
                    <a:lnTo>
                      <a:pt x="1046" y="377"/>
                    </a:lnTo>
                    <a:lnTo>
                      <a:pt x="1084" y="328"/>
                    </a:lnTo>
                    <a:lnTo>
                      <a:pt x="1122" y="281"/>
                    </a:lnTo>
                    <a:lnTo>
                      <a:pt x="1152" y="218"/>
                    </a:lnTo>
                    <a:lnTo>
                      <a:pt x="1156" y="205"/>
                    </a:lnTo>
                    <a:lnTo>
                      <a:pt x="1159" y="194"/>
                    </a:lnTo>
                    <a:lnTo>
                      <a:pt x="1160" y="181"/>
                    </a:lnTo>
                    <a:lnTo>
                      <a:pt x="1161" y="168"/>
                    </a:lnTo>
                    <a:lnTo>
                      <a:pt x="1159" y="135"/>
                    </a:lnTo>
                    <a:lnTo>
                      <a:pt x="1151" y="104"/>
                    </a:lnTo>
                    <a:lnTo>
                      <a:pt x="1136" y="76"/>
                    </a:lnTo>
                    <a:lnTo>
                      <a:pt x="1116" y="51"/>
                    </a:lnTo>
                    <a:lnTo>
                      <a:pt x="1093" y="30"/>
                    </a:lnTo>
                    <a:lnTo>
                      <a:pt x="1066" y="15"/>
                    </a:lnTo>
                    <a:lnTo>
                      <a:pt x="1035" y="5"/>
                    </a:lnTo>
                    <a:lnTo>
                      <a:pt x="1002" y="0"/>
                    </a:lnTo>
                    <a:lnTo>
                      <a:pt x="938" y="3"/>
                    </a:lnTo>
                    <a:lnTo>
                      <a:pt x="904" y="10"/>
                    </a:lnTo>
                    <a:lnTo>
                      <a:pt x="871" y="17"/>
                    </a:lnTo>
                    <a:lnTo>
                      <a:pt x="839" y="25"/>
                    </a:lnTo>
                    <a:lnTo>
                      <a:pt x="805" y="35"/>
                    </a:lnTo>
                    <a:lnTo>
                      <a:pt x="773" y="44"/>
                    </a:lnTo>
                    <a:lnTo>
                      <a:pt x="741" y="54"/>
                    </a:lnTo>
                    <a:lnTo>
                      <a:pt x="708" y="65"/>
                    </a:lnTo>
                    <a:lnTo>
                      <a:pt x="676" y="77"/>
                    </a:lnTo>
                    <a:lnTo>
                      <a:pt x="644" y="89"/>
                    </a:lnTo>
                    <a:lnTo>
                      <a:pt x="613" y="103"/>
                    </a:lnTo>
                    <a:lnTo>
                      <a:pt x="582" y="116"/>
                    </a:lnTo>
                    <a:lnTo>
                      <a:pt x="552" y="131"/>
                    </a:lnTo>
                    <a:lnTo>
                      <a:pt x="522" y="146"/>
                    </a:lnTo>
                    <a:lnTo>
                      <a:pt x="492" y="162"/>
                    </a:lnTo>
                    <a:lnTo>
                      <a:pt x="463" y="180"/>
                    </a:lnTo>
                    <a:lnTo>
                      <a:pt x="435" y="197"/>
                    </a:lnTo>
                    <a:lnTo>
                      <a:pt x="406" y="217"/>
                    </a:lnTo>
                    <a:lnTo>
                      <a:pt x="380" y="235"/>
                    </a:lnTo>
                    <a:lnTo>
                      <a:pt x="353" y="256"/>
                    </a:lnTo>
                    <a:lnTo>
                      <a:pt x="327" y="276"/>
                    </a:lnTo>
                    <a:lnTo>
                      <a:pt x="302" y="298"/>
                    </a:lnTo>
                    <a:lnTo>
                      <a:pt x="277" y="321"/>
                    </a:lnTo>
                    <a:lnTo>
                      <a:pt x="254" y="346"/>
                    </a:lnTo>
                    <a:lnTo>
                      <a:pt x="231" y="370"/>
                    </a:lnTo>
                    <a:lnTo>
                      <a:pt x="209" y="395"/>
                    </a:lnTo>
                    <a:lnTo>
                      <a:pt x="189" y="422"/>
                    </a:lnTo>
                    <a:lnTo>
                      <a:pt x="169" y="448"/>
                    </a:lnTo>
                    <a:lnTo>
                      <a:pt x="149" y="477"/>
                    </a:lnTo>
                    <a:lnTo>
                      <a:pt x="131" y="506"/>
                    </a:lnTo>
                    <a:lnTo>
                      <a:pt x="115" y="536"/>
                    </a:lnTo>
                    <a:lnTo>
                      <a:pt x="99" y="566"/>
                    </a:lnTo>
                    <a:lnTo>
                      <a:pt x="84" y="598"/>
                    </a:lnTo>
                    <a:lnTo>
                      <a:pt x="69" y="634"/>
                    </a:lnTo>
                    <a:lnTo>
                      <a:pt x="55" y="669"/>
                    </a:lnTo>
                    <a:lnTo>
                      <a:pt x="42" y="706"/>
                    </a:lnTo>
                    <a:lnTo>
                      <a:pt x="31" y="743"/>
                    </a:lnTo>
                    <a:lnTo>
                      <a:pt x="22" y="781"/>
                    </a:lnTo>
                    <a:lnTo>
                      <a:pt x="13" y="818"/>
                    </a:lnTo>
                    <a:lnTo>
                      <a:pt x="8" y="856"/>
                    </a:lnTo>
                    <a:lnTo>
                      <a:pt x="3" y="894"/>
                    </a:lnTo>
                    <a:lnTo>
                      <a:pt x="0" y="960"/>
                    </a:lnTo>
                    <a:lnTo>
                      <a:pt x="3" y="1025"/>
                    </a:lnTo>
                    <a:lnTo>
                      <a:pt x="11" y="1091"/>
                    </a:lnTo>
                    <a:lnTo>
                      <a:pt x="26" y="1157"/>
                    </a:lnTo>
                    <a:lnTo>
                      <a:pt x="31" y="1173"/>
                    </a:lnTo>
                    <a:lnTo>
                      <a:pt x="35" y="1189"/>
                    </a:lnTo>
                    <a:lnTo>
                      <a:pt x="42" y="1204"/>
                    </a:lnTo>
                    <a:lnTo>
                      <a:pt x="51" y="1218"/>
                    </a:lnTo>
                    <a:lnTo>
                      <a:pt x="61" y="1230"/>
                    </a:lnTo>
                    <a:lnTo>
                      <a:pt x="71" y="1242"/>
                    </a:lnTo>
                    <a:lnTo>
                      <a:pt x="83" y="1253"/>
                    </a:lnTo>
                    <a:lnTo>
                      <a:pt x="95" y="1263"/>
                    </a:lnTo>
                    <a:lnTo>
                      <a:pt x="109" y="1271"/>
                    </a:lnTo>
                    <a:lnTo>
                      <a:pt x="123" y="1278"/>
                    </a:lnTo>
                    <a:lnTo>
                      <a:pt x="138" y="1283"/>
                    </a:lnTo>
                    <a:lnTo>
                      <a:pt x="154" y="1287"/>
                    </a:lnTo>
                    <a:lnTo>
                      <a:pt x="169" y="1290"/>
                    </a:lnTo>
                    <a:lnTo>
                      <a:pt x="185" y="1291"/>
                    </a:lnTo>
                    <a:lnTo>
                      <a:pt x="202" y="1290"/>
                    </a:lnTo>
                    <a:lnTo>
                      <a:pt x="219" y="1288"/>
                    </a:lnTo>
                    <a:lnTo>
                      <a:pt x="224" y="1287"/>
                    </a:lnTo>
                    <a:lnTo>
                      <a:pt x="230" y="1286"/>
                    </a:lnTo>
                    <a:lnTo>
                      <a:pt x="235" y="1285"/>
                    </a:lnTo>
                    <a:lnTo>
                      <a:pt x="240" y="1282"/>
                    </a:lnTo>
                    <a:lnTo>
                      <a:pt x="245" y="1280"/>
                    </a:lnTo>
                    <a:lnTo>
                      <a:pt x="251" y="1279"/>
                    </a:lnTo>
                    <a:lnTo>
                      <a:pt x="255" y="1276"/>
                    </a:lnTo>
                    <a:lnTo>
                      <a:pt x="260" y="1274"/>
                    </a:lnTo>
                    <a:lnTo>
                      <a:pt x="259" y="1312"/>
                    </a:lnTo>
                    <a:lnTo>
                      <a:pt x="259" y="1351"/>
                    </a:lnTo>
                    <a:lnTo>
                      <a:pt x="260" y="1389"/>
                    </a:lnTo>
                    <a:lnTo>
                      <a:pt x="262" y="1429"/>
                    </a:lnTo>
                    <a:lnTo>
                      <a:pt x="267" y="1468"/>
                    </a:lnTo>
                    <a:lnTo>
                      <a:pt x="273" y="1507"/>
                    </a:lnTo>
                    <a:lnTo>
                      <a:pt x="280" y="1547"/>
                    </a:lnTo>
                    <a:lnTo>
                      <a:pt x="289" y="1586"/>
                    </a:lnTo>
                    <a:lnTo>
                      <a:pt x="293" y="1592"/>
                    </a:lnTo>
                    <a:lnTo>
                      <a:pt x="305" y="1608"/>
                    </a:lnTo>
                    <a:lnTo>
                      <a:pt x="322" y="1631"/>
                    </a:lnTo>
                    <a:lnTo>
                      <a:pt x="343" y="1657"/>
                    </a:lnTo>
                    <a:lnTo>
                      <a:pt x="368" y="1683"/>
                    </a:lnTo>
                    <a:lnTo>
                      <a:pt x="395" y="1706"/>
                    </a:lnTo>
                    <a:lnTo>
                      <a:pt x="420" y="1724"/>
                    </a:lnTo>
                    <a:lnTo>
                      <a:pt x="446" y="1730"/>
                    </a:lnTo>
                    <a:lnTo>
                      <a:pt x="450" y="1729"/>
                    </a:lnTo>
                    <a:lnTo>
                      <a:pt x="464" y="1728"/>
                    </a:lnTo>
                    <a:lnTo>
                      <a:pt x="484" y="1725"/>
                    </a:lnTo>
                    <a:lnTo>
                      <a:pt x="507" y="1719"/>
                    </a:lnTo>
                    <a:lnTo>
                      <a:pt x="532" y="1713"/>
                    </a:lnTo>
                    <a:lnTo>
                      <a:pt x="556" y="1704"/>
                    </a:lnTo>
                    <a:lnTo>
                      <a:pt x="577" y="1694"/>
                    </a:lnTo>
                    <a:lnTo>
                      <a:pt x="593" y="1681"/>
                    </a:lnTo>
                    <a:lnTo>
                      <a:pt x="613" y="1661"/>
                    </a:lnTo>
                    <a:lnTo>
                      <a:pt x="635" y="1642"/>
                    </a:lnTo>
                    <a:lnTo>
                      <a:pt x="657" y="1621"/>
                    </a:lnTo>
                    <a:lnTo>
                      <a:pt x="677" y="1601"/>
                    </a:lnTo>
                    <a:lnTo>
                      <a:pt x="698" y="1581"/>
                    </a:lnTo>
                    <a:lnTo>
                      <a:pt x="718" y="1559"/>
                    </a:lnTo>
                    <a:lnTo>
                      <a:pt x="737" y="1537"/>
                    </a:lnTo>
                    <a:lnTo>
                      <a:pt x="757" y="1515"/>
                    </a:lnTo>
                    <a:lnTo>
                      <a:pt x="775" y="1491"/>
                    </a:lnTo>
                    <a:lnTo>
                      <a:pt x="776" y="1490"/>
                    </a:lnTo>
                    <a:lnTo>
                      <a:pt x="776" y="1488"/>
                    </a:lnTo>
                    <a:lnTo>
                      <a:pt x="778" y="1488"/>
                    </a:lnTo>
                    <a:lnTo>
                      <a:pt x="778" y="1487"/>
                    </a:lnTo>
                    <a:lnTo>
                      <a:pt x="771" y="1558"/>
                    </a:lnTo>
                    <a:lnTo>
                      <a:pt x="766" y="1628"/>
                    </a:lnTo>
                    <a:lnTo>
                      <a:pt x="764" y="1699"/>
                    </a:lnTo>
                    <a:lnTo>
                      <a:pt x="764" y="1771"/>
                    </a:lnTo>
                    <a:lnTo>
                      <a:pt x="766" y="1787"/>
                    </a:lnTo>
                    <a:lnTo>
                      <a:pt x="774" y="1825"/>
                    </a:lnTo>
                    <a:lnTo>
                      <a:pt x="784" y="1869"/>
                    </a:lnTo>
                    <a:lnTo>
                      <a:pt x="797" y="1901"/>
                    </a:lnTo>
                    <a:lnTo>
                      <a:pt x="806" y="1915"/>
                    </a:lnTo>
                    <a:lnTo>
                      <a:pt x="818" y="1927"/>
                    </a:lnTo>
                    <a:lnTo>
                      <a:pt x="829" y="1939"/>
                    </a:lnTo>
                    <a:lnTo>
                      <a:pt x="842" y="1948"/>
                    </a:lnTo>
                    <a:lnTo>
                      <a:pt x="856" y="1956"/>
                    </a:lnTo>
                    <a:lnTo>
                      <a:pt x="870" y="1963"/>
                    </a:lnTo>
                    <a:lnTo>
                      <a:pt x="885" y="1969"/>
                    </a:lnTo>
                    <a:lnTo>
                      <a:pt x="900" y="1974"/>
                    </a:lnTo>
                    <a:lnTo>
                      <a:pt x="915" y="1976"/>
                    </a:lnTo>
                    <a:lnTo>
                      <a:pt x="931" y="1977"/>
                    </a:lnTo>
                    <a:lnTo>
                      <a:pt x="947" y="1977"/>
                    </a:lnTo>
                    <a:lnTo>
                      <a:pt x="962" y="1975"/>
                    </a:lnTo>
                    <a:lnTo>
                      <a:pt x="978" y="1971"/>
                    </a:lnTo>
                    <a:lnTo>
                      <a:pt x="993" y="1967"/>
                    </a:lnTo>
                    <a:lnTo>
                      <a:pt x="1008" y="1960"/>
                    </a:lnTo>
                    <a:lnTo>
                      <a:pt x="1023" y="1952"/>
                    </a:lnTo>
                    <a:lnTo>
                      <a:pt x="1028" y="1947"/>
                    </a:lnTo>
                    <a:lnTo>
                      <a:pt x="1039" y="1935"/>
                    </a:lnTo>
                    <a:lnTo>
                      <a:pt x="1059" y="1917"/>
                    </a:lnTo>
                    <a:lnTo>
                      <a:pt x="1084" y="1892"/>
                    </a:lnTo>
                    <a:lnTo>
                      <a:pt x="1114" y="1862"/>
                    </a:lnTo>
                    <a:lnTo>
                      <a:pt x="1150" y="1827"/>
                    </a:lnTo>
                    <a:lnTo>
                      <a:pt x="1189" y="1790"/>
                    </a:lnTo>
                    <a:lnTo>
                      <a:pt x="1230" y="1749"/>
                    </a:lnTo>
                    <a:lnTo>
                      <a:pt x="1274" y="1707"/>
                    </a:lnTo>
                    <a:lnTo>
                      <a:pt x="1319" y="1664"/>
                    </a:lnTo>
                    <a:lnTo>
                      <a:pt x="1365" y="1621"/>
                    </a:lnTo>
                    <a:lnTo>
                      <a:pt x="1410" y="1578"/>
                    </a:lnTo>
                    <a:lnTo>
                      <a:pt x="1454" y="1538"/>
                    </a:lnTo>
                    <a:lnTo>
                      <a:pt x="1497" y="1499"/>
                    </a:lnTo>
                    <a:lnTo>
                      <a:pt x="1535" y="1464"/>
                    </a:lnTo>
                    <a:lnTo>
                      <a:pt x="1570" y="1433"/>
                    </a:lnTo>
                    <a:lnTo>
                      <a:pt x="1561" y="1480"/>
                    </a:lnTo>
                    <a:lnTo>
                      <a:pt x="1553" y="1541"/>
                    </a:lnTo>
                    <a:lnTo>
                      <a:pt x="1545" y="1593"/>
                    </a:lnTo>
                    <a:lnTo>
                      <a:pt x="1543" y="1615"/>
                    </a:lnTo>
                    <a:lnTo>
                      <a:pt x="1543" y="1620"/>
                    </a:lnTo>
                    <a:lnTo>
                      <a:pt x="1543" y="1623"/>
                    </a:lnTo>
                    <a:lnTo>
                      <a:pt x="1543" y="1628"/>
                    </a:lnTo>
                    <a:lnTo>
                      <a:pt x="1543" y="1631"/>
                    </a:lnTo>
                    <a:lnTo>
                      <a:pt x="1547" y="1665"/>
                    </a:lnTo>
                    <a:lnTo>
                      <a:pt x="1558" y="1695"/>
                    </a:lnTo>
                    <a:lnTo>
                      <a:pt x="1573" y="1722"/>
                    </a:lnTo>
                    <a:lnTo>
                      <a:pt x="1593" y="1747"/>
                    </a:lnTo>
                    <a:lnTo>
                      <a:pt x="1619" y="1766"/>
                    </a:lnTo>
                    <a:lnTo>
                      <a:pt x="1646" y="1780"/>
                    </a:lnTo>
                    <a:lnTo>
                      <a:pt x="1678" y="1789"/>
                    </a:lnTo>
                    <a:lnTo>
                      <a:pt x="1711" y="1791"/>
                    </a:lnTo>
                    <a:lnTo>
                      <a:pt x="1713" y="1791"/>
                    </a:lnTo>
                    <a:lnTo>
                      <a:pt x="1720" y="1790"/>
                    </a:lnTo>
                    <a:lnTo>
                      <a:pt x="1731" y="1789"/>
                    </a:lnTo>
                    <a:lnTo>
                      <a:pt x="1746" y="1787"/>
                    </a:lnTo>
                    <a:lnTo>
                      <a:pt x="1763" y="1785"/>
                    </a:lnTo>
                    <a:lnTo>
                      <a:pt x="1782" y="1781"/>
                    </a:lnTo>
                    <a:lnTo>
                      <a:pt x="1804" y="1778"/>
                    </a:lnTo>
                    <a:lnTo>
                      <a:pt x="1827" y="1774"/>
                    </a:lnTo>
                    <a:lnTo>
                      <a:pt x="1850" y="1770"/>
                    </a:lnTo>
                    <a:lnTo>
                      <a:pt x="1876" y="1766"/>
                    </a:lnTo>
                    <a:lnTo>
                      <a:pt x="1900" y="1762"/>
                    </a:lnTo>
                    <a:lnTo>
                      <a:pt x="1923" y="1757"/>
                    </a:lnTo>
                    <a:lnTo>
                      <a:pt x="1946" y="1752"/>
                    </a:lnTo>
                    <a:lnTo>
                      <a:pt x="1967" y="1748"/>
                    </a:lnTo>
                    <a:lnTo>
                      <a:pt x="1986" y="1743"/>
                    </a:lnTo>
                    <a:lnTo>
                      <a:pt x="2003" y="1738"/>
                    </a:lnTo>
                    <a:lnTo>
                      <a:pt x="2034" y="1726"/>
                    </a:lnTo>
                    <a:lnTo>
                      <a:pt x="2060" y="1709"/>
                    </a:lnTo>
                    <a:lnTo>
                      <a:pt x="2083" y="1687"/>
                    </a:lnTo>
                    <a:lnTo>
                      <a:pt x="2102" y="1660"/>
                    </a:lnTo>
                    <a:lnTo>
                      <a:pt x="2113" y="1631"/>
                    </a:lnTo>
                    <a:lnTo>
                      <a:pt x="2120" y="1600"/>
                    </a:lnTo>
                    <a:lnTo>
                      <a:pt x="2121" y="1568"/>
                    </a:lnTo>
                    <a:lnTo>
                      <a:pt x="2114" y="1535"/>
                    </a:lnTo>
                    <a:lnTo>
                      <a:pt x="2109" y="1520"/>
                    </a:lnTo>
                    <a:lnTo>
                      <a:pt x="2103" y="1505"/>
                    </a:lnTo>
                    <a:lnTo>
                      <a:pt x="2095" y="1491"/>
                    </a:lnTo>
                    <a:lnTo>
                      <a:pt x="2086" y="1478"/>
                    </a:lnTo>
                    <a:lnTo>
                      <a:pt x="2075" y="1467"/>
                    </a:lnTo>
                    <a:lnTo>
                      <a:pt x="2064" y="1456"/>
                    </a:lnTo>
                    <a:lnTo>
                      <a:pt x="2052" y="1447"/>
                    </a:lnTo>
                    <a:lnTo>
                      <a:pt x="2039" y="1438"/>
                    </a:lnTo>
                    <a:lnTo>
                      <a:pt x="2026" y="1431"/>
                    </a:lnTo>
                    <a:lnTo>
                      <a:pt x="2012" y="1425"/>
                    </a:lnTo>
                    <a:lnTo>
                      <a:pt x="1997" y="1422"/>
                    </a:lnTo>
                    <a:lnTo>
                      <a:pt x="1982" y="1418"/>
                    </a:lnTo>
                    <a:lnTo>
                      <a:pt x="1966" y="1417"/>
                    </a:lnTo>
                    <a:lnTo>
                      <a:pt x="1951" y="1417"/>
                    </a:lnTo>
                    <a:lnTo>
                      <a:pt x="1935" y="1418"/>
                    </a:lnTo>
                    <a:lnTo>
                      <a:pt x="1918" y="1422"/>
                    </a:lnTo>
                    <a:lnTo>
                      <a:pt x="1932" y="1389"/>
                    </a:lnTo>
                    <a:lnTo>
                      <a:pt x="1946" y="1357"/>
                    </a:lnTo>
                    <a:lnTo>
                      <a:pt x="1960" y="1328"/>
                    </a:lnTo>
                    <a:lnTo>
                      <a:pt x="1975" y="1300"/>
                    </a:lnTo>
                    <a:lnTo>
                      <a:pt x="1990" y="1272"/>
                    </a:lnTo>
                    <a:lnTo>
                      <a:pt x="2006" y="1244"/>
                    </a:lnTo>
                    <a:lnTo>
                      <a:pt x="2022" y="1219"/>
                    </a:lnTo>
                    <a:lnTo>
                      <a:pt x="2039" y="1194"/>
                    </a:lnTo>
                    <a:lnTo>
                      <a:pt x="2058" y="1168"/>
                    </a:lnTo>
                    <a:lnTo>
                      <a:pt x="2076" y="1144"/>
                    </a:lnTo>
                    <a:lnTo>
                      <a:pt x="2097" y="1120"/>
                    </a:lnTo>
                    <a:lnTo>
                      <a:pt x="2118" y="1096"/>
                    </a:lnTo>
                    <a:lnTo>
                      <a:pt x="2140" y="1073"/>
                    </a:lnTo>
                    <a:lnTo>
                      <a:pt x="2162" y="1048"/>
                    </a:lnTo>
                    <a:lnTo>
                      <a:pt x="2186" y="1024"/>
                    </a:lnTo>
                    <a:lnTo>
                      <a:pt x="2211" y="999"/>
                    </a:lnTo>
                    <a:lnTo>
                      <a:pt x="2214" y="995"/>
                    </a:lnTo>
                    <a:lnTo>
                      <a:pt x="2220" y="986"/>
                    </a:lnTo>
                    <a:lnTo>
                      <a:pt x="2228" y="970"/>
                    </a:lnTo>
                    <a:lnTo>
                      <a:pt x="2235" y="946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1" name="Freeform 5">
                <a:extLst>
                  <a:ext uri="{FF2B5EF4-FFF2-40B4-BE49-F238E27FC236}">
                    <a16:creationId xmlns:a16="http://schemas.microsoft.com/office/drawing/2014/main" id="{F939B594-EAAA-5149-AA06-6680DE62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949"/>
                <a:ext cx="110" cy="218"/>
              </a:xfrm>
              <a:custGeom>
                <a:avLst/>
                <a:gdLst>
                  <a:gd name="T0" fmla="*/ 10 w 220"/>
                  <a:gd name="T1" fmla="*/ 21 h 437"/>
                  <a:gd name="T2" fmla="*/ 11 w 220"/>
                  <a:gd name="T3" fmla="*/ 18 h 437"/>
                  <a:gd name="T4" fmla="*/ 13 w 220"/>
                  <a:gd name="T5" fmla="*/ 15 h 437"/>
                  <a:gd name="T6" fmla="*/ 15 w 220"/>
                  <a:gd name="T7" fmla="*/ 12 h 437"/>
                  <a:gd name="T8" fmla="*/ 17 w 220"/>
                  <a:gd name="T9" fmla="*/ 10 h 437"/>
                  <a:gd name="T10" fmla="*/ 20 w 220"/>
                  <a:gd name="T11" fmla="*/ 7 h 437"/>
                  <a:gd name="T12" fmla="*/ 22 w 220"/>
                  <a:gd name="T13" fmla="*/ 4 h 437"/>
                  <a:gd name="T14" fmla="*/ 25 w 220"/>
                  <a:gd name="T15" fmla="*/ 2 h 437"/>
                  <a:gd name="T16" fmla="*/ 28 w 220"/>
                  <a:gd name="T17" fmla="*/ 0 h 437"/>
                  <a:gd name="T18" fmla="*/ 26 w 220"/>
                  <a:gd name="T19" fmla="*/ 3 h 437"/>
                  <a:gd name="T20" fmla="*/ 24 w 220"/>
                  <a:gd name="T21" fmla="*/ 6 h 437"/>
                  <a:gd name="T22" fmla="*/ 22 w 220"/>
                  <a:gd name="T23" fmla="*/ 10 h 437"/>
                  <a:gd name="T24" fmla="*/ 20 w 220"/>
                  <a:gd name="T25" fmla="*/ 13 h 437"/>
                  <a:gd name="T26" fmla="*/ 18 w 220"/>
                  <a:gd name="T27" fmla="*/ 16 h 437"/>
                  <a:gd name="T28" fmla="*/ 16 w 220"/>
                  <a:gd name="T29" fmla="*/ 19 h 437"/>
                  <a:gd name="T30" fmla="*/ 14 w 220"/>
                  <a:gd name="T31" fmla="*/ 23 h 437"/>
                  <a:gd name="T32" fmla="*/ 13 w 220"/>
                  <a:gd name="T33" fmla="*/ 26 h 437"/>
                  <a:gd name="T34" fmla="*/ 11 w 220"/>
                  <a:gd name="T35" fmla="*/ 30 h 437"/>
                  <a:gd name="T36" fmla="*/ 9 w 220"/>
                  <a:gd name="T37" fmla="*/ 33 h 437"/>
                  <a:gd name="T38" fmla="*/ 7 w 220"/>
                  <a:gd name="T39" fmla="*/ 37 h 437"/>
                  <a:gd name="T40" fmla="*/ 6 w 220"/>
                  <a:gd name="T41" fmla="*/ 40 h 437"/>
                  <a:gd name="T42" fmla="*/ 4 w 220"/>
                  <a:gd name="T43" fmla="*/ 44 h 437"/>
                  <a:gd name="T44" fmla="*/ 3 w 220"/>
                  <a:gd name="T45" fmla="*/ 47 h 437"/>
                  <a:gd name="T46" fmla="*/ 2 w 220"/>
                  <a:gd name="T47" fmla="*/ 51 h 437"/>
                  <a:gd name="T48" fmla="*/ 0 w 220"/>
                  <a:gd name="T49" fmla="*/ 54 h 437"/>
                  <a:gd name="T50" fmla="*/ 1 w 220"/>
                  <a:gd name="T51" fmla="*/ 50 h 437"/>
                  <a:gd name="T52" fmla="*/ 1 w 220"/>
                  <a:gd name="T53" fmla="*/ 46 h 437"/>
                  <a:gd name="T54" fmla="*/ 2 w 220"/>
                  <a:gd name="T55" fmla="*/ 42 h 437"/>
                  <a:gd name="T56" fmla="*/ 3 w 220"/>
                  <a:gd name="T57" fmla="*/ 37 h 437"/>
                  <a:gd name="T58" fmla="*/ 4 w 220"/>
                  <a:gd name="T59" fmla="*/ 33 h 437"/>
                  <a:gd name="T60" fmla="*/ 6 w 220"/>
                  <a:gd name="T61" fmla="*/ 29 h 437"/>
                  <a:gd name="T62" fmla="*/ 8 w 220"/>
                  <a:gd name="T63" fmla="*/ 25 h 437"/>
                  <a:gd name="T64" fmla="*/ 10 w 220"/>
                  <a:gd name="T65" fmla="*/ 21 h 4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20"/>
                  <a:gd name="T100" fmla="*/ 0 h 437"/>
                  <a:gd name="T101" fmla="*/ 220 w 220"/>
                  <a:gd name="T102" fmla="*/ 437 h 4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20" h="437">
                    <a:moveTo>
                      <a:pt x="73" y="175"/>
                    </a:moveTo>
                    <a:lnTo>
                      <a:pt x="87" y="150"/>
                    </a:lnTo>
                    <a:lnTo>
                      <a:pt x="101" y="126"/>
                    </a:lnTo>
                    <a:lnTo>
                      <a:pt x="119" y="103"/>
                    </a:lnTo>
                    <a:lnTo>
                      <a:pt x="136" y="80"/>
                    </a:lnTo>
                    <a:lnTo>
                      <a:pt x="156" y="59"/>
                    </a:lnTo>
                    <a:lnTo>
                      <a:pt x="176" y="38"/>
                    </a:lnTo>
                    <a:lnTo>
                      <a:pt x="198" y="19"/>
                    </a:lnTo>
                    <a:lnTo>
                      <a:pt x="220" y="0"/>
                    </a:lnTo>
                    <a:lnTo>
                      <a:pt x="204" y="27"/>
                    </a:lnTo>
                    <a:lnTo>
                      <a:pt x="188" y="53"/>
                    </a:lnTo>
                    <a:lnTo>
                      <a:pt x="172" y="80"/>
                    </a:lnTo>
                    <a:lnTo>
                      <a:pt x="156" y="106"/>
                    </a:lnTo>
                    <a:lnTo>
                      <a:pt x="141" y="133"/>
                    </a:lnTo>
                    <a:lnTo>
                      <a:pt x="126" y="159"/>
                    </a:lnTo>
                    <a:lnTo>
                      <a:pt x="111" y="187"/>
                    </a:lnTo>
                    <a:lnTo>
                      <a:pt x="97" y="213"/>
                    </a:lnTo>
                    <a:lnTo>
                      <a:pt x="83" y="241"/>
                    </a:lnTo>
                    <a:lnTo>
                      <a:pt x="69" y="269"/>
                    </a:lnTo>
                    <a:lnTo>
                      <a:pt x="57" y="296"/>
                    </a:lnTo>
                    <a:lnTo>
                      <a:pt x="44" y="324"/>
                    </a:lnTo>
                    <a:lnTo>
                      <a:pt x="32" y="352"/>
                    </a:lnTo>
                    <a:lnTo>
                      <a:pt x="21" y="380"/>
                    </a:lnTo>
                    <a:lnTo>
                      <a:pt x="10" y="408"/>
                    </a:lnTo>
                    <a:lnTo>
                      <a:pt x="0" y="437"/>
                    </a:lnTo>
                    <a:lnTo>
                      <a:pt x="2" y="402"/>
                    </a:lnTo>
                    <a:lnTo>
                      <a:pt x="6" y="369"/>
                    </a:lnTo>
                    <a:lnTo>
                      <a:pt x="13" y="336"/>
                    </a:lnTo>
                    <a:lnTo>
                      <a:pt x="21" y="302"/>
                    </a:lnTo>
                    <a:lnTo>
                      <a:pt x="32" y="270"/>
                    </a:lnTo>
                    <a:lnTo>
                      <a:pt x="44" y="238"/>
                    </a:lnTo>
                    <a:lnTo>
                      <a:pt x="58" y="207"/>
                    </a:lnTo>
                    <a:lnTo>
                      <a:pt x="73" y="175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2" name="Freeform 6">
                <a:extLst>
                  <a:ext uri="{FF2B5EF4-FFF2-40B4-BE49-F238E27FC236}">
                    <a16:creationId xmlns:a16="http://schemas.microsoft.com/office/drawing/2014/main" id="{4E71C136-A1F8-484A-BACF-14A94155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710"/>
                <a:ext cx="955" cy="879"/>
              </a:xfrm>
              <a:custGeom>
                <a:avLst/>
                <a:gdLst>
                  <a:gd name="T0" fmla="*/ 215 w 1909"/>
                  <a:gd name="T1" fmla="*/ 43 h 1758"/>
                  <a:gd name="T2" fmla="*/ 217 w 1909"/>
                  <a:gd name="T3" fmla="*/ 31 h 1758"/>
                  <a:gd name="T4" fmla="*/ 223 w 1909"/>
                  <a:gd name="T5" fmla="*/ 28 h 1758"/>
                  <a:gd name="T6" fmla="*/ 231 w 1909"/>
                  <a:gd name="T7" fmla="*/ 29 h 1758"/>
                  <a:gd name="T8" fmla="*/ 238 w 1909"/>
                  <a:gd name="T9" fmla="*/ 37 h 1758"/>
                  <a:gd name="T10" fmla="*/ 238 w 1909"/>
                  <a:gd name="T11" fmla="*/ 50 h 1758"/>
                  <a:gd name="T12" fmla="*/ 231 w 1909"/>
                  <a:gd name="T13" fmla="*/ 56 h 1758"/>
                  <a:gd name="T14" fmla="*/ 235 w 1909"/>
                  <a:gd name="T15" fmla="*/ 71 h 1758"/>
                  <a:gd name="T16" fmla="*/ 233 w 1909"/>
                  <a:gd name="T17" fmla="*/ 91 h 1758"/>
                  <a:gd name="T18" fmla="*/ 232 w 1909"/>
                  <a:gd name="T19" fmla="*/ 132 h 1758"/>
                  <a:gd name="T20" fmla="*/ 229 w 1909"/>
                  <a:gd name="T21" fmla="*/ 154 h 1758"/>
                  <a:gd name="T22" fmla="*/ 223 w 1909"/>
                  <a:gd name="T23" fmla="*/ 153 h 1758"/>
                  <a:gd name="T24" fmla="*/ 212 w 1909"/>
                  <a:gd name="T25" fmla="*/ 127 h 1758"/>
                  <a:gd name="T26" fmla="*/ 194 w 1909"/>
                  <a:gd name="T27" fmla="*/ 141 h 1758"/>
                  <a:gd name="T28" fmla="*/ 190 w 1909"/>
                  <a:gd name="T29" fmla="*/ 173 h 1758"/>
                  <a:gd name="T30" fmla="*/ 188 w 1909"/>
                  <a:gd name="T31" fmla="*/ 188 h 1758"/>
                  <a:gd name="T32" fmla="*/ 186 w 1909"/>
                  <a:gd name="T33" fmla="*/ 199 h 1758"/>
                  <a:gd name="T34" fmla="*/ 185 w 1909"/>
                  <a:gd name="T35" fmla="*/ 204 h 1758"/>
                  <a:gd name="T36" fmla="*/ 189 w 1909"/>
                  <a:gd name="T37" fmla="*/ 208 h 1758"/>
                  <a:gd name="T38" fmla="*/ 178 w 1909"/>
                  <a:gd name="T39" fmla="*/ 211 h 1758"/>
                  <a:gd name="T40" fmla="*/ 164 w 1909"/>
                  <a:gd name="T41" fmla="*/ 208 h 1758"/>
                  <a:gd name="T42" fmla="*/ 159 w 1909"/>
                  <a:gd name="T43" fmla="*/ 219 h 1758"/>
                  <a:gd name="T44" fmla="*/ 148 w 1909"/>
                  <a:gd name="T45" fmla="*/ 219 h 1758"/>
                  <a:gd name="T46" fmla="*/ 154 w 1909"/>
                  <a:gd name="T47" fmla="*/ 210 h 1758"/>
                  <a:gd name="T48" fmla="*/ 148 w 1909"/>
                  <a:gd name="T49" fmla="*/ 208 h 1758"/>
                  <a:gd name="T50" fmla="*/ 145 w 1909"/>
                  <a:gd name="T51" fmla="*/ 202 h 1758"/>
                  <a:gd name="T52" fmla="*/ 123 w 1909"/>
                  <a:gd name="T53" fmla="*/ 180 h 1758"/>
                  <a:gd name="T54" fmla="*/ 98 w 1909"/>
                  <a:gd name="T55" fmla="*/ 178 h 1758"/>
                  <a:gd name="T56" fmla="*/ 93 w 1909"/>
                  <a:gd name="T57" fmla="*/ 186 h 1758"/>
                  <a:gd name="T58" fmla="*/ 95 w 1909"/>
                  <a:gd name="T59" fmla="*/ 204 h 1758"/>
                  <a:gd name="T60" fmla="*/ 106 w 1909"/>
                  <a:gd name="T61" fmla="*/ 216 h 1758"/>
                  <a:gd name="T62" fmla="*/ 97 w 1909"/>
                  <a:gd name="T63" fmla="*/ 220 h 1758"/>
                  <a:gd name="T64" fmla="*/ 84 w 1909"/>
                  <a:gd name="T65" fmla="*/ 209 h 1758"/>
                  <a:gd name="T66" fmla="*/ 70 w 1909"/>
                  <a:gd name="T67" fmla="*/ 199 h 1758"/>
                  <a:gd name="T68" fmla="*/ 60 w 1909"/>
                  <a:gd name="T69" fmla="*/ 204 h 1758"/>
                  <a:gd name="T70" fmla="*/ 61 w 1909"/>
                  <a:gd name="T71" fmla="*/ 213 h 1758"/>
                  <a:gd name="T72" fmla="*/ 54 w 1909"/>
                  <a:gd name="T73" fmla="*/ 216 h 1758"/>
                  <a:gd name="T74" fmla="*/ 50 w 1909"/>
                  <a:gd name="T75" fmla="*/ 185 h 1758"/>
                  <a:gd name="T76" fmla="*/ 44 w 1909"/>
                  <a:gd name="T77" fmla="*/ 169 h 1758"/>
                  <a:gd name="T78" fmla="*/ 37 w 1909"/>
                  <a:gd name="T79" fmla="*/ 156 h 1758"/>
                  <a:gd name="T80" fmla="*/ 30 w 1909"/>
                  <a:gd name="T81" fmla="*/ 166 h 1758"/>
                  <a:gd name="T82" fmla="*/ 25 w 1909"/>
                  <a:gd name="T83" fmla="*/ 183 h 1758"/>
                  <a:gd name="T84" fmla="*/ 19 w 1909"/>
                  <a:gd name="T85" fmla="*/ 188 h 1758"/>
                  <a:gd name="T86" fmla="*/ 18 w 1909"/>
                  <a:gd name="T87" fmla="*/ 178 h 1758"/>
                  <a:gd name="T88" fmla="*/ 15 w 1909"/>
                  <a:gd name="T89" fmla="*/ 153 h 1758"/>
                  <a:gd name="T90" fmla="*/ 8 w 1909"/>
                  <a:gd name="T91" fmla="*/ 148 h 1758"/>
                  <a:gd name="T92" fmla="*/ 2 w 1909"/>
                  <a:gd name="T93" fmla="*/ 117 h 1758"/>
                  <a:gd name="T94" fmla="*/ 5 w 1909"/>
                  <a:gd name="T95" fmla="*/ 92 h 1758"/>
                  <a:gd name="T96" fmla="*/ 9 w 1909"/>
                  <a:gd name="T97" fmla="*/ 80 h 1758"/>
                  <a:gd name="T98" fmla="*/ 5 w 1909"/>
                  <a:gd name="T99" fmla="*/ 76 h 1758"/>
                  <a:gd name="T100" fmla="*/ 21 w 1909"/>
                  <a:gd name="T101" fmla="*/ 55 h 1758"/>
                  <a:gd name="T102" fmla="*/ 26 w 1909"/>
                  <a:gd name="T103" fmla="*/ 54 h 1758"/>
                  <a:gd name="T104" fmla="*/ 36 w 1909"/>
                  <a:gd name="T105" fmla="*/ 57 h 1758"/>
                  <a:gd name="T106" fmla="*/ 42 w 1909"/>
                  <a:gd name="T107" fmla="*/ 44 h 1758"/>
                  <a:gd name="T108" fmla="*/ 61 w 1909"/>
                  <a:gd name="T109" fmla="*/ 21 h 1758"/>
                  <a:gd name="T110" fmla="*/ 81 w 1909"/>
                  <a:gd name="T111" fmla="*/ 9 h 1758"/>
                  <a:gd name="T112" fmla="*/ 105 w 1909"/>
                  <a:gd name="T113" fmla="*/ 2 h 1758"/>
                  <a:gd name="T114" fmla="*/ 129 w 1909"/>
                  <a:gd name="T115" fmla="*/ 1 h 1758"/>
                  <a:gd name="T116" fmla="*/ 152 w 1909"/>
                  <a:gd name="T117" fmla="*/ 7 h 1758"/>
                  <a:gd name="T118" fmla="*/ 179 w 1909"/>
                  <a:gd name="T119" fmla="*/ 25 h 1758"/>
                  <a:gd name="T120" fmla="*/ 199 w 1909"/>
                  <a:gd name="T121" fmla="*/ 51 h 17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09"/>
                  <a:gd name="T184" fmla="*/ 0 h 1758"/>
                  <a:gd name="T185" fmla="*/ 1909 w 1909"/>
                  <a:gd name="T186" fmla="*/ 1758 h 17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09" h="1758">
                    <a:moveTo>
                      <a:pt x="1592" y="406"/>
                    </a:moveTo>
                    <a:lnTo>
                      <a:pt x="1676" y="418"/>
                    </a:lnTo>
                    <a:lnTo>
                      <a:pt x="1678" y="403"/>
                    </a:lnTo>
                    <a:lnTo>
                      <a:pt x="1681" y="388"/>
                    </a:lnTo>
                    <a:lnTo>
                      <a:pt x="1687" y="376"/>
                    </a:lnTo>
                    <a:lnTo>
                      <a:pt x="1695" y="362"/>
                    </a:lnTo>
                    <a:lnTo>
                      <a:pt x="1703" y="350"/>
                    </a:lnTo>
                    <a:lnTo>
                      <a:pt x="1713" y="339"/>
                    </a:lnTo>
                    <a:lnTo>
                      <a:pt x="1724" y="327"/>
                    </a:lnTo>
                    <a:lnTo>
                      <a:pt x="1735" y="317"/>
                    </a:lnTo>
                    <a:lnTo>
                      <a:pt x="1739" y="305"/>
                    </a:lnTo>
                    <a:lnTo>
                      <a:pt x="1746" y="294"/>
                    </a:lnTo>
                    <a:lnTo>
                      <a:pt x="1749" y="284"/>
                    </a:lnTo>
                    <a:lnTo>
                      <a:pt x="1740" y="273"/>
                    </a:lnTo>
                    <a:lnTo>
                      <a:pt x="1734" y="258"/>
                    </a:lnTo>
                    <a:lnTo>
                      <a:pt x="1733" y="247"/>
                    </a:lnTo>
                    <a:lnTo>
                      <a:pt x="1736" y="236"/>
                    </a:lnTo>
                    <a:lnTo>
                      <a:pt x="1746" y="228"/>
                    </a:lnTo>
                    <a:lnTo>
                      <a:pt x="1750" y="225"/>
                    </a:lnTo>
                    <a:lnTo>
                      <a:pt x="1756" y="223"/>
                    </a:lnTo>
                    <a:lnTo>
                      <a:pt x="1761" y="220"/>
                    </a:lnTo>
                    <a:lnTo>
                      <a:pt x="1766" y="218"/>
                    </a:lnTo>
                    <a:lnTo>
                      <a:pt x="1772" y="217"/>
                    </a:lnTo>
                    <a:lnTo>
                      <a:pt x="1779" y="217"/>
                    </a:lnTo>
                    <a:lnTo>
                      <a:pt x="1785" y="217"/>
                    </a:lnTo>
                    <a:lnTo>
                      <a:pt x="1791" y="218"/>
                    </a:lnTo>
                    <a:lnTo>
                      <a:pt x="1797" y="221"/>
                    </a:lnTo>
                    <a:lnTo>
                      <a:pt x="1806" y="224"/>
                    </a:lnTo>
                    <a:lnTo>
                      <a:pt x="1815" y="225"/>
                    </a:lnTo>
                    <a:lnTo>
                      <a:pt x="1824" y="226"/>
                    </a:lnTo>
                    <a:lnTo>
                      <a:pt x="1833" y="227"/>
                    </a:lnTo>
                    <a:lnTo>
                      <a:pt x="1841" y="231"/>
                    </a:lnTo>
                    <a:lnTo>
                      <a:pt x="1849" y="235"/>
                    </a:lnTo>
                    <a:lnTo>
                      <a:pt x="1856" y="242"/>
                    </a:lnTo>
                    <a:lnTo>
                      <a:pt x="1865" y="248"/>
                    </a:lnTo>
                    <a:lnTo>
                      <a:pt x="1874" y="256"/>
                    </a:lnTo>
                    <a:lnTo>
                      <a:pt x="1880" y="264"/>
                    </a:lnTo>
                    <a:lnTo>
                      <a:pt x="1886" y="273"/>
                    </a:lnTo>
                    <a:lnTo>
                      <a:pt x="1892" y="282"/>
                    </a:lnTo>
                    <a:lnTo>
                      <a:pt x="1897" y="292"/>
                    </a:lnTo>
                    <a:lnTo>
                      <a:pt x="1902" y="302"/>
                    </a:lnTo>
                    <a:lnTo>
                      <a:pt x="1907" y="311"/>
                    </a:lnTo>
                    <a:lnTo>
                      <a:pt x="1909" y="330"/>
                    </a:lnTo>
                    <a:lnTo>
                      <a:pt x="1907" y="347"/>
                    </a:lnTo>
                    <a:lnTo>
                      <a:pt x="1902" y="364"/>
                    </a:lnTo>
                    <a:lnTo>
                      <a:pt x="1893" y="380"/>
                    </a:lnTo>
                    <a:lnTo>
                      <a:pt x="1898" y="390"/>
                    </a:lnTo>
                    <a:lnTo>
                      <a:pt x="1902" y="400"/>
                    </a:lnTo>
                    <a:lnTo>
                      <a:pt x="1902" y="411"/>
                    </a:lnTo>
                    <a:lnTo>
                      <a:pt x="1897" y="421"/>
                    </a:lnTo>
                    <a:lnTo>
                      <a:pt x="1890" y="429"/>
                    </a:lnTo>
                    <a:lnTo>
                      <a:pt x="1882" y="433"/>
                    </a:lnTo>
                    <a:lnTo>
                      <a:pt x="1874" y="438"/>
                    </a:lnTo>
                    <a:lnTo>
                      <a:pt x="1864" y="440"/>
                    </a:lnTo>
                    <a:lnTo>
                      <a:pt x="1855" y="443"/>
                    </a:lnTo>
                    <a:lnTo>
                      <a:pt x="1847" y="446"/>
                    </a:lnTo>
                    <a:lnTo>
                      <a:pt x="1839" y="451"/>
                    </a:lnTo>
                    <a:lnTo>
                      <a:pt x="1833" y="459"/>
                    </a:lnTo>
                    <a:lnTo>
                      <a:pt x="1846" y="474"/>
                    </a:lnTo>
                    <a:lnTo>
                      <a:pt x="1856" y="490"/>
                    </a:lnTo>
                    <a:lnTo>
                      <a:pt x="1864" y="508"/>
                    </a:lnTo>
                    <a:lnTo>
                      <a:pt x="1871" y="526"/>
                    </a:lnTo>
                    <a:lnTo>
                      <a:pt x="1876" y="545"/>
                    </a:lnTo>
                    <a:lnTo>
                      <a:pt x="1879" y="565"/>
                    </a:lnTo>
                    <a:lnTo>
                      <a:pt x="1883" y="584"/>
                    </a:lnTo>
                    <a:lnTo>
                      <a:pt x="1886" y="604"/>
                    </a:lnTo>
                    <a:lnTo>
                      <a:pt x="1886" y="627"/>
                    </a:lnTo>
                    <a:lnTo>
                      <a:pt x="1884" y="648"/>
                    </a:lnTo>
                    <a:lnTo>
                      <a:pt x="1879" y="668"/>
                    </a:lnTo>
                    <a:lnTo>
                      <a:pt x="1874" y="689"/>
                    </a:lnTo>
                    <a:lnTo>
                      <a:pt x="1867" y="709"/>
                    </a:lnTo>
                    <a:lnTo>
                      <a:pt x="1857" y="727"/>
                    </a:lnTo>
                    <a:lnTo>
                      <a:pt x="1846" y="746"/>
                    </a:lnTo>
                    <a:lnTo>
                      <a:pt x="1834" y="763"/>
                    </a:lnTo>
                    <a:lnTo>
                      <a:pt x="1847" y="808"/>
                    </a:lnTo>
                    <a:lnTo>
                      <a:pt x="1849" y="856"/>
                    </a:lnTo>
                    <a:lnTo>
                      <a:pt x="1845" y="906"/>
                    </a:lnTo>
                    <a:lnTo>
                      <a:pt x="1837" y="952"/>
                    </a:lnTo>
                    <a:lnTo>
                      <a:pt x="1848" y="1001"/>
                    </a:lnTo>
                    <a:lnTo>
                      <a:pt x="1849" y="1052"/>
                    </a:lnTo>
                    <a:lnTo>
                      <a:pt x="1842" y="1103"/>
                    </a:lnTo>
                    <a:lnTo>
                      <a:pt x="1826" y="1150"/>
                    </a:lnTo>
                    <a:lnTo>
                      <a:pt x="1834" y="1167"/>
                    </a:lnTo>
                    <a:lnTo>
                      <a:pt x="1841" y="1186"/>
                    </a:lnTo>
                    <a:lnTo>
                      <a:pt x="1842" y="1204"/>
                    </a:lnTo>
                    <a:lnTo>
                      <a:pt x="1834" y="1221"/>
                    </a:lnTo>
                    <a:lnTo>
                      <a:pt x="1830" y="1225"/>
                    </a:lnTo>
                    <a:lnTo>
                      <a:pt x="1826" y="1229"/>
                    </a:lnTo>
                    <a:lnTo>
                      <a:pt x="1822" y="1234"/>
                    </a:lnTo>
                    <a:lnTo>
                      <a:pt x="1817" y="1239"/>
                    </a:lnTo>
                    <a:lnTo>
                      <a:pt x="1812" y="1242"/>
                    </a:lnTo>
                    <a:lnTo>
                      <a:pt x="1807" y="1246"/>
                    </a:lnTo>
                    <a:lnTo>
                      <a:pt x="1801" y="1247"/>
                    </a:lnTo>
                    <a:lnTo>
                      <a:pt x="1794" y="1247"/>
                    </a:lnTo>
                    <a:lnTo>
                      <a:pt x="1786" y="1234"/>
                    </a:lnTo>
                    <a:lnTo>
                      <a:pt x="1779" y="1220"/>
                    </a:lnTo>
                    <a:lnTo>
                      <a:pt x="1774" y="1206"/>
                    </a:lnTo>
                    <a:lnTo>
                      <a:pt x="1770" y="1191"/>
                    </a:lnTo>
                    <a:lnTo>
                      <a:pt x="1782" y="1137"/>
                    </a:lnTo>
                    <a:lnTo>
                      <a:pt x="1765" y="1112"/>
                    </a:lnTo>
                    <a:lnTo>
                      <a:pt x="1747" y="1087"/>
                    </a:lnTo>
                    <a:lnTo>
                      <a:pt x="1727" y="1061"/>
                    </a:lnTo>
                    <a:lnTo>
                      <a:pt x="1709" y="1036"/>
                    </a:lnTo>
                    <a:lnTo>
                      <a:pt x="1689" y="1011"/>
                    </a:lnTo>
                    <a:lnTo>
                      <a:pt x="1671" y="985"/>
                    </a:lnTo>
                    <a:lnTo>
                      <a:pt x="1652" y="959"/>
                    </a:lnTo>
                    <a:lnTo>
                      <a:pt x="1636" y="932"/>
                    </a:lnTo>
                    <a:lnTo>
                      <a:pt x="1622" y="973"/>
                    </a:lnTo>
                    <a:lnTo>
                      <a:pt x="1606" y="1011"/>
                    </a:lnTo>
                    <a:lnTo>
                      <a:pt x="1588" y="1050"/>
                    </a:lnTo>
                    <a:lnTo>
                      <a:pt x="1568" y="1087"/>
                    </a:lnTo>
                    <a:lnTo>
                      <a:pt x="1545" y="1122"/>
                    </a:lnTo>
                    <a:lnTo>
                      <a:pt x="1520" y="1158"/>
                    </a:lnTo>
                    <a:lnTo>
                      <a:pt x="1492" y="1191"/>
                    </a:lnTo>
                    <a:lnTo>
                      <a:pt x="1461" y="1224"/>
                    </a:lnTo>
                    <a:lnTo>
                      <a:pt x="1471" y="1256"/>
                    </a:lnTo>
                    <a:lnTo>
                      <a:pt x="1484" y="1287"/>
                    </a:lnTo>
                    <a:lnTo>
                      <a:pt x="1496" y="1319"/>
                    </a:lnTo>
                    <a:lnTo>
                      <a:pt x="1507" y="1352"/>
                    </a:lnTo>
                    <a:lnTo>
                      <a:pt x="1517" y="1384"/>
                    </a:lnTo>
                    <a:lnTo>
                      <a:pt x="1525" y="1416"/>
                    </a:lnTo>
                    <a:lnTo>
                      <a:pt x="1531" y="1451"/>
                    </a:lnTo>
                    <a:lnTo>
                      <a:pt x="1534" y="1486"/>
                    </a:lnTo>
                    <a:lnTo>
                      <a:pt x="1530" y="1493"/>
                    </a:lnTo>
                    <a:lnTo>
                      <a:pt x="1524" y="1497"/>
                    </a:lnTo>
                    <a:lnTo>
                      <a:pt x="1517" y="1498"/>
                    </a:lnTo>
                    <a:lnTo>
                      <a:pt x="1510" y="1498"/>
                    </a:lnTo>
                    <a:lnTo>
                      <a:pt x="1504" y="1499"/>
                    </a:lnTo>
                    <a:lnTo>
                      <a:pt x="1498" y="1501"/>
                    </a:lnTo>
                    <a:lnTo>
                      <a:pt x="1496" y="1505"/>
                    </a:lnTo>
                    <a:lnTo>
                      <a:pt x="1496" y="1513"/>
                    </a:lnTo>
                    <a:lnTo>
                      <a:pt x="1498" y="1529"/>
                    </a:lnTo>
                    <a:lnTo>
                      <a:pt x="1498" y="1546"/>
                    </a:lnTo>
                    <a:lnTo>
                      <a:pt x="1496" y="1564"/>
                    </a:lnTo>
                    <a:lnTo>
                      <a:pt x="1489" y="1582"/>
                    </a:lnTo>
                    <a:lnTo>
                      <a:pt x="1485" y="1589"/>
                    </a:lnTo>
                    <a:lnTo>
                      <a:pt x="1478" y="1595"/>
                    </a:lnTo>
                    <a:lnTo>
                      <a:pt x="1470" y="1599"/>
                    </a:lnTo>
                    <a:lnTo>
                      <a:pt x="1461" y="1602"/>
                    </a:lnTo>
                    <a:lnTo>
                      <a:pt x="1461" y="1608"/>
                    </a:lnTo>
                    <a:lnTo>
                      <a:pt x="1463" y="1617"/>
                    </a:lnTo>
                    <a:lnTo>
                      <a:pt x="1467" y="1623"/>
                    </a:lnTo>
                    <a:lnTo>
                      <a:pt x="1468" y="1630"/>
                    </a:lnTo>
                    <a:lnTo>
                      <a:pt x="1475" y="1632"/>
                    </a:lnTo>
                    <a:lnTo>
                      <a:pt x="1483" y="1634"/>
                    </a:lnTo>
                    <a:lnTo>
                      <a:pt x="1491" y="1637"/>
                    </a:lnTo>
                    <a:lnTo>
                      <a:pt x="1500" y="1640"/>
                    </a:lnTo>
                    <a:lnTo>
                      <a:pt x="1508" y="1643"/>
                    </a:lnTo>
                    <a:lnTo>
                      <a:pt x="1514" y="1645"/>
                    </a:lnTo>
                    <a:lnTo>
                      <a:pt x="1519" y="1649"/>
                    </a:lnTo>
                    <a:lnTo>
                      <a:pt x="1520" y="1651"/>
                    </a:lnTo>
                    <a:lnTo>
                      <a:pt x="1510" y="1659"/>
                    </a:lnTo>
                    <a:lnTo>
                      <a:pt x="1500" y="1665"/>
                    </a:lnTo>
                    <a:lnTo>
                      <a:pt x="1489" y="1670"/>
                    </a:lnTo>
                    <a:lnTo>
                      <a:pt x="1478" y="1674"/>
                    </a:lnTo>
                    <a:lnTo>
                      <a:pt x="1466" y="1676"/>
                    </a:lnTo>
                    <a:lnTo>
                      <a:pt x="1454" y="1680"/>
                    </a:lnTo>
                    <a:lnTo>
                      <a:pt x="1444" y="1683"/>
                    </a:lnTo>
                    <a:lnTo>
                      <a:pt x="1432" y="1687"/>
                    </a:lnTo>
                    <a:lnTo>
                      <a:pt x="1419" y="1685"/>
                    </a:lnTo>
                    <a:lnTo>
                      <a:pt x="1413" y="1679"/>
                    </a:lnTo>
                    <a:lnTo>
                      <a:pt x="1408" y="1670"/>
                    </a:lnTo>
                    <a:lnTo>
                      <a:pt x="1407" y="1659"/>
                    </a:lnTo>
                    <a:lnTo>
                      <a:pt x="1407" y="1648"/>
                    </a:lnTo>
                    <a:lnTo>
                      <a:pt x="1407" y="1636"/>
                    </a:lnTo>
                    <a:lnTo>
                      <a:pt x="1404" y="1626"/>
                    </a:lnTo>
                    <a:lnTo>
                      <a:pt x="1399" y="1618"/>
                    </a:lnTo>
                    <a:lnTo>
                      <a:pt x="1305" y="1660"/>
                    </a:lnTo>
                    <a:lnTo>
                      <a:pt x="1309" y="1668"/>
                    </a:lnTo>
                    <a:lnTo>
                      <a:pt x="1305" y="1678"/>
                    </a:lnTo>
                    <a:lnTo>
                      <a:pt x="1300" y="1686"/>
                    </a:lnTo>
                    <a:lnTo>
                      <a:pt x="1297" y="1696"/>
                    </a:lnTo>
                    <a:lnTo>
                      <a:pt x="1294" y="1711"/>
                    </a:lnTo>
                    <a:lnTo>
                      <a:pt x="1289" y="1727"/>
                    </a:lnTo>
                    <a:lnTo>
                      <a:pt x="1281" y="1739"/>
                    </a:lnTo>
                    <a:lnTo>
                      <a:pt x="1267" y="1746"/>
                    </a:lnTo>
                    <a:lnTo>
                      <a:pt x="1257" y="1748"/>
                    </a:lnTo>
                    <a:lnTo>
                      <a:pt x="1245" y="1750"/>
                    </a:lnTo>
                    <a:lnTo>
                      <a:pt x="1234" y="1754"/>
                    </a:lnTo>
                    <a:lnTo>
                      <a:pt x="1222" y="1757"/>
                    </a:lnTo>
                    <a:lnTo>
                      <a:pt x="1211" y="1758"/>
                    </a:lnTo>
                    <a:lnTo>
                      <a:pt x="1200" y="1758"/>
                    </a:lnTo>
                    <a:lnTo>
                      <a:pt x="1190" y="1756"/>
                    </a:lnTo>
                    <a:lnTo>
                      <a:pt x="1181" y="1750"/>
                    </a:lnTo>
                    <a:lnTo>
                      <a:pt x="1185" y="1741"/>
                    </a:lnTo>
                    <a:lnTo>
                      <a:pt x="1192" y="1733"/>
                    </a:lnTo>
                    <a:lnTo>
                      <a:pt x="1202" y="1726"/>
                    </a:lnTo>
                    <a:lnTo>
                      <a:pt x="1211" y="1719"/>
                    </a:lnTo>
                    <a:lnTo>
                      <a:pt x="1215" y="1709"/>
                    </a:lnTo>
                    <a:lnTo>
                      <a:pt x="1222" y="1698"/>
                    </a:lnTo>
                    <a:lnTo>
                      <a:pt x="1226" y="1688"/>
                    </a:lnTo>
                    <a:lnTo>
                      <a:pt x="1225" y="1675"/>
                    </a:lnTo>
                    <a:lnTo>
                      <a:pt x="1219" y="1674"/>
                    </a:lnTo>
                    <a:lnTo>
                      <a:pt x="1213" y="1673"/>
                    </a:lnTo>
                    <a:lnTo>
                      <a:pt x="1207" y="1672"/>
                    </a:lnTo>
                    <a:lnTo>
                      <a:pt x="1202" y="1671"/>
                    </a:lnTo>
                    <a:lnTo>
                      <a:pt x="1196" y="1670"/>
                    </a:lnTo>
                    <a:lnTo>
                      <a:pt x="1191" y="1667"/>
                    </a:lnTo>
                    <a:lnTo>
                      <a:pt x="1185" y="1664"/>
                    </a:lnTo>
                    <a:lnTo>
                      <a:pt x="1181" y="1660"/>
                    </a:lnTo>
                    <a:lnTo>
                      <a:pt x="1179" y="1655"/>
                    </a:lnTo>
                    <a:lnTo>
                      <a:pt x="1179" y="1646"/>
                    </a:lnTo>
                    <a:lnTo>
                      <a:pt x="1180" y="1637"/>
                    </a:lnTo>
                    <a:lnTo>
                      <a:pt x="1180" y="1627"/>
                    </a:lnTo>
                    <a:lnTo>
                      <a:pt x="1179" y="1619"/>
                    </a:lnTo>
                    <a:lnTo>
                      <a:pt x="1176" y="1613"/>
                    </a:lnTo>
                    <a:lnTo>
                      <a:pt x="1169" y="1611"/>
                    </a:lnTo>
                    <a:lnTo>
                      <a:pt x="1158" y="1612"/>
                    </a:lnTo>
                    <a:lnTo>
                      <a:pt x="1147" y="1411"/>
                    </a:lnTo>
                    <a:lnTo>
                      <a:pt x="1124" y="1417"/>
                    </a:lnTo>
                    <a:lnTo>
                      <a:pt x="1101" y="1422"/>
                    </a:lnTo>
                    <a:lnTo>
                      <a:pt x="1077" y="1425"/>
                    </a:lnTo>
                    <a:lnTo>
                      <a:pt x="1053" y="1429"/>
                    </a:lnTo>
                    <a:lnTo>
                      <a:pt x="1028" y="1432"/>
                    </a:lnTo>
                    <a:lnTo>
                      <a:pt x="1002" y="1435"/>
                    </a:lnTo>
                    <a:lnTo>
                      <a:pt x="977" y="1436"/>
                    </a:lnTo>
                    <a:lnTo>
                      <a:pt x="952" y="1437"/>
                    </a:lnTo>
                    <a:lnTo>
                      <a:pt x="926" y="1437"/>
                    </a:lnTo>
                    <a:lnTo>
                      <a:pt x="901" y="1436"/>
                    </a:lnTo>
                    <a:lnTo>
                      <a:pt x="875" y="1433"/>
                    </a:lnTo>
                    <a:lnTo>
                      <a:pt x="850" y="1431"/>
                    </a:lnTo>
                    <a:lnTo>
                      <a:pt x="826" y="1428"/>
                    </a:lnTo>
                    <a:lnTo>
                      <a:pt x="802" y="1423"/>
                    </a:lnTo>
                    <a:lnTo>
                      <a:pt x="779" y="1418"/>
                    </a:lnTo>
                    <a:lnTo>
                      <a:pt x="756" y="1411"/>
                    </a:lnTo>
                    <a:lnTo>
                      <a:pt x="757" y="1423"/>
                    </a:lnTo>
                    <a:lnTo>
                      <a:pt x="757" y="1436"/>
                    </a:lnTo>
                    <a:lnTo>
                      <a:pt x="753" y="1447"/>
                    </a:lnTo>
                    <a:lnTo>
                      <a:pt x="741" y="1453"/>
                    </a:lnTo>
                    <a:lnTo>
                      <a:pt x="733" y="1453"/>
                    </a:lnTo>
                    <a:lnTo>
                      <a:pt x="736" y="1469"/>
                    </a:lnTo>
                    <a:lnTo>
                      <a:pt x="741" y="1484"/>
                    </a:lnTo>
                    <a:lnTo>
                      <a:pt x="748" y="1500"/>
                    </a:lnTo>
                    <a:lnTo>
                      <a:pt x="753" y="1516"/>
                    </a:lnTo>
                    <a:lnTo>
                      <a:pt x="757" y="1534"/>
                    </a:lnTo>
                    <a:lnTo>
                      <a:pt x="759" y="1550"/>
                    </a:lnTo>
                    <a:lnTo>
                      <a:pt x="756" y="1567"/>
                    </a:lnTo>
                    <a:lnTo>
                      <a:pt x="748" y="1584"/>
                    </a:lnTo>
                    <a:lnTo>
                      <a:pt x="750" y="1605"/>
                    </a:lnTo>
                    <a:lnTo>
                      <a:pt x="754" y="1626"/>
                    </a:lnTo>
                    <a:lnTo>
                      <a:pt x="763" y="1645"/>
                    </a:lnTo>
                    <a:lnTo>
                      <a:pt x="773" y="1664"/>
                    </a:lnTo>
                    <a:lnTo>
                      <a:pt x="786" y="1681"/>
                    </a:lnTo>
                    <a:lnTo>
                      <a:pt x="801" y="1696"/>
                    </a:lnTo>
                    <a:lnTo>
                      <a:pt x="818" y="1708"/>
                    </a:lnTo>
                    <a:lnTo>
                      <a:pt x="837" y="1717"/>
                    </a:lnTo>
                    <a:lnTo>
                      <a:pt x="843" y="1721"/>
                    </a:lnTo>
                    <a:lnTo>
                      <a:pt x="847" y="1727"/>
                    </a:lnTo>
                    <a:lnTo>
                      <a:pt x="849" y="1734"/>
                    </a:lnTo>
                    <a:lnTo>
                      <a:pt x="848" y="1742"/>
                    </a:lnTo>
                    <a:lnTo>
                      <a:pt x="836" y="1744"/>
                    </a:lnTo>
                    <a:lnTo>
                      <a:pt x="825" y="1747"/>
                    </a:lnTo>
                    <a:lnTo>
                      <a:pt x="812" y="1749"/>
                    </a:lnTo>
                    <a:lnTo>
                      <a:pt x="801" y="1751"/>
                    </a:lnTo>
                    <a:lnTo>
                      <a:pt x="788" y="1752"/>
                    </a:lnTo>
                    <a:lnTo>
                      <a:pt x="776" y="1754"/>
                    </a:lnTo>
                    <a:lnTo>
                      <a:pt x="766" y="1752"/>
                    </a:lnTo>
                    <a:lnTo>
                      <a:pt x="756" y="1749"/>
                    </a:lnTo>
                    <a:lnTo>
                      <a:pt x="744" y="1719"/>
                    </a:lnTo>
                    <a:lnTo>
                      <a:pt x="728" y="1712"/>
                    </a:lnTo>
                    <a:lnTo>
                      <a:pt x="712" y="1704"/>
                    </a:lnTo>
                    <a:lnTo>
                      <a:pt x="697" y="1694"/>
                    </a:lnTo>
                    <a:lnTo>
                      <a:pt x="683" y="1682"/>
                    </a:lnTo>
                    <a:lnTo>
                      <a:pt x="668" y="1671"/>
                    </a:lnTo>
                    <a:lnTo>
                      <a:pt x="654" y="1659"/>
                    </a:lnTo>
                    <a:lnTo>
                      <a:pt x="639" y="1649"/>
                    </a:lnTo>
                    <a:lnTo>
                      <a:pt x="624" y="1638"/>
                    </a:lnTo>
                    <a:lnTo>
                      <a:pt x="610" y="1629"/>
                    </a:lnTo>
                    <a:lnTo>
                      <a:pt x="598" y="1621"/>
                    </a:lnTo>
                    <a:lnTo>
                      <a:pt x="585" y="1612"/>
                    </a:lnTo>
                    <a:lnTo>
                      <a:pt x="572" y="1603"/>
                    </a:lnTo>
                    <a:lnTo>
                      <a:pt x="560" y="1592"/>
                    </a:lnTo>
                    <a:lnTo>
                      <a:pt x="547" y="1582"/>
                    </a:lnTo>
                    <a:lnTo>
                      <a:pt x="534" y="1572"/>
                    </a:lnTo>
                    <a:lnTo>
                      <a:pt x="523" y="1559"/>
                    </a:lnTo>
                    <a:lnTo>
                      <a:pt x="516" y="1573"/>
                    </a:lnTo>
                    <a:lnTo>
                      <a:pt x="508" y="1588"/>
                    </a:lnTo>
                    <a:lnTo>
                      <a:pt x="499" y="1600"/>
                    </a:lnTo>
                    <a:lnTo>
                      <a:pt x="489" y="1614"/>
                    </a:lnTo>
                    <a:lnTo>
                      <a:pt x="479" y="1628"/>
                    </a:lnTo>
                    <a:lnTo>
                      <a:pt x="470" y="1642"/>
                    </a:lnTo>
                    <a:lnTo>
                      <a:pt x="462" y="1656"/>
                    </a:lnTo>
                    <a:lnTo>
                      <a:pt x="454" y="1671"/>
                    </a:lnTo>
                    <a:lnTo>
                      <a:pt x="457" y="1678"/>
                    </a:lnTo>
                    <a:lnTo>
                      <a:pt x="463" y="1683"/>
                    </a:lnTo>
                    <a:lnTo>
                      <a:pt x="471" y="1689"/>
                    </a:lnTo>
                    <a:lnTo>
                      <a:pt x="478" y="1695"/>
                    </a:lnTo>
                    <a:lnTo>
                      <a:pt x="484" y="1701"/>
                    </a:lnTo>
                    <a:lnTo>
                      <a:pt x="487" y="1706"/>
                    </a:lnTo>
                    <a:lnTo>
                      <a:pt x="486" y="1712"/>
                    </a:lnTo>
                    <a:lnTo>
                      <a:pt x="479" y="1719"/>
                    </a:lnTo>
                    <a:lnTo>
                      <a:pt x="470" y="1719"/>
                    </a:lnTo>
                    <a:lnTo>
                      <a:pt x="459" y="1720"/>
                    </a:lnTo>
                    <a:lnTo>
                      <a:pt x="448" y="1721"/>
                    </a:lnTo>
                    <a:lnTo>
                      <a:pt x="436" y="1723"/>
                    </a:lnTo>
                    <a:lnTo>
                      <a:pt x="426" y="1724"/>
                    </a:lnTo>
                    <a:lnTo>
                      <a:pt x="416" y="1723"/>
                    </a:lnTo>
                    <a:lnTo>
                      <a:pt x="405" y="1718"/>
                    </a:lnTo>
                    <a:lnTo>
                      <a:pt x="397" y="1711"/>
                    </a:lnTo>
                    <a:lnTo>
                      <a:pt x="398" y="1696"/>
                    </a:lnTo>
                    <a:lnTo>
                      <a:pt x="400" y="1681"/>
                    </a:lnTo>
                    <a:lnTo>
                      <a:pt x="402" y="1667"/>
                    </a:lnTo>
                    <a:lnTo>
                      <a:pt x="405" y="1653"/>
                    </a:lnTo>
                    <a:lnTo>
                      <a:pt x="395" y="1476"/>
                    </a:lnTo>
                    <a:lnTo>
                      <a:pt x="390" y="1456"/>
                    </a:lnTo>
                    <a:lnTo>
                      <a:pt x="390" y="1436"/>
                    </a:lnTo>
                    <a:lnTo>
                      <a:pt x="387" y="1417"/>
                    </a:lnTo>
                    <a:lnTo>
                      <a:pt x="374" y="1402"/>
                    </a:lnTo>
                    <a:lnTo>
                      <a:pt x="374" y="1386"/>
                    </a:lnTo>
                    <a:lnTo>
                      <a:pt x="370" y="1371"/>
                    </a:lnTo>
                    <a:lnTo>
                      <a:pt x="361" y="1357"/>
                    </a:lnTo>
                    <a:lnTo>
                      <a:pt x="351" y="1345"/>
                    </a:lnTo>
                    <a:lnTo>
                      <a:pt x="340" y="1333"/>
                    </a:lnTo>
                    <a:lnTo>
                      <a:pt x="328" y="1320"/>
                    </a:lnTo>
                    <a:lnTo>
                      <a:pt x="318" y="1309"/>
                    </a:lnTo>
                    <a:lnTo>
                      <a:pt x="308" y="1295"/>
                    </a:lnTo>
                    <a:lnTo>
                      <a:pt x="302" y="1282"/>
                    </a:lnTo>
                    <a:lnTo>
                      <a:pt x="298" y="1269"/>
                    </a:lnTo>
                    <a:lnTo>
                      <a:pt x="295" y="1255"/>
                    </a:lnTo>
                    <a:lnTo>
                      <a:pt x="290" y="1243"/>
                    </a:lnTo>
                    <a:lnTo>
                      <a:pt x="283" y="1244"/>
                    </a:lnTo>
                    <a:lnTo>
                      <a:pt x="274" y="1246"/>
                    </a:lnTo>
                    <a:lnTo>
                      <a:pt x="266" y="1248"/>
                    </a:lnTo>
                    <a:lnTo>
                      <a:pt x="258" y="1250"/>
                    </a:lnTo>
                    <a:lnTo>
                      <a:pt x="254" y="1270"/>
                    </a:lnTo>
                    <a:lnTo>
                      <a:pt x="249" y="1288"/>
                    </a:lnTo>
                    <a:lnTo>
                      <a:pt x="243" y="1307"/>
                    </a:lnTo>
                    <a:lnTo>
                      <a:pt x="236" y="1325"/>
                    </a:lnTo>
                    <a:lnTo>
                      <a:pt x="229" y="1342"/>
                    </a:lnTo>
                    <a:lnTo>
                      <a:pt x="221" y="1361"/>
                    </a:lnTo>
                    <a:lnTo>
                      <a:pt x="215" y="1379"/>
                    </a:lnTo>
                    <a:lnTo>
                      <a:pt x="209" y="1398"/>
                    </a:lnTo>
                    <a:lnTo>
                      <a:pt x="201" y="1411"/>
                    </a:lnTo>
                    <a:lnTo>
                      <a:pt x="198" y="1426"/>
                    </a:lnTo>
                    <a:lnTo>
                      <a:pt x="197" y="1443"/>
                    </a:lnTo>
                    <a:lnTo>
                      <a:pt x="197" y="1459"/>
                    </a:lnTo>
                    <a:lnTo>
                      <a:pt x="197" y="1474"/>
                    </a:lnTo>
                    <a:lnTo>
                      <a:pt x="193" y="1489"/>
                    </a:lnTo>
                    <a:lnTo>
                      <a:pt x="187" y="1502"/>
                    </a:lnTo>
                    <a:lnTo>
                      <a:pt x="176" y="1514"/>
                    </a:lnTo>
                    <a:lnTo>
                      <a:pt x="169" y="1511"/>
                    </a:lnTo>
                    <a:lnTo>
                      <a:pt x="162" y="1507"/>
                    </a:lnTo>
                    <a:lnTo>
                      <a:pt x="155" y="1502"/>
                    </a:lnTo>
                    <a:lnTo>
                      <a:pt x="149" y="1498"/>
                    </a:lnTo>
                    <a:lnTo>
                      <a:pt x="144" y="1492"/>
                    </a:lnTo>
                    <a:lnTo>
                      <a:pt x="140" y="1485"/>
                    </a:lnTo>
                    <a:lnTo>
                      <a:pt x="137" y="1478"/>
                    </a:lnTo>
                    <a:lnTo>
                      <a:pt x="136" y="1470"/>
                    </a:lnTo>
                    <a:lnTo>
                      <a:pt x="136" y="1458"/>
                    </a:lnTo>
                    <a:lnTo>
                      <a:pt x="137" y="1446"/>
                    </a:lnTo>
                    <a:lnTo>
                      <a:pt x="139" y="1435"/>
                    </a:lnTo>
                    <a:lnTo>
                      <a:pt x="144" y="1424"/>
                    </a:lnTo>
                    <a:lnTo>
                      <a:pt x="139" y="1399"/>
                    </a:lnTo>
                    <a:lnTo>
                      <a:pt x="134" y="1375"/>
                    </a:lnTo>
                    <a:lnTo>
                      <a:pt x="129" y="1350"/>
                    </a:lnTo>
                    <a:lnTo>
                      <a:pt x="123" y="1325"/>
                    </a:lnTo>
                    <a:lnTo>
                      <a:pt x="118" y="1301"/>
                    </a:lnTo>
                    <a:lnTo>
                      <a:pt x="115" y="1276"/>
                    </a:lnTo>
                    <a:lnTo>
                      <a:pt x="113" y="1250"/>
                    </a:lnTo>
                    <a:lnTo>
                      <a:pt x="113" y="1224"/>
                    </a:lnTo>
                    <a:lnTo>
                      <a:pt x="106" y="1218"/>
                    </a:lnTo>
                    <a:lnTo>
                      <a:pt x="99" y="1212"/>
                    </a:lnTo>
                    <a:lnTo>
                      <a:pt x="91" y="1208"/>
                    </a:lnTo>
                    <a:lnTo>
                      <a:pt x="83" y="1203"/>
                    </a:lnTo>
                    <a:lnTo>
                      <a:pt x="76" y="1198"/>
                    </a:lnTo>
                    <a:lnTo>
                      <a:pt x="69" y="1193"/>
                    </a:lnTo>
                    <a:lnTo>
                      <a:pt x="64" y="1187"/>
                    </a:lnTo>
                    <a:lnTo>
                      <a:pt x="60" y="1180"/>
                    </a:lnTo>
                    <a:lnTo>
                      <a:pt x="64" y="1142"/>
                    </a:lnTo>
                    <a:lnTo>
                      <a:pt x="69" y="1104"/>
                    </a:lnTo>
                    <a:lnTo>
                      <a:pt x="75" y="1066"/>
                    </a:lnTo>
                    <a:lnTo>
                      <a:pt x="80" y="1029"/>
                    </a:lnTo>
                    <a:lnTo>
                      <a:pt x="58" y="1008"/>
                    </a:lnTo>
                    <a:lnTo>
                      <a:pt x="40" y="985"/>
                    </a:lnTo>
                    <a:lnTo>
                      <a:pt x="25" y="962"/>
                    </a:lnTo>
                    <a:lnTo>
                      <a:pt x="12" y="936"/>
                    </a:lnTo>
                    <a:lnTo>
                      <a:pt x="4" y="909"/>
                    </a:lnTo>
                    <a:lnTo>
                      <a:pt x="0" y="882"/>
                    </a:lnTo>
                    <a:lnTo>
                      <a:pt x="0" y="853"/>
                    </a:lnTo>
                    <a:lnTo>
                      <a:pt x="5" y="823"/>
                    </a:lnTo>
                    <a:lnTo>
                      <a:pt x="12" y="800"/>
                    </a:lnTo>
                    <a:lnTo>
                      <a:pt x="20" y="777"/>
                    </a:lnTo>
                    <a:lnTo>
                      <a:pt x="30" y="754"/>
                    </a:lnTo>
                    <a:lnTo>
                      <a:pt x="40" y="732"/>
                    </a:lnTo>
                    <a:lnTo>
                      <a:pt x="51" y="710"/>
                    </a:lnTo>
                    <a:lnTo>
                      <a:pt x="64" y="689"/>
                    </a:lnTo>
                    <a:lnTo>
                      <a:pt x="79" y="668"/>
                    </a:lnTo>
                    <a:lnTo>
                      <a:pt x="95" y="649"/>
                    </a:lnTo>
                    <a:lnTo>
                      <a:pt x="88" y="644"/>
                    </a:lnTo>
                    <a:lnTo>
                      <a:pt x="81" y="643"/>
                    </a:lnTo>
                    <a:lnTo>
                      <a:pt x="75" y="641"/>
                    </a:lnTo>
                    <a:lnTo>
                      <a:pt x="69" y="637"/>
                    </a:lnTo>
                    <a:lnTo>
                      <a:pt x="63" y="634"/>
                    </a:lnTo>
                    <a:lnTo>
                      <a:pt x="57" y="632"/>
                    </a:lnTo>
                    <a:lnTo>
                      <a:pt x="50" y="628"/>
                    </a:lnTo>
                    <a:lnTo>
                      <a:pt x="45" y="626"/>
                    </a:lnTo>
                    <a:lnTo>
                      <a:pt x="39" y="621"/>
                    </a:lnTo>
                    <a:lnTo>
                      <a:pt x="35" y="617"/>
                    </a:lnTo>
                    <a:lnTo>
                      <a:pt x="33" y="611"/>
                    </a:lnTo>
                    <a:lnTo>
                      <a:pt x="34" y="604"/>
                    </a:lnTo>
                    <a:lnTo>
                      <a:pt x="53" y="583"/>
                    </a:lnTo>
                    <a:lnTo>
                      <a:pt x="66" y="560"/>
                    </a:lnTo>
                    <a:lnTo>
                      <a:pt x="79" y="536"/>
                    </a:lnTo>
                    <a:lnTo>
                      <a:pt x="91" y="512"/>
                    </a:lnTo>
                    <a:lnTo>
                      <a:pt x="103" y="489"/>
                    </a:lnTo>
                    <a:lnTo>
                      <a:pt x="119" y="467"/>
                    </a:lnTo>
                    <a:lnTo>
                      <a:pt x="139" y="448"/>
                    </a:lnTo>
                    <a:lnTo>
                      <a:pt x="164" y="433"/>
                    </a:lnTo>
                    <a:lnTo>
                      <a:pt x="172" y="431"/>
                    </a:lnTo>
                    <a:lnTo>
                      <a:pt x="179" y="431"/>
                    </a:lnTo>
                    <a:lnTo>
                      <a:pt x="185" y="431"/>
                    </a:lnTo>
                    <a:lnTo>
                      <a:pt x="190" y="431"/>
                    </a:lnTo>
                    <a:lnTo>
                      <a:pt x="193" y="432"/>
                    </a:lnTo>
                    <a:lnTo>
                      <a:pt x="197" y="431"/>
                    </a:lnTo>
                    <a:lnTo>
                      <a:pt x="199" y="430"/>
                    </a:lnTo>
                    <a:lnTo>
                      <a:pt x="202" y="426"/>
                    </a:lnTo>
                    <a:lnTo>
                      <a:pt x="215" y="425"/>
                    </a:lnTo>
                    <a:lnTo>
                      <a:pt x="227" y="426"/>
                    </a:lnTo>
                    <a:lnTo>
                      <a:pt x="238" y="428"/>
                    </a:lnTo>
                    <a:lnTo>
                      <a:pt x="249" y="431"/>
                    </a:lnTo>
                    <a:lnTo>
                      <a:pt x="258" y="436"/>
                    </a:lnTo>
                    <a:lnTo>
                      <a:pt x="267" y="441"/>
                    </a:lnTo>
                    <a:lnTo>
                      <a:pt x="276" y="448"/>
                    </a:lnTo>
                    <a:lnTo>
                      <a:pt x="283" y="456"/>
                    </a:lnTo>
                    <a:lnTo>
                      <a:pt x="288" y="443"/>
                    </a:lnTo>
                    <a:lnTo>
                      <a:pt x="292" y="430"/>
                    </a:lnTo>
                    <a:lnTo>
                      <a:pt x="298" y="416"/>
                    </a:lnTo>
                    <a:lnTo>
                      <a:pt x="304" y="403"/>
                    </a:lnTo>
                    <a:lnTo>
                      <a:pt x="310" y="390"/>
                    </a:lnTo>
                    <a:lnTo>
                      <a:pt x="317" y="376"/>
                    </a:lnTo>
                    <a:lnTo>
                      <a:pt x="325" y="362"/>
                    </a:lnTo>
                    <a:lnTo>
                      <a:pt x="334" y="347"/>
                    </a:lnTo>
                    <a:lnTo>
                      <a:pt x="352" y="316"/>
                    </a:lnTo>
                    <a:lnTo>
                      <a:pt x="370" y="289"/>
                    </a:lnTo>
                    <a:lnTo>
                      <a:pt x="387" y="267"/>
                    </a:lnTo>
                    <a:lnTo>
                      <a:pt x="404" y="247"/>
                    </a:lnTo>
                    <a:lnTo>
                      <a:pt x="421" y="227"/>
                    </a:lnTo>
                    <a:lnTo>
                      <a:pt x="441" y="209"/>
                    </a:lnTo>
                    <a:lnTo>
                      <a:pt x="462" y="188"/>
                    </a:lnTo>
                    <a:lnTo>
                      <a:pt x="487" y="166"/>
                    </a:lnTo>
                    <a:lnTo>
                      <a:pt x="504" y="151"/>
                    </a:lnTo>
                    <a:lnTo>
                      <a:pt x="523" y="137"/>
                    </a:lnTo>
                    <a:lnTo>
                      <a:pt x="542" y="123"/>
                    </a:lnTo>
                    <a:lnTo>
                      <a:pt x="562" y="111"/>
                    </a:lnTo>
                    <a:lnTo>
                      <a:pt x="583" y="98"/>
                    </a:lnTo>
                    <a:lnTo>
                      <a:pt x="603" y="87"/>
                    </a:lnTo>
                    <a:lnTo>
                      <a:pt x="624" y="76"/>
                    </a:lnTo>
                    <a:lnTo>
                      <a:pt x="646" y="66"/>
                    </a:lnTo>
                    <a:lnTo>
                      <a:pt x="668" y="57"/>
                    </a:lnTo>
                    <a:lnTo>
                      <a:pt x="691" y="47"/>
                    </a:lnTo>
                    <a:lnTo>
                      <a:pt x="714" y="39"/>
                    </a:lnTo>
                    <a:lnTo>
                      <a:pt x="738" y="31"/>
                    </a:lnTo>
                    <a:lnTo>
                      <a:pt x="761" y="26"/>
                    </a:lnTo>
                    <a:lnTo>
                      <a:pt x="786" y="19"/>
                    </a:lnTo>
                    <a:lnTo>
                      <a:pt x="810" y="14"/>
                    </a:lnTo>
                    <a:lnTo>
                      <a:pt x="834" y="9"/>
                    </a:lnTo>
                    <a:lnTo>
                      <a:pt x="858" y="6"/>
                    </a:lnTo>
                    <a:lnTo>
                      <a:pt x="882" y="4"/>
                    </a:lnTo>
                    <a:lnTo>
                      <a:pt x="907" y="1"/>
                    </a:lnTo>
                    <a:lnTo>
                      <a:pt x="931" y="0"/>
                    </a:lnTo>
                    <a:lnTo>
                      <a:pt x="955" y="0"/>
                    </a:lnTo>
                    <a:lnTo>
                      <a:pt x="979" y="1"/>
                    </a:lnTo>
                    <a:lnTo>
                      <a:pt x="1003" y="2"/>
                    </a:lnTo>
                    <a:lnTo>
                      <a:pt x="1028" y="5"/>
                    </a:lnTo>
                    <a:lnTo>
                      <a:pt x="1051" y="7"/>
                    </a:lnTo>
                    <a:lnTo>
                      <a:pt x="1075" y="11"/>
                    </a:lnTo>
                    <a:lnTo>
                      <a:pt x="1098" y="15"/>
                    </a:lnTo>
                    <a:lnTo>
                      <a:pt x="1121" y="21"/>
                    </a:lnTo>
                    <a:lnTo>
                      <a:pt x="1144" y="28"/>
                    </a:lnTo>
                    <a:lnTo>
                      <a:pt x="1167" y="35"/>
                    </a:lnTo>
                    <a:lnTo>
                      <a:pt x="1189" y="43"/>
                    </a:lnTo>
                    <a:lnTo>
                      <a:pt x="1211" y="52"/>
                    </a:lnTo>
                    <a:lnTo>
                      <a:pt x="1240" y="65"/>
                    </a:lnTo>
                    <a:lnTo>
                      <a:pt x="1268" y="79"/>
                    </a:lnTo>
                    <a:lnTo>
                      <a:pt x="1297" y="95"/>
                    </a:lnTo>
                    <a:lnTo>
                      <a:pt x="1325" y="112"/>
                    </a:lnTo>
                    <a:lnTo>
                      <a:pt x="1353" y="130"/>
                    </a:lnTo>
                    <a:lnTo>
                      <a:pt x="1380" y="150"/>
                    </a:lnTo>
                    <a:lnTo>
                      <a:pt x="1407" y="172"/>
                    </a:lnTo>
                    <a:lnTo>
                      <a:pt x="1432" y="194"/>
                    </a:lnTo>
                    <a:lnTo>
                      <a:pt x="1456" y="218"/>
                    </a:lnTo>
                    <a:lnTo>
                      <a:pt x="1481" y="242"/>
                    </a:lnTo>
                    <a:lnTo>
                      <a:pt x="1502" y="269"/>
                    </a:lnTo>
                    <a:lnTo>
                      <a:pt x="1524" y="294"/>
                    </a:lnTo>
                    <a:lnTo>
                      <a:pt x="1544" y="322"/>
                    </a:lnTo>
                    <a:lnTo>
                      <a:pt x="1561" y="349"/>
                    </a:lnTo>
                    <a:lnTo>
                      <a:pt x="1577" y="377"/>
                    </a:lnTo>
                    <a:lnTo>
                      <a:pt x="1592" y="4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3" name="Freeform 7">
                <a:extLst>
                  <a:ext uri="{FF2B5EF4-FFF2-40B4-BE49-F238E27FC236}">
                    <a16:creationId xmlns:a16="http://schemas.microsoft.com/office/drawing/2014/main" id="{65CDB7DE-7A62-9244-9CAE-44CB978D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718"/>
                <a:ext cx="432" cy="485"/>
              </a:xfrm>
              <a:custGeom>
                <a:avLst/>
                <a:gdLst>
                  <a:gd name="T0" fmla="*/ 52 w 866"/>
                  <a:gd name="T1" fmla="*/ 6 h 971"/>
                  <a:gd name="T2" fmla="*/ 69 w 866"/>
                  <a:gd name="T3" fmla="*/ 15 h 971"/>
                  <a:gd name="T4" fmla="*/ 83 w 866"/>
                  <a:gd name="T5" fmla="*/ 28 h 971"/>
                  <a:gd name="T6" fmla="*/ 95 w 866"/>
                  <a:gd name="T7" fmla="*/ 44 h 971"/>
                  <a:gd name="T8" fmla="*/ 104 w 866"/>
                  <a:gd name="T9" fmla="*/ 65 h 971"/>
                  <a:gd name="T10" fmla="*/ 108 w 866"/>
                  <a:gd name="T11" fmla="*/ 90 h 971"/>
                  <a:gd name="T12" fmla="*/ 105 w 866"/>
                  <a:gd name="T13" fmla="*/ 99 h 971"/>
                  <a:gd name="T14" fmla="*/ 99 w 866"/>
                  <a:gd name="T15" fmla="*/ 102 h 971"/>
                  <a:gd name="T16" fmla="*/ 96 w 866"/>
                  <a:gd name="T17" fmla="*/ 106 h 971"/>
                  <a:gd name="T18" fmla="*/ 93 w 866"/>
                  <a:gd name="T19" fmla="*/ 110 h 971"/>
                  <a:gd name="T20" fmla="*/ 90 w 866"/>
                  <a:gd name="T21" fmla="*/ 115 h 971"/>
                  <a:gd name="T22" fmla="*/ 83 w 866"/>
                  <a:gd name="T23" fmla="*/ 119 h 971"/>
                  <a:gd name="T24" fmla="*/ 78 w 866"/>
                  <a:gd name="T25" fmla="*/ 119 h 971"/>
                  <a:gd name="T26" fmla="*/ 76 w 866"/>
                  <a:gd name="T27" fmla="*/ 116 h 971"/>
                  <a:gd name="T28" fmla="*/ 78 w 866"/>
                  <a:gd name="T29" fmla="*/ 111 h 971"/>
                  <a:gd name="T30" fmla="*/ 78 w 866"/>
                  <a:gd name="T31" fmla="*/ 105 h 971"/>
                  <a:gd name="T32" fmla="*/ 84 w 866"/>
                  <a:gd name="T33" fmla="*/ 102 h 971"/>
                  <a:gd name="T34" fmla="*/ 91 w 866"/>
                  <a:gd name="T35" fmla="*/ 102 h 971"/>
                  <a:gd name="T36" fmla="*/ 94 w 866"/>
                  <a:gd name="T37" fmla="*/ 98 h 971"/>
                  <a:gd name="T38" fmla="*/ 96 w 866"/>
                  <a:gd name="T39" fmla="*/ 95 h 971"/>
                  <a:gd name="T40" fmla="*/ 101 w 866"/>
                  <a:gd name="T41" fmla="*/ 94 h 971"/>
                  <a:gd name="T42" fmla="*/ 105 w 866"/>
                  <a:gd name="T43" fmla="*/ 89 h 971"/>
                  <a:gd name="T44" fmla="*/ 107 w 866"/>
                  <a:gd name="T45" fmla="*/ 85 h 971"/>
                  <a:gd name="T46" fmla="*/ 105 w 866"/>
                  <a:gd name="T47" fmla="*/ 82 h 971"/>
                  <a:gd name="T48" fmla="*/ 102 w 866"/>
                  <a:gd name="T49" fmla="*/ 82 h 971"/>
                  <a:gd name="T50" fmla="*/ 101 w 866"/>
                  <a:gd name="T51" fmla="*/ 79 h 971"/>
                  <a:gd name="T52" fmla="*/ 99 w 866"/>
                  <a:gd name="T53" fmla="*/ 74 h 971"/>
                  <a:gd name="T54" fmla="*/ 95 w 866"/>
                  <a:gd name="T55" fmla="*/ 77 h 971"/>
                  <a:gd name="T56" fmla="*/ 93 w 866"/>
                  <a:gd name="T57" fmla="*/ 83 h 971"/>
                  <a:gd name="T58" fmla="*/ 89 w 866"/>
                  <a:gd name="T59" fmla="*/ 88 h 971"/>
                  <a:gd name="T60" fmla="*/ 87 w 866"/>
                  <a:gd name="T61" fmla="*/ 93 h 971"/>
                  <a:gd name="T62" fmla="*/ 82 w 866"/>
                  <a:gd name="T63" fmla="*/ 95 h 971"/>
                  <a:gd name="T64" fmla="*/ 80 w 866"/>
                  <a:gd name="T65" fmla="*/ 88 h 971"/>
                  <a:gd name="T66" fmla="*/ 82 w 866"/>
                  <a:gd name="T67" fmla="*/ 79 h 971"/>
                  <a:gd name="T68" fmla="*/ 81 w 866"/>
                  <a:gd name="T69" fmla="*/ 73 h 971"/>
                  <a:gd name="T70" fmla="*/ 82 w 866"/>
                  <a:gd name="T71" fmla="*/ 70 h 971"/>
                  <a:gd name="T72" fmla="*/ 85 w 866"/>
                  <a:gd name="T73" fmla="*/ 65 h 971"/>
                  <a:gd name="T74" fmla="*/ 82 w 866"/>
                  <a:gd name="T75" fmla="*/ 60 h 971"/>
                  <a:gd name="T76" fmla="*/ 76 w 866"/>
                  <a:gd name="T77" fmla="*/ 56 h 971"/>
                  <a:gd name="T78" fmla="*/ 74 w 866"/>
                  <a:gd name="T79" fmla="*/ 49 h 971"/>
                  <a:gd name="T80" fmla="*/ 78 w 866"/>
                  <a:gd name="T81" fmla="*/ 41 h 971"/>
                  <a:gd name="T82" fmla="*/ 81 w 866"/>
                  <a:gd name="T83" fmla="*/ 33 h 971"/>
                  <a:gd name="T84" fmla="*/ 76 w 866"/>
                  <a:gd name="T85" fmla="*/ 27 h 971"/>
                  <a:gd name="T86" fmla="*/ 68 w 866"/>
                  <a:gd name="T87" fmla="*/ 26 h 971"/>
                  <a:gd name="T88" fmla="*/ 61 w 866"/>
                  <a:gd name="T89" fmla="*/ 22 h 971"/>
                  <a:gd name="T90" fmla="*/ 56 w 866"/>
                  <a:gd name="T91" fmla="*/ 16 h 971"/>
                  <a:gd name="T92" fmla="*/ 51 w 866"/>
                  <a:gd name="T93" fmla="*/ 12 h 971"/>
                  <a:gd name="T94" fmla="*/ 49 w 866"/>
                  <a:gd name="T95" fmla="*/ 9 h 971"/>
                  <a:gd name="T96" fmla="*/ 47 w 866"/>
                  <a:gd name="T97" fmla="*/ 6 h 971"/>
                  <a:gd name="T98" fmla="*/ 42 w 866"/>
                  <a:gd name="T99" fmla="*/ 7 h 971"/>
                  <a:gd name="T100" fmla="*/ 36 w 866"/>
                  <a:gd name="T101" fmla="*/ 8 h 971"/>
                  <a:gd name="T102" fmla="*/ 30 w 866"/>
                  <a:gd name="T103" fmla="*/ 10 h 971"/>
                  <a:gd name="T104" fmla="*/ 23 w 866"/>
                  <a:gd name="T105" fmla="*/ 8 h 971"/>
                  <a:gd name="T106" fmla="*/ 14 w 866"/>
                  <a:gd name="T107" fmla="*/ 8 h 971"/>
                  <a:gd name="T108" fmla="*/ 4 w 866"/>
                  <a:gd name="T109" fmla="*/ 9 h 971"/>
                  <a:gd name="T110" fmla="*/ 1 w 866"/>
                  <a:gd name="T111" fmla="*/ 4 h 971"/>
                  <a:gd name="T112" fmla="*/ 5 w 866"/>
                  <a:gd name="T113" fmla="*/ 1 h 971"/>
                  <a:gd name="T114" fmla="*/ 15 w 866"/>
                  <a:gd name="T115" fmla="*/ 0 h 971"/>
                  <a:gd name="T116" fmla="*/ 24 w 866"/>
                  <a:gd name="T117" fmla="*/ 0 h 971"/>
                  <a:gd name="T118" fmla="*/ 34 w 866"/>
                  <a:gd name="T119" fmla="*/ 1 h 9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66"/>
                  <a:gd name="T181" fmla="*/ 0 h 971"/>
                  <a:gd name="T182" fmla="*/ 866 w 866"/>
                  <a:gd name="T183" fmla="*/ 971 h 97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66" h="971">
                    <a:moveTo>
                      <a:pt x="312" y="16"/>
                    </a:moveTo>
                    <a:lnTo>
                      <a:pt x="348" y="26"/>
                    </a:lnTo>
                    <a:lnTo>
                      <a:pt x="385" y="37"/>
                    </a:lnTo>
                    <a:lnTo>
                      <a:pt x="421" y="51"/>
                    </a:lnTo>
                    <a:lnTo>
                      <a:pt x="456" y="66"/>
                    </a:lnTo>
                    <a:lnTo>
                      <a:pt x="490" y="83"/>
                    </a:lnTo>
                    <a:lnTo>
                      <a:pt x="524" y="103"/>
                    </a:lnTo>
                    <a:lnTo>
                      <a:pt x="555" y="125"/>
                    </a:lnTo>
                    <a:lnTo>
                      <a:pt x="586" y="147"/>
                    </a:lnTo>
                    <a:lnTo>
                      <a:pt x="616" y="172"/>
                    </a:lnTo>
                    <a:lnTo>
                      <a:pt x="645" y="198"/>
                    </a:lnTo>
                    <a:lnTo>
                      <a:pt x="672" y="226"/>
                    </a:lnTo>
                    <a:lnTo>
                      <a:pt x="698" y="256"/>
                    </a:lnTo>
                    <a:lnTo>
                      <a:pt x="723" y="287"/>
                    </a:lnTo>
                    <a:lnTo>
                      <a:pt x="746" y="319"/>
                    </a:lnTo>
                    <a:lnTo>
                      <a:pt x="768" y="353"/>
                    </a:lnTo>
                    <a:lnTo>
                      <a:pt x="788" y="389"/>
                    </a:lnTo>
                    <a:lnTo>
                      <a:pt x="807" y="432"/>
                    </a:lnTo>
                    <a:lnTo>
                      <a:pt x="824" y="477"/>
                    </a:lnTo>
                    <a:lnTo>
                      <a:pt x="838" y="524"/>
                    </a:lnTo>
                    <a:lnTo>
                      <a:pt x="851" y="572"/>
                    </a:lnTo>
                    <a:lnTo>
                      <a:pt x="859" y="620"/>
                    </a:lnTo>
                    <a:lnTo>
                      <a:pt x="865" y="670"/>
                    </a:lnTo>
                    <a:lnTo>
                      <a:pt x="866" y="720"/>
                    </a:lnTo>
                    <a:lnTo>
                      <a:pt x="862" y="771"/>
                    </a:lnTo>
                    <a:lnTo>
                      <a:pt x="858" y="777"/>
                    </a:lnTo>
                    <a:lnTo>
                      <a:pt x="851" y="785"/>
                    </a:lnTo>
                    <a:lnTo>
                      <a:pt x="842" y="793"/>
                    </a:lnTo>
                    <a:lnTo>
                      <a:pt x="831" y="801"/>
                    </a:lnTo>
                    <a:lnTo>
                      <a:pt x="819" y="809"/>
                    </a:lnTo>
                    <a:lnTo>
                      <a:pt x="807" y="817"/>
                    </a:lnTo>
                    <a:lnTo>
                      <a:pt x="796" y="823"/>
                    </a:lnTo>
                    <a:lnTo>
                      <a:pt x="784" y="826"/>
                    </a:lnTo>
                    <a:lnTo>
                      <a:pt x="785" y="837"/>
                    </a:lnTo>
                    <a:lnTo>
                      <a:pt x="778" y="844"/>
                    </a:lnTo>
                    <a:lnTo>
                      <a:pt x="771" y="851"/>
                    </a:lnTo>
                    <a:lnTo>
                      <a:pt x="766" y="859"/>
                    </a:lnTo>
                    <a:lnTo>
                      <a:pt x="760" y="866"/>
                    </a:lnTo>
                    <a:lnTo>
                      <a:pt x="755" y="874"/>
                    </a:lnTo>
                    <a:lnTo>
                      <a:pt x="751" y="882"/>
                    </a:lnTo>
                    <a:lnTo>
                      <a:pt x="747" y="890"/>
                    </a:lnTo>
                    <a:lnTo>
                      <a:pt x="744" y="898"/>
                    </a:lnTo>
                    <a:lnTo>
                      <a:pt x="732" y="909"/>
                    </a:lnTo>
                    <a:lnTo>
                      <a:pt x="721" y="921"/>
                    </a:lnTo>
                    <a:lnTo>
                      <a:pt x="707" y="930"/>
                    </a:lnTo>
                    <a:lnTo>
                      <a:pt x="694" y="939"/>
                    </a:lnTo>
                    <a:lnTo>
                      <a:pt x="680" y="947"/>
                    </a:lnTo>
                    <a:lnTo>
                      <a:pt x="665" y="955"/>
                    </a:lnTo>
                    <a:lnTo>
                      <a:pt x="652" y="963"/>
                    </a:lnTo>
                    <a:lnTo>
                      <a:pt x="638" y="971"/>
                    </a:lnTo>
                    <a:lnTo>
                      <a:pt x="632" y="966"/>
                    </a:lnTo>
                    <a:lnTo>
                      <a:pt x="627" y="959"/>
                    </a:lnTo>
                    <a:lnTo>
                      <a:pt x="622" y="953"/>
                    </a:lnTo>
                    <a:lnTo>
                      <a:pt x="617" y="946"/>
                    </a:lnTo>
                    <a:lnTo>
                      <a:pt x="614" y="939"/>
                    </a:lnTo>
                    <a:lnTo>
                      <a:pt x="611" y="932"/>
                    </a:lnTo>
                    <a:lnTo>
                      <a:pt x="612" y="924"/>
                    </a:lnTo>
                    <a:lnTo>
                      <a:pt x="617" y="916"/>
                    </a:lnTo>
                    <a:lnTo>
                      <a:pt x="623" y="905"/>
                    </a:lnTo>
                    <a:lnTo>
                      <a:pt x="625" y="892"/>
                    </a:lnTo>
                    <a:lnTo>
                      <a:pt x="625" y="879"/>
                    </a:lnTo>
                    <a:lnTo>
                      <a:pt x="626" y="867"/>
                    </a:lnTo>
                    <a:lnTo>
                      <a:pt x="627" y="854"/>
                    </a:lnTo>
                    <a:lnTo>
                      <a:pt x="631" y="844"/>
                    </a:lnTo>
                    <a:lnTo>
                      <a:pt x="639" y="833"/>
                    </a:lnTo>
                    <a:lnTo>
                      <a:pt x="652" y="826"/>
                    </a:lnTo>
                    <a:lnTo>
                      <a:pt x="664" y="822"/>
                    </a:lnTo>
                    <a:lnTo>
                      <a:pt x="678" y="819"/>
                    </a:lnTo>
                    <a:lnTo>
                      <a:pt x="692" y="819"/>
                    </a:lnTo>
                    <a:lnTo>
                      <a:pt x="706" y="819"/>
                    </a:lnTo>
                    <a:lnTo>
                      <a:pt x="720" y="818"/>
                    </a:lnTo>
                    <a:lnTo>
                      <a:pt x="732" y="816"/>
                    </a:lnTo>
                    <a:lnTo>
                      <a:pt x="743" y="810"/>
                    </a:lnTo>
                    <a:lnTo>
                      <a:pt x="751" y="801"/>
                    </a:lnTo>
                    <a:lnTo>
                      <a:pt x="754" y="794"/>
                    </a:lnTo>
                    <a:lnTo>
                      <a:pt x="758" y="787"/>
                    </a:lnTo>
                    <a:lnTo>
                      <a:pt x="761" y="780"/>
                    </a:lnTo>
                    <a:lnTo>
                      <a:pt x="765" y="774"/>
                    </a:lnTo>
                    <a:lnTo>
                      <a:pt x="768" y="768"/>
                    </a:lnTo>
                    <a:lnTo>
                      <a:pt x="773" y="762"/>
                    </a:lnTo>
                    <a:lnTo>
                      <a:pt x="778" y="757"/>
                    </a:lnTo>
                    <a:lnTo>
                      <a:pt x="785" y="753"/>
                    </a:lnTo>
                    <a:lnTo>
                      <a:pt x="799" y="757"/>
                    </a:lnTo>
                    <a:lnTo>
                      <a:pt x="811" y="756"/>
                    </a:lnTo>
                    <a:lnTo>
                      <a:pt x="820" y="750"/>
                    </a:lnTo>
                    <a:lnTo>
                      <a:pt x="828" y="741"/>
                    </a:lnTo>
                    <a:lnTo>
                      <a:pt x="835" y="731"/>
                    </a:lnTo>
                    <a:lnTo>
                      <a:pt x="843" y="719"/>
                    </a:lnTo>
                    <a:lnTo>
                      <a:pt x="850" y="708"/>
                    </a:lnTo>
                    <a:lnTo>
                      <a:pt x="859" y="700"/>
                    </a:lnTo>
                    <a:lnTo>
                      <a:pt x="861" y="692"/>
                    </a:lnTo>
                    <a:lnTo>
                      <a:pt x="860" y="682"/>
                    </a:lnTo>
                    <a:lnTo>
                      <a:pt x="858" y="674"/>
                    </a:lnTo>
                    <a:lnTo>
                      <a:pt x="854" y="666"/>
                    </a:lnTo>
                    <a:lnTo>
                      <a:pt x="850" y="663"/>
                    </a:lnTo>
                    <a:lnTo>
                      <a:pt x="845" y="660"/>
                    </a:lnTo>
                    <a:lnTo>
                      <a:pt x="839" y="659"/>
                    </a:lnTo>
                    <a:lnTo>
                      <a:pt x="834" y="659"/>
                    </a:lnTo>
                    <a:lnTo>
                      <a:pt x="827" y="659"/>
                    </a:lnTo>
                    <a:lnTo>
                      <a:pt x="821" y="659"/>
                    </a:lnTo>
                    <a:lnTo>
                      <a:pt x="815" y="659"/>
                    </a:lnTo>
                    <a:lnTo>
                      <a:pt x="809" y="659"/>
                    </a:lnTo>
                    <a:lnTo>
                      <a:pt x="814" y="647"/>
                    </a:lnTo>
                    <a:lnTo>
                      <a:pt x="814" y="633"/>
                    </a:lnTo>
                    <a:lnTo>
                      <a:pt x="812" y="620"/>
                    </a:lnTo>
                    <a:lnTo>
                      <a:pt x="808" y="606"/>
                    </a:lnTo>
                    <a:lnTo>
                      <a:pt x="803" y="599"/>
                    </a:lnTo>
                    <a:lnTo>
                      <a:pt x="796" y="594"/>
                    </a:lnTo>
                    <a:lnTo>
                      <a:pt x="786" y="589"/>
                    </a:lnTo>
                    <a:lnTo>
                      <a:pt x="777" y="588"/>
                    </a:lnTo>
                    <a:lnTo>
                      <a:pt x="770" y="601"/>
                    </a:lnTo>
                    <a:lnTo>
                      <a:pt x="767" y="616"/>
                    </a:lnTo>
                    <a:lnTo>
                      <a:pt x="763" y="629"/>
                    </a:lnTo>
                    <a:lnTo>
                      <a:pt x="760" y="644"/>
                    </a:lnTo>
                    <a:lnTo>
                      <a:pt x="755" y="658"/>
                    </a:lnTo>
                    <a:lnTo>
                      <a:pt x="748" y="671"/>
                    </a:lnTo>
                    <a:lnTo>
                      <a:pt x="739" y="682"/>
                    </a:lnTo>
                    <a:lnTo>
                      <a:pt x="725" y="692"/>
                    </a:lnTo>
                    <a:lnTo>
                      <a:pt x="721" y="701"/>
                    </a:lnTo>
                    <a:lnTo>
                      <a:pt x="717" y="711"/>
                    </a:lnTo>
                    <a:lnTo>
                      <a:pt x="714" y="723"/>
                    </a:lnTo>
                    <a:lnTo>
                      <a:pt x="710" y="733"/>
                    </a:lnTo>
                    <a:lnTo>
                      <a:pt x="705" y="742"/>
                    </a:lnTo>
                    <a:lnTo>
                      <a:pt x="698" y="751"/>
                    </a:lnTo>
                    <a:lnTo>
                      <a:pt x="690" y="758"/>
                    </a:lnTo>
                    <a:lnTo>
                      <a:pt x="677" y="763"/>
                    </a:lnTo>
                    <a:lnTo>
                      <a:pt x="668" y="763"/>
                    </a:lnTo>
                    <a:lnTo>
                      <a:pt x="658" y="763"/>
                    </a:lnTo>
                    <a:lnTo>
                      <a:pt x="649" y="760"/>
                    </a:lnTo>
                    <a:lnTo>
                      <a:pt x="644" y="753"/>
                    </a:lnTo>
                    <a:lnTo>
                      <a:pt x="641" y="732"/>
                    </a:lnTo>
                    <a:lnTo>
                      <a:pt x="642" y="711"/>
                    </a:lnTo>
                    <a:lnTo>
                      <a:pt x="648" y="693"/>
                    </a:lnTo>
                    <a:lnTo>
                      <a:pt x="654" y="674"/>
                    </a:lnTo>
                    <a:lnTo>
                      <a:pt x="660" y="656"/>
                    </a:lnTo>
                    <a:lnTo>
                      <a:pt x="662" y="637"/>
                    </a:lnTo>
                    <a:lnTo>
                      <a:pt x="662" y="619"/>
                    </a:lnTo>
                    <a:lnTo>
                      <a:pt x="655" y="599"/>
                    </a:lnTo>
                    <a:lnTo>
                      <a:pt x="650" y="595"/>
                    </a:lnTo>
                    <a:lnTo>
                      <a:pt x="649" y="589"/>
                    </a:lnTo>
                    <a:lnTo>
                      <a:pt x="650" y="584"/>
                    </a:lnTo>
                    <a:lnTo>
                      <a:pt x="652" y="580"/>
                    </a:lnTo>
                    <a:lnTo>
                      <a:pt x="656" y="571"/>
                    </a:lnTo>
                    <a:lnTo>
                      <a:pt x="663" y="561"/>
                    </a:lnTo>
                    <a:lnTo>
                      <a:pt x="669" y="553"/>
                    </a:lnTo>
                    <a:lnTo>
                      <a:pt x="675" y="544"/>
                    </a:lnTo>
                    <a:lnTo>
                      <a:pt x="679" y="535"/>
                    </a:lnTo>
                    <a:lnTo>
                      <a:pt x="683" y="526"/>
                    </a:lnTo>
                    <a:lnTo>
                      <a:pt x="683" y="515"/>
                    </a:lnTo>
                    <a:lnTo>
                      <a:pt x="680" y="504"/>
                    </a:lnTo>
                    <a:lnTo>
                      <a:pt x="673" y="490"/>
                    </a:lnTo>
                    <a:lnTo>
                      <a:pt x="663" y="480"/>
                    </a:lnTo>
                    <a:lnTo>
                      <a:pt x="650" y="473"/>
                    </a:lnTo>
                    <a:lnTo>
                      <a:pt x="638" y="467"/>
                    </a:lnTo>
                    <a:lnTo>
                      <a:pt x="624" y="462"/>
                    </a:lnTo>
                    <a:lnTo>
                      <a:pt x="612" y="455"/>
                    </a:lnTo>
                    <a:lnTo>
                      <a:pt x="603" y="446"/>
                    </a:lnTo>
                    <a:lnTo>
                      <a:pt x="597" y="432"/>
                    </a:lnTo>
                    <a:lnTo>
                      <a:pt x="594" y="413"/>
                    </a:lnTo>
                    <a:lnTo>
                      <a:pt x="596" y="394"/>
                    </a:lnTo>
                    <a:lnTo>
                      <a:pt x="602" y="377"/>
                    </a:lnTo>
                    <a:lnTo>
                      <a:pt x="610" y="360"/>
                    </a:lnTo>
                    <a:lnTo>
                      <a:pt x="619" y="344"/>
                    </a:lnTo>
                    <a:lnTo>
                      <a:pt x="631" y="329"/>
                    </a:lnTo>
                    <a:lnTo>
                      <a:pt x="641" y="313"/>
                    </a:lnTo>
                    <a:lnTo>
                      <a:pt x="650" y="296"/>
                    </a:lnTo>
                    <a:lnTo>
                      <a:pt x="653" y="281"/>
                    </a:lnTo>
                    <a:lnTo>
                      <a:pt x="652" y="266"/>
                    </a:lnTo>
                    <a:lnTo>
                      <a:pt x="646" y="254"/>
                    </a:lnTo>
                    <a:lnTo>
                      <a:pt x="638" y="241"/>
                    </a:lnTo>
                    <a:lnTo>
                      <a:pt x="625" y="230"/>
                    </a:lnTo>
                    <a:lnTo>
                      <a:pt x="612" y="221"/>
                    </a:lnTo>
                    <a:lnTo>
                      <a:pt x="599" y="216"/>
                    </a:lnTo>
                    <a:lnTo>
                      <a:pt x="584" y="211"/>
                    </a:lnTo>
                    <a:lnTo>
                      <a:pt x="567" y="209"/>
                    </a:lnTo>
                    <a:lnTo>
                      <a:pt x="551" y="208"/>
                    </a:lnTo>
                    <a:lnTo>
                      <a:pt x="535" y="207"/>
                    </a:lnTo>
                    <a:lnTo>
                      <a:pt x="519" y="207"/>
                    </a:lnTo>
                    <a:lnTo>
                      <a:pt x="508" y="195"/>
                    </a:lnTo>
                    <a:lnTo>
                      <a:pt x="496" y="182"/>
                    </a:lnTo>
                    <a:lnTo>
                      <a:pt x="486" y="170"/>
                    </a:lnTo>
                    <a:lnTo>
                      <a:pt x="474" y="157"/>
                    </a:lnTo>
                    <a:lnTo>
                      <a:pt x="464" y="144"/>
                    </a:lnTo>
                    <a:lnTo>
                      <a:pt x="451" y="133"/>
                    </a:lnTo>
                    <a:lnTo>
                      <a:pt x="437" y="124"/>
                    </a:lnTo>
                    <a:lnTo>
                      <a:pt x="422" y="116"/>
                    </a:lnTo>
                    <a:lnTo>
                      <a:pt x="416" y="110"/>
                    </a:lnTo>
                    <a:lnTo>
                      <a:pt x="412" y="103"/>
                    </a:lnTo>
                    <a:lnTo>
                      <a:pt x="407" y="96"/>
                    </a:lnTo>
                    <a:lnTo>
                      <a:pt x="404" y="88"/>
                    </a:lnTo>
                    <a:lnTo>
                      <a:pt x="400" y="81"/>
                    </a:lnTo>
                    <a:lnTo>
                      <a:pt x="397" y="74"/>
                    </a:lnTo>
                    <a:lnTo>
                      <a:pt x="392" y="67"/>
                    </a:lnTo>
                    <a:lnTo>
                      <a:pt x="387" y="61"/>
                    </a:lnTo>
                    <a:lnTo>
                      <a:pt x="385" y="57"/>
                    </a:lnTo>
                    <a:lnTo>
                      <a:pt x="382" y="53"/>
                    </a:lnTo>
                    <a:lnTo>
                      <a:pt x="376" y="50"/>
                    </a:lnTo>
                    <a:lnTo>
                      <a:pt x="372" y="46"/>
                    </a:lnTo>
                    <a:lnTo>
                      <a:pt x="357" y="53"/>
                    </a:lnTo>
                    <a:lnTo>
                      <a:pt x="342" y="58"/>
                    </a:lnTo>
                    <a:lnTo>
                      <a:pt x="329" y="61"/>
                    </a:lnTo>
                    <a:lnTo>
                      <a:pt x="316" y="65"/>
                    </a:lnTo>
                    <a:lnTo>
                      <a:pt x="304" y="67"/>
                    </a:lnTo>
                    <a:lnTo>
                      <a:pt x="293" y="71"/>
                    </a:lnTo>
                    <a:lnTo>
                      <a:pt x="283" y="74"/>
                    </a:lnTo>
                    <a:lnTo>
                      <a:pt x="272" y="79"/>
                    </a:lnTo>
                    <a:lnTo>
                      <a:pt x="256" y="81"/>
                    </a:lnTo>
                    <a:lnTo>
                      <a:pt x="241" y="80"/>
                    </a:lnTo>
                    <a:lnTo>
                      <a:pt x="226" y="77"/>
                    </a:lnTo>
                    <a:lnTo>
                      <a:pt x="212" y="73"/>
                    </a:lnTo>
                    <a:lnTo>
                      <a:pt x="198" y="68"/>
                    </a:lnTo>
                    <a:lnTo>
                      <a:pt x="184" y="64"/>
                    </a:lnTo>
                    <a:lnTo>
                      <a:pt x="169" y="61"/>
                    </a:lnTo>
                    <a:lnTo>
                      <a:pt x="153" y="61"/>
                    </a:lnTo>
                    <a:lnTo>
                      <a:pt x="133" y="59"/>
                    </a:lnTo>
                    <a:lnTo>
                      <a:pt x="112" y="64"/>
                    </a:lnTo>
                    <a:lnTo>
                      <a:pt x="91" y="69"/>
                    </a:lnTo>
                    <a:lnTo>
                      <a:pt x="72" y="76"/>
                    </a:lnTo>
                    <a:lnTo>
                      <a:pt x="53" y="80"/>
                    </a:lnTo>
                    <a:lnTo>
                      <a:pt x="37" y="79"/>
                    </a:lnTo>
                    <a:lnTo>
                      <a:pt x="23" y="68"/>
                    </a:lnTo>
                    <a:lnTo>
                      <a:pt x="13" y="46"/>
                    </a:lnTo>
                    <a:lnTo>
                      <a:pt x="12" y="39"/>
                    </a:lnTo>
                    <a:lnTo>
                      <a:pt x="10" y="33"/>
                    </a:lnTo>
                    <a:lnTo>
                      <a:pt x="6" y="27"/>
                    </a:lnTo>
                    <a:lnTo>
                      <a:pt x="0" y="21"/>
                    </a:lnTo>
                    <a:lnTo>
                      <a:pt x="20" y="16"/>
                    </a:lnTo>
                    <a:lnTo>
                      <a:pt x="41" y="12"/>
                    </a:lnTo>
                    <a:lnTo>
                      <a:pt x="60" y="8"/>
                    </a:lnTo>
                    <a:lnTo>
                      <a:pt x="80" y="6"/>
                    </a:lnTo>
                    <a:lnTo>
                      <a:pt x="101" y="4"/>
                    </a:lnTo>
                    <a:lnTo>
                      <a:pt x="120" y="3"/>
                    </a:lnTo>
                    <a:lnTo>
                      <a:pt x="140" y="1"/>
                    </a:lnTo>
                    <a:lnTo>
                      <a:pt x="159" y="0"/>
                    </a:lnTo>
                    <a:lnTo>
                      <a:pt x="179" y="0"/>
                    </a:lnTo>
                    <a:lnTo>
                      <a:pt x="198" y="1"/>
                    </a:lnTo>
                    <a:lnTo>
                      <a:pt x="217" y="3"/>
                    </a:lnTo>
                    <a:lnTo>
                      <a:pt x="237" y="4"/>
                    </a:lnTo>
                    <a:lnTo>
                      <a:pt x="255" y="6"/>
                    </a:lnTo>
                    <a:lnTo>
                      <a:pt x="275" y="10"/>
                    </a:lnTo>
                    <a:lnTo>
                      <a:pt x="293" y="13"/>
                    </a:lnTo>
                    <a:lnTo>
                      <a:pt x="312" y="16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4" name="Freeform 8">
                <a:extLst>
                  <a:ext uri="{FF2B5EF4-FFF2-40B4-BE49-F238E27FC236}">
                    <a16:creationId xmlns:a16="http://schemas.microsoft.com/office/drawing/2014/main" id="{3B982332-A734-E045-9CBF-6612F9C90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730"/>
                <a:ext cx="490" cy="565"/>
              </a:xfrm>
              <a:custGeom>
                <a:avLst/>
                <a:gdLst>
                  <a:gd name="T0" fmla="*/ 35 w 981"/>
                  <a:gd name="T1" fmla="*/ 8 h 1129"/>
                  <a:gd name="T2" fmla="*/ 47 w 981"/>
                  <a:gd name="T3" fmla="*/ 10 h 1129"/>
                  <a:gd name="T4" fmla="*/ 63 w 981"/>
                  <a:gd name="T5" fmla="*/ 6 h 1129"/>
                  <a:gd name="T6" fmla="*/ 77 w 981"/>
                  <a:gd name="T7" fmla="*/ 20 h 1129"/>
                  <a:gd name="T8" fmla="*/ 96 w 981"/>
                  <a:gd name="T9" fmla="*/ 30 h 1129"/>
                  <a:gd name="T10" fmla="*/ 90 w 981"/>
                  <a:gd name="T11" fmla="*/ 30 h 1129"/>
                  <a:gd name="T12" fmla="*/ 82 w 981"/>
                  <a:gd name="T13" fmla="*/ 33 h 1129"/>
                  <a:gd name="T14" fmla="*/ 81 w 981"/>
                  <a:gd name="T15" fmla="*/ 44 h 1129"/>
                  <a:gd name="T16" fmla="*/ 86 w 981"/>
                  <a:gd name="T17" fmla="*/ 54 h 1129"/>
                  <a:gd name="T18" fmla="*/ 90 w 981"/>
                  <a:gd name="T19" fmla="*/ 52 h 1129"/>
                  <a:gd name="T20" fmla="*/ 100 w 981"/>
                  <a:gd name="T21" fmla="*/ 60 h 1129"/>
                  <a:gd name="T22" fmla="*/ 98 w 981"/>
                  <a:gd name="T23" fmla="*/ 74 h 1129"/>
                  <a:gd name="T24" fmla="*/ 97 w 981"/>
                  <a:gd name="T25" fmla="*/ 93 h 1129"/>
                  <a:gd name="T26" fmla="*/ 102 w 981"/>
                  <a:gd name="T27" fmla="*/ 95 h 1129"/>
                  <a:gd name="T28" fmla="*/ 109 w 981"/>
                  <a:gd name="T29" fmla="*/ 91 h 1129"/>
                  <a:gd name="T30" fmla="*/ 117 w 981"/>
                  <a:gd name="T31" fmla="*/ 77 h 1129"/>
                  <a:gd name="T32" fmla="*/ 115 w 981"/>
                  <a:gd name="T33" fmla="*/ 88 h 1129"/>
                  <a:gd name="T34" fmla="*/ 108 w 981"/>
                  <a:gd name="T35" fmla="*/ 96 h 1129"/>
                  <a:gd name="T36" fmla="*/ 95 w 981"/>
                  <a:gd name="T37" fmla="*/ 100 h 1129"/>
                  <a:gd name="T38" fmla="*/ 94 w 981"/>
                  <a:gd name="T39" fmla="*/ 118 h 1129"/>
                  <a:gd name="T40" fmla="*/ 90 w 981"/>
                  <a:gd name="T41" fmla="*/ 114 h 1129"/>
                  <a:gd name="T42" fmla="*/ 79 w 981"/>
                  <a:gd name="T43" fmla="*/ 98 h 1129"/>
                  <a:gd name="T44" fmla="*/ 65 w 981"/>
                  <a:gd name="T45" fmla="*/ 99 h 1129"/>
                  <a:gd name="T46" fmla="*/ 59 w 981"/>
                  <a:gd name="T47" fmla="*/ 110 h 1129"/>
                  <a:gd name="T48" fmla="*/ 65 w 981"/>
                  <a:gd name="T49" fmla="*/ 124 h 1129"/>
                  <a:gd name="T50" fmla="*/ 66 w 981"/>
                  <a:gd name="T51" fmla="*/ 128 h 1129"/>
                  <a:gd name="T52" fmla="*/ 54 w 981"/>
                  <a:gd name="T53" fmla="*/ 133 h 1129"/>
                  <a:gd name="T54" fmla="*/ 42 w 981"/>
                  <a:gd name="T55" fmla="*/ 137 h 1129"/>
                  <a:gd name="T56" fmla="*/ 33 w 981"/>
                  <a:gd name="T57" fmla="*/ 136 h 1129"/>
                  <a:gd name="T58" fmla="*/ 26 w 981"/>
                  <a:gd name="T59" fmla="*/ 134 h 1129"/>
                  <a:gd name="T60" fmla="*/ 21 w 981"/>
                  <a:gd name="T61" fmla="*/ 137 h 1129"/>
                  <a:gd name="T62" fmla="*/ 4 w 981"/>
                  <a:gd name="T63" fmla="*/ 132 h 1129"/>
                  <a:gd name="T64" fmla="*/ 4 w 981"/>
                  <a:gd name="T65" fmla="*/ 119 h 1129"/>
                  <a:gd name="T66" fmla="*/ 2 w 981"/>
                  <a:gd name="T67" fmla="*/ 110 h 1129"/>
                  <a:gd name="T68" fmla="*/ 7 w 981"/>
                  <a:gd name="T69" fmla="*/ 100 h 1129"/>
                  <a:gd name="T70" fmla="*/ 2 w 981"/>
                  <a:gd name="T71" fmla="*/ 96 h 1129"/>
                  <a:gd name="T72" fmla="*/ 5 w 981"/>
                  <a:gd name="T73" fmla="*/ 92 h 1129"/>
                  <a:gd name="T74" fmla="*/ 15 w 981"/>
                  <a:gd name="T75" fmla="*/ 86 h 1129"/>
                  <a:gd name="T76" fmla="*/ 20 w 981"/>
                  <a:gd name="T77" fmla="*/ 81 h 1129"/>
                  <a:gd name="T78" fmla="*/ 30 w 981"/>
                  <a:gd name="T79" fmla="*/ 77 h 1129"/>
                  <a:gd name="T80" fmla="*/ 35 w 981"/>
                  <a:gd name="T81" fmla="*/ 81 h 1129"/>
                  <a:gd name="T82" fmla="*/ 39 w 981"/>
                  <a:gd name="T83" fmla="*/ 78 h 1129"/>
                  <a:gd name="T84" fmla="*/ 35 w 981"/>
                  <a:gd name="T85" fmla="*/ 72 h 1129"/>
                  <a:gd name="T86" fmla="*/ 30 w 981"/>
                  <a:gd name="T87" fmla="*/ 65 h 1129"/>
                  <a:gd name="T88" fmla="*/ 22 w 981"/>
                  <a:gd name="T89" fmla="*/ 52 h 1129"/>
                  <a:gd name="T90" fmla="*/ 14 w 981"/>
                  <a:gd name="T91" fmla="*/ 48 h 1129"/>
                  <a:gd name="T92" fmla="*/ 9 w 981"/>
                  <a:gd name="T93" fmla="*/ 57 h 1129"/>
                  <a:gd name="T94" fmla="*/ 5 w 981"/>
                  <a:gd name="T95" fmla="*/ 48 h 1129"/>
                  <a:gd name="T96" fmla="*/ 13 w 981"/>
                  <a:gd name="T97" fmla="*/ 42 h 1129"/>
                  <a:gd name="T98" fmla="*/ 22 w 981"/>
                  <a:gd name="T99" fmla="*/ 37 h 1129"/>
                  <a:gd name="T100" fmla="*/ 24 w 981"/>
                  <a:gd name="T101" fmla="*/ 23 h 1129"/>
                  <a:gd name="T102" fmla="*/ 17 w 981"/>
                  <a:gd name="T103" fmla="*/ 20 h 1129"/>
                  <a:gd name="T104" fmla="*/ 12 w 981"/>
                  <a:gd name="T105" fmla="*/ 16 h 1129"/>
                  <a:gd name="T106" fmla="*/ 7 w 981"/>
                  <a:gd name="T107" fmla="*/ 6 h 1129"/>
                  <a:gd name="T108" fmla="*/ 11 w 981"/>
                  <a:gd name="T109" fmla="*/ 2 h 1129"/>
                  <a:gd name="T110" fmla="*/ 20 w 981"/>
                  <a:gd name="T111" fmla="*/ 8 h 112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81"/>
                  <a:gd name="T169" fmla="*/ 0 h 1129"/>
                  <a:gd name="T170" fmla="*/ 981 w 981"/>
                  <a:gd name="T171" fmla="*/ 1129 h 112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81" h="1129">
                    <a:moveTo>
                      <a:pt x="203" y="79"/>
                    </a:moveTo>
                    <a:lnTo>
                      <a:pt x="213" y="75"/>
                    </a:lnTo>
                    <a:lnTo>
                      <a:pt x="225" y="70"/>
                    </a:lnTo>
                    <a:lnTo>
                      <a:pt x="236" y="66"/>
                    </a:lnTo>
                    <a:lnTo>
                      <a:pt x="248" y="63"/>
                    </a:lnTo>
                    <a:lnTo>
                      <a:pt x="261" y="61"/>
                    </a:lnTo>
                    <a:lnTo>
                      <a:pt x="272" y="60"/>
                    </a:lnTo>
                    <a:lnTo>
                      <a:pt x="285" y="58"/>
                    </a:lnTo>
                    <a:lnTo>
                      <a:pt x="298" y="58"/>
                    </a:lnTo>
                    <a:lnTo>
                      <a:pt x="310" y="58"/>
                    </a:lnTo>
                    <a:lnTo>
                      <a:pt x="322" y="60"/>
                    </a:lnTo>
                    <a:lnTo>
                      <a:pt x="334" y="61"/>
                    </a:lnTo>
                    <a:lnTo>
                      <a:pt x="347" y="63"/>
                    </a:lnTo>
                    <a:lnTo>
                      <a:pt x="359" y="66"/>
                    </a:lnTo>
                    <a:lnTo>
                      <a:pt x="370" y="70"/>
                    </a:lnTo>
                    <a:lnTo>
                      <a:pt x="382" y="73"/>
                    </a:lnTo>
                    <a:lnTo>
                      <a:pt x="393" y="78"/>
                    </a:lnTo>
                    <a:lnTo>
                      <a:pt x="411" y="77"/>
                    </a:lnTo>
                    <a:lnTo>
                      <a:pt x="427" y="72"/>
                    </a:lnTo>
                    <a:lnTo>
                      <a:pt x="442" y="65"/>
                    </a:lnTo>
                    <a:lnTo>
                      <a:pt x="458" y="58"/>
                    </a:lnTo>
                    <a:lnTo>
                      <a:pt x="473" y="51"/>
                    </a:lnTo>
                    <a:lnTo>
                      <a:pt x="488" y="46"/>
                    </a:lnTo>
                    <a:lnTo>
                      <a:pt x="504" y="42"/>
                    </a:lnTo>
                    <a:lnTo>
                      <a:pt x="521" y="42"/>
                    </a:lnTo>
                    <a:lnTo>
                      <a:pt x="527" y="64"/>
                    </a:lnTo>
                    <a:lnTo>
                      <a:pt x="538" y="81"/>
                    </a:lnTo>
                    <a:lnTo>
                      <a:pt x="555" y="98"/>
                    </a:lnTo>
                    <a:lnTo>
                      <a:pt x="572" y="111"/>
                    </a:lnTo>
                    <a:lnTo>
                      <a:pt x="590" y="125"/>
                    </a:lnTo>
                    <a:lnTo>
                      <a:pt x="608" y="140"/>
                    </a:lnTo>
                    <a:lnTo>
                      <a:pt x="623" y="156"/>
                    </a:lnTo>
                    <a:lnTo>
                      <a:pt x="633" y="176"/>
                    </a:lnTo>
                    <a:lnTo>
                      <a:pt x="648" y="195"/>
                    </a:lnTo>
                    <a:lnTo>
                      <a:pt x="670" y="205"/>
                    </a:lnTo>
                    <a:lnTo>
                      <a:pt x="694" y="208"/>
                    </a:lnTo>
                    <a:lnTo>
                      <a:pt x="719" y="209"/>
                    </a:lnTo>
                    <a:lnTo>
                      <a:pt x="742" y="213"/>
                    </a:lnTo>
                    <a:lnTo>
                      <a:pt x="760" y="220"/>
                    </a:lnTo>
                    <a:lnTo>
                      <a:pt x="770" y="236"/>
                    </a:lnTo>
                    <a:lnTo>
                      <a:pt x="770" y="265"/>
                    </a:lnTo>
                    <a:lnTo>
                      <a:pt x="748" y="299"/>
                    </a:lnTo>
                    <a:lnTo>
                      <a:pt x="750" y="287"/>
                    </a:lnTo>
                    <a:lnTo>
                      <a:pt x="749" y="273"/>
                    </a:lnTo>
                    <a:lnTo>
                      <a:pt x="746" y="260"/>
                    </a:lnTo>
                    <a:lnTo>
                      <a:pt x="740" y="248"/>
                    </a:lnTo>
                    <a:lnTo>
                      <a:pt x="733" y="242"/>
                    </a:lnTo>
                    <a:lnTo>
                      <a:pt x="725" y="238"/>
                    </a:lnTo>
                    <a:lnTo>
                      <a:pt x="716" y="238"/>
                    </a:lnTo>
                    <a:lnTo>
                      <a:pt x="707" y="238"/>
                    </a:lnTo>
                    <a:lnTo>
                      <a:pt x="699" y="240"/>
                    </a:lnTo>
                    <a:lnTo>
                      <a:pt x="689" y="244"/>
                    </a:lnTo>
                    <a:lnTo>
                      <a:pt x="681" y="247"/>
                    </a:lnTo>
                    <a:lnTo>
                      <a:pt x="673" y="250"/>
                    </a:lnTo>
                    <a:lnTo>
                      <a:pt x="666" y="254"/>
                    </a:lnTo>
                    <a:lnTo>
                      <a:pt x="659" y="259"/>
                    </a:lnTo>
                    <a:lnTo>
                      <a:pt x="654" y="266"/>
                    </a:lnTo>
                    <a:lnTo>
                      <a:pt x="649" y="273"/>
                    </a:lnTo>
                    <a:lnTo>
                      <a:pt x="644" y="280"/>
                    </a:lnTo>
                    <a:lnTo>
                      <a:pt x="642" y="287"/>
                    </a:lnTo>
                    <a:lnTo>
                      <a:pt x="639" y="295"/>
                    </a:lnTo>
                    <a:lnTo>
                      <a:pt x="638" y="303"/>
                    </a:lnTo>
                    <a:lnTo>
                      <a:pt x="647" y="326"/>
                    </a:lnTo>
                    <a:lnTo>
                      <a:pt x="654" y="349"/>
                    </a:lnTo>
                    <a:lnTo>
                      <a:pt x="659" y="373"/>
                    </a:lnTo>
                    <a:lnTo>
                      <a:pt x="666" y="397"/>
                    </a:lnTo>
                    <a:lnTo>
                      <a:pt x="670" y="403"/>
                    </a:lnTo>
                    <a:lnTo>
                      <a:pt x="673" y="409"/>
                    </a:lnTo>
                    <a:lnTo>
                      <a:pt x="677" y="416"/>
                    </a:lnTo>
                    <a:lnTo>
                      <a:pt x="681" y="421"/>
                    </a:lnTo>
                    <a:lnTo>
                      <a:pt x="686" y="426"/>
                    </a:lnTo>
                    <a:lnTo>
                      <a:pt x="693" y="429"/>
                    </a:lnTo>
                    <a:lnTo>
                      <a:pt x="699" y="432"/>
                    </a:lnTo>
                    <a:lnTo>
                      <a:pt x="707" y="432"/>
                    </a:lnTo>
                    <a:lnTo>
                      <a:pt x="715" y="421"/>
                    </a:lnTo>
                    <a:lnTo>
                      <a:pt x="719" y="409"/>
                    </a:lnTo>
                    <a:lnTo>
                      <a:pt x="721" y="396"/>
                    </a:lnTo>
                    <a:lnTo>
                      <a:pt x="722" y="383"/>
                    </a:lnTo>
                    <a:lnTo>
                      <a:pt x="723" y="397"/>
                    </a:lnTo>
                    <a:lnTo>
                      <a:pt x="725" y="411"/>
                    </a:lnTo>
                    <a:lnTo>
                      <a:pt x="729" y="425"/>
                    </a:lnTo>
                    <a:lnTo>
                      <a:pt x="737" y="436"/>
                    </a:lnTo>
                    <a:lnTo>
                      <a:pt x="746" y="445"/>
                    </a:lnTo>
                    <a:lnTo>
                      <a:pt x="757" y="452"/>
                    </a:lnTo>
                    <a:lnTo>
                      <a:pt x="770" y="457"/>
                    </a:lnTo>
                    <a:lnTo>
                      <a:pt x="784" y="462"/>
                    </a:lnTo>
                    <a:lnTo>
                      <a:pt x="794" y="467"/>
                    </a:lnTo>
                    <a:lnTo>
                      <a:pt x="802" y="475"/>
                    </a:lnTo>
                    <a:lnTo>
                      <a:pt x="805" y="488"/>
                    </a:lnTo>
                    <a:lnTo>
                      <a:pt x="801" y="505"/>
                    </a:lnTo>
                    <a:lnTo>
                      <a:pt x="790" y="519"/>
                    </a:lnTo>
                    <a:lnTo>
                      <a:pt x="779" y="535"/>
                    </a:lnTo>
                    <a:lnTo>
                      <a:pt x="774" y="551"/>
                    </a:lnTo>
                    <a:lnTo>
                      <a:pt x="774" y="570"/>
                    </a:lnTo>
                    <a:lnTo>
                      <a:pt x="782" y="579"/>
                    </a:lnTo>
                    <a:lnTo>
                      <a:pt x="785" y="592"/>
                    </a:lnTo>
                    <a:lnTo>
                      <a:pt x="784" y="604"/>
                    </a:lnTo>
                    <a:lnTo>
                      <a:pt x="783" y="617"/>
                    </a:lnTo>
                    <a:lnTo>
                      <a:pt x="775" y="645"/>
                    </a:lnTo>
                    <a:lnTo>
                      <a:pt x="769" y="672"/>
                    </a:lnTo>
                    <a:lnTo>
                      <a:pt x="768" y="701"/>
                    </a:lnTo>
                    <a:lnTo>
                      <a:pt x="770" y="731"/>
                    </a:lnTo>
                    <a:lnTo>
                      <a:pt x="774" y="737"/>
                    </a:lnTo>
                    <a:lnTo>
                      <a:pt x="777" y="742"/>
                    </a:lnTo>
                    <a:lnTo>
                      <a:pt x="782" y="745"/>
                    </a:lnTo>
                    <a:lnTo>
                      <a:pt x="787" y="748"/>
                    </a:lnTo>
                    <a:lnTo>
                      <a:pt x="792" y="752"/>
                    </a:lnTo>
                    <a:lnTo>
                      <a:pt x="797" y="754"/>
                    </a:lnTo>
                    <a:lnTo>
                      <a:pt x="802" y="758"/>
                    </a:lnTo>
                    <a:lnTo>
                      <a:pt x="807" y="760"/>
                    </a:lnTo>
                    <a:lnTo>
                      <a:pt x="815" y="760"/>
                    </a:lnTo>
                    <a:lnTo>
                      <a:pt x="822" y="760"/>
                    </a:lnTo>
                    <a:lnTo>
                      <a:pt x="829" y="759"/>
                    </a:lnTo>
                    <a:lnTo>
                      <a:pt x="836" y="758"/>
                    </a:lnTo>
                    <a:lnTo>
                      <a:pt x="842" y="757"/>
                    </a:lnTo>
                    <a:lnTo>
                      <a:pt x="847" y="753"/>
                    </a:lnTo>
                    <a:lnTo>
                      <a:pt x="853" y="750"/>
                    </a:lnTo>
                    <a:lnTo>
                      <a:pt x="859" y="745"/>
                    </a:lnTo>
                    <a:lnTo>
                      <a:pt x="867" y="734"/>
                    </a:lnTo>
                    <a:lnTo>
                      <a:pt x="875" y="722"/>
                    </a:lnTo>
                    <a:lnTo>
                      <a:pt x="881" y="709"/>
                    </a:lnTo>
                    <a:lnTo>
                      <a:pt x="886" y="695"/>
                    </a:lnTo>
                    <a:lnTo>
                      <a:pt x="893" y="684"/>
                    </a:lnTo>
                    <a:lnTo>
                      <a:pt x="900" y="671"/>
                    </a:lnTo>
                    <a:lnTo>
                      <a:pt x="911" y="661"/>
                    </a:lnTo>
                    <a:lnTo>
                      <a:pt x="922" y="651"/>
                    </a:lnTo>
                    <a:lnTo>
                      <a:pt x="936" y="595"/>
                    </a:lnTo>
                    <a:lnTo>
                      <a:pt x="937" y="610"/>
                    </a:lnTo>
                    <a:lnTo>
                      <a:pt x="934" y="629"/>
                    </a:lnTo>
                    <a:lnTo>
                      <a:pt x="936" y="647"/>
                    </a:lnTo>
                    <a:lnTo>
                      <a:pt x="951" y="659"/>
                    </a:lnTo>
                    <a:lnTo>
                      <a:pt x="981" y="661"/>
                    </a:lnTo>
                    <a:lnTo>
                      <a:pt x="953" y="701"/>
                    </a:lnTo>
                    <a:lnTo>
                      <a:pt x="944" y="700"/>
                    </a:lnTo>
                    <a:lnTo>
                      <a:pt x="935" y="700"/>
                    </a:lnTo>
                    <a:lnTo>
                      <a:pt x="926" y="702"/>
                    </a:lnTo>
                    <a:lnTo>
                      <a:pt x="916" y="705"/>
                    </a:lnTo>
                    <a:lnTo>
                      <a:pt x="908" y="709"/>
                    </a:lnTo>
                    <a:lnTo>
                      <a:pt x="900" y="715"/>
                    </a:lnTo>
                    <a:lnTo>
                      <a:pt x="895" y="722"/>
                    </a:lnTo>
                    <a:lnTo>
                      <a:pt x="890" y="731"/>
                    </a:lnTo>
                    <a:lnTo>
                      <a:pt x="884" y="743"/>
                    </a:lnTo>
                    <a:lnTo>
                      <a:pt x="878" y="754"/>
                    </a:lnTo>
                    <a:lnTo>
                      <a:pt x="871" y="765"/>
                    </a:lnTo>
                    <a:lnTo>
                      <a:pt x="860" y="769"/>
                    </a:lnTo>
                    <a:lnTo>
                      <a:pt x="845" y="770"/>
                    </a:lnTo>
                    <a:lnTo>
                      <a:pt x="830" y="770"/>
                    </a:lnTo>
                    <a:lnTo>
                      <a:pt x="814" y="772"/>
                    </a:lnTo>
                    <a:lnTo>
                      <a:pt x="798" y="774"/>
                    </a:lnTo>
                    <a:lnTo>
                      <a:pt x="784" y="778"/>
                    </a:lnTo>
                    <a:lnTo>
                      <a:pt x="770" y="787"/>
                    </a:lnTo>
                    <a:lnTo>
                      <a:pt x="760" y="798"/>
                    </a:lnTo>
                    <a:lnTo>
                      <a:pt x="752" y="813"/>
                    </a:lnTo>
                    <a:lnTo>
                      <a:pt x="747" y="833"/>
                    </a:lnTo>
                    <a:lnTo>
                      <a:pt x="747" y="853"/>
                    </a:lnTo>
                    <a:lnTo>
                      <a:pt x="746" y="873"/>
                    </a:lnTo>
                    <a:lnTo>
                      <a:pt x="737" y="890"/>
                    </a:lnTo>
                    <a:lnTo>
                      <a:pt x="738" y="909"/>
                    </a:lnTo>
                    <a:lnTo>
                      <a:pt x="744" y="925"/>
                    </a:lnTo>
                    <a:lnTo>
                      <a:pt x="753" y="940"/>
                    </a:lnTo>
                    <a:lnTo>
                      <a:pt x="763" y="954"/>
                    </a:lnTo>
                    <a:lnTo>
                      <a:pt x="756" y="958"/>
                    </a:lnTo>
                    <a:lnTo>
                      <a:pt x="749" y="960"/>
                    </a:lnTo>
                    <a:lnTo>
                      <a:pt x="741" y="963"/>
                    </a:lnTo>
                    <a:lnTo>
                      <a:pt x="733" y="965"/>
                    </a:lnTo>
                    <a:lnTo>
                      <a:pt x="732" y="944"/>
                    </a:lnTo>
                    <a:lnTo>
                      <a:pt x="730" y="925"/>
                    </a:lnTo>
                    <a:lnTo>
                      <a:pt x="726" y="905"/>
                    </a:lnTo>
                    <a:lnTo>
                      <a:pt x="722" y="887"/>
                    </a:lnTo>
                    <a:lnTo>
                      <a:pt x="715" y="868"/>
                    </a:lnTo>
                    <a:lnTo>
                      <a:pt x="706" y="850"/>
                    </a:lnTo>
                    <a:lnTo>
                      <a:pt x="696" y="833"/>
                    </a:lnTo>
                    <a:lnTo>
                      <a:pt x="685" y="816"/>
                    </a:lnTo>
                    <a:lnTo>
                      <a:pt x="669" y="806"/>
                    </a:lnTo>
                    <a:lnTo>
                      <a:pt x="654" y="795"/>
                    </a:lnTo>
                    <a:lnTo>
                      <a:pt x="638" y="784"/>
                    </a:lnTo>
                    <a:lnTo>
                      <a:pt x="620" y="774"/>
                    </a:lnTo>
                    <a:lnTo>
                      <a:pt x="603" y="766"/>
                    </a:lnTo>
                    <a:lnTo>
                      <a:pt x="586" y="762"/>
                    </a:lnTo>
                    <a:lnTo>
                      <a:pt x="566" y="763"/>
                    </a:lnTo>
                    <a:lnTo>
                      <a:pt x="546" y="770"/>
                    </a:lnTo>
                    <a:lnTo>
                      <a:pt x="538" y="775"/>
                    </a:lnTo>
                    <a:lnTo>
                      <a:pt x="532" y="782"/>
                    </a:lnTo>
                    <a:lnTo>
                      <a:pt x="526" y="791"/>
                    </a:lnTo>
                    <a:lnTo>
                      <a:pt x="522" y="800"/>
                    </a:lnTo>
                    <a:lnTo>
                      <a:pt x="514" y="810"/>
                    </a:lnTo>
                    <a:lnTo>
                      <a:pt x="506" y="820"/>
                    </a:lnTo>
                    <a:lnTo>
                      <a:pt x="498" y="830"/>
                    </a:lnTo>
                    <a:lnTo>
                      <a:pt x="490" y="841"/>
                    </a:lnTo>
                    <a:lnTo>
                      <a:pt x="484" y="852"/>
                    </a:lnTo>
                    <a:lnTo>
                      <a:pt x="478" y="864"/>
                    </a:lnTo>
                    <a:lnTo>
                      <a:pt x="476" y="876"/>
                    </a:lnTo>
                    <a:lnTo>
                      <a:pt x="475" y="889"/>
                    </a:lnTo>
                    <a:lnTo>
                      <a:pt x="491" y="906"/>
                    </a:lnTo>
                    <a:lnTo>
                      <a:pt x="497" y="929"/>
                    </a:lnTo>
                    <a:lnTo>
                      <a:pt x="499" y="954"/>
                    </a:lnTo>
                    <a:lnTo>
                      <a:pt x="508" y="975"/>
                    </a:lnTo>
                    <a:lnTo>
                      <a:pt x="514" y="981"/>
                    </a:lnTo>
                    <a:lnTo>
                      <a:pt x="520" y="986"/>
                    </a:lnTo>
                    <a:lnTo>
                      <a:pt x="527" y="989"/>
                    </a:lnTo>
                    <a:lnTo>
                      <a:pt x="534" y="992"/>
                    </a:lnTo>
                    <a:lnTo>
                      <a:pt x="542" y="994"/>
                    </a:lnTo>
                    <a:lnTo>
                      <a:pt x="549" y="995"/>
                    </a:lnTo>
                    <a:lnTo>
                      <a:pt x="557" y="996"/>
                    </a:lnTo>
                    <a:lnTo>
                      <a:pt x="564" y="997"/>
                    </a:lnTo>
                    <a:lnTo>
                      <a:pt x="552" y="1004"/>
                    </a:lnTo>
                    <a:lnTo>
                      <a:pt x="541" y="1011"/>
                    </a:lnTo>
                    <a:lnTo>
                      <a:pt x="529" y="1017"/>
                    </a:lnTo>
                    <a:lnTo>
                      <a:pt x="518" y="1024"/>
                    </a:lnTo>
                    <a:lnTo>
                      <a:pt x="506" y="1030"/>
                    </a:lnTo>
                    <a:lnTo>
                      <a:pt x="495" y="1035"/>
                    </a:lnTo>
                    <a:lnTo>
                      <a:pt x="483" y="1041"/>
                    </a:lnTo>
                    <a:lnTo>
                      <a:pt x="472" y="1047"/>
                    </a:lnTo>
                    <a:lnTo>
                      <a:pt x="459" y="1053"/>
                    </a:lnTo>
                    <a:lnTo>
                      <a:pt x="447" y="1057"/>
                    </a:lnTo>
                    <a:lnTo>
                      <a:pt x="435" y="1063"/>
                    </a:lnTo>
                    <a:lnTo>
                      <a:pt x="423" y="1069"/>
                    </a:lnTo>
                    <a:lnTo>
                      <a:pt x="411" y="1073"/>
                    </a:lnTo>
                    <a:lnTo>
                      <a:pt x="399" y="1079"/>
                    </a:lnTo>
                    <a:lnTo>
                      <a:pt x="386" y="1084"/>
                    </a:lnTo>
                    <a:lnTo>
                      <a:pt x="375" y="1090"/>
                    </a:lnTo>
                    <a:lnTo>
                      <a:pt x="364" y="1091"/>
                    </a:lnTo>
                    <a:lnTo>
                      <a:pt x="354" y="1093"/>
                    </a:lnTo>
                    <a:lnTo>
                      <a:pt x="343" y="1094"/>
                    </a:lnTo>
                    <a:lnTo>
                      <a:pt x="332" y="1095"/>
                    </a:lnTo>
                    <a:lnTo>
                      <a:pt x="321" y="1098"/>
                    </a:lnTo>
                    <a:lnTo>
                      <a:pt x="310" y="1099"/>
                    </a:lnTo>
                    <a:lnTo>
                      <a:pt x="300" y="1099"/>
                    </a:lnTo>
                    <a:lnTo>
                      <a:pt x="291" y="1100"/>
                    </a:lnTo>
                    <a:lnTo>
                      <a:pt x="285" y="1094"/>
                    </a:lnTo>
                    <a:lnTo>
                      <a:pt x="278" y="1091"/>
                    </a:lnTo>
                    <a:lnTo>
                      <a:pt x="270" y="1087"/>
                    </a:lnTo>
                    <a:lnTo>
                      <a:pt x="262" y="1086"/>
                    </a:lnTo>
                    <a:lnTo>
                      <a:pt x="257" y="1079"/>
                    </a:lnTo>
                    <a:lnTo>
                      <a:pt x="251" y="1075"/>
                    </a:lnTo>
                    <a:lnTo>
                      <a:pt x="245" y="1070"/>
                    </a:lnTo>
                    <a:lnTo>
                      <a:pt x="238" y="1068"/>
                    </a:lnTo>
                    <a:lnTo>
                      <a:pt x="230" y="1065"/>
                    </a:lnTo>
                    <a:lnTo>
                      <a:pt x="221" y="1065"/>
                    </a:lnTo>
                    <a:lnTo>
                      <a:pt x="213" y="1066"/>
                    </a:lnTo>
                    <a:lnTo>
                      <a:pt x="205" y="1068"/>
                    </a:lnTo>
                    <a:lnTo>
                      <a:pt x="200" y="1070"/>
                    </a:lnTo>
                    <a:lnTo>
                      <a:pt x="194" y="1072"/>
                    </a:lnTo>
                    <a:lnTo>
                      <a:pt x="188" y="1076"/>
                    </a:lnTo>
                    <a:lnTo>
                      <a:pt x="183" y="1080"/>
                    </a:lnTo>
                    <a:lnTo>
                      <a:pt x="178" y="1085"/>
                    </a:lnTo>
                    <a:lnTo>
                      <a:pt x="174" y="1090"/>
                    </a:lnTo>
                    <a:lnTo>
                      <a:pt x="171" y="1094"/>
                    </a:lnTo>
                    <a:lnTo>
                      <a:pt x="167" y="1100"/>
                    </a:lnTo>
                    <a:lnTo>
                      <a:pt x="98" y="1129"/>
                    </a:lnTo>
                    <a:lnTo>
                      <a:pt x="84" y="1121"/>
                    </a:lnTo>
                    <a:lnTo>
                      <a:pt x="73" y="1109"/>
                    </a:lnTo>
                    <a:lnTo>
                      <a:pt x="64" y="1098"/>
                    </a:lnTo>
                    <a:lnTo>
                      <a:pt x="54" y="1084"/>
                    </a:lnTo>
                    <a:lnTo>
                      <a:pt x="45" y="1070"/>
                    </a:lnTo>
                    <a:lnTo>
                      <a:pt x="36" y="1056"/>
                    </a:lnTo>
                    <a:lnTo>
                      <a:pt x="26" y="1043"/>
                    </a:lnTo>
                    <a:lnTo>
                      <a:pt x="13" y="1032"/>
                    </a:lnTo>
                    <a:lnTo>
                      <a:pt x="20" y="1019"/>
                    </a:lnTo>
                    <a:lnTo>
                      <a:pt x="26" y="1007"/>
                    </a:lnTo>
                    <a:lnTo>
                      <a:pt x="29" y="992"/>
                    </a:lnTo>
                    <a:lnTo>
                      <a:pt x="31" y="978"/>
                    </a:lnTo>
                    <a:lnTo>
                      <a:pt x="35" y="963"/>
                    </a:lnTo>
                    <a:lnTo>
                      <a:pt x="39" y="949"/>
                    </a:lnTo>
                    <a:lnTo>
                      <a:pt x="46" y="935"/>
                    </a:lnTo>
                    <a:lnTo>
                      <a:pt x="56" y="924"/>
                    </a:lnTo>
                    <a:lnTo>
                      <a:pt x="58" y="913"/>
                    </a:lnTo>
                    <a:lnTo>
                      <a:pt x="57" y="903"/>
                    </a:lnTo>
                    <a:lnTo>
                      <a:pt x="51" y="894"/>
                    </a:lnTo>
                    <a:lnTo>
                      <a:pt x="41" y="889"/>
                    </a:lnTo>
                    <a:lnTo>
                      <a:pt x="31" y="884"/>
                    </a:lnTo>
                    <a:lnTo>
                      <a:pt x="23" y="879"/>
                    </a:lnTo>
                    <a:lnTo>
                      <a:pt x="18" y="872"/>
                    </a:lnTo>
                    <a:lnTo>
                      <a:pt x="15" y="861"/>
                    </a:lnTo>
                    <a:lnTo>
                      <a:pt x="24" y="852"/>
                    </a:lnTo>
                    <a:lnTo>
                      <a:pt x="34" y="842"/>
                    </a:lnTo>
                    <a:lnTo>
                      <a:pt x="42" y="831"/>
                    </a:lnTo>
                    <a:lnTo>
                      <a:pt x="49" y="820"/>
                    </a:lnTo>
                    <a:lnTo>
                      <a:pt x="54" y="810"/>
                    </a:lnTo>
                    <a:lnTo>
                      <a:pt x="57" y="797"/>
                    </a:lnTo>
                    <a:lnTo>
                      <a:pt x="57" y="785"/>
                    </a:lnTo>
                    <a:lnTo>
                      <a:pt x="53" y="773"/>
                    </a:lnTo>
                    <a:lnTo>
                      <a:pt x="49" y="768"/>
                    </a:lnTo>
                    <a:lnTo>
                      <a:pt x="44" y="765"/>
                    </a:lnTo>
                    <a:lnTo>
                      <a:pt x="39" y="761"/>
                    </a:lnTo>
                    <a:lnTo>
                      <a:pt x="34" y="760"/>
                    </a:lnTo>
                    <a:lnTo>
                      <a:pt x="28" y="760"/>
                    </a:lnTo>
                    <a:lnTo>
                      <a:pt x="22" y="761"/>
                    </a:lnTo>
                    <a:lnTo>
                      <a:pt x="16" y="762"/>
                    </a:lnTo>
                    <a:lnTo>
                      <a:pt x="11" y="765"/>
                    </a:lnTo>
                    <a:lnTo>
                      <a:pt x="0" y="770"/>
                    </a:lnTo>
                    <a:lnTo>
                      <a:pt x="3" y="761"/>
                    </a:lnTo>
                    <a:lnTo>
                      <a:pt x="9" y="750"/>
                    </a:lnTo>
                    <a:lnTo>
                      <a:pt x="19" y="739"/>
                    </a:lnTo>
                    <a:lnTo>
                      <a:pt x="31" y="732"/>
                    </a:lnTo>
                    <a:lnTo>
                      <a:pt x="44" y="731"/>
                    </a:lnTo>
                    <a:lnTo>
                      <a:pt x="58" y="730"/>
                    </a:lnTo>
                    <a:lnTo>
                      <a:pt x="72" y="728"/>
                    </a:lnTo>
                    <a:lnTo>
                      <a:pt x="84" y="725"/>
                    </a:lnTo>
                    <a:lnTo>
                      <a:pt x="96" y="721"/>
                    </a:lnTo>
                    <a:lnTo>
                      <a:pt x="107" y="715"/>
                    </a:lnTo>
                    <a:lnTo>
                      <a:pt x="115" y="705"/>
                    </a:lnTo>
                    <a:lnTo>
                      <a:pt x="122" y="692"/>
                    </a:lnTo>
                    <a:lnTo>
                      <a:pt x="125" y="685"/>
                    </a:lnTo>
                    <a:lnTo>
                      <a:pt x="127" y="677"/>
                    </a:lnTo>
                    <a:lnTo>
                      <a:pt x="129" y="670"/>
                    </a:lnTo>
                    <a:lnTo>
                      <a:pt x="133" y="663"/>
                    </a:lnTo>
                    <a:lnTo>
                      <a:pt x="137" y="656"/>
                    </a:lnTo>
                    <a:lnTo>
                      <a:pt x="143" y="651"/>
                    </a:lnTo>
                    <a:lnTo>
                      <a:pt x="149" y="646"/>
                    </a:lnTo>
                    <a:lnTo>
                      <a:pt x="157" y="643"/>
                    </a:lnTo>
                    <a:lnTo>
                      <a:pt x="167" y="644"/>
                    </a:lnTo>
                    <a:lnTo>
                      <a:pt x="178" y="644"/>
                    </a:lnTo>
                    <a:lnTo>
                      <a:pt x="188" y="643"/>
                    </a:lnTo>
                    <a:lnTo>
                      <a:pt x="197" y="639"/>
                    </a:lnTo>
                    <a:lnTo>
                      <a:pt x="207" y="636"/>
                    </a:lnTo>
                    <a:lnTo>
                      <a:pt x="216" y="629"/>
                    </a:lnTo>
                    <a:lnTo>
                      <a:pt x="224" y="622"/>
                    </a:lnTo>
                    <a:lnTo>
                      <a:pt x="231" y="613"/>
                    </a:lnTo>
                    <a:lnTo>
                      <a:pt x="240" y="611"/>
                    </a:lnTo>
                    <a:lnTo>
                      <a:pt x="246" y="615"/>
                    </a:lnTo>
                    <a:lnTo>
                      <a:pt x="251" y="619"/>
                    </a:lnTo>
                    <a:lnTo>
                      <a:pt x="256" y="625"/>
                    </a:lnTo>
                    <a:lnTo>
                      <a:pt x="261" y="632"/>
                    </a:lnTo>
                    <a:lnTo>
                      <a:pt x="265" y="638"/>
                    </a:lnTo>
                    <a:lnTo>
                      <a:pt x="271" y="641"/>
                    </a:lnTo>
                    <a:lnTo>
                      <a:pt x="279" y="643"/>
                    </a:lnTo>
                    <a:lnTo>
                      <a:pt x="285" y="645"/>
                    </a:lnTo>
                    <a:lnTo>
                      <a:pt x="289" y="645"/>
                    </a:lnTo>
                    <a:lnTo>
                      <a:pt x="295" y="644"/>
                    </a:lnTo>
                    <a:lnTo>
                      <a:pt x="300" y="641"/>
                    </a:lnTo>
                    <a:lnTo>
                      <a:pt x="304" y="638"/>
                    </a:lnTo>
                    <a:lnTo>
                      <a:pt x="308" y="634"/>
                    </a:lnTo>
                    <a:lnTo>
                      <a:pt x="311" y="630"/>
                    </a:lnTo>
                    <a:lnTo>
                      <a:pt x="315" y="625"/>
                    </a:lnTo>
                    <a:lnTo>
                      <a:pt x="314" y="617"/>
                    </a:lnTo>
                    <a:lnTo>
                      <a:pt x="311" y="610"/>
                    </a:lnTo>
                    <a:lnTo>
                      <a:pt x="308" y="603"/>
                    </a:lnTo>
                    <a:lnTo>
                      <a:pt x="304" y="598"/>
                    </a:lnTo>
                    <a:lnTo>
                      <a:pt x="299" y="591"/>
                    </a:lnTo>
                    <a:lnTo>
                      <a:pt x="293" y="586"/>
                    </a:lnTo>
                    <a:lnTo>
                      <a:pt x="287" y="581"/>
                    </a:lnTo>
                    <a:lnTo>
                      <a:pt x="280" y="577"/>
                    </a:lnTo>
                    <a:lnTo>
                      <a:pt x="280" y="569"/>
                    </a:lnTo>
                    <a:lnTo>
                      <a:pt x="285" y="560"/>
                    </a:lnTo>
                    <a:lnTo>
                      <a:pt x="287" y="550"/>
                    </a:lnTo>
                    <a:lnTo>
                      <a:pt x="285" y="541"/>
                    </a:lnTo>
                    <a:lnTo>
                      <a:pt x="278" y="532"/>
                    </a:lnTo>
                    <a:lnTo>
                      <a:pt x="270" y="526"/>
                    </a:lnTo>
                    <a:lnTo>
                      <a:pt x="260" y="523"/>
                    </a:lnTo>
                    <a:lnTo>
                      <a:pt x="250" y="520"/>
                    </a:lnTo>
                    <a:lnTo>
                      <a:pt x="240" y="518"/>
                    </a:lnTo>
                    <a:lnTo>
                      <a:pt x="231" y="515"/>
                    </a:lnTo>
                    <a:lnTo>
                      <a:pt x="223" y="509"/>
                    </a:lnTo>
                    <a:lnTo>
                      <a:pt x="217" y="500"/>
                    </a:lnTo>
                    <a:lnTo>
                      <a:pt x="209" y="482"/>
                    </a:lnTo>
                    <a:lnTo>
                      <a:pt x="202" y="465"/>
                    </a:lnTo>
                    <a:lnTo>
                      <a:pt x="195" y="448"/>
                    </a:lnTo>
                    <a:lnTo>
                      <a:pt x="188" y="431"/>
                    </a:lnTo>
                    <a:lnTo>
                      <a:pt x="179" y="414"/>
                    </a:lnTo>
                    <a:lnTo>
                      <a:pt x="170" y="399"/>
                    </a:lnTo>
                    <a:lnTo>
                      <a:pt x="157" y="386"/>
                    </a:lnTo>
                    <a:lnTo>
                      <a:pt x="142" y="373"/>
                    </a:lnTo>
                    <a:lnTo>
                      <a:pt x="136" y="372"/>
                    </a:lnTo>
                    <a:lnTo>
                      <a:pt x="130" y="372"/>
                    </a:lnTo>
                    <a:lnTo>
                      <a:pt x="126" y="373"/>
                    </a:lnTo>
                    <a:lnTo>
                      <a:pt x="120" y="375"/>
                    </a:lnTo>
                    <a:lnTo>
                      <a:pt x="117" y="378"/>
                    </a:lnTo>
                    <a:lnTo>
                      <a:pt x="112" y="381"/>
                    </a:lnTo>
                    <a:lnTo>
                      <a:pt x="109" y="384"/>
                    </a:lnTo>
                    <a:lnTo>
                      <a:pt x="105" y="389"/>
                    </a:lnTo>
                    <a:lnTo>
                      <a:pt x="102" y="406"/>
                    </a:lnTo>
                    <a:lnTo>
                      <a:pt x="99" y="424"/>
                    </a:lnTo>
                    <a:lnTo>
                      <a:pt x="96" y="440"/>
                    </a:lnTo>
                    <a:lnTo>
                      <a:pt x="87" y="455"/>
                    </a:lnTo>
                    <a:lnTo>
                      <a:pt x="79" y="455"/>
                    </a:lnTo>
                    <a:lnTo>
                      <a:pt x="72" y="458"/>
                    </a:lnTo>
                    <a:lnTo>
                      <a:pt x="65" y="464"/>
                    </a:lnTo>
                    <a:lnTo>
                      <a:pt x="56" y="470"/>
                    </a:lnTo>
                    <a:lnTo>
                      <a:pt x="59" y="449"/>
                    </a:lnTo>
                    <a:lnTo>
                      <a:pt x="58" y="428"/>
                    </a:lnTo>
                    <a:lnTo>
                      <a:pt x="50" y="409"/>
                    </a:lnTo>
                    <a:lnTo>
                      <a:pt x="38" y="391"/>
                    </a:lnTo>
                    <a:lnTo>
                      <a:pt x="42" y="382"/>
                    </a:lnTo>
                    <a:lnTo>
                      <a:pt x="46" y="372"/>
                    </a:lnTo>
                    <a:lnTo>
                      <a:pt x="51" y="363"/>
                    </a:lnTo>
                    <a:lnTo>
                      <a:pt x="58" y="353"/>
                    </a:lnTo>
                    <a:lnTo>
                      <a:pt x="65" y="345"/>
                    </a:lnTo>
                    <a:lnTo>
                      <a:pt x="74" y="338"/>
                    </a:lnTo>
                    <a:lnTo>
                      <a:pt x="83" y="334"/>
                    </a:lnTo>
                    <a:lnTo>
                      <a:pt x="94" y="330"/>
                    </a:lnTo>
                    <a:lnTo>
                      <a:pt x="105" y="331"/>
                    </a:lnTo>
                    <a:lnTo>
                      <a:pt x="118" y="334"/>
                    </a:lnTo>
                    <a:lnTo>
                      <a:pt x="129" y="335"/>
                    </a:lnTo>
                    <a:lnTo>
                      <a:pt x="141" y="335"/>
                    </a:lnTo>
                    <a:lnTo>
                      <a:pt x="151" y="334"/>
                    </a:lnTo>
                    <a:lnTo>
                      <a:pt x="162" y="329"/>
                    </a:lnTo>
                    <a:lnTo>
                      <a:pt x="171" y="321"/>
                    </a:lnTo>
                    <a:lnTo>
                      <a:pt x="178" y="310"/>
                    </a:lnTo>
                    <a:lnTo>
                      <a:pt x="178" y="293"/>
                    </a:lnTo>
                    <a:lnTo>
                      <a:pt x="180" y="277"/>
                    </a:lnTo>
                    <a:lnTo>
                      <a:pt x="185" y="263"/>
                    </a:lnTo>
                    <a:lnTo>
                      <a:pt x="190" y="248"/>
                    </a:lnTo>
                    <a:lnTo>
                      <a:pt x="196" y="235"/>
                    </a:lnTo>
                    <a:lnTo>
                      <a:pt x="201" y="221"/>
                    </a:lnTo>
                    <a:lnTo>
                      <a:pt x="203" y="206"/>
                    </a:lnTo>
                    <a:lnTo>
                      <a:pt x="203" y="190"/>
                    </a:lnTo>
                    <a:lnTo>
                      <a:pt x="197" y="179"/>
                    </a:lnTo>
                    <a:lnTo>
                      <a:pt x="189" y="175"/>
                    </a:lnTo>
                    <a:lnTo>
                      <a:pt x="180" y="174"/>
                    </a:lnTo>
                    <a:lnTo>
                      <a:pt x="171" y="174"/>
                    </a:lnTo>
                    <a:lnTo>
                      <a:pt x="163" y="175"/>
                    </a:lnTo>
                    <a:lnTo>
                      <a:pt x="155" y="172"/>
                    </a:lnTo>
                    <a:lnTo>
                      <a:pt x="149" y="168"/>
                    </a:lnTo>
                    <a:lnTo>
                      <a:pt x="145" y="157"/>
                    </a:lnTo>
                    <a:lnTo>
                      <a:pt x="141" y="153"/>
                    </a:lnTo>
                    <a:lnTo>
                      <a:pt x="136" y="149"/>
                    </a:lnTo>
                    <a:lnTo>
                      <a:pt x="130" y="147"/>
                    </a:lnTo>
                    <a:lnTo>
                      <a:pt x="125" y="146"/>
                    </a:lnTo>
                    <a:lnTo>
                      <a:pt x="118" y="145"/>
                    </a:lnTo>
                    <a:lnTo>
                      <a:pt x="111" y="145"/>
                    </a:lnTo>
                    <a:lnTo>
                      <a:pt x="105" y="145"/>
                    </a:lnTo>
                    <a:lnTo>
                      <a:pt x="98" y="145"/>
                    </a:lnTo>
                    <a:lnTo>
                      <a:pt x="98" y="126"/>
                    </a:lnTo>
                    <a:lnTo>
                      <a:pt x="103" y="110"/>
                    </a:lnTo>
                    <a:lnTo>
                      <a:pt x="105" y="94"/>
                    </a:lnTo>
                    <a:lnTo>
                      <a:pt x="99" y="78"/>
                    </a:lnTo>
                    <a:lnTo>
                      <a:pt x="94" y="70"/>
                    </a:lnTo>
                    <a:lnTo>
                      <a:pt x="86" y="63"/>
                    </a:lnTo>
                    <a:lnTo>
                      <a:pt x="77" y="57"/>
                    </a:lnTo>
                    <a:lnTo>
                      <a:pt x="69" y="51"/>
                    </a:lnTo>
                    <a:lnTo>
                      <a:pt x="61" y="47"/>
                    </a:lnTo>
                    <a:lnTo>
                      <a:pt x="53" y="41"/>
                    </a:lnTo>
                    <a:lnTo>
                      <a:pt x="46" y="35"/>
                    </a:lnTo>
                    <a:lnTo>
                      <a:pt x="41" y="28"/>
                    </a:lnTo>
                    <a:lnTo>
                      <a:pt x="51" y="25"/>
                    </a:lnTo>
                    <a:lnTo>
                      <a:pt x="61" y="22"/>
                    </a:lnTo>
                    <a:lnTo>
                      <a:pt x="72" y="17"/>
                    </a:lnTo>
                    <a:lnTo>
                      <a:pt x="82" y="13"/>
                    </a:lnTo>
                    <a:lnTo>
                      <a:pt x="92" y="9"/>
                    </a:lnTo>
                    <a:lnTo>
                      <a:pt x="103" y="5"/>
                    </a:lnTo>
                    <a:lnTo>
                      <a:pt x="113" y="2"/>
                    </a:lnTo>
                    <a:lnTo>
                      <a:pt x="125" y="0"/>
                    </a:lnTo>
                    <a:lnTo>
                      <a:pt x="130" y="11"/>
                    </a:lnTo>
                    <a:lnTo>
                      <a:pt x="136" y="24"/>
                    </a:lnTo>
                    <a:lnTo>
                      <a:pt x="144" y="38"/>
                    </a:lnTo>
                    <a:lnTo>
                      <a:pt x="152" y="49"/>
                    </a:lnTo>
                    <a:lnTo>
                      <a:pt x="163" y="61"/>
                    </a:lnTo>
                    <a:lnTo>
                      <a:pt x="174" y="70"/>
                    </a:lnTo>
                    <a:lnTo>
                      <a:pt x="188" y="77"/>
                    </a:lnTo>
                    <a:lnTo>
                      <a:pt x="203" y="79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5" name="Freeform 9">
                <a:extLst>
                  <a:ext uri="{FF2B5EF4-FFF2-40B4-BE49-F238E27FC236}">
                    <a16:creationId xmlns:a16="http://schemas.microsoft.com/office/drawing/2014/main" id="{1637D52C-1317-7D43-B17D-370037F5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750"/>
                <a:ext cx="333" cy="429"/>
              </a:xfrm>
              <a:custGeom>
                <a:avLst/>
                <a:gdLst>
                  <a:gd name="T0" fmla="*/ 54 w 664"/>
                  <a:gd name="T1" fmla="*/ 3 h 858"/>
                  <a:gd name="T2" fmla="*/ 58 w 664"/>
                  <a:gd name="T3" fmla="*/ 6 h 858"/>
                  <a:gd name="T4" fmla="*/ 57 w 664"/>
                  <a:gd name="T5" fmla="*/ 14 h 858"/>
                  <a:gd name="T6" fmla="*/ 62 w 664"/>
                  <a:gd name="T7" fmla="*/ 17 h 858"/>
                  <a:gd name="T8" fmla="*/ 64 w 664"/>
                  <a:gd name="T9" fmla="*/ 19 h 858"/>
                  <a:gd name="T10" fmla="*/ 67 w 664"/>
                  <a:gd name="T11" fmla="*/ 20 h 858"/>
                  <a:gd name="T12" fmla="*/ 68 w 664"/>
                  <a:gd name="T13" fmla="*/ 26 h 858"/>
                  <a:gd name="T14" fmla="*/ 63 w 664"/>
                  <a:gd name="T15" fmla="*/ 34 h 858"/>
                  <a:gd name="T16" fmla="*/ 54 w 664"/>
                  <a:gd name="T17" fmla="*/ 36 h 858"/>
                  <a:gd name="T18" fmla="*/ 50 w 664"/>
                  <a:gd name="T19" fmla="*/ 41 h 858"/>
                  <a:gd name="T20" fmla="*/ 52 w 664"/>
                  <a:gd name="T21" fmla="*/ 48 h 858"/>
                  <a:gd name="T22" fmla="*/ 53 w 664"/>
                  <a:gd name="T23" fmla="*/ 57 h 858"/>
                  <a:gd name="T24" fmla="*/ 57 w 664"/>
                  <a:gd name="T25" fmla="*/ 56 h 858"/>
                  <a:gd name="T26" fmla="*/ 62 w 664"/>
                  <a:gd name="T27" fmla="*/ 53 h 858"/>
                  <a:gd name="T28" fmla="*/ 66 w 664"/>
                  <a:gd name="T29" fmla="*/ 46 h 858"/>
                  <a:gd name="T30" fmla="*/ 71 w 664"/>
                  <a:gd name="T31" fmla="*/ 55 h 858"/>
                  <a:gd name="T32" fmla="*/ 80 w 664"/>
                  <a:gd name="T33" fmla="*/ 63 h 858"/>
                  <a:gd name="T34" fmla="*/ 79 w 664"/>
                  <a:gd name="T35" fmla="*/ 69 h 858"/>
                  <a:gd name="T36" fmla="*/ 83 w 664"/>
                  <a:gd name="T37" fmla="*/ 71 h 858"/>
                  <a:gd name="T38" fmla="*/ 81 w 664"/>
                  <a:gd name="T39" fmla="*/ 72 h 858"/>
                  <a:gd name="T40" fmla="*/ 78 w 664"/>
                  <a:gd name="T41" fmla="*/ 69 h 858"/>
                  <a:gd name="T42" fmla="*/ 73 w 664"/>
                  <a:gd name="T43" fmla="*/ 71 h 858"/>
                  <a:gd name="T44" fmla="*/ 68 w 664"/>
                  <a:gd name="T45" fmla="*/ 73 h 858"/>
                  <a:gd name="T46" fmla="*/ 63 w 664"/>
                  <a:gd name="T47" fmla="*/ 74 h 858"/>
                  <a:gd name="T48" fmla="*/ 60 w 664"/>
                  <a:gd name="T49" fmla="*/ 81 h 858"/>
                  <a:gd name="T50" fmla="*/ 54 w 664"/>
                  <a:gd name="T51" fmla="*/ 84 h 858"/>
                  <a:gd name="T52" fmla="*/ 49 w 664"/>
                  <a:gd name="T53" fmla="*/ 85 h 858"/>
                  <a:gd name="T54" fmla="*/ 45 w 664"/>
                  <a:gd name="T55" fmla="*/ 90 h 858"/>
                  <a:gd name="T56" fmla="*/ 42 w 664"/>
                  <a:gd name="T57" fmla="*/ 95 h 858"/>
                  <a:gd name="T58" fmla="*/ 42 w 664"/>
                  <a:gd name="T59" fmla="*/ 96 h 858"/>
                  <a:gd name="T60" fmla="*/ 38 w 664"/>
                  <a:gd name="T61" fmla="*/ 95 h 858"/>
                  <a:gd name="T62" fmla="*/ 36 w 664"/>
                  <a:gd name="T63" fmla="*/ 88 h 858"/>
                  <a:gd name="T64" fmla="*/ 31 w 664"/>
                  <a:gd name="T65" fmla="*/ 85 h 858"/>
                  <a:gd name="T66" fmla="*/ 26 w 664"/>
                  <a:gd name="T67" fmla="*/ 81 h 858"/>
                  <a:gd name="T68" fmla="*/ 20 w 664"/>
                  <a:gd name="T69" fmla="*/ 80 h 858"/>
                  <a:gd name="T70" fmla="*/ 14 w 664"/>
                  <a:gd name="T71" fmla="*/ 86 h 858"/>
                  <a:gd name="T72" fmla="*/ 19 w 664"/>
                  <a:gd name="T73" fmla="*/ 93 h 858"/>
                  <a:gd name="T74" fmla="*/ 20 w 664"/>
                  <a:gd name="T75" fmla="*/ 99 h 858"/>
                  <a:gd name="T76" fmla="*/ 24 w 664"/>
                  <a:gd name="T77" fmla="*/ 104 h 858"/>
                  <a:gd name="T78" fmla="*/ 19 w 664"/>
                  <a:gd name="T79" fmla="*/ 106 h 858"/>
                  <a:gd name="T80" fmla="*/ 14 w 664"/>
                  <a:gd name="T81" fmla="*/ 101 h 858"/>
                  <a:gd name="T82" fmla="*/ 12 w 664"/>
                  <a:gd name="T83" fmla="*/ 96 h 858"/>
                  <a:gd name="T84" fmla="*/ 9 w 664"/>
                  <a:gd name="T85" fmla="*/ 90 h 858"/>
                  <a:gd name="T86" fmla="*/ 8 w 664"/>
                  <a:gd name="T87" fmla="*/ 71 h 858"/>
                  <a:gd name="T88" fmla="*/ 1 w 664"/>
                  <a:gd name="T89" fmla="*/ 59 h 858"/>
                  <a:gd name="T90" fmla="*/ 3 w 664"/>
                  <a:gd name="T91" fmla="*/ 53 h 858"/>
                  <a:gd name="T92" fmla="*/ 7 w 664"/>
                  <a:gd name="T93" fmla="*/ 51 h 858"/>
                  <a:gd name="T94" fmla="*/ 13 w 664"/>
                  <a:gd name="T95" fmla="*/ 46 h 858"/>
                  <a:gd name="T96" fmla="*/ 15 w 664"/>
                  <a:gd name="T97" fmla="*/ 35 h 858"/>
                  <a:gd name="T98" fmla="*/ 25 w 664"/>
                  <a:gd name="T99" fmla="*/ 29 h 858"/>
                  <a:gd name="T100" fmla="*/ 30 w 664"/>
                  <a:gd name="T101" fmla="*/ 14 h 858"/>
                  <a:gd name="T102" fmla="*/ 32 w 664"/>
                  <a:gd name="T103" fmla="*/ 11 h 858"/>
                  <a:gd name="T104" fmla="*/ 44 w 664"/>
                  <a:gd name="T105" fmla="*/ 3 h 858"/>
                  <a:gd name="T106" fmla="*/ 51 w 664"/>
                  <a:gd name="T107" fmla="*/ 2 h 85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64"/>
                  <a:gd name="T163" fmla="*/ 0 h 858"/>
                  <a:gd name="T164" fmla="*/ 664 w 664"/>
                  <a:gd name="T165" fmla="*/ 858 h 85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64" h="858">
                    <a:moveTo>
                      <a:pt x="410" y="19"/>
                    </a:moveTo>
                    <a:lnTo>
                      <a:pt x="414" y="19"/>
                    </a:lnTo>
                    <a:lnTo>
                      <a:pt x="420" y="21"/>
                    </a:lnTo>
                    <a:lnTo>
                      <a:pt x="425" y="22"/>
                    </a:lnTo>
                    <a:lnTo>
                      <a:pt x="429" y="24"/>
                    </a:lnTo>
                    <a:lnTo>
                      <a:pt x="435" y="26"/>
                    </a:lnTo>
                    <a:lnTo>
                      <a:pt x="440" y="30"/>
                    </a:lnTo>
                    <a:lnTo>
                      <a:pt x="444" y="32"/>
                    </a:lnTo>
                    <a:lnTo>
                      <a:pt x="449" y="36"/>
                    </a:lnTo>
                    <a:lnTo>
                      <a:pt x="456" y="47"/>
                    </a:lnTo>
                    <a:lnTo>
                      <a:pt x="457" y="60"/>
                    </a:lnTo>
                    <a:lnTo>
                      <a:pt x="455" y="72"/>
                    </a:lnTo>
                    <a:lnTo>
                      <a:pt x="451" y="85"/>
                    </a:lnTo>
                    <a:lnTo>
                      <a:pt x="449" y="98"/>
                    </a:lnTo>
                    <a:lnTo>
                      <a:pt x="450" y="109"/>
                    </a:lnTo>
                    <a:lnTo>
                      <a:pt x="456" y="118"/>
                    </a:lnTo>
                    <a:lnTo>
                      <a:pt x="470" y="127"/>
                    </a:lnTo>
                    <a:lnTo>
                      <a:pt x="475" y="129"/>
                    </a:lnTo>
                    <a:lnTo>
                      <a:pt x="482" y="130"/>
                    </a:lnTo>
                    <a:lnTo>
                      <a:pt x="489" y="129"/>
                    </a:lnTo>
                    <a:lnTo>
                      <a:pt x="496" y="129"/>
                    </a:lnTo>
                    <a:lnTo>
                      <a:pt x="502" y="130"/>
                    </a:lnTo>
                    <a:lnTo>
                      <a:pt x="507" y="132"/>
                    </a:lnTo>
                    <a:lnTo>
                      <a:pt x="509" y="137"/>
                    </a:lnTo>
                    <a:lnTo>
                      <a:pt x="508" y="146"/>
                    </a:lnTo>
                    <a:lnTo>
                      <a:pt x="512" y="151"/>
                    </a:lnTo>
                    <a:lnTo>
                      <a:pt x="517" y="155"/>
                    </a:lnTo>
                    <a:lnTo>
                      <a:pt x="523" y="158"/>
                    </a:lnTo>
                    <a:lnTo>
                      <a:pt x="530" y="158"/>
                    </a:lnTo>
                    <a:lnTo>
                      <a:pt x="535" y="159"/>
                    </a:lnTo>
                    <a:lnTo>
                      <a:pt x="542" y="158"/>
                    </a:lnTo>
                    <a:lnTo>
                      <a:pt x="548" y="158"/>
                    </a:lnTo>
                    <a:lnTo>
                      <a:pt x="554" y="156"/>
                    </a:lnTo>
                    <a:lnTo>
                      <a:pt x="548" y="180"/>
                    </a:lnTo>
                    <a:lnTo>
                      <a:pt x="541" y="204"/>
                    </a:lnTo>
                    <a:lnTo>
                      <a:pt x="534" y="229"/>
                    </a:lnTo>
                    <a:lnTo>
                      <a:pt x="532" y="256"/>
                    </a:lnTo>
                    <a:lnTo>
                      <a:pt x="522" y="267"/>
                    </a:lnTo>
                    <a:lnTo>
                      <a:pt x="509" y="272"/>
                    </a:lnTo>
                    <a:lnTo>
                      <a:pt x="496" y="272"/>
                    </a:lnTo>
                    <a:lnTo>
                      <a:pt x="482" y="269"/>
                    </a:lnTo>
                    <a:lnTo>
                      <a:pt x="469" y="266"/>
                    </a:lnTo>
                    <a:lnTo>
                      <a:pt x="455" y="266"/>
                    </a:lnTo>
                    <a:lnTo>
                      <a:pt x="442" y="271"/>
                    </a:lnTo>
                    <a:lnTo>
                      <a:pt x="431" y="281"/>
                    </a:lnTo>
                    <a:lnTo>
                      <a:pt x="422" y="289"/>
                    </a:lnTo>
                    <a:lnTo>
                      <a:pt x="416" y="297"/>
                    </a:lnTo>
                    <a:lnTo>
                      <a:pt x="407" y="305"/>
                    </a:lnTo>
                    <a:lnTo>
                      <a:pt x="401" y="314"/>
                    </a:lnTo>
                    <a:lnTo>
                      <a:pt x="396" y="324"/>
                    </a:lnTo>
                    <a:lnTo>
                      <a:pt x="391" y="333"/>
                    </a:lnTo>
                    <a:lnTo>
                      <a:pt x="390" y="343"/>
                    </a:lnTo>
                    <a:lnTo>
                      <a:pt x="391" y="355"/>
                    </a:lnTo>
                    <a:lnTo>
                      <a:pt x="404" y="366"/>
                    </a:lnTo>
                    <a:lnTo>
                      <a:pt x="409" y="380"/>
                    </a:lnTo>
                    <a:lnTo>
                      <a:pt x="410" y="395"/>
                    </a:lnTo>
                    <a:lnTo>
                      <a:pt x="407" y="410"/>
                    </a:lnTo>
                    <a:lnTo>
                      <a:pt x="406" y="425"/>
                    </a:lnTo>
                    <a:lnTo>
                      <a:pt x="409" y="439"/>
                    </a:lnTo>
                    <a:lnTo>
                      <a:pt x="416" y="451"/>
                    </a:lnTo>
                    <a:lnTo>
                      <a:pt x="431" y="461"/>
                    </a:lnTo>
                    <a:lnTo>
                      <a:pt x="437" y="458"/>
                    </a:lnTo>
                    <a:lnTo>
                      <a:pt x="443" y="455"/>
                    </a:lnTo>
                    <a:lnTo>
                      <a:pt x="449" y="450"/>
                    </a:lnTo>
                    <a:lnTo>
                      <a:pt x="454" y="445"/>
                    </a:lnTo>
                    <a:lnTo>
                      <a:pt x="458" y="440"/>
                    </a:lnTo>
                    <a:lnTo>
                      <a:pt x="463" y="436"/>
                    </a:lnTo>
                    <a:lnTo>
                      <a:pt x="470" y="435"/>
                    </a:lnTo>
                    <a:lnTo>
                      <a:pt x="479" y="436"/>
                    </a:lnTo>
                    <a:lnTo>
                      <a:pt x="490" y="418"/>
                    </a:lnTo>
                    <a:lnTo>
                      <a:pt x="496" y="396"/>
                    </a:lnTo>
                    <a:lnTo>
                      <a:pt x="502" y="375"/>
                    </a:lnTo>
                    <a:lnTo>
                      <a:pt x="512" y="357"/>
                    </a:lnTo>
                    <a:lnTo>
                      <a:pt x="520" y="362"/>
                    </a:lnTo>
                    <a:lnTo>
                      <a:pt x="527" y="368"/>
                    </a:lnTo>
                    <a:lnTo>
                      <a:pt x="533" y="375"/>
                    </a:lnTo>
                    <a:lnTo>
                      <a:pt x="538" y="383"/>
                    </a:lnTo>
                    <a:lnTo>
                      <a:pt x="545" y="402"/>
                    </a:lnTo>
                    <a:lnTo>
                      <a:pt x="552" y="421"/>
                    </a:lnTo>
                    <a:lnTo>
                      <a:pt x="560" y="441"/>
                    </a:lnTo>
                    <a:lnTo>
                      <a:pt x="569" y="459"/>
                    </a:lnTo>
                    <a:lnTo>
                      <a:pt x="580" y="477"/>
                    </a:lnTo>
                    <a:lnTo>
                      <a:pt x="595" y="491"/>
                    </a:lnTo>
                    <a:lnTo>
                      <a:pt x="613" y="500"/>
                    </a:lnTo>
                    <a:lnTo>
                      <a:pt x="635" y="504"/>
                    </a:lnTo>
                    <a:lnTo>
                      <a:pt x="635" y="512"/>
                    </a:lnTo>
                    <a:lnTo>
                      <a:pt x="631" y="522"/>
                    </a:lnTo>
                    <a:lnTo>
                      <a:pt x="628" y="530"/>
                    </a:lnTo>
                    <a:lnTo>
                      <a:pt x="626" y="540"/>
                    </a:lnTo>
                    <a:lnTo>
                      <a:pt x="631" y="546"/>
                    </a:lnTo>
                    <a:lnTo>
                      <a:pt x="637" y="551"/>
                    </a:lnTo>
                    <a:lnTo>
                      <a:pt x="643" y="553"/>
                    </a:lnTo>
                    <a:lnTo>
                      <a:pt x="650" y="556"/>
                    </a:lnTo>
                    <a:lnTo>
                      <a:pt x="654" y="560"/>
                    </a:lnTo>
                    <a:lnTo>
                      <a:pt x="660" y="564"/>
                    </a:lnTo>
                    <a:lnTo>
                      <a:pt x="663" y="570"/>
                    </a:lnTo>
                    <a:lnTo>
                      <a:pt x="664" y="578"/>
                    </a:lnTo>
                    <a:lnTo>
                      <a:pt x="658" y="579"/>
                    </a:lnTo>
                    <a:lnTo>
                      <a:pt x="651" y="578"/>
                    </a:lnTo>
                    <a:lnTo>
                      <a:pt x="645" y="575"/>
                    </a:lnTo>
                    <a:lnTo>
                      <a:pt x="640" y="569"/>
                    </a:lnTo>
                    <a:lnTo>
                      <a:pt x="635" y="563"/>
                    </a:lnTo>
                    <a:lnTo>
                      <a:pt x="630" y="557"/>
                    </a:lnTo>
                    <a:lnTo>
                      <a:pt x="624" y="553"/>
                    </a:lnTo>
                    <a:lnTo>
                      <a:pt x="617" y="551"/>
                    </a:lnTo>
                    <a:lnTo>
                      <a:pt x="608" y="548"/>
                    </a:lnTo>
                    <a:lnTo>
                      <a:pt x="599" y="548"/>
                    </a:lnTo>
                    <a:lnTo>
                      <a:pt x="592" y="552"/>
                    </a:lnTo>
                    <a:lnTo>
                      <a:pt x="585" y="556"/>
                    </a:lnTo>
                    <a:lnTo>
                      <a:pt x="578" y="562"/>
                    </a:lnTo>
                    <a:lnTo>
                      <a:pt x="571" y="569"/>
                    </a:lnTo>
                    <a:lnTo>
                      <a:pt x="564" y="575"/>
                    </a:lnTo>
                    <a:lnTo>
                      <a:pt x="557" y="579"/>
                    </a:lnTo>
                    <a:lnTo>
                      <a:pt x="549" y="578"/>
                    </a:lnTo>
                    <a:lnTo>
                      <a:pt x="540" y="578"/>
                    </a:lnTo>
                    <a:lnTo>
                      <a:pt x="532" y="578"/>
                    </a:lnTo>
                    <a:lnTo>
                      <a:pt x="524" y="579"/>
                    </a:lnTo>
                    <a:lnTo>
                      <a:pt x="516" y="583"/>
                    </a:lnTo>
                    <a:lnTo>
                      <a:pt x="509" y="586"/>
                    </a:lnTo>
                    <a:lnTo>
                      <a:pt x="502" y="591"/>
                    </a:lnTo>
                    <a:lnTo>
                      <a:pt x="495" y="597"/>
                    </a:lnTo>
                    <a:lnTo>
                      <a:pt x="488" y="606"/>
                    </a:lnTo>
                    <a:lnTo>
                      <a:pt x="482" y="617"/>
                    </a:lnTo>
                    <a:lnTo>
                      <a:pt x="479" y="630"/>
                    </a:lnTo>
                    <a:lnTo>
                      <a:pt x="474" y="642"/>
                    </a:lnTo>
                    <a:lnTo>
                      <a:pt x="469" y="652"/>
                    </a:lnTo>
                    <a:lnTo>
                      <a:pt x="461" y="661"/>
                    </a:lnTo>
                    <a:lnTo>
                      <a:pt x="450" y="666"/>
                    </a:lnTo>
                    <a:lnTo>
                      <a:pt x="436" y="667"/>
                    </a:lnTo>
                    <a:lnTo>
                      <a:pt x="427" y="667"/>
                    </a:lnTo>
                    <a:lnTo>
                      <a:pt x="418" y="668"/>
                    </a:lnTo>
                    <a:lnTo>
                      <a:pt x="409" y="669"/>
                    </a:lnTo>
                    <a:lnTo>
                      <a:pt x="401" y="671"/>
                    </a:lnTo>
                    <a:lnTo>
                      <a:pt x="393" y="675"/>
                    </a:lnTo>
                    <a:lnTo>
                      <a:pt x="384" y="678"/>
                    </a:lnTo>
                    <a:lnTo>
                      <a:pt x="376" y="682"/>
                    </a:lnTo>
                    <a:lnTo>
                      <a:pt x="369" y="688"/>
                    </a:lnTo>
                    <a:lnTo>
                      <a:pt x="364" y="696"/>
                    </a:lnTo>
                    <a:lnTo>
                      <a:pt x="358" y="704"/>
                    </a:lnTo>
                    <a:lnTo>
                      <a:pt x="353" y="713"/>
                    </a:lnTo>
                    <a:lnTo>
                      <a:pt x="350" y="721"/>
                    </a:lnTo>
                    <a:lnTo>
                      <a:pt x="345" y="730"/>
                    </a:lnTo>
                    <a:lnTo>
                      <a:pt x="342" y="739"/>
                    </a:lnTo>
                    <a:lnTo>
                      <a:pt x="337" y="748"/>
                    </a:lnTo>
                    <a:lnTo>
                      <a:pt x="333" y="757"/>
                    </a:lnTo>
                    <a:lnTo>
                      <a:pt x="334" y="759"/>
                    </a:lnTo>
                    <a:lnTo>
                      <a:pt x="335" y="761"/>
                    </a:lnTo>
                    <a:lnTo>
                      <a:pt x="336" y="765"/>
                    </a:lnTo>
                    <a:lnTo>
                      <a:pt x="336" y="767"/>
                    </a:lnTo>
                    <a:lnTo>
                      <a:pt x="329" y="768"/>
                    </a:lnTo>
                    <a:lnTo>
                      <a:pt x="323" y="768"/>
                    </a:lnTo>
                    <a:lnTo>
                      <a:pt x="318" y="767"/>
                    </a:lnTo>
                    <a:lnTo>
                      <a:pt x="313" y="764"/>
                    </a:lnTo>
                    <a:lnTo>
                      <a:pt x="308" y="760"/>
                    </a:lnTo>
                    <a:lnTo>
                      <a:pt x="304" y="756"/>
                    </a:lnTo>
                    <a:lnTo>
                      <a:pt x="300" y="751"/>
                    </a:lnTo>
                    <a:lnTo>
                      <a:pt x="297" y="745"/>
                    </a:lnTo>
                    <a:lnTo>
                      <a:pt x="296" y="728"/>
                    </a:lnTo>
                    <a:lnTo>
                      <a:pt x="292" y="712"/>
                    </a:lnTo>
                    <a:lnTo>
                      <a:pt x="286" y="698"/>
                    </a:lnTo>
                    <a:lnTo>
                      <a:pt x="276" y="685"/>
                    </a:lnTo>
                    <a:lnTo>
                      <a:pt x="269" y="678"/>
                    </a:lnTo>
                    <a:lnTo>
                      <a:pt x="260" y="675"/>
                    </a:lnTo>
                    <a:lnTo>
                      <a:pt x="251" y="674"/>
                    </a:lnTo>
                    <a:lnTo>
                      <a:pt x="242" y="673"/>
                    </a:lnTo>
                    <a:lnTo>
                      <a:pt x="232" y="671"/>
                    </a:lnTo>
                    <a:lnTo>
                      <a:pt x="224" y="668"/>
                    </a:lnTo>
                    <a:lnTo>
                      <a:pt x="217" y="662"/>
                    </a:lnTo>
                    <a:lnTo>
                      <a:pt x="213" y="653"/>
                    </a:lnTo>
                    <a:lnTo>
                      <a:pt x="205" y="646"/>
                    </a:lnTo>
                    <a:lnTo>
                      <a:pt x="195" y="642"/>
                    </a:lnTo>
                    <a:lnTo>
                      <a:pt x="186" y="638"/>
                    </a:lnTo>
                    <a:lnTo>
                      <a:pt x="176" y="636"/>
                    </a:lnTo>
                    <a:lnTo>
                      <a:pt x="165" y="635"/>
                    </a:lnTo>
                    <a:lnTo>
                      <a:pt x="155" y="635"/>
                    </a:lnTo>
                    <a:lnTo>
                      <a:pt x="145" y="633"/>
                    </a:lnTo>
                    <a:lnTo>
                      <a:pt x="136" y="632"/>
                    </a:lnTo>
                    <a:lnTo>
                      <a:pt x="122" y="647"/>
                    </a:lnTo>
                    <a:lnTo>
                      <a:pt x="115" y="666"/>
                    </a:lnTo>
                    <a:lnTo>
                      <a:pt x="112" y="684"/>
                    </a:lnTo>
                    <a:lnTo>
                      <a:pt x="115" y="704"/>
                    </a:lnTo>
                    <a:lnTo>
                      <a:pt x="122" y="713"/>
                    </a:lnTo>
                    <a:lnTo>
                      <a:pt x="129" y="721"/>
                    </a:lnTo>
                    <a:lnTo>
                      <a:pt x="137" y="729"/>
                    </a:lnTo>
                    <a:lnTo>
                      <a:pt x="145" y="737"/>
                    </a:lnTo>
                    <a:lnTo>
                      <a:pt x="150" y="745"/>
                    </a:lnTo>
                    <a:lnTo>
                      <a:pt x="154" y="754"/>
                    </a:lnTo>
                    <a:lnTo>
                      <a:pt x="155" y="765"/>
                    </a:lnTo>
                    <a:lnTo>
                      <a:pt x="152" y="777"/>
                    </a:lnTo>
                    <a:lnTo>
                      <a:pt x="156" y="788"/>
                    </a:lnTo>
                    <a:lnTo>
                      <a:pt x="163" y="797"/>
                    </a:lnTo>
                    <a:lnTo>
                      <a:pt x="172" y="805"/>
                    </a:lnTo>
                    <a:lnTo>
                      <a:pt x="180" y="812"/>
                    </a:lnTo>
                    <a:lnTo>
                      <a:pt x="186" y="820"/>
                    </a:lnTo>
                    <a:lnTo>
                      <a:pt x="189" y="828"/>
                    </a:lnTo>
                    <a:lnTo>
                      <a:pt x="184" y="837"/>
                    </a:lnTo>
                    <a:lnTo>
                      <a:pt x="174" y="848"/>
                    </a:lnTo>
                    <a:lnTo>
                      <a:pt x="170" y="858"/>
                    </a:lnTo>
                    <a:lnTo>
                      <a:pt x="161" y="850"/>
                    </a:lnTo>
                    <a:lnTo>
                      <a:pt x="149" y="843"/>
                    </a:lnTo>
                    <a:lnTo>
                      <a:pt x="139" y="837"/>
                    </a:lnTo>
                    <a:lnTo>
                      <a:pt x="129" y="830"/>
                    </a:lnTo>
                    <a:lnTo>
                      <a:pt x="119" y="822"/>
                    </a:lnTo>
                    <a:lnTo>
                      <a:pt x="112" y="813"/>
                    </a:lnTo>
                    <a:lnTo>
                      <a:pt x="108" y="802"/>
                    </a:lnTo>
                    <a:lnTo>
                      <a:pt x="108" y="787"/>
                    </a:lnTo>
                    <a:lnTo>
                      <a:pt x="104" y="781"/>
                    </a:lnTo>
                    <a:lnTo>
                      <a:pt x="100" y="775"/>
                    </a:lnTo>
                    <a:lnTo>
                      <a:pt x="95" y="771"/>
                    </a:lnTo>
                    <a:lnTo>
                      <a:pt x="89" y="766"/>
                    </a:lnTo>
                    <a:lnTo>
                      <a:pt x="85" y="761"/>
                    </a:lnTo>
                    <a:lnTo>
                      <a:pt x="79" y="757"/>
                    </a:lnTo>
                    <a:lnTo>
                      <a:pt x="73" y="752"/>
                    </a:lnTo>
                    <a:lnTo>
                      <a:pt x="68" y="749"/>
                    </a:lnTo>
                    <a:lnTo>
                      <a:pt x="66" y="719"/>
                    </a:lnTo>
                    <a:lnTo>
                      <a:pt x="69" y="686"/>
                    </a:lnTo>
                    <a:lnTo>
                      <a:pt x="71" y="654"/>
                    </a:lnTo>
                    <a:lnTo>
                      <a:pt x="71" y="622"/>
                    </a:lnTo>
                    <a:lnTo>
                      <a:pt x="68" y="592"/>
                    </a:lnTo>
                    <a:lnTo>
                      <a:pt x="58" y="564"/>
                    </a:lnTo>
                    <a:lnTo>
                      <a:pt x="40" y="540"/>
                    </a:lnTo>
                    <a:lnTo>
                      <a:pt x="11" y="521"/>
                    </a:lnTo>
                    <a:lnTo>
                      <a:pt x="0" y="508"/>
                    </a:lnTo>
                    <a:lnTo>
                      <a:pt x="0" y="492"/>
                    </a:lnTo>
                    <a:lnTo>
                      <a:pt x="4" y="473"/>
                    </a:lnTo>
                    <a:lnTo>
                      <a:pt x="9" y="457"/>
                    </a:lnTo>
                    <a:lnTo>
                      <a:pt x="12" y="445"/>
                    </a:lnTo>
                    <a:lnTo>
                      <a:pt x="17" y="432"/>
                    </a:lnTo>
                    <a:lnTo>
                      <a:pt x="21" y="423"/>
                    </a:lnTo>
                    <a:lnTo>
                      <a:pt x="23" y="419"/>
                    </a:lnTo>
                    <a:lnTo>
                      <a:pt x="29" y="419"/>
                    </a:lnTo>
                    <a:lnTo>
                      <a:pt x="36" y="417"/>
                    </a:lnTo>
                    <a:lnTo>
                      <a:pt x="42" y="413"/>
                    </a:lnTo>
                    <a:lnTo>
                      <a:pt x="49" y="408"/>
                    </a:lnTo>
                    <a:lnTo>
                      <a:pt x="55" y="403"/>
                    </a:lnTo>
                    <a:lnTo>
                      <a:pt x="61" y="398"/>
                    </a:lnTo>
                    <a:lnTo>
                      <a:pt x="68" y="395"/>
                    </a:lnTo>
                    <a:lnTo>
                      <a:pt x="74" y="394"/>
                    </a:lnTo>
                    <a:lnTo>
                      <a:pt x="91" y="380"/>
                    </a:lnTo>
                    <a:lnTo>
                      <a:pt x="99" y="364"/>
                    </a:lnTo>
                    <a:lnTo>
                      <a:pt x="102" y="345"/>
                    </a:lnTo>
                    <a:lnTo>
                      <a:pt x="103" y="326"/>
                    </a:lnTo>
                    <a:lnTo>
                      <a:pt x="103" y="307"/>
                    </a:lnTo>
                    <a:lnTo>
                      <a:pt x="107" y="289"/>
                    </a:lnTo>
                    <a:lnTo>
                      <a:pt x="115" y="273"/>
                    </a:lnTo>
                    <a:lnTo>
                      <a:pt x="131" y="260"/>
                    </a:lnTo>
                    <a:lnTo>
                      <a:pt x="147" y="254"/>
                    </a:lnTo>
                    <a:lnTo>
                      <a:pt x="163" y="249"/>
                    </a:lnTo>
                    <a:lnTo>
                      <a:pt x="179" y="241"/>
                    </a:lnTo>
                    <a:lnTo>
                      <a:pt x="194" y="231"/>
                    </a:lnTo>
                    <a:lnTo>
                      <a:pt x="208" y="222"/>
                    </a:lnTo>
                    <a:lnTo>
                      <a:pt x="222" y="211"/>
                    </a:lnTo>
                    <a:lnTo>
                      <a:pt x="233" y="197"/>
                    </a:lnTo>
                    <a:lnTo>
                      <a:pt x="243" y="182"/>
                    </a:lnTo>
                    <a:lnTo>
                      <a:pt x="240" y="109"/>
                    </a:lnTo>
                    <a:lnTo>
                      <a:pt x="238" y="107"/>
                    </a:lnTo>
                    <a:lnTo>
                      <a:pt x="236" y="105"/>
                    </a:lnTo>
                    <a:lnTo>
                      <a:pt x="233" y="102"/>
                    </a:lnTo>
                    <a:lnTo>
                      <a:pt x="233" y="99"/>
                    </a:lnTo>
                    <a:lnTo>
                      <a:pt x="252" y="84"/>
                    </a:lnTo>
                    <a:lnTo>
                      <a:pt x="271" y="69"/>
                    </a:lnTo>
                    <a:lnTo>
                      <a:pt x="290" y="55"/>
                    </a:lnTo>
                    <a:lnTo>
                      <a:pt x="310" y="42"/>
                    </a:lnTo>
                    <a:lnTo>
                      <a:pt x="329" y="31"/>
                    </a:lnTo>
                    <a:lnTo>
                      <a:pt x="349" y="19"/>
                    </a:lnTo>
                    <a:lnTo>
                      <a:pt x="369" y="9"/>
                    </a:lnTo>
                    <a:lnTo>
                      <a:pt x="390" y="0"/>
                    </a:lnTo>
                    <a:lnTo>
                      <a:pt x="396" y="3"/>
                    </a:lnTo>
                    <a:lnTo>
                      <a:pt x="399" y="9"/>
                    </a:lnTo>
                    <a:lnTo>
                      <a:pt x="403" y="16"/>
                    </a:lnTo>
                    <a:lnTo>
                      <a:pt x="410" y="19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6" name="Freeform 10">
                <a:extLst>
                  <a:ext uri="{FF2B5EF4-FFF2-40B4-BE49-F238E27FC236}">
                    <a16:creationId xmlns:a16="http://schemas.microsoft.com/office/drawing/2014/main" id="{1CCDF807-CB08-3F46-A3C9-14AB1AFC4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797"/>
                <a:ext cx="104" cy="166"/>
              </a:xfrm>
              <a:custGeom>
                <a:avLst/>
                <a:gdLst>
                  <a:gd name="T0" fmla="*/ 21 w 207"/>
                  <a:gd name="T1" fmla="*/ 3 h 332"/>
                  <a:gd name="T2" fmla="*/ 25 w 207"/>
                  <a:gd name="T3" fmla="*/ 9 h 332"/>
                  <a:gd name="T4" fmla="*/ 25 w 207"/>
                  <a:gd name="T5" fmla="*/ 13 h 332"/>
                  <a:gd name="T6" fmla="*/ 26 w 207"/>
                  <a:gd name="T7" fmla="*/ 18 h 332"/>
                  <a:gd name="T8" fmla="*/ 26 w 207"/>
                  <a:gd name="T9" fmla="*/ 22 h 332"/>
                  <a:gd name="T10" fmla="*/ 26 w 207"/>
                  <a:gd name="T11" fmla="*/ 26 h 332"/>
                  <a:gd name="T12" fmla="*/ 25 w 207"/>
                  <a:gd name="T13" fmla="*/ 27 h 332"/>
                  <a:gd name="T14" fmla="*/ 24 w 207"/>
                  <a:gd name="T15" fmla="*/ 28 h 332"/>
                  <a:gd name="T16" fmla="*/ 23 w 207"/>
                  <a:gd name="T17" fmla="*/ 29 h 332"/>
                  <a:gd name="T18" fmla="*/ 22 w 207"/>
                  <a:gd name="T19" fmla="*/ 29 h 332"/>
                  <a:gd name="T20" fmla="*/ 21 w 207"/>
                  <a:gd name="T21" fmla="*/ 30 h 332"/>
                  <a:gd name="T22" fmla="*/ 20 w 207"/>
                  <a:gd name="T23" fmla="*/ 31 h 332"/>
                  <a:gd name="T24" fmla="*/ 19 w 207"/>
                  <a:gd name="T25" fmla="*/ 32 h 332"/>
                  <a:gd name="T26" fmla="*/ 19 w 207"/>
                  <a:gd name="T27" fmla="*/ 33 h 332"/>
                  <a:gd name="T28" fmla="*/ 18 w 207"/>
                  <a:gd name="T29" fmla="*/ 34 h 332"/>
                  <a:gd name="T30" fmla="*/ 18 w 207"/>
                  <a:gd name="T31" fmla="*/ 35 h 332"/>
                  <a:gd name="T32" fmla="*/ 18 w 207"/>
                  <a:gd name="T33" fmla="*/ 37 h 332"/>
                  <a:gd name="T34" fmla="*/ 17 w 207"/>
                  <a:gd name="T35" fmla="*/ 38 h 332"/>
                  <a:gd name="T36" fmla="*/ 17 w 207"/>
                  <a:gd name="T37" fmla="*/ 39 h 332"/>
                  <a:gd name="T38" fmla="*/ 16 w 207"/>
                  <a:gd name="T39" fmla="*/ 40 h 332"/>
                  <a:gd name="T40" fmla="*/ 15 w 207"/>
                  <a:gd name="T41" fmla="*/ 41 h 332"/>
                  <a:gd name="T42" fmla="*/ 14 w 207"/>
                  <a:gd name="T43" fmla="*/ 42 h 332"/>
                  <a:gd name="T44" fmla="*/ 12 w 207"/>
                  <a:gd name="T45" fmla="*/ 41 h 332"/>
                  <a:gd name="T46" fmla="*/ 10 w 207"/>
                  <a:gd name="T47" fmla="*/ 40 h 332"/>
                  <a:gd name="T48" fmla="*/ 9 w 207"/>
                  <a:gd name="T49" fmla="*/ 38 h 332"/>
                  <a:gd name="T50" fmla="*/ 8 w 207"/>
                  <a:gd name="T51" fmla="*/ 37 h 332"/>
                  <a:gd name="T52" fmla="*/ 8 w 207"/>
                  <a:gd name="T53" fmla="*/ 35 h 332"/>
                  <a:gd name="T54" fmla="*/ 7 w 207"/>
                  <a:gd name="T55" fmla="*/ 33 h 332"/>
                  <a:gd name="T56" fmla="*/ 6 w 207"/>
                  <a:gd name="T57" fmla="*/ 31 h 332"/>
                  <a:gd name="T58" fmla="*/ 5 w 207"/>
                  <a:gd name="T59" fmla="*/ 29 h 332"/>
                  <a:gd name="T60" fmla="*/ 6 w 207"/>
                  <a:gd name="T61" fmla="*/ 27 h 332"/>
                  <a:gd name="T62" fmla="*/ 5 w 207"/>
                  <a:gd name="T63" fmla="*/ 24 h 332"/>
                  <a:gd name="T64" fmla="*/ 4 w 207"/>
                  <a:gd name="T65" fmla="*/ 22 h 332"/>
                  <a:gd name="T66" fmla="*/ 3 w 207"/>
                  <a:gd name="T67" fmla="*/ 20 h 332"/>
                  <a:gd name="T68" fmla="*/ 2 w 207"/>
                  <a:gd name="T69" fmla="*/ 18 h 332"/>
                  <a:gd name="T70" fmla="*/ 1 w 207"/>
                  <a:gd name="T71" fmla="*/ 16 h 332"/>
                  <a:gd name="T72" fmla="*/ 0 w 207"/>
                  <a:gd name="T73" fmla="*/ 14 h 332"/>
                  <a:gd name="T74" fmla="*/ 1 w 207"/>
                  <a:gd name="T75" fmla="*/ 11 h 332"/>
                  <a:gd name="T76" fmla="*/ 2 w 207"/>
                  <a:gd name="T77" fmla="*/ 9 h 332"/>
                  <a:gd name="T78" fmla="*/ 4 w 207"/>
                  <a:gd name="T79" fmla="*/ 7 h 332"/>
                  <a:gd name="T80" fmla="*/ 6 w 207"/>
                  <a:gd name="T81" fmla="*/ 5 h 332"/>
                  <a:gd name="T82" fmla="*/ 8 w 207"/>
                  <a:gd name="T83" fmla="*/ 3 h 332"/>
                  <a:gd name="T84" fmla="*/ 10 w 207"/>
                  <a:gd name="T85" fmla="*/ 2 h 332"/>
                  <a:gd name="T86" fmla="*/ 12 w 207"/>
                  <a:gd name="T87" fmla="*/ 1 h 332"/>
                  <a:gd name="T88" fmla="*/ 15 w 207"/>
                  <a:gd name="T89" fmla="*/ 1 h 332"/>
                  <a:gd name="T90" fmla="*/ 17 w 207"/>
                  <a:gd name="T91" fmla="*/ 0 h 332"/>
                  <a:gd name="T92" fmla="*/ 18 w 207"/>
                  <a:gd name="T93" fmla="*/ 1 h 332"/>
                  <a:gd name="T94" fmla="*/ 19 w 207"/>
                  <a:gd name="T95" fmla="*/ 2 h 332"/>
                  <a:gd name="T96" fmla="*/ 20 w 207"/>
                  <a:gd name="T97" fmla="*/ 2 h 332"/>
                  <a:gd name="T98" fmla="*/ 21 w 207"/>
                  <a:gd name="T99" fmla="*/ 3 h 3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07"/>
                  <a:gd name="T151" fmla="*/ 0 h 332"/>
                  <a:gd name="T152" fmla="*/ 207 w 207"/>
                  <a:gd name="T153" fmla="*/ 332 h 33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07" h="332">
                    <a:moveTo>
                      <a:pt x="162" y="20"/>
                    </a:moveTo>
                    <a:lnTo>
                      <a:pt x="200" y="68"/>
                    </a:lnTo>
                    <a:lnTo>
                      <a:pt x="199" y="103"/>
                    </a:lnTo>
                    <a:lnTo>
                      <a:pt x="204" y="137"/>
                    </a:lnTo>
                    <a:lnTo>
                      <a:pt x="207" y="171"/>
                    </a:lnTo>
                    <a:lnTo>
                      <a:pt x="204" y="204"/>
                    </a:lnTo>
                    <a:lnTo>
                      <a:pt x="199" y="215"/>
                    </a:lnTo>
                    <a:lnTo>
                      <a:pt x="192" y="223"/>
                    </a:lnTo>
                    <a:lnTo>
                      <a:pt x="184" y="228"/>
                    </a:lnTo>
                    <a:lnTo>
                      <a:pt x="176" y="233"/>
                    </a:lnTo>
                    <a:lnTo>
                      <a:pt x="167" y="238"/>
                    </a:lnTo>
                    <a:lnTo>
                      <a:pt x="158" y="243"/>
                    </a:lnTo>
                    <a:lnTo>
                      <a:pt x="151" y="251"/>
                    </a:lnTo>
                    <a:lnTo>
                      <a:pt x="145" y="261"/>
                    </a:lnTo>
                    <a:lnTo>
                      <a:pt x="143" y="271"/>
                    </a:lnTo>
                    <a:lnTo>
                      <a:pt x="140" y="280"/>
                    </a:lnTo>
                    <a:lnTo>
                      <a:pt x="138" y="291"/>
                    </a:lnTo>
                    <a:lnTo>
                      <a:pt x="135" y="300"/>
                    </a:lnTo>
                    <a:lnTo>
                      <a:pt x="130" y="309"/>
                    </a:lnTo>
                    <a:lnTo>
                      <a:pt x="124" y="317"/>
                    </a:lnTo>
                    <a:lnTo>
                      <a:pt x="117" y="325"/>
                    </a:lnTo>
                    <a:lnTo>
                      <a:pt x="109" y="332"/>
                    </a:lnTo>
                    <a:lnTo>
                      <a:pt x="93" y="326"/>
                    </a:lnTo>
                    <a:lnTo>
                      <a:pt x="80" y="317"/>
                    </a:lnTo>
                    <a:lnTo>
                      <a:pt x="71" y="304"/>
                    </a:lnTo>
                    <a:lnTo>
                      <a:pt x="64" y="291"/>
                    </a:lnTo>
                    <a:lnTo>
                      <a:pt x="59" y="276"/>
                    </a:lnTo>
                    <a:lnTo>
                      <a:pt x="53" y="261"/>
                    </a:lnTo>
                    <a:lnTo>
                      <a:pt x="47" y="245"/>
                    </a:lnTo>
                    <a:lnTo>
                      <a:pt x="40" y="231"/>
                    </a:lnTo>
                    <a:lnTo>
                      <a:pt x="41" y="210"/>
                    </a:lnTo>
                    <a:lnTo>
                      <a:pt x="37" y="192"/>
                    </a:lnTo>
                    <a:lnTo>
                      <a:pt x="29" y="174"/>
                    </a:lnTo>
                    <a:lnTo>
                      <a:pt x="18" y="158"/>
                    </a:lnTo>
                    <a:lnTo>
                      <a:pt x="9" y="142"/>
                    </a:lnTo>
                    <a:lnTo>
                      <a:pt x="2" y="125"/>
                    </a:lnTo>
                    <a:lnTo>
                      <a:pt x="0" y="106"/>
                    </a:lnTo>
                    <a:lnTo>
                      <a:pt x="6" y="86"/>
                    </a:lnTo>
                    <a:lnTo>
                      <a:pt x="16" y="68"/>
                    </a:lnTo>
                    <a:lnTo>
                      <a:pt x="30" y="52"/>
                    </a:lnTo>
                    <a:lnTo>
                      <a:pt x="44" y="37"/>
                    </a:lnTo>
                    <a:lnTo>
                      <a:pt x="60" y="24"/>
                    </a:lnTo>
                    <a:lnTo>
                      <a:pt x="77" y="14"/>
                    </a:lnTo>
                    <a:lnTo>
                      <a:pt x="95" y="6"/>
                    </a:lnTo>
                    <a:lnTo>
                      <a:pt x="115" y="1"/>
                    </a:lnTo>
                    <a:lnTo>
                      <a:pt x="135" y="0"/>
                    </a:lnTo>
                    <a:lnTo>
                      <a:pt x="139" y="8"/>
                    </a:lnTo>
                    <a:lnTo>
                      <a:pt x="147" y="13"/>
                    </a:lnTo>
                    <a:lnTo>
                      <a:pt x="155" y="15"/>
                    </a:lnTo>
                    <a:lnTo>
                      <a:pt x="162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7" name="Freeform 11">
                <a:extLst>
                  <a:ext uri="{FF2B5EF4-FFF2-40B4-BE49-F238E27FC236}">
                    <a16:creationId xmlns:a16="http://schemas.microsoft.com/office/drawing/2014/main" id="{9BBA9CCB-808A-B240-A767-DC85B2D70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808"/>
                <a:ext cx="58" cy="65"/>
              </a:xfrm>
              <a:custGeom>
                <a:avLst/>
                <a:gdLst>
                  <a:gd name="T0" fmla="*/ 14 w 115"/>
                  <a:gd name="T1" fmla="*/ 9 h 130"/>
                  <a:gd name="T2" fmla="*/ 13 w 115"/>
                  <a:gd name="T3" fmla="*/ 10 h 130"/>
                  <a:gd name="T4" fmla="*/ 11 w 115"/>
                  <a:gd name="T5" fmla="*/ 11 h 130"/>
                  <a:gd name="T6" fmla="*/ 10 w 115"/>
                  <a:gd name="T7" fmla="*/ 12 h 130"/>
                  <a:gd name="T8" fmla="*/ 8 w 115"/>
                  <a:gd name="T9" fmla="*/ 13 h 130"/>
                  <a:gd name="T10" fmla="*/ 6 w 115"/>
                  <a:gd name="T11" fmla="*/ 14 h 130"/>
                  <a:gd name="T12" fmla="*/ 4 w 115"/>
                  <a:gd name="T13" fmla="*/ 15 h 130"/>
                  <a:gd name="T14" fmla="*/ 2 w 115"/>
                  <a:gd name="T15" fmla="*/ 16 h 130"/>
                  <a:gd name="T16" fmla="*/ 0 w 115"/>
                  <a:gd name="T17" fmla="*/ 17 h 130"/>
                  <a:gd name="T18" fmla="*/ 2 w 115"/>
                  <a:gd name="T19" fmla="*/ 14 h 130"/>
                  <a:gd name="T20" fmla="*/ 3 w 115"/>
                  <a:gd name="T21" fmla="*/ 12 h 130"/>
                  <a:gd name="T22" fmla="*/ 5 w 115"/>
                  <a:gd name="T23" fmla="*/ 10 h 130"/>
                  <a:gd name="T24" fmla="*/ 7 w 115"/>
                  <a:gd name="T25" fmla="*/ 8 h 130"/>
                  <a:gd name="T26" fmla="*/ 9 w 115"/>
                  <a:gd name="T27" fmla="*/ 6 h 130"/>
                  <a:gd name="T28" fmla="*/ 10 w 115"/>
                  <a:gd name="T29" fmla="*/ 4 h 130"/>
                  <a:gd name="T30" fmla="*/ 12 w 115"/>
                  <a:gd name="T31" fmla="*/ 2 h 130"/>
                  <a:gd name="T32" fmla="*/ 14 w 115"/>
                  <a:gd name="T33" fmla="*/ 0 h 130"/>
                  <a:gd name="T34" fmla="*/ 15 w 115"/>
                  <a:gd name="T35" fmla="*/ 2 h 130"/>
                  <a:gd name="T36" fmla="*/ 15 w 115"/>
                  <a:gd name="T37" fmla="*/ 4 h 130"/>
                  <a:gd name="T38" fmla="*/ 15 w 115"/>
                  <a:gd name="T39" fmla="*/ 7 h 130"/>
                  <a:gd name="T40" fmla="*/ 14 w 115"/>
                  <a:gd name="T41" fmla="*/ 9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5"/>
                  <a:gd name="T64" fmla="*/ 0 h 130"/>
                  <a:gd name="T65" fmla="*/ 115 w 115"/>
                  <a:gd name="T66" fmla="*/ 130 h 1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5" h="130">
                    <a:moveTo>
                      <a:pt x="112" y="66"/>
                    </a:moveTo>
                    <a:lnTo>
                      <a:pt x="101" y="79"/>
                    </a:lnTo>
                    <a:lnTo>
                      <a:pt x="87" y="89"/>
                    </a:lnTo>
                    <a:lnTo>
                      <a:pt x="73" y="97"/>
                    </a:lnTo>
                    <a:lnTo>
                      <a:pt x="59" y="104"/>
                    </a:lnTo>
                    <a:lnTo>
                      <a:pt x="44" y="110"/>
                    </a:lnTo>
                    <a:lnTo>
                      <a:pt x="29" y="117"/>
                    </a:lnTo>
                    <a:lnTo>
                      <a:pt x="14" y="122"/>
                    </a:lnTo>
                    <a:lnTo>
                      <a:pt x="0" y="130"/>
                    </a:lnTo>
                    <a:lnTo>
                      <a:pt x="12" y="113"/>
                    </a:lnTo>
                    <a:lnTo>
                      <a:pt x="24" y="97"/>
                    </a:lnTo>
                    <a:lnTo>
                      <a:pt x="37" y="80"/>
                    </a:lnTo>
                    <a:lnTo>
                      <a:pt x="51" y="64"/>
                    </a:lnTo>
                    <a:lnTo>
                      <a:pt x="65" y="47"/>
                    </a:lnTo>
                    <a:lnTo>
                      <a:pt x="80" y="31"/>
                    </a:lnTo>
                    <a:lnTo>
                      <a:pt x="96" y="16"/>
                    </a:lnTo>
                    <a:lnTo>
                      <a:pt x="112" y="0"/>
                    </a:lnTo>
                    <a:lnTo>
                      <a:pt x="113" y="16"/>
                    </a:lnTo>
                    <a:lnTo>
                      <a:pt x="115" y="32"/>
                    </a:lnTo>
                    <a:lnTo>
                      <a:pt x="115" y="50"/>
                    </a:lnTo>
                    <a:lnTo>
                      <a:pt x="112" y="66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8" name="Freeform 12">
                <a:extLst>
                  <a:ext uri="{FF2B5EF4-FFF2-40B4-BE49-F238E27FC236}">
                    <a16:creationId xmlns:a16="http://schemas.microsoft.com/office/drawing/2014/main" id="{A5EECACF-D07D-1442-9265-9164DD52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808"/>
                <a:ext cx="84" cy="144"/>
              </a:xfrm>
              <a:custGeom>
                <a:avLst/>
                <a:gdLst>
                  <a:gd name="T0" fmla="*/ 20 w 167"/>
                  <a:gd name="T1" fmla="*/ 6 h 287"/>
                  <a:gd name="T2" fmla="*/ 20 w 167"/>
                  <a:gd name="T3" fmla="*/ 9 h 287"/>
                  <a:gd name="T4" fmla="*/ 20 w 167"/>
                  <a:gd name="T5" fmla="*/ 12 h 287"/>
                  <a:gd name="T6" fmla="*/ 21 w 167"/>
                  <a:gd name="T7" fmla="*/ 14 h 287"/>
                  <a:gd name="T8" fmla="*/ 21 w 167"/>
                  <a:gd name="T9" fmla="*/ 17 h 287"/>
                  <a:gd name="T10" fmla="*/ 21 w 167"/>
                  <a:gd name="T11" fmla="*/ 20 h 287"/>
                  <a:gd name="T12" fmla="*/ 21 w 167"/>
                  <a:gd name="T13" fmla="*/ 23 h 287"/>
                  <a:gd name="T14" fmla="*/ 19 w 167"/>
                  <a:gd name="T15" fmla="*/ 25 h 287"/>
                  <a:gd name="T16" fmla="*/ 16 w 167"/>
                  <a:gd name="T17" fmla="*/ 26 h 287"/>
                  <a:gd name="T18" fmla="*/ 15 w 167"/>
                  <a:gd name="T19" fmla="*/ 27 h 287"/>
                  <a:gd name="T20" fmla="*/ 14 w 167"/>
                  <a:gd name="T21" fmla="*/ 28 h 287"/>
                  <a:gd name="T22" fmla="*/ 14 w 167"/>
                  <a:gd name="T23" fmla="*/ 30 h 287"/>
                  <a:gd name="T24" fmla="*/ 13 w 167"/>
                  <a:gd name="T25" fmla="*/ 31 h 287"/>
                  <a:gd name="T26" fmla="*/ 13 w 167"/>
                  <a:gd name="T27" fmla="*/ 33 h 287"/>
                  <a:gd name="T28" fmla="*/ 12 w 167"/>
                  <a:gd name="T29" fmla="*/ 34 h 287"/>
                  <a:gd name="T30" fmla="*/ 11 w 167"/>
                  <a:gd name="T31" fmla="*/ 35 h 287"/>
                  <a:gd name="T32" fmla="*/ 10 w 167"/>
                  <a:gd name="T33" fmla="*/ 36 h 287"/>
                  <a:gd name="T34" fmla="*/ 8 w 167"/>
                  <a:gd name="T35" fmla="*/ 34 h 287"/>
                  <a:gd name="T36" fmla="*/ 7 w 167"/>
                  <a:gd name="T37" fmla="*/ 31 h 287"/>
                  <a:gd name="T38" fmla="*/ 6 w 167"/>
                  <a:gd name="T39" fmla="*/ 29 h 287"/>
                  <a:gd name="T40" fmla="*/ 6 w 167"/>
                  <a:gd name="T41" fmla="*/ 26 h 287"/>
                  <a:gd name="T42" fmla="*/ 5 w 167"/>
                  <a:gd name="T43" fmla="*/ 23 h 287"/>
                  <a:gd name="T44" fmla="*/ 4 w 167"/>
                  <a:gd name="T45" fmla="*/ 20 h 287"/>
                  <a:gd name="T46" fmla="*/ 3 w 167"/>
                  <a:gd name="T47" fmla="*/ 17 h 287"/>
                  <a:gd name="T48" fmla="*/ 1 w 167"/>
                  <a:gd name="T49" fmla="*/ 15 h 287"/>
                  <a:gd name="T50" fmla="*/ 1 w 167"/>
                  <a:gd name="T51" fmla="*/ 13 h 287"/>
                  <a:gd name="T52" fmla="*/ 0 w 167"/>
                  <a:gd name="T53" fmla="*/ 12 h 287"/>
                  <a:gd name="T54" fmla="*/ 1 w 167"/>
                  <a:gd name="T55" fmla="*/ 11 h 287"/>
                  <a:gd name="T56" fmla="*/ 1 w 167"/>
                  <a:gd name="T57" fmla="*/ 10 h 287"/>
                  <a:gd name="T58" fmla="*/ 2 w 167"/>
                  <a:gd name="T59" fmla="*/ 9 h 287"/>
                  <a:gd name="T60" fmla="*/ 3 w 167"/>
                  <a:gd name="T61" fmla="*/ 8 h 287"/>
                  <a:gd name="T62" fmla="*/ 4 w 167"/>
                  <a:gd name="T63" fmla="*/ 7 h 287"/>
                  <a:gd name="T64" fmla="*/ 4 w 167"/>
                  <a:gd name="T65" fmla="*/ 6 h 287"/>
                  <a:gd name="T66" fmla="*/ 6 w 167"/>
                  <a:gd name="T67" fmla="*/ 5 h 287"/>
                  <a:gd name="T68" fmla="*/ 7 w 167"/>
                  <a:gd name="T69" fmla="*/ 4 h 287"/>
                  <a:gd name="T70" fmla="*/ 8 w 167"/>
                  <a:gd name="T71" fmla="*/ 3 h 287"/>
                  <a:gd name="T72" fmla="*/ 9 w 167"/>
                  <a:gd name="T73" fmla="*/ 2 h 287"/>
                  <a:gd name="T74" fmla="*/ 10 w 167"/>
                  <a:gd name="T75" fmla="*/ 1 h 287"/>
                  <a:gd name="T76" fmla="*/ 11 w 167"/>
                  <a:gd name="T77" fmla="*/ 1 h 287"/>
                  <a:gd name="T78" fmla="*/ 13 w 167"/>
                  <a:gd name="T79" fmla="*/ 0 h 287"/>
                  <a:gd name="T80" fmla="*/ 14 w 167"/>
                  <a:gd name="T81" fmla="*/ 0 h 287"/>
                  <a:gd name="T82" fmla="*/ 15 w 167"/>
                  <a:gd name="T83" fmla="*/ 1 h 287"/>
                  <a:gd name="T84" fmla="*/ 16 w 167"/>
                  <a:gd name="T85" fmla="*/ 1 h 287"/>
                  <a:gd name="T86" fmla="*/ 17 w 167"/>
                  <a:gd name="T87" fmla="*/ 2 h 287"/>
                  <a:gd name="T88" fmla="*/ 18 w 167"/>
                  <a:gd name="T89" fmla="*/ 3 h 287"/>
                  <a:gd name="T90" fmla="*/ 18 w 167"/>
                  <a:gd name="T91" fmla="*/ 4 h 287"/>
                  <a:gd name="T92" fmla="*/ 19 w 167"/>
                  <a:gd name="T93" fmla="*/ 4 h 287"/>
                  <a:gd name="T94" fmla="*/ 20 w 167"/>
                  <a:gd name="T95" fmla="*/ 5 h 287"/>
                  <a:gd name="T96" fmla="*/ 20 w 167"/>
                  <a:gd name="T97" fmla="*/ 6 h 28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67"/>
                  <a:gd name="T148" fmla="*/ 0 h 287"/>
                  <a:gd name="T149" fmla="*/ 167 w 167"/>
                  <a:gd name="T150" fmla="*/ 287 h 28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67" h="287">
                    <a:moveTo>
                      <a:pt x="159" y="45"/>
                    </a:moveTo>
                    <a:lnTo>
                      <a:pt x="157" y="66"/>
                    </a:lnTo>
                    <a:lnTo>
                      <a:pt x="159" y="89"/>
                    </a:lnTo>
                    <a:lnTo>
                      <a:pt x="163" y="112"/>
                    </a:lnTo>
                    <a:lnTo>
                      <a:pt x="166" y="136"/>
                    </a:lnTo>
                    <a:lnTo>
                      <a:pt x="167" y="158"/>
                    </a:lnTo>
                    <a:lnTo>
                      <a:pt x="162" y="178"/>
                    </a:lnTo>
                    <a:lnTo>
                      <a:pt x="147" y="193"/>
                    </a:lnTo>
                    <a:lnTo>
                      <a:pt x="121" y="203"/>
                    </a:lnTo>
                    <a:lnTo>
                      <a:pt x="113" y="212"/>
                    </a:lnTo>
                    <a:lnTo>
                      <a:pt x="109" y="224"/>
                    </a:lnTo>
                    <a:lnTo>
                      <a:pt x="105" y="235"/>
                    </a:lnTo>
                    <a:lnTo>
                      <a:pt x="102" y="247"/>
                    </a:lnTo>
                    <a:lnTo>
                      <a:pt x="98" y="258"/>
                    </a:lnTo>
                    <a:lnTo>
                      <a:pt x="94" y="270"/>
                    </a:lnTo>
                    <a:lnTo>
                      <a:pt x="87" y="279"/>
                    </a:lnTo>
                    <a:lnTo>
                      <a:pt x="78" y="287"/>
                    </a:lnTo>
                    <a:lnTo>
                      <a:pt x="64" y="269"/>
                    </a:lnTo>
                    <a:lnTo>
                      <a:pt x="53" y="247"/>
                    </a:lnTo>
                    <a:lnTo>
                      <a:pt x="46" y="225"/>
                    </a:lnTo>
                    <a:lnTo>
                      <a:pt x="41" y="202"/>
                    </a:lnTo>
                    <a:lnTo>
                      <a:pt x="35" y="179"/>
                    </a:lnTo>
                    <a:lnTo>
                      <a:pt x="28" y="156"/>
                    </a:lnTo>
                    <a:lnTo>
                      <a:pt x="19" y="134"/>
                    </a:lnTo>
                    <a:lnTo>
                      <a:pt x="6" y="114"/>
                    </a:lnTo>
                    <a:lnTo>
                      <a:pt x="1" y="104"/>
                    </a:lnTo>
                    <a:lnTo>
                      <a:pt x="0" y="93"/>
                    </a:lnTo>
                    <a:lnTo>
                      <a:pt x="3" y="84"/>
                    </a:lnTo>
                    <a:lnTo>
                      <a:pt x="6" y="75"/>
                    </a:lnTo>
                    <a:lnTo>
                      <a:pt x="12" y="67"/>
                    </a:lnTo>
                    <a:lnTo>
                      <a:pt x="19" y="58"/>
                    </a:lnTo>
                    <a:lnTo>
                      <a:pt x="25" y="50"/>
                    </a:lnTo>
                    <a:lnTo>
                      <a:pt x="31" y="42"/>
                    </a:lnTo>
                    <a:lnTo>
                      <a:pt x="41" y="35"/>
                    </a:lnTo>
                    <a:lnTo>
                      <a:pt x="50" y="27"/>
                    </a:lnTo>
                    <a:lnTo>
                      <a:pt x="58" y="20"/>
                    </a:lnTo>
                    <a:lnTo>
                      <a:pt x="68" y="13"/>
                    </a:lnTo>
                    <a:lnTo>
                      <a:pt x="78" y="7"/>
                    </a:lnTo>
                    <a:lnTo>
                      <a:pt x="88" y="2"/>
                    </a:lnTo>
                    <a:lnTo>
                      <a:pt x="99" y="0"/>
                    </a:lnTo>
                    <a:lnTo>
                      <a:pt x="111" y="0"/>
                    </a:lnTo>
                    <a:lnTo>
                      <a:pt x="118" y="4"/>
                    </a:lnTo>
                    <a:lnTo>
                      <a:pt x="125" y="8"/>
                    </a:lnTo>
                    <a:lnTo>
                      <a:pt x="132" y="14"/>
                    </a:lnTo>
                    <a:lnTo>
                      <a:pt x="137" y="20"/>
                    </a:lnTo>
                    <a:lnTo>
                      <a:pt x="143" y="26"/>
                    </a:lnTo>
                    <a:lnTo>
                      <a:pt x="149" y="32"/>
                    </a:lnTo>
                    <a:lnTo>
                      <a:pt x="154" y="39"/>
                    </a:lnTo>
                    <a:lnTo>
                      <a:pt x="159" y="45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79" name="Freeform 13">
                <a:extLst>
                  <a:ext uri="{FF2B5EF4-FFF2-40B4-BE49-F238E27FC236}">
                    <a16:creationId xmlns:a16="http://schemas.microsoft.com/office/drawing/2014/main" id="{FD5FCB69-70CD-5B46-8CD3-540C40E1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856"/>
                <a:ext cx="91" cy="94"/>
              </a:xfrm>
              <a:custGeom>
                <a:avLst/>
                <a:gdLst>
                  <a:gd name="T0" fmla="*/ 19 w 183"/>
                  <a:gd name="T1" fmla="*/ 3 h 188"/>
                  <a:gd name="T2" fmla="*/ 20 w 183"/>
                  <a:gd name="T3" fmla="*/ 5 h 188"/>
                  <a:gd name="T4" fmla="*/ 21 w 183"/>
                  <a:gd name="T5" fmla="*/ 8 h 188"/>
                  <a:gd name="T6" fmla="*/ 21 w 183"/>
                  <a:gd name="T7" fmla="*/ 10 h 188"/>
                  <a:gd name="T8" fmla="*/ 22 w 183"/>
                  <a:gd name="T9" fmla="*/ 13 h 188"/>
                  <a:gd name="T10" fmla="*/ 22 w 183"/>
                  <a:gd name="T11" fmla="*/ 14 h 188"/>
                  <a:gd name="T12" fmla="*/ 22 w 183"/>
                  <a:gd name="T13" fmla="*/ 14 h 188"/>
                  <a:gd name="T14" fmla="*/ 21 w 183"/>
                  <a:gd name="T15" fmla="*/ 15 h 188"/>
                  <a:gd name="T16" fmla="*/ 20 w 183"/>
                  <a:gd name="T17" fmla="*/ 16 h 188"/>
                  <a:gd name="T18" fmla="*/ 18 w 183"/>
                  <a:gd name="T19" fmla="*/ 16 h 188"/>
                  <a:gd name="T20" fmla="*/ 16 w 183"/>
                  <a:gd name="T21" fmla="*/ 18 h 188"/>
                  <a:gd name="T22" fmla="*/ 14 w 183"/>
                  <a:gd name="T23" fmla="*/ 19 h 188"/>
                  <a:gd name="T24" fmla="*/ 12 w 183"/>
                  <a:gd name="T25" fmla="*/ 21 h 188"/>
                  <a:gd name="T26" fmla="*/ 10 w 183"/>
                  <a:gd name="T27" fmla="*/ 22 h 188"/>
                  <a:gd name="T28" fmla="*/ 8 w 183"/>
                  <a:gd name="T29" fmla="*/ 23 h 188"/>
                  <a:gd name="T30" fmla="*/ 5 w 183"/>
                  <a:gd name="T31" fmla="*/ 24 h 188"/>
                  <a:gd name="T32" fmla="*/ 3 w 183"/>
                  <a:gd name="T33" fmla="*/ 24 h 188"/>
                  <a:gd name="T34" fmla="*/ 1 w 183"/>
                  <a:gd name="T35" fmla="*/ 21 h 188"/>
                  <a:gd name="T36" fmla="*/ 0 w 183"/>
                  <a:gd name="T37" fmla="*/ 19 h 188"/>
                  <a:gd name="T38" fmla="*/ 0 w 183"/>
                  <a:gd name="T39" fmla="*/ 16 h 188"/>
                  <a:gd name="T40" fmla="*/ 0 w 183"/>
                  <a:gd name="T41" fmla="*/ 13 h 188"/>
                  <a:gd name="T42" fmla="*/ 0 w 183"/>
                  <a:gd name="T43" fmla="*/ 12 h 188"/>
                  <a:gd name="T44" fmla="*/ 1 w 183"/>
                  <a:gd name="T45" fmla="*/ 12 h 188"/>
                  <a:gd name="T46" fmla="*/ 1 w 183"/>
                  <a:gd name="T47" fmla="*/ 11 h 188"/>
                  <a:gd name="T48" fmla="*/ 2 w 183"/>
                  <a:gd name="T49" fmla="*/ 10 h 188"/>
                  <a:gd name="T50" fmla="*/ 3 w 183"/>
                  <a:gd name="T51" fmla="*/ 9 h 188"/>
                  <a:gd name="T52" fmla="*/ 3 w 183"/>
                  <a:gd name="T53" fmla="*/ 8 h 188"/>
                  <a:gd name="T54" fmla="*/ 4 w 183"/>
                  <a:gd name="T55" fmla="*/ 7 h 188"/>
                  <a:gd name="T56" fmla="*/ 5 w 183"/>
                  <a:gd name="T57" fmla="*/ 6 h 188"/>
                  <a:gd name="T58" fmla="*/ 6 w 183"/>
                  <a:gd name="T59" fmla="*/ 7 h 188"/>
                  <a:gd name="T60" fmla="*/ 7 w 183"/>
                  <a:gd name="T61" fmla="*/ 7 h 188"/>
                  <a:gd name="T62" fmla="*/ 7 w 183"/>
                  <a:gd name="T63" fmla="*/ 8 h 188"/>
                  <a:gd name="T64" fmla="*/ 8 w 183"/>
                  <a:gd name="T65" fmla="*/ 9 h 188"/>
                  <a:gd name="T66" fmla="*/ 8 w 183"/>
                  <a:gd name="T67" fmla="*/ 8 h 188"/>
                  <a:gd name="T68" fmla="*/ 8 w 183"/>
                  <a:gd name="T69" fmla="*/ 7 h 188"/>
                  <a:gd name="T70" fmla="*/ 8 w 183"/>
                  <a:gd name="T71" fmla="*/ 6 h 188"/>
                  <a:gd name="T72" fmla="*/ 7 w 183"/>
                  <a:gd name="T73" fmla="*/ 5 h 188"/>
                  <a:gd name="T74" fmla="*/ 7 w 183"/>
                  <a:gd name="T75" fmla="*/ 5 h 188"/>
                  <a:gd name="T76" fmla="*/ 7 w 183"/>
                  <a:gd name="T77" fmla="*/ 4 h 188"/>
                  <a:gd name="T78" fmla="*/ 7 w 183"/>
                  <a:gd name="T79" fmla="*/ 3 h 188"/>
                  <a:gd name="T80" fmla="*/ 8 w 183"/>
                  <a:gd name="T81" fmla="*/ 2 h 188"/>
                  <a:gd name="T82" fmla="*/ 9 w 183"/>
                  <a:gd name="T83" fmla="*/ 1 h 188"/>
                  <a:gd name="T84" fmla="*/ 11 w 183"/>
                  <a:gd name="T85" fmla="*/ 1 h 188"/>
                  <a:gd name="T86" fmla="*/ 12 w 183"/>
                  <a:gd name="T87" fmla="*/ 1 h 188"/>
                  <a:gd name="T88" fmla="*/ 14 w 183"/>
                  <a:gd name="T89" fmla="*/ 0 h 188"/>
                  <a:gd name="T90" fmla="*/ 15 w 183"/>
                  <a:gd name="T91" fmla="*/ 1 h 188"/>
                  <a:gd name="T92" fmla="*/ 17 w 183"/>
                  <a:gd name="T93" fmla="*/ 1 h 188"/>
                  <a:gd name="T94" fmla="*/ 18 w 183"/>
                  <a:gd name="T95" fmla="*/ 2 h 188"/>
                  <a:gd name="T96" fmla="*/ 19 w 183"/>
                  <a:gd name="T97" fmla="*/ 3 h 1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3"/>
                  <a:gd name="T148" fmla="*/ 0 h 188"/>
                  <a:gd name="T149" fmla="*/ 183 w 183"/>
                  <a:gd name="T150" fmla="*/ 188 h 18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3" h="188">
                    <a:moveTo>
                      <a:pt x="155" y="19"/>
                    </a:moveTo>
                    <a:lnTo>
                      <a:pt x="166" y="38"/>
                    </a:lnTo>
                    <a:lnTo>
                      <a:pt x="171" y="59"/>
                    </a:lnTo>
                    <a:lnTo>
                      <a:pt x="175" y="79"/>
                    </a:lnTo>
                    <a:lnTo>
                      <a:pt x="183" y="98"/>
                    </a:lnTo>
                    <a:lnTo>
                      <a:pt x="181" y="107"/>
                    </a:lnTo>
                    <a:lnTo>
                      <a:pt x="178" y="113"/>
                    </a:lnTo>
                    <a:lnTo>
                      <a:pt x="172" y="118"/>
                    </a:lnTo>
                    <a:lnTo>
                      <a:pt x="165" y="123"/>
                    </a:lnTo>
                    <a:lnTo>
                      <a:pt x="146" y="128"/>
                    </a:lnTo>
                    <a:lnTo>
                      <a:pt x="128" y="137"/>
                    </a:lnTo>
                    <a:lnTo>
                      <a:pt x="112" y="150"/>
                    </a:lnTo>
                    <a:lnTo>
                      <a:pt x="97" y="162"/>
                    </a:lnTo>
                    <a:lnTo>
                      <a:pt x="81" y="175"/>
                    </a:lnTo>
                    <a:lnTo>
                      <a:pt x="65" y="184"/>
                    </a:lnTo>
                    <a:lnTo>
                      <a:pt x="47" y="188"/>
                    </a:lnTo>
                    <a:lnTo>
                      <a:pt x="25" y="185"/>
                    </a:lnTo>
                    <a:lnTo>
                      <a:pt x="11" y="167"/>
                    </a:lnTo>
                    <a:lnTo>
                      <a:pt x="3" y="147"/>
                    </a:lnTo>
                    <a:lnTo>
                      <a:pt x="0" y="125"/>
                    </a:lnTo>
                    <a:lnTo>
                      <a:pt x="3" y="102"/>
                    </a:lnTo>
                    <a:lnTo>
                      <a:pt x="6" y="95"/>
                    </a:lnTo>
                    <a:lnTo>
                      <a:pt x="11" y="89"/>
                    </a:lnTo>
                    <a:lnTo>
                      <a:pt x="14" y="82"/>
                    </a:lnTo>
                    <a:lnTo>
                      <a:pt x="20" y="75"/>
                    </a:lnTo>
                    <a:lnTo>
                      <a:pt x="25" y="68"/>
                    </a:lnTo>
                    <a:lnTo>
                      <a:pt x="30" y="62"/>
                    </a:lnTo>
                    <a:lnTo>
                      <a:pt x="36" y="55"/>
                    </a:lnTo>
                    <a:lnTo>
                      <a:pt x="43" y="49"/>
                    </a:lnTo>
                    <a:lnTo>
                      <a:pt x="50" y="53"/>
                    </a:lnTo>
                    <a:lnTo>
                      <a:pt x="56" y="57"/>
                    </a:lnTo>
                    <a:lnTo>
                      <a:pt x="62" y="62"/>
                    </a:lnTo>
                    <a:lnTo>
                      <a:pt x="68" y="67"/>
                    </a:lnTo>
                    <a:lnTo>
                      <a:pt x="71" y="60"/>
                    </a:lnTo>
                    <a:lnTo>
                      <a:pt x="70" y="53"/>
                    </a:lnTo>
                    <a:lnTo>
                      <a:pt x="66" y="46"/>
                    </a:lnTo>
                    <a:lnTo>
                      <a:pt x="62" y="39"/>
                    </a:lnTo>
                    <a:lnTo>
                      <a:pt x="58" y="33"/>
                    </a:lnTo>
                    <a:lnTo>
                      <a:pt x="57" y="26"/>
                    </a:lnTo>
                    <a:lnTo>
                      <a:pt x="60" y="19"/>
                    </a:lnTo>
                    <a:lnTo>
                      <a:pt x="68" y="12"/>
                    </a:lnTo>
                    <a:lnTo>
                      <a:pt x="78" y="7"/>
                    </a:lnTo>
                    <a:lnTo>
                      <a:pt x="88" y="3"/>
                    </a:lnTo>
                    <a:lnTo>
                      <a:pt x="101" y="1"/>
                    </a:lnTo>
                    <a:lnTo>
                      <a:pt x="112" y="0"/>
                    </a:lnTo>
                    <a:lnTo>
                      <a:pt x="125" y="2"/>
                    </a:lnTo>
                    <a:lnTo>
                      <a:pt x="136" y="6"/>
                    </a:lnTo>
                    <a:lnTo>
                      <a:pt x="147" y="11"/>
                    </a:lnTo>
                    <a:lnTo>
                      <a:pt x="155" y="19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0" name="Freeform 14">
                <a:extLst>
                  <a:ext uri="{FF2B5EF4-FFF2-40B4-BE49-F238E27FC236}">
                    <a16:creationId xmlns:a16="http://schemas.microsoft.com/office/drawing/2014/main" id="{C78CF66A-F976-B440-AF01-E42B4469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860"/>
                <a:ext cx="38" cy="76"/>
              </a:xfrm>
              <a:custGeom>
                <a:avLst/>
                <a:gdLst>
                  <a:gd name="T0" fmla="*/ 10 w 76"/>
                  <a:gd name="T1" fmla="*/ 2 h 152"/>
                  <a:gd name="T2" fmla="*/ 10 w 76"/>
                  <a:gd name="T3" fmla="*/ 4 h 152"/>
                  <a:gd name="T4" fmla="*/ 9 w 76"/>
                  <a:gd name="T5" fmla="*/ 6 h 152"/>
                  <a:gd name="T6" fmla="*/ 8 w 76"/>
                  <a:gd name="T7" fmla="*/ 8 h 152"/>
                  <a:gd name="T8" fmla="*/ 7 w 76"/>
                  <a:gd name="T9" fmla="*/ 10 h 152"/>
                  <a:gd name="T10" fmla="*/ 7 w 76"/>
                  <a:gd name="T11" fmla="*/ 12 h 152"/>
                  <a:gd name="T12" fmla="*/ 7 w 76"/>
                  <a:gd name="T13" fmla="*/ 15 h 152"/>
                  <a:gd name="T14" fmla="*/ 6 w 76"/>
                  <a:gd name="T15" fmla="*/ 17 h 152"/>
                  <a:gd name="T16" fmla="*/ 6 w 76"/>
                  <a:gd name="T17" fmla="*/ 19 h 152"/>
                  <a:gd name="T18" fmla="*/ 4 w 76"/>
                  <a:gd name="T19" fmla="*/ 18 h 152"/>
                  <a:gd name="T20" fmla="*/ 4 w 76"/>
                  <a:gd name="T21" fmla="*/ 17 h 152"/>
                  <a:gd name="T22" fmla="*/ 3 w 76"/>
                  <a:gd name="T23" fmla="*/ 15 h 152"/>
                  <a:gd name="T24" fmla="*/ 3 w 76"/>
                  <a:gd name="T25" fmla="*/ 13 h 152"/>
                  <a:gd name="T26" fmla="*/ 2 w 76"/>
                  <a:gd name="T27" fmla="*/ 12 h 152"/>
                  <a:gd name="T28" fmla="*/ 2 w 76"/>
                  <a:gd name="T29" fmla="*/ 10 h 152"/>
                  <a:gd name="T30" fmla="*/ 1 w 76"/>
                  <a:gd name="T31" fmla="*/ 8 h 152"/>
                  <a:gd name="T32" fmla="*/ 0 w 76"/>
                  <a:gd name="T33" fmla="*/ 7 h 152"/>
                  <a:gd name="T34" fmla="*/ 1 w 76"/>
                  <a:gd name="T35" fmla="*/ 5 h 152"/>
                  <a:gd name="T36" fmla="*/ 1 w 76"/>
                  <a:gd name="T37" fmla="*/ 4 h 152"/>
                  <a:gd name="T38" fmla="*/ 2 w 76"/>
                  <a:gd name="T39" fmla="*/ 2 h 152"/>
                  <a:gd name="T40" fmla="*/ 3 w 76"/>
                  <a:gd name="T41" fmla="*/ 1 h 152"/>
                  <a:gd name="T42" fmla="*/ 4 w 76"/>
                  <a:gd name="T43" fmla="*/ 1 h 152"/>
                  <a:gd name="T44" fmla="*/ 5 w 76"/>
                  <a:gd name="T45" fmla="*/ 1 h 152"/>
                  <a:gd name="T46" fmla="*/ 6 w 76"/>
                  <a:gd name="T47" fmla="*/ 1 h 152"/>
                  <a:gd name="T48" fmla="*/ 7 w 76"/>
                  <a:gd name="T49" fmla="*/ 1 h 152"/>
                  <a:gd name="T50" fmla="*/ 8 w 76"/>
                  <a:gd name="T51" fmla="*/ 0 h 152"/>
                  <a:gd name="T52" fmla="*/ 9 w 76"/>
                  <a:gd name="T53" fmla="*/ 1 h 152"/>
                  <a:gd name="T54" fmla="*/ 9 w 76"/>
                  <a:gd name="T55" fmla="*/ 1 h 152"/>
                  <a:gd name="T56" fmla="*/ 10 w 76"/>
                  <a:gd name="T57" fmla="*/ 2 h 1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6"/>
                  <a:gd name="T88" fmla="*/ 0 h 152"/>
                  <a:gd name="T89" fmla="*/ 76 w 76"/>
                  <a:gd name="T90" fmla="*/ 152 h 15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6" h="152">
                    <a:moveTo>
                      <a:pt x="76" y="11"/>
                    </a:moveTo>
                    <a:lnTo>
                      <a:pt x="75" y="30"/>
                    </a:lnTo>
                    <a:lnTo>
                      <a:pt x="69" y="46"/>
                    </a:lnTo>
                    <a:lnTo>
                      <a:pt x="61" y="60"/>
                    </a:lnTo>
                    <a:lnTo>
                      <a:pt x="53" y="75"/>
                    </a:lnTo>
                    <a:lnTo>
                      <a:pt x="51" y="94"/>
                    </a:lnTo>
                    <a:lnTo>
                      <a:pt x="50" y="114"/>
                    </a:lnTo>
                    <a:lnTo>
                      <a:pt x="47" y="134"/>
                    </a:lnTo>
                    <a:lnTo>
                      <a:pt x="43" y="152"/>
                    </a:lnTo>
                    <a:lnTo>
                      <a:pt x="32" y="143"/>
                    </a:lnTo>
                    <a:lnTo>
                      <a:pt x="26" y="131"/>
                    </a:lnTo>
                    <a:lnTo>
                      <a:pt x="22" y="119"/>
                    </a:lnTo>
                    <a:lnTo>
                      <a:pt x="18" y="105"/>
                    </a:lnTo>
                    <a:lnTo>
                      <a:pt x="15" y="91"/>
                    </a:lnTo>
                    <a:lnTo>
                      <a:pt x="12" y="77"/>
                    </a:lnTo>
                    <a:lnTo>
                      <a:pt x="7" y="63"/>
                    </a:lnTo>
                    <a:lnTo>
                      <a:pt x="0" y="52"/>
                    </a:lnTo>
                    <a:lnTo>
                      <a:pt x="1" y="39"/>
                    </a:lnTo>
                    <a:lnTo>
                      <a:pt x="5" y="26"/>
                    </a:lnTo>
                    <a:lnTo>
                      <a:pt x="12" y="15"/>
                    </a:lnTo>
                    <a:lnTo>
                      <a:pt x="22" y="8"/>
                    </a:lnTo>
                    <a:lnTo>
                      <a:pt x="29" y="7"/>
                    </a:lnTo>
                    <a:lnTo>
                      <a:pt x="36" y="4"/>
                    </a:lnTo>
                    <a:lnTo>
                      <a:pt x="43" y="2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5" y="1"/>
                    </a:lnTo>
                    <a:lnTo>
                      <a:pt x="71" y="4"/>
                    </a:lnTo>
                    <a:lnTo>
                      <a:pt x="76" y="11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1" name="Freeform 15">
                <a:extLst>
                  <a:ext uri="{FF2B5EF4-FFF2-40B4-BE49-F238E27FC236}">
                    <a16:creationId xmlns:a16="http://schemas.microsoft.com/office/drawing/2014/main" id="{001DE712-0AF2-A345-A503-191204C7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866"/>
                <a:ext cx="33" cy="39"/>
              </a:xfrm>
              <a:custGeom>
                <a:avLst/>
                <a:gdLst>
                  <a:gd name="T0" fmla="*/ 9 w 65"/>
                  <a:gd name="T1" fmla="*/ 3 h 79"/>
                  <a:gd name="T2" fmla="*/ 8 w 65"/>
                  <a:gd name="T3" fmla="*/ 5 h 79"/>
                  <a:gd name="T4" fmla="*/ 7 w 65"/>
                  <a:gd name="T5" fmla="*/ 7 h 79"/>
                  <a:gd name="T6" fmla="*/ 6 w 65"/>
                  <a:gd name="T7" fmla="*/ 8 h 79"/>
                  <a:gd name="T8" fmla="*/ 4 w 65"/>
                  <a:gd name="T9" fmla="*/ 9 h 79"/>
                  <a:gd name="T10" fmla="*/ 3 w 65"/>
                  <a:gd name="T11" fmla="*/ 9 h 79"/>
                  <a:gd name="T12" fmla="*/ 2 w 65"/>
                  <a:gd name="T13" fmla="*/ 9 h 79"/>
                  <a:gd name="T14" fmla="*/ 1 w 65"/>
                  <a:gd name="T15" fmla="*/ 8 h 79"/>
                  <a:gd name="T16" fmla="*/ 0 w 65"/>
                  <a:gd name="T17" fmla="*/ 7 h 79"/>
                  <a:gd name="T18" fmla="*/ 1 w 65"/>
                  <a:gd name="T19" fmla="*/ 6 h 79"/>
                  <a:gd name="T20" fmla="*/ 1 w 65"/>
                  <a:gd name="T21" fmla="*/ 5 h 79"/>
                  <a:gd name="T22" fmla="*/ 1 w 65"/>
                  <a:gd name="T23" fmla="*/ 4 h 79"/>
                  <a:gd name="T24" fmla="*/ 2 w 65"/>
                  <a:gd name="T25" fmla="*/ 3 h 79"/>
                  <a:gd name="T26" fmla="*/ 3 w 65"/>
                  <a:gd name="T27" fmla="*/ 2 h 79"/>
                  <a:gd name="T28" fmla="*/ 4 w 65"/>
                  <a:gd name="T29" fmla="*/ 1 h 79"/>
                  <a:gd name="T30" fmla="*/ 5 w 65"/>
                  <a:gd name="T31" fmla="*/ 0 h 79"/>
                  <a:gd name="T32" fmla="*/ 6 w 65"/>
                  <a:gd name="T33" fmla="*/ 0 h 79"/>
                  <a:gd name="T34" fmla="*/ 7 w 65"/>
                  <a:gd name="T35" fmla="*/ 0 h 79"/>
                  <a:gd name="T36" fmla="*/ 8 w 65"/>
                  <a:gd name="T37" fmla="*/ 1 h 79"/>
                  <a:gd name="T38" fmla="*/ 8 w 65"/>
                  <a:gd name="T39" fmla="*/ 2 h 79"/>
                  <a:gd name="T40" fmla="*/ 9 w 65"/>
                  <a:gd name="T41" fmla="*/ 3 h 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79"/>
                  <a:gd name="T65" fmla="*/ 65 w 65"/>
                  <a:gd name="T66" fmla="*/ 79 h 7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79">
                    <a:moveTo>
                      <a:pt x="65" y="30"/>
                    </a:moveTo>
                    <a:lnTo>
                      <a:pt x="62" y="45"/>
                    </a:lnTo>
                    <a:lnTo>
                      <a:pt x="54" y="58"/>
                    </a:lnTo>
                    <a:lnTo>
                      <a:pt x="44" y="70"/>
                    </a:lnTo>
                    <a:lnTo>
                      <a:pt x="32" y="79"/>
                    </a:lnTo>
                    <a:lnTo>
                      <a:pt x="22" y="79"/>
                    </a:lnTo>
                    <a:lnTo>
                      <a:pt x="14" y="73"/>
                    </a:lnTo>
                    <a:lnTo>
                      <a:pt x="7" y="66"/>
                    </a:lnTo>
                    <a:lnTo>
                      <a:pt x="0" y="58"/>
                    </a:lnTo>
                    <a:lnTo>
                      <a:pt x="1" y="49"/>
                    </a:lnTo>
                    <a:lnTo>
                      <a:pt x="3" y="40"/>
                    </a:lnTo>
                    <a:lnTo>
                      <a:pt x="8" y="33"/>
                    </a:lnTo>
                    <a:lnTo>
                      <a:pt x="14" y="26"/>
                    </a:lnTo>
                    <a:lnTo>
                      <a:pt x="21" y="19"/>
                    </a:lnTo>
                    <a:lnTo>
                      <a:pt x="27" y="12"/>
                    </a:lnTo>
                    <a:lnTo>
                      <a:pt x="34" y="6"/>
                    </a:lnTo>
                    <a:lnTo>
                      <a:pt x="42" y="0"/>
                    </a:lnTo>
                    <a:lnTo>
                      <a:pt x="53" y="4"/>
                    </a:lnTo>
                    <a:lnTo>
                      <a:pt x="59" y="12"/>
                    </a:lnTo>
                    <a:lnTo>
                      <a:pt x="62" y="21"/>
                    </a:lnTo>
                    <a:lnTo>
                      <a:pt x="6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2" name="Freeform 16">
                <a:extLst>
                  <a:ext uri="{FF2B5EF4-FFF2-40B4-BE49-F238E27FC236}">
                    <a16:creationId xmlns:a16="http://schemas.microsoft.com/office/drawing/2014/main" id="{CE4AC9B7-A97E-AB49-A382-C001945D1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878"/>
                <a:ext cx="18" cy="19"/>
              </a:xfrm>
              <a:custGeom>
                <a:avLst/>
                <a:gdLst>
                  <a:gd name="T0" fmla="*/ 5 w 35"/>
                  <a:gd name="T1" fmla="*/ 1 h 38"/>
                  <a:gd name="T2" fmla="*/ 5 w 35"/>
                  <a:gd name="T3" fmla="*/ 2 h 38"/>
                  <a:gd name="T4" fmla="*/ 4 w 35"/>
                  <a:gd name="T5" fmla="*/ 3 h 38"/>
                  <a:gd name="T6" fmla="*/ 3 w 35"/>
                  <a:gd name="T7" fmla="*/ 4 h 38"/>
                  <a:gd name="T8" fmla="*/ 2 w 35"/>
                  <a:gd name="T9" fmla="*/ 5 h 38"/>
                  <a:gd name="T10" fmla="*/ 2 w 35"/>
                  <a:gd name="T11" fmla="*/ 5 h 38"/>
                  <a:gd name="T12" fmla="*/ 1 w 35"/>
                  <a:gd name="T13" fmla="*/ 5 h 38"/>
                  <a:gd name="T14" fmla="*/ 1 w 35"/>
                  <a:gd name="T15" fmla="*/ 4 h 38"/>
                  <a:gd name="T16" fmla="*/ 0 w 35"/>
                  <a:gd name="T17" fmla="*/ 4 h 38"/>
                  <a:gd name="T18" fmla="*/ 1 w 35"/>
                  <a:gd name="T19" fmla="*/ 3 h 38"/>
                  <a:gd name="T20" fmla="*/ 1 w 35"/>
                  <a:gd name="T21" fmla="*/ 2 h 38"/>
                  <a:gd name="T22" fmla="*/ 2 w 35"/>
                  <a:gd name="T23" fmla="*/ 2 h 38"/>
                  <a:gd name="T24" fmla="*/ 2 w 35"/>
                  <a:gd name="T25" fmla="*/ 1 h 38"/>
                  <a:gd name="T26" fmla="*/ 3 w 35"/>
                  <a:gd name="T27" fmla="*/ 1 h 38"/>
                  <a:gd name="T28" fmla="*/ 4 w 35"/>
                  <a:gd name="T29" fmla="*/ 0 h 38"/>
                  <a:gd name="T30" fmla="*/ 4 w 35"/>
                  <a:gd name="T31" fmla="*/ 1 h 38"/>
                  <a:gd name="T32" fmla="*/ 5 w 35"/>
                  <a:gd name="T33" fmla="*/ 1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8"/>
                  <a:gd name="T53" fmla="*/ 35 w 35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8">
                    <a:moveTo>
                      <a:pt x="35" y="4"/>
                    </a:moveTo>
                    <a:lnTo>
                      <a:pt x="33" y="13"/>
                    </a:lnTo>
                    <a:lnTo>
                      <a:pt x="29" y="23"/>
                    </a:lnTo>
                    <a:lnTo>
                      <a:pt x="21" y="30"/>
                    </a:lnTo>
                    <a:lnTo>
                      <a:pt x="14" y="38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3" y="31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1" y="1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3" name="Freeform 17">
                <a:extLst>
                  <a:ext uri="{FF2B5EF4-FFF2-40B4-BE49-F238E27FC236}">
                    <a16:creationId xmlns:a16="http://schemas.microsoft.com/office/drawing/2014/main" id="{4A07235D-B844-B34E-84B0-EB60A1C0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889"/>
                <a:ext cx="26" cy="56"/>
              </a:xfrm>
              <a:custGeom>
                <a:avLst/>
                <a:gdLst>
                  <a:gd name="T0" fmla="*/ 5 w 50"/>
                  <a:gd name="T1" fmla="*/ 12 h 111"/>
                  <a:gd name="T2" fmla="*/ 3 w 50"/>
                  <a:gd name="T3" fmla="*/ 12 h 111"/>
                  <a:gd name="T4" fmla="*/ 2 w 50"/>
                  <a:gd name="T5" fmla="*/ 13 h 111"/>
                  <a:gd name="T6" fmla="*/ 1 w 50"/>
                  <a:gd name="T7" fmla="*/ 13 h 111"/>
                  <a:gd name="T8" fmla="*/ 0 w 50"/>
                  <a:gd name="T9" fmla="*/ 14 h 111"/>
                  <a:gd name="T10" fmla="*/ 1 w 50"/>
                  <a:gd name="T11" fmla="*/ 13 h 111"/>
                  <a:gd name="T12" fmla="*/ 1 w 50"/>
                  <a:gd name="T13" fmla="*/ 12 h 111"/>
                  <a:gd name="T14" fmla="*/ 2 w 50"/>
                  <a:gd name="T15" fmla="*/ 10 h 111"/>
                  <a:gd name="T16" fmla="*/ 2 w 50"/>
                  <a:gd name="T17" fmla="*/ 9 h 111"/>
                  <a:gd name="T18" fmla="*/ 3 w 50"/>
                  <a:gd name="T19" fmla="*/ 7 h 111"/>
                  <a:gd name="T20" fmla="*/ 4 w 50"/>
                  <a:gd name="T21" fmla="*/ 6 h 111"/>
                  <a:gd name="T22" fmla="*/ 5 w 50"/>
                  <a:gd name="T23" fmla="*/ 5 h 111"/>
                  <a:gd name="T24" fmla="*/ 5 w 50"/>
                  <a:gd name="T25" fmla="*/ 3 h 111"/>
                  <a:gd name="T26" fmla="*/ 7 w 50"/>
                  <a:gd name="T27" fmla="*/ 0 h 111"/>
                  <a:gd name="T28" fmla="*/ 7 w 50"/>
                  <a:gd name="T29" fmla="*/ 3 h 111"/>
                  <a:gd name="T30" fmla="*/ 7 w 50"/>
                  <a:gd name="T31" fmla="*/ 6 h 111"/>
                  <a:gd name="T32" fmla="*/ 6 w 50"/>
                  <a:gd name="T33" fmla="*/ 9 h 111"/>
                  <a:gd name="T34" fmla="*/ 5 w 50"/>
                  <a:gd name="T35" fmla="*/ 12 h 1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0"/>
                  <a:gd name="T55" fmla="*/ 0 h 111"/>
                  <a:gd name="T56" fmla="*/ 50 w 50"/>
                  <a:gd name="T57" fmla="*/ 111 h 11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0" h="111">
                    <a:moveTo>
                      <a:pt x="33" y="93"/>
                    </a:moveTo>
                    <a:lnTo>
                      <a:pt x="24" y="95"/>
                    </a:lnTo>
                    <a:lnTo>
                      <a:pt x="16" y="100"/>
                    </a:lnTo>
                    <a:lnTo>
                      <a:pt x="8" y="104"/>
                    </a:lnTo>
                    <a:lnTo>
                      <a:pt x="0" y="111"/>
                    </a:lnTo>
                    <a:lnTo>
                      <a:pt x="3" y="101"/>
                    </a:lnTo>
                    <a:lnTo>
                      <a:pt x="7" y="89"/>
                    </a:lnTo>
                    <a:lnTo>
                      <a:pt x="11" y="79"/>
                    </a:lnTo>
                    <a:lnTo>
                      <a:pt x="16" y="68"/>
                    </a:lnTo>
                    <a:lnTo>
                      <a:pt x="22" y="56"/>
                    </a:lnTo>
                    <a:lnTo>
                      <a:pt x="27" y="45"/>
                    </a:lnTo>
                    <a:lnTo>
                      <a:pt x="32" y="34"/>
                    </a:lnTo>
                    <a:lnTo>
                      <a:pt x="38" y="23"/>
                    </a:lnTo>
                    <a:lnTo>
                      <a:pt x="50" y="0"/>
                    </a:lnTo>
                    <a:lnTo>
                      <a:pt x="48" y="23"/>
                    </a:lnTo>
                    <a:lnTo>
                      <a:pt x="48" y="48"/>
                    </a:lnTo>
                    <a:lnTo>
                      <a:pt x="45" y="72"/>
                    </a:lnTo>
                    <a:lnTo>
                      <a:pt x="33" y="93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4" name="Freeform 18">
                <a:extLst>
                  <a:ext uri="{FF2B5EF4-FFF2-40B4-BE49-F238E27FC236}">
                    <a16:creationId xmlns:a16="http://schemas.microsoft.com/office/drawing/2014/main" id="{E8F2F777-FEA7-B042-B64B-34735F1E4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893"/>
                <a:ext cx="18" cy="12"/>
              </a:xfrm>
              <a:custGeom>
                <a:avLst/>
                <a:gdLst>
                  <a:gd name="T0" fmla="*/ 5 w 34"/>
                  <a:gd name="T1" fmla="*/ 3 h 23"/>
                  <a:gd name="T2" fmla="*/ 4 w 34"/>
                  <a:gd name="T3" fmla="*/ 3 h 23"/>
                  <a:gd name="T4" fmla="*/ 4 w 34"/>
                  <a:gd name="T5" fmla="*/ 3 h 23"/>
                  <a:gd name="T6" fmla="*/ 3 w 34"/>
                  <a:gd name="T7" fmla="*/ 3 h 23"/>
                  <a:gd name="T8" fmla="*/ 2 w 34"/>
                  <a:gd name="T9" fmla="*/ 3 h 23"/>
                  <a:gd name="T10" fmla="*/ 2 w 34"/>
                  <a:gd name="T11" fmla="*/ 2 h 23"/>
                  <a:gd name="T12" fmla="*/ 1 w 34"/>
                  <a:gd name="T13" fmla="*/ 2 h 23"/>
                  <a:gd name="T14" fmla="*/ 1 w 34"/>
                  <a:gd name="T15" fmla="*/ 2 h 23"/>
                  <a:gd name="T16" fmla="*/ 0 w 34"/>
                  <a:gd name="T17" fmla="*/ 2 h 23"/>
                  <a:gd name="T18" fmla="*/ 2 w 34"/>
                  <a:gd name="T19" fmla="*/ 0 h 23"/>
                  <a:gd name="T20" fmla="*/ 3 w 34"/>
                  <a:gd name="T21" fmla="*/ 1 h 23"/>
                  <a:gd name="T22" fmla="*/ 4 w 34"/>
                  <a:gd name="T23" fmla="*/ 2 h 23"/>
                  <a:gd name="T24" fmla="*/ 4 w 34"/>
                  <a:gd name="T25" fmla="*/ 2 h 23"/>
                  <a:gd name="T26" fmla="*/ 5 w 34"/>
                  <a:gd name="T27" fmla="*/ 3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23"/>
                  <a:gd name="T44" fmla="*/ 34 w 3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23">
                    <a:moveTo>
                      <a:pt x="34" y="23"/>
                    </a:moveTo>
                    <a:lnTo>
                      <a:pt x="30" y="22"/>
                    </a:lnTo>
                    <a:lnTo>
                      <a:pt x="25" y="20"/>
                    </a:lnTo>
                    <a:lnTo>
                      <a:pt x="21" y="19"/>
                    </a:lnTo>
                    <a:lnTo>
                      <a:pt x="16" y="17"/>
                    </a:lnTo>
                    <a:lnTo>
                      <a:pt x="11" y="15"/>
                    </a:lnTo>
                    <a:lnTo>
                      <a:pt x="7" y="12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9" y="0"/>
                    </a:lnTo>
                    <a:lnTo>
                      <a:pt x="17" y="5"/>
                    </a:lnTo>
                    <a:lnTo>
                      <a:pt x="24" y="9"/>
                    </a:lnTo>
                    <a:lnTo>
                      <a:pt x="31" y="15"/>
                    </a:lnTo>
                    <a:lnTo>
                      <a:pt x="3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5" name="Freeform 19">
                <a:extLst>
                  <a:ext uri="{FF2B5EF4-FFF2-40B4-BE49-F238E27FC236}">
                    <a16:creationId xmlns:a16="http://schemas.microsoft.com/office/drawing/2014/main" id="{3FA7D2B5-3642-9848-8AD0-7CBCD783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908"/>
                <a:ext cx="12" cy="16"/>
              </a:xfrm>
              <a:custGeom>
                <a:avLst/>
                <a:gdLst>
                  <a:gd name="T0" fmla="*/ 3 w 24"/>
                  <a:gd name="T1" fmla="*/ 4 h 31"/>
                  <a:gd name="T2" fmla="*/ 3 w 24"/>
                  <a:gd name="T3" fmla="*/ 4 h 31"/>
                  <a:gd name="T4" fmla="*/ 2 w 24"/>
                  <a:gd name="T5" fmla="*/ 4 h 31"/>
                  <a:gd name="T6" fmla="*/ 2 w 24"/>
                  <a:gd name="T7" fmla="*/ 4 h 31"/>
                  <a:gd name="T8" fmla="*/ 1 w 24"/>
                  <a:gd name="T9" fmla="*/ 3 h 31"/>
                  <a:gd name="T10" fmla="*/ 1 w 24"/>
                  <a:gd name="T11" fmla="*/ 3 h 31"/>
                  <a:gd name="T12" fmla="*/ 0 w 24"/>
                  <a:gd name="T13" fmla="*/ 2 h 31"/>
                  <a:gd name="T14" fmla="*/ 0 w 24"/>
                  <a:gd name="T15" fmla="*/ 1 h 31"/>
                  <a:gd name="T16" fmla="*/ 1 w 24"/>
                  <a:gd name="T17" fmla="*/ 0 h 31"/>
                  <a:gd name="T18" fmla="*/ 2 w 24"/>
                  <a:gd name="T19" fmla="*/ 1 h 31"/>
                  <a:gd name="T20" fmla="*/ 3 w 24"/>
                  <a:gd name="T21" fmla="*/ 2 h 31"/>
                  <a:gd name="T22" fmla="*/ 3 w 24"/>
                  <a:gd name="T23" fmla="*/ 3 h 31"/>
                  <a:gd name="T24" fmla="*/ 3 w 24"/>
                  <a:gd name="T25" fmla="*/ 4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1"/>
                  <a:gd name="T41" fmla="*/ 24 w 24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1">
                    <a:moveTo>
                      <a:pt x="24" y="27"/>
                    </a:moveTo>
                    <a:lnTo>
                      <a:pt x="19" y="31"/>
                    </a:lnTo>
                    <a:lnTo>
                      <a:pt x="14" y="30"/>
                    </a:lnTo>
                    <a:lnTo>
                      <a:pt x="10" y="26"/>
                    </a:lnTo>
                    <a:lnTo>
                      <a:pt x="5" y="23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12" y="1"/>
                    </a:lnTo>
                    <a:lnTo>
                      <a:pt x="17" y="9"/>
                    </a:lnTo>
                    <a:lnTo>
                      <a:pt x="20" y="18"/>
                    </a:lnTo>
                    <a:lnTo>
                      <a:pt x="2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6" name="Freeform 20">
                <a:extLst>
                  <a:ext uri="{FF2B5EF4-FFF2-40B4-BE49-F238E27FC236}">
                    <a16:creationId xmlns:a16="http://schemas.microsoft.com/office/drawing/2014/main" id="{2297EB62-9FD7-F64F-AFAA-CE2C0F58D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924"/>
                <a:ext cx="129" cy="209"/>
              </a:xfrm>
              <a:custGeom>
                <a:avLst/>
                <a:gdLst>
                  <a:gd name="T0" fmla="*/ 10 w 258"/>
                  <a:gd name="T1" fmla="*/ 3 h 418"/>
                  <a:gd name="T2" fmla="*/ 11 w 258"/>
                  <a:gd name="T3" fmla="*/ 5 h 418"/>
                  <a:gd name="T4" fmla="*/ 12 w 258"/>
                  <a:gd name="T5" fmla="*/ 7 h 418"/>
                  <a:gd name="T6" fmla="*/ 14 w 258"/>
                  <a:gd name="T7" fmla="*/ 9 h 418"/>
                  <a:gd name="T8" fmla="*/ 17 w 258"/>
                  <a:gd name="T9" fmla="*/ 9 h 418"/>
                  <a:gd name="T10" fmla="*/ 20 w 258"/>
                  <a:gd name="T11" fmla="*/ 9 h 418"/>
                  <a:gd name="T12" fmla="*/ 23 w 258"/>
                  <a:gd name="T13" fmla="*/ 8 h 418"/>
                  <a:gd name="T14" fmla="*/ 26 w 258"/>
                  <a:gd name="T15" fmla="*/ 6 h 418"/>
                  <a:gd name="T16" fmla="*/ 29 w 258"/>
                  <a:gd name="T17" fmla="*/ 7 h 418"/>
                  <a:gd name="T18" fmla="*/ 30 w 258"/>
                  <a:gd name="T19" fmla="*/ 10 h 418"/>
                  <a:gd name="T20" fmla="*/ 31 w 258"/>
                  <a:gd name="T21" fmla="*/ 14 h 418"/>
                  <a:gd name="T22" fmla="*/ 32 w 258"/>
                  <a:gd name="T23" fmla="*/ 17 h 418"/>
                  <a:gd name="T24" fmla="*/ 33 w 258"/>
                  <a:gd name="T25" fmla="*/ 24 h 418"/>
                  <a:gd name="T26" fmla="*/ 31 w 258"/>
                  <a:gd name="T27" fmla="*/ 32 h 418"/>
                  <a:gd name="T28" fmla="*/ 27 w 258"/>
                  <a:gd name="T29" fmla="*/ 40 h 418"/>
                  <a:gd name="T30" fmla="*/ 21 w 258"/>
                  <a:gd name="T31" fmla="*/ 46 h 418"/>
                  <a:gd name="T32" fmla="*/ 16 w 258"/>
                  <a:gd name="T33" fmla="*/ 50 h 418"/>
                  <a:gd name="T34" fmla="*/ 13 w 258"/>
                  <a:gd name="T35" fmla="*/ 51 h 418"/>
                  <a:gd name="T36" fmla="*/ 11 w 258"/>
                  <a:gd name="T37" fmla="*/ 52 h 418"/>
                  <a:gd name="T38" fmla="*/ 8 w 258"/>
                  <a:gd name="T39" fmla="*/ 52 h 418"/>
                  <a:gd name="T40" fmla="*/ 7 w 258"/>
                  <a:gd name="T41" fmla="*/ 52 h 418"/>
                  <a:gd name="T42" fmla="*/ 6 w 258"/>
                  <a:gd name="T43" fmla="*/ 50 h 418"/>
                  <a:gd name="T44" fmla="*/ 8 w 258"/>
                  <a:gd name="T45" fmla="*/ 47 h 418"/>
                  <a:gd name="T46" fmla="*/ 12 w 258"/>
                  <a:gd name="T47" fmla="*/ 42 h 418"/>
                  <a:gd name="T48" fmla="*/ 15 w 258"/>
                  <a:gd name="T49" fmla="*/ 36 h 418"/>
                  <a:gd name="T50" fmla="*/ 17 w 258"/>
                  <a:gd name="T51" fmla="*/ 29 h 418"/>
                  <a:gd name="T52" fmla="*/ 17 w 258"/>
                  <a:gd name="T53" fmla="*/ 25 h 418"/>
                  <a:gd name="T54" fmla="*/ 16 w 258"/>
                  <a:gd name="T55" fmla="*/ 23 h 418"/>
                  <a:gd name="T56" fmla="*/ 15 w 258"/>
                  <a:gd name="T57" fmla="*/ 22 h 418"/>
                  <a:gd name="T58" fmla="*/ 14 w 258"/>
                  <a:gd name="T59" fmla="*/ 23 h 418"/>
                  <a:gd name="T60" fmla="*/ 14 w 258"/>
                  <a:gd name="T61" fmla="*/ 25 h 418"/>
                  <a:gd name="T62" fmla="*/ 14 w 258"/>
                  <a:gd name="T63" fmla="*/ 29 h 418"/>
                  <a:gd name="T64" fmla="*/ 13 w 258"/>
                  <a:gd name="T65" fmla="*/ 34 h 418"/>
                  <a:gd name="T66" fmla="*/ 11 w 258"/>
                  <a:gd name="T67" fmla="*/ 37 h 418"/>
                  <a:gd name="T68" fmla="*/ 8 w 258"/>
                  <a:gd name="T69" fmla="*/ 42 h 418"/>
                  <a:gd name="T70" fmla="*/ 8 w 258"/>
                  <a:gd name="T71" fmla="*/ 34 h 418"/>
                  <a:gd name="T72" fmla="*/ 7 w 258"/>
                  <a:gd name="T73" fmla="*/ 25 h 418"/>
                  <a:gd name="T74" fmla="*/ 6 w 258"/>
                  <a:gd name="T75" fmla="*/ 18 h 418"/>
                  <a:gd name="T76" fmla="*/ 4 w 258"/>
                  <a:gd name="T77" fmla="*/ 10 h 418"/>
                  <a:gd name="T78" fmla="*/ 2 w 258"/>
                  <a:gd name="T79" fmla="*/ 4 h 418"/>
                  <a:gd name="T80" fmla="*/ 0 w 258"/>
                  <a:gd name="T81" fmla="*/ 0 h 418"/>
                  <a:gd name="T82" fmla="*/ 3 w 258"/>
                  <a:gd name="T83" fmla="*/ 1 h 418"/>
                  <a:gd name="T84" fmla="*/ 5 w 258"/>
                  <a:gd name="T85" fmla="*/ 1 h 418"/>
                  <a:gd name="T86" fmla="*/ 7 w 258"/>
                  <a:gd name="T87" fmla="*/ 1 h 418"/>
                  <a:gd name="T88" fmla="*/ 9 w 258"/>
                  <a:gd name="T89" fmla="*/ 2 h 41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8"/>
                  <a:gd name="T136" fmla="*/ 0 h 418"/>
                  <a:gd name="T137" fmla="*/ 258 w 258"/>
                  <a:gd name="T138" fmla="*/ 418 h 41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8" h="418">
                    <a:moveTo>
                      <a:pt x="72" y="10"/>
                    </a:moveTo>
                    <a:lnTo>
                      <a:pt x="74" y="19"/>
                    </a:lnTo>
                    <a:lnTo>
                      <a:pt x="79" y="29"/>
                    </a:lnTo>
                    <a:lnTo>
                      <a:pt x="83" y="38"/>
                    </a:lnTo>
                    <a:lnTo>
                      <a:pt x="88" y="46"/>
                    </a:lnTo>
                    <a:lnTo>
                      <a:pt x="95" y="54"/>
                    </a:lnTo>
                    <a:lnTo>
                      <a:pt x="102" y="61"/>
                    </a:lnTo>
                    <a:lnTo>
                      <a:pt x="110" y="67"/>
                    </a:lnTo>
                    <a:lnTo>
                      <a:pt x="118" y="71"/>
                    </a:lnTo>
                    <a:lnTo>
                      <a:pt x="132" y="72"/>
                    </a:lnTo>
                    <a:lnTo>
                      <a:pt x="144" y="72"/>
                    </a:lnTo>
                    <a:lnTo>
                      <a:pt x="157" y="70"/>
                    </a:lnTo>
                    <a:lnTo>
                      <a:pt x="170" y="67"/>
                    </a:lnTo>
                    <a:lnTo>
                      <a:pt x="182" y="62"/>
                    </a:lnTo>
                    <a:lnTo>
                      <a:pt x="194" y="55"/>
                    </a:lnTo>
                    <a:lnTo>
                      <a:pt x="205" y="48"/>
                    </a:lnTo>
                    <a:lnTo>
                      <a:pt x="217" y="40"/>
                    </a:lnTo>
                    <a:lnTo>
                      <a:pt x="226" y="52"/>
                    </a:lnTo>
                    <a:lnTo>
                      <a:pt x="234" y="63"/>
                    </a:lnTo>
                    <a:lnTo>
                      <a:pt x="240" y="77"/>
                    </a:lnTo>
                    <a:lnTo>
                      <a:pt x="245" y="91"/>
                    </a:lnTo>
                    <a:lnTo>
                      <a:pt x="248" y="106"/>
                    </a:lnTo>
                    <a:lnTo>
                      <a:pt x="250" y="121"/>
                    </a:lnTo>
                    <a:lnTo>
                      <a:pt x="254" y="136"/>
                    </a:lnTo>
                    <a:lnTo>
                      <a:pt x="257" y="150"/>
                    </a:lnTo>
                    <a:lnTo>
                      <a:pt x="258" y="186"/>
                    </a:lnTo>
                    <a:lnTo>
                      <a:pt x="255" y="222"/>
                    </a:lnTo>
                    <a:lnTo>
                      <a:pt x="246" y="256"/>
                    </a:lnTo>
                    <a:lnTo>
                      <a:pt x="232" y="288"/>
                    </a:lnTo>
                    <a:lnTo>
                      <a:pt x="214" y="318"/>
                    </a:lnTo>
                    <a:lnTo>
                      <a:pt x="192" y="344"/>
                    </a:lnTo>
                    <a:lnTo>
                      <a:pt x="165" y="368"/>
                    </a:lnTo>
                    <a:lnTo>
                      <a:pt x="135" y="389"/>
                    </a:lnTo>
                    <a:lnTo>
                      <a:pt x="125" y="393"/>
                    </a:lnTo>
                    <a:lnTo>
                      <a:pt x="116" y="397"/>
                    </a:lnTo>
                    <a:lnTo>
                      <a:pt x="105" y="402"/>
                    </a:lnTo>
                    <a:lnTo>
                      <a:pt x="95" y="405"/>
                    </a:lnTo>
                    <a:lnTo>
                      <a:pt x="84" y="409"/>
                    </a:lnTo>
                    <a:lnTo>
                      <a:pt x="74" y="412"/>
                    </a:lnTo>
                    <a:lnTo>
                      <a:pt x="65" y="416"/>
                    </a:lnTo>
                    <a:lnTo>
                      <a:pt x="54" y="418"/>
                    </a:lnTo>
                    <a:lnTo>
                      <a:pt x="50" y="413"/>
                    </a:lnTo>
                    <a:lnTo>
                      <a:pt x="48" y="406"/>
                    </a:lnTo>
                    <a:lnTo>
                      <a:pt x="46" y="400"/>
                    </a:lnTo>
                    <a:lnTo>
                      <a:pt x="46" y="393"/>
                    </a:lnTo>
                    <a:lnTo>
                      <a:pt x="65" y="373"/>
                    </a:lnTo>
                    <a:lnTo>
                      <a:pt x="81" y="351"/>
                    </a:lnTo>
                    <a:lnTo>
                      <a:pt x="95" y="329"/>
                    </a:lnTo>
                    <a:lnTo>
                      <a:pt x="106" y="305"/>
                    </a:lnTo>
                    <a:lnTo>
                      <a:pt x="116" y="282"/>
                    </a:lnTo>
                    <a:lnTo>
                      <a:pt x="124" y="257"/>
                    </a:lnTo>
                    <a:lnTo>
                      <a:pt x="129" y="231"/>
                    </a:lnTo>
                    <a:lnTo>
                      <a:pt x="133" y="205"/>
                    </a:lnTo>
                    <a:lnTo>
                      <a:pt x="132" y="197"/>
                    </a:lnTo>
                    <a:lnTo>
                      <a:pt x="128" y="188"/>
                    </a:lnTo>
                    <a:lnTo>
                      <a:pt x="124" y="181"/>
                    </a:lnTo>
                    <a:lnTo>
                      <a:pt x="118" y="175"/>
                    </a:lnTo>
                    <a:lnTo>
                      <a:pt x="114" y="175"/>
                    </a:lnTo>
                    <a:lnTo>
                      <a:pt x="112" y="176"/>
                    </a:lnTo>
                    <a:lnTo>
                      <a:pt x="111" y="179"/>
                    </a:lnTo>
                    <a:lnTo>
                      <a:pt x="110" y="182"/>
                    </a:lnTo>
                    <a:lnTo>
                      <a:pt x="112" y="199"/>
                    </a:lnTo>
                    <a:lnTo>
                      <a:pt x="111" y="215"/>
                    </a:lnTo>
                    <a:lnTo>
                      <a:pt x="109" y="232"/>
                    </a:lnTo>
                    <a:lnTo>
                      <a:pt x="105" y="249"/>
                    </a:lnTo>
                    <a:lnTo>
                      <a:pt x="99" y="265"/>
                    </a:lnTo>
                    <a:lnTo>
                      <a:pt x="94" y="280"/>
                    </a:lnTo>
                    <a:lnTo>
                      <a:pt x="87" y="295"/>
                    </a:lnTo>
                    <a:lnTo>
                      <a:pt x="80" y="310"/>
                    </a:lnTo>
                    <a:lnTo>
                      <a:pt x="65" y="329"/>
                    </a:lnTo>
                    <a:lnTo>
                      <a:pt x="65" y="297"/>
                    </a:lnTo>
                    <a:lnTo>
                      <a:pt x="64" y="265"/>
                    </a:lnTo>
                    <a:lnTo>
                      <a:pt x="61" y="232"/>
                    </a:lnTo>
                    <a:lnTo>
                      <a:pt x="57" y="200"/>
                    </a:lnTo>
                    <a:lnTo>
                      <a:pt x="51" y="168"/>
                    </a:lnTo>
                    <a:lnTo>
                      <a:pt x="45" y="137"/>
                    </a:lnTo>
                    <a:lnTo>
                      <a:pt x="38" y="106"/>
                    </a:lnTo>
                    <a:lnTo>
                      <a:pt x="31" y="76"/>
                    </a:lnTo>
                    <a:lnTo>
                      <a:pt x="26" y="58"/>
                    </a:lnTo>
                    <a:lnTo>
                      <a:pt x="15" y="32"/>
                    </a:lnTo>
                    <a:lnTo>
                      <a:pt x="5" y="10"/>
                    </a:lnTo>
                    <a:lnTo>
                      <a:pt x="0" y="0"/>
                    </a:lnTo>
                    <a:lnTo>
                      <a:pt x="10" y="1"/>
                    </a:lnTo>
                    <a:lnTo>
                      <a:pt x="18" y="2"/>
                    </a:lnTo>
                    <a:lnTo>
                      <a:pt x="27" y="2"/>
                    </a:lnTo>
                    <a:lnTo>
                      <a:pt x="36" y="3"/>
                    </a:lnTo>
                    <a:lnTo>
                      <a:pt x="45" y="4"/>
                    </a:lnTo>
                    <a:lnTo>
                      <a:pt x="54" y="6"/>
                    </a:lnTo>
                    <a:lnTo>
                      <a:pt x="64" y="7"/>
                    </a:lnTo>
                    <a:lnTo>
                      <a:pt x="7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7" name="Freeform 21">
                <a:extLst>
                  <a:ext uri="{FF2B5EF4-FFF2-40B4-BE49-F238E27FC236}">
                    <a16:creationId xmlns:a16="http://schemas.microsoft.com/office/drawing/2014/main" id="{41B476D0-CFC4-0141-9FEF-CCB1CF20E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984"/>
                <a:ext cx="41" cy="62"/>
              </a:xfrm>
              <a:custGeom>
                <a:avLst/>
                <a:gdLst>
                  <a:gd name="T0" fmla="*/ 8 w 83"/>
                  <a:gd name="T1" fmla="*/ 14 h 124"/>
                  <a:gd name="T2" fmla="*/ 8 w 83"/>
                  <a:gd name="T3" fmla="*/ 15 h 124"/>
                  <a:gd name="T4" fmla="*/ 7 w 83"/>
                  <a:gd name="T5" fmla="*/ 16 h 124"/>
                  <a:gd name="T6" fmla="*/ 6 w 83"/>
                  <a:gd name="T7" fmla="*/ 16 h 124"/>
                  <a:gd name="T8" fmla="*/ 6 w 83"/>
                  <a:gd name="T9" fmla="*/ 16 h 124"/>
                  <a:gd name="T10" fmla="*/ 5 w 83"/>
                  <a:gd name="T11" fmla="*/ 16 h 124"/>
                  <a:gd name="T12" fmla="*/ 4 w 83"/>
                  <a:gd name="T13" fmla="*/ 16 h 124"/>
                  <a:gd name="T14" fmla="*/ 3 w 83"/>
                  <a:gd name="T15" fmla="*/ 15 h 124"/>
                  <a:gd name="T16" fmla="*/ 2 w 83"/>
                  <a:gd name="T17" fmla="*/ 15 h 124"/>
                  <a:gd name="T18" fmla="*/ 1 w 83"/>
                  <a:gd name="T19" fmla="*/ 13 h 124"/>
                  <a:gd name="T20" fmla="*/ 0 w 83"/>
                  <a:gd name="T21" fmla="*/ 12 h 124"/>
                  <a:gd name="T22" fmla="*/ 0 w 83"/>
                  <a:gd name="T23" fmla="*/ 10 h 124"/>
                  <a:gd name="T24" fmla="*/ 0 w 83"/>
                  <a:gd name="T25" fmla="*/ 8 h 124"/>
                  <a:gd name="T26" fmla="*/ 0 w 83"/>
                  <a:gd name="T27" fmla="*/ 6 h 124"/>
                  <a:gd name="T28" fmla="*/ 1 w 83"/>
                  <a:gd name="T29" fmla="*/ 4 h 124"/>
                  <a:gd name="T30" fmla="*/ 2 w 83"/>
                  <a:gd name="T31" fmla="*/ 3 h 124"/>
                  <a:gd name="T32" fmla="*/ 2 w 83"/>
                  <a:gd name="T33" fmla="*/ 1 h 124"/>
                  <a:gd name="T34" fmla="*/ 3 w 83"/>
                  <a:gd name="T35" fmla="*/ 1 h 124"/>
                  <a:gd name="T36" fmla="*/ 4 w 83"/>
                  <a:gd name="T37" fmla="*/ 1 h 124"/>
                  <a:gd name="T38" fmla="*/ 5 w 83"/>
                  <a:gd name="T39" fmla="*/ 1 h 124"/>
                  <a:gd name="T40" fmla="*/ 6 w 83"/>
                  <a:gd name="T41" fmla="*/ 1 h 124"/>
                  <a:gd name="T42" fmla="*/ 7 w 83"/>
                  <a:gd name="T43" fmla="*/ 1 h 124"/>
                  <a:gd name="T44" fmla="*/ 8 w 83"/>
                  <a:gd name="T45" fmla="*/ 1 h 124"/>
                  <a:gd name="T46" fmla="*/ 9 w 83"/>
                  <a:gd name="T47" fmla="*/ 1 h 124"/>
                  <a:gd name="T48" fmla="*/ 10 w 83"/>
                  <a:gd name="T49" fmla="*/ 0 h 124"/>
                  <a:gd name="T50" fmla="*/ 9 w 83"/>
                  <a:gd name="T51" fmla="*/ 4 h 124"/>
                  <a:gd name="T52" fmla="*/ 9 w 83"/>
                  <a:gd name="T53" fmla="*/ 7 h 124"/>
                  <a:gd name="T54" fmla="*/ 8 w 83"/>
                  <a:gd name="T55" fmla="*/ 11 h 124"/>
                  <a:gd name="T56" fmla="*/ 8 w 83"/>
                  <a:gd name="T57" fmla="*/ 14 h 12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3"/>
                  <a:gd name="T88" fmla="*/ 0 h 124"/>
                  <a:gd name="T89" fmla="*/ 83 w 83"/>
                  <a:gd name="T90" fmla="*/ 124 h 12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3" h="124">
                    <a:moveTo>
                      <a:pt x="68" y="111"/>
                    </a:moveTo>
                    <a:lnTo>
                      <a:pt x="64" y="117"/>
                    </a:lnTo>
                    <a:lnTo>
                      <a:pt x="60" y="121"/>
                    </a:lnTo>
                    <a:lnTo>
                      <a:pt x="55" y="123"/>
                    </a:lnTo>
                    <a:lnTo>
                      <a:pt x="49" y="124"/>
                    </a:lnTo>
                    <a:lnTo>
                      <a:pt x="44" y="124"/>
                    </a:lnTo>
                    <a:lnTo>
                      <a:pt x="38" y="123"/>
                    </a:lnTo>
                    <a:lnTo>
                      <a:pt x="31" y="119"/>
                    </a:lnTo>
                    <a:lnTo>
                      <a:pt x="23" y="115"/>
                    </a:lnTo>
                    <a:lnTo>
                      <a:pt x="9" y="103"/>
                    </a:lnTo>
                    <a:lnTo>
                      <a:pt x="2" y="91"/>
                    </a:lnTo>
                    <a:lnTo>
                      <a:pt x="0" y="77"/>
                    </a:lnTo>
                    <a:lnTo>
                      <a:pt x="3" y="62"/>
                    </a:lnTo>
                    <a:lnTo>
                      <a:pt x="7" y="47"/>
                    </a:lnTo>
                    <a:lnTo>
                      <a:pt x="12" y="32"/>
                    </a:lnTo>
                    <a:lnTo>
                      <a:pt x="16" y="18"/>
                    </a:lnTo>
                    <a:lnTo>
                      <a:pt x="17" y="4"/>
                    </a:lnTo>
                    <a:lnTo>
                      <a:pt x="25" y="5"/>
                    </a:lnTo>
                    <a:lnTo>
                      <a:pt x="33" y="6"/>
                    </a:lnTo>
                    <a:lnTo>
                      <a:pt x="41" y="6"/>
                    </a:lnTo>
                    <a:lnTo>
                      <a:pt x="49" y="5"/>
                    </a:lnTo>
                    <a:lnTo>
                      <a:pt x="58" y="4"/>
                    </a:lnTo>
                    <a:lnTo>
                      <a:pt x="67" y="3"/>
                    </a:lnTo>
                    <a:lnTo>
                      <a:pt x="75" y="2"/>
                    </a:lnTo>
                    <a:lnTo>
                      <a:pt x="83" y="0"/>
                    </a:lnTo>
                    <a:lnTo>
                      <a:pt x="79" y="26"/>
                    </a:lnTo>
                    <a:lnTo>
                      <a:pt x="75" y="54"/>
                    </a:lnTo>
                    <a:lnTo>
                      <a:pt x="70" y="83"/>
                    </a:lnTo>
                    <a:lnTo>
                      <a:pt x="68" y="111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8" name="Freeform 22">
                <a:extLst>
                  <a:ext uri="{FF2B5EF4-FFF2-40B4-BE49-F238E27FC236}">
                    <a16:creationId xmlns:a16="http://schemas.microsoft.com/office/drawing/2014/main" id="{0803E36D-DCF1-4647-B761-6F27096AF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996"/>
                <a:ext cx="14" cy="12"/>
              </a:xfrm>
              <a:custGeom>
                <a:avLst/>
                <a:gdLst>
                  <a:gd name="T0" fmla="*/ 4 w 28"/>
                  <a:gd name="T1" fmla="*/ 3 h 24"/>
                  <a:gd name="T2" fmla="*/ 3 w 28"/>
                  <a:gd name="T3" fmla="*/ 3 h 24"/>
                  <a:gd name="T4" fmla="*/ 2 w 28"/>
                  <a:gd name="T5" fmla="*/ 3 h 24"/>
                  <a:gd name="T6" fmla="*/ 1 w 28"/>
                  <a:gd name="T7" fmla="*/ 2 h 24"/>
                  <a:gd name="T8" fmla="*/ 0 w 28"/>
                  <a:gd name="T9" fmla="*/ 2 h 24"/>
                  <a:gd name="T10" fmla="*/ 0 w 28"/>
                  <a:gd name="T11" fmla="*/ 2 h 24"/>
                  <a:gd name="T12" fmla="*/ 0 w 28"/>
                  <a:gd name="T13" fmla="*/ 1 h 24"/>
                  <a:gd name="T14" fmla="*/ 0 w 28"/>
                  <a:gd name="T15" fmla="*/ 1 h 24"/>
                  <a:gd name="T16" fmla="*/ 1 w 28"/>
                  <a:gd name="T17" fmla="*/ 0 h 24"/>
                  <a:gd name="T18" fmla="*/ 2 w 28"/>
                  <a:gd name="T19" fmla="*/ 1 h 24"/>
                  <a:gd name="T20" fmla="*/ 3 w 28"/>
                  <a:gd name="T21" fmla="*/ 2 h 24"/>
                  <a:gd name="T22" fmla="*/ 4 w 28"/>
                  <a:gd name="T23" fmla="*/ 2 h 24"/>
                  <a:gd name="T24" fmla="*/ 4 w 28"/>
                  <a:gd name="T25" fmla="*/ 3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8"/>
                  <a:gd name="T40" fmla="*/ 0 h 24"/>
                  <a:gd name="T41" fmla="*/ 28 w 28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8" h="24">
                    <a:moveTo>
                      <a:pt x="28" y="24"/>
                    </a:moveTo>
                    <a:lnTo>
                      <a:pt x="22" y="20"/>
                    </a:lnTo>
                    <a:lnTo>
                      <a:pt x="15" y="18"/>
                    </a:lnTo>
                    <a:lnTo>
                      <a:pt x="8" y="16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11" y="4"/>
                    </a:lnTo>
                    <a:lnTo>
                      <a:pt x="20" y="9"/>
                    </a:lnTo>
                    <a:lnTo>
                      <a:pt x="27" y="15"/>
                    </a:lnTo>
                    <a:lnTo>
                      <a:pt x="2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89" name="Freeform 23">
                <a:extLst>
                  <a:ext uri="{FF2B5EF4-FFF2-40B4-BE49-F238E27FC236}">
                    <a16:creationId xmlns:a16="http://schemas.microsoft.com/office/drawing/2014/main" id="{76B2BAC0-1F15-524F-93F2-1F00B938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17"/>
                <a:ext cx="119" cy="229"/>
              </a:xfrm>
              <a:custGeom>
                <a:avLst/>
                <a:gdLst>
                  <a:gd name="T0" fmla="*/ 7 w 239"/>
                  <a:gd name="T1" fmla="*/ 8 h 458"/>
                  <a:gd name="T2" fmla="*/ 7 w 239"/>
                  <a:gd name="T3" fmla="*/ 13 h 458"/>
                  <a:gd name="T4" fmla="*/ 7 w 239"/>
                  <a:gd name="T5" fmla="*/ 17 h 458"/>
                  <a:gd name="T6" fmla="*/ 7 w 239"/>
                  <a:gd name="T7" fmla="*/ 22 h 458"/>
                  <a:gd name="T8" fmla="*/ 6 w 239"/>
                  <a:gd name="T9" fmla="*/ 27 h 458"/>
                  <a:gd name="T10" fmla="*/ 7 w 239"/>
                  <a:gd name="T11" fmla="*/ 28 h 458"/>
                  <a:gd name="T12" fmla="*/ 8 w 239"/>
                  <a:gd name="T13" fmla="*/ 29 h 458"/>
                  <a:gd name="T14" fmla="*/ 9 w 239"/>
                  <a:gd name="T15" fmla="*/ 29 h 458"/>
                  <a:gd name="T16" fmla="*/ 10 w 239"/>
                  <a:gd name="T17" fmla="*/ 30 h 458"/>
                  <a:gd name="T18" fmla="*/ 11 w 239"/>
                  <a:gd name="T19" fmla="*/ 31 h 458"/>
                  <a:gd name="T20" fmla="*/ 12 w 239"/>
                  <a:gd name="T21" fmla="*/ 31 h 458"/>
                  <a:gd name="T22" fmla="*/ 12 w 239"/>
                  <a:gd name="T23" fmla="*/ 32 h 458"/>
                  <a:gd name="T24" fmla="*/ 12 w 239"/>
                  <a:gd name="T25" fmla="*/ 34 h 458"/>
                  <a:gd name="T26" fmla="*/ 13 w 239"/>
                  <a:gd name="T27" fmla="*/ 36 h 458"/>
                  <a:gd name="T28" fmla="*/ 13 w 239"/>
                  <a:gd name="T29" fmla="*/ 37 h 458"/>
                  <a:gd name="T30" fmla="*/ 14 w 239"/>
                  <a:gd name="T31" fmla="*/ 39 h 458"/>
                  <a:gd name="T32" fmla="*/ 16 w 239"/>
                  <a:gd name="T33" fmla="*/ 40 h 458"/>
                  <a:gd name="T34" fmla="*/ 17 w 239"/>
                  <a:gd name="T35" fmla="*/ 40 h 458"/>
                  <a:gd name="T36" fmla="*/ 18 w 239"/>
                  <a:gd name="T37" fmla="*/ 41 h 458"/>
                  <a:gd name="T38" fmla="*/ 18 w 239"/>
                  <a:gd name="T39" fmla="*/ 41 h 458"/>
                  <a:gd name="T40" fmla="*/ 19 w 239"/>
                  <a:gd name="T41" fmla="*/ 42 h 458"/>
                  <a:gd name="T42" fmla="*/ 20 w 239"/>
                  <a:gd name="T43" fmla="*/ 42 h 458"/>
                  <a:gd name="T44" fmla="*/ 21 w 239"/>
                  <a:gd name="T45" fmla="*/ 43 h 458"/>
                  <a:gd name="T46" fmla="*/ 21 w 239"/>
                  <a:gd name="T47" fmla="*/ 44 h 458"/>
                  <a:gd name="T48" fmla="*/ 22 w 239"/>
                  <a:gd name="T49" fmla="*/ 44 h 458"/>
                  <a:gd name="T50" fmla="*/ 22 w 239"/>
                  <a:gd name="T51" fmla="*/ 46 h 458"/>
                  <a:gd name="T52" fmla="*/ 22 w 239"/>
                  <a:gd name="T53" fmla="*/ 48 h 458"/>
                  <a:gd name="T54" fmla="*/ 23 w 239"/>
                  <a:gd name="T55" fmla="*/ 49 h 458"/>
                  <a:gd name="T56" fmla="*/ 24 w 239"/>
                  <a:gd name="T57" fmla="*/ 51 h 458"/>
                  <a:gd name="T58" fmla="*/ 26 w 239"/>
                  <a:gd name="T59" fmla="*/ 52 h 458"/>
                  <a:gd name="T60" fmla="*/ 27 w 239"/>
                  <a:gd name="T61" fmla="*/ 53 h 458"/>
                  <a:gd name="T62" fmla="*/ 28 w 239"/>
                  <a:gd name="T63" fmla="*/ 54 h 458"/>
                  <a:gd name="T64" fmla="*/ 29 w 239"/>
                  <a:gd name="T65" fmla="*/ 56 h 458"/>
                  <a:gd name="T66" fmla="*/ 27 w 239"/>
                  <a:gd name="T67" fmla="*/ 57 h 458"/>
                  <a:gd name="T68" fmla="*/ 25 w 239"/>
                  <a:gd name="T69" fmla="*/ 58 h 458"/>
                  <a:gd name="T70" fmla="*/ 22 w 239"/>
                  <a:gd name="T71" fmla="*/ 58 h 458"/>
                  <a:gd name="T72" fmla="*/ 20 w 239"/>
                  <a:gd name="T73" fmla="*/ 57 h 458"/>
                  <a:gd name="T74" fmla="*/ 17 w 239"/>
                  <a:gd name="T75" fmla="*/ 57 h 458"/>
                  <a:gd name="T76" fmla="*/ 15 w 239"/>
                  <a:gd name="T77" fmla="*/ 56 h 458"/>
                  <a:gd name="T78" fmla="*/ 12 w 239"/>
                  <a:gd name="T79" fmla="*/ 56 h 458"/>
                  <a:gd name="T80" fmla="*/ 10 w 239"/>
                  <a:gd name="T81" fmla="*/ 55 h 458"/>
                  <a:gd name="T82" fmla="*/ 9 w 239"/>
                  <a:gd name="T83" fmla="*/ 52 h 458"/>
                  <a:gd name="T84" fmla="*/ 7 w 239"/>
                  <a:gd name="T85" fmla="*/ 50 h 458"/>
                  <a:gd name="T86" fmla="*/ 6 w 239"/>
                  <a:gd name="T87" fmla="*/ 47 h 458"/>
                  <a:gd name="T88" fmla="*/ 5 w 239"/>
                  <a:gd name="T89" fmla="*/ 44 h 458"/>
                  <a:gd name="T90" fmla="*/ 4 w 239"/>
                  <a:gd name="T91" fmla="*/ 41 h 458"/>
                  <a:gd name="T92" fmla="*/ 4 w 239"/>
                  <a:gd name="T93" fmla="*/ 37 h 458"/>
                  <a:gd name="T94" fmla="*/ 3 w 239"/>
                  <a:gd name="T95" fmla="*/ 34 h 458"/>
                  <a:gd name="T96" fmla="*/ 2 w 239"/>
                  <a:gd name="T97" fmla="*/ 31 h 458"/>
                  <a:gd name="T98" fmla="*/ 0 w 239"/>
                  <a:gd name="T99" fmla="*/ 25 h 458"/>
                  <a:gd name="T100" fmla="*/ 0 w 239"/>
                  <a:gd name="T101" fmla="*/ 17 h 458"/>
                  <a:gd name="T102" fmla="*/ 0 w 239"/>
                  <a:gd name="T103" fmla="*/ 10 h 458"/>
                  <a:gd name="T104" fmla="*/ 0 w 239"/>
                  <a:gd name="T105" fmla="*/ 3 h 458"/>
                  <a:gd name="T106" fmla="*/ 1 w 239"/>
                  <a:gd name="T107" fmla="*/ 0 h 458"/>
                  <a:gd name="T108" fmla="*/ 2 w 239"/>
                  <a:gd name="T109" fmla="*/ 1 h 458"/>
                  <a:gd name="T110" fmla="*/ 3 w 239"/>
                  <a:gd name="T111" fmla="*/ 2 h 458"/>
                  <a:gd name="T112" fmla="*/ 4 w 239"/>
                  <a:gd name="T113" fmla="*/ 3 h 458"/>
                  <a:gd name="T114" fmla="*/ 5 w 239"/>
                  <a:gd name="T115" fmla="*/ 4 h 458"/>
                  <a:gd name="T116" fmla="*/ 5 w 239"/>
                  <a:gd name="T117" fmla="*/ 5 h 458"/>
                  <a:gd name="T118" fmla="*/ 6 w 239"/>
                  <a:gd name="T119" fmla="*/ 6 h 458"/>
                  <a:gd name="T120" fmla="*/ 6 w 239"/>
                  <a:gd name="T121" fmla="*/ 7 h 458"/>
                  <a:gd name="T122" fmla="*/ 7 w 239"/>
                  <a:gd name="T123" fmla="*/ 8 h 45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9"/>
                  <a:gd name="T187" fmla="*/ 0 h 458"/>
                  <a:gd name="T188" fmla="*/ 239 w 239"/>
                  <a:gd name="T189" fmla="*/ 458 h 45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9" h="458">
                    <a:moveTo>
                      <a:pt x="59" y="60"/>
                    </a:moveTo>
                    <a:lnTo>
                      <a:pt x="60" y="98"/>
                    </a:lnTo>
                    <a:lnTo>
                      <a:pt x="59" y="136"/>
                    </a:lnTo>
                    <a:lnTo>
                      <a:pt x="57" y="174"/>
                    </a:lnTo>
                    <a:lnTo>
                      <a:pt x="55" y="211"/>
                    </a:lnTo>
                    <a:lnTo>
                      <a:pt x="60" y="220"/>
                    </a:lnTo>
                    <a:lnTo>
                      <a:pt x="66" y="227"/>
                    </a:lnTo>
                    <a:lnTo>
                      <a:pt x="74" y="232"/>
                    </a:lnTo>
                    <a:lnTo>
                      <a:pt x="82" y="238"/>
                    </a:lnTo>
                    <a:lnTo>
                      <a:pt x="90" y="242"/>
                    </a:lnTo>
                    <a:lnTo>
                      <a:pt x="96" y="249"/>
                    </a:lnTo>
                    <a:lnTo>
                      <a:pt x="100" y="256"/>
                    </a:lnTo>
                    <a:lnTo>
                      <a:pt x="102" y="267"/>
                    </a:lnTo>
                    <a:lnTo>
                      <a:pt x="104" y="281"/>
                    </a:lnTo>
                    <a:lnTo>
                      <a:pt x="110" y="294"/>
                    </a:lnTo>
                    <a:lnTo>
                      <a:pt x="119" y="306"/>
                    </a:lnTo>
                    <a:lnTo>
                      <a:pt x="132" y="314"/>
                    </a:lnTo>
                    <a:lnTo>
                      <a:pt x="138" y="317"/>
                    </a:lnTo>
                    <a:lnTo>
                      <a:pt x="144" y="321"/>
                    </a:lnTo>
                    <a:lnTo>
                      <a:pt x="151" y="325"/>
                    </a:lnTo>
                    <a:lnTo>
                      <a:pt x="158" y="330"/>
                    </a:lnTo>
                    <a:lnTo>
                      <a:pt x="164" y="334"/>
                    </a:lnTo>
                    <a:lnTo>
                      <a:pt x="170" y="339"/>
                    </a:lnTo>
                    <a:lnTo>
                      <a:pt x="175" y="345"/>
                    </a:lnTo>
                    <a:lnTo>
                      <a:pt x="180" y="349"/>
                    </a:lnTo>
                    <a:lnTo>
                      <a:pt x="180" y="364"/>
                    </a:lnTo>
                    <a:lnTo>
                      <a:pt x="183" y="378"/>
                    </a:lnTo>
                    <a:lnTo>
                      <a:pt x="189" y="390"/>
                    </a:lnTo>
                    <a:lnTo>
                      <a:pt x="198" y="401"/>
                    </a:lnTo>
                    <a:lnTo>
                      <a:pt x="208" y="412"/>
                    </a:lnTo>
                    <a:lnTo>
                      <a:pt x="219" y="422"/>
                    </a:lnTo>
                    <a:lnTo>
                      <a:pt x="229" y="432"/>
                    </a:lnTo>
                    <a:lnTo>
                      <a:pt x="239" y="443"/>
                    </a:lnTo>
                    <a:lnTo>
                      <a:pt x="220" y="452"/>
                    </a:lnTo>
                    <a:lnTo>
                      <a:pt x="202" y="457"/>
                    </a:lnTo>
                    <a:lnTo>
                      <a:pt x="181" y="458"/>
                    </a:lnTo>
                    <a:lnTo>
                      <a:pt x="161" y="454"/>
                    </a:lnTo>
                    <a:lnTo>
                      <a:pt x="141" y="451"/>
                    </a:lnTo>
                    <a:lnTo>
                      <a:pt x="120" y="445"/>
                    </a:lnTo>
                    <a:lnTo>
                      <a:pt x="102" y="442"/>
                    </a:lnTo>
                    <a:lnTo>
                      <a:pt x="83" y="438"/>
                    </a:lnTo>
                    <a:lnTo>
                      <a:pt x="72" y="416"/>
                    </a:lnTo>
                    <a:lnTo>
                      <a:pt x="62" y="393"/>
                    </a:lnTo>
                    <a:lnTo>
                      <a:pt x="53" y="369"/>
                    </a:lnTo>
                    <a:lnTo>
                      <a:pt x="46" y="345"/>
                    </a:lnTo>
                    <a:lnTo>
                      <a:pt x="39" y="321"/>
                    </a:lnTo>
                    <a:lnTo>
                      <a:pt x="32" y="296"/>
                    </a:lnTo>
                    <a:lnTo>
                      <a:pt x="24" y="272"/>
                    </a:lnTo>
                    <a:lnTo>
                      <a:pt x="17" y="248"/>
                    </a:lnTo>
                    <a:lnTo>
                      <a:pt x="7" y="193"/>
                    </a:lnTo>
                    <a:lnTo>
                      <a:pt x="1" y="134"/>
                    </a:lnTo>
                    <a:lnTo>
                      <a:pt x="0" y="75"/>
                    </a:lnTo>
                    <a:lnTo>
                      <a:pt x="2" y="17"/>
                    </a:lnTo>
                    <a:lnTo>
                      <a:pt x="9" y="0"/>
                    </a:lnTo>
                    <a:lnTo>
                      <a:pt x="19" y="5"/>
                    </a:lnTo>
                    <a:lnTo>
                      <a:pt x="27" y="11"/>
                    </a:lnTo>
                    <a:lnTo>
                      <a:pt x="34" y="18"/>
                    </a:lnTo>
                    <a:lnTo>
                      <a:pt x="40" y="26"/>
                    </a:lnTo>
                    <a:lnTo>
                      <a:pt x="46" y="34"/>
                    </a:lnTo>
                    <a:lnTo>
                      <a:pt x="52" y="43"/>
                    </a:lnTo>
                    <a:lnTo>
                      <a:pt x="55" y="51"/>
                    </a:lnTo>
                    <a:lnTo>
                      <a:pt x="59" y="60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0" name="Freeform 24">
                <a:extLst>
                  <a:ext uri="{FF2B5EF4-FFF2-40B4-BE49-F238E27FC236}">
                    <a16:creationId xmlns:a16="http://schemas.microsoft.com/office/drawing/2014/main" id="{66121B4D-561C-7742-A3AB-3EB31D1B8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028"/>
                <a:ext cx="14" cy="12"/>
              </a:xfrm>
              <a:custGeom>
                <a:avLst/>
                <a:gdLst>
                  <a:gd name="T0" fmla="*/ 4 w 27"/>
                  <a:gd name="T1" fmla="*/ 2 h 25"/>
                  <a:gd name="T2" fmla="*/ 3 w 27"/>
                  <a:gd name="T3" fmla="*/ 3 h 25"/>
                  <a:gd name="T4" fmla="*/ 3 w 27"/>
                  <a:gd name="T5" fmla="*/ 2 h 25"/>
                  <a:gd name="T6" fmla="*/ 2 w 27"/>
                  <a:gd name="T7" fmla="*/ 2 h 25"/>
                  <a:gd name="T8" fmla="*/ 1 w 27"/>
                  <a:gd name="T9" fmla="*/ 2 h 25"/>
                  <a:gd name="T10" fmla="*/ 1 w 27"/>
                  <a:gd name="T11" fmla="*/ 1 h 25"/>
                  <a:gd name="T12" fmla="*/ 0 w 27"/>
                  <a:gd name="T13" fmla="*/ 1 h 25"/>
                  <a:gd name="T14" fmla="*/ 0 w 27"/>
                  <a:gd name="T15" fmla="*/ 0 h 25"/>
                  <a:gd name="T16" fmla="*/ 1 w 27"/>
                  <a:gd name="T17" fmla="*/ 0 h 25"/>
                  <a:gd name="T18" fmla="*/ 2 w 27"/>
                  <a:gd name="T19" fmla="*/ 0 h 25"/>
                  <a:gd name="T20" fmla="*/ 2 w 27"/>
                  <a:gd name="T21" fmla="*/ 1 h 25"/>
                  <a:gd name="T22" fmla="*/ 3 w 27"/>
                  <a:gd name="T23" fmla="*/ 2 h 25"/>
                  <a:gd name="T24" fmla="*/ 4 w 27"/>
                  <a:gd name="T25" fmla="*/ 2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25"/>
                  <a:gd name="T41" fmla="*/ 27 w 27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25">
                    <a:moveTo>
                      <a:pt x="27" y="23"/>
                    </a:moveTo>
                    <a:lnTo>
                      <a:pt x="21" y="25"/>
                    </a:lnTo>
                    <a:lnTo>
                      <a:pt x="17" y="23"/>
                    </a:lnTo>
                    <a:lnTo>
                      <a:pt x="11" y="20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0" y="5"/>
                    </a:lnTo>
                    <a:lnTo>
                      <a:pt x="16" y="10"/>
                    </a:lnTo>
                    <a:lnTo>
                      <a:pt x="21" y="16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1" name="Freeform 25">
                <a:extLst>
                  <a:ext uri="{FF2B5EF4-FFF2-40B4-BE49-F238E27FC236}">
                    <a16:creationId xmlns:a16="http://schemas.microsoft.com/office/drawing/2014/main" id="{32EC378B-B972-AA41-B913-C58EA5FC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38"/>
                <a:ext cx="149" cy="202"/>
              </a:xfrm>
              <a:custGeom>
                <a:avLst/>
                <a:gdLst>
                  <a:gd name="T0" fmla="*/ 19 w 298"/>
                  <a:gd name="T1" fmla="*/ 2 h 404"/>
                  <a:gd name="T2" fmla="*/ 21 w 298"/>
                  <a:gd name="T3" fmla="*/ 3 h 404"/>
                  <a:gd name="T4" fmla="*/ 23 w 298"/>
                  <a:gd name="T5" fmla="*/ 4 h 404"/>
                  <a:gd name="T6" fmla="*/ 25 w 298"/>
                  <a:gd name="T7" fmla="*/ 5 h 404"/>
                  <a:gd name="T8" fmla="*/ 27 w 298"/>
                  <a:gd name="T9" fmla="*/ 11 h 404"/>
                  <a:gd name="T10" fmla="*/ 28 w 298"/>
                  <a:gd name="T11" fmla="*/ 23 h 404"/>
                  <a:gd name="T12" fmla="*/ 31 w 298"/>
                  <a:gd name="T13" fmla="*/ 34 h 404"/>
                  <a:gd name="T14" fmla="*/ 35 w 298"/>
                  <a:gd name="T15" fmla="*/ 45 h 404"/>
                  <a:gd name="T16" fmla="*/ 37 w 298"/>
                  <a:gd name="T17" fmla="*/ 50 h 404"/>
                  <a:gd name="T18" fmla="*/ 34 w 298"/>
                  <a:gd name="T19" fmla="*/ 50 h 404"/>
                  <a:gd name="T20" fmla="*/ 32 w 298"/>
                  <a:gd name="T21" fmla="*/ 50 h 404"/>
                  <a:gd name="T22" fmla="*/ 30 w 298"/>
                  <a:gd name="T23" fmla="*/ 49 h 404"/>
                  <a:gd name="T24" fmla="*/ 27 w 298"/>
                  <a:gd name="T25" fmla="*/ 47 h 404"/>
                  <a:gd name="T26" fmla="*/ 23 w 298"/>
                  <a:gd name="T27" fmla="*/ 46 h 404"/>
                  <a:gd name="T28" fmla="*/ 20 w 298"/>
                  <a:gd name="T29" fmla="*/ 44 h 404"/>
                  <a:gd name="T30" fmla="*/ 17 w 298"/>
                  <a:gd name="T31" fmla="*/ 42 h 404"/>
                  <a:gd name="T32" fmla="*/ 16 w 298"/>
                  <a:gd name="T33" fmla="*/ 37 h 404"/>
                  <a:gd name="T34" fmla="*/ 16 w 298"/>
                  <a:gd name="T35" fmla="*/ 33 h 404"/>
                  <a:gd name="T36" fmla="*/ 17 w 298"/>
                  <a:gd name="T37" fmla="*/ 28 h 404"/>
                  <a:gd name="T38" fmla="*/ 19 w 298"/>
                  <a:gd name="T39" fmla="*/ 24 h 404"/>
                  <a:gd name="T40" fmla="*/ 20 w 298"/>
                  <a:gd name="T41" fmla="*/ 22 h 404"/>
                  <a:gd name="T42" fmla="*/ 18 w 298"/>
                  <a:gd name="T43" fmla="*/ 21 h 404"/>
                  <a:gd name="T44" fmla="*/ 16 w 298"/>
                  <a:gd name="T45" fmla="*/ 23 h 404"/>
                  <a:gd name="T46" fmla="*/ 14 w 298"/>
                  <a:gd name="T47" fmla="*/ 29 h 404"/>
                  <a:gd name="T48" fmla="*/ 13 w 298"/>
                  <a:gd name="T49" fmla="*/ 35 h 404"/>
                  <a:gd name="T50" fmla="*/ 14 w 298"/>
                  <a:gd name="T51" fmla="*/ 40 h 404"/>
                  <a:gd name="T52" fmla="*/ 16 w 298"/>
                  <a:gd name="T53" fmla="*/ 44 h 404"/>
                  <a:gd name="T54" fmla="*/ 17 w 298"/>
                  <a:gd name="T55" fmla="*/ 45 h 404"/>
                  <a:gd name="T56" fmla="*/ 19 w 298"/>
                  <a:gd name="T57" fmla="*/ 46 h 404"/>
                  <a:gd name="T58" fmla="*/ 20 w 298"/>
                  <a:gd name="T59" fmla="*/ 47 h 404"/>
                  <a:gd name="T60" fmla="*/ 21 w 298"/>
                  <a:gd name="T61" fmla="*/ 49 h 404"/>
                  <a:gd name="T62" fmla="*/ 20 w 298"/>
                  <a:gd name="T63" fmla="*/ 50 h 404"/>
                  <a:gd name="T64" fmla="*/ 17 w 298"/>
                  <a:gd name="T65" fmla="*/ 50 h 404"/>
                  <a:gd name="T66" fmla="*/ 11 w 298"/>
                  <a:gd name="T67" fmla="*/ 47 h 404"/>
                  <a:gd name="T68" fmla="*/ 6 w 298"/>
                  <a:gd name="T69" fmla="*/ 42 h 404"/>
                  <a:gd name="T70" fmla="*/ 2 w 298"/>
                  <a:gd name="T71" fmla="*/ 36 h 404"/>
                  <a:gd name="T72" fmla="*/ 0 w 298"/>
                  <a:gd name="T73" fmla="*/ 28 h 404"/>
                  <a:gd name="T74" fmla="*/ 2 w 298"/>
                  <a:gd name="T75" fmla="*/ 20 h 404"/>
                  <a:gd name="T76" fmla="*/ 5 w 298"/>
                  <a:gd name="T77" fmla="*/ 11 h 404"/>
                  <a:gd name="T78" fmla="*/ 10 w 298"/>
                  <a:gd name="T79" fmla="*/ 4 h 404"/>
                  <a:gd name="T80" fmla="*/ 13 w 298"/>
                  <a:gd name="T81" fmla="*/ 0 h 404"/>
                  <a:gd name="T82" fmla="*/ 15 w 298"/>
                  <a:gd name="T83" fmla="*/ 1 h 404"/>
                  <a:gd name="T84" fmla="*/ 16 w 298"/>
                  <a:gd name="T85" fmla="*/ 1 h 404"/>
                  <a:gd name="T86" fmla="*/ 17 w 298"/>
                  <a:gd name="T87" fmla="*/ 1 h 4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8"/>
                  <a:gd name="T133" fmla="*/ 0 h 404"/>
                  <a:gd name="T134" fmla="*/ 298 w 298"/>
                  <a:gd name="T135" fmla="*/ 404 h 40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8" h="404">
                    <a:moveTo>
                      <a:pt x="140" y="3"/>
                    </a:moveTo>
                    <a:lnTo>
                      <a:pt x="147" y="13"/>
                    </a:lnTo>
                    <a:lnTo>
                      <a:pt x="154" y="19"/>
                    </a:lnTo>
                    <a:lnTo>
                      <a:pt x="162" y="24"/>
                    </a:lnTo>
                    <a:lnTo>
                      <a:pt x="171" y="29"/>
                    </a:lnTo>
                    <a:lnTo>
                      <a:pt x="180" y="31"/>
                    </a:lnTo>
                    <a:lnTo>
                      <a:pt x="190" y="32"/>
                    </a:lnTo>
                    <a:lnTo>
                      <a:pt x="200" y="33"/>
                    </a:lnTo>
                    <a:lnTo>
                      <a:pt x="210" y="33"/>
                    </a:lnTo>
                    <a:lnTo>
                      <a:pt x="211" y="83"/>
                    </a:lnTo>
                    <a:lnTo>
                      <a:pt x="216" y="131"/>
                    </a:lnTo>
                    <a:lnTo>
                      <a:pt x="223" y="180"/>
                    </a:lnTo>
                    <a:lnTo>
                      <a:pt x="233" y="226"/>
                    </a:lnTo>
                    <a:lnTo>
                      <a:pt x="246" y="271"/>
                    </a:lnTo>
                    <a:lnTo>
                      <a:pt x="261" y="314"/>
                    </a:lnTo>
                    <a:lnTo>
                      <a:pt x="278" y="358"/>
                    </a:lnTo>
                    <a:lnTo>
                      <a:pt x="298" y="401"/>
                    </a:lnTo>
                    <a:lnTo>
                      <a:pt x="289" y="400"/>
                    </a:lnTo>
                    <a:lnTo>
                      <a:pt x="279" y="398"/>
                    </a:lnTo>
                    <a:lnTo>
                      <a:pt x="270" y="397"/>
                    </a:lnTo>
                    <a:lnTo>
                      <a:pt x="261" y="397"/>
                    </a:lnTo>
                    <a:lnTo>
                      <a:pt x="252" y="395"/>
                    </a:lnTo>
                    <a:lnTo>
                      <a:pt x="244" y="392"/>
                    </a:lnTo>
                    <a:lnTo>
                      <a:pt x="238" y="386"/>
                    </a:lnTo>
                    <a:lnTo>
                      <a:pt x="232" y="377"/>
                    </a:lnTo>
                    <a:lnTo>
                      <a:pt x="217" y="373"/>
                    </a:lnTo>
                    <a:lnTo>
                      <a:pt x="201" y="370"/>
                    </a:lnTo>
                    <a:lnTo>
                      <a:pt x="185" y="365"/>
                    </a:lnTo>
                    <a:lnTo>
                      <a:pt x="170" y="359"/>
                    </a:lnTo>
                    <a:lnTo>
                      <a:pt x="156" y="352"/>
                    </a:lnTo>
                    <a:lnTo>
                      <a:pt x="143" y="342"/>
                    </a:lnTo>
                    <a:lnTo>
                      <a:pt x="134" y="329"/>
                    </a:lnTo>
                    <a:lnTo>
                      <a:pt x="128" y="312"/>
                    </a:lnTo>
                    <a:lnTo>
                      <a:pt x="126" y="294"/>
                    </a:lnTo>
                    <a:lnTo>
                      <a:pt x="126" y="275"/>
                    </a:lnTo>
                    <a:lnTo>
                      <a:pt x="127" y="258"/>
                    </a:lnTo>
                    <a:lnTo>
                      <a:pt x="131" y="239"/>
                    </a:lnTo>
                    <a:lnTo>
                      <a:pt x="135" y="222"/>
                    </a:lnTo>
                    <a:lnTo>
                      <a:pt x="142" y="206"/>
                    </a:lnTo>
                    <a:lnTo>
                      <a:pt x="149" y="190"/>
                    </a:lnTo>
                    <a:lnTo>
                      <a:pt x="158" y="175"/>
                    </a:lnTo>
                    <a:lnTo>
                      <a:pt x="154" y="170"/>
                    </a:lnTo>
                    <a:lnTo>
                      <a:pt x="149" y="166"/>
                    </a:lnTo>
                    <a:lnTo>
                      <a:pt x="143" y="163"/>
                    </a:lnTo>
                    <a:lnTo>
                      <a:pt x="138" y="166"/>
                    </a:lnTo>
                    <a:lnTo>
                      <a:pt x="126" y="184"/>
                    </a:lnTo>
                    <a:lnTo>
                      <a:pt x="116" y="206"/>
                    </a:lnTo>
                    <a:lnTo>
                      <a:pt x="108" y="228"/>
                    </a:lnTo>
                    <a:lnTo>
                      <a:pt x="103" y="251"/>
                    </a:lnTo>
                    <a:lnTo>
                      <a:pt x="102" y="275"/>
                    </a:lnTo>
                    <a:lnTo>
                      <a:pt x="104" y="298"/>
                    </a:lnTo>
                    <a:lnTo>
                      <a:pt x="110" y="320"/>
                    </a:lnTo>
                    <a:lnTo>
                      <a:pt x="122" y="341"/>
                    </a:lnTo>
                    <a:lnTo>
                      <a:pt x="125" y="347"/>
                    </a:lnTo>
                    <a:lnTo>
                      <a:pt x="130" y="352"/>
                    </a:lnTo>
                    <a:lnTo>
                      <a:pt x="134" y="358"/>
                    </a:lnTo>
                    <a:lnTo>
                      <a:pt x="139" y="363"/>
                    </a:lnTo>
                    <a:lnTo>
                      <a:pt x="145" y="367"/>
                    </a:lnTo>
                    <a:lnTo>
                      <a:pt x="150" y="372"/>
                    </a:lnTo>
                    <a:lnTo>
                      <a:pt x="157" y="375"/>
                    </a:lnTo>
                    <a:lnTo>
                      <a:pt x="163" y="379"/>
                    </a:lnTo>
                    <a:lnTo>
                      <a:pt x="164" y="385"/>
                    </a:lnTo>
                    <a:lnTo>
                      <a:pt x="163" y="392"/>
                    </a:lnTo>
                    <a:lnTo>
                      <a:pt x="161" y="398"/>
                    </a:lnTo>
                    <a:lnTo>
                      <a:pt x="158" y="404"/>
                    </a:lnTo>
                    <a:lnTo>
                      <a:pt x="133" y="397"/>
                    </a:lnTo>
                    <a:lnTo>
                      <a:pt x="108" y="386"/>
                    </a:lnTo>
                    <a:lnTo>
                      <a:pt x="85" y="371"/>
                    </a:lnTo>
                    <a:lnTo>
                      <a:pt x="63" y="352"/>
                    </a:lnTo>
                    <a:lnTo>
                      <a:pt x="43" y="332"/>
                    </a:lnTo>
                    <a:lnTo>
                      <a:pt x="26" y="310"/>
                    </a:lnTo>
                    <a:lnTo>
                      <a:pt x="12" y="286"/>
                    </a:lnTo>
                    <a:lnTo>
                      <a:pt x="3" y="261"/>
                    </a:lnTo>
                    <a:lnTo>
                      <a:pt x="0" y="225"/>
                    </a:lnTo>
                    <a:lnTo>
                      <a:pt x="3" y="188"/>
                    </a:lnTo>
                    <a:lnTo>
                      <a:pt x="10" y="153"/>
                    </a:lnTo>
                    <a:lnTo>
                      <a:pt x="22" y="120"/>
                    </a:lnTo>
                    <a:lnTo>
                      <a:pt x="37" y="87"/>
                    </a:lnTo>
                    <a:lnTo>
                      <a:pt x="56" y="57"/>
                    </a:lnTo>
                    <a:lnTo>
                      <a:pt x="77" y="28"/>
                    </a:lnTo>
                    <a:lnTo>
                      <a:pt x="100" y="0"/>
                    </a:lnTo>
                    <a:lnTo>
                      <a:pt x="105" y="0"/>
                    </a:lnTo>
                    <a:lnTo>
                      <a:pt x="110" y="1"/>
                    </a:lnTo>
                    <a:lnTo>
                      <a:pt x="116" y="2"/>
                    </a:lnTo>
                    <a:lnTo>
                      <a:pt x="120" y="3"/>
                    </a:lnTo>
                    <a:lnTo>
                      <a:pt x="126" y="3"/>
                    </a:lnTo>
                    <a:lnTo>
                      <a:pt x="131" y="4"/>
                    </a:lnTo>
                    <a:lnTo>
                      <a:pt x="135" y="3"/>
                    </a:lnTo>
                    <a:lnTo>
                      <a:pt x="14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2" name="Freeform 26">
                <a:extLst>
                  <a:ext uri="{FF2B5EF4-FFF2-40B4-BE49-F238E27FC236}">
                    <a16:creationId xmlns:a16="http://schemas.microsoft.com/office/drawing/2014/main" id="{9F0FF5A0-29E7-584B-9B1F-3485E917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077"/>
                <a:ext cx="77" cy="77"/>
              </a:xfrm>
              <a:custGeom>
                <a:avLst/>
                <a:gdLst>
                  <a:gd name="T0" fmla="*/ 9 w 154"/>
                  <a:gd name="T1" fmla="*/ 2 h 154"/>
                  <a:gd name="T2" fmla="*/ 10 w 154"/>
                  <a:gd name="T3" fmla="*/ 3 h 154"/>
                  <a:gd name="T4" fmla="*/ 11 w 154"/>
                  <a:gd name="T5" fmla="*/ 4 h 154"/>
                  <a:gd name="T6" fmla="*/ 12 w 154"/>
                  <a:gd name="T7" fmla="*/ 5 h 154"/>
                  <a:gd name="T8" fmla="*/ 13 w 154"/>
                  <a:gd name="T9" fmla="*/ 5 h 154"/>
                  <a:gd name="T10" fmla="*/ 15 w 154"/>
                  <a:gd name="T11" fmla="*/ 5 h 154"/>
                  <a:gd name="T12" fmla="*/ 16 w 154"/>
                  <a:gd name="T13" fmla="*/ 6 h 154"/>
                  <a:gd name="T14" fmla="*/ 17 w 154"/>
                  <a:gd name="T15" fmla="*/ 6 h 154"/>
                  <a:gd name="T16" fmla="*/ 18 w 154"/>
                  <a:gd name="T17" fmla="*/ 8 h 154"/>
                  <a:gd name="T18" fmla="*/ 18 w 154"/>
                  <a:gd name="T19" fmla="*/ 10 h 154"/>
                  <a:gd name="T20" fmla="*/ 18 w 154"/>
                  <a:gd name="T21" fmla="*/ 11 h 154"/>
                  <a:gd name="T22" fmla="*/ 19 w 154"/>
                  <a:gd name="T23" fmla="*/ 13 h 154"/>
                  <a:gd name="T24" fmla="*/ 20 w 154"/>
                  <a:gd name="T25" fmla="*/ 15 h 154"/>
                  <a:gd name="T26" fmla="*/ 18 w 154"/>
                  <a:gd name="T27" fmla="*/ 15 h 154"/>
                  <a:gd name="T28" fmla="*/ 17 w 154"/>
                  <a:gd name="T29" fmla="*/ 15 h 154"/>
                  <a:gd name="T30" fmla="*/ 15 w 154"/>
                  <a:gd name="T31" fmla="*/ 16 h 154"/>
                  <a:gd name="T32" fmla="*/ 14 w 154"/>
                  <a:gd name="T33" fmla="*/ 17 h 154"/>
                  <a:gd name="T34" fmla="*/ 13 w 154"/>
                  <a:gd name="T35" fmla="*/ 17 h 154"/>
                  <a:gd name="T36" fmla="*/ 12 w 154"/>
                  <a:gd name="T37" fmla="*/ 18 h 154"/>
                  <a:gd name="T38" fmla="*/ 10 w 154"/>
                  <a:gd name="T39" fmla="*/ 19 h 154"/>
                  <a:gd name="T40" fmla="*/ 9 w 154"/>
                  <a:gd name="T41" fmla="*/ 20 h 154"/>
                  <a:gd name="T42" fmla="*/ 7 w 154"/>
                  <a:gd name="T43" fmla="*/ 19 h 154"/>
                  <a:gd name="T44" fmla="*/ 6 w 154"/>
                  <a:gd name="T45" fmla="*/ 18 h 154"/>
                  <a:gd name="T46" fmla="*/ 6 w 154"/>
                  <a:gd name="T47" fmla="*/ 17 h 154"/>
                  <a:gd name="T48" fmla="*/ 6 w 154"/>
                  <a:gd name="T49" fmla="*/ 15 h 154"/>
                  <a:gd name="T50" fmla="*/ 6 w 154"/>
                  <a:gd name="T51" fmla="*/ 14 h 154"/>
                  <a:gd name="T52" fmla="*/ 6 w 154"/>
                  <a:gd name="T53" fmla="*/ 12 h 154"/>
                  <a:gd name="T54" fmla="*/ 5 w 154"/>
                  <a:gd name="T55" fmla="*/ 11 h 154"/>
                  <a:gd name="T56" fmla="*/ 4 w 154"/>
                  <a:gd name="T57" fmla="*/ 10 h 154"/>
                  <a:gd name="T58" fmla="*/ 3 w 154"/>
                  <a:gd name="T59" fmla="*/ 9 h 154"/>
                  <a:gd name="T60" fmla="*/ 3 w 154"/>
                  <a:gd name="T61" fmla="*/ 8 h 154"/>
                  <a:gd name="T62" fmla="*/ 2 w 154"/>
                  <a:gd name="T63" fmla="*/ 8 h 154"/>
                  <a:gd name="T64" fmla="*/ 1 w 154"/>
                  <a:gd name="T65" fmla="*/ 7 h 154"/>
                  <a:gd name="T66" fmla="*/ 1 w 154"/>
                  <a:gd name="T67" fmla="*/ 6 h 154"/>
                  <a:gd name="T68" fmla="*/ 0 w 154"/>
                  <a:gd name="T69" fmla="*/ 5 h 154"/>
                  <a:gd name="T70" fmla="*/ 0 w 154"/>
                  <a:gd name="T71" fmla="*/ 5 h 154"/>
                  <a:gd name="T72" fmla="*/ 1 w 154"/>
                  <a:gd name="T73" fmla="*/ 3 h 154"/>
                  <a:gd name="T74" fmla="*/ 1 w 154"/>
                  <a:gd name="T75" fmla="*/ 3 h 154"/>
                  <a:gd name="T76" fmla="*/ 2 w 154"/>
                  <a:gd name="T77" fmla="*/ 2 h 154"/>
                  <a:gd name="T78" fmla="*/ 2 w 154"/>
                  <a:gd name="T79" fmla="*/ 1 h 154"/>
                  <a:gd name="T80" fmla="*/ 3 w 154"/>
                  <a:gd name="T81" fmla="*/ 0 h 154"/>
                  <a:gd name="T82" fmla="*/ 3 w 154"/>
                  <a:gd name="T83" fmla="*/ 0 h 154"/>
                  <a:gd name="T84" fmla="*/ 4 w 154"/>
                  <a:gd name="T85" fmla="*/ 1 h 154"/>
                  <a:gd name="T86" fmla="*/ 5 w 154"/>
                  <a:gd name="T87" fmla="*/ 1 h 154"/>
                  <a:gd name="T88" fmla="*/ 6 w 154"/>
                  <a:gd name="T89" fmla="*/ 1 h 154"/>
                  <a:gd name="T90" fmla="*/ 7 w 154"/>
                  <a:gd name="T91" fmla="*/ 1 h 154"/>
                  <a:gd name="T92" fmla="*/ 8 w 154"/>
                  <a:gd name="T93" fmla="*/ 1 h 154"/>
                  <a:gd name="T94" fmla="*/ 8 w 154"/>
                  <a:gd name="T95" fmla="*/ 1 h 154"/>
                  <a:gd name="T96" fmla="*/ 9 w 154"/>
                  <a:gd name="T97" fmla="*/ 2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4"/>
                  <a:gd name="T148" fmla="*/ 0 h 154"/>
                  <a:gd name="T149" fmla="*/ 154 w 154"/>
                  <a:gd name="T150" fmla="*/ 154 h 15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4" h="154">
                    <a:moveTo>
                      <a:pt x="68" y="14"/>
                    </a:moveTo>
                    <a:lnTo>
                      <a:pt x="74" y="25"/>
                    </a:lnTo>
                    <a:lnTo>
                      <a:pt x="82" y="32"/>
                    </a:lnTo>
                    <a:lnTo>
                      <a:pt x="91" y="36"/>
                    </a:lnTo>
                    <a:lnTo>
                      <a:pt x="103" y="38"/>
                    </a:lnTo>
                    <a:lnTo>
                      <a:pt x="114" y="40"/>
                    </a:lnTo>
                    <a:lnTo>
                      <a:pt x="125" y="43"/>
                    </a:lnTo>
                    <a:lnTo>
                      <a:pt x="134" y="48"/>
                    </a:lnTo>
                    <a:lnTo>
                      <a:pt x="141" y="58"/>
                    </a:lnTo>
                    <a:lnTo>
                      <a:pt x="142" y="73"/>
                    </a:lnTo>
                    <a:lnTo>
                      <a:pt x="144" y="88"/>
                    </a:lnTo>
                    <a:lnTo>
                      <a:pt x="148" y="101"/>
                    </a:lnTo>
                    <a:lnTo>
                      <a:pt x="154" y="114"/>
                    </a:lnTo>
                    <a:lnTo>
                      <a:pt x="143" y="118"/>
                    </a:lnTo>
                    <a:lnTo>
                      <a:pt x="131" y="121"/>
                    </a:lnTo>
                    <a:lnTo>
                      <a:pt x="121" y="124"/>
                    </a:lnTo>
                    <a:lnTo>
                      <a:pt x="111" y="129"/>
                    </a:lnTo>
                    <a:lnTo>
                      <a:pt x="100" y="135"/>
                    </a:lnTo>
                    <a:lnTo>
                      <a:pt x="90" y="141"/>
                    </a:lnTo>
                    <a:lnTo>
                      <a:pt x="80" y="148"/>
                    </a:lnTo>
                    <a:lnTo>
                      <a:pt x="70" y="154"/>
                    </a:lnTo>
                    <a:lnTo>
                      <a:pt x="57" y="148"/>
                    </a:lnTo>
                    <a:lnTo>
                      <a:pt x="48" y="138"/>
                    </a:lnTo>
                    <a:lnTo>
                      <a:pt x="45" y="129"/>
                    </a:lnTo>
                    <a:lnTo>
                      <a:pt x="44" y="118"/>
                    </a:lnTo>
                    <a:lnTo>
                      <a:pt x="44" y="107"/>
                    </a:lnTo>
                    <a:lnTo>
                      <a:pt x="43" y="96"/>
                    </a:lnTo>
                    <a:lnTo>
                      <a:pt x="39" y="84"/>
                    </a:lnTo>
                    <a:lnTo>
                      <a:pt x="31" y="74"/>
                    </a:lnTo>
                    <a:lnTo>
                      <a:pt x="25" y="68"/>
                    </a:lnTo>
                    <a:lnTo>
                      <a:pt x="18" y="63"/>
                    </a:lnTo>
                    <a:lnTo>
                      <a:pt x="13" y="58"/>
                    </a:lnTo>
                    <a:lnTo>
                      <a:pt x="7" y="53"/>
                    </a:lnTo>
                    <a:lnTo>
                      <a:pt x="2" y="47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9" y="12"/>
                    </a:lnTo>
                    <a:lnTo>
                      <a:pt x="12" y="6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2" y="1"/>
                    </a:lnTo>
                    <a:lnTo>
                      <a:pt x="39" y="1"/>
                    </a:lnTo>
                    <a:lnTo>
                      <a:pt x="46" y="1"/>
                    </a:lnTo>
                    <a:lnTo>
                      <a:pt x="53" y="2"/>
                    </a:lnTo>
                    <a:lnTo>
                      <a:pt x="59" y="5"/>
                    </a:lnTo>
                    <a:lnTo>
                      <a:pt x="63" y="8"/>
                    </a:lnTo>
                    <a:lnTo>
                      <a:pt x="68" y="14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3" name="Freeform 27">
                <a:extLst>
                  <a:ext uri="{FF2B5EF4-FFF2-40B4-BE49-F238E27FC236}">
                    <a16:creationId xmlns:a16="http://schemas.microsoft.com/office/drawing/2014/main" id="{5632948B-E1A3-A449-99E3-776DC558B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100"/>
                <a:ext cx="89" cy="175"/>
              </a:xfrm>
              <a:custGeom>
                <a:avLst/>
                <a:gdLst>
                  <a:gd name="T0" fmla="*/ 21 w 178"/>
                  <a:gd name="T1" fmla="*/ 20 h 351"/>
                  <a:gd name="T2" fmla="*/ 22 w 178"/>
                  <a:gd name="T3" fmla="*/ 26 h 351"/>
                  <a:gd name="T4" fmla="*/ 22 w 178"/>
                  <a:gd name="T5" fmla="*/ 32 h 351"/>
                  <a:gd name="T6" fmla="*/ 22 w 178"/>
                  <a:gd name="T7" fmla="*/ 37 h 351"/>
                  <a:gd name="T8" fmla="*/ 20 w 178"/>
                  <a:gd name="T9" fmla="*/ 43 h 351"/>
                  <a:gd name="T10" fmla="*/ 20 w 178"/>
                  <a:gd name="T11" fmla="*/ 43 h 351"/>
                  <a:gd name="T12" fmla="*/ 20 w 178"/>
                  <a:gd name="T13" fmla="*/ 43 h 351"/>
                  <a:gd name="T14" fmla="*/ 19 w 178"/>
                  <a:gd name="T15" fmla="*/ 43 h 351"/>
                  <a:gd name="T16" fmla="*/ 19 w 178"/>
                  <a:gd name="T17" fmla="*/ 43 h 351"/>
                  <a:gd name="T18" fmla="*/ 7 w 178"/>
                  <a:gd name="T19" fmla="*/ 27 h 351"/>
                  <a:gd name="T20" fmla="*/ 5 w 178"/>
                  <a:gd name="T21" fmla="*/ 25 h 351"/>
                  <a:gd name="T22" fmla="*/ 4 w 178"/>
                  <a:gd name="T23" fmla="*/ 23 h 351"/>
                  <a:gd name="T24" fmla="*/ 3 w 178"/>
                  <a:gd name="T25" fmla="*/ 21 h 351"/>
                  <a:gd name="T26" fmla="*/ 2 w 178"/>
                  <a:gd name="T27" fmla="*/ 19 h 351"/>
                  <a:gd name="T28" fmla="*/ 1 w 178"/>
                  <a:gd name="T29" fmla="*/ 17 h 351"/>
                  <a:gd name="T30" fmla="*/ 1 w 178"/>
                  <a:gd name="T31" fmla="*/ 15 h 351"/>
                  <a:gd name="T32" fmla="*/ 0 w 178"/>
                  <a:gd name="T33" fmla="*/ 13 h 351"/>
                  <a:gd name="T34" fmla="*/ 1 w 178"/>
                  <a:gd name="T35" fmla="*/ 11 h 351"/>
                  <a:gd name="T36" fmla="*/ 1 w 178"/>
                  <a:gd name="T37" fmla="*/ 11 h 351"/>
                  <a:gd name="T38" fmla="*/ 2 w 178"/>
                  <a:gd name="T39" fmla="*/ 11 h 351"/>
                  <a:gd name="T40" fmla="*/ 4 w 178"/>
                  <a:gd name="T41" fmla="*/ 10 h 351"/>
                  <a:gd name="T42" fmla="*/ 5 w 178"/>
                  <a:gd name="T43" fmla="*/ 10 h 351"/>
                  <a:gd name="T44" fmla="*/ 7 w 178"/>
                  <a:gd name="T45" fmla="*/ 9 h 351"/>
                  <a:gd name="T46" fmla="*/ 9 w 178"/>
                  <a:gd name="T47" fmla="*/ 8 h 351"/>
                  <a:gd name="T48" fmla="*/ 12 w 178"/>
                  <a:gd name="T49" fmla="*/ 7 h 351"/>
                  <a:gd name="T50" fmla="*/ 14 w 178"/>
                  <a:gd name="T51" fmla="*/ 6 h 351"/>
                  <a:gd name="T52" fmla="*/ 16 w 178"/>
                  <a:gd name="T53" fmla="*/ 5 h 351"/>
                  <a:gd name="T54" fmla="*/ 18 w 178"/>
                  <a:gd name="T55" fmla="*/ 3 h 351"/>
                  <a:gd name="T56" fmla="*/ 20 w 178"/>
                  <a:gd name="T57" fmla="*/ 2 h 351"/>
                  <a:gd name="T58" fmla="*/ 22 w 178"/>
                  <a:gd name="T59" fmla="*/ 0 h 351"/>
                  <a:gd name="T60" fmla="*/ 23 w 178"/>
                  <a:gd name="T61" fmla="*/ 5 h 351"/>
                  <a:gd name="T62" fmla="*/ 23 w 178"/>
                  <a:gd name="T63" fmla="*/ 10 h 351"/>
                  <a:gd name="T64" fmla="*/ 22 w 178"/>
                  <a:gd name="T65" fmla="*/ 15 h 351"/>
                  <a:gd name="T66" fmla="*/ 21 w 178"/>
                  <a:gd name="T67" fmla="*/ 20 h 3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8"/>
                  <a:gd name="T103" fmla="*/ 0 h 351"/>
                  <a:gd name="T104" fmla="*/ 178 w 178"/>
                  <a:gd name="T105" fmla="*/ 351 h 35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8" h="351">
                    <a:moveTo>
                      <a:pt x="165" y="166"/>
                    </a:moveTo>
                    <a:lnTo>
                      <a:pt x="174" y="211"/>
                    </a:lnTo>
                    <a:lnTo>
                      <a:pt x="176" y="257"/>
                    </a:lnTo>
                    <a:lnTo>
                      <a:pt x="173" y="302"/>
                    </a:lnTo>
                    <a:lnTo>
                      <a:pt x="160" y="346"/>
                    </a:lnTo>
                    <a:lnTo>
                      <a:pt x="158" y="347"/>
                    </a:lnTo>
                    <a:lnTo>
                      <a:pt x="155" y="349"/>
                    </a:lnTo>
                    <a:lnTo>
                      <a:pt x="151" y="351"/>
                    </a:lnTo>
                    <a:lnTo>
                      <a:pt x="148" y="347"/>
                    </a:lnTo>
                    <a:lnTo>
                      <a:pt x="51" y="219"/>
                    </a:lnTo>
                    <a:lnTo>
                      <a:pt x="40" y="204"/>
                    </a:lnTo>
                    <a:lnTo>
                      <a:pt x="30" y="189"/>
                    </a:lnTo>
                    <a:lnTo>
                      <a:pt x="21" y="174"/>
                    </a:lnTo>
                    <a:lnTo>
                      <a:pt x="12" y="158"/>
                    </a:lnTo>
                    <a:lnTo>
                      <a:pt x="6" y="142"/>
                    </a:lnTo>
                    <a:lnTo>
                      <a:pt x="1" y="125"/>
                    </a:lnTo>
                    <a:lnTo>
                      <a:pt x="0" y="107"/>
                    </a:lnTo>
                    <a:lnTo>
                      <a:pt x="2" y="90"/>
                    </a:lnTo>
                    <a:lnTo>
                      <a:pt x="7" y="90"/>
                    </a:lnTo>
                    <a:lnTo>
                      <a:pt x="16" y="89"/>
                    </a:lnTo>
                    <a:lnTo>
                      <a:pt x="27" y="87"/>
                    </a:lnTo>
                    <a:lnTo>
                      <a:pt x="35" y="84"/>
                    </a:lnTo>
                    <a:lnTo>
                      <a:pt x="53" y="79"/>
                    </a:lnTo>
                    <a:lnTo>
                      <a:pt x="72" y="71"/>
                    </a:lnTo>
                    <a:lnTo>
                      <a:pt x="89" y="62"/>
                    </a:lnTo>
                    <a:lnTo>
                      <a:pt x="107" y="53"/>
                    </a:lnTo>
                    <a:lnTo>
                      <a:pt x="123" y="42"/>
                    </a:lnTo>
                    <a:lnTo>
                      <a:pt x="141" y="30"/>
                    </a:lnTo>
                    <a:lnTo>
                      <a:pt x="157" y="16"/>
                    </a:lnTo>
                    <a:lnTo>
                      <a:pt x="172" y="0"/>
                    </a:lnTo>
                    <a:lnTo>
                      <a:pt x="178" y="42"/>
                    </a:lnTo>
                    <a:lnTo>
                      <a:pt x="178" y="84"/>
                    </a:lnTo>
                    <a:lnTo>
                      <a:pt x="173" y="126"/>
                    </a:lnTo>
                    <a:lnTo>
                      <a:pt x="165" y="1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4" name="Freeform 28">
                <a:extLst>
                  <a:ext uri="{FF2B5EF4-FFF2-40B4-BE49-F238E27FC236}">
                    <a16:creationId xmlns:a16="http://schemas.microsoft.com/office/drawing/2014/main" id="{FA928662-1CED-D847-A206-21D4D6DA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123"/>
                <a:ext cx="112" cy="89"/>
              </a:xfrm>
              <a:custGeom>
                <a:avLst/>
                <a:gdLst>
                  <a:gd name="T0" fmla="*/ 28 w 225"/>
                  <a:gd name="T1" fmla="*/ 0 h 179"/>
                  <a:gd name="T2" fmla="*/ 28 w 225"/>
                  <a:gd name="T3" fmla="*/ 1 h 179"/>
                  <a:gd name="T4" fmla="*/ 27 w 225"/>
                  <a:gd name="T5" fmla="*/ 2 h 179"/>
                  <a:gd name="T6" fmla="*/ 27 w 225"/>
                  <a:gd name="T7" fmla="*/ 3 h 179"/>
                  <a:gd name="T8" fmla="*/ 26 w 225"/>
                  <a:gd name="T9" fmla="*/ 3 h 179"/>
                  <a:gd name="T10" fmla="*/ 25 w 225"/>
                  <a:gd name="T11" fmla="*/ 4 h 179"/>
                  <a:gd name="T12" fmla="*/ 25 w 225"/>
                  <a:gd name="T13" fmla="*/ 5 h 179"/>
                  <a:gd name="T14" fmla="*/ 24 w 225"/>
                  <a:gd name="T15" fmla="*/ 6 h 179"/>
                  <a:gd name="T16" fmla="*/ 23 w 225"/>
                  <a:gd name="T17" fmla="*/ 7 h 179"/>
                  <a:gd name="T18" fmla="*/ 21 w 225"/>
                  <a:gd name="T19" fmla="*/ 8 h 179"/>
                  <a:gd name="T20" fmla="*/ 19 w 225"/>
                  <a:gd name="T21" fmla="*/ 11 h 179"/>
                  <a:gd name="T22" fmla="*/ 16 w 225"/>
                  <a:gd name="T23" fmla="*/ 14 h 179"/>
                  <a:gd name="T24" fmla="*/ 13 w 225"/>
                  <a:gd name="T25" fmla="*/ 17 h 179"/>
                  <a:gd name="T26" fmla="*/ 10 w 225"/>
                  <a:gd name="T27" fmla="*/ 19 h 179"/>
                  <a:gd name="T28" fmla="*/ 7 w 225"/>
                  <a:gd name="T29" fmla="*/ 21 h 179"/>
                  <a:gd name="T30" fmla="*/ 4 w 225"/>
                  <a:gd name="T31" fmla="*/ 22 h 179"/>
                  <a:gd name="T32" fmla="*/ 1 w 225"/>
                  <a:gd name="T33" fmla="*/ 22 h 179"/>
                  <a:gd name="T34" fmla="*/ 0 w 225"/>
                  <a:gd name="T35" fmla="*/ 20 h 179"/>
                  <a:gd name="T36" fmla="*/ 0 w 225"/>
                  <a:gd name="T37" fmla="*/ 17 h 179"/>
                  <a:gd name="T38" fmla="*/ 0 w 225"/>
                  <a:gd name="T39" fmla="*/ 14 h 179"/>
                  <a:gd name="T40" fmla="*/ 2 w 225"/>
                  <a:gd name="T41" fmla="*/ 11 h 179"/>
                  <a:gd name="T42" fmla="*/ 4 w 225"/>
                  <a:gd name="T43" fmla="*/ 10 h 179"/>
                  <a:gd name="T44" fmla="*/ 6 w 225"/>
                  <a:gd name="T45" fmla="*/ 8 h 179"/>
                  <a:gd name="T46" fmla="*/ 8 w 225"/>
                  <a:gd name="T47" fmla="*/ 7 h 179"/>
                  <a:gd name="T48" fmla="*/ 11 w 225"/>
                  <a:gd name="T49" fmla="*/ 6 h 179"/>
                  <a:gd name="T50" fmla="*/ 13 w 225"/>
                  <a:gd name="T51" fmla="*/ 5 h 179"/>
                  <a:gd name="T52" fmla="*/ 16 w 225"/>
                  <a:gd name="T53" fmla="*/ 5 h 179"/>
                  <a:gd name="T54" fmla="*/ 18 w 225"/>
                  <a:gd name="T55" fmla="*/ 5 h 179"/>
                  <a:gd name="T56" fmla="*/ 21 w 225"/>
                  <a:gd name="T57" fmla="*/ 5 h 179"/>
                  <a:gd name="T58" fmla="*/ 21 w 225"/>
                  <a:gd name="T59" fmla="*/ 4 h 179"/>
                  <a:gd name="T60" fmla="*/ 22 w 225"/>
                  <a:gd name="T61" fmla="*/ 3 h 179"/>
                  <a:gd name="T62" fmla="*/ 23 w 225"/>
                  <a:gd name="T63" fmla="*/ 2 h 179"/>
                  <a:gd name="T64" fmla="*/ 24 w 225"/>
                  <a:gd name="T65" fmla="*/ 1 h 179"/>
                  <a:gd name="T66" fmla="*/ 25 w 225"/>
                  <a:gd name="T67" fmla="*/ 1 h 179"/>
                  <a:gd name="T68" fmla="*/ 26 w 225"/>
                  <a:gd name="T69" fmla="*/ 0 h 179"/>
                  <a:gd name="T70" fmla="*/ 27 w 225"/>
                  <a:gd name="T71" fmla="*/ 0 h 179"/>
                  <a:gd name="T72" fmla="*/ 28 w 225"/>
                  <a:gd name="T73" fmla="*/ 0 h 17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5"/>
                  <a:gd name="T112" fmla="*/ 0 h 179"/>
                  <a:gd name="T113" fmla="*/ 225 w 225"/>
                  <a:gd name="T114" fmla="*/ 179 h 17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5" h="179">
                    <a:moveTo>
                      <a:pt x="225" y="0"/>
                    </a:moveTo>
                    <a:lnTo>
                      <a:pt x="225" y="9"/>
                    </a:lnTo>
                    <a:lnTo>
                      <a:pt x="223" y="17"/>
                    </a:lnTo>
                    <a:lnTo>
                      <a:pt x="218" y="24"/>
                    </a:lnTo>
                    <a:lnTo>
                      <a:pt x="212" y="31"/>
                    </a:lnTo>
                    <a:lnTo>
                      <a:pt x="207" y="37"/>
                    </a:lnTo>
                    <a:lnTo>
                      <a:pt x="200" y="44"/>
                    </a:lnTo>
                    <a:lnTo>
                      <a:pt x="193" y="50"/>
                    </a:lnTo>
                    <a:lnTo>
                      <a:pt x="187" y="56"/>
                    </a:lnTo>
                    <a:lnTo>
                      <a:pt x="173" y="70"/>
                    </a:lnTo>
                    <a:lnTo>
                      <a:pt x="156" y="91"/>
                    </a:lnTo>
                    <a:lnTo>
                      <a:pt x="134" y="113"/>
                    </a:lnTo>
                    <a:lnTo>
                      <a:pt x="111" y="136"/>
                    </a:lnTo>
                    <a:lnTo>
                      <a:pt x="85" y="157"/>
                    </a:lnTo>
                    <a:lnTo>
                      <a:pt x="60" y="172"/>
                    </a:lnTo>
                    <a:lnTo>
                      <a:pt x="36" y="179"/>
                    </a:lnTo>
                    <a:lnTo>
                      <a:pt x="13" y="176"/>
                    </a:lnTo>
                    <a:lnTo>
                      <a:pt x="0" y="163"/>
                    </a:lnTo>
                    <a:lnTo>
                      <a:pt x="0" y="141"/>
                    </a:lnTo>
                    <a:lnTo>
                      <a:pt x="7" y="115"/>
                    </a:lnTo>
                    <a:lnTo>
                      <a:pt x="19" y="95"/>
                    </a:lnTo>
                    <a:lnTo>
                      <a:pt x="35" y="80"/>
                    </a:lnTo>
                    <a:lnTo>
                      <a:pt x="52" y="68"/>
                    </a:lnTo>
                    <a:lnTo>
                      <a:pt x="71" y="59"/>
                    </a:lnTo>
                    <a:lnTo>
                      <a:pt x="90" y="52"/>
                    </a:lnTo>
                    <a:lnTo>
                      <a:pt x="110" y="47"/>
                    </a:lnTo>
                    <a:lnTo>
                      <a:pt x="129" y="44"/>
                    </a:lnTo>
                    <a:lnTo>
                      <a:pt x="150" y="44"/>
                    </a:lnTo>
                    <a:lnTo>
                      <a:pt x="171" y="44"/>
                    </a:lnTo>
                    <a:lnTo>
                      <a:pt x="175" y="37"/>
                    </a:lnTo>
                    <a:lnTo>
                      <a:pt x="181" y="30"/>
                    </a:lnTo>
                    <a:lnTo>
                      <a:pt x="187" y="22"/>
                    </a:lnTo>
                    <a:lnTo>
                      <a:pt x="194" y="15"/>
                    </a:lnTo>
                    <a:lnTo>
                      <a:pt x="201" y="9"/>
                    </a:lnTo>
                    <a:lnTo>
                      <a:pt x="209" y="5"/>
                    </a:lnTo>
                    <a:lnTo>
                      <a:pt x="217" y="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5" name="Freeform 29">
                <a:extLst>
                  <a:ext uri="{FF2B5EF4-FFF2-40B4-BE49-F238E27FC236}">
                    <a16:creationId xmlns:a16="http://schemas.microsoft.com/office/drawing/2014/main" id="{3C41B343-E463-174A-96FB-7910AD94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121"/>
                <a:ext cx="74" cy="128"/>
              </a:xfrm>
              <a:custGeom>
                <a:avLst/>
                <a:gdLst>
                  <a:gd name="T0" fmla="*/ 13 w 149"/>
                  <a:gd name="T1" fmla="*/ 8 h 255"/>
                  <a:gd name="T2" fmla="*/ 15 w 149"/>
                  <a:gd name="T3" fmla="*/ 12 h 255"/>
                  <a:gd name="T4" fmla="*/ 16 w 149"/>
                  <a:gd name="T5" fmla="*/ 16 h 255"/>
                  <a:gd name="T6" fmla="*/ 17 w 149"/>
                  <a:gd name="T7" fmla="*/ 20 h 255"/>
                  <a:gd name="T8" fmla="*/ 16 w 149"/>
                  <a:gd name="T9" fmla="*/ 25 h 255"/>
                  <a:gd name="T10" fmla="*/ 17 w 149"/>
                  <a:gd name="T11" fmla="*/ 30 h 255"/>
                  <a:gd name="T12" fmla="*/ 18 w 149"/>
                  <a:gd name="T13" fmla="*/ 32 h 255"/>
                  <a:gd name="T14" fmla="*/ 16 w 149"/>
                  <a:gd name="T15" fmla="*/ 31 h 255"/>
                  <a:gd name="T16" fmla="*/ 15 w 149"/>
                  <a:gd name="T17" fmla="*/ 31 h 255"/>
                  <a:gd name="T18" fmla="*/ 14 w 149"/>
                  <a:gd name="T19" fmla="*/ 30 h 255"/>
                  <a:gd name="T20" fmla="*/ 15 w 149"/>
                  <a:gd name="T21" fmla="*/ 27 h 255"/>
                  <a:gd name="T22" fmla="*/ 15 w 149"/>
                  <a:gd name="T23" fmla="*/ 24 h 255"/>
                  <a:gd name="T24" fmla="*/ 16 w 149"/>
                  <a:gd name="T25" fmla="*/ 21 h 255"/>
                  <a:gd name="T26" fmla="*/ 15 w 149"/>
                  <a:gd name="T27" fmla="*/ 19 h 255"/>
                  <a:gd name="T28" fmla="*/ 13 w 149"/>
                  <a:gd name="T29" fmla="*/ 17 h 255"/>
                  <a:gd name="T30" fmla="*/ 13 w 149"/>
                  <a:gd name="T31" fmla="*/ 14 h 255"/>
                  <a:gd name="T32" fmla="*/ 14 w 149"/>
                  <a:gd name="T33" fmla="*/ 12 h 255"/>
                  <a:gd name="T34" fmla="*/ 13 w 149"/>
                  <a:gd name="T35" fmla="*/ 11 h 255"/>
                  <a:gd name="T36" fmla="*/ 11 w 149"/>
                  <a:gd name="T37" fmla="*/ 11 h 255"/>
                  <a:gd name="T38" fmla="*/ 10 w 149"/>
                  <a:gd name="T39" fmla="*/ 10 h 255"/>
                  <a:gd name="T40" fmla="*/ 10 w 149"/>
                  <a:gd name="T41" fmla="*/ 9 h 255"/>
                  <a:gd name="T42" fmla="*/ 10 w 149"/>
                  <a:gd name="T43" fmla="*/ 7 h 255"/>
                  <a:gd name="T44" fmla="*/ 9 w 149"/>
                  <a:gd name="T45" fmla="*/ 5 h 255"/>
                  <a:gd name="T46" fmla="*/ 8 w 149"/>
                  <a:gd name="T47" fmla="*/ 5 h 255"/>
                  <a:gd name="T48" fmla="*/ 7 w 149"/>
                  <a:gd name="T49" fmla="*/ 4 h 255"/>
                  <a:gd name="T50" fmla="*/ 5 w 149"/>
                  <a:gd name="T51" fmla="*/ 5 h 255"/>
                  <a:gd name="T52" fmla="*/ 5 w 149"/>
                  <a:gd name="T53" fmla="*/ 4 h 255"/>
                  <a:gd name="T54" fmla="*/ 5 w 149"/>
                  <a:gd name="T55" fmla="*/ 2 h 255"/>
                  <a:gd name="T56" fmla="*/ 4 w 149"/>
                  <a:gd name="T57" fmla="*/ 2 h 255"/>
                  <a:gd name="T58" fmla="*/ 2 w 149"/>
                  <a:gd name="T59" fmla="*/ 2 h 255"/>
                  <a:gd name="T60" fmla="*/ 1 w 149"/>
                  <a:gd name="T61" fmla="*/ 2 h 255"/>
                  <a:gd name="T62" fmla="*/ 0 w 149"/>
                  <a:gd name="T63" fmla="*/ 2 h 255"/>
                  <a:gd name="T64" fmla="*/ 0 w 149"/>
                  <a:gd name="T65" fmla="*/ 1 h 255"/>
                  <a:gd name="T66" fmla="*/ 1 w 149"/>
                  <a:gd name="T67" fmla="*/ 1 h 255"/>
                  <a:gd name="T68" fmla="*/ 3 w 149"/>
                  <a:gd name="T69" fmla="*/ 0 h 255"/>
                  <a:gd name="T70" fmla="*/ 4 w 149"/>
                  <a:gd name="T71" fmla="*/ 1 h 255"/>
                  <a:gd name="T72" fmla="*/ 12 w 149"/>
                  <a:gd name="T73" fmla="*/ 6 h 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9"/>
                  <a:gd name="T112" fmla="*/ 0 h 255"/>
                  <a:gd name="T113" fmla="*/ 149 w 149"/>
                  <a:gd name="T114" fmla="*/ 255 h 2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9" h="255">
                    <a:moveTo>
                      <a:pt x="99" y="44"/>
                    </a:moveTo>
                    <a:lnTo>
                      <a:pt x="107" y="58"/>
                    </a:lnTo>
                    <a:lnTo>
                      <a:pt x="115" y="74"/>
                    </a:lnTo>
                    <a:lnTo>
                      <a:pt x="122" y="89"/>
                    </a:lnTo>
                    <a:lnTo>
                      <a:pt x="127" y="106"/>
                    </a:lnTo>
                    <a:lnTo>
                      <a:pt x="132" y="123"/>
                    </a:lnTo>
                    <a:lnTo>
                      <a:pt x="135" y="140"/>
                    </a:lnTo>
                    <a:lnTo>
                      <a:pt x="136" y="158"/>
                    </a:lnTo>
                    <a:lnTo>
                      <a:pt x="137" y="176"/>
                    </a:lnTo>
                    <a:lnTo>
                      <a:pt x="133" y="196"/>
                    </a:lnTo>
                    <a:lnTo>
                      <a:pt x="136" y="215"/>
                    </a:lnTo>
                    <a:lnTo>
                      <a:pt x="143" y="235"/>
                    </a:lnTo>
                    <a:lnTo>
                      <a:pt x="149" y="255"/>
                    </a:lnTo>
                    <a:lnTo>
                      <a:pt x="144" y="250"/>
                    </a:lnTo>
                    <a:lnTo>
                      <a:pt x="140" y="248"/>
                    </a:lnTo>
                    <a:lnTo>
                      <a:pt x="133" y="245"/>
                    </a:lnTo>
                    <a:lnTo>
                      <a:pt x="127" y="244"/>
                    </a:lnTo>
                    <a:lnTo>
                      <a:pt x="122" y="243"/>
                    </a:lnTo>
                    <a:lnTo>
                      <a:pt x="119" y="241"/>
                    </a:lnTo>
                    <a:lnTo>
                      <a:pt x="119" y="236"/>
                    </a:lnTo>
                    <a:lnTo>
                      <a:pt x="123" y="228"/>
                    </a:lnTo>
                    <a:lnTo>
                      <a:pt x="122" y="214"/>
                    </a:lnTo>
                    <a:lnTo>
                      <a:pt x="122" y="200"/>
                    </a:lnTo>
                    <a:lnTo>
                      <a:pt x="125" y="187"/>
                    </a:lnTo>
                    <a:lnTo>
                      <a:pt x="128" y="174"/>
                    </a:lnTo>
                    <a:lnTo>
                      <a:pt x="128" y="163"/>
                    </a:lnTo>
                    <a:lnTo>
                      <a:pt x="125" y="154"/>
                    </a:lnTo>
                    <a:lnTo>
                      <a:pt x="120" y="146"/>
                    </a:lnTo>
                    <a:lnTo>
                      <a:pt x="114" y="137"/>
                    </a:lnTo>
                    <a:lnTo>
                      <a:pt x="108" y="129"/>
                    </a:lnTo>
                    <a:lnTo>
                      <a:pt x="106" y="120"/>
                    </a:lnTo>
                    <a:lnTo>
                      <a:pt x="107" y="111"/>
                    </a:lnTo>
                    <a:lnTo>
                      <a:pt x="114" y="100"/>
                    </a:lnTo>
                    <a:lnTo>
                      <a:pt x="113" y="93"/>
                    </a:lnTo>
                    <a:lnTo>
                      <a:pt x="110" y="87"/>
                    </a:lnTo>
                    <a:lnTo>
                      <a:pt x="105" y="83"/>
                    </a:lnTo>
                    <a:lnTo>
                      <a:pt x="99" y="79"/>
                    </a:lnTo>
                    <a:lnTo>
                      <a:pt x="95" y="81"/>
                    </a:lnTo>
                    <a:lnTo>
                      <a:pt x="90" y="81"/>
                    </a:lnTo>
                    <a:lnTo>
                      <a:pt x="87" y="79"/>
                    </a:lnTo>
                    <a:lnTo>
                      <a:pt x="84" y="76"/>
                    </a:lnTo>
                    <a:lnTo>
                      <a:pt x="85" y="68"/>
                    </a:lnTo>
                    <a:lnTo>
                      <a:pt x="85" y="59"/>
                    </a:lnTo>
                    <a:lnTo>
                      <a:pt x="83" y="52"/>
                    </a:lnTo>
                    <a:lnTo>
                      <a:pt x="79" y="46"/>
                    </a:lnTo>
                    <a:lnTo>
                      <a:pt x="74" y="40"/>
                    </a:lnTo>
                    <a:lnTo>
                      <a:pt x="68" y="38"/>
                    </a:lnTo>
                    <a:lnTo>
                      <a:pt x="64" y="36"/>
                    </a:lnTo>
                    <a:lnTo>
                      <a:pt x="64" y="29"/>
                    </a:lnTo>
                    <a:lnTo>
                      <a:pt x="60" y="28"/>
                    </a:lnTo>
                    <a:lnTo>
                      <a:pt x="53" y="30"/>
                    </a:lnTo>
                    <a:lnTo>
                      <a:pt x="46" y="33"/>
                    </a:lnTo>
                    <a:lnTo>
                      <a:pt x="44" y="36"/>
                    </a:lnTo>
                    <a:lnTo>
                      <a:pt x="45" y="29"/>
                    </a:lnTo>
                    <a:lnTo>
                      <a:pt x="44" y="22"/>
                    </a:lnTo>
                    <a:lnTo>
                      <a:pt x="40" y="16"/>
                    </a:lnTo>
                    <a:lnTo>
                      <a:pt x="36" y="13"/>
                    </a:lnTo>
                    <a:lnTo>
                      <a:pt x="32" y="10"/>
                    </a:lnTo>
                    <a:lnTo>
                      <a:pt x="28" y="10"/>
                    </a:lnTo>
                    <a:lnTo>
                      <a:pt x="23" y="10"/>
                    </a:lnTo>
                    <a:lnTo>
                      <a:pt x="17" y="10"/>
                    </a:lnTo>
                    <a:lnTo>
                      <a:pt x="13" y="11"/>
                    </a:lnTo>
                    <a:lnTo>
                      <a:pt x="8" y="11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5" y="5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4" y="3"/>
                    </a:lnTo>
                    <a:lnTo>
                      <a:pt x="9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6" name="Freeform 30">
                <a:extLst>
                  <a:ext uri="{FF2B5EF4-FFF2-40B4-BE49-F238E27FC236}">
                    <a16:creationId xmlns:a16="http://schemas.microsoft.com/office/drawing/2014/main" id="{3527C973-09E1-B947-BA9C-A72C68C5E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128"/>
                <a:ext cx="48" cy="55"/>
              </a:xfrm>
              <a:custGeom>
                <a:avLst/>
                <a:gdLst>
                  <a:gd name="T0" fmla="*/ 13 w 94"/>
                  <a:gd name="T1" fmla="*/ 3 h 108"/>
                  <a:gd name="T2" fmla="*/ 11 w 94"/>
                  <a:gd name="T3" fmla="*/ 4 h 108"/>
                  <a:gd name="T4" fmla="*/ 11 w 94"/>
                  <a:gd name="T5" fmla="*/ 6 h 108"/>
                  <a:gd name="T6" fmla="*/ 11 w 94"/>
                  <a:gd name="T7" fmla="*/ 8 h 108"/>
                  <a:gd name="T8" fmla="*/ 10 w 94"/>
                  <a:gd name="T9" fmla="*/ 10 h 108"/>
                  <a:gd name="T10" fmla="*/ 4 w 94"/>
                  <a:gd name="T11" fmla="*/ 14 h 108"/>
                  <a:gd name="T12" fmla="*/ 3 w 94"/>
                  <a:gd name="T13" fmla="*/ 14 h 108"/>
                  <a:gd name="T14" fmla="*/ 2 w 94"/>
                  <a:gd name="T15" fmla="*/ 13 h 108"/>
                  <a:gd name="T16" fmla="*/ 1 w 94"/>
                  <a:gd name="T17" fmla="*/ 12 h 108"/>
                  <a:gd name="T18" fmla="*/ 0 w 94"/>
                  <a:gd name="T19" fmla="*/ 12 h 108"/>
                  <a:gd name="T20" fmla="*/ 1 w 94"/>
                  <a:gd name="T21" fmla="*/ 10 h 108"/>
                  <a:gd name="T22" fmla="*/ 2 w 94"/>
                  <a:gd name="T23" fmla="*/ 8 h 108"/>
                  <a:gd name="T24" fmla="*/ 3 w 94"/>
                  <a:gd name="T25" fmla="*/ 7 h 108"/>
                  <a:gd name="T26" fmla="*/ 4 w 94"/>
                  <a:gd name="T27" fmla="*/ 6 h 108"/>
                  <a:gd name="T28" fmla="*/ 4 w 94"/>
                  <a:gd name="T29" fmla="*/ 7 h 108"/>
                  <a:gd name="T30" fmla="*/ 3 w 94"/>
                  <a:gd name="T31" fmla="*/ 8 h 108"/>
                  <a:gd name="T32" fmla="*/ 2 w 94"/>
                  <a:gd name="T33" fmla="*/ 10 h 108"/>
                  <a:gd name="T34" fmla="*/ 2 w 94"/>
                  <a:gd name="T35" fmla="*/ 11 h 108"/>
                  <a:gd name="T36" fmla="*/ 3 w 94"/>
                  <a:gd name="T37" fmla="*/ 12 h 108"/>
                  <a:gd name="T38" fmla="*/ 3 w 94"/>
                  <a:gd name="T39" fmla="*/ 12 h 108"/>
                  <a:gd name="T40" fmla="*/ 4 w 94"/>
                  <a:gd name="T41" fmla="*/ 13 h 108"/>
                  <a:gd name="T42" fmla="*/ 5 w 94"/>
                  <a:gd name="T43" fmla="*/ 12 h 108"/>
                  <a:gd name="T44" fmla="*/ 6 w 94"/>
                  <a:gd name="T45" fmla="*/ 10 h 108"/>
                  <a:gd name="T46" fmla="*/ 7 w 94"/>
                  <a:gd name="T47" fmla="*/ 8 h 108"/>
                  <a:gd name="T48" fmla="*/ 8 w 94"/>
                  <a:gd name="T49" fmla="*/ 5 h 108"/>
                  <a:gd name="T50" fmla="*/ 7 w 94"/>
                  <a:gd name="T51" fmla="*/ 3 h 108"/>
                  <a:gd name="T52" fmla="*/ 12 w 94"/>
                  <a:gd name="T53" fmla="*/ 0 h 108"/>
                  <a:gd name="T54" fmla="*/ 12 w 94"/>
                  <a:gd name="T55" fmla="*/ 1 h 108"/>
                  <a:gd name="T56" fmla="*/ 12 w 94"/>
                  <a:gd name="T57" fmla="*/ 2 h 108"/>
                  <a:gd name="T58" fmla="*/ 12 w 94"/>
                  <a:gd name="T59" fmla="*/ 2 h 108"/>
                  <a:gd name="T60" fmla="*/ 13 w 94"/>
                  <a:gd name="T61" fmla="*/ 3 h 10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94"/>
                  <a:gd name="T94" fmla="*/ 0 h 108"/>
                  <a:gd name="T95" fmla="*/ 94 w 94"/>
                  <a:gd name="T96" fmla="*/ 108 h 10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94" h="108">
                    <a:moveTo>
                      <a:pt x="94" y="20"/>
                    </a:moveTo>
                    <a:lnTo>
                      <a:pt x="87" y="31"/>
                    </a:lnTo>
                    <a:lnTo>
                      <a:pt x="83" y="46"/>
                    </a:lnTo>
                    <a:lnTo>
                      <a:pt x="81" y="61"/>
                    </a:lnTo>
                    <a:lnTo>
                      <a:pt x="75" y="73"/>
                    </a:lnTo>
                    <a:lnTo>
                      <a:pt x="28" y="108"/>
                    </a:lnTo>
                    <a:lnTo>
                      <a:pt x="21" y="106"/>
                    </a:lnTo>
                    <a:lnTo>
                      <a:pt x="14" y="100"/>
                    </a:lnTo>
                    <a:lnTo>
                      <a:pt x="7" y="93"/>
                    </a:lnTo>
                    <a:lnTo>
                      <a:pt x="0" y="88"/>
                    </a:lnTo>
                    <a:lnTo>
                      <a:pt x="3" y="75"/>
                    </a:lnTo>
                    <a:lnTo>
                      <a:pt x="10" y="61"/>
                    </a:lnTo>
                    <a:lnTo>
                      <a:pt x="20" y="49"/>
                    </a:lnTo>
                    <a:lnTo>
                      <a:pt x="31" y="42"/>
                    </a:lnTo>
                    <a:lnTo>
                      <a:pt x="25" y="53"/>
                    </a:lnTo>
                    <a:lnTo>
                      <a:pt x="20" y="63"/>
                    </a:lnTo>
                    <a:lnTo>
                      <a:pt x="15" y="75"/>
                    </a:lnTo>
                    <a:lnTo>
                      <a:pt x="13" y="86"/>
                    </a:lnTo>
                    <a:lnTo>
                      <a:pt x="17" y="92"/>
                    </a:lnTo>
                    <a:lnTo>
                      <a:pt x="24" y="95"/>
                    </a:lnTo>
                    <a:lnTo>
                      <a:pt x="30" y="97"/>
                    </a:lnTo>
                    <a:lnTo>
                      <a:pt x="36" y="93"/>
                    </a:lnTo>
                    <a:lnTo>
                      <a:pt x="44" y="75"/>
                    </a:lnTo>
                    <a:lnTo>
                      <a:pt x="52" y="57"/>
                    </a:lnTo>
                    <a:lnTo>
                      <a:pt x="58" y="39"/>
                    </a:lnTo>
                    <a:lnTo>
                      <a:pt x="54" y="19"/>
                    </a:lnTo>
                    <a:lnTo>
                      <a:pt x="89" y="0"/>
                    </a:lnTo>
                    <a:lnTo>
                      <a:pt x="92" y="4"/>
                    </a:lnTo>
                    <a:lnTo>
                      <a:pt x="93" y="10"/>
                    </a:lnTo>
                    <a:lnTo>
                      <a:pt x="93" y="15"/>
                    </a:lnTo>
                    <a:lnTo>
                      <a:pt x="94" y="20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7" name="Freeform 31">
                <a:extLst>
                  <a:ext uri="{FF2B5EF4-FFF2-40B4-BE49-F238E27FC236}">
                    <a16:creationId xmlns:a16="http://schemas.microsoft.com/office/drawing/2014/main" id="{49B594FE-7EE3-4E4F-9DD1-1080BDD1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142"/>
                <a:ext cx="78" cy="84"/>
              </a:xfrm>
              <a:custGeom>
                <a:avLst/>
                <a:gdLst>
                  <a:gd name="T0" fmla="*/ 20 w 156"/>
                  <a:gd name="T1" fmla="*/ 18 h 169"/>
                  <a:gd name="T2" fmla="*/ 20 w 156"/>
                  <a:gd name="T3" fmla="*/ 21 h 169"/>
                  <a:gd name="T4" fmla="*/ 18 w 156"/>
                  <a:gd name="T5" fmla="*/ 20 h 169"/>
                  <a:gd name="T6" fmla="*/ 17 w 156"/>
                  <a:gd name="T7" fmla="*/ 20 h 169"/>
                  <a:gd name="T8" fmla="*/ 16 w 156"/>
                  <a:gd name="T9" fmla="*/ 20 h 169"/>
                  <a:gd name="T10" fmla="*/ 15 w 156"/>
                  <a:gd name="T11" fmla="*/ 19 h 169"/>
                  <a:gd name="T12" fmla="*/ 14 w 156"/>
                  <a:gd name="T13" fmla="*/ 19 h 169"/>
                  <a:gd name="T14" fmla="*/ 13 w 156"/>
                  <a:gd name="T15" fmla="*/ 19 h 169"/>
                  <a:gd name="T16" fmla="*/ 12 w 156"/>
                  <a:gd name="T17" fmla="*/ 20 h 169"/>
                  <a:gd name="T18" fmla="*/ 11 w 156"/>
                  <a:gd name="T19" fmla="*/ 20 h 169"/>
                  <a:gd name="T20" fmla="*/ 10 w 156"/>
                  <a:gd name="T21" fmla="*/ 19 h 169"/>
                  <a:gd name="T22" fmla="*/ 9 w 156"/>
                  <a:gd name="T23" fmla="*/ 19 h 169"/>
                  <a:gd name="T24" fmla="*/ 8 w 156"/>
                  <a:gd name="T25" fmla="*/ 18 h 169"/>
                  <a:gd name="T26" fmla="*/ 7 w 156"/>
                  <a:gd name="T27" fmla="*/ 18 h 169"/>
                  <a:gd name="T28" fmla="*/ 5 w 156"/>
                  <a:gd name="T29" fmla="*/ 18 h 169"/>
                  <a:gd name="T30" fmla="*/ 4 w 156"/>
                  <a:gd name="T31" fmla="*/ 18 h 169"/>
                  <a:gd name="T32" fmla="*/ 4 w 156"/>
                  <a:gd name="T33" fmla="*/ 17 h 169"/>
                  <a:gd name="T34" fmla="*/ 3 w 156"/>
                  <a:gd name="T35" fmla="*/ 16 h 169"/>
                  <a:gd name="T36" fmla="*/ 3 w 156"/>
                  <a:gd name="T37" fmla="*/ 14 h 169"/>
                  <a:gd name="T38" fmla="*/ 3 w 156"/>
                  <a:gd name="T39" fmla="*/ 11 h 169"/>
                  <a:gd name="T40" fmla="*/ 2 w 156"/>
                  <a:gd name="T41" fmla="*/ 9 h 169"/>
                  <a:gd name="T42" fmla="*/ 0 w 156"/>
                  <a:gd name="T43" fmla="*/ 8 h 169"/>
                  <a:gd name="T44" fmla="*/ 0 w 156"/>
                  <a:gd name="T45" fmla="*/ 7 h 169"/>
                  <a:gd name="T46" fmla="*/ 1 w 156"/>
                  <a:gd name="T47" fmla="*/ 5 h 169"/>
                  <a:gd name="T48" fmla="*/ 1 w 156"/>
                  <a:gd name="T49" fmla="*/ 4 h 169"/>
                  <a:gd name="T50" fmla="*/ 2 w 156"/>
                  <a:gd name="T51" fmla="*/ 3 h 169"/>
                  <a:gd name="T52" fmla="*/ 3 w 156"/>
                  <a:gd name="T53" fmla="*/ 2 h 169"/>
                  <a:gd name="T54" fmla="*/ 3 w 156"/>
                  <a:gd name="T55" fmla="*/ 1 h 169"/>
                  <a:gd name="T56" fmla="*/ 4 w 156"/>
                  <a:gd name="T57" fmla="*/ 0 h 169"/>
                  <a:gd name="T58" fmla="*/ 5 w 156"/>
                  <a:gd name="T59" fmla="*/ 0 h 169"/>
                  <a:gd name="T60" fmla="*/ 6 w 156"/>
                  <a:gd name="T61" fmla="*/ 2 h 169"/>
                  <a:gd name="T62" fmla="*/ 7 w 156"/>
                  <a:gd name="T63" fmla="*/ 5 h 169"/>
                  <a:gd name="T64" fmla="*/ 9 w 156"/>
                  <a:gd name="T65" fmla="*/ 8 h 169"/>
                  <a:gd name="T66" fmla="*/ 10 w 156"/>
                  <a:gd name="T67" fmla="*/ 10 h 169"/>
                  <a:gd name="T68" fmla="*/ 12 w 156"/>
                  <a:gd name="T69" fmla="*/ 13 h 169"/>
                  <a:gd name="T70" fmla="*/ 15 w 156"/>
                  <a:gd name="T71" fmla="*/ 15 h 169"/>
                  <a:gd name="T72" fmla="*/ 17 w 156"/>
                  <a:gd name="T73" fmla="*/ 16 h 169"/>
                  <a:gd name="T74" fmla="*/ 20 w 156"/>
                  <a:gd name="T75" fmla="*/ 18 h 1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56"/>
                  <a:gd name="T115" fmla="*/ 0 h 169"/>
                  <a:gd name="T116" fmla="*/ 156 w 156"/>
                  <a:gd name="T117" fmla="*/ 169 h 1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56" h="169">
                    <a:moveTo>
                      <a:pt x="156" y="148"/>
                    </a:moveTo>
                    <a:lnTo>
                      <a:pt x="153" y="169"/>
                    </a:lnTo>
                    <a:lnTo>
                      <a:pt x="144" y="166"/>
                    </a:lnTo>
                    <a:lnTo>
                      <a:pt x="135" y="164"/>
                    </a:lnTo>
                    <a:lnTo>
                      <a:pt x="126" y="162"/>
                    </a:lnTo>
                    <a:lnTo>
                      <a:pt x="118" y="159"/>
                    </a:lnTo>
                    <a:lnTo>
                      <a:pt x="109" y="158"/>
                    </a:lnTo>
                    <a:lnTo>
                      <a:pt x="101" y="159"/>
                    </a:lnTo>
                    <a:lnTo>
                      <a:pt x="93" y="162"/>
                    </a:lnTo>
                    <a:lnTo>
                      <a:pt x="85" y="167"/>
                    </a:lnTo>
                    <a:lnTo>
                      <a:pt x="78" y="157"/>
                    </a:lnTo>
                    <a:lnTo>
                      <a:pt x="70" y="152"/>
                    </a:lnTo>
                    <a:lnTo>
                      <a:pt x="60" y="150"/>
                    </a:lnTo>
                    <a:lnTo>
                      <a:pt x="50" y="149"/>
                    </a:lnTo>
                    <a:lnTo>
                      <a:pt x="41" y="148"/>
                    </a:lnTo>
                    <a:lnTo>
                      <a:pt x="32" y="146"/>
                    </a:lnTo>
                    <a:lnTo>
                      <a:pt x="26" y="141"/>
                    </a:lnTo>
                    <a:lnTo>
                      <a:pt x="21" y="131"/>
                    </a:lnTo>
                    <a:lnTo>
                      <a:pt x="18" y="112"/>
                    </a:lnTo>
                    <a:lnTo>
                      <a:pt x="17" y="94"/>
                    </a:lnTo>
                    <a:lnTo>
                      <a:pt x="13" y="76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3" y="46"/>
                    </a:lnTo>
                    <a:lnTo>
                      <a:pt x="6" y="38"/>
                    </a:lnTo>
                    <a:lnTo>
                      <a:pt x="12" y="30"/>
                    </a:lnTo>
                    <a:lnTo>
                      <a:pt x="17" y="22"/>
                    </a:lnTo>
                    <a:lnTo>
                      <a:pt x="23" y="14"/>
                    </a:lnTo>
                    <a:lnTo>
                      <a:pt x="29" y="7"/>
                    </a:lnTo>
                    <a:lnTo>
                      <a:pt x="36" y="0"/>
                    </a:lnTo>
                    <a:lnTo>
                      <a:pt x="43" y="23"/>
                    </a:lnTo>
                    <a:lnTo>
                      <a:pt x="52" y="45"/>
                    </a:lnTo>
                    <a:lnTo>
                      <a:pt x="65" y="66"/>
                    </a:lnTo>
                    <a:lnTo>
                      <a:pt x="80" y="86"/>
                    </a:lnTo>
                    <a:lnTo>
                      <a:pt x="97" y="104"/>
                    </a:lnTo>
                    <a:lnTo>
                      <a:pt x="116" y="120"/>
                    </a:lnTo>
                    <a:lnTo>
                      <a:pt x="135" y="135"/>
                    </a:lnTo>
                    <a:lnTo>
                      <a:pt x="156" y="148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8" name="Freeform 32">
                <a:extLst>
                  <a:ext uri="{FF2B5EF4-FFF2-40B4-BE49-F238E27FC236}">
                    <a16:creationId xmlns:a16="http://schemas.microsoft.com/office/drawing/2014/main" id="{34E3BEF9-1055-F74A-A41D-5866B94A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61"/>
                <a:ext cx="11" cy="11"/>
              </a:xfrm>
              <a:custGeom>
                <a:avLst/>
                <a:gdLst>
                  <a:gd name="T0" fmla="*/ 3 w 20"/>
                  <a:gd name="T1" fmla="*/ 2 h 22"/>
                  <a:gd name="T2" fmla="*/ 3 w 20"/>
                  <a:gd name="T3" fmla="*/ 3 h 22"/>
                  <a:gd name="T4" fmla="*/ 3 w 20"/>
                  <a:gd name="T5" fmla="*/ 3 h 22"/>
                  <a:gd name="T6" fmla="*/ 2 w 20"/>
                  <a:gd name="T7" fmla="*/ 3 h 22"/>
                  <a:gd name="T8" fmla="*/ 1 w 20"/>
                  <a:gd name="T9" fmla="*/ 2 h 22"/>
                  <a:gd name="T10" fmla="*/ 0 w 20"/>
                  <a:gd name="T11" fmla="*/ 2 h 22"/>
                  <a:gd name="T12" fmla="*/ 1 w 20"/>
                  <a:gd name="T13" fmla="*/ 0 h 22"/>
                  <a:gd name="T14" fmla="*/ 2 w 20"/>
                  <a:gd name="T15" fmla="*/ 1 h 22"/>
                  <a:gd name="T16" fmla="*/ 2 w 20"/>
                  <a:gd name="T17" fmla="*/ 1 h 22"/>
                  <a:gd name="T18" fmla="*/ 3 w 20"/>
                  <a:gd name="T19" fmla="*/ 2 h 22"/>
                  <a:gd name="T20" fmla="*/ 3 w 20"/>
                  <a:gd name="T21" fmla="*/ 2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22"/>
                  <a:gd name="T35" fmla="*/ 20 w 20"/>
                  <a:gd name="T36" fmla="*/ 22 h 2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22">
                    <a:moveTo>
                      <a:pt x="20" y="13"/>
                    </a:moveTo>
                    <a:lnTo>
                      <a:pt x="20" y="21"/>
                    </a:lnTo>
                    <a:lnTo>
                      <a:pt x="16" y="22"/>
                    </a:lnTo>
                    <a:lnTo>
                      <a:pt x="10" y="19"/>
                    </a:lnTo>
                    <a:lnTo>
                      <a:pt x="5" y="14"/>
                    </a:lnTo>
                    <a:lnTo>
                      <a:pt x="0" y="11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7" y="10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99" name="Freeform 33">
                <a:extLst>
                  <a:ext uri="{FF2B5EF4-FFF2-40B4-BE49-F238E27FC236}">
                    <a16:creationId xmlns:a16="http://schemas.microsoft.com/office/drawing/2014/main" id="{AC2843C8-33C7-E849-B0C3-A4E51343D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168"/>
                <a:ext cx="63" cy="73"/>
              </a:xfrm>
              <a:custGeom>
                <a:avLst/>
                <a:gdLst>
                  <a:gd name="T0" fmla="*/ 16 w 125"/>
                  <a:gd name="T1" fmla="*/ 4 h 148"/>
                  <a:gd name="T2" fmla="*/ 15 w 125"/>
                  <a:gd name="T3" fmla="*/ 5 h 148"/>
                  <a:gd name="T4" fmla="*/ 14 w 125"/>
                  <a:gd name="T5" fmla="*/ 7 h 148"/>
                  <a:gd name="T6" fmla="*/ 14 w 125"/>
                  <a:gd name="T7" fmla="*/ 9 h 148"/>
                  <a:gd name="T8" fmla="*/ 13 w 125"/>
                  <a:gd name="T9" fmla="*/ 11 h 148"/>
                  <a:gd name="T10" fmla="*/ 13 w 125"/>
                  <a:gd name="T11" fmla="*/ 12 h 148"/>
                  <a:gd name="T12" fmla="*/ 13 w 125"/>
                  <a:gd name="T13" fmla="*/ 14 h 148"/>
                  <a:gd name="T14" fmla="*/ 12 w 125"/>
                  <a:gd name="T15" fmla="*/ 16 h 148"/>
                  <a:gd name="T16" fmla="*/ 11 w 125"/>
                  <a:gd name="T17" fmla="*/ 17 h 148"/>
                  <a:gd name="T18" fmla="*/ 10 w 125"/>
                  <a:gd name="T19" fmla="*/ 18 h 148"/>
                  <a:gd name="T20" fmla="*/ 9 w 125"/>
                  <a:gd name="T21" fmla="*/ 18 h 148"/>
                  <a:gd name="T22" fmla="*/ 7 w 125"/>
                  <a:gd name="T23" fmla="*/ 18 h 148"/>
                  <a:gd name="T24" fmla="*/ 6 w 125"/>
                  <a:gd name="T25" fmla="*/ 18 h 148"/>
                  <a:gd name="T26" fmla="*/ 5 w 125"/>
                  <a:gd name="T27" fmla="*/ 18 h 148"/>
                  <a:gd name="T28" fmla="*/ 3 w 125"/>
                  <a:gd name="T29" fmla="*/ 18 h 148"/>
                  <a:gd name="T30" fmla="*/ 2 w 125"/>
                  <a:gd name="T31" fmla="*/ 18 h 148"/>
                  <a:gd name="T32" fmla="*/ 1 w 125"/>
                  <a:gd name="T33" fmla="*/ 18 h 148"/>
                  <a:gd name="T34" fmla="*/ 1 w 125"/>
                  <a:gd name="T35" fmla="*/ 16 h 148"/>
                  <a:gd name="T36" fmla="*/ 2 w 125"/>
                  <a:gd name="T37" fmla="*/ 15 h 148"/>
                  <a:gd name="T38" fmla="*/ 2 w 125"/>
                  <a:gd name="T39" fmla="*/ 15 h 148"/>
                  <a:gd name="T40" fmla="*/ 2 w 125"/>
                  <a:gd name="T41" fmla="*/ 13 h 148"/>
                  <a:gd name="T42" fmla="*/ 1 w 125"/>
                  <a:gd name="T43" fmla="*/ 13 h 148"/>
                  <a:gd name="T44" fmla="*/ 1 w 125"/>
                  <a:gd name="T45" fmla="*/ 12 h 148"/>
                  <a:gd name="T46" fmla="*/ 0 w 125"/>
                  <a:gd name="T47" fmla="*/ 11 h 148"/>
                  <a:gd name="T48" fmla="*/ 1 w 125"/>
                  <a:gd name="T49" fmla="*/ 10 h 148"/>
                  <a:gd name="T50" fmla="*/ 1 w 125"/>
                  <a:gd name="T51" fmla="*/ 10 h 148"/>
                  <a:gd name="T52" fmla="*/ 2 w 125"/>
                  <a:gd name="T53" fmla="*/ 9 h 148"/>
                  <a:gd name="T54" fmla="*/ 3 w 125"/>
                  <a:gd name="T55" fmla="*/ 9 h 148"/>
                  <a:gd name="T56" fmla="*/ 3 w 125"/>
                  <a:gd name="T57" fmla="*/ 9 h 148"/>
                  <a:gd name="T58" fmla="*/ 4 w 125"/>
                  <a:gd name="T59" fmla="*/ 8 h 148"/>
                  <a:gd name="T60" fmla="*/ 5 w 125"/>
                  <a:gd name="T61" fmla="*/ 8 h 148"/>
                  <a:gd name="T62" fmla="*/ 5 w 125"/>
                  <a:gd name="T63" fmla="*/ 7 h 148"/>
                  <a:gd name="T64" fmla="*/ 6 w 125"/>
                  <a:gd name="T65" fmla="*/ 6 h 148"/>
                  <a:gd name="T66" fmla="*/ 6 w 125"/>
                  <a:gd name="T67" fmla="*/ 6 h 148"/>
                  <a:gd name="T68" fmla="*/ 7 w 125"/>
                  <a:gd name="T69" fmla="*/ 5 h 148"/>
                  <a:gd name="T70" fmla="*/ 8 w 125"/>
                  <a:gd name="T71" fmla="*/ 4 h 148"/>
                  <a:gd name="T72" fmla="*/ 9 w 125"/>
                  <a:gd name="T73" fmla="*/ 3 h 148"/>
                  <a:gd name="T74" fmla="*/ 10 w 125"/>
                  <a:gd name="T75" fmla="*/ 2 h 148"/>
                  <a:gd name="T76" fmla="*/ 10 w 125"/>
                  <a:gd name="T77" fmla="*/ 1 h 148"/>
                  <a:gd name="T78" fmla="*/ 11 w 125"/>
                  <a:gd name="T79" fmla="*/ 0 h 148"/>
                  <a:gd name="T80" fmla="*/ 12 w 125"/>
                  <a:gd name="T81" fmla="*/ 0 h 148"/>
                  <a:gd name="T82" fmla="*/ 13 w 125"/>
                  <a:gd name="T83" fmla="*/ 1 h 148"/>
                  <a:gd name="T84" fmla="*/ 14 w 125"/>
                  <a:gd name="T85" fmla="*/ 2 h 148"/>
                  <a:gd name="T86" fmla="*/ 15 w 125"/>
                  <a:gd name="T87" fmla="*/ 3 h 148"/>
                  <a:gd name="T88" fmla="*/ 16 w 125"/>
                  <a:gd name="T89" fmla="*/ 4 h 14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25"/>
                  <a:gd name="T136" fmla="*/ 0 h 148"/>
                  <a:gd name="T137" fmla="*/ 125 w 125"/>
                  <a:gd name="T138" fmla="*/ 148 h 14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25" h="148">
                    <a:moveTo>
                      <a:pt x="125" y="36"/>
                    </a:moveTo>
                    <a:lnTo>
                      <a:pt x="116" y="47"/>
                    </a:lnTo>
                    <a:lnTo>
                      <a:pt x="109" y="60"/>
                    </a:lnTo>
                    <a:lnTo>
                      <a:pt x="106" y="75"/>
                    </a:lnTo>
                    <a:lnTo>
                      <a:pt x="103" y="89"/>
                    </a:lnTo>
                    <a:lnTo>
                      <a:pt x="100" y="104"/>
                    </a:lnTo>
                    <a:lnTo>
                      <a:pt x="98" y="118"/>
                    </a:lnTo>
                    <a:lnTo>
                      <a:pt x="92" y="131"/>
                    </a:lnTo>
                    <a:lnTo>
                      <a:pt x="84" y="143"/>
                    </a:lnTo>
                    <a:lnTo>
                      <a:pt x="75" y="145"/>
                    </a:lnTo>
                    <a:lnTo>
                      <a:pt x="65" y="146"/>
                    </a:lnTo>
                    <a:lnTo>
                      <a:pt x="55" y="148"/>
                    </a:lnTo>
                    <a:lnTo>
                      <a:pt x="45" y="148"/>
                    </a:lnTo>
                    <a:lnTo>
                      <a:pt x="33" y="148"/>
                    </a:lnTo>
                    <a:lnTo>
                      <a:pt x="23" y="146"/>
                    </a:lnTo>
                    <a:lnTo>
                      <a:pt x="12" y="146"/>
                    </a:lnTo>
                    <a:lnTo>
                      <a:pt x="2" y="145"/>
                    </a:lnTo>
                    <a:lnTo>
                      <a:pt x="3" y="136"/>
                    </a:lnTo>
                    <a:lnTo>
                      <a:pt x="9" y="128"/>
                    </a:lnTo>
                    <a:lnTo>
                      <a:pt x="15" y="121"/>
                    </a:lnTo>
                    <a:lnTo>
                      <a:pt x="12" y="112"/>
                    </a:lnTo>
                    <a:lnTo>
                      <a:pt x="5" y="106"/>
                    </a:lnTo>
                    <a:lnTo>
                      <a:pt x="1" y="99"/>
                    </a:lnTo>
                    <a:lnTo>
                      <a:pt x="0" y="92"/>
                    </a:lnTo>
                    <a:lnTo>
                      <a:pt x="2" y="84"/>
                    </a:lnTo>
                    <a:lnTo>
                      <a:pt x="7" y="81"/>
                    </a:lnTo>
                    <a:lnTo>
                      <a:pt x="12" y="78"/>
                    </a:lnTo>
                    <a:lnTo>
                      <a:pt x="18" y="76"/>
                    </a:lnTo>
                    <a:lnTo>
                      <a:pt x="24" y="73"/>
                    </a:lnTo>
                    <a:lnTo>
                      <a:pt x="30" y="70"/>
                    </a:lnTo>
                    <a:lnTo>
                      <a:pt x="34" y="66"/>
                    </a:lnTo>
                    <a:lnTo>
                      <a:pt x="39" y="61"/>
                    </a:lnTo>
                    <a:lnTo>
                      <a:pt x="41" y="54"/>
                    </a:lnTo>
                    <a:lnTo>
                      <a:pt x="48" y="48"/>
                    </a:lnTo>
                    <a:lnTo>
                      <a:pt x="55" y="43"/>
                    </a:lnTo>
                    <a:lnTo>
                      <a:pt x="62" y="36"/>
                    </a:lnTo>
                    <a:lnTo>
                      <a:pt x="69" y="29"/>
                    </a:lnTo>
                    <a:lnTo>
                      <a:pt x="75" y="22"/>
                    </a:lnTo>
                    <a:lnTo>
                      <a:pt x="80" y="15"/>
                    </a:lnTo>
                    <a:lnTo>
                      <a:pt x="86" y="7"/>
                    </a:lnTo>
                    <a:lnTo>
                      <a:pt x="92" y="0"/>
                    </a:lnTo>
                    <a:lnTo>
                      <a:pt x="97" y="12"/>
                    </a:lnTo>
                    <a:lnTo>
                      <a:pt x="106" y="21"/>
                    </a:lnTo>
                    <a:lnTo>
                      <a:pt x="116" y="29"/>
                    </a:lnTo>
                    <a:lnTo>
                      <a:pt x="125" y="36"/>
                    </a:lnTo>
                    <a:close/>
                  </a:path>
                </a:pathLst>
              </a:custGeom>
              <a:solidFill>
                <a:srgbClr val="CCA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0" name="Freeform 34">
                <a:extLst>
                  <a:ext uri="{FF2B5EF4-FFF2-40B4-BE49-F238E27FC236}">
                    <a16:creationId xmlns:a16="http://schemas.microsoft.com/office/drawing/2014/main" id="{0B248B1E-E1D9-F942-926C-57C91E7FC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177"/>
                <a:ext cx="42" cy="35"/>
              </a:xfrm>
              <a:custGeom>
                <a:avLst/>
                <a:gdLst>
                  <a:gd name="T0" fmla="*/ 4 w 84"/>
                  <a:gd name="T1" fmla="*/ 3 h 70"/>
                  <a:gd name="T2" fmla="*/ 4 w 84"/>
                  <a:gd name="T3" fmla="*/ 3 h 70"/>
                  <a:gd name="T4" fmla="*/ 5 w 84"/>
                  <a:gd name="T5" fmla="*/ 4 h 70"/>
                  <a:gd name="T6" fmla="*/ 6 w 84"/>
                  <a:gd name="T7" fmla="*/ 4 h 70"/>
                  <a:gd name="T8" fmla="*/ 6 w 84"/>
                  <a:gd name="T9" fmla="*/ 5 h 70"/>
                  <a:gd name="T10" fmla="*/ 7 w 84"/>
                  <a:gd name="T11" fmla="*/ 5 h 70"/>
                  <a:gd name="T12" fmla="*/ 7 w 84"/>
                  <a:gd name="T13" fmla="*/ 5 h 70"/>
                  <a:gd name="T14" fmla="*/ 8 w 84"/>
                  <a:gd name="T15" fmla="*/ 5 h 70"/>
                  <a:gd name="T16" fmla="*/ 8 w 84"/>
                  <a:gd name="T17" fmla="*/ 5 h 70"/>
                  <a:gd name="T18" fmla="*/ 9 w 84"/>
                  <a:gd name="T19" fmla="*/ 6 h 70"/>
                  <a:gd name="T20" fmla="*/ 10 w 84"/>
                  <a:gd name="T21" fmla="*/ 7 h 70"/>
                  <a:gd name="T22" fmla="*/ 11 w 84"/>
                  <a:gd name="T23" fmla="*/ 8 h 70"/>
                  <a:gd name="T24" fmla="*/ 11 w 84"/>
                  <a:gd name="T25" fmla="*/ 9 h 70"/>
                  <a:gd name="T26" fmla="*/ 10 w 84"/>
                  <a:gd name="T27" fmla="*/ 8 h 70"/>
                  <a:gd name="T28" fmla="*/ 8 w 84"/>
                  <a:gd name="T29" fmla="*/ 7 h 70"/>
                  <a:gd name="T30" fmla="*/ 7 w 84"/>
                  <a:gd name="T31" fmla="*/ 6 h 70"/>
                  <a:gd name="T32" fmla="*/ 5 w 84"/>
                  <a:gd name="T33" fmla="*/ 5 h 70"/>
                  <a:gd name="T34" fmla="*/ 4 w 84"/>
                  <a:gd name="T35" fmla="*/ 5 h 70"/>
                  <a:gd name="T36" fmla="*/ 3 w 84"/>
                  <a:gd name="T37" fmla="*/ 3 h 70"/>
                  <a:gd name="T38" fmla="*/ 2 w 84"/>
                  <a:gd name="T39" fmla="*/ 2 h 70"/>
                  <a:gd name="T40" fmla="*/ 0 w 84"/>
                  <a:gd name="T41" fmla="*/ 1 h 70"/>
                  <a:gd name="T42" fmla="*/ 1 w 84"/>
                  <a:gd name="T43" fmla="*/ 0 h 70"/>
                  <a:gd name="T44" fmla="*/ 2 w 84"/>
                  <a:gd name="T45" fmla="*/ 1 h 70"/>
                  <a:gd name="T46" fmla="*/ 3 w 84"/>
                  <a:gd name="T47" fmla="*/ 1 h 70"/>
                  <a:gd name="T48" fmla="*/ 3 w 84"/>
                  <a:gd name="T49" fmla="*/ 2 h 70"/>
                  <a:gd name="T50" fmla="*/ 4 w 84"/>
                  <a:gd name="T51" fmla="*/ 3 h 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4"/>
                  <a:gd name="T79" fmla="*/ 0 h 70"/>
                  <a:gd name="T80" fmla="*/ 84 w 84"/>
                  <a:gd name="T81" fmla="*/ 70 h 7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4" h="70">
                    <a:moveTo>
                      <a:pt x="26" y="18"/>
                    </a:moveTo>
                    <a:lnTo>
                      <a:pt x="31" y="23"/>
                    </a:lnTo>
                    <a:lnTo>
                      <a:pt x="37" y="27"/>
                    </a:lnTo>
                    <a:lnTo>
                      <a:pt x="42" y="31"/>
                    </a:lnTo>
                    <a:lnTo>
                      <a:pt x="45" y="35"/>
                    </a:lnTo>
                    <a:lnTo>
                      <a:pt x="50" y="38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4" y="35"/>
                    </a:lnTo>
                    <a:lnTo>
                      <a:pt x="68" y="46"/>
                    </a:lnTo>
                    <a:lnTo>
                      <a:pt x="75" y="52"/>
                    </a:lnTo>
                    <a:lnTo>
                      <a:pt x="82" y="59"/>
                    </a:lnTo>
                    <a:lnTo>
                      <a:pt x="84" y="70"/>
                    </a:lnTo>
                    <a:lnTo>
                      <a:pt x="73" y="63"/>
                    </a:lnTo>
                    <a:lnTo>
                      <a:pt x="61" y="56"/>
                    </a:lnTo>
                    <a:lnTo>
                      <a:pt x="50" y="48"/>
                    </a:lnTo>
                    <a:lnTo>
                      <a:pt x="39" y="41"/>
                    </a:lnTo>
                    <a:lnTo>
                      <a:pt x="29" y="33"/>
                    </a:lnTo>
                    <a:lnTo>
                      <a:pt x="19" y="24"/>
                    </a:lnTo>
                    <a:lnTo>
                      <a:pt x="10" y="14"/>
                    </a:lnTo>
                    <a:lnTo>
                      <a:pt x="0" y="4"/>
                    </a:lnTo>
                    <a:lnTo>
                      <a:pt x="5" y="0"/>
                    </a:lnTo>
                    <a:lnTo>
                      <a:pt x="12" y="1"/>
                    </a:lnTo>
                    <a:lnTo>
                      <a:pt x="19" y="5"/>
                    </a:lnTo>
                    <a:lnTo>
                      <a:pt x="23" y="1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1" name="Freeform 35">
                <a:extLst>
                  <a:ext uri="{FF2B5EF4-FFF2-40B4-BE49-F238E27FC236}">
                    <a16:creationId xmlns:a16="http://schemas.microsoft.com/office/drawing/2014/main" id="{E30DA504-13D5-DB4D-8DF5-A22569CD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177"/>
                <a:ext cx="74" cy="118"/>
              </a:xfrm>
              <a:custGeom>
                <a:avLst/>
                <a:gdLst>
                  <a:gd name="T0" fmla="*/ 3 w 147"/>
                  <a:gd name="T1" fmla="*/ 30 h 236"/>
                  <a:gd name="T2" fmla="*/ 2 w 147"/>
                  <a:gd name="T3" fmla="*/ 29 h 236"/>
                  <a:gd name="T4" fmla="*/ 1 w 147"/>
                  <a:gd name="T5" fmla="*/ 27 h 236"/>
                  <a:gd name="T6" fmla="*/ 1 w 147"/>
                  <a:gd name="T7" fmla="*/ 26 h 236"/>
                  <a:gd name="T8" fmla="*/ 0 w 147"/>
                  <a:gd name="T9" fmla="*/ 25 h 236"/>
                  <a:gd name="T10" fmla="*/ 14 w 147"/>
                  <a:gd name="T11" fmla="*/ 4 h 236"/>
                  <a:gd name="T12" fmla="*/ 14 w 147"/>
                  <a:gd name="T13" fmla="*/ 4 h 236"/>
                  <a:gd name="T14" fmla="*/ 15 w 147"/>
                  <a:gd name="T15" fmla="*/ 3 h 236"/>
                  <a:gd name="T16" fmla="*/ 16 w 147"/>
                  <a:gd name="T17" fmla="*/ 3 h 236"/>
                  <a:gd name="T18" fmla="*/ 16 w 147"/>
                  <a:gd name="T19" fmla="*/ 3 h 236"/>
                  <a:gd name="T20" fmla="*/ 17 w 147"/>
                  <a:gd name="T21" fmla="*/ 2 h 236"/>
                  <a:gd name="T22" fmla="*/ 18 w 147"/>
                  <a:gd name="T23" fmla="*/ 2 h 236"/>
                  <a:gd name="T24" fmla="*/ 18 w 147"/>
                  <a:gd name="T25" fmla="*/ 1 h 236"/>
                  <a:gd name="T26" fmla="*/ 19 w 147"/>
                  <a:gd name="T27" fmla="*/ 0 h 236"/>
                  <a:gd name="T28" fmla="*/ 18 w 147"/>
                  <a:gd name="T29" fmla="*/ 4 h 236"/>
                  <a:gd name="T30" fmla="*/ 16 w 147"/>
                  <a:gd name="T31" fmla="*/ 8 h 236"/>
                  <a:gd name="T32" fmla="*/ 15 w 147"/>
                  <a:gd name="T33" fmla="*/ 12 h 236"/>
                  <a:gd name="T34" fmla="*/ 13 w 147"/>
                  <a:gd name="T35" fmla="*/ 16 h 236"/>
                  <a:gd name="T36" fmla="*/ 11 w 147"/>
                  <a:gd name="T37" fmla="*/ 19 h 236"/>
                  <a:gd name="T38" fmla="*/ 8 w 147"/>
                  <a:gd name="T39" fmla="*/ 23 h 236"/>
                  <a:gd name="T40" fmla="*/ 6 w 147"/>
                  <a:gd name="T41" fmla="*/ 26 h 236"/>
                  <a:gd name="T42" fmla="*/ 3 w 147"/>
                  <a:gd name="T43" fmla="*/ 30 h 2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7"/>
                  <a:gd name="T67" fmla="*/ 0 h 236"/>
                  <a:gd name="T68" fmla="*/ 147 w 147"/>
                  <a:gd name="T69" fmla="*/ 236 h 2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7" h="236">
                    <a:moveTo>
                      <a:pt x="21" y="236"/>
                    </a:moveTo>
                    <a:lnTo>
                      <a:pt x="13" y="228"/>
                    </a:lnTo>
                    <a:lnTo>
                      <a:pt x="7" y="216"/>
                    </a:lnTo>
                    <a:lnTo>
                      <a:pt x="3" y="205"/>
                    </a:lnTo>
                    <a:lnTo>
                      <a:pt x="0" y="193"/>
                    </a:lnTo>
                    <a:lnTo>
                      <a:pt x="105" y="31"/>
                    </a:lnTo>
                    <a:lnTo>
                      <a:pt x="109" y="27"/>
                    </a:lnTo>
                    <a:lnTo>
                      <a:pt x="115" y="24"/>
                    </a:lnTo>
                    <a:lnTo>
                      <a:pt x="121" y="21"/>
                    </a:lnTo>
                    <a:lnTo>
                      <a:pt x="127" y="18"/>
                    </a:lnTo>
                    <a:lnTo>
                      <a:pt x="132" y="14"/>
                    </a:lnTo>
                    <a:lnTo>
                      <a:pt x="138" y="10"/>
                    </a:lnTo>
                    <a:lnTo>
                      <a:pt x="143" y="5"/>
                    </a:lnTo>
                    <a:lnTo>
                      <a:pt x="147" y="0"/>
                    </a:lnTo>
                    <a:lnTo>
                      <a:pt x="138" y="32"/>
                    </a:lnTo>
                    <a:lnTo>
                      <a:pt x="127" y="63"/>
                    </a:lnTo>
                    <a:lnTo>
                      <a:pt x="113" y="94"/>
                    </a:lnTo>
                    <a:lnTo>
                      <a:pt x="98" y="123"/>
                    </a:lnTo>
                    <a:lnTo>
                      <a:pt x="81" y="152"/>
                    </a:lnTo>
                    <a:lnTo>
                      <a:pt x="61" y="180"/>
                    </a:lnTo>
                    <a:lnTo>
                      <a:pt x="41" y="208"/>
                    </a:lnTo>
                    <a:lnTo>
                      <a:pt x="21" y="236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2" name="Freeform 36">
                <a:extLst>
                  <a:ext uri="{FF2B5EF4-FFF2-40B4-BE49-F238E27FC236}">
                    <a16:creationId xmlns:a16="http://schemas.microsoft.com/office/drawing/2014/main" id="{5148CF71-91C1-1448-A2EC-E224220B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180"/>
                <a:ext cx="11" cy="12"/>
              </a:xfrm>
              <a:custGeom>
                <a:avLst/>
                <a:gdLst>
                  <a:gd name="T0" fmla="*/ 2 w 24"/>
                  <a:gd name="T1" fmla="*/ 1 h 26"/>
                  <a:gd name="T2" fmla="*/ 2 w 24"/>
                  <a:gd name="T3" fmla="*/ 1 h 26"/>
                  <a:gd name="T4" fmla="*/ 2 w 24"/>
                  <a:gd name="T5" fmla="*/ 2 h 26"/>
                  <a:gd name="T6" fmla="*/ 2 w 24"/>
                  <a:gd name="T7" fmla="*/ 2 h 26"/>
                  <a:gd name="T8" fmla="*/ 1 w 24"/>
                  <a:gd name="T9" fmla="*/ 3 h 26"/>
                  <a:gd name="T10" fmla="*/ 1 w 24"/>
                  <a:gd name="T11" fmla="*/ 2 h 26"/>
                  <a:gd name="T12" fmla="*/ 0 w 24"/>
                  <a:gd name="T13" fmla="*/ 2 h 26"/>
                  <a:gd name="T14" fmla="*/ 0 w 24"/>
                  <a:gd name="T15" fmla="*/ 2 h 26"/>
                  <a:gd name="T16" fmla="*/ 0 w 24"/>
                  <a:gd name="T17" fmla="*/ 1 h 26"/>
                  <a:gd name="T18" fmla="*/ 0 w 24"/>
                  <a:gd name="T19" fmla="*/ 0 h 26"/>
                  <a:gd name="T20" fmla="*/ 1 w 24"/>
                  <a:gd name="T21" fmla="*/ 0 h 26"/>
                  <a:gd name="T22" fmla="*/ 2 w 24"/>
                  <a:gd name="T23" fmla="*/ 0 h 26"/>
                  <a:gd name="T24" fmla="*/ 2 w 24"/>
                  <a:gd name="T25" fmla="*/ 1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26"/>
                  <a:gd name="T41" fmla="*/ 24 w 24"/>
                  <a:gd name="T42" fmla="*/ 26 h 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26">
                    <a:moveTo>
                      <a:pt x="24" y="9"/>
                    </a:moveTo>
                    <a:lnTo>
                      <a:pt x="22" y="14"/>
                    </a:lnTo>
                    <a:lnTo>
                      <a:pt x="20" y="19"/>
                    </a:lnTo>
                    <a:lnTo>
                      <a:pt x="19" y="22"/>
                    </a:lnTo>
                    <a:lnTo>
                      <a:pt x="15" y="26"/>
                    </a:lnTo>
                    <a:lnTo>
                      <a:pt x="11" y="23"/>
                    </a:lnTo>
                    <a:lnTo>
                      <a:pt x="6" y="21"/>
                    </a:lnTo>
                    <a:lnTo>
                      <a:pt x="3" y="19"/>
                    </a:lnTo>
                    <a:lnTo>
                      <a:pt x="0" y="14"/>
                    </a:lnTo>
                    <a:lnTo>
                      <a:pt x="3" y="5"/>
                    </a:lnTo>
                    <a:lnTo>
                      <a:pt x="10" y="0"/>
                    </a:lnTo>
                    <a:lnTo>
                      <a:pt x="18" y="1"/>
                    </a:lnTo>
                    <a:lnTo>
                      <a:pt x="2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3" name="Freeform 37">
                <a:extLst>
                  <a:ext uri="{FF2B5EF4-FFF2-40B4-BE49-F238E27FC236}">
                    <a16:creationId xmlns:a16="http://schemas.microsoft.com/office/drawing/2014/main" id="{F1F3742D-6DBD-9D42-98BA-95A1E232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180"/>
                <a:ext cx="84" cy="95"/>
              </a:xfrm>
              <a:custGeom>
                <a:avLst/>
                <a:gdLst>
                  <a:gd name="T0" fmla="*/ 21 w 169"/>
                  <a:gd name="T1" fmla="*/ 2 h 191"/>
                  <a:gd name="T2" fmla="*/ 6 w 169"/>
                  <a:gd name="T3" fmla="*/ 23 h 191"/>
                  <a:gd name="T4" fmla="*/ 5 w 169"/>
                  <a:gd name="T5" fmla="*/ 22 h 191"/>
                  <a:gd name="T6" fmla="*/ 4 w 169"/>
                  <a:gd name="T7" fmla="*/ 20 h 191"/>
                  <a:gd name="T8" fmla="*/ 3 w 169"/>
                  <a:gd name="T9" fmla="*/ 19 h 191"/>
                  <a:gd name="T10" fmla="*/ 3 w 169"/>
                  <a:gd name="T11" fmla="*/ 17 h 191"/>
                  <a:gd name="T12" fmla="*/ 2 w 169"/>
                  <a:gd name="T13" fmla="*/ 15 h 191"/>
                  <a:gd name="T14" fmla="*/ 1 w 169"/>
                  <a:gd name="T15" fmla="*/ 14 h 191"/>
                  <a:gd name="T16" fmla="*/ 0 w 169"/>
                  <a:gd name="T17" fmla="*/ 12 h 191"/>
                  <a:gd name="T18" fmla="*/ 0 w 169"/>
                  <a:gd name="T19" fmla="*/ 10 h 191"/>
                  <a:gd name="T20" fmla="*/ 2 w 169"/>
                  <a:gd name="T21" fmla="*/ 10 h 191"/>
                  <a:gd name="T22" fmla="*/ 5 w 169"/>
                  <a:gd name="T23" fmla="*/ 9 h 191"/>
                  <a:gd name="T24" fmla="*/ 7 w 169"/>
                  <a:gd name="T25" fmla="*/ 7 h 191"/>
                  <a:gd name="T26" fmla="*/ 9 w 169"/>
                  <a:gd name="T27" fmla="*/ 6 h 191"/>
                  <a:gd name="T28" fmla="*/ 12 w 169"/>
                  <a:gd name="T29" fmla="*/ 5 h 191"/>
                  <a:gd name="T30" fmla="*/ 14 w 169"/>
                  <a:gd name="T31" fmla="*/ 3 h 191"/>
                  <a:gd name="T32" fmla="*/ 16 w 169"/>
                  <a:gd name="T33" fmla="*/ 1 h 191"/>
                  <a:gd name="T34" fmla="*/ 18 w 169"/>
                  <a:gd name="T35" fmla="*/ 0 h 191"/>
                  <a:gd name="T36" fmla="*/ 21 w 169"/>
                  <a:gd name="T37" fmla="*/ 2 h 1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9"/>
                  <a:gd name="T58" fmla="*/ 0 h 191"/>
                  <a:gd name="T59" fmla="*/ 169 w 169"/>
                  <a:gd name="T60" fmla="*/ 191 h 19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9" h="191">
                    <a:moveTo>
                      <a:pt x="169" y="20"/>
                    </a:moveTo>
                    <a:lnTo>
                      <a:pt x="50" y="191"/>
                    </a:lnTo>
                    <a:lnTo>
                      <a:pt x="44" y="178"/>
                    </a:lnTo>
                    <a:lnTo>
                      <a:pt x="37" y="165"/>
                    </a:lnTo>
                    <a:lnTo>
                      <a:pt x="31" y="152"/>
                    </a:lnTo>
                    <a:lnTo>
                      <a:pt x="25" y="140"/>
                    </a:lnTo>
                    <a:lnTo>
                      <a:pt x="18" y="126"/>
                    </a:lnTo>
                    <a:lnTo>
                      <a:pt x="13" y="113"/>
                    </a:lnTo>
                    <a:lnTo>
                      <a:pt x="6" y="99"/>
                    </a:lnTo>
                    <a:lnTo>
                      <a:pt x="0" y="87"/>
                    </a:lnTo>
                    <a:lnTo>
                      <a:pt x="21" y="80"/>
                    </a:lnTo>
                    <a:lnTo>
                      <a:pt x="40" y="72"/>
                    </a:lnTo>
                    <a:lnTo>
                      <a:pt x="60" y="61"/>
                    </a:lnTo>
                    <a:lnTo>
                      <a:pt x="78" y="51"/>
                    </a:lnTo>
                    <a:lnTo>
                      <a:pt x="97" y="40"/>
                    </a:lnTo>
                    <a:lnTo>
                      <a:pt x="115" y="28"/>
                    </a:lnTo>
                    <a:lnTo>
                      <a:pt x="133" y="14"/>
                    </a:lnTo>
                    <a:lnTo>
                      <a:pt x="150" y="0"/>
                    </a:lnTo>
                    <a:lnTo>
                      <a:pt x="16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4" name="Freeform 38">
                <a:extLst>
                  <a:ext uri="{FF2B5EF4-FFF2-40B4-BE49-F238E27FC236}">
                    <a16:creationId xmlns:a16="http://schemas.microsoft.com/office/drawing/2014/main" id="{F8EB4FFF-D4C5-9941-BF78-90F2A787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219"/>
                <a:ext cx="41" cy="57"/>
              </a:xfrm>
              <a:custGeom>
                <a:avLst/>
                <a:gdLst>
                  <a:gd name="T0" fmla="*/ 9 w 83"/>
                  <a:gd name="T1" fmla="*/ 7 h 114"/>
                  <a:gd name="T2" fmla="*/ 9 w 83"/>
                  <a:gd name="T3" fmla="*/ 9 h 114"/>
                  <a:gd name="T4" fmla="*/ 10 w 83"/>
                  <a:gd name="T5" fmla="*/ 11 h 114"/>
                  <a:gd name="T6" fmla="*/ 10 w 83"/>
                  <a:gd name="T7" fmla="*/ 13 h 114"/>
                  <a:gd name="T8" fmla="*/ 10 w 83"/>
                  <a:gd name="T9" fmla="*/ 15 h 114"/>
                  <a:gd name="T10" fmla="*/ 9 w 83"/>
                  <a:gd name="T11" fmla="*/ 15 h 114"/>
                  <a:gd name="T12" fmla="*/ 8 w 83"/>
                  <a:gd name="T13" fmla="*/ 14 h 114"/>
                  <a:gd name="T14" fmla="*/ 7 w 83"/>
                  <a:gd name="T15" fmla="*/ 12 h 114"/>
                  <a:gd name="T16" fmla="*/ 6 w 83"/>
                  <a:gd name="T17" fmla="*/ 11 h 114"/>
                  <a:gd name="T18" fmla="*/ 5 w 83"/>
                  <a:gd name="T19" fmla="*/ 11 h 114"/>
                  <a:gd name="T20" fmla="*/ 5 w 83"/>
                  <a:gd name="T21" fmla="*/ 10 h 114"/>
                  <a:gd name="T22" fmla="*/ 4 w 83"/>
                  <a:gd name="T23" fmla="*/ 10 h 114"/>
                  <a:gd name="T24" fmla="*/ 3 w 83"/>
                  <a:gd name="T25" fmla="*/ 9 h 114"/>
                  <a:gd name="T26" fmla="*/ 3 w 83"/>
                  <a:gd name="T27" fmla="*/ 9 h 114"/>
                  <a:gd name="T28" fmla="*/ 2 w 83"/>
                  <a:gd name="T29" fmla="*/ 8 h 114"/>
                  <a:gd name="T30" fmla="*/ 2 w 83"/>
                  <a:gd name="T31" fmla="*/ 8 h 114"/>
                  <a:gd name="T32" fmla="*/ 1 w 83"/>
                  <a:gd name="T33" fmla="*/ 8 h 114"/>
                  <a:gd name="T34" fmla="*/ 0 w 83"/>
                  <a:gd name="T35" fmla="*/ 7 h 114"/>
                  <a:gd name="T36" fmla="*/ 0 w 83"/>
                  <a:gd name="T37" fmla="*/ 5 h 114"/>
                  <a:gd name="T38" fmla="*/ 0 w 83"/>
                  <a:gd name="T39" fmla="*/ 4 h 114"/>
                  <a:gd name="T40" fmla="*/ 0 w 83"/>
                  <a:gd name="T41" fmla="*/ 3 h 114"/>
                  <a:gd name="T42" fmla="*/ 1 w 83"/>
                  <a:gd name="T43" fmla="*/ 0 h 114"/>
                  <a:gd name="T44" fmla="*/ 3 w 83"/>
                  <a:gd name="T45" fmla="*/ 1 h 114"/>
                  <a:gd name="T46" fmla="*/ 4 w 83"/>
                  <a:gd name="T47" fmla="*/ 1 h 114"/>
                  <a:gd name="T48" fmla="*/ 5 w 83"/>
                  <a:gd name="T49" fmla="*/ 2 h 114"/>
                  <a:gd name="T50" fmla="*/ 5 w 83"/>
                  <a:gd name="T51" fmla="*/ 3 h 114"/>
                  <a:gd name="T52" fmla="*/ 6 w 83"/>
                  <a:gd name="T53" fmla="*/ 4 h 114"/>
                  <a:gd name="T54" fmla="*/ 7 w 83"/>
                  <a:gd name="T55" fmla="*/ 5 h 114"/>
                  <a:gd name="T56" fmla="*/ 8 w 83"/>
                  <a:gd name="T57" fmla="*/ 6 h 114"/>
                  <a:gd name="T58" fmla="*/ 9 w 83"/>
                  <a:gd name="T59" fmla="*/ 7 h 1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3"/>
                  <a:gd name="T91" fmla="*/ 0 h 114"/>
                  <a:gd name="T92" fmla="*/ 83 w 83"/>
                  <a:gd name="T93" fmla="*/ 114 h 11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3" h="114">
                    <a:moveTo>
                      <a:pt x="76" y="53"/>
                    </a:moveTo>
                    <a:lnTo>
                      <a:pt x="78" y="68"/>
                    </a:lnTo>
                    <a:lnTo>
                      <a:pt x="80" y="84"/>
                    </a:lnTo>
                    <a:lnTo>
                      <a:pt x="82" y="99"/>
                    </a:lnTo>
                    <a:lnTo>
                      <a:pt x="83" y="114"/>
                    </a:lnTo>
                    <a:lnTo>
                      <a:pt x="73" y="114"/>
                    </a:lnTo>
                    <a:lnTo>
                      <a:pt x="66" y="106"/>
                    </a:lnTo>
                    <a:lnTo>
                      <a:pt x="60" y="94"/>
                    </a:lnTo>
                    <a:lnTo>
                      <a:pt x="54" y="87"/>
                    </a:lnTo>
                    <a:lnTo>
                      <a:pt x="47" y="84"/>
                    </a:lnTo>
                    <a:lnTo>
                      <a:pt x="42" y="80"/>
                    </a:lnTo>
                    <a:lnTo>
                      <a:pt x="36" y="76"/>
                    </a:lnTo>
                    <a:lnTo>
                      <a:pt x="31" y="71"/>
                    </a:lnTo>
                    <a:lnTo>
                      <a:pt x="27" y="66"/>
                    </a:lnTo>
                    <a:lnTo>
                      <a:pt x="22" y="63"/>
                    </a:lnTo>
                    <a:lnTo>
                      <a:pt x="17" y="60"/>
                    </a:lnTo>
                    <a:lnTo>
                      <a:pt x="12" y="57"/>
                    </a:lnTo>
                    <a:lnTo>
                      <a:pt x="5" y="49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14" y="0"/>
                    </a:lnTo>
                    <a:lnTo>
                      <a:pt x="24" y="2"/>
                    </a:lnTo>
                    <a:lnTo>
                      <a:pt x="33" y="8"/>
                    </a:lnTo>
                    <a:lnTo>
                      <a:pt x="42" y="15"/>
                    </a:lnTo>
                    <a:lnTo>
                      <a:pt x="47" y="23"/>
                    </a:lnTo>
                    <a:lnTo>
                      <a:pt x="54" y="31"/>
                    </a:lnTo>
                    <a:lnTo>
                      <a:pt x="60" y="39"/>
                    </a:lnTo>
                    <a:lnTo>
                      <a:pt x="68" y="47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5" name="Freeform 39">
                <a:extLst>
                  <a:ext uri="{FF2B5EF4-FFF2-40B4-BE49-F238E27FC236}">
                    <a16:creationId xmlns:a16="http://schemas.microsoft.com/office/drawing/2014/main" id="{5DF338E1-24F1-DF4D-892D-AD3EE60B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220"/>
                <a:ext cx="18" cy="17"/>
              </a:xfrm>
              <a:custGeom>
                <a:avLst/>
                <a:gdLst>
                  <a:gd name="T0" fmla="*/ 5 w 35"/>
                  <a:gd name="T1" fmla="*/ 1 h 33"/>
                  <a:gd name="T2" fmla="*/ 4 w 35"/>
                  <a:gd name="T3" fmla="*/ 2 h 33"/>
                  <a:gd name="T4" fmla="*/ 4 w 35"/>
                  <a:gd name="T5" fmla="*/ 4 h 33"/>
                  <a:gd name="T6" fmla="*/ 3 w 35"/>
                  <a:gd name="T7" fmla="*/ 5 h 33"/>
                  <a:gd name="T8" fmla="*/ 2 w 35"/>
                  <a:gd name="T9" fmla="*/ 4 h 33"/>
                  <a:gd name="T10" fmla="*/ 2 w 35"/>
                  <a:gd name="T11" fmla="*/ 4 h 33"/>
                  <a:gd name="T12" fmla="*/ 1 w 35"/>
                  <a:gd name="T13" fmla="*/ 3 h 33"/>
                  <a:gd name="T14" fmla="*/ 1 w 35"/>
                  <a:gd name="T15" fmla="*/ 3 h 33"/>
                  <a:gd name="T16" fmla="*/ 0 w 35"/>
                  <a:gd name="T17" fmla="*/ 2 h 33"/>
                  <a:gd name="T18" fmla="*/ 1 w 35"/>
                  <a:gd name="T19" fmla="*/ 2 h 33"/>
                  <a:gd name="T20" fmla="*/ 2 w 35"/>
                  <a:gd name="T21" fmla="*/ 2 h 33"/>
                  <a:gd name="T22" fmla="*/ 2 w 35"/>
                  <a:gd name="T23" fmla="*/ 1 h 33"/>
                  <a:gd name="T24" fmla="*/ 3 w 35"/>
                  <a:gd name="T25" fmla="*/ 1 h 33"/>
                  <a:gd name="T26" fmla="*/ 4 w 35"/>
                  <a:gd name="T27" fmla="*/ 1 h 33"/>
                  <a:gd name="T28" fmla="*/ 4 w 35"/>
                  <a:gd name="T29" fmla="*/ 0 h 33"/>
                  <a:gd name="T30" fmla="*/ 4 w 35"/>
                  <a:gd name="T31" fmla="*/ 1 h 33"/>
                  <a:gd name="T32" fmla="*/ 5 w 35"/>
                  <a:gd name="T33" fmla="*/ 1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3"/>
                  <a:gd name="T53" fmla="*/ 35 w 35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3">
                    <a:moveTo>
                      <a:pt x="35" y="8"/>
                    </a:moveTo>
                    <a:lnTo>
                      <a:pt x="29" y="16"/>
                    </a:lnTo>
                    <a:lnTo>
                      <a:pt x="27" y="26"/>
                    </a:lnTo>
                    <a:lnTo>
                      <a:pt x="22" y="33"/>
                    </a:lnTo>
                    <a:lnTo>
                      <a:pt x="14" y="32"/>
                    </a:lnTo>
                    <a:lnTo>
                      <a:pt x="10" y="29"/>
                    </a:lnTo>
                    <a:lnTo>
                      <a:pt x="6" y="24"/>
                    </a:lnTo>
                    <a:lnTo>
                      <a:pt x="2" y="21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10" y="9"/>
                    </a:lnTo>
                    <a:lnTo>
                      <a:pt x="14" y="6"/>
                    </a:lnTo>
                    <a:lnTo>
                      <a:pt x="20" y="2"/>
                    </a:lnTo>
                    <a:lnTo>
                      <a:pt x="25" y="1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6" name="Freeform 40">
                <a:extLst>
                  <a:ext uri="{FF2B5EF4-FFF2-40B4-BE49-F238E27FC236}">
                    <a16:creationId xmlns:a16="http://schemas.microsoft.com/office/drawing/2014/main" id="{F2FA7A32-7601-AC49-AFBF-75AA634D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31"/>
                <a:ext cx="22" cy="24"/>
              </a:xfrm>
              <a:custGeom>
                <a:avLst/>
                <a:gdLst>
                  <a:gd name="T0" fmla="*/ 5 w 44"/>
                  <a:gd name="T1" fmla="*/ 1 h 47"/>
                  <a:gd name="T2" fmla="*/ 5 w 44"/>
                  <a:gd name="T3" fmla="*/ 2 h 47"/>
                  <a:gd name="T4" fmla="*/ 6 w 44"/>
                  <a:gd name="T5" fmla="*/ 4 h 47"/>
                  <a:gd name="T6" fmla="*/ 6 w 44"/>
                  <a:gd name="T7" fmla="*/ 5 h 47"/>
                  <a:gd name="T8" fmla="*/ 6 w 44"/>
                  <a:gd name="T9" fmla="*/ 6 h 47"/>
                  <a:gd name="T10" fmla="*/ 5 w 44"/>
                  <a:gd name="T11" fmla="*/ 6 h 47"/>
                  <a:gd name="T12" fmla="*/ 5 w 44"/>
                  <a:gd name="T13" fmla="*/ 6 h 47"/>
                  <a:gd name="T14" fmla="*/ 4 w 44"/>
                  <a:gd name="T15" fmla="*/ 6 h 47"/>
                  <a:gd name="T16" fmla="*/ 3 w 44"/>
                  <a:gd name="T17" fmla="*/ 6 h 47"/>
                  <a:gd name="T18" fmla="*/ 2 w 44"/>
                  <a:gd name="T19" fmla="*/ 5 h 47"/>
                  <a:gd name="T20" fmla="*/ 2 w 44"/>
                  <a:gd name="T21" fmla="*/ 5 h 47"/>
                  <a:gd name="T22" fmla="*/ 1 w 44"/>
                  <a:gd name="T23" fmla="*/ 4 h 47"/>
                  <a:gd name="T24" fmla="*/ 0 w 44"/>
                  <a:gd name="T25" fmla="*/ 4 h 47"/>
                  <a:gd name="T26" fmla="*/ 1 w 44"/>
                  <a:gd name="T27" fmla="*/ 3 h 47"/>
                  <a:gd name="T28" fmla="*/ 1 w 44"/>
                  <a:gd name="T29" fmla="*/ 2 h 47"/>
                  <a:gd name="T30" fmla="*/ 1 w 44"/>
                  <a:gd name="T31" fmla="*/ 1 h 47"/>
                  <a:gd name="T32" fmla="*/ 2 w 44"/>
                  <a:gd name="T33" fmla="*/ 0 h 47"/>
                  <a:gd name="T34" fmla="*/ 5 w 44"/>
                  <a:gd name="T35" fmla="*/ 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7"/>
                  <a:gd name="T56" fmla="*/ 44 w 44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7">
                    <a:moveTo>
                      <a:pt x="40" y="7"/>
                    </a:moveTo>
                    <a:lnTo>
                      <a:pt x="40" y="15"/>
                    </a:lnTo>
                    <a:lnTo>
                      <a:pt x="41" y="25"/>
                    </a:lnTo>
                    <a:lnTo>
                      <a:pt x="42" y="36"/>
                    </a:lnTo>
                    <a:lnTo>
                      <a:pt x="44" y="45"/>
                    </a:lnTo>
                    <a:lnTo>
                      <a:pt x="38" y="47"/>
                    </a:lnTo>
                    <a:lnTo>
                      <a:pt x="33" y="47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5" y="38"/>
                    </a:lnTo>
                    <a:lnTo>
                      <a:pt x="10" y="33"/>
                    </a:lnTo>
                    <a:lnTo>
                      <a:pt x="5" y="29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10" y="0"/>
                    </a:lnTo>
                    <a:lnTo>
                      <a:pt x="40" y="7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7" name="Freeform 41">
                <a:extLst>
                  <a:ext uri="{FF2B5EF4-FFF2-40B4-BE49-F238E27FC236}">
                    <a16:creationId xmlns:a16="http://schemas.microsoft.com/office/drawing/2014/main" id="{5C3DACB6-46BE-BD45-BD34-9F11A1B9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229"/>
                <a:ext cx="27" cy="36"/>
              </a:xfrm>
              <a:custGeom>
                <a:avLst/>
                <a:gdLst>
                  <a:gd name="T0" fmla="*/ 6 w 54"/>
                  <a:gd name="T1" fmla="*/ 5 h 73"/>
                  <a:gd name="T2" fmla="*/ 7 w 54"/>
                  <a:gd name="T3" fmla="*/ 6 h 73"/>
                  <a:gd name="T4" fmla="*/ 7 w 54"/>
                  <a:gd name="T5" fmla="*/ 7 h 73"/>
                  <a:gd name="T6" fmla="*/ 7 w 54"/>
                  <a:gd name="T7" fmla="*/ 8 h 73"/>
                  <a:gd name="T8" fmla="*/ 7 w 54"/>
                  <a:gd name="T9" fmla="*/ 9 h 73"/>
                  <a:gd name="T10" fmla="*/ 6 w 54"/>
                  <a:gd name="T11" fmla="*/ 8 h 73"/>
                  <a:gd name="T12" fmla="*/ 5 w 54"/>
                  <a:gd name="T13" fmla="*/ 6 h 73"/>
                  <a:gd name="T14" fmla="*/ 4 w 54"/>
                  <a:gd name="T15" fmla="*/ 5 h 73"/>
                  <a:gd name="T16" fmla="*/ 3 w 54"/>
                  <a:gd name="T17" fmla="*/ 4 h 73"/>
                  <a:gd name="T18" fmla="*/ 2 w 54"/>
                  <a:gd name="T19" fmla="*/ 3 h 73"/>
                  <a:gd name="T20" fmla="*/ 1 w 54"/>
                  <a:gd name="T21" fmla="*/ 2 h 73"/>
                  <a:gd name="T22" fmla="*/ 0 w 54"/>
                  <a:gd name="T23" fmla="*/ 1 h 73"/>
                  <a:gd name="T24" fmla="*/ 1 w 54"/>
                  <a:gd name="T25" fmla="*/ 0 h 73"/>
                  <a:gd name="T26" fmla="*/ 2 w 54"/>
                  <a:gd name="T27" fmla="*/ 0 h 73"/>
                  <a:gd name="T28" fmla="*/ 2 w 54"/>
                  <a:gd name="T29" fmla="*/ 0 h 73"/>
                  <a:gd name="T30" fmla="*/ 3 w 54"/>
                  <a:gd name="T31" fmla="*/ 1 h 73"/>
                  <a:gd name="T32" fmla="*/ 4 w 54"/>
                  <a:gd name="T33" fmla="*/ 2 h 73"/>
                  <a:gd name="T34" fmla="*/ 4 w 54"/>
                  <a:gd name="T35" fmla="*/ 3 h 73"/>
                  <a:gd name="T36" fmla="*/ 5 w 54"/>
                  <a:gd name="T37" fmla="*/ 4 h 73"/>
                  <a:gd name="T38" fmla="*/ 6 w 54"/>
                  <a:gd name="T39" fmla="*/ 4 h 73"/>
                  <a:gd name="T40" fmla="*/ 6 w 54"/>
                  <a:gd name="T41" fmla="*/ 5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73"/>
                  <a:gd name="T65" fmla="*/ 54 w 54"/>
                  <a:gd name="T66" fmla="*/ 73 h 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73">
                    <a:moveTo>
                      <a:pt x="48" y="44"/>
                    </a:moveTo>
                    <a:lnTo>
                      <a:pt x="49" y="50"/>
                    </a:lnTo>
                    <a:lnTo>
                      <a:pt x="52" y="59"/>
                    </a:lnTo>
                    <a:lnTo>
                      <a:pt x="54" y="68"/>
                    </a:lnTo>
                    <a:lnTo>
                      <a:pt x="53" y="73"/>
                    </a:lnTo>
                    <a:lnTo>
                      <a:pt x="48" y="64"/>
                    </a:lnTo>
                    <a:lnTo>
                      <a:pt x="39" y="54"/>
                    </a:lnTo>
                    <a:lnTo>
                      <a:pt x="29" y="46"/>
                    </a:lnTo>
                    <a:lnTo>
                      <a:pt x="20" y="38"/>
                    </a:lnTo>
                    <a:lnTo>
                      <a:pt x="11" y="29"/>
                    </a:lnTo>
                    <a:lnTo>
                      <a:pt x="4" y="20"/>
                    </a:lnTo>
                    <a:lnTo>
                      <a:pt x="0" y="11"/>
                    </a:lnTo>
                    <a:lnTo>
                      <a:pt x="1" y="0"/>
                    </a:lnTo>
                    <a:lnTo>
                      <a:pt x="10" y="2"/>
                    </a:lnTo>
                    <a:lnTo>
                      <a:pt x="15" y="6"/>
                    </a:lnTo>
                    <a:lnTo>
                      <a:pt x="21" y="12"/>
                    </a:lnTo>
                    <a:lnTo>
                      <a:pt x="27" y="19"/>
                    </a:lnTo>
                    <a:lnTo>
                      <a:pt x="31" y="27"/>
                    </a:lnTo>
                    <a:lnTo>
                      <a:pt x="36" y="34"/>
                    </a:lnTo>
                    <a:lnTo>
                      <a:pt x="42" y="39"/>
                    </a:lnTo>
                    <a:lnTo>
                      <a:pt x="48" y="44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8" name="Freeform 42">
                <a:extLst>
                  <a:ext uri="{FF2B5EF4-FFF2-40B4-BE49-F238E27FC236}">
                    <a16:creationId xmlns:a16="http://schemas.microsoft.com/office/drawing/2014/main" id="{FA4341A1-001F-394D-982A-6D73ECB2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233"/>
                <a:ext cx="155" cy="94"/>
              </a:xfrm>
              <a:custGeom>
                <a:avLst/>
                <a:gdLst>
                  <a:gd name="T0" fmla="*/ 17 w 310"/>
                  <a:gd name="T1" fmla="*/ 7 h 188"/>
                  <a:gd name="T2" fmla="*/ 18 w 310"/>
                  <a:gd name="T3" fmla="*/ 7 h 188"/>
                  <a:gd name="T4" fmla="*/ 18 w 310"/>
                  <a:gd name="T5" fmla="*/ 8 h 188"/>
                  <a:gd name="T6" fmla="*/ 19 w 310"/>
                  <a:gd name="T7" fmla="*/ 8 h 188"/>
                  <a:gd name="T8" fmla="*/ 20 w 310"/>
                  <a:gd name="T9" fmla="*/ 8 h 188"/>
                  <a:gd name="T10" fmla="*/ 21 w 310"/>
                  <a:gd name="T11" fmla="*/ 8 h 188"/>
                  <a:gd name="T12" fmla="*/ 21 w 310"/>
                  <a:gd name="T13" fmla="*/ 8 h 188"/>
                  <a:gd name="T14" fmla="*/ 22 w 310"/>
                  <a:gd name="T15" fmla="*/ 8 h 188"/>
                  <a:gd name="T16" fmla="*/ 23 w 310"/>
                  <a:gd name="T17" fmla="*/ 8 h 188"/>
                  <a:gd name="T18" fmla="*/ 25 w 310"/>
                  <a:gd name="T19" fmla="*/ 10 h 188"/>
                  <a:gd name="T20" fmla="*/ 27 w 310"/>
                  <a:gd name="T21" fmla="*/ 11 h 188"/>
                  <a:gd name="T22" fmla="*/ 28 w 310"/>
                  <a:gd name="T23" fmla="*/ 12 h 188"/>
                  <a:gd name="T24" fmla="*/ 30 w 310"/>
                  <a:gd name="T25" fmla="*/ 14 h 188"/>
                  <a:gd name="T26" fmla="*/ 33 w 310"/>
                  <a:gd name="T27" fmla="*/ 15 h 188"/>
                  <a:gd name="T28" fmla="*/ 35 w 310"/>
                  <a:gd name="T29" fmla="*/ 16 h 188"/>
                  <a:gd name="T30" fmla="*/ 37 w 310"/>
                  <a:gd name="T31" fmla="*/ 17 h 188"/>
                  <a:gd name="T32" fmla="*/ 39 w 310"/>
                  <a:gd name="T33" fmla="*/ 18 h 188"/>
                  <a:gd name="T34" fmla="*/ 39 w 310"/>
                  <a:gd name="T35" fmla="*/ 19 h 188"/>
                  <a:gd name="T36" fmla="*/ 39 w 310"/>
                  <a:gd name="T37" fmla="*/ 20 h 188"/>
                  <a:gd name="T38" fmla="*/ 39 w 310"/>
                  <a:gd name="T39" fmla="*/ 20 h 188"/>
                  <a:gd name="T40" fmla="*/ 38 w 310"/>
                  <a:gd name="T41" fmla="*/ 20 h 188"/>
                  <a:gd name="T42" fmla="*/ 37 w 310"/>
                  <a:gd name="T43" fmla="*/ 21 h 188"/>
                  <a:gd name="T44" fmla="*/ 36 w 310"/>
                  <a:gd name="T45" fmla="*/ 21 h 188"/>
                  <a:gd name="T46" fmla="*/ 36 w 310"/>
                  <a:gd name="T47" fmla="*/ 21 h 188"/>
                  <a:gd name="T48" fmla="*/ 35 w 310"/>
                  <a:gd name="T49" fmla="*/ 21 h 188"/>
                  <a:gd name="T50" fmla="*/ 33 w 310"/>
                  <a:gd name="T51" fmla="*/ 21 h 188"/>
                  <a:gd name="T52" fmla="*/ 31 w 310"/>
                  <a:gd name="T53" fmla="*/ 21 h 188"/>
                  <a:gd name="T54" fmla="*/ 30 w 310"/>
                  <a:gd name="T55" fmla="*/ 21 h 188"/>
                  <a:gd name="T56" fmla="*/ 28 w 310"/>
                  <a:gd name="T57" fmla="*/ 22 h 188"/>
                  <a:gd name="T58" fmla="*/ 26 w 310"/>
                  <a:gd name="T59" fmla="*/ 22 h 188"/>
                  <a:gd name="T60" fmla="*/ 25 w 310"/>
                  <a:gd name="T61" fmla="*/ 22 h 188"/>
                  <a:gd name="T62" fmla="*/ 23 w 310"/>
                  <a:gd name="T63" fmla="*/ 23 h 188"/>
                  <a:gd name="T64" fmla="*/ 21 w 310"/>
                  <a:gd name="T65" fmla="*/ 23 h 188"/>
                  <a:gd name="T66" fmla="*/ 20 w 310"/>
                  <a:gd name="T67" fmla="*/ 24 h 188"/>
                  <a:gd name="T68" fmla="*/ 18 w 310"/>
                  <a:gd name="T69" fmla="*/ 24 h 188"/>
                  <a:gd name="T70" fmla="*/ 16 w 310"/>
                  <a:gd name="T71" fmla="*/ 24 h 188"/>
                  <a:gd name="T72" fmla="*/ 14 w 310"/>
                  <a:gd name="T73" fmla="*/ 24 h 188"/>
                  <a:gd name="T74" fmla="*/ 13 w 310"/>
                  <a:gd name="T75" fmla="*/ 24 h 188"/>
                  <a:gd name="T76" fmla="*/ 11 w 310"/>
                  <a:gd name="T77" fmla="*/ 23 h 188"/>
                  <a:gd name="T78" fmla="*/ 10 w 310"/>
                  <a:gd name="T79" fmla="*/ 23 h 188"/>
                  <a:gd name="T80" fmla="*/ 8 w 310"/>
                  <a:gd name="T81" fmla="*/ 22 h 188"/>
                  <a:gd name="T82" fmla="*/ 0 w 310"/>
                  <a:gd name="T83" fmla="*/ 17 h 188"/>
                  <a:gd name="T84" fmla="*/ 1 w 310"/>
                  <a:gd name="T85" fmla="*/ 13 h 188"/>
                  <a:gd name="T86" fmla="*/ 1 w 310"/>
                  <a:gd name="T87" fmla="*/ 9 h 188"/>
                  <a:gd name="T88" fmla="*/ 2 w 310"/>
                  <a:gd name="T89" fmla="*/ 5 h 188"/>
                  <a:gd name="T90" fmla="*/ 3 w 310"/>
                  <a:gd name="T91" fmla="*/ 0 h 188"/>
                  <a:gd name="T92" fmla="*/ 5 w 310"/>
                  <a:gd name="T93" fmla="*/ 1 h 188"/>
                  <a:gd name="T94" fmla="*/ 6 w 310"/>
                  <a:gd name="T95" fmla="*/ 2 h 188"/>
                  <a:gd name="T96" fmla="*/ 8 w 310"/>
                  <a:gd name="T97" fmla="*/ 3 h 188"/>
                  <a:gd name="T98" fmla="*/ 10 w 310"/>
                  <a:gd name="T99" fmla="*/ 4 h 188"/>
                  <a:gd name="T100" fmla="*/ 12 w 310"/>
                  <a:gd name="T101" fmla="*/ 4 h 188"/>
                  <a:gd name="T102" fmla="*/ 13 w 310"/>
                  <a:gd name="T103" fmla="*/ 5 h 188"/>
                  <a:gd name="T104" fmla="*/ 15 w 310"/>
                  <a:gd name="T105" fmla="*/ 6 h 188"/>
                  <a:gd name="T106" fmla="*/ 17 w 310"/>
                  <a:gd name="T107" fmla="*/ 7 h 1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10"/>
                  <a:gd name="T163" fmla="*/ 0 h 188"/>
                  <a:gd name="T164" fmla="*/ 310 w 310"/>
                  <a:gd name="T165" fmla="*/ 188 h 18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10" h="188">
                    <a:moveTo>
                      <a:pt x="133" y="55"/>
                    </a:moveTo>
                    <a:lnTo>
                      <a:pt x="139" y="56"/>
                    </a:lnTo>
                    <a:lnTo>
                      <a:pt x="144" y="58"/>
                    </a:lnTo>
                    <a:lnTo>
                      <a:pt x="150" y="59"/>
                    </a:lnTo>
                    <a:lnTo>
                      <a:pt x="156" y="59"/>
                    </a:lnTo>
                    <a:lnTo>
                      <a:pt x="162" y="60"/>
                    </a:lnTo>
                    <a:lnTo>
                      <a:pt x="167" y="60"/>
                    </a:lnTo>
                    <a:lnTo>
                      <a:pt x="172" y="60"/>
                    </a:lnTo>
                    <a:lnTo>
                      <a:pt x="178" y="60"/>
                    </a:lnTo>
                    <a:lnTo>
                      <a:pt x="194" y="73"/>
                    </a:lnTo>
                    <a:lnTo>
                      <a:pt x="210" y="85"/>
                    </a:lnTo>
                    <a:lnTo>
                      <a:pt x="225" y="96"/>
                    </a:lnTo>
                    <a:lnTo>
                      <a:pt x="241" y="108"/>
                    </a:lnTo>
                    <a:lnTo>
                      <a:pt x="257" y="118"/>
                    </a:lnTo>
                    <a:lnTo>
                      <a:pt x="275" y="127"/>
                    </a:lnTo>
                    <a:lnTo>
                      <a:pt x="292" y="135"/>
                    </a:lnTo>
                    <a:lnTo>
                      <a:pt x="310" y="141"/>
                    </a:lnTo>
                    <a:lnTo>
                      <a:pt x="310" y="148"/>
                    </a:lnTo>
                    <a:lnTo>
                      <a:pt x="308" y="154"/>
                    </a:lnTo>
                    <a:lnTo>
                      <a:pt x="305" y="157"/>
                    </a:lnTo>
                    <a:lnTo>
                      <a:pt x="300" y="159"/>
                    </a:lnTo>
                    <a:lnTo>
                      <a:pt x="294" y="161"/>
                    </a:lnTo>
                    <a:lnTo>
                      <a:pt x="288" y="162"/>
                    </a:lnTo>
                    <a:lnTo>
                      <a:pt x="283" y="163"/>
                    </a:lnTo>
                    <a:lnTo>
                      <a:pt x="277" y="164"/>
                    </a:lnTo>
                    <a:lnTo>
                      <a:pt x="263" y="163"/>
                    </a:lnTo>
                    <a:lnTo>
                      <a:pt x="249" y="164"/>
                    </a:lnTo>
                    <a:lnTo>
                      <a:pt x="235" y="166"/>
                    </a:lnTo>
                    <a:lnTo>
                      <a:pt x="222" y="169"/>
                    </a:lnTo>
                    <a:lnTo>
                      <a:pt x="208" y="171"/>
                    </a:lnTo>
                    <a:lnTo>
                      <a:pt x="194" y="174"/>
                    </a:lnTo>
                    <a:lnTo>
                      <a:pt x="180" y="178"/>
                    </a:lnTo>
                    <a:lnTo>
                      <a:pt x="167" y="181"/>
                    </a:lnTo>
                    <a:lnTo>
                      <a:pt x="154" y="185"/>
                    </a:lnTo>
                    <a:lnTo>
                      <a:pt x="141" y="186"/>
                    </a:lnTo>
                    <a:lnTo>
                      <a:pt x="127" y="188"/>
                    </a:lnTo>
                    <a:lnTo>
                      <a:pt x="113" y="188"/>
                    </a:lnTo>
                    <a:lnTo>
                      <a:pt x="101" y="187"/>
                    </a:lnTo>
                    <a:lnTo>
                      <a:pt x="87" y="184"/>
                    </a:lnTo>
                    <a:lnTo>
                      <a:pt x="73" y="179"/>
                    </a:lnTo>
                    <a:lnTo>
                      <a:pt x="59" y="172"/>
                    </a:lnTo>
                    <a:lnTo>
                      <a:pt x="0" y="134"/>
                    </a:lnTo>
                    <a:lnTo>
                      <a:pt x="4" y="101"/>
                    </a:lnTo>
                    <a:lnTo>
                      <a:pt x="8" y="66"/>
                    </a:lnTo>
                    <a:lnTo>
                      <a:pt x="13" y="3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48" y="14"/>
                    </a:lnTo>
                    <a:lnTo>
                      <a:pt x="63" y="20"/>
                    </a:lnTo>
                    <a:lnTo>
                      <a:pt x="76" y="26"/>
                    </a:lnTo>
                    <a:lnTo>
                      <a:pt x="91" y="32"/>
                    </a:lnTo>
                    <a:lnTo>
                      <a:pt x="105" y="38"/>
                    </a:lnTo>
                    <a:lnTo>
                      <a:pt x="119" y="45"/>
                    </a:lnTo>
                    <a:lnTo>
                      <a:pt x="13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09" name="Freeform 43">
                <a:extLst>
                  <a:ext uri="{FF2B5EF4-FFF2-40B4-BE49-F238E27FC236}">
                    <a16:creationId xmlns:a16="http://schemas.microsoft.com/office/drawing/2014/main" id="{D9A81E66-2B8D-D344-8A9A-0B3CC8A46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33"/>
                <a:ext cx="176" cy="87"/>
              </a:xfrm>
              <a:custGeom>
                <a:avLst/>
                <a:gdLst>
                  <a:gd name="T0" fmla="*/ 43 w 353"/>
                  <a:gd name="T1" fmla="*/ 4 h 174"/>
                  <a:gd name="T2" fmla="*/ 40 w 353"/>
                  <a:gd name="T3" fmla="*/ 9 h 174"/>
                  <a:gd name="T4" fmla="*/ 36 w 353"/>
                  <a:gd name="T5" fmla="*/ 13 h 174"/>
                  <a:gd name="T6" fmla="*/ 32 w 353"/>
                  <a:gd name="T7" fmla="*/ 18 h 174"/>
                  <a:gd name="T8" fmla="*/ 30 w 353"/>
                  <a:gd name="T9" fmla="*/ 20 h 174"/>
                  <a:gd name="T10" fmla="*/ 28 w 353"/>
                  <a:gd name="T11" fmla="*/ 21 h 174"/>
                  <a:gd name="T12" fmla="*/ 27 w 353"/>
                  <a:gd name="T13" fmla="*/ 22 h 174"/>
                  <a:gd name="T14" fmla="*/ 25 w 353"/>
                  <a:gd name="T15" fmla="*/ 22 h 174"/>
                  <a:gd name="T16" fmla="*/ 23 w 353"/>
                  <a:gd name="T17" fmla="*/ 21 h 174"/>
                  <a:gd name="T18" fmla="*/ 20 w 353"/>
                  <a:gd name="T19" fmla="*/ 20 h 174"/>
                  <a:gd name="T20" fmla="*/ 17 w 353"/>
                  <a:gd name="T21" fmla="*/ 19 h 174"/>
                  <a:gd name="T22" fmla="*/ 14 w 353"/>
                  <a:gd name="T23" fmla="*/ 18 h 174"/>
                  <a:gd name="T24" fmla="*/ 11 w 353"/>
                  <a:gd name="T25" fmla="*/ 18 h 174"/>
                  <a:gd name="T26" fmla="*/ 8 w 353"/>
                  <a:gd name="T27" fmla="*/ 18 h 174"/>
                  <a:gd name="T28" fmla="*/ 4 w 353"/>
                  <a:gd name="T29" fmla="*/ 18 h 174"/>
                  <a:gd name="T30" fmla="*/ 1 w 353"/>
                  <a:gd name="T31" fmla="*/ 18 h 174"/>
                  <a:gd name="T32" fmla="*/ 0 w 353"/>
                  <a:gd name="T33" fmla="*/ 17 h 174"/>
                  <a:gd name="T34" fmla="*/ 1 w 353"/>
                  <a:gd name="T35" fmla="*/ 15 h 174"/>
                  <a:gd name="T36" fmla="*/ 3 w 353"/>
                  <a:gd name="T37" fmla="*/ 15 h 174"/>
                  <a:gd name="T38" fmla="*/ 5 w 353"/>
                  <a:gd name="T39" fmla="*/ 14 h 174"/>
                  <a:gd name="T40" fmla="*/ 8 w 353"/>
                  <a:gd name="T41" fmla="*/ 14 h 174"/>
                  <a:gd name="T42" fmla="*/ 12 w 353"/>
                  <a:gd name="T43" fmla="*/ 13 h 174"/>
                  <a:gd name="T44" fmla="*/ 16 w 353"/>
                  <a:gd name="T45" fmla="*/ 11 h 174"/>
                  <a:gd name="T46" fmla="*/ 20 w 353"/>
                  <a:gd name="T47" fmla="*/ 10 h 174"/>
                  <a:gd name="T48" fmla="*/ 24 w 353"/>
                  <a:gd name="T49" fmla="*/ 8 h 174"/>
                  <a:gd name="T50" fmla="*/ 28 w 353"/>
                  <a:gd name="T51" fmla="*/ 6 h 174"/>
                  <a:gd name="T52" fmla="*/ 31 w 353"/>
                  <a:gd name="T53" fmla="*/ 4 h 174"/>
                  <a:gd name="T54" fmla="*/ 35 w 353"/>
                  <a:gd name="T55" fmla="*/ 2 h 174"/>
                  <a:gd name="T56" fmla="*/ 37 w 353"/>
                  <a:gd name="T57" fmla="*/ 1 h 174"/>
                  <a:gd name="T58" fmla="*/ 39 w 353"/>
                  <a:gd name="T59" fmla="*/ 0 h 174"/>
                  <a:gd name="T60" fmla="*/ 41 w 353"/>
                  <a:gd name="T61" fmla="*/ 1 h 174"/>
                  <a:gd name="T62" fmla="*/ 43 w 353"/>
                  <a:gd name="T63" fmla="*/ 1 h 1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53"/>
                  <a:gd name="T97" fmla="*/ 0 h 174"/>
                  <a:gd name="T98" fmla="*/ 353 w 353"/>
                  <a:gd name="T99" fmla="*/ 174 h 17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53" h="174">
                    <a:moveTo>
                      <a:pt x="353" y="7"/>
                    </a:moveTo>
                    <a:lnTo>
                      <a:pt x="347" y="29"/>
                    </a:lnTo>
                    <a:lnTo>
                      <a:pt x="338" y="50"/>
                    </a:lnTo>
                    <a:lnTo>
                      <a:pt x="325" y="68"/>
                    </a:lnTo>
                    <a:lnTo>
                      <a:pt x="310" y="87"/>
                    </a:lnTo>
                    <a:lnTo>
                      <a:pt x="295" y="104"/>
                    </a:lnTo>
                    <a:lnTo>
                      <a:pt x="278" y="121"/>
                    </a:lnTo>
                    <a:lnTo>
                      <a:pt x="262" y="139"/>
                    </a:lnTo>
                    <a:lnTo>
                      <a:pt x="247" y="156"/>
                    </a:lnTo>
                    <a:lnTo>
                      <a:pt x="241" y="160"/>
                    </a:lnTo>
                    <a:lnTo>
                      <a:pt x="235" y="165"/>
                    </a:lnTo>
                    <a:lnTo>
                      <a:pt x="230" y="168"/>
                    </a:lnTo>
                    <a:lnTo>
                      <a:pt x="224" y="172"/>
                    </a:lnTo>
                    <a:lnTo>
                      <a:pt x="217" y="173"/>
                    </a:lnTo>
                    <a:lnTo>
                      <a:pt x="210" y="174"/>
                    </a:lnTo>
                    <a:lnTo>
                      <a:pt x="203" y="173"/>
                    </a:lnTo>
                    <a:lnTo>
                      <a:pt x="196" y="171"/>
                    </a:lnTo>
                    <a:lnTo>
                      <a:pt x="186" y="164"/>
                    </a:lnTo>
                    <a:lnTo>
                      <a:pt x="174" y="159"/>
                    </a:lnTo>
                    <a:lnTo>
                      <a:pt x="163" y="153"/>
                    </a:lnTo>
                    <a:lnTo>
                      <a:pt x="151" y="150"/>
                    </a:lnTo>
                    <a:lnTo>
                      <a:pt x="140" y="147"/>
                    </a:lnTo>
                    <a:lnTo>
                      <a:pt x="128" y="143"/>
                    </a:lnTo>
                    <a:lnTo>
                      <a:pt x="116" y="142"/>
                    </a:lnTo>
                    <a:lnTo>
                      <a:pt x="104" y="140"/>
                    </a:lnTo>
                    <a:lnTo>
                      <a:pt x="91" y="139"/>
                    </a:lnTo>
                    <a:lnTo>
                      <a:pt x="79" y="137"/>
                    </a:lnTo>
                    <a:lnTo>
                      <a:pt x="66" y="137"/>
                    </a:lnTo>
                    <a:lnTo>
                      <a:pt x="53" y="137"/>
                    </a:lnTo>
                    <a:lnTo>
                      <a:pt x="39" y="137"/>
                    </a:lnTo>
                    <a:lnTo>
                      <a:pt x="27" y="137"/>
                    </a:lnTo>
                    <a:lnTo>
                      <a:pt x="14" y="137"/>
                    </a:lnTo>
                    <a:lnTo>
                      <a:pt x="0" y="137"/>
                    </a:lnTo>
                    <a:lnTo>
                      <a:pt x="3" y="129"/>
                    </a:lnTo>
                    <a:lnTo>
                      <a:pt x="7" y="122"/>
                    </a:lnTo>
                    <a:lnTo>
                      <a:pt x="13" y="119"/>
                    </a:lnTo>
                    <a:lnTo>
                      <a:pt x="20" y="115"/>
                    </a:lnTo>
                    <a:lnTo>
                      <a:pt x="28" y="114"/>
                    </a:lnTo>
                    <a:lnTo>
                      <a:pt x="36" y="113"/>
                    </a:lnTo>
                    <a:lnTo>
                      <a:pt x="43" y="113"/>
                    </a:lnTo>
                    <a:lnTo>
                      <a:pt x="51" y="112"/>
                    </a:lnTo>
                    <a:lnTo>
                      <a:pt x="68" y="109"/>
                    </a:lnTo>
                    <a:lnTo>
                      <a:pt x="84" y="104"/>
                    </a:lnTo>
                    <a:lnTo>
                      <a:pt x="101" y="99"/>
                    </a:lnTo>
                    <a:lnTo>
                      <a:pt x="117" y="95"/>
                    </a:lnTo>
                    <a:lnTo>
                      <a:pt x="133" y="89"/>
                    </a:lnTo>
                    <a:lnTo>
                      <a:pt x="148" y="83"/>
                    </a:lnTo>
                    <a:lnTo>
                      <a:pt x="163" y="76"/>
                    </a:lnTo>
                    <a:lnTo>
                      <a:pt x="179" y="69"/>
                    </a:lnTo>
                    <a:lnTo>
                      <a:pt x="194" y="62"/>
                    </a:lnTo>
                    <a:lnTo>
                      <a:pt x="209" y="56"/>
                    </a:lnTo>
                    <a:lnTo>
                      <a:pt x="224" y="47"/>
                    </a:lnTo>
                    <a:lnTo>
                      <a:pt x="239" y="39"/>
                    </a:lnTo>
                    <a:lnTo>
                      <a:pt x="254" y="31"/>
                    </a:lnTo>
                    <a:lnTo>
                      <a:pt x="268" y="23"/>
                    </a:lnTo>
                    <a:lnTo>
                      <a:pt x="283" y="15"/>
                    </a:lnTo>
                    <a:lnTo>
                      <a:pt x="298" y="7"/>
                    </a:lnTo>
                    <a:lnTo>
                      <a:pt x="303" y="3"/>
                    </a:lnTo>
                    <a:lnTo>
                      <a:pt x="310" y="1"/>
                    </a:lnTo>
                    <a:lnTo>
                      <a:pt x="317" y="0"/>
                    </a:lnTo>
                    <a:lnTo>
                      <a:pt x="324" y="0"/>
                    </a:lnTo>
                    <a:lnTo>
                      <a:pt x="332" y="3"/>
                    </a:lnTo>
                    <a:lnTo>
                      <a:pt x="339" y="4"/>
                    </a:lnTo>
                    <a:lnTo>
                      <a:pt x="346" y="6"/>
                    </a:lnTo>
                    <a:lnTo>
                      <a:pt x="35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0" name="Freeform 44">
                <a:extLst>
                  <a:ext uri="{FF2B5EF4-FFF2-40B4-BE49-F238E27FC236}">
                    <a16:creationId xmlns:a16="http://schemas.microsoft.com/office/drawing/2014/main" id="{A0C6E77B-F7FB-FC49-B2D3-C88683074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241"/>
                <a:ext cx="182" cy="271"/>
              </a:xfrm>
              <a:custGeom>
                <a:avLst/>
                <a:gdLst>
                  <a:gd name="T0" fmla="*/ 45 w 363"/>
                  <a:gd name="T1" fmla="*/ 45 h 541"/>
                  <a:gd name="T2" fmla="*/ 44 w 363"/>
                  <a:gd name="T3" fmla="*/ 53 h 541"/>
                  <a:gd name="T4" fmla="*/ 38 w 363"/>
                  <a:gd name="T5" fmla="*/ 54 h 541"/>
                  <a:gd name="T6" fmla="*/ 32 w 363"/>
                  <a:gd name="T7" fmla="*/ 56 h 541"/>
                  <a:gd name="T8" fmla="*/ 27 w 363"/>
                  <a:gd name="T9" fmla="*/ 58 h 541"/>
                  <a:gd name="T10" fmla="*/ 22 w 363"/>
                  <a:gd name="T11" fmla="*/ 62 h 541"/>
                  <a:gd name="T12" fmla="*/ 18 w 363"/>
                  <a:gd name="T13" fmla="*/ 65 h 541"/>
                  <a:gd name="T14" fmla="*/ 13 w 363"/>
                  <a:gd name="T15" fmla="*/ 67 h 541"/>
                  <a:gd name="T16" fmla="*/ 7 w 363"/>
                  <a:gd name="T17" fmla="*/ 68 h 541"/>
                  <a:gd name="T18" fmla="*/ 3 w 363"/>
                  <a:gd name="T19" fmla="*/ 46 h 541"/>
                  <a:gd name="T20" fmla="*/ 3 w 363"/>
                  <a:gd name="T21" fmla="*/ 39 h 541"/>
                  <a:gd name="T22" fmla="*/ 4 w 363"/>
                  <a:gd name="T23" fmla="*/ 32 h 541"/>
                  <a:gd name="T24" fmla="*/ 7 w 363"/>
                  <a:gd name="T25" fmla="*/ 28 h 541"/>
                  <a:gd name="T26" fmla="*/ 5 w 363"/>
                  <a:gd name="T27" fmla="*/ 26 h 541"/>
                  <a:gd name="T28" fmla="*/ 2 w 363"/>
                  <a:gd name="T29" fmla="*/ 29 h 541"/>
                  <a:gd name="T30" fmla="*/ 1 w 363"/>
                  <a:gd name="T31" fmla="*/ 28 h 541"/>
                  <a:gd name="T32" fmla="*/ 1 w 363"/>
                  <a:gd name="T33" fmla="*/ 24 h 541"/>
                  <a:gd name="T34" fmla="*/ 5 w 363"/>
                  <a:gd name="T35" fmla="*/ 21 h 541"/>
                  <a:gd name="T36" fmla="*/ 8 w 363"/>
                  <a:gd name="T37" fmla="*/ 18 h 541"/>
                  <a:gd name="T38" fmla="*/ 12 w 363"/>
                  <a:gd name="T39" fmla="*/ 14 h 541"/>
                  <a:gd name="T40" fmla="*/ 16 w 363"/>
                  <a:gd name="T41" fmla="*/ 9 h 541"/>
                  <a:gd name="T42" fmla="*/ 19 w 363"/>
                  <a:gd name="T43" fmla="*/ 5 h 541"/>
                  <a:gd name="T44" fmla="*/ 21 w 363"/>
                  <a:gd name="T45" fmla="*/ 7 h 541"/>
                  <a:gd name="T46" fmla="*/ 21 w 363"/>
                  <a:gd name="T47" fmla="*/ 14 h 541"/>
                  <a:gd name="T48" fmla="*/ 23 w 363"/>
                  <a:gd name="T49" fmla="*/ 21 h 541"/>
                  <a:gd name="T50" fmla="*/ 22 w 363"/>
                  <a:gd name="T51" fmla="*/ 25 h 541"/>
                  <a:gd name="T52" fmla="*/ 23 w 363"/>
                  <a:gd name="T53" fmla="*/ 28 h 541"/>
                  <a:gd name="T54" fmla="*/ 24 w 363"/>
                  <a:gd name="T55" fmla="*/ 31 h 541"/>
                  <a:gd name="T56" fmla="*/ 24 w 363"/>
                  <a:gd name="T57" fmla="*/ 35 h 541"/>
                  <a:gd name="T58" fmla="*/ 27 w 363"/>
                  <a:gd name="T59" fmla="*/ 40 h 541"/>
                  <a:gd name="T60" fmla="*/ 25 w 363"/>
                  <a:gd name="T61" fmla="*/ 40 h 541"/>
                  <a:gd name="T62" fmla="*/ 23 w 363"/>
                  <a:gd name="T63" fmla="*/ 38 h 541"/>
                  <a:gd name="T64" fmla="*/ 23 w 363"/>
                  <a:gd name="T65" fmla="*/ 40 h 541"/>
                  <a:gd name="T66" fmla="*/ 26 w 363"/>
                  <a:gd name="T67" fmla="*/ 44 h 541"/>
                  <a:gd name="T68" fmla="*/ 28 w 363"/>
                  <a:gd name="T69" fmla="*/ 44 h 541"/>
                  <a:gd name="T70" fmla="*/ 32 w 363"/>
                  <a:gd name="T71" fmla="*/ 39 h 541"/>
                  <a:gd name="T72" fmla="*/ 31 w 363"/>
                  <a:gd name="T73" fmla="*/ 32 h 541"/>
                  <a:gd name="T74" fmla="*/ 32 w 363"/>
                  <a:gd name="T75" fmla="*/ 29 h 541"/>
                  <a:gd name="T76" fmla="*/ 33 w 363"/>
                  <a:gd name="T77" fmla="*/ 26 h 541"/>
                  <a:gd name="T78" fmla="*/ 32 w 363"/>
                  <a:gd name="T79" fmla="*/ 24 h 541"/>
                  <a:gd name="T80" fmla="*/ 30 w 363"/>
                  <a:gd name="T81" fmla="*/ 22 h 541"/>
                  <a:gd name="T82" fmla="*/ 31 w 363"/>
                  <a:gd name="T83" fmla="*/ 19 h 541"/>
                  <a:gd name="T84" fmla="*/ 30 w 363"/>
                  <a:gd name="T85" fmla="*/ 12 h 541"/>
                  <a:gd name="T86" fmla="*/ 30 w 363"/>
                  <a:gd name="T87" fmla="*/ 5 h 541"/>
                  <a:gd name="T88" fmla="*/ 30 w 363"/>
                  <a:gd name="T89" fmla="*/ 2 h 541"/>
                  <a:gd name="T90" fmla="*/ 35 w 363"/>
                  <a:gd name="T91" fmla="*/ 14 h 541"/>
                  <a:gd name="T92" fmla="*/ 41 w 363"/>
                  <a:gd name="T93" fmla="*/ 33 h 54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63"/>
                  <a:gd name="T142" fmla="*/ 0 h 541"/>
                  <a:gd name="T143" fmla="*/ 363 w 363"/>
                  <a:gd name="T144" fmla="*/ 541 h 54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63" h="541">
                    <a:moveTo>
                      <a:pt x="343" y="300"/>
                    </a:moveTo>
                    <a:lnTo>
                      <a:pt x="351" y="328"/>
                    </a:lnTo>
                    <a:lnTo>
                      <a:pt x="358" y="357"/>
                    </a:lnTo>
                    <a:lnTo>
                      <a:pt x="362" y="385"/>
                    </a:lnTo>
                    <a:lnTo>
                      <a:pt x="363" y="415"/>
                    </a:lnTo>
                    <a:lnTo>
                      <a:pt x="347" y="418"/>
                    </a:lnTo>
                    <a:lnTo>
                      <a:pt x="331" y="421"/>
                    </a:lnTo>
                    <a:lnTo>
                      <a:pt x="316" y="426"/>
                    </a:lnTo>
                    <a:lnTo>
                      <a:pt x="299" y="429"/>
                    </a:lnTo>
                    <a:lnTo>
                      <a:pt x="284" y="434"/>
                    </a:lnTo>
                    <a:lnTo>
                      <a:pt x="268" y="438"/>
                    </a:lnTo>
                    <a:lnTo>
                      <a:pt x="253" y="444"/>
                    </a:lnTo>
                    <a:lnTo>
                      <a:pt x="237" y="449"/>
                    </a:lnTo>
                    <a:lnTo>
                      <a:pt x="224" y="455"/>
                    </a:lnTo>
                    <a:lnTo>
                      <a:pt x="212" y="463"/>
                    </a:lnTo>
                    <a:lnTo>
                      <a:pt x="199" y="471"/>
                    </a:lnTo>
                    <a:lnTo>
                      <a:pt x="186" y="480"/>
                    </a:lnTo>
                    <a:lnTo>
                      <a:pt x="175" y="489"/>
                    </a:lnTo>
                    <a:lnTo>
                      <a:pt x="162" y="498"/>
                    </a:lnTo>
                    <a:lnTo>
                      <a:pt x="151" y="508"/>
                    </a:lnTo>
                    <a:lnTo>
                      <a:pt x="138" y="516"/>
                    </a:lnTo>
                    <a:lnTo>
                      <a:pt x="125" y="524"/>
                    </a:lnTo>
                    <a:lnTo>
                      <a:pt x="112" y="531"/>
                    </a:lnTo>
                    <a:lnTo>
                      <a:pt x="99" y="535"/>
                    </a:lnTo>
                    <a:lnTo>
                      <a:pt x="85" y="540"/>
                    </a:lnTo>
                    <a:lnTo>
                      <a:pt x="70" y="541"/>
                    </a:lnTo>
                    <a:lnTo>
                      <a:pt x="55" y="541"/>
                    </a:lnTo>
                    <a:lnTo>
                      <a:pt x="39" y="539"/>
                    </a:lnTo>
                    <a:lnTo>
                      <a:pt x="23" y="533"/>
                    </a:lnTo>
                    <a:lnTo>
                      <a:pt x="21" y="364"/>
                    </a:lnTo>
                    <a:lnTo>
                      <a:pt x="19" y="345"/>
                    </a:lnTo>
                    <a:lnTo>
                      <a:pt x="18" y="327"/>
                    </a:lnTo>
                    <a:lnTo>
                      <a:pt x="18" y="307"/>
                    </a:lnTo>
                    <a:lnTo>
                      <a:pt x="19" y="289"/>
                    </a:lnTo>
                    <a:lnTo>
                      <a:pt x="24" y="270"/>
                    </a:lnTo>
                    <a:lnTo>
                      <a:pt x="30" y="253"/>
                    </a:lnTo>
                    <a:lnTo>
                      <a:pt x="39" y="237"/>
                    </a:lnTo>
                    <a:lnTo>
                      <a:pt x="53" y="223"/>
                    </a:lnTo>
                    <a:lnTo>
                      <a:pt x="52" y="218"/>
                    </a:lnTo>
                    <a:lnTo>
                      <a:pt x="48" y="214"/>
                    </a:lnTo>
                    <a:lnTo>
                      <a:pt x="44" y="210"/>
                    </a:lnTo>
                    <a:lnTo>
                      <a:pt x="40" y="206"/>
                    </a:lnTo>
                    <a:lnTo>
                      <a:pt x="31" y="213"/>
                    </a:lnTo>
                    <a:lnTo>
                      <a:pt x="24" y="221"/>
                    </a:lnTo>
                    <a:lnTo>
                      <a:pt x="16" y="230"/>
                    </a:lnTo>
                    <a:lnTo>
                      <a:pt x="10" y="239"/>
                    </a:lnTo>
                    <a:lnTo>
                      <a:pt x="4" y="231"/>
                    </a:lnTo>
                    <a:lnTo>
                      <a:pt x="1" y="221"/>
                    </a:lnTo>
                    <a:lnTo>
                      <a:pt x="0" y="210"/>
                    </a:lnTo>
                    <a:lnTo>
                      <a:pt x="1" y="200"/>
                    </a:lnTo>
                    <a:lnTo>
                      <a:pt x="8" y="190"/>
                    </a:lnTo>
                    <a:lnTo>
                      <a:pt x="17" y="180"/>
                    </a:lnTo>
                    <a:lnTo>
                      <a:pt x="25" y="172"/>
                    </a:lnTo>
                    <a:lnTo>
                      <a:pt x="34" y="164"/>
                    </a:lnTo>
                    <a:lnTo>
                      <a:pt x="45" y="156"/>
                    </a:lnTo>
                    <a:lnTo>
                      <a:pt x="54" y="148"/>
                    </a:lnTo>
                    <a:lnTo>
                      <a:pt x="63" y="140"/>
                    </a:lnTo>
                    <a:lnTo>
                      <a:pt x="71" y="131"/>
                    </a:lnTo>
                    <a:lnTo>
                      <a:pt x="82" y="119"/>
                    </a:lnTo>
                    <a:lnTo>
                      <a:pt x="92" y="108"/>
                    </a:lnTo>
                    <a:lnTo>
                      <a:pt x="101" y="96"/>
                    </a:lnTo>
                    <a:lnTo>
                      <a:pt x="112" y="84"/>
                    </a:lnTo>
                    <a:lnTo>
                      <a:pt x="121" y="72"/>
                    </a:lnTo>
                    <a:lnTo>
                      <a:pt x="130" y="59"/>
                    </a:lnTo>
                    <a:lnTo>
                      <a:pt x="138" y="48"/>
                    </a:lnTo>
                    <a:lnTo>
                      <a:pt x="147" y="35"/>
                    </a:lnTo>
                    <a:lnTo>
                      <a:pt x="152" y="43"/>
                    </a:lnTo>
                    <a:lnTo>
                      <a:pt x="160" y="49"/>
                    </a:lnTo>
                    <a:lnTo>
                      <a:pt x="167" y="54"/>
                    </a:lnTo>
                    <a:lnTo>
                      <a:pt x="174" y="58"/>
                    </a:lnTo>
                    <a:lnTo>
                      <a:pt x="167" y="82"/>
                    </a:lnTo>
                    <a:lnTo>
                      <a:pt x="162" y="108"/>
                    </a:lnTo>
                    <a:lnTo>
                      <a:pt x="163" y="134"/>
                    </a:lnTo>
                    <a:lnTo>
                      <a:pt x="177" y="155"/>
                    </a:lnTo>
                    <a:lnTo>
                      <a:pt x="183" y="165"/>
                    </a:lnTo>
                    <a:lnTo>
                      <a:pt x="181" y="175"/>
                    </a:lnTo>
                    <a:lnTo>
                      <a:pt x="175" y="184"/>
                    </a:lnTo>
                    <a:lnTo>
                      <a:pt x="174" y="195"/>
                    </a:lnTo>
                    <a:lnTo>
                      <a:pt x="173" y="206"/>
                    </a:lnTo>
                    <a:lnTo>
                      <a:pt x="175" y="215"/>
                    </a:lnTo>
                    <a:lnTo>
                      <a:pt x="180" y="223"/>
                    </a:lnTo>
                    <a:lnTo>
                      <a:pt x="184" y="231"/>
                    </a:lnTo>
                    <a:lnTo>
                      <a:pt x="188" y="240"/>
                    </a:lnTo>
                    <a:lnTo>
                      <a:pt x="190" y="248"/>
                    </a:lnTo>
                    <a:lnTo>
                      <a:pt x="189" y="258"/>
                    </a:lnTo>
                    <a:lnTo>
                      <a:pt x="183" y="268"/>
                    </a:lnTo>
                    <a:lnTo>
                      <a:pt x="186" y="279"/>
                    </a:lnTo>
                    <a:lnTo>
                      <a:pt x="196" y="292"/>
                    </a:lnTo>
                    <a:lnTo>
                      <a:pt x="206" y="305"/>
                    </a:lnTo>
                    <a:lnTo>
                      <a:pt x="212" y="315"/>
                    </a:lnTo>
                    <a:lnTo>
                      <a:pt x="206" y="319"/>
                    </a:lnTo>
                    <a:lnTo>
                      <a:pt x="200" y="318"/>
                    </a:lnTo>
                    <a:lnTo>
                      <a:pt x="196" y="314"/>
                    </a:lnTo>
                    <a:lnTo>
                      <a:pt x="191" y="308"/>
                    </a:lnTo>
                    <a:lnTo>
                      <a:pt x="186" y="304"/>
                    </a:lnTo>
                    <a:lnTo>
                      <a:pt x="183" y="299"/>
                    </a:lnTo>
                    <a:lnTo>
                      <a:pt x="180" y="297"/>
                    </a:lnTo>
                    <a:lnTo>
                      <a:pt x="177" y="299"/>
                    </a:lnTo>
                    <a:lnTo>
                      <a:pt x="178" y="313"/>
                    </a:lnTo>
                    <a:lnTo>
                      <a:pt x="183" y="327"/>
                    </a:lnTo>
                    <a:lnTo>
                      <a:pt x="191" y="338"/>
                    </a:lnTo>
                    <a:lnTo>
                      <a:pt x="201" y="347"/>
                    </a:lnTo>
                    <a:lnTo>
                      <a:pt x="212" y="351"/>
                    </a:lnTo>
                    <a:lnTo>
                      <a:pt x="219" y="351"/>
                    </a:lnTo>
                    <a:lnTo>
                      <a:pt x="224" y="350"/>
                    </a:lnTo>
                    <a:lnTo>
                      <a:pt x="229" y="347"/>
                    </a:lnTo>
                    <a:lnTo>
                      <a:pt x="245" y="330"/>
                    </a:lnTo>
                    <a:lnTo>
                      <a:pt x="252" y="309"/>
                    </a:lnTo>
                    <a:lnTo>
                      <a:pt x="254" y="286"/>
                    </a:lnTo>
                    <a:lnTo>
                      <a:pt x="254" y="263"/>
                    </a:lnTo>
                    <a:lnTo>
                      <a:pt x="248" y="255"/>
                    </a:lnTo>
                    <a:lnTo>
                      <a:pt x="245" y="247"/>
                    </a:lnTo>
                    <a:lnTo>
                      <a:pt x="246" y="239"/>
                    </a:lnTo>
                    <a:lnTo>
                      <a:pt x="251" y="232"/>
                    </a:lnTo>
                    <a:lnTo>
                      <a:pt x="256" y="224"/>
                    </a:lnTo>
                    <a:lnTo>
                      <a:pt x="259" y="216"/>
                    </a:lnTo>
                    <a:lnTo>
                      <a:pt x="259" y="207"/>
                    </a:lnTo>
                    <a:lnTo>
                      <a:pt x="254" y="198"/>
                    </a:lnTo>
                    <a:lnTo>
                      <a:pt x="254" y="191"/>
                    </a:lnTo>
                    <a:lnTo>
                      <a:pt x="252" y="185"/>
                    </a:lnTo>
                    <a:lnTo>
                      <a:pt x="248" y="180"/>
                    </a:lnTo>
                    <a:lnTo>
                      <a:pt x="243" y="175"/>
                    </a:lnTo>
                    <a:lnTo>
                      <a:pt x="238" y="170"/>
                    </a:lnTo>
                    <a:lnTo>
                      <a:pt x="236" y="164"/>
                    </a:lnTo>
                    <a:lnTo>
                      <a:pt x="237" y="159"/>
                    </a:lnTo>
                    <a:lnTo>
                      <a:pt x="242" y="152"/>
                    </a:lnTo>
                    <a:lnTo>
                      <a:pt x="246" y="131"/>
                    </a:lnTo>
                    <a:lnTo>
                      <a:pt x="243" y="110"/>
                    </a:lnTo>
                    <a:lnTo>
                      <a:pt x="235" y="92"/>
                    </a:lnTo>
                    <a:lnTo>
                      <a:pt x="227" y="73"/>
                    </a:lnTo>
                    <a:lnTo>
                      <a:pt x="233" y="56"/>
                    </a:lnTo>
                    <a:lnTo>
                      <a:pt x="234" y="36"/>
                    </a:lnTo>
                    <a:lnTo>
                      <a:pt x="233" y="18"/>
                    </a:lnTo>
                    <a:lnTo>
                      <a:pt x="229" y="0"/>
                    </a:lnTo>
                    <a:lnTo>
                      <a:pt x="233" y="9"/>
                    </a:lnTo>
                    <a:lnTo>
                      <a:pt x="242" y="33"/>
                    </a:lnTo>
                    <a:lnTo>
                      <a:pt x="256" y="69"/>
                    </a:lnTo>
                    <a:lnTo>
                      <a:pt x="273" y="112"/>
                    </a:lnTo>
                    <a:lnTo>
                      <a:pt x="291" y="162"/>
                    </a:lnTo>
                    <a:lnTo>
                      <a:pt x="310" y="212"/>
                    </a:lnTo>
                    <a:lnTo>
                      <a:pt x="328" y="259"/>
                    </a:lnTo>
                    <a:lnTo>
                      <a:pt x="343" y="3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1" name="Freeform 45">
                <a:extLst>
                  <a:ext uri="{FF2B5EF4-FFF2-40B4-BE49-F238E27FC236}">
                    <a16:creationId xmlns:a16="http://schemas.microsoft.com/office/drawing/2014/main" id="{F21DA0A3-99EB-E440-BCF6-F8A6A828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45"/>
                <a:ext cx="276" cy="183"/>
              </a:xfrm>
              <a:custGeom>
                <a:avLst/>
                <a:gdLst>
                  <a:gd name="T0" fmla="*/ 22 w 552"/>
                  <a:gd name="T1" fmla="*/ 3 h 366"/>
                  <a:gd name="T2" fmla="*/ 28 w 552"/>
                  <a:gd name="T3" fmla="*/ 3 h 366"/>
                  <a:gd name="T4" fmla="*/ 34 w 552"/>
                  <a:gd name="T5" fmla="*/ 2 h 366"/>
                  <a:gd name="T6" fmla="*/ 36 w 552"/>
                  <a:gd name="T7" fmla="*/ 2 h 366"/>
                  <a:gd name="T8" fmla="*/ 40 w 552"/>
                  <a:gd name="T9" fmla="*/ 3 h 366"/>
                  <a:gd name="T10" fmla="*/ 46 w 552"/>
                  <a:gd name="T11" fmla="*/ 2 h 366"/>
                  <a:gd name="T12" fmla="*/ 50 w 552"/>
                  <a:gd name="T13" fmla="*/ 5 h 366"/>
                  <a:gd name="T14" fmla="*/ 54 w 552"/>
                  <a:gd name="T15" fmla="*/ 10 h 366"/>
                  <a:gd name="T16" fmla="*/ 58 w 552"/>
                  <a:gd name="T17" fmla="*/ 15 h 366"/>
                  <a:gd name="T18" fmla="*/ 63 w 552"/>
                  <a:gd name="T19" fmla="*/ 15 h 366"/>
                  <a:gd name="T20" fmla="*/ 66 w 552"/>
                  <a:gd name="T21" fmla="*/ 14 h 366"/>
                  <a:gd name="T22" fmla="*/ 69 w 552"/>
                  <a:gd name="T23" fmla="*/ 13 h 366"/>
                  <a:gd name="T24" fmla="*/ 67 w 552"/>
                  <a:gd name="T25" fmla="*/ 17 h 366"/>
                  <a:gd name="T26" fmla="*/ 62 w 552"/>
                  <a:gd name="T27" fmla="*/ 23 h 366"/>
                  <a:gd name="T28" fmla="*/ 56 w 552"/>
                  <a:gd name="T29" fmla="*/ 26 h 366"/>
                  <a:gd name="T30" fmla="*/ 52 w 552"/>
                  <a:gd name="T31" fmla="*/ 24 h 366"/>
                  <a:gd name="T32" fmla="*/ 48 w 552"/>
                  <a:gd name="T33" fmla="*/ 22 h 366"/>
                  <a:gd name="T34" fmla="*/ 45 w 552"/>
                  <a:gd name="T35" fmla="*/ 20 h 366"/>
                  <a:gd name="T36" fmla="*/ 45 w 552"/>
                  <a:gd name="T37" fmla="*/ 20 h 366"/>
                  <a:gd name="T38" fmla="*/ 46 w 552"/>
                  <a:gd name="T39" fmla="*/ 23 h 366"/>
                  <a:gd name="T40" fmla="*/ 49 w 552"/>
                  <a:gd name="T41" fmla="*/ 25 h 366"/>
                  <a:gd name="T42" fmla="*/ 56 w 552"/>
                  <a:gd name="T43" fmla="*/ 28 h 366"/>
                  <a:gd name="T44" fmla="*/ 59 w 552"/>
                  <a:gd name="T45" fmla="*/ 40 h 366"/>
                  <a:gd name="T46" fmla="*/ 56 w 552"/>
                  <a:gd name="T47" fmla="*/ 46 h 366"/>
                  <a:gd name="T48" fmla="*/ 51 w 552"/>
                  <a:gd name="T49" fmla="*/ 46 h 366"/>
                  <a:gd name="T50" fmla="*/ 46 w 552"/>
                  <a:gd name="T51" fmla="*/ 46 h 366"/>
                  <a:gd name="T52" fmla="*/ 41 w 552"/>
                  <a:gd name="T53" fmla="*/ 45 h 366"/>
                  <a:gd name="T54" fmla="*/ 36 w 552"/>
                  <a:gd name="T55" fmla="*/ 45 h 366"/>
                  <a:gd name="T56" fmla="*/ 31 w 552"/>
                  <a:gd name="T57" fmla="*/ 46 h 366"/>
                  <a:gd name="T58" fmla="*/ 25 w 552"/>
                  <a:gd name="T59" fmla="*/ 44 h 366"/>
                  <a:gd name="T60" fmla="*/ 19 w 552"/>
                  <a:gd name="T61" fmla="*/ 43 h 366"/>
                  <a:gd name="T62" fmla="*/ 17 w 552"/>
                  <a:gd name="T63" fmla="*/ 36 h 366"/>
                  <a:gd name="T64" fmla="*/ 18 w 552"/>
                  <a:gd name="T65" fmla="*/ 23 h 366"/>
                  <a:gd name="T66" fmla="*/ 21 w 552"/>
                  <a:gd name="T67" fmla="*/ 12 h 366"/>
                  <a:gd name="T68" fmla="*/ 22 w 552"/>
                  <a:gd name="T69" fmla="*/ 7 h 366"/>
                  <a:gd name="T70" fmla="*/ 20 w 552"/>
                  <a:gd name="T71" fmla="*/ 6 h 366"/>
                  <a:gd name="T72" fmla="*/ 18 w 552"/>
                  <a:gd name="T73" fmla="*/ 9 h 366"/>
                  <a:gd name="T74" fmla="*/ 17 w 552"/>
                  <a:gd name="T75" fmla="*/ 12 h 366"/>
                  <a:gd name="T76" fmla="*/ 12 w 552"/>
                  <a:gd name="T77" fmla="*/ 10 h 366"/>
                  <a:gd name="T78" fmla="*/ 6 w 552"/>
                  <a:gd name="T79" fmla="*/ 6 h 366"/>
                  <a:gd name="T80" fmla="*/ 0 w 552"/>
                  <a:gd name="T81" fmla="*/ 2 h 366"/>
                  <a:gd name="T82" fmla="*/ 5 w 552"/>
                  <a:gd name="T83" fmla="*/ 1 h 366"/>
                  <a:gd name="T84" fmla="*/ 12 w 552"/>
                  <a:gd name="T85" fmla="*/ 2 h 366"/>
                  <a:gd name="T86" fmla="*/ 19 w 552"/>
                  <a:gd name="T87" fmla="*/ 3 h 3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52"/>
                  <a:gd name="T133" fmla="*/ 0 h 366"/>
                  <a:gd name="T134" fmla="*/ 552 w 552"/>
                  <a:gd name="T135" fmla="*/ 366 h 36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52" h="366">
                    <a:moveTo>
                      <a:pt x="146" y="19"/>
                    </a:moveTo>
                    <a:lnTo>
                      <a:pt x="161" y="23"/>
                    </a:lnTo>
                    <a:lnTo>
                      <a:pt x="177" y="24"/>
                    </a:lnTo>
                    <a:lnTo>
                      <a:pt x="192" y="23"/>
                    </a:lnTo>
                    <a:lnTo>
                      <a:pt x="207" y="20"/>
                    </a:lnTo>
                    <a:lnTo>
                      <a:pt x="222" y="18"/>
                    </a:lnTo>
                    <a:lnTo>
                      <a:pt x="237" y="16"/>
                    </a:lnTo>
                    <a:lnTo>
                      <a:pt x="252" y="13"/>
                    </a:lnTo>
                    <a:lnTo>
                      <a:pt x="265" y="12"/>
                    </a:lnTo>
                    <a:lnTo>
                      <a:pt x="271" y="9"/>
                    </a:lnTo>
                    <a:lnTo>
                      <a:pt x="277" y="10"/>
                    </a:lnTo>
                    <a:lnTo>
                      <a:pt x="283" y="12"/>
                    </a:lnTo>
                    <a:lnTo>
                      <a:pt x="288" y="15"/>
                    </a:lnTo>
                    <a:lnTo>
                      <a:pt x="302" y="17"/>
                    </a:lnTo>
                    <a:lnTo>
                      <a:pt x="317" y="17"/>
                    </a:lnTo>
                    <a:lnTo>
                      <a:pt x="333" y="15"/>
                    </a:lnTo>
                    <a:lnTo>
                      <a:pt x="348" y="12"/>
                    </a:lnTo>
                    <a:lnTo>
                      <a:pt x="363" y="12"/>
                    </a:lnTo>
                    <a:lnTo>
                      <a:pt x="377" y="15"/>
                    </a:lnTo>
                    <a:lnTo>
                      <a:pt x="389" y="21"/>
                    </a:lnTo>
                    <a:lnTo>
                      <a:pt x="398" y="35"/>
                    </a:lnTo>
                    <a:lnTo>
                      <a:pt x="407" y="48"/>
                    </a:lnTo>
                    <a:lnTo>
                      <a:pt x="416" y="62"/>
                    </a:lnTo>
                    <a:lnTo>
                      <a:pt x="426" y="78"/>
                    </a:lnTo>
                    <a:lnTo>
                      <a:pt x="436" y="92"/>
                    </a:lnTo>
                    <a:lnTo>
                      <a:pt x="446" y="104"/>
                    </a:lnTo>
                    <a:lnTo>
                      <a:pt x="459" y="115"/>
                    </a:lnTo>
                    <a:lnTo>
                      <a:pt x="474" y="119"/>
                    </a:lnTo>
                    <a:lnTo>
                      <a:pt x="491" y="119"/>
                    </a:lnTo>
                    <a:lnTo>
                      <a:pt x="499" y="117"/>
                    </a:lnTo>
                    <a:lnTo>
                      <a:pt x="507" y="114"/>
                    </a:lnTo>
                    <a:lnTo>
                      <a:pt x="516" y="110"/>
                    </a:lnTo>
                    <a:lnTo>
                      <a:pt x="524" y="107"/>
                    </a:lnTo>
                    <a:lnTo>
                      <a:pt x="532" y="103"/>
                    </a:lnTo>
                    <a:lnTo>
                      <a:pt x="539" y="101"/>
                    </a:lnTo>
                    <a:lnTo>
                      <a:pt x="545" y="100"/>
                    </a:lnTo>
                    <a:lnTo>
                      <a:pt x="552" y="99"/>
                    </a:lnTo>
                    <a:lnTo>
                      <a:pt x="542" y="113"/>
                    </a:lnTo>
                    <a:lnTo>
                      <a:pt x="532" y="129"/>
                    </a:lnTo>
                    <a:lnTo>
                      <a:pt x="521" y="145"/>
                    </a:lnTo>
                    <a:lnTo>
                      <a:pt x="510" y="162"/>
                    </a:lnTo>
                    <a:lnTo>
                      <a:pt x="497" y="177"/>
                    </a:lnTo>
                    <a:lnTo>
                      <a:pt x="483" y="190"/>
                    </a:lnTo>
                    <a:lnTo>
                      <a:pt x="466" y="200"/>
                    </a:lnTo>
                    <a:lnTo>
                      <a:pt x="446" y="205"/>
                    </a:lnTo>
                    <a:lnTo>
                      <a:pt x="435" y="201"/>
                    </a:lnTo>
                    <a:lnTo>
                      <a:pt x="424" y="198"/>
                    </a:lnTo>
                    <a:lnTo>
                      <a:pt x="413" y="192"/>
                    </a:lnTo>
                    <a:lnTo>
                      <a:pt x="403" y="186"/>
                    </a:lnTo>
                    <a:lnTo>
                      <a:pt x="392" y="179"/>
                    </a:lnTo>
                    <a:lnTo>
                      <a:pt x="383" y="172"/>
                    </a:lnTo>
                    <a:lnTo>
                      <a:pt x="374" y="164"/>
                    </a:lnTo>
                    <a:lnTo>
                      <a:pt x="365" y="156"/>
                    </a:lnTo>
                    <a:lnTo>
                      <a:pt x="361" y="156"/>
                    </a:lnTo>
                    <a:lnTo>
                      <a:pt x="359" y="156"/>
                    </a:lnTo>
                    <a:lnTo>
                      <a:pt x="356" y="157"/>
                    </a:lnTo>
                    <a:lnTo>
                      <a:pt x="354" y="160"/>
                    </a:lnTo>
                    <a:lnTo>
                      <a:pt x="358" y="169"/>
                    </a:lnTo>
                    <a:lnTo>
                      <a:pt x="362" y="176"/>
                    </a:lnTo>
                    <a:lnTo>
                      <a:pt x="368" y="183"/>
                    </a:lnTo>
                    <a:lnTo>
                      <a:pt x="375" y="189"/>
                    </a:lnTo>
                    <a:lnTo>
                      <a:pt x="383" y="193"/>
                    </a:lnTo>
                    <a:lnTo>
                      <a:pt x="391" y="199"/>
                    </a:lnTo>
                    <a:lnTo>
                      <a:pt x="398" y="205"/>
                    </a:lnTo>
                    <a:lnTo>
                      <a:pt x="405" y="210"/>
                    </a:lnTo>
                    <a:lnTo>
                      <a:pt x="443" y="225"/>
                    </a:lnTo>
                    <a:lnTo>
                      <a:pt x="453" y="255"/>
                    </a:lnTo>
                    <a:lnTo>
                      <a:pt x="461" y="286"/>
                    </a:lnTo>
                    <a:lnTo>
                      <a:pt x="467" y="319"/>
                    </a:lnTo>
                    <a:lnTo>
                      <a:pt x="472" y="352"/>
                    </a:lnTo>
                    <a:lnTo>
                      <a:pt x="461" y="363"/>
                    </a:lnTo>
                    <a:lnTo>
                      <a:pt x="448" y="365"/>
                    </a:lnTo>
                    <a:lnTo>
                      <a:pt x="434" y="366"/>
                    </a:lnTo>
                    <a:lnTo>
                      <a:pt x="420" y="366"/>
                    </a:lnTo>
                    <a:lnTo>
                      <a:pt x="406" y="366"/>
                    </a:lnTo>
                    <a:lnTo>
                      <a:pt x="392" y="365"/>
                    </a:lnTo>
                    <a:lnTo>
                      <a:pt x="378" y="364"/>
                    </a:lnTo>
                    <a:lnTo>
                      <a:pt x="365" y="361"/>
                    </a:lnTo>
                    <a:lnTo>
                      <a:pt x="352" y="360"/>
                    </a:lnTo>
                    <a:lnTo>
                      <a:pt x="338" y="358"/>
                    </a:lnTo>
                    <a:lnTo>
                      <a:pt x="324" y="357"/>
                    </a:lnTo>
                    <a:lnTo>
                      <a:pt x="310" y="356"/>
                    </a:lnTo>
                    <a:lnTo>
                      <a:pt x="298" y="356"/>
                    </a:lnTo>
                    <a:lnTo>
                      <a:pt x="284" y="356"/>
                    </a:lnTo>
                    <a:lnTo>
                      <a:pt x="270" y="357"/>
                    </a:lnTo>
                    <a:lnTo>
                      <a:pt x="256" y="359"/>
                    </a:lnTo>
                    <a:lnTo>
                      <a:pt x="242" y="363"/>
                    </a:lnTo>
                    <a:lnTo>
                      <a:pt x="227" y="358"/>
                    </a:lnTo>
                    <a:lnTo>
                      <a:pt x="212" y="354"/>
                    </a:lnTo>
                    <a:lnTo>
                      <a:pt x="197" y="351"/>
                    </a:lnTo>
                    <a:lnTo>
                      <a:pt x="182" y="348"/>
                    </a:lnTo>
                    <a:lnTo>
                      <a:pt x="167" y="344"/>
                    </a:lnTo>
                    <a:lnTo>
                      <a:pt x="152" y="337"/>
                    </a:lnTo>
                    <a:lnTo>
                      <a:pt x="140" y="329"/>
                    </a:lnTo>
                    <a:lnTo>
                      <a:pt x="128" y="319"/>
                    </a:lnTo>
                    <a:lnTo>
                      <a:pt x="132" y="285"/>
                    </a:lnTo>
                    <a:lnTo>
                      <a:pt x="133" y="252"/>
                    </a:lnTo>
                    <a:lnTo>
                      <a:pt x="135" y="218"/>
                    </a:lnTo>
                    <a:lnTo>
                      <a:pt x="139" y="185"/>
                    </a:lnTo>
                    <a:lnTo>
                      <a:pt x="143" y="152"/>
                    </a:lnTo>
                    <a:lnTo>
                      <a:pt x="151" y="119"/>
                    </a:lnTo>
                    <a:lnTo>
                      <a:pt x="162" y="89"/>
                    </a:lnTo>
                    <a:lnTo>
                      <a:pt x="176" y="61"/>
                    </a:lnTo>
                    <a:lnTo>
                      <a:pt x="176" y="56"/>
                    </a:lnTo>
                    <a:lnTo>
                      <a:pt x="173" y="51"/>
                    </a:lnTo>
                    <a:lnTo>
                      <a:pt x="171" y="47"/>
                    </a:lnTo>
                    <a:lnTo>
                      <a:pt x="166" y="42"/>
                    </a:lnTo>
                    <a:lnTo>
                      <a:pt x="156" y="45"/>
                    </a:lnTo>
                    <a:lnTo>
                      <a:pt x="150" y="53"/>
                    </a:lnTo>
                    <a:lnTo>
                      <a:pt x="146" y="62"/>
                    </a:lnTo>
                    <a:lnTo>
                      <a:pt x="141" y="71"/>
                    </a:lnTo>
                    <a:lnTo>
                      <a:pt x="140" y="79"/>
                    </a:lnTo>
                    <a:lnTo>
                      <a:pt x="138" y="88"/>
                    </a:lnTo>
                    <a:lnTo>
                      <a:pt x="134" y="94"/>
                    </a:lnTo>
                    <a:lnTo>
                      <a:pt x="127" y="93"/>
                    </a:lnTo>
                    <a:lnTo>
                      <a:pt x="109" y="87"/>
                    </a:lnTo>
                    <a:lnTo>
                      <a:pt x="91" y="80"/>
                    </a:lnTo>
                    <a:lnTo>
                      <a:pt x="75" y="71"/>
                    </a:lnTo>
                    <a:lnTo>
                      <a:pt x="59" y="61"/>
                    </a:lnTo>
                    <a:lnTo>
                      <a:pt x="44" y="49"/>
                    </a:lnTo>
                    <a:lnTo>
                      <a:pt x="29" y="36"/>
                    </a:lnTo>
                    <a:lnTo>
                      <a:pt x="14" y="25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20" y="4"/>
                    </a:lnTo>
                    <a:lnTo>
                      <a:pt x="37" y="8"/>
                    </a:lnTo>
                    <a:lnTo>
                      <a:pt x="56" y="9"/>
                    </a:lnTo>
                    <a:lnTo>
                      <a:pt x="74" y="9"/>
                    </a:lnTo>
                    <a:lnTo>
                      <a:pt x="91" y="10"/>
                    </a:lnTo>
                    <a:lnTo>
                      <a:pt x="110" y="11"/>
                    </a:lnTo>
                    <a:lnTo>
                      <a:pt x="128" y="13"/>
                    </a:lnTo>
                    <a:lnTo>
                      <a:pt x="14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2" name="Freeform 46">
                <a:extLst>
                  <a:ext uri="{FF2B5EF4-FFF2-40B4-BE49-F238E27FC236}">
                    <a16:creationId xmlns:a16="http://schemas.microsoft.com/office/drawing/2014/main" id="{E0FF96F3-38F3-1A4F-901D-1AFE83BE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71"/>
                <a:ext cx="13" cy="18"/>
              </a:xfrm>
              <a:custGeom>
                <a:avLst/>
                <a:gdLst>
                  <a:gd name="T0" fmla="*/ 3 w 27"/>
                  <a:gd name="T1" fmla="*/ 4 h 35"/>
                  <a:gd name="T2" fmla="*/ 1 w 27"/>
                  <a:gd name="T3" fmla="*/ 5 h 35"/>
                  <a:gd name="T4" fmla="*/ 0 w 27"/>
                  <a:gd name="T5" fmla="*/ 5 h 35"/>
                  <a:gd name="T6" fmla="*/ 0 w 27"/>
                  <a:gd name="T7" fmla="*/ 4 h 35"/>
                  <a:gd name="T8" fmla="*/ 0 w 27"/>
                  <a:gd name="T9" fmla="*/ 3 h 35"/>
                  <a:gd name="T10" fmla="*/ 0 w 27"/>
                  <a:gd name="T11" fmla="*/ 2 h 35"/>
                  <a:gd name="T12" fmla="*/ 1 w 27"/>
                  <a:gd name="T13" fmla="*/ 1 h 35"/>
                  <a:gd name="T14" fmla="*/ 1 w 27"/>
                  <a:gd name="T15" fmla="*/ 1 h 35"/>
                  <a:gd name="T16" fmla="*/ 2 w 27"/>
                  <a:gd name="T17" fmla="*/ 0 h 35"/>
                  <a:gd name="T18" fmla="*/ 2 w 27"/>
                  <a:gd name="T19" fmla="*/ 1 h 35"/>
                  <a:gd name="T20" fmla="*/ 3 w 27"/>
                  <a:gd name="T21" fmla="*/ 2 h 35"/>
                  <a:gd name="T22" fmla="*/ 3 w 27"/>
                  <a:gd name="T23" fmla="*/ 3 h 35"/>
                  <a:gd name="T24" fmla="*/ 3 w 27"/>
                  <a:gd name="T25" fmla="*/ 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35"/>
                  <a:gd name="T41" fmla="*/ 27 w 2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35">
                    <a:moveTo>
                      <a:pt x="24" y="25"/>
                    </a:moveTo>
                    <a:lnTo>
                      <a:pt x="14" y="35"/>
                    </a:lnTo>
                    <a:lnTo>
                      <a:pt x="7" y="34"/>
                    </a:lnTo>
                    <a:lnTo>
                      <a:pt x="2" y="26"/>
                    </a:lnTo>
                    <a:lnTo>
                      <a:pt x="0" y="17"/>
                    </a:lnTo>
                    <a:lnTo>
                      <a:pt x="5" y="12"/>
                    </a:lnTo>
                    <a:lnTo>
                      <a:pt x="9" y="6"/>
                    </a:lnTo>
                    <a:lnTo>
                      <a:pt x="15" y="3"/>
                    </a:lnTo>
                    <a:lnTo>
                      <a:pt x="21" y="0"/>
                    </a:lnTo>
                    <a:lnTo>
                      <a:pt x="23" y="5"/>
                    </a:lnTo>
                    <a:lnTo>
                      <a:pt x="25" y="12"/>
                    </a:lnTo>
                    <a:lnTo>
                      <a:pt x="27" y="19"/>
                    </a:lnTo>
                    <a:lnTo>
                      <a:pt x="24" y="25"/>
                    </a:lnTo>
                    <a:close/>
                  </a:path>
                </a:pathLst>
              </a:custGeom>
              <a:solidFill>
                <a:srgbClr val="CCA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3" name="Freeform 47">
                <a:extLst>
                  <a:ext uri="{FF2B5EF4-FFF2-40B4-BE49-F238E27FC236}">
                    <a16:creationId xmlns:a16="http://schemas.microsoft.com/office/drawing/2014/main" id="{63BB3B35-68F9-0647-AAD3-884E0F6A4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83"/>
                <a:ext cx="29" cy="16"/>
              </a:xfrm>
              <a:custGeom>
                <a:avLst/>
                <a:gdLst>
                  <a:gd name="T0" fmla="*/ 7 w 59"/>
                  <a:gd name="T1" fmla="*/ 1 h 32"/>
                  <a:gd name="T2" fmla="*/ 6 w 59"/>
                  <a:gd name="T3" fmla="*/ 2 h 32"/>
                  <a:gd name="T4" fmla="*/ 6 w 59"/>
                  <a:gd name="T5" fmla="*/ 3 h 32"/>
                  <a:gd name="T6" fmla="*/ 5 w 59"/>
                  <a:gd name="T7" fmla="*/ 4 h 32"/>
                  <a:gd name="T8" fmla="*/ 4 w 59"/>
                  <a:gd name="T9" fmla="*/ 4 h 32"/>
                  <a:gd name="T10" fmla="*/ 3 w 59"/>
                  <a:gd name="T11" fmla="*/ 4 h 32"/>
                  <a:gd name="T12" fmla="*/ 3 w 59"/>
                  <a:gd name="T13" fmla="*/ 4 h 32"/>
                  <a:gd name="T14" fmla="*/ 2 w 59"/>
                  <a:gd name="T15" fmla="*/ 4 h 32"/>
                  <a:gd name="T16" fmla="*/ 2 w 59"/>
                  <a:gd name="T17" fmla="*/ 4 h 32"/>
                  <a:gd name="T18" fmla="*/ 1 w 59"/>
                  <a:gd name="T19" fmla="*/ 4 h 32"/>
                  <a:gd name="T20" fmla="*/ 1 w 59"/>
                  <a:gd name="T21" fmla="*/ 4 h 32"/>
                  <a:gd name="T22" fmla="*/ 0 w 59"/>
                  <a:gd name="T23" fmla="*/ 4 h 32"/>
                  <a:gd name="T24" fmla="*/ 0 w 59"/>
                  <a:gd name="T25" fmla="*/ 4 h 32"/>
                  <a:gd name="T26" fmla="*/ 0 w 59"/>
                  <a:gd name="T27" fmla="*/ 4 h 32"/>
                  <a:gd name="T28" fmla="*/ 2 w 59"/>
                  <a:gd name="T29" fmla="*/ 3 h 32"/>
                  <a:gd name="T30" fmla="*/ 3 w 59"/>
                  <a:gd name="T31" fmla="*/ 2 h 32"/>
                  <a:gd name="T32" fmla="*/ 3 w 59"/>
                  <a:gd name="T33" fmla="*/ 1 h 32"/>
                  <a:gd name="T34" fmla="*/ 3 w 59"/>
                  <a:gd name="T35" fmla="*/ 0 h 32"/>
                  <a:gd name="T36" fmla="*/ 4 w 59"/>
                  <a:gd name="T37" fmla="*/ 1 h 32"/>
                  <a:gd name="T38" fmla="*/ 5 w 59"/>
                  <a:gd name="T39" fmla="*/ 1 h 32"/>
                  <a:gd name="T40" fmla="*/ 6 w 59"/>
                  <a:gd name="T41" fmla="*/ 1 h 32"/>
                  <a:gd name="T42" fmla="*/ 7 w 59"/>
                  <a:gd name="T43" fmla="*/ 1 h 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9"/>
                  <a:gd name="T67" fmla="*/ 0 h 32"/>
                  <a:gd name="T68" fmla="*/ 59 w 59"/>
                  <a:gd name="T69" fmla="*/ 32 h 3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9" h="32">
                    <a:moveTo>
                      <a:pt x="59" y="8"/>
                    </a:moveTo>
                    <a:lnTo>
                      <a:pt x="54" y="15"/>
                    </a:lnTo>
                    <a:lnTo>
                      <a:pt x="48" y="22"/>
                    </a:lnTo>
                    <a:lnTo>
                      <a:pt x="42" y="27"/>
                    </a:lnTo>
                    <a:lnTo>
                      <a:pt x="36" y="32"/>
                    </a:lnTo>
                    <a:lnTo>
                      <a:pt x="31" y="32"/>
                    </a:lnTo>
                    <a:lnTo>
                      <a:pt x="26" y="32"/>
                    </a:lnTo>
                    <a:lnTo>
                      <a:pt x="22" y="32"/>
                    </a:lnTo>
                    <a:lnTo>
                      <a:pt x="17" y="31"/>
                    </a:lnTo>
                    <a:lnTo>
                      <a:pt x="12" y="31"/>
                    </a:lnTo>
                    <a:lnTo>
                      <a:pt x="8" y="30"/>
                    </a:lnTo>
                    <a:lnTo>
                      <a:pt x="3" y="28"/>
                    </a:lnTo>
                    <a:lnTo>
                      <a:pt x="0" y="27"/>
                    </a:lnTo>
                    <a:lnTo>
                      <a:pt x="7" y="26"/>
                    </a:lnTo>
                    <a:lnTo>
                      <a:pt x="16" y="23"/>
                    </a:lnTo>
                    <a:lnTo>
                      <a:pt x="24" y="17"/>
                    </a:lnTo>
                    <a:lnTo>
                      <a:pt x="29" y="8"/>
                    </a:lnTo>
                    <a:lnTo>
                      <a:pt x="29" y="0"/>
                    </a:lnTo>
                    <a:lnTo>
                      <a:pt x="37" y="2"/>
                    </a:lnTo>
                    <a:lnTo>
                      <a:pt x="45" y="2"/>
                    </a:lnTo>
                    <a:lnTo>
                      <a:pt x="53" y="4"/>
                    </a:lnTo>
                    <a:lnTo>
                      <a:pt x="59" y="8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4" name="Freeform 48">
                <a:extLst>
                  <a:ext uri="{FF2B5EF4-FFF2-40B4-BE49-F238E27FC236}">
                    <a16:creationId xmlns:a16="http://schemas.microsoft.com/office/drawing/2014/main" id="{2602E1B5-83EB-B543-BBAE-C319D6D60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283"/>
                <a:ext cx="7" cy="29"/>
              </a:xfrm>
              <a:custGeom>
                <a:avLst/>
                <a:gdLst>
                  <a:gd name="T0" fmla="*/ 1 w 15"/>
                  <a:gd name="T1" fmla="*/ 8 h 57"/>
                  <a:gd name="T2" fmla="*/ 1 w 15"/>
                  <a:gd name="T3" fmla="*/ 7 h 57"/>
                  <a:gd name="T4" fmla="*/ 0 w 15"/>
                  <a:gd name="T5" fmla="*/ 5 h 57"/>
                  <a:gd name="T6" fmla="*/ 0 w 15"/>
                  <a:gd name="T7" fmla="*/ 4 h 57"/>
                  <a:gd name="T8" fmla="*/ 0 w 15"/>
                  <a:gd name="T9" fmla="*/ 3 h 57"/>
                  <a:gd name="T10" fmla="*/ 0 w 15"/>
                  <a:gd name="T11" fmla="*/ 3 h 57"/>
                  <a:gd name="T12" fmla="*/ 0 w 15"/>
                  <a:gd name="T13" fmla="*/ 2 h 57"/>
                  <a:gd name="T14" fmla="*/ 0 w 15"/>
                  <a:gd name="T15" fmla="*/ 1 h 57"/>
                  <a:gd name="T16" fmla="*/ 0 w 15"/>
                  <a:gd name="T17" fmla="*/ 0 h 57"/>
                  <a:gd name="T18" fmla="*/ 1 w 15"/>
                  <a:gd name="T19" fmla="*/ 2 h 57"/>
                  <a:gd name="T20" fmla="*/ 1 w 15"/>
                  <a:gd name="T21" fmla="*/ 4 h 57"/>
                  <a:gd name="T22" fmla="*/ 1 w 15"/>
                  <a:gd name="T23" fmla="*/ 6 h 57"/>
                  <a:gd name="T24" fmla="*/ 1 w 15"/>
                  <a:gd name="T25" fmla="*/ 8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57"/>
                  <a:gd name="T41" fmla="*/ 15 w 15"/>
                  <a:gd name="T42" fmla="*/ 57 h 5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57">
                    <a:moveTo>
                      <a:pt x="13" y="57"/>
                    </a:moveTo>
                    <a:lnTo>
                      <a:pt x="8" y="49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5" y="23"/>
                    </a:lnTo>
                    <a:lnTo>
                      <a:pt x="2" y="17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9" y="13"/>
                    </a:lnTo>
                    <a:lnTo>
                      <a:pt x="14" y="28"/>
                    </a:lnTo>
                    <a:lnTo>
                      <a:pt x="15" y="43"/>
                    </a:lnTo>
                    <a:lnTo>
                      <a:pt x="13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5" name="Freeform 49">
                <a:extLst>
                  <a:ext uri="{FF2B5EF4-FFF2-40B4-BE49-F238E27FC236}">
                    <a16:creationId xmlns:a16="http://schemas.microsoft.com/office/drawing/2014/main" id="{D4193364-0764-E841-8E73-9D6630A0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283"/>
                <a:ext cx="15" cy="27"/>
              </a:xfrm>
              <a:custGeom>
                <a:avLst/>
                <a:gdLst>
                  <a:gd name="T0" fmla="*/ 4 w 30"/>
                  <a:gd name="T1" fmla="*/ 5 h 54"/>
                  <a:gd name="T2" fmla="*/ 2 w 30"/>
                  <a:gd name="T3" fmla="*/ 7 h 54"/>
                  <a:gd name="T4" fmla="*/ 1 w 30"/>
                  <a:gd name="T5" fmla="*/ 5 h 54"/>
                  <a:gd name="T6" fmla="*/ 1 w 30"/>
                  <a:gd name="T7" fmla="*/ 4 h 54"/>
                  <a:gd name="T8" fmla="*/ 0 w 30"/>
                  <a:gd name="T9" fmla="*/ 2 h 54"/>
                  <a:gd name="T10" fmla="*/ 2 w 30"/>
                  <a:gd name="T11" fmla="*/ 0 h 54"/>
                  <a:gd name="T12" fmla="*/ 2 w 30"/>
                  <a:gd name="T13" fmla="*/ 2 h 54"/>
                  <a:gd name="T14" fmla="*/ 2 w 30"/>
                  <a:gd name="T15" fmla="*/ 3 h 54"/>
                  <a:gd name="T16" fmla="*/ 3 w 30"/>
                  <a:gd name="T17" fmla="*/ 4 h 54"/>
                  <a:gd name="T18" fmla="*/ 4 w 30"/>
                  <a:gd name="T19" fmla="*/ 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54"/>
                  <a:gd name="T32" fmla="*/ 30 w 30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54">
                    <a:moveTo>
                      <a:pt x="30" y="38"/>
                    </a:moveTo>
                    <a:lnTo>
                      <a:pt x="12" y="54"/>
                    </a:lnTo>
                    <a:lnTo>
                      <a:pt x="8" y="39"/>
                    </a:lnTo>
                    <a:lnTo>
                      <a:pt x="2" y="25"/>
                    </a:lnTo>
                    <a:lnTo>
                      <a:pt x="0" y="11"/>
                    </a:lnTo>
                    <a:lnTo>
                      <a:pt x="9" y="0"/>
                    </a:lnTo>
                    <a:lnTo>
                      <a:pt x="12" y="10"/>
                    </a:lnTo>
                    <a:lnTo>
                      <a:pt x="16" y="20"/>
                    </a:lnTo>
                    <a:lnTo>
                      <a:pt x="22" y="30"/>
                    </a:lnTo>
                    <a:lnTo>
                      <a:pt x="30" y="38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6" name="Freeform 50">
                <a:extLst>
                  <a:ext uri="{FF2B5EF4-FFF2-40B4-BE49-F238E27FC236}">
                    <a16:creationId xmlns:a16="http://schemas.microsoft.com/office/drawing/2014/main" id="{480A8724-075C-6945-8FCA-9A3B1CC72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286"/>
                <a:ext cx="13" cy="34"/>
              </a:xfrm>
              <a:custGeom>
                <a:avLst/>
                <a:gdLst>
                  <a:gd name="T0" fmla="*/ 4 w 25"/>
                  <a:gd name="T1" fmla="*/ 6 h 69"/>
                  <a:gd name="T2" fmla="*/ 3 w 25"/>
                  <a:gd name="T3" fmla="*/ 6 h 69"/>
                  <a:gd name="T4" fmla="*/ 3 w 25"/>
                  <a:gd name="T5" fmla="*/ 7 h 69"/>
                  <a:gd name="T6" fmla="*/ 2 w 25"/>
                  <a:gd name="T7" fmla="*/ 8 h 69"/>
                  <a:gd name="T8" fmla="*/ 1 w 25"/>
                  <a:gd name="T9" fmla="*/ 8 h 69"/>
                  <a:gd name="T10" fmla="*/ 0 w 25"/>
                  <a:gd name="T11" fmla="*/ 6 h 69"/>
                  <a:gd name="T12" fmla="*/ 1 w 25"/>
                  <a:gd name="T13" fmla="*/ 4 h 69"/>
                  <a:gd name="T14" fmla="*/ 1 w 25"/>
                  <a:gd name="T15" fmla="*/ 2 h 69"/>
                  <a:gd name="T16" fmla="*/ 2 w 25"/>
                  <a:gd name="T17" fmla="*/ 0 h 69"/>
                  <a:gd name="T18" fmla="*/ 3 w 25"/>
                  <a:gd name="T19" fmla="*/ 1 h 69"/>
                  <a:gd name="T20" fmla="*/ 3 w 25"/>
                  <a:gd name="T21" fmla="*/ 2 h 69"/>
                  <a:gd name="T22" fmla="*/ 4 w 25"/>
                  <a:gd name="T23" fmla="*/ 4 h 69"/>
                  <a:gd name="T24" fmla="*/ 4 w 25"/>
                  <a:gd name="T25" fmla="*/ 6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5"/>
                  <a:gd name="T40" fmla="*/ 0 h 69"/>
                  <a:gd name="T41" fmla="*/ 25 w 25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5" h="69">
                    <a:moveTo>
                      <a:pt x="25" y="49"/>
                    </a:moveTo>
                    <a:lnTo>
                      <a:pt x="22" y="54"/>
                    </a:lnTo>
                    <a:lnTo>
                      <a:pt x="18" y="60"/>
                    </a:lnTo>
                    <a:lnTo>
                      <a:pt x="14" y="66"/>
                    </a:lnTo>
                    <a:lnTo>
                      <a:pt x="8" y="69"/>
                    </a:lnTo>
                    <a:lnTo>
                      <a:pt x="0" y="53"/>
                    </a:lnTo>
                    <a:lnTo>
                      <a:pt x="1" y="35"/>
                    </a:lnTo>
                    <a:lnTo>
                      <a:pt x="6" y="16"/>
                    </a:lnTo>
                    <a:lnTo>
                      <a:pt x="11" y="0"/>
                    </a:lnTo>
                    <a:lnTo>
                      <a:pt x="18" y="11"/>
                    </a:lnTo>
                    <a:lnTo>
                      <a:pt x="23" y="22"/>
                    </a:lnTo>
                    <a:lnTo>
                      <a:pt x="25" y="36"/>
                    </a:lnTo>
                    <a:lnTo>
                      <a:pt x="25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7" name="Freeform 51">
                <a:extLst>
                  <a:ext uri="{FF2B5EF4-FFF2-40B4-BE49-F238E27FC236}">
                    <a16:creationId xmlns:a16="http://schemas.microsoft.com/office/drawing/2014/main" id="{38D7FA49-31A0-EC48-9E45-9EA405694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305"/>
                <a:ext cx="165" cy="106"/>
              </a:xfrm>
              <a:custGeom>
                <a:avLst/>
                <a:gdLst>
                  <a:gd name="T0" fmla="*/ 14 w 330"/>
                  <a:gd name="T1" fmla="*/ 2 h 212"/>
                  <a:gd name="T2" fmla="*/ 20 w 330"/>
                  <a:gd name="T3" fmla="*/ 2 h 212"/>
                  <a:gd name="T4" fmla="*/ 26 w 330"/>
                  <a:gd name="T5" fmla="*/ 2 h 212"/>
                  <a:gd name="T6" fmla="*/ 31 w 330"/>
                  <a:gd name="T7" fmla="*/ 3 h 212"/>
                  <a:gd name="T8" fmla="*/ 36 w 330"/>
                  <a:gd name="T9" fmla="*/ 5 h 212"/>
                  <a:gd name="T10" fmla="*/ 39 w 330"/>
                  <a:gd name="T11" fmla="*/ 6 h 212"/>
                  <a:gd name="T12" fmla="*/ 40 w 330"/>
                  <a:gd name="T13" fmla="*/ 7 h 212"/>
                  <a:gd name="T14" fmla="*/ 39 w 330"/>
                  <a:gd name="T15" fmla="*/ 11 h 212"/>
                  <a:gd name="T16" fmla="*/ 40 w 330"/>
                  <a:gd name="T17" fmla="*/ 15 h 212"/>
                  <a:gd name="T18" fmla="*/ 42 w 330"/>
                  <a:gd name="T19" fmla="*/ 17 h 212"/>
                  <a:gd name="T20" fmla="*/ 41 w 330"/>
                  <a:gd name="T21" fmla="*/ 20 h 212"/>
                  <a:gd name="T22" fmla="*/ 40 w 330"/>
                  <a:gd name="T23" fmla="*/ 26 h 212"/>
                  <a:gd name="T24" fmla="*/ 39 w 330"/>
                  <a:gd name="T25" fmla="*/ 26 h 212"/>
                  <a:gd name="T26" fmla="*/ 38 w 330"/>
                  <a:gd name="T27" fmla="*/ 27 h 212"/>
                  <a:gd name="T28" fmla="*/ 37 w 330"/>
                  <a:gd name="T29" fmla="*/ 27 h 212"/>
                  <a:gd name="T30" fmla="*/ 35 w 330"/>
                  <a:gd name="T31" fmla="*/ 26 h 212"/>
                  <a:gd name="T32" fmla="*/ 34 w 330"/>
                  <a:gd name="T33" fmla="*/ 23 h 212"/>
                  <a:gd name="T34" fmla="*/ 36 w 330"/>
                  <a:gd name="T35" fmla="*/ 21 h 212"/>
                  <a:gd name="T36" fmla="*/ 37 w 330"/>
                  <a:gd name="T37" fmla="*/ 18 h 212"/>
                  <a:gd name="T38" fmla="*/ 36 w 330"/>
                  <a:gd name="T39" fmla="*/ 15 h 212"/>
                  <a:gd name="T40" fmla="*/ 34 w 330"/>
                  <a:gd name="T41" fmla="*/ 13 h 212"/>
                  <a:gd name="T42" fmla="*/ 30 w 330"/>
                  <a:gd name="T43" fmla="*/ 13 h 212"/>
                  <a:gd name="T44" fmla="*/ 28 w 330"/>
                  <a:gd name="T45" fmla="*/ 11 h 212"/>
                  <a:gd name="T46" fmla="*/ 24 w 330"/>
                  <a:gd name="T47" fmla="*/ 9 h 212"/>
                  <a:gd name="T48" fmla="*/ 18 w 330"/>
                  <a:gd name="T49" fmla="*/ 10 h 212"/>
                  <a:gd name="T50" fmla="*/ 13 w 330"/>
                  <a:gd name="T51" fmla="*/ 11 h 212"/>
                  <a:gd name="T52" fmla="*/ 8 w 330"/>
                  <a:gd name="T53" fmla="*/ 9 h 212"/>
                  <a:gd name="T54" fmla="*/ 6 w 330"/>
                  <a:gd name="T55" fmla="*/ 6 h 212"/>
                  <a:gd name="T56" fmla="*/ 4 w 330"/>
                  <a:gd name="T57" fmla="*/ 5 h 212"/>
                  <a:gd name="T58" fmla="*/ 3 w 330"/>
                  <a:gd name="T59" fmla="*/ 3 h 212"/>
                  <a:gd name="T60" fmla="*/ 1 w 330"/>
                  <a:gd name="T61" fmla="*/ 3 h 212"/>
                  <a:gd name="T62" fmla="*/ 1 w 330"/>
                  <a:gd name="T63" fmla="*/ 1 h 212"/>
                  <a:gd name="T64" fmla="*/ 2 w 330"/>
                  <a:gd name="T65" fmla="*/ 0 h 212"/>
                  <a:gd name="T66" fmla="*/ 4 w 330"/>
                  <a:gd name="T67" fmla="*/ 1 h 212"/>
                  <a:gd name="T68" fmla="*/ 6 w 330"/>
                  <a:gd name="T69" fmla="*/ 2 h 212"/>
                  <a:gd name="T70" fmla="*/ 13 w 330"/>
                  <a:gd name="T71" fmla="*/ 2 h 21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"/>
                  <a:gd name="T109" fmla="*/ 0 h 212"/>
                  <a:gd name="T110" fmla="*/ 330 w 330"/>
                  <a:gd name="T111" fmla="*/ 212 h 21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" h="212">
                    <a:moveTo>
                      <a:pt x="100" y="11"/>
                    </a:moveTo>
                    <a:lnTo>
                      <a:pt x="112" y="16"/>
                    </a:lnTo>
                    <a:lnTo>
                      <a:pt x="135" y="18"/>
                    </a:lnTo>
                    <a:lnTo>
                      <a:pt x="157" y="16"/>
                    </a:lnTo>
                    <a:lnTo>
                      <a:pt x="180" y="16"/>
                    </a:lnTo>
                    <a:lnTo>
                      <a:pt x="203" y="16"/>
                    </a:lnTo>
                    <a:lnTo>
                      <a:pt x="225" y="18"/>
                    </a:lnTo>
                    <a:lnTo>
                      <a:pt x="247" y="21"/>
                    </a:lnTo>
                    <a:lnTo>
                      <a:pt x="268" y="27"/>
                    </a:lnTo>
                    <a:lnTo>
                      <a:pt x="287" y="36"/>
                    </a:lnTo>
                    <a:lnTo>
                      <a:pt x="295" y="41"/>
                    </a:lnTo>
                    <a:lnTo>
                      <a:pt x="305" y="45"/>
                    </a:lnTo>
                    <a:lnTo>
                      <a:pt x="312" y="50"/>
                    </a:lnTo>
                    <a:lnTo>
                      <a:pt x="313" y="57"/>
                    </a:lnTo>
                    <a:lnTo>
                      <a:pt x="307" y="72"/>
                    </a:lnTo>
                    <a:lnTo>
                      <a:pt x="307" y="88"/>
                    </a:lnTo>
                    <a:lnTo>
                      <a:pt x="310" y="104"/>
                    </a:lnTo>
                    <a:lnTo>
                      <a:pt x="317" y="118"/>
                    </a:lnTo>
                    <a:lnTo>
                      <a:pt x="330" y="125"/>
                    </a:lnTo>
                    <a:lnTo>
                      <a:pt x="330" y="135"/>
                    </a:lnTo>
                    <a:lnTo>
                      <a:pt x="327" y="148"/>
                    </a:lnTo>
                    <a:lnTo>
                      <a:pt x="325" y="160"/>
                    </a:lnTo>
                    <a:lnTo>
                      <a:pt x="325" y="202"/>
                    </a:lnTo>
                    <a:lnTo>
                      <a:pt x="320" y="203"/>
                    </a:lnTo>
                    <a:lnTo>
                      <a:pt x="315" y="205"/>
                    </a:lnTo>
                    <a:lnTo>
                      <a:pt x="309" y="206"/>
                    </a:lnTo>
                    <a:lnTo>
                      <a:pt x="305" y="209"/>
                    </a:lnTo>
                    <a:lnTo>
                      <a:pt x="300" y="210"/>
                    </a:lnTo>
                    <a:lnTo>
                      <a:pt x="294" y="211"/>
                    </a:lnTo>
                    <a:lnTo>
                      <a:pt x="290" y="212"/>
                    </a:lnTo>
                    <a:lnTo>
                      <a:pt x="284" y="212"/>
                    </a:lnTo>
                    <a:lnTo>
                      <a:pt x="279" y="202"/>
                    </a:lnTo>
                    <a:lnTo>
                      <a:pt x="275" y="192"/>
                    </a:lnTo>
                    <a:lnTo>
                      <a:pt x="272" y="181"/>
                    </a:lnTo>
                    <a:lnTo>
                      <a:pt x="277" y="171"/>
                    </a:lnTo>
                    <a:lnTo>
                      <a:pt x="285" y="162"/>
                    </a:lnTo>
                    <a:lnTo>
                      <a:pt x="291" y="151"/>
                    </a:lnTo>
                    <a:lnTo>
                      <a:pt x="294" y="141"/>
                    </a:lnTo>
                    <a:lnTo>
                      <a:pt x="292" y="128"/>
                    </a:lnTo>
                    <a:lnTo>
                      <a:pt x="286" y="115"/>
                    </a:lnTo>
                    <a:lnTo>
                      <a:pt x="277" y="107"/>
                    </a:lnTo>
                    <a:lnTo>
                      <a:pt x="266" y="103"/>
                    </a:lnTo>
                    <a:lnTo>
                      <a:pt x="253" y="99"/>
                    </a:lnTo>
                    <a:lnTo>
                      <a:pt x="240" y="97"/>
                    </a:lnTo>
                    <a:lnTo>
                      <a:pt x="229" y="94"/>
                    </a:lnTo>
                    <a:lnTo>
                      <a:pt x="218" y="87"/>
                    </a:lnTo>
                    <a:lnTo>
                      <a:pt x="210" y="75"/>
                    </a:lnTo>
                    <a:lnTo>
                      <a:pt x="189" y="68"/>
                    </a:lnTo>
                    <a:lnTo>
                      <a:pt x="168" y="69"/>
                    </a:lnTo>
                    <a:lnTo>
                      <a:pt x="143" y="73"/>
                    </a:lnTo>
                    <a:lnTo>
                      <a:pt x="120" y="79"/>
                    </a:lnTo>
                    <a:lnTo>
                      <a:pt x="98" y="82"/>
                    </a:lnTo>
                    <a:lnTo>
                      <a:pt x="79" y="80"/>
                    </a:lnTo>
                    <a:lnTo>
                      <a:pt x="62" y="71"/>
                    </a:lnTo>
                    <a:lnTo>
                      <a:pt x="48" y="49"/>
                    </a:lnTo>
                    <a:lnTo>
                      <a:pt x="42" y="43"/>
                    </a:lnTo>
                    <a:lnTo>
                      <a:pt x="36" y="38"/>
                    </a:lnTo>
                    <a:lnTo>
                      <a:pt x="32" y="33"/>
                    </a:lnTo>
                    <a:lnTo>
                      <a:pt x="26" y="28"/>
                    </a:lnTo>
                    <a:lnTo>
                      <a:pt x="20" y="24"/>
                    </a:lnTo>
                    <a:lnTo>
                      <a:pt x="13" y="21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4" y="7"/>
                    </a:lnTo>
                    <a:lnTo>
                      <a:pt x="9" y="3"/>
                    </a:lnTo>
                    <a:lnTo>
                      <a:pt x="14" y="0"/>
                    </a:lnTo>
                    <a:lnTo>
                      <a:pt x="20" y="1"/>
                    </a:lnTo>
                    <a:lnTo>
                      <a:pt x="27" y="4"/>
                    </a:lnTo>
                    <a:lnTo>
                      <a:pt x="34" y="6"/>
                    </a:lnTo>
                    <a:lnTo>
                      <a:pt x="41" y="9"/>
                    </a:lnTo>
                    <a:lnTo>
                      <a:pt x="48" y="11"/>
                    </a:lnTo>
                    <a:lnTo>
                      <a:pt x="100" y="11"/>
                    </a:lnTo>
                    <a:close/>
                  </a:path>
                </a:pathLst>
              </a:custGeom>
              <a:solidFill>
                <a:srgbClr val="8CF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8" name="Freeform 52">
                <a:extLst>
                  <a:ext uri="{FF2B5EF4-FFF2-40B4-BE49-F238E27FC236}">
                    <a16:creationId xmlns:a16="http://schemas.microsoft.com/office/drawing/2014/main" id="{0DB8A2BC-49FC-784A-AFF2-84619D85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323"/>
                <a:ext cx="183" cy="97"/>
              </a:xfrm>
              <a:custGeom>
                <a:avLst/>
                <a:gdLst>
                  <a:gd name="T0" fmla="*/ 22 w 364"/>
                  <a:gd name="T1" fmla="*/ 8 h 195"/>
                  <a:gd name="T2" fmla="*/ 26 w 364"/>
                  <a:gd name="T3" fmla="*/ 8 h 195"/>
                  <a:gd name="T4" fmla="*/ 30 w 364"/>
                  <a:gd name="T5" fmla="*/ 7 h 195"/>
                  <a:gd name="T6" fmla="*/ 34 w 364"/>
                  <a:gd name="T7" fmla="*/ 6 h 195"/>
                  <a:gd name="T8" fmla="*/ 37 w 364"/>
                  <a:gd name="T9" fmla="*/ 7 h 195"/>
                  <a:gd name="T10" fmla="*/ 39 w 364"/>
                  <a:gd name="T11" fmla="*/ 8 h 195"/>
                  <a:gd name="T12" fmla="*/ 42 w 364"/>
                  <a:gd name="T13" fmla="*/ 10 h 195"/>
                  <a:gd name="T14" fmla="*/ 44 w 364"/>
                  <a:gd name="T15" fmla="*/ 11 h 195"/>
                  <a:gd name="T16" fmla="*/ 46 w 364"/>
                  <a:gd name="T17" fmla="*/ 12 h 195"/>
                  <a:gd name="T18" fmla="*/ 44 w 364"/>
                  <a:gd name="T19" fmla="*/ 14 h 195"/>
                  <a:gd name="T20" fmla="*/ 43 w 364"/>
                  <a:gd name="T21" fmla="*/ 17 h 195"/>
                  <a:gd name="T22" fmla="*/ 44 w 364"/>
                  <a:gd name="T23" fmla="*/ 21 h 195"/>
                  <a:gd name="T24" fmla="*/ 43 w 364"/>
                  <a:gd name="T25" fmla="*/ 23 h 195"/>
                  <a:gd name="T26" fmla="*/ 38 w 364"/>
                  <a:gd name="T27" fmla="*/ 23 h 195"/>
                  <a:gd name="T28" fmla="*/ 32 w 364"/>
                  <a:gd name="T29" fmla="*/ 24 h 195"/>
                  <a:gd name="T30" fmla="*/ 27 w 364"/>
                  <a:gd name="T31" fmla="*/ 24 h 195"/>
                  <a:gd name="T32" fmla="*/ 21 w 364"/>
                  <a:gd name="T33" fmla="*/ 23 h 195"/>
                  <a:gd name="T34" fmla="*/ 16 w 364"/>
                  <a:gd name="T35" fmla="*/ 23 h 195"/>
                  <a:gd name="T36" fmla="*/ 11 w 364"/>
                  <a:gd name="T37" fmla="*/ 22 h 195"/>
                  <a:gd name="T38" fmla="*/ 5 w 364"/>
                  <a:gd name="T39" fmla="*/ 20 h 195"/>
                  <a:gd name="T40" fmla="*/ 3 w 364"/>
                  <a:gd name="T41" fmla="*/ 17 h 195"/>
                  <a:gd name="T42" fmla="*/ 1 w 364"/>
                  <a:gd name="T43" fmla="*/ 11 h 195"/>
                  <a:gd name="T44" fmla="*/ 2 w 364"/>
                  <a:gd name="T45" fmla="*/ 8 h 195"/>
                  <a:gd name="T46" fmla="*/ 5 w 364"/>
                  <a:gd name="T47" fmla="*/ 6 h 195"/>
                  <a:gd name="T48" fmla="*/ 7 w 364"/>
                  <a:gd name="T49" fmla="*/ 4 h 195"/>
                  <a:gd name="T50" fmla="*/ 9 w 364"/>
                  <a:gd name="T51" fmla="*/ 1 h 195"/>
                  <a:gd name="T52" fmla="*/ 11 w 364"/>
                  <a:gd name="T53" fmla="*/ 0 h 195"/>
                  <a:gd name="T54" fmla="*/ 12 w 364"/>
                  <a:gd name="T55" fmla="*/ 0 h 195"/>
                  <a:gd name="T56" fmla="*/ 13 w 364"/>
                  <a:gd name="T57" fmla="*/ 0 h 195"/>
                  <a:gd name="T58" fmla="*/ 14 w 364"/>
                  <a:gd name="T59" fmla="*/ 1 h 195"/>
                  <a:gd name="T60" fmla="*/ 16 w 364"/>
                  <a:gd name="T61" fmla="*/ 1 h 195"/>
                  <a:gd name="T62" fmla="*/ 17 w 364"/>
                  <a:gd name="T63" fmla="*/ 3 h 195"/>
                  <a:gd name="T64" fmla="*/ 18 w 364"/>
                  <a:gd name="T65" fmla="*/ 5 h 195"/>
                  <a:gd name="T66" fmla="*/ 19 w 364"/>
                  <a:gd name="T67" fmla="*/ 7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64"/>
                  <a:gd name="T103" fmla="*/ 0 h 195"/>
                  <a:gd name="T104" fmla="*/ 364 w 364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64" h="195">
                    <a:moveTo>
                      <a:pt x="160" y="62"/>
                    </a:moveTo>
                    <a:lnTo>
                      <a:pt x="176" y="67"/>
                    </a:lnTo>
                    <a:lnTo>
                      <a:pt x="191" y="69"/>
                    </a:lnTo>
                    <a:lnTo>
                      <a:pt x="207" y="68"/>
                    </a:lnTo>
                    <a:lnTo>
                      <a:pt x="222" y="66"/>
                    </a:lnTo>
                    <a:lnTo>
                      <a:pt x="239" y="61"/>
                    </a:lnTo>
                    <a:lnTo>
                      <a:pt x="254" y="58"/>
                    </a:lnTo>
                    <a:lnTo>
                      <a:pt x="270" y="54"/>
                    </a:lnTo>
                    <a:lnTo>
                      <a:pt x="285" y="52"/>
                    </a:lnTo>
                    <a:lnTo>
                      <a:pt x="294" y="57"/>
                    </a:lnTo>
                    <a:lnTo>
                      <a:pt x="303" y="63"/>
                    </a:lnTo>
                    <a:lnTo>
                      <a:pt x="311" y="69"/>
                    </a:lnTo>
                    <a:lnTo>
                      <a:pt x="320" y="76"/>
                    </a:lnTo>
                    <a:lnTo>
                      <a:pt x="331" y="82"/>
                    </a:lnTo>
                    <a:lnTo>
                      <a:pt x="341" y="87"/>
                    </a:lnTo>
                    <a:lnTo>
                      <a:pt x="351" y="89"/>
                    </a:lnTo>
                    <a:lnTo>
                      <a:pt x="363" y="90"/>
                    </a:lnTo>
                    <a:lnTo>
                      <a:pt x="364" y="100"/>
                    </a:lnTo>
                    <a:lnTo>
                      <a:pt x="358" y="108"/>
                    </a:lnTo>
                    <a:lnTo>
                      <a:pt x="350" y="116"/>
                    </a:lnTo>
                    <a:lnTo>
                      <a:pt x="346" y="126"/>
                    </a:lnTo>
                    <a:lnTo>
                      <a:pt x="343" y="141"/>
                    </a:lnTo>
                    <a:lnTo>
                      <a:pt x="345" y="155"/>
                    </a:lnTo>
                    <a:lnTo>
                      <a:pt x="350" y="168"/>
                    </a:lnTo>
                    <a:lnTo>
                      <a:pt x="360" y="180"/>
                    </a:lnTo>
                    <a:lnTo>
                      <a:pt x="339" y="184"/>
                    </a:lnTo>
                    <a:lnTo>
                      <a:pt x="318" y="188"/>
                    </a:lnTo>
                    <a:lnTo>
                      <a:pt x="297" y="191"/>
                    </a:lnTo>
                    <a:lnTo>
                      <a:pt x="275" y="194"/>
                    </a:lnTo>
                    <a:lnTo>
                      <a:pt x="254" y="195"/>
                    </a:lnTo>
                    <a:lnTo>
                      <a:pt x="232" y="195"/>
                    </a:lnTo>
                    <a:lnTo>
                      <a:pt x="210" y="194"/>
                    </a:lnTo>
                    <a:lnTo>
                      <a:pt x="188" y="193"/>
                    </a:lnTo>
                    <a:lnTo>
                      <a:pt x="166" y="191"/>
                    </a:lnTo>
                    <a:lnTo>
                      <a:pt x="144" y="188"/>
                    </a:lnTo>
                    <a:lnTo>
                      <a:pt x="122" y="184"/>
                    </a:lnTo>
                    <a:lnTo>
                      <a:pt x="101" y="181"/>
                    </a:lnTo>
                    <a:lnTo>
                      <a:pt x="81" y="176"/>
                    </a:lnTo>
                    <a:lnTo>
                      <a:pt x="60" y="171"/>
                    </a:lnTo>
                    <a:lnTo>
                      <a:pt x="40" y="165"/>
                    </a:lnTo>
                    <a:lnTo>
                      <a:pt x="21" y="159"/>
                    </a:lnTo>
                    <a:lnTo>
                      <a:pt x="17" y="136"/>
                    </a:lnTo>
                    <a:lnTo>
                      <a:pt x="11" y="114"/>
                    </a:lnTo>
                    <a:lnTo>
                      <a:pt x="5" y="92"/>
                    </a:lnTo>
                    <a:lnTo>
                      <a:pt x="0" y="70"/>
                    </a:lnTo>
                    <a:lnTo>
                      <a:pt x="13" y="68"/>
                    </a:lnTo>
                    <a:lnTo>
                      <a:pt x="24" y="62"/>
                    </a:lnTo>
                    <a:lnTo>
                      <a:pt x="36" y="55"/>
                    </a:lnTo>
                    <a:lnTo>
                      <a:pt x="46" y="46"/>
                    </a:lnTo>
                    <a:lnTo>
                      <a:pt x="55" y="36"/>
                    </a:lnTo>
                    <a:lnTo>
                      <a:pt x="63" y="24"/>
                    </a:lnTo>
                    <a:lnTo>
                      <a:pt x="71" y="14"/>
                    </a:lnTo>
                    <a:lnTo>
                      <a:pt x="78" y="2"/>
                    </a:lnTo>
                    <a:lnTo>
                      <a:pt x="83" y="0"/>
                    </a:lnTo>
                    <a:lnTo>
                      <a:pt x="89" y="0"/>
                    </a:lnTo>
                    <a:lnTo>
                      <a:pt x="93" y="1"/>
                    </a:lnTo>
                    <a:lnTo>
                      <a:pt x="98" y="2"/>
                    </a:lnTo>
                    <a:lnTo>
                      <a:pt x="103" y="5"/>
                    </a:lnTo>
                    <a:lnTo>
                      <a:pt x="107" y="6"/>
                    </a:lnTo>
                    <a:lnTo>
                      <a:pt x="112" y="8"/>
                    </a:lnTo>
                    <a:lnTo>
                      <a:pt x="116" y="9"/>
                    </a:lnTo>
                    <a:lnTo>
                      <a:pt x="123" y="15"/>
                    </a:lnTo>
                    <a:lnTo>
                      <a:pt x="128" y="23"/>
                    </a:lnTo>
                    <a:lnTo>
                      <a:pt x="132" y="31"/>
                    </a:lnTo>
                    <a:lnTo>
                      <a:pt x="136" y="39"/>
                    </a:lnTo>
                    <a:lnTo>
                      <a:pt x="139" y="46"/>
                    </a:lnTo>
                    <a:lnTo>
                      <a:pt x="144" y="53"/>
                    </a:lnTo>
                    <a:lnTo>
                      <a:pt x="151" y="59"/>
                    </a:lnTo>
                    <a:lnTo>
                      <a:pt x="160" y="62"/>
                    </a:lnTo>
                    <a:close/>
                  </a:path>
                </a:pathLst>
              </a:custGeom>
              <a:solidFill>
                <a:srgbClr val="B7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19" name="Freeform 53">
                <a:extLst>
                  <a:ext uri="{FF2B5EF4-FFF2-40B4-BE49-F238E27FC236}">
                    <a16:creationId xmlns:a16="http://schemas.microsoft.com/office/drawing/2014/main" id="{C64FE4EF-A6AA-7D4D-8E85-A31B32826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27"/>
                <a:ext cx="36" cy="54"/>
              </a:xfrm>
              <a:custGeom>
                <a:avLst/>
                <a:gdLst>
                  <a:gd name="T0" fmla="*/ 9 w 71"/>
                  <a:gd name="T1" fmla="*/ 0 h 108"/>
                  <a:gd name="T2" fmla="*/ 9 w 71"/>
                  <a:gd name="T3" fmla="*/ 4 h 108"/>
                  <a:gd name="T4" fmla="*/ 9 w 71"/>
                  <a:gd name="T5" fmla="*/ 7 h 108"/>
                  <a:gd name="T6" fmla="*/ 8 w 71"/>
                  <a:gd name="T7" fmla="*/ 11 h 108"/>
                  <a:gd name="T8" fmla="*/ 8 w 71"/>
                  <a:gd name="T9" fmla="*/ 14 h 108"/>
                  <a:gd name="T10" fmla="*/ 6 w 71"/>
                  <a:gd name="T11" fmla="*/ 13 h 108"/>
                  <a:gd name="T12" fmla="*/ 5 w 71"/>
                  <a:gd name="T13" fmla="*/ 11 h 108"/>
                  <a:gd name="T14" fmla="*/ 4 w 71"/>
                  <a:gd name="T15" fmla="*/ 10 h 108"/>
                  <a:gd name="T16" fmla="*/ 3 w 71"/>
                  <a:gd name="T17" fmla="*/ 8 h 108"/>
                  <a:gd name="T18" fmla="*/ 2 w 71"/>
                  <a:gd name="T19" fmla="*/ 6 h 108"/>
                  <a:gd name="T20" fmla="*/ 1 w 71"/>
                  <a:gd name="T21" fmla="*/ 4 h 108"/>
                  <a:gd name="T22" fmla="*/ 1 w 71"/>
                  <a:gd name="T23" fmla="*/ 3 h 108"/>
                  <a:gd name="T24" fmla="*/ 0 w 71"/>
                  <a:gd name="T25" fmla="*/ 1 h 108"/>
                  <a:gd name="T26" fmla="*/ 2 w 71"/>
                  <a:gd name="T27" fmla="*/ 1 h 108"/>
                  <a:gd name="T28" fmla="*/ 3 w 71"/>
                  <a:gd name="T29" fmla="*/ 1 h 108"/>
                  <a:gd name="T30" fmla="*/ 4 w 71"/>
                  <a:gd name="T31" fmla="*/ 1 h 108"/>
                  <a:gd name="T32" fmla="*/ 5 w 71"/>
                  <a:gd name="T33" fmla="*/ 1 h 108"/>
                  <a:gd name="T34" fmla="*/ 6 w 71"/>
                  <a:gd name="T35" fmla="*/ 1 h 108"/>
                  <a:gd name="T36" fmla="*/ 7 w 71"/>
                  <a:gd name="T37" fmla="*/ 1 h 108"/>
                  <a:gd name="T38" fmla="*/ 8 w 71"/>
                  <a:gd name="T39" fmla="*/ 0 h 108"/>
                  <a:gd name="T40" fmla="*/ 9 w 71"/>
                  <a:gd name="T41" fmla="*/ 0 h 1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08"/>
                  <a:gd name="T65" fmla="*/ 71 w 71"/>
                  <a:gd name="T66" fmla="*/ 108 h 10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08">
                    <a:moveTo>
                      <a:pt x="71" y="0"/>
                    </a:moveTo>
                    <a:lnTo>
                      <a:pt x="69" y="27"/>
                    </a:lnTo>
                    <a:lnTo>
                      <a:pt x="65" y="54"/>
                    </a:lnTo>
                    <a:lnTo>
                      <a:pt x="62" y="81"/>
                    </a:lnTo>
                    <a:lnTo>
                      <a:pt x="59" y="108"/>
                    </a:lnTo>
                    <a:lnTo>
                      <a:pt x="47" y="97"/>
                    </a:lnTo>
                    <a:lnTo>
                      <a:pt x="37" y="85"/>
                    </a:lnTo>
                    <a:lnTo>
                      <a:pt x="26" y="73"/>
                    </a:lnTo>
                    <a:lnTo>
                      <a:pt x="17" y="60"/>
                    </a:lnTo>
                    <a:lnTo>
                      <a:pt x="10" y="46"/>
                    </a:lnTo>
                    <a:lnTo>
                      <a:pt x="4" y="32"/>
                    </a:lnTo>
                    <a:lnTo>
                      <a:pt x="1" y="18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17" y="2"/>
                    </a:lnTo>
                    <a:lnTo>
                      <a:pt x="26" y="2"/>
                    </a:lnTo>
                    <a:lnTo>
                      <a:pt x="35" y="1"/>
                    </a:lnTo>
                    <a:lnTo>
                      <a:pt x="44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0" name="Freeform 54">
                <a:extLst>
                  <a:ext uri="{FF2B5EF4-FFF2-40B4-BE49-F238E27FC236}">
                    <a16:creationId xmlns:a16="http://schemas.microsoft.com/office/drawing/2014/main" id="{4319F14C-4B67-9D41-97D2-FD7C6668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29"/>
                <a:ext cx="52" cy="126"/>
              </a:xfrm>
              <a:custGeom>
                <a:avLst/>
                <a:gdLst>
                  <a:gd name="T0" fmla="*/ 13 w 104"/>
                  <a:gd name="T1" fmla="*/ 2 h 252"/>
                  <a:gd name="T2" fmla="*/ 12 w 104"/>
                  <a:gd name="T3" fmla="*/ 5 h 252"/>
                  <a:gd name="T4" fmla="*/ 11 w 104"/>
                  <a:gd name="T5" fmla="*/ 8 h 252"/>
                  <a:gd name="T6" fmla="*/ 11 w 104"/>
                  <a:gd name="T7" fmla="*/ 11 h 252"/>
                  <a:gd name="T8" fmla="*/ 10 w 104"/>
                  <a:gd name="T9" fmla="*/ 14 h 252"/>
                  <a:gd name="T10" fmla="*/ 9 w 104"/>
                  <a:gd name="T11" fmla="*/ 16 h 252"/>
                  <a:gd name="T12" fmla="*/ 8 w 104"/>
                  <a:gd name="T13" fmla="*/ 19 h 252"/>
                  <a:gd name="T14" fmla="*/ 7 w 104"/>
                  <a:gd name="T15" fmla="*/ 22 h 252"/>
                  <a:gd name="T16" fmla="*/ 5 w 104"/>
                  <a:gd name="T17" fmla="*/ 25 h 252"/>
                  <a:gd name="T18" fmla="*/ 6 w 104"/>
                  <a:gd name="T19" fmla="*/ 26 h 252"/>
                  <a:gd name="T20" fmla="*/ 6 w 104"/>
                  <a:gd name="T21" fmla="*/ 29 h 252"/>
                  <a:gd name="T22" fmla="*/ 6 w 104"/>
                  <a:gd name="T23" fmla="*/ 30 h 252"/>
                  <a:gd name="T24" fmla="*/ 5 w 104"/>
                  <a:gd name="T25" fmla="*/ 32 h 252"/>
                  <a:gd name="T26" fmla="*/ 4 w 104"/>
                  <a:gd name="T27" fmla="*/ 31 h 252"/>
                  <a:gd name="T28" fmla="*/ 3 w 104"/>
                  <a:gd name="T29" fmla="*/ 30 h 252"/>
                  <a:gd name="T30" fmla="*/ 3 w 104"/>
                  <a:gd name="T31" fmla="*/ 28 h 252"/>
                  <a:gd name="T32" fmla="*/ 3 w 104"/>
                  <a:gd name="T33" fmla="*/ 27 h 252"/>
                  <a:gd name="T34" fmla="*/ 3 w 104"/>
                  <a:gd name="T35" fmla="*/ 26 h 252"/>
                  <a:gd name="T36" fmla="*/ 4 w 104"/>
                  <a:gd name="T37" fmla="*/ 25 h 252"/>
                  <a:gd name="T38" fmla="*/ 4 w 104"/>
                  <a:gd name="T39" fmla="*/ 23 h 252"/>
                  <a:gd name="T40" fmla="*/ 4 w 104"/>
                  <a:gd name="T41" fmla="*/ 22 h 252"/>
                  <a:gd name="T42" fmla="*/ 3 w 104"/>
                  <a:gd name="T43" fmla="*/ 17 h 252"/>
                  <a:gd name="T44" fmla="*/ 2 w 104"/>
                  <a:gd name="T45" fmla="*/ 11 h 252"/>
                  <a:gd name="T46" fmla="*/ 1 w 104"/>
                  <a:gd name="T47" fmla="*/ 6 h 252"/>
                  <a:gd name="T48" fmla="*/ 0 w 104"/>
                  <a:gd name="T49" fmla="*/ 0 h 252"/>
                  <a:gd name="T50" fmla="*/ 2 w 104"/>
                  <a:gd name="T51" fmla="*/ 1 h 252"/>
                  <a:gd name="T52" fmla="*/ 4 w 104"/>
                  <a:gd name="T53" fmla="*/ 1 h 252"/>
                  <a:gd name="T54" fmla="*/ 5 w 104"/>
                  <a:gd name="T55" fmla="*/ 2 h 252"/>
                  <a:gd name="T56" fmla="*/ 7 w 104"/>
                  <a:gd name="T57" fmla="*/ 2 h 252"/>
                  <a:gd name="T58" fmla="*/ 8 w 104"/>
                  <a:gd name="T59" fmla="*/ 3 h 252"/>
                  <a:gd name="T60" fmla="*/ 10 w 104"/>
                  <a:gd name="T61" fmla="*/ 3 h 252"/>
                  <a:gd name="T62" fmla="*/ 12 w 104"/>
                  <a:gd name="T63" fmla="*/ 3 h 252"/>
                  <a:gd name="T64" fmla="*/ 13 w 104"/>
                  <a:gd name="T65" fmla="*/ 2 h 2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4"/>
                  <a:gd name="T100" fmla="*/ 0 h 252"/>
                  <a:gd name="T101" fmla="*/ 104 w 104"/>
                  <a:gd name="T102" fmla="*/ 252 h 25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4" h="252">
                    <a:moveTo>
                      <a:pt x="104" y="16"/>
                    </a:moveTo>
                    <a:lnTo>
                      <a:pt x="96" y="38"/>
                    </a:lnTo>
                    <a:lnTo>
                      <a:pt x="88" y="61"/>
                    </a:lnTo>
                    <a:lnTo>
                      <a:pt x="81" y="83"/>
                    </a:lnTo>
                    <a:lnTo>
                      <a:pt x="73" y="106"/>
                    </a:lnTo>
                    <a:lnTo>
                      <a:pt x="66" y="128"/>
                    </a:lnTo>
                    <a:lnTo>
                      <a:pt x="58" y="149"/>
                    </a:lnTo>
                    <a:lnTo>
                      <a:pt x="50" y="171"/>
                    </a:lnTo>
                    <a:lnTo>
                      <a:pt x="40" y="193"/>
                    </a:lnTo>
                    <a:lnTo>
                      <a:pt x="43" y="208"/>
                    </a:lnTo>
                    <a:lnTo>
                      <a:pt x="46" y="225"/>
                    </a:lnTo>
                    <a:lnTo>
                      <a:pt x="46" y="240"/>
                    </a:lnTo>
                    <a:lnTo>
                      <a:pt x="37" y="252"/>
                    </a:lnTo>
                    <a:lnTo>
                      <a:pt x="30" y="244"/>
                    </a:lnTo>
                    <a:lnTo>
                      <a:pt x="23" y="235"/>
                    </a:lnTo>
                    <a:lnTo>
                      <a:pt x="20" y="223"/>
                    </a:lnTo>
                    <a:lnTo>
                      <a:pt x="20" y="212"/>
                    </a:lnTo>
                    <a:lnTo>
                      <a:pt x="24" y="204"/>
                    </a:lnTo>
                    <a:lnTo>
                      <a:pt x="30" y="193"/>
                    </a:lnTo>
                    <a:lnTo>
                      <a:pt x="32" y="183"/>
                    </a:lnTo>
                    <a:lnTo>
                      <a:pt x="32" y="172"/>
                    </a:lnTo>
                    <a:lnTo>
                      <a:pt x="21" y="130"/>
                    </a:lnTo>
                    <a:lnTo>
                      <a:pt x="12" y="87"/>
                    </a:lnTo>
                    <a:lnTo>
                      <a:pt x="5" y="43"/>
                    </a:lnTo>
                    <a:lnTo>
                      <a:pt x="0" y="0"/>
                    </a:lnTo>
                    <a:lnTo>
                      <a:pt x="13" y="3"/>
                    </a:lnTo>
                    <a:lnTo>
                      <a:pt x="25" y="7"/>
                    </a:lnTo>
                    <a:lnTo>
                      <a:pt x="38" y="11"/>
                    </a:lnTo>
                    <a:lnTo>
                      <a:pt x="51" y="15"/>
                    </a:lnTo>
                    <a:lnTo>
                      <a:pt x="63" y="17"/>
                    </a:lnTo>
                    <a:lnTo>
                      <a:pt x="76" y="19"/>
                    </a:lnTo>
                    <a:lnTo>
                      <a:pt x="90" y="18"/>
                    </a:lnTo>
                    <a:lnTo>
                      <a:pt x="104" y="16"/>
                    </a:lnTo>
                    <a:close/>
                  </a:path>
                </a:pathLst>
              </a:custGeom>
              <a:solidFill>
                <a:srgbClr val="F2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1" name="Freeform 55">
                <a:extLst>
                  <a:ext uri="{FF2B5EF4-FFF2-40B4-BE49-F238E27FC236}">
                    <a16:creationId xmlns:a16="http://schemas.microsoft.com/office/drawing/2014/main" id="{60BF422D-A323-384B-8BA5-212458D5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331"/>
                <a:ext cx="7" cy="23"/>
              </a:xfrm>
              <a:custGeom>
                <a:avLst/>
                <a:gdLst>
                  <a:gd name="T0" fmla="*/ 1 w 15"/>
                  <a:gd name="T1" fmla="*/ 6 h 46"/>
                  <a:gd name="T2" fmla="*/ 1 w 15"/>
                  <a:gd name="T3" fmla="*/ 6 h 46"/>
                  <a:gd name="T4" fmla="*/ 0 w 15"/>
                  <a:gd name="T5" fmla="*/ 5 h 46"/>
                  <a:gd name="T6" fmla="*/ 0 w 15"/>
                  <a:gd name="T7" fmla="*/ 4 h 46"/>
                  <a:gd name="T8" fmla="*/ 0 w 15"/>
                  <a:gd name="T9" fmla="*/ 3 h 46"/>
                  <a:gd name="T10" fmla="*/ 0 w 15"/>
                  <a:gd name="T11" fmla="*/ 1 h 46"/>
                  <a:gd name="T12" fmla="*/ 0 w 15"/>
                  <a:gd name="T13" fmla="*/ 0 h 46"/>
                  <a:gd name="T14" fmla="*/ 1 w 15"/>
                  <a:gd name="T15" fmla="*/ 1 h 46"/>
                  <a:gd name="T16" fmla="*/ 1 w 15"/>
                  <a:gd name="T17" fmla="*/ 3 h 46"/>
                  <a:gd name="T18" fmla="*/ 1 w 15"/>
                  <a:gd name="T19" fmla="*/ 4 h 46"/>
                  <a:gd name="T20" fmla="*/ 1 w 15"/>
                  <a:gd name="T21" fmla="*/ 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6"/>
                  <a:gd name="T35" fmla="*/ 15 w 15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6">
                    <a:moveTo>
                      <a:pt x="15" y="42"/>
                    </a:moveTo>
                    <a:lnTo>
                      <a:pt x="10" y="46"/>
                    </a:lnTo>
                    <a:lnTo>
                      <a:pt x="6" y="37"/>
                    </a:lnTo>
                    <a:lnTo>
                      <a:pt x="3" y="28"/>
                    </a:lnTo>
                    <a:lnTo>
                      <a:pt x="0" y="18"/>
                    </a:lnTo>
                    <a:lnTo>
                      <a:pt x="5" y="7"/>
                    </a:lnTo>
                    <a:lnTo>
                      <a:pt x="3" y="0"/>
                    </a:lnTo>
                    <a:lnTo>
                      <a:pt x="11" y="8"/>
                    </a:lnTo>
                    <a:lnTo>
                      <a:pt x="14" y="19"/>
                    </a:lnTo>
                    <a:lnTo>
                      <a:pt x="15" y="31"/>
                    </a:lnTo>
                    <a:lnTo>
                      <a:pt x="1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2" name="Freeform 56">
                <a:extLst>
                  <a:ext uri="{FF2B5EF4-FFF2-40B4-BE49-F238E27FC236}">
                    <a16:creationId xmlns:a16="http://schemas.microsoft.com/office/drawing/2014/main" id="{AEB32075-F65B-D14B-94CE-4F3A7F582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369"/>
                <a:ext cx="4" cy="17"/>
              </a:xfrm>
              <a:custGeom>
                <a:avLst/>
                <a:gdLst>
                  <a:gd name="T0" fmla="*/ 1 w 9"/>
                  <a:gd name="T1" fmla="*/ 4 h 36"/>
                  <a:gd name="T2" fmla="*/ 0 w 9"/>
                  <a:gd name="T3" fmla="*/ 3 h 36"/>
                  <a:gd name="T4" fmla="*/ 0 w 9"/>
                  <a:gd name="T5" fmla="*/ 2 h 36"/>
                  <a:gd name="T6" fmla="*/ 0 w 9"/>
                  <a:gd name="T7" fmla="*/ 1 h 36"/>
                  <a:gd name="T8" fmla="*/ 0 w 9"/>
                  <a:gd name="T9" fmla="*/ 0 h 36"/>
                  <a:gd name="T10" fmla="*/ 0 w 9"/>
                  <a:gd name="T11" fmla="*/ 1 h 36"/>
                  <a:gd name="T12" fmla="*/ 1 w 9"/>
                  <a:gd name="T13" fmla="*/ 2 h 36"/>
                  <a:gd name="T14" fmla="*/ 1 w 9"/>
                  <a:gd name="T15" fmla="*/ 3 h 36"/>
                  <a:gd name="T16" fmla="*/ 1 w 9"/>
                  <a:gd name="T17" fmla="*/ 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36"/>
                  <a:gd name="T29" fmla="*/ 9 w 9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36">
                    <a:moveTo>
                      <a:pt x="9" y="36"/>
                    </a:moveTo>
                    <a:lnTo>
                      <a:pt x="1" y="28"/>
                    </a:lnTo>
                    <a:lnTo>
                      <a:pt x="0" y="20"/>
                    </a:lnTo>
                    <a:lnTo>
                      <a:pt x="1" y="9"/>
                    </a:lnTo>
                    <a:lnTo>
                      <a:pt x="4" y="0"/>
                    </a:lnTo>
                    <a:lnTo>
                      <a:pt x="7" y="8"/>
                    </a:lnTo>
                    <a:lnTo>
                      <a:pt x="9" y="17"/>
                    </a:lnTo>
                    <a:lnTo>
                      <a:pt x="9" y="27"/>
                    </a:lnTo>
                    <a:lnTo>
                      <a:pt x="9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3" name="Freeform 57">
                <a:extLst>
                  <a:ext uri="{FF2B5EF4-FFF2-40B4-BE49-F238E27FC236}">
                    <a16:creationId xmlns:a16="http://schemas.microsoft.com/office/drawing/2014/main" id="{6ED7EB52-B102-454A-ABA8-ED4F166DF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23"/>
                <a:ext cx="174" cy="134"/>
              </a:xfrm>
              <a:custGeom>
                <a:avLst/>
                <a:gdLst>
                  <a:gd name="T0" fmla="*/ 21 w 349"/>
                  <a:gd name="T1" fmla="*/ 3 h 267"/>
                  <a:gd name="T2" fmla="*/ 26 w 349"/>
                  <a:gd name="T3" fmla="*/ 4 h 267"/>
                  <a:gd name="T4" fmla="*/ 30 w 349"/>
                  <a:gd name="T5" fmla="*/ 4 h 267"/>
                  <a:gd name="T6" fmla="*/ 35 w 349"/>
                  <a:gd name="T7" fmla="*/ 4 h 267"/>
                  <a:gd name="T8" fmla="*/ 38 w 349"/>
                  <a:gd name="T9" fmla="*/ 6 h 267"/>
                  <a:gd name="T10" fmla="*/ 39 w 349"/>
                  <a:gd name="T11" fmla="*/ 10 h 267"/>
                  <a:gd name="T12" fmla="*/ 40 w 349"/>
                  <a:gd name="T13" fmla="*/ 14 h 267"/>
                  <a:gd name="T14" fmla="*/ 40 w 349"/>
                  <a:gd name="T15" fmla="*/ 18 h 267"/>
                  <a:gd name="T16" fmla="*/ 39 w 349"/>
                  <a:gd name="T17" fmla="*/ 21 h 267"/>
                  <a:gd name="T18" fmla="*/ 40 w 349"/>
                  <a:gd name="T19" fmla="*/ 25 h 267"/>
                  <a:gd name="T20" fmla="*/ 41 w 349"/>
                  <a:gd name="T21" fmla="*/ 28 h 267"/>
                  <a:gd name="T22" fmla="*/ 43 w 349"/>
                  <a:gd name="T23" fmla="*/ 31 h 267"/>
                  <a:gd name="T24" fmla="*/ 42 w 349"/>
                  <a:gd name="T25" fmla="*/ 34 h 267"/>
                  <a:gd name="T26" fmla="*/ 40 w 349"/>
                  <a:gd name="T27" fmla="*/ 34 h 267"/>
                  <a:gd name="T28" fmla="*/ 38 w 349"/>
                  <a:gd name="T29" fmla="*/ 32 h 267"/>
                  <a:gd name="T30" fmla="*/ 34 w 349"/>
                  <a:gd name="T31" fmla="*/ 30 h 267"/>
                  <a:gd name="T32" fmla="*/ 31 w 349"/>
                  <a:gd name="T33" fmla="*/ 27 h 267"/>
                  <a:gd name="T34" fmla="*/ 27 w 349"/>
                  <a:gd name="T35" fmla="*/ 25 h 267"/>
                  <a:gd name="T36" fmla="*/ 24 w 349"/>
                  <a:gd name="T37" fmla="*/ 23 h 267"/>
                  <a:gd name="T38" fmla="*/ 21 w 349"/>
                  <a:gd name="T39" fmla="*/ 21 h 267"/>
                  <a:gd name="T40" fmla="*/ 18 w 349"/>
                  <a:gd name="T41" fmla="*/ 18 h 267"/>
                  <a:gd name="T42" fmla="*/ 15 w 349"/>
                  <a:gd name="T43" fmla="*/ 14 h 267"/>
                  <a:gd name="T44" fmla="*/ 14 w 349"/>
                  <a:gd name="T45" fmla="*/ 12 h 267"/>
                  <a:gd name="T46" fmla="*/ 13 w 349"/>
                  <a:gd name="T47" fmla="*/ 12 h 267"/>
                  <a:gd name="T48" fmla="*/ 12 w 349"/>
                  <a:gd name="T49" fmla="*/ 14 h 267"/>
                  <a:gd name="T50" fmla="*/ 10 w 349"/>
                  <a:gd name="T51" fmla="*/ 18 h 267"/>
                  <a:gd name="T52" fmla="*/ 8 w 349"/>
                  <a:gd name="T53" fmla="*/ 22 h 267"/>
                  <a:gd name="T54" fmla="*/ 5 w 349"/>
                  <a:gd name="T55" fmla="*/ 26 h 267"/>
                  <a:gd name="T56" fmla="*/ 3 w 349"/>
                  <a:gd name="T57" fmla="*/ 28 h 267"/>
                  <a:gd name="T58" fmla="*/ 2 w 349"/>
                  <a:gd name="T59" fmla="*/ 29 h 267"/>
                  <a:gd name="T60" fmla="*/ 1 w 349"/>
                  <a:gd name="T61" fmla="*/ 29 h 267"/>
                  <a:gd name="T62" fmla="*/ 1 w 349"/>
                  <a:gd name="T63" fmla="*/ 27 h 267"/>
                  <a:gd name="T64" fmla="*/ 1 w 349"/>
                  <a:gd name="T65" fmla="*/ 20 h 267"/>
                  <a:gd name="T66" fmla="*/ 0 w 349"/>
                  <a:gd name="T67" fmla="*/ 7 h 267"/>
                  <a:gd name="T68" fmla="*/ 2 w 349"/>
                  <a:gd name="T69" fmla="*/ 1 h 267"/>
                  <a:gd name="T70" fmla="*/ 7 w 349"/>
                  <a:gd name="T71" fmla="*/ 3 h 267"/>
                  <a:gd name="T72" fmla="*/ 12 w 349"/>
                  <a:gd name="T73" fmla="*/ 4 h 267"/>
                  <a:gd name="T74" fmla="*/ 17 w 349"/>
                  <a:gd name="T75" fmla="*/ 4 h 26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9"/>
                  <a:gd name="T115" fmla="*/ 0 h 267"/>
                  <a:gd name="T116" fmla="*/ 349 w 349"/>
                  <a:gd name="T117" fmla="*/ 267 h 26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9" h="267">
                    <a:moveTo>
                      <a:pt x="158" y="21"/>
                    </a:moveTo>
                    <a:lnTo>
                      <a:pt x="175" y="24"/>
                    </a:lnTo>
                    <a:lnTo>
                      <a:pt x="193" y="26"/>
                    </a:lnTo>
                    <a:lnTo>
                      <a:pt x="210" y="28"/>
                    </a:lnTo>
                    <a:lnTo>
                      <a:pt x="227" y="30"/>
                    </a:lnTo>
                    <a:lnTo>
                      <a:pt x="246" y="32"/>
                    </a:lnTo>
                    <a:lnTo>
                      <a:pt x="263" y="32"/>
                    </a:lnTo>
                    <a:lnTo>
                      <a:pt x="281" y="32"/>
                    </a:lnTo>
                    <a:lnTo>
                      <a:pt x="299" y="32"/>
                    </a:lnTo>
                    <a:lnTo>
                      <a:pt x="304" y="46"/>
                    </a:lnTo>
                    <a:lnTo>
                      <a:pt x="311" y="61"/>
                    </a:lnTo>
                    <a:lnTo>
                      <a:pt x="318" y="76"/>
                    </a:lnTo>
                    <a:lnTo>
                      <a:pt x="323" y="91"/>
                    </a:lnTo>
                    <a:lnTo>
                      <a:pt x="326" y="107"/>
                    </a:lnTo>
                    <a:lnTo>
                      <a:pt x="326" y="122"/>
                    </a:lnTo>
                    <a:lnTo>
                      <a:pt x="322" y="137"/>
                    </a:lnTo>
                    <a:lnTo>
                      <a:pt x="314" y="152"/>
                    </a:lnTo>
                    <a:lnTo>
                      <a:pt x="315" y="167"/>
                    </a:lnTo>
                    <a:lnTo>
                      <a:pt x="317" y="180"/>
                    </a:lnTo>
                    <a:lnTo>
                      <a:pt x="322" y="193"/>
                    </a:lnTo>
                    <a:lnTo>
                      <a:pt x="326" y="206"/>
                    </a:lnTo>
                    <a:lnTo>
                      <a:pt x="333" y="218"/>
                    </a:lnTo>
                    <a:lnTo>
                      <a:pt x="339" y="231"/>
                    </a:lnTo>
                    <a:lnTo>
                      <a:pt x="345" y="245"/>
                    </a:lnTo>
                    <a:lnTo>
                      <a:pt x="349" y="258"/>
                    </a:lnTo>
                    <a:lnTo>
                      <a:pt x="342" y="265"/>
                    </a:lnTo>
                    <a:lnTo>
                      <a:pt x="333" y="267"/>
                    </a:lnTo>
                    <a:lnTo>
                      <a:pt x="324" y="266"/>
                    </a:lnTo>
                    <a:lnTo>
                      <a:pt x="316" y="266"/>
                    </a:lnTo>
                    <a:lnTo>
                      <a:pt x="304" y="254"/>
                    </a:lnTo>
                    <a:lnTo>
                      <a:pt x="292" y="243"/>
                    </a:lnTo>
                    <a:lnTo>
                      <a:pt x="278" y="233"/>
                    </a:lnTo>
                    <a:lnTo>
                      <a:pt x="264" y="224"/>
                    </a:lnTo>
                    <a:lnTo>
                      <a:pt x="250" y="215"/>
                    </a:lnTo>
                    <a:lnTo>
                      <a:pt x="236" y="206"/>
                    </a:lnTo>
                    <a:lnTo>
                      <a:pt x="223" y="198"/>
                    </a:lnTo>
                    <a:lnTo>
                      <a:pt x="209" y="189"/>
                    </a:lnTo>
                    <a:lnTo>
                      <a:pt x="195" y="180"/>
                    </a:lnTo>
                    <a:lnTo>
                      <a:pt x="181" y="170"/>
                    </a:lnTo>
                    <a:lnTo>
                      <a:pt x="168" y="161"/>
                    </a:lnTo>
                    <a:lnTo>
                      <a:pt x="157" y="151"/>
                    </a:lnTo>
                    <a:lnTo>
                      <a:pt x="145" y="139"/>
                    </a:lnTo>
                    <a:lnTo>
                      <a:pt x="135" y="126"/>
                    </a:lnTo>
                    <a:lnTo>
                      <a:pt x="126" y="111"/>
                    </a:lnTo>
                    <a:lnTo>
                      <a:pt x="118" y="96"/>
                    </a:lnTo>
                    <a:lnTo>
                      <a:pt x="114" y="93"/>
                    </a:lnTo>
                    <a:lnTo>
                      <a:pt x="111" y="91"/>
                    </a:lnTo>
                    <a:lnTo>
                      <a:pt x="107" y="89"/>
                    </a:lnTo>
                    <a:lnTo>
                      <a:pt x="104" y="88"/>
                    </a:lnTo>
                    <a:lnTo>
                      <a:pt x="97" y="106"/>
                    </a:lnTo>
                    <a:lnTo>
                      <a:pt x="89" y="122"/>
                    </a:lnTo>
                    <a:lnTo>
                      <a:pt x="81" y="139"/>
                    </a:lnTo>
                    <a:lnTo>
                      <a:pt x="73" y="155"/>
                    </a:lnTo>
                    <a:lnTo>
                      <a:pt x="64" y="171"/>
                    </a:lnTo>
                    <a:lnTo>
                      <a:pt x="54" y="186"/>
                    </a:lnTo>
                    <a:lnTo>
                      <a:pt x="44" y="202"/>
                    </a:lnTo>
                    <a:lnTo>
                      <a:pt x="32" y="217"/>
                    </a:lnTo>
                    <a:lnTo>
                      <a:pt x="30" y="221"/>
                    </a:lnTo>
                    <a:lnTo>
                      <a:pt x="27" y="223"/>
                    </a:lnTo>
                    <a:lnTo>
                      <a:pt x="22" y="227"/>
                    </a:lnTo>
                    <a:lnTo>
                      <a:pt x="19" y="230"/>
                    </a:lnTo>
                    <a:lnTo>
                      <a:pt x="15" y="225"/>
                    </a:lnTo>
                    <a:lnTo>
                      <a:pt x="13" y="218"/>
                    </a:lnTo>
                    <a:lnTo>
                      <a:pt x="12" y="212"/>
                    </a:lnTo>
                    <a:lnTo>
                      <a:pt x="12" y="205"/>
                    </a:lnTo>
                    <a:lnTo>
                      <a:pt x="9" y="153"/>
                    </a:lnTo>
                    <a:lnTo>
                      <a:pt x="6" y="102"/>
                    </a:lnTo>
                    <a:lnTo>
                      <a:pt x="2" y="50"/>
                    </a:lnTo>
                    <a:lnTo>
                      <a:pt x="0" y="0"/>
                    </a:lnTo>
                    <a:lnTo>
                      <a:pt x="19" y="5"/>
                    </a:lnTo>
                    <a:lnTo>
                      <a:pt x="38" y="12"/>
                    </a:lnTo>
                    <a:lnTo>
                      <a:pt x="57" y="18"/>
                    </a:lnTo>
                    <a:lnTo>
                      <a:pt x="77" y="24"/>
                    </a:lnTo>
                    <a:lnTo>
                      <a:pt x="97" y="27"/>
                    </a:lnTo>
                    <a:lnTo>
                      <a:pt x="118" y="28"/>
                    </a:lnTo>
                    <a:lnTo>
                      <a:pt x="137" y="27"/>
                    </a:lnTo>
                    <a:lnTo>
                      <a:pt x="15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4" name="Freeform 58">
                <a:extLst>
                  <a:ext uri="{FF2B5EF4-FFF2-40B4-BE49-F238E27FC236}">
                    <a16:creationId xmlns:a16="http://schemas.microsoft.com/office/drawing/2014/main" id="{C14B4B5A-BB5E-5044-92EC-4083F86BC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465"/>
                <a:ext cx="142" cy="71"/>
              </a:xfrm>
              <a:custGeom>
                <a:avLst/>
                <a:gdLst>
                  <a:gd name="T0" fmla="*/ 35 w 283"/>
                  <a:gd name="T1" fmla="*/ 0 h 142"/>
                  <a:gd name="T2" fmla="*/ 36 w 283"/>
                  <a:gd name="T3" fmla="*/ 2 h 142"/>
                  <a:gd name="T4" fmla="*/ 36 w 283"/>
                  <a:gd name="T5" fmla="*/ 4 h 142"/>
                  <a:gd name="T6" fmla="*/ 36 w 283"/>
                  <a:gd name="T7" fmla="*/ 6 h 142"/>
                  <a:gd name="T8" fmla="*/ 35 w 283"/>
                  <a:gd name="T9" fmla="*/ 7 h 142"/>
                  <a:gd name="T10" fmla="*/ 34 w 283"/>
                  <a:gd name="T11" fmla="*/ 9 h 142"/>
                  <a:gd name="T12" fmla="*/ 33 w 283"/>
                  <a:gd name="T13" fmla="*/ 9 h 142"/>
                  <a:gd name="T14" fmla="*/ 31 w 283"/>
                  <a:gd name="T15" fmla="*/ 10 h 142"/>
                  <a:gd name="T16" fmla="*/ 30 w 283"/>
                  <a:gd name="T17" fmla="*/ 10 h 142"/>
                  <a:gd name="T18" fmla="*/ 29 w 283"/>
                  <a:gd name="T19" fmla="*/ 10 h 142"/>
                  <a:gd name="T20" fmla="*/ 27 w 283"/>
                  <a:gd name="T21" fmla="*/ 11 h 142"/>
                  <a:gd name="T22" fmla="*/ 26 w 283"/>
                  <a:gd name="T23" fmla="*/ 11 h 142"/>
                  <a:gd name="T24" fmla="*/ 24 w 283"/>
                  <a:gd name="T25" fmla="*/ 11 h 142"/>
                  <a:gd name="T26" fmla="*/ 22 w 283"/>
                  <a:gd name="T27" fmla="*/ 12 h 142"/>
                  <a:gd name="T28" fmla="*/ 19 w 283"/>
                  <a:gd name="T29" fmla="*/ 14 h 142"/>
                  <a:gd name="T30" fmla="*/ 17 w 283"/>
                  <a:gd name="T31" fmla="*/ 15 h 142"/>
                  <a:gd name="T32" fmla="*/ 14 w 283"/>
                  <a:gd name="T33" fmla="*/ 16 h 142"/>
                  <a:gd name="T34" fmla="*/ 11 w 283"/>
                  <a:gd name="T35" fmla="*/ 17 h 142"/>
                  <a:gd name="T36" fmla="*/ 9 w 283"/>
                  <a:gd name="T37" fmla="*/ 18 h 142"/>
                  <a:gd name="T38" fmla="*/ 6 w 283"/>
                  <a:gd name="T39" fmla="*/ 18 h 142"/>
                  <a:gd name="T40" fmla="*/ 3 w 283"/>
                  <a:gd name="T41" fmla="*/ 18 h 142"/>
                  <a:gd name="T42" fmla="*/ 0 w 283"/>
                  <a:gd name="T43" fmla="*/ 18 h 142"/>
                  <a:gd name="T44" fmla="*/ 1 w 283"/>
                  <a:gd name="T45" fmla="*/ 17 h 142"/>
                  <a:gd name="T46" fmla="*/ 1 w 283"/>
                  <a:gd name="T47" fmla="*/ 16 h 142"/>
                  <a:gd name="T48" fmla="*/ 1 w 283"/>
                  <a:gd name="T49" fmla="*/ 15 h 142"/>
                  <a:gd name="T50" fmla="*/ 1 w 283"/>
                  <a:gd name="T51" fmla="*/ 14 h 142"/>
                  <a:gd name="T52" fmla="*/ 3 w 283"/>
                  <a:gd name="T53" fmla="*/ 15 h 142"/>
                  <a:gd name="T54" fmla="*/ 6 w 283"/>
                  <a:gd name="T55" fmla="*/ 15 h 142"/>
                  <a:gd name="T56" fmla="*/ 8 w 283"/>
                  <a:gd name="T57" fmla="*/ 14 h 142"/>
                  <a:gd name="T58" fmla="*/ 10 w 283"/>
                  <a:gd name="T59" fmla="*/ 13 h 142"/>
                  <a:gd name="T60" fmla="*/ 12 w 283"/>
                  <a:gd name="T61" fmla="*/ 12 h 142"/>
                  <a:gd name="T62" fmla="*/ 14 w 283"/>
                  <a:gd name="T63" fmla="*/ 11 h 142"/>
                  <a:gd name="T64" fmla="*/ 16 w 283"/>
                  <a:gd name="T65" fmla="*/ 10 h 142"/>
                  <a:gd name="T66" fmla="*/ 18 w 283"/>
                  <a:gd name="T67" fmla="*/ 8 h 142"/>
                  <a:gd name="T68" fmla="*/ 20 w 283"/>
                  <a:gd name="T69" fmla="*/ 7 h 142"/>
                  <a:gd name="T70" fmla="*/ 22 w 283"/>
                  <a:gd name="T71" fmla="*/ 5 h 142"/>
                  <a:gd name="T72" fmla="*/ 24 w 283"/>
                  <a:gd name="T73" fmla="*/ 4 h 142"/>
                  <a:gd name="T74" fmla="*/ 26 w 283"/>
                  <a:gd name="T75" fmla="*/ 3 h 142"/>
                  <a:gd name="T76" fmla="*/ 28 w 283"/>
                  <a:gd name="T77" fmla="*/ 2 h 142"/>
                  <a:gd name="T78" fmla="*/ 31 w 283"/>
                  <a:gd name="T79" fmla="*/ 1 h 142"/>
                  <a:gd name="T80" fmla="*/ 33 w 283"/>
                  <a:gd name="T81" fmla="*/ 1 h 142"/>
                  <a:gd name="T82" fmla="*/ 35 w 283"/>
                  <a:gd name="T83" fmla="*/ 0 h 14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83"/>
                  <a:gd name="T127" fmla="*/ 0 h 142"/>
                  <a:gd name="T128" fmla="*/ 283 w 283"/>
                  <a:gd name="T129" fmla="*/ 142 h 14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83" h="142">
                    <a:moveTo>
                      <a:pt x="280" y="0"/>
                    </a:moveTo>
                    <a:lnTo>
                      <a:pt x="282" y="13"/>
                    </a:lnTo>
                    <a:lnTo>
                      <a:pt x="283" y="28"/>
                    </a:lnTo>
                    <a:lnTo>
                      <a:pt x="282" y="43"/>
                    </a:lnTo>
                    <a:lnTo>
                      <a:pt x="276" y="56"/>
                    </a:lnTo>
                    <a:lnTo>
                      <a:pt x="267" y="65"/>
                    </a:lnTo>
                    <a:lnTo>
                      <a:pt x="258" y="71"/>
                    </a:lnTo>
                    <a:lnTo>
                      <a:pt x="248" y="76"/>
                    </a:lnTo>
                    <a:lnTo>
                      <a:pt x="237" y="78"/>
                    </a:lnTo>
                    <a:lnTo>
                      <a:pt x="226" y="80"/>
                    </a:lnTo>
                    <a:lnTo>
                      <a:pt x="214" y="82"/>
                    </a:lnTo>
                    <a:lnTo>
                      <a:pt x="203" y="85"/>
                    </a:lnTo>
                    <a:lnTo>
                      <a:pt x="191" y="87"/>
                    </a:lnTo>
                    <a:lnTo>
                      <a:pt x="170" y="96"/>
                    </a:lnTo>
                    <a:lnTo>
                      <a:pt x="150" y="107"/>
                    </a:lnTo>
                    <a:lnTo>
                      <a:pt x="129" y="116"/>
                    </a:lnTo>
                    <a:lnTo>
                      <a:pt x="108" y="125"/>
                    </a:lnTo>
                    <a:lnTo>
                      <a:pt x="87" y="132"/>
                    </a:lnTo>
                    <a:lnTo>
                      <a:pt x="66" y="138"/>
                    </a:lnTo>
                    <a:lnTo>
                      <a:pt x="43" y="141"/>
                    </a:lnTo>
                    <a:lnTo>
                      <a:pt x="18" y="142"/>
                    </a:lnTo>
                    <a:lnTo>
                      <a:pt x="0" y="140"/>
                    </a:lnTo>
                    <a:lnTo>
                      <a:pt x="1" y="134"/>
                    </a:lnTo>
                    <a:lnTo>
                      <a:pt x="2" y="127"/>
                    </a:lnTo>
                    <a:lnTo>
                      <a:pt x="2" y="121"/>
                    </a:lnTo>
                    <a:lnTo>
                      <a:pt x="2" y="112"/>
                    </a:lnTo>
                    <a:lnTo>
                      <a:pt x="23" y="115"/>
                    </a:lnTo>
                    <a:lnTo>
                      <a:pt x="41" y="114"/>
                    </a:lnTo>
                    <a:lnTo>
                      <a:pt x="60" y="109"/>
                    </a:lnTo>
                    <a:lnTo>
                      <a:pt x="77" y="103"/>
                    </a:lnTo>
                    <a:lnTo>
                      <a:pt x="94" y="94"/>
                    </a:lnTo>
                    <a:lnTo>
                      <a:pt x="111" y="85"/>
                    </a:lnTo>
                    <a:lnTo>
                      <a:pt x="127" y="74"/>
                    </a:lnTo>
                    <a:lnTo>
                      <a:pt x="142" y="63"/>
                    </a:lnTo>
                    <a:lnTo>
                      <a:pt x="158" y="51"/>
                    </a:lnTo>
                    <a:lnTo>
                      <a:pt x="174" y="40"/>
                    </a:lnTo>
                    <a:lnTo>
                      <a:pt x="190" y="28"/>
                    </a:lnTo>
                    <a:lnTo>
                      <a:pt x="206" y="19"/>
                    </a:lnTo>
                    <a:lnTo>
                      <a:pt x="223" y="11"/>
                    </a:lnTo>
                    <a:lnTo>
                      <a:pt x="241" y="4"/>
                    </a:lnTo>
                    <a:lnTo>
                      <a:pt x="260" y="1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5" name="Freeform 59">
                <a:extLst>
                  <a:ext uri="{FF2B5EF4-FFF2-40B4-BE49-F238E27FC236}">
                    <a16:creationId xmlns:a16="http://schemas.microsoft.com/office/drawing/2014/main" id="{1558A84F-685A-254F-8219-79A25951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14"/>
                <a:ext cx="43" cy="30"/>
              </a:xfrm>
              <a:custGeom>
                <a:avLst/>
                <a:gdLst>
                  <a:gd name="T0" fmla="*/ 5 w 86"/>
                  <a:gd name="T1" fmla="*/ 0 h 60"/>
                  <a:gd name="T2" fmla="*/ 5 w 86"/>
                  <a:gd name="T3" fmla="*/ 2 h 60"/>
                  <a:gd name="T4" fmla="*/ 5 w 86"/>
                  <a:gd name="T5" fmla="*/ 3 h 60"/>
                  <a:gd name="T6" fmla="*/ 5 w 86"/>
                  <a:gd name="T7" fmla="*/ 4 h 60"/>
                  <a:gd name="T8" fmla="*/ 6 w 86"/>
                  <a:gd name="T9" fmla="*/ 5 h 60"/>
                  <a:gd name="T10" fmla="*/ 9 w 86"/>
                  <a:gd name="T11" fmla="*/ 6 h 60"/>
                  <a:gd name="T12" fmla="*/ 11 w 86"/>
                  <a:gd name="T13" fmla="*/ 6 h 60"/>
                  <a:gd name="T14" fmla="*/ 10 w 86"/>
                  <a:gd name="T15" fmla="*/ 7 h 60"/>
                  <a:gd name="T16" fmla="*/ 9 w 86"/>
                  <a:gd name="T17" fmla="*/ 7 h 60"/>
                  <a:gd name="T18" fmla="*/ 8 w 86"/>
                  <a:gd name="T19" fmla="*/ 7 h 60"/>
                  <a:gd name="T20" fmla="*/ 6 w 86"/>
                  <a:gd name="T21" fmla="*/ 8 h 60"/>
                  <a:gd name="T22" fmla="*/ 5 w 86"/>
                  <a:gd name="T23" fmla="*/ 8 h 60"/>
                  <a:gd name="T24" fmla="*/ 4 w 86"/>
                  <a:gd name="T25" fmla="*/ 8 h 60"/>
                  <a:gd name="T26" fmla="*/ 3 w 86"/>
                  <a:gd name="T27" fmla="*/ 8 h 60"/>
                  <a:gd name="T28" fmla="*/ 2 w 86"/>
                  <a:gd name="T29" fmla="*/ 8 h 60"/>
                  <a:gd name="T30" fmla="*/ 2 w 86"/>
                  <a:gd name="T31" fmla="*/ 6 h 60"/>
                  <a:gd name="T32" fmla="*/ 2 w 86"/>
                  <a:gd name="T33" fmla="*/ 4 h 60"/>
                  <a:gd name="T34" fmla="*/ 1 w 86"/>
                  <a:gd name="T35" fmla="*/ 3 h 60"/>
                  <a:gd name="T36" fmla="*/ 0 w 86"/>
                  <a:gd name="T37" fmla="*/ 1 h 60"/>
                  <a:gd name="T38" fmla="*/ 1 w 86"/>
                  <a:gd name="T39" fmla="*/ 1 h 60"/>
                  <a:gd name="T40" fmla="*/ 3 w 86"/>
                  <a:gd name="T41" fmla="*/ 1 h 60"/>
                  <a:gd name="T42" fmla="*/ 3 w 86"/>
                  <a:gd name="T43" fmla="*/ 1 h 60"/>
                  <a:gd name="T44" fmla="*/ 5 w 86"/>
                  <a:gd name="T45" fmla="*/ 0 h 6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6"/>
                  <a:gd name="T70" fmla="*/ 0 h 60"/>
                  <a:gd name="T71" fmla="*/ 86 w 86"/>
                  <a:gd name="T72" fmla="*/ 60 h 6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6" h="60">
                    <a:moveTo>
                      <a:pt x="33" y="0"/>
                    </a:moveTo>
                    <a:lnTo>
                      <a:pt x="35" y="11"/>
                    </a:lnTo>
                    <a:lnTo>
                      <a:pt x="36" y="22"/>
                    </a:lnTo>
                    <a:lnTo>
                      <a:pt x="40" y="32"/>
                    </a:lnTo>
                    <a:lnTo>
                      <a:pt x="48" y="40"/>
                    </a:lnTo>
                    <a:lnTo>
                      <a:pt x="72" y="41"/>
                    </a:lnTo>
                    <a:lnTo>
                      <a:pt x="86" y="45"/>
                    </a:lnTo>
                    <a:lnTo>
                      <a:pt x="78" y="49"/>
                    </a:lnTo>
                    <a:lnTo>
                      <a:pt x="69" y="51"/>
                    </a:lnTo>
                    <a:lnTo>
                      <a:pt x="59" y="55"/>
                    </a:lnTo>
                    <a:lnTo>
                      <a:pt x="49" y="58"/>
                    </a:lnTo>
                    <a:lnTo>
                      <a:pt x="39" y="60"/>
                    </a:lnTo>
                    <a:lnTo>
                      <a:pt x="28" y="60"/>
                    </a:lnTo>
                    <a:lnTo>
                      <a:pt x="19" y="60"/>
                    </a:lnTo>
                    <a:lnTo>
                      <a:pt x="12" y="58"/>
                    </a:lnTo>
                    <a:lnTo>
                      <a:pt x="13" y="44"/>
                    </a:lnTo>
                    <a:lnTo>
                      <a:pt x="11" y="30"/>
                    </a:lnTo>
                    <a:lnTo>
                      <a:pt x="6" y="19"/>
                    </a:lnTo>
                    <a:lnTo>
                      <a:pt x="0" y="7"/>
                    </a:lnTo>
                    <a:lnTo>
                      <a:pt x="8" y="6"/>
                    </a:lnTo>
                    <a:lnTo>
                      <a:pt x="17" y="4"/>
                    </a:lnTo>
                    <a:lnTo>
                      <a:pt x="25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6" name="Freeform 60">
                <a:extLst>
                  <a:ext uri="{FF2B5EF4-FFF2-40B4-BE49-F238E27FC236}">
                    <a16:creationId xmlns:a16="http://schemas.microsoft.com/office/drawing/2014/main" id="{DA082BFB-5513-974C-9A63-DFB8727F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542"/>
                <a:ext cx="29" cy="35"/>
              </a:xfrm>
              <a:custGeom>
                <a:avLst/>
                <a:gdLst>
                  <a:gd name="T0" fmla="*/ 7 w 59"/>
                  <a:gd name="T1" fmla="*/ 1 h 69"/>
                  <a:gd name="T2" fmla="*/ 6 w 59"/>
                  <a:gd name="T3" fmla="*/ 2 h 69"/>
                  <a:gd name="T4" fmla="*/ 6 w 59"/>
                  <a:gd name="T5" fmla="*/ 4 h 69"/>
                  <a:gd name="T6" fmla="*/ 5 w 59"/>
                  <a:gd name="T7" fmla="*/ 6 h 69"/>
                  <a:gd name="T8" fmla="*/ 4 w 59"/>
                  <a:gd name="T9" fmla="*/ 8 h 69"/>
                  <a:gd name="T10" fmla="*/ 4 w 59"/>
                  <a:gd name="T11" fmla="*/ 8 h 69"/>
                  <a:gd name="T12" fmla="*/ 3 w 59"/>
                  <a:gd name="T13" fmla="*/ 8 h 69"/>
                  <a:gd name="T14" fmla="*/ 3 w 59"/>
                  <a:gd name="T15" fmla="*/ 8 h 69"/>
                  <a:gd name="T16" fmla="*/ 2 w 59"/>
                  <a:gd name="T17" fmla="*/ 8 h 69"/>
                  <a:gd name="T18" fmla="*/ 1 w 59"/>
                  <a:gd name="T19" fmla="*/ 9 h 69"/>
                  <a:gd name="T20" fmla="*/ 1 w 59"/>
                  <a:gd name="T21" fmla="*/ 9 h 69"/>
                  <a:gd name="T22" fmla="*/ 0 w 59"/>
                  <a:gd name="T23" fmla="*/ 9 h 69"/>
                  <a:gd name="T24" fmla="*/ 0 w 59"/>
                  <a:gd name="T25" fmla="*/ 9 h 69"/>
                  <a:gd name="T26" fmla="*/ 1 w 59"/>
                  <a:gd name="T27" fmla="*/ 7 h 69"/>
                  <a:gd name="T28" fmla="*/ 1 w 59"/>
                  <a:gd name="T29" fmla="*/ 6 h 69"/>
                  <a:gd name="T30" fmla="*/ 2 w 59"/>
                  <a:gd name="T31" fmla="*/ 4 h 69"/>
                  <a:gd name="T32" fmla="*/ 1 w 59"/>
                  <a:gd name="T33" fmla="*/ 2 h 69"/>
                  <a:gd name="T34" fmla="*/ 2 w 59"/>
                  <a:gd name="T35" fmla="*/ 2 h 69"/>
                  <a:gd name="T36" fmla="*/ 2 w 59"/>
                  <a:gd name="T37" fmla="*/ 2 h 69"/>
                  <a:gd name="T38" fmla="*/ 3 w 59"/>
                  <a:gd name="T39" fmla="*/ 1 h 69"/>
                  <a:gd name="T40" fmla="*/ 4 w 59"/>
                  <a:gd name="T41" fmla="*/ 1 h 69"/>
                  <a:gd name="T42" fmla="*/ 4 w 59"/>
                  <a:gd name="T43" fmla="*/ 1 h 69"/>
                  <a:gd name="T44" fmla="*/ 5 w 59"/>
                  <a:gd name="T45" fmla="*/ 0 h 69"/>
                  <a:gd name="T46" fmla="*/ 6 w 59"/>
                  <a:gd name="T47" fmla="*/ 0 h 69"/>
                  <a:gd name="T48" fmla="*/ 7 w 59"/>
                  <a:gd name="T49" fmla="*/ 1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9"/>
                  <a:gd name="T76" fmla="*/ 0 h 69"/>
                  <a:gd name="T77" fmla="*/ 59 w 59"/>
                  <a:gd name="T78" fmla="*/ 69 h 6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9" h="69">
                    <a:moveTo>
                      <a:pt x="59" y="1"/>
                    </a:moveTo>
                    <a:lnTo>
                      <a:pt x="54" y="16"/>
                    </a:lnTo>
                    <a:lnTo>
                      <a:pt x="50" y="30"/>
                    </a:lnTo>
                    <a:lnTo>
                      <a:pt x="44" y="44"/>
                    </a:lnTo>
                    <a:lnTo>
                      <a:pt x="39" y="58"/>
                    </a:lnTo>
                    <a:lnTo>
                      <a:pt x="35" y="60"/>
                    </a:lnTo>
                    <a:lnTo>
                      <a:pt x="30" y="61"/>
                    </a:lnTo>
                    <a:lnTo>
                      <a:pt x="24" y="63"/>
                    </a:lnTo>
                    <a:lnTo>
                      <a:pt x="20" y="64"/>
                    </a:lnTo>
                    <a:lnTo>
                      <a:pt x="15" y="66"/>
                    </a:lnTo>
                    <a:lnTo>
                      <a:pt x="9" y="67"/>
                    </a:lnTo>
                    <a:lnTo>
                      <a:pt x="5" y="68"/>
                    </a:lnTo>
                    <a:lnTo>
                      <a:pt x="0" y="69"/>
                    </a:lnTo>
                    <a:lnTo>
                      <a:pt x="8" y="56"/>
                    </a:lnTo>
                    <a:lnTo>
                      <a:pt x="15" y="41"/>
                    </a:lnTo>
                    <a:lnTo>
                      <a:pt x="16" y="25"/>
                    </a:lnTo>
                    <a:lnTo>
                      <a:pt x="12" y="10"/>
                    </a:lnTo>
                    <a:lnTo>
                      <a:pt x="17" y="10"/>
                    </a:lnTo>
                    <a:lnTo>
                      <a:pt x="23" y="9"/>
                    </a:lnTo>
                    <a:lnTo>
                      <a:pt x="29" y="7"/>
                    </a:lnTo>
                    <a:lnTo>
                      <a:pt x="34" y="5"/>
                    </a:lnTo>
                    <a:lnTo>
                      <a:pt x="39" y="2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8C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7" name="Freeform 61">
                <a:extLst>
                  <a:ext uri="{FF2B5EF4-FFF2-40B4-BE49-F238E27FC236}">
                    <a16:creationId xmlns:a16="http://schemas.microsoft.com/office/drawing/2014/main" id="{E076B005-8190-3A4F-B3AB-1602F944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49"/>
                <a:ext cx="25" cy="13"/>
              </a:xfrm>
              <a:custGeom>
                <a:avLst/>
                <a:gdLst>
                  <a:gd name="T0" fmla="*/ 7 w 48"/>
                  <a:gd name="T1" fmla="*/ 3 h 25"/>
                  <a:gd name="T2" fmla="*/ 6 w 48"/>
                  <a:gd name="T3" fmla="*/ 4 h 25"/>
                  <a:gd name="T4" fmla="*/ 5 w 48"/>
                  <a:gd name="T5" fmla="*/ 4 h 25"/>
                  <a:gd name="T6" fmla="*/ 5 w 48"/>
                  <a:gd name="T7" fmla="*/ 4 h 25"/>
                  <a:gd name="T8" fmla="*/ 4 w 48"/>
                  <a:gd name="T9" fmla="*/ 4 h 25"/>
                  <a:gd name="T10" fmla="*/ 3 w 48"/>
                  <a:gd name="T11" fmla="*/ 3 h 25"/>
                  <a:gd name="T12" fmla="*/ 2 w 48"/>
                  <a:gd name="T13" fmla="*/ 3 h 25"/>
                  <a:gd name="T14" fmla="*/ 1 w 48"/>
                  <a:gd name="T15" fmla="*/ 3 h 25"/>
                  <a:gd name="T16" fmla="*/ 0 w 48"/>
                  <a:gd name="T17" fmla="*/ 3 h 25"/>
                  <a:gd name="T18" fmla="*/ 1 w 48"/>
                  <a:gd name="T19" fmla="*/ 0 h 25"/>
                  <a:gd name="T20" fmla="*/ 2 w 48"/>
                  <a:gd name="T21" fmla="*/ 0 h 25"/>
                  <a:gd name="T22" fmla="*/ 2 w 48"/>
                  <a:gd name="T23" fmla="*/ 1 h 25"/>
                  <a:gd name="T24" fmla="*/ 3 w 48"/>
                  <a:gd name="T25" fmla="*/ 1 h 25"/>
                  <a:gd name="T26" fmla="*/ 4 w 48"/>
                  <a:gd name="T27" fmla="*/ 1 h 25"/>
                  <a:gd name="T28" fmla="*/ 5 w 48"/>
                  <a:gd name="T29" fmla="*/ 2 h 25"/>
                  <a:gd name="T30" fmla="*/ 6 w 48"/>
                  <a:gd name="T31" fmla="*/ 2 h 25"/>
                  <a:gd name="T32" fmla="*/ 6 w 48"/>
                  <a:gd name="T33" fmla="*/ 3 h 25"/>
                  <a:gd name="T34" fmla="*/ 7 w 48"/>
                  <a:gd name="T35" fmla="*/ 3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8"/>
                  <a:gd name="T55" fmla="*/ 0 h 25"/>
                  <a:gd name="T56" fmla="*/ 48 w 48"/>
                  <a:gd name="T57" fmla="*/ 25 h 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8" h="25">
                    <a:moveTo>
                      <a:pt x="48" y="23"/>
                    </a:moveTo>
                    <a:lnTo>
                      <a:pt x="44" y="25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26" y="25"/>
                    </a:lnTo>
                    <a:lnTo>
                      <a:pt x="18" y="24"/>
                    </a:lnTo>
                    <a:lnTo>
                      <a:pt x="13" y="23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23" y="4"/>
                    </a:lnTo>
                    <a:lnTo>
                      <a:pt x="29" y="7"/>
                    </a:lnTo>
                    <a:lnTo>
                      <a:pt x="35" y="10"/>
                    </a:lnTo>
                    <a:lnTo>
                      <a:pt x="40" y="15"/>
                    </a:lnTo>
                    <a:lnTo>
                      <a:pt x="45" y="18"/>
                    </a:lnTo>
                    <a:lnTo>
                      <a:pt x="4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8" name="Freeform 62">
                <a:extLst>
                  <a:ext uri="{FF2B5EF4-FFF2-40B4-BE49-F238E27FC236}">
                    <a16:creationId xmlns:a16="http://schemas.microsoft.com/office/drawing/2014/main" id="{C477D6A3-F72B-864C-8CD2-C835C15A8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60"/>
                <a:ext cx="28" cy="15"/>
              </a:xfrm>
              <a:custGeom>
                <a:avLst/>
                <a:gdLst>
                  <a:gd name="T0" fmla="*/ 7 w 57"/>
                  <a:gd name="T1" fmla="*/ 3 h 31"/>
                  <a:gd name="T2" fmla="*/ 6 w 57"/>
                  <a:gd name="T3" fmla="*/ 3 h 31"/>
                  <a:gd name="T4" fmla="*/ 5 w 57"/>
                  <a:gd name="T5" fmla="*/ 3 h 31"/>
                  <a:gd name="T6" fmla="*/ 4 w 57"/>
                  <a:gd name="T7" fmla="*/ 3 h 31"/>
                  <a:gd name="T8" fmla="*/ 3 w 57"/>
                  <a:gd name="T9" fmla="*/ 3 h 31"/>
                  <a:gd name="T10" fmla="*/ 2 w 57"/>
                  <a:gd name="T11" fmla="*/ 3 h 31"/>
                  <a:gd name="T12" fmla="*/ 1 w 57"/>
                  <a:gd name="T13" fmla="*/ 3 h 31"/>
                  <a:gd name="T14" fmla="*/ 1 w 57"/>
                  <a:gd name="T15" fmla="*/ 3 h 31"/>
                  <a:gd name="T16" fmla="*/ 0 w 57"/>
                  <a:gd name="T17" fmla="*/ 3 h 31"/>
                  <a:gd name="T18" fmla="*/ 0 w 57"/>
                  <a:gd name="T19" fmla="*/ 3 h 31"/>
                  <a:gd name="T20" fmla="*/ 0 w 57"/>
                  <a:gd name="T21" fmla="*/ 2 h 31"/>
                  <a:gd name="T22" fmla="*/ 0 w 57"/>
                  <a:gd name="T23" fmla="*/ 2 h 31"/>
                  <a:gd name="T24" fmla="*/ 0 w 57"/>
                  <a:gd name="T25" fmla="*/ 1 h 31"/>
                  <a:gd name="T26" fmla="*/ 1 w 57"/>
                  <a:gd name="T27" fmla="*/ 0 h 31"/>
                  <a:gd name="T28" fmla="*/ 2 w 57"/>
                  <a:gd name="T29" fmla="*/ 0 h 31"/>
                  <a:gd name="T30" fmla="*/ 2 w 57"/>
                  <a:gd name="T31" fmla="*/ 0 h 31"/>
                  <a:gd name="T32" fmla="*/ 3 w 57"/>
                  <a:gd name="T33" fmla="*/ 1 h 31"/>
                  <a:gd name="T34" fmla="*/ 4 w 57"/>
                  <a:gd name="T35" fmla="*/ 1 h 31"/>
                  <a:gd name="T36" fmla="*/ 5 w 57"/>
                  <a:gd name="T37" fmla="*/ 2 h 31"/>
                  <a:gd name="T38" fmla="*/ 6 w 57"/>
                  <a:gd name="T39" fmla="*/ 2 h 31"/>
                  <a:gd name="T40" fmla="*/ 6 w 57"/>
                  <a:gd name="T41" fmla="*/ 2 h 31"/>
                  <a:gd name="T42" fmla="*/ 7 w 57"/>
                  <a:gd name="T43" fmla="*/ 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31"/>
                  <a:gd name="T68" fmla="*/ 57 w 5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31">
                    <a:moveTo>
                      <a:pt x="57" y="26"/>
                    </a:moveTo>
                    <a:lnTo>
                      <a:pt x="51" y="28"/>
                    </a:lnTo>
                    <a:lnTo>
                      <a:pt x="45" y="30"/>
                    </a:lnTo>
                    <a:lnTo>
                      <a:pt x="37" y="31"/>
                    </a:lnTo>
                    <a:lnTo>
                      <a:pt x="30" y="31"/>
                    </a:lnTo>
                    <a:lnTo>
                      <a:pt x="22" y="31"/>
                    </a:lnTo>
                    <a:lnTo>
                      <a:pt x="15" y="31"/>
                    </a:lnTo>
                    <a:lnTo>
                      <a:pt x="8" y="31"/>
                    </a:lnTo>
                    <a:lnTo>
                      <a:pt x="3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3" y="5"/>
                    </a:lnTo>
                    <a:lnTo>
                      <a:pt x="30" y="9"/>
                    </a:lnTo>
                    <a:lnTo>
                      <a:pt x="36" y="12"/>
                    </a:lnTo>
                    <a:lnTo>
                      <a:pt x="42" y="16"/>
                    </a:lnTo>
                    <a:lnTo>
                      <a:pt x="48" y="19"/>
                    </a:lnTo>
                    <a:lnTo>
                      <a:pt x="52" y="23"/>
                    </a:lnTo>
                    <a:lnTo>
                      <a:pt x="5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29" name="Freeform 63">
                <a:extLst>
                  <a:ext uri="{FF2B5EF4-FFF2-40B4-BE49-F238E27FC236}">
                    <a16:creationId xmlns:a16="http://schemas.microsoft.com/office/drawing/2014/main" id="{438319A1-6E89-0D41-B7CD-10ADADFA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930"/>
                <a:ext cx="285" cy="304"/>
              </a:xfrm>
              <a:custGeom>
                <a:avLst/>
                <a:gdLst>
                  <a:gd name="T0" fmla="*/ 70 w 571"/>
                  <a:gd name="T1" fmla="*/ 29 h 608"/>
                  <a:gd name="T2" fmla="*/ 69 w 571"/>
                  <a:gd name="T3" fmla="*/ 27 h 608"/>
                  <a:gd name="T4" fmla="*/ 66 w 571"/>
                  <a:gd name="T5" fmla="*/ 25 h 608"/>
                  <a:gd name="T6" fmla="*/ 65 w 571"/>
                  <a:gd name="T7" fmla="*/ 21 h 608"/>
                  <a:gd name="T8" fmla="*/ 65 w 571"/>
                  <a:gd name="T9" fmla="*/ 15 h 608"/>
                  <a:gd name="T10" fmla="*/ 62 w 571"/>
                  <a:gd name="T11" fmla="*/ 14 h 608"/>
                  <a:gd name="T12" fmla="*/ 59 w 571"/>
                  <a:gd name="T13" fmla="*/ 14 h 608"/>
                  <a:gd name="T14" fmla="*/ 55 w 571"/>
                  <a:gd name="T15" fmla="*/ 19 h 608"/>
                  <a:gd name="T16" fmla="*/ 42 w 571"/>
                  <a:gd name="T17" fmla="*/ 38 h 608"/>
                  <a:gd name="T18" fmla="*/ 33 w 571"/>
                  <a:gd name="T19" fmla="*/ 50 h 608"/>
                  <a:gd name="T20" fmla="*/ 29 w 571"/>
                  <a:gd name="T21" fmla="*/ 55 h 608"/>
                  <a:gd name="T22" fmla="*/ 28 w 571"/>
                  <a:gd name="T23" fmla="*/ 53 h 608"/>
                  <a:gd name="T24" fmla="*/ 36 w 571"/>
                  <a:gd name="T25" fmla="*/ 38 h 608"/>
                  <a:gd name="T26" fmla="*/ 45 w 571"/>
                  <a:gd name="T27" fmla="*/ 20 h 608"/>
                  <a:gd name="T28" fmla="*/ 51 w 571"/>
                  <a:gd name="T29" fmla="*/ 7 h 608"/>
                  <a:gd name="T30" fmla="*/ 52 w 571"/>
                  <a:gd name="T31" fmla="*/ 3 h 608"/>
                  <a:gd name="T32" fmla="*/ 48 w 571"/>
                  <a:gd name="T33" fmla="*/ 1 h 608"/>
                  <a:gd name="T34" fmla="*/ 45 w 571"/>
                  <a:gd name="T35" fmla="*/ 3 h 608"/>
                  <a:gd name="T36" fmla="*/ 44 w 571"/>
                  <a:gd name="T37" fmla="*/ 3 h 608"/>
                  <a:gd name="T38" fmla="*/ 37 w 571"/>
                  <a:gd name="T39" fmla="*/ 18 h 608"/>
                  <a:gd name="T40" fmla="*/ 29 w 571"/>
                  <a:gd name="T41" fmla="*/ 32 h 608"/>
                  <a:gd name="T42" fmla="*/ 23 w 571"/>
                  <a:gd name="T43" fmla="*/ 40 h 608"/>
                  <a:gd name="T44" fmla="*/ 16 w 571"/>
                  <a:gd name="T45" fmla="*/ 47 h 608"/>
                  <a:gd name="T46" fmla="*/ 16 w 571"/>
                  <a:gd name="T47" fmla="*/ 41 h 608"/>
                  <a:gd name="T48" fmla="*/ 13 w 571"/>
                  <a:gd name="T49" fmla="*/ 41 h 608"/>
                  <a:gd name="T50" fmla="*/ 10 w 571"/>
                  <a:gd name="T51" fmla="*/ 42 h 608"/>
                  <a:gd name="T52" fmla="*/ 7 w 571"/>
                  <a:gd name="T53" fmla="*/ 46 h 608"/>
                  <a:gd name="T54" fmla="*/ 4 w 571"/>
                  <a:gd name="T55" fmla="*/ 45 h 608"/>
                  <a:gd name="T56" fmla="*/ 0 w 571"/>
                  <a:gd name="T57" fmla="*/ 49 h 608"/>
                  <a:gd name="T58" fmla="*/ 0 w 571"/>
                  <a:gd name="T59" fmla="*/ 59 h 608"/>
                  <a:gd name="T60" fmla="*/ 3 w 571"/>
                  <a:gd name="T61" fmla="*/ 64 h 608"/>
                  <a:gd name="T62" fmla="*/ 3 w 571"/>
                  <a:gd name="T63" fmla="*/ 66 h 608"/>
                  <a:gd name="T64" fmla="*/ 4 w 571"/>
                  <a:gd name="T65" fmla="*/ 69 h 608"/>
                  <a:gd name="T66" fmla="*/ 7 w 571"/>
                  <a:gd name="T67" fmla="*/ 70 h 608"/>
                  <a:gd name="T68" fmla="*/ 11 w 571"/>
                  <a:gd name="T69" fmla="*/ 66 h 608"/>
                  <a:gd name="T70" fmla="*/ 16 w 571"/>
                  <a:gd name="T71" fmla="*/ 61 h 608"/>
                  <a:gd name="T72" fmla="*/ 14 w 571"/>
                  <a:gd name="T73" fmla="*/ 65 h 608"/>
                  <a:gd name="T74" fmla="*/ 12 w 571"/>
                  <a:gd name="T75" fmla="*/ 70 h 608"/>
                  <a:gd name="T76" fmla="*/ 15 w 571"/>
                  <a:gd name="T77" fmla="*/ 76 h 608"/>
                  <a:gd name="T78" fmla="*/ 27 w 571"/>
                  <a:gd name="T79" fmla="*/ 68 h 608"/>
                  <a:gd name="T80" fmla="*/ 36 w 571"/>
                  <a:gd name="T81" fmla="*/ 58 h 608"/>
                  <a:gd name="T82" fmla="*/ 45 w 571"/>
                  <a:gd name="T83" fmla="*/ 47 h 608"/>
                  <a:gd name="T84" fmla="*/ 53 w 571"/>
                  <a:gd name="T85" fmla="*/ 35 h 608"/>
                  <a:gd name="T86" fmla="*/ 57 w 571"/>
                  <a:gd name="T87" fmla="*/ 36 h 608"/>
                  <a:gd name="T88" fmla="*/ 60 w 571"/>
                  <a:gd name="T89" fmla="*/ 37 h 608"/>
                  <a:gd name="T90" fmla="*/ 62 w 571"/>
                  <a:gd name="T91" fmla="*/ 37 h 608"/>
                  <a:gd name="T92" fmla="*/ 64 w 571"/>
                  <a:gd name="T93" fmla="*/ 39 h 608"/>
                  <a:gd name="T94" fmla="*/ 67 w 571"/>
                  <a:gd name="T95" fmla="*/ 43 h 608"/>
                  <a:gd name="T96" fmla="*/ 71 w 571"/>
                  <a:gd name="T97" fmla="*/ 39 h 6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71"/>
                  <a:gd name="T148" fmla="*/ 0 h 608"/>
                  <a:gd name="T149" fmla="*/ 571 w 571"/>
                  <a:gd name="T150" fmla="*/ 608 h 60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71" h="608">
                    <a:moveTo>
                      <a:pt x="568" y="299"/>
                    </a:moveTo>
                    <a:lnTo>
                      <a:pt x="566" y="278"/>
                    </a:lnTo>
                    <a:lnTo>
                      <a:pt x="565" y="252"/>
                    </a:lnTo>
                    <a:lnTo>
                      <a:pt x="566" y="230"/>
                    </a:lnTo>
                    <a:lnTo>
                      <a:pt x="566" y="219"/>
                    </a:lnTo>
                    <a:lnTo>
                      <a:pt x="565" y="218"/>
                    </a:lnTo>
                    <a:lnTo>
                      <a:pt x="562" y="215"/>
                    </a:lnTo>
                    <a:lnTo>
                      <a:pt x="557" y="211"/>
                    </a:lnTo>
                    <a:lnTo>
                      <a:pt x="551" y="207"/>
                    </a:lnTo>
                    <a:lnTo>
                      <a:pt x="544" y="202"/>
                    </a:lnTo>
                    <a:lnTo>
                      <a:pt x="537" y="200"/>
                    </a:lnTo>
                    <a:lnTo>
                      <a:pt x="530" y="197"/>
                    </a:lnTo>
                    <a:lnTo>
                      <a:pt x="524" y="199"/>
                    </a:lnTo>
                    <a:lnTo>
                      <a:pt x="524" y="194"/>
                    </a:lnTo>
                    <a:lnTo>
                      <a:pt x="524" y="182"/>
                    </a:lnTo>
                    <a:lnTo>
                      <a:pt x="524" y="167"/>
                    </a:lnTo>
                    <a:lnTo>
                      <a:pt x="526" y="152"/>
                    </a:lnTo>
                    <a:lnTo>
                      <a:pt x="525" y="132"/>
                    </a:lnTo>
                    <a:lnTo>
                      <a:pt x="522" y="127"/>
                    </a:lnTo>
                    <a:lnTo>
                      <a:pt x="520" y="121"/>
                    </a:lnTo>
                    <a:lnTo>
                      <a:pt x="517" y="117"/>
                    </a:lnTo>
                    <a:lnTo>
                      <a:pt x="512" y="113"/>
                    </a:lnTo>
                    <a:lnTo>
                      <a:pt x="506" y="110"/>
                    </a:lnTo>
                    <a:lnTo>
                      <a:pt x="500" y="108"/>
                    </a:lnTo>
                    <a:lnTo>
                      <a:pt x="495" y="108"/>
                    </a:lnTo>
                    <a:lnTo>
                      <a:pt x="488" y="108"/>
                    </a:lnTo>
                    <a:lnTo>
                      <a:pt x="482" y="109"/>
                    </a:lnTo>
                    <a:lnTo>
                      <a:pt x="476" y="112"/>
                    </a:lnTo>
                    <a:lnTo>
                      <a:pt x="472" y="116"/>
                    </a:lnTo>
                    <a:lnTo>
                      <a:pt x="467" y="120"/>
                    </a:lnTo>
                    <a:lnTo>
                      <a:pt x="461" y="127"/>
                    </a:lnTo>
                    <a:lnTo>
                      <a:pt x="447" y="148"/>
                    </a:lnTo>
                    <a:lnTo>
                      <a:pt x="426" y="178"/>
                    </a:lnTo>
                    <a:lnTo>
                      <a:pt x="399" y="215"/>
                    </a:lnTo>
                    <a:lnTo>
                      <a:pt x="369" y="256"/>
                    </a:lnTo>
                    <a:lnTo>
                      <a:pt x="339" y="298"/>
                    </a:lnTo>
                    <a:lnTo>
                      <a:pt x="310" y="338"/>
                    </a:lnTo>
                    <a:lnTo>
                      <a:pt x="285" y="373"/>
                    </a:lnTo>
                    <a:lnTo>
                      <a:pt x="277" y="383"/>
                    </a:lnTo>
                    <a:lnTo>
                      <a:pt x="269" y="394"/>
                    </a:lnTo>
                    <a:lnTo>
                      <a:pt x="260" y="405"/>
                    </a:lnTo>
                    <a:lnTo>
                      <a:pt x="252" y="415"/>
                    </a:lnTo>
                    <a:lnTo>
                      <a:pt x="242" y="424"/>
                    </a:lnTo>
                    <a:lnTo>
                      <a:pt x="234" y="435"/>
                    </a:lnTo>
                    <a:lnTo>
                      <a:pt x="225" y="445"/>
                    </a:lnTo>
                    <a:lnTo>
                      <a:pt x="216" y="454"/>
                    </a:lnTo>
                    <a:lnTo>
                      <a:pt x="222" y="442"/>
                    </a:lnTo>
                    <a:lnTo>
                      <a:pt x="231" y="422"/>
                    </a:lnTo>
                    <a:lnTo>
                      <a:pt x="242" y="397"/>
                    </a:lnTo>
                    <a:lnTo>
                      <a:pt x="257" y="368"/>
                    </a:lnTo>
                    <a:lnTo>
                      <a:pt x="273" y="336"/>
                    </a:lnTo>
                    <a:lnTo>
                      <a:pt x="291" y="300"/>
                    </a:lnTo>
                    <a:lnTo>
                      <a:pt x="308" y="264"/>
                    </a:lnTo>
                    <a:lnTo>
                      <a:pt x="326" y="227"/>
                    </a:lnTo>
                    <a:lnTo>
                      <a:pt x="345" y="192"/>
                    </a:lnTo>
                    <a:lnTo>
                      <a:pt x="362" y="157"/>
                    </a:lnTo>
                    <a:lnTo>
                      <a:pt x="378" y="125"/>
                    </a:lnTo>
                    <a:lnTo>
                      <a:pt x="392" y="97"/>
                    </a:lnTo>
                    <a:lnTo>
                      <a:pt x="404" y="73"/>
                    </a:lnTo>
                    <a:lnTo>
                      <a:pt x="413" y="56"/>
                    </a:lnTo>
                    <a:lnTo>
                      <a:pt x="419" y="44"/>
                    </a:lnTo>
                    <a:lnTo>
                      <a:pt x="421" y="40"/>
                    </a:lnTo>
                    <a:lnTo>
                      <a:pt x="421" y="27"/>
                    </a:lnTo>
                    <a:lnTo>
                      <a:pt x="417" y="17"/>
                    </a:lnTo>
                    <a:lnTo>
                      <a:pt x="409" y="7"/>
                    </a:lnTo>
                    <a:lnTo>
                      <a:pt x="399" y="2"/>
                    </a:lnTo>
                    <a:lnTo>
                      <a:pt x="393" y="0"/>
                    </a:lnTo>
                    <a:lnTo>
                      <a:pt x="386" y="3"/>
                    </a:lnTo>
                    <a:lnTo>
                      <a:pt x="379" y="6"/>
                    </a:lnTo>
                    <a:lnTo>
                      <a:pt x="374" y="11"/>
                    </a:lnTo>
                    <a:lnTo>
                      <a:pt x="368" y="15"/>
                    </a:lnTo>
                    <a:lnTo>
                      <a:pt x="363" y="19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5"/>
                    </a:lnTo>
                    <a:lnTo>
                      <a:pt x="344" y="53"/>
                    </a:lnTo>
                    <a:lnTo>
                      <a:pt x="329" y="82"/>
                    </a:lnTo>
                    <a:lnTo>
                      <a:pt x="315" y="111"/>
                    </a:lnTo>
                    <a:lnTo>
                      <a:pt x="300" y="140"/>
                    </a:lnTo>
                    <a:lnTo>
                      <a:pt x="286" y="169"/>
                    </a:lnTo>
                    <a:lnTo>
                      <a:pt x="271" y="197"/>
                    </a:lnTo>
                    <a:lnTo>
                      <a:pt x="255" y="226"/>
                    </a:lnTo>
                    <a:lnTo>
                      <a:pt x="239" y="255"/>
                    </a:lnTo>
                    <a:lnTo>
                      <a:pt x="226" y="270"/>
                    </a:lnTo>
                    <a:lnTo>
                      <a:pt x="212" y="286"/>
                    </a:lnTo>
                    <a:lnTo>
                      <a:pt x="200" y="301"/>
                    </a:lnTo>
                    <a:lnTo>
                      <a:pt x="186" y="316"/>
                    </a:lnTo>
                    <a:lnTo>
                      <a:pt x="173" y="331"/>
                    </a:lnTo>
                    <a:lnTo>
                      <a:pt x="159" y="346"/>
                    </a:lnTo>
                    <a:lnTo>
                      <a:pt x="147" y="362"/>
                    </a:lnTo>
                    <a:lnTo>
                      <a:pt x="134" y="377"/>
                    </a:lnTo>
                    <a:lnTo>
                      <a:pt x="135" y="370"/>
                    </a:lnTo>
                    <a:lnTo>
                      <a:pt x="136" y="356"/>
                    </a:lnTo>
                    <a:lnTo>
                      <a:pt x="135" y="340"/>
                    </a:lnTo>
                    <a:lnTo>
                      <a:pt x="131" y="329"/>
                    </a:lnTo>
                    <a:lnTo>
                      <a:pt x="125" y="325"/>
                    </a:lnTo>
                    <a:lnTo>
                      <a:pt x="119" y="323"/>
                    </a:lnTo>
                    <a:lnTo>
                      <a:pt x="113" y="322"/>
                    </a:lnTo>
                    <a:lnTo>
                      <a:pt x="107" y="322"/>
                    </a:lnTo>
                    <a:lnTo>
                      <a:pt x="102" y="323"/>
                    </a:lnTo>
                    <a:lnTo>
                      <a:pt x="96" y="324"/>
                    </a:lnTo>
                    <a:lnTo>
                      <a:pt x="90" y="328"/>
                    </a:lnTo>
                    <a:lnTo>
                      <a:pt x="86" y="332"/>
                    </a:lnTo>
                    <a:lnTo>
                      <a:pt x="82" y="337"/>
                    </a:lnTo>
                    <a:lnTo>
                      <a:pt x="74" y="347"/>
                    </a:lnTo>
                    <a:lnTo>
                      <a:pt x="65" y="359"/>
                    </a:lnTo>
                    <a:lnTo>
                      <a:pt x="58" y="368"/>
                    </a:lnTo>
                    <a:lnTo>
                      <a:pt x="53" y="362"/>
                    </a:lnTo>
                    <a:lnTo>
                      <a:pt x="48" y="359"/>
                    </a:lnTo>
                    <a:lnTo>
                      <a:pt x="41" y="356"/>
                    </a:lnTo>
                    <a:lnTo>
                      <a:pt x="33" y="355"/>
                    </a:lnTo>
                    <a:lnTo>
                      <a:pt x="20" y="358"/>
                    </a:lnTo>
                    <a:lnTo>
                      <a:pt x="10" y="364"/>
                    </a:lnTo>
                    <a:lnTo>
                      <a:pt x="3" y="375"/>
                    </a:lnTo>
                    <a:lnTo>
                      <a:pt x="0" y="388"/>
                    </a:lnTo>
                    <a:lnTo>
                      <a:pt x="0" y="407"/>
                    </a:lnTo>
                    <a:lnTo>
                      <a:pt x="0" y="428"/>
                    </a:lnTo>
                    <a:lnTo>
                      <a:pt x="0" y="449"/>
                    </a:lnTo>
                    <a:lnTo>
                      <a:pt x="0" y="468"/>
                    </a:lnTo>
                    <a:lnTo>
                      <a:pt x="3" y="474"/>
                    </a:lnTo>
                    <a:lnTo>
                      <a:pt x="7" y="488"/>
                    </a:lnTo>
                    <a:lnTo>
                      <a:pt x="15" y="503"/>
                    </a:lnTo>
                    <a:lnTo>
                      <a:pt x="24" y="511"/>
                    </a:lnTo>
                    <a:lnTo>
                      <a:pt x="24" y="513"/>
                    </a:lnTo>
                    <a:lnTo>
                      <a:pt x="24" y="518"/>
                    </a:lnTo>
                    <a:lnTo>
                      <a:pt x="24" y="523"/>
                    </a:lnTo>
                    <a:lnTo>
                      <a:pt x="24" y="527"/>
                    </a:lnTo>
                    <a:lnTo>
                      <a:pt x="27" y="533"/>
                    </a:lnTo>
                    <a:lnTo>
                      <a:pt x="29" y="538"/>
                    </a:lnTo>
                    <a:lnTo>
                      <a:pt x="33" y="543"/>
                    </a:lnTo>
                    <a:lnTo>
                      <a:pt x="38" y="548"/>
                    </a:lnTo>
                    <a:lnTo>
                      <a:pt x="43" y="551"/>
                    </a:lnTo>
                    <a:lnTo>
                      <a:pt x="49" y="552"/>
                    </a:lnTo>
                    <a:lnTo>
                      <a:pt x="54" y="553"/>
                    </a:lnTo>
                    <a:lnTo>
                      <a:pt x="61" y="553"/>
                    </a:lnTo>
                    <a:lnTo>
                      <a:pt x="64" y="551"/>
                    </a:lnTo>
                    <a:lnTo>
                      <a:pt x="71" y="545"/>
                    </a:lnTo>
                    <a:lnTo>
                      <a:pt x="80" y="536"/>
                    </a:lnTo>
                    <a:lnTo>
                      <a:pt x="91" y="526"/>
                    </a:lnTo>
                    <a:lnTo>
                      <a:pt x="104" y="514"/>
                    </a:lnTo>
                    <a:lnTo>
                      <a:pt x="116" y="503"/>
                    </a:lnTo>
                    <a:lnTo>
                      <a:pt x="126" y="492"/>
                    </a:lnTo>
                    <a:lnTo>
                      <a:pt x="134" y="483"/>
                    </a:lnTo>
                    <a:lnTo>
                      <a:pt x="131" y="492"/>
                    </a:lnTo>
                    <a:lnTo>
                      <a:pt x="126" y="502"/>
                    </a:lnTo>
                    <a:lnTo>
                      <a:pt x="121" y="511"/>
                    </a:lnTo>
                    <a:lnTo>
                      <a:pt x="118" y="520"/>
                    </a:lnTo>
                    <a:lnTo>
                      <a:pt x="113" y="529"/>
                    </a:lnTo>
                    <a:lnTo>
                      <a:pt x="109" y="538"/>
                    </a:lnTo>
                    <a:lnTo>
                      <a:pt x="103" y="548"/>
                    </a:lnTo>
                    <a:lnTo>
                      <a:pt x="98" y="557"/>
                    </a:lnTo>
                    <a:lnTo>
                      <a:pt x="99" y="565"/>
                    </a:lnTo>
                    <a:lnTo>
                      <a:pt x="103" y="582"/>
                    </a:lnTo>
                    <a:lnTo>
                      <a:pt x="111" y="599"/>
                    </a:lnTo>
                    <a:lnTo>
                      <a:pt x="121" y="608"/>
                    </a:lnTo>
                    <a:lnTo>
                      <a:pt x="157" y="601"/>
                    </a:lnTo>
                    <a:lnTo>
                      <a:pt x="179" y="582"/>
                    </a:lnTo>
                    <a:lnTo>
                      <a:pt x="200" y="564"/>
                    </a:lnTo>
                    <a:lnTo>
                      <a:pt x="220" y="544"/>
                    </a:lnTo>
                    <a:lnTo>
                      <a:pt x="240" y="523"/>
                    </a:lnTo>
                    <a:lnTo>
                      <a:pt x="258" y="503"/>
                    </a:lnTo>
                    <a:lnTo>
                      <a:pt x="277" y="482"/>
                    </a:lnTo>
                    <a:lnTo>
                      <a:pt x="294" y="460"/>
                    </a:lnTo>
                    <a:lnTo>
                      <a:pt x="311" y="438"/>
                    </a:lnTo>
                    <a:lnTo>
                      <a:pt x="329" y="416"/>
                    </a:lnTo>
                    <a:lnTo>
                      <a:pt x="345" y="393"/>
                    </a:lnTo>
                    <a:lnTo>
                      <a:pt x="362" y="370"/>
                    </a:lnTo>
                    <a:lnTo>
                      <a:pt x="378" y="346"/>
                    </a:lnTo>
                    <a:lnTo>
                      <a:pt x="394" y="322"/>
                    </a:lnTo>
                    <a:lnTo>
                      <a:pt x="411" y="298"/>
                    </a:lnTo>
                    <a:lnTo>
                      <a:pt x="427" y="273"/>
                    </a:lnTo>
                    <a:lnTo>
                      <a:pt x="444" y="249"/>
                    </a:lnTo>
                    <a:lnTo>
                      <a:pt x="447" y="257"/>
                    </a:lnTo>
                    <a:lnTo>
                      <a:pt x="454" y="271"/>
                    </a:lnTo>
                    <a:lnTo>
                      <a:pt x="460" y="285"/>
                    </a:lnTo>
                    <a:lnTo>
                      <a:pt x="464" y="292"/>
                    </a:lnTo>
                    <a:lnTo>
                      <a:pt x="468" y="293"/>
                    </a:lnTo>
                    <a:lnTo>
                      <a:pt x="474" y="294"/>
                    </a:lnTo>
                    <a:lnTo>
                      <a:pt x="480" y="294"/>
                    </a:lnTo>
                    <a:lnTo>
                      <a:pt x="487" y="293"/>
                    </a:lnTo>
                    <a:lnTo>
                      <a:pt x="492" y="292"/>
                    </a:lnTo>
                    <a:lnTo>
                      <a:pt x="498" y="291"/>
                    </a:lnTo>
                    <a:lnTo>
                      <a:pt x="502" y="290"/>
                    </a:lnTo>
                    <a:lnTo>
                      <a:pt x="503" y="290"/>
                    </a:lnTo>
                    <a:lnTo>
                      <a:pt x="504" y="295"/>
                    </a:lnTo>
                    <a:lnTo>
                      <a:pt x="507" y="303"/>
                    </a:lnTo>
                    <a:lnTo>
                      <a:pt x="513" y="311"/>
                    </a:lnTo>
                    <a:lnTo>
                      <a:pt x="520" y="322"/>
                    </a:lnTo>
                    <a:lnTo>
                      <a:pt x="528" y="330"/>
                    </a:lnTo>
                    <a:lnTo>
                      <a:pt x="536" y="337"/>
                    </a:lnTo>
                    <a:lnTo>
                      <a:pt x="543" y="340"/>
                    </a:lnTo>
                    <a:lnTo>
                      <a:pt x="550" y="340"/>
                    </a:lnTo>
                    <a:lnTo>
                      <a:pt x="562" y="333"/>
                    </a:lnTo>
                    <a:lnTo>
                      <a:pt x="568" y="324"/>
                    </a:lnTo>
                    <a:lnTo>
                      <a:pt x="571" y="311"/>
                    </a:lnTo>
                    <a:lnTo>
                      <a:pt x="568" y="299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230" name="Freeform 64">
                <a:extLst>
                  <a:ext uri="{FF2B5EF4-FFF2-40B4-BE49-F238E27FC236}">
                    <a16:creationId xmlns:a16="http://schemas.microsoft.com/office/drawing/2014/main" id="{3BC4189E-BA8D-B84B-ABC9-500B4594B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1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F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71684" name="Group 65">
              <a:extLst>
                <a:ext uri="{FF2B5EF4-FFF2-40B4-BE49-F238E27FC236}">
                  <a16:creationId xmlns:a16="http://schemas.microsoft.com/office/drawing/2014/main" id="{4610E1A1-1DB6-454B-981A-1D7461A8A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5" y="1861"/>
              <a:ext cx="1031" cy="848"/>
              <a:chOff x="2341" y="1736"/>
              <a:chExt cx="1031" cy="848"/>
            </a:xfrm>
          </p:grpSpPr>
          <p:sp>
            <p:nvSpPr>
              <p:cNvPr id="72089" name="Freeform 66">
                <a:extLst>
                  <a:ext uri="{FF2B5EF4-FFF2-40B4-BE49-F238E27FC236}">
                    <a16:creationId xmlns:a16="http://schemas.microsoft.com/office/drawing/2014/main" id="{5FC0C8FD-A06C-5540-9981-260D2C59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074"/>
                <a:ext cx="360" cy="169"/>
              </a:xfrm>
              <a:custGeom>
                <a:avLst/>
                <a:gdLst>
                  <a:gd name="T0" fmla="*/ 90 w 719"/>
                  <a:gd name="T1" fmla="*/ 0 h 338"/>
                  <a:gd name="T2" fmla="*/ 34 w 719"/>
                  <a:gd name="T3" fmla="*/ 6 h 338"/>
                  <a:gd name="T4" fmla="*/ 0 w 719"/>
                  <a:gd name="T5" fmla="*/ 16 h 338"/>
                  <a:gd name="T6" fmla="*/ 0 w 719"/>
                  <a:gd name="T7" fmla="*/ 37 h 338"/>
                  <a:gd name="T8" fmla="*/ 26 w 719"/>
                  <a:gd name="T9" fmla="*/ 43 h 338"/>
                  <a:gd name="T10" fmla="*/ 77 w 719"/>
                  <a:gd name="T11" fmla="*/ 18 h 338"/>
                  <a:gd name="T12" fmla="*/ 90 w 719"/>
                  <a:gd name="T13" fmla="*/ 0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19"/>
                  <a:gd name="T22" fmla="*/ 0 h 338"/>
                  <a:gd name="T23" fmla="*/ 719 w 719"/>
                  <a:gd name="T24" fmla="*/ 338 h 3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19" h="338">
                    <a:moveTo>
                      <a:pt x="719" y="0"/>
                    </a:moveTo>
                    <a:lnTo>
                      <a:pt x="272" y="42"/>
                    </a:lnTo>
                    <a:lnTo>
                      <a:pt x="0" y="127"/>
                    </a:lnTo>
                    <a:lnTo>
                      <a:pt x="0" y="295"/>
                    </a:lnTo>
                    <a:lnTo>
                      <a:pt x="201" y="338"/>
                    </a:lnTo>
                    <a:lnTo>
                      <a:pt x="616" y="144"/>
                    </a:lnTo>
                    <a:lnTo>
                      <a:pt x="7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0" name="Freeform 67">
                <a:extLst>
                  <a:ext uri="{FF2B5EF4-FFF2-40B4-BE49-F238E27FC236}">
                    <a16:creationId xmlns:a16="http://schemas.microsoft.com/office/drawing/2014/main" id="{65CAA855-EB8A-9A47-BA59-E2A19561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04"/>
                <a:ext cx="169" cy="54"/>
              </a:xfrm>
              <a:custGeom>
                <a:avLst/>
                <a:gdLst>
                  <a:gd name="T0" fmla="*/ 0 w 338"/>
                  <a:gd name="T1" fmla="*/ 10 h 110"/>
                  <a:gd name="T2" fmla="*/ 24 w 338"/>
                  <a:gd name="T3" fmla="*/ 13 h 110"/>
                  <a:gd name="T4" fmla="*/ 25 w 338"/>
                  <a:gd name="T5" fmla="*/ 10 h 110"/>
                  <a:gd name="T6" fmla="*/ 29 w 338"/>
                  <a:gd name="T7" fmla="*/ 5 h 110"/>
                  <a:gd name="T8" fmla="*/ 43 w 338"/>
                  <a:gd name="T9" fmla="*/ 2 h 110"/>
                  <a:gd name="T10" fmla="*/ 33 w 338"/>
                  <a:gd name="T11" fmla="*/ 0 h 110"/>
                  <a:gd name="T12" fmla="*/ 0 w 338"/>
                  <a:gd name="T13" fmla="*/ 10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8"/>
                  <a:gd name="T22" fmla="*/ 0 h 110"/>
                  <a:gd name="T23" fmla="*/ 338 w 338"/>
                  <a:gd name="T24" fmla="*/ 110 h 1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8" h="110">
                    <a:moveTo>
                      <a:pt x="0" y="84"/>
                    </a:moveTo>
                    <a:lnTo>
                      <a:pt x="188" y="110"/>
                    </a:lnTo>
                    <a:lnTo>
                      <a:pt x="194" y="83"/>
                    </a:lnTo>
                    <a:lnTo>
                      <a:pt x="227" y="42"/>
                    </a:lnTo>
                    <a:lnTo>
                      <a:pt x="338" y="17"/>
                    </a:lnTo>
                    <a:lnTo>
                      <a:pt x="261" y="0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1" name="Freeform 68">
                <a:extLst>
                  <a:ext uri="{FF2B5EF4-FFF2-40B4-BE49-F238E27FC236}">
                    <a16:creationId xmlns:a16="http://schemas.microsoft.com/office/drawing/2014/main" id="{3A2FD2E7-ADB3-4543-BC24-3A414DB6F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085"/>
                <a:ext cx="155" cy="23"/>
              </a:xfrm>
              <a:custGeom>
                <a:avLst/>
                <a:gdLst>
                  <a:gd name="T0" fmla="*/ 0 w 308"/>
                  <a:gd name="T1" fmla="*/ 4 h 46"/>
                  <a:gd name="T2" fmla="*/ 8 w 308"/>
                  <a:gd name="T3" fmla="*/ 6 h 46"/>
                  <a:gd name="T4" fmla="*/ 39 w 308"/>
                  <a:gd name="T5" fmla="*/ 0 h 46"/>
                  <a:gd name="T6" fmla="*/ 0 w 308"/>
                  <a:gd name="T7" fmla="*/ 4 h 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8"/>
                  <a:gd name="T13" fmla="*/ 0 h 46"/>
                  <a:gd name="T14" fmla="*/ 308 w 308"/>
                  <a:gd name="T15" fmla="*/ 46 h 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8" h="46">
                    <a:moveTo>
                      <a:pt x="0" y="32"/>
                    </a:moveTo>
                    <a:lnTo>
                      <a:pt x="60" y="46"/>
                    </a:lnTo>
                    <a:lnTo>
                      <a:pt x="308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2" name="Freeform 69">
                <a:extLst>
                  <a:ext uri="{FF2B5EF4-FFF2-40B4-BE49-F238E27FC236}">
                    <a16:creationId xmlns:a16="http://schemas.microsoft.com/office/drawing/2014/main" id="{37187ADB-6476-ED4A-9898-2314C6DAD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46"/>
                <a:ext cx="94" cy="82"/>
              </a:xfrm>
              <a:custGeom>
                <a:avLst/>
                <a:gdLst>
                  <a:gd name="T0" fmla="*/ 0 w 188"/>
                  <a:gd name="T1" fmla="*/ 0 h 165"/>
                  <a:gd name="T2" fmla="*/ 0 w 188"/>
                  <a:gd name="T3" fmla="*/ 17 h 165"/>
                  <a:gd name="T4" fmla="*/ 18 w 188"/>
                  <a:gd name="T5" fmla="*/ 20 h 165"/>
                  <a:gd name="T6" fmla="*/ 24 w 188"/>
                  <a:gd name="T7" fmla="*/ 3 h 165"/>
                  <a:gd name="T8" fmla="*/ 0 w 188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8"/>
                  <a:gd name="T16" fmla="*/ 0 h 165"/>
                  <a:gd name="T17" fmla="*/ 188 w 1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8" h="165">
                    <a:moveTo>
                      <a:pt x="0" y="0"/>
                    </a:moveTo>
                    <a:lnTo>
                      <a:pt x="0" y="136"/>
                    </a:lnTo>
                    <a:lnTo>
                      <a:pt x="144" y="165"/>
                    </a:lnTo>
                    <a:lnTo>
                      <a:pt x="188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3" name="Freeform 70">
                <a:extLst>
                  <a:ext uri="{FF2B5EF4-FFF2-40B4-BE49-F238E27FC236}">
                    <a16:creationId xmlns:a16="http://schemas.microsoft.com/office/drawing/2014/main" id="{F00C41DC-65FB-CB43-A3A4-C376FD137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36"/>
                <a:ext cx="533" cy="313"/>
              </a:xfrm>
              <a:custGeom>
                <a:avLst/>
                <a:gdLst>
                  <a:gd name="T0" fmla="*/ 108 w 1065"/>
                  <a:gd name="T1" fmla="*/ 78 h 626"/>
                  <a:gd name="T2" fmla="*/ 111 w 1065"/>
                  <a:gd name="T3" fmla="*/ 76 h 626"/>
                  <a:gd name="T4" fmla="*/ 116 w 1065"/>
                  <a:gd name="T5" fmla="*/ 72 h 626"/>
                  <a:gd name="T6" fmla="*/ 122 w 1065"/>
                  <a:gd name="T7" fmla="*/ 65 h 626"/>
                  <a:gd name="T8" fmla="*/ 127 w 1065"/>
                  <a:gd name="T9" fmla="*/ 55 h 626"/>
                  <a:gd name="T10" fmla="*/ 131 w 1065"/>
                  <a:gd name="T11" fmla="*/ 43 h 626"/>
                  <a:gd name="T12" fmla="*/ 134 w 1065"/>
                  <a:gd name="T13" fmla="*/ 28 h 626"/>
                  <a:gd name="T14" fmla="*/ 132 w 1065"/>
                  <a:gd name="T15" fmla="*/ 10 h 626"/>
                  <a:gd name="T16" fmla="*/ 130 w 1065"/>
                  <a:gd name="T17" fmla="*/ 0 h 626"/>
                  <a:gd name="T18" fmla="*/ 128 w 1065"/>
                  <a:gd name="T19" fmla="*/ 0 h 626"/>
                  <a:gd name="T20" fmla="*/ 125 w 1065"/>
                  <a:gd name="T21" fmla="*/ 1 h 626"/>
                  <a:gd name="T22" fmla="*/ 120 w 1065"/>
                  <a:gd name="T23" fmla="*/ 1 h 626"/>
                  <a:gd name="T24" fmla="*/ 114 w 1065"/>
                  <a:gd name="T25" fmla="*/ 1 h 626"/>
                  <a:gd name="T26" fmla="*/ 107 w 1065"/>
                  <a:gd name="T27" fmla="*/ 1 h 626"/>
                  <a:gd name="T28" fmla="*/ 100 w 1065"/>
                  <a:gd name="T29" fmla="*/ 1 h 626"/>
                  <a:gd name="T30" fmla="*/ 92 w 1065"/>
                  <a:gd name="T31" fmla="*/ 1 h 626"/>
                  <a:gd name="T32" fmla="*/ 83 w 1065"/>
                  <a:gd name="T33" fmla="*/ 1 h 626"/>
                  <a:gd name="T34" fmla="*/ 74 w 1065"/>
                  <a:gd name="T35" fmla="*/ 2 h 626"/>
                  <a:gd name="T36" fmla="*/ 65 w 1065"/>
                  <a:gd name="T37" fmla="*/ 2 h 626"/>
                  <a:gd name="T38" fmla="*/ 56 w 1065"/>
                  <a:gd name="T39" fmla="*/ 2 h 626"/>
                  <a:gd name="T40" fmla="*/ 47 w 1065"/>
                  <a:gd name="T41" fmla="*/ 2 h 626"/>
                  <a:gd name="T42" fmla="*/ 39 w 1065"/>
                  <a:gd name="T43" fmla="*/ 2 h 626"/>
                  <a:gd name="T44" fmla="*/ 31 w 1065"/>
                  <a:gd name="T45" fmla="*/ 2 h 626"/>
                  <a:gd name="T46" fmla="*/ 25 w 1065"/>
                  <a:gd name="T47" fmla="*/ 3 h 626"/>
                  <a:gd name="T48" fmla="*/ 22 w 1065"/>
                  <a:gd name="T49" fmla="*/ 3 h 626"/>
                  <a:gd name="T50" fmla="*/ 23 w 1065"/>
                  <a:gd name="T51" fmla="*/ 6 h 626"/>
                  <a:gd name="T52" fmla="*/ 24 w 1065"/>
                  <a:gd name="T53" fmla="*/ 11 h 626"/>
                  <a:gd name="T54" fmla="*/ 25 w 1065"/>
                  <a:gd name="T55" fmla="*/ 19 h 626"/>
                  <a:gd name="T56" fmla="*/ 25 w 1065"/>
                  <a:gd name="T57" fmla="*/ 29 h 626"/>
                  <a:gd name="T58" fmla="*/ 22 w 1065"/>
                  <a:gd name="T59" fmla="*/ 39 h 626"/>
                  <a:gd name="T60" fmla="*/ 17 w 1065"/>
                  <a:gd name="T61" fmla="*/ 51 h 626"/>
                  <a:gd name="T62" fmla="*/ 7 w 1065"/>
                  <a:gd name="T63" fmla="*/ 64 h 626"/>
                  <a:gd name="T64" fmla="*/ 107 w 1065"/>
                  <a:gd name="T65" fmla="*/ 79 h 62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65"/>
                  <a:gd name="T100" fmla="*/ 0 h 626"/>
                  <a:gd name="T101" fmla="*/ 1065 w 1065"/>
                  <a:gd name="T102" fmla="*/ 626 h 62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65" h="626">
                    <a:moveTo>
                      <a:pt x="856" y="626"/>
                    </a:moveTo>
                    <a:lnTo>
                      <a:pt x="859" y="623"/>
                    </a:lnTo>
                    <a:lnTo>
                      <a:pt x="869" y="616"/>
                    </a:lnTo>
                    <a:lnTo>
                      <a:pt x="884" y="606"/>
                    </a:lnTo>
                    <a:lnTo>
                      <a:pt x="901" y="590"/>
                    </a:lnTo>
                    <a:lnTo>
                      <a:pt x="923" y="569"/>
                    </a:lnTo>
                    <a:lnTo>
                      <a:pt x="946" y="544"/>
                    </a:lnTo>
                    <a:lnTo>
                      <a:pt x="969" y="514"/>
                    </a:lnTo>
                    <a:lnTo>
                      <a:pt x="992" y="478"/>
                    </a:lnTo>
                    <a:lnTo>
                      <a:pt x="1014" y="438"/>
                    </a:lnTo>
                    <a:lnTo>
                      <a:pt x="1033" y="392"/>
                    </a:lnTo>
                    <a:lnTo>
                      <a:pt x="1048" y="341"/>
                    </a:lnTo>
                    <a:lnTo>
                      <a:pt x="1060" y="283"/>
                    </a:lnTo>
                    <a:lnTo>
                      <a:pt x="1065" y="221"/>
                    </a:lnTo>
                    <a:lnTo>
                      <a:pt x="1063" y="153"/>
                    </a:lnTo>
                    <a:lnTo>
                      <a:pt x="1054" y="80"/>
                    </a:lnTo>
                    <a:lnTo>
                      <a:pt x="1036" y="0"/>
                    </a:lnTo>
                    <a:lnTo>
                      <a:pt x="1033" y="0"/>
                    </a:lnTo>
                    <a:lnTo>
                      <a:pt x="1029" y="0"/>
                    </a:lnTo>
                    <a:lnTo>
                      <a:pt x="1020" y="0"/>
                    </a:lnTo>
                    <a:lnTo>
                      <a:pt x="1008" y="0"/>
                    </a:lnTo>
                    <a:lnTo>
                      <a:pt x="994" y="1"/>
                    </a:lnTo>
                    <a:lnTo>
                      <a:pt x="977" y="1"/>
                    </a:lnTo>
                    <a:lnTo>
                      <a:pt x="957" y="1"/>
                    </a:lnTo>
                    <a:lnTo>
                      <a:pt x="934" y="2"/>
                    </a:lnTo>
                    <a:lnTo>
                      <a:pt x="910" y="2"/>
                    </a:lnTo>
                    <a:lnTo>
                      <a:pt x="884" y="3"/>
                    </a:lnTo>
                    <a:lnTo>
                      <a:pt x="856" y="3"/>
                    </a:lnTo>
                    <a:lnTo>
                      <a:pt x="826" y="5"/>
                    </a:lnTo>
                    <a:lnTo>
                      <a:pt x="795" y="5"/>
                    </a:lnTo>
                    <a:lnTo>
                      <a:pt x="763" y="6"/>
                    </a:lnTo>
                    <a:lnTo>
                      <a:pt x="729" y="7"/>
                    </a:lnTo>
                    <a:lnTo>
                      <a:pt x="695" y="7"/>
                    </a:lnTo>
                    <a:lnTo>
                      <a:pt x="659" y="8"/>
                    </a:lnTo>
                    <a:lnTo>
                      <a:pt x="623" y="8"/>
                    </a:lnTo>
                    <a:lnTo>
                      <a:pt x="587" y="9"/>
                    </a:lnTo>
                    <a:lnTo>
                      <a:pt x="551" y="10"/>
                    </a:lnTo>
                    <a:lnTo>
                      <a:pt x="515" y="10"/>
                    </a:lnTo>
                    <a:lnTo>
                      <a:pt x="479" y="12"/>
                    </a:lnTo>
                    <a:lnTo>
                      <a:pt x="443" y="13"/>
                    </a:lnTo>
                    <a:lnTo>
                      <a:pt x="408" y="13"/>
                    </a:lnTo>
                    <a:lnTo>
                      <a:pt x="374" y="14"/>
                    </a:lnTo>
                    <a:lnTo>
                      <a:pt x="341" y="15"/>
                    </a:lnTo>
                    <a:lnTo>
                      <a:pt x="309" y="15"/>
                    </a:lnTo>
                    <a:lnTo>
                      <a:pt x="277" y="16"/>
                    </a:lnTo>
                    <a:lnTo>
                      <a:pt x="248" y="16"/>
                    </a:lnTo>
                    <a:lnTo>
                      <a:pt x="220" y="17"/>
                    </a:lnTo>
                    <a:lnTo>
                      <a:pt x="195" y="18"/>
                    </a:lnTo>
                    <a:lnTo>
                      <a:pt x="170" y="18"/>
                    </a:lnTo>
                    <a:lnTo>
                      <a:pt x="171" y="22"/>
                    </a:lnTo>
                    <a:lnTo>
                      <a:pt x="176" y="30"/>
                    </a:lnTo>
                    <a:lnTo>
                      <a:pt x="181" y="45"/>
                    </a:lnTo>
                    <a:lnTo>
                      <a:pt x="186" y="65"/>
                    </a:lnTo>
                    <a:lnTo>
                      <a:pt x="192" y="89"/>
                    </a:lnTo>
                    <a:lnTo>
                      <a:pt x="197" y="118"/>
                    </a:lnTo>
                    <a:lnTo>
                      <a:pt x="200" y="150"/>
                    </a:lnTo>
                    <a:lnTo>
                      <a:pt x="200" y="186"/>
                    </a:lnTo>
                    <a:lnTo>
                      <a:pt x="197" y="226"/>
                    </a:lnTo>
                    <a:lnTo>
                      <a:pt x="189" y="267"/>
                    </a:lnTo>
                    <a:lnTo>
                      <a:pt x="175" y="312"/>
                    </a:lnTo>
                    <a:lnTo>
                      <a:pt x="155" y="359"/>
                    </a:lnTo>
                    <a:lnTo>
                      <a:pt x="129" y="409"/>
                    </a:lnTo>
                    <a:lnTo>
                      <a:pt x="95" y="459"/>
                    </a:lnTo>
                    <a:lnTo>
                      <a:pt x="52" y="510"/>
                    </a:lnTo>
                    <a:lnTo>
                      <a:pt x="0" y="562"/>
                    </a:lnTo>
                    <a:lnTo>
                      <a:pt x="856" y="6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4" name="Freeform 71">
                <a:extLst>
                  <a:ext uri="{FF2B5EF4-FFF2-40B4-BE49-F238E27FC236}">
                    <a16:creationId xmlns:a16="http://schemas.microsoft.com/office/drawing/2014/main" id="{42E80973-CCBD-224E-9103-5592D7FE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752"/>
                <a:ext cx="431" cy="209"/>
              </a:xfrm>
              <a:custGeom>
                <a:avLst/>
                <a:gdLst>
                  <a:gd name="T0" fmla="*/ 95 w 864"/>
                  <a:gd name="T1" fmla="*/ 0 h 419"/>
                  <a:gd name="T2" fmla="*/ 90 w 864"/>
                  <a:gd name="T3" fmla="*/ 6 h 419"/>
                  <a:gd name="T4" fmla="*/ 83 w 864"/>
                  <a:gd name="T5" fmla="*/ 12 h 419"/>
                  <a:gd name="T6" fmla="*/ 75 w 864"/>
                  <a:gd name="T7" fmla="*/ 18 h 419"/>
                  <a:gd name="T8" fmla="*/ 65 w 864"/>
                  <a:gd name="T9" fmla="*/ 23 h 419"/>
                  <a:gd name="T10" fmla="*/ 53 w 864"/>
                  <a:gd name="T11" fmla="*/ 28 h 419"/>
                  <a:gd name="T12" fmla="*/ 40 w 864"/>
                  <a:gd name="T13" fmla="*/ 33 h 419"/>
                  <a:gd name="T14" fmla="*/ 24 w 864"/>
                  <a:gd name="T15" fmla="*/ 37 h 419"/>
                  <a:gd name="T16" fmla="*/ 5 w 864"/>
                  <a:gd name="T17" fmla="*/ 40 h 419"/>
                  <a:gd name="T18" fmla="*/ 4 w 864"/>
                  <a:gd name="T19" fmla="*/ 44 h 419"/>
                  <a:gd name="T20" fmla="*/ 3 w 864"/>
                  <a:gd name="T21" fmla="*/ 47 h 419"/>
                  <a:gd name="T22" fmla="*/ 1 w 864"/>
                  <a:gd name="T23" fmla="*/ 49 h 419"/>
                  <a:gd name="T24" fmla="*/ 0 w 864"/>
                  <a:gd name="T25" fmla="*/ 52 h 419"/>
                  <a:gd name="T26" fmla="*/ 10 w 864"/>
                  <a:gd name="T27" fmla="*/ 51 h 419"/>
                  <a:gd name="T28" fmla="*/ 20 w 864"/>
                  <a:gd name="T29" fmla="*/ 50 h 419"/>
                  <a:gd name="T30" fmla="*/ 29 w 864"/>
                  <a:gd name="T31" fmla="*/ 49 h 419"/>
                  <a:gd name="T32" fmla="*/ 38 w 864"/>
                  <a:gd name="T33" fmla="*/ 49 h 419"/>
                  <a:gd name="T34" fmla="*/ 46 w 864"/>
                  <a:gd name="T35" fmla="*/ 47 h 419"/>
                  <a:gd name="T36" fmla="*/ 54 w 864"/>
                  <a:gd name="T37" fmla="*/ 46 h 419"/>
                  <a:gd name="T38" fmla="*/ 61 w 864"/>
                  <a:gd name="T39" fmla="*/ 45 h 419"/>
                  <a:gd name="T40" fmla="*/ 67 w 864"/>
                  <a:gd name="T41" fmla="*/ 44 h 419"/>
                  <a:gd name="T42" fmla="*/ 74 w 864"/>
                  <a:gd name="T43" fmla="*/ 43 h 419"/>
                  <a:gd name="T44" fmla="*/ 80 w 864"/>
                  <a:gd name="T45" fmla="*/ 41 h 419"/>
                  <a:gd name="T46" fmla="*/ 85 w 864"/>
                  <a:gd name="T47" fmla="*/ 40 h 419"/>
                  <a:gd name="T48" fmla="*/ 90 w 864"/>
                  <a:gd name="T49" fmla="*/ 38 h 419"/>
                  <a:gd name="T50" fmla="*/ 95 w 864"/>
                  <a:gd name="T51" fmla="*/ 37 h 419"/>
                  <a:gd name="T52" fmla="*/ 99 w 864"/>
                  <a:gd name="T53" fmla="*/ 36 h 419"/>
                  <a:gd name="T54" fmla="*/ 103 w 864"/>
                  <a:gd name="T55" fmla="*/ 34 h 419"/>
                  <a:gd name="T56" fmla="*/ 107 w 864"/>
                  <a:gd name="T57" fmla="*/ 33 h 419"/>
                  <a:gd name="T58" fmla="*/ 107 w 864"/>
                  <a:gd name="T59" fmla="*/ 20 h 419"/>
                  <a:gd name="T60" fmla="*/ 107 w 864"/>
                  <a:gd name="T61" fmla="*/ 9 h 419"/>
                  <a:gd name="T62" fmla="*/ 105 w 864"/>
                  <a:gd name="T63" fmla="*/ 2 h 419"/>
                  <a:gd name="T64" fmla="*/ 104 w 864"/>
                  <a:gd name="T65" fmla="*/ 0 h 41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64"/>
                  <a:gd name="T100" fmla="*/ 0 h 419"/>
                  <a:gd name="T101" fmla="*/ 864 w 864"/>
                  <a:gd name="T102" fmla="*/ 419 h 41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64" h="419">
                    <a:moveTo>
                      <a:pt x="838" y="0"/>
                    </a:moveTo>
                    <a:lnTo>
                      <a:pt x="764" y="1"/>
                    </a:lnTo>
                    <a:lnTo>
                      <a:pt x="746" y="28"/>
                    </a:lnTo>
                    <a:lnTo>
                      <a:pt x="724" y="53"/>
                    </a:lnTo>
                    <a:lnTo>
                      <a:pt x="699" y="77"/>
                    </a:lnTo>
                    <a:lnTo>
                      <a:pt x="671" y="102"/>
                    </a:lnTo>
                    <a:lnTo>
                      <a:pt x="640" y="125"/>
                    </a:lnTo>
                    <a:lnTo>
                      <a:pt x="605" y="147"/>
                    </a:lnTo>
                    <a:lnTo>
                      <a:pt x="567" y="168"/>
                    </a:lnTo>
                    <a:lnTo>
                      <a:pt x="526" y="189"/>
                    </a:lnTo>
                    <a:lnTo>
                      <a:pt x="480" y="209"/>
                    </a:lnTo>
                    <a:lnTo>
                      <a:pt x="430" y="228"/>
                    </a:lnTo>
                    <a:lnTo>
                      <a:pt x="377" y="247"/>
                    </a:lnTo>
                    <a:lnTo>
                      <a:pt x="320" y="264"/>
                    </a:lnTo>
                    <a:lnTo>
                      <a:pt x="257" y="281"/>
                    </a:lnTo>
                    <a:lnTo>
                      <a:pt x="192" y="298"/>
                    </a:lnTo>
                    <a:lnTo>
                      <a:pt x="120" y="313"/>
                    </a:lnTo>
                    <a:lnTo>
                      <a:pt x="45" y="326"/>
                    </a:lnTo>
                    <a:lnTo>
                      <a:pt x="41" y="339"/>
                    </a:lnTo>
                    <a:lnTo>
                      <a:pt x="35" y="352"/>
                    </a:lnTo>
                    <a:lnTo>
                      <a:pt x="30" y="364"/>
                    </a:lnTo>
                    <a:lnTo>
                      <a:pt x="25" y="376"/>
                    </a:lnTo>
                    <a:lnTo>
                      <a:pt x="19" y="387"/>
                    </a:lnTo>
                    <a:lnTo>
                      <a:pt x="12" y="399"/>
                    </a:lnTo>
                    <a:lnTo>
                      <a:pt x="6" y="409"/>
                    </a:lnTo>
                    <a:lnTo>
                      <a:pt x="0" y="419"/>
                    </a:lnTo>
                    <a:lnTo>
                      <a:pt x="42" y="416"/>
                    </a:lnTo>
                    <a:lnTo>
                      <a:pt x="83" y="413"/>
                    </a:lnTo>
                    <a:lnTo>
                      <a:pt x="123" y="409"/>
                    </a:lnTo>
                    <a:lnTo>
                      <a:pt x="162" y="406"/>
                    </a:lnTo>
                    <a:lnTo>
                      <a:pt x="200" y="402"/>
                    </a:lnTo>
                    <a:lnTo>
                      <a:pt x="236" y="399"/>
                    </a:lnTo>
                    <a:lnTo>
                      <a:pt x="271" y="395"/>
                    </a:lnTo>
                    <a:lnTo>
                      <a:pt x="306" y="392"/>
                    </a:lnTo>
                    <a:lnTo>
                      <a:pt x="339" y="387"/>
                    </a:lnTo>
                    <a:lnTo>
                      <a:pt x="372" y="383"/>
                    </a:lnTo>
                    <a:lnTo>
                      <a:pt x="403" y="379"/>
                    </a:lnTo>
                    <a:lnTo>
                      <a:pt x="433" y="375"/>
                    </a:lnTo>
                    <a:lnTo>
                      <a:pt x="463" y="370"/>
                    </a:lnTo>
                    <a:lnTo>
                      <a:pt x="490" y="366"/>
                    </a:lnTo>
                    <a:lnTo>
                      <a:pt x="518" y="360"/>
                    </a:lnTo>
                    <a:lnTo>
                      <a:pt x="544" y="355"/>
                    </a:lnTo>
                    <a:lnTo>
                      <a:pt x="571" y="351"/>
                    </a:lnTo>
                    <a:lnTo>
                      <a:pt x="595" y="345"/>
                    </a:lnTo>
                    <a:lnTo>
                      <a:pt x="619" y="340"/>
                    </a:lnTo>
                    <a:lnTo>
                      <a:pt x="642" y="334"/>
                    </a:lnTo>
                    <a:lnTo>
                      <a:pt x="664" y="329"/>
                    </a:lnTo>
                    <a:lnTo>
                      <a:pt x="686" y="323"/>
                    </a:lnTo>
                    <a:lnTo>
                      <a:pt x="706" y="317"/>
                    </a:lnTo>
                    <a:lnTo>
                      <a:pt x="726" y="311"/>
                    </a:lnTo>
                    <a:lnTo>
                      <a:pt x="745" y="306"/>
                    </a:lnTo>
                    <a:lnTo>
                      <a:pt x="763" y="300"/>
                    </a:lnTo>
                    <a:lnTo>
                      <a:pt x="781" y="294"/>
                    </a:lnTo>
                    <a:lnTo>
                      <a:pt x="797" y="288"/>
                    </a:lnTo>
                    <a:lnTo>
                      <a:pt x="813" y="283"/>
                    </a:lnTo>
                    <a:lnTo>
                      <a:pt x="828" y="277"/>
                    </a:lnTo>
                    <a:lnTo>
                      <a:pt x="843" y="270"/>
                    </a:lnTo>
                    <a:lnTo>
                      <a:pt x="857" y="264"/>
                    </a:lnTo>
                    <a:lnTo>
                      <a:pt x="862" y="210"/>
                    </a:lnTo>
                    <a:lnTo>
                      <a:pt x="864" y="160"/>
                    </a:lnTo>
                    <a:lnTo>
                      <a:pt x="861" y="115"/>
                    </a:lnTo>
                    <a:lnTo>
                      <a:pt x="857" y="76"/>
                    </a:lnTo>
                    <a:lnTo>
                      <a:pt x="851" y="45"/>
                    </a:lnTo>
                    <a:lnTo>
                      <a:pt x="844" y="21"/>
                    </a:lnTo>
                    <a:lnTo>
                      <a:pt x="841" y="6"/>
                    </a:lnTo>
                    <a:lnTo>
                      <a:pt x="838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5" name="Freeform 72">
                <a:extLst>
                  <a:ext uri="{FF2B5EF4-FFF2-40B4-BE49-F238E27FC236}">
                    <a16:creationId xmlns:a16="http://schemas.microsoft.com/office/drawing/2014/main" id="{DD83B180-A600-6F49-8799-78A27EABB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753"/>
                <a:ext cx="360" cy="162"/>
              </a:xfrm>
              <a:custGeom>
                <a:avLst/>
                <a:gdLst>
                  <a:gd name="T0" fmla="*/ 90 w 719"/>
                  <a:gd name="T1" fmla="*/ 0 h 325"/>
                  <a:gd name="T2" fmla="*/ 4 w 719"/>
                  <a:gd name="T3" fmla="*/ 1 h 325"/>
                  <a:gd name="T4" fmla="*/ 5 w 719"/>
                  <a:gd name="T5" fmla="*/ 7 h 325"/>
                  <a:gd name="T6" fmla="*/ 5 w 719"/>
                  <a:gd name="T7" fmla="*/ 13 h 325"/>
                  <a:gd name="T8" fmla="*/ 5 w 719"/>
                  <a:gd name="T9" fmla="*/ 18 h 325"/>
                  <a:gd name="T10" fmla="*/ 5 w 719"/>
                  <a:gd name="T11" fmla="*/ 23 h 325"/>
                  <a:gd name="T12" fmla="*/ 4 w 719"/>
                  <a:gd name="T13" fmla="*/ 28 h 325"/>
                  <a:gd name="T14" fmla="*/ 3 w 719"/>
                  <a:gd name="T15" fmla="*/ 32 h 325"/>
                  <a:gd name="T16" fmla="*/ 2 w 719"/>
                  <a:gd name="T17" fmla="*/ 36 h 325"/>
                  <a:gd name="T18" fmla="*/ 0 w 719"/>
                  <a:gd name="T19" fmla="*/ 40 h 325"/>
                  <a:gd name="T20" fmla="*/ 10 w 719"/>
                  <a:gd name="T21" fmla="*/ 39 h 325"/>
                  <a:gd name="T22" fmla="*/ 19 w 719"/>
                  <a:gd name="T23" fmla="*/ 37 h 325"/>
                  <a:gd name="T24" fmla="*/ 27 w 719"/>
                  <a:gd name="T25" fmla="*/ 35 h 325"/>
                  <a:gd name="T26" fmla="*/ 35 w 719"/>
                  <a:gd name="T27" fmla="*/ 32 h 325"/>
                  <a:gd name="T28" fmla="*/ 42 w 719"/>
                  <a:gd name="T29" fmla="*/ 30 h 325"/>
                  <a:gd name="T30" fmla="*/ 49 w 719"/>
                  <a:gd name="T31" fmla="*/ 28 h 325"/>
                  <a:gd name="T32" fmla="*/ 55 w 719"/>
                  <a:gd name="T33" fmla="*/ 26 h 325"/>
                  <a:gd name="T34" fmla="*/ 61 w 719"/>
                  <a:gd name="T35" fmla="*/ 23 h 325"/>
                  <a:gd name="T36" fmla="*/ 66 w 719"/>
                  <a:gd name="T37" fmla="*/ 20 h 325"/>
                  <a:gd name="T38" fmla="*/ 70 w 719"/>
                  <a:gd name="T39" fmla="*/ 18 h 325"/>
                  <a:gd name="T40" fmla="*/ 75 w 719"/>
                  <a:gd name="T41" fmla="*/ 15 h 325"/>
                  <a:gd name="T42" fmla="*/ 79 w 719"/>
                  <a:gd name="T43" fmla="*/ 12 h 325"/>
                  <a:gd name="T44" fmla="*/ 82 w 719"/>
                  <a:gd name="T45" fmla="*/ 9 h 325"/>
                  <a:gd name="T46" fmla="*/ 85 w 719"/>
                  <a:gd name="T47" fmla="*/ 6 h 325"/>
                  <a:gd name="T48" fmla="*/ 88 w 719"/>
                  <a:gd name="T49" fmla="*/ 3 h 325"/>
                  <a:gd name="T50" fmla="*/ 90 w 719"/>
                  <a:gd name="T51" fmla="*/ 0 h 3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9"/>
                  <a:gd name="T79" fmla="*/ 0 h 325"/>
                  <a:gd name="T80" fmla="*/ 719 w 719"/>
                  <a:gd name="T81" fmla="*/ 325 h 3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9" h="325">
                    <a:moveTo>
                      <a:pt x="719" y="0"/>
                    </a:moveTo>
                    <a:lnTo>
                      <a:pt x="28" y="15"/>
                    </a:lnTo>
                    <a:lnTo>
                      <a:pt x="34" y="61"/>
                    </a:lnTo>
                    <a:lnTo>
                      <a:pt x="36" y="106"/>
                    </a:lnTo>
                    <a:lnTo>
                      <a:pt x="36" y="148"/>
                    </a:lnTo>
                    <a:lnTo>
                      <a:pt x="33" y="188"/>
                    </a:lnTo>
                    <a:lnTo>
                      <a:pt x="28" y="226"/>
                    </a:lnTo>
                    <a:lnTo>
                      <a:pt x="20" y="261"/>
                    </a:lnTo>
                    <a:lnTo>
                      <a:pt x="11" y="294"/>
                    </a:lnTo>
                    <a:lnTo>
                      <a:pt x="0" y="325"/>
                    </a:lnTo>
                    <a:lnTo>
                      <a:pt x="75" y="312"/>
                    </a:lnTo>
                    <a:lnTo>
                      <a:pt x="147" y="297"/>
                    </a:lnTo>
                    <a:lnTo>
                      <a:pt x="212" y="280"/>
                    </a:lnTo>
                    <a:lnTo>
                      <a:pt x="275" y="263"/>
                    </a:lnTo>
                    <a:lnTo>
                      <a:pt x="332" y="246"/>
                    </a:lnTo>
                    <a:lnTo>
                      <a:pt x="385" y="227"/>
                    </a:lnTo>
                    <a:lnTo>
                      <a:pt x="435" y="208"/>
                    </a:lnTo>
                    <a:lnTo>
                      <a:pt x="481" y="188"/>
                    </a:lnTo>
                    <a:lnTo>
                      <a:pt x="522" y="167"/>
                    </a:lnTo>
                    <a:lnTo>
                      <a:pt x="560" y="146"/>
                    </a:lnTo>
                    <a:lnTo>
                      <a:pt x="595" y="124"/>
                    </a:lnTo>
                    <a:lnTo>
                      <a:pt x="626" y="101"/>
                    </a:lnTo>
                    <a:lnTo>
                      <a:pt x="654" y="76"/>
                    </a:lnTo>
                    <a:lnTo>
                      <a:pt x="679" y="52"/>
                    </a:lnTo>
                    <a:lnTo>
                      <a:pt x="701" y="27"/>
                    </a:lnTo>
                    <a:lnTo>
                      <a:pt x="7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6" name="Freeform 73">
                <a:extLst>
                  <a:ext uri="{FF2B5EF4-FFF2-40B4-BE49-F238E27FC236}">
                    <a16:creationId xmlns:a16="http://schemas.microsoft.com/office/drawing/2014/main" id="{0CD5708D-6EF8-754E-A29D-77E90EDE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884"/>
                <a:ext cx="467" cy="160"/>
              </a:xfrm>
              <a:custGeom>
                <a:avLst/>
                <a:gdLst>
                  <a:gd name="T0" fmla="*/ 0 w 935"/>
                  <a:gd name="T1" fmla="*/ 32 h 320"/>
                  <a:gd name="T2" fmla="*/ 92 w 935"/>
                  <a:gd name="T3" fmla="*/ 40 h 320"/>
                  <a:gd name="T4" fmla="*/ 95 w 935"/>
                  <a:gd name="T5" fmla="*/ 38 h 320"/>
                  <a:gd name="T6" fmla="*/ 98 w 935"/>
                  <a:gd name="T7" fmla="*/ 36 h 320"/>
                  <a:gd name="T8" fmla="*/ 100 w 935"/>
                  <a:gd name="T9" fmla="*/ 33 h 320"/>
                  <a:gd name="T10" fmla="*/ 102 w 935"/>
                  <a:gd name="T11" fmla="*/ 31 h 320"/>
                  <a:gd name="T12" fmla="*/ 104 w 935"/>
                  <a:gd name="T13" fmla="*/ 28 h 320"/>
                  <a:gd name="T14" fmla="*/ 106 w 935"/>
                  <a:gd name="T15" fmla="*/ 26 h 320"/>
                  <a:gd name="T16" fmla="*/ 108 w 935"/>
                  <a:gd name="T17" fmla="*/ 23 h 320"/>
                  <a:gd name="T18" fmla="*/ 109 w 935"/>
                  <a:gd name="T19" fmla="*/ 20 h 320"/>
                  <a:gd name="T20" fmla="*/ 111 w 935"/>
                  <a:gd name="T21" fmla="*/ 18 h 320"/>
                  <a:gd name="T22" fmla="*/ 112 w 935"/>
                  <a:gd name="T23" fmla="*/ 15 h 320"/>
                  <a:gd name="T24" fmla="*/ 113 w 935"/>
                  <a:gd name="T25" fmla="*/ 13 h 320"/>
                  <a:gd name="T26" fmla="*/ 114 w 935"/>
                  <a:gd name="T27" fmla="*/ 10 h 320"/>
                  <a:gd name="T28" fmla="*/ 115 w 935"/>
                  <a:gd name="T29" fmla="*/ 8 h 320"/>
                  <a:gd name="T30" fmla="*/ 115 w 935"/>
                  <a:gd name="T31" fmla="*/ 5 h 320"/>
                  <a:gd name="T32" fmla="*/ 116 w 935"/>
                  <a:gd name="T33" fmla="*/ 3 h 320"/>
                  <a:gd name="T34" fmla="*/ 116 w 935"/>
                  <a:gd name="T35" fmla="*/ 0 h 320"/>
                  <a:gd name="T36" fmla="*/ 115 w 935"/>
                  <a:gd name="T37" fmla="*/ 1 h 320"/>
                  <a:gd name="T38" fmla="*/ 113 w 935"/>
                  <a:gd name="T39" fmla="*/ 2 h 320"/>
                  <a:gd name="T40" fmla="*/ 111 w 935"/>
                  <a:gd name="T41" fmla="*/ 3 h 320"/>
                  <a:gd name="T42" fmla="*/ 109 w 935"/>
                  <a:gd name="T43" fmla="*/ 3 h 320"/>
                  <a:gd name="T44" fmla="*/ 107 w 935"/>
                  <a:gd name="T45" fmla="*/ 4 h 320"/>
                  <a:gd name="T46" fmla="*/ 105 w 935"/>
                  <a:gd name="T47" fmla="*/ 5 h 320"/>
                  <a:gd name="T48" fmla="*/ 102 w 935"/>
                  <a:gd name="T49" fmla="*/ 6 h 320"/>
                  <a:gd name="T50" fmla="*/ 100 w 935"/>
                  <a:gd name="T51" fmla="*/ 6 h 320"/>
                  <a:gd name="T52" fmla="*/ 98 w 935"/>
                  <a:gd name="T53" fmla="*/ 7 h 320"/>
                  <a:gd name="T54" fmla="*/ 95 w 935"/>
                  <a:gd name="T55" fmla="*/ 8 h 320"/>
                  <a:gd name="T56" fmla="*/ 92 w 935"/>
                  <a:gd name="T57" fmla="*/ 9 h 320"/>
                  <a:gd name="T58" fmla="*/ 90 w 935"/>
                  <a:gd name="T59" fmla="*/ 9 h 320"/>
                  <a:gd name="T60" fmla="*/ 87 w 935"/>
                  <a:gd name="T61" fmla="*/ 10 h 320"/>
                  <a:gd name="T62" fmla="*/ 84 w 935"/>
                  <a:gd name="T63" fmla="*/ 10 h 320"/>
                  <a:gd name="T64" fmla="*/ 81 w 935"/>
                  <a:gd name="T65" fmla="*/ 11 h 320"/>
                  <a:gd name="T66" fmla="*/ 77 w 935"/>
                  <a:gd name="T67" fmla="*/ 12 h 320"/>
                  <a:gd name="T68" fmla="*/ 74 w 935"/>
                  <a:gd name="T69" fmla="*/ 12 h 320"/>
                  <a:gd name="T70" fmla="*/ 71 w 935"/>
                  <a:gd name="T71" fmla="*/ 13 h 320"/>
                  <a:gd name="T72" fmla="*/ 67 w 935"/>
                  <a:gd name="T73" fmla="*/ 14 h 320"/>
                  <a:gd name="T74" fmla="*/ 63 w 935"/>
                  <a:gd name="T75" fmla="*/ 14 h 320"/>
                  <a:gd name="T76" fmla="*/ 60 w 935"/>
                  <a:gd name="T77" fmla="*/ 15 h 320"/>
                  <a:gd name="T78" fmla="*/ 56 w 935"/>
                  <a:gd name="T79" fmla="*/ 15 h 320"/>
                  <a:gd name="T80" fmla="*/ 52 w 935"/>
                  <a:gd name="T81" fmla="*/ 16 h 320"/>
                  <a:gd name="T82" fmla="*/ 48 w 935"/>
                  <a:gd name="T83" fmla="*/ 16 h 320"/>
                  <a:gd name="T84" fmla="*/ 43 w 935"/>
                  <a:gd name="T85" fmla="*/ 17 h 320"/>
                  <a:gd name="T86" fmla="*/ 39 w 935"/>
                  <a:gd name="T87" fmla="*/ 17 h 320"/>
                  <a:gd name="T88" fmla="*/ 34 w 935"/>
                  <a:gd name="T89" fmla="*/ 18 h 320"/>
                  <a:gd name="T90" fmla="*/ 30 w 935"/>
                  <a:gd name="T91" fmla="*/ 18 h 320"/>
                  <a:gd name="T92" fmla="*/ 25 w 935"/>
                  <a:gd name="T93" fmla="*/ 19 h 320"/>
                  <a:gd name="T94" fmla="*/ 20 w 935"/>
                  <a:gd name="T95" fmla="*/ 19 h 320"/>
                  <a:gd name="T96" fmla="*/ 15 w 935"/>
                  <a:gd name="T97" fmla="*/ 19 h 320"/>
                  <a:gd name="T98" fmla="*/ 9 w 935"/>
                  <a:gd name="T99" fmla="*/ 20 h 320"/>
                  <a:gd name="T100" fmla="*/ 7 w 935"/>
                  <a:gd name="T101" fmla="*/ 23 h 320"/>
                  <a:gd name="T102" fmla="*/ 6 w 935"/>
                  <a:gd name="T103" fmla="*/ 25 h 320"/>
                  <a:gd name="T104" fmla="*/ 4 w 935"/>
                  <a:gd name="T105" fmla="*/ 27 h 320"/>
                  <a:gd name="T106" fmla="*/ 3 w 935"/>
                  <a:gd name="T107" fmla="*/ 29 h 320"/>
                  <a:gd name="T108" fmla="*/ 1 w 935"/>
                  <a:gd name="T109" fmla="*/ 30 h 320"/>
                  <a:gd name="T110" fmla="*/ 0 w 935"/>
                  <a:gd name="T111" fmla="*/ 31 h 320"/>
                  <a:gd name="T112" fmla="*/ 0 w 935"/>
                  <a:gd name="T113" fmla="*/ 31 h 320"/>
                  <a:gd name="T114" fmla="*/ 0 w 935"/>
                  <a:gd name="T115" fmla="*/ 32 h 32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935"/>
                  <a:gd name="T175" fmla="*/ 0 h 320"/>
                  <a:gd name="T176" fmla="*/ 935 w 935"/>
                  <a:gd name="T177" fmla="*/ 320 h 32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935" h="320">
                    <a:moveTo>
                      <a:pt x="0" y="250"/>
                    </a:moveTo>
                    <a:lnTo>
                      <a:pt x="742" y="320"/>
                    </a:lnTo>
                    <a:lnTo>
                      <a:pt x="765" y="302"/>
                    </a:lnTo>
                    <a:lnTo>
                      <a:pt x="786" y="282"/>
                    </a:lnTo>
                    <a:lnTo>
                      <a:pt x="804" y="263"/>
                    </a:lnTo>
                    <a:lnTo>
                      <a:pt x="823" y="243"/>
                    </a:lnTo>
                    <a:lnTo>
                      <a:pt x="839" y="222"/>
                    </a:lnTo>
                    <a:lnTo>
                      <a:pt x="853" y="203"/>
                    </a:lnTo>
                    <a:lnTo>
                      <a:pt x="867" y="182"/>
                    </a:lnTo>
                    <a:lnTo>
                      <a:pt x="878" y="161"/>
                    </a:lnTo>
                    <a:lnTo>
                      <a:pt x="890" y="141"/>
                    </a:lnTo>
                    <a:lnTo>
                      <a:pt x="899" y="120"/>
                    </a:lnTo>
                    <a:lnTo>
                      <a:pt x="907" y="100"/>
                    </a:lnTo>
                    <a:lnTo>
                      <a:pt x="915" y="80"/>
                    </a:lnTo>
                    <a:lnTo>
                      <a:pt x="921" y="59"/>
                    </a:lnTo>
                    <a:lnTo>
                      <a:pt x="927" y="39"/>
                    </a:lnTo>
                    <a:lnTo>
                      <a:pt x="931" y="20"/>
                    </a:lnTo>
                    <a:lnTo>
                      <a:pt x="935" y="0"/>
                    </a:lnTo>
                    <a:lnTo>
                      <a:pt x="921" y="6"/>
                    </a:lnTo>
                    <a:lnTo>
                      <a:pt x="906" y="13"/>
                    </a:lnTo>
                    <a:lnTo>
                      <a:pt x="891" y="19"/>
                    </a:lnTo>
                    <a:lnTo>
                      <a:pt x="875" y="24"/>
                    </a:lnTo>
                    <a:lnTo>
                      <a:pt x="859" y="30"/>
                    </a:lnTo>
                    <a:lnTo>
                      <a:pt x="841" y="36"/>
                    </a:lnTo>
                    <a:lnTo>
                      <a:pt x="823" y="42"/>
                    </a:lnTo>
                    <a:lnTo>
                      <a:pt x="804" y="47"/>
                    </a:lnTo>
                    <a:lnTo>
                      <a:pt x="784" y="53"/>
                    </a:lnTo>
                    <a:lnTo>
                      <a:pt x="764" y="59"/>
                    </a:lnTo>
                    <a:lnTo>
                      <a:pt x="742" y="65"/>
                    </a:lnTo>
                    <a:lnTo>
                      <a:pt x="720" y="70"/>
                    </a:lnTo>
                    <a:lnTo>
                      <a:pt x="697" y="76"/>
                    </a:lnTo>
                    <a:lnTo>
                      <a:pt x="673" y="81"/>
                    </a:lnTo>
                    <a:lnTo>
                      <a:pt x="649" y="87"/>
                    </a:lnTo>
                    <a:lnTo>
                      <a:pt x="622" y="91"/>
                    </a:lnTo>
                    <a:lnTo>
                      <a:pt x="596" y="96"/>
                    </a:lnTo>
                    <a:lnTo>
                      <a:pt x="568" y="102"/>
                    </a:lnTo>
                    <a:lnTo>
                      <a:pt x="541" y="106"/>
                    </a:lnTo>
                    <a:lnTo>
                      <a:pt x="511" y="111"/>
                    </a:lnTo>
                    <a:lnTo>
                      <a:pt x="481" y="115"/>
                    </a:lnTo>
                    <a:lnTo>
                      <a:pt x="450" y="119"/>
                    </a:lnTo>
                    <a:lnTo>
                      <a:pt x="417" y="123"/>
                    </a:lnTo>
                    <a:lnTo>
                      <a:pt x="384" y="128"/>
                    </a:lnTo>
                    <a:lnTo>
                      <a:pt x="349" y="131"/>
                    </a:lnTo>
                    <a:lnTo>
                      <a:pt x="314" y="135"/>
                    </a:lnTo>
                    <a:lnTo>
                      <a:pt x="278" y="138"/>
                    </a:lnTo>
                    <a:lnTo>
                      <a:pt x="240" y="142"/>
                    </a:lnTo>
                    <a:lnTo>
                      <a:pt x="201" y="145"/>
                    </a:lnTo>
                    <a:lnTo>
                      <a:pt x="161" y="149"/>
                    </a:lnTo>
                    <a:lnTo>
                      <a:pt x="120" y="152"/>
                    </a:lnTo>
                    <a:lnTo>
                      <a:pt x="78" y="155"/>
                    </a:lnTo>
                    <a:lnTo>
                      <a:pt x="63" y="178"/>
                    </a:lnTo>
                    <a:lnTo>
                      <a:pt x="50" y="197"/>
                    </a:lnTo>
                    <a:lnTo>
                      <a:pt x="36" y="213"/>
                    </a:lnTo>
                    <a:lnTo>
                      <a:pt x="24" y="226"/>
                    </a:lnTo>
                    <a:lnTo>
                      <a:pt x="14" y="237"/>
                    </a:lnTo>
                    <a:lnTo>
                      <a:pt x="7" y="244"/>
                    </a:lnTo>
                    <a:lnTo>
                      <a:pt x="1" y="249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7" name="Rectangle 74">
                <a:extLst>
                  <a:ext uri="{FF2B5EF4-FFF2-40B4-BE49-F238E27FC236}">
                    <a16:creationId xmlns:a16="http://schemas.microsoft.com/office/drawing/2014/main" id="{F058285B-B422-7349-85C5-EA44677CD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52"/>
                <a:ext cx="133" cy="6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72098" name="Freeform 75">
                <a:extLst>
                  <a:ext uri="{FF2B5EF4-FFF2-40B4-BE49-F238E27FC236}">
                    <a16:creationId xmlns:a16="http://schemas.microsoft.com/office/drawing/2014/main" id="{90C6718C-1A6C-2849-94A8-7CD1D0BD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32"/>
                <a:ext cx="118" cy="67"/>
              </a:xfrm>
              <a:custGeom>
                <a:avLst/>
                <a:gdLst>
                  <a:gd name="T0" fmla="*/ 0 w 237"/>
                  <a:gd name="T1" fmla="*/ 15 h 134"/>
                  <a:gd name="T2" fmla="*/ 19 w 237"/>
                  <a:gd name="T3" fmla="*/ 17 h 134"/>
                  <a:gd name="T4" fmla="*/ 20 w 237"/>
                  <a:gd name="T5" fmla="*/ 17 h 134"/>
                  <a:gd name="T6" fmla="*/ 20 w 237"/>
                  <a:gd name="T7" fmla="*/ 17 h 134"/>
                  <a:gd name="T8" fmla="*/ 22 w 237"/>
                  <a:gd name="T9" fmla="*/ 16 h 134"/>
                  <a:gd name="T10" fmla="*/ 23 w 237"/>
                  <a:gd name="T11" fmla="*/ 14 h 134"/>
                  <a:gd name="T12" fmla="*/ 25 w 237"/>
                  <a:gd name="T13" fmla="*/ 12 h 134"/>
                  <a:gd name="T14" fmla="*/ 27 w 237"/>
                  <a:gd name="T15" fmla="*/ 10 h 134"/>
                  <a:gd name="T16" fmla="*/ 28 w 237"/>
                  <a:gd name="T17" fmla="*/ 6 h 134"/>
                  <a:gd name="T18" fmla="*/ 29 w 237"/>
                  <a:gd name="T19" fmla="*/ 2 h 134"/>
                  <a:gd name="T20" fmla="*/ 9 w 237"/>
                  <a:gd name="T21" fmla="*/ 0 h 134"/>
                  <a:gd name="T22" fmla="*/ 9 w 237"/>
                  <a:gd name="T23" fmla="*/ 1 h 134"/>
                  <a:gd name="T24" fmla="*/ 9 w 237"/>
                  <a:gd name="T25" fmla="*/ 2 h 134"/>
                  <a:gd name="T26" fmla="*/ 8 w 237"/>
                  <a:gd name="T27" fmla="*/ 3 h 134"/>
                  <a:gd name="T28" fmla="*/ 7 w 237"/>
                  <a:gd name="T29" fmla="*/ 5 h 134"/>
                  <a:gd name="T30" fmla="*/ 6 w 237"/>
                  <a:gd name="T31" fmla="*/ 8 h 134"/>
                  <a:gd name="T32" fmla="*/ 4 w 237"/>
                  <a:gd name="T33" fmla="*/ 10 h 134"/>
                  <a:gd name="T34" fmla="*/ 2 w 237"/>
                  <a:gd name="T35" fmla="*/ 13 h 134"/>
                  <a:gd name="T36" fmla="*/ 0 w 237"/>
                  <a:gd name="T37" fmla="*/ 15 h 1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7"/>
                  <a:gd name="T58" fmla="*/ 0 h 134"/>
                  <a:gd name="T59" fmla="*/ 237 w 237"/>
                  <a:gd name="T60" fmla="*/ 134 h 13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7" h="134">
                    <a:moveTo>
                      <a:pt x="0" y="120"/>
                    </a:moveTo>
                    <a:lnTo>
                      <a:pt x="158" y="134"/>
                    </a:lnTo>
                    <a:lnTo>
                      <a:pt x="161" y="132"/>
                    </a:lnTo>
                    <a:lnTo>
                      <a:pt x="167" y="129"/>
                    </a:lnTo>
                    <a:lnTo>
                      <a:pt x="178" y="123"/>
                    </a:lnTo>
                    <a:lnTo>
                      <a:pt x="190" y="112"/>
                    </a:lnTo>
                    <a:lnTo>
                      <a:pt x="203" y="97"/>
                    </a:lnTo>
                    <a:lnTo>
                      <a:pt x="216" y="75"/>
                    </a:lnTo>
                    <a:lnTo>
                      <a:pt x="227" y="47"/>
                    </a:lnTo>
                    <a:lnTo>
                      <a:pt x="237" y="13"/>
                    </a:lnTo>
                    <a:lnTo>
                      <a:pt x="74" y="0"/>
                    </a:lnTo>
                    <a:lnTo>
                      <a:pt x="73" y="3"/>
                    </a:lnTo>
                    <a:lnTo>
                      <a:pt x="72" y="11"/>
                    </a:lnTo>
                    <a:lnTo>
                      <a:pt x="67" y="25"/>
                    </a:lnTo>
                    <a:lnTo>
                      <a:pt x="60" y="41"/>
                    </a:lnTo>
                    <a:lnTo>
                      <a:pt x="51" y="60"/>
                    </a:lnTo>
                    <a:lnTo>
                      <a:pt x="38" y="81"/>
                    </a:lnTo>
                    <a:lnTo>
                      <a:pt x="21" y="100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099" name="Freeform 76">
                <a:extLst>
                  <a:ext uri="{FF2B5EF4-FFF2-40B4-BE49-F238E27FC236}">
                    <a16:creationId xmlns:a16="http://schemas.microsoft.com/office/drawing/2014/main" id="{3E2E6994-C7AA-9B40-B9F3-E966E7D4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781"/>
                <a:ext cx="82" cy="64"/>
              </a:xfrm>
              <a:custGeom>
                <a:avLst/>
                <a:gdLst>
                  <a:gd name="T0" fmla="*/ 1 w 164"/>
                  <a:gd name="T1" fmla="*/ 0 h 129"/>
                  <a:gd name="T2" fmla="*/ 20 w 164"/>
                  <a:gd name="T3" fmla="*/ 0 h 129"/>
                  <a:gd name="T4" fmla="*/ 20 w 164"/>
                  <a:gd name="T5" fmla="*/ 1 h 129"/>
                  <a:gd name="T6" fmla="*/ 21 w 164"/>
                  <a:gd name="T7" fmla="*/ 5 h 129"/>
                  <a:gd name="T8" fmla="*/ 21 w 164"/>
                  <a:gd name="T9" fmla="*/ 10 h 129"/>
                  <a:gd name="T10" fmla="*/ 19 w 164"/>
                  <a:gd name="T11" fmla="*/ 16 h 129"/>
                  <a:gd name="T12" fmla="*/ 0 w 164"/>
                  <a:gd name="T13" fmla="*/ 16 h 129"/>
                  <a:gd name="T14" fmla="*/ 1 w 164"/>
                  <a:gd name="T15" fmla="*/ 14 h 129"/>
                  <a:gd name="T16" fmla="*/ 1 w 164"/>
                  <a:gd name="T17" fmla="*/ 10 h 129"/>
                  <a:gd name="T18" fmla="*/ 2 w 164"/>
                  <a:gd name="T19" fmla="*/ 5 h 129"/>
                  <a:gd name="T20" fmla="*/ 1 w 164"/>
                  <a:gd name="T21" fmla="*/ 0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4"/>
                  <a:gd name="T34" fmla="*/ 0 h 129"/>
                  <a:gd name="T35" fmla="*/ 164 w 164"/>
                  <a:gd name="T36" fmla="*/ 129 h 1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4" h="129">
                    <a:moveTo>
                      <a:pt x="6" y="0"/>
                    </a:moveTo>
                    <a:lnTo>
                      <a:pt x="155" y="0"/>
                    </a:lnTo>
                    <a:lnTo>
                      <a:pt x="158" y="11"/>
                    </a:lnTo>
                    <a:lnTo>
                      <a:pt x="164" y="41"/>
                    </a:lnTo>
                    <a:lnTo>
                      <a:pt x="163" y="83"/>
                    </a:lnTo>
                    <a:lnTo>
                      <a:pt x="148" y="129"/>
                    </a:lnTo>
                    <a:lnTo>
                      <a:pt x="0" y="129"/>
                    </a:lnTo>
                    <a:lnTo>
                      <a:pt x="2" y="116"/>
                    </a:lnTo>
                    <a:lnTo>
                      <a:pt x="7" y="85"/>
                    </a:lnTo>
                    <a:lnTo>
                      <a:pt x="9" y="4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0" name="Freeform 77">
                <a:extLst>
                  <a:ext uri="{FF2B5EF4-FFF2-40B4-BE49-F238E27FC236}">
                    <a16:creationId xmlns:a16="http://schemas.microsoft.com/office/drawing/2014/main" id="{979345A4-EC08-2A46-9DE0-B9BCFF5BC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998"/>
                <a:ext cx="949" cy="441"/>
              </a:xfrm>
              <a:custGeom>
                <a:avLst/>
                <a:gdLst>
                  <a:gd name="T0" fmla="*/ 237 w 1899"/>
                  <a:gd name="T1" fmla="*/ 67 h 883"/>
                  <a:gd name="T2" fmla="*/ 146 w 1899"/>
                  <a:gd name="T3" fmla="*/ 110 h 883"/>
                  <a:gd name="T4" fmla="*/ 10 w 1899"/>
                  <a:gd name="T5" fmla="*/ 92 h 883"/>
                  <a:gd name="T6" fmla="*/ 10 w 1899"/>
                  <a:gd name="T7" fmla="*/ 86 h 883"/>
                  <a:gd name="T8" fmla="*/ 6 w 1899"/>
                  <a:gd name="T9" fmla="*/ 85 h 883"/>
                  <a:gd name="T10" fmla="*/ 6 w 1899"/>
                  <a:gd name="T11" fmla="*/ 81 h 883"/>
                  <a:gd name="T12" fmla="*/ 0 w 1899"/>
                  <a:gd name="T13" fmla="*/ 71 h 883"/>
                  <a:gd name="T14" fmla="*/ 8 w 1899"/>
                  <a:gd name="T15" fmla="*/ 37 h 883"/>
                  <a:gd name="T16" fmla="*/ 13 w 1899"/>
                  <a:gd name="T17" fmla="*/ 30 h 883"/>
                  <a:gd name="T18" fmla="*/ 70 w 1899"/>
                  <a:gd name="T19" fmla="*/ 19 h 883"/>
                  <a:gd name="T20" fmla="*/ 78 w 1899"/>
                  <a:gd name="T21" fmla="*/ 8 h 883"/>
                  <a:gd name="T22" fmla="*/ 104 w 1899"/>
                  <a:gd name="T23" fmla="*/ 0 h 883"/>
                  <a:gd name="T24" fmla="*/ 226 w 1899"/>
                  <a:gd name="T25" fmla="*/ 11 h 883"/>
                  <a:gd name="T26" fmla="*/ 230 w 1899"/>
                  <a:gd name="T27" fmla="*/ 22 h 883"/>
                  <a:gd name="T28" fmla="*/ 232 w 1899"/>
                  <a:gd name="T29" fmla="*/ 22 h 883"/>
                  <a:gd name="T30" fmla="*/ 234 w 1899"/>
                  <a:gd name="T31" fmla="*/ 26 h 883"/>
                  <a:gd name="T32" fmla="*/ 237 w 1899"/>
                  <a:gd name="T33" fmla="*/ 26 h 883"/>
                  <a:gd name="T34" fmla="*/ 237 w 1899"/>
                  <a:gd name="T35" fmla="*/ 67 h 8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99"/>
                  <a:gd name="T55" fmla="*/ 0 h 883"/>
                  <a:gd name="T56" fmla="*/ 1899 w 1899"/>
                  <a:gd name="T57" fmla="*/ 883 h 88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99" h="883">
                    <a:moveTo>
                      <a:pt x="1899" y="542"/>
                    </a:moveTo>
                    <a:lnTo>
                      <a:pt x="1170" y="883"/>
                    </a:lnTo>
                    <a:lnTo>
                      <a:pt x="81" y="737"/>
                    </a:lnTo>
                    <a:lnTo>
                      <a:pt x="81" y="693"/>
                    </a:lnTo>
                    <a:lnTo>
                      <a:pt x="49" y="686"/>
                    </a:lnTo>
                    <a:lnTo>
                      <a:pt x="49" y="651"/>
                    </a:lnTo>
                    <a:lnTo>
                      <a:pt x="0" y="570"/>
                    </a:lnTo>
                    <a:lnTo>
                      <a:pt x="68" y="300"/>
                    </a:lnTo>
                    <a:lnTo>
                      <a:pt x="106" y="247"/>
                    </a:lnTo>
                    <a:lnTo>
                      <a:pt x="565" y="159"/>
                    </a:lnTo>
                    <a:lnTo>
                      <a:pt x="625" y="68"/>
                    </a:lnTo>
                    <a:lnTo>
                      <a:pt x="834" y="0"/>
                    </a:lnTo>
                    <a:lnTo>
                      <a:pt x="1812" y="93"/>
                    </a:lnTo>
                    <a:lnTo>
                      <a:pt x="1845" y="180"/>
                    </a:lnTo>
                    <a:lnTo>
                      <a:pt x="1863" y="178"/>
                    </a:lnTo>
                    <a:lnTo>
                      <a:pt x="1873" y="210"/>
                    </a:lnTo>
                    <a:lnTo>
                      <a:pt x="1899" y="213"/>
                    </a:lnTo>
                    <a:lnTo>
                      <a:pt x="1899" y="5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1" name="Freeform 78">
                <a:extLst>
                  <a:ext uri="{FF2B5EF4-FFF2-40B4-BE49-F238E27FC236}">
                    <a16:creationId xmlns:a16="http://schemas.microsoft.com/office/drawing/2014/main" id="{19812211-0028-6445-84F1-531D2A5F5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59"/>
                <a:ext cx="223" cy="166"/>
              </a:xfrm>
              <a:custGeom>
                <a:avLst/>
                <a:gdLst>
                  <a:gd name="T0" fmla="*/ 56 w 444"/>
                  <a:gd name="T1" fmla="*/ 0 h 331"/>
                  <a:gd name="T2" fmla="*/ 0 w 444"/>
                  <a:gd name="T3" fmla="*/ 42 h 331"/>
                  <a:gd name="T4" fmla="*/ 56 w 444"/>
                  <a:gd name="T5" fmla="*/ 20 h 331"/>
                  <a:gd name="T6" fmla="*/ 56 w 444"/>
                  <a:gd name="T7" fmla="*/ 0 h 3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44"/>
                  <a:gd name="T13" fmla="*/ 0 h 331"/>
                  <a:gd name="T14" fmla="*/ 444 w 444"/>
                  <a:gd name="T15" fmla="*/ 331 h 3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44" h="331">
                    <a:moveTo>
                      <a:pt x="443" y="0"/>
                    </a:moveTo>
                    <a:lnTo>
                      <a:pt x="0" y="331"/>
                    </a:lnTo>
                    <a:lnTo>
                      <a:pt x="444" y="153"/>
                    </a:lnTo>
                    <a:lnTo>
                      <a:pt x="4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2" name="Freeform 79">
                <a:extLst>
                  <a:ext uri="{FF2B5EF4-FFF2-40B4-BE49-F238E27FC236}">
                    <a16:creationId xmlns:a16="http://schemas.microsoft.com/office/drawing/2014/main" id="{A1C1A1EF-18C8-0945-9043-2ED14CED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108"/>
                <a:ext cx="341" cy="240"/>
              </a:xfrm>
              <a:custGeom>
                <a:avLst/>
                <a:gdLst>
                  <a:gd name="T0" fmla="*/ 85 w 683"/>
                  <a:gd name="T1" fmla="*/ 0 h 482"/>
                  <a:gd name="T2" fmla="*/ 64 w 683"/>
                  <a:gd name="T3" fmla="*/ 3 h 482"/>
                  <a:gd name="T4" fmla="*/ 53 w 683"/>
                  <a:gd name="T5" fmla="*/ 16 h 482"/>
                  <a:gd name="T6" fmla="*/ 0 w 683"/>
                  <a:gd name="T7" fmla="*/ 37 h 482"/>
                  <a:gd name="T8" fmla="*/ 14 w 683"/>
                  <a:gd name="T9" fmla="*/ 60 h 482"/>
                  <a:gd name="T10" fmla="*/ 30 w 683"/>
                  <a:gd name="T11" fmla="*/ 54 h 482"/>
                  <a:gd name="T12" fmla="*/ 85 w 683"/>
                  <a:gd name="T13" fmla="*/ 13 h 482"/>
                  <a:gd name="T14" fmla="*/ 85 w 683"/>
                  <a:gd name="T15" fmla="*/ 0 h 4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83"/>
                  <a:gd name="T25" fmla="*/ 0 h 482"/>
                  <a:gd name="T26" fmla="*/ 683 w 683"/>
                  <a:gd name="T27" fmla="*/ 482 h 48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83" h="482">
                    <a:moveTo>
                      <a:pt x="683" y="0"/>
                    </a:moveTo>
                    <a:lnTo>
                      <a:pt x="515" y="26"/>
                    </a:lnTo>
                    <a:lnTo>
                      <a:pt x="426" y="128"/>
                    </a:lnTo>
                    <a:lnTo>
                      <a:pt x="0" y="299"/>
                    </a:lnTo>
                    <a:lnTo>
                      <a:pt x="119" y="482"/>
                    </a:lnTo>
                    <a:lnTo>
                      <a:pt x="240" y="435"/>
                    </a:lnTo>
                    <a:lnTo>
                      <a:pt x="683" y="104"/>
                    </a:lnTo>
                    <a:lnTo>
                      <a:pt x="6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3" name="Freeform 80">
                <a:extLst>
                  <a:ext uri="{FF2B5EF4-FFF2-40B4-BE49-F238E27FC236}">
                    <a16:creationId xmlns:a16="http://schemas.microsoft.com/office/drawing/2014/main" id="{1F64044B-1792-4848-A567-56D3A3E0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84"/>
                <a:ext cx="480" cy="300"/>
              </a:xfrm>
              <a:custGeom>
                <a:avLst/>
                <a:gdLst>
                  <a:gd name="T0" fmla="*/ 17 w 961"/>
                  <a:gd name="T1" fmla="*/ 0 h 599"/>
                  <a:gd name="T2" fmla="*/ 16 w 961"/>
                  <a:gd name="T3" fmla="*/ 1 h 599"/>
                  <a:gd name="T4" fmla="*/ 16 w 961"/>
                  <a:gd name="T5" fmla="*/ 1 h 599"/>
                  <a:gd name="T6" fmla="*/ 14 w 961"/>
                  <a:gd name="T7" fmla="*/ 2 h 599"/>
                  <a:gd name="T8" fmla="*/ 13 w 961"/>
                  <a:gd name="T9" fmla="*/ 3 h 599"/>
                  <a:gd name="T10" fmla="*/ 11 w 961"/>
                  <a:gd name="T11" fmla="*/ 4 h 599"/>
                  <a:gd name="T12" fmla="*/ 10 w 961"/>
                  <a:gd name="T13" fmla="*/ 6 h 599"/>
                  <a:gd name="T14" fmla="*/ 8 w 961"/>
                  <a:gd name="T15" fmla="*/ 8 h 599"/>
                  <a:gd name="T16" fmla="*/ 6 w 961"/>
                  <a:gd name="T17" fmla="*/ 11 h 599"/>
                  <a:gd name="T18" fmla="*/ 4 w 961"/>
                  <a:gd name="T19" fmla="*/ 15 h 599"/>
                  <a:gd name="T20" fmla="*/ 3 w 961"/>
                  <a:gd name="T21" fmla="*/ 18 h 599"/>
                  <a:gd name="T22" fmla="*/ 1 w 961"/>
                  <a:gd name="T23" fmla="*/ 23 h 599"/>
                  <a:gd name="T24" fmla="*/ 0 w 961"/>
                  <a:gd name="T25" fmla="*/ 28 h 599"/>
                  <a:gd name="T26" fmla="*/ 0 w 961"/>
                  <a:gd name="T27" fmla="*/ 33 h 599"/>
                  <a:gd name="T28" fmla="*/ 0 w 961"/>
                  <a:gd name="T29" fmla="*/ 39 h 599"/>
                  <a:gd name="T30" fmla="*/ 0 w 961"/>
                  <a:gd name="T31" fmla="*/ 46 h 599"/>
                  <a:gd name="T32" fmla="*/ 1 w 961"/>
                  <a:gd name="T33" fmla="*/ 54 h 599"/>
                  <a:gd name="T34" fmla="*/ 99 w 961"/>
                  <a:gd name="T35" fmla="*/ 75 h 599"/>
                  <a:gd name="T36" fmla="*/ 99 w 961"/>
                  <a:gd name="T37" fmla="*/ 73 h 599"/>
                  <a:gd name="T38" fmla="*/ 99 w 961"/>
                  <a:gd name="T39" fmla="*/ 68 h 599"/>
                  <a:gd name="T40" fmla="*/ 100 w 961"/>
                  <a:gd name="T41" fmla="*/ 60 h 599"/>
                  <a:gd name="T42" fmla="*/ 101 w 961"/>
                  <a:gd name="T43" fmla="*/ 51 h 599"/>
                  <a:gd name="T44" fmla="*/ 104 w 961"/>
                  <a:gd name="T45" fmla="*/ 41 h 599"/>
                  <a:gd name="T46" fmla="*/ 107 w 961"/>
                  <a:gd name="T47" fmla="*/ 32 h 599"/>
                  <a:gd name="T48" fmla="*/ 112 w 961"/>
                  <a:gd name="T49" fmla="*/ 24 h 599"/>
                  <a:gd name="T50" fmla="*/ 120 w 961"/>
                  <a:gd name="T51" fmla="*/ 20 h 599"/>
                  <a:gd name="T52" fmla="*/ 17 w 961"/>
                  <a:gd name="T53" fmla="*/ 0 h 5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61"/>
                  <a:gd name="T82" fmla="*/ 0 h 599"/>
                  <a:gd name="T83" fmla="*/ 961 w 961"/>
                  <a:gd name="T84" fmla="*/ 599 h 59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61" h="599">
                    <a:moveTo>
                      <a:pt x="136" y="0"/>
                    </a:moveTo>
                    <a:lnTo>
                      <a:pt x="133" y="1"/>
                    </a:lnTo>
                    <a:lnTo>
                      <a:pt x="128" y="4"/>
                    </a:lnTo>
                    <a:lnTo>
                      <a:pt x="118" y="10"/>
                    </a:lnTo>
                    <a:lnTo>
                      <a:pt x="108" y="19"/>
                    </a:lnTo>
                    <a:lnTo>
                      <a:pt x="94" y="31"/>
                    </a:lnTo>
                    <a:lnTo>
                      <a:pt x="80" y="46"/>
                    </a:lnTo>
                    <a:lnTo>
                      <a:pt x="65" y="64"/>
                    </a:lnTo>
                    <a:lnTo>
                      <a:pt x="50" y="86"/>
                    </a:lnTo>
                    <a:lnTo>
                      <a:pt x="37" y="113"/>
                    </a:lnTo>
                    <a:lnTo>
                      <a:pt x="24" y="143"/>
                    </a:lnTo>
                    <a:lnTo>
                      <a:pt x="14" y="177"/>
                    </a:lnTo>
                    <a:lnTo>
                      <a:pt x="5" y="218"/>
                    </a:lnTo>
                    <a:lnTo>
                      <a:pt x="1" y="261"/>
                    </a:lnTo>
                    <a:lnTo>
                      <a:pt x="0" y="311"/>
                    </a:lnTo>
                    <a:lnTo>
                      <a:pt x="4" y="365"/>
                    </a:lnTo>
                    <a:lnTo>
                      <a:pt x="14" y="425"/>
                    </a:lnTo>
                    <a:lnTo>
                      <a:pt x="799" y="599"/>
                    </a:lnTo>
                    <a:lnTo>
                      <a:pt x="799" y="583"/>
                    </a:lnTo>
                    <a:lnTo>
                      <a:pt x="799" y="539"/>
                    </a:lnTo>
                    <a:lnTo>
                      <a:pt x="804" y="476"/>
                    </a:lnTo>
                    <a:lnTo>
                      <a:pt x="813" y="401"/>
                    </a:lnTo>
                    <a:lnTo>
                      <a:pt x="832" y="324"/>
                    </a:lnTo>
                    <a:lnTo>
                      <a:pt x="860" y="251"/>
                    </a:lnTo>
                    <a:lnTo>
                      <a:pt x="903" y="192"/>
                    </a:lnTo>
                    <a:lnTo>
                      <a:pt x="961" y="154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4" name="Freeform 81">
                <a:extLst>
                  <a:ext uri="{FF2B5EF4-FFF2-40B4-BE49-F238E27FC236}">
                    <a16:creationId xmlns:a16="http://schemas.microsoft.com/office/drawing/2014/main" id="{8626A718-ADEA-2942-9A0F-A029A4425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038"/>
                <a:ext cx="566" cy="134"/>
              </a:xfrm>
              <a:custGeom>
                <a:avLst/>
                <a:gdLst>
                  <a:gd name="T0" fmla="*/ 0 w 1131"/>
                  <a:gd name="T1" fmla="*/ 12 h 267"/>
                  <a:gd name="T2" fmla="*/ 8 w 1131"/>
                  <a:gd name="T3" fmla="*/ 0 h 267"/>
                  <a:gd name="T4" fmla="*/ 141 w 1131"/>
                  <a:gd name="T5" fmla="*/ 15 h 267"/>
                  <a:gd name="T6" fmla="*/ 142 w 1131"/>
                  <a:gd name="T7" fmla="*/ 21 h 267"/>
                  <a:gd name="T8" fmla="*/ 131 w 1131"/>
                  <a:gd name="T9" fmla="*/ 34 h 267"/>
                  <a:gd name="T10" fmla="*/ 132 w 1131"/>
                  <a:gd name="T11" fmla="*/ 27 h 267"/>
                  <a:gd name="T12" fmla="*/ 122 w 1131"/>
                  <a:gd name="T13" fmla="*/ 25 h 267"/>
                  <a:gd name="T14" fmla="*/ 123 w 1131"/>
                  <a:gd name="T15" fmla="*/ 19 h 267"/>
                  <a:gd name="T16" fmla="*/ 17 w 1131"/>
                  <a:gd name="T17" fmla="*/ 7 h 267"/>
                  <a:gd name="T18" fmla="*/ 13 w 1131"/>
                  <a:gd name="T19" fmla="*/ 13 h 267"/>
                  <a:gd name="T20" fmla="*/ 0 w 1131"/>
                  <a:gd name="T21" fmla="*/ 12 h 2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31"/>
                  <a:gd name="T34" fmla="*/ 0 h 267"/>
                  <a:gd name="T35" fmla="*/ 1131 w 1131"/>
                  <a:gd name="T36" fmla="*/ 267 h 2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31" h="267">
                    <a:moveTo>
                      <a:pt x="0" y="90"/>
                    </a:moveTo>
                    <a:lnTo>
                      <a:pt x="57" y="0"/>
                    </a:lnTo>
                    <a:lnTo>
                      <a:pt x="1122" y="116"/>
                    </a:lnTo>
                    <a:lnTo>
                      <a:pt x="1131" y="161"/>
                    </a:lnTo>
                    <a:lnTo>
                      <a:pt x="1041" y="267"/>
                    </a:lnTo>
                    <a:lnTo>
                      <a:pt x="1054" y="209"/>
                    </a:lnTo>
                    <a:lnTo>
                      <a:pt x="973" y="200"/>
                    </a:lnTo>
                    <a:lnTo>
                      <a:pt x="977" y="148"/>
                    </a:lnTo>
                    <a:lnTo>
                      <a:pt x="134" y="52"/>
                    </a:lnTo>
                    <a:lnTo>
                      <a:pt x="103" y="10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5" name="Freeform 82">
                <a:extLst>
                  <a:ext uri="{FF2B5EF4-FFF2-40B4-BE49-F238E27FC236}">
                    <a16:creationId xmlns:a16="http://schemas.microsoft.com/office/drawing/2014/main" id="{16A81D82-AA44-9F46-9E3F-89567AB2B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083"/>
                <a:ext cx="759" cy="126"/>
              </a:xfrm>
              <a:custGeom>
                <a:avLst/>
                <a:gdLst>
                  <a:gd name="T0" fmla="*/ 189 w 1519"/>
                  <a:gd name="T1" fmla="*/ 15 h 252"/>
                  <a:gd name="T2" fmla="*/ 129 w 1519"/>
                  <a:gd name="T3" fmla="*/ 32 h 252"/>
                  <a:gd name="T4" fmla="*/ 0 w 1519"/>
                  <a:gd name="T5" fmla="*/ 12 h 252"/>
                  <a:gd name="T6" fmla="*/ 58 w 1519"/>
                  <a:gd name="T7" fmla="*/ 0 h 252"/>
                  <a:gd name="T8" fmla="*/ 189 w 1519"/>
                  <a:gd name="T9" fmla="*/ 15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19"/>
                  <a:gd name="T16" fmla="*/ 0 h 252"/>
                  <a:gd name="T17" fmla="*/ 1519 w 1519"/>
                  <a:gd name="T18" fmla="*/ 252 h 2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19" h="252">
                    <a:moveTo>
                      <a:pt x="1519" y="119"/>
                    </a:moveTo>
                    <a:lnTo>
                      <a:pt x="1036" y="252"/>
                    </a:lnTo>
                    <a:lnTo>
                      <a:pt x="0" y="95"/>
                    </a:lnTo>
                    <a:lnTo>
                      <a:pt x="466" y="0"/>
                    </a:lnTo>
                    <a:lnTo>
                      <a:pt x="1519" y="119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6" name="Freeform 83">
                <a:extLst>
                  <a:ext uri="{FF2B5EF4-FFF2-40B4-BE49-F238E27FC236}">
                    <a16:creationId xmlns:a16="http://schemas.microsoft.com/office/drawing/2014/main" id="{95977319-37E7-8E4E-8E63-610D6744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131"/>
                <a:ext cx="534" cy="97"/>
              </a:xfrm>
              <a:custGeom>
                <a:avLst/>
                <a:gdLst>
                  <a:gd name="T0" fmla="*/ 4 w 1068"/>
                  <a:gd name="T1" fmla="*/ 0 h 195"/>
                  <a:gd name="T2" fmla="*/ 0 w 1068"/>
                  <a:gd name="T3" fmla="*/ 4 h 195"/>
                  <a:gd name="T4" fmla="*/ 131 w 1068"/>
                  <a:gd name="T5" fmla="*/ 24 h 195"/>
                  <a:gd name="T6" fmla="*/ 134 w 1068"/>
                  <a:gd name="T7" fmla="*/ 19 h 195"/>
                  <a:gd name="T8" fmla="*/ 4 w 106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8"/>
                  <a:gd name="T16" fmla="*/ 0 h 195"/>
                  <a:gd name="T17" fmla="*/ 1068 w 1068"/>
                  <a:gd name="T18" fmla="*/ 195 h 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8" h="195">
                    <a:moveTo>
                      <a:pt x="28" y="0"/>
                    </a:moveTo>
                    <a:lnTo>
                      <a:pt x="0" y="34"/>
                    </a:lnTo>
                    <a:lnTo>
                      <a:pt x="1048" y="195"/>
                    </a:lnTo>
                    <a:lnTo>
                      <a:pt x="1068" y="15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2F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7" name="Freeform 84">
                <a:extLst>
                  <a:ext uri="{FF2B5EF4-FFF2-40B4-BE49-F238E27FC236}">
                    <a16:creationId xmlns:a16="http://schemas.microsoft.com/office/drawing/2014/main" id="{0D735D29-E5A5-F748-80A5-6674B4F9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147"/>
                <a:ext cx="546" cy="156"/>
              </a:xfrm>
              <a:custGeom>
                <a:avLst/>
                <a:gdLst>
                  <a:gd name="T0" fmla="*/ 6 w 1091"/>
                  <a:gd name="T1" fmla="*/ 0 h 311"/>
                  <a:gd name="T2" fmla="*/ 0 w 1091"/>
                  <a:gd name="T3" fmla="*/ 21 h 311"/>
                  <a:gd name="T4" fmla="*/ 135 w 1091"/>
                  <a:gd name="T5" fmla="*/ 39 h 311"/>
                  <a:gd name="T6" fmla="*/ 137 w 1091"/>
                  <a:gd name="T7" fmla="*/ 20 h 311"/>
                  <a:gd name="T8" fmla="*/ 6 w 1091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1"/>
                  <a:gd name="T16" fmla="*/ 0 h 311"/>
                  <a:gd name="T17" fmla="*/ 1091 w 1091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1" h="311">
                    <a:moveTo>
                      <a:pt x="41" y="0"/>
                    </a:moveTo>
                    <a:lnTo>
                      <a:pt x="0" y="161"/>
                    </a:lnTo>
                    <a:lnTo>
                      <a:pt x="1075" y="311"/>
                    </a:lnTo>
                    <a:lnTo>
                      <a:pt x="1091" y="158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8" name="Freeform 85">
                <a:extLst>
                  <a:ext uri="{FF2B5EF4-FFF2-40B4-BE49-F238E27FC236}">
                    <a16:creationId xmlns:a16="http://schemas.microsoft.com/office/drawing/2014/main" id="{D14A7045-207F-0142-B31A-B5BC4F0B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73"/>
                <a:ext cx="233" cy="83"/>
              </a:xfrm>
              <a:custGeom>
                <a:avLst/>
                <a:gdLst>
                  <a:gd name="T0" fmla="*/ 0 w 467"/>
                  <a:gd name="T1" fmla="*/ 20 h 165"/>
                  <a:gd name="T2" fmla="*/ 6 w 467"/>
                  <a:gd name="T3" fmla="*/ 21 h 165"/>
                  <a:gd name="T4" fmla="*/ 58 w 467"/>
                  <a:gd name="T5" fmla="*/ 0 h 165"/>
                  <a:gd name="T6" fmla="*/ 0 w 467"/>
                  <a:gd name="T7" fmla="*/ 20 h 1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67"/>
                  <a:gd name="T13" fmla="*/ 0 h 165"/>
                  <a:gd name="T14" fmla="*/ 467 w 467"/>
                  <a:gd name="T15" fmla="*/ 165 h 1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67" h="165">
                    <a:moveTo>
                      <a:pt x="0" y="160"/>
                    </a:moveTo>
                    <a:lnTo>
                      <a:pt x="49" y="165"/>
                    </a:lnTo>
                    <a:lnTo>
                      <a:pt x="467" y="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09" name="Freeform 86">
                <a:extLst>
                  <a:ext uri="{FF2B5EF4-FFF2-40B4-BE49-F238E27FC236}">
                    <a16:creationId xmlns:a16="http://schemas.microsoft.com/office/drawing/2014/main" id="{E46EC2FD-A500-DA46-A74E-0E3456277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310"/>
                <a:ext cx="103" cy="94"/>
              </a:xfrm>
              <a:custGeom>
                <a:avLst/>
                <a:gdLst>
                  <a:gd name="T0" fmla="*/ 0 w 206"/>
                  <a:gd name="T1" fmla="*/ 19 h 187"/>
                  <a:gd name="T2" fmla="*/ 3 w 206"/>
                  <a:gd name="T3" fmla="*/ 16 h 187"/>
                  <a:gd name="T4" fmla="*/ 5 w 206"/>
                  <a:gd name="T5" fmla="*/ 12 h 187"/>
                  <a:gd name="T6" fmla="*/ 7 w 206"/>
                  <a:gd name="T7" fmla="*/ 9 h 187"/>
                  <a:gd name="T8" fmla="*/ 9 w 206"/>
                  <a:gd name="T9" fmla="*/ 6 h 187"/>
                  <a:gd name="T10" fmla="*/ 12 w 206"/>
                  <a:gd name="T11" fmla="*/ 4 h 187"/>
                  <a:gd name="T12" fmla="*/ 13 w 206"/>
                  <a:gd name="T13" fmla="*/ 2 h 187"/>
                  <a:gd name="T14" fmla="*/ 14 w 206"/>
                  <a:gd name="T15" fmla="*/ 1 h 187"/>
                  <a:gd name="T16" fmla="*/ 15 w 206"/>
                  <a:gd name="T17" fmla="*/ 0 h 187"/>
                  <a:gd name="T18" fmla="*/ 24 w 206"/>
                  <a:gd name="T19" fmla="*/ 2 h 187"/>
                  <a:gd name="T20" fmla="*/ 26 w 206"/>
                  <a:gd name="T21" fmla="*/ 24 h 187"/>
                  <a:gd name="T22" fmla="*/ 0 w 206"/>
                  <a:gd name="T23" fmla="*/ 19 h 1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6"/>
                  <a:gd name="T37" fmla="*/ 0 h 187"/>
                  <a:gd name="T38" fmla="*/ 206 w 206"/>
                  <a:gd name="T39" fmla="*/ 187 h 18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6" h="187">
                    <a:moveTo>
                      <a:pt x="0" y="152"/>
                    </a:moveTo>
                    <a:lnTo>
                      <a:pt x="17" y="123"/>
                    </a:lnTo>
                    <a:lnTo>
                      <a:pt x="35" y="95"/>
                    </a:lnTo>
                    <a:lnTo>
                      <a:pt x="53" y="70"/>
                    </a:lnTo>
                    <a:lnTo>
                      <a:pt x="72" y="47"/>
                    </a:lnTo>
                    <a:lnTo>
                      <a:pt x="89" y="27"/>
                    </a:lnTo>
                    <a:lnTo>
                      <a:pt x="103" y="12"/>
                    </a:lnTo>
                    <a:lnTo>
                      <a:pt x="112" y="3"/>
                    </a:lnTo>
                    <a:lnTo>
                      <a:pt x="116" y="0"/>
                    </a:lnTo>
                    <a:lnTo>
                      <a:pt x="191" y="10"/>
                    </a:lnTo>
                    <a:lnTo>
                      <a:pt x="206" y="187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0" name="Freeform 87">
                <a:extLst>
                  <a:ext uri="{FF2B5EF4-FFF2-40B4-BE49-F238E27FC236}">
                    <a16:creationId xmlns:a16="http://schemas.microsoft.com/office/drawing/2014/main" id="{F3D55E4E-EE26-DA48-AA89-1C35067C8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66"/>
                <a:ext cx="41" cy="22"/>
              </a:xfrm>
              <a:custGeom>
                <a:avLst/>
                <a:gdLst>
                  <a:gd name="T0" fmla="*/ 5 w 81"/>
                  <a:gd name="T1" fmla="*/ 6 h 43"/>
                  <a:gd name="T2" fmla="*/ 6 w 81"/>
                  <a:gd name="T3" fmla="*/ 6 h 43"/>
                  <a:gd name="T4" fmla="*/ 7 w 81"/>
                  <a:gd name="T5" fmla="*/ 6 h 43"/>
                  <a:gd name="T6" fmla="*/ 8 w 81"/>
                  <a:gd name="T7" fmla="*/ 6 h 43"/>
                  <a:gd name="T8" fmla="*/ 9 w 81"/>
                  <a:gd name="T9" fmla="*/ 6 h 43"/>
                  <a:gd name="T10" fmla="*/ 9 w 81"/>
                  <a:gd name="T11" fmla="*/ 5 h 43"/>
                  <a:gd name="T12" fmla="*/ 10 w 81"/>
                  <a:gd name="T13" fmla="*/ 5 h 43"/>
                  <a:gd name="T14" fmla="*/ 10 w 81"/>
                  <a:gd name="T15" fmla="*/ 5 h 43"/>
                  <a:gd name="T16" fmla="*/ 11 w 81"/>
                  <a:gd name="T17" fmla="*/ 4 h 43"/>
                  <a:gd name="T18" fmla="*/ 11 w 81"/>
                  <a:gd name="T19" fmla="*/ 4 h 43"/>
                  <a:gd name="T20" fmla="*/ 10 w 81"/>
                  <a:gd name="T21" fmla="*/ 3 h 43"/>
                  <a:gd name="T22" fmla="*/ 10 w 81"/>
                  <a:gd name="T23" fmla="*/ 3 h 43"/>
                  <a:gd name="T24" fmla="*/ 9 w 81"/>
                  <a:gd name="T25" fmla="*/ 2 h 43"/>
                  <a:gd name="T26" fmla="*/ 9 w 81"/>
                  <a:gd name="T27" fmla="*/ 2 h 43"/>
                  <a:gd name="T28" fmla="*/ 8 w 81"/>
                  <a:gd name="T29" fmla="*/ 1 h 43"/>
                  <a:gd name="T30" fmla="*/ 7 w 81"/>
                  <a:gd name="T31" fmla="*/ 1 h 43"/>
                  <a:gd name="T32" fmla="*/ 6 w 81"/>
                  <a:gd name="T33" fmla="*/ 1 h 43"/>
                  <a:gd name="T34" fmla="*/ 5 w 81"/>
                  <a:gd name="T35" fmla="*/ 0 h 43"/>
                  <a:gd name="T36" fmla="*/ 4 w 81"/>
                  <a:gd name="T37" fmla="*/ 0 h 43"/>
                  <a:gd name="T38" fmla="*/ 3 w 81"/>
                  <a:gd name="T39" fmla="*/ 1 h 43"/>
                  <a:gd name="T40" fmla="*/ 2 w 81"/>
                  <a:gd name="T41" fmla="*/ 1 h 43"/>
                  <a:gd name="T42" fmla="*/ 1 w 81"/>
                  <a:gd name="T43" fmla="*/ 1 h 43"/>
                  <a:gd name="T44" fmla="*/ 1 w 81"/>
                  <a:gd name="T45" fmla="*/ 1 h 43"/>
                  <a:gd name="T46" fmla="*/ 1 w 81"/>
                  <a:gd name="T47" fmla="*/ 2 h 43"/>
                  <a:gd name="T48" fmla="*/ 0 w 81"/>
                  <a:gd name="T49" fmla="*/ 2 h 43"/>
                  <a:gd name="T50" fmla="*/ 0 w 81"/>
                  <a:gd name="T51" fmla="*/ 3 h 43"/>
                  <a:gd name="T52" fmla="*/ 1 w 81"/>
                  <a:gd name="T53" fmla="*/ 3 h 43"/>
                  <a:gd name="T54" fmla="*/ 1 w 81"/>
                  <a:gd name="T55" fmla="*/ 4 h 43"/>
                  <a:gd name="T56" fmla="*/ 2 w 81"/>
                  <a:gd name="T57" fmla="*/ 4 h 43"/>
                  <a:gd name="T58" fmla="*/ 2 w 81"/>
                  <a:gd name="T59" fmla="*/ 5 h 43"/>
                  <a:gd name="T60" fmla="*/ 3 w 81"/>
                  <a:gd name="T61" fmla="*/ 5 h 43"/>
                  <a:gd name="T62" fmla="*/ 4 w 81"/>
                  <a:gd name="T63" fmla="*/ 6 h 43"/>
                  <a:gd name="T64" fmla="*/ 5 w 81"/>
                  <a:gd name="T65" fmla="*/ 6 h 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1"/>
                  <a:gd name="T100" fmla="*/ 0 h 43"/>
                  <a:gd name="T101" fmla="*/ 81 w 81"/>
                  <a:gd name="T102" fmla="*/ 43 h 4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1" h="43">
                    <a:moveTo>
                      <a:pt x="37" y="42"/>
                    </a:moveTo>
                    <a:lnTo>
                      <a:pt x="45" y="43"/>
                    </a:lnTo>
                    <a:lnTo>
                      <a:pt x="53" y="43"/>
                    </a:lnTo>
                    <a:lnTo>
                      <a:pt x="60" y="42"/>
                    </a:lnTo>
                    <a:lnTo>
                      <a:pt x="66" y="41"/>
                    </a:lnTo>
                    <a:lnTo>
                      <a:pt x="72" y="39"/>
                    </a:lnTo>
                    <a:lnTo>
                      <a:pt x="76" y="36"/>
                    </a:lnTo>
                    <a:lnTo>
                      <a:pt x="80" y="33"/>
                    </a:lnTo>
                    <a:lnTo>
                      <a:pt x="81" y="28"/>
                    </a:lnTo>
                    <a:lnTo>
                      <a:pt x="81" y="25"/>
                    </a:lnTo>
                    <a:lnTo>
                      <a:pt x="79" y="20"/>
                    </a:lnTo>
                    <a:lnTo>
                      <a:pt x="75" y="17"/>
                    </a:lnTo>
                    <a:lnTo>
                      <a:pt x="72" y="12"/>
                    </a:lnTo>
                    <a:lnTo>
                      <a:pt x="66" y="9"/>
                    </a:lnTo>
                    <a:lnTo>
                      <a:pt x="59" y="6"/>
                    </a:lnTo>
                    <a:lnTo>
                      <a:pt x="52" y="3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4" y="3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5" y="27"/>
                    </a:lnTo>
                    <a:lnTo>
                      <a:pt x="10" y="32"/>
                    </a:lnTo>
                    <a:lnTo>
                      <a:pt x="15" y="35"/>
                    </a:lnTo>
                    <a:lnTo>
                      <a:pt x="22" y="37"/>
                    </a:lnTo>
                    <a:lnTo>
                      <a:pt x="29" y="41"/>
                    </a:lnTo>
                    <a:lnTo>
                      <a:pt x="3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1" name="Freeform 88">
                <a:extLst>
                  <a:ext uri="{FF2B5EF4-FFF2-40B4-BE49-F238E27FC236}">
                    <a16:creationId xmlns:a16="http://schemas.microsoft.com/office/drawing/2014/main" id="{32CE4E28-1896-D14B-80B6-70F61EF7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70"/>
                <a:ext cx="27" cy="14"/>
              </a:xfrm>
              <a:custGeom>
                <a:avLst/>
                <a:gdLst>
                  <a:gd name="T0" fmla="*/ 3 w 53"/>
                  <a:gd name="T1" fmla="*/ 3 h 29"/>
                  <a:gd name="T2" fmla="*/ 5 w 53"/>
                  <a:gd name="T3" fmla="*/ 3 h 29"/>
                  <a:gd name="T4" fmla="*/ 6 w 53"/>
                  <a:gd name="T5" fmla="*/ 3 h 29"/>
                  <a:gd name="T6" fmla="*/ 7 w 53"/>
                  <a:gd name="T7" fmla="*/ 2 h 29"/>
                  <a:gd name="T8" fmla="*/ 7 w 53"/>
                  <a:gd name="T9" fmla="*/ 2 h 29"/>
                  <a:gd name="T10" fmla="*/ 7 w 53"/>
                  <a:gd name="T11" fmla="*/ 1 h 29"/>
                  <a:gd name="T12" fmla="*/ 6 w 53"/>
                  <a:gd name="T13" fmla="*/ 1 h 29"/>
                  <a:gd name="T14" fmla="*/ 5 w 53"/>
                  <a:gd name="T15" fmla="*/ 0 h 29"/>
                  <a:gd name="T16" fmla="*/ 4 w 53"/>
                  <a:gd name="T17" fmla="*/ 0 h 29"/>
                  <a:gd name="T18" fmla="*/ 3 w 53"/>
                  <a:gd name="T19" fmla="*/ 0 h 29"/>
                  <a:gd name="T20" fmla="*/ 2 w 53"/>
                  <a:gd name="T21" fmla="*/ 0 h 29"/>
                  <a:gd name="T22" fmla="*/ 1 w 53"/>
                  <a:gd name="T23" fmla="*/ 0 h 29"/>
                  <a:gd name="T24" fmla="*/ 0 w 53"/>
                  <a:gd name="T25" fmla="*/ 1 h 29"/>
                  <a:gd name="T26" fmla="*/ 1 w 53"/>
                  <a:gd name="T27" fmla="*/ 2 h 29"/>
                  <a:gd name="T28" fmla="*/ 1 w 53"/>
                  <a:gd name="T29" fmla="*/ 2 h 29"/>
                  <a:gd name="T30" fmla="*/ 2 w 53"/>
                  <a:gd name="T31" fmla="*/ 3 h 29"/>
                  <a:gd name="T32" fmla="*/ 3 w 53"/>
                  <a:gd name="T33" fmla="*/ 3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9"/>
                  <a:gd name="T53" fmla="*/ 53 w 53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9">
                    <a:moveTo>
                      <a:pt x="23" y="28"/>
                    </a:moveTo>
                    <a:lnTo>
                      <a:pt x="35" y="29"/>
                    </a:lnTo>
                    <a:lnTo>
                      <a:pt x="44" y="27"/>
                    </a:lnTo>
                    <a:lnTo>
                      <a:pt x="50" y="23"/>
                    </a:lnTo>
                    <a:lnTo>
                      <a:pt x="53" y="19"/>
                    </a:lnTo>
                    <a:lnTo>
                      <a:pt x="52" y="13"/>
                    </a:lnTo>
                    <a:lnTo>
                      <a:pt x="46" y="8"/>
                    </a:lnTo>
                    <a:lnTo>
                      <a:pt x="38" y="4"/>
                    </a:lnTo>
                    <a:lnTo>
                      <a:pt x="29" y="2"/>
                    </a:lnTo>
                    <a:lnTo>
                      <a:pt x="19" y="0"/>
                    </a:lnTo>
                    <a:lnTo>
                      <a:pt x="9" y="3"/>
                    </a:lnTo>
                    <a:lnTo>
                      <a:pt x="4" y="6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6" y="21"/>
                    </a:lnTo>
                    <a:lnTo>
                      <a:pt x="14" y="26"/>
                    </a:lnTo>
                    <a:lnTo>
                      <a:pt x="23" y="28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2" name="Freeform 89">
                <a:extLst>
                  <a:ext uri="{FF2B5EF4-FFF2-40B4-BE49-F238E27FC236}">
                    <a16:creationId xmlns:a16="http://schemas.microsoft.com/office/drawing/2014/main" id="{A412348A-2EBF-AE41-9883-416ACC4BD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143"/>
                <a:ext cx="257" cy="160"/>
              </a:xfrm>
              <a:custGeom>
                <a:avLst/>
                <a:gdLst>
                  <a:gd name="T0" fmla="*/ 0 w 514"/>
                  <a:gd name="T1" fmla="*/ 40 h 322"/>
                  <a:gd name="T2" fmla="*/ 2 w 514"/>
                  <a:gd name="T3" fmla="*/ 21 h 322"/>
                  <a:gd name="T4" fmla="*/ 5 w 514"/>
                  <a:gd name="T5" fmla="*/ 16 h 322"/>
                  <a:gd name="T6" fmla="*/ 65 w 514"/>
                  <a:gd name="T7" fmla="*/ 0 h 322"/>
                  <a:gd name="T8" fmla="*/ 63 w 514"/>
                  <a:gd name="T9" fmla="*/ 7 h 322"/>
                  <a:gd name="T10" fmla="*/ 5 w 514"/>
                  <a:gd name="T11" fmla="*/ 27 h 322"/>
                  <a:gd name="T12" fmla="*/ 0 w 514"/>
                  <a:gd name="T13" fmla="*/ 40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4"/>
                  <a:gd name="T22" fmla="*/ 0 h 322"/>
                  <a:gd name="T23" fmla="*/ 514 w 514"/>
                  <a:gd name="T24" fmla="*/ 322 h 3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4" h="322">
                    <a:moveTo>
                      <a:pt x="0" y="322"/>
                    </a:moveTo>
                    <a:lnTo>
                      <a:pt x="15" y="169"/>
                    </a:lnTo>
                    <a:lnTo>
                      <a:pt x="34" y="133"/>
                    </a:lnTo>
                    <a:lnTo>
                      <a:pt x="514" y="0"/>
                    </a:lnTo>
                    <a:lnTo>
                      <a:pt x="501" y="58"/>
                    </a:lnTo>
                    <a:lnTo>
                      <a:pt x="36" y="222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3" name="Freeform 90">
                <a:extLst>
                  <a:ext uri="{FF2B5EF4-FFF2-40B4-BE49-F238E27FC236}">
                    <a16:creationId xmlns:a16="http://schemas.microsoft.com/office/drawing/2014/main" id="{E9C0D1CE-E329-BB48-B237-C19B533C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253"/>
                <a:ext cx="49" cy="110"/>
              </a:xfrm>
              <a:custGeom>
                <a:avLst/>
                <a:gdLst>
                  <a:gd name="T0" fmla="*/ 9 w 99"/>
                  <a:gd name="T1" fmla="*/ 1 h 220"/>
                  <a:gd name="T2" fmla="*/ 12 w 99"/>
                  <a:gd name="T3" fmla="*/ 28 h 220"/>
                  <a:gd name="T4" fmla="*/ 1 w 99"/>
                  <a:gd name="T5" fmla="*/ 27 h 220"/>
                  <a:gd name="T6" fmla="*/ 0 w 99"/>
                  <a:gd name="T7" fmla="*/ 13 h 220"/>
                  <a:gd name="T8" fmla="*/ 4 w 99"/>
                  <a:gd name="T9" fmla="*/ 0 h 220"/>
                  <a:gd name="T10" fmla="*/ 9 w 99"/>
                  <a:gd name="T11" fmla="*/ 1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9"/>
                  <a:gd name="T19" fmla="*/ 0 h 220"/>
                  <a:gd name="T20" fmla="*/ 99 w 99"/>
                  <a:gd name="T21" fmla="*/ 220 h 2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9" h="220">
                    <a:moveTo>
                      <a:pt x="74" y="7"/>
                    </a:moveTo>
                    <a:lnTo>
                      <a:pt x="99" y="220"/>
                    </a:lnTo>
                    <a:lnTo>
                      <a:pt x="15" y="209"/>
                    </a:lnTo>
                    <a:lnTo>
                      <a:pt x="0" y="100"/>
                    </a:lnTo>
                    <a:lnTo>
                      <a:pt x="35" y="0"/>
                    </a:lnTo>
                    <a:lnTo>
                      <a:pt x="74" y="7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4" name="Freeform 91">
                <a:extLst>
                  <a:ext uri="{FF2B5EF4-FFF2-40B4-BE49-F238E27FC236}">
                    <a16:creationId xmlns:a16="http://schemas.microsoft.com/office/drawing/2014/main" id="{FA8BBADB-B922-F74D-90C7-FC6C646E2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371"/>
                <a:ext cx="164" cy="56"/>
              </a:xfrm>
              <a:custGeom>
                <a:avLst/>
                <a:gdLst>
                  <a:gd name="T0" fmla="*/ 41 w 328"/>
                  <a:gd name="T1" fmla="*/ 2 h 112"/>
                  <a:gd name="T2" fmla="*/ 38 w 328"/>
                  <a:gd name="T3" fmla="*/ 8 h 112"/>
                  <a:gd name="T4" fmla="*/ 35 w 328"/>
                  <a:gd name="T5" fmla="*/ 14 h 112"/>
                  <a:gd name="T6" fmla="*/ 0 w 328"/>
                  <a:gd name="T7" fmla="*/ 10 h 112"/>
                  <a:gd name="T8" fmla="*/ 2 w 328"/>
                  <a:gd name="T9" fmla="*/ 6 h 112"/>
                  <a:gd name="T10" fmla="*/ 32 w 328"/>
                  <a:gd name="T11" fmla="*/ 11 h 112"/>
                  <a:gd name="T12" fmla="*/ 32 w 328"/>
                  <a:gd name="T13" fmla="*/ 0 h 112"/>
                  <a:gd name="T14" fmla="*/ 41 w 328"/>
                  <a:gd name="T15" fmla="*/ 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8"/>
                  <a:gd name="T25" fmla="*/ 0 h 112"/>
                  <a:gd name="T26" fmla="*/ 328 w 328"/>
                  <a:gd name="T27" fmla="*/ 112 h 1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8" h="112">
                    <a:moveTo>
                      <a:pt x="328" y="9"/>
                    </a:moveTo>
                    <a:lnTo>
                      <a:pt x="300" y="64"/>
                    </a:lnTo>
                    <a:lnTo>
                      <a:pt x="278" y="112"/>
                    </a:lnTo>
                    <a:lnTo>
                      <a:pt x="0" y="74"/>
                    </a:lnTo>
                    <a:lnTo>
                      <a:pt x="13" y="48"/>
                    </a:lnTo>
                    <a:lnTo>
                      <a:pt x="255" y="86"/>
                    </a:lnTo>
                    <a:lnTo>
                      <a:pt x="251" y="0"/>
                    </a:lnTo>
                    <a:lnTo>
                      <a:pt x="328" y="9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5" name="Freeform 92">
                <a:extLst>
                  <a:ext uri="{FF2B5EF4-FFF2-40B4-BE49-F238E27FC236}">
                    <a16:creationId xmlns:a16="http://schemas.microsoft.com/office/drawing/2014/main" id="{4EB23D86-5B81-1542-823B-A449F77F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40"/>
                <a:ext cx="101" cy="41"/>
              </a:xfrm>
              <a:custGeom>
                <a:avLst/>
                <a:gdLst>
                  <a:gd name="T0" fmla="*/ 25 w 203"/>
                  <a:gd name="T1" fmla="*/ 3 h 83"/>
                  <a:gd name="T2" fmla="*/ 15 w 203"/>
                  <a:gd name="T3" fmla="*/ 10 h 83"/>
                  <a:gd name="T4" fmla="*/ 0 w 203"/>
                  <a:gd name="T5" fmla="*/ 8 h 83"/>
                  <a:gd name="T6" fmla="*/ 2 w 203"/>
                  <a:gd name="T7" fmla="*/ 0 h 83"/>
                  <a:gd name="T8" fmla="*/ 25 w 203"/>
                  <a:gd name="T9" fmla="*/ 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83"/>
                  <a:gd name="T17" fmla="*/ 203 w 203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83">
                    <a:moveTo>
                      <a:pt x="203" y="28"/>
                    </a:moveTo>
                    <a:lnTo>
                      <a:pt x="122" y="83"/>
                    </a:lnTo>
                    <a:lnTo>
                      <a:pt x="0" y="67"/>
                    </a:lnTo>
                    <a:lnTo>
                      <a:pt x="20" y="0"/>
                    </a:lnTo>
                    <a:lnTo>
                      <a:pt x="203" y="28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6" name="Freeform 93">
                <a:extLst>
                  <a:ext uri="{FF2B5EF4-FFF2-40B4-BE49-F238E27FC236}">
                    <a16:creationId xmlns:a16="http://schemas.microsoft.com/office/drawing/2014/main" id="{645A75CE-D4ED-1C4C-B1CC-C83DA688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287"/>
                <a:ext cx="46" cy="48"/>
              </a:xfrm>
              <a:custGeom>
                <a:avLst/>
                <a:gdLst>
                  <a:gd name="T0" fmla="*/ 0 w 94"/>
                  <a:gd name="T1" fmla="*/ 0 h 94"/>
                  <a:gd name="T2" fmla="*/ 4 w 94"/>
                  <a:gd name="T3" fmla="*/ 7 h 94"/>
                  <a:gd name="T4" fmla="*/ 3 w 94"/>
                  <a:gd name="T5" fmla="*/ 12 h 94"/>
                  <a:gd name="T6" fmla="*/ 5 w 94"/>
                  <a:gd name="T7" fmla="*/ 13 h 94"/>
                  <a:gd name="T8" fmla="*/ 5 w 94"/>
                  <a:gd name="T9" fmla="*/ 12 h 94"/>
                  <a:gd name="T10" fmla="*/ 5 w 94"/>
                  <a:gd name="T11" fmla="*/ 11 h 94"/>
                  <a:gd name="T12" fmla="*/ 6 w 94"/>
                  <a:gd name="T13" fmla="*/ 10 h 94"/>
                  <a:gd name="T14" fmla="*/ 6 w 94"/>
                  <a:gd name="T15" fmla="*/ 8 h 94"/>
                  <a:gd name="T16" fmla="*/ 7 w 94"/>
                  <a:gd name="T17" fmla="*/ 7 h 94"/>
                  <a:gd name="T18" fmla="*/ 8 w 94"/>
                  <a:gd name="T19" fmla="*/ 5 h 94"/>
                  <a:gd name="T20" fmla="*/ 10 w 94"/>
                  <a:gd name="T21" fmla="*/ 3 h 94"/>
                  <a:gd name="T22" fmla="*/ 11 w 94"/>
                  <a:gd name="T23" fmla="*/ 2 h 94"/>
                  <a:gd name="T24" fmla="*/ 0 w 94"/>
                  <a:gd name="T25" fmla="*/ 0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94"/>
                  <a:gd name="T41" fmla="*/ 94 w 94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94">
                    <a:moveTo>
                      <a:pt x="0" y="0"/>
                    </a:moveTo>
                    <a:lnTo>
                      <a:pt x="36" y="51"/>
                    </a:lnTo>
                    <a:lnTo>
                      <a:pt x="29" y="91"/>
                    </a:lnTo>
                    <a:lnTo>
                      <a:pt x="42" y="94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0" y="75"/>
                    </a:lnTo>
                    <a:lnTo>
                      <a:pt x="56" y="63"/>
                    </a:lnTo>
                    <a:lnTo>
                      <a:pt x="63" y="49"/>
                    </a:lnTo>
                    <a:lnTo>
                      <a:pt x="72" y="35"/>
                    </a:lnTo>
                    <a:lnTo>
                      <a:pt x="82" y="22"/>
                    </a:lnTo>
                    <a:lnTo>
                      <a:pt x="94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7" name="Freeform 94">
                <a:extLst>
                  <a:ext uri="{FF2B5EF4-FFF2-40B4-BE49-F238E27FC236}">
                    <a16:creationId xmlns:a16="http://schemas.microsoft.com/office/drawing/2014/main" id="{874BBA51-651D-214C-8308-4C87F024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315"/>
                <a:ext cx="66" cy="105"/>
              </a:xfrm>
              <a:custGeom>
                <a:avLst/>
                <a:gdLst>
                  <a:gd name="T0" fmla="*/ 17 w 131"/>
                  <a:gd name="T1" fmla="*/ 0 h 210"/>
                  <a:gd name="T2" fmla="*/ 13 w 131"/>
                  <a:gd name="T3" fmla="*/ 27 h 210"/>
                  <a:gd name="T4" fmla="*/ 0 w 131"/>
                  <a:gd name="T5" fmla="*/ 24 h 210"/>
                  <a:gd name="T6" fmla="*/ 17 w 131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1"/>
                  <a:gd name="T13" fmla="*/ 0 h 210"/>
                  <a:gd name="T14" fmla="*/ 131 w 131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1" h="210">
                    <a:moveTo>
                      <a:pt x="131" y="0"/>
                    </a:moveTo>
                    <a:lnTo>
                      <a:pt x="102" y="210"/>
                    </a:lnTo>
                    <a:lnTo>
                      <a:pt x="0" y="19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8" name="Freeform 95">
                <a:extLst>
                  <a:ext uri="{FF2B5EF4-FFF2-40B4-BE49-F238E27FC236}">
                    <a16:creationId xmlns:a16="http://schemas.microsoft.com/office/drawing/2014/main" id="{0F5977D7-C9A3-1945-BFFA-B98BF2AE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57"/>
                <a:ext cx="59" cy="106"/>
              </a:xfrm>
              <a:custGeom>
                <a:avLst/>
                <a:gdLst>
                  <a:gd name="T0" fmla="*/ 0 w 119"/>
                  <a:gd name="T1" fmla="*/ 0 h 213"/>
                  <a:gd name="T2" fmla="*/ 14 w 119"/>
                  <a:gd name="T3" fmla="*/ 22 h 213"/>
                  <a:gd name="T4" fmla="*/ 3 w 119"/>
                  <a:gd name="T5" fmla="*/ 26 h 213"/>
                  <a:gd name="T6" fmla="*/ 0 w 119"/>
                  <a:gd name="T7" fmla="*/ 0 h 2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213"/>
                  <a:gd name="T14" fmla="*/ 119 w 119"/>
                  <a:gd name="T15" fmla="*/ 213 h 2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213">
                    <a:moveTo>
                      <a:pt x="0" y="0"/>
                    </a:moveTo>
                    <a:lnTo>
                      <a:pt x="119" y="183"/>
                    </a:lnTo>
                    <a:lnTo>
                      <a:pt x="25" y="2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19" name="Freeform 96">
                <a:extLst>
                  <a:ext uri="{FF2B5EF4-FFF2-40B4-BE49-F238E27FC236}">
                    <a16:creationId xmlns:a16="http://schemas.microsoft.com/office/drawing/2014/main" id="{A474D90C-44A4-D745-869A-958A9FEA2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358"/>
                <a:ext cx="93" cy="68"/>
              </a:xfrm>
              <a:custGeom>
                <a:avLst/>
                <a:gdLst>
                  <a:gd name="T0" fmla="*/ 19 w 185"/>
                  <a:gd name="T1" fmla="*/ 0 h 136"/>
                  <a:gd name="T2" fmla="*/ 24 w 185"/>
                  <a:gd name="T3" fmla="*/ 7 h 136"/>
                  <a:gd name="T4" fmla="*/ 0 w 185"/>
                  <a:gd name="T5" fmla="*/ 17 h 136"/>
                  <a:gd name="T6" fmla="*/ 21 w 185"/>
                  <a:gd name="T7" fmla="*/ 6 h 136"/>
                  <a:gd name="T8" fmla="*/ 2 w 185"/>
                  <a:gd name="T9" fmla="*/ 11 h 136"/>
                  <a:gd name="T10" fmla="*/ 6 w 185"/>
                  <a:gd name="T11" fmla="*/ 5 h 136"/>
                  <a:gd name="T12" fmla="*/ 19 w 185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5"/>
                  <a:gd name="T22" fmla="*/ 0 h 136"/>
                  <a:gd name="T23" fmla="*/ 185 w 185"/>
                  <a:gd name="T24" fmla="*/ 136 h 1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5" h="136">
                    <a:moveTo>
                      <a:pt x="149" y="0"/>
                    </a:moveTo>
                    <a:lnTo>
                      <a:pt x="185" y="52"/>
                    </a:lnTo>
                    <a:lnTo>
                      <a:pt x="0" y="136"/>
                    </a:lnTo>
                    <a:lnTo>
                      <a:pt x="167" y="42"/>
                    </a:lnTo>
                    <a:lnTo>
                      <a:pt x="15" y="88"/>
                    </a:lnTo>
                    <a:lnTo>
                      <a:pt x="41" y="35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0" name="Freeform 97">
                <a:extLst>
                  <a:ext uri="{FF2B5EF4-FFF2-40B4-BE49-F238E27FC236}">
                    <a16:creationId xmlns:a16="http://schemas.microsoft.com/office/drawing/2014/main" id="{63D62A25-C25A-DE42-A8B4-0CE229A6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255"/>
                <a:ext cx="404" cy="123"/>
              </a:xfrm>
              <a:custGeom>
                <a:avLst/>
                <a:gdLst>
                  <a:gd name="T0" fmla="*/ 101 w 809"/>
                  <a:gd name="T1" fmla="*/ 13 h 247"/>
                  <a:gd name="T2" fmla="*/ 9 w 809"/>
                  <a:gd name="T3" fmla="*/ 0 h 247"/>
                  <a:gd name="T4" fmla="*/ 8 w 809"/>
                  <a:gd name="T5" fmla="*/ 0 h 247"/>
                  <a:gd name="T6" fmla="*/ 7 w 809"/>
                  <a:gd name="T7" fmla="*/ 1 h 247"/>
                  <a:gd name="T8" fmla="*/ 5 w 809"/>
                  <a:gd name="T9" fmla="*/ 2 h 247"/>
                  <a:gd name="T10" fmla="*/ 4 w 809"/>
                  <a:gd name="T11" fmla="*/ 3 h 247"/>
                  <a:gd name="T12" fmla="*/ 3 w 809"/>
                  <a:gd name="T13" fmla="*/ 4 h 247"/>
                  <a:gd name="T14" fmla="*/ 2 w 809"/>
                  <a:gd name="T15" fmla="*/ 4 h 247"/>
                  <a:gd name="T16" fmla="*/ 1 w 809"/>
                  <a:gd name="T17" fmla="*/ 5 h 247"/>
                  <a:gd name="T18" fmla="*/ 0 w 809"/>
                  <a:gd name="T19" fmla="*/ 6 h 247"/>
                  <a:gd name="T20" fmla="*/ 2 w 809"/>
                  <a:gd name="T21" fmla="*/ 7 h 247"/>
                  <a:gd name="T22" fmla="*/ 5 w 809"/>
                  <a:gd name="T23" fmla="*/ 7 h 247"/>
                  <a:gd name="T24" fmla="*/ 9 w 809"/>
                  <a:gd name="T25" fmla="*/ 8 h 247"/>
                  <a:gd name="T26" fmla="*/ 14 w 809"/>
                  <a:gd name="T27" fmla="*/ 10 h 247"/>
                  <a:gd name="T28" fmla="*/ 20 w 809"/>
                  <a:gd name="T29" fmla="*/ 11 h 247"/>
                  <a:gd name="T30" fmla="*/ 27 w 809"/>
                  <a:gd name="T31" fmla="*/ 12 h 247"/>
                  <a:gd name="T32" fmla="*/ 34 w 809"/>
                  <a:gd name="T33" fmla="*/ 14 h 247"/>
                  <a:gd name="T34" fmla="*/ 41 w 809"/>
                  <a:gd name="T35" fmla="*/ 16 h 247"/>
                  <a:gd name="T36" fmla="*/ 48 w 809"/>
                  <a:gd name="T37" fmla="*/ 18 h 247"/>
                  <a:gd name="T38" fmla="*/ 55 w 809"/>
                  <a:gd name="T39" fmla="*/ 20 h 247"/>
                  <a:gd name="T40" fmla="*/ 62 w 809"/>
                  <a:gd name="T41" fmla="*/ 21 h 247"/>
                  <a:gd name="T42" fmla="*/ 68 w 809"/>
                  <a:gd name="T43" fmla="*/ 23 h 247"/>
                  <a:gd name="T44" fmla="*/ 74 w 809"/>
                  <a:gd name="T45" fmla="*/ 25 h 247"/>
                  <a:gd name="T46" fmla="*/ 79 w 809"/>
                  <a:gd name="T47" fmla="*/ 27 h 247"/>
                  <a:gd name="T48" fmla="*/ 83 w 809"/>
                  <a:gd name="T49" fmla="*/ 29 h 247"/>
                  <a:gd name="T50" fmla="*/ 85 w 809"/>
                  <a:gd name="T51" fmla="*/ 30 h 247"/>
                  <a:gd name="T52" fmla="*/ 88 w 809"/>
                  <a:gd name="T53" fmla="*/ 26 h 247"/>
                  <a:gd name="T54" fmla="*/ 91 w 809"/>
                  <a:gd name="T55" fmla="*/ 23 h 247"/>
                  <a:gd name="T56" fmla="*/ 93 w 809"/>
                  <a:gd name="T57" fmla="*/ 20 h 247"/>
                  <a:gd name="T58" fmla="*/ 96 w 809"/>
                  <a:gd name="T59" fmla="*/ 17 h 247"/>
                  <a:gd name="T60" fmla="*/ 98 w 809"/>
                  <a:gd name="T61" fmla="*/ 15 h 247"/>
                  <a:gd name="T62" fmla="*/ 99 w 809"/>
                  <a:gd name="T63" fmla="*/ 14 h 247"/>
                  <a:gd name="T64" fmla="*/ 100 w 809"/>
                  <a:gd name="T65" fmla="*/ 13 h 247"/>
                  <a:gd name="T66" fmla="*/ 101 w 809"/>
                  <a:gd name="T67" fmla="*/ 13 h 2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9"/>
                  <a:gd name="T103" fmla="*/ 0 h 247"/>
                  <a:gd name="T104" fmla="*/ 809 w 809"/>
                  <a:gd name="T105" fmla="*/ 247 h 2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9" h="247">
                    <a:moveTo>
                      <a:pt x="809" y="107"/>
                    </a:moveTo>
                    <a:lnTo>
                      <a:pt x="77" y="0"/>
                    </a:lnTo>
                    <a:lnTo>
                      <a:pt x="66" y="6"/>
                    </a:lnTo>
                    <a:lnTo>
                      <a:pt x="56" y="13"/>
                    </a:lnTo>
                    <a:lnTo>
                      <a:pt x="45" y="19"/>
                    </a:lnTo>
                    <a:lnTo>
                      <a:pt x="36" y="25"/>
                    </a:lnTo>
                    <a:lnTo>
                      <a:pt x="27" y="32"/>
                    </a:lnTo>
                    <a:lnTo>
                      <a:pt x="18" y="39"/>
                    </a:lnTo>
                    <a:lnTo>
                      <a:pt x="8" y="46"/>
                    </a:lnTo>
                    <a:lnTo>
                      <a:pt x="0" y="53"/>
                    </a:lnTo>
                    <a:lnTo>
                      <a:pt x="16" y="57"/>
                    </a:lnTo>
                    <a:lnTo>
                      <a:pt x="42" y="62"/>
                    </a:lnTo>
                    <a:lnTo>
                      <a:pt x="76" y="69"/>
                    </a:lnTo>
                    <a:lnTo>
                      <a:pt x="118" y="80"/>
                    </a:lnTo>
                    <a:lnTo>
                      <a:pt x="165" y="90"/>
                    </a:lnTo>
                    <a:lnTo>
                      <a:pt x="217" y="103"/>
                    </a:lnTo>
                    <a:lnTo>
                      <a:pt x="272" y="115"/>
                    </a:lnTo>
                    <a:lnTo>
                      <a:pt x="329" y="130"/>
                    </a:lnTo>
                    <a:lnTo>
                      <a:pt x="386" y="145"/>
                    </a:lnTo>
                    <a:lnTo>
                      <a:pt x="443" y="160"/>
                    </a:lnTo>
                    <a:lnTo>
                      <a:pt x="497" y="175"/>
                    </a:lnTo>
                    <a:lnTo>
                      <a:pt x="548" y="191"/>
                    </a:lnTo>
                    <a:lnTo>
                      <a:pt x="593" y="206"/>
                    </a:lnTo>
                    <a:lnTo>
                      <a:pt x="633" y="220"/>
                    </a:lnTo>
                    <a:lnTo>
                      <a:pt x="664" y="234"/>
                    </a:lnTo>
                    <a:lnTo>
                      <a:pt x="687" y="247"/>
                    </a:lnTo>
                    <a:lnTo>
                      <a:pt x="708" y="214"/>
                    </a:lnTo>
                    <a:lnTo>
                      <a:pt x="730" y="186"/>
                    </a:lnTo>
                    <a:lnTo>
                      <a:pt x="750" y="161"/>
                    </a:lnTo>
                    <a:lnTo>
                      <a:pt x="769" y="142"/>
                    </a:lnTo>
                    <a:lnTo>
                      <a:pt x="785" y="127"/>
                    </a:lnTo>
                    <a:lnTo>
                      <a:pt x="798" y="116"/>
                    </a:lnTo>
                    <a:lnTo>
                      <a:pt x="806" y="110"/>
                    </a:lnTo>
                    <a:lnTo>
                      <a:pt x="809" y="107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1" name="Freeform 98">
                <a:extLst>
                  <a:ext uri="{FF2B5EF4-FFF2-40B4-BE49-F238E27FC236}">
                    <a16:creationId xmlns:a16="http://schemas.microsoft.com/office/drawing/2014/main" id="{2B7BAFE9-4A28-7A48-8E43-3406294B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82"/>
                <a:ext cx="405" cy="181"/>
              </a:xfrm>
              <a:custGeom>
                <a:avLst/>
                <a:gdLst>
                  <a:gd name="T0" fmla="*/ 0 w 810"/>
                  <a:gd name="T1" fmla="*/ 28 h 363"/>
                  <a:gd name="T2" fmla="*/ 3 w 810"/>
                  <a:gd name="T3" fmla="*/ 29 h 363"/>
                  <a:gd name="T4" fmla="*/ 7 w 810"/>
                  <a:gd name="T5" fmla="*/ 30 h 363"/>
                  <a:gd name="T6" fmla="*/ 12 w 810"/>
                  <a:gd name="T7" fmla="*/ 31 h 363"/>
                  <a:gd name="T8" fmla="*/ 17 w 810"/>
                  <a:gd name="T9" fmla="*/ 33 h 363"/>
                  <a:gd name="T10" fmla="*/ 23 w 810"/>
                  <a:gd name="T11" fmla="*/ 34 h 363"/>
                  <a:gd name="T12" fmla="*/ 30 w 810"/>
                  <a:gd name="T13" fmla="*/ 36 h 363"/>
                  <a:gd name="T14" fmla="*/ 37 w 810"/>
                  <a:gd name="T15" fmla="*/ 38 h 363"/>
                  <a:gd name="T16" fmla="*/ 45 w 810"/>
                  <a:gd name="T17" fmla="*/ 39 h 363"/>
                  <a:gd name="T18" fmla="*/ 52 w 810"/>
                  <a:gd name="T19" fmla="*/ 41 h 363"/>
                  <a:gd name="T20" fmla="*/ 59 w 810"/>
                  <a:gd name="T21" fmla="*/ 42 h 363"/>
                  <a:gd name="T22" fmla="*/ 67 w 810"/>
                  <a:gd name="T23" fmla="*/ 43 h 363"/>
                  <a:gd name="T24" fmla="*/ 73 w 810"/>
                  <a:gd name="T25" fmla="*/ 44 h 363"/>
                  <a:gd name="T26" fmla="*/ 80 w 810"/>
                  <a:gd name="T27" fmla="*/ 45 h 363"/>
                  <a:gd name="T28" fmla="*/ 85 w 810"/>
                  <a:gd name="T29" fmla="*/ 45 h 363"/>
                  <a:gd name="T30" fmla="*/ 90 w 810"/>
                  <a:gd name="T31" fmla="*/ 45 h 363"/>
                  <a:gd name="T32" fmla="*/ 94 w 810"/>
                  <a:gd name="T33" fmla="*/ 44 h 363"/>
                  <a:gd name="T34" fmla="*/ 94 w 810"/>
                  <a:gd name="T35" fmla="*/ 41 h 363"/>
                  <a:gd name="T36" fmla="*/ 95 w 810"/>
                  <a:gd name="T37" fmla="*/ 38 h 363"/>
                  <a:gd name="T38" fmla="*/ 96 w 810"/>
                  <a:gd name="T39" fmla="*/ 36 h 363"/>
                  <a:gd name="T40" fmla="*/ 97 w 810"/>
                  <a:gd name="T41" fmla="*/ 33 h 363"/>
                  <a:gd name="T42" fmla="*/ 98 w 810"/>
                  <a:gd name="T43" fmla="*/ 31 h 363"/>
                  <a:gd name="T44" fmla="*/ 99 w 810"/>
                  <a:gd name="T45" fmla="*/ 28 h 363"/>
                  <a:gd name="T46" fmla="*/ 100 w 810"/>
                  <a:gd name="T47" fmla="*/ 26 h 363"/>
                  <a:gd name="T48" fmla="*/ 102 w 810"/>
                  <a:gd name="T49" fmla="*/ 24 h 363"/>
                  <a:gd name="T50" fmla="*/ 99 w 810"/>
                  <a:gd name="T51" fmla="*/ 22 h 363"/>
                  <a:gd name="T52" fmla="*/ 95 w 810"/>
                  <a:gd name="T53" fmla="*/ 20 h 363"/>
                  <a:gd name="T54" fmla="*/ 90 w 810"/>
                  <a:gd name="T55" fmla="*/ 19 h 363"/>
                  <a:gd name="T56" fmla="*/ 84 w 810"/>
                  <a:gd name="T57" fmla="*/ 17 h 363"/>
                  <a:gd name="T58" fmla="*/ 78 w 810"/>
                  <a:gd name="T59" fmla="*/ 15 h 363"/>
                  <a:gd name="T60" fmla="*/ 71 w 810"/>
                  <a:gd name="T61" fmla="*/ 13 h 363"/>
                  <a:gd name="T62" fmla="*/ 64 w 810"/>
                  <a:gd name="T63" fmla="*/ 11 h 363"/>
                  <a:gd name="T64" fmla="*/ 57 w 810"/>
                  <a:gd name="T65" fmla="*/ 9 h 363"/>
                  <a:gd name="T66" fmla="*/ 50 w 810"/>
                  <a:gd name="T67" fmla="*/ 7 h 363"/>
                  <a:gd name="T68" fmla="*/ 43 w 810"/>
                  <a:gd name="T69" fmla="*/ 6 h 363"/>
                  <a:gd name="T70" fmla="*/ 36 w 810"/>
                  <a:gd name="T71" fmla="*/ 4 h 363"/>
                  <a:gd name="T72" fmla="*/ 30 w 810"/>
                  <a:gd name="T73" fmla="*/ 3 h 363"/>
                  <a:gd name="T74" fmla="*/ 25 w 810"/>
                  <a:gd name="T75" fmla="*/ 2 h 363"/>
                  <a:gd name="T76" fmla="*/ 21 w 810"/>
                  <a:gd name="T77" fmla="*/ 1 h 363"/>
                  <a:gd name="T78" fmla="*/ 18 w 810"/>
                  <a:gd name="T79" fmla="*/ 0 h 363"/>
                  <a:gd name="T80" fmla="*/ 16 w 810"/>
                  <a:gd name="T81" fmla="*/ 0 h 363"/>
                  <a:gd name="T82" fmla="*/ 12 w 810"/>
                  <a:gd name="T83" fmla="*/ 3 h 363"/>
                  <a:gd name="T84" fmla="*/ 9 w 810"/>
                  <a:gd name="T85" fmla="*/ 6 h 363"/>
                  <a:gd name="T86" fmla="*/ 7 w 810"/>
                  <a:gd name="T87" fmla="*/ 10 h 363"/>
                  <a:gd name="T88" fmla="*/ 5 w 810"/>
                  <a:gd name="T89" fmla="*/ 14 h 363"/>
                  <a:gd name="T90" fmla="*/ 3 w 810"/>
                  <a:gd name="T91" fmla="*/ 17 h 363"/>
                  <a:gd name="T92" fmla="*/ 2 w 810"/>
                  <a:gd name="T93" fmla="*/ 21 h 363"/>
                  <a:gd name="T94" fmla="*/ 1 w 810"/>
                  <a:gd name="T95" fmla="*/ 25 h 363"/>
                  <a:gd name="T96" fmla="*/ 0 w 810"/>
                  <a:gd name="T97" fmla="*/ 28 h 3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10"/>
                  <a:gd name="T148" fmla="*/ 0 h 363"/>
                  <a:gd name="T149" fmla="*/ 810 w 810"/>
                  <a:gd name="T150" fmla="*/ 363 h 36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10" h="363">
                    <a:moveTo>
                      <a:pt x="0" y="229"/>
                    </a:moveTo>
                    <a:lnTo>
                      <a:pt x="21" y="235"/>
                    </a:lnTo>
                    <a:lnTo>
                      <a:pt x="51" y="243"/>
                    </a:lnTo>
                    <a:lnTo>
                      <a:pt x="89" y="254"/>
                    </a:lnTo>
                    <a:lnTo>
                      <a:pt x="134" y="265"/>
                    </a:lnTo>
                    <a:lnTo>
                      <a:pt x="183" y="278"/>
                    </a:lnTo>
                    <a:lnTo>
                      <a:pt x="237" y="290"/>
                    </a:lnTo>
                    <a:lnTo>
                      <a:pt x="294" y="304"/>
                    </a:lnTo>
                    <a:lnTo>
                      <a:pt x="354" y="317"/>
                    </a:lnTo>
                    <a:lnTo>
                      <a:pt x="412" y="330"/>
                    </a:lnTo>
                    <a:lnTo>
                      <a:pt x="472" y="340"/>
                    </a:lnTo>
                    <a:lnTo>
                      <a:pt x="529" y="349"/>
                    </a:lnTo>
                    <a:lnTo>
                      <a:pt x="583" y="357"/>
                    </a:lnTo>
                    <a:lnTo>
                      <a:pt x="633" y="362"/>
                    </a:lnTo>
                    <a:lnTo>
                      <a:pt x="678" y="363"/>
                    </a:lnTo>
                    <a:lnTo>
                      <a:pt x="716" y="362"/>
                    </a:lnTo>
                    <a:lnTo>
                      <a:pt x="746" y="356"/>
                    </a:lnTo>
                    <a:lnTo>
                      <a:pt x="751" y="332"/>
                    </a:lnTo>
                    <a:lnTo>
                      <a:pt x="758" y="310"/>
                    </a:lnTo>
                    <a:lnTo>
                      <a:pt x="765" y="288"/>
                    </a:lnTo>
                    <a:lnTo>
                      <a:pt x="773" y="267"/>
                    </a:lnTo>
                    <a:lnTo>
                      <a:pt x="781" y="248"/>
                    </a:lnTo>
                    <a:lnTo>
                      <a:pt x="790" y="228"/>
                    </a:lnTo>
                    <a:lnTo>
                      <a:pt x="800" y="211"/>
                    </a:lnTo>
                    <a:lnTo>
                      <a:pt x="810" y="194"/>
                    </a:lnTo>
                    <a:lnTo>
                      <a:pt x="787" y="181"/>
                    </a:lnTo>
                    <a:lnTo>
                      <a:pt x="756" y="167"/>
                    </a:lnTo>
                    <a:lnTo>
                      <a:pt x="716" y="153"/>
                    </a:lnTo>
                    <a:lnTo>
                      <a:pt x="671" y="138"/>
                    </a:lnTo>
                    <a:lnTo>
                      <a:pt x="620" y="122"/>
                    </a:lnTo>
                    <a:lnTo>
                      <a:pt x="566" y="107"/>
                    </a:lnTo>
                    <a:lnTo>
                      <a:pt x="509" y="92"/>
                    </a:lnTo>
                    <a:lnTo>
                      <a:pt x="452" y="77"/>
                    </a:lnTo>
                    <a:lnTo>
                      <a:pt x="395" y="62"/>
                    </a:lnTo>
                    <a:lnTo>
                      <a:pt x="340" y="50"/>
                    </a:lnTo>
                    <a:lnTo>
                      <a:pt x="288" y="37"/>
                    </a:lnTo>
                    <a:lnTo>
                      <a:pt x="241" y="27"/>
                    </a:lnTo>
                    <a:lnTo>
                      <a:pt x="199" y="16"/>
                    </a:lnTo>
                    <a:lnTo>
                      <a:pt x="165" y="9"/>
                    </a:lnTo>
                    <a:lnTo>
                      <a:pt x="139" y="4"/>
                    </a:lnTo>
                    <a:lnTo>
                      <a:pt x="123" y="0"/>
                    </a:lnTo>
                    <a:lnTo>
                      <a:pt x="96" y="27"/>
                    </a:lnTo>
                    <a:lnTo>
                      <a:pt x="71" y="54"/>
                    </a:lnTo>
                    <a:lnTo>
                      <a:pt x="52" y="83"/>
                    </a:lnTo>
                    <a:lnTo>
                      <a:pt x="36" y="113"/>
                    </a:lnTo>
                    <a:lnTo>
                      <a:pt x="22" y="142"/>
                    </a:lnTo>
                    <a:lnTo>
                      <a:pt x="13" y="172"/>
                    </a:lnTo>
                    <a:lnTo>
                      <a:pt x="5" y="201"/>
                    </a:ln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2" name="Freeform 99">
                <a:extLst>
                  <a:ext uri="{FF2B5EF4-FFF2-40B4-BE49-F238E27FC236}">
                    <a16:creationId xmlns:a16="http://schemas.microsoft.com/office/drawing/2014/main" id="{08172823-D27D-9548-A4E3-DC093116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96"/>
                <a:ext cx="375" cy="168"/>
              </a:xfrm>
              <a:custGeom>
                <a:avLst/>
                <a:gdLst>
                  <a:gd name="T0" fmla="*/ 0 w 751"/>
                  <a:gd name="T1" fmla="*/ 0 h 337"/>
                  <a:gd name="T2" fmla="*/ 0 w 751"/>
                  <a:gd name="T3" fmla="*/ 8 h 337"/>
                  <a:gd name="T4" fmla="*/ 0 w 751"/>
                  <a:gd name="T5" fmla="*/ 16 h 337"/>
                  <a:gd name="T6" fmla="*/ 1 w 751"/>
                  <a:gd name="T7" fmla="*/ 21 h 337"/>
                  <a:gd name="T8" fmla="*/ 1 w 751"/>
                  <a:gd name="T9" fmla="*/ 22 h 337"/>
                  <a:gd name="T10" fmla="*/ 93 w 751"/>
                  <a:gd name="T11" fmla="*/ 42 h 337"/>
                  <a:gd name="T12" fmla="*/ 92 w 751"/>
                  <a:gd name="T13" fmla="*/ 34 h 337"/>
                  <a:gd name="T14" fmla="*/ 92 w 751"/>
                  <a:gd name="T15" fmla="*/ 28 h 337"/>
                  <a:gd name="T16" fmla="*/ 92 w 751"/>
                  <a:gd name="T17" fmla="*/ 21 h 337"/>
                  <a:gd name="T18" fmla="*/ 93 w 751"/>
                  <a:gd name="T19" fmla="*/ 15 h 337"/>
                  <a:gd name="T20" fmla="*/ 90 w 751"/>
                  <a:gd name="T21" fmla="*/ 16 h 337"/>
                  <a:gd name="T22" fmla="*/ 85 w 751"/>
                  <a:gd name="T23" fmla="*/ 16 h 337"/>
                  <a:gd name="T24" fmla="*/ 79 w 751"/>
                  <a:gd name="T25" fmla="*/ 16 h 337"/>
                  <a:gd name="T26" fmla="*/ 73 w 751"/>
                  <a:gd name="T27" fmla="*/ 16 h 337"/>
                  <a:gd name="T28" fmla="*/ 66 w 751"/>
                  <a:gd name="T29" fmla="*/ 15 h 337"/>
                  <a:gd name="T30" fmla="*/ 59 w 751"/>
                  <a:gd name="T31" fmla="*/ 13 h 337"/>
                  <a:gd name="T32" fmla="*/ 52 w 751"/>
                  <a:gd name="T33" fmla="*/ 12 h 337"/>
                  <a:gd name="T34" fmla="*/ 44 w 751"/>
                  <a:gd name="T35" fmla="*/ 11 h 337"/>
                  <a:gd name="T36" fmla="*/ 37 w 751"/>
                  <a:gd name="T37" fmla="*/ 9 h 337"/>
                  <a:gd name="T38" fmla="*/ 30 w 751"/>
                  <a:gd name="T39" fmla="*/ 7 h 337"/>
                  <a:gd name="T40" fmla="*/ 23 w 751"/>
                  <a:gd name="T41" fmla="*/ 6 h 337"/>
                  <a:gd name="T42" fmla="*/ 17 w 751"/>
                  <a:gd name="T43" fmla="*/ 4 h 337"/>
                  <a:gd name="T44" fmla="*/ 11 w 751"/>
                  <a:gd name="T45" fmla="*/ 3 h 337"/>
                  <a:gd name="T46" fmla="*/ 7 w 751"/>
                  <a:gd name="T47" fmla="*/ 1 h 337"/>
                  <a:gd name="T48" fmla="*/ 3 w 751"/>
                  <a:gd name="T49" fmla="*/ 0 h 337"/>
                  <a:gd name="T50" fmla="*/ 0 w 751"/>
                  <a:gd name="T51" fmla="*/ 0 h 33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51"/>
                  <a:gd name="T79" fmla="*/ 0 h 337"/>
                  <a:gd name="T80" fmla="*/ 751 w 751"/>
                  <a:gd name="T81" fmla="*/ 337 h 33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51" h="337">
                    <a:moveTo>
                      <a:pt x="5" y="0"/>
                    </a:moveTo>
                    <a:lnTo>
                      <a:pt x="0" y="71"/>
                    </a:lnTo>
                    <a:lnTo>
                      <a:pt x="5" y="129"/>
                    </a:lnTo>
                    <a:lnTo>
                      <a:pt x="12" y="169"/>
                    </a:lnTo>
                    <a:lnTo>
                      <a:pt x="15" y="182"/>
                    </a:lnTo>
                    <a:lnTo>
                      <a:pt x="747" y="337"/>
                    </a:lnTo>
                    <a:lnTo>
                      <a:pt x="740" y="279"/>
                    </a:lnTo>
                    <a:lnTo>
                      <a:pt x="739" y="225"/>
                    </a:lnTo>
                    <a:lnTo>
                      <a:pt x="742" y="174"/>
                    </a:lnTo>
                    <a:lnTo>
                      <a:pt x="751" y="127"/>
                    </a:lnTo>
                    <a:lnTo>
                      <a:pt x="721" y="133"/>
                    </a:lnTo>
                    <a:lnTo>
                      <a:pt x="683" y="134"/>
                    </a:lnTo>
                    <a:lnTo>
                      <a:pt x="638" y="133"/>
                    </a:lnTo>
                    <a:lnTo>
                      <a:pt x="588" y="128"/>
                    </a:lnTo>
                    <a:lnTo>
                      <a:pt x="534" y="120"/>
                    </a:lnTo>
                    <a:lnTo>
                      <a:pt x="477" y="111"/>
                    </a:lnTo>
                    <a:lnTo>
                      <a:pt x="417" y="101"/>
                    </a:lnTo>
                    <a:lnTo>
                      <a:pt x="359" y="88"/>
                    </a:lnTo>
                    <a:lnTo>
                      <a:pt x="299" y="75"/>
                    </a:lnTo>
                    <a:lnTo>
                      <a:pt x="242" y="61"/>
                    </a:lnTo>
                    <a:lnTo>
                      <a:pt x="188" y="49"/>
                    </a:lnTo>
                    <a:lnTo>
                      <a:pt x="139" y="36"/>
                    </a:lnTo>
                    <a:lnTo>
                      <a:pt x="94" y="25"/>
                    </a:lnTo>
                    <a:lnTo>
                      <a:pt x="56" y="14"/>
                    </a:lnTo>
                    <a:lnTo>
                      <a:pt x="26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3" name="Freeform 100">
                <a:extLst>
                  <a:ext uri="{FF2B5EF4-FFF2-40B4-BE49-F238E27FC236}">
                    <a16:creationId xmlns:a16="http://schemas.microsoft.com/office/drawing/2014/main" id="{8FC3DACC-03DA-B740-B24D-4843C7B5B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89"/>
                <a:ext cx="92" cy="22"/>
              </a:xfrm>
              <a:custGeom>
                <a:avLst/>
                <a:gdLst>
                  <a:gd name="T0" fmla="*/ 23 w 183"/>
                  <a:gd name="T1" fmla="*/ 0 h 45"/>
                  <a:gd name="T2" fmla="*/ 1 w 183"/>
                  <a:gd name="T3" fmla="*/ 0 h 45"/>
                  <a:gd name="T4" fmla="*/ 0 w 183"/>
                  <a:gd name="T5" fmla="*/ 5 h 45"/>
                  <a:gd name="T6" fmla="*/ 23 w 183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"/>
                  <a:gd name="T13" fmla="*/ 0 h 45"/>
                  <a:gd name="T14" fmla="*/ 183 w 183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" h="45">
                    <a:moveTo>
                      <a:pt x="183" y="0"/>
                    </a:moveTo>
                    <a:lnTo>
                      <a:pt x="5" y="7"/>
                    </a:lnTo>
                    <a:lnTo>
                      <a:pt x="0" y="4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4" name="Freeform 101">
                <a:extLst>
                  <a:ext uri="{FF2B5EF4-FFF2-40B4-BE49-F238E27FC236}">
                    <a16:creationId xmlns:a16="http://schemas.microsoft.com/office/drawing/2014/main" id="{757FA9AD-9918-D74F-B5CA-D50720969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91"/>
                <a:ext cx="6" cy="20"/>
              </a:xfrm>
              <a:custGeom>
                <a:avLst/>
                <a:gdLst>
                  <a:gd name="T0" fmla="*/ 2 w 12"/>
                  <a:gd name="T1" fmla="*/ 1 h 40"/>
                  <a:gd name="T2" fmla="*/ 1 w 12"/>
                  <a:gd name="T3" fmla="*/ 0 h 40"/>
                  <a:gd name="T4" fmla="*/ 0 w 12"/>
                  <a:gd name="T5" fmla="*/ 5 h 40"/>
                  <a:gd name="T6" fmla="*/ 1 w 12"/>
                  <a:gd name="T7" fmla="*/ 5 h 40"/>
                  <a:gd name="T8" fmla="*/ 2 w 12"/>
                  <a:gd name="T9" fmla="*/ 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0"/>
                  <a:gd name="T17" fmla="*/ 12 w 1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0">
                    <a:moveTo>
                      <a:pt x="12" y="2"/>
                    </a:moveTo>
                    <a:lnTo>
                      <a:pt x="5" y="0"/>
                    </a:lnTo>
                    <a:lnTo>
                      <a:pt x="0" y="38"/>
                    </a:lnTo>
                    <a:lnTo>
                      <a:pt x="7" y="40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5" name="Freeform 102">
                <a:extLst>
                  <a:ext uri="{FF2B5EF4-FFF2-40B4-BE49-F238E27FC236}">
                    <a16:creationId xmlns:a16="http://schemas.microsoft.com/office/drawing/2014/main" id="{DCBDE816-970A-6449-A3D1-8444FF70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89"/>
                <a:ext cx="82" cy="4"/>
              </a:xfrm>
              <a:custGeom>
                <a:avLst/>
                <a:gdLst>
                  <a:gd name="T0" fmla="*/ 0 w 163"/>
                  <a:gd name="T1" fmla="*/ 1 h 7"/>
                  <a:gd name="T2" fmla="*/ 21 w 163"/>
                  <a:gd name="T3" fmla="*/ 0 h 7"/>
                  <a:gd name="T4" fmla="*/ 1 w 163"/>
                  <a:gd name="T5" fmla="*/ 1 h 7"/>
                  <a:gd name="T6" fmla="*/ 0 w 163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3"/>
                  <a:gd name="T13" fmla="*/ 0 h 7"/>
                  <a:gd name="T14" fmla="*/ 163 w 163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3" h="7">
                    <a:moveTo>
                      <a:pt x="0" y="4"/>
                    </a:moveTo>
                    <a:lnTo>
                      <a:pt x="163" y="0"/>
                    </a:lnTo>
                    <a:lnTo>
                      <a:pt x="8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6" name="Freeform 103">
                <a:extLst>
                  <a:ext uri="{FF2B5EF4-FFF2-40B4-BE49-F238E27FC236}">
                    <a16:creationId xmlns:a16="http://schemas.microsoft.com/office/drawing/2014/main" id="{A3647829-EA9E-A441-899D-879813704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089"/>
                <a:ext cx="173" cy="52"/>
              </a:xfrm>
              <a:custGeom>
                <a:avLst/>
                <a:gdLst>
                  <a:gd name="T0" fmla="*/ 44 w 344"/>
                  <a:gd name="T1" fmla="*/ 0 h 104"/>
                  <a:gd name="T2" fmla="*/ 0 w 344"/>
                  <a:gd name="T3" fmla="*/ 13 h 104"/>
                  <a:gd name="T4" fmla="*/ 2 w 344"/>
                  <a:gd name="T5" fmla="*/ 13 h 104"/>
                  <a:gd name="T6" fmla="*/ 44 w 344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4"/>
                  <a:gd name="T13" fmla="*/ 0 h 104"/>
                  <a:gd name="T14" fmla="*/ 344 w 344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4" h="104">
                    <a:moveTo>
                      <a:pt x="344" y="0"/>
                    </a:moveTo>
                    <a:lnTo>
                      <a:pt x="0" y="97"/>
                    </a:lnTo>
                    <a:lnTo>
                      <a:pt x="11" y="104"/>
                    </a:lnTo>
                    <a:lnTo>
                      <a:pt x="3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7" name="Freeform 104">
                <a:extLst>
                  <a:ext uri="{FF2B5EF4-FFF2-40B4-BE49-F238E27FC236}">
                    <a16:creationId xmlns:a16="http://schemas.microsoft.com/office/drawing/2014/main" id="{8D828751-5D04-4B46-A2E1-531B22B0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95"/>
                <a:ext cx="176" cy="52"/>
              </a:xfrm>
              <a:custGeom>
                <a:avLst/>
                <a:gdLst>
                  <a:gd name="T0" fmla="*/ 44 w 351"/>
                  <a:gd name="T1" fmla="*/ 0 h 104"/>
                  <a:gd name="T2" fmla="*/ 0 w 351"/>
                  <a:gd name="T3" fmla="*/ 13 h 104"/>
                  <a:gd name="T4" fmla="*/ 2 w 351"/>
                  <a:gd name="T5" fmla="*/ 13 h 104"/>
                  <a:gd name="T6" fmla="*/ 44 w 35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1"/>
                  <a:gd name="T13" fmla="*/ 0 h 104"/>
                  <a:gd name="T14" fmla="*/ 351 w 351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1" h="104">
                    <a:moveTo>
                      <a:pt x="351" y="0"/>
                    </a:moveTo>
                    <a:lnTo>
                      <a:pt x="0" y="98"/>
                    </a:lnTo>
                    <a:lnTo>
                      <a:pt x="12" y="104"/>
                    </a:lnTo>
                    <a:lnTo>
                      <a:pt x="3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8" name="Freeform 105">
                <a:extLst>
                  <a:ext uri="{FF2B5EF4-FFF2-40B4-BE49-F238E27FC236}">
                    <a16:creationId xmlns:a16="http://schemas.microsoft.com/office/drawing/2014/main" id="{F2C19D99-713B-7440-9C93-85CA0134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01"/>
                <a:ext cx="180" cy="52"/>
              </a:xfrm>
              <a:custGeom>
                <a:avLst/>
                <a:gdLst>
                  <a:gd name="T0" fmla="*/ 46 w 358"/>
                  <a:gd name="T1" fmla="*/ 0 h 104"/>
                  <a:gd name="T2" fmla="*/ 0 w 358"/>
                  <a:gd name="T3" fmla="*/ 13 h 104"/>
                  <a:gd name="T4" fmla="*/ 2 w 358"/>
                  <a:gd name="T5" fmla="*/ 13 h 104"/>
                  <a:gd name="T6" fmla="*/ 46 w 358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8"/>
                  <a:gd name="T13" fmla="*/ 0 h 104"/>
                  <a:gd name="T14" fmla="*/ 358 w 358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8" h="104">
                    <a:moveTo>
                      <a:pt x="358" y="0"/>
                    </a:moveTo>
                    <a:lnTo>
                      <a:pt x="0" y="97"/>
                    </a:lnTo>
                    <a:lnTo>
                      <a:pt x="12" y="104"/>
                    </a:lnTo>
                    <a:lnTo>
                      <a:pt x="3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29" name="Freeform 106">
                <a:extLst>
                  <a:ext uri="{FF2B5EF4-FFF2-40B4-BE49-F238E27FC236}">
                    <a16:creationId xmlns:a16="http://schemas.microsoft.com/office/drawing/2014/main" id="{3BD12DAE-20CC-534D-B707-854DCF6A8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06"/>
                <a:ext cx="183" cy="53"/>
              </a:xfrm>
              <a:custGeom>
                <a:avLst/>
                <a:gdLst>
                  <a:gd name="T0" fmla="*/ 46 w 364"/>
                  <a:gd name="T1" fmla="*/ 0 h 105"/>
                  <a:gd name="T2" fmla="*/ 0 w 364"/>
                  <a:gd name="T3" fmla="*/ 13 h 105"/>
                  <a:gd name="T4" fmla="*/ 2 w 364"/>
                  <a:gd name="T5" fmla="*/ 14 h 105"/>
                  <a:gd name="T6" fmla="*/ 46 w 364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4"/>
                  <a:gd name="T13" fmla="*/ 0 h 105"/>
                  <a:gd name="T14" fmla="*/ 364 w 364"/>
                  <a:gd name="T15" fmla="*/ 105 h 1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4" h="105">
                    <a:moveTo>
                      <a:pt x="364" y="0"/>
                    </a:moveTo>
                    <a:lnTo>
                      <a:pt x="0" y="98"/>
                    </a:lnTo>
                    <a:lnTo>
                      <a:pt x="13" y="105"/>
                    </a:lnTo>
                    <a:lnTo>
                      <a:pt x="3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0" name="Freeform 107">
                <a:extLst>
                  <a:ext uri="{FF2B5EF4-FFF2-40B4-BE49-F238E27FC236}">
                    <a16:creationId xmlns:a16="http://schemas.microsoft.com/office/drawing/2014/main" id="{7FE0D38A-7682-1440-A246-A6C7FFBB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12"/>
                <a:ext cx="185" cy="52"/>
              </a:xfrm>
              <a:custGeom>
                <a:avLst/>
                <a:gdLst>
                  <a:gd name="T0" fmla="*/ 46 w 371"/>
                  <a:gd name="T1" fmla="*/ 0 h 104"/>
                  <a:gd name="T2" fmla="*/ 0 w 371"/>
                  <a:gd name="T3" fmla="*/ 13 h 104"/>
                  <a:gd name="T4" fmla="*/ 1 w 371"/>
                  <a:gd name="T5" fmla="*/ 13 h 104"/>
                  <a:gd name="T6" fmla="*/ 46 w 37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1"/>
                  <a:gd name="T13" fmla="*/ 0 h 104"/>
                  <a:gd name="T14" fmla="*/ 371 w 371"/>
                  <a:gd name="T15" fmla="*/ 104 h 1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1" h="104">
                    <a:moveTo>
                      <a:pt x="371" y="0"/>
                    </a:moveTo>
                    <a:lnTo>
                      <a:pt x="0" y="98"/>
                    </a:lnTo>
                    <a:lnTo>
                      <a:pt x="13" y="104"/>
                    </a:lnTo>
                    <a:lnTo>
                      <a:pt x="3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1" name="Freeform 108">
                <a:extLst>
                  <a:ext uri="{FF2B5EF4-FFF2-40B4-BE49-F238E27FC236}">
                    <a16:creationId xmlns:a16="http://schemas.microsoft.com/office/drawing/2014/main" id="{30B2F51C-54D8-5C48-A344-30E1E5DF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117"/>
                <a:ext cx="189" cy="53"/>
              </a:xfrm>
              <a:custGeom>
                <a:avLst/>
                <a:gdLst>
                  <a:gd name="T0" fmla="*/ 47 w 379"/>
                  <a:gd name="T1" fmla="*/ 0 h 105"/>
                  <a:gd name="T2" fmla="*/ 0 w 379"/>
                  <a:gd name="T3" fmla="*/ 13 h 105"/>
                  <a:gd name="T4" fmla="*/ 1 w 379"/>
                  <a:gd name="T5" fmla="*/ 14 h 105"/>
                  <a:gd name="T6" fmla="*/ 47 w 379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9"/>
                  <a:gd name="T13" fmla="*/ 0 h 105"/>
                  <a:gd name="T14" fmla="*/ 379 w 379"/>
                  <a:gd name="T15" fmla="*/ 105 h 1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9" h="105">
                    <a:moveTo>
                      <a:pt x="379" y="0"/>
                    </a:moveTo>
                    <a:lnTo>
                      <a:pt x="0" y="99"/>
                    </a:lnTo>
                    <a:lnTo>
                      <a:pt x="13" y="105"/>
                    </a:ln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2" name="Freeform 109">
                <a:extLst>
                  <a:ext uri="{FF2B5EF4-FFF2-40B4-BE49-F238E27FC236}">
                    <a16:creationId xmlns:a16="http://schemas.microsoft.com/office/drawing/2014/main" id="{134FB9A0-8D85-D64D-83A3-B3AC425B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23"/>
                <a:ext cx="194" cy="53"/>
              </a:xfrm>
              <a:custGeom>
                <a:avLst/>
                <a:gdLst>
                  <a:gd name="T0" fmla="*/ 49 w 387"/>
                  <a:gd name="T1" fmla="*/ 0 h 106"/>
                  <a:gd name="T2" fmla="*/ 0 w 387"/>
                  <a:gd name="T3" fmla="*/ 13 h 106"/>
                  <a:gd name="T4" fmla="*/ 2 w 387"/>
                  <a:gd name="T5" fmla="*/ 14 h 106"/>
                  <a:gd name="T6" fmla="*/ 49 w 387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7"/>
                  <a:gd name="T13" fmla="*/ 0 h 106"/>
                  <a:gd name="T14" fmla="*/ 387 w 387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7" h="106">
                    <a:moveTo>
                      <a:pt x="387" y="0"/>
                    </a:moveTo>
                    <a:lnTo>
                      <a:pt x="0" y="99"/>
                    </a:lnTo>
                    <a:lnTo>
                      <a:pt x="14" y="106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3" name="Freeform 110">
                <a:extLst>
                  <a:ext uri="{FF2B5EF4-FFF2-40B4-BE49-F238E27FC236}">
                    <a16:creationId xmlns:a16="http://schemas.microsoft.com/office/drawing/2014/main" id="{3BE0C4D1-06EE-BE46-A8F4-D8CC541CA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29"/>
                <a:ext cx="196" cy="53"/>
              </a:xfrm>
              <a:custGeom>
                <a:avLst/>
                <a:gdLst>
                  <a:gd name="T0" fmla="*/ 49 w 393"/>
                  <a:gd name="T1" fmla="*/ 0 h 106"/>
                  <a:gd name="T2" fmla="*/ 0 w 393"/>
                  <a:gd name="T3" fmla="*/ 13 h 106"/>
                  <a:gd name="T4" fmla="*/ 1 w 393"/>
                  <a:gd name="T5" fmla="*/ 14 h 106"/>
                  <a:gd name="T6" fmla="*/ 49 w 393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3"/>
                  <a:gd name="T13" fmla="*/ 0 h 106"/>
                  <a:gd name="T14" fmla="*/ 393 w 393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3" h="106">
                    <a:moveTo>
                      <a:pt x="393" y="0"/>
                    </a:moveTo>
                    <a:lnTo>
                      <a:pt x="0" y="99"/>
                    </a:lnTo>
                    <a:lnTo>
                      <a:pt x="13" y="106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4" name="Freeform 111">
                <a:extLst>
                  <a:ext uri="{FF2B5EF4-FFF2-40B4-BE49-F238E27FC236}">
                    <a16:creationId xmlns:a16="http://schemas.microsoft.com/office/drawing/2014/main" id="{7FD2D322-0783-624C-8C1D-EEE840210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35"/>
                <a:ext cx="199" cy="53"/>
              </a:xfrm>
              <a:custGeom>
                <a:avLst/>
                <a:gdLst>
                  <a:gd name="T0" fmla="*/ 50 w 397"/>
                  <a:gd name="T1" fmla="*/ 0 h 106"/>
                  <a:gd name="T2" fmla="*/ 0 w 397"/>
                  <a:gd name="T3" fmla="*/ 13 h 106"/>
                  <a:gd name="T4" fmla="*/ 2 w 397"/>
                  <a:gd name="T5" fmla="*/ 14 h 106"/>
                  <a:gd name="T6" fmla="*/ 50 w 397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7"/>
                  <a:gd name="T13" fmla="*/ 0 h 106"/>
                  <a:gd name="T14" fmla="*/ 397 w 397"/>
                  <a:gd name="T15" fmla="*/ 106 h 1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7" h="106">
                    <a:moveTo>
                      <a:pt x="397" y="0"/>
                    </a:moveTo>
                    <a:lnTo>
                      <a:pt x="0" y="99"/>
                    </a:lnTo>
                    <a:lnTo>
                      <a:pt x="12" y="106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5" name="Freeform 112">
                <a:extLst>
                  <a:ext uri="{FF2B5EF4-FFF2-40B4-BE49-F238E27FC236}">
                    <a16:creationId xmlns:a16="http://schemas.microsoft.com/office/drawing/2014/main" id="{A40CECB1-1FA0-224A-9394-4C5E3230D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38"/>
                <a:ext cx="91" cy="23"/>
              </a:xfrm>
              <a:custGeom>
                <a:avLst/>
                <a:gdLst>
                  <a:gd name="T0" fmla="*/ 23 w 182"/>
                  <a:gd name="T1" fmla="*/ 0 h 46"/>
                  <a:gd name="T2" fmla="*/ 1 w 182"/>
                  <a:gd name="T3" fmla="*/ 1 h 46"/>
                  <a:gd name="T4" fmla="*/ 0 w 182"/>
                  <a:gd name="T5" fmla="*/ 6 h 46"/>
                  <a:gd name="T6" fmla="*/ 23 w 182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2"/>
                  <a:gd name="T13" fmla="*/ 0 h 46"/>
                  <a:gd name="T14" fmla="*/ 182 w 182"/>
                  <a:gd name="T15" fmla="*/ 46 h 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2" h="46">
                    <a:moveTo>
                      <a:pt x="182" y="0"/>
                    </a:moveTo>
                    <a:lnTo>
                      <a:pt x="6" y="7"/>
                    </a:lnTo>
                    <a:lnTo>
                      <a:pt x="0" y="46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6" name="Freeform 113">
                <a:extLst>
                  <a:ext uri="{FF2B5EF4-FFF2-40B4-BE49-F238E27FC236}">
                    <a16:creationId xmlns:a16="http://schemas.microsoft.com/office/drawing/2014/main" id="{F88B79C8-49BF-A14C-AA81-CD28F012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140"/>
                <a:ext cx="6" cy="21"/>
              </a:xfrm>
              <a:custGeom>
                <a:avLst/>
                <a:gdLst>
                  <a:gd name="T0" fmla="*/ 2 w 12"/>
                  <a:gd name="T1" fmla="*/ 0 h 40"/>
                  <a:gd name="T2" fmla="*/ 1 w 12"/>
                  <a:gd name="T3" fmla="*/ 0 h 40"/>
                  <a:gd name="T4" fmla="*/ 0 w 12"/>
                  <a:gd name="T5" fmla="*/ 5 h 40"/>
                  <a:gd name="T6" fmla="*/ 1 w 12"/>
                  <a:gd name="T7" fmla="*/ 6 h 40"/>
                  <a:gd name="T8" fmla="*/ 2 w 1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0"/>
                  <a:gd name="T17" fmla="*/ 12 w 1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0">
                    <a:moveTo>
                      <a:pt x="12" y="0"/>
                    </a:moveTo>
                    <a:lnTo>
                      <a:pt x="6" y="0"/>
                    </a:lnTo>
                    <a:lnTo>
                      <a:pt x="0" y="37"/>
                    </a:lnTo>
                    <a:lnTo>
                      <a:pt x="7" y="4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7" name="Freeform 114">
                <a:extLst>
                  <a:ext uri="{FF2B5EF4-FFF2-40B4-BE49-F238E27FC236}">
                    <a16:creationId xmlns:a16="http://schemas.microsoft.com/office/drawing/2014/main" id="{4A7E78C6-D98D-3C45-B1D7-A78BE3903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38"/>
                <a:ext cx="80" cy="4"/>
              </a:xfrm>
              <a:custGeom>
                <a:avLst/>
                <a:gdLst>
                  <a:gd name="T0" fmla="*/ 0 w 161"/>
                  <a:gd name="T1" fmla="*/ 1 h 8"/>
                  <a:gd name="T2" fmla="*/ 20 w 161"/>
                  <a:gd name="T3" fmla="*/ 0 h 8"/>
                  <a:gd name="T4" fmla="*/ 1 w 161"/>
                  <a:gd name="T5" fmla="*/ 1 h 8"/>
                  <a:gd name="T6" fmla="*/ 0 w 161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1"/>
                  <a:gd name="T13" fmla="*/ 0 h 8"/>
                  <a:gd name="T14" fmla="*/ 161 w 161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1" h="8">
                    <a:moveTo>
                      <a:pt x="0" y="6"/>
                    </a:moveTo>
                    <a:lnTo>
                      <a:pt x="161" y="0"/>
                    </a:lnTo>
                    <a:lnTo>
                      <a:pt x="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DD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8" name="Freeform 115">
                <a:extLst>
                  <a:ext uri="{FF2B5EF4-FFF2-40B4-BE49-F238E27FC236}">
                    <a16:creationId xmlns:a16="http://schemas.microsoft.com/office/drawing/2014/main" id="{4AA079FA-7C8E-804D-8EC6-316CAC66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007"/>
                <a:ext cx="555" cy="78"/>
              </a:xfrm>
              <a:custGeom>
                <a:avLst/>
                <a:gdLst>
                  <a:gd name="T0" fmla="*/ 129 w 1111"/>
                  <a:gd name="T1" fmla="*/ 20 h 154"/>
                  <a:gd name="T2" fmla="*/ 138 w 1111"/>
                  <a:gd name="T3" fmla="*/ 12 h 154"/>
                  <a:gd name="T4" fmla="*/ 19 w 1111"/>
                  <a:gd name="T5" fmla="*/ 0 h 154"/>
                  <a:gd name="T6" fmla="*/ 0 w 1111"/>
                  <a:gd name="T7" fmla="*/ 6 h 154"/>
                  <a:gd name="T8" fmla="*/ 129 w 1111"/>
                  <a:gd name="T9" fmla="*/ 2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1"/>
                  <a:gd name="T16" fmla="*/ 0 h 154"/>
                  <a:gd name="T17" fmla="*/ 1111 w 1111"/>
                  <a:gd name="T18" fmla="*/ 154 h 1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1" h="154">
                    <a:moveTo>
                      <a:pt x="1036" y="154"/>
                    </a:moveTo>
                    <a:lnTo>
                      <a:pt x="1111" y="90"/>
                    </a:lnTo>
                    <a:lnTo>
                      <a:pt x="156" y="0"/>
                    </a:lnTo>
                    <a:lnTo>
                      <a:pt x="0" y="45"/>
                    </a:lnTo>
                    <a:lnTo>
                      <a:pt x="1036" y="154"/>
                    </a:lnTo>
                    <a:close/>
                  </a:path>
                </a:pathLst>
              </a:custGeom>
              <a:solidFill>
                <a:srgbClr val="B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39" name="Freeform 116">
                <a:extLst>
                  <a:ext uri="{FF2B5EF4-FFF2-40B4-BE49-F238E27FC236}">
                    <a16:creationId xmlns:a16="http://schemas.microsoft.com/office/drawing/2014/main" id="{515259A6-E60C-B140-AD30-4F3216AAB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020"/>
                <a:ext cx="131" cy="26"/>
              </a:xfrm>
              <a:custGeom>
                <a:avLst/>
                <a:gdLst>
                  <a:gd name="T0" fmla="*/ 6 w 262"/>
                  <a:gd name="T1" fmla="*/ 0 h 52"/>
                  <a:gd name="T2" fmla="*/ 0 w 262"/>
                  <a:gd name="T3" fmla="*/ 4 h 52"/>
                  <a:gd name="T4" fmla="*/ 28 w 262"/>
                  <a:gd name="T5" fmla="*/ 7 h 52"/>
                  <a:gd name="T6" fmla="*/ 33 w 262"/>
                  <a:gd name="T7" fmla="*/ 3 h 52"/>
                  <a:gd name="T8" fmla="*/ 6 w 26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2"/>
                  <a:gd name="T16" fmla="*/ 0 h 52"/>
                  <a:gd name="T17" fmla="*/ 262 w 26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2" h="52">
                    <a:moveTo>
                      <a:pt x="42" y="0"/>
                    </a:moveTo>
                    <a:lnTo>
                      <a:pt x="0" y="28"/>
                    </a:lnTo>
                    <a:lnTo>
                      <a:pt x="220" y="52"/>
                    </a:lnTo>
                    <a:lnTo>
                      <a:pt x="262" y="2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2F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0" name="Freeform 117">
                <a:extLst>
                  <a:ext uri="{FF2B5EF4-FFF2-40B4-BE49-F238E27FC236}">
                    <a16:creationId xmlns:a16="http://schemas.microsoft.com/office/drawing/2014/main" id="{2FE475F8-7CEB-7F46-9943-340D68E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012"/>
                <a:ext cx="18" cy="5"/>
              </a:xfrm>
              <a:custGeom>
                <a:avLst/>
                <a:gdLst>
                  <a:gd name="T0" fmla="*/ 2 w 35"/>
                  <a:gd name="T1" fmla="*/ 0 h 9"/>
                  <a:gd name="T2" fmla="*/ 0 w 35"/>
                  <a:gd name="T3" fmla="*/ 1 h 9"/>
                  <a:gd name="T4" fmla="*/ 4 w 35"/>
                  <a:gd name="T5" fmla="*/ 2 h 9"/>
                  <a:gd name="T6" fmla="*/ 5 w 35"/>
                  <a:gd name="T7" fmla="*/ 1 h 9"/>
                  <a:gd name="T8" fmla="*/ 2 w 3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9"/>
                  <a:gd name="T17" fmla="*/ 35 w 35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9">
                    <a:moveTo>
                      <a:pt x="16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1" name="Freeform 118">
                <a:extLst>
                  <a:ext uri="{FF2B5EF4-FFF2-40B4-BE49-F238E27FC236}">
                    <a16:creationId xmlns:a16="http://schemas.microsoft.com/office/drawing/2014/main" id="{3E2DB8F4-C073-0F42-9192-13F84B5D0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19"/>
                <a:ext cx="19" cy="3"/>
              </a:xfrm>
              <a:custGeom>
                <a:avLst/>
                <a:gdLst>
                  <a:gd name="T0" fmla="*/ 3 w 36"/>
                  <a:gd name="T1" fmla="*/ 0 h 7"/>
                  <a:gd name="T2" fmla="*/ 0 w 36"/>
                  <a:gd name="T3" fmla="*/ 0 h 7"/>
                  <a:gd name="T4" fmla="*/ 4 w 36"/>
                  <a:gd name="T5" fmla="*/ 0 h 7"/>
                  <a:gd name="T6" fmla="*/ 5 w 36"/>
                  <a:gd name="T7" fmla="*/ 0 h 7"/>
                  <a:gd name="T8" fmla="*/ 3 w 3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7"/>
                  <a:gd name="T17" fmla="*/ 36 w 3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7">
                    <a:moveTo>
                      <a:pt x="17" y="0"/>
                    </a:moveTo>
                    <a:lnTo>
                      <a:pt x="0" y="5"/>
                    </a:lnTo>
                    <a:lnTo>
                      <a:pt x="26" y="7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2" name="Freeform 119">
                <a:extLst>
                  <a:ext uri="{FF2B5EF4-FFF2-40B4-BE49-F238E27FC236}">
                    <a16:creationId xmlns:a16="http://schemas.microsoft.com/office/drawing/2014/main" id="{E81D3D6A-897A-6544-8022-1A97FA6FB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026"/>
                <a:ext cx="18" cy="4"/>
              </a:xfrm>
              <a:custGeom>
                <a:avLst/>
                <a:gdLst>
                  <a:gd name="T0" fmla="*/ 2 w 37"/>
                  <a:gd name="T1" fmla="*/ 0 h 8"/>
                  <a:gd name="T2" fmla="*/ 0 w 37"/>
                  <a:gd name="T3" fmla="*/ 1 h 8"/>
                  <a:gd name="T4" fmla="*/ 3 w 37"/>
                  <a:gd name="T5" fmla="*/ 1 h 8"/>
                  <a:gd name="T6" fmla="*/ 4 w 37"/>
                  <a:gd name="T7" fmla="*/ 1 h 8"/>
                  <a:gd name="T8" fmla="*/ 2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7" y="0"/>
                    </a:moveTo>
                    <a:lnTo>
                      <a:pt x="0" y="4"/>
                    </a:lnTo>
                    <a:lnTo>
                      <a:pt x="29" y="8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3" name="Freeform 120">
                <a:extLst>
                  <a:ext uri="{FF2B5EF4-FFF2-40B4-BE49-F238E27FC236}">
                    <a16:creationId xmlns:a16="http://schemas.microsoft.com/office/drawing/2014/main" id="{AC74FE50-9FE6-A14B-A04F-668CAB87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015"/>
                <a:ext cx="18" cy="5"/>
              </a:xfrm>
              <a:custGeom>
                <a:avLst/>
                <a:gdLst>
                  <a:gd name="T0" fmla="*/ 2 w 36"/>
                  <a:gd name="T1" fmla="*/ 0 h 9"/>
                  <a:gd name="T2" fmla="*/ 0 w 36"/>
                  <a:gd name="T3" fmla="*/ 1 h 9"/>
                  <a:gd name="T4" fmla="*/ 4 w 36"/>
                  <a:gd name="T5" fmla="*/ 2 h 9"/>
                  <a:gd name="T6" fmla="*/ 5 w 36"/>
                  <a:gd name="T7" fmla="*/ 1 h 9"/>
                  <a:gd name="T8" fmla="*/ 2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6" y="0"/>
                    </a:moveTo>
                    <a:lnTo>
                      <a:pt x="0" y="6"/>
                    </a:lnTo>
                    <a:lnTo>
                      <a:pt x="29" y="9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4" name="Freeform 121">
                <a:extLst>
                  <a:ext uri="{FF2B5EF4-FFF2-40B4-BE49-F238E27FC236}">
                    <a16:creationId xmlns:a16="http://schemas.microsoft.com/office/drawing/2014/main" id="{96684053-3C90-3C44-84D2-C91CD19E8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22"/>
                <a:ext cx="18" cy="4"/>
              </a:xfrm>
              <a:custGeom>
                <a:avLst/>
                <a:gdLst>
                  <a:gd name="T0" fmla="*/ 2 w 37"/>
                  <a:gd name="T1" fmla="*/ 0 h 7"/>
                  <a:gd name="T2" fmla="*/ 0 w 37"/>
                  <a:gd name="T3" fmla="*/ 1 h 7"/>
                  <a:gd name="T4" fmla="*/ 3 w 37"/>
                  <a:gd name="T5" fmla="*/ 1 h 7"/>
                  <a:gd name="T6" fmla="*/ 4 w 37"/>
                  <a:gd name="T7" fmla="*/ 1 h 7"/>
                  <a:gd name="T8" fmla="*/ 2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8" y="0"/>
                    </a:moveTo>
                    <a:lnTo>
                      <a:pt x="0" y="5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5" name="Freeform 122">
                <a:extLst>
                  <a:ext uri="{FF2B5EF4-FFF2-40B4-BE49-F238E27FC236}">
                    <a16:creationId xmlns:a16="http://schemas.microsoft.com/office/drawing/2014/main" id="{98C5C7C8-B407-234A-8DB4-7A54C8D7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29"/>
                <a:ext cx="19" cy="4"/>
              </a:xfrm>
              <a:custGeom>
                <a:avLst/>
                <a:gdLst>
                  <a:gd name="T0" fmla="*/ 3 w 37"/>
                  <a:gd name="T1" fmla="*/ 0 h 10"/>
                  <a:gd name="T2" fmla="*/ 0 w 37"/>
                  <a:gd name="T3" fmla="*/ 0 h 10"/>
                  <a:gd name="T4" fmla="*/ 4 w 37"/>
                  <a:gd name="T5" fmla="*/ 1 h 10"/>
                  <a:gd name="T6" fmla="*/ 5 w 37"/>
                  <a:gd name="T7" fmla="*/ 0 h 10"/>
                  <a:gd name="T8" fmla="*/ 3 w 3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10"/>
                  <a:gd name="T17" fmla="*/ 37 w 37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10">
                    <a:moveTo>
                      <a:pt x="18" y="0"/>
                    </a:moveTo>
                    <a:lnTo>
                      <a:pt x="0" y="6"/>
                    </a:lnTo>
                    <a:lnTo>
                      <a:pt x="28" y="10"/>
                    </a:lnTo>
                    <a:lnTo>
                      <a:pt x="37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6" name="Freeform 123">
                <a:extLst>
                  <a:ext uri="{FF2B5EF4-FFF2-40B4-BE49-F238E27FC236}">
                    <a16:creationId xmlns:a16="http://schemas.microsoft.com/office/drawing/2014/main" id="{F0C509FB-348F-7249-9C18-6D13ED173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53"/>
                <a:ext cx="17" cy="4"/>
              </a:xfrm>
              <a:custGeom>
                <a:avLst/>
                <a:gdLst>
                  <a:gd name="T0" fmla="*/ 2 w 35"/>
                  <a:gd name="T1" fmla="*/ 0 h 8"/>
                  <a:gd name="T2" fmla="*/ 0 w 35"/>
                  <a:gd name="T3" fmla="*/ 1 h 8"/>
                  <a:gd name="T4" fmla="*/ 3 w 35"/>
                  <a:gd name="T5" fmla="*/ 1 h 8"/>
                  <a:gd name="T6" fmla="*/ 4 w 35"/>
                  <a:gd name="T7" fmla="*/ 1 h 8"/>
                  <a:gd name="T8" fmla="*/ 2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"/>
                  <a:gd name="T17" fmla="*/ 35 w 35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7" name="Freeform 124">
                <a:extLst>
                  <a:ext uri="{FF2B5EF4-FFF2-40B4-BE49-F238E27FC236}">
                    <a16:creationId xmlns:a16="http://schemas.microsoft.com/office/drawing/2014/main" id="{83F96FF1-B843-8B4D-856C-DD1EC670D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063"/>
                <a:ext cx="19" cy="4"/>
              </a:xfrm>
              <a:custGeom>
                <a:avLst/>
                <a:gdLst>
                  <a:gd name="T0" fmla="*/ 3 w 36"/>
                  <a:gd name="T1" fmla="*/ 0 h 8"/>
                  <a:gd name="T2" fmla="*/ 0 w 36"/>
                  <a:gd name="T3" fmla="*/ 1 h 8"/>
                  <a:gd name="T4" fmla="*/ 4 w 36"/>
                  <a:gd name="T5" fmla="*/ 1 h 8"/>
                  <a:gd name="T6" fmla="*/ 5 w 36"/>
                  <a:gd name="T7" fmla="*/ 1 h 8"/>
                  <a:gd name="T8" fmla="*/ 3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7" y="0"/>
                    </a:moveTo>
                    <a:lnTo>
                      <a:pt x="0" y="7"/>
                    </a:lnTo>
                    <a:lnTo>
                      <a:pt x="26" y="8"/>
                    </a:lnTo>
                    <a:lnTo>
                      <a:pt x="3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8" name="Freeform 125">
                <a:extLst>
                  <a:ext uri="{FF2B5EF4-FFF2-40B4-BE49-F238E27FC236}">
                    <a16:creationId xmlns:a16="http://schemas.microsoft.com/office/drawing/2014/main" id="{1933EBEC-9EA4-9947-8B4C-5A65E4D8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71"/>
                <a:ext cx="19" cy="4"/>
              </a:xfrm>
              <a:custGeom>
                <a:avLst/>
                <a:gdLst>
                  <a:gd name="T0" fmla="*/ 3 w 37"/>
                  <a:gd name="T1" fmla="*/ 0 h 8"/>
                  <a:gd name="T2" fmla="*/ 0 w 37"/>
                  <a:gd name="T3" fmla="*/ 1 h 8"/>
                  <a:gd name="T4" fmla="*/ 4 w 37"/>
                  <a:gd name="T5" fmla="*/ 1 h 8"/>
                  <a:gd name="T6" fmla="*/ 5 w 37"/>
                  <a:gd name="T7" fmla="*/ 1 h 8"/>
                  <a:gd name="T8" fmla="*/ 3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8" y="0"/>
                    </a:moveTo>
                    <a:lnTo>
                      <a:pt x="0" y="6"/>
                    </a:lnTo>
                    <a:lnTo>
                      <a:pt x="29" y="8"/>
                    </a:lnTo>
                    <a:lnTo>
                      <a:pt x="37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49" name="Freeform 126">
                <a:extLst>
                  <a:ext uri="{FF2B5EF4-FFF2-40B4-BE49-F238E27FC236}">
                    <a16:creationId xmlns:a16="http://schemas.microsoft.com/office/drawing/2014/main" id="{A95AEB66-7C46-964A-A90E-A5DDE0362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56"/>
                <a:ext cx="18" cy="4"/>
              </a:xfrm>
              <a:custGeom>
                <a:avLst/>
                <a:gdLst>
                  <a:gd name="T0" fmla="*/ 2 w 36"/>
                  <a:gd name="T1" fmla="*/ 0 h 10"/>
                  <a:gd name="T2" fmla="*/ 0 w 36"/>
                  <a:gd name="T3" fmla="*/ 0 h 10"/>
                  <a:gd name="T4" fmla="*/ 4 w 36"/>
                  <a:gd name="T5" fmla="*/ 1 h 10"/>
                  <a:gd name="T6" fmla="*/ 5 w 36"/>
                  <a:gd name="T7" fmla="*/ 0 h 10"/>
                  <a:gd name="T8" fmla="*/ 2 w 3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0"/>
                  <a:gd name="T17" fmla="*/ 36 w 36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0">
                    <a:moveTo>
                      <a:pt x="16" y="0"/>
                    </a:moveTo>
                    <a:lnTo>
                      <a:pt x="0" y="7"/>
                    </a:lnTo>
                    <a:lnTo>
                      <a:pt x="30" y="10"/>
                    </a:lnTo>
                    <a:lnTo>
                      <a:pt x="36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0" name="Freeform 127">
                <a:extLst>
                  <a:ext uri="{FF2B5EF4-FFF2-40B4-BE49-F238E27FC236}">
                    <a16:creationId xmlns:a16="http://schemas.microsoft.com/office/drawing/2014/main" id="{A08BE94A-A90B-5245-A4FE-39FA5B68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065"/>
                <a:ext cx="18" cy="3"/>
              </a:xfrm>
              <a:custGeom>
                <a:avLst/>
                <a:gdLst>
                  <a:gd name="T0" fmla="*/ 2 w 37"/>
                  <a:gd name="T1" fmla="*/ 0 h 7"/>
                  <a:gd name="T2" fmla="*/ 0 w 37"/>
                  <a:gd name="T3" fmla="*/ 0 h 7"/>
                  <a:gd name="T4" fmla="*/ 3 w 37"/>
                  <a:gd name="T5" fmla="*/ 0 h 7"/>
                  <a:gd name="T6" fmla="*/ 4 w 37"/>
                  <a:gd name="T7" fmla="*/ 0 h 7"/>
                  <a:gd name="T8" fmla="*/ 2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9" y="0"/>
                    </a:moveTo>
                    <a:lnTo>
                      <a:pt x="0" y="7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1" name="Freeform 128">
                <a:extLst>
                  <a:ext uri="{FF2B5EF4-FFF2-40B4-BE49-F238E27FC236}">
                    <a16:creationId xmlns:a16="http://schemas.microsoft.com/office/drawing/2014/main" id="{F180329C-DC68-BE43-8296-C3E14B311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074"/>
                <a:ext cx="18" cy="3"/>
              </a:xfrm>
              <a:custGeom>
                <a:avLst/>
                <a:gdLst>
                  <a:gd name="T0" fmla="*/ 2 w 37"/>
                  <a:gd name="T1" fmla="*/ 0 h 7"/>
                  <a:gd name="T2" fmla="*/ 0 w 37"/>
                  <a:gd name="T3" fmla="*/ 0 h 7"/>
                  <a:gd name="T4" fmla="*/ 3 w 37"/>
                  <a:gd name="T5" fmla="*/ 0 h 7"/>
                  <a:gd name="T6" fmla="*/ 4 w 37"/>
                  <a:gd name="T7" fmla="*/ 0 h 7"/>
                  <a:gd name="T8" fmla="*/ 2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9" y="0"/>
                    </a:moveTo>
                    <a:lnTo>
                      <a:pt x="0" y="5"/>
                    </a:lnTo>
                    <a:lnTo>
                      <a:pt x="29" y="7"/>
                    </a:lnTo>
                    <a:lnTo>
                      <a:pt x="37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2" name="Freeform 129">
                <a:extLst>
                  <a:ext uri="{FF2B5EF4-FFF2-40B4-BE49-F238E27FC236}">
                    <a16:creationId xmlns:a16="http://schemas.microsoft.com/office/drawing/2014/main" id="{3C159E37-3B35-694B-80F9-8F9B91A1A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048"/>
                <a:ext cx="18" cy="4"/>
              </a:xfrm>
              <a:custGeom>
                <a:avLst/>
                <a:gdLst>
                  <a:gd name="T0" fmla="*/ 3 w 36"/>
                  <a:gd name="T1" fmla="*/ 0 h 9"/>
                  <a:gd name="T2" fmla="*/ 0 w 36"/>
                  <a:gd name="T3" fmla="*/ 0 h 9"/>
                  <a:gd name="T4" fmla="*/ 4 w 36"/>
                  <a:gd name="T5" fmla="*/ 1 h 9"/>
                  <a:gd name="T6" fmla="*/ 5 w 36"/>
                  <a:gd name="T7" fmla="*/ 0 h 9"/>
                  <a:gd name="T8" fmla="*/ 3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7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3" name="Freeform 130">
                <a:extLst>
                  <a:ext uri="{FF2B5EF4-FFF2-40B4-BE49-F238E27FC236}">
                    <a16:creationId xmlns:a16="http://schemas.microsoft.com/office/drawing/2014/main" id="{2B4AFC00-ED33-0C47-BCB9-824B945C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057"/>
                <a:ext cx="18" cy="4"/>
              </a:xfrm>
              <a:custGeom>
                <a:avLst/>
                <a:gdLst>
                  <a:gd name="T0" fmla="*/ 2 w 37"/>
                  <a:gd name="T1" fmla="*/ 0 h 7"/>
                  <a:gd name="T2" fmla="*/ 0 w 37"/>
                  <a:gd name="T3" fmla="*/ 1 h 7"/>
                  <a:gd name="T4" fmla="*/ 3 w 37"/>
                  <a:gd name="T5" fmla="*/ 1 h 7"/>
                  <a:gd name="T6" fmla="*/ 4 w 37"/>
                  <a:gd name="T7" fmla="*/ 1 h 7"/>
                  <a:gd name="T8" fmla="*/ 2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7"/>
                    </a:lnTo>
                    <a:lnTo>
                      <a:pt x="26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4" name="Freeform 131">
                <a:extLst>
                  <a:ext uri="{FF2B5EF4-FFF2-40B4-BE49-F238E27FC236}">
                    <a16:creationId xmlns:a16="http://schemas.microsoft.com/office/drawing/2014/main" id="{D48DEEDA-B171-5E41-A5C8-07FAC6CFC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66"/>
                <a:ext cx="18" cy="4"/>
              </a:xfrm>
              <a:custGeom>
                <a:avLst/>
                <a:gdLst>
                  <a:gd name="T0" fmla="*/ 3 w 36"/>
                  <a:gd name="T1" fmla="*/ 0 h 8"/>
                  <a:gd name="T2" fmla="*/ 0 w 36"/>
                  <a:gd name="T3" fmla="*/ 1 h 8"/>
                  <a:gd name="T4" fmla="*/ 4 w 36"/>
                  <a:gd name="T5" fmla="*/ 1 h 8"/>
                  <a:gd name="T6" fmla="*/ 5 w 36"/>
                  <a:gd name="T7" fmla="*/ 1 h 8"/>
                  <a:gd name="T8" fmla="*/ 3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7" y="0"/>
                    </a:moveTo>
                    <a:lnTo>
                      <a:pt x="0" y="6"/>
                    </a:lnTo>
                    <a:lnTo>
                      <a:pt x="28" y="8"/>
                    </a:lnTo>
                    <a:lnTo>
                      <a:pt x="36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5" name="Freeform 132">
                <a:extLst>
                  <a:ext uri="{FF2B5EF4-FFF2-40B4-BE49-F238E27FC236}">
                    <a16:creationId xmlns:a16="http://schemas.microsoft.com/office/drawing/2014/main" id="{0C42B3E7-497C-4F4D-8CEC-52060C17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51"/>
                <a:ext cx="18" cy="4"/>
              </a:xfrm>
              <a:custGeom>
                <a:avLst/>
                <a:gdLst>
                  <a:gd name="T0" fmla="*/ 2 w 36"/>
                  <a:gd name="T1" fmla="*/ 0 h 9"/>
                  <a:gd name="T2" fmla="*/ 0 w 36"/>
                  <a:gd name="T3" fmla="*/ 0 h 9"/>
                  <a:gd name="T4" fmla="*/ 4 w 36"/>
                  <a:gd name="T5" fmla="*/ 1 h 9"/>
                  <a:gd name="T6" fmla="*/ 5 w 36"/>
                  <a:gd name="T7" fmla="*/ 0 h 9"/>
                  <a:gd name="T8" fmla="*/ 2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9"/>
                  <a:gd name="T17" fmla="*/ 36 w 3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9">
                    <a:moveTo>
                      <a:pt x="16" y="0"/>
                    </a:moveTo>
                    <a:lnTo>
                      <a:pt x="0" y="7"/>
                    </a:lnTo>
                    <a:lnTo>
                      <a:pt x="30" y="9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6" name="Freeform 133">
                <a:extLst>
                  <a:ext uri="{FF2B5EF4-FFF2-40B4-BE49-F238E27FC236}">
                    <a16:creationId xmlns:a16="http://schemas.microsoft.com/office/drawing/2014/main" id="{56CB0E99-F69B-A443-AB0C-09942446C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060"/>
                <a:ext cx="19" cy="3"/>
              </a:xfrm>
              <a:custGeom>
                <a:avLst/>
                <a:gdLst>
                  <a:gd name="T0" fmla="*/ 3 w 37"/>
                  <a:gd name="T1" fmla="*/ 0 h 6"/>
                  <a:gd name="T2" fmla="*/ 0 w 37"/>
                  <a:gd name="T3" fmla="*/ 1 h 6"/>
                  <a:gd name="T4" fmla="*/ 4 w 37"/>
                  <a:gd name="T5" fmla="*/ 1 h 6"/>
                  <a:gd name="T6" fmla="*/ 5 w 37"/>
                  <a:gd name="T7" fmla="*/ 1 h 6"/>
                  <a:gd name="T8" fmla="*/ 3 w 3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6"/>
                  <a:gd name="T17" fmla="*/ 37 w 3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6">
                    <a:moveTo>
                      <a:pt x="19" y="0"/>
                    </a:moveTo>
                    <a:lnTo>
                      <a:pt x="0" y="5"/>
                    </a:lnTo>
                    <a:lnTo>
                      <a:pt x="27" y="6"/>
                    </a:lnTo>
                    <a:lnTo>
                      <a:pt x="3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7" name="Freeform 134">
                <a:extLst>
                  <a:ext uri="{FF2B5EF4-FFF2-40B4-BE49-F238E27FC236}">
                    <a16:creationId xmlns:a16="http://schemas.microsoft.com/office/drawing/2014/main" id="{12C78107-E4D4-1C4B-9F94-285730D8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68"/>
                <a:ext cx="19" cy="4"/>
              </a:xfrm>
              <a:custGeom>
                <a:avLst/>
                <a:gdLst>
                  <a:gd name="T0" fmla="*/ 3 w 38"/>
                  <a:gd name="T1" fmla="*/ 0 h 7"/>
                  <a:gd name="T2" fmla="*/ 0 w 38"/>
                  <a:gd name="T3" fmla="*/ 1 h 7"/>
                  <a:gd name="T4" fmla="*/ 4 w 38"/>
                  <a:gd name="T5" fmla="*/ 1 h 7"/>
                  <a:gd name="T6" fmla="*/ 5 w 38"/>
                  <a:gd name="T7" fmla="*/ 0 h 7"/>
                  <a:gd name="T8" fmla="*/ 3 w 3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7"/>
                  <a:gd name="T17" fmla="*/ 38 w 3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7">
                    <a:moveTo>
                      <a:pt x="19" y="0"/>
                    </a:moveTo>
                    <a:lnTo>
                      <a:pt x="0" y="4"/>
                    </a:lnTo>
                    <a:lnTo>
                      <a:pt x="29" y="7"/>
                    </a:lnTo>
                    <a:lnTo>
                      <a:pt x="3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8" name="Freeform 135">
                <a:extLst>
                  <a:ext uri="{FF2B5EF4-FFF2-40B4-BE49-F238E27FC236}">
                    <a16:creationId xmlns:a16="http://schemas.microsoft.com/office/drawing/2014/main" id="{4B73E806-9749-7849-8541-CECCA05CE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044"/>
                <a:ext cx="18" cy="4"/>
              </a:xfrm>
              <a:custGeom>
                <a:avLst/>
                <a:gdLst>
                  <a:gd name="T0" fmla="*/ 2 w 36"/>
                  <a:gd name="T1" fmla="*/ 0 h 8"/>
                  <a:gd name="T2" fmla="*/ 0 w 36"/>
                  <a:gd name="T3" fmla="*/ 1 h 8"/>
                  <a:gd name="T4" fmla="*/ 4 w 36"/>
                  <a:gd name="T5" fmla="*/ 1 h 8"/>
                  <a:gd name="T6" fmla="*/ 5 w 36"/>
                  <a:gd name="T7" fmla="*/ 0 h 8"/>
                  <a:gd name="T8" fmla="*/ 2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6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59" name="Freeform 136">
                <a:extLst>
                  <a:ext uri="{FF2B5EF4-FFF2-40B4-BE49-F238E27FC236}">
                    <a16:creationId xmlns:a16="http://schemas.microsoft.com/office/drawing/2014/main" id="{96A38A18-126C-CE46-966A-F48FBE99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52"/>
                <a:ext cx="18" cy="4"/>
              </a:xfrm>
              <a:custGeom>
                <a:avLst/>
                <a:gdLst>
                  <a:gd name="T0" fmla="*/ 3 w 36"/>
                  <a:gd name="T1" fmla="*/ 0 h 6"/>
                  <a:gd name="T2" fmla="*/ 0 w 36"/>
                  <a:gd name="T3" fmla="*/ 2 h 6"/>
                  <a:gd name="T4" fmla="*/ 3 w 36"/>
                  <a:gd name="T5" fmla="*/ 2 h 6"/>
                  <a:gd name="T6" fmla="*/ 5 w 36"/>
                  <a:gd name="T7" fmla="*/ 1 h 6"/>
                  <a:gd name="T8" fmla="*/ 3 w 3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6"/>
                  <a:gd name="T17" fmla="*/ 36 w 36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6">
                    <a:moveTo>
                      <a:pt x="17" y="0"/>
                    </a:moveTo>
                    <a:lnTo>
                      <a:pt x="0" y="6"/>
                    </a:lnTo>
                    <a:lnTo>
                      <a:pt x="25" y="6"/>
                    </a:lnTo>
                    <a:lnTo>
                      <a:pt x="3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0" name="Freeform 137">
                <a:extLst>
                  <a:ext uri="{FF2B5EF4-FFF2-40B4-BE49-F238E27FC236}">
                    <a16:creationId xmlns:a16="http://schemas.microsoft.com/office/drawing/2014/main" id="{C3689717-D074-CD4E-AD51-9D6E84AA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60"/>
                <a:ext cx="18" cy="4"/>
              </a:xfrm>
              <a:custGeom>
                <a:avLst/>
                <a:gdLst>
                  <a:gd name="T0" fmla="*/ 2 w 37"/>
                  <a:gd name="T1" fmla="*/ 0 h 8"/>
                  <a:gd name="T2" fmla="*/ 0 w 37"/>
                  <a:gd name="T3" fmla="*/ 1 h 8"/>
                  <a:gd name="T4" fmla="*/ 3 w 37"/>
                  <a:gd name="T5" fmla="*/ 1 h 8"/>
                  <a:gd name="T6" fmla="*/ 4 w 37"/>
                  <a:gd name="T7" fmla="*/ 1 h 8"/>
                  <a:gd name="T8" fmla="*/ 2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8" y="0"/>
                    </a:moveTo>
                    <a:lnTo>
                      <a:pt x="0" y="5"/>
                    </a:lnTo>
                    <a:lnTo>
                      <a:pt x="28" y="8"/>
                    </a:lnTo>
                    <a:lnTo>
                      <a:pt x="37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1" name="Freeform 138">
                <a:extLst>
                  <a:ext uri="{FF2B5EF4-FFF2-40B4-BE49-F238E27FC236}">
                    <a16:creationId xmlns:a16="http://schemas.microsoft.com/office/drawing/2014/main" id="{6666029F-018E-5E4C-BE7F-C1E7CB37C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033"/>
                <a:ext cx="17" cy="4"/>
              </a:xfrm>
              <a:custGeom>
                <a:avLst/>
                <a:gdLst>
                  <a:gd name="T0" fmla="*/ 2 w 35"/>
                  <a:gd name="T1" fmla="*/ 0 h 8"/>
                  <a:gd name="T2" fmla="*/ 0 w 35"/>
                  <a:gd name="T3" fmla="*/ 1 h 8"/>
                  <a:gd name="T4" fmla="*/ 3 w 35"/>
                  <a:gd name="T5" fmla="*/ 1 h 8"/>
                  <a:gd name="T6" fmla="*/ 4 w 35"/>
                  <a:gd name="T7" fmla="*/ 1 h 8"/>
                  <a:gd name="T8" fmla="*/ 2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"/>
                  <a:gd name="T17" fmla="*/ 35 w 35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2" name="Freeform 139">
                <a:extLst>
                  <a:ext uri="{FF2B5EF4-FFF2-40B4-BE49-F238E27FC236}">
                    <a16:creationId xmlns:a16="http://schemas.microsoft.com/office/drawing/2014/main" id="{B7BAC103-CD51-6642-AC1E-8285DC8F5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41"/>
                <a:ext cx="18" cy="4"/>
              </a:xfrm>
              <a:custGeom>
                <a:avLst/>
                <a:gdLst>
                  <a:gd name="T0" fmla="*/ 2 w 37"/>
                  <a:gd name="T1" fmla="*/ 0 h 7"/>
                  <a:gd name="T2" fmla="*/ 0 w 37"/>
                  <a:gd name="T3" fmla="*/ 1 h 7"/>
                  <a:gd name="T4" fmla="*/ 3 w 37"/>
                  <a:gd name="T5" fmla="*/ 1 h 7"/>
                  <a:gd name="T6" fmla="*/ 4 w 37"/>
                  <a:gd name="T7" fmla="*/ 1 h 7"/>
                  <a:gd name="T8" fmla="*/ 2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5"/>
                    </a:lnTo>
                    <a:lnTo>
                      <a:pt x="27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3" name="Freeform 140">
                <a:extLst>
                  <a:ext uri="{FF2B5EF4-FFF2-40B4-BE49-F238E27FC236}">
                    <a16:creationId xmlns:a16="http://schemas.microsoft.com/office/drawing/2014/main" id="{334696E4-C75B-4F41-92BF-0756B24D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050"/>
                <a:ext cx="19" cy="3"/>
              </a:xfrm>
              <a:custGeom>
                <a:avLst/>
                <a:gdLst>
                  <a:gd name="T0" fmla="*/ 3 w 37"/>
                  <a:gd name="T1" fmla="*/ 0 h 7"/>
                  <a:gd name="T2" fmla="*/ 0 w 37"/>
                  <a:gd name="T3" fmla="*/ 0 h 7"/>
                  <a:gd name="T4" fmla="*/ 4 w 37"/>
                  <a:gd name="T5" fmla="*/ 0 h 7"/>
                  <a:gd name="T6" fmla="*/ 5 w 37"/>
                  <a:gd name="T7" fmla="*/ 0 h 7"/>
                  <a:gd name="T8" fmla="*/ 3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8" y="0"/>
                    </a:moveTo>
                    <a:lnTo>
                      <a:pt x="0" y="5"/>
                    </a:lnTo>
                    <a:lnTo>
                      <a:pt x="29" y="7"/>
                    </a:lnTo>
                    <a:lnTo>
                      <a:pt x="3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4" name="Freeform 141">
                <a:extLst>
                  <a:ext uri="{FF2B5EF4-FFF2-40B4-BE49-F238E27FC236}">
                    <a16:creationId xmlns:a16="http://schemas.microsoft.com/office/drawing/2014/main" id="{5620674A-9783-1341-97FD-639CA4642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045"/>
                <a:ext cx="18" cy="4"/>
              </a:xfrm>
              <a:custGeom>
                <a:avLst/>
                <a:gdLst>
                  <a:gd name="T0" fmla="*/ 2 w 36"/>
                  <a:gd name="T1" fmla="*/ 0 h 8"/>
                  <a:gd name="T2" fmla="*/ 0 w 36"/>
                  <a:gd name="T3" fmla="*/ 1 h 8"/>
                  <a:gd name="T4" fmla="*/ 4 w 36"/>
                  <a:gd name="T5" fmla="*/ 1 h 8"/>
                  <a:gd name="T6" fmla="*/ 5 w 36"/>
                  <a:gd name="T7" fmla="*/ 1 h 8"/>
                  <a:gd name="T8" fmla="*/ 2 w 3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8"/>
                  <a:gd name="T17" fmla="*/ 36 w 3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8">
                    <a:moveTo>
                      <a:pt x="16" y="0"/>
                    </a:moveTo>
                    <a:lnTo>
                      <a:pt x="0" y="7"/>
                    </a:lnTo>
                    <a:lnTo>
                      <a:pt x="30" y="8"/>
                    </a:lnTo>
                    <a:lnTo>
                      <a:pt x="36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5" name="Freeform 142">
                <a:extLst>
                  <a:ext uri="{FF2B5EF4-FFF2-40B4-BE49-F238E27FC236}">
                    <a16:creationId xmlns:a16="http://schemas.microsoft.com/office/drawing/2014/main" id="{81EA26C7-D1E5-804F-ABD1-724FCC761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55"/>
                <a:ext cx="19" cy="3"/>
              </a:xfrm>
              <a:custGeom>
                <a:avLst/>
                <a:gdLst>
                  <a:gd name="T0" fmla="*/ 3 w 37"/>
                  <a:gd name="T1" fmla="*/ 0 h 7"/>
                  <a:gd name="T2" fmla="*/ 0 w 37"/>
                  <a:gd name="T3" fmla="*/ 0 h 7"/>
                  <a:gd name="T4" fmla="*/ 4 w 37"/>
                  <a:gd name="T5" fmla="*/ 0 h 7"/>
                  <a:gd name="T6" fmla="*/ 5 w 37"/>
                  <a:gd name="T7" fmla="*/ 0 h 7"/>
                  <a:gd name="T8" fmla="*/ 3 w 3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7"/>
                  <a:gd name="T17" fmla="*/ 37 w 37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7">
                    <a:moveTo>
                      <a:pt x="17" y="0"/>
                    </a:moveTo>
                    <a:lnTo>
                      <a:pt x="0" y="6"/>
                    </a:lnTo>
                    <a:lnTo>
                      <a:pt x="25" y="7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6" name="Freeform 143">
                <a:extLst>
                  <a:ext uri="{FF2B5EF4-FFF2-40B4-BE49-F238E27FC236}">
                    <a16:creationId xmlns:a16="http://schemas.microsoft.com/office/drawing/2014/main" id="{1613F444-1A79-BE48-B9BB-64206691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063"/>
                <a:ext cx="19" cy="4"/>
              </a:xfrm>
              <a:custGeom>
                <a:avLst/>
                <a:gdLst>
                  <a:gd name="T0" fmla="*/ 3 w 37"/>
                  <a:gd name="T1" fmla="*/ 0 h 8"/>
                  <a:gd name="T2" fmla="*/ 0 w 37"/>
                  <a:gd name="T3" fmla="*/ 1 h 8"/>
                  <a:gd name="T4" fmla="*/ 4 w 37"/>
                  <a:gd name="T5" fmla="*/ 1 h 8"/>
                  <a:gd name="T6" fmla="*/ 5 w 37"/>
                  <a:gd name="T7" fmla="*/ 1 h 8"/>
                  <a:gd name="T8" fmla="*/ 3 w 3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8"/>
                  <a:gd name="T17" fmla="*/ 37 w 3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8">
                    <a:moveTo>
                      <a:pt x="17" y="0"/>
                    </a:moveTo>
                    <a:lnTo>
                      <a:pt x="0" y="6"/>
                    </a:lnTo>
                    <a:lnTo>
                      <a:pt x="27" y="8"/>
                    </a:lnTo>
                    <a:lnTo>
                      <a:pt x="3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7" name="Freeform 144">
                <a:extLst>
                  <a:ext uri="{FF2B5EF4-FFF2-40B4-BE49-F238E27FC236}">
                    <a16:creationId xmlns:a16="http://schemas.microsoft.com/office/drawing/2014/main" id="{3FDBFCDF-950E-3945-83CC-AC5141F5E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057"/>
                <a:ext cx="52" cy="45"/>
              </a:xfrm>
              <a:custGeom>
                <a:avLst/>
                <a:gdLst>
                  <a:gd name="T0" fmla="*/ 10 w 103"/>
                  <a:gd name="T1" fmla="*/ 0 h 89"/>
                  <a:gd name="T2" fmla="*/ 0 w 103"/>
                  <a:gd name="T3" fmla="*/ 9 h 89"/>
                  <a:gd name="T4" fmla="*/ 1 w 103"/>
                  <a:gd name="T5" fmla="*/ 12 h 89"/>
                  <a:gd name="T6" fmla="*/ 13 w 103"/>
                  <a:gd name="T7" fmla="*/ 8 h 89"/>
                  <a:gd name="T8" fmla="*/ 10 w 103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"/>
                  <a:gd name="T16" fmla="*/ 0 h 89"/>
                  <a:gd name="T17" fmla="*/ 103 w 103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" h="89">
                    <a:moveTo>
                      <a:pt x="79" y="0"/>
                    </a:moveTo>
                    <a:lnTo>
                      <a:pt x="0" y="69"/>
                    </a:lnTo>
                    <a:lnTo>
                      <a:pt x="3" y="89"/>
                    </a:lnTo>
                    <a:lnTo>
                      <a:pt x="103" y="62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8" name="Freeform 145">
                <a:extLst>
                  <a:ext uri="{FF2B5EF4-FFF2-40B4-BE49-F238E27FC236}">
                    <a16:creationId xmlns:a16="http://schemas.microsoft.com/office/drawing/2014/main" id="{669F0D41-12D1-2C48-BC21-1762390D7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90"/>
                <a:ext cx="66" cy="23"/>
              </a:xfrm>
              <a:custGeom>
                <a:avLst/>
                <a:gdLst>
                  <a:gd name="T0" fmla="*/ 0 w 133"/>
                  <a:gd name="T1" fmla="*/ 4 h 45"/>
                  <a:gd name="T2" fmla="*/ 0 w 133"/>
                  <a:gd name="T3" fmla="*/ 6 h 45"/>
                  <a:gd name="T4" fmla="*/ 16 w 133"/>
                  <a:gd name="T5" fmla="*/ 3 h 45"/>
                  <a:gd name="T6" fmla="*/ 15 w 133"/>
                  <a:gd name="T7" fmla="*/ 0 h 45"/>
                  <a:gd name="T8" fmla="*/ 0 w 133"/>
                  <a:gd name="T9" fmla="*/ 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3"/>
                  <a:gd name="T16" fmla="*/ 0 h 45"/>
                  <a:gd name="T17" fmla="*/ 133 w 133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3" h="45">
                    <a:moveTo>
                      <a:pt x="0" y="30"/>
                    </a:moveTo>
                    <a:lnTo>
                      <a:pt x="0" y="45"/>
                    </a:lnTo>
                    <a:lnTo>
                      <a:pt x="133" y="23"/>
                    </a:lnTo>
                    <a:lnTo>
                      <a:pt x="12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2169" name="Freeform 146">
                <a:extLst>
                  <a:ext uri="{FF2B5EF4-FFF2-40B4-BE49-F238E27FC236}">
                    <a16:creationId xmlns:a16="http://schemas.microsoft.com/office/drawing/2014/main" id="{4D73E4EA-0631-B749-AF08-F96929ADE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116"/>
                <a:ext cx="281" cy="232"/>
              </a:xfrm>
              <a:custGeom>
                <a:avLst/>
                <a:gdLst>
                  <a:gd name="T0" fmla="*/ 14 w 563"/>
                  <a:gd name="T1" fmla="*/ 58 h 466"/>
                  <a:gd name="T2" fmla="*/ 64 w 563"/>
                  <a:gd name="T3" fmla="*/ 15 h 466"/>
                  <a:gd name="T4" fmla="*/ 70 w 563"/>
                  <a:gd name="T5" fmla="*/ 0 h 466"/>
                  <a:gd name="T6" fmla="*/ 64 w 563"/>
                  <a:gd name="T7" fmla="*/ 1 h 466"/>
                  <a:gd name="T8" fmla="*/ 52 w 563"/>
                  <a:gd name="T9" fmla="*/ 13 h 466"/>
                  <a:gd name="T10" fmla="*/ 0 w 563"/>
                  <a:gd name="T11" fmla="*/ 35 h 466"/>
                  <a:gd name="T12" fmla="*/ 14 w 563"/>
                  <a:gd name="T13" fmla="*/ 58 h 4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3"/>
                  <a:gd name="T22" fmla="*/ 0 h 466"/>
                  <a:gd name="T23" fmla="*/ 563 w 563"/>
                  <a:gd name="T24" fmla="*/ 466 h 4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3" h="466">
                    <a:moveTo>
                      <a:pt x="119" y="466"/>
                    </a:moveTo>
                    <a:lnTo>
                      <a:pt x="519" y="127"/>
                    </a:lnTo>
                    <a:lnTo>
                      <a:pt x="563" y="0"/>
                    </a:lnTo>
                    <a:lnTo>
                      <a:pt x="515" y="10"/>
                    </a:lnTo>
                    <a:lnTo>
                      <a:pt x="422" y="111"/>
                    </a:lnTo>
                    <a:lnTo>
                      <a:pt x="0" y="283"/>
                    </a:lnTo>
                    <a:lnTo>
                      <a:pt x="119" y="466"/>
                    </a:lnTo>
                    <a:close/>
                  </a:path>
                </a:pathLst>
              </a:custGeom>
              <a:solidFill>
                <a:srgbClr val="303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71685" name="Text Box 147">
              <a:extLst>
                <a:ext uri="{FF2B5EF4-FFF2-40B4-BE49-F238E27FC236}">
                  <a16:creationId xmlns:a16="http://schemas.microsoft.com/office/drawing/2014/main" id="{8DACBA4A-DE81-0144-9B3C-551518506D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" y="3437"/>
              <a:ext cx="2111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Processo de Produção</a:t>
              </a:r>
            </a:p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Logística com fornecedores</a:t>
              </a:r>
            </a:p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Processo de Manutenção</a:t>
              </a:r>
            </a:p>
          </p:txBody>
        </p:sp>
        <p:sp>
          <p:nvSpPr>
            <p:cNvPr id="71686" name="Text Box 148">
              <a:extLst>
                <a:ext uri="{FF2B5EF4-FFF2-40B4-BE49-F238E27FC236}">
                  <a16:creationId xmlns:a16="http://schemas.microsoft.com/office/drawing/2014/main" id="{D1D746B3-613E-D540-8B96-F738AE2D4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3437"/>
              <a:ext cx="2075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Vendas e Distribuição</a:t>
              </a:r>
            </a:p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Suporte ao cliente</a:t>
              </a:r>
            </a:p>
            <a:p>
              <a:pPr eaLnBrk="1" hangingPunct="1">
                <a:spcBef>
                  <a:spcPct val="50000"/>
                </a:spcBef>
              </a:pPr>
              <a:r>
                <a:rPr lang="pt-BR" altLang="pt-BR" sz="2000">
                  <a:solidFill>
                    <a:srgbClr val="000000"/>
                  </a:solidFill>
                </a:rPr>
                <a:t>Campanhas de marketing</a:t>
              </a:r>
            </a:p>
          </p:txBody>
        </p:sp>
        <p:sp>
          <p:nvSpPr>
            <p:cNvPr id="71687" name="Text Box 149">
              <a:extLst>
                <a:ext uri="{FF2B5EF4-FFF2-40B4-BE49-F238E27FC236}">
                  <a16:creationId xmlns:a16="http://schemas.microsoft.com/office/drawing/2014/main" id="{A5887BFD-49FC-2E49-8ACA-0777AEFA5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8" y="1372"/>
              <a:ext cx="70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Produto</a:t>
              </a:r>
            </a:p>
          </p:txBody>
        </p:sp>
        <p:sp>
          <p:nvSpPr>
            <p:cNvPr id="71688" name="Text Box 150">
              <a:extLst>
                <a:ext uri="{FF2B5EF4-FFF2-40B4-BE49-F238E27FC236}">
                  <a16:creationId xmlns:a16="http://schemas.microsoft.com/office/drawing/2014/main" id="{C4728429-566E-294B-98F3-2AD7D37BB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7" y="1372"/>
              <a:ext cx="74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Mercado</a:t>
              </a:r>
            </a:p>
          </p:txBody>
        </p:sp>
        <p:sp>
          <p:nvSpPr>
            <p:cNvPr id="71689" name="Text Box 151">
              <a:extLst>
                <a:ext uri="{FF2B5EF4-FFF2-40B4-BE49-F238E27FC236}">
                  <a16:creationId xmlns:a16="http://schemas.microsoft.com/office/drawing/2014/main" id="{8C4C1A70-617B-294C-8650-748FAD2FC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" y="1372"/>
              <a:ext cx="82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2000" b="1">
                  <a:solidFill>
                    <a:srgbClr val="FF0000"/>
                  </a:solidFill>
                </a:rPr>
                <a:t>Produção</a:t>
              </a:r>
            </a:p>
          </p:txBody>
        </p:sp>
        <p:sp>
          <p:nvSpPr>
            <p:cNvPr id="71690" name="AutoShape 152">
              <a:extLst>
                <a:ext uri="{FF2B5EF4-FFF2-40B4-BE49-F238E27FC236}">
                  <a16:creationId xmlns:a16="http://schemas.microsoft.com/office/drawing/2014/main" id="{92FEC37C-6284-B349-8ADB-45267D5899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012" y="2094"/>
              <a:ext cx="674" cy="381"/>
            </a:xfrm>
            <a:prstGeom prst="triangle">
              <a:avLst>
                <a:gd name="adj" fmla="val 50000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1691" name="AutoShape 153">
              <a:extLst>
                <a:ext uri="{FF2B5EF4-FFF2-40B4-BE49-F238E27FC236}">
                  <a16:creationId xmlns:a16="http://schemas.microsoft.com/office/drawing/2014/main" id="{F48C9E6F-2EF7-434D-BDB6-899C867DC4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89" y="2094"/>
              <a:ext cx="674" cy="381"/>
            </a:xfrm>
            <a:prstGeom prst="triangle">
              <a:avLst>
                <a:gd name="adj" fmla="val 50000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251034" name="Text Box 154">
              <a:extLst>
                <a:ext uri="{FF2B5EF4-FFF2-40B4-BE49-F238E27FC236}">
                  <a16:creationId xmlns:a16="http://schemas.microsoft.com/office/drawing/2014/main" id="{692193FE-F193-DF4F-8FAE-018AC03EF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" y="578"/>
              <a:ext cx="3091" cy="281"/>
            </a:xfrm>
            <a:prstGeom prst="rect">
              <a:avLst/>
            </a:prstGeom>
            <a:solidFill>
              <a:srgbClr val="CCFF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/>
            <a:lstStyle/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2800">
                  <a:latin typeface="Arial" charset="0"/>
                </a:rPr>
                <a:t>Preparação da Produção</a:t>
              </a:r>
            </a:p>
          </p:txBody>
        </p:sp>
        <p:sp>
          <p:nvSpPr>
            <p:cNvPr id="251035" name="Text Box 155">
              <a:extLst>
                <a:ext uri="{FF2B5EF4-FFF2-40B4-BE49-F238E27FC236}">
                  <a16:creationId xmlns:a16="http://schemas.microsoft.com/office/drawing/2014/main" id="{3E0A634E-EA91-234F-B81E-F349C5CB97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3" y="950"/>
              <a:ext cx="3091" cy="281"/>
            </a:xfrm>
            <a:prstGeom prst="rect">
              <a:avLst/>
            </a:prstGeom>
            <a:solidFill>
              <a:srgbClr val="CCFF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/>
            <a:lstStyle/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2800">
                  <a:latin typeface="Arial" charset="0"/>
                </a:rPr>
                <a:t>Lançamento do Produto</a:t>
              </a:r>
            </a:p>
          </p:txBody>
        </p:sp>
        <p:sp>
          <p:nvSpPr>
            <p:cNvPr id="71694" name="Line 156">
              <a:extLst>
                <a:ext uri="{FF2B5EF4-FFF2-40B4-BE49-F238E27FC236}">
                  <a16:creationId xmlns:a16="http://schemas.microsoft.com/office/drawing/2014/main" id="{E61B0F61-81B4-3146-9870-6F7FA346A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1" y="3444"/>
              <a:ext cx="0" cy="59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 anchor="ctr">
              <a:spAutoFit/>
            </a:bodyPr>
            <a:lstStyle/>
            <a:p>
              <a:endParaRPr lang="pt-BR"/>
            </a:p>
          </p:txBody>
        </p:sp>
        <p:sp>
          <p:nvSpPr>
            <p:cNvPr id="251037" name="Text Box 157">
              <a:extLst>
                <a:ext uri="{FF2B5EF4-FFF2-40B4-BE49-F238E27FC236}">
                  <a16:creationId xmlns:a16="http://schemas.microsoft.com/office/drawing/2014/main" id="{BCC2417B-679B-6942-916A-DCD05AA22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" y="3047"/>
              <a:ext cx="2242" cy="26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ffectLst>
              <a:outerShdw blurRad="63500" dist="107763" dir="8100000" algn="ctr" rotWithShape="0">
                <a:schemeClr val="bg2">
                  <a:alpha val="74998"/>
                </a:schemeClr>
              </a:outerShdw>
            </a:effectLst>
          </p:spPr>
          <p:txBody>
            <a:bodyPr lIns="72000" tIns="0" rIns="72000" bIns="0" anchor="ctr"/>
            <a:lstStyle/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b="1">
                  <a:solidFill>
                    <a:srgbClr val="000000"/>
                  </a:solidFill>
                  <a:latin typeface="Arial" charset="0"/>
                </a:rPr>
                <a:t>ESCOPO</a:t>
              </a:r>
            </a:p>
          </p:txBody>
        </p:sp>
        <p:sp>
          <p:nvSpPr>
            <p:cNvPr id="71696" name="Text Box 158">
              <a:extLst>
                <a:ext uri="{FF2B5EF4-FFF2-40B4-BE49-F238E27FC236}">
                  <a16:creationId xmlns:a16="http://schemas.microsoft.com/office/drawing/2014/main" id="{2E777464-90C0-E344-9BE7-09A61ECBD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1" y="4080"/>
              <a:ext cx="186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(Cadeia de Suprimentos)</a:t>
              </a:r>
            </a:p>
          </p:txBody>
        </p:sp>
        <p:grpSp>
          <p:nvGrpSpPr>
            <p:cNvPr id="71697" name="Group 159">
              <a:extLst>
                <a:ext uri="{FF2B5EF4-FFF2-40B4-BE49-F238E27FC236}">
                  <a16:creationId xmlns:a16="http://schemas.microsoft.com/office/drawing/2014/main" id="{E42F3478-2B98-5043-8AD5-78B4989378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" y="1624"/>
              <a:ext cx="1757" cy="1322"/>
              <a:chOff x="143" y="58"/>
              <a:chExt cx="1757" cy="1322"/>
            </a:xfrm>
          </p:grpSpPr>
          <p:sp>
            <p:nvSpPr>
              <p:cNvPr id="71698" name="Oval 160">
                <a:extLst>
                  <a:ext uri="{FF2B5EF4-FFF2-40B4-BE49-F238E27FC236}">
                    <a16:creationId xmlns:a16="http://schemas.microsoft.com/office/drawing/2014/main" id="{E1DB8535-8F7A-874B-917F-3867BE4C7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" y="216"/>
                <a:ext cx="1484" cy="1026"/>
              </a:xfrm>
              <a:prstGeom prst="ellipse">
                <a:avLst/>
              </a:prstGeom>
              <a:solidFill>
                <a:srgbClr val="CCFFCC"/>
              </a:solidFill>
              <a:ln w="76200">
                <a:solidFill>
                  <a:srgbClr val="FFCC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71699" name="Group 161">
                <a:extLst>
                  <a:ext uri="{FF2B5EF4-FFF2-40B4-BE49-F238E27FC236}">
                    <a16:creationId xmlns:a16="http://schemas.microsoft.com/office/drawing/2014/main" id="{6CF56ADF-FA02-A94B-8115-6B4E3B9520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421"/>
                <a:ext cx="1010" cy="557"/>
                <a:chOff x="695" y="478"/>
                <a:chExt cx="1010" cy="557"/>
              </a:xfrm>
            </p:grpSpPr>
            <p:sp>
              <p:nvSpPr>
                <p:cNvPr id="72057" name="AutoShape 162">
                  <a:extLst>
                    <a:ext uri="{FF2B5EF4-FFF2-40B4-BE49-F238E27FC236}">
                      <a16:creationId xmlns:a16="http://schemas.microsoft.com/office/drawing/2014/main" id="{88832CD8-9687-D14F-8FE6-86F81D87E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5" y="478"/>
                  <a:ext cx="1010" cy="557"/>
                </a:xfrm>
                <a:prstGeom prst="rightArrow">
                  <a:avLst>
                    <a:gd name="adj1" fmla="val 78898"/>
                    <a:gd name="adj2" fmla="val 28618"/>
                  </a:avLst>
                </a:prstGeom>
                <a:solidFill>
                  <a:srgbClr val="FFFF99"/>
                </a:solidFill>
                <a:ln w="1270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grpSp>
              <p:nvGrpSpPr>
                <p:cNvPr id="72058" name="Group 163">
                  <a:extLst>
                    <a:ext uri="{FF2B5EF4-FFF2-40B4-BE49-F238E27FC236}">
                      <a16:creationId xmlns:a16="http://schemas.microsoft.com/office/drawing/2014/main" id="{B9F6B08A-B02C-B340-A1C3-06EB93FFFB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30" y="596"/>
                  <a:ext cx="879" cy="321"/>
                  <a:chOff x="432" y="144"/>
                  <a:chExt cx="5136" cy="1440"/>
                </a:xfrm>
              </p:grpSpPr>
              <p:sp>
                <p:nvSpPr>
                  <p:cNvPr id="72059" name="AutoShape 164">
                    <a:extLst>
                      <a:ext uri="{FF2B5EF4-FFF2-40B4-BE49-F238E27FC236}">
                        <a16:creationId xmlns:a16="http://schemas.microsoft.com/office/drawing/2014/main" id="{C0BD26E4-AF64-1148-ABBA-7D484A051B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0" name="AutoShape 165">
                    <a:extLst>
                      <a:ext uri="{FF2B5EF4-FFF2-40B4-BE49-F238E27FC236}">
                        <a16:creationId xmlns:a16="http://schemas.microsoft.com/office/drawing/2014/main" id="{7F9F17F8-13F9-3C42-87C7-4155D8A927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9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1" name="AutoShape 166">
                    <a:extLst>
                      <a:ext uri="{FF2B5EF4-FFF2-40B4-BE49-F238E27FC236}">
                        <a16:creationId xmlns:a16="http://schemas.microsoft.com/office/drawing/2014/main" id="{BB7C5892-E740-844A-9A95-8CD7B998E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2" name="AutoShape 167">
                    <a:extLst>
                      <a:ext uri="{FF2B5EF4-FFF2-40B4-BE49-F238E27FC236}">
                        <a16:creationId xmlns:a16="http://schemas.microsoft.com/office/drawing/2014/main" id="{2C0C6D4F-3251-584F-A962-6A3BBD442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5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3" name="AutoShape 168">
                    <a:extLst>
                      <a:ext uri="{FF2B5EF4-FFF2-40B4-BE49-F238E27FC236}">
                        <a16:creationId xmlns:a16="http://schemas.microsoft.com/office/drawing/2014/main" id="{F1C743F8-48C8-834B-A791-3B3D9719E6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4" name="AutoShape 169">
                    <a:extLst>
                      <a:ext uri="{FF2B5EF4-FFF2-40B4-BE49-F238E27FC236}">
                        <a16:creationId xmlns:a16="http://schemas.microsoft.com/office/drawing/2014/main" id="{BA1E29F1-399E-1142-BD6E-00800B16A8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676"/>
                    <a:ext cx="480" cy="33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chemeClr val="accent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65" name="AutoShape 170">
                    <a:extLst>
                      <a:ext uri="{FF2B5EF4-FFF2-40B4-BE49-F238E27FC236}">
                        <a16:creationId xmlns:a16="http://schemas.microsoft.com/office/drawing/2014/main" id="{94FF2217-67D6-1F4B-887E-1784EE72F9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60" y="672"/>
                    <a:ext cx="624" cy="344"/>
                  </a:xfrm>
                  <a:prstGeom prst="hexagon">
                    <a:avLst>
                      <a:gd name="adj" fmla="val 29477"/>
                      <a:gd name="vf" fmla="val 115470"/>
                    </a:avLst>
                  </a:prstGeom>
                  <a:solidFill>
                    <a:srgbClr val="FF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66" name="AutoShape 171">
                    <a:extLst>
                      <a:ext uri="{FF2B5EF4-FFF2-40B4-BE49-F238E27FC236}">
                        <a16:creationId xmlns:a16="http://schemas.microsoft.com/office/drawing/2014/main" id="{827F03AD-A1AD-3F4A-A855-DD25C14E6226}"/>
                      </a:ext>
                    </a:extLst>
                  </p:cNvPr>
                  <p:cNvCxnSpPr>
                    <a:cxnSpLocks noChangeShapeType="1"/>
                    <a:stCxn id="72059" idx="3"/>
                    <a:endCxn id="72061" idx="2"/>
                  </p:cNvCxnSpPr>
                  <p:nvPr/>
                </p:nvCxnSpPr>
                <p:spPr bwMode="auto">
                  <a:xfrm>
                    <a:off x="91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67" name="AutoShape 172">
                    <a:extLst>
                      <a:ext uri="{FF2B5EF4-FFF2-40B4-BE49-F238E27FC236}">
                        <a16:creationId xmlns:a16="http://schemas.microsoft.com/office/drawing/2014/main" id="{5345AB67-6DCE-454C-BA8D-F2BC185B1EA1}"/>
                      </a:ext>
                    </a:extLst>
                  </p:cNvPr>
                  <p:cNvCxnSpPr>
                    <a:cxnSpLocks noChangeShapeType="1"/>
                    <a:stCxn id="72061" idx="2"/>
                    <a:endCxn id="72060" idx="1"/>
                  </p:cNvCxnSpPr>
                  <p:nvPr/>
                </p:nvCxnSpPr>
                <p:spPr bwMode="auto">
                  <a:xfrm>
                    <a:off x="166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68" name="AutoShape 173">
                    <a:extLst>
                      <a:ext uri="{FF2B5EF4-FFF2-40B4-BE49-F238E27FC236}">
                        <a16:creationId xmlns:a16="http://schemas.microsoft.com/office/drawing/2014/main" id="{884BDBDF-403C-3540-80D1-C989A42C263A}"/>
                      </a:ext>
                    </a:extLst>
                  </p:cNvPr>
                  <p:cNvCxnSpPr>
                    <a:cxnSpLocks noChangeShapeType="1"/>
                    <a:stCxn id="72060" idx="3"/>
                    <a:endCxn id="72063" idx="2"/>
                  </p:cNvCxnSpPr>
                  <p:nvPr/>
                </p:nvCxnSpPr>
                <p:spPr bwMode="auto">
                  <a:xfrm>
                    <a:off x="227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69" name="AutoShape 174">
                    <a:extLst>
                      <a:ext uri="{FF2B5EF4-FFF2-40B4-BE49-F238E27FC236}">
                        <a16:creationId xmlns:a16="http://schemas.microsoft.com/office/drawing/2014/main" id="{9C1B1090-70C8-DB4A-9F1E-77E7CEE01542}"/>
                      </a:ext>
                    </a:extLst>
                  </p:cNvPr>
                  <p:cNvCxnSpPr>
                    <a:cxnSpLocks noChangeShapeType="1"/>
                    <a:stCxn id="72063" idx="2"/>
                    <a:endCxn id="72062" idx="1"/>
                  </p:cNvCxnSpPr>
                  <p:nvPr/>
                </p:nvCxnSpPr>
                <p:spPr bwMode="auto">
                  <a:xfrm>
                    <a:off x="302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70" name="AutoShape 175">
                    <a:extLst>
                      <a:ext uri="{FF2B5EF4-FFF2-40B4-BE49-F238E27FC236}">
                        <a16:creationId xmlns:a16="http://schemas.microsoft.com/office/drawing/2014/main" id="{37A2A148-A334-3646-99F1-F2005BA28278}"/>
                      </a:ext>
                    </a:extLst>
                  </p:cNvPr>
                  <p:cNvCxnSpPr>
                    <a:cxnSpLocks noChangeShapeType="1"/>
                    <a:stCxn id="72062" idx="3"/>
                    <a:endCxn id="72065" idx="2"/>
                  </p:cNvCxnSpPr>
                  <p:nvPr/>
                </p:nvCxnSpPr>
                <p:spPr bwMode="auto">
                  <a:xfrm>
                    <a:off x="3632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71" name="AutoShape 176">
                    <a:extLst>
                      <a:ext uri="{FF2B5EF4-FFF2-40B4-BE49-F238E27FC236}">
                        <a16:creationId xmlns:a16="http://schemas.microsoft.com/office/drawing/2014/main" id="{B9B8763E-1313-F849-A1B0-B3FA593ADCB4}"/>
                      </a:ext>
                    </a:extLst>
                  </p:cNvPr>
                  <p:cNvCxnSpPr>
                    <a:cxnSpLocks noChangeShapeType="1"/>
                    <a:stCxn id="72065" idx="2"/>
                    <a:endCxn id="72064" idx="1"/>
                  </p:cNvCxnSpPr>
                  <p:nvPr/>
                </p:nvCxnSpPr>
                <p:spPr bwMode="auto">
                  <a:xfrm>
                    <a:off x="4384" y="844"/>
                    <a:ext cx="12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72" name="AutoShape 177">
                    <a:extLst>
                      <a:ext uri="{FF2B5EF4-FFF2-40B4-BE49-F238E27FC236}">
                        <a16:creationId xmlns:a16="http://schemas.microsoft.com/office/drawing/2014/main" id="{7D6C6EDB-244D-5B4B-A6C1-D6F0EF0F47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248"/>
                    <a:ext cx="432" cy="336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73" name="AutoShape 178">
                    <a:extLst>
                      <a:ext uri="{FF2B5EF4-FFF2-40B4-BE49-F238E27FC236}">
                        <a16:creationId xmlns:a16="http://schemas.microsoft.com/office/drawing/2014/main" id="{A2C77A6D-EC41-B14F-B235-886E0DB1FC6A}"/>
                      </a:ext>
                    </a:extLst>
                  </p:cNvPr>
                  <p:cNvCxnSpPr>
                    <a:cxnSpLocks noChangeShapeType="1"/>
                    <a:stCxn id="72059" idx="2"/>
                    <a:endCxn id="72072" idx="1"/>
                  </p:cNvCxnSpPr>
                  <p:nvPr/>
                </p:nvCxnSpPr>
                <p:spPr bwMode="auto">
                  <a:xfrm rot="16200000" flipH="1">
                    <a:off x="710" y="974"/>
                    <a:ext cx="404" cy="480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74" name="AutoShape 179">
                    <a:extLst>
                      <a:ext uri="{FF2B5EF4-FFF2-40B4-BE49-F238E27FC236}">
                        <a16:creationId xmlns:a16="http://schemas.microsoft.com/office/drawing/2014/main" id="{2B5A9E16-39BA-4846-83B6-704A0446631F}"/>
                      </a:ext>
                    </a:extLst>
                  </p:cNvPr>
                  <p:cNvCxnSpPr>
                    <a:cxnSpLocks noChangeShapeType="1"/>
                    <a:stCxn id="72072" idx="3"/>
                    <a:endCxn id="72078" idx="2"/>
                  </p:cNvCxnSpPr>
                  <p:nvPr/>
                </p:nvCxnSpPr>
                <p:spPr bwMode="auto">
                  <a:xfrm flipV="1">
                    <a:off x="1584" y="1008"/>
                    <a:ext cx="336" cy="408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75" name="Oval 180">
                    <a:extLst>
                      <a:ext uri="{FF2B5EF4-FFF2-40B4-BE49-F238E27FC236}">
                        <a16:creationId xmlns:a16="http://schemas.microsoft.com/office/drawing/2014/main" id="{0EA3F6CC-51DB-4A47-B45E-5CB8CDD662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1248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76" name="AutoShape 181">
                    <a:extLst>
                      <a:ext uri="{FF2B5EF4-FFF2-40B4-BE49-F238E27FC236}">
                        <a16:creationId xmlns:a16="http://schemas.microsoft.com/office/drawing/2014/main" id="{54BB5E1B-4BC7-5144-8AA2-138B93970834}"/>
                      </a:ext>
                    </a:extLst>
                  </p:cNvPr>
                  <p:cNvCxnSpPr>
                    <a:cxnSpLocks noChangeShapeType="1"/>
                    <a:stCxn id="72075" idx="2"/>
                    <a:endCxn id="72077" idx="2"/>
                  </p:cNvCxnSpPr>
                  <p:nvPr/>
                </p:nvCxnSpPr>
                <p:spPr bwMode="auto">
                  <a:xfrm rot="10800000">
                    <a:off x="2160" y="1008"/>
                    <a:ext cx="288" cy="408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77" name="Rectangle 182">
                    <a:extLst>
                      <a:ext uri="{FF2B5EF4-FFF2-40B4-BE49-F238E27FC236}">
                        <a16:creationId xmlns:a16="http://schemas.microsoft.com/office/drawing/2014/main" id="{8CC536AF-97AD-8345-BFEC-4B8A2A1EC3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2" y="864"/>
                    <a:ext cx="96" cy="1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78" name="Rectangle 183">
                    <a:extLst>
                      <a:ext uri="{FF2B5EF4-FFF2-40B4-BE49-F238E27FC236}">
                        <a16:creationId xmlns:a16="http://schemas.microsoft.com/office/drawing/2014/main" id="{0E4C54B3-7DD8-2C4F-AF1C-051EE53E43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864"/>
                    <a:ext cx="96" cy="1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79" name="AutoShape 184">
                    <a:extLst>
                      <a:ext uri="{FF2B5EF4-FFF2-40B4-BE49-F238E27FC236}">
                        <a16:creationId xmlns:a16="http://schemas.microsoft.com/office/drawing/2014/main" id="{A9467090-D328-D846-94EA-AFD02E0388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44"/>
                    <a:ext cx="576" cy="329"/>
                  </a:xfrm>
                  <a:prstGeom prst="flowChartPredefinedProcess">
                    <a:avLst/>
                  </a:prstGeom>
                  <a:solidFill>
                    <a:srgbClr val="00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80" name="AutoShape 185">
                    <a:extLst>
                      <a:ext uri="{FF2B5EF4-FFF2-40B4-BE49-F238E27FC236}">
                        <a16:creationId xmlns:a16="http://schemas.microsoft.com/office/drawing/2014/main" id="{922D4050-231D-0849-ACB6-AA9554081847}"/>
                      </a:ext>
                    </a:extLst>
                  </p:cNvPr>
                  <p:cNvCxnSpPr>
                    <a:cxnSpLocks noChangeShapeType="1"/>
                    <a:stCxn id="72079" idx="1"/>
                    <a:endCxn id="72060" idx="0"/>
                  </p:cNvCxnSpPr>
                  <p:nvPr/>
                </p:nvCxnSpPr>
                <p:spPr bwMode="auto">
                  <a:xfrm rot="10800000" flipV="1">
                    <a:off x="2032" y="309"/>
                    <a:ext cx="368" cy="367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81" name="Oval 186">
                    <a:extLst>
                      <a:ext uri="{FF2B5EF4-FFF2-40B4-BE49-F238E27FC236}">
                        <a16:creationId xmlns:a16="http://schemas.microsoft.com/office/drawing/2014/main" id="{960E7A2B-846E-0C4D-95C6-0D9331F65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52" y="1248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82" name="AutoShape 187">
                    <a:extLst>
                      <a:ext uri="{FF2B5EF4-FFF2-40B4-BE49-F238E27FC236}">
                        <a16:creationId xmlns:a16="http://schemas.microsoft.com/office/drawing/2014/main" id="{6959B965-A24D-834E-BD93-B07ED5E8A74E}"/>
                      </a:ext>
                    </a:extLst>
                  </p:cNvPr>
                  <p:cNvCxnSpPr>
                    <a:cxnSpLocks noChangeShapeType="1"/>
                    <a:stCxn id="72081" idx="2"/>
                    <a:endCxn id="72062" idx="2"/>
                  </p:cNvCxnSpPr>
                  <p:nvPr/>
                </p:nvCxnSpPr>
                <p:spPr bwMode="auto">
                  <a:xfrm rot="10800000">
                    <a:off x="3392" y="1012"/>
                    <a:ext cx="160" cy="404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83" name="AutoShape 188">
                    <a:extLst>
                      <a:ext uri="{FF2B5EF4-FFF2-40B4-BE49-F238E27FC236}">
                        <a16:creationId xmlns:a16="http://schemas.microsoft.com/office/drawing/2014/main" id="{6C90C110-ACB0-0B4A-AACB-EE2869688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144"/>
                    <a:ext cx="576" cy="329"/>
                  </a:xfrm>
                  <a:prstGeom prst="flowChartPredefinedProcess">
                    <a:avLst/>
                  </a:prstGeom>
                  <a:solidFill>
                    <a:srgbClr val="00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84" name="AutoShape 189">
                    <a:extLst>
                      <a:ext uri="{FF2B5EF4-FFF2-40B4-BE49-F238E27FC236}">
                        <a16:creationId xmlns:a16="http://schemas.microsoft.com/office/drawing/2014/main" id="{491D6F56-D2D7-1A4F-BC72-4B888842C06E}"/>
                      </a:ext>
                    </a:extLst>
                  </p:cNvPr>
                  <p:cNvCxnSpPr>
                    <a:cxnSpLocks noChangeShapeType="1"/>
                    <a:stCxn id="72083" idx="1"/>
                    <a:endCxn id="72064" idx="0"/>
                  </p:cNvCxnSpPr>
                  <p:nvPr/>
                </p:nvCxnSpPr>
                <p:spPr bwMode="auto">
                  <a:xfrm rot="10800000" flipV="1">
                    <a:off x="4752" y="309"/>
                    <a:ext cx="144" cy="367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72085" name="AutoShape 190">
                    <a:extLst>
                      <a:ext uri="{FF2B5EF4-FFF2-40B4-BE49-F238E27FC236}">
                        <a16:creationId xmlns:a16="http://schemas.microsoft.com/office/drawing/2014/main" id="{C3511686-203E-844D-A521-9359468B58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36" y="144"/>
                    <a:ext cx="432" cy="336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72086" name="Oval 191">
                    <a:extLst>
                      <a:ext uri="{FF2B5EF4-FFF2-40B4-BE49-F238E27FC236}">
                        <a16:creationId xmlns:a16="http://schemas.microsoft.com/office/drawing/2014/main" id="{6D6C3C6E-5D4E-9749-96F2-3CAE5BC373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92" y="1200"/>
                    <a:ext cx="576" cy="336"/>
                  </a:xfrm>
                  <a:prstGeom prst="ellipse">
                    <a:avLst/>
                  </a:prstGeom>
                  <a:solidFill>
                    <a:srgbClr val="FFFF00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cxnSp>
                <p:nvCxnSpPr>
                  <p:cNvPr id="72087" name="AutoShape 192">
                    <a:extLst>
                      <a:ext uri="{FF2B5EF4-FFF2-40B4-BE49-F238E27FC236}">
                        <a16:creationId xmlns:a16="http://schemas.microsoft.com/office/drawing/2014/main" id="{B2B5124D-81D5-824D-92F6-2F8D1F758054}"/>
                      </a:ext>
                    </a:extLst>
                  </p:cNvPr>
                  <p:cNvCxnSpPr>
                    <a:cxnSpLocks noChangeShapeType="1"/>
                    <a:stCxn id="72086" idx="2"/>
                    <a:endCxn id="72064" idx="2"/>
                  </p:cNvCxnSpPr>
                  <p:nvPr/>
                </p:nvCxnSpPr>
                <p:spPr bwMode="auto">
                  <a:xfrm rot="10800000">
                    <a:off x="4752" y="1012"/>
                    <a:ext cx="240" cy="356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72088" name="AutoShape 193">
                    <a:extLst>
                      <a:ext uri="{FF2B5EF4-FFF2-40B4-BE49-F238E27FC236}">
                        <a16:creationId xmlns:a16="http://schemas.microsoft.com/office/drawing/2014/main" id="{B9E5D37F-C299-D740-AC15-BF10EB34D9BB}"/>
                      </a:ext>
                    </a:extLst>
                  </p:cNvPr>
                  <p:cNvCxnSpPr>
                    <a:cxnSpLocks noChangeShapeType="1"/>
                    <a:stCxn id="72085" idx="1"/>
                    <a:endCxn id="72062" idx="0"/>
                  </p:cNvCxnSpPr>
                  <p:nvPr/>
                </p:nvCxnSpPr>
                <p:spPr bwMode="auto">
                  <a:xfrm rot="10800000" flipV="1">
                    <a:off x="3392" y="312"/>
                    <a:ext cx="544" cy="364"/>
                  </a:xfrm>
                  <a:prstGeom prst="bentConnector2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pic>
            <p:nvPicPr>
              <p:cNvPr id="71700" name="Picture 194" descr="brazil">
                <a:extLst>
                  <a:ext uri="{FF2B5EF4-FFF2-40B4-BE49-F238E27FC236}">
                    <a16:creationId xmlns:a16="http://schemas.microsoft.com/office/drawing/2014/main" id="{5EDF2F71-9E8D-704C-B37D-6EF6C9308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5" y="58"/>
                <a:ext cx="176" cy="1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701" name="Group 195">
                <a:extLst>
                  <a:ext uri="{FF2B5EF4-FFF2-40B4-BE49-F238E27FC236}">
                    <a16:creationId xmlns:a16="http://schemas.microsoft.com/office/drawing/2014/main" id="{59227563-EF5E-5F48-891B-1834E1B948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4" y="751"/>
                <a:ext cx="214" cy="214"/>
                <a:chOff x="3840" y="912"/>
                <a:chExt cx="672" cy="672"/>
              </a:xfrm>
            </p:grpSpPr>
            <p:sp>
              <p:nvSpPr>
                <p:cNvPr id="72030" name="Freeform 196">
                  <a:extLst>
                    <a:ext uri="{FF2B5EF4-FFF2-40B4-BE49-F238E27FC236}">
                      <a16:creationId xmlns:a16="http://schemas.microsoft.com/office/drawing/2014/main" id="{BB47D632-3C6B-644C-A13E-280255139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" y="1263"/>
                  <a:ext cx="65" cy="65"/>
                </a:xfrm>
                <a:custGeom>
                  <a:avLst/>
                  <a:gdLst>
                    <a:gd name="T0" fmla="*/ 0 w 1106"/>
                    <a:gd name="T1" fmla="*/ 0 h 1109"/>
                    <a:gd name="T2" fmla="*/ 0 w 1106"/>
                    <a:gd name="T3" fmla="*/ 0 h 1109"/>
                    <a:gd name="T4" fmla="*/ 0 w 1106"/>
                    <a:gd name="T5" fmla="*/ 0 h 1109"/>
                    <a:gd name="T6" fmla="*/ 0 w 1106"/>
                    <a:gd name="T7" fmla="*/ 0 h 1109"/>
                    <a:gd name="T8" fmla="*/ 0 w 1106"/>
                    <a:gd name="T9" fmla="*/ 0 h 1109"/>
                    <a:gd name="T10" fmla="*/ 0 w 1106"/>
                    <a:gd name="T11" fmla="*/ 0 h 1109"/>
                    <a:gd name="T12" fmla="*/ 0 w 1106"/>
                    <a:gd name="T13" fmla="*/ 0 h 1109"/>
                    <a:gd name="T14" fmla="*/ 0 w 1106"/>
                    <a:gd name="T15" fmla="*/ 0 h 1109"/>
                    <a:gd name="T16" fmla="*/ 0 w 1106"/>
                    <a:gd name="T17" fmla="*/ 0 h 1109"/>
                    <a:gd name="T18" fmla="*/ 0 w 1106"/>
                    <a:gd name="T19" fmla="*/ 0 h 1109"/>
                    <a:gd name="T20" fmla="*/ 0 w 1106"/>
                    <a:gd name="T21" fmla="*/ 0 h 1109"/>
                    <a:gd name="T22" fmla="*/ 0 w 1106"/>
                    <a:gd name="T23" fmla="*/ 0 h 1109"/>
                    <a:gd name="T24" fmla="*/ 0 w 1106"/>
                    <a:gd name="T25" fmla="*/ 0 h 1109"/>
                    <a:gd name="T26" fmla="*/ 0 w 1106"/>
                    <a:gd name="T27" fmla="*/ 0 h 1109"/>
                    <a:gd name="T28" fmla="*/ 0 w 1106"/>
                    <a:gd name="T29" fmla="*/ 0 h 1109"/>
                    <a:gd name="T30" fmla="*/ 0 w 1106"/>
                    <a:gd name="T31" fmla="*/ 0 h 1109"/>
                    <a:gd name="T32" fmla="*/ 0 w 1106"/>
                    <a:gd name="T33" fmla="*/ 0 h 1109"/>
                    <a:gd name="T34" fmla="*/ 0 w 1106"/>
                    <a:gd name="T35" fmla="*/ 0 h 1109"/>
                    <a:gd name="T36" fmla="*/ 0 w 1106"/>
                    <a:gd name="T37" fmla="*/ 0 h 1109"/>
                    <a:gd name="T38" fmla="*/ 0 w 1106"/>
                    <a:gd name="T39" fmla="*/ 0 h 1109"/>
                    <a:gd name="T40" fmla="*/ 0 w 1106"/>
                    <a:gd name="T41" fmla="*/ 0 h 1109"/>
                    <a:gd name="T42" fmla="*/ 0 w 1106"/>
                    <a:gd name="T43" fmla="*/ 0 h 1109"/>
                    <a:gd name="T44" fmla="*/ 0 w 1106"/>
                    <a:gd name="T45" fmla="*/ 0 h 1109"/>
                    <a:gd name="T46" fmla="*/ 0 w 1106"/>
                    <a:gd name="T47" fmla="*/ 0 h 1109"/>
                    <a:gd name="T48" fmla="*/ 0 w 1106"/>
                    <a:gd name="T49" fmla="*/ 0 h 1109"/>
                    <a:gd name="T50" fmla="*/ 0 w 1106"/>
                    <a:gd name="T51" fmla="*/ 0 h 1109"/>
                    <a:gd name="T52" fmla="*/ 0 w 1106"/>
                    <a:gd name="T53" fmla="*/ 0 h 1109"/>
                    <a:gd name="T54" fmla="*/ 0 w 1106"/>
                    <a:gd name="T55" fmla="*/ 0 h 1109"/>
                    <a:gd name="T56" fmla="*/ 0 w 1106"/>
                    <a:gd name="T57" fmla="*/ 0 h 1109"/>
                    <a:gd name="T58" fmla="*/ 0 w 1106"/>
                    <a:gd name="T59" fmla="*/ 0 h 1109"/>
                    <a:gd name="T60" fmla="*/ 0 w 1106"/>
                    <a:gd name="T61" fmla="*/ 0 h 1109"/>
                    <a:gd name="T62" fmla="*/ 0 w 1106"/>
                    <a:gd name="T63" fmla="*/ 0 h 1109"/>
                    <a:gd name="T64" fmla="*/ 0 w 1106"/>
                    <a:gd name="T65" fmla="*/ 0 h 1109"/>
                    <a:gd name="T66" fmla="*/ 0 w 1106"/>
                    <a:gd name="T67" fmla="*/ 0 h 1109"/>
                    <a:gd name="T68" fmla="*/ 0 w 1106"/>
                    <a:gd name="T69" fmla="*/ 0 h 1109"/>
                    <a:gd name="T70" fmla="*/ 0 w 1106"/>
                    <a:gd name="T71" fmla="*/ 0 h 110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106"/>
                    <a:gd name="T109" fmla="*/ 0 h 1109"/>
                    <a:gd name="T110" fmla="*/ 1106 w 1106"/>
                    <a:gd name="T111" fmla="*/ 1109 h 1109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106" h="1109">
                      <a:moveTo>
                        <a:pt x="32" y="333"/>
                      </a:moveTo>
                      <a:lnTo>
                        <a:pt x="125" y="257"/>
                      </a:lnTo>
                      <a:lnTo>
                        <a:pt x="246" y="161"/>
                      </a:lnTo>
                      <a:lnTo>
                        <a:pt x="365" y="99"/>
                      </a:lnTo>
                      <a:lnTo>
                        <a:pt x="483" y="56"/>
                      </a:lnTo>
                      <a:lnTo>
                        <a:pt x="603" y="11"/>
                      </a:lnTo>
                      <a:lnTo>
                        <a:pt x="703" y="0"/>
                      </a:lnTo>
                      <a:lnTo>
                        <a:pt x="810" y="0"/>
                      </a:lnTo>
                      <a:lnTo>
                        <a:pt x="892" y="23"/>
                      </a:lnTo>
                      <a:lnTo>
                        <a:pt x="973" y="61"/>
                      </a:lnTo>
                      <a:lnTo>
                        <a:pt x="1023" y="124"/>
                      </a:lnTo>
                      <a:lnTo>
                        <a:pt x="1073" y="194"/>
                      </a:lnTo>
                      <a:lnTo>
                        <a:pt x="1093" y="283"/>
                      </a:lnTo>
                      <a:lnTo>
                        <a:pt x="1106" y="383"/>
                      </a:lnTo>
                      <a:lnTo>
                        <a:pt x="1086" y="489"/>
                      </a:lnTo>
                      <a:lnTo>
                        <a:pt x="1056" y="607"/>
                      </a:lnTo>
                      <a:lnTo>
                        <a:pt x="1005" y="727"/>
                      </a:lnTo>
                      <a:lnTo>
                        <a:pt x="935" y="853"/>
                      </a:lnTo>
                      <a:lnTo>
                        <a:pt x="860" y="966"/>
                      </a:lnTo>
                      <a:lnTo>
                        <a:pt x="767" y="1084"/>
                      </a:lnTo>
                      <a:lnTo>
                        <a:pt x="760" y="1084"/>
                      </a:lnTo>
                      <a:lnTo>
                        <a:pt x="703" y="1102"/>
                      </a:lnTo>
                      <a:lnTo>
                        <a:pt x="641" y="1109"/>
                      </a:lnTo>
                      <a:lnTo>
                        <a:pt x="565" y="1097"/>
                      </a:lnTo>
                      <a:lnTo>
                        <a:pt x="483" y="1066"/>
                      </a:lnTo>
                      <a:lnTo>
                        <a:pt x="383" y="1016"/>
                      </a:lnTo>
                      <a:lnTo>
                        <a:pt x="302" y="946"/>
                      </a:lnTo>
                      <a:lnTo>
                        <a:pt x="234" y="878"/>
                      </a:lnTo>
                      <a:lnTo>
                        <a:pt x="158" y="791"/>
                      </a:lnTo>
                      <a:lnTo>
                        <a:pt x="88" y="707"/>
                      </a:lnTo>
                      <a:lnTo>
                        <a:pt x="38" y="619"/>
                      </a:lnTo>
                      <a:lnTo>
                        <a:pt x="13" y="539"/>
                      </a:lnTo>
                      <a:lnTo>
                        <a:pt x="0" y="458"/>
                      </a:lnTo>
                      <a:lnTo>
                        <a:pt x="7" y="388"/>
                      </a:lnTo>
                      <a:lnTo>
                        <a:pt x="32" y="33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1" name="Freeform 197">
                  <a:extLst>
                    <a:ext uri="{FF2B5EF4-FFF2-40B4-BE49-F238E27FC236}">
                      <a16:creationId xmlns:a16="http://schemas.microsoft.com/office/drawing/2014/main" id="{A2D050E6-4685-B943-8966-FD16F3AE2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09" y="1104"/>
                  <a:ext cx="211" cy="210"/>
                </a:xfrm>
                <a:custGeom>
                  <a:avLst/>
                  <a:gdLst>
                    <a:gd name="T0" fmla="*/ 0 w 3578"/>
                    <a:gd name="T1" fmla="*/ 0 h 3613"/>
                    <a:gd name="T2" fmla="*/ 0 w 3578"/>
                    <a:gd name="T3" fmla="*/ 0 h 3613"/>
                    <a:gd name="T4" fmla="*/ 0 w 3578"/>
                    <a:gd name="T5" fmla="*/ 0 h 3613"/>
                    <a:gd name="T6" fmla="*/ 0 w 3578"/>
                    <a:gd name="T7" fmla="*/ 0 h 3613"/>
                    <a:gd name="T8" fmla="*/ 0 w 3578"/>
                    <a:gd name="T9" fmla="*/ 0 h 3613"/>
                    <a:gd name="T10" fmla="*/ 0 w 3578"/>
                    <a:gd name="T11" fmla="*/ 0 h 3613"/>
                    <a:gd name="T12" fmla="*/ 0 w 3578"/>
                    <a:gd name="T13" fmla="*/ 0 h 3613"/>
                    <a:gd name="T14" fmla="*/ 0 w 3578"/>
                    <a:gd name="T15" fmla="*/ 0 h 3613"/>
                    <a:gd name="T16" fmla="*/ 0 w 3578"/>
                    <a:gd name="T17" fmla="*/ 1 h 3613"/>
                    <a:gd name="T18" fmla="*/ 0 w 3578"/>
                    <a:gd name="T19" fmla="*/ 1 h 3613"/>
                    <a:gd name="T20" fmla="*/ 0 w 3578"/>
                    <a:gd name="T21" fmla="*/ 1 h 3613"/>
                    <a:gd name="T22" fmla="*/ 0 w 3578"/>
                    <a:gd name="T23" fmla="*/ 1 h 3613"/>
                    <a:gd name="T24" fmla="*/ 0 w 3578"/>
                    <a:gd name="T25" fmla="*/ 1 h 3613"/>
                    <a:gd name="T26" fmla="*/ 0 w 3578"/>
                    <a:gd name="T27" fmla="*/ 1 h 3613"/>
                    <a:gd name="T28" fmla="*/ 0 w 3578"/>
                    <a:gd name="T29" fmla="*/ 1 h 3613"/>
                    <a:gd name="T30" fmla="*/ 0 w 3578"/>
                    <a:gd name="T31" fmla="*/ 1 h 3613"/>
                    <a:gd name="T32" fmla="*/ 0 w 3578"/>
                    <a:gd name="T33" fmla="*/ 1 h 3613"/>
                    <a:gd name="T34" fmla="*/ 0 w 3578"/>
                    <a:gd name="T35" fmla="*/ 1 h 3613"/>
                    <a:gd name="T36" fmla="*/ 0 w 3578"/>
                    <a:gd name="T37" fmla="*/ 1 h 3613"/>
                    <a:gd name="T38" fmla="*/ 0 w 3578"/>
                    <a:gd name="T39" fmla="*/ 1 h 3613"/>
                    <a:gd name="T40" fmla="*/ 0 w 3578"/>
                    <a:gd name="T41" fmla="*/ 1 h 3613"/>
                    <a:gd name="T42" fmla="*/ 0 w 3578"/>
                    <a:gd name="T43" fmla="*/ 1 h 3613"/>
                    <a:gd name="T44" fmla="*/ 0 w 3578"/>
                    <a:gd name="T45" fmla="*/ 1 h 3613"/>
                    <a:gd name="T46" fmla="*/ 0 w 3578"/>
                    <a:gd name="T47" fmla="*/ 1 h 3613"/>
                    <a:gd name="T48" fmla="*/ 1 w 3578"/>
                    <a:gd name="T49" fmla="*/ 0 h 3613"/>
                    <a:gd name="T50" fmla="*/ 0 w 3578"/>
                    <a:gd name="T51" fmla="*/ 0 h 361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78"/>
                    <a:gd name="T79" fmla="*/ 0 h 3613"/>
                    <a:gd name="T80" fmla="*/ 3578 w 3578"/>
                    <a:gd name="T81" fmla="*/ 3613 h 361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78" h="3613">
                      <a:moveTo>
                        <a:pt x="1900" y="0"/>
                      </a:moveTo>
                      <a:lnTo>
                        <a:pt x="25" y="1880"/>
                      </a:lnTo>
                      <a:lnTo>
                        <a:pt x="12" y="1950"/>
                      </a:lnTo>
                      <a:lnTo>
                        <a:pt x="0" y="2019"/>
                      </a:lnTo>
                      <a:lnTo>
                        <a:pt x="5" y="2120"/>
                      </a:lnTo>
                      <a:lnTo>
                        <a:pt x="25" y="2207"/>
                      </a:lnTo>
                      <a:lnTo>
                        <a:pt x="63" y="2320"/>
                      </a:lnTo>
                      <a:lnTo>
                        <a:pt x="131" y="2446"/>
                      </a:lnTo>
                      <a:lnTo>
                        <a:pt x="199" y="2572"/>
                      </a:lnTo>
                      <a:lnTo>
                        <a:pt x="287" y="2698"/>
                      </a:lnTo>
                      <a:lnTo>
                        <a:pt x="382" y="2816"/>
                      </a:lnTo>
                      <a:lnTo>
                        <a:pt x="487" y="2947"/>
                      </a:lnTo>
                      <a:lnTo>
                        <a:pt x="608" y="3061"/>
                      </a:lnTo>
                      <a:lnTo>
                        <a:pt x="734" y="3181"/>
                      </a:lnTo>
                      <a:lnTo>
                        <a:pt x="859" y="3279"/>
                      </a:lnTo>
                      <a:lnTo>
                        <a:pt x="990" y="3379"/>
                      </a:lnTo>
                      <a:lnTo>
                        <a:pt x="1104" y="3455"/>
                      </a:lnTo>
                      <a:lnTo>
                        <a:pt x="1235" y="3518"/>
                      </a:lnTo>
                      <a:lnTo>
                        <a:pt x="1335" y="3563"/>
                      </a:lnTo>
                      <a:lnTo>
                        <a:pt x="1442" y="3601"/>
                      </a:lnTo>
                      <a:lnTo>
                        <a:pt x="1544" y="3613"/>
                      </a:lnTo>
                      <a:lnTo>
                        <a:pt x="1619" y="3613"/>
                      </a:lnTo>
                      <a:lnTo>
                        <a:pt x="1687" y="3588"/>
                      </a:lnTo>
                      <a:lnTo>
                        <a:pt x="1744" y="3551"/>
                      </a:lnTo>
                      <a:lnTo>
                        <a:pt x="3578" y="1699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2" name="Freeform 198">
                  <a:extLst>
                    <a:ext uri="{FF2B5EF4-FFF2-40B4-BE49-F238E27FC236}">
                      <a16:creationId xmlns:a16="http://schemas.microsoft.com/office/drawing/2014/main" id="{A10684C6-A3F7-224E-A0E0-E2B4C4DE8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0" y="1128"/>
                  <a:ext cx="115" cy="117"/>
                </a:xfrm>
                <a:custGeom>
                  <a:avLst/>
                  <a:gdLst>
                    <a:gd name="T0" fmla="*/ 0 w 1959"/>
                    <a:gd name="T1" fmla="*/ 0 h 2006"/>
                    <a:gd name="T2" fmla="*/ 0 w 1959"/>
                    <a:gd name="T3" fmla="*/ 0 h 2006"/>
                    <a:gd name="T4" fmla="*/ 0 w 1959"/>
                    <a:gd name="T5" fmla="*/ 0 h 2006"/>
                    <a:gd name="T6" fmla="*/ 0 w 1959"/>
                    <a:gd name="T7" fmla="*/ 0 h 2006"/>
                    <a:gd name="T8" fmla="*/ 0 w 1959"/>
                    <a:gd name="T9" fmla="*/ 0 h 2006"/>
                    <a:gd name="T10" fmla="*/ 0 w 1959"/>
                    <a:gd name="T11" fmla="*/ 0 h 2006"/>
                    <a:gd name="T12" fmla="*/ 0 w 1959"/>
                    <a:gd name="T13" fmla="*/ 0 h 2006"/>
                    <a:gd name="T14" fmla="*/ 0 w 1959"/>
                    <a:gd name="T15" fmla="*/ 0 h 2006"/>
                    <a:gd name="T16" fmla="*/ 0 w 1959"/>
                    <a:gd name="T17" fmla="*/ 0 h 2006"/>
                    <a:gd name="T18" fmla="*/ 0 w 1959"/>
                    <a:gd name="T19" fmla="*/ 0 h 2006"/>
                    <a:gd name="T20" fmla="*/ 0 w 1959"/>
                    <a:gd name="T21" fmla="*/ 0 h 2006"/>
                    <a:gd name="T22" fmla="*/ 0 w 1959"/>
                    <a:gd name="T23" fmla="*/ 0 h 2006"/>
                    <a:gd name="T24" fmla="*/ 0 w 1959"/>
                    <a:gd name="T25" fmla="*/ 0 h 2006"/>
                    <a:gd name="T26" fmla="*/ 0 w 1959"/>
                    <a:gd name="T27" fmla="*/ 0 h 2006"/>
                    <a:gd name="T28" fmla="*/ 0 w 1959"/>
                    <a:gd name="T29" fmla="*/ 0 h 2006"/>
                    <a:gd name="T30" fmla="*/ 0 w 1959"/>
                    <a:gd name="T31" fmla="*/ 0 h 2006"/>
                    <a:gd name="T32" fmla="*/ 0 w 1959"/>
                    <a:gd name="T33" fmla="*/ 0 h 2006"/>
                    <a:gd name="T34" fmla="*/ 0 w 1959"/>
                    <a:gd name="T35" fmla="*/ 0 h 2006"/>
                    <a:gd name="T36" fmla="*/ 0 w 1959"/>
                    <a:gd name="T37" fmla="*/ 0 h 2006"/>
                    <a:gd name="T38" fmla="*/ 0 w 1959"/>
                    <a:gd name="T39" fmla="*/ 0 h 2006"/>
                    <a:gd name="T40" fmla="*/ 0 w 1959"/>
                    <a:gd name="T41" fmla="*/ 0 h 2006"/>
                    <a:gd name="T42" fmla="*/ 0 w 1959"/>
                    <a:gd name="T43" fmla="*/ 0 h 2006"/>
                    <a:gd name="T44" fmla="*/ 0 w 1959"/>
                    <a:gd name="T45" fmla="*/ 0 h 2006"/>
                    <a:gd name="T46" fmla="*/ 0 w 1959"/>
                    <a:gd name="T47" fmla="*/ 0 h 2006"/>
                    <a:gd name="T48" fmla="*/ 0 w 1959"/>
                    <a:gd name="T49" fmla="*/ 0 h 2006"/>
                    <a:gd name="T50" fmla="*/ 0 w 1959"/>
                    <a:gd name="T51" fmla="*/ 0 h 2006"/>
                    <a:gd name="T52" fmla="*/ 0 w 1959"/>
                    <a:gd name="T53" fmla="*/ 0 h 2006"/>
                    <a:gd name="T54" fmla="*/ 0 w 1959"/>
                    <a:gd name="T55" fmla="*/ 0 h 2006"/>
                    <a:gd name="T56" fmla="*/ 0 w 1959"/>
                    <a:gd name="T57" fmla="*/ 0 h 2006"/>
                    <a:gd name="T58" fmla="*/ 0 w 1959"/>
                    <a:gd name="T59" fmla="*/ 0 h 2006"/>
                    <a:gd name="T60" fmla="*/ 0 w 1959"/>
                    <a:gd name="T61" fmla="*/ 0 h 2006"/>
                    <a:gd name="T62" fmla="*/ 0 w 1959"/>
                    <a:gd name="T63" fmla="*/ 0 h 2006"/>
                    <a:gd name="T64" fmla="*/ 0 w 1959"/>
                    <a:gd name="T65" fmla="*/ 0 h 2006"/>
                    <a:gd name="T66" fmla="*/ 0 w 1959"/>
                    <a:gd name="T67" fmla="*/ 0 h 2006"/>
                    <a:gd name="T68" fmla="*/ 0 w 1959"/>
                    <a:gd name="T69" fmla="*/ 0 h 2006"/>
                    <a:gd name="T70" fmla="*/ 0 w 1959"/>
                    <a:gd name="T71" fmla="*/ 0 h 2006"/>
                    <a:gd name="T72" fmla="*/ 0 w 1959"/>
                    <a:gd name="T73" fmla="*/ 0 h 2006"/>
                    <a:gd name="T74" fmla="*/ 0 w 1959"/>
                    <a:gd name="T75" fmla="*/ 0 h 2006"/>
                    <a:gd name="T76" fmla="*/ 0 w 1959"/>
                    <a:gd name="T77" fmla="*/ 0 h 2006"/>
                    <a:gd name="T78" fmla="*/ 0 w 1959"/>
                    <a:gd name="T79" fmla="*/ 0 h 2006"/>
                    <a:gd name="T80" fmla="*/ 0 w 1959"/>
                    <a:gd name="T81" fmla="*/ 0 h 2006"/>
                    <a:gd name="T82" fmla="*/ 0 w 1959"/>
                    <a:gd name="T83" fmla="*/ 0 h 2006"/>
                    <a:gd name="T84" fmla="*/ 0 w 1959"/>
                    <a:gd name="T85" fmla="*/ 0 h 2006"/>
                    <a:gd name="T86" fmla="*/ 0 w 1959"/>
                    <a:gd name="T87" fmla="*/ 0 h 2006"/>
                    <a:gd name="T88" fmla="*/ 0 w 1959"/>
                    <a:gd name="T89" fmla="*/ 0 h 2006"/>
                    <a:gd name="T90" fmla="*/ 0 w 1959"/>
                    <a:gd name="T91" fmla="*/ 0 h 200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959"/>
                    <a:gd name="T139" fmla="*/ 0 h 2006"/>
                    <a:gd name="T140" fmla="*/ 1959 w 1959"/>
                    <a:gd name="T141" fmla="*/ 2006 h 200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959" h="2006">
                      <a:moveTo>
                        <a:pt x="1695" y="1981"/>
                      </a:moveTo>
                      <a:lnTo>
                        <a:pt x="1627" y="2006"/>
                      </a:lnTo>
                      <a:lnTo>
                        <a:pt x="1546" y="2006"/>
                      </a:lnTo>
                      <a:lnTo>
                        <a:pt x="1451" y="1993"/>
                      </a:lnTo>
                      <a:lnTo>
                        <a:pt x="1345" y="1963"/>
                      </a:lnTo>
                      <a:lnTo>
                        <a:pt x="1232" y="1913"/>
                      </a:lnTo>
                      <a:lnTo>
                        <a:pt x="1119" y="1856"/>
                      </a:lnTo>
                      <a:lnTo>
                        <a:pt x="986" y="1780"/>
                      </a:lnTo>
                      <a:lnTo>
                        <a:pt x="868" y="1682"/>
                      </a:lnTo>
                      <a:lnTo>
                        <a:pt x="734" y="1569"/>
                      </a:lnTo>
                      <a:lnTo>
                        <a:pt x="616" y="1460"/>
                      </a:lnTo>
                      <a:lnTo>
                        <a:pt x="491" y="1335"/>
                      </a:lnTo>
                      <a:lnTo>
                        <a:pt x="390" y="1217"/>
                      </a:lnTo>
                      <a:lnTo>
                        <a:pt x="296" y="1091"/>
                      </a:lnTo>
                      <a:lnTo>
                        <a:pt x="208" y="965"/>
                      </a:lnTo>
                      <a:lnTo>
                        <a:pt x="133" y="839"/>
                      </a:lnTo>
                      <a:lnTo>
                        <a:pt x="70" y="721"/>
                      </a:lnTo>
                      <a:lnTo>
                        <a:pt x="33" y="608"/>
                      </a:lnTo>
                      <a:lnTo>
                        <a:pt x="8" y="508"/>
                      </a:lnTo>
                      <a:lnTo>
                        <a:pt x="0" y="419"/>
                      </a:lnTo>
                      <a:lnTo>
                        <a:pt x="13" y="344"/>
                      </a:lnTo>
                      <a:lnTo>
                        <a:pt x="33" y="281"/>
                      </a:lnTo>
                      <a:lnTo>
                        <a:pt x="70" y="231"/>
                      </a:lnTo>
                      <a:lnTo>
                        <a:pt x="296" y="0"/>
                      </a:lnTo>
                      <a:lnTo>
                        <a:pt x="271" y="57"/>
                      </a:lnTo>
                      <a:lnTo>
                        <a:pt x="258" y="132"/>
                      </a:lnTo>
                      <a:lnTo>
                        <a:pt x="271" y="231"/>
                      </a:lnTo>
                      <a:lnTo>
                        <a:pt x="296" y="326"/>
                      </a:lnTo>
                      <a:lnTo>
                        <a:pt x="335" y="432"/>
                      </a:lnTo>
                      <a:lnTo>
                        <a:pt x="397" y="558"/>
                      </a:lnTo>
                      <a:lnTo>
                        <a:pt x="473" y="684"/>
                      </a:lnTo>
                      <a:lnTo>
                        <a:pt x="560" y="809"/>
                      </a:lnTo>
                      <a:lnTo>
                        <a:pt x="654" y="934"/>
                      </a:lnTo>
                      <a:lnTo>
                        <a:pt x="754" y="1061"/>
                      </a:lnTo>
                      <a:lnTo>
                        <a:pt x="880" y="1179"/>
                      </a:lnTo>
                      <a:lnTo>
                        <a:pt x="999" y="1297"/>
                      </a:lnTo>
                      <a:lnTo>
                        <a:pt x="1124" y="1398"/>
                      </a:lnTo>
                      <a:lnTo>
                        <a:pt x="1249" y="1493"/>
                      </a:lnTo>
                      <a:lnTo>
                        <a:pt x="1376" y="1569"/>
                      </a:lnTo>
                      <a:lnTo>
                        <a:pt x="1496" y="1632"/>
                      </a:lnTo>
                      <a:lnTo>
                        <a:pt x="1607" y="1682"/>
                      </a:lnTo>
                      <a:lnTo>
                        <a:pt x="1715" y="1712"/>
                      </a:lnTo>
                      <a:lnTo>
                        <a:pt x="1809" y="1725"/>
                      </a:lnTo>
                      <a:lnTo>
                        <a:pt x="1891" y="1725"/>
                      </a:lnTo>
                      <a:lnTo>
                        <a:pt x="1959" y="1700"/>
                      </a:lnTo>
                      <a:lnTo>
                        <a:pt x="1695" y="198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3" name="Freeform 199">
                  <a:extLst>
                    <a:ext uri="{FF2B5EF4-FFF2-40B4-BE49-F238E27FC236}">
                      <a16:creationId xmlns:a16="http://schemas.microsoft.com/office/drawing/2014/main" id="{6FE82E5B-97B3-8B41-A455-1C73453D5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1" y="1175"/>
                  <a:ext cx="116" cy="120"/>
                </a:xfrm>
                <a:custGeom>
                  <a:avLst/>
                  <a:gdLst>
                    <a:gd name="T0" fmla="*/ 0 w 1959"/>
                    <a:gd name="T1" fmla="*/ 0 h 2015"/>
                    <a:gd name="T2" fmla="*/ 0 w 1959"/>
                    <a:gd name="T3" fmla="*/ 0 h 2015"/>
                    <a:gd name="T4" fmla="*/ 0 w 1959"/>
                    <a:gd name="T5" fmla="*/ 0 h 2015"/>
                    <a:gd name="T6" fmla="*/ 0 w 1959"/>
                    <a:gd name="T7" fmla="*/ 0 h 2015"/>
                    <a:gd name="T8" fmla="*/ 0 w 1959"/>
                    <a:gd name="T9" fmla="*/ 0 h 2015"/>
                    <a:gd name="T10" fmla="*/ 0 w 1959"/>
                    <a:gd name="T11" fmla="*/ 0 h 2015"/>
                    <a:gd name="T12" fmla="*/ 0 w 1959"/>
                    <a:gd name="T13" fmla="*/ 0 h 2015"/>
                    <a:gd name="T14" fmla="*/ 0 w 1959"/>
                    <a:gd name="T15" fmla="*/ 0 h 2015"/>
                    <a:gd name="T16" fmla="*/ 0 w 1959"/>
                    <a:gd name="T17" fmla="*/ 0 h 2015"/>
                    <a:gd name="T18" fmla="*/ 0 w 1959"/>
                    <a:gd name="T19" fmla="*/ 0 h 2015"/>
                    <a:gd name="T20" fmla="*/ 0 w 1959"/>
                    <a:gd name="T21" fmla="*/ 0 h 2015"/>
                    <a:gd name="T22" fmla="*/ 0 w 1959"/>
                    <a:gd name="T23" fmla="*/ 0 h 2015"/>
                    <a:gd name="T24" fmla="*/ 0 w 1959"/>
                    <a:gd name="T25" fmla="*/ 0 h 2015"/>
                    <a:gd name="T26" fmla="*/ 0 w 1959"/>
                    <a:gd name="T27" fmla="*/ 0 h 2015"/>
                    <a:gd name="T28" fmla="*/ 0 w 1959"/>
                    <a:gd name="T29" fmla="*/ 0 h 2015"/>
                    <a:gd name="T30" fmla="*/ 0 w 1959"/>
                    <a:gd name="T31" fmla="*/ 0 h 2015"/>
                    <a:gd name="T32" fmla="*/ 0 w 1959"/>
                    <a:gd name="T33" fmla="*/ 0 h 2015"/>
                    <a:gd name="T34" fmla="*/ 0 w 1959"/>
                    <a:gd name="T35" fmla="*/ 0 h 2015"/>
                    <a:gd name="T36" fmla="*/ 0 w 1959"/>
                    <a:gd name="T37" fmla="*/ 0 h 2015"/>
                    <a:gd name="T38" fmla="*/ 0 w 1959"/>
                    <a:gd name="T39" fmla="*/ 0 h 2015"/>
                    <a:gd name="T40" fmla="*/ 0 w 1959"/>
                    <a:gd name="T41" fmla="*/ 0 h 2015"/>
                    <a:gd name="T42" fmla="*/ 0 w 1959"/>
                    <a:gd name="T43" fmla="*/ 0 h 2015"/>
                    <a:gd name="T44" fmla="*/ 0 w 1959"/>
                    <a:gd name="T45" fmla="*/ 0 h 2015"/>
                    <a:gd name="T46" fmla="*/ 0 w 1959"/>
                    <a:gd name="T47" fmla="*/ 0 h 2015"/>
                    <a:gd name="T48" fmla="*/ 0 w 1959"/>
                    <a:gd name="T49" fmla="*/ 0 h 2015"/>
                    <a:gd name="T50" fmla="*/ 0 w 1959"/>
                    <a:gd name="T51" fmla="*/ 0 h 2015"/>
                    <a:gd name="T52" fmla="*/ 0 w 1959"/>
                    <a:gd name="T53" fmla="*/ 0 h 2015"/>
                    <a:gd name="T54" fmla="*/ 0 w 1959"/>
                    <a:gd name="T55" fmla="*/ 0 h 2015"/>
                    <a:gd name="T56" fmla="*/ 0 w 1959"/>
                    <a:gd name="T57" fmla="*/ 0 h 2015"/>
                    <a:gd name="T58" fmla="*/ 0 w 1959"/>
                    <a:gd name="T59" fmla="*/ 0 h 2015"/>
                    <a:gd name="T60" fmla="*/ 0 w 1959"/>
                    <a:gd name="T61" fmla="*/ 0 h 2015"/>
                    <a:gd name="T62" fmla="*/ 0 w 1959"/>
                    <a:gd name="T63" fmla="*/ 0 h 2015"/>
                    <a:gd name="T64" fmla="*/ 0 w 1959"/>
                    <a:gd name="T65" fmla="*/ 0 h 2015"/>
                    <a:gd name="T66" fmla="*/ 0 w 1959"/>
                    <a:gd name="T67" fmla="*/ 0 h 2015"/>
                    <a:gd name="T68" fmla="*/ 0 w 1959"/>
                    <a:gd name="T69" fmla="*/ 0 h 2015"/>
                    <a:gd name="T70" fmla="*/ 0 w 1959"/>
                    <a:gd name="T71" fmla="*/ 0 h 2015"/>
                    <a:gd name="T72" fmla="*/ 0 w 1959"/>
                    <a:gd name="T73" fmla="*/ 0 h 2015"/>
                    <a:gd name="T74" fmla="*/ 0 w 1959"/>
                    <a:gd name="T75" fmla="*/ 0 h 2015"/>
                    <a:gd name="T76" fmla="*/ 0 w 1959"/>
                    <a:gd name="T77" fmla="*/ 0 h 2015"/>
                    <a:gd name="T78" fmla="*/ 0 w 1959"/>
                    <a:gd name="T79" fmla="*/ 0 h 2015"/>
                    <a:gd name="T80" fmla="*/ 0 w 1959"/>
                    <a:gd name="T81" fmla="*/ 0 h 2015"/>
                    <a:gd name="T82" fmla="*/ 0 w 1959"/>
                    <a:gd name="T83" fmla="*/ 0 h 2015"/>
                    <a:gd name="T84" fmla="*/ 0 w 1959"/>
                    <a:gd name="T85" fmla="*/ 0 h 2015"/>
                    <a:gd name="T86" fmla="*/ 0 w 1959"/>
                    <a:gd name="T87" fmla="*/ 0 h 2015"/>
                    <a:gd name="T88" fmla="*/ 0 w 1959"/>
                    <a:gd name="T89" fmla="*/ 0 h 2015"/>
                    <a:gd name="T90" fmla="*/ 0 w 1959"/>
                    <a:gd name="T91" fmla="*/ 0 h 2015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959"/>
                    <a:gd name="T139" fmla="*/ 0 h 2015"/>
                    <a:gd name="T140" fmla="*/ 1959 w 1959"/>
                    <a:gd name="T141" fmla="*/ 2015 h 2015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959" h="2015">
                      <a:moveTo>
                        <a:pt x="1701" y="1983"/>
                      </a:moveTo>
                      <a:lnTo>
                        <a:pt x="1633" y="2015"/>
                      </a:lnTo>
                      <a:lnTo>
                        <a:pt x="1544" y="2015"/>
                      </a:lnTo>
                      <a:lnTo>
                        <a:pt x="1451" y="1995"/>
                      </a:lnTo>
                      <a:lnTo>
                        <a:pt x="1350" y="1965"/>
                      </a:lnTo>
                      <a:lnTo>
                        <a:pt x="1230" y="1914"/>
                      </a:lnTo>
                      <a:lnTo>
                        <a:pt x="1111" y="1857"/>
                      </a:lnTo>
                      <a:lnTo>
                        <a:pt x="986" y="1777"/>
                      </a:lnTo>
                      <a:lnTo>
                        <a:pt x="866" y="1675"/>
                      </a:lnTo>
                      <a:lnTo>
                        <a:pt x="735" y="1575"/>
                      </a:lnTo>
                      <a:lnTo>
                        <a:pt x="621" y="1462"/>
                      </a:lnTo>
                      <a:lnTo>
                        <a:pt x="490" y="1344"/>
                      </a:lnTo>
                      <a:lnTo>
                        <a:pt x="390" y="1223"/>
                      </a:lnTo>
                      <a:lnTo>
                        <a:pt x="289" y="1092"/>
                      </a:lnTo>
                      <a:lnTo>
                        <a:pt x="207" y="966"/>
                      </a:lnTo>
                      <a:lnTo>
                        <a:pt x="139" y="841"/>
                      </a:lnTo>
                      <a:lnTo>
                        <a:pt x="75" y="723"/>
                      </a:lnTo>
                      <a:lnTo>
                        <a:pt x="38" y="614"/>
                      </a:lnTo>
                      <a:lnTo>
                        <a:pt x="5" y="514"/>
                      </a:lnTo>
                      <a:lnTo>
                        <a:pt x="0" y="421"/>
                      </a:lnTo>
                      <a:lnTo>
                        <a:pt x="13" y="340"/>
                      </a:lnTo>
                      <a:lnTo>
                        <a:pt x="38" y="283"/>
                      </a:lnTo>
                      <a:lnTo>
                        <a:pt x="63" y="233"/>
                      </a:lnTo>
                      <a:lnTo>
                        <a:pt x="302" y="0"/>
                      </a:lnTo>
                      <a:lnTo>
                        <a:pt x="282" y="56"/>
                      </a:lnTo>
                      <a:lnTo>
                        <a:pt x="257" y="138"/>
                      </a:lnTo>
                      <a:lnTo>
                        <a:pt x="270" y="233"/>
                      </a:lnTo>
                      <a:lnTo>
                        <a:pt x="302" y="333"/>
                      </a:lnTo>
                      <a:lnTo>
                        <a:pt x="332" y="439"/>
                      </a:lnTo>
                      <a:lnTo>
                        <a:pt x="402" y="559"/>
                      </a:lnTo>
                      <a:lnTo>
                        <a:pt x="470" y="684"/>
                      </a:lnTo>
                      <a:lnTo>
                        <a:pt x="553" y="811"/>
                      </a:lnTo>
                      <a:lnTo>
                        <a:pt x="652" y="936"/>
                      </a:lnTo>
                      <a:lnTo>
                        <a:pt x="753" y="1060"/>
                      </a:lnTo>
                      <a:lnTo>
                        <a:pt x="885" y="1172"/>
                      </a:lnTo>
                      <a:lnTo>
                        <a:pt x="998" y="1294"/>
                      </a:lnTo>
                      <a:lnTo>
                        <a:pt x="1130" y="1394"/>
                      </a:lnTo>
                      <a:lnTo>
                        <a:pt x="1250" y="1494"/>
                      </a:lnTo>
                      <a:lnTo>
                        <a:pt x="1375" y="1568"/>
                      </a:lnTo>
                      <a:lnTo>
                        <a:pt x="1494" y="1630"/>
                      </a:lnTo>
                      <a:lnTo>
                        <a:pt x="1612" y="1675"/>
                      </a:lnTo>
                      <a:lnTo>
                        <a:pt x="1713" y="1713"/>
                      </a:lnTo>
                      <a:lnTo>
                        <a:pt x="1801" y="1725"/>
                      </a:lnTo>
                      <a:lnTo>
                        <a:pt x="1889" y="1725"/>
                      </a:lnTo>
                      <a:lnTo>
                        <a:pt x="1959" y="1706"/>
                      </a:lnTo>
                      <a:lnTo>
                        <a:pt x="1701" y="19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 w="0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4" name="Freeform 200">
                  <a:extLst>
                    <a:ext uri="{FF2B5EF4-FFF2-40B4-BE49-F238E27FC236}">
                      <a16:creationId xmlns:a16="http://schemas.microsoft.com/office/drawing/2014/main" id="{E6365A36-64C5-D340-B0E9-09591BB896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7" y="1100"/>
                  <a:ext cx="106" cy="107"/>
                </a:xfrm>
                <a:custGeom>
                  <a:avLst/>
                  <a:gdLst>
                    <a:gd name="T0" fmla="*/ 0 w 1795"/>
                    <a:gd name="T1" fmla="*/ 0 h 1818"/>
                    <a:gd name="T2" fmla="*/ 0 w 1795"/>
                    <a:gd name="T3" fmla="*/ 0 h 1818"/>
                    <a:gd name="T4" fmla="*/ 0 w 1795"/>
                    <a:gd name="T5" fmla="*/ 0 h 1818"/>
                    <a:gd name="T6" fmla="*/ 0 w 1795"/>
                    <a:gd name="T7" fmla="*/ 0 h 1818"/>
                    <a:gd name="T8" fmla="*/ 0 w 1795"/>
                    <a:gd name="T9" fmla="*/ 0 h 1818"/>
                    <a:gd name="T10" fmla="*/ 0 w 1795"/>
                    <a:gd name="T11" fmla="*/ 0 h 1818"/>
                    <a:gd name="T12" fmla="*/ 0 w 1795"/>
                    <a:gd name="T13" fmla="*/ 0 h 1818"/>
                    <a:gd name="T14" fmla="*/ 0 w 1795"/>
                    <a:gd name="T15" fmla="*/ 0 h 1818"/>
                    <a:gd name="T16" fmla="*/ 0 w 1795"/>
                    <a:gd name="T17" fmla="*/ 0 h 1818"/>
                    <a:gd name="T18" fmla="*/ 0 w 1795"/>
                    <a:gd name="T19" fmla="*/ 0 h 1818"/>
                    <a:gd name="T20" fmla="*/ 0 w 1795"/>
                    <a:gd name="T21" fmla="*/ 0 h 1818"/>
                    <a:gd name="T22" fmla="*/ 0 w 1795"/>
                    <a:gd name="T23" fmla="*/ 0 h 1818"/>
                    <a:gd name="T24" fmla="*/ 0 w 1795"/>
                    <a:gd name="T25" fmla="*/ 0 h 1818"/>
                    <a:gd name="T26" fmla="*/ 0 w 1795"/>
                    <a:gd name="T27" fmla="*/ 0 h 1818"/>
                    <a:gd name="T28" fmla="*/ 0 w 1795"/>
                    <a:gd name="T29" fmla="*/ 0 h 1818"/>
                    <a:gd name="T30" fmla="*/ 0 w 1795"/>
                    <a:gd name="T31" fmla="*/ 0 h 1818"/>
                    <a:gd name="T32" fmla="*/ 0 w 1795"/>
                    <a:gd name="T33" fmla="*/ 0 h 1818"/>
                    <a:gd name="T34" fmla="*/ 0 w 1795"/>
                    <a:gd name="T35" fmla="*/ 0 h 1818"/>
                    <a:gd name="T36" fmla="*/ 0 w 1795"/>
                    <a:gd name="T37" fmla="*/ 0 h 1818"/>
                    <a:gd name="T38" fmla="*/ 0 w 1795"/>
                    <a:gd name="T39" fmla="*/ 0 h 1818"/>
                    <a:gd name="T40" fmla="*/ 0 w 1795"/>
                    <a:gd name="T41" fmla="*/ 0 h 1818"/>
                    <a:gd name="T42" fmla="*/ 0 w 1795"/>
                    <a:gd name="T43" fmla="*/ 0 h 1818"/>
                    <a:gd name="T44" fmla="*/ 0 w 1795"/>
                    <a:gd name="T45" fmla="*/ 0 h 1818"/>
                    <a:gd name="T46" fmla="*/ 0 w 1795"/>
                    <a:gd name="T47" fmla="*/ 0 h 1818"/>
                    <a:gd name="T48" fmla="*/ 0 w 1795"/>
                    <a:gd name="T49" fmla="*/ 0 h 1818"/>
                    <a:gd name="T50" fmla="*/ 0 w 1795"/>
                    <a:gd name="T51" fmla="*/ 0 h 1818"/>
                    <a:gd name="T52" fmla="*/ 0 w 1795"/>
                    <a:gd name="T53" fmla="*/ 0 h 1818"/>
                    <a:gd name="T54" fmla="*/ 0 w 1795"/>
                    <a:gd name="T55" fmla="*/ 0 h 1818"/>
                    <a:gd name="T56" fmla="*/ 0 w 1795"/>
                    <a:gd name="T57" fmla="*/ 0 h 1818"/>
                    <a:gd name="T58" fmla="*/ 0 w 1795"/>
                    <a:gd name="T59" fmla="*/ 0 h 1818"/>
                    <a:gd name="T60" fmla="*/ 0 w 1795"/>
                    <a:gd name="T61" fmla="*/ 0 h 1818"/>
                    <a:gd name="T62" fmla="*/ 0 w 1795"/>
                    <a:gd name="T63" fmla="*/ 0 h 1818"/>
                    <a:gd name="T64" fmla="*/ 0 w 1795"/>
                    <a:gd name="T65" fmla="*/ 0 h 1818"/>
                    <a:gd name="T66" fmla="*/ 0 w 1795"/>
                    <a:gd name="T67" fmla="*/ 0 h 1818"/>
                    <a:gd name="T68" fmla="*/ 0 w 1795"/>
                    <a:gd name="T69" fmla="*/ 0 h 1818"/>
                    <a:gd name="T70" fmla="*/ 0 w 1795"/>
                    <a:gd name="T71" fmla="*/ 0 h 1818"/>
                    <a:gd name="T72" fmla="*/ 0 w 1795"/>
                    <a:gd name="T73" fmla="*/ 0 h 1818"/>
                    <a:gd name="T74" fmla="*/ 0 w 1795"/>
                    <a:gd name="T75" fmla="*/ 0 h 1818"/>
                    <a:gd name="T76" fmla="*/ 0 w 1795"/>
                    <a:gd name="T77" fmla="*/ 0 h 1818"/>
                    <a:gd name="T78" fmla="*/ 0 w 1795"/>
                    <a:gd name="T79" fmla="*/ 0 h 1818"/>
                    <a:gd name="T80" fmla="*/ 0 w 1795"/>
                    <a:gd name="T81" fmla="*/ 0 h 1818"/>
                    <a:gd name="T82" fmla="*/ 0 w 1795"/>
                    <a:gd name="T83" fmla="*/ 0 h 1818"/>
                    <a:gd name="T84" fmla="*/ 0 w 1795"/>
                    <a:gd name="T85" fmla="*/ 0 h 1818"/>
                    <a:gd name="T86" fmla="*/ 0 w 1795"/>
                    <a:gd name="T87" fmla="*/ 0 h 1818"/>
                    <a:gd name="T88" fmla="*/ 0 w 1795"/>
                    <a:gd name="T89" fmla="*/ 0 h 1818"/>
                    <a:gd name="T90" fmla="*/ 0 w 1795"/>
                    <a:gd name="T91" fmla="*/ 0 h 181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795"/>
                    <a:gd name="T139" fmla="*/ 0 h 1818"/>
                    <a:gd name="T140" fmla="*/ 1795 w 1795"/>
                    <a:gd name="T141" fmla="*/ 1818 h 181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795" h="1818">
                      <a:moveTo>
                        <a:pt x="1745" y="1768"/>
                      </a:moveTo>
                      <a:lnTo>
                        <a:pt x="1783" y="1713"/>
                      </a:lnTo>
                      <a:lnTo>
                        <a:pt x="1795" y="1650"/>
                      </a:lnTo>
                      <a:lnTo>
                        <a:pt x="1795" y="1562"/>
                      </a:lnTo>
                      <a:lnTo>
                        <a:pt x="1783" y="1468"/>
                      </a:lnTo>
                      <a:lnTo>
                        <a:pt x="1745" y="1361"/>
                      </a:lnTo>
                      <a:lnTo>
                        <a:pt x="1700" y="1242"/>
                      </a:lnTo>
                      <a:lnTo>
                        <a:pt x="1631" y="1124"/>
                      </a:lnTo>
                      <a:lnTo>
                        <a:pt x="1556" y="999"/>
                      </a:lnTo>
                      <a:lnTo>
                        <a:pt x="1461" y="878"/>
                      </a:lnTo>
                      <a:lnTo>
                        <a:pt x="1355" y="740"/>
                      </a:lnTo>
                      <a:lnTo>
                        <a:pt x="1243" y="634"/>
                      </a:lnTo>
                      <a:lnTo>
                        <a:pt x="1129" y="503"/>
                      </a:lnTo>
                      <a:lnTo>
                        <a:pt x="996" y="395"/>
                      </a:lnTo>
                      <a:lnTo>
                        <a:pt x="878" y="294"/>
                      </a:lnTo>
                      <a:lnTo>
                        <a:pt x="752" y="214"/>
                      </a:lnTo>
                      <a:lnTo>
                        <a:pt x="626" y="138"/>
                      </a:lnTo>
                      <a:lnTo>
                        <a:pt x="508" y="76"/>
                      </a:lnTo>
                      <a:lnTo>
                        <a:pt x="400" y="33"/>
                      </a:lnTo>
                      <a:lnTo>
                        <a:pt x="307" y="13"/>
                      </a:lnTo>
                      <a:lnTo>
                        <a:pt x="219" y="0"/>
                      </a:lnTo>
                      <a:lnTo>
                        <a:pt x="143" y="20"/>
                      </a:lnTo>
                      <a:lnTo>
                        <a:pt x="80" y="51"/>
                      </a:lnTo>
                      <a:lnTo>
                        <a:pt x="25" y="94"/>
                      </a:lnTo>
                      <a:lnTo>
                        <a:pt x="12" y="156"/>
                      </a:lnTo>
                      <a:lnTo>
                        <a:pt x="0" y="232"/>
                      </a:lnTo>
                      <a:lnTo>
                        <a:pt x="5" y="327"/>
                      </a:lnTo>
                      <a:lnTo>
                        <a:pt x="25" y="420"/>
                      </a:lnTo>
                      <a:lnTo>
                        <a:pt x="68" y="528"/>
                      </a:lnTo>
                      <a:lnTo>
                        <a:pt x="130" y="652"/>
                      </a:lnTo>
                      <a:lnTo>
                        <a:pt x="200" y="784"/>
                      </a:lnTo>
                      <a:lnTo>
                        <a:pt x="287" y="903"/>
                      </a:lnTo>
                      <a:lnTo>
                        <a:pt x="388" y="1029"/>
                      </a:lnTo>
                      <a:lnTo>
                        <a:pt x="488" y="1155"/>
                      </a:lnTo>
                      <a:lnTo>
                        <a:pt x="608" y="1280"/>
                      </a:lnTo>
                      <a:lnTo>
                        <a:pt x="735" y="1386"/>
                      </a:lnTo>
                      <a:lnTo>
                        <a:pt x="860" y="1486"/>
                      </a:lnTo>
                      <a:lnTo>
                        <a:pt x="991" y="1594"/>
                      </a:lnTo>
                      <a:lnTo>
                        <a:pt x="1116" y="1663"/>
                      </a:lnTo>
                      <a:lnTo>
                        <a:pt x="1235" y="1725"/>
                      </a:lnTo>
                      <a:lnTo>
                        <a:pt x="1336" y="1775"/>
                      </a:lnTo>
                      <a:lnTo>
                        <a:pt x="1456" y="1806"/>
                      </a:lnTo>
                      <a:lnTo>
                        <a:pt x="1544" y="1818"/>
                      </a:lnTo>
                      <a:lnTo>
                        <a:pt x="1624" y="1818"/>
                      </a:lnTo>
                      <a:lnTo>
                        <a:pt x="1695" y="1793"/>
                      </a:lnTo>
                      <a:lnTo>
                        <a:pt x="1745" y="176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5" name="Freeform 201">
                  <a:extLst>
                    <a:ext uri="{FF2B5EF4-FFF2-40B4-BE49-F238E27FC236}">
                      <a16:creationId xmlns:a16="http://schemas.microsoft.com/office/drawing/2014/main" id="{7E37F30E-5AA5-114B-94D9-F72B93D58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1035"/>
                  <a:ext cx="116" cy="116"/>
                </a:xfrm>
                <a:custGeom>
                  <a:avLst/>
                  <a:gdLst>
                    <a:gd name="T0" fmla="*/ 0 w 1978"/>
                    <a:gd name="T1" fmla="*/ 0 h 1995"/>
                    <a:gd name="T2" fmla="*/ 0 w 1978"/>
                    <a:gd name="T3" fmla="*/ 0 h 1995"/>
                    <a:gd name="T4" fmla="*/ 0 w 1978"/>
                    <a:gd name="T5" fmla="*/ 0 h 1995"/>
                    <a:gd name="T6" fmla="*/ 0 w 1978"/>
                    <a:gd name="T7" fmla="*/ 0 h 1995"/>
                    <a:gd name="T8" fmla="*/ 0 w 1978"/>
                    <a:gd name="T9" fmla="*/ 0 h 1995"/>
                    <a:gd name="T10" fmla="*/ 0 w 1978"/>
                    <a:gd name="T11" fmla="*/ 0 h 1995"/>
                    <a:gd name="T12" fmla="*/ 0 w 1978"/>
                    <a:gd name="T13" fmla="*/ 0 h 1995"/>
                    <a:gd name="T14" fmla="*/ 0 w 1978"/>
                    <a:gd name="T15" fmla="*/ 0 h 1995"/>
                    <a:gd name="T16" fmla="*/ 0 w 1978"/>
                    <a:gd name="T17" fmla="*/ 0 h 1995"/>
                    <a:gd name="T18" fmla="*/ 0 w 1978"/>
                    <a:gd name="T19" fmla="*/ 0 h 1995"/>
                    <a:gd name="T20" fmla="*/ 0 w 1978"/>
                    <a:gd name="T21" fmla="*/ 0 h 1995"/>
                    <a:gd name="T22" fmla="*/ 0 w 1978"/>
                    <a:gd name="T23" fmla="*/ 0 h 1995"/>
                    <a:gd name="T24" fmla="*/ 0 w 1978"/>
                    <a:gd name="T25" fmla="*/ 0 h 1995"/>
                    <a:gd name="T26" fmla="*/ 0 w 1978"/>
                    <a:gd name="T27" fmla="*/ 0 h 1995"/>
                    <a:gd name="T28" fmla="*/ 0 w 1978"/>
                    <a:gd name="T29" fmla="*/ 0 h 1995"/>
                    <a:gd name="T30" fmla="*/ 0 w 1978"/>
                    <a:gd name="T31" fmla="*/ 0 h 1995"/>
                    <a:gd name="T32" fmla="*/ 0 w 1978"/>
                    <a:gd name="T33" fmla="*/ 0 h 1995"/>
                    <a:gd name="T34" fmla="*/ 0 w 1978"/>
                    <a:gd name="T35" fmla="*/ 0 h 1995"/>
                    <a:gd name="T36" fmla="*/ 0 w 1978"/>
                    <a:gd name="T37" fmla="*/ 0 h 1995"/>
                    <a:gd name="T38" fmla="*/ 0 w 1978"/>
                    <a:gd name="T39" fmla="*/ 0 h 1995"/>
                    <a:gd name="T40" fmla="*/ 0 w 1978"/>
                    <a:gd name="T41" fmla="*/ 0 h 1995"/>
                    <a:gd name="T42" fmla="*/ 0 w 1978"/>
                    <a:gd name="T43" fmla="*/ 0 h 1995"/>
                    <a:gd name="T44" fmla="*/ 0 w 1978"/>
                    <a:gd name="T45" fmla="*/ 0 h 1995"/>
                    <a:gd name="T46" fmla="*/ 0 w 1978"/>
                    <a:gd name="T47" fmla="*/ 0 h 1995"/>
                    <a:gd name="T48" fmla="*/ 0 w 1978"/>
                    <a:gd name="T49" fmla="*/ 0 h 1995"/>
                    <a:gd name="T50" fmla="*/ 0 w 1978"/>
                    <a:gd name="T51" fmla="*/ 0 h 1995"/>
                    <a:gd name="T52" fmla="*/ 0 w 1978"/>
                    <a:gd name="T53" fmla="*/ 0 h 1995"/>
                    <a:gd name="T54" fmla="*/ 0 w 1978"/>
                    <a:gd name="T55" fmla="*/ 0 h 1995"/>
                    <a:gd name="T56" fmla="*/ 0 w 1978"/>
                    <a:gd name="T57" fmla="*/ 0 h 1995"/>
                    <a:gd name="T58" fmla="*/ 0 w 1978"/>
                    <a:gd name="T59" fmla="*/ 0 h 1995"/>
                    <a:gd name="T60" fmla="*/ 0 w 1978"/>
                    <a:gd name="T61" fmla="*/ 0 h 1995"/>
                    <a:gd name="T62" fmla="*/ 0 w 1978"/>
                    <a:gd name="T63" fmla="*/ 0 h 1995"/>
                    <a:gd name="T64" fmla="*/ 0 w 1978"/>
                    <a:gd name="T65" fmla="*/ 0 h 1995"/>
                    <a:gd name="T66" fmla="*/ 0 w 1978"/>
                    <a:gd name="T67" fmla="*/ 0 h 1995"/>
                    <a:gd name="T68" fmla="*/ 0 w 1978"/>
                    <a:gd name="T69" fmla="*/ 0 h 1995"/>
                    <a:gd name="T70" fmla="*/ 0 w 1978"/>
                    <a:gd name="T71" fmla="*/ 0 h 1995"/>
                    <a:gd name="T72" fmla="*/ 0 w 1978"/>
                    <a:gd name="T73" fmla="*/ 0 h 1995"/>
                    <a:gd name="T74" fmla="*/ 0 w 1978"/>
                    <a:gd name="T75" fmla="*/ 0 h 1995"/>
                    <a:gd name="T76" fmla="*/ 0 w 1978"/>
                    <a:gd name="T77" fmla="*/ 0 h 1995"/>
                    <a:gd name="T78" fmla="*/ 0 w 1978"/>
                    <a:gd name="T79" fmla="*/ 0 h 1995"/>
                    <a:gd name="T80" fmla="*/ 0 w 1978"/>
                    <a:gd name="T81" fmla="*/ 0 h 1995"/>
                    <a:gd name="T82" fmla="*/ 0 w 1978"/>
                    <a:gd name="T83" fmla="*/ 0 h 1995"/>
                    <a:gd name="T84" fmla="*/ 0 w 1978"/>
                    <a:gd name="T85" fmla="*/ 0 h 199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978"/>
                    <a:gd name="T130" fmla="*/ 0 h 1995"/>
                    <a:gd name="T131" fmla="*/ 1978 w 1978"/>
                    <a:gd name="T132" fmla="*/ 1995 h 199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978" h="1995">
                      <a:moveTo>
                        <a:pt x="1659" y="1683"/>
                      </a:moveTo>
                      <a:lnTo>
                        <a:pt x="1760" y="1557"/>
                      </a:lnTo>
                      <a:lnTo>
                        <a:pt x="1841" y="1424"/>
                      </a:lnTo>
                      <a:lnTo>
                        <a:pt x="1916" y="1286"/>
                      </a:lnTo>
                      <a:lnTo>
                        <a:pt x="1959" y="1143"/>
                      </a:lnTo>
                      <a:lnTo>
                        <a:pt x="1978" y="991"/>
                      </a:lnTo>
                      <a:lnTo>
                        <a:pt x="1978" y="836"/>
                      </a:lnTo>
                      <a:lnTo>
                        <a:pt x="1953" y="698"/>
                      </a:lnTo>
                      <a:lnTo>
                        <a:pt x="1916" y="553"/>
                      </a:lnTo>
                      <a:lnTo>
                        <a:pt x="1833" y="428"/>
                      </a:lnTo>
                      <a:lnTo>
                        <a:pt x="1760" y="308"/>
                      </a:lnTo>
                      <a:lnTo>
                        <a:pt x="1659" y="215"/>
                      </a:lnTo>
                      <a:lnTo>
                        <a:pt x="1539" y="134"/>
                      </a:lnTo>
                      <a:lnTo>
                        <a:pt x="1408" y="64"/>
                      </a:lnTo>
                      <a:lnTo>
                        <a:pt x="1270" y="26"/>
                      </a:lnTo>
                      <a:lnTo>
                        <a:pt x="1131" y="0"/>
                      </a:lnTo>
                      <a:lnTo>
                        <a:pt x="973" y="8"/>
                      </a:lnTo>
                      <a:lnTo>
                        <a:pt x="824" y="26"/>
                      </a:lnTo>
                      <a:lnTo>
                        <a:pt x="685" y="77"/>
                      </a:lnTo>
                      <a:lnTo>
                        <a:pt x="540" y="152"/>
                      </a:lnTo>
                      <a:lnTo>
                        <a:pt x="415" y="233"/>
                      </a:lnTo>
                      <a:lnTo>
                        <a:pt x="297" y="333"/>
                      </a:lnTo>
                      <a:lnTo>
                        <a:pt x="202" y="466"/>
                      </a:lnTo>
                      <a:lnTo>
                        <a:pt x="125" y="585"/>
                      </a:lnTo>
                      <a:lnTo>
                        <a:pt x="57" y="728"/>
                      </a:lnTo>
                      <a:lnTo>
                        <a:pt x="20" y="879"/>
                      </a:lnTo>
                      <a:lnTo>
                        <a:pt x="0" y="1036"/>
                      </a:lnTo>
                      <a:lnTo>
                        <a:pt x="0" y="1181"/>
                      </a:lnTo>
                      <a:lnTo>
                        <a:pt x="25" y="1324"/>
                      </a:lnTo>
                      <a:lnTo>
                        <a:pt x="82" y="1462"/>
                      </a:lnTo>
                      <a:lnTo>
                        <a:pt x="145" y="1588"/>
                      </a:lnTo>
                      <a:lnTo>
                        <a:pt x="234" y="1708"/>
                      </a:lnTo>
                      <a:lnTo>
                        <a:pt x="340" y="1802"/>
                      </a:lnTo>
                      <a:lnTo>
                        <a:pt x="472" y="1882"/>
                      </a:lnTo>
                      <a:lnTo>
                        <a:pt x="590" y="1945"/>
                      </a:lnTo>
                      <a:lnTo>
                        <a:pt x="729" y="1970"/>
                      </a:lnTo>
                      <a:lnTo>
                        <a:pt x="880" y="1995"/>
                      </a:lnTo>
                      <a:lnTo>
                        <a:pt x="1018" y="1990"/>
                      </a:lnTo>
                      <a:lnTo>
                        <a:pt x="1174" y="1952"/>
                      </a:lnTo>
                      <a:lnTo>
                        <a:pt x="1320" y="1914"/>
                      </a:lnTo>
                      <a:lnTo>
                        <a:pt x="1458" y="1845"/>
                      </a:lnTo>
                      <a:lnTo>
                        <a:pt x="1576" y="1751"/>
                      </a:lnTo>
                      <a:lnTo>
                        <a:pt x="1659" y="16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6" name="Line 202">
                  <a:extLst>
                    <a:ext uri="{FF2B5EF4-FFF2-40B4-BE49-F238E27FC236}">
                      <a16:creationId xmlns:a16="http://schemas.microsoft.com/office/drawing/2014/main" id="{F09CF561-085B-4543-9ED3-223CEB481B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9" y="1049"/>
                  <a:ext cx="87" cy="8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7" name="Freeform 203">
                  <a:extLst>
                    <a:ext uri="{FF2B5EF4-FFF2-40B4-BE49-F238E27FC236}">
                      <a16:creationId xmlns:a16="http://schemas.microsoft.com/office/drawing/2014/main" id="{C5F086DA-5511-D84E-A54C-BFC07FAC1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9" y="1042"/>
                  <a:ext cx="24" cy="94"/>
                </a:xfrm>
                <a:custGeom>
                  <a:avLst/>
                  <a:gdLst>
                    <a:gd name="T0" fmla="*/ 0 w 427"/>
                    <a:gd name="T1" fmla="*/ 0 h 1604"/>
                    <a:gd name="T2" fmla="*/ 0 w 427"/>
                    <a:gd name="T3" fmla="*/ 0 h 1604"/>
                    <a:gd name="T4" fmla="*/ 0 w 427"/>
                    <a:gd name="T5" fmla="*/ 0 h 1604"/>
                    <a:gd name="T6" fmla="*/ 0 w 427"/>
                    <a:gd name="T7" fmla="*/ 0 h 1604"/>
                    <a:gd name="T8" fmla="*/ 0 w 427"/>
                    <a:gd name="T9" fmla="*/ 0 h 1604"/>
                    <a:gd name="T10" fmla="*/ 0 w 427"/>
                    <a:gd name="T11" fmla="*/ 0 h 1604"/>
                    <a:gd name="T12" fmla="*/ 0 w 427"/>
                    <a:gd name="T13" fmla="*/ 0 h 1604"/>
                    <a:gd name="T14" fmla="*/ 0 w 427"/>
                    <a:gd name="T15" fmla="*/ 0 h 1604"/>
                    <a:gd name="T16" fmla="*/ 0 w 427"/>
                    <a:gd name="T17" fmla="*/ 0 h 1604"/>
                    <a:gd name="T18" fmla="*/ 0 w 427"/>
                    <a:gd name="T19" fmla="*/ 0 h 16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7"/>
                    <a:gd name="T31" fmla="*/ 0 h 1604"/>
                    <a:gd name="T32" fmla="*/ 427 w 427"/>
                    <a:gd name="T33" fmla="*/ 1604 h 160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7" h="1604">
                      <a:moveTo>
                        <a:pt x="0" y="1604"/>
                      </a:moveTo>
                      <a:lnTo>
                        <a:pt x="119" y="1428"/>
                      </a:lnTo>
                      <a:lnTo>
                        <a:pt x="239" y="1252"/>
                      </a:lnTo>
                      <a:lnTo>
                        <a:pt x="319" y="1071"/>
                      </a:lnTo>
                      <a:lnTo>
                        <a:pt x="370" y="869"/>
                      </a:lnTo>
                      <a:lnTo>
                        <a:pt x="414" y="669"/>
                      </a:lnTo>
                      <a:lnTo>
                        <a:pt x="427" y="463"/>
                      </a:lnTo>
                      <a:lnTo>
                        <a:pt x="420" y="261"/>
                      </a:lnTo>
                      <a:lnTo>
                        <a:pt x="389" y="48"/>
                      </a:lnTo>
                      <a:lnTo>
                        <a:pt x="377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8" name="Freeform 204">
                  <a:extLst>
                    <a:ext uri="{FF2B5EF4-FFF2-40B4-BE49-F238E27FC236}">
                      <a16:creationId xmlns:a16="http://schemas.microsoft.com/office/drawing/2014/main" id="{FD495C9B-0CB1-3F4E-B757-0F6A3A861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9" y="1109"/>
                  <a:ext cx="94" cy="26"/>
                </a:xfrm>
                <a:custGeom>
                  <a:avLst/>
                  <a:gdLst>
                    <a:gd name="T0" fmla="*/ 0 w 1582"/>
                    <a:gd name="T1" fmla="*/ 0 h 427"/>
                    <a:gd name="T2" fmla="*/ 0 w 1582"/>
                    <a:gd name="T3" fmla="*/ 0 h 427"/>
                    <a:gd name="T4" fmla="*/ 0 w 1582"/>
                    <a:gd name="T5" fmla="*/ 0 h 427"/>
                    <a:gd name="T6" fmla="*/ 0 w 1582"/>
                    <a:gd name="T7" fmla="*/ 0 h 427"/>
                    <a:gd name="T8" fmla="*/ 0 w 1582"/>
                    <a:gd name="T9" fmla="*/ 0 h 427"/>
                    <a:gd name="T10" fmla="*/ 0 w 1582"/>
                    <a:gd name="T11" fmla="*/ 0 h 427"/>
                    <a:gd name="T12" fmla="*/ 0 w 1582"/>
                    <a:gd name="T13" fmla="*/ 0 h 427"/>
                    <a:gd name="T14" fmla="*/ 0 w 1582"/>
                    <a:gd name="T15" fmla="*/ 0 h 427"/>
                    <a:gd name="T16" fmla="*/ 0 w 1582"/>
                    <a:gd name="T17" fmla="*/ 0 h 427"/>
                    <a:gd name="T18" fmla="*/ 0 w 1582"/>
                    <a:gd name="T19" fmla="*/ 0 h 4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82"/>
                    <a:gd name="T31" fmla="*/ 0 h 427"/>
                    <a:gd name="T32" fmla="*/ 1582 w 1582"/>
                    <a:gd name="T33" fmla="*/ 427 h 4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82" h="427">
                      <a:moveTo>
                        <a:pt x="0" y="427"/>
                      </a:moveTo>
                      <a:lnTo>
                        <a:pt x="164" y="307"/>
                      </a:lnTo>
                      <a:lnTo>
                        <a:pt x="344" y="201"/>
                      </a:lnTo>
                      <a:lnTo>
                        <a:pt x="528" y="113"/>
                      </a:lnTo>
                      <a:lnTo>
                        <a:pt x="722" y="63"/>
                      </a:lnTo>
                      <a:lnTo>
                        <a:pt x="922" y="25"/>
                      </a:lnTo>
                      <a:lnTo>
                        <a:pt x="1124" y="0"/>
                      </a:lnTo>
                      <a:lnTo>
                        <a:pt x="1330" y="12"/>
                      </a:lnTo>
                      <a:lnTo>
                        <a:pt x="1532" y="43"/>
                      </a:lnTo>
                      <a:lnTo>
                        <a:pt x="1582" y="63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39" name="Freeform 205">
                  <a:extLst>
                    <a:ext uri="{FF2B5EF4-FFF2-40B4-BE49-F238E27FC236}">
                      <a16:creationId xmlns:a16="http://schemas.microsoft.com/office/drawing/2014/main" id="{68D93F1B-9DD9-8C40-A60B-27FBF9D8F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" y="1107"/>
                  <a:ext cx="80" cy="60"/>
                </a:xfrm>
                <a:custGeom>
                  <a:avLst/>
                  <a:gdLst>
                    <a:gd name="T0" fmla="*/ 0 w 1367"/>
                    <a:gd name="T1" fmla="*/ 0 h 991"/>
                    <a:gd name="T2" fmla="*/ 0 w 1367"/>
                    <a:gd name="T3" fmla="*/ 0 h 991"/>
                    <a:gd name="T4" fmla="*/ 0 w 1367"/>
                    <a:gd name="T5" fmla="*/ 0 h 991"/>
                    <a:gd name="T6" fmla="*/ 0 60000 65536"/>
                    <a:gd name="T7" fmla="*/ 0 60000 65536"/>
                    <a:gd name="T8" fmla="*/ 0 60000 65536"/>
                    <a:gd name="T9" fmla="*/ 0 w 1367"/>
                    <a:gd name="T10" fmla="*/ 0 h 991"/>
                    <a:gd name="T11" fmla="*/ 1367 w 1367"/>
                    <a:gd name="T12" fmla="*/ 991 h 99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67" h="991">
                      <a:moveTo>
                        <a:pt x="0" y="802"/>
                      </a:moveTo>
                      <a:lnTo>
                        <a:pt x="1337" y="991"/>
                      </a:lnTo>
                      <a:lnTo>
                        <a:pt x="1367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0" name="Freeform 206">
                  <a:extLst>
                    <a:ext uri="{FF2B5EF4-FFF2-40B4-BE49-F238E27FC236}">
                      <a16:creationId xmlns:a16="http://schemas.microsoft.com/office/drawing/2014/main" id="{DE52B07B-45DA-F64D-B5B2-93F2762D6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912"/>
                  <a:ext cx="321" cy="243"/>
                </a:xfrm>
                <a:custGeom>
                  <a:avLst/>
                  <a:gdLst>
                    <a:gd name="T0" fmla="*/ 1 w 5449"/>
                    <a:gd name="T1" fmla="*/ 1 h 4152"/>
                    <a:gd name="T2" fmla="*/ 1 w 5449"/>
                    <a:gd name="T3" fmla="*/ 1 h 4152"/>
                    <a:gd name="T4" fmla="*/ 0 w 5449"/>
                    <a:gd name="T5" fmla="*/ 0 h 4152"/>
                    <a:gd name="T6" fmla="*/ 0 w 5449"/>
                    <a:gd name="T7" fmla="*/ 0 h 4152"/>
                    <a:gd name="T8" fmla="*/ 1 w 5449"/>
                    <a:gd name="T9" fmla="*/ 1 h 4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449"/>
                    <a:gd name="T16" fmla="*/ 0 h 4152"/>
                    <a:gd name="T17" fmla="*/ 5449 w 5449"/>
                    <a:gd name="T18" fmla="*/ 4152 h 41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449" h="4152">
                      <a:moveTo>
                        <a:pt x="5449" y="3350"/>
                      </a:moveTo>
                      <a:lnTo>
                        <a:pt x="4082" y="4152"/>
                      </a:lnTo>
                      <a:lnTo>
                        <a:pt x="0" y="32"/>
                      </a:lnTo>
                      <a:lnTo>
                        <a:pt x="2128" y="0"/>
                      </a:lnTo>
                      <a:lnTo>
                        <a:pt x="5449" y="33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1" name="Line 207">
                  <a:extLst>
                    <a:ext uri="{FF2B5EF4-FFF2-40B4-BE49-F238E27FC236}">
                      <a16:creationId xmlns:a16="http://schemas.microsoft.com/office/drawing/2014/main" id="{7C0A0852-A948-B441-9D06-3218944D88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908" y="915"/>
                  <a:ext cx="215" cy="21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2" name="Line 208">
                  <a:extLst>
                    <a:ext uri="{FF2B5EF4-FFF2-40B4-BE49-F238E27FC236}">
                      <a16:creationId xmlns:a16="http://schemas.microsoft.com/office/drawing/2014/main" id="{95975B78-5C11-3346-977E-F1CC1DA38E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47" y="1080"/>
                  <a:ext cx="86" cy="4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3" name="Line 209">
                  <a:extLst>
                    <a:ext uri="{FF2B5EF4-FFF2-40B4-BE49-F238E27FC236}">
                      <a16:creationId xmlns:a16="http://schemas.microsoft.com/office/drawing/2014/main" id="{F9EDC831-DA6E-164F-A722-8DBDA96BDA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012" y="1052"/>
                  <a:ext cx="93" cy="3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4" name="Line 210">
                  <a:extLst>
                    <a:ext uri="{FF2B5EF4-FFF2-40B4-BE49-F238E27FC236}">
                      <a16:creationId xmlns:a16="http://schemas.microsoft.com/office/drawing/2014/main" id="{18F920E0-C6DD-B446-B033-0C616BAD34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77" y="1024"/>
                  <a:ext cx="100" cy="28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5" name="Line 211">
                  <a:extLst>
                    <a:ext uri="{FF2B5EF4-FFF2-40B4-BE49-F238E27FC236}">
                      <a16:creationId xmlns:a16="http://schemas.microsoft.com/office/drawing/2014/main" id="{A7FD0654-350B-D04E-9B1E-99FE223CED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4" y="996"/>
                  <a:ext cx="105" cy="2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6" name="Line 212">
                  <a:extLst>
                    <a:ext uri="{FF2B5EF4-FFF2-40B4-BE49-F238E27FC236}">
                      <a16:creationId xmlns:a16="http://schemas.microsoft.com/office/drawing/2014/main" id="{2E696DAE-8EB4-E042-8FC5-4D1CBABF5D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09" y="968"/>
                  <a:ext cx="114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7" name="Line 213">
                  <a:extLst>
                    <a:ext uri="{FF2B5EF4-FFF2-40B4-BE49-F238E27FC236}">
                      <a16:creationId xmlns:a16="http://schemas.microsoft.com/office/drawing/2014/main" id="{1DBF7AFD-7D2D-5C4F-A85F-CF4021B025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75" y="940"/>
                  <a:ext cx="120" cy="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8" name="Freeform 214">
                  <a:extLst>
                    <a:ext uri="{FF2B5EF4-FFF2-40B4-BE49-F238E27FC236}">
                      <a16:creationId xmlns:a16="http://schemas.microsoft.com/office/drawing/2014/main" id="{24683ECF-76B7-D343-95B9-7271AFEA4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59" y="1262"/>
                  <a:ext cx="57" cy="81"/>
                </a:xfrm>
                <a:custGeom>
                  <a:avLst/>
                  <a:gdLst>
                    <a:gd name="T0" fmla="*/ 0 w 974"/>
                    <a:gd name="T1" fmla="*/ 0 h 1381"/>
                    <a:gd name="T2" fmla="*/ 0 w 974"/>
                    <a:gd name="T3" fmla="*/ 0 h 1381"/>
                    <a:gd name="T4" fmla="*/ 0 w 974"/>
                    <a:gd name="T5" fmla="*/ 0 h 1381"/>
                    <a:gd name="T6" fmla="*/ 0 60000 65536"/>
                    <a:gd name="T7" fmla="*/ 0 60000 65536"/>
                    <a:gd name="T8" fmla="*/ 0 60000 65536"/>
                    <a:gd name="T9" fmla="*/ 0 w 974"/>
                    <a:gd name="T10" fmla="*/ 0 h 1381"/>
                    <a:gd name="T11" fmla="*/ 974 w 974"/>
                    <a:gd name="T12" fmla="*/ 1381 h 13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974" h="1381">
                      <a:moveTo>
                        <a:pt x="189" y="1381"/>
                      </a:moveTo>
                      <a:lnTo>
                        <a:pt x="0" y="38"/>
                      </a:lnTo>
                      <a:lnTo>
                        <a:pt x="974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49" name="Freeform 215">
                  <a:extLst>
                    <a:ext uri="{FF2B5EF4-FFF2-40B4-BE49-F238E27FC236}">
                      <a16:creationId xmlns:a16="http://schemas.microsoft.com/office/drawing/2014/main" id="{9FF07E96-6A0C-7443-AD60-C44DA2C03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1" y="1262"/>
                  <a:ext cx="241" cy="322"/>
                </a:xfrm>
                <a:custGeom>
                  <a:avLst/>
                  <a:gdLst>
                    <a:gd name="T0" fmla="*/ 0 w 4098"/>
                    <a:gd name="T1" fmla="*/ 0 h 5508"/>
                    <a:gd name="T2" fmla="*/ 0 w 4098"/>
                    <a:gd name="T3" fmla="*/ 0 h 5508"/>
                    <a:gd name="T4" fmla="*/ 1 w 4098"/>
                    <a:gd name="T5" fmla="*/ 1 h 5508"/>
                    <a:gd name="T6" fmla="*/ 1 w 4098"/>
                    <a:gd name="T7" fmla="*/ 1 h 5508"/>
                    <a:gd name="T8" fmla="*/ 0 w 4098"/>
                    <a:gd name="T9" fmla="*/ 0 h 55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98"/>
                    <a:gd name="T16" fmla="*/ 0 h 5508"/>
                    <a:gd name="T17" fmla="*/ 4098 w 4098"/>
                    <a:gd name="T18" fmla="*/ 5508 h 55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98" h="5508">
                      <a:moveTo>
                        <a:pt x="785" y="0"/>
                      </a:moveTo>
                      <a:lnTo>
                        <a:pt x="0" y="1381"/>
                      </a:lnTo>
                      <a:lnTo>
                        <a:pt x="4078" y="5508"/>
                      </a:lnTo>
                      <a:lnTo>
                        <a:pt x="4098" y="3350"/>
                      </a:lnTo>
                      <a:lnTo>
                        <a:pt x="785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67676"/>
                    </a:gs>
                    <a:gs pos="50000">
                      <a:srgbClr val="FFFFFF"/>
                    </a:gs>
                    <a:gs pos="100000">
                      <a:srgbClr val="767676"/>
                    </a:gs>
                  </a:gsLst>
                  <a:lin ang="540000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0" name="Line 216">
                  <a:extLst>
                    <a:ext uri="{FF2B5EF4-FFF2-40B4-BE49-F238E27FC236}">
                      <a16:creationId xmlns:a16="http://schemas.microsoft.com/office/drawing/2014/main" id="{D4735C34-07A8-024E-8662-0B53A2172F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96" y="1301"/>
                  <a:ext cx="213" cy="21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1" name="Line 217">
                  <a:extLst>
                    <a:ext uri="{FF2B5EF4-FFF2-40B4-BE49-F238E27FC236}">
                      <a16:creationId xmlns:a16="http://schemas.microsoft.com/office/drawing/2014/main" id="{8D930FE7-686B-4644-B49A-7DAC22673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04" y="1290"/>
                  <a:ext cx="40" cy="88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2" name="Line 218">
                  <a:extLst>
                    <a:ext uri="{FF2B5EF4-FFF2-40B4-BE49-F238E27FC236}">
                      <a16:creationId xmlns:a16="http://schemas.microsoft.com/office/drawing/2014/main" id="{395C113E-5245-7541-A240-8378A59914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39" y="1319"/>
                  <a:ext cx="33" cy="9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3" name="Line 219">
                  <a:extLst>
                    <a:ext uri="{FF2B5EF4-FFF2-40B4-BE49-F238E27FC236}">
                      <a16:creationId xmlns:a16="http://schemas.microsoft.com/office/drawing/2014/main" id="{0D01A361-F996-994F-A798-1806CF593D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372" y="1347"/>
                  <a:ext cx="28" cy="10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4" name="Line 220">
                  <a:extLst>
                    <a:ext uri="{FF2B5EF4-FFF2-40B4-BE49-F238E27FC236}">
                      <a16:creationId xmlns:a16="http://schemas.microsoft.com/office/drawing/2014/main" id="{6F1A4D03-28C4-9948-B7DF-48F910169A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07" y="1373"/>
                  <a:ext cx="21" cy="10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5" name="Line 221">
                  <a:extLst>
                    <a:ext uri="{FF2B5EF4-FFF2-40B4-BE49-F238E27FC236}">
                      <a16:creationId xmlns:a16="http://schemas.microsoft.com/office/drawing/2014/main" id="{5F0D67BA-8C42-624C-AC3E-71116485C4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40" y="1402"/>
                  <a:ext cx="16" cy="11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56" name="Line 222">
                  <a:extLst>
                    <a:ext uri="{FF2B5EF4-FFF2-40B4-BE49-F238E27FC236}">
                      <a16:creationId xmlns:a16="http://schemas.microsoft.com/office/drawing/2014/main" id="{B8D46725-C5A4-5C40-B1BF-3A4CA11ADB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476" y="1430"/>
                  <a:ext cx="8" cy="1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71702" name="Group 223">
                <a:extLst>
                  <a:ext uri="{FF2B5EF4-FFF2-40B4-BE49-F238E27FC236}">
                    <a16:creationId xmlns:a16="http://schemas.microsoft.com/office/drawing/2014/main" id="{55CD9D27-41C9-EA43-A10E-724F32A8C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4" y="97"/>
                <a:ext cx="691" cy="316"/>
                <a:chOff x="1680" y="528"/>
                <a:chExt cx="2016" cy="831"/>
              </a:xfrm>
            </p:grpSpPr>
            <p:sp>
              <p:nvSpPr>
                <p:cNvPr id="71917" name="Rectangle 224">
                  <a:extLst>
                    <a:ext uri="{FF2B5EF4-FFF2-40B4-BE49-F238E27FC236}">
                      <a16:creationId xmlns:a16="http://schemas.microsoft.com/office/drawing/2014/main" id="{2EF14F82-A117-5443-B02A-6E9397BFE2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" y="617"/>
                  <a:ext cx="522" cy="4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18" name="Rectangle 225">
                  <a:extLst>
                    <a:ext uri="{FF2B5EF4-FFF2-40B4-BE49-F238E27FC236}">
                      <a16:creationId xmlns:a16="http://schemas.microsoft.com/office/drawing/2014/main" id="{FDA80DFB-5EC2-EB4B-8C91-A1145900D2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2" y="617"/>
                  <a:ext cx="159" cy="49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19" name="Freeform 226">
                  <a:extLst>
                    <a:ext uri="{FF2B5EF4-FFF2-40B4-BE49-F238E27FC236}">
                      <a16:creationId xmlns:a16="http://schemas.microsoft.com/office/drawing/2014/main" id="{E78F00C0-EED9-7145-8081-8D21D2DDFA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1" y="945"/>
                  <a:ext cx="2015" cy="414"/>
                </a:xfrm>
                <a:custGeom>
                  <a:avLst/>
                  <a:gdLst>
                    <a:gd name="T0" fmla="*/ 56 w 12075"/>
                    <a:gd name="T1" fmla="*/ 8 h 2935"/>
                    <a:gd name="T2" fmla="*/ 0 w 12075"/>
                    <a:gd name="T3" fmla="*/ 8 h 2935"/>
                    <a:gd name="T4" fmla="*/ 0 w 12075"/>
                    <a:gd name="T5" fmla="*/ 3 h 2935"/>
                    <a:gd name="T6" fmla="*/ 24 w 12075"/>
                    <a:gd name="T7" fmla="*/ 3 h 2935"/>
                    <a:gd name="T8" fmla="*/ 24 w 12075"/>
                    <a:gd name="T9" fmla="*/ 0 h 2935"/>
                    <a:gd name="T10" fmla="*/ 56 w 12075"/>
                    <a:gd name="T11" fmla="*/ 0 h 2935"/>
                    <a:gd name="T12" fmla="*/ 56 w 12075"/>
                    <a:gd name="T13" fmla="*/ 8 h 293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075"/>
                    <a:gd name="T22" fmla="*/ 0 h 2935"/>
                    <a:gd name="T23" fmla="*/ 12075 w 12075"/>
                    <a:gd name="T24" fmla="*/ 2935 h 293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075" h="2935">
                      <a:moveTo>
                        <a:pt x="12075" y="2935"/>
                      </a:moveTo>
                      <a:lnTo>
                        <a:pt x="0" y="2935"/>
                      </a:lnTo>
                      <a:lnTo>
                        <a:pt x="0" y="1181"/>
                      </a:lnTo>
                      <a:lnTo>
                        <a:pt x="5234" y="1181"/>
                      </a:lnTo>
                      <a:lnTo>
                        <a:pt x="5234" y="0"/>
                      </a:lnTo>
                      <a:lnTo>
                        <a:pt x="12075" y="0"/>
                      </a:lnTo>
                      <a:lnTo>
                        <a:pt x="12075" y="2935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20" name="Rectangle 227">
                  <a:extLst>
                    <a:ext uri="{FF2B5EF4-FFF2-40B4-BE49-F238E27FC236}">
                      <a16:creationId xmlns:a16="http://schemas.microsoft.com/office/drawing/2014/main" id="{9477B519-F824-DB41-9EFD-4D46260AC1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698"/>
                  <a:ext cx="62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1" name="Rectangle 228">
                  <a:extLst>
                    <a:ext uri="{FF2B5EF4-FFF2-40B4-BE49-F238E27FC236}">
                      <a16:creationId xmlns:a16="http://schemas.microsoft.com/office/drawing/2014/main" id="{7A481D08-72C4-A146-B7CE-5547F1336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5" y="698"/>
                  <a:ext cx="60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2" name="Rectangle 229">
                  <a:extLst>
                    <a:ext uri="{FF2B5EF4-FFF2-40B4-BE49-F238E27FC236}">
                      <a16:creationId xmlns:a16="http://schemas.microsoft.com/office/drawing/2014/main" id="{213851AA-F958-2B42-BFB2-D77BCD95EE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5" y="698"/>
                  <a:ext cx="61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3" name="Rectangle 230">
                  <a:extLst>
                    <a:ext uri="{FF2B5EF4-FFF2-40B4-BE49-F238E27FC236}">
                      <a16:creationId xmlns:a16="http://schemas.microsoft.com/office/drawing/2014/main" id="{28119135-B713-D543-91F9-AB95EF8533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698"/>
                  <a:ext cx="60" cy="215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4" name="Rectangle 231">
                  <a:extLst>
                    <a:ext uri="{FF2B5EF4-FFF2-40B4-BE49-F238E27FC236}">
                      <a16:creationId xmlns:a16="http://schemas.microsoft.com/office/drawing/2014/main" id="{9600F4C4-7A88-FF4B-9962-730ED5A8A4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9" y="913"/>
                  <a:ext cx="951" cy="29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5" name="Rectangle 232">
                  <a:extLst>
                    <a:ext uri="{FF2B5EF4-FFF2-40B4-BE49-F238E27FC236}">
                      <a16:creationId xmlns:a16="http://schemas.microsoft.com/office/drawing/2014/main" id="{66FEC3BC-BCA0-374C-9F92-603EF008FC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5" y="1284"/>
                  <a:ext cx="81" cy="75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6" name="Rectangle 233">
                  <a:extLst>
                    <a:ext uri="{FF2B5EF4-FFF2-40B4-BE49-F238E27FC236}">
                      <a16:creationId xmlns:a16="http://schemas.microsoft.com/office/drawing/2014/main" id="{DBFB05D1-98A5-E14B-8C66-25FFB0B94F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19" y="1115"/>
                  <a:ext cx="380" cy="24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7" name="Rectangle 234">
                  <a:extLst>
                    <a:ext uri="{FF2B5EF4-FFF2-40B4-BE49-F238E27FC236}">
                      <a16:creationId xmlns:a16="http://schemas.microsoft.com/office/drawing/2014/main" id="{DAA49E08-FA5F-9546-BCDE-11383D3851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9" y="1115"/>
                  <a:ext cx="379" cy="24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8" name="Rectangle 235">
                  <a:extLst>
                    <a:ext uri="{FF2B5EF4-FFF2-40B4-BE49-F238E27FC236}">
                      <a16:creationId xmlns:a16="http://schemas.microsoft.com/office/drawing/2014/main" id="{6305F079-3091-3C4B-B989-7CBAE5513B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71" y="980"/>
                  <a:ext cx="477" cy="88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29" name="Rectangle 236">
                  <a:extLst>
                    <a:ext uri="{FF2B5EF4-FFF2-40B4-BE49-F238E27FC236}">
                      <a16:creationId xmlns:a16="http://schemas.microsoft.com/office/drawing/2014/main" id="{12BC460E-D42D-0E44-BFA5-EF3104272B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01" y="980"/>
                  <a:ext cx="477" cy="88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0" name="Rectangle 237">
                  <a:extLst>
                    <a:ext uri="{FF2B5EF4-FFF2-40B4-BE49-F238E27FC236}">
                      <a16:creationId xmlns:a16="http://schemas.microsoft.com/office/drawing/2014/main" id="{5F749B16-9D0E-C848-A0CF-6716D69C14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8" y="1283"/>
                  <a:ext cx="568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1" name="Rectangle 238">
                  <a:extLst>
                    <a:ext uri="{FF2B5EF4-FFF2-40B4-BE49-F238E27FC236}">
                      <a16:creationId xmlns:a16="http://schemas.microsoft.com/office/drawing/2014/main" id="{36F2C6AF-0326-4346-A956-0453D1460C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5" y="1157"/>
                  <a:ext cx="333" cy="9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2" name="Rectangle 239">
                  <a:extLst>
                    <a:ext uri="{FF2B5EF4-FFF2-40B4-BE49-F238E27FC236}">
                      <a16:creationId xmlns:a16="http://schemas.microsoft.com/office/drawing/2014/main" id="{F28827EA-0F3C-2242-9D76-0F89388B7E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157"/>
                  <a:ext cx="333" cy="9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3" name="Freeform 240">
                  <a:extLst>
                    <a:ext uri="{FF2B5EF4-FFF2-40B4-BE49-F238E27FC236}">
                      <a16:creationId xmlns:a16="http://schemas.microsoft.com/office/drawing/2014/main" id="{A8443D16-11AC-1448-9990-2731E5E0C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944"/>
                  <a:ext cx="2015" cy="415"/>
                </a:xfrm>
                <a:custGeom>
                  <a:avLst/>
                  <a:gdLst>
                    <a:gd name="T0" fmla="*/ 56 w 12074"/>
                    <a:gd name="T1" fmla="*/ 8 h 2942"/>
                    <a:gd name="T2" fmla="*/ 56 w 12074"/>
                    <a:gd name="T3" fmla="*/ 0 h 2942"/>
                    <a:gd name="T4" fmla="*/ 24 w 12074"/>
                    <a:gd name="T5" fmla="*/ 0 h 2942"/>
                    <a:gd name="T6" fmla="*/ 24 w 12074"/>
                    <a:gd name="T7" fmla="*/ 3 h 2942"/>
                    <a:gd name="T8" fmla="*/ 0 w 12074"/>
                    <a:gd name="T9" fmla="*/ 3 h 2942"/>
                    <a:gd name="T10" fmla="*/ 0 w 12074"/>
                    <a:gd name="T11" fmla="*/ 8 h 2942"/>
                    <a:gd name="T12" fmla="*/ 56 w 12074"/>
                    <a:gd name="T13" fmla="*/ 8 h 294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074"/>
                    <a:gd name="T22" fmla="*/ 0 h 2942"/>
                    <a:gd name="T23" fmla="*/ 12074 w 12074"/>
                    <a:gd name="T24" fmla="*/ 2942 h 294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074" h="2942">
                      <a:moveTo>
                        <a:pt x="12074" y="2942"/>
                      </a:moveTo>
                      <a:lnTo>
                        <a:pt x="12074" y="0"/>
                      </a:lnTo>
                      <a:lnTo>
                        <a:pt x="5247" y="0"/>
                      </a:lnTo>
                      <a:lnTo>
                        <a:pt x="5247" y="1209"/>
                      </a:lnTo>
                      <a:lnTo>
                        <a:pt x="0" y="1209"/>
                      </a:lnTo>
                      <a:lnTo>
                        <a:pt x="0" y="2942"/>
                      </a:lnTo>
                      <a:lnTo>
                        <a:pt x="12074" y="2942"/>
                      </a:lnTo>
                      <a:close/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34" name="Rectangle 241">
                  <a:extLst>
                    <a:ext uri="{FF2B5EF4-FFF2-40B4-BE49-F238E27FC236}">
                      <a16:creationId xmlns:a16="http://schemas.microsoft.com/office/drawing/2014/main" id="{3F7227AA-A6B7-E74D-88E9-781242FD8F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14" y="1114"/>
                  <a:ext cx="40" cy="24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5" name="Line 242">
                  <a:extLst>
                    <a:ext uri="{FF2B5EF4-FFF2-40B4-BE49-F238E27FC236}">
                      <a16:creationId xmlns:a16="http://schemas.microsoft.com/office/drawing/2014/main" id="{234D1098-2B06-4D4C-98E0-08836F76AA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26" y="944"/>
                  <a:ext cx="1" cy="4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36" name="Rectangle 243">
                  <a:extLst>
                    <a:ext uri="{FF2B5EF4-FFF2-40B4-BE49-F238E27FC236}">
                      <a16:creationId xmlns:a16="http://schemas.microsoft.com/office/drawing/2014/main" id="{3E41FCEB-7327-6E4D-A98A-404A1674A6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03" y="980"/>
                  <a:ext cx="475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37" name="Line 244">
                  <a:extLst>
                    <a:ext uri="{FF2B5EF4-FFF2-40B4-BE49-F238E27FC236}">
                      <a16:creationId xmlns:a16="http://schemas.microsoft.com/office/drawing/2014/main" id="{B000F340-AFD9-6E44-8998-E4A151D30B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51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38" name="Line 245">
                  <a:extLst>
                    <a:ext uri="{FF2B5EF4-FFF2-40B4-BE49-F238E27FC236}">
                      <a16:creationId xmlns:a16="http://schemas.microsoft.com/office/drawing/2014/main" id="{797B25F0-455A-D045-B699-8673193C56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97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39" name="Line 246">
                  <a:extLst>
                    <a:ext uri="{FF2B5EF4-FFF2-40B4-BE49-F238E27FC236}">
                      <a16:creationId xmlns:a16="http://schemas.microsoft.com/office/drawing/2014/main" id="{2BA414FA-30A3-4B4C-8E35-15CF16CD22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0" name="Line 247">
                  <a:extLst>
                    <a:ext uri="{FF2B5EF4-FFF2-40B4-BE49-F238E27FC236}">
                      <a16:creationId xmlns:a16="http://schemas.microsoft.com/office/drawing/2014/main" id="{31632634-2EB2-764A-922E-C5B6FC08CE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92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1" name="Line 248">
                  <a:extLst>
                    <a:ext uri="{FF2B5EF4-FFF2-40B4-BE49-F238E27FC236}">
                      <a16:creationId xmlns:a16="http://schemas.microsoft.com/office/drawing/2014/main" id="{774AACDB-833B-5D46-8EE1-A0E946C62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40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2" name="Line 249">
                  <a:extLst>
                    <a:ext uri="{FF2B5EF4-FFF2-40B4-BE49-F238E27FC236}">
                      <a16:creationId xmlns:a16="http://schemas.microsoft.com/office/drawing/2014/main" id="{7FAAAC1B-7770-3244-8C16-40B03F2163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8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3" name="Line 250">
                  <a:extLst>
                    <a:ext uri="{FF2B5EF4-FFF2-40B4-BE49-F238E27FC236}">
                      <a16:creationId xmlns:a16="http://schemas.microsoft.com/office/drawing/2014/main" id="{0ABE7B72-2FB1-AE4D-BF2F-F78B369D8E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35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4" name="Line 251">
                  <a:extLst>
                    <a:ext uri="{FF2B5EF4-FFF2-40B4-BE49-F238E27FC236}">
                      <a16:creationId xmlns:a16="http://schemas.microsoft.com/office/drawing/2014/main" id="{607B4B8F-4667-6D41-A8BC-03080B71E1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83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5" name="Line 252">
                  <a:extLst>
                    <a:ext uri="{FF2B5EF4-FFF2-40B4-BE49-F238E27FC236}">
                      <a16:creationId xmlns:a16="http://schemas.microsoft.com/office/drawing/2014/main" id="{A0E9474F-B0A3-EC47-9EA4-F96EC373DE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0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6" name="Line 253">
                  <a:extLst>
                    <a:ext uri="{FF2B5EF4-FFF2-40B4-BE49-F238E27FC236}">
                      <a16:creationId xmlns:a16="http://schemas.microsoft.com/office/drawing/2014/main" id="{B3F4A8C0-B642-1940-9370-EE14DFDC4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03" y="1010"/>
                  <a:ext cx="475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7" name="Line 254">
                  <a:extLst>
                    <a:ext uri="{FF2B5EF4-FFF2-40B4-BE49-F238E27FC236}">
                      <a16:creationId xmlns:a16="http://schemas.microsoft.com/office/drawing/2014/main" id="{A3757EFD-7AA5-2E4D-86ED-259C68BB5E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03" y="1039"/>
                  <a:ext cx="475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48" name="Rectangle 255">
                  <a:extLst>
                    <a:ext uri="{FF2B5EF4-FFF2-40B4-BE49-F238E27FC236}">
                      <a16:creationId xmlns:a16="http://schemas.microsoft.com/office/drawing/2014/main" id="{4553CF46-78B6-FD45-B7C5-7839D318F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1" y="1114"/>
                  <a:ext cx="379" cy="24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49" name="Rectangle 256">
                  <a:extLst>
                    <a:ext uri="{FF2B5EF4-FFF2-40B4-BE49-F238E27FC236}">
                      <a16:creationId xmlns:a16="http://schemas.microsoft.com/office/drawing/2014/main" id="{2D0832B2-66F8-BF4B-8521-8AA0498DB9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73" y="980"/>
                  <a:ext cx="474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50" name="Line 257">
                  <a:extLst>
                    <a:ext uri="{FF2B5EF4-FFF2-40B4-BE49-F238E27FC236}">
                      <a16:creationId xmlns:a16="http://schemas.microsoft.com/office/drawing/2014/main" id="{243EE66A-10FC-B148-B6CC-E5A7BF839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21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1" name="Line 258">
                  <a:extLst>
                    <a:ext uri="{FF2B5EF4-FFF2-40B4-BE49-F238E27FC236}">
                      <a16:creationId xmlns:a16="http://schemas.microsoft.com/office/drawing/2014/main" id="{FFFFFDED-E500-D74A-934B-9C58E572B5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67" y="980"/>
                  <a:ext cx="2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2" name="Line 259">
                  <a:extLst>
                    <a:ext uri="{FF2B5EF4-FFF2-40B4-BE49-F238E27FC236}">
                      <a16:creationId xmlns:a16="http://schemas.microsoft.com/office/drawing/2014/main" id="{B05AA72D-CF54-B541-8B87-D48411ECB5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3" name="Line 260">
                  <a:extLst>
                    <a:ext uri="{FF2B5EF4-FFF2-40B4-BE49-F238E27FC236}">
                      <a16:creationId xmlns:a16="http://schemas.microsoft.com/office/drawing/2014/main" id="{68E3A6FC-A450-C146-A755-387F01EEC0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6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4" name="Line 261">
                  <a:extLst>
                    <a:ext uri="{FF2B5EF4-FFF2-40B4-BE49-F238E27FC236}">
                      <a16:creationId xmlns:a16="http://schemas.microsoft.com/office/drawing/2014/main" id="{3A1BF7C2-2E23-0946-9514-87BA20BB41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09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5" name="Line 262">
                  <a:extLst>
                    <a:ext uri="{FF2B5EF4-FFF2-40B4-BE49-F238E27FC236}">
                      <a16:creationId xmlns:a16="http://schemas.microsoft.com/office/drawing/2014/main" id="{98052604-0780-984E-8925-A89ABDB1DE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57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6" name="Line 263">
                  <a:extLst>
                    <a:ext uri="{FF2B5EF4-FFF2-40B4-BE49-F238E27FC236}">
                      <a16:creationId xmlns:a16="http://schemas.microsoft.com/office/drawing/2014/main" id="{24D89997-B7A0-264C-A37E-6DD83F2B08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04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7" name="Line 264">
                  <a:extLst>
                    <a:ext uri="{FF2B5EF4-FFF2-40B4-BE49-F238E27FC236}">
                      <a16:creationId xmlns:a16="http://schemas.microsoft.com/office/drawing/2014/main" id="{2CD4A910-B2B6-1448-B916-ABEC2C26D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2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8" name="Line 265">
                  <a:extLst>
                    <a:ext uri="{FF2B5EF4-FFF2-40B4-BE49-F238E27FC236}">
                      <a16:creationId xmlns:a16="http://schemas.microsoft.com/office/drawing/2014/main" id="{3A037433-DC31-4749-A0CD-A1420E7219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0" y="980"/>
                  <a:ext cx="1" cy="8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59" name="Line 266">
                  <a:extLst>
                    <a:ext uri="{FF2B5EF4-FFF2-40B4-BE49-F238E27FC236}">
                      <a16:creationId xmlns:a16="http://schemas.microsoft.com/office/drawing/2014/main" id="{172D6FCD-5E3A-4C4C-B458-AE166F3AB9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1" y="1010"/>
                  <a:ext cx="4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0" name="Line 267">
                  <a:extLst>
                    <a:ext uri="{FF2B5EF4-FFF2-40B4-BE49-F238E27FC236}">
                      <a16:creationId xmlns:a16="http://schemas.microsoft.com/office/drawing/2014/main" id="{B61F3579-2307-6546-9348-B04B88307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1" y="1039"/>
                  <a:ext cx="4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1" name="Rectangle 268">
                  <a:extLst>
                    <a:ext uri="{FF2B5EF4-FFF2-40B4-BE49-F238E27FC236}">
                      <a16:creationId xmlns:a16="http://schemas.microsoft.com/office/drawing/2014/main" id="{F132A9BE-5C03-0E49-87D7-DF67E73F5A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21" y="1114"/>
                  <a:ext cx="379" cy="24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62" name="Rectangle 269">
                  <a:extLst>
                    <a:ext uri="{FF2B5EF4-FFF2-40B4-BE49-F238E27FC236}">
                      <a16:creationId xmlns:a16="http://schemas.microsoft.com/office/drawing/2014/main" id="{8FEBF633-3588-8D44-848C-9C8A8DAC8C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157"/>
                  <a:ext cx="333" cy="9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63" name="Line 270">
                  <a:extLst>
                    <a:ext uri="{FF2B5EF4-FFF2-40B4-BE49-F238E27FC236}">
                      <a16:creationId xmlns:a16="http://schemas.microsoft.com/office/drawing/2014/main" id="{20E2C25B-47F4-EF4A-871D-D32226F5D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03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4" name="Line 271">
                  <a:extLst>
                    <a:ext uri="{FF2B5EF4-FFF2-40B4-BE49-F238E27FC236}">
                      <a16:creationId xmlns:a16="http://schemas.microsoft.com/office/drawing/2014/main" id="{0B14D1B0-C391-2C43-BF63-ABFADD9FA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8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5" name="Line 272">
                  <a:extLst>
                    <a:ext uri="{FF2B5EF4-FFF2-40B4-BE49-F238E27FC236}">
                      <a16:creationId xmlns:a16="http://schemas.microsoft.com/office/drawing/2014/main" id="{DA282DE2-1568-B045-BB55-18676E3AA4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96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6" name="Line 273">
                  <a:extLst>
                    <a:ext uri="{FF2B5EF4-FFF2-40B4-BE49-F238E27FC236}">
                      <a16:creationId xmlns:a16="http://schemas.microsoft.com/office/drawing/2014/main" id="{A9817078-EDCD-BC49-A2CF-CBD64832FF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44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7" name="Line 274">
                  <a:extLst>
                    <a:ext uri="{FF2B5EF4-FFF2-40B4-BE49-F238E27FC236}">
                      <a16:creationId xmlns:a16="http://schemas.microsoft.com/office/drawing/2014/main" id="{C515CC4C-D7DA-054C-A789-85331CA027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1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8" name="Line 275">
                  <a:extLst>
                    <a:ext uri="{FF2B5EF4-FFF2-40B4-BE49-F238E27FC236}">
                      <a16:creationId xmlns:a16="http://schemas.microsoft.com/office/drawing/2014/main" id="{3368E94C-DB8A-5349-B6C1-DA1795751B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9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69" name="Line 276">
                  <a:extLst>
                    <a:ext uri="{FF2B5EF4-FFF2-40B4-BE49-F238E27FC236}">
                      <a16:creationId xmlns:a16="http://schemas.microsoft.com/office/drawing/2014/main" id="{B45E80F7-3D92-D144-BB58-6158159517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53" y="1187"/>
                  <a:ext cx="333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0" name="Line 277">
                  <a:extLst>
                    <a:ext uri="{FF2B5EF4-FFF2-40B4-BE49-F238E27FC236}">
                      <a16:creationId xmlns:a16="http://schemas.microsoft.com/office/drawing/2014/main" id="{0A26B27D-9634-144C-B451-7563EAF9F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53" y="1218"/>
                  <a:ext cx="3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1" name="Rectangle 278">
                  <a:extLst>
                    <a:ext uri="{FF2B5EF4-FFF2-40B4-BE49-F238E27FC236}">
                      <a16:creationId xmlns:a16="http://schemas.microsoft.com/office/drawing/2014/main" id="{467B76BD-4264-2040-AE19-4E3D6B3601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5" y="1157"/>
                  <a:ext cx="333" cy="9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72" name="Line 279">
                  <a:extLst>
                    <a:ext uri="{FF2B5EF4-FFF2-40B4-BE49-F238E27FC236}">
                      <a16:creationId xmlns:a16="http://schemas.microsoft.com/office/drawing/2014/main" id="{295DA69F-7437-3C4D-8C4E-C31EAA1D42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83" y="1157"/>
                  <a:ext cx="2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3" name="Line 280">
                  <a:extLst>
                    <a:ext uri="{FF2B5EF4-FFF2-40B4-BE49-F238E27FC236}">
                      <a16:creationId xmlns:a16="http://schemas.microsoft.com/office/drawing/2014/main" id="{BF94BC8A-3281-294C-8F20-B1A8512E4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0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4" name="Line 281">
                  <a:extLst>
                    <a:ext uri="{FF2B5EF4-FFF2-40B4-BE49-F238E27FC236}">
                      <a16:creationId xmlns:a16="http://schemas.microsoft.com/office/drawing/2014/main" id="{07D2BD72-7672-5345-8A7E-7C0E666607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77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5" name="Line 282">
                  <a:extLst>
                    <a:ext uri="{FF2B5EF4-FFF2-40B4-BE49-F238E27FC236}">
                      <a16:creationId xmlns:a16="http://schemas.microsoft.com/office/drawing/2014/main" id="{EA802753-4E2C-9145-8086-AE77BA3AE4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25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6" name="Line 283">
                  <a:extLst>
                    <a:ext uri="{FF2B5EF4-FFF2-40B4-BE49-F238E27FC236}">
                      <a16:creationId xmlns:a16="http://schemas.microsoft.com/office/drawing/2014/main" id="{0E08D79E-8CFF-B74A-8767-D90E06E54F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73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7" name="Line 284">
                  <a:extLst>
                    <a:ext uri="{FF2B5EF4-FFF2-40B4-BE49-F238E27FC236}">
                      <a16:creationId xmlns:a16="http://schemas.microsoft.com/office/drawing/2014/main" id="{E408FE71-2701-D941-BB81-3C42387F2D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0" y="1157"/>
                  <a:ext cx="1" cy="9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8" name="Line 285">
                  <a:extLst>
                    <a:ext uri="{FF2B5EF4-FFF2-40B4-BE49-F238E27FC236}">
                      <a16:creationId xmlns:a16="http://schemas.microsoft.com/office/drawing/2014/main" id="{0F381BDB-D6BA-9B4A-8648-28156B8A8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5" y="1187"/>
                  <a:ext cx="333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79" name="Line 286">
                  <a:extLst>
                    <a:ext uri="{FF2B5EF4-FFF2-40B4-BE49-F238E27FC236}">
                      <a16:creationId xmlns:a16="http://schemas.microsoft.com/office/drawing/2014/main" id="{E05CD78A-7D8A-204F-9135-776F905A36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5" y="1218"/>
                  <a:ext cx="3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0" name="Rectangle 287">
                  <a:extLst>
                    <a:ext uri="{FF2B5EF4-FFF2-40B4-BE49-F238E27FC236}">
                      <a16:creationId xmlns:a16="http://schemas.microsoft.com/office/drawing/2014/main" id="{51B74E6B-8EC6-5F42-952A-E6FA0E72AD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5" y="1284"/>
                  <a:ext cx="81" cy="75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81" name="Line 288">
                  <a:extLst>
                    <a:ext uri="{FF2B5EF4-FFF2-40B4-BE49-F238E27FC236}">
                      <a16:creationId xmlns:a16="http://schemas.microsoft.com/office/drawing/2014/main" id="{E62AE27A-F529-744A-978C-BE9B7F546A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95" y="1284"/>
                  <a:ext cx="1" cy="7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2" name="Rectangle 289">
                  <a:extLst>
                    <a:ext uri="{FF2B5EF4-FFF2-40B4-BE49-F238E27FC236}">
                      <a16:creationId xmlns:a16="http://schemas.microsoft.com/office/drawing/2014/main" id="{64F7967E-D758-B14E-AB74-FCDBC3245F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8" y="1284"/>
                  <a:ext cx="568" cy="2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83" name="Line 290">
                  <a:extLst>
                    <a:ext uri="{FF2B5EF4-FFF2-40B4-BE49-F238E27FC236}">
                      <a16:creationId xmlns:a16="http://schemas.microsoft.com/office/drawing/2014/main" id="{53B165CF-8893-E840-8406-9025DAD1DA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44" y="1284"/>
                  <a:ext cx="2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4" name="Line 291">
                  <a:extLst>
                    <a:ext uri="{FF2B5EF4-FFF2-40B4-BE49-F238E27FC236}">
                      <a16:creationId xmlns:a16="http://schemas.microsoft.com/office/drawing/2014/main" id="{2F73B8FC-650E-A942-BC59-051D30C04F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1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5" name="Line 292">
                  <a:extLst>
                    <a:ext uri="{FF2B5EF4-FFF2-40B4-BE49-F238E27FC236}">
                      <a16:creationId xmlns:a16="http://schemas.microsoft.com/office/drawing/2014/main" id="{D718C66E-6642-6A47-933A-D9571C422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9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6" name="Line 293">
                  <a:extLst>
                    <a:ext uri="{FF2B5EF4-FFF2-40B4-BE49-F238E27FC236}">
                      <a16:creationId xmlns:a16="http://schemas.microsoft.com/office/drawing/2014/main" id="{AC50AA6C-27CA-4048-9D48-5C5FF37FFD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6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7" name="Line 294">
                  <a:extLst>
                    <a:ext uri="{FF2B5EF4-FFF2-40B4-BE49-F238E27FC236}">
                      <a16:creationId xmlns:a16="http://schemas.microsoft.com/office/drawing/2014/main" id="{B36D8040-A59A-5045-81D6-ABCB6E2EFA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4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8" name="Line 295">
                  <a:extLst>
                    <a:ext uri="{FF2B5EF4-FFF2-40B4-BE49-F238E27FC236}">
                      <a16:creationId xmlns:a16="http://schemas.microsoft.com/office/drawing/2014/main" id="{1F2F985D-5154-6147-812E-D285A03B32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82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89" name="Line 296">
                  <a:extLst>
                    <a:ext uri="{FF2B5EF4-FFF2-40B4-BE49-F238E27FC236}">
                      <a16:creationId xmlns:a16="http://schemas.microsoft.com/office/drawing/2014/main" id="{092E4A48-4750-C643-936C-8F0D7730F3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29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0" name="Line 297">
                  <a:extLst>
                    <a:ext uri="{FF2B5EF4-FFF2-40B4-BE49-F238E27FC236}">
                      <a16:creationId xmlns:a16="http://schemas.microsoft.com/office/drawing/2014/main" id="{517B879B-AEB0-7845-8814-2E9B6DF224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77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1" name="Line 298">
                  <a:extLst>
                    <a:ext uri="{FF2B5EF4-FFF2-40B4-BE49-F238E27FC236}">
                      <a16:creationId xmlns:a16="http://schemas.microsoft.com/office/drawing/2014/main" id="{E3F4FC27-47DB-894F-B11F-D651459197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25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2" name="Line 299">
                  <a:extLst>
                    <a:ext uri="{FF2B5EF4-FFF2-40B4-BE49-F238E27FC236}">
                      <a16:creationId xmlns:a16="http://schemas.microsoft.com/office/drawing/2014/main" id="{DF2A3345-22C0-9D4F-8A42-14E473932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72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3" name="Line 300">
                  <a:extLst>
                    <a:ext uri="{FF2B5EF4-FFF2-40B4-BE49-F238E27FC236}">
                      <a16:creationId xmlns:a16="http://schemas.microsoft.com/office/drawing/2014/main" id="{5269571E-FD87-1F46-84EA-63B7C888D1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0" y="1284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4" name="Rectangle 301">
                  <a:extLst>
                    <a:ext uri="{FF2B5EF4-FFF2-40B4-BE49-F238E27FC236}">
                      <a16:creationId xmlns:a16="http://schemas.microsoft.com/office/drawing/2014/main" id="{140EC956-88F7-E145-B270-AB198B4F1D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1" y="914"/>
                  <a:ext cx="949" cy="3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95" name="Rectangle 302">
                  <a:extLst>
                    <a:ext uri="{FF2B5EF4-FFF2-40B4-BE49-F238E27FC236}">
                      <a16:creationId xmlns:a16="http://schemas.microsoft.com/office/drawing/2014/main" id="{6E48C2E4-68D5-B94D-9DB6-73EA6FCA51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528"/>
                  <a:ext cx="786" cy="586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996" name="Line 303">
                  <a:extLst>
                    <a:ext uri="{FF2B5EF4-FFF2-40B4-BE49-F238E27FC236}">
                      <a16:creationId xmlns:a16="http://schemas.microsoft.com/office/drawing/2014/main" id="{695FF04F-CDC5-5F4D-A241-2C288AD51B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1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7" name="Line 304">
                  <a:extLst>
                    <a:ext uri="{FF2B5EF4-FFF2-40B4-BE49-F238E27FC236}">
                      <a16:creationId xmlns:a16="http://schemas.microsoft.com/office/drawing/2014/main" id="{9D890FE7-2657-5F43-AECE-9EC6008753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4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8" name="Line 305">
                  <a:extLst>
                    <a:ext uri="{FF2B5EF4-FFF2-40B4-BE49-F238E27FC236}">
                      <a16:creationId xmlns:a16="http://schemas.microsoft.com/office/drawing/2014/main" id="{182C8538-D8CA-014D-A979-72159D38E2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85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99" name="Line 306">
                  <a:extLst>
                    <a:ext uri="{FF2B5EF4-FFF2-40B4-BE49-F238E27FC236}">
                      <a16:creationId xmlns:a16="http://schemas.microsoft.com/office/drawing/2014/main" id="{6B0F4E9B-941D-B246-9A1F-13B7A18335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53" y="528"/>
                  <a:ext cx="1" cy="5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00" name="Line 307">
                  <a:extLst>
                    <a:ext uri="{FF2B5EF4-FFF2-40B4-BE49-F238E27FC236}">
                      <a16:creationId xmlns:a16="http://schemas.microsoft.com/office/drawing/2014/main" id="{2C559051-CD77-C745-9CD7-4F9B0E46F6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68" y="617"/>
                  <a:ext cx="78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01" name="Freeform 308">
                  <a:extLst>
                    <a:ext uri="{FF2B5EF4-FFF2-40B4-BE49-F238E27FC236}">
                      <a16:creationId xmlns:a16="http://schemas.microsoft.com/office/drawing/2014/main" id="{826284C6-FA08-564D-914D-07101DD1A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528"/>
                  <a:ext cx="786" cy="89"/>
                </a:xfrm>
                <a:custGeom>
                  <a:avLst/>
                  <a:gdLst>
                    <a:gd name="T0" fmla="*/ 0 w 4715"/>
                    <a:gd name="T1" fmla="*/ 2 h 632"/>
                    <a:gd name="T2" fmla="*/ 3 w 4715"/>
                    <a:gd name="T3" fmla="*/ 0 h 632"/>
                    <a:gd name="T4" fmla="*/ 7 w 4715"/>
                    <a:gd name="T5" fmla="*/ 2 h 632"/>
                    <a:gd name="T6" fmla="*/ 14 w 4715"/>
                    <a:gd name="T7" fmla="*/ 0 h 632"/>
                    <a:gd name="T8" fmla="*/ 19 w 4715"/>
                    <a:gd name="T9" fmla="*/ 2 h 632"/>
                    <a:gd name="T10" fmla="*/ 22 w 4715"/>
                    <a:gd name="T11" fmla="*/ 0 h 6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15"/>
                    <a:gd name="T19" fmla="*/ 0 h 632"/>
                    <a:gd name="T20" fmla="*/ 4715 w 4715"/>
                    <a:gd name="T21" fmla="*/ 632 h 6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15" h="632">
                      <a:moveTo>
                        <a:pt x="0" y="632"/>
                      </a:moveTo>
                      <a:lnTo>
                        <a:pt x="614" y="0"/>
                      </a:lnTo>
                      <a:lnTo>
                        <a:pt x="1592" y="632"/>
                      </a:lnTo>
                      <a:lnTo>
                        <a:pt x="3093" y="9"/>
                      </a:lnTo>
                      <a:lnTo>
                        <a:pt x="4108" y="632"/>
                      </a:lnTo>
                      <a:lnTo>
                        <a:pt x="4715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02" name="Freeform 309">
                  <a:extLst>
                    <a:ext uri="{FF2B5EF4-FFF2-40B4-BE49-F238E27FC236}">
                      <a16:creationId xmlns:a16="http://schemas.microsoft.com/office/drawing/2014/main" id="{262A2C79-9FAB-ED42-A2F0-CD88E405A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528"/>
                  <a:ext cx="786" cy="89"/>
                </a:xfrm>
                <a:custGeom>
                  <a:avLst/>
                  <a:gdLst>
                    <a:gd name="T0" fmla="*/ 22 w 4715"/>
                    <a:gd name="T1" fmla="*/ 2 h 632"/>
                    <a:gd name="T2" fmla="*/ 19 w 4715"/>
                    <a:gd name="T3" fmla="*/ 0 h 632"/>
                    <a:gd name="T4" fmla="*/ 14 w 4715"/>
                    <a:gd name="T5" fmla="*/ 2 h 632"/>
                    <a:gd name="T6" fmla="*/ 7 w 4715"/>
                    <a:gd name="T7" fmla="*/ 0 h 632"/>
                    <a:gd name="T8" fmla="*/ 3 w 4715"/>
                    <a:gd name="T9" fmla="*/ 2 h 632"/>
                    <a:gd name="T10" fmla="*/ 0 w 4715"/>
                    <a:gd name="T11" fmla="*/ 0 h 6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15"/>
                    <a:gd name="T19" fmla="*/ 0 h 632"/>
                    <a:gd name="T20" fmla="*/ 4715 w 4715"/>
                    <a:gd name="T21" fmla="*/ 632 h 6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15" h="632">
                      <a:moveTo>
                        <a:pt x="4715" y="632"/>
                      </a:moveTo>
                      <a:lnTo>
                        <a:pt x="4108" y="0"/>
                      </a:lnTo>
                      <a:lnTo>
                        <a:pt x="3093" y="632"/>
                      </a:lnTo>
                      <a:lnTo>
                        <a:pt x="1592" y="9"/>
                      </a:lnTo>
                      <a:lnTo>
                        <a:pt x="614" y="63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03" name="Rectangle 310">
                  <a:extLst>
                    <a:ext uri="{FF2B5EF4-FFF2-40B4-BE49-F238E27FC236}">
                      <a16:creationId xmlns:a16="http://schemas.microsoft.com/office/drawing/2014/main" id="{17D2668D-966D-414C-8B44-210924F243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14" y="1115"/>
                  <a:ext cx="16" cy="24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4" name="Rectangle 311">
                  <a:extLst>
                    <a:ext uri="{FF2B5EF4-FFF2-40B4-BE49-F238E27FC236}">
                      <a16:creationId xmlns:a16="http://schemas.microsoft.com/office/drawing/2014/main" id="{979F0190-E34B-0245-8D0D-BECACB2992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84" y="1115"/>
                  <a:ext cx="16" cy="24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5" name="Rectangle 312">
                  <a:extLst>
                    <a:ext uri="{FF2B5EF4-FFF2-40B4-BE49-F238E27FC236}">
                      <a16:creationId xmlns:a16="http://schemas.microsoft.com/office/drawing/2014/main" id="{A91ADAEA-1CF4-E944-9324-5A38031DB2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700"/>
                  <a:ext cx="62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6" name="Rectangle 313">
                  <a:extLst>
                    <a:ext uri="{FF2B5EF4-FFF2-40B4-BE49-F238E27FC236}">
                      <a16:creationId xmlns:a16="http://schemas.microsoft.com/office/drawing/2014/main" id="{9B9521BA-28ED-FE4C-8C4E-810184A61C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4" y="700"/>
                  <a:ext cx="61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7" name="Rectangle 314">
                  <a:extLst>
                    <a:ext uri="{FF2B5EF4-FFF2-40B4-BE49-F238E27FC236}">
                      <a16:creationId xmlns:a16="http://schemas.microsoft.com/office/drawing/2014/main" id="{550676FC-DC05-8548-9C37-8B54B785F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5" y="700"/>
                  <a:ext cx="14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8" name="Rectangle 315">
                  <a:extLst>
                    <a:ext uri="{FF2B5EF4-FFF2-40B4-BE49-F238E27FC236}">
                      <a16:creationId xmlns:a16="http://schemas.microsoft.com/office/drawing/2014/main" id="{926922D1-9EC0-E04E-97AB-863D24027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4" y="700"/>
                  <a:ext cx="14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09" name="Rectangle 316">
                  <a:extLst>
                    <a:ext uri="{FF2B5EF4-FFF2-40B4-BE49-F238E27FC236}">
                      <a16:creationId xmlns:a16="http://schemas.microsoft.com/office/drawing/2014/main" id="{6153763E-D254-EB46-B402-DF25498E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4" y="700"/>
                  <a:ext cx="62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10" name="Rectangle 317">
                  <a:extLst>
                    <a:ext uri="{FF2B5EF4-FFF2-40B4-BE49-F238E27FC236}">
                      <a16:creationId xmlns:a16="http://schemas.microsoft.com/office/drawing/2014/main" id="{76581A1E-4604-284C-9DC8-9BDB08B3BB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700"/>
                  <a:ext cx="60" cy="214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11" name="Rectangle 318">
                  <a:extLst>
                    <a:ext uri="{FF2B5EF4-FFF2-40B4-BE49-F238E27FC236}">
                      <a16:creationId xmlns:a16="http://schemas.microsoft.com/office/drawing/2014/main" id="{D1DBF739-A445-5841-9D0B-8FC268299A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5" y="700"/>
                  <a:ext cx="13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12" name="Rectangle 319">
                  <a:extLst>
                    <a:ext uri="{FF2B5EF4-FFF2-40B4-BE49-F238E27FC236}">
                      <a16:creationId xmlns:a16="http://schemas.microsoft.com/office/drawing/2014/main" id="{FD7E59A9-CF44-FB41-91BE-1CFCECAB92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44" y="700"/>
                  <a:ext cx="13" cy="2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13" name="Rectangle 320">
                  <a:extLst>
                    <a:ext uri="{FF2B5EF4-FFF2-40B4-BE49-F238E27FC236}">
                      <a16:creationId xmlns:a16="http://schemas.microsoft.com/office/drawing/2014/main" id="{1B89F4CF-2AE6-7743-82BD-6AF7DA155B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7" y="618"/>
                  <a:ext cx="103" cy="496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2014" name="Line 321">
                  <a:extLst>
                    <a:ext uri="{FF2B5EF4-FFF2-40B4-BE49-F238E27FC236}">
                      <a16:creationId xmlns:a16="http://schemas.microsoft.com/office/drawing/2014/main" id="{C00D294B-762D-CE42-9E24-474BBD4669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15" name="Line 322">
                  <a:extLst>
                    <a:ext uri="{FF2B5EF4-FFF2-40B4-BE49-F238E27FC236}">
                      <a16:creationId xmlns:a16="http://schemas.microsoft.com/office/drawing/2014/main" id="{44007959-C8A9-0C44-8CE4-49A30B8A63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16" name="Line 323">
                  <a:extLst>
                    <a:ext uri="{FF2B5EF4-FFF2-40B4-BE49-F238E27FC236}">
                      <a16:creationId xmlns:a16="http://schemas.microsoft.com/office/drawing/2014/main" id="{6539C5B9-5A27-B14F-AD78-43104BE06A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17" name="Line 324">
                  <a:extLst>
                    <a:ext uri="{FF2B5EF4-FFF2-40B4-BE49-F238E27FC236}">
                      <a16:creationId xmlns:a16="http://schemas.microsoft.com/office/drawing/2014/main" id="{550B2713-795D-8648-A251-8D39D5FECA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45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18" name="Line 325">
                  <a:extLst>
                    <a:ext uri="{FF2B5EF4-FFF2-40B4-BE49-F238E27FC236}">
                      <a16:creationId xmlns:a16="http://schemas.microsoft.com/office/drawing/2014/main" id="{AB2C96A8-E553-9442-BCF1-70EA62E65C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874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19" name="Line 326">
                  <a:extLst>
                    <a:ext uri="{FF2B5EF4-FFF2-40B4-BE49-F238E27FC236}">
                      <a16:creationId xmlns:a16="http://schemas.microsoft.com/office/drawing/2014/main" id="{89DA55BD-9CDD-7D49-B8B2-B4D3A1E251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829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0" name="Line 327">
                  <a:extLst>
                    <a:ext uri="{FF2B5EF4-FFF2-40B4-BE49-F238E27FC236}">
                      <a16:creationId xmlns:a16="http://schemas.microsoft.com/office/drawing/2014/main" id="{B25B8330-7356-504F-B75D-45577A6496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783"/>
                  <a:ext cx="61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1" name="Line 328">
                  <a:extLst>
                    <a:ext uri="{FF2B5EF4-FFF2-40B4-BE49-F238E27FC236}">
                      <a16:creationId xmlns:a16="http://schemas.microsoft.com/office/drawing/2014/main" id="{826AA763-1DA8-1C41-B11A-F826A8033B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4" y="739"/>
                  <a:ext cx="6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2" name="Line 329">
                  <a:extLst>
                    <a:ext uri="{FF2B5EF4-FFF2-40B4-BE49-F238E27FC236}">
                      <a16:creationId xmlns:a16="http://schemas.microsoft.com/office/drawing/2014/main" id="{CDB02ED4-12C8-7B40-82E2-CF2E2A90D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3" name="Line 330">
                  <a:extLst>
                    <a:ext uri="{FF2B5EF4-FFF2-40B4-BE49-F238E27FC236}">
                      <a16:creationId xmlns:a16="http://schemas.microsoft.com/office/drawing/2014/main" id="{A67EEDEC-150F-6A46-9090-A9D4B4F7A3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4" name="Line 331">
                  <a:extLst>
                    <a:ext uri="{FF2B5EF4-FFF2-40B4-BE49-F238E27FC236}">
                      <a16:creationId xmlns:a16="http://schemas.microsoft.com/office/drawing/2014/main" id="{3B6AB701-5483-E842-939C-A5C7C8A5B4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5" name="Line 332">
                  <a:extLst>
                    <a:ext uri="{FF2B5EF4-FFF2-40B4-BE49-F238E27FC236}">
                      <a16:creationId xmlns:a16="http://schemas.microsoft.com/office/drawing/2014/main" id="{117DC10B-0B8C-9049-ABB0-21FD94D866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6" name="Line 333">
                  <a:extLst>
                    <a:ext uri="{FF2B5EF4-FFF2-40B4-BE49-F238E27FC236}">
                      <a16:creationId xmlns:a16="http://schemas.microsoft.com/office/drawing/2014/main" id="{267AF497-3E18-934E-B5E7-04D3EE0611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874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7" name="Line 334">
                  <a:extLst>
                    <a:ext uri="{FF2B5EF4-FFF2-40B4-BE49-F238E27FC236}">
                      <a16:creationId xmlns:a16="http://schemas.microsoft.com/office/drawing/2014/main" id="{61016F96-EF81-F840-A533-BC4C9E849E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82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8" name="Line 335">
                  <a:extLst>
                    <a:ext uri="{FF2B5EF4-FFF2-40B4-BE49-F238E27FC236}">
                      <a16:creationId xmlns:a16="http://schemas.microsoft.com/office/drawing/2014/main" id="{51441E2D-98C5-3F4B-9E9D-62F5E023A9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783"/>
                  <a:ext cx="62" cy="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2029" name="Line 336">
                  <a:extLst>
                    <a:ext uri="{FF2B5EF4-FFF2-40B4-BE49-F238E27FC236}">
                      <a16:creationId xmlns:a16="http://schemas.microsoft.com/office/drawing/2014/main" id="{7366958A-E4C3-EC49-9A9E-204E3F0F2F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42" y="739"/>
                  <a:ext cx="6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71703" name="Group 337">
                <a:extLst>
                  <a:ext uri="{FF2B5EF4-FFF2-40B4-BE49-F238E27FC236}">
                    <a16:creationId xmlns:a16="http://schemas.microsoft.com/office/drawing/2014/main" id="{009B969B-AC15-0A45-BDD8-6147D0213E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4" y="491"/>
                <a:ext cx="276" cy="230"/>
                <a:chOff x="960" y="768"/>
                <a:chExt cx="864" cy="720"/>
              </a:xfrm>
            </p:grpSpPr>
            <p:sp>
              <p:nvSpPr>
                <p:cNvPr id="71887" name="Freeform 338">
                  <a:extLst>
                    <a:ext uri="{FF2B5EF4-FFF2-40B4-BE49-F238E27FC236}">
                      <a16:creationId xmlns:a16="http://schemas.microsoft.com/office/drawing/2014/main" id="{0131863C-0AC4-464F-89CE-737FFDC19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1" y="950"/>
                  <a:ext cx="43" cy="36"/>
                </a:xfrm>
                <a:custGeom>
                  <a:avLst/>
                  <a:gdLst>
                    <a:gd name="T0" fmla="*/ 0 w 627"/>
                    <a:gd name="T1" fmla="*/ 0 h 627"/>
                    <a:gd name="T2" fmla="*/ 0 w 627"/>
                    <a:gd name="T3" fmla="*/ 0 h 627"/>
                    <a:gd name="T4" fmla="*/ 0 w 627"/>
                    <a:gd name="T5" fmla="*/ 0 h 627"/>
                    <a:gd name="T6" fmla="*/ 0 w 627"/>
                    <a:gd name="T7" fmla="*/ 0 h 627"/>
                    <a:gd name="T8" fmla="*/ 0 w 627"/>
                    <a:gd name="T9" fmla="*/ 0 h 627"/>
                    <a:gd name="T10" fmla="*/ 0 w 627"/>
                    <a:gd name="T11" fmla="*/ 0 h 627"/>
                    <a:gd name="T12" fmla="*/ 0 w 627"/>
                    <a:gd name="T13" fmla="*/ 0 h 627"/>
                    <a:gd name="T14" fmla="*/ 0 w 627"/>
                    <a:gd name="T15" fmla="*/ 0 h 627"/>
                    <a:gd name="T16" fmla="*/ 0 w 627"/>
                    <a:gd name="T17" fmla="*/ 0 h 627"/>
                    <a:gd name="T18" fmla="*/ 0 w 627"/>
                    <a:gd name="T19" fmla="*/ 0 h 627"/>
                    <a:gd name="T20" fmla="*/ 0 w 627"/>
                    <a:gd name="T21" fmla="*/ 0 h 627"/>
                    <a:gd name="T22" fmla="*/ 0 w 627"/>
                    <a:gd name="T23" fmla="*/ 0 h 627"/>
                    <a:gd name="T24" fmla="*/ 0 w 627"/>
                    <a:gd name="T25" fmla="*/ 0 h 627"/>
                    <a:gd name="T26" fmla="*/ 0 w 627"/>
                    <a:gd name="T27" fmla="*/ 0 h 627"/>
                    <a:gd name="T28" fmla="*/ 0 w 627"/>
                    <a:gd name="T29" fmla="*/ 0 h 627"/>
                    <a:gd name="T30" fmla="*/ 0 w 627"/>
                    <a:gd name="T31" fmla="*/ 0 h 627"/>
                    <a:gd name="T32" fmla="*/ 0 w 627"/>
                    <a:gd name="T33" fmla="*/ 0 h 627"/>
                    <a:gd name="T34" fmla="*/ 0 w 627"/>
                    <a:gd name="T35" fmla="*/ 0 h 627"/>
                    <a:gd name="T36" fmla="*/ 0 w 627"/>
                    <a:gd name="T37" fmla="*/ 0 h 627"/>
                    <a:gd name="T38" fmla="*/ 0 w 627"/>
                    <a:gd name="T39" fmla="*/ 0 h 627"/>
                    <a:gd name="T40" fmla="*/ 0 w 627"/>
                    <a:gd name="T41" fmla="*/ 0 h 627"/>
                    <a:gd name="T42" fmla="*/ 0 w 627"/>
                    <a:gd name="T43" fmla="*/ 0 h 627"/>
                    <a:gd name="T44" fmla="*/ 0 w 627"/>
                    <a:gd name="T45" fmla="*/ 0 h 627"/>
                    <a:gd name="T46" fmla="*/ 0 w 627"/>
                    <a:gd name="T47" fmla="*/ 0 h 627"/>
                    <a:gd name="T48" fmla="*/ 0 w 627"/>
                    <a:gd name="T49" fmla="*/ 0 h 627"/>
                    <a:gd name="T50" fmla="*/ 0 w 627"/>
                    <a:gd name="T51" fmla="*/ 0 h 627"/>
                    <a:gd name="T52" fmla="*/ 0 w 627"/>
                    <a:gd name="T53" fmla="*/ 0 h 627"/>
                    <a:gd name="T54" fmla="*/ 0 w 627"/>
                    <a:gd name="T55" fmla="*/ 0 h 627"/>
                    <a:gd name="T56" fmla="*/ 0 w 627"/>
                    <a:gd name="T57" fmla="*/ 0 h 627"/>
                    <a:gd name="T58" fmla="*/ 0 w 627"/>
                    <a:gd name="T59" fmla="*/ 0 h 627"/>
                    <a:gd name="T60" fmla="*/ 0 w 627"/>
                    <a:gd name="T61" fmla="*/ 0 h 627"/>
                    <a:gd name="T62" fmla="*/ 0 w 627"/>
                    <a:gd name="T63" fmla="*/ 0 h 627"/>
                    <a:gd name="T64" fmla="*/ 0 w 627"/>
                    <a:gd name="T65" fmla="*/ 0 h 627"/>
                    <a:gd name="T66" fmla="*/ 0 w 627"/>
                    <a:gd name="T67" fmla="*/ 0 h 627"/>
                    <a:gd name="T68" fmla="*/ 0 w 627"/>
                    <a:gd name="T69" fmla="*/ 0 h 627"/>
                    <a:gd name="T70" fmla="*/ 0 w 627"/>
                    <a:gd name="T71" fmla="*/ 0 h 627"/>
                    <a:gd name="T72" fmla="*/ 0 w 627"/>
                    <a:gd name="T73" fmla="*/ 0 h 627"/>
                    <a:gd name="T74" fmla="*/ 0 w 627"/>
                    <a:gd name="T75" fmla="*/ 0 h 627"/>
                    <a:gd name="T76" fmla="*/ 0 w 627"/>
                    <a:gd name="T77" fmla="*/ 0 h 627"/>
                    <a:gd name="T78" fmla="*/ 0 w 627"/>
                    <a:gd name="T79" fmla="*/ 0 h 627"/>
                    <a:gd name="T80" fmla="*/ 0 w 627"/>
                    <a:gd name="T81" fmla="*/ 0 h 627"/>
                    <a:gd name="T82" fmla="*/ 0 w 627"/>
                    <a:gd name="T83" fmla="*/ 0 h 627"/>
                    <a:gd name="T84" fmla="*/ 0 w 627"/>
                    <a:gd name="T85" fmla="*/ 0 h 627"/>
                    <a:gd name="T86" fmla="*/ 0 w 627"/>
                    <a:gd name="T87" fmla="*/ 0 h 627"/>
                    <a:gd name="T88" fmla="*/ 0 w 627"/>
                    <a:gd name="T89" fmla="*/ 0 h 627"/>
                    <a:gd name="T90" fmla="*/ 0 w 627"/>
                    <a:gd name="T91" fmla="*/ 0 h 62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627"/>
                    <a:gd name="T139" fmla="*/ 0 h 627"/>
                    <a:gd name="T140" fmla="*/ 627 w 627"/>
                    <a:gd name="T141" fmla="*/ 627 h 62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627" h="627">
                      <a:moveTo>
                        <a:pt x="627" y="314"/>
                      </a:moveTo>
                      <a:lnTo>
                        <a:pt x="623" y="270"/>
                      </a:lnTo>
                      <a:lnTo>
                        <a:pt x="613" y="227"/>
                      </a:lnTo>
                      <a:lnTo>
                        <a:pt x="599" y="185"/>
                      </a:lnTo>
                      <a:lnTo>
                        <a:pt x="578" y="145"/>
                      </a:lnTo>
                      <a:lnTo>
                        <a:pt x="549" y="110"/>
                      </a:lnTo>
                      <a:lnTo>
                        <a:pt x="520" y="78"/>
                      </a:lnTo>
                      <a:lnTo>
                        <a:pt x="484" y="50"/>
                      </a:lnTo>
                      <a:lnTo>
                        <a:pt x="445" y="30"/>
                      </a:lnTo>
                      <a:lnTo>
                        <a:pt x="403" y="15"/>
                      </a:lnTo>
                      <a:lnTo>
                        <a:pt x="359" y="5"/>
                      </a:lnTo>
                      <a:lnTo>
                        <a:pt x="316" y="0"/>
                      </a:lnTo>
                      <a:lnTo>
                        <a:pt x="270" y="5"/>
                      </a:lnTo>
                      <a:lnTo>
                        <a:pt x="226" y="13"/>
                      </a:lnTo>
                      <a:lnTo>
                        <a:pt x="185" y="29"/>
                      </a:lnTo>
                      <a:lnTo>
                        <a:pt x="145" y="50"/>
                      </a:lnTo>
                      <a:lnTo>
                        <a:pt x="110" y="77"/>
                      </a:lnTo>
                      <a:lnTo>
                        <a:pt x="77" y="108"/>
                      </a:lnTo>
                      <a:lnTo>
                        <a:pt x="52" y="143"/>
                      </a:lnTo>
                      <a:lnTo>
                        <a:pt x="30" y="182"/>
                      </a:lnTo>
                      <a:lnTo>
                        <a:pt x="14" y="223"/>
                      </a:lnTo>
                      <a:lnTo>
                        <a:pt x="4" y="267"/>
                      </a:lnTo>
                      <a:lnTo>
                        <a:pt x="0" y="312"/>
                      </a:lnTo>
                      <a:lnTo>
                        <a:pt x="2" y="355"/>
                      </a:lnTo>
                      <a:lnTo>
                        <a:pt x="12" y="400"/>
                      </a:lnTo>
                      <a:lnTo>
                        <a:pt x="25" y="441"/>
                      </a:lnTo>
                      <a:lnTo>
                        <a:pt x="48" y="480"/>
                      </a:lnTo>
                      <a:lnTo>
                        <a:pt x="73" y="516"/>
                      </a:lnTo>
                      <a:lnTo>
                        <a:pt x="105" y="548"/>
                      </a:lnTo>
                      <a:lnTo>
                        <a:pt x="141" y="575"/>
                      </a:lnTo>
                      <a:lnTo>
                        <a:pt x="178" y="598"/>
                      </a:lnTo>
                      <a:lnTo>
                        <a:pt x="220" y="613"/>
                      </a:lnTo>
                      <a:lnTo>
                        <a:pt x="263" y="623"/>
                      </a:lnTo>
                      <a:lnTo>
                        <a:pt x="308" y="627"/>
                      </a:lnTo>
                      <a:lnTo>
                        <a:pt x="353" y="625"/>
                      </a:lnTo>
                      <a:lnTo>
                        <a:pt x="397" y="615"/>
                      </a:lnTo>
                      <a:lnTo>
                        <a:pt x="438" y="601"/>
                      </a:lnTo>
                      <a:lnTo>
                        <a:pt x="478" y="580"/>
                      </a:lnTo>
                      <a:lnTo>
                        <a:pt x="514" y="553"/>
                      </a:lnTo>
                      <a:lnTo>
                        <a:pt x="546" y="523"/>
                      </a:lnTo>
                      <a:lnTo>
                        <a:pt x="574" y="488"/>
                      </a:lnTo>
                      <a:lnTo>
                        <a:pt x="596" y="448"/>
                      </a:lnTo>
                      <a:lnTo>
                        <a:pt x="613" y="410"/>
                      </a:lnTo>
                      <a:lnTo>
                        <a:pt x="623" y="365"/>
                      </a:lnTo>
                      <a:lnTo>
                        <a:pt x="627" y="320"/>
                      </a:lnTo>
                      <a:lnTo>
                        <a:pt x="627" y="3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8" name="Freeform 339">
                  <a:extLst>
                    <a:ext uri="{FF2B5EF4-FFF2-40B4-BE49-F238E27FC236}">
                      <a16:creationId xmlns:a16="http://schemas.microsoft.com/office/drawing/2014/main" id="{694724FE-ED22-3843-9AFD-D89F3D46B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7" y="1009"/>
                  <a:ext cx="267" cy="477"/>
                </a:xfrm>
                <a:custGeom>
                  <a:avLst/>
                  <a:gdLst>
                    <a:gd name="T0" fmla="*/ 0 w 3881"/>
                    <a:gd name="T1" fmla="*/ 2 h 8487"/>
                    <a:gd name="T2" fmla="*/ 1 w 3881"/>
                    <a:gd name="T3" fmla="*/ 0 h 8487"/>
                    <a:gd name="T4" fmla="*/ 1 w 3881"/>
                    <a:gd name="T5" fmla="*/ 0 h 8487"/>
                    <a:gd name="T6" fmla="*/ 1 w 3881"/>
                    <a:gd name="T7" fmla="*/ 2 h 8487"/>
                    <a:gd name="T8" fmla="*/ 1 w 3881"/>
                    <a:gd name="T9" fmla="*/ 2 h 8487"/>
                    <a:gd name="T10" fmla="*/ 1 w 3881"/>
                    <a:gd name="T11" fmla="*/ 0 h 8487"/>
                    <a:gd name="T12" fmla="*/ 0 w 3881"/>
                    <a:gd name="T13" fmla="*/ 2 h 8487"/>
                    <a:gd name="T14" fmla="*/ 0 w 3881"/>
                    <a:gd name="T15" fmla="*/ 2 h 848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881"/>
                    <a:gd name="T25" fmla="*/ 0 h 8487"/>
                    <a:gd name="T26" fmla="*/ 3881 w 3881"/>
                    <a:gd name="T27" fmla="*/ 8487 h 848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881" h="8487">
                      <a:moveTo>
                        <a:pt x="0" y="8487"/>
                      </a:moveTo>
                      <a:lnTo>
                        <a:pt x="1679" y="0"/>
                      </a:lnTo>
                      <a:lnTo>
                        <a:pt x="2203" y="0"/>
                      </a:lnTo>
                      <a:lnTo>
                        <a:pt x="3881" y="8487"/>
                      </a:lnTo>
                      <a:lnTo>
                        <a:pt x="3391" y="8487"/>
                      </a:lnTo>
                      <a:lnTo>
                        <a:pt x="1958" y="1042"/>
                      </a:lnTo>
                      <a:lnTo>
                        <a:pt x="490" y="8487"/>
                      </a:lnTo>
                      <a:lnTo>
                        <a:pt x="0" y="84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9" name="Freeform 340">
                  <a:extLst>
                    <a:ext uri="{FF2B5EF4-FFF2-40B4-BE49-F238E27FC236}">
                      <a16:creationId xmlns:a16="http://schemas.microsoft.com/office/drawing/2014/main" id="{93379DEF-F605-C444-8ACB-5C259D8DC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281"/>
                  <a:ext cx="197" cy="205"/>
                </a:xfrm>
                <a:custGeom>
                  <a:avLst/>
                  <a:gdLst>
                    <a:gd name="T0" fmla="*/ 0 w 2867"/>
                    <a:gd name="T1" fmla="*/ 0 h 3652"/>
                    <a:gd name="T2" fmla="*/ 0 w 2867"/>
                    <a:gd name="T3" fmla="*/ 0 h 3652"/>
                    <a:gd name="T4" fmla="*/ 1 w 2867"/>
                    <a:gd name="T5" fmla="*/ 0 h 3652"/>
                    <a:gd name="T6" fmla="*/ 1 w 2867"/>
                    <a:gd name="T7" fmla="*/ 0 h 3652"/>
                    <a:gd name="T8" fmla="*/ 1 w 2867"/>
                    <a:gd name="T9" fmla="*/ 0 h 3652"/>
                    <a:gd name="T10" fmla="*/ 1 w 2867"/>
                    <a:gd name="T11" fmla="*/ 1 h 3652"/>
                    <a:gd name="T12" fmla="*/ 1 w 2867"/>
                    <a:gd name="T13" fmla="*/ 1 h 3652"/>
                    <a:gd name="T14" fmla="*/ 0 w 2867"/>
                    <a:gd name="T15" fmla="*/ 0 h 3652"/>
                    <a:gd name="T16" fmla="*/ 0 w 2867"/>
                    <a:gd name="T17" fmla="*/ 1 h 3652"/>
                    <a:gd name="T18" fmla="*/ 0 w 2867"/>
                    <a:gd name="T19" fmla="*/ 1 h 3652"/>
                    <a:gd name="T20" fmla="*/ 0 w 2867"/>
                    <a:gd name="T21" fmla="*/ 0 h 3652"/>
                    <a:gd name="T22" fmla="*/ 0 w 2867"/>
                    <a:gd name="T23" fmla="*/ 0 h 3652"/>
                    <a:gd name="T24" fmla="*/ 0 w 2867"/>
                    <a:gd name="T25" fmla="*/ 0 h 365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867"/>
                    <a:gd name="T40" fmla="*/ 0 h 3652"/>
                    <a:gd name="T41" fmla="*/ 2867 w 2867"/>
                    <a:gd name="T42" fmla="*/ 3652 h 365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867" h="3652">
                      <a:moveTo>
                        <a:pt x="699" y="0"/>
                      </a:moveTo>
                      <a:lnTo>
                        <a:pt x="1468" y="1009"/>
                      </a:lnTo>
                      <a:lnTo>
                        <a:pt x="2237" y="0"/>
                      </a:lnTo>
                      <a:lnTo>
                        <a:pt x="2272" y="382"/>
                      </a:lnTo>
                      <a:lnTo>
                        <a:pt x="1679" y="1288"/>
                      </a:lnTo>
                      <a:lnTo>
                        <a:pt x="2762" y="2817"/>
                      </a:lnTo>
                      <a:lnTo>
                        <a:pt x="2867" y="3513"/>
                      </a:lnTo>
                      <a:lnTo>
                        <a:pt x="1468" y="1601"/>
                      </a:lnTo>
                      <a:lnTo>
                        <a:pt x="0" y="3652"/>
                      </a:lnTo>
                      <a:lnTo>
                        <a:pt x="34" y="3025"/>
                      </a:lnTo>
                      <a:lnTo>
                        <a:pt x="1258" y="1288"/>
                      </a:lnTo>
                      <a:lnTo>
                        <a:pt x="629" y="418"/>
                      </a:lnTo>
                      <a:lnTo>
                        <a:pt x="699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0" name="Freeform 341">
                  <a:extLst>
                    <a:ext uri="{FF2B5EF4-FFF2-40B4-BE49-F238E27FC236}">
                      <a16:creationId xmlns:a16="http://schemas.microsoft.com/office/drawing/2014/main" id="{04ACC1CB-71F8-4943-B33F-77C9D3175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6" y="1263"/>
                  <a:ext cx="112" cy="22"/>
                </a:xfrm>
                <a:custGeom>
                  <a:avLst/>
                  <a:gdLst>
                    <a:gd name="T0" fmla="*/ 0 w 1607"/>
                    <a:gd name="T1" fmla="*/ 0 h 383"/>
                    <a:gd name="T2" fmla="*/ 1 w 1607"/>
                    <a:gd name="T3" fmla="*/ 0 h 383"/>
                    <a:gd name="T4" fmla="*/ 1 w 1607"/>
                    <a:gd name="T5" fmla="*/ 0 h 383"/>
                    <a:gd name="T6" fmla="*/ 0 w 1607"/>
                    <a:gd name="T7" fmla="*/ 0 h 383"/>
                    <a:gd name="T8" fmla="*/ 0 w 1607"/>
                    <a:gd name="T9" fmla="*/ 0 h 3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07"/>
                    <a:gd name="T16" fmla="*/ 0 h 383"/>
                    <a:gd name="T17" fmla="*/ 1607 w 1607"/>
                    <a:gd name="T18" fmla="*/ 383 h 3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07" h="383">
                      <a:moveTo>
                        <a:pt x="34" y="0"/>
                      </a:moveTo>
                      <a:lnTo>
                        <a:pt x="1607" y="0"/>
                      </a:lnTo>
                      <a:lnTo>
                        <a:pt x="1607" y="383"/>
                      </a:lnTo>
                      <a:lnTo>
                        <a:pt x="0" y="383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77777"/>
                    </a:gs>
                    <a:gs pos="50000">
                      <a:srgbClr val="FFFFFF"/>
                    </a:gs>
                    <a:gs pos="100000">
                      <a:srgbClr val="777777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1" name="Freeform 342">
                  <a:extLst>
                    <a:ext uri="{FF2B5EF4-FFF2-40B4-BE49-F238E27FC236}">
                      <a16:creationId xmlns:a16="http://schemas.microsoft.com/office/drawing/2014/main" id="{4B46F752-0E5F-DF41-95A6-B5B5D6D6E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5" y="1005"/>
                  <a:ext cx="274" cy="483"/>
                </a:xfrm>
                <a:custGeom>
                  <a:avLst/>
                  <a:gdLst>
                    <a:gd name="T0" fmla="*/ 0 w 3985"/>
                    <a:gd name="T1" fmla="*/ 2 h 8591"/>
                    <a:gd name="T2" fmla="*/ 1 w 3985"/>
                    <a:gd name="T3" fmla="*/ 0 h 8591"/>
                    <a:gd name="T4" fmla="*/ 1 w 3985"/>
                    <a:gd name="T5" fmla="*/ 0 h 8591"/>
                    <a:gd name="T6" fmla="*/ 1 w 3985"/>
                    <a:gd name="T7" fmla="*/ 2 h 8591"/>
                    <a:gd name="T8" fmla="*/ 1 w 3985"/>
                    <a:gd name="T9" fmla="*/ 2 h 8591"/>
                    <a:gd name="T10" fmla="*/ 1 w 3985"/>
                    <a:gd name="T11" fmla="*/ 0 h 8591"/>
                    <a:gd name="T12" fmla="*/ 1 w 3985"/>
                    <a:gd name="T13" fmla="*/ 0 h 8591"/>
                    <a:gd name="T14" fmla="*/ 0 w 3985"/>
                    <a:gd name="T15" fmla="*/ 2 h 8591"/>
                    <a:gd name="T16" fmla="*/ 0 w 3985"/>
                    <a:gd name="T17" fmla="*/ 2 h 85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985"/>
                    <a:gd name="T28" fmla="*/ 0 h 8591"/>
                    <a:gd name="T29" fmla="*/ 3985 w 3985"/>
                    <a:gd name="T30" fmla="*/ 8591 h 85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985" h="8591">
                      <a:moveTo>
                        <a:pt x="0" y="8591"/>
                      </a:moveTo>
                      <a:lnTo>
                        <a:pt x="1677" y="0"/>
                      </a:lnTo>
                      <a:lnTo>
                        <a:pt x="2272" y="0"/>
                      </a:lnTo>
                      <a:lnTo>
                        <a:pt x="3985" y="8591"/>
                      </a:lnTo>
                      <a:lnTo>
                        <a:pt x="3879" y="8591"/>
                      </a:lnTo>
                      <a:lnTo>
                        <a:pt x="2203" y="103"/>
                      </a:lnTo>
                      <a:lnTo>
                        <a:pt x="1782" y="103"/>
                      </a:lnTo>
                      <a:lnTo>
                        <a:pt x="104" y="8591"/>
                      </a:lnTo>
                      <a:lnTo>
                        <a:pt x="0" y="85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2" name="Freeform 343">
                  <a:extLst>
                    <a:ext uri="{FF2B5EF4-FFF2-40B4-BE49-F238E27FC236}">
                      <a16:creationId xmlns:a16="http://schemas.microsoft.com/office/drawing/2014/main" id="{EBA4E249-F945-F04F-A8CF-11B087DC7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5" y="1056"/>
                  <a:ext cx="274" cy="432"/>
                </a:xfrm>
                <a:custGeom>
                  <a:avLst/>
                  <a:gdLst>
                    <a:gd name="T0" fmla="*/ 0 w 3985"/>
                    <a:gd name="T1" fmla="*/ 1 h 7688"/>
                    <a:gd name="T2" fmla="*/ 0 w 3985"/>
                    <a:gd name="T3" fmla="*/ 1 h 7688"/>
                    <a:gd name="T4" fmla="*/ 1 w 3985"/>
                    <a:gd name="T5" fmla="*/ 0 h 7688"/>
                    <a:gd name="T6" fmla="*/ 1 w 3985"/>
                    <a:gd name="T7" fmla="*/ 1 h 7688"/>
                    <a:gd name="T8" fmla="*/ 1 w 3985"/>
                    <a:gd name="T9" fmla="*/ 1 h 7688"/>
                    <a:gd name="T10" fmla="*/ 1 w 3985"/>
                    <a:gd name="T11" fmla="*/ 1 h 7688"/>
                    <a:gd name="T12" fmla="*/ 1 w 3985"/>
                    <a:gd name="T13" fmla="*/ 1 h 7688"/>
                    <a:gd name="T14" fmla="*/ 1 w 3985"/>
                    <a:gd name="T15" fmla="*/ 0 h 7688"/>
                    <a:gd name="T16" fmla="*/ 0 w 3985"/>
                    <a:gd name="T17" fmla="*/ 1 h 7688"/>
                    <a:gd name="T18" fmla="*/ 0 w 3985"/>
                    <a:gd name="T19" fmla="*/ 1 h 7688"/>
                    <a:gd name="T20" fmla="*/ 0 w 3985"/>
                    <a:gd name="T21" fmla="*/ 1 h 768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985"/>
                    <a:gd name="T34" fmla="*/ 0 h 7688"/>
                    <a:gd name="T35" fmla="*/ 3985 w 3985"/>
                    <a:gd name="T36" fmla="*/ 7688 h 768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985" h="7688">
                      <a:moveTo>
                        <a:pt x="104" y="7583"/>
                      </a:moveTo>
                      <a:lnTo>
                        <a:pt x="488" y="7583"/>
                      </a:lnTo>
                      <a:lnTo>
                        <a:pt x="1992" y="0"/>
                      </a:lnTo>
                      <a:lnTo>
                        <a:pt x="3496" y="7583"/>
                      </a:lnTo>
                      <a:lnTo>
                        <a:pt x="3882" y="7583"/>
                      </a:lnTo>
                      <a:lnTo>
                        <a:pt x="3985" y="7688"/>
                      </a:lnTo>
                      <a:lnTo>
                        <a:pt x="3391" y="7688"/>
                      </a:lnTo>
                      <a:lnTo>
                        <a:pt x="1992" y="521"/>
                      </a:lnTo>
                      <a:lnTo>
                        <a:pt x="594" y="7688"/>
                      </a:lnTo>
                      <a:lnTo>
                        <a:pt x="0" y="7688"/>
                      </a:lnTo>
                      <a:lnTo>
                        <a:pt x="104" y="75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3" name="Freeform 344">
                  <a:extLst>
                    <a:ext uri="{FF2B5EF4-FFF2-40B4-BE49-F238E27FC236}">
                      <a16:creationId xmlns:a16="http://schemas.microsoft.com/office/drawing/2014/main" id="{C401AD5A-5CBB-EB48-88FF-A34195C65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9" y="1281"/>
                  <a:ext cx="104" cy="6"/>
                </a:xfrm>
                <a:custGeom>
                  <a:avLst/>
                  <a:gdLst>
                    <a:gd name="T0" fmla="*/ 0 w 1504"/>
                    <a:gd name="T1" fmla="*/ 0 h 104"/>
                    <a:gd name="T2" fmla="*/ 0 w 1504"/>
                    <a:gd name="T3" fmla="*/ 0 h 104"/>
                    <a:gd name="T4" fmla="*/ 0 w 1504"/>
                    <a:gd name="T5" fmla="*/ 0 h 104"/>
                    <a:gd name="T6" fmla="*/ 0 w 1504"/>
                    <a:gd name="T7" fmla="*/ 0 h 104"/>
                    <a:gd name="T8" fmla="*/ 0 w 150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4"/>
                    <a:gd name="T16" fmla="*/ 0 h 104"/>
                    <a:gd name="T17" fmla="*/ 1504 w 1504"/>
                    <a:gd name="T18" fmla="*/ 104 h 1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4" h="104">
                      <a:moveTo>
                        <a:pt x="0" y="104"/>
                      </a:moveTo>
                      <a:lnTo>
                        <a:pt x="1504" y="104"/>
                      </a:lnTo>
                      <a:lnTo>
                        <a:pt x="1504" y="0"/>
                      </a:lnTo>
                      <a:lnTo>
                        <a:pt x="35" y="0"/>
                      </a:lnTo>
                      <a:lnTo>
                        <a:pt x="0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4" name="Freeform 345">
                  <a:extLst>
                    <a:ext uri="{FF2B5EF4-FFF2-40B4-BE49-F238E27FC236}">
                      <a16:creationId xmlns:a16="http://schemas.microsoft.com/office/drawing/2014/main" id="{6D92D419-B513-5249-B23E-1CE943B01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261"/>
                  <a:ext cx="99" cy="6"/>
                </a:xfrm>
                <a:custGeom>
                  <a:avLst/>
                  <a:gdLst>
                    <a:gd name="T0" fmla="*/ 0 w 1433"/>
                    <a:gd name="T1" fmla="*/ 0 h 103"/>
                    <a:gd name="T2" fmla="*/ 0 w 1433"/>
                    <a:gd name="T3" fmla="*/ 0 h 103"/>
                    <a:gd name="T4" fmla="*/ 0 w 1433"/>
                    <a:gd name="T5" fmla="*/ 0 h 103"/>
                    <a:gd name="T6" fmla="*/ 0 w 1433"/>
                    <a:gd name="T7" fmla="*/ 0 h 103"/>
                    <a:gd name="T8" fmla="*/ 0 w 1433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33"/>
                    <a:gd name="T16" fmla="*/ 0 h 103"/>
                    <a:gd name="T17" fmla="*/ 1433 w 1433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33" h="103">
                      <a:moveTo>
                        <a:pt x="0" y="103"/>
                      </a:moveTo>
                      <a:lnTo>
                        <a:pt x="1433" y="103"/>
                      </a:lnTo>
                      <a:lnTo>
                        <a:pt x="1363" y="0"/>
                      </a:lnTo>
                      <a:lnTo>
                        <a:pt x="70" y="0"/>
                      </a:lnTo>
                      <a:lnTo>
                        <a:pt x="0" y="10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50000">
                      <a:srgbClr val="000000"/>
                    </a:gs>
                    <a:gs pos="100000">
                      <a:srgbClr val="00000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5" name="Freeform 346">
                  <a:extLst>
                    <a:ext uri="{FF2B5EF4-FFF2-40B4-BE49-F238E27FC236}">
                      <a16:creationId xmlns:a16="http://schemas.microsoft.com/office/drawing/2014/main" id="{F5A6D7A6-B248-0649-B543-20DE19B13F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3" y="1365"/>
                  <a:ext cx="200" cy="123"/>
                </a:xfrm>
                <a:custGeom>
                  <a:avLst/>
                  <a:gdLst>
                    <a:gd name="T0" fmla="*/ 0 w 2903"/>
                    <a:gd name="T1" fmla="*/ 0 h 2191"/>
                    <a:gd name="T2" fmla="*/ 1 w 2903"/>
                    <a:gd name="T3" fmla="*/ 0 h 2191"/>
                    <a:gd name="T4" fmla="*/ 1 w 2903"/>
                    <a:gd name="T5" fmla="*/ 0 h 2191"/>
                    <a:gd name="T6" fmla="*/ 0 w 2903"/>
                    <a:gd name="T7" fmla="*/ 0 h 2191"/>
                    <a:gd name="T8" fmla="*/ 0 w 2903"/>
                    <a:gd name="T9" fmla="*/ 0 h 2191"/>
                    <a:gd name="T10" fmla="*/ 0 w 2903"/>
                    <a:gd name="T11" fmla="*/ 0 h 2191"/>
                    <a:gd name="T12" fmla="*/ 0 w 2903"/>
                    <a:gd name="T13" fmla="*/ 0 h 219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2191"/>
                    <a:gd name="T23" fmla="*/ 2903 w 2903"/>
                    <a:gd name="T24" fmla="*/ 2191 h 219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2191">
                      <a:moveTo>
                        <a:pt x="1434" y="174"/>
                      </a:moveTo>
                      <a:lnTo>
                        <a:pt x="2903" y="2191"/>
                      </a:lnTo>
                      <a:lnTo>
                        <a:pt x="2903" y="2017"/>
                      </a:lnTo>
                      <a:lnTo>
                        <a:pt x="1434" y="0"/>
                      </a:lnTo>
                      <a:lnTo>
                        <a:pt x="0" y="2017"/>
                      </a:lnTo>
                      <a:lnTo>
                        <a:pt x="36" y="2191"/>
                      </a:lnTo>
                      <a:lnTo>
                        <a:pt x="1434" y="17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50000">
                      <a:srgbClr val="000000"/>
                    </a:gs>
                    <a:gs pos="100000">
                      <a:srgbClr val="00000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6" name="Freeform 347">
                  <a:extLst>
                    <a:ext uri="{FF2B5EF4-FFF2-40B4-BE49-F238E27FC236}">
                      <a16:creationId xmlns:a16="http://schemas.microsoft.com/office/drawing/2014/main" id="{3AFFB02D-42F9-CA4E-A5CF-2EC8C56C1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4" y="1287"/>
                  <a:ext cx="99" cy="55"/>
                </a:xfrm>
                <a:custGeom>
                  <a:avLst/>
                  <a:gdLst>
                    <a:gd name="T0" fmla="*/ 0 w 1435"/>
                    <a:gd name="T1" fmla="*/ 0 h 974"/>
                    <a:gd name="T2" fmla="*/ 0 w 1435"/>
                    <a:gd name="T3" fmla="*/ 0 h 974"/>
                    <a:gd name="T4" fmla="*/ 0 w 1435"/>
                    <a:gd name="T5" fmla="*/ 0 h 974"/>
                    <a:gd name="T6" fmla="*/ 0 w 1435"/>
                    <a:gd name="T7" fmla="*/ 0 h 974"/>
                    <a:gd name="T8" fmla="*/ 0 w 1435"/>
                    <a:gd name="T9" fmla="*/ 0 h 974"/>
                    <a:gd name="T10" fmla="*/ 0 w 1435"/>
                    <a:gd name="T11" fmla="*/ 0 h 974"/>
                    <a:gd name="T12" fmla="*/ 0 w 1435"/>
                    <a:gd name="T13" fmla="*/ 0 h 97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35"/>
                    <a:gd name="T22" fmla="*/ 0 h 974"/>
                    <a:gd name="T23" fmla="*/ 1435 w 1435"/>
                    <a:gd name="T24" fmla="*/ 974 h 97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35" h="974">
                      <a:moveTo>
                        <a:pt x="0" y="0"/>
                      </a:moveTo>
                      <a:lnTo>
                        <a:pt x="700" y="974"/>
                      </a:lnTo>
                      <a:lnTo>
                        <a:pt x="1435" y="0"/>
                      </a:lnTo>
                      <a:lnTo>
                        <a:pt x="1294" y="0"/>
                      </a:lnTo>
                      <a:lnTo>
                        <a:pt x="700" y="800"/>
                      </a:lnTo>
                      <a:lnTo>
                        <a:pt x="10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7" name="Freeform 348">
                  <a:extLst>
                    <a:ext uri="{FF2B5EF4-FFF2-40B4-BE49-F238E27FC236}">
                      <a16:creationId xmlns:a16="http://schemas.microsoft.com/office/drawing/2014/main" id="{F3C8A04E-3AC2-C944-A376-3D3225F2B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1301"/>
                  <a:ext cx="84" cy="150"/>
                </a:xfrm>
                <a:custGeom>
                  <a:avLst/>
                  <a:gdLst>
                    <a:gd name="T0" fmla="*/ 0 w 1225"/>
                    <a:gd name="T1" fmla="*/ 0 h 2676"/>
                    <a:gd name="T2" fmla="*/ 0 w 1225"/>
                    <a:gd name="T3" fmla="*/ 0 h 2676"/>
                    <a:gd name="T4" fmla="*/ 0 w 1225"/>
                    <a:gd name="T5" fmla="*/ 0 h 2676"/>
                    <a:gd name="T6" fmla="*/ 0 w 1225"/>
                    <a:gd name="T7" fmla="*/ 0 h 2676"/>
                    <a:gd name="T8" fmla="*/ 0 w 1225"/>
                    <a:gd name="T9" fmla="*/ 0 h 2676"/>
                    <a:gd name="T10" fmla="*/ 0 w 1225"/>
                    <a:gd name="T11" fmla="*/ 0 h 2676"/>
                    <a:gd name="T12" fmla="*/ 0 w 1225"/>
                    <a:gd name="T13" fmla="*/ 0 h 267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25"/>
                    <a:gd name="T22" fmla="*/ 0 h 2676"/>
                    <a:gd name="T23" fmla="*/ 1225 w 1225"/>
                    <a:gd name="T24" fmla="*/ 2676 h 267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25" h="2676">
                      <a:moveTo>
                        <a:pt x="0" y="2676"/>
                      </a:moveTo>
                      <a:lnTo>
                        <a:pt x="1225" y="939"/>
                      </a:lnTo>
                      <a:lnTo>
                        <a:pt x="560" y="0"/>
                      </a:lnTo>
                      <a:lnTo>
                        <a:pt x="491" y="69"/>
                      </a:lnTo>
                      <a:lnTo>
                        <a:pt x="1084" y="939"/>
                      </a:lnTo>
                      <a:lnTo>
                        <a:pt x="37" y="2468"/>
                      </a:lnTo>
                      <a:lnTo>
                        <a:pt x="0" y="26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8" name="Freeform 349">
                  <a:extLst>
                    <a:ext uri="{FF2B5EF4-FFF2-40B4-BE49-F238E27FC236}">
                      <a16:creationId xmlns:a16="http://schemas.microsoft.com/office/drawing/2014/main" id="{B7CC580D-6E4A-8F40-969B-839EB9CA4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1301"/>
                  <a:ext cx="84" cy="150"/>
                </a:xfrm>
                <a:custGeom>
                  <a:avLst/>
                  <a:gdLst>
                    <a:gd name="T0" fmla="*/ 0 w 1225"/>
                    <a:gd name="T1" fmla="*/ 0 h 2676"/>
                    <a:gd name="T2" fmla="*/ 0 w 1225"/>
                    <a:gd name="T3" fmla="*/ 0 h 2676"/>
                    <a:gd name="T4" fmla="*/ 0 w 1225"/>
                    <a:gd name="T5" fmla="*/ 0 h 2676"/>
                    <a:gd name="T6" fmla="*/ 0 w 1225"/>
                    <a:gd name="T7" fmla="*/ 0 h 2676"/>
                    <a:gd name="T8" fmla="*/ 0 w 1225"/>
                    <a:gd name="T9" fmla="*/ 0 h 2676"/>
                    <a:gd name="T10" fmla="*/ 0 w 1225"/>
                    <a:gd name="T11" fmla="*/ 0 h 2676"/>
                    <a:gd name="T12" fmla="*/ 0 w 1225"/>
                    <a:gd name="T13" fmla="*/ 0 h 267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25"/>
                    <a:gd name="T22" fmla="*/ 0 h 2676"/>
                    <a:gd name="T23" fmla="*/ 1225 w 1225"/>
                    <a:gd name="T24" fmla="*/ 2676 h 267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25" h="2676">
                      <a:moveTo>
                        <a:pt x="1225" y="2676"/>
                      </a:moveTo>
                      <a:lnTo>
                        <a:pt x="0" y="939"/>
                      </a:lnTo>
                      <a:lnTo>
                        <a:pt x="666" y="0"/>
                      </a:lnTo>
                      <a:lnTo>
                        <a:pt x="734" y="69"/>
                      </a:lnTo>
                      <a:lnTo>
                        <a:pt x="142" y="939"/>
                      </a:lnTo>
                      <a:lnTo>
                        <a:pt x="1189" y="2468"/>
                      </a:lnTo>
                      <a:lnTo>
                        <a:pt x="1225" y="26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99" name="Freeform 350">
                  <a:extLst>
                    <a:ext uri="{FF2B5EF4-FFF2-40B4-BE49-F238E27FC236}">
                      <a16:creationId xmlns:a16="http://schemas.microsoft.com/office/drawing/2014/main" id="{870289B0-EC68-E545-BAED-723924E3F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67"/>
                  <a:ext cx="53" cy="41"/>
                </a:xfrm>
                <a:custGeom>
                  <a:avLst/>
                  <a:gdLst>
                    <a:gd name="T0" fmla="*/ 0 w 770"/>
                    <a:gd name="T1" fmla="*/ 0 h 728"/>
                    <a:gd name="T2" fmla="*/ 0 w 770"/>
                    <a:gd name="T3" fmla="*/ 0 h 728"/>
                    <a:gd name="T4" fmla="*/ 0 w 770"/>
                    <a:gd name="T5" fmla="*/ 0 h 728"/>
                    <a:gd name="T6" fmla="*/ 0 w 770"/>
                    <a:gd name="T7" fmla="*/ 0 h 728"/>
                    <a:gd name="T8" fmla="*/ 0 w 770"/>
                    <a:gd name="T9" fmla="*/ 0 h 728"/>
                    <a:gd name="T10" fmla="*/ 0 w 770"/>
                    <a:gd name="T11" fmla="*/ 0 h 728"/>
                    <a:gd name="T12" fmla="*/ 0 w 770"/>
                    <a:gd name="T13" fmla="*/ 0 h 728"/>
                    <a:gd name="T14" fmla="*/ 0 w 770"/>
                    <a:gd name="T15" fmla="*/ 0 h 728"/>
                    <a:gd name="T16" fmla="*/ 0 w 770"/>
                    <a:gd name="T17" fmla="*/ 0 h 728"/>
                    <a:gd name="T18" fmla="*/ 0 w 770"/>
                    <a:gd name="T19" fmla="*/ 0 h 728"/>
                    <a:gd name="T20" fmla="*/ 0 w 770"/>
                    <a:gd name="T21" fmla="*/ 0 h 728"/>
                    <a:gd name="T22" fmla="*/ 0 w 770"/>
                    <a:gd name="T23" fmla="*/ 0 h 728"/>
                    <a:gd name="T24" fmla="*/ 0 w 770"/>
                    <a:gd name="T25" fmla="*/ 0 h 728"/>
                    <a:gd name="T26" fmla="*/ 0 w 770"/>
                    <a:gd name="T27" fmla="*/ 0 h 728"/>
                    <a:gd name="T28" fmla="*/ 0 w 770"/>
                    <a:gd name="T29" fmla="*/ 0 h 728"/>
                    <a:gd name="T30" fmla="*/ 0 w 770"/>
                    <a:gd name="T31" fmla="*/ 0 h 728"/>
                    <a:gd name="T32" fmla="*/ 0 w 770"/>
                    <a:gd name="T33" fmla="*/ 0 h 728"/>
                    <a:gd name="T34" fmla="*/ 0 w 770"/>
                    <a:gd name="T35" fmla="*/ 0 h 728"/>
                    <a:gd name="T36" fmla="*/ 0 w 770"/>
                    <a:gd name="T37" fmla="*/ 0 h 728"/>
                    <a:gd name="T38" fmla="*/ 0 w 770"/>
                    <a:gd name="T39" fmla="*/ 0 h 728"/>
                    <a:gd name="T40" fmla="*/ 0 w 770"/>
                    <a:gd name="T41" fmla="*/ 0 h 728"/>
                    <a:gd name="T42" fmla="*/ 0 w 770"/>
                    <a:gd name="T43" fmla="*/ 0 h 728"/>
                    <a:gd name="T44" fmla="*/ 0 w 770"/>
                    <a:gd name="T45" fmla="*/ 0 h 728"/>
                    <a:gd name="T46" fmla="*/ 0 w 770"/>
                    <a:gd name="T47" fmla="*/ 0 h 728"/>
                    <a:gd name="T48" fmla="*/ 0 w 770"/>
                    <a:gd name="T49" fmla="*/ 0 h 728"/>
                    <a:gd name="T50" fmla="*/ 0 w 770"/>
                    <a:gd name="T51" fmla="*/ 0 h 728"/>
                    <a:gd name="T52" fmla="*/ 0 w 770"/>
                    <a:gd name="T53" fmla="*/ 0 h 728"/>
                    <a:gd name="T54" fmla="*/ 0 w 770"/>
                    <a:gd name="T55" fmla="*/ 0 h 728"/>
                    <a:gd name="T56" fmla="*/ 0 w 770"/>
                    <a:gd name="T57" fmla="*/ 0 h 728"/>
                    <a:gd name="T58" fmla="*/ 0 w 770"/>
                    <a:gd name="T59" fmla="*/ 0 h 728"/>
                    <a:gd name="T60" fmla="*/ 0 w 770"/>
                    <a:gd name="T61" fmla="*/ 0 h 728"/>
                    <a:gd name="T62" fmla="*/ 0 w 770"/>
                    <a:gd name="T63" fmla="*/ 0 h 728"/>
                    <a:gd name="T64" fmla="*/ 0 w 770"/>
                    <a:gd name="T65" fmla="*/ 0 h 728"/>
                    <a:gd name="T66" fmla="*/ 0 w 770"/>
                    <a:gd name="T67" fmla="*/ 0 h 728"/>
                    <a:gd name="T68" fmla="*/ 0 w 770"/>
                    <a:gd name="T69" fmla="*/ 0 h 728"/>
                    <a:gd name="T70" fmla="*/ 0 w 770"/>
                    <a:gd name="T71" fmla="*/ 0 h 728"/>
                    <a:gd name="T72" fmla="*/ 0 w 770"/>
                    <a:gd name="T73" fmla="*/ 0 h 728"/>
                    <a:gd name="T74" fmla="*/ 0 w 770"/>
                    <a:gd name="T75" fmla="*/ 0 h 728"/>
                    <a:gd name="T76" fmla="*/ 0 w 770"/>
                    <a:gd name="T77" fmla="*/ 0 h 728"/>
                    <a:gd name="T78" fmla="*/ 0 w 770"/>
                    <a:gd name="T79" fmla="*/ 0 h 728"/>
                    <a:gd name="T80" fmla="*/ 0 w 770"/>
                    <a:gd name="T81" fmla="*/ 0 h 728"/>
                    <a:gd name="T82" fmla="*/ 0 w 770"/>
                    <a:gd name="T83" fmla="*/ 0 h 728"/>
                    <a:gd name="T84" fmla="*/ 0 w 770"/>
                    <a:gd name="T85" fmla="*/ 0 h 728"/>
                    <a:gd name="T86" fmla="*/ 0 w 770"/>
                    <a:gd name="T87" fmla="*/ 0 h 728"/>
                    <a:gd name="T88" fmla="*/ 0 w 770"/>
                    <a:gd name="T89" fmla="*/ 0 h 728"/>
                    <a:gd name="T90" fmla="*/ 0 w 770"/>
                    <a:gd name="T91" fmla="*/ 0 h 728"/>
                    <a:gd name="T92" fmla="*/ 0 w 770"/>
                    <a:gd name="T93" fmla="*/ 0 h 728"/>
                    <a:gd name="T94" fmla="*/ 0 w 770"/>
                    <a:gd name="T95" fmla="*/ 0 h 728"/>
                    <a:gd name="T96" fmla="*/ 0 w 770"/>
                    <a:gd name="T97" fmla="*/ 0 h 728"/>
                    <a:gd name="T98" fmla="*/ 0 w 770"/>
                    <a:gd name="T99" fmla="*/ 0 h 728"/>
                    <a:gd name="T100" fmla="*/ 0 w 770"/>
                    <a:gd name="T101" fmla="*/ 0 h 72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770"/>
                    <a:gd name="T154" fmla="*/ 0 h 728"/>
                    <a:gd name="T155" fmla="*/ 770 w 770"/>
                    <a:gd name="T156" fmla="*/ 728 h 728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770" h="728">
                      <a:moveTo>
                        <a:pt x="143" y="0"/>
                      </a:moveTo>
                      <a:lnTo>
                        <a:pt x="143" y="38"/>
                      </a:lnTo>
                      <a:lnTo>
                        <a:pt x="151" y="78"/>
                      </a:lnTo>
                      <a:lnTo>
                        <a:pt x="164" y="115"/>
                      </a:lnTo>
                      <a:lnTo>
                        <a:pt x="183" y="148"/>
                      </a:lnTo>
                      <a:lnTo>
                        <a:pt x="208" y="178"/>
                      </a:lnTo>
                      <a:lnTo>
                        <a:pt x="236" y="206"/>
                      </a:lnTo>
                      <a:lnTo>
                        <a:pt x="269" y="228"/>
                      </a:lnTo>
                      <a:lnTo>
                        <a:pt x="306" y="243"/>
                      </a:lnTo>
                      <a:lnTo>
                        <a:pt x="343" y="253"/>
                      </a:lnTo>
                      <a:lnTo>
                        <a:pt x="383" y="256"/>
                      </a:lnTo>
                      <a:lnTo>
                        <a:pt x="422" y="253"/>
                      </a:lnTo>
                      <a:lnTo>
                        <a:pt x="460" y="246"/>
                      </a:lnTo>
                      <a:lnTo>
                        <a:pt x="497" y="230"/>
                      </a:lnTo>
                      <a:lnTo>
                        <a:pt x="532" y="210"/>
                      </a:lnTo>
                      <a:lnTo>
                        <a:pt x="562" y="185"/>
                      </a:lnTo>
                      <a:lnTo>
                        <a:pt x="585" y="153"/>
                      </a:lnTo>
                      <a:lnTo>
                        <a:pt x="605" y="120"/>
                      </a:lnTo>
                      <a:lnTo>
                        <a:pt x="621" y="83"/>
                      </a:lnTo>
                      <a:lnTo>
                        <a:pt x="629" y="45"/>
                      </a:lnTo>
                      <a:lnTo>
                        <a:pt x="630" y="6"/>
                      </a:lnTo>
                      <a:lnTo>
                        <a:pt x="630" y="0"/>
                      </a:lnTo>
                      <a:lnTo>
                        <a:pt x="770" y="0"/>
                      </a:lnTo>
                      <a:lnTo>
                        <a:pt x="770" y="18"/>
                      </a:lnTo>
                      <a:lnTo>
                        <a:pt x="765" y="68"/>
                      </a:lnTo>
                      <a:lnTo>
                        <a:pt x="754" y="115"/>
                      </a:lnTo>
                      <a:lnTo>
                        <a:pt x="738" y="163"/>
                      </a:lnTo>
                      <a:lnTo>
                        <a:pt x="717" y="206"/>
                      </a:lnTo>
                      <a:lnTo>
                        <a:pt x="688" y="248"/>
                      </a:lnTo>
                      <a:lnTo>
                        <a:pt x="655" y="283"/>
                      </a:lnTo>
                      <a:lnTo>
                        <a:pt x="617" y="317"/>
                      </a:lnTo>
                      <a:lnTo>
                        <a:pt x="575" y="343"/>
                      </a:lnTo>
                      <a:lnTo>
                        <a:pt x="532" y="365"/>
                      </a:lnTo>
                      <a:lnTo>
                        <a:pt x="486" y="383"/>
                      </a:lnTo>
                      <a:lnTo>
                        <a:pt x="440" y="393"/>
                      </a:lnTo>
                      <a:lnTo>
                        <a:pt x="440" y="726"/>
                      </a:lnTo>
                      <a:lnTo>
                        <a:pt x="329" y="728"/>
                      </a:lnTo>
                      <a:lnTo>
                        <a:pt x="329" y="390"/>
                      </a:lnTo>
                      <a:lnTo>
                        <a:pt x="284" y="383"/>
                      </a:lnTo>
                      <a:lnTo>
                        <a:pt x="238" y="365"/>
                      </a:lnTo>
                      <a:lnTo>
                        <a:pt x="194" y="343"/>
                      </a:lnTo>
                      <a:lnTo>
                        <a:pt x="153" y="317"/>
                      </a:lnTo>
                      <a:lnTo>
                        <a:pt x="115" y="283"/>
                      </a:lnTo>
                      <a:lnTo>
                        <a:pt x="81" y="248"/>
                      </a:lnTo>
                      <a:lnTo>
                        <a:pt x="53" y="206"/>
                      </a:lnTo>
                      <a:lnTo>
                        <a:pt x="31" y="163"/>
                      </a:lnTo>
                      <a:lnTo>
                        <a:pt x="16" y="115"/>
                      </a:lnTo>
                      <a:lnTo>
                        <a:pt x="3" y="68"/>
                      </a:ln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0" name="Freeform 351">
                  <a:extLst>
                    <a:ext uri="{FF2B5EF4-FFF2-40B4-BE49-F238E27FC236}">
                      <a16:creationId xmlns:a16="http://schemas.microsoft.com/office/drawing/2014/main" id="{CECFBD90-FCB4-7E41-AD69-4DE7F90CB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47"/>
                  <a:ext cx="53" cy="21"/>
                </a:xfrm>
                <a:custGeom>
                  <a:avLst/>
                  <a:gdLst>
                    <a:gd name="T0" fmla="*/ 0 w 770"/>
                    <a:gd name="T1" fmla="*/ 0 h 382"/>
                    <a:gd name="T2" fmla="*/ 0 w 770"/>
                    <a:gd name="T3" fmla="*/ 0 h 382"/>
                    <a:gd name="T4" fmla="*/ 0 w 770"/>
                    <a:gd name="T5" fmla="*/ 0 h 382"/>
                    <a:gd name="T6" fmla="*/ 0 w 770"/>
                    <a:gd name="T7" fmla="*/ 0 h 382"/>
                    <a:gd name="T8" fmla="*/ 0 w 770"/>
                    <a:gd name="T9" fmla="*/ 0 h 382"/>
                    <a:gd name="T10" fmla="*/ 0 w 770"/>
                    <a:gd name="T11" fmla="*/ 0 h 382"/>
                    <a:gd name="T12" fmla="*/ 0 w 770"/>
                    <a:gd name="T13" fmla="*/ 0 h 382"/>
                    <a:gd name="T14" fmla="*/ 0 w 770"/>
                    <a:gd name="T15" fmla="*/ 0 h 382"/>
                    <a:gd name="T16" fmla="*/ 0 w 770"/>
                    <a:gd name="T17" fmla="*/ 0 h 382"/>
                    <a:gd name="T18" fmla="*/ 0 w 770"/>
                    <a:gd name="T19" fmla="*/ 0 h 382"/>
                    <a:gd name="T20" fmla="*/ 0 w 770"/>
                    <a:gd name="T21" fmla="*/ 0 h 382"/>
                    <a:gd name="T22" fmla="*/ 0 w 770"/>
                    <a:gd name="T23" fmla="*/ 0 h 382"/>
                    <a:gd name="T24" fmla="*/ 0 w 770"/>
                    <a:gd name="T25" fmla="*/ 0 h 382"/>
                    <a:gd name="T26" fmla="*/ 0 w 770"/>
                    <a:gd name="T27" fmla="*/ 0 h 382"/>
                    <a:gd name="T28" fmla="*/ 0 w 770"/>
                    <a:gd name="T29" fmla="*/ 0 h 382"/>
                    <a:gd name="T30" fmla="*/ 0 w 770"/>
                    <a:gd name="T31" fmla="*/ 0 h 382"/>
                    <a:gd name="T32" fmla="*/ 0 w 770"/>
                    <a:gd name="T33" fmla="*/ 0 h 382"/>
                    <a:gd name="T34" fmla="*/ 0 w 770"/>
                    <a:gd name="T35" fmla="*/ 0 h 382"/>
                    <a:gd name="T36" fmla="*/ 0 w 770"/>
                    <a:gd name="T37" fmla="*/ 0 h 382"/>
                    <a:gd name="T38" fmla="*/ 0 w 770"/>
                    <a:gd name="T39" fmla="*/ 0 h 382"/>
                    <a:gd name="T40" fmla="*/ 0 w 770"/>
                    <a:gd name="T41" fmla="*/ 0 h 382"/>
                    <a:gd name="T42" fmla="*/ 0 w 770"/>
                    <a:gd name="T43" fmla="*/ 0 h 382"/>
                    <a:gd name="T44" fmla="*/ 0 w 770"/>
                    <a:gd name="T45" fmla="*/ 0 h 382"/>
                    <a:gd name="T46" fmla="*/ 0 w 770"/>
                    <a:gd name="T47" fmla="*/ 0 h 382"/>
                    <a:gd name="T48" fmla="*/ 0 w 770"/>
                    <a:gd name="T49" fmla="*/ 0 h 382"/>
                    <a:gd name="T50" fmla="*/ 0 w 770"/>
                    <a:gd name="T51" fmla="*/ 0 h 382"/>
                    <a:gd name="T52" fmla="*/ 0 w 770"/>
                    <a:gd name="T53" fmla="*/ 0 h 382"/>
                    <a:gd name="T54" fmla="*/ 0 w 770"/>
                    <a:gd name="T55" fmla="*/ 0 h 382"/>
                    <a:gd name="T56" fmla="*/ 0 w 770"/>
                    <a:gd name="T57" fmla="*/ 0 h 382"/>
                    <a:gd name="T58" fmla="*/ 0 w 770"/>
                    <a:gd name="T59" fmla="*/ 0 h 382"/>
                    <a:gd name="T60" fmla="*/ 0 w 770"/>
                    <a:gd name="T61" fmla="*/ 0 h 382"/>
                    <a:gd name="T62" fmla="*/ 0 w 770"/>
                    <a:gd name="T63" fmla="*/ 0 h 382"/>
                    <a:gd name="T64" fmla="*/ 0 w 770"/>
                    <a:gd name="T65" fmla="*/ 0 h 382"/>
                    <a:gd name="T66" fmla="*/ 0 w 770"/>
                    <a:gd name="T67" fmla="*/ 0 h 382"/>
                    <a:gd name="T68" fmla="*/ 0 w 770"/>
                    <a:gd name="T69" fmla="*/ 0 h 382"/>
                    <a:gd name="T70" fmla="*/ 0 w 770"/>
                    <a:gd name="T71" fmla="*/ 0 h 382"/>
                    <a:gd name="T72" fmla="*/ 0 w 770"/>
                    <a:gd name="T73" fmla="*/ 0 h 382"/>
                    <a:gd name="T74" fmla="*/ 0 w 770"/>
                    <a:gd name="T75" fmla="*/ 0 h 382"/>
                    <a:gd name="T76" fmla="*/ 0 w 770"/>
                    <a:gd name="T77" fmla="*/ 0 h 382"/>
                    <a:gd name="T78" fmla="*/ 0 w 770"/>
                    <a:gd name="T79" fmla="*/ 0 h 382"/>
                    <a:gd name="T80" fmla="*/ 0 w 770"/>
                    <a:gd name="T81" fmla="*/ 0 h 382"/>
                    <a:gd name="T82" fmla="*/ 0 w 770"/>
                    <a:gd name="T83" fmla="*/ 0 h 382"/>
                    <a:gd name="T84" fmla="*/ 0 w 770"/>
                    <a:gd name="T85" fmla="*/ 0 h 382"/>
                    <a:gd name="T86" fmla="*/ 0 w 770"/>
                    <a:gd name="T87" fmla="*/ 0 h 382"/>
                    <a:gd name="T88" fmla="*/ 0 w 770"/>
                    <a:gd name="T89" fmla="*/ 0 h 382"/>
                    <a:gd name="T90" fmla="*/ 0 w 770"/>
                    <a:gd name="T91" fmla="*/ 0 h 382"/>
                    <a:gd name="T92" fmla="*/ 0 w 770"/>
                    <a:gd name="T93" fmla="*/ 0 h 382"/>
                    <a:gd name="T94" fmla="*/ 0 w 770"/>
                    <a:gd name="T95" fmla="*/ 0 h 382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770"/>
                    <a:gd name="T145" fmla="*/ 0 h 382"/>
                    <a:gd name="T146" fmla="*/ 770 w 770"/>
                    <a:gd name="T147" fmla="*/ 382 h 382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770" h="382">
                      <a:moveTo>
                        <a:pt x="0" y="382"/>
                      </a:moveTo>
                      <a:lnTo>
                        <a:pt x="0" y="362"/>
                      </a:lnTo>
                      <a:lnTo>
                        <a:pt x="6" y="313"/>
                      </a:lnTo>
                      <a:lnTo>
                        <a:pt x="18" y="265"/>
                      </a:lnTo>
                      <a:lnTo>
                        <a:pt x="38" y="220"/>
                      </a:lnTo>
                      <a:lnTo>
                        <a:pt x="61" y="175"/>
                      </a:lnTo>
                      <a:lnTo>
                        <a:pt x="89" y="137"/>
                      </a:lnTo>
                      <a:lnTo>
                        <a:pt x="123" y="100"/>
                      </a:lnTo>
                      <a:lnTo>
                        <a:pt x="163" y="70"/>
                      </a:lnTo>
                      <a:lnTo>
                        <a:pt x="204" y="45"/>
                      </a:lnTo>
                      <a:lnTo>
                        <a:pt x="249" y="23"/>
                      </a:lnTo>
                      <a:lnTo>
                        <a:pt x="296" y="10"/>
                      </a:lnTo>
                      <a:lnTo>
                        <a:pt x="344" y="2"/>
                      </a:lnTo>
                      <a:lnTo>
                        <a:pt x="394" y="0"/>
                      </a:lnTo>
                      <a:lnTo>
                        <a:pt x="444" y="4"/>
                      </a:lnTo>
                      <a:lnTo>
                        <a:pt x="492" y="15"/>
                      </a:lnTo>
                      <a:lnTo>
                        <a:pt x="537" y="32"/>
                      </a:lnTo>
                      <a:lnTo>
                        <a:pt x="583" y="53"/>
                      </a:lnTo>
                      <a:lnTo>
                        <a:pt x="622" y="80"/>
                      </a:lnTo>
                      <a:lnTo>
                        <a:pt x="660" y="115"/>
                      </a:lnTo>
                      <a:lnTo>
                        <a:pt x="692" y="152"/>
                      </a:lnTo>
                      <a:lnTo>
                        <a:pt x="720" y="194"/>
                      </a:lnTo>
                      <a:lnTo>
                        <a:pt x="740" y="237"/>
                      </a:lnTo>
                      <a:lnTo>
                        <a:pt x="755" y="285"/>
                      </a:lnTo>
                      <a:lnTo>
                        <a:pt x="765" y="333"/>
                      </a:lnTo>
                      <a:lnTo>
                        <a:pt x="770" y="382"/>
                      </a:lnTo>
                      <a:lnTo>
                        <a:pt x="630" y="382"/>
                      </a:lnTo>
                      <a:lnTo>
                        <a:pt x="627" y="342"/>
                      </a:lnTo>
                      <a:lnTo>
                        <a:pt x="619" y="305"/>
                      </a:lnTo>
                      <a:lnTo>
                        <a:pt x="603" y="269"/>
                      </a:lnTo>
                      <a:lnTo>
                        <a:pt x="581" y="235"/>
                      </a:lnTo>
                      <a:lnTo>
                        <a:pt x="555" y="205"/>
                      </a:lnTo>
                      <a:lnTo>
                        <a:pt x="526" y="182"/>
                      </a:lnTo>
                      <a:lnTo>
                        <a:pt x="492" y="162"/>
                      </a:lnTo>
                      <a:lnTo>
                        <a:pt x="454" y="148"/>
                      </a:lnTo>
                      <a:lnTo>
                        <a:pt x="416" y="140"/>
                      </a:lnTo>
                      <a:lnTo>
                        <a:pt x="377" y="138"/>
                      </a:lnTo>
                      <a:lnTo>
                        <a:pt x="337" y="142"/>
                      </a:lnTo>
                      <a:lnTo>
                        <a:pt x="299" y="154"/>
                      </a:lnTo>
                      <a:lnTo>
                        <a:pt x="264" y="170"/>
                      </a:lnTo>
                      <a:lnTo>
                        <a:pt x="231" y="192"/>
                      </a:lnTo>
                      <a:lnTo>
                        <a:pt x="204" y="220"/>
                      </a:lnTo>
                      <a:lnTo>
                        <a:pt x="181" y="252"/>
                      </a:lnTo>
                      <a:lnTo>
                        <a:pt x="163" y="285"/>
                      </a:lnTo>
                      <a:lnTo>
                        <a:pt x="148" y="323"/>
                      </a:lnTo>
                      <a:lnTo>
                        <a:pt x="143" y="362"/>
                      </a:lnTo>
                      <a:lnTo>
                        <a:pt x="143" y="382"/>
                      </a:lnTo>
                      <a:lnTo>
                        <a:pt x="0" y="3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1" name="Freeform 352">
                  <a:extLst>
                    <a:ext uri="{FF2B5EF4-FFF2-40B4-BE49-F238E27FC236}">
                      <a16:creationId xmlns:a16="http://schemas.microsoft.com/office/drawing/2014/main" id="{EC8E2797-31C3-BD4B-A686-2033DB8986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7" y="938"/>
                  <a:ext cx="19" cy="61"/>
                </a:xfrm>
                <a:custGeom>
                  <a:avLst/>
                  <a:gdLst>
                    <a:gd name="T0" fmla="*/ 0 w 284"/>
                    <a:gd name="T1" fmla="*/ 0 h 1082"/>
                    <a:gd name="T2" fmla="*/ 0 w 284"/>
                    <a:gd name="T3" fmla="*/ 0 h 1082"/>
                    <a:gd name="T4" fmla="*/ 0 w 284"/>
                    <a:gd name="T5" fmla="*/ 0 h 1082"/>
                    <a:gd name="T6" fmla="*/ 0 w 284"/>
                    <a:gd name="T7" fmla="*/ 0 h 1082"/>
                    <a:gd name="T8" fmla="*/ 0 w 284"/>
                    <a:gd name="T9" fmla="*/ 0 h 1082"/>
                    <a:gd name="T10" fmla="*/ 0 w 284"/>
                    <a:gd name="T11" fmla="*/ 0 h 1082"/>
                    <a:gd name="T12" fmla="*/ 0 w 284"/>
                    <a:gd name="T13" fmla="*/ 0 h 1082"/>
                    <a:gd name="T14" fmla="*/ 0 w 284"/>
                    <a:gd name="T15" fmla="*/ 0 h 1082"/>
                    <a:gd name="T16" fmla="*/ 0 w 284"/>
                    <a:gd name="T17" fmla="*/ 0 h 1082"/>
                    <a:gd name="T18" fmla="*/ 0 w 284"/>
                    <a:gd name="T19" fmla="*/ 0 h 1082"/>
                    <a:gd name="T20" fmla="*/ 0 w 284"/>
                    <a:gd name="T21" fmla="*/ 0 h 1082"/>
                    <a:gd name="T22" fmla="*/ 0 w 284"/>
                    <a:gd name="T23" fmla="*/ 0 h 1082"/>
                    <a:gd name="T24" fmla="*/ 0 w 284"/>
                    <a:gd name="T25" fmla="*/ 0 h 1082"/>
                    <a:gd name="T26" fmla="*/ 0 w 284"/>
                    <a:gd name="T27" fmla="*/ 0 h 1082"/>
                    <a:gd name="T28" fmla="*/ 0 w 284"/>
                    <a:gd name="T29" fmla="*/ 0 h 1082"/>
                    <a:gd name="T30" fmla="*/ 0 w 284"/>
                    <a:gd name="T31" fmla="*/ 0 h 1082"/>
                    <a:gd name="T32" fmla="*/ 0 w 284"/>
                    <a:gd name="T33" fmla="*/ 0 h 1082"/>
                    <a:gd name="T34" fmla="*/ 0 w 284"/>
                    <a:gd name="T35" fmla="*/ 0 h 1082"/>
                    <a:gd name="T36" fmla="*/ 0 w 284"/>
                    <a:gd name="T37" fmla="*/ 0 h 1082"/>
                    <a:gd name="T38" fmla="*/ 0 w 284"/>
                    <a:gd name="T39" fmla="*/ 0 h 1082"/>
                    <a:gd name="T40" fmla="*/ 0 w 284"/>
                    <a:gd name="T41" fmla="*/ 0 h 1082"/>
                    <a:gd name="T42" fmla="*/ 0 w 284"/>
                    <a:gd name="T43" fmla="*/ 0 h 1082"/>
                    <a:gd name="T44" fmla="*/ 0 w 284"/>
                    <a:gd name="T45" fmla="*/ 0 h 1082"/>
                    <a:gd name="T46" fmla="*/ 0 w 284"/>
                    <a:gd name="T47" fmla="*/ 0 h 1082"/>
                    <a:gd name="T48" fmla="*/ 0 w 284"/>
                    <a:gd name="T49" fmla="*/ 0 h 1082"/>
                    <a:gd name="T50" fmla="*/ 0 w 284"/>
                    <a:gd name="T51" fmla="*/ 0 h 1082"/>
                    <a:gd name="T52" fmla="*/ 0 w 284"/>
                    <a:gd name="T53" fmla="*/ 0 h 1082"/>
                    <a:gd name="T54" fmla="*/ 0 w 284"/>
                    <a:gd name="T55" fmla="*/ 0 h 1082"/>
                    <a:gd name="T56" fmla="*/ 0 w 284"/>
                    <a:gd name="T57" fmla="*/ 0 h 1082"/>
                    <a:gd name="T58" fmla="*/ 0 w 284"/>
                    <a:gd name="T59" fmla="*/ 0 h 1082"/>
                    <a:gd name="T60" fmla="*/ 0 w 284"/>
                    <a:gd name="T61" fmla="*/ 0 h 1082"/>
                    <a:gd name="T62" fmla="*/ 0 w 284"/>
                    <a:gd name="T63" fmla="*/ 0 h 108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84"/>
                    <a:gd name="T97" fmla="*/ 0 h 1082"/>
                    <a:gd name="T98" fmla="*/ 284 w 284"/>
                    <a:gd name="T99" fmla="*/ 1082 h 108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84" h="1082">
                      <a:moveTo>
                        <a:pt x="172" y="1082"/>
                      </a:moveTo>
                      <a:lnTo>
                        <a:pt x="131" y="1019"/>
                      </a:lnTo>
                      <a:lnTo>
                        <a:pt x="95" y="951"/>
                      </a:lnTo>
                      <a:lnTo>
                        <a:pt x="64" y="880"/>
                      </a:lnTo>
                      <a:lnTo>
                        <a:pt x="37" y="808"/>
                      </a:lnTo>
                      <a:lnTo>
                        <a:pt x="20" y="733"/>
                      </a:lnTo>
                      <a:lnTo>
                        <a:pt x="6" y="658"/>
                      </a:lnTo>
                      <a:lnTo>
                        <a:pt x="0" y="581"/>
                      </a:lnTo>
                      <a:lnTo>
                        <a:pt x="0" y="503"/>
                      </a:lnTo>
                      <a:lnTo>
                        <a:pt x="6" y="426"/>
                      </a:lnTo>
                      <a:lnTo>
                        <a:pt x="20" y="351"/>
                      </a:lnTo>
                      <a:lnTo>
                        <a:pt x="37" y="275"/>
                      </a:lnTo>
                      <a:lnTo>
                        <a:pt x="64" y="205"/>
                      </a:lnTo>
                      <a:lnTo>
                        <a:pt x="94" y="133"/>
                      </a:lnTo>
                      <a:lnTo>
                        <a:pt x="129" y="65"/>
                      </a:lnTo>
                      <a:lnTo>
                        <a:pt x="172" y="0"/>
                      </a:lnTo>
                      <a:lnTo>
                        <a:pt x="284" y="80"/>
                      </a:lnTo>
                      <a:lnTo>
                        <a:pt x="247" y="138"/>
                      </a:lnTo>
                      <a:lnTo>
                        <a:pt x="214" y="202"/>
                      </a:lnTo>
                      <a:lnTo>
                        <a:pt x="187" y="270"/>
                      </a:lnTo>
                      <a:lnTo>
                        <a:pt x="167" y="338"/>
                      </a:lnTo>
                      <a:lnTo>
                        <a:pt x="151" y="408"/>
                      </a:lnTo>
                      <a:lnTo>
                        <a:pt x="142" y="480"/>
                      </a:lnTo>
                      <a:lnTo>
                        <a:pt x="141" y="551"/>
                      </a:lnTo>
                      <a:lnTo>
                        <a:pt x="145" y="623"/>
                      </a:lnTo>
                      <a:lnTo>
                        <a:pt x="155" y="693"/>
                      </a:lnTo>
                      <a:lnTo>
                        <a:pt x="172" y="763"/>
                      </a:lnTo>
                      <a:lnTo>
                        <a:pt x="195" y="831"/>
                      </a:lnTo>
                      <a:lnTo>
                        <a:pt x="224" y="898"/>
                      </a:lnTo>
                      <a:lnTo>
                        <a:pt x="258" y="959"/>
                      </a:lnTo>
                      <a:lnTo>
                        <a:pt x="284" y="1001"/>
                      </a:lnTo>
                      <a:lnTo>
                        <a:pt x="172" y="10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2" name="Freeform 353">
                  <a:extLst>
                    <a:ext uri="{FF2B5EF4-FFF2-40B4-BE49-F238E27FC236}">
                      <a16:creationId xmlns:a16="http://schemas.microsoft.com/office/drawing/2014/main" id="{5C2188B4-0AAC-F840-938F-93FB3F3A8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8" y="938"/>
                  <a:ext cx="19" cy="61"/>
                </a:xfrm>
                <a:custGeom>
                  <a:avLst/>
                  <a:gdLst>
                    <a:gd name="T0" fmla="*/ 0 w 283"/>
                    <a:gd name="T1" fmla="*/ 0 h 1082"/>
                    <a:gd name="T2" fmla="*/ 0 w 283"/>
                    <a:gd name="T3" fmla="*/ 0 h 1082"/>
                    <a:gd name="T4" fmla="*/ 0 w 283"/>
                    <a:gd name="T5" fmla="*/ 0 h 1082"/>
                    <a:gd name="T6" fmla="*/ 0 w 283"/>
                    <a:gd name="T7" fmla="*/ 0 h 1082"/>
                    <a:gd name="T8" fmla="*/ 0 w 283"/>
                    <a:gd name="T9" fmla="*/ 0 h 1082"/>
                    <a:gd name="T10" fmla="*/ 0 w 283"/>
                    <a:gd name="T11" fmla="*/ 0 h 1082"/>
                    <a:gd name="T12" fmla="*/ 0 w 283"/>
                    <a:gd name="T13" fmla="*/ 0 h 1082"/>
                    <a:gd name="T14" fmla="*/ 0 w 283"/>
                    <a:gd name="T15" fmla="*/ 0 h 1082"/>
                    <a:gd name="T16" fmla="*/ 0 w 283"/>
                    <a:gd name="T17" fmla="*/ 0 h 1082"/>
                    <a:gd name="T18" fmla="*/ 0 w 283"/>
                    <a:gd name="T19" fmla="*/ 0 h 1082"/>
                    <a:gd name="T20" fmla="*/ 0 w 283"/>
                    <a:gd name="T21" fmla="*/ 0 h 1082"/>
                    <a:gd name="T22" fmla="*/ 0 w 283"/>
                    <a:gd name="T23" fmla="*/ 0 h 1082"/>
                    <a:gd name="T24" fmla="*/ 0 w 283"/>
                    <a:gd name="T25" fmla="*/ 0 h 1082"/>
                    <a:gd name="T26" fmla="*/ 0 w 283"/>
                    <a:gd name="T27" fmla="*/ 0 h 1082"/>
                    <a:gd name="T28" fmla="*/ 0 w 283"/>
                    <a:gd name="T29" fmla="*/ 0 h 1082"/>
                    <a:gd name="T30" fmla="*/ 0 w 283"/>
                    <a:gd name="T31" fmla="*/ 0 h 1082"/>
                    <a:gd name="T32" fmla="*/ 0 w 283"/>
                    <a:gd name="T33" fmla="*/ 0 h 1082"/>
                    <a:gd name="T34" fmla="*/ 0 w 283"/>
                    <a:gd name="T35" fmla="*/ 0 h 1082"/>
                    <a:gd name="T36" fmla="*/ 0 w 283"/>
                    <a:gd name="T37" fmla="*/ 0 h 1082"/>
                    <a:gd name="T38" fmla="*/ 0 w 283"/>
                    <a:gd name="T39" fmla="*/ 0 h 1082"/>
                    <a:gd name="T40" fmla="*/ 0 w 283"/>
                    <a:gd name="T41" fmla="*/ 0 h 1082"/>
                    <a:gd name="T42" fmla="*/ 0 w 283"/>
                    <a:gd name="T43" fmla="*/ 0 h 1082"/>
                    <a:gd name="T44" fmla="*/ 0 w 283"/>
                    <a:gd name="T45" fmla="*/ 0 h 1082"/>
                    <a:gd name="T46" fmla="*/ 0 w 283"/>
                    <a:gd name="T47" fmla="*/ 0 h 1082"/>
                    <a:gd name="T48" fmla="*/ 0 w 283"/>
                    <a:gd name="T49" fmla="*/ 0 h 1082"/>
                    <a:gd name="T50" fmla="*/ 0 w 283"/>
                    <a:gd name="T51" fmla="*/ 0 h 1082"/>
                    <a:gd name="T52" fmla="*/ 0 w 283"/>
                    <a:gd name="T53" fmla="*/ 0 h 1082"/>
                    <a:gd name="T54" fmla="*/ 0 w 283"/>
                    <a:gd name="T55" fmla="*/ 0 h 1082"/>
                    <a:gd name="T56" fmla="*/ 0 w 283"/>
                    <a:gd name="T57" fmla="*/ 0 h 1082"/>
                    <a:gd name="T58" fmla="*/ 0 w 283"/>
                    <a:gd name="T59" fmla="*/ 0 h 1082"/>
                    <a:gd name="T60" fmla="*/ 0 w 283"/>
                    <a:gd name="T61" fmla="*/ 0 h 1082"/>
                    <a:gd name="T62" fmla="*/ 0 w 283"/>
                    <a:gd name="T63" fmla="*/ 0 h 108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83"/>
                    <a:gd name="T97" fmla="*/ 0 h 1082"/>
                    <a:gd name="T98" fmla="*/ 283 w 283"/>
                    <a:gd name="T99" fmla="*/ 1082 h 108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83" h="1082">
                      <a:moveTo>
                        <a:pt x="110" y="1082"/>
                      </a:moveTo>
                      <a:lnTo>
                        <a:pt x="153" y="1019"/>
                      </a:lnTo>
                      <a:lnTo>
                        <a:pt x="188" y="952"/>
                      </a:lnTo>
                      <a:lnTo>
                        <a:pt x="220" y="880"/>
                      </a:lnTo>
                      <a:lnTo>
                        <a:pt x="246" y="809"/>
                      </a:lnTo>
                      <a:lnTo>
                        <a:pt x="263" y="734"/>
                      </a:lnTo>
                      <a:lnTo>
                        <a:pt x="278" y="657"/>
                      </a:lnTo>
                      <a:lnTo>
                        <a:pt x="283" y="581"/>
                      </a:lnTo>
                      <a:lnTo>
                        <a:pt x="283" y="504"/>
                      </a:lnTo>
                      <a:lnTo>
                        <a:pt x="278" y="426"/>
                      </a:lnTo>
                      <a:lnTo>
                        <a:pt x="263" y="351"/>
                      </a:lnTo>
                      <a:lnTo>
                        <a:pt x="246" y="276"/>
                      </a:lnTo>
                      <a:lnTo>
                        <a:pt x="220" y="204"/>
                      </a:lnTo>
                      <a:lnTo>
                        <a:pt x="190" y="133"/>
                      </a:lnTo>
                      <a:lnTo>
                        <a:pt x="154" y="66"/>
                      </a:lnTo>
                      <a:lnTo>
                        <a:pt x="110" y="0"/>
                      </a:lnTo>
                      <a:lnTo>
                        <a:pt x="0" y="79"/>
                      </a:lnTo>
                      <a:lnTo>
                        <a:pt x="37" y="139"/>
                      </a:lnTo>
                      <a:lnTo>
                        <a:pt x="68" y="202"/>
                      </a:lnTo>
                      <a:lnTo>
                        <a:pt x="96" y="269"/>
                      </a:lnTo>
                      <a:lnTo>
                        <a:pt x="116" y="339"/>
                      </a:lnTo>
                      <a:lnTo>
                        <a:pt x="133" y="409"/>
                      </a:lnTo>
                      <a:lnTo>
                        <a:pt x="140" y="479"/>
                      </a:lnTo>
                      <a:lnTo>
                        <a:pt x="143" y="551"/>
                      </a:lnTo>
                      <a:lnTo>
                        <a:pt x="138" y="622"/>
                      </a:lnTo>
                      <a:lnTo>
                        <a:pt x="128" y="694"/>
                      </a:lnTo>
                      <a:lnTo>
                        <a:pt x="110" y="762"/>
                      </a:lnTo>
                      <a:lnTo>
                        <a:pt x="88" y="830"/>
                      </a:lnTo>
                      <a:lnTo>
                        <a:pt x="58" y="897"/>
                      </a:lnTo>
                      <a:lnTo>
                        <a:pt x="25" y="959"/>
                      </a:lnTo>
                      <a:lnTo>
                        <a:pt x="0" y="1000"/>
                      </a:lnTo>
                      <a:lnTo>
                        <a:pt x="110" y="10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3" name="Freeform 354">
                  <a:extLst>
                    <a:ext uri="{FF2B5EF4-FFF2-40B4-BE49-F238E27FC236}">
                      <a16:creationId xmlns:a16="http://schemas.microsoft.com/office/drawing/2014/main" id="{C0476513-2FC7-0F4C-A2DE-C2CA7FD50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" y="917"/>
                  <a:ext cx="28" cy="102"/>
                </a:xfrm>
                <a:custGeom>
                  <a:avLst/>
                  <a:gdLst>
                    <a:gd name="T0" fmla="*/ 0 w 407"/>
                    <a:gd name="T1" fmla="*/ 0 h 1832"/>
                    <a:gd name="T2" fmla="*/ 0 w 407"/>
                    <a:gd name="T3" fmla="*/ 0 h 1832"/>
                    <a:gd name="T4" fmla="*/ 0 w 407"/>
                    <a:gd name="T5" fmla="*/ 0 h 1832"/>
                    <a:gd name="T6" fmla="*/ 0 w 407"/>
                    <a:gd name="T7" fmla="*/ 0 h 1832"/>
                    <a:gd name="T8" fmla="*/ 0 w 407"/>
                    <a:gd name="T9" fmla="*/ 0 h 1832"/>
                    <a:gd name="T10" fmla="*/ 0 w 407"/>
                    <a:gd name="T11" fmla="*/ 0 h 1832"/>
                    <a:gd name="T12" fmla="*/ 0 w 407"/>
                    <a:gd name="T13" fmla="*/ 0 h 1832"/>
                    <a:gd name="T14" fmla="*/ 0 w 407"/>
                    <a:gd name="T15" fmla="*/ 0 h 1832"/>
                    <a:gd name="T16" fmla="*/ 0 w 407"/>
                    <a:gd name="T17" fmla="*/ 0 h 1832"/>
                    <a:gd name="T18" fmla="*/ 0 w 407"/>
                    <a:gd name="T19" fmla="*/ 0 h 1832"/>
                    <a:gd name="T20" fmla="*/ 0 w 407"/>
                    <a:gd name="T21" fmla="*/ 0 h 1832"/>
                    <a:gd name="T22" fmla="*/ 0 w 407"/>
                    <a:gd name="T23" fmla="*/ 0 h 1832"/>
                    <a:gd name="T24" fmla="*/ 0 w 407"/>
                    <a:gd name="T25" fmla="*/ 0 h 1832"/>
                    <a:gd name="T26" fmla="*/ 0 w 407"/>
                    <a:gd name="T27" fmla="*/ 0 h 1832"/>
                    <a:gd name="T28" fmla="*/ 0 w 407"/>
                    <a:gd name="T29" fmla="*/ 0 h 1832"/>
                    <a:gd name="T30" fmla="*/ 0 w 407"/>
                    <a:gd name="T31" fmla="*/ 0 h 1832"/>
                    <a:gd name="T32" fmla="*/ 0 w 407"/>
                    <a:gd name="T33" fmla="*/ 0 h 1832"/>
                    <a:gd name="T34" fmla="*/ 0 w 407"/>
                    <a:gd name="T35" fmla="*/ 0 h 1832"/>
                    <a:gd name="T36" fmla="*/ 0 w 407"/>
                    <a:gd name="T37" fmla="*/ 0 h 1832"/>
                    <a:gd name="T38" fmla="*/ 0 w 407"/>
                    <a:gd name="T39" fmla="*/ 0 h 1832"/>
                    <a:gd name="T40" fmla="*/ 0 w 407"/>
                    <a:gd name="T41" fmla="*/ 0 h 1832"/>
                    <a:gd name="T42" fmla="*/ 0 w 407"/>
                    <a:gd name="T43" fmla="*/ 0 h 1832"/>
                    <a:gd name="T44" fmla="*/ 0 w 407"/>
                    <a:gd name="T45" fmla="*/ 0 h 1832"/>
                    <a:gd name="T46" fmla="*/ 0 w 407"/>
                    <a:gd name="T47" fmla="*/ 0 h 1832"/>
                    <a:gd name="T48" fmla="*/ 0 w 407"/>
                    <a:gd name="T49" fmla="*/ 0 h 1832"/>
                    <a:gd name="T50" fmla="*/ 0 w 407"/>
                    <a:gd name="T51" fmla="*/ 0 h 1832"/>
                    <a:gd name="T52" fmla="*/ 0 w 407"/>
                    <a:gd name="T53" fmla="*/ 0 h 1832"/>
                    <a:gd name="T54" fmla="*/ 0 w 407"/>
                    <a:gd name="T55" fmla="*/ 0 h 1832"/>
                    <a:gd name="T56" fmla="*/ 0 w 407"/>
                    <a:gd name="T57" fmla="*/ 0 h 1832"/>
                    <a:gd name="T58" fmla="*/ 0 w 407"/>
                    <a:gd name="T59" fmla="*/ 0 h 1832"/>
                    <a:gd name="T60" fmla="*/ 0 w 407"/>
                    <a:gd name="T61" fmla="*/ 0 h 1832"/>
                    <a:gd name="T62" fmla="*/ 0 w 407"/>
                    <a:gd name="T63" fmla="*/ 0 h 1832"/>
                    <a:gd name="T64" fmla="*/ 0 w 407"/>
                    <a:gd name="T65" fmla="*/ 0 h 1832"/>
                    <a:gd name="T66" fmla="*/ 0 w 407"/>
                    <a:gd name="T67" fmla="*/ 0 h 1832"/>
                    <a:gd name="T68" fmla="*/ 0 w 407"/>
                    <a:gd name="T69" fmla="*/ 0 h 1832"/>
                    <a:gd name="T70" fmla="*/ 0 w 407"/>
                    <a:gd name="T71" fmla="*/ 0 h 1832"/>
                    <a:gd name="T72" fmla="*/ 0 w 407"/>
                    <a:gd name="T73" fmla="*/ 0 h 1832"/>
                    <a:gd name="T74" fmla="*/ 0 w 407"/>
                    <a:gd name="T75" fmla="*/ 0 h 1832"/>
                    <a:gd name="T76" fmla="*/ 0 w 407"/>
                    <a:gd name="T77" fmla="*/ 0 h 1832"/>
                    <a:gd name="T78" fmla="*/ 0 w 407"/>
                    <a:gd name="T79" fmla="*/ 0 h 1832"/>
                    <a:gd name="T80" fmla="*/ 0 w 407"/>
                    <a:gd name="T81" fmla="*/ 0 h 1832"/>
                    <a:gd name="T82" fmla="*/ 0 w 407"/>
                    <a:gd name="T83" fmla="*/ 0 h 183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407"/>
                    <a:gd name="T127" fmla="*/ 0 h 1832"/>
                    <a:gd name="T128" fmla="*/ 407 w 407"/>
                    <a:gd name="T129" fmla="*/ 1832 h 183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407" h="1832">
                      <a:moveTo>
                        <a:pt x="407" y="1752"/>
                      </a:moveTo>
                      <a:lnTo>
                        <a:pt x="371" y="1702"/>
                      </a:lnTo>
                      <a:lnTo>
                        <a:pt x="322" y="1619"/>
                      </a:lnTo>
                      <a:lnTo>
                        <a:pt x="278" y="1534"/>
                      </a:lnTo>
                      <a:lnTo>
                        <a:pt x="241" y="1446"/>
                      </a:lnTo>
                      <a:lnTo>
                        <a:pt x="209" y="1357"/>
                      </a:lnTo>
                      <a:lnTo>
                        <a:pt x="181" y="1264"/>
                      </a:lnTo>
                      <a:lnTo>
                        <a:pt x="161" y="1171"/>
                      </a:lnTo>
                      <a:lnTo>
                        <a:pt x="148" y="1076"/>
                      </a:lnTo>
                      <a:lnTo>
                        <a:pt x="141" y="981"/>
                      </a:lnTo>
                      <a:lnTo>
                        <a:pt x="139" y="886"/>
                      </a:lnTo>
                      <a:lnTo>
                        <a:pt x="145" y="791"/>
                      </a:lnTo>
                      <a:lnTo>
                        <a:pt x="158" y="695"/>
                      </a:lnTo>
                      <a:lnTo>
                        <a:pt x="173" y="601"/>
                      </a:lnTo>
                      <a:lnTo>
                        <a:pt x="199" y="509"/>
                      </a:lnTo>
                      <a:lnTo>
                        <a:pt x="228" y="418"/>
                      </a:lnTo>
                      <a:lnTo>
                        <a:pt x="264" y="328"/>
                      </a:lnTo>
                      <a:lnTo>
                        <a:pt x="306" y="243"/>
                      </a:lnTo>
                      <a:lnTo>
                        <a:pt x="354" y="160"/>
                      </a:lnTo>
                      <a:lnTo>
                        <a:pt x="407" y="81"/>
                      </a:lnTo>
                      <a:lnTo>
                        <a:pt x="286" y="0"/>
                      </a:lnTo>
                      <a:lnTo>
                        <a:pt x="233" y="85"/>
                      </a:lnTo>
                      <a:lnTo>
                        <a:pt x="183" y="172"/>
                      </a:lnTo>
                      <a:lnTo>
                        <a:pt x="139" y="263"/>
                      </a:lnTo>
                      <a:lnTo>
                        <a:pt x="101" y="358"/>
                      </a:lnTo>
                      <a:lnTo>
                        <a:pt x="68" y="453"/>
                      </a:lnTo>
                      <a:lnTo>
                        <a:pt x="42" y="551"/>
                      </a:lnTo>
                      <a:lnTo>
                        <a:pt x="22" y="649"/>
                      </a:lnTo>
                      <a:lnTo>
                        <a:pt x="10" y="751"/>
                      </a:lnTo>
                      <a:lnTo>
                        <a:pt x="3" y="851"/>
                      </a:lnTo>
                      <a:lnTo>
                        <a:pt x="0" y="953"/>
                      </a:lnTo>
                      <a:lnTo>
                        <a:pt x="6" y="1054"/>
                      </a:lnTo>
                      <a:lnTo>
                        <a:pt x="18" y="1153"/>
                      </a:lnTo>
                      <a:lnTo>
                        <a:pt x="36" y="1254"/>
                      </a:lnTo>
                      <a:lnTo>
                        <a:pt x="60" y="1351"/>
                      </a:lnTo>
                      <a:lnTo>
                        <a:pt x="91" y="1449"/>
                      </a:lnTo>
                      <a:lnTo>
                        <a:pt x="128" y="1541"/>
                      </a:lnTo>
                      <a:lnTo>
                        <a:pt x="169" y="1634"/>
                      </a:lnTo>
                      <a:lnTo>
                        <a:pt x="216" y="1724"/>
                      </a:lnTo>
                      <a:lnTo>
                        <a:pt x="271" y="1809"/>
                      </a:lnTo>
                      <a:lnTo>
                        <a:pt x="286" y="1832"/>
                      </a:lnTo>
                      <a:lnTo>
                        <a:pt x="407" y="17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4" name="Freeform 355">
                  <a:extLst>
                    <a:ext uri="{FF2B5EF4-FFF2-40B4-BE49-F238E27FC236}">
                      <a16:creationId xmlns:a16="http://schemas.microsoft.com/office/drawing/2014/main" id="{47F50565-F8B6-3F45-B610-AB5CAB456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5" y="917"/>
                  <a:ext cx="28" cy="103"/>
                </a:xfrm>
                <a:custGeom>
                  <a:avLst/>
                  <a:gdLst>
                    <a:gd name="T0" fmla="*/ 0 w 406"/>
                    <a:gd name="T1" fmla="*/ 0 h 1834"/>
                    <a:gd name="T2" fmla="*/ 0 w 406"/>
                    <a:gd name="T3" fmla="*/ 0 h 1834"/>
                    <a:gd name="T4" fmla="*/ 0 w 406"/>
                    <a:gd name="T5" fmla="*/ 0 h 1834"/>
                    <a:gd name="T6" fmla="*/ 0 w 406"/>
                    <a:gd name="T7" fmla="*/ 0 h 1834"/>
                    <a:gd name="T8" fmla="*/ 0 w 406"/>
                    <a:gd name="T9" fmla="*/ 0 h 1834"/>
                    <a:gd name="T10" fmla="*/ 0 w 406"/>
                    <a:gd name="T11" fmla="*/ 0 h 1834"/>
                    <a:gd name="T12" fmla="*/ 0 w 406"/>
                    <a:gd name="T13" fmla="*/ 0 h 1834"/>
                    <a:gd name="T14" fmla="*/ 0 w 406"/>
                    <a:gd name="T15" fmla="*/ 0 h 1834"/>
                    <a:gd name="T16" fmla="*/ 0 w 406"/>
                    <a:gd name="T17" fmla="*/ 0 h 1834"/>
                    <a:gd name="T18" fmla="*/ 0 w 406"/>
                    <a:gd name="T19" fmla="*/ 0 h 1834"/>
                    <a:gd name="T20" fmla="*/ 0 w 406"/>
                    <a:gd name="T21" fmla="*/ 0 h 1834"/>
                    <a:gd name="T22" fmla="*/ 0 w 406"/>
                    <a:gd name="T23" fmla="*/ 0 h 1834"/>
                    <a:gd name="T24" fmla="*/ 0 w 406"/>
                    <a:gd name="T25" fmla="*/ 0 h 1834"/>
                    <a:gd name="T26" fmla="*/ 0 w 406"/>
                    <a:gd name="T27" fmla="*/ 0 h 1834"/>
                    <a:gd name="T28" fmla="*/ 0 w 406"/>
                    <a:gd name="T29" fmla="*/ 0 h 1834"/>
                    <a:gd name="T30" fmla="*/ 0 w 406"/>
                    <a:gd name="T31" fmla="*/ 0 h 1834"/>
                    <a:gd name="T32" fmla="*/ 0 w 406"/>
                    <a:gd name="T33" fmla="*/ 0 h 1834"/>
                    <a:gd name="T34" fmla="*/ 0 w 406"/>
                    <a:gd name="T35" fmla="*/ 0 h 1834"/>
                    <a:gd name="T36" fmla="*/ 0 w 406"/>
                    <a:gd name="T37" fmla="*/ 0 h 1834"/>
                    <a:gd name="T38" fmla="*/ 0 w 406"/>
                    <a:gd name="T39" fmla="*/ 0 h 1834"/>
                    <a:gd name="T40" fmla="*/ 0 w 406"/>
                    <a:gd name="T41" fmla="*/ 0 h 1834"/>
                    <a:gd name="T42" fmla="*/ 0 w 406"/>
                    <a:gd name="T43" fmla="*/ 0 h 1834"/>
                    <a:gd name="T44" fmla="*/ 0 w 406"/>
                    <a:gd name="T45" fmla="*/ 0 h 1834"/>
                    <a:gd name="T46" fmla="*/ 0 w 406"/>
                    <a:gd name="T47" fmla="*/ 0 h 1834"/>
                    <a:gd name="T48" fmla="*/ 0 w 406"/>
                    <a:gd name="T49" fmla="*/ 0 h 1834"/>
                    <a:gd name="T50" fmla="*/ 0 w 406"/>
                    <a:gd name="T51" fmla="*/ 0 h 1834"/>
                    <a:gd name="T52" fmla="*/ 0 w 406"/>
                    <a:gd name="T53" fmla="*/ 0 h 1834"/>
                    <a:gd name="T54" fmla="*/ 0 w 406"/>
                    <a:gd name="T55" fmla="*/ 0 h 1834"/>
                    <a:gd name="T56" fmla="*/ 0 w 406"/>
                    <a:gd name="T57" fmla="*/ 0 h 1834"/>
                    <a:gd name="T58" fmla="*/ 0 w 406"/>
                    <a:gd name="T59" fmla="*/ 0 h 1834"/>
                    <a:gd name="T60" fmla="*/ 0 w 406"/>
                    <a:gd name="T61" fmla="*/ 0 h 1834"/>
                    <a:gd name="T62" fmla="*/ 0 w 406"/>
                    <a:gd name="T63" fmla="*/ 0 h 1834"/>
                    <a:gd name="T64" fmla="*/ 0 w 406"/>
                    <a:gd name="T65" fmla="*/ 0 h 1834"/>
                    <a:gd name="T66" fmla="*/ 0 w 406"/>
                    <a:gd name="T67" fmla="*/ 0 h 1834"/>
                    <a:gd name="T68" fmla="*/ 0 w 406"/>
                    <a:gd name="T69" fmla="*/ 0 h 1834"/>
                    <a:gd name="T70" fmla="*/ 0 w 406"/>
                    <a:gd name="T71" fmla="*/ 0 h 1834"/>
                    <a:gd name="T72" fmla="*/ 0 w 406"/>
                    <a:gd name="T73" fmla="*/ 0 h 1834"/>
                    <a:gd name="T74" fmla="*/ 0 w 406"/>
                    <a:gd name="T75" fmla="*/ 0 h 1834"/>
                    <a:gd name="T76" fmla="*/ 0 w 406"/>
                    <a:gd name="T77" fmla="*/ 0 h 1834"/>
                    <a:gd name="T78" fmla="*/ 0 w 406"/>
                    <a:gd name="T79" fmla="*/ 0 h 1834"/>
                    <a:gd name="T80" fmla="*/ 0 w 406"/>
                    <a:gd name="T81" fmla="*/ 0 h 1834"/>
                    <a:gd name="T82" fmla="*/ 0 w 406"/>
                    <a:gd name="T83" fmla="*/ 0 h 183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406"/>
                    <a:gd name="T127" fmla="*/ 0 h 1834"/>
                    <a:gd name="T128" fmla="*/ 406 w 406"/>
                    <a:gd name="T129" fmla="*/ 1834 h 183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406" h="1834">
                      <a:moveTo>
                        <a:pt x="0" y="1752"/>
                      </a:moveTo>
                      <a:lnTo>
                        <a:pt x="35" y="1702"/>
                      </a:lnTo>
                      <a:lnTo>
                        <a:pt x="85" y="1619"/>
                      </a:lnTo>
                      <a:lnTo>
                        <a:pt x="130" y="1534"/>
                      </a:lnTo>
                      <a:lnTo>
                        <a:pt x="167" y="1447"/>
                      </a:lnTo>
                      <a:lnTo>
                        <a:pt x="198" y="1358"/>
                      </a:lnTo>
                      <a:lnTo>
                        <a:pt x="226" y="1264"/>
                      </a:lnTo>
                      <a:lnTo>
                        <a:pt x="246" y="1171"/>
                      </a:lnTo>
                      <a:lnTo>
                        <a:pt x="260" y="1076"/>
                      </a:lnTo>
                      <a:lnTo>
                        <a:pt x="266" y="981"/>
                      </a:lnTo>
                      <a:lnTo>
                        <a:pt x="268" y="886"/>
                      </a:lnTo>
                      <a:lnTo>
                        <a:pt x="263" y="791"/>
                      </a:lnTo>
                      <a:lnTo>
                        <a:pt x="250" y="696"/>
                      </a:lnTo>
                      <a:lnTo>
                        <a:pt x="234" y="603"/>
                      </a:lnTo>
                      <a:lnTo>
                        <a:pt x="208" y="510"/>
                      </a:lnTo>
                      <a:lnTo>
                        <a:pt x="178" y="418"/>
                      </a:lnTo>
                      <a:lnTo>
                        <a:pt x="143" y="330"/>
                      </a:lnTo>
                      <a:lnTo>
                        <a:pt x="101" y="245"/>
                      </a:lnTo>
                      <a:lnTo>
                        <a:pt x="53" y="162"/>
                      </a:lnTo>
                      <a:lnTo>
                        <a:pt x="0" y="82"/>
                      </a:lnTo>
                      <a:lnTo>
                        <a:pt x="121" y="0"/>
                      </a:lnTo>
                      <a:lnTo>
                        <a:pt x="175" y="85"/>
                      </a:lnTo>
                      <a:lnTo>
                        <a:pt x="225" y="173"/>
                      </a:lnTo>
                      <a:lnTo>
                        <a:pt x="268" y="264"/>
                      </a:lnTo>
                      <a:lnTo>
                        <a:pt x="306" y="360"/>
                      </a:lnTo>
                      <a:lnTo>
                        <a:pt x="339" y="455"/>
                      </a:lnTo>
                      <a:lnTo>
                        <a:pt x="366" y="551"/>
                      </a:lnTo>
                      <a:lnTo>
                        <a:pt x="385" y="650"/>
                      </a:lnTo>
                      <a:lnTo>
                        <a:pt x="397" y="751"/>
                      </a:lnTo>
                      <a:lnTo>
                        <a:pt x="405" y="853"/>
                      </a:lnTo>
                      <a:lnTo>
                        <a:pt x="406" y="953"/>
                      </a:lnTo>
                      <a:lnTo>
                        <a:pt x="401" y="1055"/>
                      </a:lnTo>
                      <a:lnTo>
                        <a:pt x="389" y="1154"/>
                      </a:lnTo>
                      <a:lnTo>
                        <a:pt x="371" y="1255"/>
                      </a:lnTo>
                      <a:lnTo>
                        <a:pt x="348" y="1352"/>
                      </a:lnTo>
                      <a:lnTo>
                        <a:pt x="316" y="1449"/>
                      </a:lnTo>
                      <a:lnTo>
                        <a:pt x="280" y="1542"/>
                      </a:lnTo>
                      <a:lnTo>
                        <a:pt x="238" y="1636"/>
                      </a:lnTo>
                      <a:lnTo>
                        <a:pt x="191" y="1724"/>
                      </a:lnTo>
                      <a:lnTo>
                        <a:pt x="137" y="1809"/>
                      </a:lnTo>
                      <a:lnTo>
                        <a:pt x="121" y="1834"/>
                      </a:lnTo>
                      <a:lnTo>
                        <a:pt x="0" y="17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5" name="Freeform 356">
                  <a:extLst>
                    <a:ext uri="{FF2B5EF4-FFF2-40B4-BE49-F238E27FC236}">
                      <a16:creationId xmlns:a16="http://schemas.microsoft.com/office/drawing/2014/main" id="{4B716263-D175-1347-8375-6BFAD0040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3" y="894"/>
                  <a:ext cx="37" cy="148"/>
                </a:xfrm>
                <a:custGeom>
                  <a:avLst/>
                  <a:gdLst>
                    <a:gd name="T0" fmla="*/ 0 w 533"/>
                    <a:gd name="T1" fmla="*/ 0 h 2636"/>
                    <a:gd name="T2" fmla="*/ 0 w 533"/>
                    <a:gd name="T3" fmla="*/ 0 h 2636"/>
                    <a:gd name="T4" fmla="*/ 0 w 533"/>
                    <a:gd name="T5" fmla="*/ 0 h 2636"/>
                    <a:gd name="T6" fmla="*/ 0 w 533"/>
                    <a:gd name="T7" fmla="*/ 0 h 2636"/>
                    <a:gd name="T8" fmla="*/ 0 w 533"/>
                    <a:gd name="T9" fmla="*/ 0 h 2636"/>
                    <a:gd name="T10" fmla="*/ 0 w 533"/>
                    <a:gd name="T11" fmla="*/ 0 h 2636"/>
                    <a:gd name="T12" fmla="*/ 0 w 533"/>
                    <a:gd name="T13" fmla="*/ 0 h 2636"/>
                    <a:gd name="T14" fmla="*/ 0 w 533"/>
                    <a:gd name="T15" fmla="*/ 0 h 2636"/>
                    <a:gd name="T16" fmla="*/ 0 w 533"/>
                    <a:gd name="T17" fmla="*/ 0 h 2636"/>
                    <a:gd name="T18" fmla="*/ 0 w 533"/>
                    <a:gd name="T19" fmla="*/ 0 h 2636"/>
                    <a:gd name="T20" fmla="*/ 0 w 533"/>
                    <a:gd name="T21" fmla="*/ 0 h 2636"/>
                    <a:gd name="T22" fmla="*/ 0 w 533"/>
                    <a:gd name="T23" fmla="*/ 0 h 2636"/>
                    <a:gd name="T24" fmla="*/ 0 w 533"/>
                    <a:gd name="T25" fmla="*/ 0 h 2636"/>
                    <a:gd name="T26" fmla="*/ 0 w 533"/>
                    <a:gd name="T27" fmla="*/ 0 h 2636"/>
                    <a:gd name="T28" fmla="*/ 0 w 533"/>
                    <a:gd name="T29" fmla="*/ 0 h 2636"/>
                    <a:gd name="T30" fmla="*/ 0 w 533"/>
                    <a:gd name="T31" fmla="*/ 0 h 2636"/>
                    <a:gd name="T32" fmla="*/ 0 w 533"/>
                    <a:gd name="T33" fmla="*/ 0 h 2636"/>
                    <a:gd name="T34" fmla="*/ 0 w 533"/>
                    <a:gd name="T35" fmla="*/ 0 h 2636"/>
                    <a:gd name="T36" fmla="*/ 0 w 533"/>
                    <a:gd name="T37" fmla="*/ 0 h 2636"/>
                    <a:gd name="T38" fmla="*/ 0 w 533"/>
                    <a:gd name="T39" fmla="*/ 0 h 2636"/>
                    <a:gd name="T40" fmla="*/ 0 w 533"/>
                    <a:gd name="T41" fmla="*/ 0 h 2636"/>
                    <a:gd name="T42" fmla="*/ 0 w 533"/>
                    <a:gd name="T43" fmla="*/ 0 h 2636"/>
                    <a:gd name="T44" fmla="*/ 0 w 533"/>
                    <a:gd name="T45" fmla="*/ 0 h 2636"/>
                    <a:gd name="T46" fmla="*/ 0 w 533"/>
                    <a:gd name="T47" fmla="*/ 0 h 2636"/>
                    <a:gd name="T48" fmla="*/ 0 w 533"/>
                    <a:gd name="T49" fmla="*/ 0 h 2636"/>
                    <a:gd name="T50" fmla="*/ 0 w 533"/>
                    <a:gd name="T51" fmla="*/ 0 h 2636"/>
                    <a:gd name="T52" fmla="*/ 0 w 533"/>
                    <a:gd name="T53" fmla="*/ 0 h 2636"/>
                    <a:gd name="T54" fmla="*/ 0 w 533"/>
                    <a:gd name="T55" fmla="*/ 0 h 2636"/>
                    <a:gd name="T56" fmla="*/ 0 w 533"/>
                    <a:gd name="T57" fmla="*/ 0 h 2636"/>
                    <a:gd name="T58" fmla="*/ 0 w 533"/>
                    <a:gd name="T59" fmla="*/ 0 h 2636"/>
                    <a:gd name="T60" fmla="*/ 0 w 533"/>
                    <a:gd name="T61" fmla="*/ 0 h 2636"/>
                    <a:gd name="T62" fmla="*/ 0 w 533"/>
                    <a:gd name="T63" fmla="*/ 0 h 2636"/>
                    <a:gd name="T64" fmla="*/ 0 w 533"/>
                    <a:gd name="T65" fmla="*/ 0 h 2636"/>
                    <a:gd name="T66" fmla="*/ 0 w 533"/>
                    <a:gd name="T67" fmla="*/ 0 h 2636"/>
                    <a:gd name="T68" fmla="*/ 0 w 533"/>
                    <a:gd name="T69" fmla="*/ 0 h 2636"/>
                    <a:gd name="T70" fmla="*/ 0 w 533"/>
                    <a:gd name="T71" fmla="*/ 0 h 2636"/>
                    <a:gd name="T72" fmla="*/ 0 w 533"/>
                    <a:gd name="T73" fmla="*/ 0 h 2636"/>
                    <a:gd name="T74" fmla="*/ 0 w 533"/>
                    <a:gd name="T75" fmla="*/ 0 h 2636"/>
                    <a:gd name="T76" fmla="*/ 0 w 533"/>
                    <a:gd name="T77" fmla="*/ 0 h 2636"/>
                    <a:gd name="T78" fmla="*/ 0 w 533"/>
                    <a:gd name="T79" fmla="*/ 0 h 2636"/>
                    <a:gd name="T80" fmla="*/ 0 w 533"/>
                    <a:gd name="T81" fmla="*/ 0 h 2636"/>
                    <a:gd name="T82" fmla="*/ 0 w 533"/>
                    <a:gd name="T83" fmla="*/ 0 h 2636"/>
                    <a:gd name="T84" fmla="*/ 0 w 533"/>
                    <a:gd name="T85" fmla="*/ 0 h 2636"/>
                    <a:gd name="T86" fmla="*/ 0 w 533"/>
                    <a:gd name="T87" fmla="*/ 0 h 2636"/>
                    <a:gd name="T88" fmla="*/ 0 w 533"/>
                    <a:gd name="T89" fmla="*/ 0 h 2636"/>
                    <a:gd name="T90" fmla="*/ 0 w 533"/>
                    <a:gd name="T91" fmla="*/ 0 h 2636"/>
                    <a:gd name="T92" fmla="*/ 0 w 533"/>
                    <a:gd name="T93" fmla="*/ 0 h 2636"/>
                    <a:gd name="T94" fmla="*/ 0 w 533"/>
                    <a:gd name="T95" fmla="*/ 0 h 2636"/>
                    <a:gd name="T96" fmla="*/ 0 w 533"/>
                    <a:gd name="T97" fmla="*/ 0 h 2636"/>
                    <a:gd name="T98" fmla="*/ 0 w 533"/>
                    <a:gd name="T99" fmla="*/ 0 h 26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33"/>
                    <a:gd name="T151" fmla="*/ 0 h 2636"/>
                    <a:gd name="T152" fmla="*/ 533 w 533"/>
                    <a:gd name="T153" fmla="*/ 2636 h 26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33" h="2636">
                      <a:moveTo>
                        <a:pt x="533" y="85"/>
                      </a:moveTo>
                      <a:lnTo>
                        <a:pt x="468" y="183"/>
                      </a:lnTo>
                      <a:lnTo>
                        <a:pt x="408" y="283"/>
                      </a:lnTo>
                      <a:lnTo>
                        <a:pt x="354" y="386"/>
                      </a:lnTo>
                      <a:lnTo>
                        <a:pt x="306" y="493"/>
                      </a:lnTo>
                      <a:lnTo>
                        <a:pt x="265" y="603"/>
                      </a:lnTo>
                      <a:lnTo>
                        <a:pt x="227" y="714"/>
                      </a:lnTo>
                      <a:lnTo>
                        <a:pt x="197" y="826"/>
                      </a:lnTo>
                      <a:lnTo>
                        <a:pt x="173" y="941"/>
                      </a:lnTo>
                      <a:lnTo>
                        <a:pt x="155" y="1056"/>
                      </a:lnTo>
                      <a:lnTo>
                        <a:pt x="143" y="1171"/>
                      </a:lnTo>
                      <a:lnTo>
                        <a:pt x="140" y="1289"/>
                      </a:lnTo>
                      <a:lnTo>
                        <a:pt x="140" y="1405"/>
                      </a:lnTo>
                      <a:lnTo>
                        <a:pt x="148" y="1522"/>
                      </a:lnTo>
                      <a:lnTo>
                        <a:pt x="162" y="1639"/>
                      </a:lnTo>
                      <a:lnTo>
                        <a:pt x="182" y="1754"/>
                      </a:lnTo>
                      <a:lnTo>
                        <a:pt x="207" y="1867"/>
                      </a:lnTo>
                      <a:lnTo>
                        <a:pt x="241" y="1980"/>
                      </a:lnTo>
                      <a:lnTo>
                        <a:pt x="278" y="2089"/>
                      </a:lnTo>
                      <a:lnTo>
                        <a:pt x="323" y="2198"/>
                      </a:lnTo>
                      <a:lnTo>
                        <a:pt x="374" y="2303"/>
                      </a:lnTo>
                      <a:lnTo>
                        <a:pt x="430" y="2406"/>
                      </a:lnTo>
                      <a:lnTo>
                        <a:pt x="491" y="2505"/>
                      </a:lnTo>
                      <a:lnTo>
                        <a:pt x="526" y="2556"/>
                      </a:lnTo>
                      <a:lnTo>
                        <a:pt x="416" y="2636"/>
                      </a:lnTo>
                      <a:lnTo>
                        <a:pt x="401" y="2616"/>
                      </a:lnTo>
                      <a:lnTo>
                        <a:pt x="336" y="2515"/>
                      </a:lnTo>
                      <a:lnTo>
                        <a:pt x="277" y="2410"/>
                      </a:lnTo>
                      <a:lnTo>
                        <a:pt x="221" y="2303"/>
                      </a:lnTo>
                      <a:lnTo>
                        <a:pt x="173" y="2192"/>
                      </a:lnTo>
                      <a:lnTo>
                        <a:pt x="130" y="2079"/>
                      </a:lnTo>
                      <a:lnTo>
                        <a:pt x="92" y="1964"/>
                      </a:lnTo>
                      <a:lnTo>
                        <a:pt x="62" y="1845"/>
                      </a:lnTo>
                      <a:lnTo>
                        <a:pt x="37" y="1728"/>
                      </a:lnTo>
                      <a:lnTo>
                        <a:pt x="19" y="1607"/>
                      </a:lnTo>
                      <a:lnTo>
                        <a:pt x="7" y="1489"/>
                      </a:lnTo>
                      <a:lnTo>
                        <a:pt x="0" y="1367"/>
                      </a:lnTo>
                      <a:lnTo>
                        <a:pt x="0" y="1247"/>
                      </a:lnTo>
                      <a:lnTo>
                        <a:pt x="9" y="1126"/>
                      </a:lnTo>
                      <a:lnTo>
                        <a:pt x="22" y="1004"/>
                      </a:lnTo>
                      <a:lnTo>
                        <a:pt x="42" y="886"/>
                      </a:lnTo>
                      <a:lnTo>
                        <a:pt x="68" y="767"/>
                      </a:lnTo>
                      <a:lnTo>
                        <a:pt x="100" y="653"/>
                      </a:lnTo>
                      <a:lnTo>
                        <a:pt x="138" y="538"/>
                      </a:lnTo>
                      <a:lnTo>
                        <a:pt x="182" y="425"/>
                      </a:lnTo>
                      <a:lnTo>
                        <a:pt x="231" y="313"/>
                      </a:lnTo>
                      <a:lnTo>
                        <a:pt x="286" y="206"/>
                      </a:lnTo>
                      <a:lnTo>
                        <a:pt x="348" y="101"/>
                      </a:lnTo>
                      <a:lnTo>
                        <a:pt x="416" y="0"/>
                      </a:lnTo>
                      <a:lnTo>
                        <a:pt x="533" y="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6" name="Freeform 357">
                  <a:extLst>
                    <a:ext uri="{FF2B5EF4-FFF2-40B4-BE49-F238E27FC236}">
                      <a16:creationId xmlns:a16="http://schemas.microsoft.com/office/drawing/2014/main" id="{A08520FE-3C08-0E4B-BC57-F2F736C35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4" y="894"/>
                  <a:ext cx="37" cy="148"/>
                </a:xfrm>
                <a:custGeom>
                  <a:avLst/>
                  <a:gdLst>
                    <a:gd name="T0" fmla="*/ 0 w 532"/>
                    <a:gd name="T1" fmla="*/ 0 h 2635"/>
                    <a:gd name="T2" fmla="*/ 0 w 532"/>
                    <a:gd name="T3" fmla="*/ 0 h 2635"/>
                    <a:gd name="T4" fmla="*/ 0 w 532"/>
                    <a:gd name="T5" fmla="*/ 0 h 2635"/>
                    <a:gd name="T6" fmla="*/ 0 w 532"/>
                    <a:gd name="T7" fmla="*/ 0 h 2635"/>
                    <a:gd name="T8" fmla="*/ 0 w 532"/>
                    <a:gd name="T9" fmla="*/ 0 h 2635"/>
                    <a:gd name="T10" fmla="*/ 0 w 532"/>
                    <a:gd name="T11" fmla="*/ 0 h 2635"/>
                    <a:gd name="T12" fmla="*/ 0 w 532"/>
                    <a:gd name="T13" fmla="*/ 0 h 2635"/>
                    <a:gd name="T14" fmla="*/ 0 w 532"/>
                    <a:gd name="T15" fmla="*/ 0 h 2635"/>
                    <a:gd name="T16" fmla="*/ 0 w 532"/>
                    <a:gd name="T17" fmla="*/ 0 h 2635"/>
                    <a:gd name="T18" fmla="*/ 0 w 532"/>
                    <a:gd name="T19" fmla="*/ 0 h 2635"/>
                    <a:gd name="T20" fmla="*/ 0 w 532"/>
                    <a:gd name="T21" fmla="*/ 0 h 2635"/>
                    <a:gd name="T22" fmla="*/ 0 w 532"/>
                    <a:gd name="T23" fmla="*/ 0 h 2635"/>
                    <a:gd name="T24" fmla="*/ 0 w 532"/>
                    <a:gd name="T25" fmla="*/ 0 h 2635"/>
                    <a:gd name="T26" fmla="*/ 0 w 532"/>
                    <a:gd name="T27" fmla="*/ 0 h 2635"/>
                    <a:gd name="T28" fmla="*/ 0 w 532"/>
                    <a:gd name="T29" fmla="*/ 0 h 2635"/>
                    <a:gd name="T30" fmla="*/ 0 w 532"/>
                    <a:gd name="T31" fmla="*/ 0 h 2635"/>
                    <a:gd name="T32" fmla="*/ 0 w 532"/>
                    <a:gd name="T33" fmla="*/ 0 h 2635"/>
                    <a:gd name="T34" fmla="*/ 0 w 532"/>
                    <a:gd name="T35" fmla="*/ 0 h 2635"/>
                    <a:gd name="T36" fmla="*/ 0 w 532"/>
                    <a:gd name="T37" fmla="*/ 0 h 2635"/>
                    <a:gd name="T38" fmla="*/ 0 w 532"/>
                    <a:gd name="T39" fmla="*/ 0 h 2635"/>
                    <a:gd name="T40" fmla="*/ 0 w 532"/>
                    <a:gd name="T41" fmla="*/ 0 h 2635"/>
                    <a:gd name="T42" fmla="*/ 0 w 532"/>
                    <a:gd name="T43" fmla="*/ 0 h 2635"/>
                    <a:gd name="T44" fmla="*/ 0 w 532"/>
                    <a:gd name="T45" fmla="*/ 0 h 2635"/>
                    <a:gd name="T46" fmla="*/ 0 w 532"/>
                    <a:gd name="T47" fmla="*/ 0 h 2635"/>
                    <a:gd name="T48" fmla="*/ 0 w 532"/>
                    <a:gd name="T49" fmla="*/ 0 h 2635"/>
                    <a:gd name="T50" fmla="*/ 0 w 532"/>
                    <a:gd name="T51" fmla="*/ 0 h 2635"/>
                    <a:gd name="T52" fmla="*/ 0 w 532"/>
                    <a:gd name="T53" fmla="*/ 0 h 2635"/>
                    <a:gd name="T54" fmla="*/ 0 w 532"/>
                    <a:gd name="T55" fmla="*/ 0 h 2635"/>
                    <a:gd name="T56" fmla="*/ 0 w 532"/>
                    <a:gd name="T57" fmla="*/ 0 h 2635"/>
                    <a:gd name="T58" fmla="*/ 0 w 532"/>
                    <a:gd name="T59" fmla="*/ 0 h 2635"/>
                    <a:gd name="T60" fmla="*/ 0 w 532"/>
                    <a:gd name="T61" fmla="*/ 0 h 2635"/>
                    <a:gd name="T62" fmla="*/ 0 w 532"/>
                    <a:gd name="T63" fmla="*/ 0 h 2635"/>
                    <a:gd name="T64" fmla="*/ 0 w 532"/>
                    <a:gd name="T65" fmla="*/ 0 h 2635"/>
                    <a:gd name="T66" fmla="*/ 0 w 532"/>
                    <a:gd name="T67" fmla="*/ 0 h 2635"/>
                    <a:gd name="T68" fmla="*/ 0 w 532"/>
                    <a:gd name="T69" fmla="*/ 0 h 2635"/>
                    <a:gd name="T70" fmla="*/ 0 w 532"/>
                    <a:gd name="T71" fmla="*/ 0 h 2635"/>
                    <a:gd name="T72" fmla="*/ 0 w 532"/>
                    <a:gd name="T73" fmla="*/ 0 h 2635"/>
                    <a:gd name="T74" fmla="*/ 0 w 532"/>
                    <a:gd name="T75" fmla="*/ 0 h 2635"/>
                    <a:gd name="T76" fmla="*/ 0 w 532"/>
                    <a:gd name="T77" fmla="*/ 0 h 2635"/>
                    <a:gd name="T78" fmla="*/ 0 w 532"/>
                    <a:gd name="T79" fmla="*/ 0 h 2635"/>
                    <a:gd name="T80" fmla="*/ 0 w 532"/>
                    <a:gd name="T81" fmla="*/ 0 h 2635"/>
                    <a:gd name="T82" fmla="*/ 0 w 532"/>
                    <a:gd name="T83" fmla="*/ 0 h 2635"/>
                    <a:gd name="T84" fmla="*/ 0 w 532"/>
                    <a:gd name="T85" fmla="*/ 0 h 2635"/>
                    <a:gd name="T86" fmla="*/ 0 w 532"/>
                    <a:gd name="T87" fmla="*/ 0 h 2635"/>
                    <a:gd name="T88" fmla="*/ 0 w 532"/>
                    <a:gd name="T89" fmla="*/ 0 h 2635"/>
                    <a:gd name="T90" fmla="*/ 0 w 532"/>
                    <a:gd name="T91" fmla="*/ 0 h 2635"/>
                    <a:gd name="T92" fmla="*/ 0 w 532"/>
                    <a:gd name="T93" fmla="*/ 0 h 2635"/>
                    <a:gd name="T94" fmla="*/ 0 w 532"/>
                    <a:gd name="T95" fmla="*/ 0 h 2635"/>
                    <a:gd name="T96" fmla="*/ 0 w 532"/>
                    <a:gd name="T97" fmla="*/ 0 h 2635"/>
                    <a:gd name="T98" fmla="*/ 0 w 532"/>
                    <a:gd name="T99" fmla="*/ 0 h 2635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32"/>
                    <a:gd name="T151" fmla="*/ 0 h 2635"/>
                    <a:gd name="T152" fmla="*/ 532 w 532"/>
                    <a:gd name="T153" fmla="*/ 2635 h 2635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32" h="2635">
                      <a:moveTo>
                        <a:pt x="0" y="85"/>
                      </a:moveTo>
                      <a:lnTo>
                        <a:pt x="65" y="181"/>
                      </a:lnTo>
                      <a:lnTo>
                        <a:pt x="125" y="283"/>
                      </a:lnTo>
                      <a:lnTo>
                        <a:pt x="178" y="386"/>
                      </a:lnTo>
                      <a:lnTo>
                        <a:pt x="226" y="493"/>
                      </a:lnTo>
                      <a:lnTo>
                        <a:pt x="268" y="601"/>
                      </a:lnTo>
                      <a:lnTo>
                        <a:pt x="306" y="713"/>
                      </a:lnTo>
                      <a:lnTo>
                        <a:pt x="334" y="826"/>
                      </a:lnTo>
                      <a:lnTo>
                        <a:pt x="359" y="941"/>
                      </a:lnTo>
                      <a:lnTo>
                        <a:pt x="376" y="1056"/>
                      </a:lnTo>
                      <a:lnTo>
                        <a:pt x="389" y="1171"/>
                      </a:lnTo>
                      <a:lnTo>
                        <a:pt x="392" y="1287"/>
                      </a:lnTo>
                      <a:lnTo>
                        <a:pt x="392" y="1404"/>
                      </a:lnTo>
                      <a:lnTo>
                        <a:pt x="384" y="1521"/>
                      </a:lnTo>
                      <a:lnTo>
                        <a:pt x="371" y="1638"/>
                      </a:lnTo>
                      <a:lnTo>
                        <a:pt x="351" y="1753"/>
                      </a:lnTo>
                      <a:lnTo>
                        <a:pt x="324" y="1865"/>
                      </a:lnTo>
                      <a:lnTo>
                        <a:pt x="291" y="1979"/>
                      </a:lnTo>
                      <a:lnTo>
                        <a:pt x="254" y="2088"/>
                      </a:lnTo>
                      <a:lnTo>
                        <a:pt x="210" y="2197"/>
                      </a:lnTo>
                      <a:lnTo>
                        <a:pt x="158" y="2302"/>
                      </a:lnTo>
                      <a:lnTo>
                        <a:pt x="103" y="2405"/>
                      </a:lnTo>
                      <a:lnTo>
                        <a:pt x="41" y="2503"/>
                      </a:lnTo>
                      <a:lnTo>
                        <a:pt x="5" y="2555"/>
                      </a:lnTo>
                      <a:lnTo>
                        <a:pt x="116" y="2635"/>
                      </a:lnTo>
                      <a:lnTo>
                        <a:pt x="131" y="2615"/>
                      </a:lnTo>
                      <a:lnTo>
                        <a:pt x="196" y="2513"/>
                      </a:lnTo>
                      <a:lnTo>
                        <a:pt x="256" y="2408"/>
                      </a:lnTo>
                      <a:lnTo>
                        <a:pt x="311" y="2302"/>
                      </a:lnTo>
                      <a:lnTo>
                        <a:pt x="359" y="2190"/>
                      </a:lnTo>
                      <a:lnTo>
                        <a:pt x="402" y="2078"/>
                      </a:lnTo>
                      <a:lnTo>
                        <a:pt x="440" y="1963"/>
                      </a:lnTo>
                      <a:lnTo>
                        <a:pt x="470" y="1844"/>
                      </a:lnTo>
                      <a:lnTo>
                        <a:pt x="496" y="1727"/>
                      </a:lnTo>
                      <a:lnTo>
                        <a:pt x="514" y="1607"/>
                      </a:lnTo>
                      <a:lnTo>
                        <a:pt x="525" y="1487"/>
                      </a:lnTo>
                      <a:lnTo>
                        <a:pt x="532" y="1367"/>
                      </a:lnTo>
                      <a:lnTo>
                        <a:pt x="532" y="1246"/>
                      </a:lnTo>
                      <a:lnTo>
                        <a:pt x="524" y="1124"/>
                      </a:lnTo>
                      <a:lnTo>
                        <a:pt x="509" y="1004"/>
                      </a:lnTo>
                      <a:lnTo>
                        <a:pt x="489" y="886"/>
                      </a:lnTo>
                      <a:lnTo>
                        <a:pt x="464" y="766"/>
                      </a:lnTo>
                      <a:lnTo>
                        <a:pt x="432" y="651"/>
                      </a:lnTo>
                      <a:lnTo>
                        <a:pt x="394" y="536"/>
                      </a:lnTo>
                      <a:lnTo>
                        <a:pt x="351" y="423"/>
                      </a:lnTo>
                      <a:lnTo>
                        <a:pt x="301" y="313"/>
                      </a:lnTo>
                      <a:lnTo>
                        <a:pt x="246" y="205"/>
                      </a:lnTo>
                      <a:lnTo>
                        <a:pt x="184" y="100"/>
                      </a:lnTo>
                      <a:lnTo>
                        <a:pt x="116" y="0"/>
                      </a:lnTo>
                      <a:lnTo>
                        <a:pt x="0" y="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7" name="Freeform 358">
                  <a:extLst>
                    <a:ext uri="{FF2B5EF4-FFF2-40B4-BE49-F238E27FC236}">
                      <a16:creationId xmlns:a16="http://schemas.microsoft.com/office/drawing/2014/main" id="{5F59B113-F3A3-0942-81E4-953AA6C25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5" y="871"/>
                  <a:ext cx="45" cy="194"/>
                </a:xfrm>
                <a:custGeom>
                  <a:avLst/>
                  <a:gdLst>
                    <a:gd name="T0" fmla="*/ 0 w 657"/>
                    <a:gd name="T1" fmla="*/ 0 h 3434"/>
                    <a:gd name="T2" fmla="*/ 0 w 657"/>
                    <a:gd name="T3" fmla="*/ 0 h 3434"/>
                    <a:gd name="T4" fmla="*/ 0 w 657"/>
                    <a:gd name="T5" fmla="*/ 0 h 3434"/>
                    <a:gd name="T6" fmla="*/ 0 w 657"/>
                    <a:gd name="T7" fmla="*/ 0 h 3434"/>
                    <a:gd name="T8" fmla="*/ 0 w 657"/>
                    <a:gd name="T9" fmla="*/ 0 h 3434"/>
                    <a:gd name="T10" fmla="*/ 0 w 657"/>
                    <a:gd name="T11" fmla="*/ 0 h 3434"/>
                    <a:gd name="T12" fmla="*/ 0 w 657"/>
                    <a:gd name="T13" fmla="*/ 0 h 3434"/>
                    <a:gd name="T14" fmla="*/ 0 w 657"/>
                    <a:gd name="T15" fmla="*/ 0 h 3434"/>
                    <a:gd name="T16" fmla="*/ 0 w 657"/>
                    <a:gd name="T17" fmla="*/ 0 h 3434"/>
                    <a:gd name="T18" fmla="*/ 0 w 657"/>
                    <a:gd name="T19" fmla="*/ 0 h 3434"/>
                    <a:gd name="T20" fmla="*/ 0 w 657"/>
                    <a:gd name="T21" fmla="*/ 0 h 3434"/>
                    <a:gd name="T22" fmla="*/ 0 w 657"/>
                    <a:gd name="T23" fmla="*/ 0 h 3434"/>
                    <a:gd name="T24" fmla="*/ 0 w 657"/>
                    <a:gd name="T25" fmla="*/ 0 h 3434"/>
                    <a:gd name="T26" fmla="*/ 0 w 657"/>
                    <a:gd name="T27" fmla="*/ 0 h 3434"/>
                    <a:gd name="T28" fmla="*/ 0 w 657"/>
                    <a:gd name="T29" fmla="*/ 0 h 3434"/>
                    <a:gd name="T30" fmla="*/ 0 w 657"/>
                    <a:gd name="T31" fmla="*/ 0 h 3434"/>
                    <a:gd name="T32" fmla="*/ 0 w 657"/>
                    <a:gd name="T33" fmla="*/ 0 h 3434"/>
                    <a:gd name="T34" fmla="*/ 0 w 657"/>
                    <a:gd name="T35" fmla="*/ 0 h 3434"/>
                    <a:gd name="T36" fmla="*/ 0 w 657"/>
                    <a:gd name="T37" fmla="*/ 0 h 3434"/>
                    <a:gd name="T38" fmla="*/ 0 w 657"/>
                    <a:gd name="T39" fmla="*/ 0 h 3434"/>
                    <a:gd name="T40" fmla="*/ 0 w 657"/>
                    <a:gd name="T41" fmla="*/ 0 h 3434"/>
                    <a:gd name="T42" fmla="*/ 0 w 657"/>
                    <a:gd name="T43" fmla="*/ 1 h 3434"/>
                    <a:gd name="T44" fmla="*/ 0 w 657"/>
                    <a:gd name="T45" fmla="*/ 1 h 3434"/>
                    <a:gd name="T46" fmla="*/ 0 w 657"/>
                    <a:gd name="T47" fmla="*/ 1 h 3434"/>
                    <a:gd name="T48" fmla="*/ 0 w 657"/>
                    <a:gd name="T49" fmla="*/ 1 h 3434"/>
                    <a:gd name="T50" fmla="*/ 0 w 657"/>
                    <a:gd name="T51" fmla="*/ 1 h 3434"/>
                    <a:gd name="T52" fmla="*/ 0 w 657"/>
                    <a:gd name="T53" fmla="*/ 1 h 3434"/>
                    <a:gd name="T54" fmla="*/ 0 w 657"/>
                    <a:gd name="T55" fmla="*/ 1 h 3434"/>
                    <a:gd name="T56" fmla="*/ 0 w 657"/>
                    <a:gd name="T57" fmla="*/ 1 h 3434"/>
                    <a:gd name="T58" fmla="*/ 0 w 657"/>
                    <a:gd name="T59" fmla="*/ 1 h 3434"/>
                    <a:gd name="T60" fmla="*/ 0 w 657"/>
                    <a:gd name="T61" fmla="*/ 1 h 3434"/>
                    <a:gd name="T62" fmla="*/ 0 w 657"/>
                    <a:gd name="T63" fmla="*/ 1 h 3434"/>
                    <a:gd name="T64" fmla="*/ 0 w 657"/>
                    <a:gd name="T65" fmla="*/ 1 h 3434"/>
                    <a:gd name="T66" fmla="*/ 0 w 657"/>
                    <a:gd name="T67" fmla="*/ 1 h 3434"/>
                    <a:gd name="T68" fmla="*/ 0 w 657"/>
                    <a:gd name="T69" fmla="*/ 0 h 3434"/>
                    <a:gd name="T70" fmla="*/ 0 w 657"/>
                    <a:gd name="T71" fmla="*/ 0 h 3434"/>
                    <a:gd name="T72" fmla="*/ 0 w 657"/>
                    <a:gd name="T73" fmla="*/ 0 h 3434"/>
                    <a:gd name="T74" fmla="*/ 0 w 657"/>
                    <a:gd name="T75" fmla="*/ 0 h 3434"/>
                    <a:gd name="T76" fmla="*/ 0 w 657"/>
                    <a:gd name="T77" fmla="*/ 0 h 3434"/>
                    <a:gd name="T78" fmla="*/ 0 w 657"/>
                    <a:gd name="T79" fmla="*/ 0 h 3434"/>
                    <a:gd name="T80" fmla="*/ 0 w 657"/>
                    <a:gd name="T81" fmla="*/ 0 h 3434"/>
                    <a:gd name="T82" fmla="*/ 0 w 657"/>
                    <a:gd name="T83" fmla="*/ 0 h 3434"/>
                    <a:gd name="T84" fmla="*/ 0 w 657"/>
                    <a:gd name="T85" fmla="*/ 0 h 3434"/>
                    <a:gd name="T86" fmla="*/ 0 w 657"/>
                    <a:gd name="T87" fmla="*/ 0 h 3434"/>
                    <a:gd name="T88" fmla="*/ 0 w 657"/>
                    <a:gd name="T89" fmla="*/ 0 h 3434"/>
                    <a:gd name="T90" fmla="*/ 0 w 657"/>
                    <a:gd name="T91" fmla="*/ 0 h 3434"/>
                    <a:gd name="T92" fmla="*/ 0 w 657"/>
                    <a:gd name="T93" fmla="*/ 0 h 3434"/>
                    <a:gd name="T94" fmla="*/ 0 w 657"/>
                    <a:gd name="T95" fmla="*/ 0 h 3434"/>
                    <a:gd name="T96" fmla="*/ 0 w 657"/>
                    <a:gd name="T97" fmla="*/ 0 h 3434"/>
                    <a:gd name="T98" fmla="*/ 0 w 657"/>
                    <a:gd name="T99" fmla="*/ 0 h 3434"/>
                    <a:gd name="T100" fmla="*/ 0 w 657"/>
                    <a:gd name="T101" fmla="*/ 0 h 3434"/>
                    <a:gd name="T102" fmla="*/ 0 w 657"/>
                    <a:gd name="T103" fmla="*/ 0 h 3434"/>
                    <a:gd name="T104" fmla="*/ 0 w 657"/>
                    <a:gd name="T105" fmla="*/ 0 h 3434"/>
                    <a:gd name="T106" fmla="*/ 0 w 657"/>
                    <a:gd name="T107" fmla="*/ 0 h 3434"/>
                    <a:gd name="T108" fmla="*/ 0 w 657"/>
                    <a:gd name="T109" fmla="*/ 0 h 3434"/>
                    <a:gd name="T110" fmla="*/ 0 w 657"/>
                    <a:gd name="T111" fmla="*/ 0 h 34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57"/>
                    <a:gd name="T169" fmla="*/ 0 h 3434"/>
                    <a:gd name="T170" fmla="*/ 657 w 657"/>
                    <a:gd name="T171" fmla="*/ 3434 h 34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57" h="3434">
                      <a:moveTo>
                        <a:pt x="657" y="89"/>
                      </a:moveTo>
                      <a:lnTo>
                        <a:pt x="582" y="202"/>
                      </a:lnTo>
                      <a:lnTo>
                        <a:pt x="512" y="315"/>
                      </a:lnTo>
                      <a:lnTo>
                        <a:pt x="449" y="434"/>
                      </a:lnTo>
                      <a:lnTo>
                        <a:pt x="391" y="555"/>
                      </a:lnTo>
                      <a:lnTo>
                        <a:pt x="338" y="678"/>
                      </a:lnTo>
                      <a:lnTo>
                        <a:pt x="292" y="805"/>
                      </a:lnTo>
                      <a:lnTo>
                        <a:pt x="253" y="931"/>
                      </a:lnTo>
                      <a:lnTo>
                        <a:pt x="216" y="1060"/>
                      </a:lnTo>
                      <a:lnTo>
                        <a:pt x="189" y="1193"/>
                      </a:lnTo>
                      <a:lnTo>
                        <a:pt x="168" y="1323"/>
                      </a:lnTo>
                      <a:lnTo>
                        <a:pt x="151" y="1456"/>
                      </a:lnTo>
                      <a:lnTo>
                        <a:pt x="141" y="1591"/>
                      </a:lnTo>
                      <a:lnTo>
                        <a:pt x="139" y="1724"/>
                      </a:lnTo>
                      <a:lnTo>
                        <a:pt x="143" y="1859"/>
                      </a:lnTo>
                      <a:lnTo>
                        <a:pt x="151" y="1994"/>
                      </a:lnTo>
                      <a:lnTo>
                        <a:pt x="168" y="2126"/>
                      </a:lnTo>
                      <a:lnTo>
                        <a:pt x="191" y="2257"/>
                      </a:lnTo>
                      <a:lnTo>
                        <a:pt x="219" y="2387"/>
                      </a:lnTo>
                      <a:lnTo>
                        <a:pt x="254" y="2519"/>
                      </a:lnTo>
                      <a:lnTo>
                        <a:pt x="294" y="2645"/>
                      </a:lnTo>
                      <a:lnTo>
                        <a:pt x="341" y="2772"/>
                      </a:lnTo>
                      <a:lnTo>
                        <a:pt x="394" y="2895"/>
                      </a:lnTo>
                      <a:lnTo>
                        <a:pt x="453" y="3015"/>
                      </a:lnTo>
                      <a:lnTo>
                        <a:pt x="516" y="3133"/>
                      </a:lnTo>
                      <a:lnTo>
                        <a:pt x="586" y="3248"/>
                      </a:lnTo>
                      <a:lnTo>
                        <a:pt x="657" y="3353"/>
                      </a:lnTo>
                      <a:lnTo>
                        <a:pt x="542" y="3434"/>
                      </a:lnTo>
                      <a:lnTo>
                        <a:pt x="499" y="3370"/>
                      </a:lnTo>
                      <a:lnTo>
                        <a:pt x="425" y="3255"/>
                      </a:lnTo>
                      <a:lnTo>
                        <a:pt x="358" y="3135"/>
                      </a:lnTo>
                      <a:lnTo>
                        <a:pt x="294" y="3012"/>
                      </a:lnTo>
                      <a:lnTo>
                        <a:pt x="238" y="2887"/>
                      </a:lnTo>
                      <a:lnTo>
                        <a:pt x="186" y="2758"/>
                      </a:lnTo>
                      <a:lnTo>
                        <a:pt x="141" y="2630"/>
                      </a:lnTo>
                      <a:lnTo>
                        <a:pt x="103" y="2497"/>
                      </a:lnTo>
                      <a:lnTo>
                        <a:pt x="70" y="2362"/>
                      </a:lnTo>
                      <a:lnTo>
                        <a:pt x="44" y="2227"/>
                      </a:lnTo>
                      <a:lnTo>
                        <a:pt x="23" y="2091"/>
                      </a:lnTo>
                      <a:lnTo>
                        <a:pt x="8" y="1954"/>
                      </a:lnTo>
                      <a:lnTo>
                        <a:pt x="0" y="1817"/>
                      </a:lnTo>
                      <a:lnTo>
                        <a:pt x="0" y="1678"/>
                      </a:lnTo>
                      <a:lnTo>
                        <a:pt x="5" y="1541"/>
                      </a:lnTo>
                      <a:lnTo>
                        <a:pt x="16" y="1405"/>
                      </a:lnTo>
                      <a:lnTo>
                        <a:pt x="34" y="1268"/>
                      </a:lnTo>
                      <a:lnTo>
                        <a:pt x="58" y="1131"/>
                      </a:lnTo>
                      <a:lnTo>
                        <a:pt x="88" y="997"/>
                      </a:lnTo>
                      <a:lnTo>
                        <a:pt x="123" y="865"/>
                      </a:lnTo>
                      <a:lnTo>
                        <a:pt x="165" y="733"/>
                      </a:lnTo>
                      <a:lnTo>
                        <a:pt x="215" y="605"/>
                      </a:lnTo>
                      <a:lnTo>
                        <a:pt x="268" y="477"/>
                      </a:lnTo>
                      <a:lnTo>
                        <a:pt x="328" y="352"/>
                      </a:lnTo>
                      <a:lnTo>
                        <a:pt x="394" y="232"/>
                      </a:lnTo>
                      <a:lnTo>
                        <a:pt x="464" y="115"/>
                      </a:lnTo>
                      <a:lnTo>
                        <a:pt x="542" y="0"/>
                      </a:lnTo>
                      <a:lnTo>
                        <a:pt x="657" y="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8" name="Freeform 359">
                  <a:extLst>
                    <a:ext uri="{FF2B5EF4-FFF2-40B4-BE49-F238E27FC236}">
                      <a16:creationId xmlns:a16="http://schemas.microsoft.com/office/drawing/2014/main" id="{473203E6-57D6-E048-BAAD-88A31B9F1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4" y="872"/>
                  <a:ext cx="45" cy="193"/>
                </a:xfrm>
                <a:custGeom>
                  <a:avLst/>
                  <a:gdLst>
                    <a:gd name="T0" fmla="*/ 0 w 656"/>
                    <a:gd name="T1" fmla="*/ 0 h 3434"/>
                    <a:gd name="T2" fmla="*/ 0 w 656"/>
                    <a:gd name="T3" fmla="*/ 0 h 3434"/>
                    <a:gd name="T4" fmla="*/ 0 w 656"/>
                    <a:gd name="T5" fmla="*/ 0 h 3434"/>
                    <a:gd name="T6" fmla="*/ 0 w 656"/>
                    <a:gd name="T7" fmla="*/ 0 h 3434"/>
                    <a:gd name="T8" fmla="*/ 0 w 656"/>
                    <a:gd name="T9" fmla="*/ 0 h 3434"/>
                    <a:gd name="T10" fmla="*/ 0 w 656"/>
                    <a:gd name="T11" fmla="*/ 0 h 3434"/>
                    <a:gd name="T12" fmla="*/ 0 w 656"/>
                    <a:gd name="T13" fmla="*/ 0 h 3434"/>
                    <a:gd name="T14" fmla="*/ 0 w 656"/>
                    <a:gd name="T15" fmla="*/ 0 h 3434"/>
                    <a:gd name="T16" fmla="*/ 0 w 656"/>
                    <a:gd name="T17" fmla="*/ 0 h 3434"/>
                    <a:gd name="T18" fmla="*/ 0 w 656"/>
                    <a:gd name="T19" fmla="*/ 0 h 3434"/>
                    <a:gd name="T20" fmla="*/ 0 w 656"/>
                    <a:gd name="T21" fmla="*/ 0 h 3434"/>
                    <a:gd name="T22" fmla="*/ 0 w 656"/>
                    <a:gd name="T23" fmla="*/ 0 h 3434"/>
                    <a:gd name="T24" fmla="*/ 0 w 656"/>
                    <a:gd name="T25" fmla="*/ 0 h 3434"/>
                    <a:gd name="T26" fmla="*/ 0 w 656"/>
                    <a:gd name="T27" fmla="*/ 0 h 3434"/>
                    <a:gd name="T28" fmla="*/ 0 w 656"/>
                    <a:gd name="T29" fmla="*/ 0 h 3434"/>
                    <a:gd name="T30" fmla="*/ 0 w 656"/>
                    <a:gd name="T31" fmla="*/ 0 h 3434"/>
                    <a:gd name="T32" fmla="*/ 0 w 656"/>
                    <a:gd name="T33" fmla="*/ 0 h 3434"/>
                    <a:gd name="T34" fmla="*/ 0 w 656"/>
                    <a:gd name="T35" fmla="*/ 0 h 3434"/>
                    <a:gd name="T36" fmla="*/ 0 w 656"/>
                    <a:gd name="T37" fmla="*/ 0 h 3434"/>
                    <a:gd name="T38" fmla="*/ 0 w 656"/>
                    <a:gd name="T39" fmla="*/ 0 h 3434"/>
                    <a:gd name="T40" fmla="*/ 0 w 656"/>
                    <a:gd name="T41" fmla="*/ 0 h 3434"/>
                    <a:gd name="T42" fmla="*/ 0 w 656"/>
                    <a:gd name="T43" fmla="*/ 1 h 3434"/>
                    <a:gd name="T44" fmla="*/ 0 w 656"/>
                    <a:gd name="T45" fmla="*/ 1 h 3434"/>
                    <a:gd name="T46" fmla="*/ 0 w 656"/>
                    <a:gd name="T47" fmla="*/ 1 h 3434"/>
                    <a:gd name="T48" fmla="*/ 0 w 656"/>
                    <a:gd name="T49" fmla="*/ 1 h 3434"/>
                    <a:gd name="T50" fmla="*/ 0 w 656"/>
                    <a:gd name="T51" fmla="*/ 1 h 3434"/>
                    <a:gd name="T52" fmla="*/ 0 w 656"/>
                    <a:gd name="T53" fmla="*/ 1 h 3434"/>
                    <a:gd name="T54" fmla="*/ 0 w 656"/>
                    <a:gd name="T55" fmla="*/ 1 h 3434"/>
                    <a:gd name="T56" fmla="*/ 0 w 656"/>
                    <a:gd name="T57" fmla="*/ 1 h 3434"/>
                    <a:gd name="T58" fmla="*/ 0 w 656"/>
                    <a:gd name="T59" fmla="*/ 1 h 3434"/>
                    <a:gd name="T60" fmla="*/ 0 w 656"/>
                    <a:gd name="T61" fmla="*/ 1 h 3434"/>
                    <a:gd name="T62" fmla="*/ 0 w 656"/>
                    <a:gd name="T63" fmla="*/ 1 h 3434"/>
                    <a:gd name="T64" fmla="*/ 0 w 656"/>
                    <a:gd name="T65" fmla="*/ 1 h 3434"/>
                    <a:gd name="T66" fmla="*/ 0 w 656"/>
                    <a:gd name="T67" fmla="*/ 1 h 3434"/>
                    <a:gd name="T68" fmla="*/ 0 w 656"/>
                    <a:gd name="T69" fmla="*/ 0 h 3434"/>
                    <a:gd name="T70" fmla="*/ 0 w 656"/>
                    <a:gd name="T71" fmla="*/ 0 h 3434"/>
                    <a:gd name="T72" fmla="*/ 0 w 656"/>
                    <a:gd name="T73" fmla="*/ 0 h 3434"/>
                    <a:gd name="T74" fmla="*/ 0 w 656"/>
                    <a:gd name="T75" fmla="*/ 0 h 3434"/>
                    <a:gd name="T76" fmla="*/ 0 w 656"/>
                    <a:gd name="T77" fmla="*/ 0 h 3434"/>
                    <a:gd name="T78" fmla="*/ 0 w 656"/>
                    <a:gd name="T79" fmla="*/ 0 h 3434"/>
                    <a:gd name="T80" fmla="*/ 0 w 656"/>
                    <a:gd name="T81" fmla="*/ 0 h 3434"/>
                    <a:gd name="T82" fmla="*/ 0 w 656"/>
                    <a:gd name="T83" fmla="*/ 0 h 3434"/>
                    <a:gd name="T84" fmla="*/ 0 w 656"/>
                    <a:gd name="T85" fmla="*/ 0 h 3434"/>
                    <a:gd name="T86" fmla="*/ 0 w 656"/>
                    <a:gd name="T87" fmla="*/ 0 h 3434"/>
                    <a:gd name="T88" fmla="*/ 0 w 656"/>
                    <a:gd name="T89" fmla="*/ 0 h 3434"/>
                    <a:gd name="T90" fmla="*/ 0 w 656"/>
                    <a:gd name="T91" fmla="*/ 0 h 3434"/>
                    <a:gd name="T92" fmla="*/ 0 w 656"/>
                    <a:gd name="T93" fmla="*/ 0 h 3434"/>
                    <a:gd name="T94" fmla="*/ 0 w 656"/>
                    <a:gd name="T95" fmla="*/ 0 h 3434"/>
                    <a:gd name="T96" fmla="*/ 0 w 656"/>
                    <a:gd name="T97" fmla="*/ 0 h 3434"/>
                    <a:gd name="T98" fmla="*/ 0 w 656"/>
                    <a:gd name="T99" fmla="*/ 0 h 3434"/>
                    <a:gd name="T100" fmla="*/ 0 w 656"/>
                    <a:gd name="T101" fmla="*/ 0 h 3434"/>
                    <a:gd name="T102" fmla="*/ 0 w 656"/>
                    <a:gd name="T103" fmla="*/ 0 h 3434"/>
                    <a:gd name="T104" fmla="*/ 0 w 656"/>
                    <a:gd name="T105" fmla="*/ 0 h 3434"/>
                    <a:gd name="T106" fmla="*/ 0 w 656"/>
                    <a:gd name="T107" fmla="*/ 0 h 3434"/>
                    <a:gd name="T108" fmla="*/ 0 w 656"/>
                    <a:gd name="T109" fmla="*/ 0 h 3434"/>
                    <a:gd name="T110" fmla="*/ 0 w 656"/>
                    <a:gd name="T111" fmla="*/ 0 h 34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56"/>
                    <a:gd name="T169" fmla="*/ 0 h 3434"/>
                    <a:gd name="T170" fmla="*/ 656 w 656"/>
                    <a:gd name="T171" fmla="*/ 3434 h 34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56" h="3434">
                      <a:moveTo>
                        <a:pt x="0" y="90"/>
                      </a:moveTo>
                      <a:lnTo>
                        <a:pt x="75" y="203"/>
                      </a:lnTo>
                      <a:lnTo>
                        <a:pt x="145" y="315"/>
                      </a:lnTo>
                      <a:lnTo>
                        <a:pt x="208" y="434"/>
                      </a:lnTo>
                      <a:lnTo>
                        <a:pt x="266" y="555"/>
                      </a:lnTo>
                      <a:lnTo>
                        <a:pt x="320" y="678"/>
                      </a:lnTo>
                      <a:lnTo>
                        <a:pt x="365" y="804"/>
                      </a:lnTo>
                      <a:lnTo>
                        <a:pt x="405" y="931"/>
                      </a:lnTo>
                      <a:lnTo>
                        <a:pt x="440" y="1061"/>
                      </a:lnTo>
                      <a:lnTo>
                        <a:pt x="468" y="1193"/>
                      </a:lnTo>
                      <a:lnTo>
                        <a:pt x="490" y="1324"/>
                      </a:lnTo>
                      <a:lnTo>
                        <a:pt x="506" y="1457"/>
                      </a:lnTo>
                      <a:lnTo>
                        <a:pt x="516" y="1592"/>
                      </a:lnTo>
                      <a:lnTo>
                        <a:pt x="518" y="1724"/>
                      </a:lnTo>
                      <a:lnTo>
                        <a:pt x="514" y="1859"/>
                      </a:lnTo>
                      <a:lnTo>
                        <a:pt x="506" y="1993"/>
                      </a:lnTo>
                      <a:lnTo>
                        <a:pt x="490" y="2126"/>
                      </a:lnTo>
                      <a:lnTo>
                        <a:pt x="466" y="2257"/>
                      </a:lnTo>
                      <a:lnTo>
                        <a:pt x="438" y="2388"/>
                      </a:lnTo>
                      <a:lnTo>
                        <a:pt x="403" y="2518"/>
                      </a:lnTo>
                      <a:lnTo>
                        <a:pt x="363" y="2645"/>
                      </a:lnTo>
                      <a:lnTo>
                        <a:pt x="315" y="2773"/>
                      </a:lnTo>
                      <a:lnTo>
                        <a:pt x="264" y="2895"/>
                      </a:lnTo>
                      <a:lnTo>
                        <a:pt x="205" y="3016"/>
                      </a:lnTo>
                      <a:lnTo>
                        <a:pt x="140" y="3133"/>
                      </a:lnTo>
                      <a:lnTo>
                        <a:pt x="72" y="3248"/>
                      </a:lnTo>
                      <a:lnTo>
                        <a:pt x="0" y="3353"/>
                      </a:lnTo>
                      <a:lnTo>
                        <a:pt x="115" y="3434"/>
                      </a:lnTo>
                      <a:lnTo>
                        <a:pt x="159" y="3371"/>
                      </a:lnTo>
                      <a:lnTo>
                        <a:pt x="232" y="3256"/>
                      </a:lnTo>
                      <a:lnTo>
                        <a:pt x="300" y="3134"/>
                      </a:lnTo>
                      <a:lnTo>
                        <a:pt x="363" y="3011"/>
                      </a:lnTo>
                      <a:lnTo>
                        <a:pt x="418" y="2887"/>
                      </a:lnTo>
                      <a:lnTo>
                        <a:pt x="470" y="2758"/>
                      </a:lnTo>
                      <a:lnTo>
                        <a:pt x="516" y="2630"/>
                      </a:lnTo>
                      <a:lnTo>
                        <a:pt x="553" y="2497"/>
                      </a:lnTo>
                      <a:lnTo>
                        <a:pt x="588" y="2362"/>
                      </a:lnTo>
                      <a:lnTo>
                        <a:pt x="613" y="2227"/>
                      </a:lnTo>
                      <a:lnTo>
                        <a:pt x="635" y="2090"/>
                      </a:lnTo>
                      <a:lnTo>
                        <a:pt x="649" y="1954"/>
                      </a:lnTo>
                      <a:lnTo>
                        <a:pt x="656" y="1817"/>
                      </a:lnTo>
                      <a:lnTo>
                        <a:pt x="656" y="1679"/>
                      </a:lnTo>
                      <a:lnTo>
                        <a:pt x="653" y="1542"/>
                      </a:lnTo>
                      <a:lnTo>
                        <a:pt x="641" y="1405"/>
                      </a:lnTo>
                      <a:lnTo>
                        <a:pt x="623" y="1269"/>
                      </a:lnTo>
                      <a:lnTo>
                        <a:pt x="599" y="1131"/>
                      </a:lnTo>
                      <a:lnTo>
                        <a:pt x="569" y="997"/>
                      </a:lnTo>
                      <a:lnTo>
                        <a:pt x="534" y="864"/>
                      </a:lnTo>
                      <a:lnTo>
                        <a:pt x="493" y="733"/>
                      </a:lnTo>
                      <a:lnTo>
                        <a:pt x="443" y="604"/>
                      </a:lnTo>
                      <a:lnTo>
                        <a:pt x="388" y="478"/>
                      </a:lnTo>
                      <a:lnTo>
                        <a:pt x="330" y="353"/>
                      </a:lnTo>
                      <a:lnTo>
                        <a:pt x="264" y="232"/>
                      </a:lnTo>
                      <a:lnTo>
                        <a:pt x="192" y="115"/>
                      </a:lnTo>
                      <a:lnTo>
                        <a:pt x="115" y="0"/>
                      </a:lnTo>
                      <a:lnTo>
                        <a:pt x="0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09" name="Freeform 360">
                  <a:extLst>
                    <a:ext uri="{FF2B5EF4-FFF2-40B4-BE49-F238E27FC236}">
                      <a16:creationId xmlns:a16="http://schemas.microsoft.com/office/drawing/2014/main" id="{77ADB506-DDD1-0148-8CA9-CA82B4FF5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4" y="848"/>
                  <a:ext cx="54" cy="241"/>
                </a:xfrm>
                <a:custGeom>
                  <a:avLst/>
                  <a:gdLst>
                    <a:gd name="T0" fmla="*/ 0 w 786"/>
                    <a:gd name="T1" fmla="*/ 1 h 4276"/>
                    <a:gd name="T2" fmla="*/ 0 w 786"/>
                    <a:gd name="T3" fmla="*/ 1 h 4276"/>
                    <a:gd name="T4" fmla="*/ 0 w 786"/>
                    <a:gd name="T5" fmla="*/ 1 h 4276"/>
                    <a:gd name="T6" fmla="*/ 0 w 786"/>
                    <a:gd name="T7" fmla="*/ 1 h 4276"/>
                    <a:gd name="T8" fmla="*/ 0 w 786"/>
                    <a:gd name="T9" fmla="*/ 1 h 4276"/>
                    <a:gd name="T10" fmla="*/ 0 w 786"/>
                    <a:gd name="T11" fmla="*/ 1 h 4276"/>
                    <a:gd name="T12" fmla="*/ 0 w 786"/>
                    <a:gd name="T13" fmla="*/ 1 h 4276"/>
                    <a:gd name="T14" fmla="*/ 0 w 786"/>
                    <a:gd name="T15" fmla="*/ 1 h 4276"/>
                    <a:gd name="T16" fmla="*/ 0 w 786"/>
                    <a:gd name="T17" fmla="*/ 1 h 4276"/>
                    <a:gd name="T18" fmla="*/ 0 w 786"/>
                    <a:gd name="T19" fmla="*/ 1 h 4276"/>
                    <a:gd name="T20" fmla="*/ 0 w 786"/>
                    <a:gd name="T21" fmla="*/ 1 h 4276"/>
                    <a:gd name="T22" fmla="*/ 0 w 786"/>
                    <a:gd name="T23" fmla="*/ 1 h 4276"/>
                    <a:gd name="T24" fmla="*/ 0 w 786"/>
                    <a:gd name="T25" fmla="*/ 0 h 4276"/>
                    <a:gd name="T26" fmla="*/ 0 w 786"/>
                    <a:gd name="T27" fmla="*/ 0 h 4276"/>
                    <a:gd name="T28" fmla="*/ 0 w 786"/>
                    <a:gd name="T29" fmla="*/ 0 h 4276"/>
                    <a:gd name="T30" fmla="*/ 0 w 786"/>
                    <a:gd name="T31" fmla="*/ 0 h 4276"/>
                    <a:gd name="T32" fmla="*/ 0 w 786"/>
                    <a:gd name="T33" fmla="*/ 0 h 4276"/>
                    <a:gd name="T34" fmla="*/ 0 w 786"/>
                    <a:gd name="T35" fmla="*/ 0 h 4276"/>
                    <a:gd name="T36" fmla="*/ 0 w 786"/>
                    <a:gd name="T37" fmla="*/ 0 h 4276"/>
                    <a:gd name="T38" fmla="*/ 0 w 786"/>
                    <a:gd name="T39" fmla="*/ 0 h 4276"/>
                    <a:gd name="T40" fmla="*/ 0 w 786"/>
                    <a:gd name="T41" fmla="*/ 0 h 4276"/>
                    <a:gd name="T42" fmla="*/ 0 w 786"/>
                    <a:gd name="T43" fmla="*/ 0 h 4276"/>
                    <a:gd name="T44" fmla="*/ 0 w 786"/>
                    <a:gd name="T45" fmla="*/ 0 h 4276"/>
                    <a:gd name="T46" fmla="*/ 0 w 786"/>
                    <a:gd name="T47" fmla="*/ 0 h 4276"/>
                    <a:gd name="T48" fmla="*/ 0 w 786"/>
                    <a:gd name="T49" fmla="*/ 0 h 4276"/>
                    <a:gd name="T50" fmla="*/ 0 w 786"/>
                    <a:gd name="T51" fmla="*/ 0 h 4276"/>
                    <a:gd name="T52" fmla="*/ 0 w 786"/>
                    <a:gd name="T53" fmla="*/ 0 h 4276"/>
                    <a:gd name="T54" fmla="*/ 0 w 786"/>
                    <a:gd name="T55" fmla="*/ 0 h 4276"/>
                    <a:gd name="T56" fmla="*/ 0 w 786"/>
                    <a:gd name="T57" fmla="*/ 0 h 4276"/>
                    <a:gd name="T58" fmla="*/ 0 w 786"/>
                    <a:gd name="T59" fmla="*/ 0 h 4276"/>
                    <a:gd name="T60" fmla="*/ 0 w 786"/>
                    <a:gd name="T61" fmla="*/ 0 h 4276"/>
                    <a:gd name="T62" fmla="*/ 0 w 786"/>
                    <a:gd name="T63" fmla="*/ 0 h 4276"/>
                    <a:gd name="T64" fmla="*/ 0 w 786"/>
                    <a:gd name="T65" fmla="*/ 0 h 4276"/>
                    <a:gd name="T66" fmla="*/ 0 w 786"/>
                    <a:gd name="T67" fmla="*/ 0 h 4276"/>
                    <a:gd name="T68" fmla="*/ 0 w 786"/>
                    <a:gd name="T69" fmla="*/ 0 h 4276"/>
                    <a:gd name="T70" fmla="*/ 0 w 786"/>
                    <a:gd name="T71" fmla="*/ 0 h 4276"/>
                    <a:gd name="T72" fmla="*/ 0 w 786"/>
                    <a:gd name="T73" fmla="*/ 0 h 4276"/>
                    <a:gd name="T74" fmla="*/ 0 w 786"/>
                    <a:gd name="T75" fmla="*/ 0 h 4276"/>
                    <a:gd name="T76" fmla="*/ 0 w 786"/>
                    <a:gd name="T77" fmla="*/ 0 h 4276"/>
                    <a:gd name="T78" fmla="*/ 0 w 786"/>
                    <a:gd name="T79" fmla="*/ 0 h 4276"/>
                    <a:gd name="T80" fmla="*/ 0 w 786"/>
                    <a:gd name="T81" fmla="*/ 0 h 4276"/>
                    <a:gd name="T82" fmla="*/ 0 w 786"/>
                    <a:gd name="T83" fmla="*/ 0 h 4276"/>
                    <a:gd name="T84" fmla="*/ 0 w 786"/>
                    <a:gd name="T85" fmla="*/ 0 h 4276"/>
                    <a:gd name="T86" fmla="*/ 0 w 786"/>
                    <a:gd name="T87" fmla="*/ 0 h 4276"/>
                    <a:gd name="T88" fmla="*/ 0 w 786"/>
                    <a:gd name="T89" fmla="*/ 0 h 4276"/>
                    <a:gd name="T90" fmla="*/ 0 w 786"/>
                    <a:gd name="T91" fmla="*/ 0 h 4276"/>
                    <a:gd name="T92" fmla="*/ 0 w 786"/>
                    <a:gd name="T93" fmla="*/ 0 h 4276"/>
                    <a:gd name="T94" fmla="*/ 0 w 786"/>
                    <a:gd name="T95" fmla="*/ 0 h 4276"/>
                    <a:gd name="T96" fmla="*/ 0 w 786"/>
                    <a:gd name="T97" fmla="*/ 0 h 4276"/>
                    <a:gd name="T98" fmla="*/ 0 w 786"/>
                    <a:gd name="T99" fmla="*/ 1 h 4276"/>
                    <a:gd name="T100" fmla="*/ 0 w 786"/>
                    <a:gd name="T101" fmla="*/ 1 h 4276"/>
                    <a:gd name="T102" fmla="*/ 0 w 786"/>
                    <a:gd name="T103" fmla="*/ 1 h 4276"/>
                    <a:gd name="T104" fmla="*/ 0 w 786"/>
                    <a:gd name="T105" fmla="*/ 1 h 4276"/>
                    <a:gd name="T106" fmla="*/ 0 w 786"/>
                    <a:gd name="T107" fmla="*/ 1 h 4276"/>
                    <a:gd name="T108" fmla="*/ 0 w 786"/>
                    <a:gd name="T109" fmla="*/ 1 h 4276"/>
                    <a:gd name="T110" fmla="*/ 0 w 786"/>
                    <a:gd name="T111" fmla="*/ 1 h 4276"/>
                    <a:gd name="T112" fmla="*/ 0 w 786"/>
                    <a:gd name="T113" fmla="*/ 1 h 4276"/>
                    <a:gd name="T114" fmla="*/ 0 w 786"/>
                    <a:gd name="T115" fmla="*/ 1 h 4276"/>
                    <a:gd name="T116" fmla="*/ 0 w 786"/>
                    <a:gd name="T117" fmla="*/ 1 h 4276"/>
                    <a:gd name="T118" fmla="*/ 0 w 786"/>
                    <a:gd name="T119" fmla="*/ 1 h 4276"/>
                    <a:gd name="T120" fmla="*/ 0 w 786"/>
                    <a:gd name="T121" fmla="*/ 1 h 4276"/>
                    <a:gd name="T122" fmla="*/ 0 w 786"/>
                    <a:gd name="T123" fmla="*/ 1 h 427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6"/>
                    <a:gd name="T187" fmla="*/ 0 h 4276"/>
                    <a:gd name="T188" fmla="*/ 786 w 786"/>
                    <a:gd name="T189" fmla="*/ 4276 h 427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6" h="4276">
                      <a:moveTo>
                        <a:pt x="786" y="4191"/>
                      </a:moveTo>
                      <a:lnTo>
                        <a:pt x="719" y="4090"/>
                      </a:lnTo>
                      <a:lnTo>
                        <a:pt x="639" y="3959"/>
                      </a:lnTo>
                      <a:lnTo>
                        <a:pt x="566" y="3826"/>
                      </a:lnTo>
                      <a:lnTo>
                        <a:pt x="496" y="3692"/>
                      </a:lnTo>
                      <a:lnTo>
                        <a:pt x="435" y="3552"/>
                      </a:lnTo>
                      <a:lnTo>
                        <a:pt x="380" y="3412"/>
                      </a:lnTo>
                      <a:lnTo>
                        <a:pt x="328" y="3269"/>
                      </a:lnTo>
                      <a:lnTo>
                        <a:pt x="283" y="3124"/>
                      </a:lnTo>
                      <a:lnTo>
                        <a:pt x="246" y="2978"/>
                      </a:lnTo>
                      <a:lnTo>
                        <a:pt x="215" y="2829"/>
                      </a:lnTo>
                      <a:lnTo>
                        <a:pt x="187" y="2681"/>
                      </a:lnTo>
                      <a:lnTo>
                        <a:pt x="169" y="2531"/>
                      </a:lnTo>
                      <a:lnTo>
                        <a:pt x="155" y="2380"/>
                      </a:lnTo>
                      <a:lnTo>
                        <a:pt x="147" y="2228"/>
                      </a:lnTo>
                      <a:lnTo>
                        <a:pt x="147" y="2076"/>
                      </a:lnTo>
                      <a:lnTo>
                        <a:pt x="153" y="1923"/>
                      </a:lnTo>
                      <a:lnTo>
                        <a:pt x="165" y="1773"/>
                      </a:lnTo>
                      <a:lnTo>
                        <a:pt x="183" y="1623"/>
                      </a:lnTo>
                      <a:lnTo>
                        <a:pt x="208" y="1472"/>
                      </a:lnTo>
                      <a:lnTo>
                        <a:pt x="238" y="1325"/>
                      </a:lnTo>
                      <a:lnTo>
                        <a:pt x="276" y="1177"/>
                      </a:lnTo>
                      <a:lnTo>
                        <a:pt x="320" y="1032"/>
                      </a:lnTo>
                      <a:lnTo>
                        <a:pt x="370" y="889"/>
                      </a:lnTo>
                      <a:lnTo>
                        <a:pt x="425" y="747"/>
                      </a:lnTo>
                      <a:lnTo>
                        <a:pt x="484" y="609"/>
                      </a:lnTo>
                      <a:lnTo>
                        <a:pt x="551" y="474"/>
                      </a:lnTo>
                      <a:lnTo>
                        <a:pt x="626" y="341"/>
                      </a:lnTo>
                      <a:lnTo>
                        <a:pt x="703" y="210"/>
                      </a:lnTo>
                      <a:lnTo>
                        <a:pt x="786" y="83"/>
                      </a:lnTo>
                      <a:lnTo>
                        <a:pt x="681" y="0"/>
                      </a:lnTo>
                      <a:lnTo>
                        <a:pt x="596" y="126"/>
                      </a:lnTo>
                      <a:lnTo>
                        <a:pt x="514" y="258"/>
                      </a:lnTo>
                      <a:lnTo>
                        <a:pt x="438" y="391"/>
                      </a:lnTo>
                      <a:lnTo>
                        <a:pt x="370" y="527"/>
                      </a:lnTo>
                      <a:lnTo>
                        <a:pt x="306" y="666"/>
                      </a:lnTo>
                      <a:lnTo>
                        <a:pt x="248" y="809"/>
                      </a:lnTo>
                      <a:lnTo>
                        <a:pt x="195" y="951"/>
                      </a:lnTo>
                      <a:lnTo>
                        <a:pt x="149" y="1097"/>
                      </a:lnTo>
                      <a:lnTo>
                        <a:pt x="110" y="1247"/>
                      </a:lnTo>
                      <a:lnTo>
                        <a:pt x="75" y="1395"/>
                      </a:lnTo>
                      <a:lnTo>
                        <a:pt x="47" y="1545"/>
                      </a:lnTo>
                      <a:lnTo>
                        <a:pt x="26" y="1696"/>
                      </a:lnTo>
                      <a:lnTo>
                        <a:pt x="12" y="1848"/>
                      </a:lnTo>
                      <a:lnTo>
                        <a:pt x="2" y="2003"/>
                      </a:lnTo>
                      <a:lnTo>
                        <a:pt x="0" y="2156"/>
                      </a:lnTo>
                      <a:lnTo>
                        <a:pt x="4" y="2308"/>
                      </a:lnTo>
                      <a:lnTo>
                        <a:pt x="14" y="2461"/>
                      </a:lnTo>
                      <a:lnTo>
                        <a:pt x="30" y="2614"/>
                      </a:lnTo>
                      <a:lnTo>
                        <a:pt x="54" y="2764"/>
                      </a:lnTo>
                      <a:lnTo>
                        <a:pt x="84" y="2914"/>
                      </a:lnTo>
                      <a:lnTo>
                        <a:pt x="117" y="3065"/>
                      </a:lnTo>
                      <a:lnTo>
                        <a:pt x="159" y="3212"/>
                      </a:lnTo>
                      <a:lnTo>
                        <a:pt x="207" y="3357"/>
                      </a:lnTo>
                      <a:lnTo>
                        <a:pt x="260" y="3502"/>
                      </a:lnTo>
                      <a:lnTo>
                        <a:pt x="320" y="3642"/>
                      </a:lnTo>
                      <a:lnTo>
                        <a:pt x="385" y="3780"/>
                      </a:lnTo>
                      <a:lnTo>
                        <a:pt x="456" y="3917"/>
                      </a:lnTo>
                      <a:lnTo>
                        <a:pt x="534" y="4050"/>
                      </a:lnTo>
                      <a:lnTo>
                        <a:pt x="616" y="4178"/>
                      </a:lnTo>
                      <a:lnTo>
                        <a:pt x="681" y="4276"/>
                      </a:lnTo>
                      <a:lnTo>
                        <a:pt x="786" y="41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0" name="Freeform 361">
                  <a:extLst>
                    <a:ext uri="{FF2B5EF4-FFF2-40B4-BE49-F238E27FC236}">
                      <a16:creationId xmlns:a16="http://schemas.microsoft.com/office/drawing/2014/main" id="{1E212AD2-4347-874D-93D1-2EC1025B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6" y="848"/>
                  <a:ext cx="54" cy="241"/>
                </a:xfrm>
                <a:custGeom>
                  <a:avLst/>
                  <a:gdLst>
                    <a:gd name="T0" fmla="*/ 0 w 785"/>
                    <a:gd name="T1" fmla="*/ 1 h 4276"/>
                    <a:gd name="T2" fmla="*/ 0 w 785"/>
                    <a:gd name="T3" fmla="*/ 1 h 4276"/>
                    <a:gd name="T4" fmla="*/ 0 w 785"/>
                    <a:gd name="T5" fmla="*/ 1 h 4276"/>
                    <a:gd name="T6" fmla="*/ 0 w 785"/>
                    <a:gd name="T7" fmla="*/ 1 h 4276"/>
                    <a:gd name="T8" fmla="*/ 0 w 785"/>
                    <a:gd name="T9" fmla="*/ 1 h 4276"/>
                    <a:gd name="T10" fmla="*/ 0 w 785"/>
                    <a:gd name="T11" fmla="*/ 1 h 4276"/>
                    <a:gd name="T12" fmla="*/ 0 w 785"/>
                    <a:gd name="T13" fmla="*/ 1 h 4276"/>
                    <a:gd name="T14" fmla="*/ 0 w 785"/>
                    <a:gd name="T15" fmla="*/ 1 h 4276"/>
                    <a:gd name="T16" fmla="*/ 0 w 785"/>
                    <a:gd name="T17" fmla="*/ 1 h 4276"/>
                    <a:gd name="T18" fmla="*/ 0 w 785"/>
                    <a:gd name="T19" fmla="*/ 1 h 4276"/>
                    <a:gd name="T20" fmla="*/ 0 w 785"/>
                    <a:gd name="T21" fmla="*/ 1 h 4276"/>
                    <a:gd name="T22" fmla="*/ 0 w 785"/>
                    <a:gd name="T23" fmla="*/ 1 h 4276"/>
                    <a:gd name="T24" fmla="*/ 0 w 785"/>
                    <a:gd name="T25" fmla="*/ 0 h 4276"/>
                    <a:gd name="T26" fmla="*/ 0 w 785"/>
                    <a:gd name="T27" fmla="*/ 0 h 4276"/>
                    <a:gd name="T28" fmla="*/ 0 w 785"/>
                    <a:gd name="T29" fmla="*/ 0 h 4276"/>
                    <a:gd name="T30" fmla="*/ 0 w 785"/>
                    <a:gd name="T31" fmla="*/ 0 h 4276"/>
                    <a:gd name="T32" fmla="*/ 0 w 785"/>
                    <a:gd name="T33" fmla="*/ 0 h 4276"/>
                    <a:gd name="T34" fmla="*/ 0 w 785"/>
                    <a:gd name="T35" fmla="*/ 0 h 4276"/>
                    <a:gd name="T36" fmla="*/ 0 w 785"/>
                    <a:gd name="T37" fmla="*/ 0 h 4276"/>
                    <a:gd name="T38" fmla="*/ 0 w 785"/>
                    <a:gd name="T39" fmla="*/ 0 h 4276"/>
                    <a:gd name="T40" fmla="*/ 0 w 785"/>
                    <a:gd name="T41" fmla="*/ 0 h 4276"/>
                    <a:gd name="T42" fmla="*/ 0 w 785"/>
                    <a:gd name="T43" fmla="*/ 0 h 4276"/>
                    <a:gd name="T44" fmla="*/ 0 w 785"/>
                    <a:gd name="T45" fmla="*/ 0 h 4276"/>
                    <a:gd name="T46" fmla="*/ 0 w 785"/>
                    <a:gd name="T47" fmla="*/ 0 h 4276"/>
                    <a:gd name="T48" fmla="*/ 0 w 785"/>
                    <a:gd name="T49" fmla="*/ 0 h 4276"/>
                    <a:gd name="T50" fmla="*/ 0 w 785"/>
                    <a:gd name="T51" fmla="*/ 0 h 4276"/>
                    <a:gd name="T52" fmla="*/ 0 w 785"/>
                    <a:gd name="T53" fmla="*/ 0 h 4276"/>
                    <a:gd name="T54" fmla="*/ 0 w 785"/>
                    <a:gd name="T55" fmla="*/ 0 h 4276"/>
                    <a:gd name="T56" fmla="*/ 0 w 785"/>
                    <a:gd name="T57" fmla="*/ 0 h 4276"/>
                    <a:gd name="T58" fmla="*/ 0 w 785"/>
                    <a:gd name="T59" fmla="*/ 0 h 4276"/>
                    <a:gd name="T60" fmla="*/ 0 w 785"/>
                    <a:gd name="T61" fmla="*/ 0 h 4276"/>
                    <a:gd name="T62" fmla="*/ 0 w 785"/>
                    <a:gd name="T63" fmla="*/ 0 h 4276"/>
                    <a:gd name="T64" fmla="*/ 0 w 785"/>
                    <a:gd name="T65" fmla="*/ 0 h 4276"/>
                    <a:gd name="T66" fmla="*/ 0 w 785"/>
                    <a:gd name="T67" fmla="*/ 0 h 4276"/>
                    <a:gd name="T68" fmla="*/ 0 w 785"/>
                    <a:gd name="T69" fmla="*/ 0 h 4276"/>
                    <a:gd name="T70" fmla="*/ 0 w 785"/>
                    <a:gd name="T71" fmla="*/ 0 h 4276"/>
                    <a:gd name="T72" fmla="*/ 0 w 785"/>
                    <a:gd name="T73" fmla="*/ 0 h 4276"/>
                    <a:gd name="T74" fmla="*/ 0 w 785"/>
                    <a:gd name="T75" fmla="*/ 0 h 4276"/>
                    <a:gd name="T76" fmla="*/ 0 w 785"/>
                    <a:gd name="T77" fmla="*/ 0 h 4276"/>
                    <a:gd name="T78" fmla="*/ 0 w 785"/>
                    <a:gd name="T79" fmla="*/ 0 h 4276"/>
                    <a:gd name="T80" fmla="*/ 0 w 785"/>
                    <a:gd name="T81" fmla="*/ 0 h 4276"/>
                    <a:gd name="T82" fmla="*/ 0 w 785"/>
                    <a:gd name="T83" fmla="*/ 0 h 4276"/>
                    <a:gd name="T84" fmla="*/ 0 w 785"/>
                    <a:gd name="T85" fmla="*/ 0 h 4276"/>
                    <a:gd name="T86" fmla="*/ 0 w 785"/>
                    <a:gd name="T87" fmla="*/ 0 h 4276"/>
                    <a:gd name="T88" fmla="*/ 0 w 785"/>
                    <a:gd name="T89" fmla="*/ 0 h 4276"/>
                    <a:gd name="T90" fmla="*/ 0 w 785"/>
                    <a:gd name="T91" fmla="*/ 0 h 4276"/>
                    <a:gd name="T92" fmla="*/ 0 w 785"/>
                    <a:gd name="T93" fmla="*/ 0 h 4276"/>
                    <a:gd name="T94" fmla="*/ 0 w 785"/>
                    <a:gd name="T95" fmla="*/ 0 h 4276"/>
                    <a:gd name="T96" fmla="*/ 0 w 785"/>
                    <a:gd name="T97" fmla="*/ 0 h 4276"/>
                    <a:gd name="T98" fmla="*/ 0 w 785"/>
                    <a:gd name="T99" fmla="*/ 1 h 4276"/>
                    <a:gd name="T100" fmla="*/ 0 w 785"/>
                    <a:gd name="T101" fmla="*/ 1 h 4276"/>
                    <a:gd name="T102" fmla="*/ 0 w 785"/>
                    <a:gd name="T103" fmla="*/ 1 h 4276"/>
                    <a:gd name="T104" fmla="*/ 0 w 785"/>
                    <a:gd name="T105" fmla="*/ 1 h 4276"/>
                    <a:gd name="T106" fmla="*/ 0 w 785"/>
                    <a:gd name="T107" fmla="*/ 1 h 4276"/>
                    <a:gd name="T108" fmla="*/ 0 w 785"/>
                    <a:gd name="T109" fmla="*/ 1 h 4276"/>
                    <a:gd name="T110" fmla="*/ 0 w 785"/>
                    <a:gd name="T111" fmla="*/ 1 h 4276"/>
                    <a:gd name="T112" fmla="*/ 0 w 785"/>
                    <a:gd name="T113" fmla="*/ 1 h 4276"/>
                    <a:gd name="T114" fmla="*/ 0 w 785"/>
                    <a:gd name="T115" fmla="*/ 1 h 4276"/>
                    <a:gd name="T116" fmla="*/ 0 w 785"/>
                    <a:gd name="T117" fmla="*/ 1 h 4276"/>
                    <a:gd name="T118" fmla="*/ 0 w 785"/>
                    <a:gd name="T119" fmla="*/ 1 h 4276"/>
                    <a:gd name="T120" fmla="*/ 0 w 785"/>
                    <a:gd name="T121" fmla="*/ 1 h 4276"/>
                    <a:gd name="T122" fmla="*/ 0 w 785"/>
                    <a:gd name="T123" fmla="*/ 1 h 427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4276"/>
                    <a:gd name="T188" fmla="*/ 785 w 785"/>
                    <a:gd name="T189" fmla="*/ 4276 h 427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4276">
                      <a:moveTo>
                        <a:pt x="0" y="4191"/>
                      </a:moveTo>
                      <a:lnTo>
                        <a:pt x="66" y="4089"/>
                      </a:lnTo>
                      <a:lnTo>
                        <a:pt x="146" y="3959"/>
                      </a:lnTo>
                      <a:lnTo>
                        <a:pt x="219" y="3826"/>
                      </a:lnTo>
                      <a:lnTo>
                        <a:pt x="289" y="3691"/>
                      </a:lnTo>
                      <a:lnTo>
                        <a:pt x="351" y="3553"/>
                      </a:lnTo>
                      <a:lnTo>
                        <a:pt x="406" y="3412"/>
                      </a:lnTo>
                      <a:lnTo>
                        <a:pt x="457" y="3270"/>
                      </a:lnTo>
                      <a:lnTo>
                        <a:pt x="501" y="3125"/>
                      </a:lnTo>
                      <a:lnTo>
                        <a:pt x="539" y="2978"/>
                      </a:lnTo>
                      <a:lnTo>
                        <a:pt x="571" y="2830"/>
                      </a:lnTo>
                      <a:lnTo>
                        <a:pt x="599" y="2680"/>
                      </a:lnTo>
                      <a:lnTo>
                        <a:pt x="617" y="2530"/>
                      </a:lnTo>
                      <a:lnTo>
                        <a:pt x="630" y="2380"/>
                      </a:lnTo>
                      <a:lnTo>
                        <a:pt x="638" y="2227"/>
                      </a:lnTo>
                      <a:lnTo>
                        <a:pt x="638" y="2077"/>
                      </a:lnTo>
                      <a:lnTo>
                        <a:pt x="632" y="1924"/>
                      </a:lnTo>
                      <a:lnTo>
                        <a:pt x="620" y="1773"/>
                      </a:lnTo>
                      <a:lnTo>
                        <a:pt x="602" y="1623"/>
                      </a:lnTo>
                      <a:lnTo>
                        <a:pt x="577" y="1473"/>
                      </a:lnTo>
                      <a:lnTo>
                        <a:pt x="547" y="1326"/>
                      </a:lnTo>
                      <a:lnTo>
                        <a:pt x="509" y="1177"/>
                      </a:lnTo>
                      <a:lnTo>
                        <a:pt x="466" y="1033"/>
                      </a:lnTo>
                      <a:lnTo>
                        <a:pt x="416" y="890"/>
                      </a:lnTo>
                      <a:lnTo>
                        <a:pt x="361" y="747"/>
                      </a:lnTo>
                      <a:lnTo>
                        <a:pt x="301" y="608"/>
                      </a:lnTo>
                      <a:lnTo>
                        <a:pt x="233" y="473"/>
                      </a:lnTo>
                      <a:lnTo>
                        <a:pt x="160" y="340"/>
                      </a:lnTo>
                      <a:lnTo>
                        <a:pt x="83" y="210"/>
                      </a:lnTo>
                      <a:lnTo>
                        <a:pt x="0" y="84"/>
                      </a:lnTo>
                      <a:lnTo>
                        <a:pt x="104" y="0"/>
                      </a:lnTo>
                      <a:lnTo>
                        <a:pt x="190" y="127"/>
                      </a:lnTo>
                      <a:lnTo>
                        <a:pt x="271" y="257"/>
                      </a:lnTo>
                      <a:lnTo>
                        <a:pt x="346" y="390"/>
                      </a:lnTo>
                      <a:lnTo>
                        <a:pt x="416" y="527"/>
                      </a:lnTo>
                      <a:lnTo>
                        <a:pt x="479" y="665"/>
                      </a:lnTo>
                      <a:lnTo>
                        <a:pt x="537" y="808"/>
                      </a:lnTo>
                      <a:lnTo>
                        <a:pt x="590" y="951"/>
                      </a:lnTo>
                      <a:lnTo>
                        <a:pt x="637" y="1098"/>
                      </a:lnTo>
                      <a:lnTo>
                        <a:pt x="675" y="1246"/>
                      </a:lnTo>
                      <a:lnTo>
                        <a:pt x="710" y="1395"/>
                      </a:lnTo>
                      <a:lnTo>
                        <a:pt x="737" y="1546"/>
                      </a:lnTo>
                      <a:lnTo>
                        <a:pt x="759" y="1696"/>
                      </a:lnTo>
                      <a:lnTo>
                        <a:pt x="773" y="1849"/>
                      </a:lnTo>
                      <a:lnTo>
                        <a:pt x="783" y="2004"/>
                      </a:lnTo>
                      <a:lnTo>
                        <a:pt x="785" y="2156"/>
                      </a:lnTo>
                      <a:lnTo>
                        <a:pt x="781" y="2309"/>
                      </a:lnTo>
                      <a:lnTo>
                        <a:pt x="771" y="2461"/>
                      </a:lnTo>
                      <a:lnTo>
                        <a:pt x="755" y="2614"/>
                      </a:lnTo>
                      <a:lnTo>
                        <a:pt x="732" y="2764"/>
                      </a:lnTo>
                      <a:lnTo>
                        <a:pt x="702" y="2915"/>
                      </a:lnTo>
                      <a:lnTo>
                        <a:pt x="668" y="3065"/>
                      </a:lnTo>
                      <a:lnTo>
                        <a:pt x="627" y="3212"/>
                      </a:lnTo>
                      <a:lnTo>
                        <a:pt x="579" y="3356"/>
                      </a:lnTo>
                      <a:lnTo>
                        <a:pt x="525" y="3501"/>
                      </a:lnTo>
                      <a:lnTo>
                        <a:pt x="466" y="3641"/>
                      </a:lnTo>
                      <a:lnTo>
                        <a:pt x="400" y="3781"/>
                      </a:lnTo>
                      <a:lnTo>
                        <a:pt x="329" y="3917"/>
                      </a:lnTo>
                      <a:lnTo>
                        <a:pt x="251" y="4051"/>
                      </a:lnTo>
                      <a:lnTo>
                        <a:pt x="170" y="4179"/>
                      </a:lnTo>
                      <a:lnTo>
                        <a:pt x="104" y="4276"/>
                      </a:lnTo>
                      <a:lnTo>
                        <a:pt x="0" y="41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1" name="Freeform 362">
                  <a:extLst>
                    <a:ext uri="{FF2B5EF4-FFF2-40B4-BE49-F238E27FC236}">
                      <a16:creationId xmlns:a16="http://schemas.microsoft.com/office/drawing/2014/main" id="{9D2684B6-9386-094D-BCF4-EAD6E3B17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9" y="822"/>
                  <a:ext cx="64" cy="292"/>
                </a:xfrm>
                <a:custGeom>
                  <a:avLst/>
                  <a:gdLst>
                    <a:gd name="T0" fmla="*/ 0 w 934"/>
                    <a:gd name="T1" fmla="*/ 1 h 5192"/>
                    <a:gd name="T2" fmla="*/ 0 w 934"/>
                    <a:gd name="T3" fmla="*/ 1 h 5192"/>
                    <a:gd name="T4" fmla="*/ 0 w 934"/>
                    <a:gd name="T5" fmla="*/ 1 h 5192"/>
                    <a:gd name="T6" fmla="*/ 0 w 934"/>
                    <a:gd name="T7" fmla="*/ 1 h 5192"/>
                    <a:gd name="T8" fmla="*/ 0 w 934"/>
                    <a:gd name="T9" fmla="*/ 1 h 5192"/>
                    <a:gd name="T10" fmla="*/ 0 w 934"/>
                    <a:gd name="T11" fmla="*/ 1 h 5192"/>
                    <a:gd name="T12" fmla="*/ 0 w 934"/>
                    <a:gd name="T13" fmla="*/ 1 h 5192"/>
                    <a:gd name="T14" fmla="*/ 0 w 934"/>
                    <a:gd name="T15" fmla="*/ 1 h 5192"/>
                    <a:gd name="T16" fmla="*/ 0 w 934"/>
                    <a:gd name="T17" fmla="*/ 0 h 5192"/>
                    <a:gd name="T18" fmla="*/ 0 w 934"/>
                    <a:gd name="T19" fmla="*/ 0 h 5192"/>
                    <a:gd name="T20" fmla="*/ 0 w 934"/>
                    <a:gd name="T21" fmla="*/ 0 h 5192"/>
                    <a:gd name="T22" fmla="*/ 0 w 934"/>
                    <a:gd name="T23" fmla="*/ 0 h 5192"/>
                    <a:gd name="T24" fmla="*/ 0 w 934"/>
                    <a:gd name="T25" fmla="*/ 0 h 5192"/>
                    <a:gd name="T26" fmla="*/ 0 w 934"/>
                    <a:gd name="T27" fmla="*/ 0 h 5192"/>
                    <a:gd name="T28" fmla="*/ 0 w 934"/>
                    <a:gd name="T29" fmla="*/ 0 h 5192"/>
                    <a:gd name="T30" fmla="*/ 0 w 934"/>
                    <a:gd name="T31" fmla="*/ 0 h 5192"/>
                    <a:gd name="T32" fmla="*/ 0 w 934"/>
                    <a:gd name="T33" fmla="*/ 0 h 5192"/>
                    <a:gd name="T34" fmla="*/ 0 w 934"/>
                    <a:gd name="T35" fmla="*/ 0 h 5192"/>
                    <a:gd name="T36" fmla="*/ 0 w 934"/>
                    <a:gd name="T37" fmla="*/ 0 h 5192"/>
                    <a:gd name="T38" fmla="*/ 0 w 934"/>
                    <a:gd name="T39" fmla="*/ 0 h 5192"/>
                    <a:gd name="T40" fmla="*/ 0 w 934"/>
                    <a:gd name="T41" fmla="*/ 0 h 5192"/>
                    <a:gd name="T42" fmla="*/ 0 w 934"/>
                    <a:gd name="T43" fmla="*/ 0 h 5192"/>
                    <a:gd name="T44" fmla="*/ 0 w 934"/>
                    <a:gd name="T45" fmla="*/ 0 h 5192"/>
                    <a:gd name="T46" fmla="*/ 0 w 934"/>
                    <a:gd name="T47" fmla="*/ 0 h 5192"/>
                    <a:gd name="T48" fmla="*/ 0 w 934"/>
                    <a:gd name="T49" fmla="*/ 0 h 5192"/>
                    <a:gd name="T50" fmla="*/ 0 w 934"/>
                    <a:gd name="T51" fmla="*/ 1 h 5192"/>
                    <a:gd name="T52" fmla="*/ 0 w 934"/>
                    <a:gd name="T53" fmla="*/ 1 h 5192"/>
                    <a:gd name="T54" fmla="*/ 0 w 934"/>
                    <a:gd name="T55" fmla="*/ 1 h 5192"/>
                    <a:gd name="T56" fmla="*/ 0 w 934"/>
                    <a:gd name="T57" fmla="*/ 1 h 5192"/>
                    <a:gd name="T58" fmla="*/ 0 w 934"/>
                    <a:gd name="T59" fmla="*/ 1 h 5192"/>
                    <a:gd name="T60" fmla="*/ 0 w 934"/>
                    <a:gd name="T61" fmla="*/ 1 h 5192"/>
                    <a:gd name="T62" fmla="*/ 0 w 934"/>
                    <a:gd name="T63" fmla="*/ 1 h 5192"/>
                    <a:gd name="T64" fmla="*/ 0 w 934"/>
                    <a:gd name="T65" fmla="*/ 1 h 5192"/>
                    <a:gd name="T66" fmla="*/ 0 w 934"/>
                    <a:gd name="T67" fmla="*/ 1 h 519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34"/>
                    <a:gd name="T103" fmla="*/ 0 h 5192"/>
                    <a:gd name="T104" fmla="*/ 934 w 934"/>
                    <a:gd name="T105" fmla="*/ 5192 h 519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34" h="5192">
                      <a:moveTo>
                        <a:pt x="934" y="5108"/>
                      </a:moveTo>
                      <a:lnTo>
                        <a:pt x="931" y="5102"/>
                      </a:lnTo>
                      <a:lnTo>
                        <a:pt x="838" y="4964"/>
                      </a:lnTo>
                      <a:lnTo>
                        <a:pt x="751" y="4822"/>
                      </a:lnTo>
                      <a:lnTo>
                        <a:pt x="669" y="4677"/>
                      </a:lnTo>
                      <a:lnTo>
                        <a:pt x="591" y="4528"/>
                      </a:lnTo>
                      <a:lnTo>
                        <a:pt x="521" y="4377"/>
                      </a:lnTo>
                      <a:lnTo>
                        <a:pt x="457" y="4223"/>
                      </a:lnTo>
                      <a:lnTo>
                        <a:pt x="398" y="4066"/>
                      </a:lnTo>
                      <a:lnTo>
                        <a:pt x="343" y="3908"/>
                      </a:lnTo>
                      <a:lnTo>
                        <a:pt x="298" y="3748"/>
                      </a:lnTo>
                      <a:lnTo>
                        <a:pt x="257" y="3586"/>
                      </a:lnTo>
                      <a:lnTo>
                        <a:pt x="223" y="3423"/>
                      </a:lnTo>
                      <a:lnTo>
                        <a:pt x="195" y="3258"/>
                      </a:lnTo>
                      <a:lnTo>
                        <a:pt x="173" y="3093"/>
                      </a:lnTo>
                      <a:lnTo>
                        <a:pt x="157" y="2927"/>
                      </a:lnTo>
                      <a:lnTo>
                        <a:pt x="147" y="2760"/>
                      </a:lnTo>
                      <a:lnTo>
                        <a:pt x="143" y="2592"/>
                      </a:lnTo>
                      <a:lnTo>
                        <a:pt x="147" y="2425"/>
                      </a:lnTo>
                      <a:lnTo>
                        <a:pt x="157" y="2259"/>
                      </a:lnTo>
                      <a:lnTo>
                        <a:pt x="173" y="2092"/>
                      </a:lnTo>
                      <a:lnTo>
                        <a:pt x="195" y="1929"/>
                      </a:lnTo>
                      <a:lnTo>
                        <a:pt x="223" y="1764"/>
                      </a:lnTo>
                      <a:lnTo>
                        <a:pt x="258" y="1599"/>
                      </a:lnTo>
                      <a:lnTo>
                        <a:pt x="300" y="1439"/>
                      </a:lnTo>
                      <a:lnTo>
                        <a:pt x="346" y="1278"/>
                      </a:lnTo>
                      <a:lnTo>
                        <a:pt x="400" y="1120"/>
                      </a:lnTo>
                      <a:lnTo>
                        <a:pt x="459" y="963"/>
                      </a:lnTo>
                      <a:lnTo>
                        <a:pt x="524" y="808"/>
                      </a:lnTo>
                      <a:lnTo>
                        <a:pt x="594" y="658"/>
                      </a:lnTo>
                      <a:lnTo>
                        <a:pt x="671" y="510"/>
                      </a:lnTo>
                      <a:lnTo>
                        <a:pt x="752" y="365"/>
                      </a:lnTo>
                      <a:lnTo>
                        <a:pt x="840" y="222"/>
                      </a:lnTo>
                      <a:lnTo>
                        <a:pt x="934" y="84"/>
                      </a:lnTo>
                      <a:lnTo>
                        <a:pt x="814" y="0"/>
                      </a:lnTo>
                      <a:lnTo>
                        <a:pt x="719" y="141"/>
                      </a:lnTo>
                      <a:lnTo>
                        <a:pt x="631" y="285"/>
                      </a:lnTo>
                      <a:lnTo>
                        <a:pt x="546" y="434"/>
                      </a:lnTo>
                      <a:lnTo>
                        <a:pt x="469" y="585"/>
                      </a:lnTo>
                      <a:lnTo>
                        <a:pt x="398" y="740"/>
                      </a:lnTo>
                      <a:lnTo>
                        <a:pt x="330" y="896"/>
                      </a:lnTo>
                      <a:lnTo>
                        <a:pt x="270" y="1055"/>
                      </a:lnTo>
                      <a:lnTo>
                        <a:pt x="215" y="1215"/>
                      </a:lnTo>
                      <a:lnTo>
                        <a:pt x="167" y="1378"/>
                      </a:lnTo>
                      <a:lnTo>
                        <a:pt x="124" y="1541"/>
                      </a:lnTo>
                      <a:lnTo>
                        <a:pt x="88" y="1708"/>
                      </a:lnTo>
                      <a:lnTo>
                        <a:pt x="58" y="1874"/>
                      </a:lnTo>
                      <a:lnTo>
                        <a:pt x="34" y="2044"/>
                      </a:lnTo>
                      <a:lnTo>
                        <a:pt x="17" y="2214"/>
                      </a:lnTo>
                      <a:lnTo>
                        <a:pt x="4" y="2382"/>
                      </a:lnTo>
                      <a:lnTo>
                        <a:pt x="0" y="2552"/>
                      </a:lnTo>
                      <a:lnTo>
                        <a:pt x="2" y="2723"/>
                      </a:lnTo>
                      <a:lnTo>
                        <a:pt x="10" y="2892"/>
                      </a:lnTo>
                      <a:lnTo>
                        <a:pt x="24" y="3062"/>
                      </a:lnTo>
                      <a:lnTo>
                        <a:pt x="44" y="3230"/>
                      </a:lnTo>
                      <a:lnTo>
                        <a:pt x="72" y="3396"/>
                      </a:lnTo>
                      <a:lnTo>
                        <a:pt x="104" y="3563"/>
                      </a:lnTo>
                      <a:lnTo>
                        <a:pt x="143" y="3729"/>
                      </a:lnTo>
                      <a:lnTo>
                        <a:pt x="189" y="3894"/>
                      </a:lnTo>
                      <a:lnTo>
                        <a:pt x="240" y="4054"/>
                      </a:lnTo>
                      <a:lnTo>
                        <a:pt x="298" y="4214"/>
                      </a:lnTo>
                      <a:lnTo>
                        <a:pt x="362" y="4371"/>
                      </a:lnTo>
                      <a:lnTo>
                        <a:pt x="431" y="4528"/>
                      </a:lnTo>
                      <a:lnTo>
                        <a:pt x="506" y="4680"/>
                      </a:lnTo>
                      <a:lnTo>
                        <a:pt x="588" y="4829"/>
                      </a:lnTo>
                      <a:lnTo>
                        <a:pt x="673" y="4975"/>
                      </a:lnTo>
                      <a:lnTo>
                        <a:pt x="764" y="5118"/>
                      </a:lnTo>
                      <a:lnTo>
                        <a:pt x="814" y="5192"/>
                      </a:lnTo>
                      <a:lnTo>
                        <a:pt x="934" y="5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2" name="Freeform 363">
                  <a:extLst>
                    <a:ext uri="{FF2B5EF4-FFF2-40B4-BE49-F238E27FC236}">
                      <a16:creationId xmlns:a16="http://schemas.microsoft.com/office/drawing/2014/main" id="{372C0268-5123-564C-B615-B951B7B41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1" y="822"/>
                  <a:ext cx="65" cy="292"/>
                </a:xfrm>
                <a:custGeom>
                  <a:avLst/>
                  <a:gdLst>
                    <a:gd name="T0" fmla="*/ 0 w 933"/>
                    <a:gd name="T1" fmla="*/ 1 h 5191"/>
                    <a:gd name="T2" fmla="*/ 0 w 933"/>
                    <a:gd name="T3" fmla="*/ 1 h 5191"/>
                    <a:gd name="T4" fmla="*/ 0 w 933"/>
                    <a:gd name="T5" fmla="*/ 1 h 5191"/>
                    <a:gd name="T6" fmla="*/ 0 w 933"/>
                    <a:gd name="T7" fmla="*/ 1 h 5191"/>
                    <a:gd name="T8" fmla="*/ 0 w 933"/>
                    <a:gd name="T9" fmla="*/ 1 h 5191"/>
                    <a:gd name="T10" fmla="*/ 0 w 933"/>
                    <a:gd name="T11" fmla="*/ 1 h 5191"/>
                    <a:gd name="T12" fmla="*/ 0 w 933"/>
                    <a:gd name="T13" fmla="*/ 1 h 5191"/>
                    <a:gd name="T14" fmla="*/ 0 w 933"/>
                    <a:gd name="T15" fmla="*/ 1 h 5191"/>
                    <a:gd name="T16" fmla="*/ 0 w 933"/>
                    <a:gd name="T17" fmla="*/ 0 h 5191"/>
                    <a:gd name="T18" fmla="*/ 0 w 933"/>
                    <a:gd name="T19" fmla="*/ 0 h 5191"/>
                    <a:gd name="T20" fmla="*/ 0 w 933"/>
                    <a:gd name="T21" fmla="*/ 0 h 5191"/>
                    <a:gd name="T22" fmla="*/ 0 w 933"/>
                    <a:gd name="T23" fmla="*/ 0 h 5191"/>
                    <a:gd name="T24" fmla="*/ 0 w 933"/>
                    <a:gd name="T25" fmla="*/ 0 h 5191"/>
                    <a:gd name="T26" fmla="*/ 0 w 933"/>
                    <a:gd name="T27" fmla="*/ 0 h 5191"/>
                    <a:gd name="T28" fmla="*/ 0 w 933"/>
                    <a:gd name="T29" fmla="*/ 0 h 5191"/>
                    <a:gd name="T30" fmla="*/ 0 w 933"/>
                    <a:gd name="T31" fmla="*/ 0 h 5191"/>
                    <a:gd name="T32" fmla="*/ 0 w 933"/>
                    <a:gd name="T33" fmla="*/ 0 h 5191"/>
                    <a:gd name="T34" fmla="*/ 0 w 933"/>
                    <a:gd name="T35" fmla="*/ 0 h 5191"/>
                    <a:gd name="T36" fmla="*/ 0 w 933"/>
                    <a:gd name="T37" fmla="*/ 0 h 5191"/>
                    <a:gd name="T38" fmla="*/ 0 w 933"/>
                    <a:gd name="T39" fmla="*/ 0 h 5191"/>
                    <a:gd name="T40" fmla="*/ 0 w 933"/>
                    <a:gd name="T41" fmla="*/ 0 h 5191"/>
                    <a:gd name="T42" fmla="*/ 0 w 933"/>
                    <a:gd name="T43" fmla="*/ 0 h 5191"/>
                    <a:gd name="T44" fmla="*/ 0 w 933"/>
                    <a:gd name="T45" fmla="*/ 0 h 5191"/>
                    <a:gd name="T46" fmla="*/ 0 w 933"/>
                    <a:gd name="T47" fmla="*/ 0 h 5191"/>
                    <a:gd name="T48" fmla="*/ 0 w 933"/>
                    <a:gd name="T49" fmla="*/ 0 h 5191"/>
                    <a:gd name="T50" fmla="*/ 0 w 933"/>
                    <a:gd name="T51" fmla="*/ 1 h 5191"/>
                    <a:gd name="T52" fmla="*/ 0 w 933"/>
                    <a:gd name="T53" fmla="*/ 1 h 5191"/>
                    <a:gd name="T54" fmla="*/ 0 w 933"/>
                    <a:gd name="T55" fmla="*/ 1 h 5191"/>
                    <a:gd name="T56" fmla="*/ 0 w 933"/>
                    <a:gd name="T57" fmla="*/ 1 h 5191"/>
                    <a:gd name="T58" fmla="*/ 0 w 933"/>
                    <a:gd name="T59" fmla="*/ 1 h 5191"/>
                    <a:gd name="T60" fmla="*/ 0 w 933"/>
                    <a:gd name="T61" fmla="*/ 1 h 5191"/>
                    <a:gd name="T62" fmla="*/ 0 w 933"/>
                    <a:gd name="T63" fmla="*/ 1 h 5191"/>
                    <a:gd name="T64" fmla="*/ 0 w 933"/>
                    <a:gd name="T65" fmla="*/ 1 h 5191"/>
                    <a:gd name="T66" fmla="*/ 0 w 933"/>
                    <a:gd name="T67" fmla="*/ 1 h 519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933"/>
                    <a:gd name="T103" fmla="*/ 0 h 5191"/>
                    <a:gd name="T104" fmla="*/ 933 w 933"/>
                    <a:gd name="T105" fmla="*/ 5191 h 519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933" h="5191">
                      <a:moveTo>
                        <a:pt x="0" y="5108"/>
                      </a:moveTo>
                      <a:lnTo>
                        <a:pt x="2" y="5103"/>
                      </a:lnTo>
                      <a:lnTo>
                        <a:pt x="95" y="4964"/>
                      </a:lnTo>
                      <a:lnTo>
                        <a:pt x="183" y="4821"/>
                      </a:lnTo>
                      <a:lnTo>
                        <a:pt x="264" y="4676"/>
                      </a:lnTo>
                      <a:lnTo>
                        <a:pt x="341" y="4528"/>
                      </a:lnTo>
                      <a:lnTo>
                        <a:pt x="412" y="4377"/>
                      </a:lnTo>
                      <a:lnTo>
                        <a:pt x="476" y="4223"/>
                      </a:lnTo>
                      <a:lnTo>
                        <a:pt x="536" y="4067"/>
                      </a:lnTo>
                      <a:lnTo>
                        <a:pt x="589" y="3907"/>
                      </a:lnTo>
                      <a:lnTo>
                        <a:pt x="635" y="3747"/>
                      </a:lnTo>
                      <a:lnTo>
                        <a:pt x="677" y="3587"/>
                      </a:lnTo>
                      <a:lnTo>
                        <a:pt x="710" y="3422"/>
                      </a:lnTo>
                      <a:lnTo>
                        <a:pt x="738" y="3258"/>
                      </a:lnTo>
                      <a:lnTo>
                        <a:pt x="760" y="3093"/>
                      </a:lnTo>
                      <a:lnTo>
                        <a:pt x="775" y="2926"/>
                      </a:lnTo>
                      <a:lnTo>
                        <a:pt x="785" y="2761"/>
                      </a:lnTo>
                      <a:lnTo>
                        <a:pt x="790" y="2592"/>
                      </a:lnTo>
                      <a:lnTo>
                        <a:pt x="785" y="2425"/>
                      </a:lnTo>
                      <a:lnTo>
                        <a:pt x="775" y="2260"/>
                      </a:lnTo>
                      <a:lnTo>
                        <a:pt x="760" y="2093"/>
                      </a:lnTo>
                      <a:lnTo>
                        <a:pt x="738" y="1928"/>
                      </a:lnTo>
                      <a:lnTo>
                        <a:pt x="710" y="1764"/>
                      </a:lnTo>
                      <a:lnTo>
                        <a:pt x="675" y="1599"/>
                      </a:lnTo>
                      <a:lnTo>
                        <a:pt x="633" y="1439"/>
                      </a:lnTo>
                      <a:lnTo>
                        <a:pt x="587" y="1279"/>
                      </a:lnTo>
                      <a:lnTo>
                        <a:pt x="534" y="1119"/>
                      </a:lnTo>
                      <a:lnTo>
                        <a:pt x="474" y="964"/>
                      </a:lnTo>
                      <a:lnTo>
                        <a:pt x="409" y="809"/>
                      </a:lnTo>
                      <a:lnTo>
                        <a:pt x="339" y="658"/>
                      </a:lnTo>
                      <a:lnTo>
                        <a:pt x="262" y="509"/>
                      </a:lnTo>
                      <a:lnTo>
                        <a:pt x="181" y="365"/>
                      </a:lnTo>
                      <a:lnTo>
                        <a:pt x="93" y="223"/>
                      </a:lnTo>
                      <a:lnTo>
                        <a:pt x="0" y="83"/>
                      </a:lnTo>
                      <a:lnTo>
                        <a:pt x="119" y="0"/>
                      </a:lnTo>
                      <a:lnTo>
                        <a:pt x="214" y="141"/>
                      </a:lnTo>
                      <a:lnTo>
                        <a:pt x="301" y="286"/>
                      </a:lnTo>
                      <a:lnTo>
                        <a:pt x="387" y="434"/>
                      </a:lnTo>
                      <a:lnTo>
                        <a:pt x="464" y="585"/>
                      </a:lnTo>
                      <a:lnTo>
                        <a:pt x="536" y="739"/>
                      </a:lnTo>
                      <a:lnTo>
                        <a:pt x="603" y="896"/>
                      </a:lnTo>
                      <a:lnTo>
                        <a:pt x="663" y="1054"/>
                      </a:lnTo>
                      <a:lnTo>
                        <a:pt x="718" y="1215"/>
                      </a:lnTo>
                      <a:lnTo>
                        <a:pt x="766" y="1377"/>
                      </a:lnTo>
                      <a:lnTo>
                        <a:pt x="810" y="1542"/>
                      </a:lnTo>
                      <a:lnTo>
                        <a:pt x="845" y="1708"/>
                      </a:lnTo>
                      <a:lnTo>
                        <a:pt x="875" y="1875"/>
                      </a:lnTo>
                      <a:lnTo>
                        <a:pt x="898" y="2043"/>
                      </a:lnTo>
                      <a:lnTo>
                        <a:pt x="917" y="2213"/>
                      </a:lnTo>
                      <a:lnTo>
                        <a:pt x="928" y="2382"/>
                      </a:lnTo>
                      <a:lnTo>
                        <a:pt x="933" y="2553"/>
                      </a:lnTo>
                      <a:lnTo>
                        <a:pt x="931" y="2723"/>
                      </a:lnTo>
                      <a:lnTo>
                        <a:pt x="923" y="2891"/>
                      </a:lnTo>
                      <a:lnTo>
                        <a:pt x="908" y="3061"/>
                      </a:lnTo>
                      <a:lnTo>
                        <a:pt x="888" y="3231"/>
                      </a:lnTo>
                      <a:lnTo>
                        <a:pt x="861" y="3396"/>
                      </a:lnTo>
                      <a:lnTo>
                        <a:pt x="830" y="3563"/>
                      </a:lnTo>
                      <a:lnTo>
                        <a:pt x="790" y="3729"/>
                      </a:lnTo>
                      <a:lnTo>
                        <a:pt x="744" y="3894"/>
                      </a:lnTo>
                      <a:lnTo>
                        <a:pt x="692" y="4054"/>
                      </a:lnTo>
                      <a:lnTo>
                        <a:pt x="635" y="4215"/>
                      </a:lnTo>
                      <a:lnTo>
                        <a:pt x="572" y="4372"/>
                      </a:lnTo>
                      <a:lnTo>
                        <a:pt x="502" y="4528"/>
                      </a:lnTo>
                      <a:lnTo>
                        <a:pt x="427" y="4680"/>
                      </a:lnTo>
                      <a:lnTo>
                        <a:pt x="346" y="4829"/>
                      </a:lnTo>
                      <a:lnTo>
                        <a:pt x="259" y="4976"/>
                      </a:lnTo>
                      <a:lnTo>
                        <a:pt x="169" y="5118"/>
                      </a:lnTo>
                      <a:lnTo>
                        <a:pt x="119" y="5191"/>
                      </a:lnTo>
                      <a:lnTo>
                        <a:pt x="0" y="5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3" name="Freeform 364">
                  <a:extLst>
                    <a:ext uri="{FF2B5EF4-FFF2-40B4-BE49-F238E27FC236}">
                      <a16:creationId xmlns:a16="http://schemas.microsoft.com/office/drawing/2014/main" id="{EA75BAFA-0E7A-DB48-9288-3C2DF31C14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4" y="796"/>
                  <a:ext cx="76" cy="344"/>
                </a:xfrm>
                <a:custGeom>
                  <a:avLst/>
                  <a:gdLst>
                    <a:gd name="T0" fmla="*/ 0 w 1100"/>
                    <a:gd name="T1" fmla="*/ 1 h 6124"/>
                    <a:gd name="T2" fmla="*/ 0 w 1100"/>
                    <a:gd name="T3" fmla="*/ 1 h 6124"/>
                    <a:gd name="T4" fmla="*/ 0 w 1100"/>
                    <a:gd name="T5" fmla="*/ 1 h 6124"/>
                    <a:gd name="T6" fmla="*/ 0 w 1100"/>
                    <a:gd name="T7" fmla="*/ 1 h 6124"/>
                    <a:gd name="T8" fmla="*/ 0 w 1100"/>
                    <a:gd name="T9" fmla="*/ 1 h 6124"/>
                    <a:gd name="T10" fmla="*/ 0 w 1100"/>
                    <a:gd name="T11" fmla="*/ 1 h 6124"/>
                    <a:gd name="T12" fmla="*/ 0 w 1100"/>
                    <a:gd name="T13" fmla="*/ 1 h 6124"/>
                    <a:gd name="T14" fmla="*/ 0 w 1100"/>
                    <a:gd name="T15" fmla="*/ 1 h 6124"/>
                    <a:gd name="T16" fmla="*/ 0 w 1100"/>
                    <a:gd name="T17" fmla="*/ 1 h 6124"/>
                    <a:gd name="T18" fmla="*/ 0 w 1100"/>
                    <a:gd name="T19" fmla="*/ 1 h 6124"/>
                    <a:gd name="T20" fmla="*/ 0 w 1100"/>
                    <a:gd name="T21" fmla="*/ 0 h 6124"/>
                    <a:gd name="T22" fmla="*/ 0 w 1100"/>
                    <a:gd name="T23" fmla="*/ 0 h 6124"/>
                    <a:gd name="T24" fmla="*/ 0 w 1100"/>
                    <a:gd name="T25" fmla="*/ 0 h 6124"/>
                    <a:gd name="T26" fmla="*/ 0 w 1100"/>
                    <a:gd name="T27" fmla="*/ 0 h 6124"/>
                    <a:gd name="T28" fmla="*/ 0 w 1100"/>
                    <a:gd name="T29" fmla="*/ 0 h 6124"/>
                    <a:gd name="T30" fmla="*/ 0 w 1100"/>
                    <a:gd name="T31" fmla="*/ 0 h 6124"/>
                    <a:gd name="T32" fmla="*/ 0 w 1100"/>
                    <a:gd name="T33" fmla="*/ 0 h 6124"/>
                    <a:gd name="T34" fmla="*/ 0 w 1100"/>
                    <a:gd name="T35" fmla="*/ 0 h 6124"/>
                    <a:gd name="T36" fmla="*/ 0 w 1100"/>
                    <a:gd name="T37" fmla="*/ 0 h 6124"/>
                    <a:gd name="T38" fmla="*/ 0 w 1100"/>
                    <a:gd name="T39" fmla="*/ 0 h 6124"/>
                    <a:gd name="T40" fmla="*/ 0 w 1100"/>
                    <a:gd name="T41" fmla="*/ 0 h 6124"/>
                    <a:gd name="T42" fmla="*/ 0 w 1100"/>
                    <a:gd name="T43" fmla="*/ 0 h 6124"/>
                    <a:gd name="T44" fmla="*/ 0 w 1100"/>
                    <a:gd name="T45" fmla="*/ 0 h 6124"/>
                    <a:gd name="T46" fmla="*/ 0 w 1100"/>
                    <a:gd name="T47" fmla="*/ 0 h 6124"/>
                    <a:gd name="T48" fmla="*/ 0 w 1100"/>
                    <a:gd name="T49" fmla="*/ 0 h 6124"/>
                    <a:gd name="T50" fmla="*/ 0 w 1100"/>
                    <a:gd name="T51" fmla="*/ 0 h 6124"/>
                    <a:gd name="T52" fmla="*/ 0 w 1100"/>
                    <a:gd name="T53" fmla="*/ 1 h 6124"/>
                    <a:gd name="T54" fmla="*/ 0 w 1100"/>
                    <a:gd name="T55" fmla="*/ 1 h 6124"/>
                    <a:gd name="T56" fmla="*/ 0 w 1100"/>
                    <a:gd name="T57" fmla="*/ 1 h 6124"/>
                    <a:gd name="T58" fmla="*/ 0 w 1100"/>
                    <a:gd name="T59" fmla="*/ 1 h 6124"/>
                    <a:gd name="T60" fmla="*/ 0 w 1100"/>
                    <a:gd name="T61" fmla="*/ 1 h 6124"/>
                    <a:gd name="T62" fmla="*/ 0 w 1100"/>
                    <a:gd name="T63" fmla="*/ 1 h 6124"/>
                    <a:gd name="T64" fmla="*/ 0 w 1100"/>
                    <a:gd name="T65" fmla="*/ 1 h 6124"/>
                    <a:gd name="T66" fmla="*/ 0 w 1100"/>
                    <a:gd name="T67" fmla="*/ 1 h 6124"/>
                    <a:gd name="T68" fmla="*/ 0 w 1100"/>
                    <a:gd name="T69" fmla="*/ 1 h 6124"/>
                    <a:gd name="T70" fmla="*/ 0 w 1100"/>
                    <a:gd name="T71" fmla="*/ 1 h 6124"/>
                    <a:gd name="T72" fmla="*/ 0 w 1100"/>
                    <a:gd name="T73" fmla="*/ 1 h 61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100"/>
                    <a:gd name="T112" fmla="*/ 0 h 6124"/>
                    <a:gd name="T113" fmla="*/ 1100 w 1100"/>
                    <a:gd name="T114" fmla="*/ 6124 h 61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100" h="6124">
                      <a:moveTo>
                        <a:pt x="1100" y="6024"/>
                      </a:moveTo>
                      <a:lnTo>
                        <a:pt x="1027" y="5916"/>
                      </a:lnTo>
                      <a:lnTo>
                        <a:pt x="930" y="5763"/>
                      </a:lnTo>
                      <a:lnTo>
                        <a:pt x="838" y="5606"/>
                      </a:lnTo>
                      <a:lnTo>
                        <a:pt x="751" y="5446"/>
                      </a:lnTo>
                      <a:lnTo>
                        <a:pt x="672" y="5283"/>
                      </a:lnTo>
                      <a:lnTo>
                        <a:pt x="596" y="5117"/>
                      </a:lnTo>
                      <a:lnTo>
                        <a:pt x="527" y="4948"/>
                      </a:lnTo>
                      <a:lnTo>
                        <a:pt x="466" y="4778"/>
                      </a:lnTo>
                      <a:lnTo>
                        <a:pt x="408" y="4605"/>
                      </a:lnTo>
                      <a:lnTo>
                        <a:pt x="356" y="4433"/>
                      </a:lnTo>
                      <a:lnTo>
                        <a:pt x="313" y="4257"/>
                      </a:lnTo>
                      <a:lnTo>
                        <a:pt x="273" y="4079"/>
                      </a:lnTo>
                      <a:lnTo>
                        <a:pt x="241" y="3900"/>
                      </a:lnTo>
                      <a:lnTo>
                        <a:pt x="215" y="3719"/>
                      </a:lnTo>
                      <a:lnTo>
                        <a:pt x="195" y="3539"/>
                      </a:lnTo>
                      <a:lnTo>
                        <a:pt x="181" y="3359"/>
                      </a:lnTo>
                      <a:lnTo>
                        <a:pt x="173" y="3176"/>
                      </a:lnTo>
                      <a:lnTo>
                        <a:pt x="173" y="2996"/>
                      </a:lnTo>
                      <a:lnTo>
                        <a:pt x="180" y="2815"/>
                      </a:lnTo>
                      <a:lnTo>
                        <a:pt x="190" y="2635"/>
                      </a:lnTo>
                      <a:lnTo>
                        <a:pt x="209" y="2454"/>
                      </a:lnTo>
                      <a:lnTo>
                        <a:pt x="233" y="2273"/>
                      </a:lnTo>
                      <a:lnTo>
                        <a:pt x="263" y="2095"/>
                      </a:lnTo>
                      <a:lnTo>
                        <a:pt x="301" y="1917"/>
                      </a:lnTo>
                      <a:lnTo>
                        <a:pt x="344" y="1740"/>
                      </a:lnTo>
                      <a:lnTo>
                        <a:pt x="394" y="1566"/>
                      </a:lnTo>
                      <a:lnTo>
                        <a:pt x="449" y="1391"/>
                      </a:lnTo>
                      <a:lnTo>
                        <a:pt x="511" y="1221"/>
                      </a:lnTo>
                      <a:lnTo>
                        <a:pt x="576" y="1053"/>
                      </a:lnTo>
                      <a:lnTo>
                        <a:pt x="649" y="886"/>
                      </a:lnTo>
                      <a:lnTo>
                        <a:pt x="729" y="724"/>
                      </a:lnTo>
                      <a:lnTo>
                        <a:pt x="814" y="563"/>
                      </a:lnTo>
                      <a:lnTo>
                        <a:pt x="904" y="405"/>
                      </a:lnTo>
                      <a:lnTo>
                        <a:pt x="999" y="250"/>
                      </a:lnTo>
                      <a:lnTo>
                        <a:pt x="1100" y="100"/>
                      </a:lnTo>
                      <a:lnTo>
                        <a:pt x="957" y="0"/>
                      </a:lnTo>
                      <a:lnTo>
                        <a:pt x="857" y="153"/>
                      </a:lnTo>
                      <a:lnTo>
                        <a:pt x="759" y="312"/>
                      </a:lnTo>
                      <a:lnTo>
                        <a:pt x="666" y="472"/>
                      </a:lnTo>
                      <a:lnTo>
                        <a:pt x="581" y="635"/>
                      </a:lnTo>
                      <a:lnTo>
                        <a:pt x="499" y="801"/>
                      </a:lnTo>
                      <a:lnTo>
                        <a:pt x="426" y="970"/>
                      </a:lnTo>
                      <a:lnTo>
                        <a:pt x="356" y="1142"/>
                      </a:lnTo>
                      <a:lnTo>
                        <a:pt x="293" y="1316"/>
                      </a:lnTo>
                      <a:lnTo>
                        <a:pt x="235" y="1491"/>
                      </a:lnTo>
                      <a:lnTo>
                        <a:pt x="185" y="1669"/>
                      </a:lnTo>
                      <a:lnTo>
                        <a:pt x="140" y="1847"/>
                      </a:lnTo>
                      <a:lnTo>
                        <a:pt x="102" y="2030"/>
                      </a:lnTo>
                      <a:lnTo>
                        <a:pt x="68" y="2210"/>
                      </a:lnTo>
                      <a:lnTo>
                        <a:pt x="43" y="2395"/>
                      </a:lnTo>
                      <a:lnTo>
                        <a:pt x="23" y="2577"/>
                      </a:lnTo>
                      <a:lnTo>
                        <a:pt x="9" y="2761"/>
                      </a:lnTo>
                      <a:lnTo>
                        <a:pt x="3" y="2947"/>
                      </a:lnTo>
                      <a:lnTo>
                        <a:pt x="0" y="3131"/>
                      </a:lnTo>
                      <a:lnTo>
                        <a:pt x="7" y="3316"/>
                      </a:lnTo>
                      <a:lnTo>
                        <a:pt x="18" y="3500"/>
                      </a:lnTo>
                      <a:lnTo>
                        <a:pt x="37" y="3684"/>
                      </a:lnTo>
                      <a:lnTo>
                        <a:pt x="62" y="3866"/>
                      </a:lnTo>
                      <a:lnTo>
                        <a:pt x="92" y="4049"/>
                      </a:lnTo>
                      <a:lnTo>
                        <a:pt x="130" y="4231"/>
                      </a:lnTo>
                      <a:lnTo>
                        <a:pt x="173" y="4409"/>
                      </a:lnTo>
                      <a:lnTo>
                        <a:pt x="223" y="4588"/>
                      </a:lnTo>
                      <a:lnTo>
                        <a:pt x="278" y="4764"/>
                      </a:lnTo>
                      <a:lnTo>
                        <a:pt x="340" y="4938"/>
                      </a:lnTo>
                      <a:lnTo>
                        <a:pt x="408" y="5111"/>
                      </a:lnTo>
                      <a:lnTo>
                        <a:pt x="479" y="5281"/>
                      </a:lnTo>
                      <a:lnTo>
                        <a:pt x="559" y="5448"/>
                      </a:lnTo>
                      <a:lnTo>
                        <a:pt x="644" y="5613"/>
                      </a:lnTo>
                      <a:lnTo>
                        <a:pt x="735" y="5773"/>
                      </a:lnTo>
                      <a:lnTo>
                        <a:pt x="830" y="5931"/>
                      </a:lnTo>
                      <a:lnTo>
                        <a:pt x="932" y="6086"/>
                      </a:lnTo>
                      <a:lnTo>
                        <a:pt x="957" y="6124"/>
                      </a:lnTo>
                      <a:lnTo>
                        <a:pt x="1100" y="60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4" name="Freeform 365">
                  <a:extLst>
                    <a:ext uri="{FF2B5EF4-FFF2-40B4-BE49-F238E27FC236}">
                      <a16:creationId xmlns:a16="http://schemas.microsoft.com/office/drawing/2014/main" id="{D31E2834-DB75-0E47-B60B-7DFE4E64B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5" y="796"/>
                  <a:ext cx="76" cy="344"/>
                </a:xfrm>
                <a:custGeom>
                  <a:avLst/>
                  <a:gdLst>
                    <a:gd name="T0" fmla="*/ 0 w 1099"/>
                    <a:gd name="T1" fmla="*/ 1 h 6122"/>
                    <a:gd name="T2" fmla="*/ 0 w 1099"/>
                    <a:gd name="T3" fmla="*/ 1 h 6122"/>
                    <a:gd name="T4" fmla="*/ 0 w 1099"/>
                    <a:gd name="T5" fmla="*/ 1 h 6122"/>
                    <a:gd name="T6" fmla="*/ 0 w 1099"/>
                    <a:gd name="T7" fmla="*/ 1 h 6122"/>
                    <a:gd name="T8" fmla="*/ 0 w 1099"/>
                    <a:gd name="T9" fmla="*/ 1 h 6122"/>
                    <a:gd name="T10" fmla="*/ 0 w 1099"/>
                    <a:gd name="T11" fmla="*/ 1 h 6122"/>
                    <a:gd name="T12" fmla="*/ 0 w 1099"/>
                    <a:gd name="T13" fmla="*/ 1 h 6122"/>
                    <a:gd name="T14" fmla="*/ 0 w 1099"/>
                    <a:gd name="T15" fmla="*/ 1 h 6122"/>
                    <a:gd name="T16" fmla="*/ 0 w 1099"/>
                    <a:gd name="T17" fmla="*/ 1 h 6122"/>
                    <a:gd name="T18" fmla="*/ 0 w 1099"/>
                    <a:gd name="T19" fmla="*/ 1 h 6122"/>
                    <a:gd name="T20" fmla="*/ 0 w 1099"/>
                    <a:gd name="T21" fmla="*/ 0 h 6122"/>
                    <a:gd name="T22" fmla="*/ 0 w 1099"/>
                    <a:gd name="T23" fmla="*/ 0 h 6122"/>
                    <a:gd name="T24" fmla="*/ 0 w 1099"/>
                    <a:gd name="T25" fmla="*/ 0 h 6122"/>
                    <a:gd name="T26" fmla="*/ 0 w 1099"/>
                    <a:gd name="T27" fmla="*/ 0 h 6122"/>
                    <a:gd name="T28" fmla="*/ 0 w 1099"/>
                    <a:gd name="T29" fmla="*/ 0 h 6122"/>
                    <a:gd name="T30" fmla="*/ 0 w 1099"/>
                    <a:gd name="T31" fmla="*/ 0 h 6122"/>
                    <a:gd name="T32" fmla="*/ 0 w 1099"/>
                    <a:gd name="T33" fmla="*/ 0 h 6122"/>
                    <a:gd name="T34" fmla="*/ 0 w 1099"/>
                    <a:gd name="T35" fmla="*/ 0 h 6122"/>
                    <a:gd name="T36" fmla="*/ 0 w 1099"/>
                    <a:gd name="T37" fmla="*/ 0 h 6122"/>
                    <a:gd name="T38" fmla="*/ 0 w 1099"/>
                    <a:gd name="T39" fmla="*/ 0 h 6122"/>
                    <a:gd name="T40" fmla="*/ 0 w 1099"/>
                    <a:gd name="T41" fmla="*/ 0 h 6122"/>
                    <a:gd name="T42" fmla="*/ 0 w 1099"/>
                    <a:gd name="T43" fmla="*/ 0 h 6122"/>
                    <a:gd name="T44" fmla="*/ 0 w 1099"/>
                    <a:gd name="T45" fmla="*/ 0 h 6122"/>
                    <a:gd name="T46" fmla="*/ 0 w 1099"/>
                    <a:gd name="T47" fmla="*/ 0 h 6122"/>
                    <a:gd name="T48" fmla="*/ 0 w 1099"/>
                    <a:gd name="T49" fmla="*/ 0 h 6122"/>
                    <a:gd name="T50" fmla="*/ 0 w 1099"/>
                    <a:gd name="T51" fmla="*/ 0 h 6122"/>
                    <a:gd name="T52" fmla="*/ 0 w 1099"/>
                    <a:gd name="T53" fmla="*/ 1 h 6122"/>
                    <a:gd name="T54" fmla="*/ 0 w 1099"/>
                    <a:gd name="T55" fmla="*/ 1 h 6122"/>
                    <a:gd name="T56" fmla="*/ 0 w 1099"/>
                    <a:gd name="T57" fmla="*/ 1 h 6122"/>
                    <a:gd name="T58" fmla="*/ 0 w 1099"/>
                    <a:gd name="T59" fmla="*/ 1 h 6122"/>
                    <a:gd name="T60" fmla="*/ 0 w 1099"/>
                    <a:gd name="T61" fmla="*/ 1 h 6122"/>
                    <a:gd name="T62" fmla="*/ 0 w 1099"/>
                    <a:gd name="T63" fmla="*/ 1 h 6122"/>
                    <a:gd name="T64" fmla="*/ 0 w 1099"/>
                    <a:gd name="T65" fmla="*/ 1 h 6122"/>
                    <a:gd name="T66" fmla="*/ 0 w 1099"/>
                    <a:gd name="T67" fmla="*/ 1 h 6122"/>
                    <a:gd name="T68" fmla="*/ 0 w 1099"/>
                    <a:gd name="T69" fmla="*/ 1 h 6122"/>
                    <a:gd name="T70" fmla="*/ 0 w 1099"/>
                    <a:gd name="T71" fmla="*/ 1 h 6122"/>
                    <a:gd name="T72" fmla="*/ 0 w 1099"/>
                    <a:gd name="T73" fmla="*/ 1 h 612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99"/>
                    <a:gd name="T112" fmla="*/ 0 h 6122"/>
                    <a:gd name="T113" fmla="*/ 1099 w 1099"/>
                    <a:gd name="T114" fmla="*/ 6122 h 612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99" h="6122">
                      <a:moveTo>
                        <a:pt x="0" y="6023"/>
                      </a:moveTo>
                      <a:lnTo>
                        <a:pt x="74" y="5914"/>
                      </a:lnTo>
                      <a:lnTo>
                        <a:pt x="170" y="5761"/>
                      </a:lnTo>
                      <a:lnTo>
                        <a:pt x="262" y="5605"/>
                      </a:lnTo>
                      <a:lnTo>
                        <a:pt x="350" y="5445"/>
                      </a:lnTo>
                      <a:lnTo>
                        <a:pt x="428" y="5283"/>
                      </a:lnTo>
                      <a:lnTo>
                        <a:pt x="504" y="5116"/>
                      </a:lnTo>
                      <a:lnTo>
                        <a:pt x="573" y="4947"/>
                      </a:lnTo>
                      <a:lnTo>
                        <a:pt x="635" y="4777"/>
                      </a:lnTo>
                      <a:lnTo>
                        <a:pt x="693" y="4605"/>
                      </a:lnTo>
                      <a:lnTo>
                        <a:pt x="744" y="4432"/>
                      </a:lnTo>
                      <a:lnTo>
                        <a:pt x="788" y="4256"/>
                      </a:lnTo>
                      <a:lnTo>
                        <a:pt x="827" y="4077"/>
                      </a:lnTo>
                      <a:lnTo>
                        <a:pt x="859" y="3899"/>
                      </a:lnTo>
                      <a:lnTo>
                        <a:pt x="885" y="3719"/>
                      </a:lnTo>
                      <a:lnTo>
                        <a:pt x="904" y="3539"/>
                      </a:lnTo>
                      <a:lnTo>
                        <a:pt x="919" y="3358"/>
                      </a:lnTo>
                      <a:lnTo>
                        <a:pt x="927" y="3176"/>
                      </a:lnTo>
                      <a:lnTo>
                        <a:pt x="927" y="2996"/>
                      </a:lnTo>
                      <a:lnTo>
                        <a:pt x="921" y="2813"/>
                      </a:lnTo>
                      <a:lnTo>
                        <a:pt x="911" y="2633"/>
                      </a:lnTo>
                      <a:lnTo>
                        <a:pt x="891" y="2453"/>
                      </a:lnTo>
                      <a:lnTo>
                        <a:pt x="867" y="2272"/>
                      </a:lnTo>
                      <a:lnTo>
                        <a:pt x="837" y="2094"/>
                      </a:lnTo>
                      <a:lnTo>
                        <a:pt x="799" y="1916"/>
                      </a:lnTo>
                      <a:lnTo>
                        <a:pt x="756" y="1739"/>
                      </a:lnTo>
                      <a:lnTo>
                        <a:pt x="706" y="1565"/>
                      </a:lnTo>
                      <a:lnTo>
                        <a:pt x="651" y="1391"/>
                      </a:lnTo>
                      <a:lnTo>
                        <a:pt x="589" y="1221"/>
                      </a:lnTo>
                      <a:lnTo>
                        <a:pt x="523" y="1051"/>
                      </a:lnTo>
                      <a:lnTo>
                        <a:pt x="450" y="886"/>
                      </a:lnTo>
                      <a:lnTo>
                        <a:pt x="371" y="723"/>
                      </a:lnTo>
                      <a:lnTo>
                        <a:pt x="285" y="563"/>
                      </a:lnTo>
                      <a:lnTo>
                        <a:pt x="197" y="403"/>
                      </a:lnTo>
                      <a:lnTo>
                        <a:pt x="102" y="250"/>
                      </a:lnTo>
                      <a:lnTo>
                        <a:pt x="0" y="99"/>
                      </a:lnTo>
                      <a:lnTo>
                        <a:pt x="142" y="0"/>
                      </a:lnTo>
                      <a:lnTo>
                        <a:pt x="244" y="152"/>
                      </a:lnTo>
                      <a:lnTo>
                        <a:pt x="342" y="310"/>
                      </a:lnTo>
                      <a:lnTo>
                        <a:pt x="435" y="471"/>
                      </a:lnTo>
                      <a:lnTo>
                        <a:pt x="520" y="633"/>
                      </a:lnTo>
                      <a:lnTo>
                        <a:pt x="601" y="800"/>
                      </a:lnTo>
                      <a:lnTo>
                        <a:pt x="675" y="968"/>
                      </a:lnTo>
                      <a:lnTo>
                        <a:pt x="744" y="1141"/>
                      </a:lnTo>
                      <a:lnTo>
                        <a:pt x="808" y="1316"/>
                      </a:lnTo>
                      <a:lnTo>
                        <a:pt x="866" y="1489"/>
                      </a:lnTo>
                      <a:lnTo>
                        <a:pt x="914" y="1668"/>
                      </a:lnTo>
                      <a:lnTo>
                        <a:pt x="961" y="1847"/>
                      </a:lnTo>
                      <a:lnTo>
                        <a:pt x="999" y="2029"/>
                      </a:lnTo>
                      <a:lnTo>
                        <a:pt x="1032" y="2209"/>
                      </a:lnTo>
                      <a:lnTo>
                        <a:pt x="1057" y="2393"/>
                      </a:lnTo>
                      <a:lnTo>
                        <a:pt x="1077" y="2575"/>
                      </a:lnTo>
                      <a:lnTo>
                        <a:pt x="1092" y="2760"/>
                      </a:lnTo>
                      <a:lnTo>
                        <a:pt x="1097" y="2946"/>
                      </a:lnTo>
                      <a:lnTo>
                        <a:pt x="1099" y="3130"/>
                      </a:lnTo>
                      <a:lnTo>
                        <a:pt x="1094" y="3314"/>
                      </a:lnTo>
                      <a:lnTo>
                        <a:pt x="1082" y="3499"/>
                      </a:lnTo>
                      <a:lnTo>
                        <a:pt x="1064" y="3683"/>
                      </a:lnTo>
                      <a:lnTo>
                        <a:pt x="1037" y="3866"/>
                      </a:lnTo>
                      <a:lnTo>
                        <a:pt x="1009" y="4047"/>
                      </a:lnTo>
                      <a:lnTo>
                        <a:pt x="970" y="4230"/>
                      </a:lnTo>
                      <a:lnTo>
                        <a:pt x="927" y="4409"/>
                      </a:lnTo>
                      <a:lnTo>
                        <a:pt x="877" y="4587"/>
                      </a:lnTo>
                      <a:lnTo>
                        <a:pt x="821" y="4763"/>
                      </a:lnTo>
                      <a:lnTo>
                        <a:pt x="760" y="4937"/>
                      </a:lnTo>
                      <a:lnTo>
                        <a:pt x="693" y="5110"/>
                      </a:lnTo>
                      <a:lnTo>
                        <a:pt x="621" y="5280"/>
                      </a:lnTo>
                      <a:lnTo>
                        <a:pt x="541" y="5446"/>
                      </a:lnTo>
                      <a:lnTo>
                        <a:pt x="456" y="5611"/>
                      </a:lnTo>
                      <a:lnTo>
                        <a:pt x="365" y="5771"/>
                      </a:lnTo>
                      <a:lnTo>
                        <a:pt x="270" y="5931"/>
                      </a:lnTo>
                      <a:lnTo>
                        <a:pt x="169" y="6084"/>
                      </a:lnTo>
                      <a:lnTo>
                        <a:pt x="142" y="6122"/>
                      </a:lnTo>
                      <a:lnTo>
                        <a:pt x="0" y="60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5" name="Freeform 366">
                  <a:extLst>
                    <a:ext uri="{FF2B5EF4-FFF2-40B4-BE49-F238E27FC236}">
                      <a16:creationId xmlns:a16="http://schemas.microsoft.com/office/drawing/2014/main" id="{D5D979EF-D1D0-DC43-9E57-0B6EB8267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60" y="768"/>
                  <a:ext cx="87" cy="401"/>
                </a:xfrm>
                <a:custGeom>
                  <a:avLst/>
                  <a:gdLst>
                    <a:gd name="T0" fmla="*/ 0 w 1266"/>
                    <a:gd name="T1" fmla="*/ 1 h 7132"/>
                    <a:gd name="T2" fmla="*/ 0 w 1266"/>
                    <a:gd name="T3" fmla="*/ 1 h 7132"/>
                    <a:gd name="T4" fmla="*/ 0 w 1266"/>
                    <a:gd name="T5" fmla="*/ 1 h 7132"/>
                    <a:gd name="T6" fmla="*/ 0 w 1266"/>
                    <a:gd name="T7" fmla="*/ 1 h 7132"/>
                    <a:gd name="T8" fmla="*/ 0 w 1266"/>
                    <a:gd name="T9" fmla="*/ 1 h 7132"/>
                    <a:gd name="T10" fmla="*/ 0 w 1266"/>
                    <a:gd name="T11" fmla="*/ 1 h 7132"/>
                    <a:gd name="T12" fmla="*/ 0 w 1266"/>
                    <a:gd name="T13" fmla="*/ 1 h 7132"/>
                    <a:gd name="T14" fmla="*/ 0 w 1266"/>
                    <a:gd name="T15" fmla="*/ 1 h 7132"/>
                    <a:gd name="T16" fmla="*/ 0 w 1266"/>
                    <a:gd name="T17" fmla="*/ 1 h 7132"/>
                    <a:gd name="T18" fmla="*/ 0 w 1266"/>
                    <a:gd name="T19" fmla="*/ 1 h 7132"/>
                    <a:gd name="T20" fmla="*/ 0 w 1266"/>
                    <a:gd name="T21" fmla="*/ 1 h 7132"/>
                    <a:gd name="T22" fmla="*/ 0 w 1266"/>
                    <a:gd name="T23" fmla="*/ 1 h 7132"/>
                    <a:gd name="T24" fmla="*/ 0 w 1266"/>
                    <a:gd name="T25" fmla="*/ 0 h 7132"/>
                    <a:gd name="T26" fmla="*/ 0 w 1266"/>
                    <a:gd name="T27" fmla="*/ 0 h 7132"/>
                    <a:gd name="T28" fmla="*/ 0 w 1266"/>
                    <a:gd name="T29" fmla="*/ 0 h 7132"/>
                    <a:gd name="T30" fmla="*/ 0 w 1266"/>
                    <a:gd name="T31" fmla="*/ 0 h 7132"/>
                    <a:gd name="T32" fmla="*/ 0 w 1266"/>
                    <a:gd name="T33" fmla="*/ 0 h 7132"/>
                    <a:gd name="T34" fmla="*/ 0 w 1266"/>
                    <a:gd name="T35" fmla="*/ 0 h 7132"/>
                    <a:gd name="T36" fmla="*/ 0 w 1266"/>
                    <a:gd name="T37" fmla="*/ 0 h 7132"/>
                    <a:gd name="T38" fmla="*/ 0 w 1266"/>
                    <a:gd name="T39" fmla="*/ 0 h 7132"/>
                    <a:gd name="T40" fmla="*/ 0 w 1266"/>
                    <a:gd name="T41" fmla="*/ 0 h 7132"/>
                    <a:gd name="T42" fmla="*/ 0 w 1266"/>
                    <a:gd name="T43" fmla="*/ 0 h 7132"/>
                    <a:gd name="T44" fmla="*/ 0 w 1266"/>
                    <a:gd name="T45" fmla="*/ 0 h 7132"/>
                    <a:gd name="T46" fmla="*/ 0 w 1266"/>
                    <a:gd name="T47" fmla="*/ 0 h 7132"/>
                    <a:gd name="T48" fmla="*/ 0 w 1266"/>
                    <a:gd name="T49" fmla="*/ 0 h 7132"/>
                    <a:gd name="T50" fmla="*/ 0 w 1266"/>
                    <a:gd name="T51" fmla="*/ 0 h 7132"/>
                    <a:gd name="T52" fmla="*/ 0 w 1266"/>
                    <a:gd name="T53" fmla="*/ 0 h 7132"/>
                    <a:gd name="T54" fmla="*/ 0 w 1266"/>
                    <a:gd name="T55" fmla="*/ 1 h 7132"/>
                    <a:gd name="T56" fmla="*/ 0 w 1266"/>
                    <a:gd name="T57" fmla="*/ 1 h 7132"/>
                    <a:gd name="T58" fmla="*/ 0 w 1266"/>
                    <a:gd name="T59" fmla="*/ 1 h 7132"/>
                    <a:gd name="T60" fmla="*/ 0 w 1266"/>
                    <a:gd name="T61" fmla="*/ 1 h 7132"/>
                    <a:gd name="T62" fmla="*/ 0 w 1266"/>
                    <a:gd name="T63" fmla="*/ 1 h 7132"/>
                    <a:gd name="T64" fmla="*/ 0 w 1266"/>
                    <a:gd name="T65" fmla="*/ 1 h 7132"/>
                    <a:gd name="T66" fmla="*/ 0 w 1266"/>
                    <a:gd name="T67" fmla="*/ 1 h 7132"/>
                    <a:gd name="T68" fmla="*/ 0 w 1266"/>
                    <a:gd name="T69" fmla="*/ 1 h 7132"/>
                    <a:gd name="T70" fmla="*/ 0 w 1266"/>
                    <a:gd name="T71" fmla="*/ 1 h 7132"/>
                    <a:gd name="T72" fmla="*/ 0 w 1266"/>
                    <a:gd name="T73" fmla="*/ 1 h 7132"/>
                    <a:gd name="T74" fmla="*/ 0 w 1266"/>
                    <a:gd name="T75" fmla="*/ 1 h 7132"/>
                    <a:gd name="T76" fmla="*/ 0 w 1266"/>
                    <a:gd name="T77" fmla="*/ 1 h 7132"/>
                    <a:gd name="T78" fmla="*/ 0 w 1266"/>
                    <a:gd name="T79" fmla="*/ 1 h 713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266"/>
                    <a:gd name="T121" fmla="*/ 0 h 7132"/>
                    <a:gd name="T122" fmla="*/ 1266 w 1266"/>
                    <a:gd name="T123" fmla="*/ 7132 h 713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266" h="7132">
                      <a:moveTo>
                        <a:pt x="1266" y="7032"/>
                      </a:moveTo>
                      <a:lnTo>
                        <a:pt x="1206" y="6945"/>
                      </a:lnTo>
                      <a:lnTo>
                        <a:pt x="1100" y="6779"/>
                      </a:lnTo>
                      <a:lnTo>
                        <a:pt x="998" y="6610"/>
                      </a:lnTo>
                      <a:lnTo>
                        <a:pt x="903" y="6440"/>
                      </a:lnTo>
                      <a:lnTo>
                        <a:pt x="812" y="6264"/>
                      </a:lnTo>
                      <a:lnTo>
                        <a:pt x="729" y="6087"/>
                      </a:lnTo>
                      <a:lnTo>
                        <a:pt x="649" y="5907"/>
                      </a:lnTo>
                      <a:lnTo>
                        <a:pt x="577" y="5725"/>
                      </a:lnTo>
                      <a:lnTo>
                        <a:pt x="510" y="5541"/>
                      </a:lnTo>
                      <a:lnTo>
                        <a:pt x="449" y="5353"/>
                      </a:lnTo>
                      <a:lnTo>
                        <a:pt x="395" y="5163"/>
                      </a:lnTo>
                      <a:lnTo>
                        <a:pt x="346" y="4973"/>
                      </a:lnTo>
                      <a:lnTo>
                        <a:pt x="304" y="4782"/>
                      </a:lnTo>
                      <a:lnTo>
                        <a:pt x="268" y="4589"/>
                      </a:lnTo>
                      <a:lnTo>
                        <a:pt x="238" y="4393"/>
                      </a:lnTo>
                      <a:lnTo>
                        <a:pt x="215" y="4199"/>
                      </a:lnTo>
                      <a:lnTo>
                        <a:pt x="196" y="4003"/>
                      </a:lnTo>
                      <a:lnTo>
                        <a:pt x="185" y="3807"/>
                      </a:lnTo>
                      <a:lnTo>
                        <a:pt x="181" y="3611"/>
                      </a:lnTo>
                      <a:lnTo>
                        <a:pt x="183" y="3414"/>
                      </a:lnTo>
                      <a:lnTo>
                        <a:pt x="191" y="3218"/>
                      </a:lnTo>
                      <a:lnTo>
                        <a:pt x="205" y="3022"/>
                      </a:lnTo>
                      <a:lnTo>
                        <a:pt x="226" y="2826"/>
                      </a:lnTo>
                      <a:lnTo>
                        <a:pt x="253" y="2632"/>
                      </a:lnTo>
                      <a:lnTo>
                        <a:pt x="286" y="2437"/>
                      </a:lnTo>
                      <a:lnTo>
                        <a:pt x="326" y="2245"/>
                      </a:lnTo>
                      <a:lnTo>
                        <a:pt x="371" y="2055"/>
                      </a:lnTo>
                      <a:lnTo>
                        <a:pt x="423" y="1865"/>
                      </a:lnTo>
                      <a:lnTo>
                        <a:pt x="481" y="1677"/>
                      </a:lnTo>
                      <a:lnTo>
                        <a:pt x="546" y="1492"/>
                      </a:lnTo>
                      <a:lnTo>
                        <a:pt x="615" y="1308"/>
                      </a:lnTo>
                      <a:lnTo>
                        <a:pt x="691" y="1126"/>
                      </a:lnTo>
                      <a:lnTo>
                        <a:pt x="772" y="948"/>
                      </a:lnTo>
                      <a:lnTo>
                        <a:pt x="860" y="771"/>
                      </a:lnTo>
                      <a:lnTo>
                        <a:pt x="953" y="598"/>
                      </a:lnTo>
                      <a:lnTo>
                        <a:pt x="1052" y="428"/>
                      </a:lnTo>
                      <a:lnTo>
                        <a:pt x="1157" y="262"/>
                      </a:lnTo>
                      <a:lnTo>
                        <a:pt x="1266" y="100"/>
                      </a:lnTo>
                      <a:lnTo>
                        <a:pt x="1133" y="0"/>
                      </a:lnTo>
                      <a:lnTo>
                        <a:pt x="1022" y="163"/>
                      </a:lnTo>
                      <a:lnTo>
                        <a:pt x="915" y="331"/>
                      </a:lnTo>
                      <a:lnTo>
                        <a:pt x="815" y="502"/>
                      </a:lnTo>
                      <a:lnTo>
                        <a:pt x="719" y="674"/>
                      </a:lnTo>
                      <a:lnTo>
                        <a:pt x="629" y="850"/>
                      </a:lnTo>
                      <a:lnTo>
                        <a:pt x="546" y="1031"/>
                      </a:lnTo>
                      <a:lnTo>
                        <a:pt x="466" y="1211"/>
                      </a:lnTo>
                      <a:lnTo>
                        <a:pt x="393" y="1396"/>
                      </a:lnTo>
                      <a:lnTo>
                        <a:pt x="328" y="1581"/>
                      </a:lnTo>
                      <a:lnTo>
                        <a:pt x="266" y="1769"/>
                      </a:lnTo>
                      <a:lnTo>
                        <a:pt x="213" y="1960"/>
                      </a:lnTo>
                      <a:lnTo>
                        <a:pt x="163" y="2152"/>
                      </a:lnTo>
                      <a:lnTo>
                        <a:pt x="121" y="2347"/>
                      </a:lnTo>
                      <a:lnTo>
                        <a:pt x="85" y="2540"/>
                      </a:lnTo>
                      <a:lnTo>
                        <a:pt x="55" y="2737"/>
                      </a:lnTo>
                      <a:lnTo>
                        <a:pt x="32" y="2933"/>
                      </a:lnTo>
                      <a:lnTo>
                        <a:pt x="16" y="3131"/>
                      </a:lnTo>
                      <a:lnTo>
                        <a:pt x="5" y="3328"/>
                      </a:lnTo>
                      <a:lnTo>
                        <a:pt x="0" y="3526"/>
                      </a:lnTo>
                      <a:lnTo>
                        <a:pt x="2" y="3724"/>
                      </a:lnTo>
                      <a:lnTo>
                        <a:pt x="10" y="3922"/>
                      </a:lnTo>
                      <a:lnTo>
                        <a:pt x="24" y="4117"/>
                      </a:lnTo>
                      <a:lnTo>
                        <a:pt x="46" y="4316"/>
                      </a:lnTo>
                      <a:lnTo>
                        <a:pt x="73" y="4512"/>
                      </a:lnTo>
                      <a:lnTo>
                        <a:pt x="108" y="4707"/>
                      </a:lnTo>
                      <a:lnTo>
                        <a:pt x="147" y="4900"/>
                      </a:lnTo>
                      <a:lnTo>
                        <a:pt x="193" y="5093"/>
                      </a:lnTo>
                      <a:lnTo>
                        <a:pt x="244" y="5285"/>
                      </a:lnTo>
                      <a:lnTo>
                        <a:pt x="301" y="5473"/>
                      </a:lnTo>
                      <a:lnTo>
                        <a:pt x="367" y="5661"/>
                      </a:lnTo>
                      <a:lnTo>
                        <a:pt x="436" y="5846"/>
                      </a:lnTo>
                      <a:lnTo>
                        <a:pt x="512" y="6028"/>
                      </a:lnTo>
                      <a:lnTo>
                        <a:pt x="596" y="6209"/>
                      </a:lnTo>
                      <a:lnTo>
                        <a:pt x="682" y="6387"/>
                      </a:lnTo>
                      <a:lnTo>
                        <a:pt x="776" y="6561"/>
                      </a:lnTo>
                      <a:lnTo>
                        <a:pt x="875" y="6732"/>
                      </a:lnTo>
                      <a:lnTo>
                        <a:pt x="978" y="6900"/>
                      </a:lnTo>
                      <a:lnTo>
                        <a:pt x="1088" y="7067"/>
                      </a:lnTo>
                      <a:lnTo>
                        <a:pt x="1133" y="7132"/>
                      </a:lnTo>
                      <a:lnTo>
                        <a:pt x="1266" y="70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916" name="Freeform 367">
                  <a:extLst>
                    <a:ext uri="{FF2B5EF4-FFF2-40B4-BE49-F238E27FC236}">
                      <a16:creationId xmlns:a16="http://schemas.microsoft.com/office/drawing/2014/main" id="{60705FD2-AC91-F540-9012-7ECB2DB72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769"/>
                  <a:ext cx="87" cy="400"/>
                </a:xfrm>
                <a:custGeom>
                  <a:avLst/>
                  <a:gdLst>
                    <a:gd name="T0" fmla="*/ 0 w 1266"/>
                    <a:gd name="T1" fmla="*/ 1 h 7131"/>
                    <a:gd name="T2" fmla="*/ 0 w 1266"/>
                    <a:gd name="T3" fmla="*/ 1 h 7131"/>
                    <a:gd name="T4" fmla="*/ 0 w 1266"/>
                    <a:gd name="T5" fmla="*/ 1 h 7131"/>
                    <a:gd name="T6" fmla="*/ 0 w 1266"/>
                    <a:gd name="T7" fmla="*/ 1 h 7131"/>
                    <a:gd name="T8" fmla="*/ 0 w 1266"/>
                    <a:gd name="T9" fmla="*/ 1 h 7131"/>
                    <a:gd name="T10" fmla="*/ 0 w 1266"/>
                    <a:gd name="T11" fmla="*/ 1 h 7131"/>
                    <a:gd name="T12" fmla="*/ 0 w 1266"/>
                    <a:gd name="T13" fmla="*/ 1 h 7131"/>
                    <a:gd name="T14" fmla="*/ 0 w 1266"/>
                    <a:gd name="T15" fmla="*/ 1 h 7131"/>
                    <a:gd name="T16" fmla="*/ 0 w 1266"/>
                    <a:gd name="T17" fmla="*/ 1 h 7131"/>
                    <a:gd name="T18" fmla="*/ 0 w 1266"/>
                    <a:gd name="T19" fmla="*/ 1 h 7131"/>
                    <a:gd name="T20" fmla="*/ 0 w 1266"/>
                    <a:gd name="T21" fmla="*/ 1 h 7131"/>
                    <a:gd name="T22" fmla="*/ 0 w 1266"/>
                    <a:gd name="T23" fmla="*/ 1 h 7131"/>
                    <a:gd name="T24" fmla="*/ 0 w 1266"/>
                    <a:gd name="T25" fmla="*/ 0 h 7131"/>
                    <a:gd name="T26" fmla="*/ 0 w 1266"/>
                    <a:gd name="T27" fmla="*/ 0 h 7131"/>
                    <a:gd name="T28" fmla="*/ 0 w 1266"/>
                    <a:gd name="T29" fmla="*/ 0 h 7131"/>
                    <a:gd name="T30" fmla="*/ 0 w 1266"/>
                    <a:gd name="T31" fmla="*/ 0 h 7131"/>
                    <a:gd name="T32" fmla="*/ 0 w 1266"/>
                    <a:gd name="T33" fmla="*/ 0 h 7131"/>
                    <a:gd name="T34" fmla="*/ 0 w 1266"/>
                    <a:gd name="T35" fmla="*/ 0 h 7131"/>
                    <a:gd name="T36" fmla="*/ 0 w 1266"/>
                    <a:gd name="T37" fmla="*/ 0 h 7131"/>
                    <a:gd name="T38" fmla="*/ 0 w 1266"/>
                    <a:gd name="T39" fmla="*/ 0 h 7131"/>
                    <a:gd name="T40" fmla="*/ 0 w 1266"/>
                    <a:gd name="T41" fmla="*/ 0 h 7131"/>
                    <a:gd name="T42" fmla="*/ 0 w 1266"/>
                    <a:gd name="T43" fmla="*/ 0 h 7131"/>
                    <a:gd name="T44" fmla="*/ 0 w 1266"/>
                    <a:gd name="T45" fmla="*/ 0 h 7131"/>
                    <a:gd name="T46" fmla="*/ 0 w 1266"/>
                    <a:gd name="T47" fmla="*/ 0 h 7131"/>
                    <a:gd name="T48" fmla="*/ 0 w 1266"/>
                    <a:gd name="T49" fmla="*/ 0 h 7131"/>
                    <a:gd name="T50" fmla="*/ 0 w 1266"/>
                    <a:gd name="T51" fmla="*/ 0 h 7131"/>
                    <a:gd name="T52" fmla="*/ 0 w 1266"/>
                    <a:gd name="T53" fmla="*/ 0 h 7131"/>
                    <a:gd name="T54" fmla="*/ 0 w 1266"/>
                    <a:gd name="T55" fmla="*/ 1 h 7131"/>
                    <a:gd name="T56" fmla="*/ 0 w 1266"/>
                    <a:gd name="T57" fmla="*/ 1 h 7131"/>
                    <a:gd name="T58" fmla="*/ 0 w 1266"/>
                    <a:gd name="T59" fmla="*/ 1 h 7131"/>
                    <a:gd name="T60" fmla="*/ 0 w 1266"/>
                    <a:gd name="T61" fmla="*/ 1 h 7131"/>
                    <a:gd name="T62" fmla="*/ 0 w 1266"/>
                    <a:gd name="T63" fmla="*/ 1 h 7131"/>
                    <a:gd name="T64" fmla="*/ 0 w 1266"/>
                    <a:gd name="T65" fmla="*/ 1 h 7131"/>
                    <a:gd name="T66" fmla="*/ 0 w 1266"/>
                    <a:gd name="T67" fmla="*/ 1 h 7131"/>
                    <a:gd name="T68" fmla="*/ 0 w 1266"/>
                    <a:gd name="T69" fmla="*/ 1 h 7131"/>
                    <a:gd name="T70" fmla="*/ 0 w 1266"/>
                    <a:gd name="T71" fmla="*/ 1 h 7131"/>
                    <a:gd name="T72" fmla="*/ 0 w 1266"/>
                    <a:gd name="T73" fmla="*/ 1 h 7131"/>
                    <a:gd name="T74" fmla="*/ 0 w 1266"/>
                    <a:gd name="T75" fmla="*/ 1 h 7131"/>
                    <a:gd name="T76" fmla="*/ 0 w 1266"/>
                    <a:gd name="T77" fmla="*/ 1 h 7131"/>
                    <a:gd name="T78" fmla="*/ 0 w 1266"/>
                    <a:gd name="T79" fmla="*/ 1 h 713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266"/>
                    <a:gd name="T121" fmla="*/ 0 h 7131"/>
                    <a:gd name="T122" fmla="*/ 1266 w 1266"/>
                    <a:gd name="T123" fmla="*/ 7131 h 713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266" h="7131">
                      <a:moveTo>
                        <a:pt x="0" y="7033"/>
                      </a:moveTo>
                      <a:lnTo>
                        <a:pt x="60" y="6945"/>
                      </a:lnTo>
                      <a:lnTo>
                        <a:pt x="167" y="6778"/>
                      </a:lnTo>
                      <a:lnTo>
                        <a:pt x="268" y="6610"/>
                      </a:lnTo>
                      <a:lnTo>
                        <a:pt x="363" y="6440"/>
                      </a:lnTo>
                      <a:lnTo>
                        <a:pt x="454" y="6263"/>
                      </a:lnTo>
                      <a:lnTo>
                        <a:pt x="538" y="6087"/>
                      </a:lnTo>
                      <a:lnTo>
                        <a:pt x="617" y="5907"/>
                      </a:lnTo>
                      <a:lnTo>
                        <a:pt x="689" y="5725"/>
                      </a:lnTo>
                      <a:lnTo>
                        <a:pt x="756" y="5540"/>
                      </a:lnTo>
                      <a:lnTo>
                        <a:pt x="817" y="5352"/>
                      </a:lnTo>
                      <a:lnTo>
                        <a:pt x="871" y="5164"/>
                      </a:lnTo>
                      <a:lnTo>
                        <a:pt x="921" y="4974"/>
                      </a:lnTo>
                      <a:lnTo>
                        <a:pt x="962" y="4781"/>
                      </a:lnTo>
                      <a:lnTo>
                        <a:pt x="998" y="4589"/>
                      </a:lnTo>
                      <a:lnTo>
                        <a:pt x="1028" y="4393"/>
                      </a:lnTo>
                      <a:lnTo>
                        <a:pt x="1052" y="4198"/>
                      </a:lnTo>
                      <a:lnTo>
                        <a:pt x="1070" y="4003"/>
                      </a:lnTo>
                      <a:lnTo>
                        <a:pt x="1082" y="3807"/>
                      </a:lnTo>
                      <a:lnTo>
                        <a:pt x="1085" y="3610"/>
                      </a:lnTo>
                      <a:lnTo>
                        <a:pt x="1083" y="3414"/>
                      </a:lnTo>
                      <a:lnTo>
                        <a:pt x="1075" y="3219"/>
                      </a:lnTo>
                      <a:lnTo>
                        <a:pt x="1062" y="3022"/>
                      </a:lnTo>
                      <a:lnTo>
                        <a:pt x="1040" y="2826"/>
                      </a:lnTo>
                      <a:lnTo>
                        <a:pt x="1014" y="2631"/>
                      </a:lnTo>
                      <a:lnTo>
                        <a:pt x="980" y="2438"/>
                      </a:lnTo>
                      <a:lnTo>
                        <a:pt x="940" y="2245"/>
                      </a:lnTo>
                      <a:lnTo>
                        <a:pt x="895" y="2055"/>
                      </a:lnTo>
                      <a:lnTo>
                        <a:pt x="844" y="1865"/>
                      </a:lnTo>
                      <a:lnTo>
                        <a:pt x="786" y="1677"/>
                      </a:lnTo>
                      <a:lnTo>
                        <a:pt x="721" y="1492"/>
                      </a:lnTo>
                      <a:lnTo>
                        <a:pt x="651" y="1308"/>
                      </a:lnTo>
                      <a:lnTo>
                        <a:pt x="576" y="1126"/>
                      </a:lnTo>
                      <a:lnTo>
                        <a:pt x="494" y="947"/>
                      </a:lnTo>
                      <a:lnTo>
                        <a:pt x="406" y="771"/>
                      </a:lnTo>
                      <a:lnTo>
                        <a:pt x="313" y="599"/>
                      </a:lnTo>
                      <a:lnTo>
                        <a:pt x="215" y="428"/>
                      </a:lnTo>
                      <a:lnTo>
                        <a:pt x="109" y="261"/>
                      </a:lnTo>
                      <a:lnTo>
                        <a:pt x="0" y="99"/>
                      </a:lnTo>
                      <a:lnTo>
                        <a:pt x="133" y="0"/>
                      </a:lnTo>
                      <a:lnTo>
                        <a:pt x="245" y="163"/>
                      </a:lnTo>
                      <a:lnTo>
                        <a:pt x="351" y="331"/>
                      </a:lnTo>
                      <a:lnTo>
                        <a:pt x="451" y="501"/>
                      </a:lnTo>
                      <a:lnTo>
                        <a:pt x="548" y="674"/>
                      </a:lnTo>
                      <a:lnTo>
                        <a:pt x="637" y="850"/>
                      </a:lnTo>
                      <a:lnTo>
                        <a:pt x="721" y="1031"/>
                      </a:lnTo>
                      <a:lnTo>
                        <a:pt x="799" y="1211"/>
                      </a:lnTo>
                      <a:lnTo>
                        <a:pt x="874" y="1395"/>
                      </a:lnTo>
                      <a:lnTo>
                        <a:pt x="939" y="1582"/>
                      </a:lnTo>
                      <a:lnTo>
                        <a:pt x="1000" y="1770"/>
                      </a:lnTo>
                      <a:lnTo>
                        <a:pt x="1054" y="1960"/>
                      </a:lnTo>
                      <a:lnTo>
                        <a:pt x="1103" y="2153"/>
                      </a:lnTo>
                      <a:lnTo>
                        <a:pt x="1145" y="2346"/>
                      </a:lnTo>
                      <a:lnTo>
                        <a:pt x="1180" y="2541"/>
                      </a:lnTo>
                      <a:lnTo>
                        <a:pt x="1210" y="2736"/>
                      </a:lnTo>
                      <a:lnTo>
                        <a:pt x="1235" y="2933"/>
                      </a:lnTo>
                      <a:lnTo>
                        <a:pt x="1250" y="3131"/>
                      </a:lnTo>
                      <a:lnTo>
                        <a:pt x="1262" y="3327"/>
                      </a:lnTo>
                      <a:lnTo>
                        <a:pt x="1266" y="3525"/>
                      </a:lnTo>
                      <a:lnTo>
                        <a:pt x="1265" y="3723"/>
                      </a:lnTo>
                      <a:lnTo>
                        <a:pt x="1256" y="3922"/>
                      </a:lnTo>
                      <a:lnTo>
                        <a:pt x="1242" y="4118"/>
                      </a:lnTo>
                      <a:lnTo>
                        <a:pt x="1220" y="4316"/>
                      </a:lnTo>
                      <a:lnTo>
                        <a:pt x="1193" y="4513"/>
                      </a:lnTo>
                      <a:lnTo>
                        <a:pt x="1159" y="4706"/>
                      </a:lnTo>
                      <a:lnTo>
                        <a:pt x="1120" y="4901"/>
                      </a:lnTo>
                      <a:lnTo>
                        <a:pt x="1074" y="5093"/>
                      </a:lnTo>
                      <a:lnTo>
                        <a:pt x="1022" y="5284"/>
                      </a:lnTo>
                      <a:lnTo>
                        <a:pt x="964" y="5474"/>
                      </a:lnTo>
                      <a:lnTo>
                        <a:pt x="899" y="5662"/>
                      </a:lnTo>
                      <a:lnTo>
                        <a:pt x="829" y="5845"/>
                      </a:lnTo>
                      <a:lnTo>
                        <a:pt x="754" y="6028"/>
                      </a:lnTo>
                      <a:lnTo>
                        <a:pt x="671" y="6208"/>
                      </a:lnTo>
                      <a:lnTo>
                        <a:pt x="583" y="6387"/>
                      </a:lnTo>
                      <a:lnTo>
                        <a:pt x="490" y="6561"/>
                      </a:lnTo>
                      <a:lnTo>
                        <a:pt x="391" y="6731"/>
                      </a:lnTo>
                      <a:lnTo>
                        <a:pt x="288" y="6900"/>
                      </a:lnTo>
                      <a:lnTo>
                        <a:pt x="178" y="7066"/>
                      </a:lnTo>
                      <a:lnTo>
                        <a:pt x="133" y="7131"/>
                      </a:lnTo>
                      <a:lnTo>
                        <a:pt x="0" y="70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71704" name="Group 368">
                <a:extLst>
                  <a:ext uri="{FF2B5EF4-FFF2-40B4-BE49-F238E27FC236}">
                    <a16:creationId xmlns:a16="http://schemas.microsoft.com/office/drawing/2014/main" id="{C8954781-B31D-D443-9EFA-3211F9873B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" y="280"/>
                <a:ext cx="324" cy="300"/>
                <a:chOff x="199" y="280"/>
                <a:chExt cx="324" cy="300"/>
              </a:xfrm>
            </p:grpSpPr>
            <p:sp>
              <p:nvSpPr>
                <p:cNvPr id="71774" name="Rectangle 369">
                  <a:extLst>
                    <a:ext uri="{FF2B5EF4-FFF2-40B4-BE49-F238E27FC236}">
                      <a16:creationId xmlns:a16="http://schemas.microsoft.com/office/drawing/2014/main" id="{882629CF-DB9E-D14D-83A9-F3F2980946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6" y="312"/>
                  <a:ext cx="84" cy="17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5" name="Rectangle 370">
                  <a:extLst>
                    <a:ext uri="{FF2B5EF4-FFF2-40B4-BE49-F238E27FC236}">
                      <a16:creationId xmlns:a16="http://schemas.microsoft.com/office/drawing/2014/main" id="{5777DA01-DE24-D646-AD8C-95A8D2D9D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312"/>
                  <a:ext cx="26" cy="1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6" name="Freeform 371">
                  <a:extLst>
                    <a:ext uri="{FF2B5EF4-FFF2-40B4-BE49-F238E27FC236}">
                      <a16:creationId xmlns:a16="http://schemas.microsoft.com/office/drawing/2014/main" id="{77A97B18-4D90-B94D-AD6A-45E008C47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" y="430"/>
                  <a:ext cx="324" cy="150"/>
                </a:xfrm>
                <a:custGeom>
                  <a:avLst/>
                  <a:gdLst>
                    <a:gd name="T0" fmla="*/ 0 w 12166"/>
                    <a:gd name="T1" fmla="*/ 0 h 3043"/>
                    <a:gd name="T2" fmla="*/ 0 w 12166"/>
                    <a:gd name="T3" fmla="*/ 0 h 3043"/>
                    <a:gd name="T4" fmla="*/ 0 w 12166"/>
                    <a:gd name="T5" fmla="*/ 0 h 3043"/>
                    <a:gd name="T6" fmla="*/ 0 w 12166"/>
                    <a:gd name="T7" fmla="*/ 0 h 3043"/>
                    <a:gd name="T8" fmla="*/ 0 w 12166"/>
                    <a:gd name="T9" fmla="*/ 0 h 3043"/>
                    <a:gd name="T10" fmla="*/ 0 w 12166"/>
                    <a:gd name="T11" fmla="*/ 0 h 3043"/>
                    <a:gd name="T12" fmla="*/ 0 w 12166"/>
                    <a:gd name="T13" fmla="*/ 0 h 30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166"/>
                    <a:gd name="T22" fmla="*/ 0 h 3043"/>
                    <a:gd name="T23" fmla="*/ 12166 w 12166"/>
                    <a:gd name="T24" fmla="*/ 3043 h 30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166" h="3043">
                      <a:moveTo>
                        <a:pt x="12166" y="3043"/>
                      </a:moveTo>
                      <a:lnTo>
                        <a:pt x="0" y="3043"/>
                      </a:lnTo>
                      <a:lnTo>
                        <a:pt x="0" y="1224"/>
                      </a:lnTo>
                      <a:lnTo>
                        <a:pt x="5274" y="1224"/>
                      </a:lnTo>
                      <a:lnTo>
                        <a:pt x="5274" y="0"/>
                      </a:lnTo>
                      <a:lnTo>
                        <a:pt x="12166" y="0"/>
                      </a:lnTo>
                      <a:lnTo>
                        <a:pt x="12166" y="3043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77" name="Rectangle 372">
                  <a:extLst>
                    <a:ext uri="{FF2B5EF4-FFF2-40B4-BE49-F238E27FC236}">
                      <a16:creationId xmlns:a16="http://schemas.microsoft.com/office/drawing/2014/main" id="{7DB58125-A8F5-BF49-BA73-8C70A2BF9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8" name="Rectangle 373">
                  <a:extLst>
                    <a:ext uri="{FF2B5EF4-FFF2-40B4-BE49-F238E27FC236}">
                      <a16:creationId xmlns:a16="http://schemas.microsoft.com/office/drawing/2014/main" id="{06303B3F-5B1F-2E47-9F03-AB059C97E8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9" name="Rectangle 374">
                  <a:extLst>
                    <a:ext uri="{FF2B5EF4-FFF2-40B4-BE49-F238E27FC236}">
                      <a16:creationId xmlns:a16="http://schemas.microsoft.com/office/drawing/2014/main" id="{7799F6A0-12FE-FF4D-AC9F-287B107A92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0" name="Rectangle 375">
                  <a:extLst>
                    <a:ext uri="{FF2B5EF4-FFF2-40B4-BE49-F238E27FC236}">
                      <a16:creationId xmlns:a16="http://schemas.microsoft.com/office/drawing/2014/main" id="{55044F3D-1A53-8341-B1A2-86D1CE5F34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1"/>
                  <a:ext cx="10" cy="78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1" name="Rectangle 376">
                  <a:extLst>
                    <a:ext uri="{FF2B5EF4-FFF2-40B4-BE49-F238E27FC236}">
                      <a16:creationId xmlns:a16="http://schemas.microsoft.com/office/drawing/2014/main" id="{95CC39EA-FB0A-FF4F-B52F-FAC9BAF6CD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19"/>
                  <a:ext cx="152" cy="11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2" name="Rectangle 377">
                  <a:extLst>
                    <a:ext uri="{FF2B5EF4-FFF2-40B4-BE49-F238E27FC236}">
                      <a16:creationId xmlns:a16="http://schemas.microsoft.com/office/drawing/2014/main" id="{4390DEA0-9041-9A47-A990-1912B5CDF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53"/>
                  <a:ext cx="13" cy="2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3" name="Rectangle 378">
                  <a:extLst>
                    <a:ext uri="{FF2B5EF4-FFF2-40B4-BE49-F238E27FC236}">
                      <a16:creationId xmlns:a16="http://schemas.microsoft.com/office/drawing/2014/main" id="{0AAC5EAA-4BEB-DE46-801B-EA813BF8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6" y="492"/>
                  <a:ext cx="61" cy="88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4" name="Rectangle 379">
                  <a:extLst>
                    <a:ext uri="{FF2B5EF4-FFF2-40B4-BE49-F238E27FC236}">
                      <a16:creationId xmlns:a16="http://schemas.microsoft.com/office/drawing/2014/main" id="{7389E755-A06D-7640-A354-CCF5EFEC1F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92"/>
                  <a:ext cx="61" cy="88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5" name="Rectangle 380">
                  <a:extLst>
                    <a:ext uri="{FF2B5EF4-FFF2-40B4-BE49-F238E27FC236}">
                      <a16:creationId xmlns:a16="http://schemas.microsoft.com/office/drawing/2014/main" id="{F6271748-8BF5-B74D-890F-470F23429E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" y="443"/>
                  <a:ext cx="76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6" name="Rectangle 381">
                  <a:extLst>
                    <a:ext uri="{FF2B5EF4-FFF2-40B4-BE49-F238E27FC236}">
                      <a16:creationId xmlns:a16="http://schemas.microsoft.com/office/drawing/2014/main" id="{CCED42D7-E4AF-044F-82DB-222E904C4D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" y="443"/>
                  <a:ext cx="76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7" name="Rectangle 382">
                  <a:extLst>
                    <a:ext uri="{FF2B5EF4-FFF2-40B4-BE49-F238E27FC236}">
                      <a16:creationId xmlns:a16="http://schemas.microsoft.com/office/drawing/2014/main" id="{B65618B9-00BD-BE4B-B71F-C76E893255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" y="552"/>
                  <a:ext cx="91" cy="1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8" name="Rectangle 383">
                  <a:extLst>
                    <a:ext uri="{FF2B5EF4-FFF2-40B4-BE49-F238E27FC236}">
                      <a16:creationId xmlns:a16="http://schemas.microsoft.com/office/drawing/2014/main" id="{CF4F9B21-9D20-8644-9AF2-005EA1DEC7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2" y="507"/>
                  <a:ext cx="53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89" name="Rectangle 384">
                  <a:extLst>
                    <a:ext uri="{FF2B5EF4-FFF2-40B4-BE49-F238E27FC236}">
                      <a16:creationId xmlns:a16="http://schemas.microsoft.com/office/drawing/2014/main" id="{81247947-83B9-E54F-9D2A-B33983C5EF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07"/>
                  <a:ext cx="53" cy="32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90" name="Freeform 385">
                  <a:extLst>
                    <a:ext uri="{FF2B5EF4-FFF2-40B4-BE49-F238E27FC236}">
                      <a16:creationId xmlns:a16="http://schemas.microsoft.com/office/drawing/2014/main" id="{0CEEBAF2-D384-C340-A12B-FBA55D2CC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" y="430"/>
                  <a:ext cx="324" cy="150"/>
                </a:xfrm>
                <a:custGeom>
                  <a:avLst/>
                  <a:gdLst>
                    <a:gd name="T0" fmla="*/ 0 w 12165"/>
                    <a:gd name="T1" fmla="*/ 0 h 3051"/>
                    <a:gd name="T2" fmla="*/ 0 w 12165"/>
                    <a:gd name="T3" fmla="*/ 0 h 3051"/>
                    <a:gd name="T4" fmla="*/ 0 w 12165"/>
                    <a:gd name="T5" fmla="*/ 0 h 3051"/>
                    <a:gd name="T6" fmla="*/ 0 w 12165"/>
                    <a:gd name="T7" fmla="*/ 0 h 3051"/>
                    <a:gd name="T8" fmla="*/ 0 w 12165"/>
                    <a:gd name="T9" fmla="*/ 0 h 3051"/>
                    <a:gd name="T10" fmla="*/ 0 w 12165"/>
                    <a:gd name="T11" fmla="*/ 0 h 3051"/>
                    <a:gd name="T12" fmla="*/ 0 w 12165"/>
                    <a:gd name="T13" fmla="*/ 0 h 30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165"/>
                    <a:gd name="T22" fmla="*/ 0 h 3051"/>
                    <a:gd name="T23" fmla="*/ 12165 w 12165"/>
                    <a:gd name="T24" fmla="*/ 3051 h 30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165" h="3051">
                      <a:moveTo>
                        <a:pt x="12165" y="3051"/>
                      </a:moveTo>
                      <a:lnTo>
                        <a:pt x="12165" y="0"/>
                      </a:lnTo>
                      <a:lnTo>
                        <a:pt x="5286" y="0"/>
                      </a:lnTo>
                      <a:lnTo>
                        <a:pt x="5286" y="1253"/>
                      </a:lnTo>
                      <a:lnTo>
                        <a:pt x="0" y="1253"/>
                      </a:lnTo>
                      <a:lnTo>
                        <a:pt x="0" y="3051"/>
                      </a:lnTo>
                      <a:lnTo>
                        <a:pt x="12165" y="3051"/>
                      </a:lnTo>
                      <a:close/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1" name="Rectangle 386">
                  <a:extLst>
                    <a:ext uri="{FF2B5EF4-FFF2-40B4-BE49-F238E27FC236}">
                      <a16:creationId xmlns:a16="http://schemas.microsoft.com/office/drawing/2014/main" id="{D02896BE-E136-7940-92FE-3EE727FC84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3" y="491"/>
                  <a:ext cx="7" cy="8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92" name="Line 387">
                  <a:extLst>
                    <a:ext uri="{FF2B5EF4-FFF2-40B4-BE49-F238E27FC236}">
                      <a16:creationId xmlns:a16="http://schemas.microsoft.com/office/drawing/2014/main" id="{64D9AD02-583C-4E4E-A931-33D55EEFF6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1" y="430"/>
                  <a:ext cx="1" cy="15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3" name="Rectangle 388">
                  <a:extLst>
                    <a:ext uri="{FF2B5EF4-FFF2-40B4-BE49-F238E27FC236}">
                      <a16:creationId xmlns:a16="http://schemas.microsoft.com/office/drawing/2014/main" id="{ACDC42B2-AAEF-474F-9D8A-87610E3310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" y="443"/>
                  <a:ext cx="76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94" name="Line 389">
                  <a:extLst>
                    <a:ext uri="{FF2B5EF4-FFF2-40B4-BE49-F238E27FC236}">
                      <a16:creationId xmlns:a16="http://schemas.microsoft.com/office/drawing/2014/main" id="{7201C8D9-D812-D54D-949B-5ABF837F8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5" name="Line 390">
                  <a:extLst>
                    <a:ext uri="{FF2B5EF4-FFF2-40B4-BE49-F238E27FC236}">
                      <a16:creationId xmlns:a16="http://schemas.microsoft.com/office/drawing/2014/main" id="{B60B12C6-B167-9C4D-A541-D5455BFFAA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2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6" name="Line 391">
                  <a:extLst>
                    <a:ext uri="{FF2B5EF4-FFF2-40B4-BE49-F238E27FC236}">
                      <a16:creationId xmlns:a16="http://schemas.microsoft.com/office/drawing/2014/main" id="{BF7FFD25-DE32-B44B-BD23-9B2B88F302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7" name="Line 392">
                  <a:extLst>
                    <a:ext uri="{FF2B5EF4-FFF2-40B4-BE49-F238E27FC236}">
                      <a16:creationId xmlns:a16="http://schemas.microsoft.com/office/drawing/2014/main" id="{9451D0E2-9CF4-544A-B091-CE30AD76F2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8" name="Line 393">
                  <a:extLst>
                    <a:ext uri="{FF2B5EF4-FFF2-40B4-BE49-F238E27FC236}">
                      <a16:creationId xmlns:a16="http://schemas.microsoft.com/office/drawing/2014/main" id="{3E6A517C-DD6F-5C40-9F90-AE2D5BE074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6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99" name="Line 394">
                  <a:extLst>
                    <a:ext uri="{FF2B5EF4-FFF2-40B4-BE49-F238E27FC236}">
                      <a16:creationId xmlns:a16="http://schemas.microsoft.com/office/drawing/2014/main" id="{A201B4BE-4A14-6546-9A2A-FBDDACAE13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3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0" name="Line 395">
                  <a:extLst>
                    <a:ext uri="{FF2B5EF4-FFF2-40B4-BE49-F238E27FC236}">
                      <a16:creationId xmlns:a16="http://schemas.microsoft.com/office/drawing/2014/main" id="{404F02C0-BB96-284B-A18D-271741E9F7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01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1" name="Line 396">
                  <a:extLst>
                    <a:ext uri="{FF2B5EF4-FFF2-40B4-BE49-F238E27FC236}">
                      <a16:creationId xmlns:a16="http://schemas.microsoft.com/office/drawing/2014/main" id="{D8F861FC-F8F2-EA4B-B00F-67970A8963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08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2" name="Line 397">
                  <a:extLst>
                    <a:ext uri="{FF2B5EF4-FFF2-40B4-BE49-F238E27FC236}">
                      <a16:creationId xmlns:a16="http://schemas.microsoft.com/office/drawing/2014/main" id="{695DB694-069C-914F-8867-3442DDD37C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6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3" name="Line 398">
                  <a:extLst>
                    <a:ext uri="{FF2B5EF4-FFF2-40B4-BE49-F238E27FC236}">
                      <a16:creationId xmlns:a16="http://schemas.microsoft.com/office/drawing/2014/main" id="{D82E2AC3-4964-C648-8BCA-E472201889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7" y="454"/>
                  <a:ext cx="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4" name="Line 399">
                  <a:extLst>
                    <a:ext uri="{FF2B5EF4-FFF2-40B4-BE49-F238E27FC236}">
                      <a16:creationId xmlns:a16="http://schemas.microsoft.com/office/drawing/2014/main" id="{D7E6453C-BE03-3142-B2BE-5A48EBAFE1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7" y="465"/>
                  <a:ext cx="76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5" name="Rectangle 400">
                  <a:extLst>
                    <a:ext uri="{FF2B5EF4-FFF2-40B4-BE49-F238E27FC236}">
                      <a16:creationId xmlns:a16="http://schemas.microsoft.com/office/drawing/2014/main" id="{8054C14D-2BE8-1541-9941-77E58D67B1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91"/>
                  <a:ext cx="61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06" name="Rectangle 401">
                  <a:extLst>
                    <a:ext uri="{FF2B5EF4-FFF2-40B4-BE49-F238E27FC236}">
                      <a16:creationId xmlns:a16="http://schemas.microsoft.com/office/drawing/2014/main" id="{4208CC42-DC76-604C-B016-0F0F7883A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" y="443"/>
                  <a:ext cx="76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07" name="Line 402">
                  <a:extLst>
                    <a:ext uri="{FF2B5EF4-FFF2-40B4-BE49-F238E27FC236}">
                      <a16:creationId xmlns:a16="http://schemas.microsoft.com/office/drawing/2014/main" id="{C7D952F0-E1A4-E640-A7CC-A6E7970230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6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8" name="Line 403">
                  <a:extLst>
                    <a:ext uri="{FF2B5EF4-FFF2-40B4-BE49-F238E27FC236}">
                      <a16:creationId xmlns:a16="http://schemas.microsoft.com/office/drawing/2014/main" id="{2E856307-2BDE-064A-805C-F4F1CFE54E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4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09" name="Line 404">
                  <a:extLst>
                    <a:ext uri="{FF2B5EF4-FFF2-40B4-BE49-F238E27FC236}">
                      <a16:creationId xmlns:a16="http://schemas.microsoft.com/office/drawing/2014/main" id="{4E8D294D-1ABF-E141-9486-B54571FDCA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0" name="Line 405">
                  <a:extLst>
                    <a:ext uri="{FF2B5EF4-FFF2-40B4-BE49-F238E27FC236}">
                      <a16:creationId xmlns:a16="http://schemas.microsoft.com/office/drawing/2014/main" id="{1778808F-D216-6649-B83F-5715B36BF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9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1" name="Line 406">
                  <a:extLst>
                    <a:ext uri="{FF2B5EF4-FFF2-40B4-BE49-F238E27FC236}">
                      <a16:creationId xmlns:a16="http://schemas.microsoft.com/office/drawing/2014/main" id="{85C90A68-B2FF-7E4D-BFF7-F7E7E3DCDF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7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2" name="Line 407">
                  <a:extLst>
                    <a:ext uri="{FF2B5EF4-FFF2-40B4-BE49-F238E27FC236}">
                      <a16:creationId xmlns:a16="http://schemas.microsoft.com/office/drawing/2014/main" id="{77567919-7289-8447-A939-9B9D207326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4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3" name="Line 408">
                  <a:extLst>
                    <a:ext uri="{FF2B5EF4-FFF2-40B4-BE49-F238E27FC236}">
                      <a16:creationId xmlns:a16="http://schemas.microsoft.com/office/drawing/2014/main" id="{50A8458A-5A37-6645-8DBB-A10709B3C2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92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4" name="Line 409">
                  <a:extLst>
                    <a:ext uri="{FF2B5EF4-FFF2-40B4-BE49-F238E27FC236}">
                      <a16:creationId xmlns:a16="http://schemas.microsoft.com/office/drawing/2014/main" id="{59C5D56E-7CB1-2A4E-AA1C-EB93D90E7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0" y="443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5" name="Line 410">
                  <a:extLst>
                    <a:ext uri="{FF2B5EF4-FFF2-40B4-BE49-F238E27FC236}">
                      <a16:creationId xmlns:a16="http://schemas.microsoft.com/office/drawing/2014/main" id="{DB87BB3B-26BD-4A47-BA8E-F29958C2D7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7" y="443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6" name="Line 411">
                  <a:extLst>
                    <a:ext uri="{FF2B5EF4-FFF2-40B4-BE49-F238E27FC236}">
                      <a16:creationId xmlns:a16="http://schemas.microsoft.com/office/drawing/2014/main" id="{924A3805-29FD-F640-B8BC-FD22CA5C28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" y="454"/>
                  <a:ext cx="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7" name="Line 412">
                  <a:extLst>
                    <a:ext uri="{FF2B5EF4-FFF2-40B4-BE49-F238E27FC236}">
                      <a16:creationId xmlns:a16="http://schemas.microsoft.com/office/drawing/2014/main" id="{4381DE02-DBFA-7640-9301-60E78A37E3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9" y="465"/>
                  <a:ext cx="76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18" name="Rectangle 413">
                  <a:extLst>
                    <a:ext uri="{FF2B5EF4-FFF2-40B4-BE49-F238E27FC236}">
                      <a16:creationId xmlns:a16="http://schemas.microsoft.com/office/drawing/2014/main" id="{568B44DE-F6E7-6D46-A25E-EA5EBADAEE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6" y="491"/>
                  <a:ext cx="61" cy="89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19" name="Rectangle 414">
                  <a:extLst>
                    <a:ext uri="{FF2B5EF4-FFF2-40B4-BE49-F238E27FC236}">
                      <a16:creationId xmlns:a16="http://schemas.microsoft.com/office/drawing/2014/main" id="{7F8F26D2-011D-F248-BF6E-B75133832D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07"/>
                  <a:ext cx="53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20" name="Line 415">
                  <a:extLst>
                    <a:ext uri="{FF2B5EF4-FFF2-40B4-BE49-F238E27FC236}">
                      <a16:creationId xmlns:a16="http://schemas.microsoft.com/office/drawing/2014/main" id="{674EA3DF-A686-B94C-B539-2BA9AB0B56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9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1" name="Line 416">
                  <a:extLst>
                    <a:ext uri="{FF2B5EF4-FFF2-40B4-BE49-F238E27FC236}">
                      <a16:creationId xmlns:a16="http://schemas.microsoft.com/office/drawing/2014/main" id="{61051D71-F65D-6644-BB1F-3D68B7AB9F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6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2" name="Line 417">
                  <a:extLst>
                    <a:ext uri="{FF2B5EF4-FFF2-40B4-BE49-F238E27FC236}">
                      <a16:creationId xmlns:a16="http://schemas.microsoft.com/office/drawing/2014/main" id="{C8AEC203-2FA1-8B4A-8B71-3B8031DDB3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4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3" name="Line 418">
                  <a:extLst>
                    <a:ext uri="{FF2B5EF4-FFF2-40B4-BE49-F238E27FC236}">
                      <a16:creationId xmlns:a16="http://schemas.microsoft.com/office/drawing/2014/main" id="{168F80C4-EDBC-4F46-933E-FD4A86077A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4" name="Line 419">
                  <a:extLst>
                    <a:ext uri="{FF2B5EF4-FFF2-40B4-BE49-F238E27FC236}">
                      <a16:creationId xmlns:a16="http://schemas.microsoft.com/office/drawing/2014/main" id="{22AAC0C4-B61A-CD45-A764-7D9C15645A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9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5" name="Line 420">
                  <a:extLst>
                    <a:ext uri="{FF2B5EF4-FFF2-40B4-BE49-F238E27FC236}">
                      <a16:creationId xmlns:a16="http://schemas.microsoft.com/office/drawing/2014/main" id="{9C56BB5E-5EA0-6E49-930C-D93C3B4F6E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7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6" name="Line 421">
                  <a:extLst>
                    <a:ext uri="{FF2B5EF4-FFF2-40B4-BE49-F238E27FC236}">
                      <a16:creationId xmlns:a16="http://schemas.microsoft.com/office/drawing/2014/main" id="{7D2F7EE2-546F-424D-AA6A-B329A80A33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" y="518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7" name="Line 422">
                  <a:extLst>
                    <a:ext uri="{FF2B5EF4-FFF2-40B4-BE49-F238E27FC236}">
                      <a16:creationId xmlns:a16="http://schemas.microsoft.com/office/drawing/2014/main" id="{86B70FE1-32E8-B24A-84AF-A29373D61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" y="529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28" name="Rectangle 423">
                  <a:extLst>
                    <a:ext uri="{FF2B5EF4-FFF2-40B4-BE49-F238E27FC236}">
                      <a16:creationId xmlns:a16="http://schemas.microsoft.com/office/drawing/2014/main" id="{C0315965-E968-EB4A-AC1F-76BCB4C8D4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2" y="507"/>
                  <a:ext cx="53" cy="32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29" name="Line 424">
                  <a:extLst>
                    <a:ext uri="{FF2B5EF4-FFF2-40B4-BE49-F238E27FC236}">
                      <a16:creationId xmlns:a16="http://schemas.microsoft.com/office/drawing/2014/main" id="{958578FE-B300-5A4D-8F0A-E1D9F6F220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0" name="Line 425">
                  <a:extLst>
                    <a:ext uri="{FF2B5EF4-FFF2-40B4-BE49-F238E27FC236}">
                      <a16:creationId xmlns:a16="http://schemas.microsoft.com/office/drawing/2014/main" id="{3B35EE67-8132-B042-A3B0-5958DBD283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1" name="Line 426">
                  <a:extLst>
                    <a:ext uri="{FF2B5EF4-FFF2-40B4-BE49-F238E27FC236}">
                      <a16:creationId xmlns:a16="http://schemas.microsoft.com/office/drawing/2014/main" id="{5B0EBCBE-B441-3D41-9E02-B8B3B4ED98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5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2" name="Line 427">
                  <a:extLst>
                    <a:ext uri="{FF2B5EF4-FFF2-40B4-BE49-F238E27FC236}">
                      <a16:creationId xmlns:a16="http://schemas.microsoft.com/office/drawing/2014/main" id="{69DDB0B2-9D6D-2B4C-9AA8-E44D9466D0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3" name="Line 428">
                  <a:extLst>
                    <a:ext uri="{FF2B5EF4-FFF2-40B4-BE49-F238E27FC236}">
                      <a16:creationId xmlns:a16="http://schemas.microsoft.com/office/drawing/2014/main" id="{88CD365E-1F39-EA4F-A196-4E5B43FC81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0" y="507"/>
                  <a:ext cx="1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4" name="Line 429">
                  <a:extLst>
                    <a:ext uri="{FF2B5EF4-FFF2-40B4-BE49-F238E27FC236}">
                      <a16:creationId xmlns:a16="http://schemas.microsoft.com/office/drawing/2014/main" id="{24CFC318-35FC-F448-9BC3-E51909616A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" y="507"/>
                  <a:ext cx="0" cy="3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5" name="Line 430">
                  <a:extLst>
                    <a:ext uri="{FF2B5EF4-FFF2-40B4-BE49-F238E27FC236}">
                      <a16:creationId xmlns:a16="http://schemas.microsoft.com/office/drawing/2014/main" id="{8C08E7B9-FCCD-A243-8B2E-1575A086C7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18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6" name="Line 431">
                  <a:extLst>
                    <a:ext uri="{FF2B5EF4-FFF2-40B4-BE49-F238E27FC236}">
                      <a16:creationId xmlns:a16="http://schemas.microsoft.com/office/drawing/2014/main" id="{847089A9-AD55-214E-A44E-510F17CBC4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29"/>
                  <a:ext cx="5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7" name="Rectangle 432">
                  <a:extLst>
                    <a:ext uri="{FF2B5EF4-FFF2-40B4-BE49-F238E27FC236}">
                      <a16:creationId xmlns:a16="http://schemas.microsoft.com/office/drawing/2014/main" id="{14E0E0AB-9FC0-344D-BFF7-3D91019E57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553"/>
                  <a:ext cx="13" cy="2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38" name="Line 433">
                  <a:extLst>
                    <a:ext uri="{FF2B5EF4-FFF2-40B4-BE49-F238E27FC236}">
                      <a16:creationId xmlns:a16="http://schemas.microsoft.com/office/drawing/2014/main" id="{52E9B9F3-109B-7B40-AF9C-A0DA4EEF53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7" y="553"/>
                  <a:ext cx="1" cy="27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39" name="Rectangle 434">
                  <a:extLst>
                    <a:ext uri="{FF2B5EF4-FFF2-40B4-BE49-F238E27FC236}">
                      <a16:creationId xmlns:a16="http://schemas.microsoft.com/office/drawing/2014/main" id="{B7BB7521-053A-5C40-96CD-0F57C6F1D3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" y="553"/>
                  <a:ext cx="91" cy="10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40" name="Line 435">
                  <a:extLst>
                    <a:ext uri="{FF2B5EF4-FFF2-40B4-BE49-F238E27FC236}">
                      <a16:creationId xmlns:a16="http://schemas.microsoft.com/office/drawing/2014/main" id="{493CE748-5999-A645-9594-1EBE03A401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1" name="Line 436">
                  <a:extLst>
                    <a:ext uri="{FF2B5EF4-FFF2-40B4-BE49-F238E27FC236}">
                      <a16:creationId xmlns:a16="http://schemas.microsoft.com/office/drawing/2014/main" id="{4D392797-6066-9044-ABB3-78FC5B5FE1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9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2" name="Line 437">
                  <a:extLst>
                    <a:ext uri="{FF2B5EF4-FFF2-40B4-BE49-F238E27FC236}">
                      <a16:creationId xmlns:a16="http://schemas.microsoft.com/office/drawing/2014/main" id="{020ACF30-0DA6-3F4F-B9A9-9953DEA212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7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3" name="Line 438">
                  <a:extLst>
                    <a:ext uri="{FF2B5EF4-FFF2-40B4-BE49-F238E27FC236}">
                      <a16:creationId xmlns:a16="http://schemas.microsoft.com/office/drawing/2014/main" id="{328EAFC4-B614-DD4C-963A-CEACF8B10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4" name="Line 439">
                  <a:extLst>
                    <a:ext uri="{FF2B5EF4-FFF2-40B4-BE49-F238E27FC236}">
                      <a16:creationId xmlns:a16="http://schemas.microsoft.com/office/drawing/2014/main" id="{D032D250-7FFA-7845-B815-BC6DE64006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2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5" name="Line 440">
                  <a:extLst>
                    <a:ext uri="{FF2B5EF4-FFF2-40B4-BE49-F238E27FC236}">
                      <a16:creationId xmlns:a16="http://schemas.microsoft.com/office/drawing/2014/main" id="{255D8886-4A7F-4C44-B8A0-F893CBE784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0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6" name="Line 441">
                  <a:extLst>
                    <a:ext uri="{FF2B5EF4-FFF2-40B4-BE49-F238E27FC236}">
                      <a16:creationId xmlns:a16="http://schemas.microsoft.com/office/drawing/2014/main" id="{6DF9F456-9FEA-1A41-9A04-2C70FB22F2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7" name="Line 442">
                  <a:extLst>
                    <a:ext uri="{FF2B5EF4-FFF2-40B4-BE49-F238E27FC236}">
                      <a16:creationId xmlns:a16="http://schemas.microsoft.com/office/drawing/2014/main" id="{2866276F-A5CB-0444-963C-C77D9D5095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5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8" name="Line 443">
                  <a:extLst>
                    <a:ext uri="{FF2B5EF4-FFF2-40B4-BE49-F238E27FC236}">
                      <a16:creationId xmlns:a16="http://schemas.microsoft.com/office/drawing/2014/main" id="{1A8EBA15-1057-3242-998A-75F620DF38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49" name="Line 444">
                  <a:extLst>
                    <a:ext uri="{FF2B5EF4-FFF2-40B4-BE49-F238E27FC236}">
                      <a16:creationId xmlns:a16="http://schemas.microsoft.com/office/drawing/2014/main" id="{E9416889-0C8A-B348-8F45-9AD61D792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0" y="553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0" name="Line 445">
                  <a:extLst>
                    <a:ext uri="{FF2B5EF4-FFF2-40B4-BE49-F238E27FC236}">
                      <a16:creationId xmlns:a16="http://schemas.microsoft.com/office/drawing/2014/main" id="{31EF2C1D-EFD7-DC47-9F35-EB5833E7C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" y="553"/>
                  <a:ext cx="0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1" name="Rectangle 446">
                  <a:extLst>
                    <a:ext uri="{FF2B5EF4-FFF2-40B4-BE49-F238E27FC236}">
                      <a16:creationId xmlns:a16="http://schemas.microsoft.com/office/drawing/2014/main" id="{A6700C85-33BF-B44C-B40D-B061293DFC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5" y="419"/>
                  <a:ext cx="152" cy="11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52" name="Rectangle 447">
                  <a:extLst>
                    <a:ext uri="{FF2B5EF4-FFF2-40B4-BE49-F238E27FC236}">
                      <a16:creationId xmlns:a16="http://schemas.microsoft.com/office/drawing/2014/main" id="{C17CE534-5C60-084C-82A7-DF0605E51B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280"/>
                  <a:ext cx="127" cy="211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53" name="Line 448">
                  <a:extLst>
                    <a:ext uri="{FF2B5EF4-FFF2-40B4-BE49-F238E27FC236}">
                      <a16:creationId xmlns:a16="http://schemas.microsoft.com/office/drawing/2014/main" id="{B1D610F2-9897-F640-AB6F-5C157B4158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0" y="280"/>
                  <a:ext cx="0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4" name="Line 449">
                  <a:extLst>
                    <a:ext uri="{FF2B5EF4-FFF2-40B4-BE49-F238E27FC236}">
                      <a16:creationId xmlns:a16="http://schemas.microsoft.com/office/drawing/2014/main" id="{C5B3F4AF-171E-7A40-ABE1-1EED2DD01F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6" y="280"/>
                  <a:ext cx="0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5" name="Line 450">
                  <a:extLst>
                    <a:ext uri="{FF2B5EF4-FFF2-40B4-BE49-F238E27FC236}">
                      <a16:creationId xmlns:a16="http://schemas.microsoft.com/office/drawing/2014/main" id="{179A6D41-D387-2E47-9A8F-2842BF66AF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6" y="280"/>
                  <a:ext cx="1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6" name="Line 451">
                  <a:extLst>
                    <a:ext uri="{FF2B5EF4-FFF2-40B4-BE49-F238E27FC236}">
                      <a16:creationId xmlns:a16="http://schemas.microsoft.com/office/drawing/2014/main" id="{92249440-C694-0741-ADBF-7DF980B451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3" y="280"/>
                  <a:ext cx="1" cy="2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7" name="Line 452">
                  <a:extLst>
                    <a:ext uri="{FF2B5EF4-FFF2-40B4-BE49-F238E27FC236}">
                      <a16:creationId xmlns:a16="http://schemas.microsoft.com/office/drawing/2014/main" id="{2659AF7D-4FAA-E648-8ED2-9D4EBE7AF6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3" y="312"/>
                  <a:ext cx="127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8" name="Freeform 453">
                  <a:extLst>
                    <a:ext uri="{FF2B5EF4-FFF2-40B4-BE49-F238E27FC236}">
                      <a16:creationId xmlns:a16="http://schemas.microsoft.com/office/drawing/2014/main" id="{7B2EF74F-8A55-A247-BDA2-BA9ECB2BE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280"/>
                  <a:ext cx="127" cy="32"/>
                </a:xfrm>
                <a:custGeom>
                  <a:avLst/>
                  <a:gdLst>
                    <a:gd name="T0" fmla="*/ 0 w 4751"/>
                    <a:gd name="T1" fmla="*/ 0 h 655"/>
                    <a:gd name="T2" fmla="*/ 0 w 4751"/>
                    <a:gd name="T3" fmla="*/ 0 h 655"/>
                    <a:gd name="T4" fmla="*/ 0 w 4751"/>
                    <a:gd name="T5" fmla="*/ 0 h 655"/>
                    <a:gd name="T6" fmla="*/ 0 w 4751"/>
                    <a:gd name="T7" fmla="*/ 0 h 655"/>
                    <a:gd name="T8" fmla="*/ 0 w 4751"/>
                    <a:gd name="T9" fmla="*/ 0 h 655"/>
                    <a:gd name="T10" fmla="*/ 0 w 4751"/>
                    <a:gd name="T11" fmla="*/ 0 h 6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51"/>
                    <a:gd name="T19" fmla="*/ 0 h 655"/>
                    <a:gd name="T20" fmla="*/ 4751 w 4751"/>
                    <a:gd name="T21" fmla="*/ 655 h 65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51" h="655">
                      <a:moveTo>
                        <a:pt x="0" y="655"/>
                      </a:moveTo>
                      <a:lnTo>
                        <a:pt x="619" y="0"/>
                      </a:lnTo>
                      <a:lnTo>
                        <a:pt x="1604" y="655"/>
                      </a:lnTo>
                      <a:lnTo>
                        <a:pt x="3117" y="9"/>
                      </a:lnTo>
                      <a:lnTo>
                        <a:pt x="4139" y="655"/>
                      </a:lnTo>
                      <a:lnTo>
                        <a:pt x="4751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59" name="Freeform 454">
                  <a:extLst>
                    <a:ext uri="{FF2B5EF4-FFF2-40B4-BE49-F238E27FC236}">
                      <a16:creationId xmlns:a16="http://schemas.microsoft.com/office/drawing/2014/main" id="{80A33813-CEFC-0947-80EB-D53388692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280"/>
                  <a:ext cx="127" cy="32"/>
                </a:xfrm>
                <a:custGeom>
                  <a:avLst/>
                  <a:gdLst>
                    <a:gd name="T0" fmla="*/ 0 w 4751"/>
                    <a:gd name="T1" fmla="*/ 0 h 655"/>
                    <a:gd name="T2" fmla="*/ 0 w 4751"/>
                    <a:gd name="T3" fmla="*/ 0 h 655"/>
                    <a:gd name="T4" fmla="*/ 0 w 4751"/>
                    <a:gd name="T5" fmla="*/ 0 h 655"/>
                    <a:gd name="T6" fmla="*/ 0 w 4751"/>
                    <a:gd name="T7" fmla="*/ 0 h 655"/>
                    <a:gd name="T8" fmla="*/ 0 w 4751"/>
                    <a:gd name="T9" fmla="*/ 0 h 655"/>
                    <a:gd name="T10" fmla="*/ 0 w 4751"/>
                    <a:gd name="T11" fmla="*/ 0 h 6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51"/>
                    <a:gd name="T19" fmla="*/ 0 h 655"/>
                    <a:gd name="T20" fmla="*/ 4751 w 4751"/>
                    <a:gd name="T21" fmla="*/ 655 h 65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51" h="655">
                      <a:moveTo>
                        <a:pt x="4751" y="655"/>
                      </a:moveTo>
                      <a:lnTo>
                        <a:pt x="4139" y="0"/>
                      </a:lnTo>
                      <a:lnTo>
                        <a:pt x="3117" y="655"/>
                      </a:lnTo>
                      <a:lnTo>
                        <a:pt x="1604" y="9"/>
                      </a:lnTo>
                      <a:lnTo>
                        <a:pt x="619" y="65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60" name="Rectangle 455">
                  <a:extLst>
                    <a:ext uri="{FF2B5EF4-FFF2-40B4-BE49-F238E27FC236}">
                      <a16:creationId xmlns:a16="http://schemas.microsoft.com/office/drawing/2014/main" id="{84B53A2C-C337-894C-B2BA-DFCBAD7DE9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" y="492"/>
                  <a:ext cx="3" cy="8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1" name="Rectangle 456">
                  <a:extLst>
                    <a:ext uri="{FF2B5EF4-FFF2-40B4-BE49-F238E27FC236}">
                      <a16:creationId xmlns:a16="http://schemas.microsoft.com/office/drawing/2014/main" id="{DBE704C6-4AF9-354A-8620-F4962DAF9B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" y="492"/>
                  <a:ext cx="2" cy="8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2" name="Rectangle 457">
                  <a:extLst>
                    <a:ext uri="{FF2B5EF4-FFF2-40B4-BE49-F238E27FC236}">
                      <a16:creationId xmlns:a16="http://schemas.microsoft.com/office/drawing/2014/main" id="{CC38E936-2F32-2C4C-8FE3-3DF6DC3B44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3" name="Rectangle 458">
                  <a:extLst>
                    <a:ext uri="{FF2B5EF4-FFF2-40B4-BE49-F238E27FC236}">
                      <a16:creationId xmlns:a16="http://schemas.microsoft.com/office/drawing/2014/main" id="{E4BCB24C-3269-5540-BDE3-5DB665270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4" name="Rectangle 459">
                  <a:extLst>
                    <a:ext uri="{FF2B5EF4-FFF2-40B4-BE49-F238E27FC236}">
                      <a16:creationId xmlns:a16="http://schemas.microsoft.com/office/drawing/2014/main" id="{41B17F39-7A79-C446-875B-FF6496B41C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5" name="Rectangle 460">
                  <a:extLst>
                    <a:ext uri="{FF2B5EF4-FFF2-40B4-BE49-F238E27FC236}">
                      <a16:creationId xmlns:a16="http://schemas.microsoft.com/office/drawing/2014/main" id="{8F18903E-026C-5C41-9D0E-90C1FBD6F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1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6" name="Rectangle 461">
                  <a:extLst>
                    <a:ext uri="{FF2B5EF4-FFF2-40B4-BE49-F238E27FC236}">
                      <a16:creationId xmlns:a16="http://schemas.microsoft.com/office/drawing/2014/main" id="{2B78DBFE-2E88-CA4D-B021-9E8B36452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7" name="Rectangle 462">
                  <a:extLst>
                    <a:ext uri="{FF2B5EF4-FFF2-40B4-BE49-F238E27FC236}">
                      <a16:creationId xmlns:a16="http://schemas.microsoft.com/office/drawing/2014/main" id="{12BCCD54-AF98-9145-B8D9-39FD53A710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2"/>
                  <a:ext cx="10" cy="77"/>
                </a:xfrm>
                <a:prstGeom prst="rect">
                  <a:avLst/>
                </a:pr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8" name="Rectangle 463">
                  <a:extLst>
                    <a:ext uri="{FF2B5EF4-FFF2-40B4-BE49-F238E27FC236}">
                      <a16:creationId xmlns:a16="http://schemas.microsoft.com/office/drawing/2014/main" id="{1A1B2189-901A-9547-94D6-5243FAC861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2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69" name="Rectangle 464">
                  <a:extLst>
                    <a:ext uri="{FF2B5EF4-FFF2-40B4-BE49-F238E27FC236}">
                      <a16:creationId xmlns:a16="http://schemas.microsoft.com/office/drawing/2014/main" id="{86F33BA9-80D3-3D46-9291-0A792EFF1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2" y="342"/>
                  <a:ext cx="2" cy="77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70" name="Rectangle 465">
                  <a:extLst>
                    <a:ext uri="{FF2B5EF4-FFF2-40B4-BE49-F238E27FC236}">
                      <a16:creationId xmlns:a16="http://schemas.microsoft.com/office/drawing/2014/main" id="{F4BFE79E-907F-FD4C-BE03-AFDFD5F185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313"/>
                  <a:ext cx="17" cy="17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871" name="Line 466">
                  <a:extLst>
                    <a:ext uri="{FF2B5EF4-FFF2-40B4-BE49-F238E27FC236}">
                      <a16:creationId xmlns:a16="http://schemas.microsoft.com/office/drawing/2014/main" id="{3764C6DE-6821-9140-B93D-2F8EB47B7B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2" name="Line 467">
                  <a:extLst>
                    <a:ext uri="{FF2B5EF4-FFF2-40B4-BE49-F238E27FC236}">
                      <a16:creationId xmlns:a16="http://schemas.microsoft.com/office/drawing/2014/main" id="{206C4E3A-A6F8-6F43-A124-E05EFA536A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3" name="Line 468">
                  <a:extLst>
                    <a:ext uri="{FF2B5EF4-FFF2-40B4-BE49-F238E27FC236}">
                      <a16:creationId xmlns:a16="http://schemas.microsoft.com/office/drawing/2014/main" id="{7DB2F591-15C5-E54E-A22F-C8A610B5C3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4" name="Line 469">
                  <a:extLst>
                    <a:ext uri="{FF2B5EF4-FFF2-40B4-BE49-F238E27FC236}">
                      <a16:creationId xmlns:a16="http://schemas.microsoft.com/office/drawing/2014/main" id="{DFD4A31D-0009-6B42-BC0C-906908A7CC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5" name="Line 470">
                  <a:extLst>
                    <a:ext uri="{FF2B5EF4-FFF2-40B4-BE49-F238E27FC236}">
                      <a16:creationId xmlns:a16="http://schemas.microsoft.com/office/drawing/2014/main" id="{E38688C7-633A-C547-8E14-34FBDE17AE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6" name="Line 471">
                  <a:extLst>
                    <a:ext uri="{FF2B5EF4-FFF2-40B4-BE49-F238E27FC236}">
                      <a16:creationId xmlns:a16="http://schemas.microsoft.com/office/drawing/2014/main" id="{55E9512B-6723-424A-8234-F98DA5C75C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7" name="Line 472">
                  <a:extLst>
                    <a:ext uri="{FF2B5EF4-FFF2-40B4-BE49-F238E27FC236}">
                      <a16:creationId xmlns:a16="http://schemas.microsoft.com/office/drawing/2014/main" id="{15163363-24AA-E046-9660-DCD7DF3210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8" name="Line 473">
                  <a:extLst>
                    <a:ext uri="{FF2B5EF4-FFF2-40B4-BE49-F238E27FC236}">
                      <a16:creationId xmlns:a16="http://schemas.microsoft.com/office/drawing/2014/main" id="{FB2991B4-27A8-764D-BA96-326FDDA487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1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79" name="Line 474">
                  <a:extLst>
                    <a:ext uri="{FF2B5EF4-FFF2-40B4-BE49-F238E27FC236}">
                      <a16:creationId xmlns:a16="http://schemas.microsoft.com/office/drawing/2014/main" id="{561F6DB3-DC2F-7241-BB33-1081CC0184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0" name="Line 475">
                  <a:extLst>
                    <a:ext uri="{FF2B5EF4-FFF2-40B4-BE49-F238E27FC236}">
                      <a16:creationId xmlns:a16="http://schemas.microsoft.com/office/drawing/2014/main" id="{07977A83-57BB-8E40-87B4-CB2371EBA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1" name="Line 476">
                  <a:extLst>
                    <a:ext uri="{FF2B5EF4-FFF2-40B4-BE49-F238E27FC236}">
                      <a16:creationId xmlns:a16="http://schemas.microsoft.com/office/drawing/2014/main" id="{8621AF62-E052-FD46-8054-EC8D175E77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2" name="Line 477">
                  <a:extLst>
                    <a:ext uri="{FF2B5EF4-FFF2-40B4-BE49-F238E27FC236}">
                      <a16:creationId xmlns:a16="http://schemas.microsoft.com/office/drawing/2014/main" id="{9AD2D88F-B506-4141-B414-1D36E9E271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3" name="Line 478">
                  <a:extLst>
                    <a:ext uri="{FF2B5EF4-FFF2-40B4-BE49-F238E27FC236}">
                      <a16:creationId xmlns:a16="http://schemas.microsoft.com/office/drawing/2014/main" id="{8759C235-0215-3447-AD8A-0E4768FA4D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405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4" name="Line 479">
                  <a:extLst>
                    <a:ext uri="{FF2B5EF4-FFF2-40B4-BE49-F238E27FC236}">
                      <a16:creationId xmlns:a16="http://schemas.microsoft.com/office/drawing/2014/main" id="{696765C9-9240-424F-9ABB-C9ED30E02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89"/>
                  <a:ext cx="10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5" name="Line 480">
                  <a:extLst>
                    <a:ext uri="{FF2B5EF4-FFF2-40B4-BE49-F238E27FC236}">
                      <a16:creationId xmlns:a16="http://schemas.microsoft.com/office/drawing/2014/main" id="{BEBE6260-4A01-474F-AA47-93541D54E7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72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886" name="Line 481">
                  <a:extLst>
                    <a:ext uri="{FF2B5EF4-FFF2-40B4-BE49-F238E27FC236}">
                      <a16:creationId xmlns:a16="http://schemas.microsoft.com/office/drawing/2014/main" id="{1682C64A-C529-6447-A8C3-C010E3BF7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" y="35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71705" name="Picture 482" descr="uslg1">
                <a:extLst>
                  <a:ext uri="{FF2B5EF4-FFF2-40B4-BE49-F238E27FC236}">
                    <a16:creationId xmlns:a16="http://schemas.microsoft.com/office/drawing/2014/main" id="{2435E457-5C56-5E43-A5F8-A4FE8E78D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0" y="1066"/>
                <a:ext cx="159" cy="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706" name="Group 483">
                <a:extLst>
                  <a:ext uri="{FF2B5EF4-FFF2-40B4-BE49-F238E27FC236}">
                    <a16:creationId xmlns:a16="http://schemas.microsoft.com/office/drawing/2014/main" id="{AB5C8CB1-3C25-6F41-AB66-329B3E104D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6" y="1042"/>
                <a:ext cx="544" cy="334"/>
                <a:chOff x="4896" y="2448"/>
                <a:chExt cx="720" cy="437"/>
              </a:xfrm>
            </p:grpSpPr>
            <p:sp>
              <p:nvSpPr>
                <p:cNvPr id="71761" name="Rectangle 484">
                  <a:extLst>
                    <a:ext uri="{FF2B5EF4-FFF2-40B4-BE49-F238E27FC236}">
                      <a16:creationId xmlns:a16="http://schemas.microsoft.com/office/drawing/2014/main" id="{52BDCF38-44BC-9647-B9FE-B9C7188BAB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10" y="2712"/>
                  <a:ext cx="361" cy="173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2" name="Rectangle 485">
                  <a:extLst>
                    <a:ext uri="{FF2B5EF4-FFF2-40B4-BE49-F238E27FC236}">
                      <a16:creationId xmlns:a16="http://schemas.microsoft.com/office/drawing/2014/main" id="{2E0B2CF1-27CA-AD40-9CD9-930F6AF8E5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44" y="2607"/>
                  <a:ext cx="25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3" name="Rectangle 486">
                  <a:extLst>
                    <a:ext uri="{FF2B5EF4-FFF2-40B4-BE49-F238E27FC236}">
                      <a16:creationId xmlns:a16="http://schemas.microsoft.com/office/drawing/2014/main" id="{F64E6D98-6E9B-0C46-91C7-19CDEBE581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2" y="2607"/>
                  <a:ext cx="26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4" name="Rectangle 487">
                  <a:extLst>
                    <a:ext uri="{FF2B5EF4-FFF2-40B4-BE49-F238E27FC236}">
                      <a16:creationId xmlns:a16="http://schemas.microsoft.com/office/drawing/2014/main" id="{E1E8BA14-9526-DA4A-8AF0-D91759956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44" y="2702"/>
                  <a:ext cx="25" cy="34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5" name="Rectangle 488">
                  <a:extLst>
                    <a:ext uri="{FF2B5EF4-FFF2-40B4-BE49-F238E27FC236}">
                      <a16:creationId xmlns:a16="http://schemas.microsoft.com/office/drawing/2014/main" id="{2D344DE6-FF1C-3048-AAE5-A70F54AC72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7" y="2678"/>
                  <a:ext cx="21" cy="1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6" name="Rectangle 489">
                  <a:extLst>
                    <a:ext uri="{FF2B5EF4-FFF2-40B4-BE49-F238E27FC236}">
                      <a16:creationId xmlns:a16="http://schemas.microsoft.com/office/drawing/2014/main" id="{C040D81E-CC41-F445-BCF2-1B8A3A8EC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30" y="2578"/>
                  <a:ext cx="22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7" name="Rectangle 490">
                  <a:extLst>
                    <a:ext uri="{FF2B5EF4-FFF2-40B4-BE49-F238E27FC236}">
                      <a16:creationId xmlns:a16="http://schemas.microsoft.com/office/drawing/2014/main" id="{76DA51B9-F69A-594B-8774-EB4FAFC20B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1" y="2578"/>
                  <a:ext cx="21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8" name="Rectangle 491">
                  <a:extLst>
                    <a:ext uri="{FF2B5EF4-FFF2-40B4-BE49-F238E27FC236}">
                      <a16:creationId xmlns:a16="http://schemas.microsoft.com/office/drawing/2014/main" id="{0E80ED0B-7DA5-944C-909F-CADFED60DF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11" y="2578"/>
                  <a:ext cx="20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69" name="Rectangle 492">
                  <a:extLst>
                    <a:ext uri="{FF2B5EF4-FFF2-40B4-BE49-F238E27FC236}">
                      <a16:creationId xmlns:a16="http://schemas.microsoft.com/office/drawing/2014/main" id="{A7EAAF51-055B-0441-8DC3-335BD52CB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58" y="2496"/>
                  <a:ext cx="17" cy="3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0" name="Rectangle 493">
                  <a:extLst>
                    <a:ext uri="{FF2B5EF4-FFF2-40B4-BE49-F238E27FC236}">
                      <a16:creationId xmlns:a16="http://schemas.microsoft.com/office/drawing/2014/main" id="{260C6E20-7682-C843-9D97-E960CEA7F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59" y="2544"/>
                  <a:ext cx="18" cy="2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1" name="Rectangle 494">
                  <a:extLst>
                    <a:ext uri="{FF2B5EF4-FFF2-40B4-BE49-F238E27FC236}">
                      <a16:creationId xmlns:a16="http://schemas.microsoft.com/office/drawing/2014/main" id="{7BC9EF18-D410-7D4C-8B82-42A68ED082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7" y="2657"/>
                  <a:ext cx="18" cy="29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2" name="Rectangle 495">
                  <a:extLst>
                    <a:ext uri="{FF2B5EF4-FFF2-40B4-BE49-F238E27FC236}">
                      <a16:creationId xmlns:a16="http://schemas.microsoft.com/office/drawing/2014/main" id="{7ABAD068-5101-2D48-8397-D3E8514098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7" y="2727"/>
                  <a:ext cx="21" cy="20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73" name="Freeform 496">
                  <a:extLst>
                    <a:ext uri="{FF2B5EF4-FFF2-40B4-BE49-F238E27FC236}">
                      <a16:creationId xmlns:a16="http://schemas.microsoft.com/office/drawing/2014/main" id="{73B68775-4DF0-2E45-9C5D-8E9A4ADD0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6" y="2448"/>
                  <a:ext cx="720" cy="437"/>
                </a:xfrm>
                <a:custGeom>
                  <a:avLst/>
                  <a:gdLst>
                    <a:gd name="T0" fmla="*/ 0 w 13402"/>
                    <a:gd name="T1" fmla="*/ 1 h 10476"/>
                    <a:gd name="T2" fmla="*/ 0 w 13402"/>
                    <a:gd name="T3" fmla="*/ 0 h 10476"/>
                    <a:gd name="T4" fmla="*/ 0 w 13402"/>
                    <a:gd name="T5" fmla="*/ 0 h 10476"/>
                    <a:gd name="T6" fmla="*/ 0 w 13402"/>
                    <a:gd name="T7" fmla="*/ 0 h 10476"/>
                    <a:gd name="T8" fmla="*/ 0 w 13402"/>
                    <a:gd name="T9" fmla="*/ 0 h 10476"/>
                    <a:gd name="T10" fmla="*/ 0 w 13402"/>
                    <a:gd name="T11" fmla="*/ 0 h 10476"/>
                    <a:gd name="T12" fmla="*/ 0 w 13402"/>
                    <a:gd name="T13" fmla="*/ 0 h 10476"/>
                    <a:gd name="T14" fmla="*/ 0 w 13402"/>
                    <a:gd name="T15" fmla="*/ 0 h 10476"/>
                    <a:gd name="T16" fmla="*/ 0 w 13402"/>
                    <a:gd name="T17" fmla="*/ 0 h 10476"/>
                    <a:gd name="T18" fmla="*/ 0 w 13402"/>
                    <a:gd name="T19" fmla="*/ 0 h 10476"/>
                    <a:gd name="T20" fmla="*/ 1 w 13402"/>
                    <a:gd name="T21" fmla="*/ 0 h 10476"/>
                    <a:gd name="T22" fmla="*/ 1 w 13402"/>
                    <a:gd name="T23" fmla="*/ 0 h 10476"/>
                    <a:gd name="T24" fmla="*/ 1 w 13402"/>
                    <a:gd name="T25" fmla="*/ 0 h 10476"/>
                    <a:gd name="T26" fmla="*/ 1 w 13402"/>
                    <a:gd name="T27" fmla="*/ 0 h 10476"/>
                    <a:gd name="T28" fmla="*/ 1 w 13402"/>
                    <a:gd name="T29" fmla="*/ 0 h 10476"/>
                    <a:gd name="T30" fmla="*/ 1 w 13402"/>
                    <a:gd name="T31" fmla="*/ 0 h 10476"/>
                    <a:gd name="T32" fmla="*/ 1 w 13402"/>
                    <a:gd name="T33" fmla="*/ 0 h 10476"/>
                    <a:gd name="T34" fmla="*/ 1 w 13402"/>
                    <a:gd name="T35" fmla="*/ 0 h 10476"/>
                    <a:gd name="T36" fmla="*/ 1 w 13402"/>
                    <a:gd name="T37" fmla="*/ 0 h 10476"/>
                    <a:gd name="T38" fmla="*/ 1 w 13402"/>
                    <a:gd name="T39" fmla="*/ 0 h 10476"/>
                    <a:gd name="T40" fmla="*/ 2 w 13402"/>
                    <a:gd name="T41" fmla="*/ 0 h 10476"/>
                    <a:gd name="T42" fmla="*/ 2 w 13402"/>
                    <a:gd name="T43" fmla="*/ 0 h 10476"/>
                    <a:gd name="T44" fmla="*/ 2 w 13402"/>
                    <a:gd name="T45" fmla="*/ 0 h 10476"/>
                    <a:gd name="T46" fmla="*/ 2 w 13402"/>
                    <a:gd name="T47" fmla="*/ 0 h 10476"/>
                    <a:gd name="T48" fmla="*/ 2 w 13402"/>
                    <a:gd name="T49" fmla="*/ 0 h 10476"/>
                    <a:gd name="T50" fmla="*/ 2 w 13402"/>
                    <a:gd name="T51" fmla="*/ 1 h 10476"/>
                    <a:gd name="T52" fmla="*/ 2 w 13402"/>
                    <a:gd name="T53" fmla="*/ 1 h 10476"/>
                    <a:gd name="T54" fmla="*/ 2 w 13402"/>
                    <a:gd name="T55" fmla="*/ 1 h 10476"/>
                    <a:gd name="T56" fmla="*/ 1 w 13402"/>
                    <a:gd name="T57" fmla="*/ 0 h 10476"/>
                    <a:gd name="T58" fmla="*/ 1 w 13402"/>
                    <a:gd name="T59" fmla="*/ 1 h 10476"/>
                    <a:gd name="T60" fmla="*/ 1 w 13402"/>
                    <a:gd name="T61" fmla="*/ 1 h 10476"/>
                    <a:gd name="T62" fmla="*/ 1 w 13402"/>
                    <a:gd name="T63" fmla="*/ 1 h 10476"/>
                    <a:gd name="T64" fmla="*/ 1 w 13402"/>
                    <a:gd name="T65" fmla="*/ 1 h 10476"/>
                    <a:gd name="T66" fmla="*/ 1 w 13402"/>
                    <a:gd name="T67" fmla="*/ 0 h 10476"/>
                    <a:gd name="T68" fmla="*/ 1 w 13402"/>
                    <a:gd name="T69" fmla="*/ 1 h 10476"/>
                    <a:gd name="T70" fmla="*/ 1 w 13402"/>
                    <a:gd name="T71" fmla="*/ 1 h 10476"/>
                    <a:gd name="T72" fmla="*/ 0 w 13402"/>
                    <a:gd name="T73" fmla="*/ 1 h 1047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3402"/>
                    <a:gd name="T112" fmla="*/ 0 h 10476"/>
                    <a:gd name="T113" fmla="*/ 13402 w 13402"/>
                    <a:gd name="T114" fmla="*/ 10476 h 1047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3402" h="10476">
                      <a:moveTo>
                        <a:pt x="0" y="10476"/>
                      </a:moveTo>
                      <a:lnTo>
                        <a:pt x="0" y="4095"/>
                      </a:lnTo>
                      <a:lnTo>
                        <a:pt x="924" y="4095"/>
                      </a:lnTo>
                      <a:lnTo>
                        <a:pt x="924" y="0"/>
                      </a:lnTo>
                      <a:lnTo>
                        <a:pt x="1661" y="0"/>
                      </a:lnTo>
                      <a:lnTo>
                        <a:pt x="1661" y="4095"/>
                      </a:lnTo>
                      <a:lnTo>
                        <a:pt x="2301" y="4095"/>
                      </a:lnTo>
                      <a:lnTo>
                        <a:pt x="2301" y="0"/>
                      </a:lnTo>
                      <a:lnTo>
                        <a:pt x="3039" y="0"/>
                      </a:lnTo>
                      <a:lnTo>
                        <a:pt x="3039" y="4095"/>
                      </a:lnTo>
                      <a:lnTo>
                        <a:pt x="3958" y="4095"/>
                      </a:lnTo>
                      <a:lnTo>
                        <a:pt x="3958" y="5932"/>
                      </a:lnTo>
                      <a:lnTo>
                        <a:pt x="4598" y="5932"/>
                      </a:lnTo>
                      <a:lnTo>
                        <a:pt x="4598" y="5129"/>
                      </a:lnTo>
                      <a:lnTo>
                        <a:pt x="5762" y="5129"/>
                      </a:lnTo>
                      <a:lnTo>
                        <a:pt x="5762" y="3773"/>
                      </a:lnTo>
                      <a:lnTo>
                        <a:pt x="8512" y="3773"/>
                      </a:lnTo>
                      <a:lnTo>
                        <a:pt x="8512" y="2657"/>
                      </a:lnTo>
                      <a:lnTo>
                        <a:pt x="9087" y="2657"/>
                      </a:lnTo>
                      <a:lnTo>
                        <a:pt x="9087" y="1573"/>
                      </a:lnTo>
                      <a:lnTo>
                        <a:pt x="10814" y="1573"/>
                      </a:lnTo>
                      <a:lnTo>
                        <a:pt x="10814" y="2202"/>
                      </a:lnTo>
                      <a:lnTo>
                        <a:pt x="11562" y="2202"/>
                      </a:lnTo>
                      <a:lnTo>
                        <a:pt x="11562" y="4679"/>
                      </a:lnTo>
                      <a:lnTo>
                        <a:pt x="13402" y="4679"/>
                      </a:lnTo>
                      <a:lnTo>
                        <a:pt x="13402" y="10476"/>
                      </a:lnTo>
                      <a:lnTo>
                        <a:pt x="10600" y="10476"/>
                      </a:lnTo>
                      <a:lnTo>
                        <a:pt x="10600" y="7286"/>
                      </a:lnTo>
                      <a:lnTo>
                        <a:pt x="9195" y="6382"/>
                      </a:lnTo>
                      <a:lnTo>
                        <a:pt x="7809" y="7286"/>
                      </a:lnTo>
                      <a:lnTo>
                        <a:pt x="7809" y="10476"/>
                      </a:lnTo>
                      <a:lnTo>
                        <a:pt x="6892" y="10476"/>
                      </a:lnTo>
                      <a:lnTo>
                        <a:pt x="6892" y="7286"/>
                      </a:lnTo>
                      <a:lnTo>
                        <a:pt x="5512" y="6382"/>
                      </a:lnTo>
                      <a:lnTo>
                        <a:pt x="4134" y="7286"/>
                      </a:lnTo>
                      <a:lnTo>
                        <a:pt x="4134" y="10476"/>
                      </a:lnTo>
                      <a:lnTo>
                        <a:pt x="0" y="104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71707" name="Picture 497" descr="japan">
                <a:extLst>
                  <a:ext uri="{FF2B5EF4-FFF2-40B4-BE49-F238E27FC236}">
                    <a16:creationId xmlns:a16="http://schemas.microsoft.com/office/drawing/2014/main" id="{F25B1399-53A3-8E4C-8311-4C7B57D37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0" y="690"/>
                <a:ext cx="146" cy="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708" name="Group 498">
                <a:extLst>
                  <a:ext uri="{FF2B5EF4-FFF2-40B4-BE49-F238E27FC236}">
                    <a16:creationId xmlns:a16="http://schemas.microsoft.com/office/drawing/2014/main" id="{2592027C-6970-9340-BCAD-39421BD80A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6" y="1039"/>
                <a:ext cx="582" cy="341"/>
                <a:chOff x="144" y="2880"/>
                <a:chExt cx="864" cy="336"/>
              </a:xfrm>
            </p:grpSpPr>
            <p:sp>
              <p:nvSpPr>
                <p:cNvPr id="251379" name="Freeform 499">
                  <a:extLst>
                    <a:ext uri="{FF2B5EF4-FFF2-40B4-BE49-F238E27FC236}">
                      <a16:creationId xmlns:a16="http://schemas.microsoft.com/office/drawing/2014/main" id="{C3E9B5D6-E90D-CC44-A7CF-6F0F7DB10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7" y="2908"/>
                  <a:ext cx="251" cy="295"/>
                </a:xfrm>
                <a:custGeom>
                  <a:avLst/>
                  <a:gdLst/>
                  <a:ahLst/>
                  <a:cxnLst>
                    <a:cxn ang="0">
                      <a:pos x="4930" y="6602"/>
                    </a:cxn>
                    <a:cxn ang="0">
                      <a:pos x="4885" y="6493"/>
                    </a:cxn>
                    <a:cxn ang="0">
                      <a:pos x="4758" y="6156"/>
                    </a:cxn>
                    <a:cxn ang="0">
                      <a:pos x="4630" y="5819"/>
                    </a:cxn>
                    <a:cxn ang="0">
                      <a:pos x="4512" y="5473"/>
                    </a:cxn>
                    <a:cxn ang="0">
                      <a:pos x="4412" y="5118"/>
                    </a:cxn>
                    <a:cxn ang="0">
                      <a:pos x="4330" y="4755"/>
                    </a:cxn>
                    <a:cxn ang="0">
                      <a:pos x="4249" y="4399"/>
                    </a:cxn>
                    <a:cxn ang="0">
                      <a:pos x="4185" y="4025"/>
                    </a:cxn>
                    <a:cxn ang="0">
                      <a:pos x="4131" y="3653"/>
                    </a:cxn>
                    <a:cxn ang="0">
                      <a:pos x="4094" y="3279"/>
                    </a:cxn>
                    <a:cxn ang="0">
                      <a:pos x="4058" y="2897"/>
                    </a:cxn>
                    <a:cxn ang="0">
                      <a:pos x="4049" y="2523"/>
                    </a:cxn>
                    <a:cxn ang="0">
                      <a:pos x="4049" y="2268"/>
                    </a:cxn>
                    <a:cxn ang="0">
                      <a:pos x="4049" y="2084"/>
                    </a:cxn>
                    <a:cxn ang="0">
                      <a:pos x="4058" y="1786"/>
                    </a:cxn>
                    <a:cxn ang="0">
                      <a:pos x="4085" y="1476"/>
                    </a:cxn>
                    <a:cxn ang="0">
                      <a:pos x="4131" y="1175"/>
                    </a:cxn>
                    <a:cxn ang="0">
                      <a:pos x="4185" y="876"/>
                    </a:cxn>
                    <a:cxn ang="0">
                      <a:pos x="4249" y="573"/>
                    </a:cxn>
                    <a:cxn ang="0">
                      <a:pos x="4312" y="291"/>
                    </a:cxn>
                    <a:cxn ang="0">
                      <a:pos x="4403" y="0"/>
                    </a:cxn>
                    <a:cxn ang="0">
                      <a:pos x="529" y="0"/>
                    </a:cxn>
                    <a:cxn ang="0">
                      <a:pos x="610" y="291"/>
                    </a:cxn>
                    <a:cxn ang="0">
                      <a:pos x="691" y="573"/>
                    </a:cxn>
                    <a:cxn ang="0">
                      <a:pos x="756" y="876"/>
                    </a:cxn>
                    <a:cxn ang="0">
                      <a:pos x="801" y="1175"/>
                    </a:cxn>
                    <a:cxn ang="0">
                      <a:pos x="837" y="1476"/>
                    </a:cxn>
                    <a:cxn ang="0">
                      <a:pos x="865" y="1786"/>
                    </a:cxn>
                    <a:cxn ang="0">
                      <a:pos x="882" y="2084"/>
                    </a:cxn>
                    <a:cxn ang="0">
                      <a:pos x="882" y="2268"/>
                    </a:cxn>
                    <a:cxn ang="0">
                      <a:pos x="882" y="2523"/>
                    </a:cxn>
                    <a:cxn ang="0">
                      <a:pos x="865" y="2897"/>
                    </a:cxn>
                    <a:cxn ang="0">
                      <a:pos x="837" y="3279"/>
                    </a:cxn>
                    <a:cxn ang="0">
                      <a:pos x="801" y="3653"/>
                    </a:cxn>
                    <a:cxn ang="0">
                      <a:pos x="746" y="4025"/>
                    </a:cxn>
                    <a:cxn ang="0">
                      <a:pos x="683" y="4399"/>
                    </a:cxn>
                    <a:cxn ang="0">
                      <a:pos x="601" y="4755"/>
                    </a:cxn>
                    <a:cxn ang="0">
                      <a:pos x="510" y="5118"/>
                    </a:cxn>
                    <a:cxn ang="0">
                      <a:pos x="411" y="5473"/>
                    </a:cxn>
                    <a:cxn ang="0">
                      <a:pos x="302" y="5819"/>
                    </a:cxn>
                    <a:cxn ang="0">
                      <a:pos x="174" y="6156"/>
                    </a:cxn>
                    <a:cxn ang="0">
                      <a:pos x="36" y="6493"/>
                    </a:cxn>
                    <a:cxn ang="0">
                      <a:pos x="0" y="6602"/>
                    </a:cxn>
                    <a:cxn ang="0">
                      <a:pos x="4930" y="6602"/>
                    </a:cxn>
                  </a:cxnLst>
                  <a:rect l="0" t="0" r="r" b="b"/>
                  <a:pathLst>
                    <a:path w="4930" h="6602">
                      <a:moveTo>
                        <a:pt x="4930" y="6602"/>
                      </a:moveTo>
                      <a:lnTo>
                        <a:pt x="4885" y="6493"/>
                      </a:lnTo>
                      <a:lnTo>
                        <a:pt x="4758" y="6156"/>
                      </a:lnTo>
                      <a:lnTo>
                        <a:pt x="4630" y="5819"/>
                      </a:lnTo>
                      <a:lnTo>
                        <a:pt x="4512" y="5473"/>
                      </a:lnTo>
                      <a:lnTo>
                        <a:pt x="4412" y="5118"/>
                      </a:lnTo>
                      <a:lnTo>
                        <a:pt x="4330" y="4755"/>
                      </a:lnTo>
                      <a:lnTo>
                        <a:pt x="4249" y="4399"/>
                      </a:lnTo>
                      <a:lnTo>
                        <a:pt x="4185" y="4025"/>
                      </a:lnTo>
                      <a:lnTo>
                        <a:pt x="4131" y="3653"/>
                      </a:lnTo>
                      <a:lnTo>
                        <a:pt x="4094" y="3279"/>
                      </a:lnTo>
                      <a:lnTo>
                        <a:pt x="4058" y="2897"/>
                      </a:lnTo>
                      <a:lnTo>
                        <a:pt x="4049" y="2523"/>
                      </a:lnTo>
                      <a:lnTo>
                        <a:pt x="4049" y="2268"/>
                      </a:lnTo>
                      <a:lnTo>
                        <a:pt x="4049" y="2084"/>
                      </a:lnTo>
                      <a:lnTo>
                        <a:pt x="4058" y="1786"/>
                      </a:lnTo>
                      <a:lnTo>
                        <a:pt x="4085" y="1476"/>
                      </a:lnTo>
                      <a:lnTo>
                        <a:pt x="4131" y="1175"/>
                      </a:lnTo>
                      <a:lnTo>
                        <a:pt x="4185" y="876"/>
                      </a:lnTo>
                      <a:lnTo>
                        <a:pt x="4249" y="573"/>
                      </a:lnTo>
                      <a:lnTo>
                        <a:pt x="4312" y="291"/>
                      </a:lnTo>
                      <a:lnTo>
                        <a:pt x="4403" y="0"/>
                      </a:lnTo>
                      <a:lnTo>
                        <a:pt x="529" y="0"/>
                      </a:lnTo>
                      <a:lnTo>
                        <a:pt x="610" y="291"/>
                      </a:lnTo>
                      <a:lnTo>
                        <a:pt x="691" y="573"/>
                      </a:lnTo>
                      <a:lnTo>
                        <a:pt x="756" y="876"/>
                      </a:lnTo>
                      <a:lnTo>
                        <a:pt x="801" y="1175"/>
                      </a:lnTo>
                      <a:lnTo>
                        <a:pt x="837" y="1476"/>
                      </a:lnTo>
                      <a:lnTo>
                        <a:pt x="865" y="1786"/>
                      </a:lnTo>
                      <a:lnTo>
                        <a:pt x="882" y="2084"/>
                      </a:lnTo>
                      <a:lnTo>
                        <a:pt x="882" y="2268"/>
                      </a:lnTo>
                      <a:lnTo>
                        <a:pt x="882" y="2523"/>
                      </a:lnTo>
                      <a:lnTo>
                        <a:pt x="865" y="2897"/>
                      </a:lnTo>
                      <a:lnTo>
                        <a:pt x="837" y="3279"/>
                      </a:lnTo>
                      <a:lnTo>
                        <a:pt x="801" y="3653"/>
                      </a:lnTo>
                      <a:lnTo>
                        <a:pt x="746" y="4025"/>
                      </a:lnTo>
                      <a:lnTo>
                        <a:pt x="683" y="4399"/>
                      </a:lnTo>
                      <a:lnTo>
                        <a:pt x="601" y="4755"/>
                      </a:lnTo>
                      <a:lnTo>
                        <a:pt x="510" y="5118"/>
                      </a:lnTo>
                      <a:lnTo>
                        <a:pt x="411" y="5473"/>
                      </a:lnTo>
                      <a:lnTo>
                        <a:pt x="302" y="5819"/>
                      </a:lnTo>
                      <a:lnTo>
                        <a:pt x="174" y="6156"/>
                      </a:lnTo>
                      <a:lnTo>
                        <a:pt x="36" y="6493"/>
                      </a:lnTo>
                      <a:lnTo>
                        <a:pt x="0" y="6602"/>
                      </a:lnTo>
                      <a:lnTo>
                        <a:pt x="4930" y="660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tx1">
                        <a:gamma/>
                        <a:shade val="0"/>
                        <a:invGamma/>
                      </a:schemeClr>
                    </a:gs>
                    <a:gs pos="50000">
                      <a:schemeClr val="tx1"/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1" hangingPunct="1">
                    <a:spcBef>
                      <a:spcPct val="50000"/>
                    </a:spcBef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51380" name="Freeform 500">
                  <a:extLst>
                    <a:ext uri="{FF2B5EF4-FFF2-40B4-BE49-F238E27FC236}">
                      <a16:creationId xmlns:a16="http://schemas.microsoft.com/office/drawing/2014/main" id="{AABB5CE1-771C-3F46-9248-A288BFC53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0" y="2965"/>
                  <a:ext cx="202" cy="235"/>
                </a:xfrm>
                <a:custGeom>
                  <a:avLst/>
                  <a:gdLst/>
                  <a:ahLst/>
                  <a:cxnLst>
                    <a:cxn ang="0">
                      <a:pos x="3975" y="5318"/>
                    </a:cxn>
                    <a:cxn ang="0">
                      <a:pos x="3939" y="5228"/>
                    </a:cxn>
                    <a:cxn ang="0">
                      <a:pos x="3830" y="4962"/>
                    </a:cxn>
                    <a:cxn ang="0">
                      <a:pos x="3740" y="4680"/>
                    </a:cxn>
                    <a:cxn ang="0">
                      <a:pos x="3639" y="4408"/>
                    </a:cxn>
                    <a:cxn ang="0">
                      <a:pos x="3566" y="4125"/>
                    </a:cxn>
                    <a:cxn ang="0">
                      <a:pos x="3484" y="3826"/>
                    </a:cxn>
                    <a:cxn ang="0">
                      <a:pos x="3422" y="3540"/>
                    </a:cxn>
                    <a:cxn ang="0">
                      <a:pos x="3375" y="3242"/>
                    </a:cxn>
                    <a:cxn ang="0">
                      <a:pos x="3329" y="2941"/>
                    </a:cxn>
                    <a:cxn ang="0">
                      <a:pos x="3303" y="2641"/>
                    </a:cxn>
                    <a:cxn ang="0">
                      <a:pos x="3275" y="2332"/>
                    </a:cxn>
                    <a:cxn ang="0">
                      <a:pos x="3265" y="2022"/>
                    </a:cxn>
                    <a:cxn ang="0">
                      <a:pos x="3265" y="1821"/>
                    </a:cxn>
                    <a:cxn ang="0">
                      <a:pos x="3265" y="1676"/>
                    </a:cxn>
                    <a:cxn ang="0">
                      <a:pos x="3275" y="1430"/>
                    </a:cxn>
                    <a:cxn ang="0">
                      <a:pos x="3294" y="1184"/>
                    </a:cxn>
                    <a:cxn ang="0">
                      <a:pos x="3329" y="938"/>
                    </a:cxn>
                    <a:cxn ang="0">
                      <a:pos x="3375" y="691"/>
                    </a:cxn>
                    <a:cxn ang="0">
                      <a:pos x="3422" y="454"/>
                    </a:cxn>
                    <a:cxn ang="0">
                      <a:pos x="3475" y="228"/>
                    </a:cxn>
                    <a:cxn ang="0">
                      <a:pos x="3547" y="0"/>
                    </a:cxn>
                    <a:cxn ang="0">
                      <a:pos x="428" y="0"/>
                    </a:cxn>
                    <a:cxn ang="0">
                      <a:pos x="502" y="228"/>
                    </a:cxn>
                    <a:cxn ang="0">
                      <a:pos x="556" y="454"/>
                    </a:cxn>
                    <a:cxn ang="0">
                      <a:pos x="609" y="691"/>
                    </a:cxn>
                    <a:cxn ang="0">
                      <a:pos x="645" y="938"/>
                    </a:cxn>
                    <a:cxn ang="0">
                      <a:pos x="683" y="1184"/>
                    </a:cxn>
                    <a:cxn ang="0">
                      <a:pos x="709" y="1430"/>
                    </a:cxn>
                    <a:cxn ang="0">
                      <a:pos x="719" y="1676"/>
                    </a:cxn>
                    <a:cxn ang="0">
                      <a:pos x="719" y="1821"/>
                    </a:cxn>
                    <a:cxn ang="0">
                      <a:pos x="719" y="2022"/>
                    </a:cxn>
                    <a:cxn ang="0">
                      <a:pos x="709" y="2332"/>
                    </a:cxn>
                    <a:cxn ang="0">
                      <a:pos x="683" y="2641"/>
                    </a:cxn>
                    <a:cxn ang="0">
                      <a:pos x="645" y="2941"/>
                    </a:cxn>
                    <a:cxn ang="0">
                      <a:pos x="609" y="3242"/>
                    </a:cxn>
                    <a:cxn ang="0">
                      <a:pos x="556" y="3540"/>
                    </a:cxn>
                    <a:cxn ang="0">
                      <a:pos x="492" y="3826"/>
                    </a:cxn>
                    <a:cxn ang="0">
                      <a:pos x="418" y="4125"/>
                    </a:cxn>
                    <a:cxn ang="0">
                      <a:pos x="337" y="4408"/>
                    </a:cxn>
                    <a:cxn ang="0">
                      <a:pos x="246" y="4680"/>
                    </a:cxn>
                    <a:cxn ang="0">
                      <a:pos x="146" y="4962"/>
                    </a:cxn>
                    <a:cxn ang="0">
                      <a:pos x="47" y="5228"/>
                    </a:cxn>
                    <a:cxn ang="0">
                      <a:pos x="0" y="5318"/>
                    </a:cxn>
                    <a:cxn ang="0">
                      <a:pos x="3975" y="5318"/>
                    </a:cxn>
                  </a:cxnLst>
                  <a:rect l="0" t="0" r="r" b="b"/>
                  <a:pathLst>
                    <a:path w="3975" h="5318">
                      <a:moveTo>
                        <a:pt x="3975" y="5318"/>
                      </a:moveTo>
                      <a:lnTo>
                        <a:pt x="3939" y="5228"/>
                      </a:lnTo>
                      <a:lnTo>
                        <a:pt x="3830" y="4962"/>
                      </a:lnTo>
                      <a:lnTo>
                        <a:pt x="3740" y="4680"/>
                      </a:lnTo>
                      <a:lnTo>
                        <a:pt x="3639" y="4408"/>
                      </a:lnTo>
                      <a:lnTo>
                        <a:pt x="3566" y="4125"/>
                      </a:lnTo>
                      <a:lnTo>
                        <a:pt x="3484" y="3826"/>
                      </a:lnTo>
                      <a:lnTo>
                        <a:pt x="3422" y="3540"/>
                      </a:lnTo>
                      <a:lnTo>
                        <a:pt x="3375" y="3242"/>
                      </a:lnTo>
                      <a:lnTo>
                        <a:pt x="3329" y="2941"/>
                      </a:lnTo>
                      <a:lnTo>
                        <a:pt x="3303" y="2641"/>
                      </a:lnTo>
                      <a:lnTo>
                        <a:pt x="3275" y="2332"/>
                      </a:lnTo>
                      <a:lnTo>
                        <a:pt x="3265" y="2022"/>
                      </a:lnTo>
                      <a:lnTo>
                        <a:pt x="3265" y="1821"/>
                      </a:lnTo>
                      <a:lnTo>
                        <a:pt x="3265" y="1676"/>
                      </a:lnTo>
                      <a:lnTo>
                        <a:pt x="3275" y="1430"/>
                      </a:lnTo>
                      <a:lnTo>
                        <a:pt x="3294" y="1184"/>
                      </a:lnTo>
                      <a:lnTo>
                        <a:pt x="3329" y="938"/>
                      </a:lnTo>
                      <a:lnTo>
                        <a:pt x="3375" y="691"/>
                      </a:lnTo>
                      <a:lnTo>
                        <a:pt x="3422" y="454"/>
                      </a:lnTo>
                      <a:lnTo>
                        <a:pt x="3475" y="228"/>
                      </a:lnTo>
                      <a:lnTo>
                        <a:pt x="3547" y="0"/>
                      </a:lnTo>
                      <a:lnTo>
                        <a:pt x="428" y="0"/>
                      </a:lnTo>
                      <a:lnTo>
                        <a:pt x="502" y="228"/>
                      </a:lnTo>
                      <a:lnTo>
                        <a:pt x="556" y="454"/>
                      </a:lnTo>
                      <a:lnTo>
                        <a:pt x="609" y="691"/>
                      </a:lnTo>
                      <a:lnTo>
                        <a:pt x="645" y="938"/>
                      </a:lnTo>
                      <a:lnTo>
                        <a:pt x="683" y="1184"/>
                      </a:lnTo>
                      <a:lnTo>
                        <a:pt x="709" y="1430"/>
                      </a:lnTo>
                      <a:lnTo>
                        <a:pt x="719" y="1676"/>
                      </a:lnTo>
                      <a:lnTo>
                        <a:pt x="719" y="1821"/>
                      </a:lnTo>
                      <a:lnTo>
                        <a:pt x="719" y="2022"/>
                      </a:lnTo>
                      <a:lnTo>
                        <a:pt x="709" y="2332"/>
                      </a:lnTo>
                      <a:lnTo>
                        <a:pt x="683" y="2641"/>
                      </a:lnTo>
                      <a:lnTo>
                        <a:pt x="645" y="2941"/>
                      </a:lnTo>
                      <a:lnTo>
                        <a:pt x="609" y="3242"/>
                      </a:lnTo>
                      <a:lnTo>
                        <a:pt x="556" y="3540"/>
                      </a:lnTo>
                      <a:lnTo>
                        <a:pt x="492" y="3826"/>
                      </a:lnTo>
                      <a:lnTo>
                        <a:pt x="418" y="4125"/>
                      </a:lnTo>
                      <a:lnTo>
                        <a:pt x="337" y="4408"/>
                      </a:lnTo>
                      <a:lnTo>
                        <a:pt x="246" y="4680"/>
                      </a:lnTo>
                      <a:lnTo>
                        <a:pt x="146" y="4962"/>
                      </a:lnTo>
                      <a:lnTo>
                        <a:pt x="47" y="5228"/>
                      </a:lnTo>
                      <a:lnTo>
                        <a:pt x="0" y="5318"/>
                      </a:lnTo>
                      <a:lnTo>
                        <a:pt x="3975" y="531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tx1">
                        <a:gamma/>
                        <a:shade val="0"/>
                        <a:invGamma/>
                      </a:schemeClr>
                    </a:gs>
                    <a:gs pos="50000">
                      <a:schemeClr val="tx1"/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0" scaled="1"/>
                </a:gra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1" hangingPunct="1">
                    <a:spcBef>
                      <a:spcPct val="50000"/>
                    </a:spcBef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71717" name="Line 501">
                  <a:extLst>
                    <a:ext uri="{FF2B5EF4-FFF2-40B4-BE49-F238E27FC236}">
                      <a16:creationId xmlns:a16="http://schemas.microsoft.com/office/drawing/2014/main" id="{13641EB6-0267-C94E-B76F-37EEEC433B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14" y="2998"/>
                  <a:ext cx="137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18" name="Line 502">
                  <a:extLst>
                    <a:ext uri="{FF2B5EF4-FFF2-40B4-BE49-F238E27FC236}">
                      <a16:creationId xmlns:a16="http://schemas.microsoft.com/office/drawing/2014/main" id="{CF343801-4D57-BB49-B831-FDF1B5B433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" y="2948"/>
                  <a:ext cx="17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19" name="Rectangle 503">
                  <a:extLst>
                    <a:ext uri="{FF2B5EF4-FFF2-40B4-BE49-F238E27FC236}">
                      <a16:creationId xmlns:a16="http://schemas.microsoft.com/office/drawing/2014/main" id="{8CBAED23-A32D-AC4F-9CDF-4E58941B00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3009"/>
                  <a:ext cx="242" cy="207"/>
                </a:xfrm>
                <a:prstGeom prst="rect">
                  <a:avLst/>
                </a:prstGeom>
                <a:solidFill>
                  <a:srgbClr val="70230C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20" name="Rectangle 504">
                  <a:extLst>
                    <a:ext uri="{FF2B5EF4-FFF2-40B4-BE49-F238E27FC236}">
                      <a16:creationId xmlns:a16="http://schemas.microsoft.com/office/drawing/2014/main" id="{39BA0E82-A16B-A748-BE87-5A4B06CBF0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" y="3093"/>
                  <a:ext cx="158" cy="123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21" name="Rectangle 505">
                  <a:extLst>
                    <a:ext uri="{FF2B5EF4-FFF2-40B4-BE49-F238E27FC236}">
                      <a16:creationId xmlns:a16="http://schemas.microsoft.com/office/drawing/2014/main" id="{BF1D9BED-1FBE-D648-9B78-09BC46D0B2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3041"/>
                  <a:ext cx="130" cy="24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22" name="Line 506">
                  <a:extLst>
                    <a:ext uri="{FF2B5EF4-FFF2-40B4-BE49-F238E27FC236}">
                      <a16:creationId xmlns:a16="http://schemas.microsoft.com/office/drawing/2014/main" id="{9E625CA9-5C0C-9E49-BE4C-ED31B1E07E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5" y="3041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23" name="Line 507">
                  <a:extLst>
                    <a:ext uri="{FF2B5EF4-FFF2-40B4-BE49-F238E27FC236}">
                      <a16:creationId xmlns:a16="http://schemas.microsoft.com/office/drawing/2014/main" id="{92A34C7C-B75A-C14C-8ADF-3780647D88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7" y="3041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24" name="Rectangle 508">
                  <a:extLst>
                    <a:ext uri="{FF2B5EF4-FFF2-40B4-BE49-F238E27FC236}">
                      <a16:creationId xmlns:a16="http://schemas.microsoft.com/office/drawing/2014/main" id="{46AC9E66-ACFA-7C4E-95BA-FC12DE102A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4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25" name="Rectangle 509">
                  <a:extLst>
                    <a:ext uri="{FF2B5EF4-FFF2-40B4-BE49-F238E27FC236}">
                      <a16:creationId xmlns:a16="http://schemas.microsoft.com/office/drawing/2014/main" id="{F537A61E-F020-A746-9928-826276F40C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2882"/>
                  <a:ext cx="6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26" name="Line 510">
                  <a:extLst>
                    <a:ext uri="{FF2B5EF4-FFF2-40B4-BE49-F238E27FC236}">
                      <a16:creationId xmlns:a16="http://schemas.microsoft.com/office/drawing/2014/main" id="{4972EF6B-592D-8B4A-B259-FB27E23069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93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27" name="Line 511">
                  <a:extLst>
                    <a:ext uri="{FF2B5EF4-FFF2-40B4-BE49-F238E27FC236}">
                      <a16:creationId xmlns:a16="http://schemas.microsoft.com/office/drawing/2014/main" id="{C1F92620-3AA5-2340-9FDC-5801733E44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76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28" name="Line 512">
                  <a:extLst>
                    <a:ext uri="{FF2B5EF4-FFF2-40B4-BE49-F238E27FC236}">
                      <a16:creationId xmlns:a16="http://schemas.microsoft.com/office/drawing/2014/main" id="{EBE451DC-307A-004F-AD53-AC3F2FEDF6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61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29" name="Line 513">
                  <a:extLst>
                    <a:ext uri="{FF2B5EF4-FFF2-40B4-BE49-F238E27FC236}">
                      <a16:creationId xmlns:a16="http://schemas.microsoft.com/office/drawing/2014/main" id="{83AD8783-D1AB-5342-8DB8-A54B0CB7A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44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0" name="Line 514">
                  <a:extLst>
                    <a:ext uri="{FF2B5EF4-FFF2-40B4-BE49-F238E27FC236}">
                      <a16:creationId xmlns:a16="http://schemas.microsoft.com/office/drawing/2014/main" id="{7CF354E5-44BD-6440-89D9-C1E4634066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28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1" name="Line 515">
                  <a:extLst>
                    <a:ext uri="{FF2B5EF4-FFF2-40B4-BE49-F238E27FC236}">
                      <a16:creationId xmlns:a16="http://schemas.microsoft.com/office/drawing/2014/main" id="{449C08EC-5576-CB41-96FA-5FDD941745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912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2" name="Line 516">
                  <a:extLst>
                    <a:ext uri="{FF2B5EF4-FFF2-40B4-BE49-F238E27FC236}">
                      <a16:creationId xmlns:a16="http://schemas.microsoft.com/office/drawing/2014/main" id="{989FC112-30AA-6147-9720-383BEE172D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4" y="2896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3" name="Rectangle 517">
                  <a:extLst>
                    <a:ext uri="{FF2B5EF4-FFF2-40B4-BE49-F238E27FC236}">
                      <a16:creationId xmlns:a16="http://schemas.microsoft.com/office/drawing/2014/main" id="{C6A6082B-869A-BD4D-8A78-88A28EFCDF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34" name="Rectangle 518">
                  <a:extLst>
                    <a:ext uri="{FF2B5EF4-FFF2-40B4-BE49-F238E27FC236}">
                      <a16:creationId xmlns:a16="http://schemas.microsoft.com/office/drawing/2014/main" id="{74F95FE0-916F-334E-8A9D-54DC204C41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5" y="2882"/>
                  <a:ext cx="6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35" name="Line 519">
                  <a:extLst>
                    <a:ext uri="{FF2B5EF4-FFF2-40B4-BE49-F238E27FC236}">
                      <a16:creationId xmlns:a16="http://schemas.microsoft.com/office/drawing/2014/main" id="{8C27F18A-CA56-8D47-B253-3AB24E88A1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92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6" name="Line 520">
                  <a:extLst>
                    <a:ext uri="{FF2B5EF4-FFF2-40B4-BE49-F238E27FC236}">
                      <a16:creationId xmlns:a16="http://schemas.microsoft.com/office/drawing/2014/main" id="{1426FA3F-D65D-DD49-9F05-6578A388E8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76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7" name="Line 521">
                  <a:extLst>
                    <a:ext uri="{FF2B5EF4-FFF2-40B4-BE49-F238E27FC236}">
                      <a16:creationId xmlns:a16="http://schemas.microsoft.com/office/drawing/2014/main" id="{09DD13BB-E832-D348-9823-AC4D57CFC6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60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8" name="Line 522">
                  <a:extLst>
                    <a:ext uri="{FF2B5EF4-FFF2-40B4-BE49-F238E27FC236}">
                      <a16:creationId xmlns:a16="http://schemas.microsoft.com/office/drawing/2014/main" id="{F83F983F-6026-4D4A-BA8D-DB9E33C78D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43"/>
                  <a:ext cx="33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39" name="Line 523">
                  <a:extLst>
                    <a:ext uri="{FF2B5EF4-FFF2-40B4-BE49-F238E27FC236}">
                      <a16:creationId xmlns:a16="http://schemas.microsoft.com/office/drawing/2014/main" id="{E315C50E-2BA6-BD4D-98DC-E12B13889F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28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0" name="Line 524">
                  <a:extLst>
                    <a:ext uri="{FF2B5EF4-FFF2-40B4-BE49-F238E27FC236}">
                      <a16:creationId xmlns:a16="http://schemas.microsoft.com/office/drawing/2014/main" id="{4BD65FC8-CB06-994D-A4AD-8F48111A38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912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1" name="Line 525">
                  <a:extLst>
                    <a:ext uri="{FF2B5EF4-FFF2-40B4-BE49-F238E27FC236}">
                      <a16:creationId xmlns:a16="http://schemas.microsoft.com/office/drawing/2014/main" id="{B2C8D98E-DD93-D540-BCE6-51B42DF6E3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8" y="2896"/>
                  <a:ext cx="33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2" name="Rectangle 526">
                  <a:extLst>
                    <a:ext uri="{FF2B5EF4-FFF2-40B4-BE49-F238E27FC236}">
                      <a16:creationId xmlns:a16="http://schemas.microsoft.com/office/drawing/2014/main" id="{367F5B51-FEE2-444A-B46D-FC197D08D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2" y="2880"/>
                  <a:ext cx="34" cy="12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43" name="Rectangle 527">
                  <a:extLst>
                    <a:ext uri="{FF2B5EF4-FFF2-40B4-BE49-F238E27FC236}">
                      <a16:creationId xmlns:a16="http://schemas.microsoft.com/office/drawing/2014/main" id="{6D6C05DF-65AC-B446-8AEB-D67FF99474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9" y="2882"/>
                  <a:ext cx="5" cy="124"/>
                </a:xfrm>
                <a:prstGeom prst="rect">
                  <a:avLst/>
                </a:pr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44" name="Line 528">
                  <a:extLst>
                    <a:ext uri="{FF2B5EF4-FFF2-40B4-BE49-F238E27FC236}">
                      <a16:creationId xmlns:a16="http://schemas.microsoft.com/office/drawing/2014/main" id="{7266C9E7-6961-4B4A-879D-30F68E2402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93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5" name="Line 529">
                  <a:extLst>
                    <a:ext uri="{FF2B5EF4-FFF2-40B4-BE49-F238E27FC236}">
                      <a16:creationId xmlns:a16="http://schemas.microsoft.com/office/drawing/2014/main" id="{9CDD3BFE-8862-234A-8031-7360B5AC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76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6" name="Line 530">
                  <a:extLst>
                    <a:ext uri="{FF2B5EF4-FFF2-40B4-BE49-F238E27FC236}">
                      <a16:creationId xmlns:a16="http://schemas.microsoft.com/office/drawing/2014/main" id="{5519FB2A-E479-3443-8FBE-0FE42EC345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60"/>
                  <a:ext cx="34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7" name="Line 531">
                  <a:extLst>
                    <a:ext uri="{FF2B5EF4-FFF2-40B4-BE49-F238E27FC236}">
                      <a16:creationId xmlns:a16="http://schemas.microsoft.com/office/drawing/2014/main" id="{BB8D9D5F-92E2-F548-A4D5-E58A822A15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44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8" name="Line 532">
                  <a:extLst>
                    <a:ext uri="{FF2B5EF4-FFF2-40B4-BE49-F238E27FC236}">
                      <a16:creationId xmlns:a16="http://schemas.microsoft.com/office/drawing/2014/main" id="{96A1E313-1FFE-3F4D-A8B6-1E8B91D06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28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49" name="Line 533">
                  <a:extLst>
                    <a:ext uri="{FF2B5EF4-FFF2-40B4-BE49-F238E27FC236}">
                      <a16:creationId xmlns:a16="http://schemas.microsoft.com/office/drawing/2014/main" id="{0ED39E0B-E3D2-F54F-838F-D05BCC4F46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912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0" name="Line 534">
                  <a:extLst>
                    <a:ext uri="{FF2B5EF4-FFF2-40B4-BE49-F238E27FC236}">
                      <a16:creationId xmlns:a16="http://schemas.microsoft.com/office/drawing/2014/main" id="{1B10F7EA-6C5D-4940-A8FD-5B49525FD0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2" y="2896"/>
                  <a:ext cx="34" cy="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1" name="Freeform 535">
                  <a:extLst>
                    <a:ext uri="{FF2B5EF4-FFF2-40B4-BE49-F238E27FC236}">
                      <a16:creationId xmlns:a16="http://schemas.microsoft.com/office/drawing/2014/main" id="{174CD134-F850-8C4C-9BC9-90F5E49DD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6" y="3071"/>
                  <a:ext cx="469" cy="129"/>
                </a:xfrm>
                <a:custGeom>
                  <a:avLst/>
                  <a:gdLst>
                    <a:gd name="T0" fmla="*/ 1 w 9207"/>
                    <a:gd name="T1" fmla="*/ 0 h 2931"/>
                    <a:gd name="T2" fmla="*/ 0 w 9207"/>
                    <a:gd name="T3" fmla="*/ 0 h 2931"/>
                    <a:gd name="T4" fmla="*/ 0 w 9207"/>
                    <a:gd name="T5" fmla="*/ 0 h 2931"/>
                    <a:gd name="T6" fmla="*/ 0 w 9207"/>
                    <a:gd name="T7" fmla="*/ 0 h 2931"/>
                    <a:gd name="T8" fmla="*/ 0 w 9207"/>
                    <a:gd name="T9" fmla="*/ 0 h 2931"/>
                    <a:gd name="T10" fmla="*/ 0 w 9207"/>
                    <a:gd name="T11" fmla="*/ 0 h 2931"/>
                    <a:gd name="T12" fmla="*/ 0 w 9207"/>
                    <a:gd name="T13" fmla="*/ 0 h 2931"/>
                    <a:gd name="T14" fmla="*/ 1 w 9207"/>
                    <a:gd name="T15" fmla="*/ 0 h 2931"/>
                    <a:gd name="T16" fmla="*/ 1 w 9207"/>
                    <a:gd name="T17" fmla="*/ 0 h 2931"/>
                    <a:gd name="T18" fmla="*/ 1 w 9207"/>
                    <a:gd name="T19" fmla="*/ 0 h 2931"/>
                    <a:gd name="T20" fmla="*/ 1 w 9207"/>
                    <a:gd name="T21" fmla="*/ 0 h 2931"/>
                    <a:gd name="T22" fmla="*/ 1 w 9207"/>
                    <a:gd name="T23" fmla="*/ 0 h 2931"/>
                    <a:gd name="T24" fmla="*/ 1 w 9207"/>
                    <a:gd name="T25" fmla="*/ 0 h 2931"/>
                    <a:gd name="T26" fmla="*/ 1 w 9207"/>
                    <a:gd name="T27" fmla="*/ 0 h 2931"/>
                    <a:gd name="T28" fmla="*/ 1 w 9207"/>
                    <a:gd name="T29" fmla="*/ 0 h 2931"/>
                    <a:gd name="T30" fmla="*/ 1 w 9207"/>
                    <a:gd name="T31" fmla="*/ 0 h 2931"/>
                    <a:gd name="T32" fmla="*/ 1 w 9207"/>
                    <a:gd name="T33" fmla="*/ 0 h 293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9207"/>
                    <a:gd name="T52" fmla="*/ 0 h 2931"/>
                    <a:gd name="T53" fmla="*/ 9207 w 9207"/>
                    <a:gd name="T54" fmla="*/ 2931 h 293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9207" h="2931">
                      <a:moveTo>
                        <a:pt x="9207" y="2931"/>
                      </a:moveTo>
                      <a:lnTo>
                        <a:pt x="0" y="2931"/>
                      </a:lnTo>
                      <a:lnTo>
                        <a:pt x="0" y="0"/>
                      </a:lnTo>
                      <a:lnTo>
                        <a:pt x="2010" y="0"/>
                      </a:lnTo>
                      <a:lnTo>
                        <a:pt x="2010" y="909"/>
                      </a:lnTo>
                      <a:lnTo>
                        <a:pt x="3210" y="0"/>
                      </a:lnTo>
                      <a:lnTo>
                        <a:pt x="3210" y="909"/>
                      </a:lnTo>
                      <a:lnTo>
                        <a:pt x="4411" y="0"/>
                      </a:lnTo>
                      <a:lnTo>
                        <a:pt x="4411" y="909"/>
                      </a:lnTo>
                      <a:lnTo>
                        <a:pt x="5612" y="0"/>
                      </a:lnTo>
                      <a:lnTo>
                        <a:pt x="5603" y="909"/>
                      </a:lnTo>
                      <a:lnTo>
                        <a:pt x="6803" y="0"/>
                      </a:lnTo>
                      <a:lnTo>
                        <a:pt x="6803" y="909"/>
                      </a:lnTo>
                      <a:lnTo>
                        <a:pt x="8004" y="0"/>
                      </a:lnTo>
                      <a:lnTo>
                        <a:pt x="8004" y="909"/>
                      </a:lnTo>
                      <a:lnTo>
                        <a:pt x="9207" y="0"/>
                      </a:lnTo>
                      <a:lnTo>
                        <a:pt x="9207" y="2931"/>
                      </a:lnTo>
                      <a:close/>
                    </a:path>
                  </a:pathLst>
                </a:custGeom>
                <a:solidFill>
                  <a:srgbClr val="70230C"/>
                </a:solidFill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2" name="Rectangle 536">
                  <a:extLst>
                    <a:ext uri="{FF2B5EF4-FFF2-40B4-BE49-F238E27FC236}">
                      <a16:creationId xmlns:a16="http://schemas.microsoft.com/office/drawing/2014/main" id="{B2BCE758-B822-7A4A-8506-2B0F6A5524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6" y="3134"/>
                  <a:ext cx="388" cy="24"/>
                </a:xfrm>
                <a:prstGeom prst="rect">
                  <a:avLst/>
                </a:prstGeom>
                <a:solidFill>
                  <a:srgbClr val="FFEA0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53" name="Line 537">
                  <a:extLst>
                    <a:ext uri="{FF2B5EF4-FFF2-40B4-BE49-F238E27FC236}">
                      <a16:creationId xmlns:a16="http://schemas.microsoft.com/office/drawing/2014/main" id="{84E89EE6-D649-3C45-A728-7898586A34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9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4" name="Line 538">
                  <a:extLst>
                    <a:ext uri="{FF2B5EF4-FFF2-40B4-BE49-F238E27FC236}">
                      <a16:creationId xmlns:a16="http://schemas.microsoft.com/office/drawing/2014/main" id="{84EC4A3A-4447-0445-BE68-323372367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12" y="3134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5" name="Line 539">
                  <a:extLst>
                    <a:ext uri="{FF2B5EF4-FFF2-40B4-BE49-F238E27FC236}">
                      <a16:creationId xmlns:a16="http://schemas.microsoft.com/office/drawing/2014/main" id="{44330846-2F3C-8F4D-8853-C804F45549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55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6" name="Line 540">
                  <a:extLst>
                    <a:ext uri="{FF2B5EF4-FFF2-40B4-BE49-F238E27FC236}">
                      <a16:creationId xmlns:a16="http://schemas.microsoft.com/office/drawing/2014/main" id="{564D9B9A-1314-5044-84C2-73445BC09A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98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7" name="Line 541">
                  <a:extLst>
                    <a:ext uri="{FF2B5EF4-FFF2-40B4-BE49-F238E27FC236}">
                      <a16:creationId xmlns:a16="http://schemas.microsoft.com/office/drawing/2014/main" id="{BFBC59A3-DC74-5A4A-B8C8-6154E889D2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8" name="Line 542">
                  <a:extLst>
                    <a:ext uri="{FF2B5EF4-FFF2-40B4-BE49-F238E27FC236}">
                      <a16:creationId xmlns:a16="http://schemas.microsoft.com/office/drawing/2014/main" id="{BCE76B16-7696-FB41-B5BF-A588F993AB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84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59" name="Line 543">
                  <a:extLst>
                    <a:ext uri="{FF2B5EF4-FFF2-40B4-BE49-F238E27FC236}">
                      <a16:creationId xmlns:a16="http://schemas.microsoft.com/office/drawing/2014/main" id="{49499101-59DD-B547-9E4D-1FECEADBFA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27" y="3134"/>
                  <a:ext cx="1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60" name="Line 544">
                  <a:extLst>
                    <a:ext uri="{FF2B5EF4-FFF2-40B4-BE49-F238E27FC236}">
                      <a16:creationId xmlns:a16="http://schemas.microsoft.com/office/drawing/2014/main" id="{C6340ED9-3215-674B-8D5B-F79652B5C3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1" y="3134"/>
                  <a:ext cx="0" cy="2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71709" name="Group 545">
                <a:extLst>
                  <a:ext uri="{FF2B5EF4-FFF2-40B4-BE49-F238E27FC236}">
                    <a16:creationId xmlns:a16="http://schemas.microsoft.com/office/drawing/2014/main" id="{BC72AD96-70B8-BB44-96B5-0047BAB2B6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3" y="703"/>
                <a:ext cx="340" cy="292"/>
                <a:chOff x="4704" y="1440"/>
                <a:chExt cx="720" cy="456"/>
              </a:xfrm>
            </p:grpSpPr>
            <p:sp>
              <p:nvSpPr>
                <p:cNvPr id="71712" name="Rectangle 546">
                  <a:extLst>
                    <a:ext uri="{FF2B5EF4-FFF2-40B4-BE49-F238E27FC236}">
                      <a16:creationId xmlns:a16="http://schemas.microsoft.com/office/drawing/2014/main" id="{39841BC0-0222-614B-A37B-8A42C6CA3B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53" y="1716"/>
                  <a:ext cx="651" cy="111"/>
                </a:xfrm>
                <a:prstGeom prst="rect">
                  <a:avLst/>
                </a:prstGeom>
                <a:solidFill>
                  <a:srgbClr val="FFE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71713" name="Freeform 547">
                  <a:extLst>
                    <a:ext uri="{FF2B5EF4-FFF2-40B4-BE49-F238E27FC236}">
                      <a16:creationId xmlns:a16="http://schemas.microsoft.com/office/drawing/2014/main" id="{5440D765-527E-C44D-84B6-98955353D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4" y="1725"/>
                  <a:ext cx="720" cy="171"/>
                </a:xfrm>
                <a:custGeom>
                  <a:avLst/>
                  <a:gdLst>
                    <a:gd name="T0" fmla="*/ 2 w 12355"/>
                    <a:gd name="T1" fmla="*/ 1 h 1867"/>
                    <a:gd name="T2" fmla="*/ 2 w 12355"/>
                    <a:gd name="T3" fmla="*/ 0 h 1867"/>
                    <a:gd name="T4" fmla="*/ 2 w 12355"/>
                    <a:gd name="T5" fmla="*/ 0 h 1867"/>
                    <a:gd name="T6" fmla="*/ 2 w 12355"/>
                    <a:gd name="T7" fmla="*/ 1 h 1867"/>
                    <a:gd name="T8" fmla="*/ 2 w 12355"/>
                    <a:gd name="T9" fmla="*/ 1 h 1867"/>
                    <a:gd name="T10" fmla="*/ 2 w 12355"/>
                    <a:gd name="T11" fmla="*/ 0 h 1867"/>
                    <a:gd name="T12" fmla="*/ 2 w 12355"/>
                    <a:gd name="T13" fmla="*/ 0 h 1867"/>
                    <a:gd name="T14" fmla="*/ 2 w 12355"/>
                    <a:gd name="T15" fmla="*/ 1 h 1867"/>
                    <a:gd name="T16" fmla="*/ 1 w 12355"/>
                    <a:gd name="T17" fmla="*/ 1 h 1867"/>
                    <a:gd name="T18" fmla="*/ 1 w 12355"/>
                    <a:gd name="T19" fmla="*/ 0 h 1867"/>
                    <a:gd name="T20" fmla="*/ 1 w 12355"/>
                    <a:gd name="T21" fmla="*/ 0 h 1867"/>
                    <a:gd name="T22" fmla="*/ 1 w 12355"/>
                    <a:gd name="T23" fmla="*/ 1 h 1867"/>
                    <a:gd name="T24" fmla="*/ 0 w 12355"/>
                    <a:gd name="T25" fmla="*/ 1 h 1867"/>
                    <a:gd name="T26" fmla="*/ 0 w 12355"/>
                    <a:gd name="T27" fmla="*/ 0 h 1867"/>
                    <a:gd name="T28" fmla="*/ 0 w 12355"/>
                    <a:gd name="T29" fmla="*/ 0 h 1867"/>
                    <a:gd name="T30" fmla="*/ 0 w 12355"/>
                    <a:gd name="T31" fmla="*/ 1 h 1867"/>
                    <a:gd name="T32" fmla="*/ 2 w 12355"/>
                    <a:gd name="T33" fmla="*/ 1 h 186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2355"/>
                    <a:gd name="T52" fmla="*/ 0 h 1867"/>
                    <a:gd name="T53" fmla="*/ 12355 w 12355"/>
                    <a:gd name="T54" fmla="*/ 1867 h 186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2355" h="1867">
                      <a:moveTo>
                        <a:pt x="12355" y="1867"/>
                      </a:moveTo>
                      <a:lnTo>
                        <a:pt x="12349" y="0"/>
                      </a:lnTo>
                      <a:lnTo>
                        <a:pt x="11718" y="0"/>
                      </a:lnTo>
                      <a:lnTo>
                        <a:pt x="11718" y="749"/>
                      </a:lnTo>
                      <a:lnTo>
                        <a:pt x="8800" y="749"/>
                      </a:lnTo>
                      <a:lnTo>
                        <a:pt x="8800" y="0"/>
                      </a:lnTo>
                      <a:lnTo>
                        <a:pt x="8168" y="0"/>
                      </a:lnTo>
                      <a:lnTo>
                        <a:pt x="8168" y="749"/>
                      </a:lnTo>
                      <a:lnTo>
                        <a:pt x="4935" y="749"/>
                      </a:lnTo>
                      <a:lnTo>
                        <a:pt x="4935" y="0"/>
                      </a:lnTo>
                      <a:lnTo>
                        <a:pt x="4305" y="0"/>
                      </a:lnTo>
                      <a:lnTo>
                        <a:pt x="4305" y="749"/>
                      </a:lnTo>
                      <a:lnTo>
                        <a:pt x="1070" y="749"/>
                      </a:lnTo>
                      <a:lnTo>
                        <a:pt x="1070" y="0"/>
                      </a:lnTo>
                      <a:lnTo>
                        <a:pt x="0" y="0"/>
                      </a:lnTo>
                      <a:lnTo>
                        <a:pt x="0" y="1867"/>
                      </a:lnTo>
                      <a:lnTo>
                        <a:pt x="12355" y="18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1714" name="Freeform 548">
                  <a:extLst>
                    <a:ext uri="{FF2B5EF4-FFF2-40B4-BE49-F238E27FC236}">
                      <a16:creationId xmlns:a16="http://schemas.microsoft.com/office/drawing/2014/main" id="{9783D4CB-8A8A-4B43-BCE4-D27DF9393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4" y="1440"/>
                  <a:ext cx="720" cy="292"/>
                </a:xfrm>
                <a:custGeom>
                  <a:avLst/>
                  <a:gdLst>
                    <a:gd name="T0" fmla="*/ 2 w 12355"/>
                    <a:gd name="T1" fmla="*/ 2 h 3186"/>
                    <a:gd name="T2" fmla="*/ 2 w 12355"/>
                    <a:gd name="T3" fmla="*/ 2 h 3186"/>
                    <a:gd name="T4" fmla="*/ 0 w 12355"/>
                    <a:gd name="T5" fmla="*/ 2 h 3186"/>
                    <a:gd name="T6" fmla="*/ 0 w 12355"/>
                    <a:gd name="T7" fmla="*/ 0 h 3186"/>
                    <a:gd name="T8" fmla="*/ 0 w 12355"/>
                    <a:gd name="T9" fmla="*/ 0 h 3186"/>
                    <a:gd name="T10" fmla="*/ 0 w 12355"/>
                    <a:gd name="T11" fmla="*/ 2 h 3186"/>
                    <a:gd name="T12" fmla="*/ 1 w 12355"/>
                    <a:gd name="T13" fmla="*/ 1 h 3186"/>
                    <a:gd name="T14" fmla="*/ 1 w 12355"/>
                    <a:gd name="T15" fmla="*/ 2 h 3186"/>
                    <a:gd name="T16" fmla="*/ 1 w 12355"/>
                    <a:gd name="T17" fmla="*/ 1 h 3186"/>
                    <a:gd name="T18" fmla="*/ 2 w 12355"/>
                    <a:gd name="T19" fmla="*/ 2 h 3186"/>
                    <a:gd name="T20" fmla="*/ 2 w 12355"/>
                    <a:gd name="T21" fmla="*/ 2 h 3186"/>
                    <a:gd name="T22" fmla="*/ 2 w 12355"/>
                    <a:gd name="T23" fmla="*/ 1 h 3186"/>
                    <a:gd name="T24" fmla="*/ 2 w 12355"/>
                    <a:gd name="T25" fmla="*/ 2 h 3186"/>
                    <a:gd name="T26" fmla="*/ 2 w 12355"/>
                    <a:gd name="T27" fmla="*/ 2 h 318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2355"/>
                    <a:gd name="T43" fmla="*/ 0 h 3186"/>
                    <a:gd name="T44" fmla="*/ 12355 w 12355"/>
                    <a:gd name="T45" fmla="*/ 3186 h 318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2355" h="3186">
                      <a:moveTo>
                        <a:pt x="12355" y="2830"/>
                      </a:moveTo>
                      <a:lnTo>
                        <a:pt x="12355" y="3186"/>
                      </a:lnTo>
                      <a:lnTo>
                        <a:pt x="0" y="3186"/>
                      </a:lnTo>
                      <a:lnTo>
                        <a:pt x="0" y="0"/>
                      </a:lnTo>
                      <a:lnTo>
                        <a:pt x="756" y="0"/>
                      </a:lnTo>
                      <a:lnTo>
                        <a:pt x="756" y="2672"/>
                      </a:lnTo>
                      <a:lnTo>
                        <a:pt x="2697" y="1441"/>
                      </a:lnTo>
                      <a:lnTo>
                        <a:pt x="4626" y="2672"/>
                      </a:lnTo>
                      <a:lnTo>
                        <a:pt x="6569" y="1441"/>
                      </a:lnTo>
                      <a:lnTo>
                        <a:pt x="8491" y="2672"/>
                      </a:lnTo>
                      <a:lnTo>
                        <a:pt x="8484" y="2672"/>
                      </a:lnTo>
                      <a:lnTo>
                        <a:pt x="10432" y="1441"/>
                      </a:lnTo>
                      <a:lnTo>
                        <a:pt x="12355" y="2672"/>
                      </a:lnTo>
                      <a:lnTo>
                        <a:pt x="12355" y="28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pic>
            <p:nvPicPr>
              <p:cNvPr id="71710" name="Picture 549" descr="brazil">
                <a:extLst>
                  <a:ext uri="{FF2B5EF4-FFF2-40B4-BE49-F238E27FC236}">
                    <a16:creationId xmlns:a16="http://schemas.microsoft.com/office/drawing/2014/main" id="{198AEF8A-294D-3044-93D2-875802F99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9" y="204"/>
                <a:ext cx="163" cy="1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711" name="Picture 550" descr="germany">
                <a:extLst>
                  <a:ext uri="{FF2B5EF4-FFF2-40B4-BE49-F238E27FC236}">
                    <a16:creationId xmlns:a16="http://schemas.microsoft.com/office/drawing/2014/main" id="{C820397E-7E3D-FC4C-9078-9F3B42D46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" y="1001"/>
                <a:ext cx="179" cy="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1682" name="Rectangle 551">
            <a:extLst>
              <a:ext uri="{FF2B5EF4-FFF2-40B4-BE49-F238E27FC236}">
                <a16:creationId xmlns:a16="http://schemas.microsoft.com/office/drawing/2014/main" id="{43C142E6-A18B-9D4E-9169-05249E1F13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Diferenciação entre preparação da produção e lançamento do produto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2">
            <a:extLst>
              <a:ext uri="{FF2B5EF4-FFF2-40B4-BE49-F238E27FC236}">
                <a16:creationId xmlns:a16="http://schemas.microsoft.com/office/drawing/2014/main" id="{84721855-1F2D-1349-93BD-2382EFA5F7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Informações principais e dependência entre as atividades da fase de Lançamento do Produto</a:t>
            </a:r>
          </a:p>
        </p:txBody>
      </p:sp>
      <p:sp>
        <p:nvSpPr>
          <p:cNvPr id="73730" name="Freeform 3">
            <a:extLst>
              <a:ext uri="{FF2B5EF4-FFF2-40B4-BE49-F238E27FC236}">
                <a16:creationId xmlns:a16="http://schemas.microsoft.com/office/drawing/2014/main" id="{BAB556C0-3235-CA4A-AE01-5FF7626B212D}"/>
              </a:ext>
            </a:extLst>
          </p:cNvPr>
          <p:cNvSpPr>
            <a:spLocks/>
          </p:cNvSpPr>
          <p:nvPr/>
        </p:nvSpPr>
        <p:spPr bwMode="auto">
          <a:xfrm>
            <a:off x="2136775" y="611188"/>
            <a:ext cx="6945313" cy="6167437"/>
          </a:xfrm>
          <a:custGeom>
            <a:avLst/>
            <a:gdLst>
              <a:gd name="T0" fmla="*/ 0 w 4375"/>
              <a:gd name="T1" fmla="*/ 2147483646 h 3885"/>
              <a:gd name="T2" fmla="*/ 2147483646 w 4375"/>
              <a:gd name="T3" fmla="*/ 0 h 3885"/>
              <a:gd name="T4" fmla="*/ 2147483646 w 4375"/>
              <a:gd name="T5" fmla="*/ 0 h 3885"/>
              <a:gd name="T6" fmla="*/ 2147483646 w 4375"/>
              <a:gd name="T7" fmla="*/ 2147483646 h 3885"/>
              <a:gd name="T8" fmla="*/ 2147483646 w 4375"/>
              <a:gd name="T9" fmla="*/ 2147483646 h 3885"/>
              <a:gd name="T10" fmla="*/ 2147483646 w 4375"/>
              <a:gd name="T11" fmla="*/ 2147483646 h 388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375"/>
              <a:gd name="T19" fmla="*/ 0 h 3885"/>
              <a:gd name="T20" fmla="*/ 4375 w 4375"/>
              <a:gd name="T21" fmla="*/ 3885 h 388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375" h="3885">
                <a:moveTo>
                  <a:pt x="0" y="1478"/>
                </a:moveTo>
                <a:lnTo>
                  <a:pt x="863" y="0"/>
                </a:lnTo>
                <a:lnTo>
                  <a:pt x="4375" y="0"/>
                </a:lnTo>
                <a:lnTo>
                  <a:pt x="4369" y="3885"/>
                </a:lnTo>
                <a:lnTo>
                  <a:pt x="906" y="3885"/>
                </a:lnTo>
                <a:lnTo>
                  <a:pt x="8" y="1792"/>
                </a:lnTo>
              </a:path>
            </a:pathLst>
          </a:cu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73731" name="Rectangle 4">
            <a:extLst>
              <a:ext uri="{FF2B5EF4-FFF2-40B4-BE49-F238E27FC236}">
                <a16:creationId xmlns:a16="http://schemas.microsoft.com/office/drawing/2014/main" id="{91E72162-306D-0949-8EBB-D0655D3AF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113" y="1233488"/>
            <a:ext cx="1627187" cy="387191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73732" name="Text Box 5">
            <a:extLst>
              <a:ext uri="{FF2B5EF4-FFF2-40B4-BE49-F238E27FC236}">
                <a16:creationId xmlns:a16="http://schemas.microsoft.com/office/drawing/2014/main" id="{93C71478-C1A3-C34A-8A2C-0834F9A1FE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4213" y="2181225"/>
            <a:ext cx="1233487" cy="65722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Desenvolver processo de distribuição</a:t>
            </a:r>
          </a:p>
        </p:txBody>
      </p:sp>
      <p:sp>
        <p:nvSpPr>
          <p:cNvPr id="73733" name="Text Box 6">
            <a:extLst>
              <a:ext uri="{FF2B5EF4-FFF2-40B4-BE49-F238E27FC236}">
                <a16:creationId xmlns:a16="http://schemas.microsoft.com/office/drawing/2014/main" id="{1348036E-12EB-BC4A-93D7-18B495CD7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1304925"/>
            <a:ext cx="1223963" cy="65722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Desenvolver processo de vendas</a:t>
            </a:r>
          </a:p>
        </p:txBody>
      </p:sp>
      <p:sp>
        <p:nvSpPr>
          <p:cNvPr id="73734" name="Text Box 7">
            <a:extLst>
              <a:ext uri="{FF2B5EF4-FFF2-40B4-BE49-F238E27FC236}">
                <a16:creationId xmlns:a16="http://schemas.microsoft.com/office/drawing/2014/main" id="{94AF755C-51AF-3A4F-9022-BECCC20E8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3057525"/>
            <a:ext cx="1223963" cy="8699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Desenvolver processo de assistência técnica</a:t>
            </a:r>
          </a:p>
        </p:txBody>
      </p:sp>
      <p:sp>
        <p:nvSpPr>
          <p:cNvPr id="73735" name="Text Box 8">
            <a:extLst>
              <a:ext uri="{FF2B5EF4-FFF2-40B4-BE49-F238E27FC236}">
                <a16:creationId xmlns:a16="http://schemas.microsoft.com/office/drawing/2014/main" id="{B5389126-F419-C74F-86CD-16EED0C95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4146550"/>
            <a:ext cx="1223963" cy="8699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Desenvolver processo de atendimento ao cliente</a:t>
            </a:r>
          </a:p>
        </p:txBody>
      </p:sp>
      <p:sp>
        <p:nvSpPr>
          <p:cNvPr id="73736" name="Text Box 9">
            <a:extLst>
              <a:ext uri="{FF2B5EF4-FFF2-40B4-BE49-F238E27FC236}">
                <a16:creationId xmlns:a16="http://schemas.microsoft.com/office/drawing/2014/main" id="{630F7623-36D6-DB4E-81C2-04E7D6194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9113" y="5078413"/>
            <a:ext cx="1627187" cy="850900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Normalmente começam a acontecer antes desta fase</a:t>
            </a:r>
          </a:p>
        </p:txBody>
      </p:sp>
      <p:sp>
        <p:nvSpPr>
          <p:cNvPr id="73737" name="Text Box 10">
            <a:extLst>
              <a:ext uri="{FF2B5EF4-FFF2-40B4-BE49-F238E27FC236}">
                <a16:creationId xmlns:a16="http://schemas.microsoft.com/office/drawing/2014/main" id="{9477BD35-A1B6-B543-875D-443AB39A31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825" y="788988"/>
            <a:ext cx="1250950" cy="4445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Planejar Lançamento </a:t>
            </a:r>
          </a:p>
        </p:txBody>
      </p:sp>
      <p:sp>
        <p:nvSpPr>
          <p:cNvPr id="73738" name="Text Box 11">
            <a:extLst>
              <a:ext uri="{FF2B5EF4-FFF2-40B4-BE49-F238E27FC236}">
                <a16:creationId xmlns:a16="http://schemas.microsoft.com/office/drawing/2014/main" id="{ADF6C761-E6BE-A547-981F-740BBF91E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1675" y="1455738"/>
            <a:ext cx="1519238" cy="65722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Promover marketing de lançamento</a:t>
            </a:r>
          </a:p>
        </p:txBody>
      </p:sp>
      <p:sp>
        <p:nvSpPr>
          <p:cNvPr id="73739" name="Text Box 12">
            <a:extLst>
              <a:ext uri="{FF2B5EF4-FFF2-40B4-BE49-F238E27FC236}">
                <a16:creationId xmlns:a16="http://schemas.microsoft.com/office/drawing/2014/main" id="{F4FDE6E9-1A68-B640-B51D-A57EA5737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2088" y="2092325"/>
            <a:ext cx="1116012" cy="4445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Gerenciar lançamento</a:t>
            </a:r>
          </a:p>
        </p:txBody>
      </p:sp>
      <p:cxnSp>
        <p:nvCxnSpPr>
          <p:cNvPr id="73740" name="AutoShape 13">
            <a:extLst>
              <a:ext uri="{FF2B5EF4-FFF2-40B4-BE49-F238E27FC236}">
                <a16:creationId xmlns:a16="http://schemas.microsoft.com/office/drawing/2014/main" id="{574BEBB1-673A-C443-A222-BFE23B90B844}"/>
              </a:ext>
            </a:extLst>
          </p:cNvPr>
          <p:cNvCxnSpPr>
            <a:cxnSpLocks noChangeShapeType="1"/>
            <a:stCxn id="73739" idx="2"/>
            <a:endCxn id="73774" idx="3"/>
          </p:cNvCxnSpPr>
          <p:nvPr/>
        </p:nvCxnSpPr>
        <p:spPr bwMode="auto">
          <a:xfrm rot="5400000">
            <a:off x="7484269" y="2269331"/>
            <a:ext cx="609600" cy="1163638"/>
          </a:xfrm>
          <a:prstGeom prst="bentConnector2">
            <a:avLst/>
          </a:prstGeom>
          <a:noFill/>
          <a:ln w="19050">
            <a:solidFill>
              <a:schemeClr val="tx1"/>
            </a:solidFill>
            <a:prstDash val="sysDot"/>
            <a:miter lim="800000"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741" name="Text Box 14">
            <a:extLst>
              <a:ext uri="{FF2B5EF4-FFF2-40B4-BE49-F238E27FC236}">
                <a16:creationId xmlns:a16="http://schemas.microsoft.com/office/drawing/2014/main" id="{8135D8FA-FC4A-334B-A3FE-9B15DE958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8250" y="4252913"/>
            <a:ext cx="1143000" cy="65722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Atualizar plano de fim de vida</a:t>
            </a:r>
          </a:p>
        </p:txBody>
      </p:sp>
      <p:cxnSp>
        <p:nvCxnSpPr>
          <p:cNvPr id="73742" name="AutoShape 15">
            <a:extLst>
              <a:ext uri="{FF2B5EF4-FFF2-40B4-BE49-F238E27FC236}">
                <a16:creationId xmlns:a16="http://schemas.microsoft.com/office/drawing/2014/main" id="{032F136C-AFEC-D748-BDBB-32E299757862}"/>
              </a:ext>
            </a:extLst>
          </p:cNvPr>
          <p:cNvCxnSpPr>
            <a:cxnSpLocks noChangeShapeType="1"/>
            <a:stCxn id="73774" idx="2"/>
            <a:endCxn id="73772" idx="0"/>
          </p:cNvCxnSpPr>
          <p:nvPr/>
        </p:nvCxnSpPr>
        <p:spPr bwMode="auto">
          <a:xfrm rot="5400000">
            <a:off x="4548187" y="4089401"/>
            <a:ext cx="2278063" cy="1719262"/>
          </a:xfrm>
          <a:prstGeom prst="bentConnector3">
            <a:avLst>
              <a:gd name="adj1" fmla="val 49963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43" name="AutoShape 16">
            <a:extLst>
              <a:ext uri="{FF2B5EF4-FFF2-40B4-BE49-F238E27FC236}">
                <a16:creationId xmlns:a16="http://schemas.microsoft.com/office/drawing/2014/main" id="{614C5B10-EEA5-894F-BAC5-D056D1B92584}"/>
              </a:ext>
            </a:extLst>
          </p:cNvPr>
          <p:cNvCxnSpPr>
            <a:cxnSpLocks noChangeShapeType="1"/>
            <a:stCxn id="73738" idx="2"/>
            <a:endCxn id="73774" idx="0"/>
          </p:cNvCxnSpPr>
          <p:nvPr/>
        </p:nvCxnSpPr>
        <p:spPr bwMode="auto">
          <a:xfrm>
            <a:off x="6542088" y="2122488"/>
            <a:ext cx="4762" cy="37782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44" name="AutoShape 17">
            <a:extLst>
              <a:ext uri="{FF2B5EF4-FFF2-40B4-BE49-F238E27FC236}">
                <a16:creationId xmlns:a16="http://schemas.microsoft.com/office/drawing/2014/main" id="{EFCBD042-EA95-9045-B4DE-DF70176024FC}"/>
              </a:ext>
            </a:extLst>
          </p:cNvPr>
          <p:cNvCxnSpPr>
            <a:cxnSpLocks noChangeShapeType="1"/>
            <a:stCxn id="73739" idx="1"/>
            <a:endCxn id="73738" idx="3"/>
          </p:cNvCxnSpPr>
          <p:nvPr/>
        </p:nvCxnSpPr>
        <p:spPr bwMode="auto">
          <a:xfrm rot="10800000">
            <a:off x="7310438" y="1784350"/>
            <a:ext cx="492125" cy="530225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prstDash val="sysDot"/>
            <a:miter lim="800000"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45" name="AutoShape 18">
            <a:extLst>
              <a:ext uri="{FF2B5EF4-FFF2-40B4-BE49-F238E27FC236}">
                <a16:creationId xmlns:a16="http://schemas.microsoft.com/office/drawing/2014/main" id="{1DD4FED9-C034-2543-9FB8-B37BF3285DE8}"/>
              </a:ext>
            </a:extLst>
          </p:cNvPr>
          <p:cNvCxnSpPr>
            <a:cxnSpLocks noChangeShapeType="1"/>
            <a:stCxn id="73737" idx="2"/>
            <a:endCxn id="73739" idx="0"/>
          </p:cNvCxnSpPr>
          <p:nvPr/>
        </p:nvCxnSpPr>
        <p:spPr bwMode="auto">
          <a:xfrm>
            <a:off x="8369300" y="1243013"/>
            <a:ext cx="1588" cy="83978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46" name="AutoShape 19">
            <a:extLst>
              <a:ext uri="{FF2B5EF4-FFF2-40B4-BE49-F238E27FC236}">
                <a16:creationId xmlns:a16="http://schemas.microsoft.com/office/drawing/2014/main" id="{C1304D96-BAB7-BE46-9BDF-28B96019BEEA}"/>
              </a:ext>
            </a:extLst>
          </p:cNvPr>
          <p:cNvCxnSpPr>
            <a:cxnSpLocks noChangeShapeType="1"/>
            <a:stCxn id="73737" idx="1"/>
            <a:endCxn id="73738" idx="0"/>
          </p:cNvCxnSpPr>
          <p:nvPr/>
        </p:nvCxnSpPr>
        <p:spPr bwMode="auto">
          <a:xfrm rot="10800000" flipV="1">
            <a:off x="6542088" y="1011238"/>
            <a:ext cx="1192212" cy="434975"/>
          </a:xfrm>
          <a:prstGeom prst="bentConnector2">
            <a:avLst/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47" name="AutoShape 20">
            <a:extLst>
              <a:ext uri="{FF2B5EF4-FFF2-40B4-BE49-F238E27FC236}">
                <a16:creationId xmlns:a16="http://schemas.microsoft.com/office/drawing/2014/main" id="{CB7E3A21-4506-E44B-89DE-5DAD01284652}"/>
              </a:ext>
            </a:extLst>
          </p:cNvPr>
          <p:cNvCxnSpPr>
            <a:cxnSpLocks noChangeShapeType="1"/>
            <a:stCxn id="73737" idx="1"/>
            <a:endCxn id="73731" idx="0"/>
          </p:cNvCxnSpPr>
          <p:nvPr/>
        </p:nvCxnSpPr>
        <p:spPr bwMode="auto">
          <a:xfrm rot="10800000" flipV="1">
            <a:off x="3873500" y="1011238"/>
            <a:ext cx="3860800" cy="222250"/>
          </a:xfrm>
          <a:prstGeom prst="bentConnector2">
            <a:avLst/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3748" name="Group 21">
            <a:extLst>
              <a:ext uri="{FF2B5EF4-FFF2-40B4-BE49-F238E27FC236}">
                <a16:creationId xmlns:a16="http://schemas.microsoft.com/office/drawing/2014/main" id="{A7C7125A-1A1C-3649-837E-2E3066D607E4}"/>
              </a:ext>
            </a:extLst>
          </p:cNvPr>
          <p:cNvGrpSpPr>
            <a:grpSpLocks/>
          </p:cNvGrpSpPr>
          <p:nvPr/>
        </p:nvGrpSpPr>
        <p:grpSpPr bwMode="auto">
          <a:xfrm>
            <a:off x="5894388" y="2509838"/>
            <a:ext cx="1303337" cy="1290637"/>
            <a:chOff x="2762" y="1709"/>
            <a:chExt cx="821" cy="813"/>
          </a:xfrm>
        </p:grpSpPr>
        <p:sp>
          <p:nvSpPr>
            <p:cNvPr id="73774" name="Text Box 22">
              <a:extLst>
                <a:ext uri="{FF2B5EF4-FFF2-40B4-BE49-F238E27FC236}">
                  <a16:creationId xmlns:a16="http://schemas.microsoft.com/office/drawing/2014/main" id="{DB5BEB3D-DAAF-D94C-9ADE-3802F42B3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1709"/>
              <a:ext cx="821" cy="81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Lançar produto</a:t>
              </a:r>
            </a:p>
          </p:txBody>
        </p:sp>
        <p:sp>
          <p:nvSpPr>
            <p:cNvPr id="73775" name="Rectangle 23">
              <a:extLst>
                <a:ext uri="{FF2B5EF4-FFF2-40B4-BE49-F238E27FC236}">
                  <a16:creationId xmlns:a16="http://schemas.microsoft.com/office/drawing/2014/main" id="{56DBCC09-9F0C-F844-AA90-97263D447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64"/>
              <a:ext cx="116" cy="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3776" name="Rectangle 24">
              <a:extLst>
                <a:ext uri="{FF2B5EF4-FFF2-40B4-BE49-F238E27FC236}">
                  <a16:creationId xmlns:a16="http://schemas.microsoft.com/office/drawing/2014/main" id="{E4983A6F-6BCE-0544-857E-30001A062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970"/>
              <a:ext cx="116" cy="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3777" name="Rectangle 25">
              <a:extLst>
                <a:ext uri="{FF2B5EF4-FFF2-40B4-BE49-F238E27FC236}">
                  <a16:creationId xmlns:a16="http://schemas.microsoft.com/office/drawing/2014/main" id="{98170A26-BC34-4C4A-B5DA-A4A8663B6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2177"/>
              <a:ext cx="116" cy="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3778" name="Rectangle 26">
              <a:extLst>
                <a:ext uri="{FF2B5EF4-FFF2-40B4-BE49-F238E27FC236}">
                  <a16:creationId xmlns:a16="http://schemas.microsoft.com/office/drawing/2014/main" id="{9D7C1190-24FE-E748-A432-EEB6BD9FE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2384"/>
              <a:ext cx="116" cy="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</p:grpSp>
      <p:cxnSp>
        <p:nvCxnSpPr>
          <p:cNvPr id="73749" name="AutoShape 27">
            <a:extLst>
              <a:ext uri="{FF2B5EF4-FFF2-40B4-BE49-F238E27FC236}">
                <a16:creationId xmlns:a16="http://schemas.microsoft.com/office/drawing/2014/main" id="{FA85BCFB-15C0-D14D-86D3-3D4D382C3689}"/>
              </a:ext>
            </a:extLst>
          </p:cNvPr>
          <p:cNvCxnSpPr>
            <a:cxnSpLocks noChangeShapeType="1"/>
            <a:stCxn id="73733" idx="3"/>
            <a:endCxn id="73775" idx="1"/>
          </p:cNvCxnSpPr>
          <p:nvPr/>
        </p:nvCxnSpPr>
        <p:spPr bwMode="auto">
          <a:xfrm>
            <a:off x="4462463" y="1633538"/>
            <a:ext cx="1435100" cy="103028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50" name="AutoShape 28">
            <a:extLst>
              <a:ext uri="{FF2B5EF4-FFF2-40B4-BE49-F238E27FC236}">
                <a16:creationId xmlns:a16="http://schemas.microsoft.com/office/drawing/2014/main" id="{7001FEA5-0EFA-D841-A1A2-211D0FA64AF0}"/>
              </a:ext>
            </a:extLst>
          </p:cNvPr>
          <p:cNvCxnSpPr>
            <a:cxnSpLocks noChangeShapeType="1"/>
            <a:stCxn id="73732" idx="3"/>
            <a:endCxn id="73776" idx="1"/>
          </p:cNvCxnSpPr>
          <p:nvPr/>
        </p:nvCxnSpPr>
        <p:spPr bwMode="auto">
          <a:xfrm>
            <a:off x="4467225" y="2509838"/>
            <a:ext cx="1430338" cy="48101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51" name="AutoShape 29">
            <a:extLst>
              <a:ext uri="{FF2B5EF4-FFF2-40B4-BE49-F238E27FC236}">
                <a16:creationId xmlns:a16="http://schemas.microsoft.com/office/drawing/2014/main" id="{4F6B788E-4E4B-E24D-B651-B2F0B71D2CDC}"/>
              </a:ext>
            </a:extLst>
          </p:cNvPr>
          <p:cNvCxnSpPr>
            <a:cxnSpLocks noChangeShapeType="1"/>
            <a:stCxn id="73734" idx="3"/>
            <a:endCxn id="73777" idx="1"/>
          </p:cNvCxnSpPr>
          <p:nvPr/>
        </p:nvCxnSpPr>
        <p:spPr bwMode="auto">
          <a:xfrm flipV="1">
            <a:off x="4462463" y="3319463"/>
            <a:ext cx="1435100" cy="17303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52" name="AutoShape 30">
            <a:extLst>
              <a:ext uri="{FF2B5EF4-FFF2-40B4-BE49-F238E27FC236}">
                <a16:creationId xmlns:a16="http://schemas.microsoft.com/office/drawing/2014/main" id="{71A6891D-EECA-464C-B20B-754DAEB153C8}"/>
              </a:ext>
            </a:extLst>
          </p:cNvPr>
          <p:cNvCxnSpPr>
            <a:cxnSpLocks noChangeShapeType="1"/>
            <a:stCxn id="73735" idx="3"/>
            <a:endCxn id="73778" idx="1"/>
          </p:cNvCxnSpPr>
          <p:nvPr/>
        </p:nvCxnSpPr>
        <p:spPr bwMode="auto">
          <a:xfrm flipV="1">
            <a:off x="4462463" y="3648075"/>
            <a:ext cx="1435100" cy="9334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753" name="Text Box 31">
            <a:extLst>
              <a:ext uri="{FF2B5EF4-FFF2-40B4-BE49-F238E27FC236}">
                <a16:creationId xmlns:a16="http://schemas.microsoft.com/office/drawing/2014/main" id="{2B171D4F-F96E-7E4F-AD55-02DD03B5E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8250" y="5664200"/>
            <a:ext cx="1404938" cy="108267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Documentar as decisões tomadas e registrar lições aprendidas</a:t>
            </a:r>
          </a:p>
        </p:txBody>
      </p:sp>
      <p:grpSp>
        <p:nvGrpSpPr>
          <p:cNvPr id="73754" name="Group 32">
            <a:extLst>
              <a:ext uri="{FF2B5EF4-FFF2-40B4-BE49-F238E27FC236}">
                <a16:creationId xmlns:a16="http://schemas.microsoft.com/office/drawing/2014/main" id="{51ADC634-7AF9-434C-B4BE-C13BAA1BC0AF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6097588"/>
            <a:ext cx="1431925" cy="657225"/>
            <a:chOff x="2590" y="3841"/>
            <a:chExt cx="902" cy="414"/>
          </a:xfrm>
        </p:grpSpPr>
        <p:sp>
          <p:nvSpPr>
            <p:cNvPr id="73768" name="Rectangle 33">
              <a:extLst>
                <a:ext uri="{FF2B5EF4-FFF2-40B4-BE49-F238E27FC236}">
                  <a16:creationId xmlns:a16="http://schemas.microsoft.com/office/drawing/2014/main" id="{18F22E37-9880-8046-9D67-DFEE1F218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3846"/>
              <a:ext cx="164" cy="12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grpSp>
          <p:nvGrpSpPr>
            <p:cNvPr id="73769" name="Group 34">
              <a:extLst>
                <a:ext uri="{FF2B5EF4-FFF2-40B4-BE49-F238E27FC236}">
                  <a16:creationId xmlns:a16="http://schemas.microsoft.com/office/drawing/2014/main" id="{17753644-7046-884B-9BFD-81239AB2BF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0" y="3841"/>
              <a:ext cx="902" cy="414"/>
              <a:chOff x="2566" y="3799"/>
              <a:chExt cx="902" cy="414"/>
            </a:xfrm>
          </p:grpSpPr>
          <p:grpSp>
            <p:nvGrpSpPr>
              <p:cNvPr id="73770" name="Group 35">
                <a:extLst>
                  <a:ext uri="{FF2B5EF4-FFF2-40B4-BE49-F238E27FC236}">
                    <a16:creationId xmlns:a16="http://schemas.microsoft.com/office/drawing/2014/main" id="{ABA8D9FE-BDE0-D34B-85BC-C0458A55AC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6" y="3799"/>
                <a:ext cx="902" cy="414"/>
                <a:chOff x="1017" y="3652"/>
                <a:chExt cx="760" cy="704"/>
              </a:xfrm>
            </p:grpSpPr>
            <p:sp>
              <p:nvSpPr>
                <p:cNvPr id="73772" name="Text Box 36">
                  <a:extLst>
                    <a:ext uri="{FF2B5EF4-FFF2-40B4-BE49-F238E27FC236}">
                      <a16:creationId xmlns:a16="http://schemas.microsoft.com/office/drawing/2014/main" id="{1456BB1C-D46D-C043-B69F-2706C0377F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7" y="3652"/>
                  <a:ext cx="760" cy="7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spcBef>
                      <a:spcPct val="50000"/>
                    </a:spcBef>
                    <a:buFontTx/>
                    <a:buNone/>
                  </a:pPr>
                  <a:r>
                    <a:rPr lang="pt-BR" altLang="pt-BR" sz="1400">
                      <a:solidFill>
                        <a:srgbClr val="000000"/>
                      </a:solidFill>
                    </a:rPr>
                    <a:t>Monitorar viabilidade econômica</a:t>
                  </a:r>
                </a:p>
              </p:txBody>
            </p:sp>
            <p:sp>
              <p:nvSpPr>
                <p:cNvPr id="73773" name="Rectangle 37">
                  <a:extLst>
                    <a:ext uri="{FF2B5EF4-FFF2-40B4-BE49-F238E27FC236}">
                      <a16:creationId xmlns:a16="http://schemas.microsoft.com/office/drawing/2014/main" id="{1D2AA6E1-4A5B-BA46-8EC7-DD70EFCBE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0" y="3660"/>
                  <a:ext cx="108" cy="84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</p:grpSp>
          <p:sp>
            <p:nvSpPr>
              <p:cNvPr id="73771" name="Rectangle 38">
                <a:extLst>
                  <a:ext uri="{FF2B5EF4-FFF2-40B4-BE49-F238E27FC236}">
                    <a16:creationId xmlns:a16="http://schemas.microsoft.com/office/drawing/2014/main" id="{F8E192B2-DCFF-A64B-9505-DC146CB05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3799"/>
                <a:ext cx="164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</p:grpSp>
      </p:grpSp>
      <p:cxnSp>
        <p:nvCxnSpPr>
          <p:cNvPr id="73755" name="AutoShape 39">
            <a:extLst>
              <a:ext uri="{FF2B5EF4-FFF2-40B4-BE49-F238E27FC236}">
                <a16:creationId xmlns:a16="http://schemas.microsoft.com/office/drawing/2014/main" id="{AD56C55D-A01A-F447-B24E-4F45D24CB330}"/>
              </a:ext>
            </a:extLst>
          </p:cNvPr>
          <p:cNvCxnSpPr>
            <a:cxnSpLocks noChangeShapeType="1"/>
            <a:stCxn id="73772" idx="3"/>
            <a:endCxn id="73765" idx="1"/>
          </p:cNvCxnSpPr>
          <p:nvPr/>
        </p:nvCxnSpPr>
        <p:spPr bwMode="auto">
          <a:xfrm flipV="1">
            <a:off x="5553075" y="5726113"/>
            <a:ext cx="563563" cy="700087"/>
          </a:xfrm>
          <a:prstGeom prst="bentConnector3">
            <a:avLst>
              <a:gd name="adj1" fmla="val 49861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756" name="AutoShape 40">
            <a:extLst>
              <a:ext uri="{FF2B5EF4-FFF2-40B4-BE49-F238E27FC236}">
                <a16:creationId xmlns:a16="http://schemas.microsoft.com/office/drawing/2014/main" id="{8FBD87FB-613B-DE46-9151-6C4B752F6FED}"/>
              </a:ext>
            </a:extLst>
          </p:cNvPr>
          <p:cNvCxnSpPr>
            <a:cxnSpLocks noChangeShapeType="1"/>
            <a:stCxn id="73766" idx="3"/>
            <a:endCxn id="73753" idx="1"/>
          </p:cNvCxnSpPr>
          <p:nvPr/>
        </p:nvCxnSpPr>
        <p:spPr bwMode="auto">
          <a:xfrm flipV="1">
            <a:off x="6950075" y="6205538"/>
            <a:ext cx="628650" cy="327025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3757" name="Group 41">
            <a:extLst>
              <a:ext uri="{FF2B5EF4-FFF2-40B4-BE49-F238E27FC236}">
                <a16:creationId xmlns:a16="http://schemas.microsoft.com/office/drawing/2014/main" id="{11D96B7E-1F83-7945-A76A-36D7AC393FAE}"/>
              </a:ext>
            </a:extLst>
          </p:cNvPr>
          <p:cNvGrpSpPr>
            <a:grpSpLocks/>
          </p:cNvGrpSpPr>
          <p:nvPr/>
        </p:nvGrpSpPr>
        <p:grpSpPr bwMode="auto">
          <a:xfrm>
            <a:off x="6126163" y="5503863"/>
            <a:ext cx="839787" cy="1250950"/>
            <a:chOff x="3859" y="3467"/>
            <a:chExt cx="529" cy="788"/>
          </a:xfrm>
        </p:grpSpPr>
        <p:sp>
          <p:nvSpPr>
            <p:cNvPr id="73765" name="Text Box 42">
              <a:extLst>
                <a:ext uri="{FF2B5EF4-FFF2-40B4-BE49-F238E27FC236}">
                  <a16:creationId xmlns:a16="http://schemas.microsoft.com/office/drawing/2014/main" id="{4645D4ED-9DA2-4447-BB20-25D106CE9E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9" y="3467"/>
              <a:ext cx="529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Avaliar Fase</a:t>
              </a:r>
            </a:p>
          </p:txBody>
        </p:sp>
        <p:sp>
          <p:nvSpPr>
            <p:cNvPr id="73766" name="Text Box 43">
              <a:extLst>
                <a:ext uri="{FF2B5EF4-FFF2-40B4-BE49-F238E27FC236}">
                  <a16:creationId xmlns:a16="http://schemas.microsoft.com/office/drawing/2014/main" id="{A6643D62-437F-E047-9754-19EC0EF1B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6" y="3975"/>
              <a:ext cx="496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Aprovar Fase</a:t>
              </a:r>
            </a:p>
          </p:txBody>
        </p:sp>
        <p:cxnSp>
          <p:nvCxnSpPr>
            <p:cNvPr id="73767" name="AutoShape 44">
              <a:extLst>
                <a:ext uri="{FF2B5EF4-FFF2-40B4-BE49-F238E27FC236}">
                  <a16:creationId xmlns:a16="http://schemas.microsoft.com/office/drawing/2014/main" id="{EBD5E758-F828-3A40-9C39-32EC8352FFFF}"/>
                </a:ext>
              </a:extLst>
            </p:cNvPr>
            <p:cNvCxnSpPr>
              <a:cxnSpLocks noChangeShapeType="1"/>
              <a:stCxn id="73765" idx="2"/>
              <a:endCxn id="73766" idx="0"/>
            </p:cNvCxnSpPr>
            <p:nvPr/>
          </p:nvCxnSpPr>
          <p:spPr bwMode="auto">
            <a:xfrm>
              <a:off x="4124" y="3753"/>
              <a:ext cx="0" cy="21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3758" name="AutoShape 45">
            <a:extLst>
              <a:ext uri="{FF2B5EF4-FFF2-40B4-BE49-F238E27FC236}">
                <a16:creationId xmlns:a16="http://schemas.microsoft.com/office/drawing/2014/main" id="{98D25A67-F859-964C-9585-1971653C8979}"/>
              </a:ext>
            </a:extLst>
          </p:cNvPr>
          <p:cNvCxnSpPr>
            <a:cxnSpLocks noChangeShapeType="1"/>
            <a:stCxn id="73741" idx="2"/>
            <a:endCxn id="73771" idx="0"/>
          </p:cNvCxnSpPr>
          <p:nvPr/>
        </p:nvCxnSpPr>
        <p:spPr bwMode="auto">
          <a:xfrm rot="5400000">
            <a:off x="6098381" y="4036220"/>
            <a:ext cx="1177925" cy="2944812"/>
          </a:xfrm>
          <a:prstGeom prst="bentConnector3">
            <a:avLst>
              <a:gd name="adj1" fmla="val 29648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759" name="AutoShape 46">
            <a:extLst>
              <a:ext uri="{FF2B5EF4-FFF2-40B4-BE49-F238E27FC236}">
                <a16:creationId xmlns:a16="http://schemas.microsoft.com/office/drawing/2014/main" id="{5AC9F40F-C2EA-4549-A7B8-916DA5D82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2906713"/>
            <a:ext cx="1627187" cy="622300"/>
          </a:xfrm>
          <a:prstGeom prst="roundRect">
            <a:avLst>
              <a:gd name="adj" fmla="val 16667"/>
            </a:avLst>
          </a:prstGeom>
          <a:solidFill>
            <a:srgbClr val="FFFF99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800">
                <a:solidFill>
                  <a:srgbClr val="000000"/>
                </a:solidFill>
              </a:rPr>
              <a:t>Lançamento do Produto</a:t>
            </a:r>
          </a:p>
        </p:txBody>
      </p:sp>
      <p:sp>
        <p:nvSpPr>
          <p:cNvPr id="73760" name="AutoShape 47">
            <a:extLst>
              <a:ext uri="{FF2B5EF4-FFF2-40B4-BE49-F238E27FC236}">
                <a16:creationId xmlns:a16="http://schemas.microsoft.com/office/drawing/2014/main" id="{8905705E-5AF2-334D-9AFE-8D09F22D4513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92200" y="3694113"/>
            <a:ext cx="665163" cy="153987"/>
          </a:xfrm>
          <a:prstGeom prst="triangle">
            <a:avLst>
              <a:gd name="adj" fmla="val 50000"/>
            </a:avLst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73761" name="AutoShape 48">
            <a:extLst>
              <a:ext uri="{FF2B5EF4-FFF2-40B4-BE49-F238E27FC236}">
                <a16:creationId xmlns:a16="http://schemas.microsoft.com/office/drawing/2014/main" id="{E6CA8621-EB65-414D-84E0-9F336C3E884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92200" y="2646363"/>
            <a:ext cx="665163" cy="153987"/>
          </a:xfrm>
          <a:prstGeom prst="triangle">
            <a:avLst>
              <a:gd name="adj" fmla="val 50000"/>
            </a:avLst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73762" name="Text Box 49">
            <a:extLst>
              <a:ext uri="{FF2B5EF4-FFF2-40B4-BE49-F238E27FC236}">
                <a16:creationId xmlns:a16="http://schemas.microsoft.com/office/drawing/2014/main" id="{840DDDA0-17FA-E04E-8A7E-3A5613DDC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" y="1338263"/>
            <a:ext cx="2681288" cy="1222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Liberação da Produção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Documentos homologação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Espec. Proc. de Produção Espec Proc. Manutenção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Capacitação de pessoal</a:t>
            </a:r>
          </a:p>
        </p:txBody>
      </p:sp>
      <p:sp>
        <p:nvSpPr>
          <p:cNvPr id="73763" name="Text Box 50">
            <a:extLst>
              <a:ext uri="{FF2B5EF4-FFF2-40B4-BE49-F238E27FC236}">
                <a16:creationId xmlns:a16="http://schemas.microsoft.com/office/drawing/2014/main" id="{118BCE19-5A36-7F4F-B875-20D0B6B14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983038"/>
            <a:ext cx="3224213" cy="1222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Documento Lançamento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Espec. Proc Vendas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Espec. Proc Distribuição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Espec. Proc Assistência Técnica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pt-BR" altLang="pt-BR" sz="1600">
                <a:solidFill>
                  <a:srgbClr val="000000"/>
                </a:solidFill>
              </a:rPr>
              <a:t>Espec. Proc Atendimento Cliente</a:t>
            </a:r>
          </a:p>
        </p:txBody>
      </p:sp>
      <p:sp>
        <p:nvSpPr>
          <p:cNvPr id="73764" name="Text Box 51">
            <a:extLst>
              <a:ext uri="{FF2B5EF4-FFF2-40B4-BE49-F238E27FC236}">
                <a16:creationId xmlns:a16="http://schemas.microsoft.com/office/drawing/2014/main" id="{49290FCA-B0FB-8A49-A109-FD72333F1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463" y="6213475"/>
            <a:ext cx="3224212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Espec. Proc: Especificação do Processo (de negócio)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777" name="Group 6">
            <a:extLst>
              <a:ext uri="{FF2B5EF4-FFF2-40B4-BE49-F238E27FC236}">
                <a16:creationId xmlns:a16="http://schemas.microsoft.com/office/drawing/2014/main" id="{55DFE41F-197A-4A4F-92E0-056B87C6D3D1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747136"/>
            <a:ext cx="1389062" cy="1173163"/>
            <a:chOff x="3870" y="2531"/>
            <a:chExt cx="1132" cy="956"/>
          </a:xfrm>
        </p:grpSpPr>
        <p:sp>
          <p:nvSpPr>
            <p:cNvPr id="75877" name="Freeform 7">
              <a:extLst>
                <a:ext uri="{FF2B5EF4-FFF2-40B4-BE49-F238E27FC236}">
                  <a16:creationId xmlns:a16="http://schemas.microsoft.com/office/drawing/2014/main" id="{5EE85612-923B-D949-8932-81F5B086B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219"/>
              <a:ext cx="770" cy="268"/>
            </a:xfrm>
            <a:custGeom>
              <a:avLst/>
              <a:gdLst>
                <a:gd name="T0" fmla="*/ 4 w 1541"/>
                <a:gd name="T1" fmla="*/ 14 h 537"/>
                <a:gd name="T2" fmla="*/ 7 w 1541"/>
                <a:gd name="T3" fmla="*/ 15 h 537"/>
                <a:gd name="T4" fmla="*/ 12 w 1541"/>
                <a:gd name="T5" fmla="*/ 15 h 537"/>
                <a:gd name="T6" fmla="*/ 21 w 1541"/>
                <a:gd name="T7" fmla="*/ 16 h 537"/>
                <a:gd name="T8" fmla="*/ 29 w 1541"/>
                <a:gd name="T9" fmla="*/ 19 h 537"/>
                <a:gd name="T10" fmla="*/ 31 w 1541"/>
                <a:gd name="T11" fmla="*/ 25 h 537"/>
                <a:gd name="T12" fmla="*/ 27 w 1541"/>
                <a:gd name="T13" fmla="*/ 29 h 537"/>
                <a:gd name="T14" fmla="*/ 24 w 1541"/>
                <a:gd name="T15" fmla="*/ 34 h 537"/>
                <a:gd name="T16" fmla="*/ 25 w 1541"/>
                <a:gd name="T17" fmla="*/ 41 h 537"/>
                <a:gd name="T18" fmla="*/ 32 w 1541"/>
                <a:gd name="T19" fmla="*/ 46 h 537"/>
                <a:gd name="T20" fmla="*/ 41 w 1541"/>
                <a:gd name="T21" fmla="*/ 49 h 537"/>
                <a:gd name="T22" fmla="*/ 47 w 1541"/>
                <a:gd name="T23" fmla="*/ 50 h 537"/>
                <a:gd name="T24" fmla="*/ 51 w 1541"/>
                <a:gd name="T25" fmla="*/ 52 h 537"/>
                <a:gd name="T26" fmla="*/ 56 w 1541"/>
                <a:gd name="T27" fmla="*/ 53 h 537"/>
                <a:gd name="T28" fmla="*/ 60 w 1541"/>
                <a:gd name="T29" fmla="*/ 55 h 537"/>
                <a:gd name="T30" fmla="*/ 65 w 1541"/>
                <a:gd name="T31" fmla="*/ 57 h 537"/>
                <a:gd name="T32" fmla="*/ 73 w 1541"/>
                <a:gd name="T33" fmla="*/ 59 h 537"/>
                <a:gd name="T34" fmla="*/ 82 w 1541"/>
                <a:gd name="T35" fmla="*/ 62 h 537"/>
                <a:gd name="T36" fmla="*/ 90 w 1541"/>
                <a:gd name="T37" fmla="*/ 64 h 537"/>
                <a:gd name="T38" fmla="*/ 98 w 1541"/>
                <a:gd name="T39" fmla="*/ 66 h 537"/>
                <a:gd name="T40" fmla="*/ 107 w 1541"/>
                <a:gd name="T41" fmla="*/ 67 h 537"/>
                <a:gd name="T42" fmla="*/ 116 w 1541"/>
                <a:gd name="T43" fmla="*/ 67 h 537"/>
                <a:gd name="T44" fmla="*/ 123 w 1541"/>
                <a:gd name="T45" fmla="*/ 67 h 537"/>
                <a:gd name="T46" fmla="*/ 129 w 1541"/>
                <a:gd name="T47" fmla="*/ 66 h 537"/>
                <a:gd name="T48" fmla="*/ 134 w 1541"/>
                <a:gd name="T49" fmla="*/ 66 h 537"/>
                <a:gd name="T50" fmla="*/ 140 w 1541"/>
                <a:gd name="T51" fmla="*/ 65 h 537"/>
                <a:gd name="T52" fmla="*/ 147 w 1541"/>
                <a:gd name="T53" fmla="*/ 65 h 537"/>
                <a:gd name="T54" fmla="*/ 155 w 1541"/>
                <a:gd name="T55" fmla="*/ 64 h 537"/>
                <a:gd name="T56" fmla="*/ 161 w 1541"/>
                <a:gd name="T57" fmla="*/ 63 h 537"/>
                <a:gd name="T58" fmla="*/ 166 w 1541"/>
                <a:gd name="T59" fmla="*/ 59 h 537"/>
                <a:gd name="T60" fmla="*/ 168 w 1541"/>
                <a:gd name="T61" fmla="*/ 56 h 537"/>
                <a:gd name="T62" fmla="*/ 170 w 1541"/>
                <a:gd name="T63" fmla="*/ 52 h 537"/>
                <a:gd name="T64" fmla="*/ 177 w 1541"/>
                <a:gd name="T65" fmla="*/ 49 h 537"/>
                <a:gd name="T66" fmla="*/ 185 w 1541"/>
                <a:gd name="T67" fmla="*/ 46 h 537"/>
                <a:gd name="T68" fmla="*/ 192 w 1541"/>
                <a:gd name="T69" fmla="*/ 41 h 537"/>
                <a:gd name="T70" fmla="*/ 183 w 1541"/>
                <a:gd name="T71" fmla="*/ 38 h 537"/>
                <a:gd name="T72" fmla="*/ 168 w 1541"/>
                <a:gd name="T73" fmla="*/ 34 h 537"/>
                <a:gd name="T74" fmla="*/ 147 w 1541"/>
                <a:gd name="T75" fmla="*/ 29 h 537"/>
                <a:gd name="T76" fmla="*/ 123 w 1541"/>
                <a:gd name="T77" fmla="*/ 24 h 537"/>
                <a:gd name="T78" fmla="*/ 98 w 1541"/>
                <a:gd name="T79" fmla="*/ 18 h 537"/>
                <a:gd name="T80" fmla="*/ 73 w 1541"/>
                <a:gd name="T81" fmla="*/ 13 h 537"/>
                <a:gd name="T82" fmla="*/ 49 w 1541"/>
                <a:gd name="T83" fmla="*/ 8 h 537"/>
                <a:gd name="T84" fmla="*/ 28 w 1541"/>
                <a:gd name="T85" fmla="*/ 4 h 537"/>
                <a:gd name="T86" fmla="*/ 12 w 1541"/>
                <a:gd name="T87" fmla="*/ 1 h 537"/>
                <a:gd name="T88" fmla="*/ 2 w 1541"/>
                <a:gd name="T89" fmla="*/ 0 h 537"/>
                <a:gd name="T90" fmla="*/ 0 w 1541"/>
                <a:gd name="T91" fmla="*/ 0 h 537"/>
                <a:gd name="T92" fmla="*/ 1 w 1541"/>
                <a:gd name="T93" fmla="*/ 3 h 537"/>
                <a:gd name="T94" fmla="*/ 3 w 1541"/>
                <a:gd name="T95" fmla="*/ 5 h 537"/>
                <a:gd name="T96" fmla="*/ 4 w 1541"/>
                <a:gd name="T97" fmla="*/ 9 h 53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41"/>
                <a:gd name="T148" fmla="*/ 0 h 537"/>
                <a:gd name="T149" fmla="*/ 1541 w 1541"/>
                <a:gd name="T150" fmla="*/ 537 h 53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41" h="537">
                  <a:moveTo>
                    <a:pt x="27" y="98"/>
                  </a:moveTo>
                  <a:lnTo>
                    <a:pt x="29" y="107"/>
                  </a:lnTo>
                  <a:lnTo>
                    <a:pt x="34" y="113"/>
                  </a:lnTo>
                  <a:lnTo>
                    <a:pt x="42" y="116"/>
                  </a:lnTo>
                  <a:lnTo>
                    <a:pt x="52" y="119"/>
                  </a:lnTo>
                  <a:lnTo>
                    <a:pt x="63" y="120"/>
                  </a:lnTo>
                  <a:lnTo>
                    <a:pt x="74" y="120"/>
                  </a:lnTo>
                  <a:lnTo>
                    <a:pt x="86" y="120"/>
                  </a:lnTo>
                  <a:lnTo>
                    <a:pt x="97" y="121"/>
                  </a:lnTo>
                  <a:lnTo>
                    <a:pt x="123" y="125"/>
                  </a:lnTo>
                  <a:lnTo>
                    <a:pt x="149" y="127"/>
                  </a:lnTo>
                  <a:lnTo>
                    <a:pt x="174" y="130"/>
                  </a:lnTo>
                  <a:lnTo>
                    <a:pt x="200" y="135"/>
                  </a:lnTo>
                  <a:lnTo>
                    <a:pt x="221" y="142"/>
                  </a:lnTo>
                  <a:lnTo>
                    <a:pt x="238" y="153"/>
                  </a:lnTo>
                  <a:lnTo>
                    <a:pt x="248" y="168"/>
                  </a:lnTo>
                  <a:lnTo>
                    <a:pt x="253" y="190"/>
                  </a:lnTo>
                  <a:lnTo>
                    <a:pt x="250" y="205"/>
                  </a:lnTo>
                  <a:lnTo>
                    <a:pt x="242" y="218"/>
                  </a:lnTo>
                  <a:lnTo>
                    <a:pt x="233" y="229"/>
                  </a:lnTo>
                  <a:lnTo>
                    <a:pt x="222" y="239"/>
                  </a:lnTo>
                  <a:lnTo>
                    <a:pt x="209" y="249"/>
                  </a:lnTo>
                  <a:lnTo>
                    <a:pt x="200" y="260"/>
                  </a:lnTo>
                  <a:lnTo>
                    <a:pt x="192" y="273"/>
                  </a:lnTo>
                  <a:lnTo>
                    <a:pt x="189" y="288"/>
                  </a:lnTo>
                  <a:lnTo>
                    <a:pt x="193" y="312"/>
                  </a:lnTo>
                  <a:lnTo>
                    <a:pt x="203" y="332"/>
                  </a:lnTo>
                  <a:lnTo>
                    <a:pt x="218" y="348"/>
                  </a:lnTo>
                  <a:lnTo>
                    <a:pt x="237" y="361"/>
                  </a:lnTo>
                  <a:lnTo>
                    <a:pt x="259" y="371"/>
                  </a:lnTo>
                  <a:lnTo>
                    <a:pt x="283" y="379"/>
                  </a:lnTo>
                  <a:lnTo>
                    <a:pt x="308" y="387"/>
                  </a:lnTo>
                  <a:lnTo>
                    <a:pt x="333" y="393"/>
                  </a:lnTo>
                  <a:lnTo>
                    <a:pt x="348" y="396"/>
                  </a:lnTo>
                  <a:lnTo>
                    <a:pt x="362" y="401"/>
                  </a:lnTo>
                  <a:lnTo>
                    <a:pt x="376" y="405"/>
                  </a:lnTo>
                  <a:lnTo>
                    <a:pt x="389" y="409"/>
                  </a:lnTo>
                  <a:lnTo>
                    <a:pt x="400" y="413"/>
                  </a:lnTo>
                  <a:lnTo>
                    <a:pt x="413" y="417"/>
                  </a:lnTo>
                  <a:lnTo>
                    <a:pt x="424" y="422"/>
                  </a:lnTo>
                  <a:lnTo>
                    <a:pt x="436" y="426"/>
                  </a:lnTo>
                  <a:lnTo>
                    <a:pt x="448" y="431"/>
                  </a:lnTo>
                  <a:lnTo>
                    <a:pt x="459" y="436"/>
                  </a:lnTo>
                  <a:lnTo>
                    <a:pt x="471" y="440"/>
                  </a:lnTo>
                  <a:lnTo>
                    <a:pt x="482" y="445"/>
                  </a:lnTo>
                  <a:lnTo>
                    <a:pt x="495" y="448"/>
                  </a:lnTo>
                  <a:lnTo>
                    <a:pt x="509" y="453"/>
                  </a:lnTo>
                  <a:lnTo>
                    <a:pt x="521" y="458"/>
                  </a:lnTo>
                  <a:lnTo>
                    <a:pt x="536" y="462"/>
                  </a:lnTo>
                  <a:lnTo>
                    <a:pt x="563" y="470"/>
                  </a:lnTo>
                  <a:lnTo>
                    <a:pt x="588" y="477"/>
                  </a:lnTo>
                  <a:lnTo>
                    <a:pt x="612" y="485"/>
                  </a:lnTo>
                  <a:lnTo>
                    <a:pt x="635" y="492"/>
                  </a:lnTo>
                  <a:lnTo>
                    <a:pt x="657" y="498"/>
                  </a:lnTo>
                  <a:lnTo>
                    <a:pt x="679" y="505"/>
                  </a:lnTo>
                  <a:lnTo>
                    <a:pt x="701" y="511"/>
                  </a:lnTo>
                  <a:lnTo>
                    <a:pt x="723" y="515"/>
                  </a:lnTo>
                  <a:lnTo>
                    <a:pt x="745" y="521"/>
                  </a:lnTo>
                  <a:lnTo>
                    <a:pt x="767" y="524"/>
                  </a:lnTo>
                  <a:lnTo>
                    <a:pt x="789" y="528"/>
                  </a:lnTo>
                  <a:lnTo>
                    <a:pt x="812" y="531"/>
                  </a:lnTo>
                  <a:lnTo>
                    <a:pt x="836" y="534"/>
                  </a:lnTo>
                  <a:lnTo>
                    <a:pt x="861" y="536"/>
                  </a:lnTo>
                  <a:lnTo>
                    <a:pt x="886" y="537"/>
                  </a:lnTo>
                  <a:lnTo>
                    <a:pt x="914" y="537"/>
                  </a:lnTo>
                  <a:lnTo>
                    <a:pt x="934" y="537"/>
                  </a:lnTo>
                  <a:lnTo>
                    <a:pt x="952" y="537"/>
                  </a:lnTo>
                  <a:lnTo>
                    <a:pt x="969" y="536"/>
                  </a:lnTo>
                  <a:lnTo>
                    <a:pt x="986" y="536"/>
                  </a:lnTo>
                  <a:lnTo>
                    <a:pt x="1002" y="536"/>
                  </a:lnTo>
                  <a:lnTo>
                    <a:pt x="1018" y="535"/>
                  </a:lnTo>
                  <a:lnTo>
                    <a:pt x="1033" y="534"/>
                  </a:lnTo>
                  <a:lnTo>
                    <a:pt x="1049" y="532"/>
                  </a:lnTo>
                  <a:lnTo>
                    <a:pt x="1064" y="531"/>
                  </a:lnTo>
                  <a:lnTo>
                    <a:pt x="1079" y="530"/>
                  </a:lnTo>
                  <a:lnTo>
                    <a:pt x="1095" y="529"/>
                  </a:lnTo>
                  <a:lnTo>
                    <a:pt x="1111" y="528"/>
                  </a:lnTo>
                  <a:lnTo>
                    <a:pt x="1127" y="525"/>
                  </a:lnTo>
                  <a:lnTo>
                    <a:pt x="1145" y="524"/>
                  </a:lnTo>
                  <a:lnTo>
                    <a:pt x="1163" y="522"/>
                  </a:lnTo>
                  <a:lnTo>
                    <a:pt x="1183" y="520"/>
                  </a:lnTo>
                  <a:lnTo>
                    <a:pt x="1203" y="519"/>
                  </a:lnTo>
                  <a:lnTo>
                    <a:pt x="1224" y="517"/>
                  </a:lnTo>
                  <a:lnTo>
                    <a:pt x="1243" y="516"/>
                  </a:lnTo>
                  <a:lnTo>
                    <a:pt x="1261" y="515"/>
                  </a:lnTo>
                  <a:lnTo>
                    <a:pt x="1278" y="512"/>
                  </a:lnTo>
                  <a:lnTo>
                    <a:pt x="1294" y="506"/>
                  </a:lnTo>
                  <a:lnTo>
                    <a:pt x="1310" y="498"/>
                  </a:lnTo>
                  <a:lnTo>
                    <a:pt x="1327" y="485"/>
                  </a:lnTo>
                  <a:lnTo>
                    <a:pt x="1335" y="477"/>
                  </a:lnTo>
                  <a:lnTo>
                    <a:pt x="1340" y="468"/>
                  </a:lnTo>
                  <a:lnTo>
                    <a:pt x="1345" y="459"/>
                  </a:lnTo>
                  <a:lnTo>
                    <a:pt x="1350" y="448"/>
                  </a:lnTo>
                  <a:lnTo>
                    <a:pt x="1353" y="440"/>
                  </a:lnTo>
                  <a:lnTo>
                    <a:pt x="1359" y="431"/>
                  </a:lnTo>
                  <a:lnTo>
                    <a:pt x="1365" y="423"/>
                  </a:lnTo>
                  <a:lnTo>
                    <a:pt x="1373" y="416"/>
                  </a:lnTo>
                  <a:lnTo>
                    <a:pt x="1395" y="402"/>
                  </a:lnTo>
                  <a:lnTo>
                    <a:pt x="1418" y="393"/>
                  </a:lnTo>
                  <a:lnTo>
                    <a:pt x="1441" y="385"/>
                  </a:lnTo>
                  <a:lnTo>
                    <a:pt x="1464" y="379"/>
                  </a:lnTo>
                  <a:lnTo>
                    <a:pt x="1486" y="371"/>
                  </a:lnTo>
                  <a:lnTo>
                    <a:pt x="1505" y="362"/>
                  </a:lnTo>
                  <a:lnTo>
                    <a:pt x="1525" y="348"/>
                  </a:lnTo>
                  <a:lnTo>
                    <a:pt x="1541" y="328"/>
                  </a:lnTo>
                  <a:lnTo>
                    <a:pt x="1524" y="322"/>
                  </a:lnTo>
                  <a:lnTo>
                    <a:pt x="1499" y="313"/>
                  </a:lnTo>
                  <a:lnTo>
                    <a:pt x="1468" y="304"/>
                  </a:lnTo>
                  <a:lnTo>
                    <a:pt x="1433" y="295"/>
                  </a:lnTo>
                  <a:lnTo>
                    <a:pt x="1391" y="284"/>
                  </a:lnTo>
                  <a:lnTo>
                    <a:pt x="1344" y="272"/>
                  </a:lnTo>
                  <a:lnTo>
                    <a:pt x="1293" y="260"/>
                  </a:lnTo>
                  <a:lnTo>
                    <a:pt x="1239" y="248"/>
                  </a:lnTo>
                  <a:lnTo>
                    <a:pt x="1180" y="234"/>
                  </a:lnTo>
                  <a:lnTo>
                    <a:pt x="1120" y="221"/>
                  </a:lnTo>
                  <a:lnTo>
                    <a:pt x="1057" y="208"/>
                  </a:lnTo>
                  <a:lnTo>
                    <a:pt x="991" y="193"/>
                  </a:lnTo>
                  <a:lnTo>
                    <a:pt x="925" y="179"/>
                  </a:lnTo>
                  <a:lnTo>
                    <a:pt x="857" y="164"/>
                  </a:lnTo>
                  <a:lnTo>
                    <a:pt x="789" y="150"/>
                  </a:lnTo>
                  <a:lnTo>
                    <a:pt x="719" y="136"/>
                  </a:lnTo>
                  <a:lnTo>
                    <a:pt x="651" y="122"/>
                  </a:lnTo>
                  <a:lnTo>
                    <a:pt x="585" y="108"/>
                  </a:lnTo>
                  <a:lnTo>
                    <a:pt x="519" y="95"/>
                  </a:lnTo>
                  <a:lnTo>
                    <a:pt x="454" y="82"/>
                  </a:lnTo>
                  <a:lnTo>
                    <a:pt x="393" y="70"/>
                  </a:lnTo>
                  <a:lnTo>
                    <a:pt x="335" y="59"/>
                  </a:lnTo>
                  <a:lnTo>
                    <a:pt x="279" y="49"/>
                  </a:lnTo>
                  <a:lnTo>
                    <a:pt x="227" y="38"/>
                  </a:lnTo>
                  <a:lnTo>
                    <a:pt x="179" y="29"/>
                  </a:lnTo>
                  <a:lnTo>
                    <a:pt x="136" y="21"/>
                  </a:lnTo>
                  <a:lnTo>
                    <a:pt x="98" y="14"/>
                  </a:lnTo>
                  <a:lnTo>
                    <a:pt x="66" y="9"/>
                  </a:lnTo>
                  <a:lnTo>
                    <a:pt x="41" y="5"/>
                  </a:lnTo>
                  <a:lnTo>
                    <a:pt x="21" y="1"/>
                  </a:lnTo>
                  <a:lnTo>
                    <a:pt x="9" y="0"/>
                  </a:lnTo>
                  <a:lnTo>
                    <a:pt x="4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4" y="19"/>
                  </a:lnTo>
                  <a:lnTo>
                    <a:pt x="10" y="24"/>
                  </a:lnTo>
                  <a:lnTo>
                    <a:pt x="17" y="30"/>
                  </a:lnTo>
                  <a:lnTo>
                    <a:pt x="24" y="37"/>
                  </a:lnTo>
                  <a:lnTo>
                    <a:pt x="29" y="44"/>
                  </a:lnTo>
                  <a:lnTo>
                    <a:pt x="33" y="52"/>
                  </a:lnTo>
                  <a:lnTo>
                    <a:pt x="34" y="63"/>
                  </a:lnTo>
                  <a:lnTo>
                    <a:pt x="32" y="74"/>
                  </a:lnTo>
                  <a:lnTo>
                    <a:pt x="28" y="85"/>
                  </a:lnTo>
                  <a:lnTo>
                    <a:pt x="27" y="98"/>
                  </a:lnTo>
                  <a:close/>
                </a:path>
              </a:pathLst>
            </a:custGeom>
            <a:solidFill>
              <a:srgbClr val="96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8" name="Freeform 8">
              <a:extLst>
                <a:ext uri="{FF2B5EF4-FFF2-40B4-BE49-F238E27FC236}">
                  <a16:creationId xmlns:a16="http://schemas.microsoft.com/office/drawing/2014/main" id="{96FDA352-C98D-A746-9E52-8DA3680A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183"/>
              <a:ext cx="847" cy="215"/>
            </a:xfrm>
            <a:custGeom>
              <a:avLst/>
              <a:gdLst>
                <a:gd name="T0" fmla="*/ 0 w 1693"/>
                <a:gd name="T1" fmla="*/ 0 h 430"/>
                <a:gd name="T2" fmla="*/ 203 w 1693"/>
                <a:gd name="T3" fmla="*/ 44 h 430"/>
                <a:gd name="T4" fmla="*/ 204 w 1693"/>
                <a:gd name="T5" fmla="*/ 43 h 430"/>
                <a:gd name="T6" fmla="*/ 206 w 1693"/>
                <a:gd name="T7" fmla="*/ 43 h 430"/>
                <a:gd name="T8" fmla="*/ 207 w 1693"/>
                <a:gd name="T9" fmla="*/ 43 h 430"/>
                <a:gd name="T10" fmla="*/ 209 w 1693"/>
                <a:gd name="T11" fmla="*/ 44 h 430"/>
                <a:gd name="T12" fmla="*/ 211 w 1693"/>
                <a:gd name="T13" fmla="*/ 46 h 430"/>
                <a:gd name="T14" fmla="*/ 212 w 1693"/>
                <a:gd name="T15" fmla="*/ 47 h 430"/>
                <a:gd name="T16" fmla="*/ 212 w 1693"/>
                <a:gd name="T17" fmla="*/ 49 h 430"/>
                <a:gd name="T18" fmla="*/ 212 w 1693"/>
                <a:gd name="T19" fmla="*/ 50 h 430"/>
                <a:gd name="T20" fmla="*/ 211 w 1693"/>
                <a:gd name="T21" fmla="*/ 52 h 430"/>
                <a:gd name="T22" fmla="*/ 210 w 1693"/>
                <a:gd name="T23" fmla="*/ 53 h 430"/>
                <a:gd name="T24" fmla="*/ 209 w 1693"/>
                <a:gd name="T25" fmla="*/ 53 h 430"/>
                <a:gd name="T26" fmla="*/ 207 w 1693"/>
                <a:gd name="T27" fmla="*/ 54 h 430"/>
                <a:gd name="T28" fmla="*/ 206 w 1693"/>
                <a:gd name="T29" fmla="*/ 54 h 430"/>
                <a:gd name="T30" fmla="*/ 204 w 1693"/>
                <a:gd name="T31" fmla="*/ 54 h 430"/>
                <a:gd name="T32" fmla="*/ 203 w 1693"/>
                <a:gd name="T33" fmla="*/ 53 h 430"/>
                <a:gd name="T34" fmla="*/ 202 w 1693"/>
                <a:gd name="T35" fmla="*/ 53 h 430"/>
                <a:gd name="T36" fmla="*/ 3 w 1693"/>
                <a:gd name="T37" fmla="*/ 11 h 430"/>
                <a:gd name="T38" fmla="*/ 0 w 1693"/>
                <a:gd name="T39" fmla="*/ 0 h 4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693"/>
                <a:gd name="T61" fmla="*/ 0 h 430"/>
                <a:gd name="T62" fmla="*/ 1693 w 1693"/>
                <a:gd name="T63" fmla="*/ 430 h 43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693" h="430">
                  <a:moveTo>
                    <a:pt x="0" y="0"/>
                  </a:moveTo>
                  <a:lnTo>
                    <a:pt x="1617" y="347"/>
                  </a:lnTo>
                  <a:lnTo>
                    <a:pt x="1629" y="341"/>
                  </a:lnTo>
                  <a:lnTo>
                    <a:pt x="1643" y="341"/>
                  </a:lnTo>
                  <a:lnTo>
                    <a:pt x="1655" y="344"/>
                  </a:lnTo>
                  <a:lnTo>
                    <a:pt x="1669" y="351"/>
                  </a:lnTo>
                  <a:lnTo>
                    <a:pt x="1681" y="362"/>
                  </a:lnTo>
                  <a:lnTo>
                    <a:pt x="1689" y="373"/>
                  </a:lnTo>
                  <a:lnTo>
                    <a:pt x="1693" y="386"/>
                  </a:lnTo>
                  <a:lnTo>
                    <a:pt x="1692" y="398"/>
                  </a:lnTo>
                  <a:lnTo>
                    <a:pt x="1687" y="409"/>
                  </a:lnTo>
                  <a:lnTo>
                    <a:pt x="1679" y="418"/>
                  </a:lnTo>
                  <a:lnTo>
                    <a:pt x="1668" y="424"/>
                  </a:lnTo>
                  <a:lnTo>
                    <a:pt x="1655" y="428"/>
                  </a:lnTo>
                  <a:lnTo>
                    <a:pt x="1644" y="430"/>
                  </a:lnTo>
                  <a:lnTo>
                    <a:pt x="1631" y="428"/>
                  </a:lnTo>
                  <a:lnTo>
                    <a:pt x="1621" y="424"/>
                  </a:lnTo>
                  <a:lnTo>
                    <a:pt x="1612" y="417"/>
                  </a:lnTo>
                  <a:lnTo>
                    <a:pt x="17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9" name="Freeform 9">
              <a:extLst>
                <a:ext uri="{FF2B5EF4-FFF2-40B4-BE49-F238E27FC236}">
                  <a16:creationId xmlns:a16="http://schemas.microsoft.com/office/drawing/2014/main" id="{845909A5-1B98-D642-8674-01073C25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037"/>
              <a:ext cx="1132" cy="320"/>
            </a:xfrm>
            <a:custGeom>
              <a:avLst/>
              <a:gdLst>
                <a:gd name="T0" fmla="*/ 150 w 2264"/>
                <a:gd name="T1" fmla="*/ 0 h 641"/>
                <a:gd name="T2" fmla="*/ 139 w 2264"/>
                <a:gd name="T3" fmla="*/ 0 h 641"/>
                <a:gd name="T4" fmla="*/ 121 w 2264"/>
                <a:gd name="T5" fmla="*/ 0 h 641"/>
                <a:gd name="T6" fmla="*/ 100 w 2264"/>
                <a:gd name="T7" fmla="*/ 0 h 641"/>
                <a:gd name="T8" fmla="*/ 77 w 2264"/>
                <a:gd name="T9" fmla="*/ 0 h 641"/>
                <a:gd name="T10" fmla="*/ 55 w 2264"/>
                <a:gd name="T11" fmla="*/ 0 h 641"/>
                <a:gd name="T12" fmla="*/ 37 w 2264"/>
                <a:gd name="T13" fmla="*/ 0 h 641"/>
                <a:gd name="T14" fmla="*/ 26 w 2264"/>
                <a:gd name="T15" fmla="*/ 0 h 641"/>
                <a:gd name="T16" fmla="*/ 21 w 2264"/>
                <a:gd name="T17" fmla="*/ 0 h 641"/>
                <a:gd name="T18" fmla="*/ 20 w 2264"/>
                <a:gd name="T19" fmla="*/ 2 h 641"/>
                <a:gd name="T20" fmla="*/ 20 w 2264"/>
                <a:gd name="T21" fmla="*/ 6 h 641"/>
                <a:gd name="T22" fmla="*/ 23 w 2264"/>
                <a:gd name="T23" fmla="*/ 10 h 641"/>
                <a:gd name="T24" fmla="*/ 20 w 2264"/>
                <a:gd name="T25" fmla="*/ 13 h 641"/>
                <a:gd name="T26" fmla="*/ 12 w 2264"/>
                <a:gd name="T27" fmla="*/ 13 h 641"/>
                <a:gd name="T28" fmla="*/ 9 w 2264"/>
                <a:gd name="T29" fmla="*/ 19 h 641"/>
                <a:gd name="T30" fmla="*/ 8 w 2264"/>
                <a:gd name="T31" fmla="*/ 25 h 641"/>
                <a:gd name="T32" fmla="*/ 1 w 2264"/>
                <a:gd name="T33" fmla="*/ 30 h 641"/>
                <a:gd name="T34" fmla="*/ 1 w 2264"/>
                <a:gd name="T35" fmla="*/ 36 h 641"/>
                <a:gd name="T36" fmla="*/ 8 w 2264"/>
                <a:gd name="T37" fmla="*/ 39 h 641"/>
                <a:gd name="T38" fmla="*/ 17 w 2264"/>
                <a:gd name="T39" fmla="*/ 41 h 641"/>
                <a:gd name="T40" fmla="*/ 26 w 2264"/>
                <a:gd name="T41" fmla="*/ 42 h 641"/>
                <a:gd name="T42" fmla="*/ 34 w 2264"/>
                <a:gd name="T43" fmla="*/ 43 h 641"/>
                <a:gd name="T44" fmla="*/ 40 w 2264"/>
                <a:gd name="T45" fmla="*/ 45 h 641"/>
                <a:gd name="T46" fmla="*/ 46 w 2264"/>
                <a:gd name="T47" fmla="*/ 47 h 641"/>
                <a:gd name="T48" fmla="*/ 53 w 2264"/>
                <a:gd name="T49" fmla="*/ 48 h 641"/>
                <a:gd name="T50" fmla="*/ 63 w 2264"/>
                <a:gd name="T51" fmla="*/ 50 h 641"/>
                <a:gd name="T52" fmla="*/ 75 w 2264"/>
                <a:gd name="T53" fmla="*/ 52 h 641"/>
                <a:gd name="T54" fmla="*/ 85 w 2264"/>
                <a:gd name="T55" fmla="*/ 54 h 641"/>
                <a:gd name="T56" fmla="*/ 96 w 2264"/>
                <a:gd name="T57" fmla="*/ 57 h 641"/>
                <a:gd name="T58" fmla="*/ 109 w 2264"/>
                <a:gd name="T59" fmla="*/ 62 h 641"/>
                <a:gd name="T60" fmla="*/ 122 w 2264"/>
                <a:gd name="T61" fmla="*/ 65 h 641"/>
                <a:gd name="T62" fmla="*/ 134 w 2264"/>
                <a:gd name="T63" fmla="*/ 68 h 641"/>
                <a:gd name="T64" fmla="*/ 145 w 2264"/>
                <a:gd name="T65" fmla="*/ 70 h 641"/>
                <a:gd name="T66" fmla="*/ 156 w 2264"/>
                <a:gd name="T67" fmla="*/ 72 h 641"/>
                <a:gd name="T68" fmla="*/ 168 w 2264"/>
                <a:gd name="T69" fmla="*/ 74 h 641"/>
                <a:gd name="T70" fmla="*/ 180 w 2264"/>
                <a:gd name="T71" fmla="*/ 76 h 641"/>
                <a:gd name="T72" fmla="*/ 193 w 2264"/>
                <a:gd name="T73" fmla="*/ 78 h 641"/>
                <a:gd name="T74" fmla="*/ 226 w 2264"/>
                <a:gd name="T75" fmla="*/ 74 h 641"/>
                <a:gd name="T76" fmla="*/ 228 w 2264"/>
                <a:gd name="T77" fmla="*/ 63 h 641"/>
                <a:gd name="T78" fmla="*/ 238 w 2264"/>
                <a:gd name="T79" fmla="*/ 61 h 641"/>
                <a:gd name="T80" fmla="*/ 267 w 2264"/>
                <a:gd name="T81" fmla="*/ 62 h 641"/>
                <a:gd name="T82" fmla="*/ 278 w 2264"/>
                <a:gd name="T83" fmla="*/ 59 h 641"/>
                <a:gd name="T84" fmla="*/ 283 w 2264"/>
                <a:gd name="T85" fmla="*/ 51 h 641"/>
                <a:gd name="T86" fmla="*/ 281 w 2264"/>
                <a:gd name="T87" fmla="*/ 47 h 641"/>
                <a:gd name="T88" fmla="*/ 276 w 2264"/>
                <a:gd name="T89" fmla="*/ 44 h 641"/>
                <a:gd name="T90" fmla="*/ 265 w 2264"/>
                <a:gd name="T91" fmla="*/ 41 h 641"/>
                <a:gd name="T92" fmla="*/ 255 w 2264"/>
                <a:gd name="T93" fmla="*/ 37 h 641"/>
                <a:gd name="T94" fmla="*/ 262 w 2264"/>
                <a:gd name="T95" fmla="*/ 33 h 641"/>
                <a:gd name="T96" fmla="*/ 270 w 2264"/>
                <a:gd name="T97" fmla="*/ 29 h 64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64"/>
                <a:gd name="T148" fmla="*/ 0 h 641"/>
                <a:gd name="T149" fmla="*/ 2264 w 2264"/>
                <a:gd name="T150" fmla="*/ 641 h 64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64" h="641">
                  <a:moveTo>
                    <a:pt x="2155" y="236"/>
                  </a:moveTo>
                  <a:lnTo>
                    <a:pt x="1212" y="6"/>
                  </a:lnTo>
                  <a:lnTo>
                    <a:pt x="1206" y="6"/>
                  </a:lnTo>
                  <a:lnTo>
                    <a:pt x="1195" y="7"/>
                  </a:lnTo>
                  <a:lnTo>
                    <a:pt x="1179" y="7"/>
                  </a:lnTo>
                  <a:lnTo>
                    <a:pt x="1159" y="7"/>
                  </a:lnTo>
                  <a:lnTo>
                    <a:pt x="1135" y="7"/>
                  </a:lnTo>
                  <a:lnTo>
                    <a:pt x="1107" y="7"/>
                  </a:lnTo>
                  <a:lnTo>
                    <a:pt x="1077" y="7"/>
                  </a:lnTo>
                  <a:lnTo>
                    <a:pt x="1044" y="7"/>
                  </a:lnTo>
                  <a:lnTo>
                    <a:pt x="1007" y="7"/>
                  </a:lnTo>
                  <a:lnTo>
                    <a:pt x="969" y="7"/>
                  </a:lnTo>
                  <a:lnTo>
                    <a:pt x="929" y="7"/>
                  </a:lnTo>
                  <a:lnTo>
                    <a:pt x="886" y="7"/>
                  </a:lnTo>
                  <a:lnTo>
                    <a:pt x="842" y="6"/>
                  </a:lnTo>
                  <a:lnTo>
                    <a:pt x="797" y="6"/>
                  </a:lnTo>
                  <a:lnTo>
                    <a:pt x="752" y="6"/>
                  </a:lnTo>
                  <a:lnTo>
                    <a:pt x="706" y="5"/>
                  </a:lnTo>
                  <a:lnTo>
                    <a:pt x="661" y="5"/>
                  </a:lnTo>
                  <a:lnTo>
                    <a:pt x="615" y="5"/>
                  </a:lnTo>
                  <a:lnTo>
                    <a:pt x="570" y="4"/>
                  </a:lnTo>
                  <a:lnTo>
                    <a:pt x="527" y="4"/>
                  </a:lnTo>
                  <a:lnTo>
                    <a:pt x="483" y="4"/>
                  </a:lnTo>
                  <a:lnTo>
                    <a:pt x="441" y="2"/>
                  </a:lnTo>
                  <a:lnTo>
                    <a:pt x="402" y="2"/>
                  </a:lnTo>
                  <a:lnTo>
                    <a:pt x="364" y="1"/>
                  </a:lnTo>
                  <a:lnTo>
                    <a:pt x="330" y="1"/>
                  </a:lnTo>
                  <a:lnTo>
                    <a:pt x="297" y="1"/>
                  </a:lnTo>
                  <a:lnTo>
                    <a:pt x="268" y="1"/>
                  </a:lnTo>
                  <a:lnTo>
                    <a:pt x="242" y="0"/>
                  </a:lnTo>
                  <a:lnTo>
                    <a:pt x="220" y="0"/>
                  </a:lnTo>
                  <a:lnTo>
                    <a:pt x="203" y="0"/>
                  </a:lnTo>
                  <a:lnTo>
                    <a:pt x="189" y="0"/>
                  </a:lnTo>
                  <a:lnTo>
                    <a:pt x="180" y="0"/>
                  </a:lnTo>
                  <a:lnTo>
                    <a:pt x="173" y="1"/>
                  </a:lnTo>
                  <a:lnTo>
                    <a:pt x="168" y="2"/>
                  </a:lnTo>
                  <a:lnTo>
                    <a:pt x="162" y="5"/>
                  </a:lnTo>
                  <a:lnTo>
                    <a:pt x="157" y="6"/>
                  </a:lnTo>
                  <a:lnTo>
                    <a:pt x="156" y="12"/>
                  </a:lnTo>
                  <a:lnTo>
                    <a:pt x="154" y="17"/>
                  </a:lnTo>
                  <a:lnTo>
                    <a:pt x="152" y="22"/>
                  </a:lnTo>
                  <a:lnTo>
                    <a:pt x="151" y="29"/>
                  </a:lnTo>
                  <a:lnTo>
                    <a:pt x="152" y="40"/>
                  </a:lnTo>
                  <a:lnTo>
                    <a:pt x="156" y="50"/>
                  </a:lnTo>
                  <a:lnTo>
                    <a:pt x="161" y="59"/>
                  </a:lnTo>
                  <a:lnTo>
                    <a:pt x="167" y="67"/>
                  </a:lnTo>
                  <a:lnTo>
                    <a:pt x="174" y="75"/>
                  </a:lnTo>
                  <a:lnTo>
                    <a:pt x="181" y="84"/>
                  </a:lnTo>
                  <a:lnTo>
                    <a:pt x="187" y="93"/>
                  </a:lnTo>
                  <a:lnTo>
                    <a:pt x="191" y="104"/>
                  </a:lnTo>
                  <a:lnTo>
                    <a:pt x="174" y="106"/>
                  </a:lnTo>
                  <a:lnTo>
                    <a:pt x="158" y="107"/>
                  </a:lnTo>
                  <a:lnTo>
                    <a:pt x="142" y="108"/>
                  </a:lnTo>
                  <a:lnTo>
                    <a:pt x="128" y="108"/>
                  </a:lnTo>
                  <a:lnTo>
                    <a:pt x="113" y="108"/>
                  </a:lnTo>
                  <a:lnTo>
                    <a:pt x="97" y="107"/>
                  </a:lnTo>
                  <a:lnTo>
                    <a:pt x="81" y="106"/>
                  </a:lnTo>
                  <a:lnTo>
                    <a:pt x="63" y="104"/>
                  </a:lnTo>
                  <a:lnTo>
                    <a:pt x="67" y="137"/>
                  </a:lnTo>
                  <a:lnTo>
                    <a:pt x="67" y="153"/>
                  </a:lnTo>
                  <a:lnTo>
                    <a:pt x="71" y="168"/>
                  </a:lnTo>
                  <a:lnTo>
                    <a:pt x="86" y="196"/>
                  </a:lnTo>
                  <a:lnTo>
                    <a:pt x="73" y="201"/>
                  </a:lnTo>
                  <a:lnTo>
                    <a:pt x="58" y="206"/>
                  </a:lnTo>
                  <a:lnTo>
                    <a:pt x="44" y="213"/>
                  </a:lnTo>
                  <a:lnTo>
                    <a:pt x="30" y="220"/>
                  </a:lnTo>
                  <a:lnTo>
                    <a:pt x="18" y="229"/>
                  </a:lnTo>
                  <a:lnTo>
                    <a:pt x="8" y="240"/>
                  </a:lnTo>
                  <a:lnTo>
                    <a:pt x="2" y="251"/>
                  </a:lnTo>
                  <a:lnTo>
                    <a:pt x="0" y="265"/>
                  </a:lnTo>
                  <a:lnTo>
                    <a:pt x="2" y="277"/>
                  </a:lnTo>
                  <a:lnTo>
                    <a:pt x="7" y="288"/>
                  </a:lnTo>
                  <a:lnTo>
                    <a:pt x="16" y="297"/>
                  </a:lnTo>
                  <a:lnTo>
                    <a:pt x="28" y="305"/>
                  </a:lnTo>
                  <a:lnTo>
                    <a:pt x="41" y="312"/>
                  </a:lnTo>
                  <a:lnTo>
                    <a:pt x="58" y="318"/>
                  </a:lnTo>
                  <a:lnTo>
                    <a:pt x="75" y="323"/>
                  </a:lnTo>
                  <a:lnTo>
                    <a:pt x="93" y="327"/>
                  </a:lnTo>
                  <a:lnTo>
                    <a:pt x="113" y="331"/>
                  </a:lnTo>
                  <a:lnTo>
                    <a:pt x="132" y="334"/>
                  </a:lnTo>
                  <a:lnTo>
                    <a:pt x="153" y="336"/>
                  </a:lnTo>
                  <a:lnTo>
                    <a:pt x="172" y="339"/>
                  </a:lnTo>
                  <a:lnTo>
                    <a:pt x="190" y="341"/>
                  </a:lnTo>
                  <a:lnTo>
                    <a:pt x="207" y="343"/>
                  </a:lnTo>
                  <a:lnTo>
                    <a:pt x="224" y="345"/>
                  </a:lnTo>
                  <a:lnTo>
                    <a:pt x="237" y="347"/>
                  </a:lnTo>
                  <a:lnTo>
                    <a:pt x="252" y="349"/>
                  </a:lnTo>
                  <a:lnTo>
                    <a:pt x="267" y="351"/>
                  </a:lnTo>
                  <a:lnTo>
                    <a:pt x="281" y="355"/>
                  </a:lnTo>
                  <a:lnTo>
                    <a:pt x="294" y="357"/>
                  </a:lnTo>
                  <a:lnTo>
                    <a:pt x="306" y="361"/>
                  </a:lnTo>
                  <a:lnTo>
                    <a:pt x="319" y="364"/>
                  </a:lnTo>
                  <a:lnTo>
                    <a:pt x="332" y="368"/>
                  </a:lnTo>
                  <a:lnTo>
                    <a:pt x="343" y="370"/>
                  </a:lnTo>
                  <a:lnTo>
                    <a:pt x="356" y="373"/>
                  </a:lnTo>
                  <a:lnTo>
                    <a:pt x="368" y="377"/>
                  </a:lnTo>
                  <a:lnTo>
                    <a:pt x="380" y="380"/>
                  </a:lnTo>
                  <a:lnTo>
                    <a:pt x="393" y="383"/>
                  </a:lnTo>
                  <a:lnTo>
                    <a:pt x="407" y="386"/>
                  </a:lnTo>
                  <a:lnTo>
                    <a:pt x="421" y="388"/>
                  </a:lnTo>
                  <a:lnTo>
                    <a:pt x="436" y="391"/>
                  </a:lnTo>
                  <a:lnTo>
                    <a:pt x="450" y="393"/>
                  </a:lnTo>
                  <a:lnTo>
                    <a:pt x="478" y="396"/>
                  </a:lnTo>
                  <a:lnTo>
                    <a:pt x="503" y="401"/>
                  </a:lnTo>
                  <a:lnTo>
                    <a:pt x="529" y="404"/>
                  </a:lnTo>
                  <a:lnTo>
                    <a:pt x="552" y="408"/>
                  </a:lnTo>
                  <a:lnTo>
                    <a:pt x="574" y="413"/>
                  </a:lnTo>
                  <a:lnTo>
                    <a:pt x="595" y="416"/>
                  </a:lnTo>
                  <a:lnTo>
                    <a:pt x="615" y="421"/>
                  </a:lnTo>
                  <a:lnTo>
                    <a:pt x="636" y="425"/>
                  </a:lnTo>
                  <a:lnTo>
                    <a:pt x="657" y="430"/>
                  </a:lnTo>
                  <a:lnTo>
                    <a:pt x="676" y="436"/>
                  </a:lnTo>
                  <a:lnTo>
                    <a:pt x="697" y="441"/>
                  </a:lnTo>
                  <a:lnTo>
                    <a:pt x="719" y="447"/>
                  </a:lnTo>
                  <a:lnTo>
                    <a:pt x="741" y="454"/>
                  </a:lnTo>
                  <a:lnTo>
                    <a:pt x="764" y="462"/>
                  </a:lnTo>
                  <a:lnTo>
                    <a:pt x="788" y="470"/>
                  </a:lnTo>
                  <a:lnTo>
                    <a:pt x="815" y="479"/>
                  </a:lnTo>
                  <a:lnTo>
                    <a:pt x="842" y="489"/>
                  </a:lnTo>
                  <a:lnTo>
                    <a:pt x="869" y="498"/>
                  </a:lnTo>
                  <a:lnTo>
                    <a:pt x="895" y="506"/>
                  </a:lnTo>
                  <a:lnTo>
                    <a:pt x="921" y="514"/>
                  </a:lnTo>
                  <a:lnTo>
                    <a:pt x="946" y="521"/>
                  </a:lnTo>
                  <a:lnTo>
                    <a:pt x="970" y="527"/>
                  </a:lnTo>
                  <a:lnTo>
                    <a:pt x="995" y="533"/>
                  </a:lnTo>
                  <a:lnTo>
                    <a:pt x="1019" y="539"/>
                  </a:lnTo>
                  <a:lnTo>
                    <a:pt x="1043" y="544"/>
                  </a:lnTo>
                  <a:lnTo>
                    <a:pt x="1066" y="550"/>
                  </a:lnTo>
                  <a:lnTo>
                    <a:pt x="1089" y="553"/>
                  </a:lnTo>
                  <a:lnTo>
                    <a:pt x="1112" y="558"/>
                  </a:lnTo>
                  <a:lnTo>
                    <a:pt x="1135" y="562"/>
                  </a:lnTo>
                  <a:lnTo>
                    <a:pt x="1158" y="566"/>
                  </a:lnTo>
                  <a:lnTo>
                    <a:pt x="1180" y="569"/>
                  </a:lnTo>
                  <a:lnTo>
                    <a:pt x="1203" y="573"/>
                  </a:lnTo>
                  <a:lnTo>
                    <a:pt x="1226" y="576"/>
                  </a:lnTo>
                  <a:lnTo>
                    <a:pt x="1248" y="580"/>
                  </a:lnTo>
                  <a:lnTo>
                    <a:pt x="1271" y="583"/>
                  </a:lnTo>
                  <a:lnTo>
                    <a:pt x="1294" y="586"/>
                  </a:lnTo>
                  <a:lnTo>
                    <a:pt x="1317" y="590"/>
                  </a:lnTo>
                  <a:lnTo>
                    <a:pt x="1341" y="593"/>
                  </a:lnTo>
                  <a:lnTo>
                    <a:pt x="1365" y="597"/>
                  </a:lnTo>
                  <a:lnTo>
                    <a:pt x="1390" y="600"/>
                  </a:lnTo>
                  <a:lnTo>
                    <a:pt x="1414" y="605"/>
                  </a:lnTo>
                  <a:lnTo>
                    <a:pt x="1439" y="608"/>
                  </a:lnTo>
                  <a:lnTo>
                    <a:pt x="1464" y="613"/>
                  </a:lnTo>
                  <a:lnTo>
                    <a:pt x="1490" y="618"/>
                  </a:lnTo>
                  <a:lnTo>
                    <a:pt x="1516" y="623"/>
                  </a:lnTo>
                  <a:lnTo>
                    <a:pt x="1544" y="628"/>
                  </a:lnTo>
                  <a:lnTo>
                    <a:pt x="1572" y="634"/>
                  </a:lnTo>
                  <a:lnTo>
                    <a:pt x="1600" y="641"/>
                  </a:lnTo>
                  <a:lnTo>
                    <a:pt x="1802" y="623"/>
                  </a:lnTo>
                  <a:lnTo>
                    <a:pt x="1804" y="597"/>
                  </a:lnTo>
                  <a:lnTo>
                    <a:pt x="1805" y="573"/>
                  </a:lnTo>
                  <a:lnTo>
                    <a:pt x="1808" y="551"/>
                  </a:lnTo>
                  <a:lnTo>
                    <a:pt x="1814" y="525"/>
                  </a:lnTo>
                  <a:lnTo>
                    <a:pt x="1824" y="507"/>
                  </a:lnTo>
                  <a:lnTo>
                    <a:pt x="1839" y="495"/>
                  </a:lnTo>
                  <a:lnTo>
                    <a:pt x="1857" y="490"/>
                  </a:lnTo>
                  <a:lnTo>
                    <a:pt x="1879" y="487"/>
                  </a:lnTo>
                  <a:lnTo>
                    <a:pt x="1902" y="490"/>
                  </a:lnTo>
                  <a:lnTo>
                    <a:pt x="1926" y="493"/>
                  </a:lnTo>
                  <a:lnTo>
                    <a:pt x="1952" y="498"/>
                  </a:lnTo>
                  <a:lnTo>
                    <a:pt x="1976" y="502"/>
                  </a:lnTo>
                  <a:lnTo>
                    <a:pt x="2132" y="502"/>
                  </a:lnTo>
                  <a:lnTo>
                    <a:pt x="2156" y="498"/>
                  </a:lnTo>
                  <a:lnTo>
                    <a:pt x="2179" y="492"/>
                  </a:lnTo>
                  <a:lnTo>
                    <a:pt x="2202" y="485"/>
                  </a:lnTo>
                  <a:lnTo>
                    <a:pt x="2221" y="476"/>
                  </a:lnTo>
                  <a:lnTo>
                    <a:pt x="2239" y="464"/>
                  </a:lnTo>
                  <a:lnTo>
                    <a:pt x="2252" y="449"/>
                  </a:lnTo>
                  <a:lnTo>
                    <a:pt x="2261" y="432"/>
                  </a:lnTo>
                  <a:lnTo>
                    <a:pt x="2264" y="410"/>
                  </a:lnTo>
                  <a:lnTo>
                    <a:pt x="2263" y="400"/>
                  </a:lnTo>
                  <a:lnTo>
                    <a:pt x="2258" y="391"/>
                  </a:lnTo>
                  <a:lnTo>
                    <a:pt x="2252" y="384"/>
                  </a:lnTo>
                  <a:lnTo>
                    <a:pt x="2246" y="377"/>
                  </a:lnTo>
                  <a:lnTo>
                    <a:pt x="2236" y="372"/>
                  </a:lnTo>
                  <a:lnTo>
                    <a:pt x="2227" y="368"/>
                  </a:lnTo>
                  <a:lnTo>
                    <a:pt x="2217" y="363"/>
                  </a:lnTo>
                  <a:lnTo>
                    <a:pt x="2206" y="358"/>
                  </a:lnTo>
                  <a:lnTo>
                    <a:pt x="2183" y="348"/>
                  </a:lnTo>
                  <a:lnTo>
                    <a:pt x="2163" y="341"/>
                  </a:lnTo>
                  <a:lnTo>
                    <a:pt x="2141" y="334"/>
                  </a:lnTo>
                  <a:lnTo>
                    <a:pt x="2120" y="330"/>
                  </a:lnTo>
                  <a:lnTo>
                    <a:pt x="2099" y="324"/>
                  </a:lnTo>
                  <a:lnTo>
                    <a:pt x="2079" y="318"/>
                  </a:lnTo>
                  <a:lnTo>
                    <a:pt x="2057" y="310"/>
                  </a:lnTo>
                  <a:lnTo>
                    <a:pt x="2034" y="300"/>
                  </a:lnTo>
                  <a:lnTo>
                    <a:pt x="2049" y="289"/>
                  </a:lnTo>
                  <a:lnTo>
                    <a:pt x="2065" y="281"/>
                  </a:lnTo>
                  <a:lnTo>
                    <a:pt x="2080" y="275"/>
                  </a:lnTo>
                  <a:lnTo>
                    <a:pt x="2096" y="270"/>
                  </a:lnTo>
                  <a:lnTo>
                    <a:pt x="2111" y="265"/>
                  </a:lnTo>
                  <a:lnTo>
                    <a:pt x="2126" y="258"/>
                  </a:lnTo>
                  <a:lnTo>
                    <a:pt x="2140" y="249"/>
                  </a:lnTo>
                  <a:lnTo>
                    <a:pt x="2155" y="236"/>
                  </a:lnTo>
                  <a:close/>
                </a:path>
              </a:pathLst>
            </a:custGeom>
            <a:solidFill>
              <a:srgbClr val="A3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0" name="Freeform 10">
              <a:extLst>
                <a:ext uri="{FF2B5EF4-FFF2-40B4-BE49-F238E27FC236}">
                  <a16:creationId xmlns:a16="http://schemas.microsoft.com/office/drawing/2014/main" id="{E5237B2C-18E0-C342-8B78-1966EE44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3123"/>
              <a:ext cx="29" cy="29"/>
            </a:xfrm>
            <a:custGeom>
              <a:avLst/>
              <a:gdLst>
                <a:gd name="T0" fmla="*/ 8 w 57"/>
                <a:gd name="T1" fmla="*/ 2 h 57"/>
                <a:gd name="T2" fmla="*/ 3 w 57"/>
                <a:gd name="T3" fmla="*/ 0 h 57"/>
                <a:gd name="T4" fmla="*/ 0 w 57"/>
                <a:gd name="T5" fmla="*/ 5 h 57"/>
                <a:gd name="T6" fmla="*/ 6 w 57"/>
                <a:gd name="T7" fmla="*/ 8 h 57"/>
                <a:gd name="T8" fmla="*/ 8 w 57"/>
                <a:gd name="T9" fmla="*/ 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57" y="11"/>
                  </a:moveTo>
                  <a:lnTo>
                    <a:pt x="17" y="0"/>
                  </a:lnTo>
                  <a:lnTo>
                    <a:pt x="0" y="40"/>
                  </a:lnTo>
                  <a:lnTo>
                    <a:pt x="46" y="57"/>
                  </a:lnTo>
                  <a:lnTo>
                    <a:pt x="57" y="1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1" name="Freeform 11">
              <a:extLst>
                <a:ext uri="{FF2B5EF4-FFF2-40B4-BE49-F238E27FC236}">
                  <a16:creationId xmlns:a16="http://schemas.microsoft.com/office/drawing/2014/main" id="{78F5CDD7-4464-E847-90F4-4332F282B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34"/>
              <a:ext cx="125" cy="49"/>
            </a:xfrm>
            <a:custGeom>
              <a:avLst/>
              <a:gdLst>
                <a:gd name="T0" fmla="*/ 1 w 249"/>
                <a:gd name="T1" fmla="*/ 0 h 98"/>
                <a:gd name="T2" fmla="*/ 32 w 249"/>
                <a:gd name="T3" fmla="*/ 8 h 98"/>
                <a:gd name="T4" fmla="*/ 29 w 249"/>
                <a:gd name="T5" fmla="*/ 13 h 98"/>
                <a:gd name="T6" fmla="*/ 0 w 249"/>
                <a:gd name="T7" fmla="*/ 5 h 98"/>
                <a:gd name="T8" fmla="*/ 1 w 249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9"/>
                <a:gd name="T16" fmla="*/ 0 h 98"/>
                <a:gd name="T17" fmla="*/ 249 w 249"/>
                <a:gd name="T18" fmla="*/ 98 h 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9" h="98">
                  <a:moveTo>
                    <a:pt x="5" y="0"/>
                  </a:moveTo>
                  <a:lnTo>
                    <a:pt x="249" y="63"/>
                  </a:lnTo>
                  <a:lnTo>
                    <a:pt x="225" y="98"/>
                  </a:lnTo>
                  <a:lnTo>
                    <a:pt x="0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2" name="Freeform 12">
              <a:extLst>
                <a:ext uri="{FF2B5EF4-FFF2-40B4-BE49-F238E27FC236}">
                  <a16:creationId xmlns:a16="http://schemas.microsoft.com/office/drawing/2014/main" id="{B7FF7898-D40E-D144-9C64-4D3FDCCA6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149"/>
              <a:ext cx="286" cy="139"/>
            </a:xfrm>
            <a:custGeom>
              <a:avLst/>
              <a:gdLst>
                <a:gd name="T0" fmla="*/ 0 w 573"/>
                <a:gd name="T1" fmla="*/ 15 h 277"/>
                <a:gd name="T2" fmla="*/ 34 w 573"/>
                <a:gd name="T3" fmla="*/ 35 h 277"/>
                <a:gd name="T4" fmla="*/ 71 w 573"/>
                <a:gd name="T5" fmla="*/ 18 h 277"/>
                <a:gd name="T6" fmla="*/ 39 w 573"/>
                <a:gd name="T7" fmla="*/ 0 h 277"/>
                <a:gd name="T8" fmla="*/ 0 w 573"/>
                <a:gd name="T9" fmla="*/ 15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3"/>
                <a:gd name="T16" fmla="*/ 0 h 277"/>
                <a:gd name="T17" fmla="*/ 573 w 573"/>
                <a:gd name="T18" fmla="*/ 277 h 2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3" h="277">
                  <a:moveTo>
                    <a:pt x="0" y="115"/>
                  </a:moveTo>
                  <a:lnTo>
                    <a:pt x="272" y="277"/>
                  </a:lnTo>
                  <a:lnTo>
                    <a:pt x="573" y="139"/>
                  </a:lnTo>
                  <a:lnTo>
                    <a:pt x="318" y="0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3" name="Freeform 13">
              <a:extLst>
                <a:ext uri="{FF2B5EF4-FFF2-40B4-BE49-F238E27FC236}">
                  <a16:creationId xmlns:a16="http://schemas.microsoft.com/office/drawing/2014/main" id="{F5EA38C6-B1E4-3643-974B-AE7D0C60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48"/>
              <a:ext cx="127" cy="94"/>
            </a:xfrm>
            <a:custGeom>
              <a:avLst/>
              <a:gdLst>
                <a:gd name="T0" fmla="*/ 12 w 252"/>
                <a:gd name="T1" fmla="*/ 2 h 188"/>
                <a:gd name="T2" fmla="*/ 13 w 252"/>
                <a:gd name="T3" fmla="*/ 2 h 188"/>
                <a:gd name="T4" fmla="*/ 14 w 252"/>
                <a:gd name="T5" fmla="*/ 1 h 188"/>
                <a:gd name="T6" fmla="*/ 14 w 252"/>
                <a:gd name="T7" fmla="*/ 1 h 188"/>
                <a:gd name="T8" fmla="*/ 15 w 252"/>
                <a:gd name="T9" fmla="*/ 0 h 188"/>
                <a:gd name="T10" fmla="*/ 17 w 252"/>
                <a:gd name="T11" fmla="*/ 1 h 188"/>
                <a:gd name="T12" fmla="*/ 18 w 252"/>
                <a:gd name="T13" fmla="*/ 1 h 188"/>
                <a:gd name="T14" fmla="*/ 19 w 252"/>
                <a:gd name="T15" fmla="*/ 2 h 188"/>
                <a:gd name="T16" fmla="*/ 20 w 252"/>
                <a:gd name="T17" fmla="*/ 3 h 188"/>
                <a:gd name="T18" fmla="*/ 20 w 252"/>
                <a:gd name="T19" fmla="*/ 4 h 188"/>
                <a:gd name="T20" fmla="*/ 21 w 252"/>
                <a:gd name="T21" fmla="*/ 5 h 188"/>
                <a:gd name="T22" fmla="*/ 22 w 252"/>
                <a:gd name="T23" fmla="*/ 6 h 188"/>
                <a:gd name="T24" fmla="*/ 23 w 252"/>
                <a:gd name="T25" fmla="*/ 6 h 188"/>
                <a:gd name="T26" fmla="*/ 25 w 252"/>
                <a:gd name="T27" fmla="*/ 6 h 188"/>
                <a:gd name="T28" fmla="*/ 26 w 252"/>
                <a:gd name="T29" fmla="*/ 7 h 188"/>
                <a:gd name="T30" fmla="*/ 27 w 252"/>
                <a:gd name="T31" fmla="*/ 7 h 188"/>
                <a:gd name="T32" fmla="*/ 28 w 252"/>
                <a:gd name="T33" fmla="*/ 7 h 188"/>
                <a:gd name="T34" fmla="*/ 29 w 252"/>
                <a:gd name="T35" fmla="*/ 7 h 188"/>
                <a:gd name="T36" fmla="*/ 30 w 252"/>
                <a:gd name="T37" fmla="*/ 7 h 188"/>
                <a:gd name="T38" fmla="*/ 31 w 252"/>
                <a:gd name="T39" fmla="*/ 7 h 188"/>
                <a:gd name="T40" fmla="*/ 32 w 252"/>
                <a:gd name="T41" fmla="*/ 7 h 188"/>
                <a:gd name="T42" fmla="*/ 31 w 252"/>
                <a:gd name="T43" fmla="*/ 11 h 188"/>
                <a:gd name="T44" fmla="*/ 30 w 252"/>
                <a:gd name="T45" fmla="*/ 14 h 188"/>
                <a:gd name="T46" fmla="*/ 28 w 252"/>
                <a:gd name="T47" fmla="*/ 17 h 188"/>
                <a:gd name="T48" fmla="*/ 25 w 252"/>
                <a:gd name="T49" fmla="*/ 19 h 188"/>
                <a:gd name="T50" fmla="*/ 22 w 252"/>
                <a:gd name="T51" fmla="*/ 21 h 188"/>
                <a:gd name="T52" fmla="*/ 19 w 252"/>
                <a:gd name="T53" fmla="*/ 22 h 188"/>
                <a:gd name="T54" fmla="*/ 15 w 252"/>
                <a:gd name="T55" fmla="*/ 23 h 188"/>
                <a:gd name="T56" fmla="*/ 11 w 252"/>
                <a:gd name="T57" fmla="*/ 23 h 188"/>
                <a:gd name="T58" fmla="*/ 9 w 252"/>
                <a:gd name="T59" fmla="*/ 23 h 188"/>
                <a:gd name="T60" fmla="*/ 8 w 252"/>
                <a:gd name="T61" fmla="*/ 24 h 188"/>
                <a:gd name="T62" fmla="*/ 7 w 252"/>
                <a:gd name="T63" fmla="*/ 24 h 188"/>
                <a:gd name="T64" fmla="*/ 6 w 252"/>
                <a:gd name="T65" fmla="*/ 24 h 188"/>
                <a:gd name="T66" fmla="*/ 6 w 252"/>
                <a:gd name="T67" fmla="*/ 24 h 188"/>
                <a:gd name="T68" fmla="*/ 5 w 252"/>
                <a:gd name="T69" fmla="*/ 23 h 188"/>
                <a:gd name="T70" fmla="*/ 4 w 252"/>
                <a:gd name="T71" fmla="*/ 23 h 188"/>
                <a:gd name="T72" fmla="*/ 2 w 252"/>
                <a:gd name="T73" fmla="*/ 22 h 188"/>
                <a:gd name="T74" fmla="*/ 1 w 252"/>
                <a:gd name="T75" fmla="*/ 20 h 188"/>
                <a:gd name="T76" fmla="*/ 0 w 252"/>
                <a:gd name="T77" fmla="*/ 19 h 188"/>
                <a:gd name="T78" fmla="*/ 1 w 252"/>
                <a:gd name="T79" fmla="*/ 17 h 188"/>
                <a:gd name="T80" fmla="*/ 1 w 252"/>
                <a:gd name="T81" fmla="*/ 15 h 188"/>
                <a:gd name="T82" fmla="*/ 2 w 252"/>
                <a:gd name="T83" fmla="*/ 13 h 188"/>
                <a:gd name="T84" fmla="*/ 3 w 252"/>
                <a:gd name="T85" fmla="*/ 12 h 188"/>
                <a:gd name="T86" fmla="*/ 4 w 252"/>
                <a:gd name="T87" fmla="*/ 9 h 188"/>
                <a:gd name="T88" fmla="*/ 4 w 252"/>
                <a:gd name="T89" fmla="*/ 7 h 188"/>
                <a:gd name="T90" fmla="*/ 4 w 252"/>
                <a:gd name="T91" fmla="*/ 6 h 188"/>
                <a:gd name="T92" fmla="*/ 5 w 252"/>
                <a:gd name="T93" fmla="*/ 5 h 188"/>
                <a:gd name="T94" fmla="*/ 5 w 252"/>
                <a:gd name="T95" fmla="*/ 5 h 188"/>
                <a:gd name="T96" fmla="*/ 6 w 252"/>
                <a:gd name="T97" fmla="*/ 4 h 188"/>
                <a:gd name="T98" fmla="*/ 6 w 252"/>
                <a:gd name="T99" fmla="*/ 3 h 188"/>
                <a:gd name="T100" fmla="*/ 7 w 252"/>
                <a:gd name="T101" fmla="*/ 3 h 188"/>
                <a:gd name="T102" fmla="*/ 8 w 252"/>
                <a:gd name="T103" fmla="*/ 2 h 188"/>
                <a:gd name="T104" fmla="*/ 8 w 252"/>
                <a:gd name="T105" fmla="*/ 2 h 188"/>
                <a:gd name="T106" fmla="*/ 10 w 252"/>
                <a:gd name="T107" fmla="*/ 2 h 188"/>
                <a:gd name="T108" fmla="*/ 10 w 252"/>
                <a:gd name="T109" fmla="*/ 3 h 188"/>
                <a:gd name="T110" fmla="*/ 10 w 252"/>
                <a:gd name="T111" fmla="*/ 3 h 188"/>
                <a:gd name="T112" fmla="*/ 10 w 252"/>
                <a:gd name="T113" fmla="*/ 2 h 188"/>
                <a:gd name="T114" fmla="*/ 9 w 252"/>
                <a:gd name="T115" fmla="*/ 2 h 188"/>
                <a:gd name="T116" fmla="*/ 9 w 252"/>
                <a:gd name="T117" fmla="*/ 2 h 188"/>
                <a:gd name="T118" fmla="*/ 10 w 252"/>
                <a:gd name="T119" fmla="*/ 2 h 188"/>
                <a:gd name="T120" fmla="*/ 12 w 252"/>
                <a:gd name="T121" fmla="*/ 2 h 1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2"/>
                <a:gd name="T184" fmla="*/ 0 h 188"/>
                <a:gd name="T185" fmla="*/ 252 w 252"/>
                <a:gd name="T186" fmla="*/ 188 h 1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2" h="188">
                  <a:moveTo>
                    <a:pt x="91" y="12"/>
                  </a:moveTo>
                  <a:lnTo>
                    <a:pt x="99" y="9"/>
                  </a:lnTo>
                  <a:lnTo>
                    <a:pt x="106" y="6"/>
                  </a:lnTo>
                  <a:lnTo>
                    <a:pt x="111" y="2"/>
                  </a:lnTo>
                  <a:lnTo>
                    <a:pt x="120" y="0"/>
                  </a:lnTo>
                  <a:lnTo>
                    <a:pt x="130" y="1"/>
                  </a:lnTo>
                  <a:lnTo>
                    <a:pt x="138" y="6"/>
                  </a:lnTo>
                  <a:lnTo>
                    <a:pt x="146" y="12"/>
                  </a:lnTo>
                  <a:lnTo>
                    <a:pt x="152" y="20"/>
                  </a:lnTo>
                  <a:lnTo>
                    <a:pt x="159" y="27"/>
                  </a:lnTo>
                  <a:lnTo>
                    <a:pt x="166" y="35"/>
                  </a:lnTo>
                  <a:lnTo>
                    <a:pt x="174" y="42"/>
                  </a:lnTo>
                  <a:lnTo>
                    <a:pt x="183" y="46"/>
                  </a:lnTo>
                  <a:lnTo>
                    <a:pt x="192" y="48"/>
                  </a:lnTo>
                  <a:lnTo>
                    <a:pt x="200" y="50"/>
                  </a:lnTo>
                  <a:lnTo>
                    <a:pt x="208" y="51"/>
                  </a:lnTo>
                  <a:lnTo>
                    <a:pt x="216" y="51"/>
                  </a:lnTo>
                  <a:lnTo>
                    <a:pt x="224" y="51"/>
                  </a:lnTo>
                  <a:lnTo>
                    <a:pt x="232" y="51"/>
                  </a:lnTo>
                  <a:lnTo>
                    <a:pt x="242" y="51"/>
                  </a:lnTo>
                  <a:lnTo>
                    <a:pt x="252" y="52"/>
                  </a:lnTo>
                  <a:lnTo>
                    <a:pt x="245" y="81"/>
                  </a:lnTo>
                  <a:lnTo>
                    <a:pt x="232" y="107"/>
                  </a:lnTo>
                  <a:lnTo>
                    <a:pt x="216" y="130"/>
                  </a:lnTo>
                  <a:lnTo>
                    <a:pt x="196" y="149"/>
                  </a:lnTo>
                  <a:lnTo>
                    <a:pt x="173" y="164"/>
                  </a:lnTo>
                  <a:lnTo>
                    <a:pt x="146" y="175"/>
                  </a:lnTo>
                  <a:lnTo>
                    <a:pt x="117" y="182"/>
                  </a:lnTo>
                  <a:lnTo>
                    <a:pt x="87" y="184"/>
                  </a:lnTo>
                  <a:lnTo>
                    <a:pt x="72" y="184"/>
                  </a:lnTo>
                  <a:lnTo>
                    <a:pt x="62" y="187"/>
                  </a:lnTo>
                  <a:lnTo>
                    <a:pt x="54" y="188"/>
                  </a:lnTo>
                  <a:lnTo>
                    <a:pt x="48" y="188"/>
                  </a:lnTo>
                  <a:lnTo>
                    <a:pt x="43" y="188"/>
                  </a:lnTo>
                  <a:lnTo>
                    <a:pt x="38" y="184"/>
                  </a:lnTo>
                  <a:lnTo>
                    <a:pt x="29" y="180"/>
                  </a:lnTo>
                  <a:lnTo>
                    <a:pt x="16" y="172"/>
                  </a:lnTo>
                  <a:lnTo>
                    <a:pt x="4" y="160"/>
                  </a:lnTo>
                  <a:lnTo>
                    <a:pt x="0" y="149"/>
                  </a:lnTo>
                  <a:lnTo>
                    <a:pt x="1" y="135"/>
                  </a:lnTo>
                  <a:lnTo>
                    <a:pt x="7" y="120"/>
                  </a:lnTo>
                  <a:lnTo>
                    <a:pt x="14" y="105"/>
                  </a:lnTo>
                  <a:lnTo>
                    <a:pt x="22" y="89"/>
                  </a:lnTo>
                  <a:lnTo>
                    <a:pt x="27" y="70"/>
                  </a:lnTo>
                  <a:lnTo>
                    <a:pt x="30" y="52"/>
                  </a:lnTo>
                  <a:lnTo>
                    <a:pt x="31" y="44"/>
                  </a:lnTo>
                  <a:lnTo>
                    <a:pt x="33" y="38"/>
                  </a:lnTo>
                  <a:lnTo>
                    <a:pt x="38" y="34"/>
                  </a:lnTo>
                  <a:lnTo>
                    <a:pt x="42" y="29"/>
                  </a:lnTo>
                  <a:lnTo>
                    <a:pt x="48" y="25"/>
                  </a:lnTo>
                  <a:lnTo>
                    <a:pt x="54" y="21"/>
                  </a:lnTo>
                  <a:lnTo>
                    <a:pt x="60" y="16"/>
                  </a:lnTo>
                  <a:lnTo>
                    <a:pt x="64" y="9"/>
                  </a:lnTo>
                  <a:lnTo>
                    <a:pt x="76" y="15"/>
                  </a:lnTo>
                  <a:lnTo>
                    <a:pt x="79" y="17"/>
                  </a:lnTo>
                  <a:lnTo>
                    <a:pt x="78" y="17"/>
                  </a:lnTo>
                  <a:lnTo>
                    <a:pt x="75" y="15"/>
                  </a:lnTo>
                  <a:lnTo>
                    <a:pt x="72" y="13"/>
                  </a:lnTo>
                  <a:lnTo>
                    <a:pt x="71" y="10"/>
                  </a:lnTo>
                  <a:lnTo>
                    <a:pt x="77" y="10"/>
                  </a:lnTo>
                  <a:lnTo>
                    <a:pt x="91" y="12"/>
                  </a:lnTo>
                  <a:close/>
                </a:path>
              </a:pathLst>
            </a:custGeom>
            <a:solidFill>
              <a:srgbClr val="CC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4" name="Freeform 14">
              <a:extLst>
                <a:ext uri="{FF2B5EF4-FFF2-40B4-BE49-F238E27FC236}">
                  <a16:creationId xmlns:a16="http://schemas.microsoft.com/office/drawing/2014/main" id="{247F15E2-07F8-CD40-9AB4-F7364519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534"/>
              <a:ext cx="142" cy="90"/>
            </a:xfrm>
            <a:custGeom>
              <a:avLst/>
              <a:gdLst>
                <a:gd name="T0" fmla="*/ 4 w 283"/>
                <a:gd name="T1" fmla="*/ 21 h 179"/>
                <a:gd name="T2" fmla="*/ 4 w 283"/>
                <a:gd name="T3" fmla="*/ 20 h 179"/>
                <a:gd name="T4" fmla="*/ 5 w 283"/>
                <a:gd name="T5" fmla="*/ 18 h 179"/>
                <a:gd name="T6" fmla="*/ 5 w 283"/>
                <a:gd name="T7" fmla="*/ 17 h 179"/>
                <a:gd name="T8" fmla="*/ 5 w 283"/>
                <a:gd name="T9" fmla="*/ 16 h 179"/>
                <a:gd name="T10" fmla="*/ 6 w 283"/>
                <a:gd name="T11" fmla="*/ 14 h 179"/>
                <a:gd name="T12" fmla="*/ 6 w 283"/>
                <a:gd name="T13" fmla="*/ 14 h 179"/>
                <a:gd name="T14" fmla="*/ 7 w 283"/>
                <a:gd name="T15" fmla="*/ 13 h 179"/>
                <a:gd name="T16" fmla="*/ 8 w 283"/>
                <a:gd name="T17" fmla="*/ 13 h 179"/>
                <a:gd name="T18" fmla="*/ 10 w 283"/>
                <a:gd name="T19" fmla="*/ 13 h 179"/>
                <a:gd name="T20" fmla="*/ 12 w 283"/>
                <a:gd name="T21" fmla="*/ 13 h 179"/>
                <a:gd name="T22" fmla="*/ 14 w 283"/>
                <a:gd name="T23" fmla="*/ 13 h 179"/>
                <a:gd name="T24" fmla="*/ 16 w 283"/>
                <a:gd name="T25" fmla="*/ 13 h 179"/>
                <a:gd name="T26" fmla="*/ 18 w 283"/>
                <a:gd name="T27" fmla="*/ 13 h 179"/>
                <a:gd name="T28" fmla="*/ 19 w 283"/>
                <a:gd name="T29" fmla="*/ 13 h 179"/>
                <a:gd name="T30" fmla="*/ 21 w 283"/>
                <a:gd name="T31" fmla="*/ 14 h 179"/>
                <a:gd name="T32" fmla="*/ 23 w 283"/>
                <a:gd name="T33" fmla="*/ 14 h 179"/>
                <a:gd name="T34" fmla="*/ 24 w 283"/>
                <a:gd name="T35" fmla="*/ 15 h 179"/>
                <a:gd name="T36" fmla="*/ 26 w 283"/>
                <a:gd name="T37" fmla="*/ 16 h 179"/>
                <a:gd name="T38" fmla="*/ 27 w 283"/>
                <a:gd name="T39" fmla="*/ 16 h 179"/>
                <a:gd name="T40" fmla="*/ 28 w 283"/>
                <a:gd name="T41" fmla="*/ 17 h 179"/>
                <a:gd name="T42" fmla="*/ 29 w 283"/>
                <a:gd name="T43" fmla="*/ 18 h 179"/>
                <a:gd name="T44" fmla="*/ 30 w 283"/>
                <a:gd name="T45" fmla="*/ 20 h 179"/>
                <a:gd name="T46" fmla="*/ 31 w 283"/>
                <a:gd name="T47" fmla="*/ 21 h 179"/>
                <a:gd name="T48" fmla="*/ 32 w 283"/>
                <a:gd name="T49" fmla="*/ 23 h 179"/>
                <a:gd name="T50" fmla="*/ 34 w 283"/>
                <a:gd name="T51" fmla="*/ 22 h 179"/>
                <a:gd name="T52" fmla="*/ 35 w 283"/>
                <a:gd name="T53" fmla="*/ 20 h 179"/>
                <a:gd name="T54" fmla="*/ 36 w 283"/>
                <a:gd name="T55" fmla="*/ 19 h 179"/>
                <a:gd name="T56" fmla="*/ 36 w 283"/>
                <a:gd name="T57" fmla="*/ 17 h 179"/>
                <a:gd name="T58" fmla="*/ 35 w 283"/>
                <a:gd name="T59" fmla="*/ 13 h 179"/>
                <a:gd name="T60" fmla="*/ 34 w 283"/>
                <a:gd name="T61" fmla="*/ 10 h 179"/>
                <a:gd name="T62" fmla="*/ 32 w 283"/>
                <a:gd name="T63" fmla="*/ 7 h 179"/>
                <a:gd name="T64" fmla="*/ 29 w 283"/>
                <a:gd name="T65" fmla="*/ 5 h 179"/>
                <a:gd name="T66" fmla="*/ 26 w 283"/>
                <a:gd name="T67" fmla="*/ 3 h 179"/>
                <a:gd name="T68" fmla="*/ 22 w 283"/>
                <a:gd name="T69" fmla="*/ 2 h 179"/>
                <a:gd name="T70" fmla="*/ 18 w 283"/>
                <a:gd name="T71" fmla="*/ 1 h 179"/>
                <a:gd name="T72" fmla="*/ 14 w 283"/>
                <a:gd name="T73" fmla="*/ 0 h 179"/>
                <a:gd name="T74" fmla="*/ 13 w 283"/>
                <a:gd name="T75" fmla="*/ 1 h 179"/>
                <a:gd name="T76" fmla="*/ 12 w 283"/>
                <a:gd name="T77" fmla="*/ 1 h 179"/>
                <a:gd name="T78" fmla="*/ 11 w 283"/>
                <a:gd name="T79" fmla="*/ 1 h 179"/>
                <a:gd name="T80" fmla="*/ 10 w 283"/>
                <a:gd name="T81" fmla="*/ 2 h 179"/>
                <a:gd name="T82" fmla="*/ 9 w 283"/>
                <a:gd name="T83" fmla="*/ 2 h 179"/>
                <a:gd name="T84" fmla="*/ 8 w 283"/>
                <a:gd name="T85" fmla="*/ 3 h 179"/>
                <a:gd name="T86" fmla="*/ 7 w 283"/>
                <a:gd name="T87" fmla="*/ 4 h 179"/>
                <a:gd name="T88" fmla="*/ 5 w 283"/>
                <a:gd name="T89" fmla="*/ 4 h 179"/>
                <a:gd name="T90" fmla="*/ 5 w 283"/>
                <a:gd name="T91" fmla="*/ 4 h 179"/>
                <a:gd name="T92" fmla="*/ 4 w 283"/>
                <a:gd name="T93" fmla="*/ 5 h 179"/>
                <a:gd name="T94" fmla="*/ 3 w 283"/>
                <a:gd name="T95" fmla="*/ 5 h 179"/>
                <a:gd name="T96" fmla="*/ 2 w 283"/>
                <a:gd name="T97" fmla="*/ 5 h 179"/>
                <a:gd name="T98" fmla="*/ 1 w 283"/>
                <a:gd name="T99" fmla="*/ 6 h 179"/>
                <a:gd name="T100" fmla="*/ 1 w 283"/>
                <a:gd name="T101" fmla="*/ 6 h 179"/>
                <a:gd name="T102" fmla="*/ 1 w 283"/>
                <a:gd name="T103" fmla="*/ 7 h 179"/>
                <a:gd name="T104" fmla="*/ 0 w 283"/>
                <a:gd name="T105" fmla="*/ 8 h 179"/>
                <a:gd name="T106" fmla="*/ 1 w 283"/>
                <a:gd name="T107" fmla="*/ 11 h 179"/>
                <a:gd name="T108" fmla="*/ 2 w 283"/>
                <a:gd name="T109" fmla="*/ 14 h 179"/>
                <a:gd name="T110" fmla="*/ 3 w 283"/>
                <a:gd name="T111" fmla="*/ 18 h 179"/>
                <a:gd name="T112" fmla="*/ 4 w 283"/>
                <a:gd name="T113" fmla="*/ 21 h 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3"/>
                <a:gd name="T172" fmla="*/ 0 h 179"/>
                <a:gd name="T173" fmla="*/ 283 w 283"/>
                <a:gd name="T174" fmla="*/ 179 h 1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3" h="179">
                  <a:moveTo>
                    <a:pt x="29" y="167"/>
                  </a:moveTo>
                  <a:lnTo>
                    <a:pt x="31" y="156"/>
                  </a:lnTo>
                  <a:lnTo>
                    <a:pt x="33" y="144"/>
                  </a:lnTo>
                  <a:lnTo>
                    <a:pt x="36" y="133"/>
                  </a:lnTo>
                  <a:lnTo>
                    <a:pt x="38" y="123"/>
                  </a:lnTo>
                  <a:lnTo>
                    <a:pt x="41" y="112"/>
                  </a:lnTo>
                  <a:lnTo>
                    <a:pt x="46" y="105"/>
                  </a:lnTo>
                  <a:lnTo>
                    <a:pt x="54" y="101"/>
                  </a:lnTo>
                  <a:lnTo>
                    <a:pt x="63" y="98"/>
                  </a:lnTo>
                  <a:lnTo>
                    <a:pt x="78" y="98"/>
                  </a:lnTo>
                  <a:lnTo>
                    <a:pt x="93" y="98"/>
                  </a:lnTo>
                  <a:lnTo>
                    <a:pt x="108" y="100"/>
                  </a:lnTo>
                  <a:lnTo>
                    <a:pt x="123" y="101"/>
                  </a:lnTo>
                  <a:lnTo>
                    <a:pt x="137" y="102"/>
                  </a:lnTo>
                  <a:lnTo>
                    <a:pt x="151" y="104"/>
                  </a:lnTo>
                  <a:lnTo>
                    <a:pt x="165" y="108"/>
                  </a:lnTo>
                  <a:lnTo>
                    <a:pt x="177" y="111"/>
                  </a:lnTo>
                  <a:lnTo>
                    <a:pt x="190" y="116"/>
                  </a:lnTo>
                  <a:lnTo>
                    <a:pt x="202" y="121"/>
                  </a:lnTo>
                  <a:lnTo>
                    <a:pt x="212" y="127"/>
                  </a:lnTo>
                  <a:lnTo>
                    <a:pt x="222" y="135"/>
                  </a:lnTo>
                  <a:lnTo>
                    <a:pt x="232" y="144"/>
                  </a:lnTo>
                  <a:lnTo>
                    <a:pt x="240" y="155"/>
                  </a:lnTo>
                  <a:lnTo>
                    <a:pt x="248" y="166"/>
                  </a:lnTo>
                  <a:lnTo>
                    <a:pt x="253" y="179"/>
                  </a:lnTo>
                  <a:lnTo>
                    <a:pt x="265" y="170"/>
                  </a:lnTo>
                  <a:lnTo>
                    <a:pt x="274" y="159"/>
                  </a:lnTo>
                  <a:lnTo>
                    <a:pt x="281" y="147"/>
                  </a:lnTo>
                  <a:lnTo>
                    <a:pt x="283" y="133"/>
                  </a:lnTo>
                  <a:lnTo>
                    <a:pt x="280" y="103"/>
                  </a:lnTo>
                  <a:lnTo>
                    <a:pt x="268" y="76"/>
                  </a:lnTo>
                  <a:lnTo>
                    <a:pt x="251" y="53"/>
                  </a:lnTo>
                  <a:lnTo>
                    <a:pt x="228" y="35"/>
                  </a:lnTo>
                  <a:lnTo>
                    <a:pt x="202" y="20"/>
                  </a:lnTo>
                  <a:lnTo>
                    <a:pt x="173" y="10"/>
                  </a:lnTo>
                  <a:lnTo>
                    <a:pt x="142" y="3"/>
                  </a:lnTo>
                  <a:lnTo>
                    <a:pt x="109" y="0"/>
                  </a:lnTo>
                  <a:lnTo>
                    <a:pt x="99" y="2"/>
                  </a:lnTo>
                  <a:lnTo>
                    <a:pt x="90" y="3"/>
                  </a:lnTo>
                  <a:lnTo>
                    <a:pt x="82" y="6"/>
                  </a:lnTo>
                  <a:lnTo>
                    <a:pt x="74" y="10"/>
                  </a:lnTo>
                  <a:lnTo>
                    <a:pt x="66" y="14"/>
                  </a:lnTo>
                  <a:lnTo>
                    <a:pt x="58" y="19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3" y="32"/>
                  </a:lnTo>
                  <a:lnTo>
                    <a:pt x="28" y="35"/>
                  </a:lnTo>
                  <a:lnTo>
                    <a:pt x="21" y="37"/>
                  </a:lnTo>
                  <a:lnTo>
                    <a:pt x="14" y="40"/>
                  </a:lnTo>
                  <a:lnTo>
                    <a:pt x="8" y="43"/>
                  </a:lnTo>
                  <a:lnTo>
                    <a:pt x="5" y="47"/>
                  </a:lnTo>
                  <a:lnTo>
                    <a:pt x="1" y="52"/>
                  </a:lnTo>
                  <a:lnTo>
                    <a:pt x="0" y="58"/>
                  </a:lnTo>
                  <a:lnTo>
                    <a:pt x="3" y="83"/>
                  </a:lnTo>
                  <a:lnTo>
                    <a:pt x="13" y="112"/>
                  </a:lnTo>
                  <a:lnTo>
                    <a:pt x="22" y="142"/>
                  </a:lnTo>
                  <a:lnTo>
                    <a:pt x="29" y="167"/>
                  </a:lnTo>
                  <a:close/>
                </a:path>
              </a:pathLst>
            </a:custGeom>
            <a:solidFill>
              <a:srgbClr val="702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5" name="Freeform 15">
              <a:extLst>
                <a:ext uri="{FF2B5EF4-FFF2-40B4-BE49-F238E27FC236}">
                  <a16:creationId xmlns:a16="http://schemas.microsoft.com/office/drawing/2014/main" id="{91FCFA3C-1379-F74B-9B26-33F05318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725"/>
              <a:ext cx="531" cy="385"/>
            </a:xfrm>
            <a:custGeom>
              <a:avLst/>
              <a:gdLst>
                <a:gd name="T0" fmla="*/ 45 w 1062"/>
                <a:gd name="T1" fmla="*/ 15 h 769"/>
                <a:gd name="T2" fmla="*/ 53 w 1062"/>
                <a:gd name="T3" fmla="*/ 12 h 769"/>
                <a:gd name="T4" fmla="*/ 62 w 1062"/>
                <a:gd name="T5" fmla="*/ 8 h 769"/>
                <a:gd name="T6" fmla="*/ 64 w 1062"/>
                <a:gd name="T7" fmla="*/ 6 h 769"/>
                <a:gd name="T8" fmla="*/ 65 w 1062"/>
                <a:gd name="T9" fmla="*/ 4 h 769"/>
                <a:gd name="T10" fmla="*/ 68 w 1062"/>
                <a:gd name="T11" fmla="*/ 3 h 769"/>
                <a:gd name="T12" fmla="*/ 71 w 1062"/>
                <a:gd name="T13" fmla="*/ 5 h 769"/>
                <a:gd name="T14" fmla="*/ 74 w 1062"/>
                <a:gd name="T15" fmla="*/ 6 h 769"/>
                <a:gd name="T16" fmla="*/ 80 w 1062"/>
                <a:gd name="T17" fmla="*/ 6 h 769"/>
                <a:gd name="T18" fmla="*/ 85 w 1062"/>
                <a:gd name="T19" fmla="*/ 3 h 769"/>
                <a:gd name="T20" fmla="*/ 90 w 1062"/>
                <a:gd name="T21" fmla="*/ 0 h 769"/>
                <a:gd name="T22" fmla="*/ 95 w 1062"/>
                <a:gd name="T23" fmla="*/ 5 h 769"/>
                <a:gd name="T24" fmla="*/ 100 w 1062"/>
                <a:gd name="T25" fmla="*/ 9 h 769"/>
                <a:gd name="T26" fmla="*/ 106 w 1062"/>
                <a:gd name="T27" fmla="*/ 12 h 769"/>
                <a:gd name="T28" fmla="*/ 111 w 1062"/>
                <a:gd name="T29" fmla="*/ 15 h 769"/>
                <a:gd name="T30" fmla="*/ 116 w 1062"/>
                <a:gd name="T31" fmla="*/ 19 h 769"/>
                <a:gd name="T32" fmla="*/ 121 w 1062"/>
                <a:gd name="T33" fmla="*/ 26 h 769"/>
                <a:gd name="T34" fmla="*/ 123 w 1062"/>
                <a:gd name="T35" fmla="*/ 34 h 769"/>
                <a:gd name="T36" fmla="*/ 124 w 1062"/>
                <a:gd name="T37" fmla="*/ 42 h 769"/>
                <a:gd name="T38" fmla="*/ 128 w 1062"/>
                <a:gd name="T39" fmla="*/ 56 h 769"/>
                <a:gd name="T40" fmla="*/ 130 w 1062"/>
                <a:gd name="T41" fmla="*/ 68 h 769"/>
                <a:gd name="T42" fmla="*/ 131 w 1062"/>
                <a:gd name="T43" fmla="*/ 81 h 769"/>
                <a:gd name="T44" fmla="*/ 133 w 1062"/>
                <a:gd name="T45" fmla="*/ 91 h 769"/>
                <a:gd name="T46" fmla="*/ 125 w 1062"/>
                <a:gd name="T47" fmla="*/ 93 h 769"/>
                <a:gd name="T48" fmla="*/ 118 w 1062"/>
                <a:gd name="T49" fmla="*/ 95 h 769"/>
                <a:gd name="T50" fmla="*/ 111 w 1062"/>
                <a:gd name="T51" fmla="*/ 96 h 769"/>
                <a:gd name="T52" fmla="*/ 104 w 1062"/>
                <a:gd name="T53" fmla="*/ 96 h 769"/>
                <a:gd name="T54" fmla="*/ 96 w 1062"/>
                <a:gd name="T55" fmla="*/ 96 h 769"/>
                <a:gd name="T56" fmla="*/ 91 w 1062"/>
                <a:gd name="T57" fmla="*/ 92 h 769"/>
                <a:gd name="T58" fmla="*/ 86 w 1062"/>
                <a:gd name="T59" fmla="*/ 89 h 769"/>
                <a:gd name="T60" fmla="*/ 81 w 1062"/>
                <a:gd name="T61" fmla="*/ 87 h 769"/>
                <a:gd name="T62" fmla="*/ 74 w 1062"/>
                <a:gd name="T63" fmla="*/ 87 h 769"/>
                <a:gd name="T64" fmla="*/ 67 w 1062"/>
                <a:gd name="T65" fmla="*/ 86 h 769"/>
                <a:gd name="T66" fmla="*/ 60 w 1062"/>
                <a:gd name="T67" fmla="*/ 84 h 769"/>
                <a:gd name="T68" fmla="*/ 54 w 1062"/>
                <a:gd name="T69" fmla="*/ 82 h 769"/>
                <a:gd name="T70" fmla="*/ 49 w 1062"/>
                <a:gd name="T71" fmla="*/ 80 h 769"/>
                <a:gd name="T72" fmla="*/ 49 w 1062"/>
                <a:gd name="T73" fmla="*/ 73 h 769"/>
                <a:gd name="T74" fmla="*/ 51 w 1062"/>
                <a:gd name="T75" fmla="*/ 65 h 769"/>
                <a:gd name="T76" fmla="*/ 47 w 1062"/>
                <a:gd name="T77" fmla="*/ 61 h 769"/>
                <a:gd name="T78" fmla="*/ 41 w 1062"/>
                <a:gd name="T79" fmla="*/ 60 h 769"/>
                <a:gd name="T80" fmla="*/ 34 w 1062"/>
                <a:gd name="T81" fmla="*/ 62 h 769"/>
                <a:gd name="T82" fmla="*/ 28 w 1062"/>
                <a:gd name="T83" fmla="*/ 69 h 769"/>
                <a:gd name="T84" fmla="*/ 21 w 1062"/>
                <a:gd name="T85" fmla="*/ 73 h 769"/>
                <a:gd name="T86" fmla="*/ 13 w 1062"/>
                <a:gd name="T87" fmla="*/ 72 h 769"/>
                <a:gd name="T88" fmla="*/ 7 w 1062"/>
                <a:gd name="T89" fmla="*/ 71 h 769"/>
                <a:gd name="T90" fmla="*/ 1 w 1062"/>
                <a:gd name="T91" fmla="*/ 70 h 769"/>
                <a:gd name="T92" fmla="*/ 0 w 1062"/>
                <a:gd name="T93" fmla="*/ 68 h 769"/>
                <a:gd name="T94" fmla="*/ 2 w 1062"/>
                <a:gd name="T95" fmla="*/ 64 h 769"/>
                <a:gd name="T96" fmla="*/ 6 w 1062"/>
                <a:gd name="T97" fmla="*/ 62 h 769"/>
                <a:gd name="T98" fmla="*/ 10 w 1062"/>
                <a:gd name="T99" fmla="*/ 59 h 769"/>
                <a:gd name="T100" fmla="*/ 15 w 1062"/>
                <a:gd name="T101" fmla="*/ 52 h 769"/>
                <a:gd name="T102" fmla="*/ 23 w 1062"/>
                <a:gd name="T103" fmla="*/ 42 h 769"/>
                <a:gd name="T104" fmla="*/ 31 w 1062"/>
                <a:gd name="T105" fmla="*/ 32 h 769"/>
                <a:gd name="T106" fmla="*/ 37 w 1062"/>
                <a:gd name="T107" fmla="*/ 23 h 769"/>
                <a:gd name="T108" fmla="*/ 41 w 1062"/>
                <a:gd name="T109" fmla="*/ 18 h 76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62"/>
                <a:gd name="T166" fmla="*/ 0 h 769"/>
                <a:gd name="T167" fmla="*/ 1062 w 1062"/>
                <a:gd name="T168" fmla="*/ 769 h 76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62" h="769">
                  <a:moveTo>
                    <a:pt x="323" y="144"/>
                  </a:moveTo>
                  <a:lnTo>
                    <a:pt x="340" y="125"/>
                  </a:lnTo>
                  <a:lnTo>
                    <a:pt x="358" y="113"/>
                  </a:lnTo>
                  <a:lnTo>
                    <a:pt x="379" y="103"/>
                  </a:lnTo>
                  <a:lnTo>
                    <a:pt x="400" y="97"/>
                  </a:lnTo>
                  <a:lnTo>
                    <a:pt x="423" y="90"/>
                  </a:lnTo>
                  <a:lnTo>
                    <a:pt x="445" y="84"/>
                  </a:lnTo>
                  <a:lnTo>
                    <a:pt x="468" y="75"/>
                  </a:lnTo>
                  <a:lnTo>
                    <a:pt x="491" y="63"/>
                  </a:lnTo>
                  <a:lnTo>
                    <a:pt x="497" y="59"/>
                  </a:lnTo>
                  <a:lnTo>
                    <a:pt x="501" y="53"/>
                  </a:lnTo>
                  <a:lnTo>
                    <a:pt x="506" y="46"/>
                  </a:lnTo>
                  <a:lnTo>
                    <a:pt x="509" y="39"/>
                  </a:lnTo>
                  <a:lnTo>
                    <a:pt x="514" y="33"/>
                  </a:lnTo>
                  <a:lnTo>
                    <a:pt x="519" y="27"/>
                  </a:lnTo>
                  <a:lnTo>
                    <a:pt x="524" y="24"/>
                  </a:lnTo>
                  <a:lnTo>
                    <a:pt x="531" y="23"/>
                  </a:lnTo>
                  <a:lnTo>
                    <a:pt x="542" y="24"/>
                  </a:lnTo>
                  <a:lnTo>
                    <a:pt x="550" y="26"/>
                  </a:lnTo>
                  <a:lnTo>
                    <a:pt x="558" y="30"/>
                  </a:lnTo>
                  <a:lnTo>
                    <a:pt x="566" y="34"/>
                  </a:lnTo>
                  <a:lnTo>
                    <a:pt x="574" y="39"/>
                  </a:lnTo>
                  <a:lnTo>
                    <a:pt x="582" y="42"/>
                  </a:lnTo>
                  <a:lnTo>
                    <a:pt x="590" y="45"/>
                  </a:lnTo>
                  <a:lnTo>
                    <a:pt x="600" y="46"/>
                  </a:lnTo>
                  <a:lnTo>
                    <a:pt x="618" y="45"/>
                  </a:lnTo>
                  <a:lnTo>
                    <a:pt x="634" y="42"/>
                  </a:lnTo>
                  <a:lnTo>
                    <a:pt x="648" y="38"/>
                  </a:lnTo>
                  <a:lnTo>
                    <a:pt x="661" y="31"/>
                  </a:lnTo>
                  <a:lnTo>
                    <a:pt x="674" y="24"/>
                  </a:lnTo>
                  <a:lnTo>
                    <a:pt x="687" y="17"/>
                  </a:lnTo>
                  <a:lnTo>
                    <a:pt x="701" y="8"/>
                  </a:lnTo>
                  <a:lnTo>
                    <a:pt x="716" y="0"/>
                  </a:lnTo>
                  <a:lnTo>
                    <a:pt x="729" y="15"/>
                  </a:lnTo>
                  <a:lnTo>
                    <a:pt x="743" y="29"/>
                  </a:lnTo>
                  <a:lnTo>
                    <a:pt x="757" y="40"/>
                  </a:lnTo>
                  <a:lnTo>
                    <a:pt x="771" y="50"/>
                  </a:lnTo>
                  <a:lnTo>
                    <a:pt x="786" y="60"/>
                  </a:lnTo>
                  <a:lnTo>
                    <a:pt x="800" y="68"/>
                  </a:lnTo>
                  <a:lnTo>
                    <a:pt x="815" y="76"/>
                  </a:lnTo>
                  <a:lnTo>
                    <a:pt x="830" y="83"/>
                  </a:lnTo>
                  <a:lnTo>
                    <a:pt x="844" y="91"/>
                  </a:lnTo>
                  <a:lnTo>
                    <a:pt x="859" y="99"/>
                  </a:lnTo>
                  <a:lnTo>
                    <a:pt x="873" y="107"/>
                  </a:lnTo>
                  <a:lnTo>
                    <a:pt x="887" y="116"/>
                  </a:lnTo>
                  <a:lnTo>
                    <a:pt x="901" y="127"/>
                  </a:lnTo>
                  <a:lnTo>
                    <a:pt x="915" y="138"/>
                  </a:lnTo>
                  <a:lnTo>
                    <a:pt x="929" y="152"/>
                  </a:lnTo>
                  <a:lnTo>
                    <a:pt x="941" y="167"/>
                  </a:lnTo>
                  <a:lnTo>
                    <a:pt x="955" y="188"/>
                  </a:lnTo>
                  <a:lnTo>
                    <a:pt x="965" y="207"/>
                  </a:lnTo>
                  <a:lnTo>
                    <a:pt x="971" y="227"/>
                  </a:lnTo>
                  <a:lnTo>
                    <a:pt x="976" y="247"/>
                  </a:lnTo>
                  <a:lnTo>
                    <a:pt x="979" y="268"/>
                  </a:lnTo>
                  <a:lnTo>
                    <a:pt x="983" y="290"/>
                  </a:lnTo>
                  <a:lnTo>
                    <a:pt x="988" y="312"/>
                  </a:lnTo>
                  <a:lnTo>
                    <a:pt x="993" y="335"/>
                  </a:lnTo>
                  <a:lnTo>
                    <a:pt x="1005" y="373"/>
                  </a:lnTo>
                  <a:lnTo>
                    <a:pt x="1015" y="408"/>
                  </a:lnTo>
                  <a:lnTo>
                    <a:pt x="1023" y="441"/>
                  </a:lnTo>
                  <a:lnTo>
                    <a:pt x="1029" y="474"/>
                  </a:lnTo>
                  <a:lnTo>
                    <a:pt x="1034" y="507"/>
                  </a:lnTo>
                  <a:lnTo>
                    <a:pt x="1037" y="541"/>
                  </a:lnTo>
                  <a:lnTo>
                    <a:pt x="1039" y="578"/>
                  </a:lnTo>
                  <a:lnTo>
                    <a:pt x="1039" y="617"/>
                  </a:lnTo>
                  <a:lnTo>
                    <a:pt x="1042" y="645"/>
                  </a:lnTo>
                  <a:lnTo>
                    <a:pt x="1046" y="670"/>
                  </a:lnTo>
                  <a:lnTo>
                    <a:pt x="1054" y="694"/>
                  </a:lnTo>
                  <a:lnTo>
                    <a:pt x="1062" y="721"/>
                  </a:lnTo>
                  <a:lnTo>
                    <a:pt x="1041" y="729"/>
                  </a:lnTo>
                  <a:lnTo>
                    <a:pt x="1020" y="736"/>
                  </a:lnTo>
                  <a:lnTo>
                    <a:pt x="999" y="743"/>
                  </a:lnTo>
                  <a:lnTo>
                    <a:pt x="979" y="749"/>
                  </a:lnTo>
                  <a:lnTo>
                    <a:pt x="960" y="753"/>
                  </a:lnTo>
                  <a:lnTo>
                    <a:pt x="941" y="758"/>
                  </a:lnTo>
                  <a:lnTo>
                    <a:pt x="922" y="760"/>
                  </a:lnTo>
                  <a:lnTo>
                    <a:pt x="903" y="764"/>
                  </a:lnTo>
                  <a:lnTo>
                    <a:pt x="884" y="766"/>
                  </a:lnTo>
                  <a:lnTo>
                    <a:pt x="865" y="767"/>
                  </a:lnTo>
                  <a:lnTo>
                    <a:pt x="847" y="768"/>
                  </a:lnTo>
                  <a:lnTo>
                    <a:pt x="827" y="768"/>
                  </a:lnTo>
                  <a:lnTo>
                    <a:pt x="808" y="769"/>
                  </a:lnTo>
                  <a:lnTo>
                    <a:pt x="787" y="768"/>
                  </a:lnTo>
                  <a:lnTo>
                    <a:pt x="766" y="768"/>
                  </a:lnTo>
                  <a:lnTo>
                    <a:pt x="746" y="767"/>
                  </a:lnTo>
                  <a:lnTo>
                    <a:pt x="738" y="750"/>
                  </a:lnTo>
                  <a:lnTo>
                    <a:pt x="727" y="736"/>
                  </a:lnTo>
                  <a:lnTo>
                    <a:pt x="717" y="723"/>
                  </a:lnTo>
                  <a:lnTo>
                    <a:pt x="704" y="714"/>
                  </a:lnTo>
                  <a:lnTo>
                    <a:pt x="689" y="707"/>
                  </a:lnTo>
                  <a:lnTo>
                    <a:pt x="674" y="701"/>
                  </a:lnTo>
                  <a:lnTo>
                    <a:pt x="658" y="697"/>
                  </a:lnTo>
                  <a:lnTo>
                    <a:pt x="642" y="693"/>
                  </a:lnTo>
                  <a:lnTo>
                    <a:pt x="623" y="691"/>
                  </a:lnTo>
                  <a:lnTo>
                    <a:pt x="606" y="690"/>
                  </a:lnTo>
                  <a:lnTo>
                    <a:pt x="587" y="689"/>
                  </a:lnTo>
                  <a:lnTo>
                    <a:pt x="568" y="686"/>
                  </a:lnTo>
                  <a:lnTo>
                    <a:pt x="549" y="685"/>
                  </a:lnTo>
                  <a:lnTo>
                    <a:pt x="529" y="683"/>
                  </a:lnTo>
                  <a:lnTo>
                    <a:pt x="511" y="680"/>
                  </a:lnTo>
                  <a:lnTo>
                    <a:pt x="491" y="675"/>
                  </a:lnTo>
                  <a:lnTo>
                    <a:pt x="474" y="669"/>
                  </a:lnTo>
                  <a:lnTo>
                    <a:pt x="459" y="663"/>
                  </a:lnTo>
                  <a:lnTo>
                    <a:pt x="445" y="658"/>
                  </a:lnTo>
                  <a:lnTo>
                    <a:pt x="432" y="652"/>
                  </a:lnTo>
                  <a:lnTo>
                    <a:pt x="420" y="646"/>
                  </a:lnTo>
                  <a:lnTo>
                    <a:pt x="406" y="640"/>
                  </a:lnTo>
                  <a:lnTo>
                    <a:pt x="391" y="635"/>
                  </a:lnTo>
                  <a:lnTo>
                    <a:pt x="375" y="629"/>
                  </a:lnTo>
                  <a:lnTo>
                    <a:pt x="383" y="603"/>
                  </a:lnTo>
                  <a:lnTo>
                    <a:pt x="393" y="580"/>
                  </a:lnTo>
                  <a:lnTo>
                    <a:pt x="401" y="557"/>
                  </a:lnTo>
                  <a:lnTo>
                    <a:pt x="405" y="531"/>
                  </a:lnTo>
                  <a:lnTo>
                    <a:pt x="402" y="516"/>
                  </a:lnTo>
                  <a:lnTo>
                    <a:pt x="395" y="504"/>
                  </a:lnTo>
                  <a:lnTo>
                    <a:pt x="385" y="494"/>
                  </a:lnTo>
                  <a:lnTo>
                    <a:pt x="371" y="486"/>
                  </a:lnTo>
                  <a:lnTo>
                    <a:pt x="356" y="480"/>
                  </a:lnTo>
                  <a:lnTo>
                    <a:pt x="340" y="477"/>
                  </a:lnTo>
                  <a:lnTo>
                    <a:pt x="323" y="474"/>
                  </a:lnTo>
                  <a:lnTo>
                    <a:pt x="307" y="473"/>
                  </a:lnTo>
                  <a:lnTo>
                    <a:pt x="285" y="478"/>
                  </a:lnTo>
                  <a:lnTo>
                    <a:pt x="267" y="489"/>
                  </a:lnTo>
                  <a:lnTo>
                    <a:pt x="251" y="506"/>
                  </a:lnTo>
                  <a:lnTo>
                    <a:pt x="237" y="525"/>
                  </a:lnTo>
                  <a:lnTo>
                    <a:pt x="224" y="545"/>
                  </a:lnTo>
                  <a:lnTo>
                    <a:pt x="208" y="561"/>
                  </a:lnTo>
                  <a:lnTo>
                    <a:pt x="190" y="572"/>
                  </a:lnTo>
                  <a:lnTo>
                    <a:pt x="168" y="577"/>
                  </a:lnTo>
                  <a:lnTo>
                    <a:pt x="145" y="577"/>
                  </a:lnTo>
                  <a:lnTo>
                    <a:pt x="125" y="575"/>
                  </a:lnTo>
                  <a:lnTo>
                    <a:pt x="105" y="574"/>
                  </a:lnTo>
                  <a:lnTo>
                    <a:pt x="88" y="571"/>
                  </a:lnTo>
                  <a:lnTo>
                    <a:pt x="69" y="569"/>
                  </a:lnTo>
                  <a:lnTo>
                    <a:pt x="50" y="568"/>
                  </a:lnTo>
                  <a:lnTo>
                    <a:pt x="29" y="565"/>
                  </a:lnTo>
                  <a:lnTo>
                    <a:pt x="6" y="565"/>
                  </a:lnTo>
                  <a:lnTo>
                    <a:pt x="5" y="557"/>
                  </a:lnTo>
                  <a:lnTo>
                    <a:pt x="4" y="550"/>
                  </a:lnTo>
                  <a:lnTo>
                    <a:pt x="1" y="545"/>
                  </a:lnTo>
                  <a:lnTo>
                    <a:pt x="0" y="537"/>
                  </a:lnTo>
                  <a:lnTo>
                    <a:pt x="2" y="525"/>
                  </a:lnTo>
                  <a:lnTo>
                    <a:pt x="7" y="516"/>
                  </a:lnTo>
                  <a:lnTo>
                    <a:pt x="14" y="509"/>
                  </a:lnTo>
                  <a:lnTo>
                    <a:pt x="23" y="502"/>
                  </a:lnTo>
                  <a:lnTo>
                    <a:pt x="34" y="496"/>
                  </a:lnTo>
                  <a:lnTo>
                    <a:pt x="44" y="491"/>
                  </a:lnTo>
                  <a:lnTo>
                    <a:pt x="54" y="486"/>
                  </a:lnTo>
                  <a:lnTo>
                    <a:pt x="65" y="479"/>
                  </a:lnTo>
                  <a:lnTo>
                    <a:pt x="74" y="470"/>
                  </a:lnTo>
                  <a:lnTo>
                    <a:pt x="88" y="456"/>
                  </a:lnTo>
                  <a:lnTo>
                    <a:pt x="103" y="438"/>
                  </a:lnTo>
                  <a:lnTo>
                    <a:pt x="121" y="416"/>
                  </a:lnTo>
                  <a:lnTo>
                    <a:pt x="141" y="391"/>
                  </a:lnTo>
                  <a:lnTo>
                    <a:pt x="160" y="365"/>
                  </a:lnTo>
                  <a:lnTo>
                    <a:pt x="182" y="336"/>
                  </a:lnTo>
                  <a:lnTo>
                    <a:pt x="204" y="307"/>
                  </a:lnTo>
                  <a:lnTo>
                    <a:pt x="225" y="280"/>
                  </a:lnTo>
                  <a:lnTo>
                    <a:pt x="246" y="252"/>
                  </a:lnTo>
                  <a:lnTo>
                    <a:pt x="264" y="226"/>
                  </a:lnTo>
                  <a:lnTo>
                    <a:pt x="281" y="203"/>
                  </a:lnTo>
                  <a:lnTo>
                    <a:pt x="296" y="181"/>
                  </a:lnTo>
                  <a:lnTo>
                    <a:pt x="309" y="165"/>
                  </a:lnTo>
                  <a:lnTo>
                    <a:pt x="318" y="152"/>
                  </a:lnTo>
                  <a:lnTo>
                    <a:pt x="323" y="144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6" name="Freeform 16">
              <a:extLst>
                <a:ext uri="{FF2B5EF4-FFF2-40B4-BE49-F238E27FC236}">
                  <a16:creationId xmlns:a16="http://schemas.microsoft.com/office/drawing/2014/main" id="{AB47DCBA-C67F-6B48-A757-3890ADB6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791"/>
              <a:ext cx="86" cy="246"/>
            </a:xfrm>
            <a:custGeom>
              <a:avLst/>
              <a:gdLst>
                <a:gd name="T0" fmla="*/ 6 w 173"/>
                <a:gd name="T1" fmla="*/ 0 h 491"/>
                <a:gd name="T2" fmla="*/ 7 w 173"/>
                <a:gd name="T3" fmla="*/ 4 h 491"/>
                <a:gd name="T4" fmla="*/ 7 w 173"/>
                <a:gd name="T5" fmla="*/ 8 h 491"/>
                <a:gd name="T6" fmla="*/ 8 w 173"/>
                <a:gd name="T7" fmla="*/ 11 h 491"/>
                <a:gd name="T8" fmla="*/ 8 w 173"/>
                <a:gd name="T9" fmla="*/ 15 h 491"/>
                <a:gd name="T10" fmla="*/ 10 w 173"/>
                <a:gd name="T11" fmla="*/ 13 h 491"/>
                <a:gd name="T12" fmla="*/ 11 w 173"/>
                <a:gd name="T13" fmla="*/ 11 h 491"/>
                <a:gd name="T14" fmla="*/ 12 w 173"/>
                <a:gd name="T15" fmla="*/ 10 h 491"/>
                <a:gd name="T16" fmla="*/ 13 w 173"/>
                <a:gd name="T17" fmla="*/ 8 h 491"/>
                <a:gd name="T18" fmla="*/ 14 w 173"/>
                <a:gd name="T19" fmla="*/ 7 h 491"/>
                <a:gd name="T20" fmla="*/ 15 w 173"/>
                <a:gd name="T21" fmla="*/ 6 h 491"/>
                <a:gd name="T22" fmla="*/ 16 w 173"/>
                <a:gd name="T23" fmla="*/ 4 h 491"/>
                <a:gd name="T24" fmla="*/ 18 w 173"/>
                <a:gd name="T25" fmla="*/ 3 h 491"/>
                <a:gd name="T26" fmla="*/ 19 w 173"/>
                <a:gd name="T27" fmla="*/ 4 h 491"/>
                <a:gd name="T28" fmla="*/ 21 w 173"/>
                <a:gd name="T29" fmla="*/ 3 h 491"/>
                <a:gd name="T30" fmla="*/ 20 w 173"/>
                <a:gd name="T31" fmla="*/ 7 h 491"/>
                <a:gd name="T32" fmla="*/ 19 w 173"/>
                <a:gd name="T33" fmla="*/ 10 h 491"/>
                <a:gd name="T34" fmla="*/ 18 w 173"/>
                <a:gd name="T35" fmla="*/ 13 h 491"/>
                <a:gd name="T36" fmla="*/ 17 w 173"/>
                <a:gd name="T37" fmla="*/ 16 h 491"/>
                <a:gd name="T38" fmla="*/ 16 w 173"/>
                <a:gd name="T39" fmla="*/ 19 h 491"/>
                <a:gd name="T40" fmla="*/ 15 w 173"/>
                <a:gd name="T41" fmla="*/ 23 h 491"/>
                <a:gd name="T42" fmla="*/ 13 w 173"/>
                <a:gd name="T43" fmla="*/ 26 h 491"/>
                <a:gd name="T44" fmla="*/ 12 w 173"/>
                <a:gd name="T45" fmla="*/ 29 h 491"/>
                <a:gd name="T46" fmla="*/ 12 w 173"/>
                <a:gd name="T47" fmla="*/ 53 h 491"/>
                <a:gd name="T48" fmla="*/ 10 w 173"/>
                <a:gd name="T49" fmla="*/ 53 h 491"/>
                <a:gd name="T50" fmla="*/ 8 w 173"/>
                <a:gd name="T51" fmla="*/ 54 h 491"/>
                <a:gd name="T52" fmla="*/ 6 w 173"/>
                <a:gd name="T53" fmla="*/ 55 h 491"/>
                <a:gd name="T54" fmla="*/ 5 w 173"/>
                <a:gd name="T55" fmla="*/ 56 h 491"/>
                <a:gd name="T56" fmla="*/ 3 w 173"/>
                <a:gd name="T57" fmla="*/ 57 h 491"/>
                <a:gd name="T58" fmla="*/ 2 w 173"/>
                <a:gd name="T59" fmla="*/ 59 h 491"/>
                <a:gd name="T60" fmla="*/ 1 w 173"/>
                <a:gd name="T61" fmla="*/ 60 h 491"/>
                <a:gd name="T62" fmla="*/ 0 w 173"/>
                <a:gd name="T63" fmla="*/ 62 h 491"/>
                <a:gd name="T64" fmla="*/ 0 w 173"/>
                <a:gd name="T65" fmla="*/ 49 h 491"/>
                <a:gd name="T66" fmla="*/ 1 w 173"/>
                <a:gd name="T67" fmla="*/ 46 h 491"/>
                <a:gd name="T68" fmla="*/ 2 w 173"/>
                <a:gd name="T69" fmla="*/ 43 h 491"/>
                <a:gd name="T70" fmla="*/ 3 w 173"/>
                <a:gd name="T71" fmla="*/ 40 h 491"/>
                <a:gd name="T72" fmla="*/ 4 w 173"/>
                <a:gd name="T73" fmla="*/ 38 h 491"/>
                <a:gd name="T74" fmla="*/ 4 w 173"/>
                <a:gd name="T75" fmla="*/ 35 h 491"/>
                <a:gd name="T76" fmla="*/ 5 w 173"/>
                <a:gd name="T77" fmla="*/ 33 h 491"/>
                <a:gd name="T78" fmla="*/ 5 w 173"/>
                <a:gd name="T79" fmla="*/ 30 h 491"/>
                <a:gd name="T80" fmla="*/ 5 w 173"/>
                <a:gd name="T81" fmla="*/ 27 h 491"/>
                <a:gd name="T82" fmla="*/ 5 w 173"/>
                <a:gd name="T83" fmla="*/ 26 h 491"/>
                <a:gd name="T84" fmla="*/ 5 w 173"/>
                <a:gd name="T85" fmla="*/ 25 h 491"/>
                <a:gd name="T86" fmla="*/ 4 w 173"/>
                <a:gd name="T87" fmla="*/ 24 h 491"/>
                <a:gd name="T88" fmla="*/ 3 w 173"/>
                <a:gd name="T89" fmla="*/ 24 h 491"/>
                <a:gd name="T90" fmla="*/ 2 w 173"/>
                <a:gd name="T91" fmla="*/ 24 h 491"/>
                <a:gd name="T92" fmla="*/ 2 w 173"/>
                <a:gd name="T93" fmla="*/ 23 h 491"/>
                <a:gd name="T94" fmla="*/ 1 w 173"/>
                <a:gd name="T95" fmla="*/ 22 h 491"/>
                <a:gd name="T96" fmla="*/ 1 w 173"/>
                <a:gd name="T97" fmla="*/ 21 h 491"/>
                <a:gd name="T98" fmla="*/ 1 w 173"/>
                <a:gd name="T99" fmla="*/ 17 h 491"/>
                <a:gd name="T100" fmla="*/ 2 w 173"/>
                <a:gd name="T101" fmla="*/ 13 h 491"/>
                <a:gd name="T102" fmla="*/ 3 w 173"/>
                <a:gd name="T103" fmla="*/ 10 h 491"/>
                <a:gd name="T104" fmla="*/ 3 w 173"/>
                <a:gd name="T105" fmla="*/ 6 h 491"/>
                <a:gd name="T106" fmla="*/ 3 w 173"/>
                <a:gd name="T107" fmla="*/ 4 h 491"/>
                <a:gd name="T108" fmla="*/ 4 w 173"/>
                <a:gd name="T109" fmla="*/ 3 h 491"/>
                <a:gd name="T110" fmla="*/ 5 w 173"/>
                <a:gd name="T111" fmla="*/ 2 h 491"/>
                <a:gd name="T112" fmla="*/ 6 w 173"/>
                <a:gd name="T113" fmla="*/ 0 h 4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3"/>
                <a:gd name="T172" fmla="*/ 0 h 491"/>
                <a:gd name="T173" fmla="*/ 173 w 173"/>
                <a:gd name="T174" fmla="*/ 491 h 4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3" h="491">
                  <a:moveTo>
                    <a:pt x="52" y="0"/>
                  </a:moveTo>
                  <a:lnTo>
                    <a:pt x="56" y="31"/>
                  </a:lnTo>
                  <a:lnTo>
                    <a:pt x="61" y="58"/>
                  </a:lnTo>
                  <a:lnTo>
                    <a:pt x="65" y="86"/>
                  </a:lnTo>
                  <a:lnTo>
                    <a:pt x="69" y="117"/>
                  </a:lnTo>
                  <a:lnTo>
                    <a:pt x="81" y="101"/>
                  </a:lnTo>
                  <a:lnTo>
                    <a:pt x="90" y="87"/>
                  </a:lnTo>
                  <a:lnTo>
                    <a:pt x="98" y="74"/>
                  </a:lnTo>
                  <a:lnTo>
                    <a:pt x="106" y="62"/>
                  </a:lnTo>
                  <a:lnTo>
                    <a:pt x="114" y="52"/>
                  </a:lnTo>
                  <a:lnTo>
                    <a:pt x="123" y="42"/>
                  </a:lnTo>
                  <a:lnTo>
                    <a:pt x="135" y="30"/>
                  </a:lnTo>
                  <a:lnTo>
                    <a:pt x="150" y="18"/>
                  </a:lnTo>
                  <a:lnTo>
                    <a:pt x="158" y="29"/>
                  </a:lnTo>
                  <a:lnTo>
                    <a:pt x="173" y="23"/>
                  </a:lnTo>
                  <a:lnTo>
                    <a:pt x="165" y="53"/>
                  </a:lnTo>
                  <a:lnTo>
                    <a:pt x="158" y="80"/>
                  </a:lnTo>
                  <a:lnTo>
                    <a:pt x="149" y="104"/>
                  </a:lnTo>
                  <a:lnTo>
                    <a:pt x="141" y="128"/>
                  </a:lnTo>
                  <a:lnTo>
                    <a:pt x="130" y="151"/>
                  </a:lnTo>
                  <a:lnTo>
                    <a:pt x="121" y="177"/>
                  </a:lnTo>
                  <a:lnTo>
                    <a:pt x="109" y="203"/>
                  </a:lnTo>
                  <a:lnTo>
                    <a:pt x="98" y="232"/>
                  </a:lnTo>
                  <a:lnTo>
                    <a:pt x="98" y="422"/>
                  </a:lnTo>
                  <a:lnTo>
                    <a:pt x="82" y="423"/>
                  </a:lnTo>
                  <a:lnTo>
                    <a:pt x="67" y="428"/>
                  </a:lnTo>
                  <a:lnTo>
                    <a:pt x="53" y="435"/>
                  </a:lnTo>
                  <a:lnTo>
                    <a:pt x="41" y="443"/>
                  </a:lnTo>
                  <a:lnTo>
                    <a:pt x="30" y="453"/>
                  </a:lnTo>
                  <a:lnTo>
                    <a:pt x="20" y="466"/>
                  </a:lnTo>
                  <a:lnTo>
                    <a:pt x="9" y="478"/>
                  </a:lnTo>
                  <a:lnTo>
                    <a:pt x="0" y="491"/>
                  </a:lnTo>
                  <a:lnTo>
                    <a:pt x="0" y="387"/>
                  </a:lnTo>
                  <a:lnTo>
                    <a:pt x="8" y="363"/>
                  </a:lnTo>
                  <a:lnTo>
                    <a:pt x="17" y="340"/>
                  </a:lnTo>
                  <a:lnTo>
                    <a:pt x="24" y="319"/>
                  </a:lnTo>
                  <a:lnTo>
                    <a:pt x="32" y="299"/>
                  </a:lnTo>
                  <a:lnTo>
                    <a:pt x="38" y="278"/>
                  </a:lnTo>
                  <a:lnTo>
                    <a:pt x="43" y="257"/>
                  </a:lnTo>
                  <a:lnTo>
                    <a:pt x="45" y="234"/>
                  </a:lnTo>
                  <a:lnTo>
                    <a:pt x="46" y="209"/>
                  </a:lnTo>
                  <a:lnTo>
                    <a:pt x="45" y="202"/>
                  </a:lnTo>
                  <a:lnTo>
                    <a:pt x="40" y="196"/>
                  </a:lnTo>
                  <a:lnTo>
                    <a:pt x="36" y="192"/>
                  </a:lnTo>
                  <a:lnTo>
                    <a:pt x="29" y="188"/>
                  </a:lnTo>
                  <a:lnTo>
                    <a:pt x="22" y="185"/>
                  </a:lnTo>
                  <a:lnTo>
                    <a:pt x="17" y="180"/>
                  </a:lnTo>
                  <a:lnTo>
                    <a:pt x="13" y="175"/>
                  </a:lnTo>
                  <a:lnTo>
                    <a:pt x="12" y="168"/>
                  </a:lnTo>
                  <a:lnTo>
                    <a:pt x="14" y="135"/>
                  </a:lnTo>
                  <a:lnTo>
                    <a:pt x="21" y="104"/>
                  </a:lnTo>
                  <a:lnTo>
                    <a:pt x="27" y="74"/>
                  </a:lnTo>
                  <a:lnTo>
                    <a:pt x="29" y="41"/>
                  </a:lnTo>
                  <a:lnTo>
                    <a:pt x="31" y="29"/>
                  </a:lnTo>
                  <a:lnTo>
                    <a:pt x="38" y="20"/>
                  </a:lnTo>
                  <a:lnTo>
                    <a:pt x="45" y="1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660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7" name="Freeform 17">
              <a:extLst>
                <a:ext uri="{FF2B5EF4-FFF2-40B4-BE49-F238E27FC236}">
                  <a16:creationId xmlns:a16="http://schemas.microsoft.com/office/drawing/2014/main" id="{73ACDC99-77B7-AA45-B51A-C85189CB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967"/>
              <a:ext cx="107" cy="75"/>
            </a:xfrm>
            <a:custGeom>
              <a:avLst/>
              <a:gdLst>
                <a:gd name="T0" fmla="*/ 20 w 214"/>
                <a:gd name="T1" fmla="*/ 19 h 150"/>
                <a:gd name="T2" fmla="*/ 21 w 214"/>
                <a:gd name="T3" fmla="*/ 18 h 150"/>
                <a:gd name="T4" fmla="*/ 23 w 214"/>
                <a:gd name="T5" fmla="*/ 16 h 150"/>
                <a:gd name="T6" fmla="*/ 24 w 214"/>
                <a:gd name="T7" fmla="*/ 14 h 150"/>
                <a:gd name="T8" fmla="*/ 25 w 214"/>
                <a:gd name="T9" fmla="*/ 13 h 150"/>
                <a:gd name="T10" fmla="*/ 26 w 214"/>
                <a:gd name="T11" fmla="*/ 11 h 150"/>
                <a:gd name="T12" fmla="*/ 27 w 214"/>
                <a:gd name="T13" fmla="*/ 9 h 150"/>
                <a:gd name="T14" fmla="*/ 27 w 214"/>
                <a:gd name="T15" fmla="*/ 7 h 150"/>
                <a:gd name="T16" fmla="*/ 27 w 214"/>
                <a:gd name="T17" fmla="*/ 5 h 150"/>
                <a:gd name="T18" fmla="*/ 27 w 214"/>
                <a:gd name="T19" fmla="*/ 4 h 150"/>
                <a:gd name="T20" fmla="*/ 26 w 214"/>
                <a:gd name="T21" fmla="*/ 3 h 150"/>
                <a:gd name="T22" fmla="*/ 25 w 214"/>
                <a:gd name="T23" fmla="*/ 2 h 150"/>
                <a:gd name="T24" fmla="*/ 23 w 214"/>
                <a:gd name="T25" fmla="*/ 1 h 150"/>
                <a:gd name="T26" fmla="*/ 21 w 214"/>
                <a:gd name="T27" fmla="*/ 1 h 150"/>
                <a:gd name="T28" fmla="*/ 19 w 214"/>
                <a:gd name="T29" fmla="*/ 1 h 150"/>
                <a:gd name="T30" fmla="*/ 17 w 214"/>
                <a:gd name="T31" fmla="*/ 0 h 150"/>
                <a:gd name="T32" fmla="*/ 15 w 214"/>
                <a:gd name="T33" fmla="*/ 0 h 150"/>
                <a:gd name="T34" fmla="*/ 13 w 214"/>
                <a:gd name="T35" fmla="*/ 1 h 150"/>
                <a:gd name="T36" fmla="*/ 10 w 214"/>
                <a:gd name="T37" fmla="*/ 1 h 150"/>
                <a:gd name="T38" fmla="*/ 8 w 214"/>
                <a:gd name="T39" fmla="*/ 2 h 150"/>
                <a:gd name="T40" fmla="*/ 6 w 214"/>
                <a:gd name="T41" fmla="*/ 3 h 150"/>
                <a:gd name="T42" fmla="*/ 4 w 214"/>
                <a:gd name="T43" fmla="*/ 5 h 150"/>
                <a:gd name="T44" fmla="*/ 2 w 214"/>
                <a:gd name="T45" fmla="*/ 7 h 150"/>
                <a:gd name="T46" fmla="*/ 1 w 214"/>
                <a:gd name="T47" fmla="*/ 9 h 150"/>
                <a:gd name="T48" fmla="*/ 0 w 214"/>
                <a:gd name="T49" fmla="*/ 12 h 150"/>
                <a:gd name="T50" fmla="*/ 4 w 214"/>
                <a:gd name="T51" fmla="*/ 12 h 150"/>
                <a:gd name="T52" fmla="*/ 6 w 214"/>
                <a:gd name="T53" fmla="*/ 12 h 150"/>
                <a:gd name="T54" fmla="*/ 9 w 214"/>
                <a:gd name="T55" fmla="*/ 13 h 150"/>
                <a:gd name="T56" fmla="*/ 11 w 214"/>
                <a:gd name="T57" fmla="*/ 13 h 150"/>
                <a:gd name="T58" fmla="*/ 14 w 214"/>
                <a:gd name="T59" fmla="*/ 14 h 150"/>
                <a:gd name="T60" fmla="*/ 16 w 214"/>
                <a:gd name="T61" fmla="*/ 15 h 150"/>
                <a:gd name="T62" fmla="*/ 18 w 214"/>
                <a:gd name="T63" fmla="*/ 17 h 150"/>
                <a:gd name="T64" fmla="*/ 20 w 214"/>
                <a:gd name="T65" fmla="*/ 19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4"/>
                <a:gd name="T100" fmla="*/ 0 h 150"/>
                <a:gd name="T101" fmla="*/ 214 w 214"/>
                <a:gd name="T102" fmla="*/ 150 h 1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4" h="150">
                  <a:moveTo>
                    <a:pt x="155" y="150"/>
                  </a:moveTo>
                  <a:lnTo>
                    <a:pt x="167" y="137"/>
                  </a:lnTo>
                  <a:lnTo>
                    <a:pt x="179" y="124"/>
                  </a:lnTo>
                  <a:lnTo>
                    <a:pt x="189" y="113"/>
                  </a:lnTo>
                  <a:lnTo>
                    <a:pt x="197" y="100"/>
                  </a:lnTo>
                  <a:lnTo>
                    <a:pt x="204" y="87"/>
                  </a:lnTo>
                  <a:lnTo>
                    <a:pt x="209" y="72"/>
                  </a:lnTo>
                  <a:lnTo>
                    <a:pt x="212" y="57"/>
                  </a:lnTo>
                  <a:lnTo>
                    <a:pt x="214" y="40"/>
                  </a:lnTo>
                  <a:lnTo>
                    <a:pt x="211" y="27"/>
                  </a:lnTo>
                  <a:lnTo>
                    <a:pt x="204" y="17"/>
                  </a:lnTo>
                  <a:lnTo>
                    <a:pt x="194" y="10"/>
                  </a:lnTo>
                  <a:lnTo>
                    <a:pt x="181" y="6"/>
                  </a:lnTo>
                  <a:lnTo>
                    <a:pt x="167" y="2"/>
                  </a:lnTo>
                  <a:lnTo>
                    <a:pt x="151" y="1"/>
                  </a:lnTo>
                  <a:lnTo>
                    <a:pt x="136" y="0"/>
                  </a:lnTo>
                  <a:lnTo>
                    <a:pt x="121" y="0"/>
                  </a:lnTo>
                  <a:lnTo>
                    <a:pt x="99" y="1"/>
                  </a:lnTo>
                  <a:lnTo>
                    <a:pt x="79" y="6"/>
                  </a:lnTo>
                  <a:lnTo>
                    <a:pt x="59" y="14"/>
                  </a:lnTo>
                  <a:lnTo>
                    <a:pt x="42" y="24"/>
                  </a:lnTo>
                  <a:lnTo>
                    <a:pt x="27" y="37"/>
                  </a:lnTo>
                  <a:lnTo>
                    <a:pt x="15" y="53"/>
                  </a:lnTo>
                  <a:lnTo>
                    <a:pt x="6" y="71"/>
                  </a:lnTo>
                  <a:lnTo>
                    <a:pt x="0" y="92"/>
                  </a:lnTo>
                  <a:lnTo>
                    <a:pt x="25" y="93"/>
                  </a:lnTo>
                  <a:lnTo>
                    <a:pt x="46" y="95"/>
                  </a:lnTo>
                  <a:lnTo>
                    <a:pt x="68" y="99"/>
                  </a:lnTo>
                  <a:lnTo>
                    <a:pt x="88" y="103"/>
                  </a:lnTo>
                  <a:lnTo>
                    <a:pt x="106" y="109"/>
                  </a:lnTo>
                  <a:lnTo>
                    <a:pt x="124" y="120"/>
                  </a:lnTo>
                  <a:lnTo>
                    <a:pt x="140" y="132"/>
                  </a:lnTo>
                  <a:lnTo>
                    <a:pt x="155" y="15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8" name="Freeform 18">
              <a:extLst>
                <a:ext uri="{FF2B5EF4-FFF2-40B4-BE49-F238E27FC236}">
                  <a16:creationId xmlns:a16="http://schemas.microsoft.com/office/drawing/2014/main" id="{32B1F15F-4BE5-4547-9EDB-CFF82F10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011"/>
              <a:ext cx="190" cy="77"/>
            </a:xfrm>
            <a:custGeom>
              <a:avLst/>
              <a:gdLst>
                <a:gd name="T0" fmla="*/ 12 w 380"/>
                <a:gd name="T1" fmla="*/ 0 h 156"/>
                <a:gd name="T2" fmla="*/ 27 w 380"/>
                <a:gd name="T3" fmla="*/ 0 h 156"/>
                <a:gd name="T4" fmla="*/ 30 w 380"/>
                <a:gd name="T5" fmla="*/ 0 h 156"/>
                <a:gd name="T6" fmla="*/ 33 w 380"/>
                <a:gd name="T7" fmla="*/ 1 h 156"/>
                <a:gd name="T8" fmla="*/ 35 w 380"/>
                <a:gd name="T9" fmla="*/ 2 h 156"/>
                <a:gd name="T10" fmla="*/ 38 w 380"/>
                <a:gd name="T11" fmla="*/ 3 h 156"/>
                <a:gd name="T12" fmla="*/ 40 w 380"/>
                <a:gd name="T13" fmla="*/ 3 h 156"/>
                <a:gd name="T14" fmla="*/ 42 w 380"/>
                <a:gd name="T15" fmla="*/ 4 h 156"/>
                <a:gd name="T16" fmla="*/ 45 w 380"/>
                <a:gd name="T17" fmla="*/ 4 h 156"/>
                <a:gd name="T18" fmla="*/ 48 w 380"/>
                <a:gd name="T19" fmla="*/ 5 h 156"/>
                <a:gd name="T20" fmla="*/ 46 w 380"/>
                <a:gd name="T21" fmla="*/ 6 h 156"/>
                <a:gd name="T22" fmla="*/ 44 w 380"/>
                <a:gd name="T23" fmla="*/ 8 h 156"/>
                <a:gd name="T24" fmla="*/ 42 w 380"/>
                <a:gd name="T25" fmla="*/ 9 h 156"/>
                <a:gd name="T26" fmla="*/ 39 w 380"/>
                <a:gd name="T27" fmla="*/ 10 h 156"/>
                <a:gd name="T28" fmla="*/ 37 w 380"/>
                <a:gd name="T29" fmla="*/ 10 h 156"/>
                <a:gd name="T30" fmla="*/ 35 w 380"/>
                <a:gd name="T31" fmla="*/ 11 h 156"/>
                <a:gd name="T32" fmla="*/ 33 w 380"/>
                <a:gd name="T33" fmla="*/ 12 h 156"/>
                <a:gd name="T34" fmla="*/ 30 w 380"/>
                <a:gd name="T35" fmla="*/ 13 h 156"/>
                <a:gd name="T36" fmla="*/ 28 w 380"/>
                <a:gd name="T37" fmla="*/ 14 h 156"/>
                <a:gd name="T38" fmla="*/ 26 w 380"/>
                <a:gd name="T39" fmla="*/ 15 h 156"/>
                <a:gd name="T40" fmla="*/ 25 w 380"/>
                <a:gd name="T41" fmla="*/ 16 h 156"/>
                <a:gd name="T42" fmla="*/ 24 w 380"/>
                <a:gd name="T43" fmla="*/ 17 h 156"/>
                <a:gd name="T44" fmla="*/ 22 w 380"/>
                <a:gd name="T45" fmla="*/ 18 h 156"/>
                <a:gd name="T46" fmla="*/ 21 w 380"/>
                <a:gd name="T47" fmla="*/ 18 h 156"/>
                <a:gd name="T48" fmla="*/ 19 w 380"/>
                <a:gd name="T49" fmla="*/ 19 h 156"/>
                <a:gd name="T50" fmla="*/ 17 w 380"/>
                <a:gd name="T51" fmla="*/ 19 h 156"/>
                <a:gd name="T52" fmla="*/ 14 w 380"/>
                <a:gd name="T53" fmla="*/ 19 h 156"/>
                <a:gd name="T54" fmla="*/ 11 w 380"/>
                <a:gd name="T55" fmla="*/ 19 h 156"/>
                <a:gd name="T56" fmla="*/ 9 w 380"/>
                <a:gd name="T57" fmla="*/ 18 h 156"/>
                <a:gd name="T58" fmla="*/ 6 w 380"/>
                <a:gd name="T59" fmla="*/ 18 h 156"/>
                <a:gd name="T60" fmla="*/ 4 w 380"/>
                <a:gd name="T61" fmla="*/ 17 h 156"/>
                <a:gd name="T62" fmla="*/ 2 w 380"/>
                <a:gd name="T63" fmla="*/ 15 h 156"/>
                <a:gd name="T64" fmla="*/ 1 w 380"/>
                <a:gd name="T65" fmla="*/ 13 h 156"/>
                <a:gd name="T66" fmla="*/ 0 w 380"/>
                <a:gd name="T67" fmla="*/ 11 h 156"/>
                <a:gd name="T68" fmla="*/ 1 w 380"/>
                <a:gd name="T69" fmla="*/ 9 h 156"/>
                <a:gd name="T70" fmla="*/ 2 w 380"/>
                <a:gd name="T71" fmla="*/ 7 h 156"/>
                <a:gd name="T72" fmla="*/ 3 w 380"/>
                <a:gd name="T73" fmla="*/ 6 h 156"/>
                <a:gd name="T74" fmla="*/ 5 w 380"/>
                <a:gd name="T75" fmla="*/ 4 h 156"/>
                <a:gd name="T76" fmla="*/ 6 w 380"/>
                <a:gd name="T77" fmla="*/ 3 h 156"/>
                <a:gd name="T78" fmla="*/ 8 w 380"/>
                <a:gd name="T79" fmla="*/ 2 h 156"/>
                <a:gd name="T80" fmla="*/ 10 w 380"/>
                <a:gd name="T81" fmla="*/ 1 h 156"/>
                <a:gd name="T82" fmla="*/ 12 w 380"/>
                <a:gd name="T83" fmla="*/ 0 h 1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156"/>
                <a:gd name="T128" fmla="*/ 380 w 380"/>
                <a:gd name="T129" fmla="*/ 156 h 15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156">
                  <a:moveTo>
                    <a:pt x="93" y="0"/>
                  </a:moveTo>
                  <a:lnTo>
                    <a:pt x="214" y="0"/>
                  </a:lnTo>
                  <a:lnTo>
                    <a:pt x="237" y="6"/>
                  </a:lnTo>
                  <a:lnTo>
                    <a:pt x="258" y="13"/>
                  </a:lnTo>
                  <a:lnTo>
                    <a:pt x="277" y="19"/>
                  </a:lnTo>
                  <a:lnTo>
                    <a:pt x="297" y="26"/>
                  </a:lnTo>
                  <a:lnTo>
                    <a:pt x="316" y="30"/>
                  </a:lnTo>
                  <a:lnTo>
                    <a:pt x="336" y="35"/>
                  </a:lnTo>
                  <a:lnTo>
                    <a:pt x="357" y="38"/>
                  </a:lnTo>
                  <a:lnTo>
                    <a:pt x="380" y="41"/>
                  </a:lnTo>
                  <a:lnTo>
                    <a:pt x="362" y="53"/>
                  </a:lnTo>
                  <a:lnTo>
                    <a:pt x="345" y="65"/>
                  </a:lnTo>
                  <a:lnTo>
                    <a:pt x="329" y="73"/>
                  </a:lnTo>
                  <a:lnTo>
                    <a:pt x="312" y="81"/>
                  </a:lnTo>
                  <a:lnTo>
                    <a:pt x="294" y="88"/>
                  </a:lnTo>
                  <a:lnTo>
                    <a:pt x="277" y="95"/>
                  </a:lnTo>
                  <a:lnTo>
                    <a:pt x="258" y="102"/>
                  </a:lnTo>
                  <a:lnTo>
                    <a:pt x="237" y="110"/>
                  </a:lnTo>
                  <a:lnTo>
                    <a:pt x="223" y="115"/>
                  </a:lnTo>
                  <a:lnTo>
                    <a:pt x="209" y="122"/>
                  </a:lnTo>
                  <a:lnTo>
                    <a:pt x="198" y="130"/>
                  </a:lnTo>
                  <a:lnTo>
                    <a:pt x="186" y="137"/>
                  </a:lnTo>
                  <a:lnTo>
                    <a:pt x="175" y="145"/>
                  </a:lnTo>
                  <a:lnTo>
                    <a:pt x="162" y="150"/>
                  </a:lnTo>
                  <a:lnTo>
                    <a:pt x="148" y="155"/>
                  </a:lnTo>
                  <a:lnTo>
                    <a:pt x="133" y="156"/>
                  </a:lnTo>
                  <a:lnTo>
                    <a:pt x="111" y="156"/>
                  </a:lnTo>
                  <a:lnTo>
                    <a:pt x="88" y="153"/>
                  </a:lnTo>
                  <a:lnTo>
                    <a:pt x="66" y="151"/>
                  </a:lnTo>
                  <a:lnTo>
                    <a:pt x="46" y="145"/>
                  </a:lnTo>
                  <a:lnTo>
                    <a:pt x="27" y="137"/>
                  </a:lnTo>
                  <a:lnTo>
                    <a:pt x="12" y="126"/>
                  </a:lnTo>
                  <a:lnTo>
                    <a:pt x="3" y="111"/>
                  </a:lnTo>
                  <a:lnTo>
                    <a:pt x="0" y="92"/>
                  </a:lnTo>
                  <a:lnTo>
                    <a:pt x="2" y="76"/>
                  </a:lnTo>
                  <a:lnTo>
                    <a:pt x="9" y="62"/>
                  </a:lnTo>
                  <a:lnTo>
                    <a:pt x="19" y="50"/>
                  </a:lnTo>
                  <a:lnTo>
                    <a:pt x="33" y="38"/>
                  </a:lnTo>
                  <a:lnTo>
                    <a:pt x="47" y="28"/>
                  </a:lnTo>
                  <a:lnTo>
                    <a:pt x="63" y="19"/>
                  </a:lnTo>
                  <a:lnTo>
                    <a:pt x="78" y="9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89" name="Freeform 19">
              <a:extLst>
                <a:ext uri="{FF2B5EF4-FFF2-40B4-BE49-F238E27FC236}">
                  <a16:creationId xmlns:a16="http://schemas.microsoft.com/office/drawing/2014/main" id="{298B8894-0169-C948-A68A-7FACE6E9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687"/>
              <a:ext cx="398" cy="177"/>
            </a:xfrm>
            <a:custGeom>
              <a:avLst/>
              <a:gdLst>
                <a:gd name="T0" fmla="*/ 1 w 797"/>
                <a:gd name="T1" fmla="*/ 36 h 352"/>
                <a:gd name="T2" fmla="*/ 3 w 797"/>
                <a:gd name="T3" fmla="*/ 33 h 352"/>
                <a:gd name="T4" fmla="*/ 5 w 797"/>
                <a:gd name="T5" fmla="*/ 29 h 352"/>
                <a:gd name="T6" fmla="*/ 7 w 797"/>
                <a:gd name="T7" fmla="*/ 25 h 352"/>
                <a:gd name="T8" fmla="*/ 6 w 797"/>
                <a:gd name="T9" fmla="*/ 20 h 352"/>
                <a:gd name="T10" fmla="*/ 5 w 797"/>
                <a:gd name="T11" fmla="*/ 16 h 352"/>
                <a:gd name="T12" fmla="*/ 5 w 797"/>
                <a:gd name="T13" fmla="*/ 10 h 352"/>
                <a:gd name="T14" fmla="*/ 5 w 797"/>
                <a:gd name="T15" fmla="*/ 4 h 352"/>
                <a:gd name="T16" fmla="*/ 7 w 797"/>
                <a:gd name="T17" fmla="*/ 1 h 352"/>
                <a:gd name="T18" fmla="*/ 11 w 797"/>
                <a:gd name="T19" fmla="*/ 1 h 352"/>
                <a:gd name="T20" fmla="*/ 15 w 797"/>
                <a:gd name="T21" fmla="*/ 1 h 352"/>
                <a:gd name="T22" fmla="*/ 19 w 797"/>
                <a:gd name="T23" fmla="*/ 0 h 352"/>
                <a:gd name="T24" fmla="*/ 25 w 797"/>
                <a:gd name="T25" fmla="*/ 0 h 352"/>
                <a:gd name="T26" fmla="*/ 31 w 797"/>
                <a:gd name="T27" fmla="*/ 0 h 352"/>
                <a:gd name="T28" fmla="*/ 37 w 797"/>
                <a:gd name="T29" fmla="*/ 1 h 352"/>
                <a:gd name="T30" fmla="*/ 43 w 797"/>
                <a:gd name="T31" fmla="*/ 1 h 352"/>
                <a:gd name="T32" fmla="*/ 49 w 797"/>
                <a:gd name="T33" fmla="*/ 1 h 352"/>
                <a:gd name="T34" fmla="*/ 54 w 797"/>
                <a:gd name="T35" fmla="*/ 2 h 352"/>
                <a:gd name="T36" fmla="*/ 60 w 797"/>
                <a:gd name="T37" fmla="*/ 3 h 352"/>
                <a:gd name="T38" fmla="*/ 66 w 797"/>
                <a:gd name="T39" fmla="*/ 4 h 352"/>
                <a:gd name="T40" fmla="*/ 85 w 797"/>
                <a:gd name="T41" fmla="*/ 5 h 352"/>
                <a:gd name="T42" fmla="*/ 88 w 797"/>
                <a:gd name="T43" fmla="*/ 5 h 352"/>
                <a:gd name="T44" fmla="*/ 92 w 797"/>
                <a:gd name="T45" fmla="*/ 4 h 352"/>
                <a:gd name="T46" fmla="*/ 95 w 797"/>
                <a:gd name="T47" fmla="*/ 5 h 352"/>
                <a:gd name="T48" fmla="*/ 99 w 797"/>
                <a:gd name="T49" fmla="*/ 5 h 352"/>
                <a:gd name="T50" fmla="*/ 96 w 797"/>
                <a:gd name="T51" fmla="*/ 9 h 352"/>
                <a:gd name="T52" fmla="*/ 93 w 797"/>
                <a:gd name="T53" fmla="*/ 12 h 352"/>
                <a:gd name="T54" fmla="*/ 89 w 797"/>
                <a:gd name="T55" fmla="*/ 13 h 352"/>
                <a:gd name="T56" fmla="*/ 85 w 797"/>
                <a:gd name="T57" fmla="*/ 15 h 352"/>
                <a:gd name="T58" fmla="*/ 81 w 797"/>
                <a:gd name="T59" fmla="*/ 16 h 352"/>
                <a:gd name="T60" fmla="*/ 77 w 797"/>
                <a:gd name="T61" fmla="*/ 17 h 352"/>
                <a:gd name="T62" fmla="*/ 72 w 797"/>
                <a:gd name="T63" fmla="*/ 18 h 352"/>
                <a:gd name="T64" fmla="*/ 68 w 797"/>
                <a:gd name="T65" fmla="*/ 21 h 352"/>
                <a:gd name="T66" fmla="*/ 63 w 797"/>
                <a:gd name="T67" fmla="*/ 24 h 352"/>
                <a:gd name="T68" fmla="*/ 59 w 797"/>
                <a:gd name="T69" fmla="*/ 26 h 352"/>
                <a:gd name="T70" fmla="*/ 55 w 797"/>
                <a:gd name="T71" fmla="*/ 30 h 352"/>
                <a:gd name="T72" fmla="*/ 51 w 797"/>
                <a:gd name="T73" fmla="*/ 34 h 352"/>
                <a:gd name="T74" fmla="*/ 48 w 797"/>
                <a:gd name="T75" fmla="*/ 38 h 352"/>
                <a:gd name="T76" fmla="*/ 45 w 797"/>
                <a:gd name="T77" fmla="*/ 41 h 352"/>
                <a:gd name="T78" fmla="*/ 42 w 797"/>
                <a:gd name="T79" fmla="*/ 44 h 352"/>
                <a:gd name="T80" fmla="*/ 37 w 797"/>
                <a:gd name="T81" fmla="*/ 45 h 352"/>
                <a:gd name="T82" fmla="*/ 35 w 797"/>
                <a:gd name="T83" fmla="*/ 45 h 352"/>
                <a:gd name="T84" fmla="*/ 34 w 797"/>
                <a:gd name="T85" fmla="*/ 44 h 352"/>
                <a:gd name="T86" fmla="*/ 32 w 797"/>
                <a:gd name="T87" fmla="*/ 43 h 352"/>
                <a:gd name="T88" fmla="*/ 31 w 797"/>
                <a:gd name="T89" fmla="*/ 42 h 352"/>
                <a:gd name="T90" fmla="*/ 14 w 797"/>
                <a:gd name="T91" fmla="*/ 42 h 352"/>
                <a:gd name="T92" fmla="*/ 10 w 797"/>
                <a:gd name="T93" fmla="*/ 41 h 352"/>
                <a:gd name="T94" fmla="*/ 6 w 797"/>
                <a:gd name="T95" fmla="*/ 40 h 352"/>
                <a:gd name="T96" fmla="*/ 2 w 797"/>
                <a:gd name="T97" fmla="*/ 39 h 3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97"/>
                <a:gd name="T148" fmla="*/ 0 h 352"/>
                <a:gd name="T149" fmla="*/ 797 w 797"/>
                <a:gd name="T150" fmla="*/ 352 h 3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97" h="352">
                  <a:moveTo>
                    <a:pt x="0" y="299"/>
                  </a:moveTo>
                  <a:lnTo>
                    <a:pt x="9" y="284"/>
                  </a:lnTo>
                  <a:lnTo>
                    <a:pt x="20" y="269"/>
                  </a:lnTo>
                  <a:lnTo>
                    <a:pt x="29" y="256"/>
                  </a:lnTo>
                  <a:lnTo>
                    <a:pt x="38" y="242"/>
                  </a:lnTo>
                  <a:lnTo>
                    <a:pt x="46" y="228"/>
                  </a:lnTo>
                  <a:lnTo>
                    <a:pt x="52" y="213"/>
                  </a:lnTo>
                  <a:lnTo>
                    <a:pt x="57" y="197"/>
                  </a:lnTo>
                  <a:lnTo>
                    <a:pt x="58" y="178"/>
                  </a:lnTo>
                  <a:lnTo>
                    <a:pt x="55" y="160"/>
                  </a:lnTo>
                  <a:lnTo>
                    <a:pt x="50" y="144"/>
                  </a:lnTo>
                  <a:lnTo>
                    <a:pt x="43" y="128"/>
                  </a:lnTo>
                  <a:lnTo>
                    <a:pt x="41" y="109"/>
                  </a:lnTo>
                  <a:lnTo>
                    <a:pt x="41" y="79"/>
                  </a:lnTo>
                  <a:lnTo>
                    <a:pt x="41" y="54"/>
                  </a:lnTo>
                  <a:lnTo>
                    <a:pt x="41" y="29"/>
                  </a:lnTo>
                  <a:lnTo>
                    <a:pt x="41" y="0"/>
                  </a:lnTo>
                  <a:lnTo>
                    <a:pt x="59" y="1"/>
                  </a:lnTo>
                  <a:lnTo>
                    <a:pt x="76" y="1"/>
                  </a:lnTo>
                  <a:lnTo>
                    <a:pt x="92" y="1"/>
                  </a:lnTo>
                  <a:lnTo>
                    <a:pt x="108" y="1"/>
                  </a:lnTo>
                  <a:lnTo>
                    <a:pt x="125" y="1"/>
                  </a:lnTo>
                  <a:lnTo>
                    <a:pt x="141" y="0"/>
                  </a:lnTo>
                  <a:lnTo>
                    <a:pt x="158" y="0"/>
                  </a:lnTo>
                  <a:lnTo>
                    <a:pt x="176" y="0"/>
                  </a:lnTo>
                  <a:lnTo>
                    <a:pt x="204" y="0"/>
                  </a:lnTo>
                  <a:lnTo>
                    <a:pt x="229" y="0"/>
                  </a:lnTo>
                  <a:lnTo>
                    <a:pt x="255" y="0"/>
                  </a:lnTo>
                  <a:lnTo>
                    <a:pt x="279" y="0"/>
                  </a:lnTo>
                  <a:lnTo>
                    <a:pt x="302" y="1"/>
                  </a:lnTo>
                  <a:lnTo>
                    <a:pt x="325" y="1"/>
                  </a:lnTo>
                  <a:lnTo>
                    <a:pt x="348" y="2"/>
                  </a:lnTo>
                  <a:lnTo>
                    <a:pt x="370" y="3"/>
                  </a:lnTo>
                  <a:lnTo>
                    <a:pt x="392" y="6"/>
                  </a:lnTo>
                  <a:lnTo>
                    <a:pt x="415" y="7"/>
                  </a:lnTo>
                  <a:lnTo>
                    <a:pt x="437" y="10"/>
                  </a:lnTo>
                  <a:lnTo>
                    <a:pt x="460" y="14"/>
                  </a:lnTo>
                  <a:lnTo>
                    <a:pt x="484" y="17"/>
                  </a:lnTo>
                  <a:lnTo>
                    <a:pt x="508" y="23"/>
                  </a:lnTo>
                  <a:lnTo>
                    <a:pt x="534" y="28"/>
                  </a:lnTo>
                  <a:lnTo>
                    <a:pt x="560" y="34"/>
                  </a:lnTo>
                  <a:lnTo>
                    <a:pt x="682" y="40"/>
                  </a:lnTo>
                  <a:lnTo>
                    <a:pt x="697" y="36"/>
                  </a:lnTo>
                  <a:lnTo>
                    <a:pt x="711" y="33"/>
                  </a:lnTo>
                  <a:lnTo>
                    <a:pt x="725" y="31"/>
                  </a:lnTo>
                  <a:lnTo>
                    <a:pt x="739" y="31"/>
                  </a:lnTo>
                  <a:lnTo>
                    <a:pt x="753" y="32"/>
                  </a:lnTo>
                  <a:lnTo>
                    <a:pt x="766" y="34"/>
                  </a:lnTo>
                  <a:lnTo>
                    <a:pt x="781" y="37"/>
                  </a:lnTo>
                  <a:lnTo>
                    <a:pt x="797" y="40"/>
                  </a:lnTo>
                  <a:lnTo>
                    <a:pt x="787" y="56"/>
                  </a:lnTo>
                  <a:lnTo>
                    <a:pt x="774" y="69"/>
                  </a:lnTo>
                  <a:lnTo>
                    <a:pt x="762" y="81"/>
                  </a:lnTo>
                  <a:lnTo>
                    <a:pt x="748" y="90"/>
                  </a:lnTo>
                  <a:lnTo>
                    <a:pt x="733" y="98"/>
                  </a:lnTo>
                  <a:lnTo>
                    <a:pt x="718" y="104"/>
                  </a:lnTo>
                  <a:lnTo>
                    <a:pt x="702" y="109"/>
                  </a:lnTo>
                  <a:lnTo>
                    <a:pt x="686" y="114"/>
                  </a:lnTo>
                  <a:lnTo>
                    <a:pt x="670" y="119"/>
                  </a:lnTo>
                  <a:lnTo>
                    <a:pt x="652" y="122"/>
                  </a:lnTo>
                  <a:lnTo>
                    <a:pt x="635" y="127"/>
                  </a:lnTo>
                  <a:lnTo>
                    <a:pt x="618" y="131"/>
                  </a:lnTo>
                  <a:lnTo>
                    <a:pt x="600" y="137"/>
                  </a:lnTo>
                  <a:lnTo>
                    <a:pt x="583" y="144"/>
                  </a:lnTo>
                  <a:lnTo>
                    <a:pt x="566" y="152"/>
                  </a:lnTo>
                  <a:lnTo>
                    <a:pt x="549" y="161"/>
                  </a:lnTo>
                  <a:lnTo>
                    <a:pt x="529" y="174"/>
                  </a:lnTo>
                  <a:lnTo>
                    <a:pt x="509" y="185"/>
                  </a:lnTo>
                  <a:lnTo>
                    <a:pt x="492" y="197"/>
                  </a:lnTo>
                  <a:lnTo>
                    <a:pt x="476" y="207"/>
                  </a:lnTo>
                  <a:lnTo>
                    <a:pt x="459" y="220"/>
                  </a:lnTo>
                  <a:lnTo>
                    <a:pt x="443" y="233"/>
                  </a:lnTo>
                  <a:lnTo>
                    <a:pt x="426" y="248"/>
                  </a:lnTo>
                  <a:lnTo>
                    <a:pt x="410" y="265"/>
                  </a:lnTo>
                  <a:lnTo>
                    <a:pt x="397" y="280"/>
                  </a:lnTo>
                  <a:lnTo>
                    <a:pt x="385" y="296"/>
                  </a:lnTo>
                  <a:lnTo>
                    <a:pt x="373" y="310"/>
                  </a:lnTo>
                  <a:lnTo>
                    <a:pt x="363" y="324"/>
                  </a:lnTo>
                  <a:lnTo>
                    <a:pt x="350" y="335"/>
                  </a:lnTo>
                  <a:lnTo>
                    <a:pt x="337" y="344"/>
                  </a:lnTo>
                  <a:lnTo>
                    <a:pt x="320" y="350"/>
                  </a:lnTo>
                  <a:lnTo>
                    <a:pt x="301" y="352"/>
                  </a:lnTo>
                  <a:lnTo>
                    <a:pt x="294" y="351"/>
                  </a:lnTo>
                  <a:lnTo>
                    <a:pt x="287" y="350"/>
                  </a:lnTo>
                  <a:lnTo>
                    <a:pt x="280" y="348"/>
                  </a:lnTo>
                  <a:lnTo>
                    <a:pt x="274" y="346"/>
                  </a:lnTo>
                  <a:lnTo>
                    <a:pt x="269" y="342"/>
                  </a:lnTo>
                  <a:lnTo>
                    <a:pt x="262" y="340"/>
                  </a:lnTo>
                  <a:lnTo>
                    <a:pt x="256" y="337"/>
                  </a:lnTo>
                  <a:lnTo>
                    <a:pt x="249" y="335"/>
                  </a:lnTo>
                  <a:lnTo>
                    <a:pt x="133" y="335"/>
                  </a:lnTo>
                  <a:lnTo>
                    <a:pt x="115" y="332"/>
                  </a:lnTo>
                  <a:lnTo>
                    <a:pt x="99" y="327"/>
                  </a:lnTo>
                  <a:lnTo>
                    <a:pt x="82" y="322"/>
                  </a:lnTo>
                  <a:lnTo>
                    <a:pt x="66" y="318"/>
                  </a:lnTo>
                  <a:lnTo>
                    <a:pt x="50" y="313"/>
                  </a:lnTo>
                  <a:lnTo>
                    <a:pt x="34" y="309"/>
                  </a:lnTo>
                  <a:lnTo>
                    <a:pt x="16" y="304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0" name="Freeform 20">
              <a:extLst>
                <a:ext uri="{FF2B5EF4-FFF2-40B4-BE49-F238E27FC236}">
                  <a16:creationId xmlns:a16="http://schemas.microsoft.com/office/drawing/2014/main" id="{99819697-E08F-9C4E-B4E6-D9B7EDF4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719"/>
              <a:ext cx="312" cy="46"/>
            </a:xfrm>
            <a:custGeom>
              <a:avLst/>
              <a:gdLst>
                <a:gd name="T0" fmla="*/ 3 w 624"/>
                <a:gd name="T1" fmla="*/ 0 h 92"/>
                <a:gd name="T2" fmla="*/ 27 w 624"/>
                <a:gd name="T3" fmla="*/ 5 h 92"/>
                <a:gd name="T4" fmla="*/ 78 w 624"/>
                <a:gd name="T5" fmla="*/ 5 h 92"/>
                <a:gd name="T6" fmla="*/ 77 w 624"/>
                <a:gd name="T7" fmla="*/ 7 h 92"/>
                <a:gd name="T8" fmla="*/ 75 w 624"/>
                <a:gd name="T9" fmla="*/ 9 h 92"/>
                <a:gd name="T10" fmla="*/ 73 w 624"/>
                <a:gd name="T11" fmla="*/ 10 h 92"/>
                <a:gd name="T12" fmla="*/ 71 w 624"/>
                <a:gd name="T13" fmla="*/ 11 h 92"/>
                <a:gd name="T14" fmla="*/ 68 w 624"/>
                <a:gd name="T15" fmla="*/ 11 h 92"/>
                <a:gd name="T16" fmla="*/ 66 w 624"/>
                <a:gd name="T17" fmla="*/ 12 h 92"/>
                <a:gd name="T18" fmla="*/ 63 w 624"/>
                <a:gd name="T19" fmla="*/ 12 h 92"/>
                <a:gd name="T20" fmla="*/ 60 w 624"/>
                <a:gd name="T21" fmla="*/ 12 h 92"/>
                <a:gd name="T22" fmla="*/ 58 w 624"/>
                <a:gd name="T23" fmla="*/ 12 h 92"/>
                <a:gd name="T24" fmla="*/ 56 w 624"/>
                <a:gd name="T25" fmla="*/ 12 h 92"/>
                <a:gd name="T26" fmla="*/ 54 w 624"/>
                <a:gd name="T27" fmla="*/ 12 h 92"/>
                <a:gd name="T28" fmla="*/ 52 w 624"/>
                <a:gd name="T29" fmla="*/ 12 h 92"/>
                <a:gd name="T30" fmla="*/ 50 w 624"/>
                <a:gd name="T31" fmla="*/ 12 h 92"/>
                <a:gd name="T32" fmla="*/ 48 w 624"/>
                <a:gd name="T33" fmla="*/ 12 h 92"/>
                <a:gd name="T34" fmla="*/ 46 w 624"/>
                <a:gd name="T35" fmla="*/ 11 h 92"/>
                <a:gd name="T36" fmla="*/ 44 w 624"/>
                <a:gd name="T37" fmla="*/ 11 h 92"/>
                <a:gd name="T38" fmla="*/ 43 w 624"/>
                <a:gd name="T39" fmla="*/ 11 h 92"/>
                <a:gd name="T40" fmla="*/ 41 w 624"/>
                <a:gd name="T41" fmla="*/ 11 h 92"/>
                <a:gd name="T42" fmla="*/ 39 w 624"/>
                <a:gd name="T43" fmla="*/ 11 h 92"/>
                <a:gd name="T44" fmla="*/ 37 w 624"/>
                <a:gd name="T45" fmla="*/ 11 h 92"/>
                <a:gd name="T46" fmla="*/ 36 w 624"/>
                <a:gd name="T47" fmla="*/ 10 h 92"/>
                <a:gd name="T48" fmla="*/ 34 w 624"/>
                <a:gd name="T49" fmla="*/ 10 h 92"/>
                <a:gd name="T50" fmla="*/ 31 w 624"/>
                <a:gd name="T51" fmla="*/ 10 h 92"/>
                <a:gd name="T52" fmla="*/ 29 w 624"/>
                <a:gd name="T53" fmla="*/ 10 h 92"/>
                <a:gd name="T54" fmla="*/ 27 w 624"/>
                <a:gd name="T55" fmla="*/ 10 h 92"/>
                <a:gd name="T56" fmla="*/ 24 w 624"/>
                <a:gd name="T57" fmla="*/ 9 h 92"/>
                <a:gd name="T58" fmla="*/ 22 w 624"/>
                <a:gd name="T59" fmla="*/ 9 h 92"/>
                <a:gd name="T60" fmla="*/ 20 w 624"/>
                <a:gd name="T61" fmla="*/ 9 h 92"/>
                <a:gd name="T62" fmla="*/ 18 w 624"/>
                <a:gd name="T63" fmla="*/ 9 h 92"/>
                <a:gd name="T64" fmla="*/ 15 w 624"/>
                <a:gd name="T65" fmla="*/ 9 h 92"/>
                <a:gd name="T66" fmla="*/ 13 w 624"/>
                <a:gd name="T67" fmla="*/ 9 h 92"/>
                <a:gd name="T68" fmla="*/ 10 w 624"/>
                <a:gd name="T69" fmla="*/ 8 h 92"/>
                <a:gd name="T70" fmla="*/ 9 w 624"/>
                <a:gd name="T71" fmla="*/ 8 h 92"/>
                <a:gd name="T72" fmla="*/ 7 w 624"/>
                <a:gd name="T73" fmla="*/ 8 h 92"/>
                <a:gd name="T74" fmla="*/ 5 w 624"/>
                <a:gd name="T75" fmla="*/ 8 h 92"/>
                <a:gd name="T76" fmla="*/ 4 w 624"/>
                <a:gd name="T77" fmla="*/ 8 h 92"/>
                <a:gd name="T78" fmla="*/ 3 w 624"/>
                <a:gd name="T79" fmla="*/ 8 h 92"/>
                <a:gd name="T80" fmla="*/ 1 w 624"/>
                <a:gd name="T81" fmla="*/ 7 h 92"/>
                <a:gd name="T82" fmla="*/ 1 w 624"/>
                <a:gd name="T83" fmla="*/ 6 h 92"/>
                <a:gd name="T84" fmla="*/ 0 w 624"/>
                <a:gd name="T85" fmla="*/ 5 h 92"/>
                <a:gd name="T86" fmla="*/ 1 w 624"/>
                <a:gd name="T87" fmla="*/ 4 h 92"/>
                <a:gd name="T88" fmla="*/ 2 w 624"/>
                <a:gd name="T89" fmla="*/ 3 h 92"/>
                <a:gd name="T90" fmla="*/ 2 w 624"/>
                <a:gd name="T91" fmla="*/ 1 h 92"/>
                <a:gd name="T92" fmla="*/ 3 w 624"/>
                <a:gd name="T93" fmla="*/ 0 h 9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624"/>
                <a:gd name="T142" fmla="*/ 0 h 92"/>
                <a:gd name="T143" fmla="*/ 624 w 624"/>
                <a:gd name="T144" fmla="*/ 92 h 9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624" h="92">
                  <a:moveTo>
                    <a:pt x="17" y="0"/>
                  </a:moveTo>
                  <a:lnTo>
                    <a:pt x="214" y="35"/>
                  </a:lnTo>
                  <a:lnTo>
                    <a:pt x="624" y="35"/>
                  </a:lnTo>
                  <a:lnTo>
                    <a:pt x="612" y="52"/>
                  </a:lnTo>
                  <a:lnTo>
                    <a:pt x="597" y="66"/>
                  </a:lnTo>
                  <a:lnTo>
                    <a:pt x="581" y="76"/>
                  </a:lnTo>
                  <a:lnTo>
                    <a:pt x="563" y="83"/>
                  </a:lnTo>
                  <a:lnTo>
                    <a:pt x="543" y="88"/>
                  </a:lnTo>
                  <a:lnTo>
                    <a:pt x="521" y="91"/>
                  </a:lnTo>
                  <a:lnTo>
                    <a:pt x="500" y="92"/>
                  </a:lnTo>
                  <a:lnTo>
                    <a:pt x="477" y="92"/>
                  </a:lnTo>
                  <a:lnTo>
                    <a:pt x="459" y="92"/>
                  </a:lnTo>
                  <a:lnTo>
                    <a:pt x="442" y="92"/>
                  </a:lnTo>
                  <a:lnTo>
                    <a:pt x="427" y="91"/>
                  </a:lnTo>
                  <a:lnTo>
                    <a:pt x="411" y="90"/>
                  </a:lnTo>
                  <a:lnTo>
                    <a:pt x="396" y="90"/>
                  </a:lnTo>
                  <a:lnTo>
                    <a:pt x="382" y="89"/>
                  </a:lnTo>
                  <a:lnTo>
                    <a:pt x="367" y="88"/>
                  </a:lnTo>
                  <a:lnTo>
                    <a:pt x="353" y="87"/>
                  </a:lnTo>
                  <a:lnTo>
                    <a:pt x="339" y="86"/>
                  </a:lnTo>
                  <a:lnTo>
                    <a:pt x="326" y="83"/>
                  </a:lnTo>
                  <a:lnTo>
                    <a:pt x="311" y="82"/>
                  </a:lnTo>
                  <a:lnTo>
                    <a:pt x="296" y="81"/>
                  </a:lnTo>
                  <a:lnTo>
                    <a:pt x="281" y="80"/>
                  </a:lnTo>
                  <a:lnTo>
                    <a:pt x="265" y="77"/>
                  </a:lnTo>
                  <a:lnTo>
                    <a:pt x="248" y="76"/>
                  </a:lnTo>
                  <a:lnTo>
                    <a:pt x="231" y="75"/>
                  </a:lnTo>
                  <a:lnTo>
                    <a:pt x="210" y="74"/>
                  </a:lnTo>
                  <a:lnTo>
                    <a:pt x="191" y="72"/>
                  </a:lnTo>
                  <a:lnTo>
                    <a:pt x="172" y="71"/>
                  </a:lnTo>
                  <a:lnTo>
                    <a:pt x="156" y="69"/>
                  </a:lnTo>
                  <a:lnTo>
                    <a:pt x="139" y="68"/>
                  </a:lnTo>
                  <a:lnTo>
                    <a:pt x="120" y="67"/>
                  </a:lnTo>
                  <a:lnTo>
                    <a:pt x="101" y="65"/>
                  </a:lnTo>
                  <a:lnTo>
                    <a:pt x="80" y="64"/>
                  </a:lnTo>
                  <a:lnTo>
                    <a:pt x="67" y="64"/>
                  </a:lnTo>
                  <a:lnTo>
                    <a:pt x="54" y="64"/>
                  </a:lnTo>
                  <a:lnTo>
                    <a:pt x="40" y="62"/>
                  </a:lnTo>
                  <a:lnTo>
                    <a:pt x="27" y="61"/>
                  </a:lnTo>
                  <a:lnTo>
                    <a:pt x="17" y="58"/>
                  </a:lnTo>
                  <a:lnTo>
                    <a:pt x="8" y="53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7"/>
                  </a:lnTo>
                  <a:lnTo>
                    <a:pt x="9" y="18"/>
                  </a:lnTo>
                  <a:lnTo>
                    <a:pt x="14" y="8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F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1" name="Freeform 21">
              <a:extLst>
                <a:ext uri="{FF2B5EF4-FFF2-40B4-BE49-F238E27FC236}">
                  <a16:creationId xmlns:a16="http://schemas.microsoft.com/office/drawing/2014/main" id="{F494F0D5-9E29-BA4C-99ED-95BC4AE70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08"/>
              <a:ext cx="72" cy="288"/>
            </a:xfrm>
            <a:custGeom>
              <a:avLst/>
              <a:gdLst>
                <a:gd name="T0" fmla="*/ 18 w 144"/>
                <a:gd name="T1" fmla="*/ 0 h 577"/>
                <a:gd name="T2" fmla="*/ 15 w 144"/>
                <a:gd name="T3" fmla="*/ 0 h 577"/>
                <a:gd name="T4" fmla="*/ 12 w 144"/>
                <a:gd name="T5" fmla="*/ 0 h 577"/>
                <a:gd name="T6" fmla="*/ 9 w 144"/>
                <a:gd name="T7" fmla="*/ 1 h 577"/>
                <a:gd name="T8" fmla="*/ 6 w 144"/>
                <a:gd name="T9" fmla="*/ 2 h 577"/>
                <a:gd name="T10" fmla="*/ 4 w 144"/>
                <a:gd name="T11" fmla="*/ 4 h 577"/>
                <a:gd name="T12" fmla="*/ 2 w 144"/>
                <a:gd name="T13" fmla="*/ 5 h 577"/>
                <a:gd name="T14" fmla="*/ 1 w 144"/>
                <a:gd name="T15" fmla="*/ 8 h 577"/>
                <a:gd name="T16" fmla="*/ 0 w 144"/>
                <a:gd name="T17" fmla="*/ 10 h 577"/>
                <a:gd name="T18" fmla="*/ 0 w 144"/>
                <a:gd name="T19" fmla="*/ 71 h 577"/>
                <a:gd name="T20" fmla="*/ 1 w 144"/>
                <a:gd name="T21" fmla="*/ 71 h 577"/>
                <a:gd name="T22" fmla="*/ 2 w 144"/>
                <a:gd name="T23" fmla="*/ 71 h 577"/>
                <a:gd name="T24" fmla="*/ 3 w 144"/>
                <a:gd name="T25" fmla="*/ 71 h 577"/>
                <a:gd name="T26" fmla="*/ 4 w 144"/>
                <a:gd name="T27" fmla="*/ 71 h 577"/>
                <a:gd name="T28" fmla="*/ 5 w 144"/>
                <a:gd name="T29" fmla="*/ 72 h 577"/>
                <a:gd name="T30" fmla="*/ 6 w 144"/>
                <a:gd name="T31" fmla="*/ 72 h 577"/>
                <a:gd name="T32" fmla="*/ 7 w 144"/>
                <a:gd name="T33" fmla="*/ 72 h 577"/>
                <a:gd name="T34" fmla="*/ 8 w 144"/>
                <a:gd name="T35" fmla="*/ 72 h 577"/>
                <a:gd name="T36" fmla="*/ 10 w 144"/>
                <a:gd name="T37" fmla="*/ 71 h 577"/>
                <a:gd name="T38" fmla="*/ 11 w 144"/>
                <a:gd name="T39" fmla="*/ 71 h 577"/>
                <a:gd name="T40" fmla="*/ 13 w 144"/>
                <a:gd name="T41" fmla="*/ 70 h 577"/>
                <a:gd name="T42" fmla="*/ 15 w 144"/>
                <a:gd name="T43" fmla="*/ 68 h 577"/>
                <a:gd name="T44" fmla="*/ 16 w 144"/>
                <a:gd name="T45" fmla="*/ 67 h 577"/>
                <a:gd name="T46" fmla="*/ 17 w 144"/>
                <a:gd name="T47" fmla="*/ 65 h 577"/>
                <a:gd name="T48" fmla="*/ 18 w 144"/>
                <a:gd name="T49" fmla="*/ 63 h 577"/>
                <a:gd name="T50" fmla="*/ 18 w 144"/>
                <a:gd name="T51" fmla="*/ 61 h 577"/>
                <a:gd name="T52" fmla="*/ 18 w 144"/>
                <a:gd name="T53" fmla="*/ 0 h 5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4"/>
                <a:gd name="T82" fmla="*/ 0 h 577"/>
                <a:gd name="T83" fmla="*/ 144 w 144"/>
                <a:gd name="T84" fmla="*/ 577 h 5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4" h="577">
                  <a:moveTo>
                    <a:pt x="144" y="0"/>
                  </a:moveTo>
                  <a:lnTo>
                    <a:pt x="119" y="3"/>
                  </a:lnTo>
                  <a:lnTo>
                    <a:pt x="93" y="7"/>
                  </a:lnTo>
                  <a:lnTo>
                    <a:pt x="69" y="13"/>
                  </a:lnTo>
                  <a:lnTo>
                    <a:pt x="46" y="21"/>
                  </a:lnTo>
                  <a:lnTo>
                    <a:pt x="27" y="32"/>
                  </a:lnTo>
                  <a:lnTo>
                    <a:pt x="12" y="46"/>
                  </a:lnTo>
                  <a:lnTo>
                    <a:pt x="2" y="65"/>
                  </a:lnTo>
                  <a:lnTo>
                    <a:pt x="0" y="87"/>
                  </a:lnTo>
                  <a:lnTo>
                    <a:pt x="0" y="572"/>
                  </a:lnTo>
                  <a:lnTo>
                    <a:pt x="8" y="573"/>
                  </a:lnTo>
                  <a:lnTo>
                    <a:pt x="15" y="574"/>
                  </a:lnTo>
                  <a:lnTo>
                    <a:pt x="22" y="574"/>
                  </a:lnTo>
                  <a:lnTo>
                    <a:pt x="29" y="575"/>
                  </a:lnTo>
                  <a:lnTo>
                    <a:pt x="36" y="576"/>
                  </a:lnTo>
                  <a:lnTo>
                    <a:pt x="43" y="576"/>
                  </a:lnTo>
                  <a:lnTo>
                    <a:pt x="50" y="577"/>
                  </a:lnTo>
                  <a:lnTo>
                    <a:pt x="58" y="577"/>
                  </a:lnTo>
                  <a:lnTo>
                    <a:pt x="75" y="575"/>
                  </a:lnTo>
                  <a:lnTo>
                    <a:pt x="89" y="571"/>
                  </a:lnTo>
                  <a:lnTo>
                    <a:pt x="103" y="562"/>
                  </a:lnTo>
                  <a:lnTo>
                    <a:pt x="114" y="551"/>
                  </a:lnTo>
                  <a:lnTo>
                    <a:pt x="123" y="538"/>
                  </a:lnTo>
                  <a:lnTo>
                    <a:pt x="131" y="523"/>
                  </a:lnTo>
                  <a:lnTo>
                    <a:pt x="138" y="507"/>
                  </a:lnTo>
                  <a:lnTo>
                    <a:pt x="144" y="491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AFC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2" name="Freeform 22">
              <a:extLst>
                <a:ext uri="{FF2B5EF4-FFF2-40B4-BE49-F238E27FC236}">
                  <a16:creationId xmlns:a16="http://schemas.microsoft.com/office/drawing/2014/main" id="{ACBEF8C3-242F-A546-93A8-11DF8523B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745"/>
              <a:ext cx="72" cy="243"/>
            </a:xfrm>
            <a:custGeom>
              <a:avLst/>
              <a:gdLst>
                <a:gd name="T0" fmla="*/ 15 w 144"/>
                <a:gd name="T1" fmla="*/ 0 h 485"/>
                <a:gd name="T2" fmla="*/ 17 w 144"/>
                <a:gd name="T3" fmla="*/ 5 h 485"/>
                <a:gd name="T4" fmla="*/ 18 w 144"/>
                <a:gd name="T5" fmla="*/ 10 h 485"/>
                <a:gd name="T6" fmla="*/ 18 w 144"/>
                <a:gd name="T7" fmla="*/ 15 h 485"/>
                <a:gd name="T8" fmla="*/ 18 w 144"/>
                <a:gd name="T9" fmla="*/ 19 h 485"/>
                <a:gd name="T10" fmla="*/ 18 w 144"/>
                <a:gd name="T11" fmla="*/ 23 h 485"/>
                <a:gd name="T12" fmla="*/ 18 w 144"/>
                <a:gd name="T13" fmla="*/ 28 h 485"/>
                <a:gd name="T14" fmla="*/ 18 w 144"/>
                <a:gd name="T15" fmla="*/ 33 h 485"/>
                <a:gd name="T16" fmla="*/ 18 w 144"/>
                <a:gd name="T17" fmla="*/ 38 h 485"/>
                <a:gd name="T18" fmla="*/ 18 w 144"/>
                <a:gd name="T19" fmla="*/ 60 h 485"/>
                <a:gd name="T20" fmla="*/ 17 w 144"/>
                <a:gd name="T21" fmla="*/ 60 h 485"/>
                <a:gd name="T22" fmla="*/ 16 w 144"/>
                <a:gd name="T23" fmla="*/ 61 h 485"/>
                <a:gd name="T24" fmla="*/ 16 w 144"/>
                <a:gd name="T25" fmla="*/ 61 h 485"/>
                <a:gd name="T26" fmla="*/ 15 w 144"/>
                <a:gd name="T27" fmla="*/ 61 h 485"/>
                <a:gd name="T28" fmla="*/ 13 w 144"/>
                <a:gd name="T29" fmla="*/ 61 h 485"/>
                <a:gd name="T30" fmla="*/ 12 w 144"/>
                <a:gd name="T31" fmla="*/ 61 h 485"/>
                <a:gd name="T32" fmla="*/ 11 w 144"/>
                <a:gd name="T33" fmla="*/ 61 h 485"/>
                <a:gd name="T34" fmla="*/ 10 w 144"/>
                <a:gd name="T35" fmla="*/ 60 h 485"/>
                <a:gd name="T36" fmla="*/ 9 w 144"/>
                <a:gd name="T37" fmla="*/ 60 h 485"/>
                <a:gd name="T38" fmla="*/ 9 w 144"/>
                <a:gd name="T39" fmla="*/ 59 h 485"/>
                <a:gd name="T40" fmla="*/ 7 w 144"/>
                <a:gd name="T41" fmla="*/ 59 h 485"/>
                <a:gd name="T42" fmla="*/ 6 w 144"/>
                <a:gd name="T43" fmla="*/ 59 h 485"/>
                <a:gd name="T44" fmla="*/ 6 w 144"/>
                <a:gd name="T45" fmla="*/ 52 h 485"/>
                <a:gd name="T46" fmla="*/ 5 w 144"/>
                <a:gd name="T47" fmla="*/ 46 h 485"/>
                <a:gd name="T48" fmla="*/ 5 w 144"/>
                <a:gd name="T49" fmla="*/ 40 h 485"/>
                <a:gd name="T50" fmla="*/ 4 w 144"/>
                <a:gd name="T51" fmla="*/ 33 h 485"/>
                <a:gd name="T52" fmla="*/ 4 w 144"/>
                <a:gd name="T53" fmla="*/ 11 h 485"/>
                <a:gd name="T54" fmla="*/ 3 w 144"/>
                <a:gd name="T55" fmla="*/ 10 h 485"/>
                <a:gd name="T56" fmla="*/ 3 w 144"/>
                <a:gd name="T57" fmla="*/ 9 h 485"/>
                <a:gd name="T58" fmla="*/ 2 w 144"/>
                <a:gd name="T59" fmla="*/ 8 h 485"/>
                <a:gd name="T60" fmla="*/ 1 w 144"/>
                <a:gd name="T61" fmla="*/ 7 h 485"/>
                <a:gd name="T62" fmla="*/ 1 w 144"/>
                <a:gd name="T63" fmla="*/ 6 h 485"/>
                <a:gd name="T64" fmla="*/ 0 w 144"/>
                <a:gd name="T65" fmla="*/ 6 h 485"/>
                <a:gd name="T66" fmla="*/ 0 w 144"/>
                <a:gd name="T67" fmla="*/ 5 h 485"/>
                <a:gd name="T68" fmla="*/ 1 w 144"/>
                <a:gd name="T69" fmla="*/ 4 h 485"/>
                <a:gd name="T70" fmla="*/ 3 w 144"/>
                <a:gd name="T71" fmla="*/ 3 h 485"/>
                <a:gd name="T72" fmla="*/ 4 w 144"/>
                <a:gd name="T73" fmla="*/ 2 h 485"/>
                <a:gd name="T74" fmla="*/ 6 w 144"/>
                <a:gd name="T75" fmla="*/ 2 h 485"/>
                <a:gd name="T76" fmla="*/ 8 w 144"/>
                <a:gd name="T77" fmla="*/ 1 h 485"/>
                <a:gd name="T78" fmla="*/ 10 w 144"/>
                <a:gd name="T79" fmla="*/ 1 h 485"/>
                <a:gd name="T80" fmla="*/ 11 w 144"/>
                <a:gd name="T81" fmla="*/ 1 h 485"/>
                <a:gd name="T82" fmla="*/ 13 w 144"/>
                <a:gd name="T83" fmla="*/ 1 h 485"/>
                <a:gd name="T84" fmla="*/ 15 w 144"/>
                <a:gd name="T85" fmla="*/ 0 h 4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4"/>
                <a:gd name="T130" fmla="*/ 0 h 485"/>
                <a:gd name="T131" fmla="*/ 144 w 144"/>
                <a:gd name="T132" fmla="*/ 485 h 48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4" h="485">
                  <a:moveTo>
                    <a:pt x="121" y="0"/>
                  </a:moveTo>
                  <a:lnTo>
                    <a:pt x="134" y="40"/>
                  </a:lnTo>
                  <a:lnTo>
                    <a:pt x="141" y="77"/>
                  </a:lnTo>
                  <a:lnTo>
                    <a:pt x="144" y="113"/>
                  </a:lnTo>
                  <a:lnTo>
                    <a:pt x="144" y="149"/>
                  </a:lnTo>
                  <a:lnTo>
                    <a:pt x="142" y="183"/>
                  </a:lnTo>
                  <a:lnTo>
                    <a:pt x="140" y="220"/>
                  </a:lnTo>
                  <a:lnTo>
                    <a:pt x="139" y="258"/>
                  </a:lnTo>
                  <a:lnTo>
                    <a:pt x="139" y="301"/>
                  </a:lnTo>
                  <a:lnTo>
                    <a:pt x="139" y="474"/>
                  </a:lnTo>
                  <a:lnTo>
                    <a:pt x="132" y="476"/>
                  </a:lnTo>
                  <a:lnTo>
                    <a:pt x="127" y="481"/>
                  </a:lnTo>
                  <a:lnTo>
                    <a:pt x="122" y="484"/>
                  </a:lnTo>
                  <a:lnTo>
                    <a:pt x="116" y="485"/>
                  </a:lnTo>
                  <a:lnTo>
                    <a:pt x="105" y="484"/>
                  </a:lnTo>
                  <a:lnTo>
                    <a:pt x="97" y="483"/>
                  </a:lnTo>
                  <a:lnTo>
                    <a:pt x="89" y="481"/>
                  </a:lnTo>
                  <a:lnTo>
                    <a:pt x="81" y="477"/>
                  </a:lnTo>
                  <a:lnTo>
                    <a:pt x="73" y="474"/>
                  </a:lnTo>
                  <a:lnTo>
                    <a:pt x="65" y="471"/>
                  </a:lnTo>
                  <a:lnTo>
                    <a:pt x="56" y="469"/>
                  </a:lnTo>
                  <a:lnTo>
                    <a:pt x="46" y="468"/>
                  </a:lnTo>
                  <a:lnTo>
                    <a:pt x="43" y="413"/>
                  </a:lnTo>
                  <a:lnTo>
                    <a:pt x="41" y="364"/>
                  </a:lnTo>
                  <a:lnTo>
                    <a:pt x="36" y="316"/>
                  </a:lnTo>
                  <a:lnTo>
                    <a:pt x="29" y="260"/>
                  </a:lnTo>
                  <a:lnTo>
                    <a:pt x="29" y="87"/>
                  </a:lnTo>
                  <a:lnTo>
                    <a:pt x="24" y="78"/>
                  </a:lnTo>
                  <a:lnTo>
                    <a:pt x="19" y="70"/>
                  </a:lnTo>
                  <a:lnTo>
                    <a:pt x="13" y="62"/>
                  </a:lnTo>
                  <a:lnTo>
                    <a:pt x="7" y="55"/>
                  </a:lnTo>
                  <a:lnTo>
                    <a:pt x="3" y="48"/>
                  </a:lnTo>
                  <a:lnTo>
                    <a:pt x="0" y="42"/>
                  </a:lnTo>
                  <a:lnTo>
                    <a:pt x="0" y="35"/>
                  </a:lnTo>
                  <a:lnTo>
                    <a:pt x="5" y="29"/>
                  </a:lnTo>
                  <a:lnTo>
                    <a:pt x="19" y="20"/>
                  </a:lnTo>
                  <a:lnTo>
                    <a:pt x="31" y="13"/>
                  </a:lnTo>
                  <a:lnTo>
                    <a:pt x="45" y="9"/>
                  </a:lnTo>
                  <a:lnTo>
                    <a:pt x="60" y="7"/>
                  </a:lnTo>
                  <a:lnTo>
                    <a:pt x="74" y="6"/>
                  </a:lnTo>
                  <a:lnTo>
                    <a:pt x="89" y="5"/>
                  </a:lnTo>
                  <a:lnTo>
                    <a:pt x="105" y="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93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3" name="Freeform 23">
              <a:extLst>
                <a:ext uri="{FF2B5EF4-FFF2-40B4-BE49-F238E27FC236}">
                  <a16:creationId xmlns:a16="http://schemas.microsoft.com/office/drawing/2014/main" id="{686EA229-42BA-884B-B1C2-D78556E2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57"/>
              <a:ext cx="139" cy="228"/>
            </a:xfrm>
            <a:custGeom>
              <a:avLst/>
              <a:gdLst>
                <a:gd name="T0" fmla="*/ 34 w 279"/>
                <a:gd name="T1" fmla="*/ 0 h 458"/>
                <a:gd name="T2" fmla="*/ 33 w 279"/>
                <a:gd name="T3" fmla="*/ 8 h 458"/>
                <a:gd name="T4" fmla="*/ 32 w 279"/>
                <a:gd name="T5" fmla="*/ 15 h 458"/>
                <a:gd name="T6" fmla="*/ 33 w 279"/>
                <a:gd name="T7" fmla="*/ 21 h 458"/>
                <a:gd name="T8" fmla="*/ 33 w 279"/>
                <a:gd name="T9" fmla="*/ 28 h 458"/>
                <a:gd name="T10" fmla="*/ 34 w 279"/>
                <a:gd name="T11" fmla="*/ 34 h 458"/>
                <a:gd name="T12" fmla="*/ 34 w 279"/>
                <a:gd name="T13" fmla="*/ 41 h 458"/>
                <a:gd name="T14" fmla="*/ 34 w 279"/>
                <a:gd name="T15" fmla="*/ 48 h 458"/>
                <a:gd name="T16" fmla="*/ 34 w 279"/>
                <a:gd name="T17" fmla="*/ 56 h 458"/>
                <a:gd name="T18" fmla="*/ 31 w 279"/>
                <a:gd name="T19" fmla="*/ 56 h 458"/>
                <a:gd name="T20" fmla="*/ 29 w 279"/>
                <a:gd name="T21" fmla="*/ 56 h 458"/>
                <a:gd name="T22" fmla="*/ 26 w 279"/>
                <a:gd name="T23" fmla="*/ 57 h 458"/>
                <a:gd name="T24" fmla="*/ 24 w 279"/>
                <a:gd name="T25" fmla="*/ 57 h 458"/>
                <a:gd name="T26" fmla="*/ 22 w 279"/>
                <a:gd name="T27" fmla="*/ 57 h 458"/>
                <a:gd name="T28" fmla="*/ 20 w 279"/>
                <a:gd name="T29" fmla="*/ 57 h 458"/>
                <a:gd name="T30" fmla="*/ 18 w 279"/>
                <a:gd name="T31" fmla="*/ 57 h 458"/>
                <a:gd name="T32" fmla="*/ 16 w 279"/>
                <a:gd name="T33" fmla="*/ 57 h 458"/>
                <a:gd name="T34" fmla="*/ 14 w 279"/>
                <a:gd name="T35" fmla="*/ 56 h 458"/>
                <a:gd name="T36" fmla="*/ 12 w 279"/>
                <a:gd name="T37" fmla="*/ 56 h 458"/>
                <a:gd name="T38" fmla="*/ 10 w 279"/>
                <a:gd name="T39" fmla="*/ 56 h 458"/>
                <a:gd name="T40" fmla="*/ 9 w 279"/>
                <a:gd name="T41" fmla="*/ 56 h 458"/>
                <a:gd name="T42" fmla="*/ 7 w 279"/>
                <a:gd name="T43" fmla="*/ 56 h 458"/>
                <a:gd name="T44" fmla="*/ 4 w 279"/>
                <a:gd name="T45" fmla="*/ 56 h 458"/>
                <a:gd name="T46" fmla="*/ 2 w 279"/>
                <a:gd name="T47" fmla="*/ 56 h 458"/>
                <a:gd name="T48" fmla="*/ 0 w 279"/>
                <a:gd name="T49" fmla="*/ 56 h 458"/>
                <a:gd name="T50" fmla="*/ 0 w 279"/>
                <a:gd name="T51" fmla="*/ 31 h 458"/>
                <a:gd name="T52" fmla="*/ 0 w 279"/>
                <a:gd name="T53" fmla="*/ 28 h 458"/>
                <a:gd name="T54" fmla="*/ 1 w 279"/>
                <a:gd name="T55" fmla="*/ 25 h 458"/>
                <a:gd name="T56" fmla="*/ 3 w 279"/>
                <a:gd name="T57" fmla="*/ 23 h 458"/>
                <a:gd name="T58" fmla="*/ 4 w 279"/>
                <a:gd name="T59" fmla="*/ 20 h 458"/>
                <a:gd name="T60" fmla="*/ 6 w 279"/>
                <a:gd name="T61" fmla="*/ 18 h 458"/>
                <a:gd name="T62" fmla="*/ 8 w 279"/>
                <a:gd name="T63" fmla="*/ 16 h 458"/>
                <a:gd name="T64" fmla="*/ 10 w 279"/>
                <a:gd name="T65" fmla="*/ 14 h 458"/>
                <a:gd name="T66" fmla="*/ 12 w 279"/>
                <a:gd name="T67" fmla="*/ 13 h 458"/>
                <a:gd name="T68" fmla="*/ 15 w 279"/>
                <a:gd name="T69" fmla="*/ 11 h 458"/>
                <a:gd name="T70" fmla="*/ 18 w 279"/>
                <a:gd name="T71" fmla="*/ 10 h 458"/>
                <a:gd name="T72" fmla="*/ 20 w 279"/>
                <a:gd name="T73" fmla="*/ 8 h 458"/>
                <a:gd name="T74" fmla="*/ 23 w 279"/>
                <a:gd name="T75" fmla="*/ 7 h 458"/>
                <a:gd name="T76" fmla="*/ 26 w 279"/>
                <a:gd name="T77" fmla="*/ 5 h 458"/>
                <a:gd name="T78" fmla="*/ 29 w 279"/>
                <a:gd name="T79" fmla="*/ 3 h 458"/>
                <a:gd name="T80" fmla="*/ 31 w 279"/>
                <a:gd name="T81" fmla="*/ 2 h 458"/>
                <a:gd name="T82" fmla="*/ 34 w 279"/>
                <a:gd name="T83" fmla="*/ 0 h 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9"/>
                <a:gd name="T127" fmla="*/ 0 h 458"/>
                <a:gd name="T128" fmla="*/ 279 w 279"/>
                <a:gd name="T129" fmla="*/ 458 h 4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9" h="458">
                  <a:moveTo>
                    <a:pt x="277" y="0"/>
                  </a:moveTo>
                  <a:lnTo>
                    <a:pt x="267" y="64"/>
                  </a:lnTo>
                  <a:lnTo>
                    <a:pt x="263" y="121"/>
                  </a:lnTo>
                  <a:lnTo>
                    <a:pt x="264" y="175"/>
                  </a:lnTo>
                  <a:lnTo>
                    <a:pt x="268" y="227"/>
                  </a:lnTo>
                  <a:lnTo>
                    <a:pt x="272" y="279"/>
                  </a:lnTo>
                  <a:lnTo>
                    <a:pt x="277" y="333"/>
                  </a:lnTo>
                  <a:lnTo>
                    <a:pt x="279" y="391"/>
                  </a:lnTo>
                  <a:lnTo>
                    <a:pt x="277" y="454"/>
                  </a:lnTo>
                  <a:lnTo>
                    <a:pt x="255" y="455"/>
                  </a:lnTo>
                  <a:lnTo>
                    <a:pt x="234" y="456"/>
                  </a:lnTo>
                  <a:lnTo>
                    <a:pt x="215" y="458"/>
                  </a:lnTo>
                  <a:lnTo>
                    <a:pt x="196" y="458"/>
                  </a:lnTo>
                  <a:lnTo>
                    <a:pt x="180" y="458"/>
                  </a:lnTo>
                  <a:lnTo>
                    <a:pt x="164" y="458"/>
                  </a:lnTo>
                  <a:lnTo>
                    <a:pt x="148" y="458"/>
                  </a:lnTo>
                  <a:lnTo>
                    <a:pt x="133" y="458"/>
                  </a:lnTo>
                  <a:lnTo>
                    <a:pt x="118" y="456"/>
                  </a:lnTo>
                  <a:lnTo>
                    <a:pt x="103" y="456"/>
                  </a:lnTo>
                  <a:lnTo>
                    <a:pt x="87" y="455"/>
                  </a:lnTo>
                  <a:lnTo>
                    <a:pt x="72" y="455"/>
                  </a:lnTo>
                  <a:lnTo>
                    <a:pt x="56" y="455"/>
                  </a:lnTo>
                  <a:lnTo>
                    <a:pt x="39" y="454"/>
                  </a:lnTo>
                  <a:lnTo>
                    <a:pt x="20" y="454"/>
                  </a:lnTo>
                  <a:lnTo>
                    <a:pt x="0" y="454"/>
                  </a:lnTo>
                  <a:lnTo>
                    <a:pt x="0" y="255"/>
                  </a:lnTo>
                  <a:lnTo>
                    <a:pt x="6" y="228"/>
                  </a:lnTo>
                  <a:lnTo>
                    <a:pt x="14" y="205"/>
                  </a:lnTo>
                  <a:lnTo>
                    <a:pt x="25" y="184"/>
                  </a:lnTo>
                  <a:lnTo>
                    <a:pt x="37" y="166"/>
                  </a:lnTo>
                  <a:lnTo>
                    <a:pt x="51" y="149"/>
                  </a:lnTo>
                  <a:lnTo>
                    <a:pt x="67" y="134"/>
                  </a:lnTo>
                  <a:lnTo>
                    <a:pt x="85" y="119"/>
                  </a:lnTo>
                  <a:lnTo>
                    <a:pt x="103" y="106"/>
                  </a:lnTo>
                  <a:lnTo>
                    <a:pt x="123" y="93"/>
                  </a:lnTo>
                  <a:lnTo>
                    <a:pt x="145" y="81"/>
                  </a:lnTo>
                  <a:lnTo>
                    <a:pt x="165" y="69"/>
                  </a:lnTo>
                  <a:lnTo>
                    <a:pt x="187" y="57"/>
                  </a:lnTo>
                  <a:lnTo>
                    <a:pt x="210" y="44"/>
                  </a:lnTo>
                  <a:lnTo>
                    <a:pt x="232" y="30"/>
                  </a:lnTo>
                  <a:lnTo>
                    <a:pt x="255" y="16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AFC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4" name="Freeform 24">
              <a:extLst>
                <a:ext uri="{FF2B5EF4-FFF2-40B4-BE49-F238E27FC236}">
                  <a16:creationId xmlns:a16="http://schemas.microsoft.com/office/drawing/2014/main" id="{0586FB5A-CA45-FF43-9319-8C7EDFF2E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42"/>
              <a:ext cx="142" cy="147"/>
            </a:xfrm>
            <a:custGeom>
              <a:avLst/>
              <a:gdLst>
                <a:gd name="T0" fmla="*/ 0 w 285"/>
                <a:gd name="T1" fmla="*/ 11 h 293"/>
                <a:gd name="T2" fmla="*/ 2 w 285"/>
                <a:gd name="T3" fmla="*/ 10 h 293"/>
                <a:gd name="T4" fmla="*/ 4 w 285"/>
                <a:gd name="T5" fmla="*/ 10 h 293"/>
                <a:gd name="T6" fmla="*/ 6 w 285"/>
                <a:gd name="T7" fmla="*/ 9 h 293"/>
                <a:gd name="T8" fmla="*/ 8 w 285"/>
                <a:gd name="T9" fmla="*/ 9 h 293"/>
                <a:gd name="T10" fmla="*/ 10 w 285"/>
                <a:gd name="T11" fmla="*/ 8 h 293"/>
                <a:gd name="T12" fmla="*/ 12 w 285"/>
                <a:gd name="T13" fmla="*/ 7 h 293"/>
                <a:gd name="T14" fmla="*/ 14 w 285"/>
                <a:gd name="T15" fmla="*/ 7 h 293"/>
                <a:gd name="T16" fmla="*/ 16 w 285"/>
                <a:gd name="T17" fmla="*/ 6 h 293"/>
                <a:gd name="T18" fmla="*/ 18 w 285"/>
                <a:gd name="T19" fmla="*/ 6 h 293"/>
                <a:gd name="T20" fmla="*/ 20 w 285"/>
                <a:gd name="T21" fmla="*/ 5 h 293"/>
                <a:gd name="T22" fmla="*/ 22 w 285"/>
                <a:gd name="T23" fmla="*/ 4 h 293"/>
                <a:gd name="T24" fmla="*/ 24 w 285"/>
                <a:gd name="T25" fmla="*/ 4 h 293"/>
                <a:gd name="T26" fmla="*/ 26 w 285"/>
                <a:gd name="T27" fmla="*/ 3 h 293"/>
                <a:gd name="T28" fmla="*/ 28 w 285"/>
                <a:gd name="T29" fmla="*/ 2 h 293"/>
                <a:gd name="T30" fmla="*/ 30 w 285"/>
                <a:gd name="T31" fmla="*/ 1 h 293"/>
                <a:gd name="T32" fmla="*/ 32 w 285"/>
                <a:gd name="T33" fmla="*/ 0 h 293"/>
                <a:gd name="T34" fmla="*/ 34 w 285"/>
                <a:gd name="T35" fmla="*/ 5 h 293"/>
                <a:gd name="T36" fmla="*/ 35 w 285"/>
                <a:gd name="T37" fmla="*/ 9 h 293"/>
                <a:gd name="T38" fmla="*/ 35 w 285"/>
                <a:gd name="T39" fmla="*/ 13 h 293"/>
                <a:gd name="T40" fmla="*/ 35 w 285"/>
                <a:gd name="T41" fmla="*/ 18 h 293"/>
                <a:gd name="T42" fmla="*/ 35 w 285"/>
                <a:gd name="T43" fmla="*/ 20 h 293"/>
                <a:gd name="T44" fmla="*/ 34 w 285"/>
                <a:gd name="T45" fmla="*/ 21 h 293"/>
                <a:gd name="T46" fmla="*/ 33 w 285"/>
                <a:gd name="T47" fmla="*/ 23 h 293"/>
                <a:gd name="T48" fmla="*/ 32 w 285"/>
                <a:gd name="T49" fmla="*/ 24 h 293"/>
                <a:gd name="T50" fmla="*/ 30 w 285"/>
                <a:gd name="T51" fmla="*/ 25 h 293"/>
                <a:gd name="T52" fmla="*/ 28 w 285"/>
                <a:gd name="T53" fmla="*/ 26 h 293"/>
                <a:gd name="T54" fmla="*/ 26 w 285"/>
                <a:gd name="T55" fmla="*/ 27 h 293"/>
                <a:gd name="T56" fmla="*/ 25 w 285"/>
                <a:gd name="T57" fmla="*/ 28 h 293"/>
                <a:gd name="T58" fmla="*/ 23 w 285"/>
                <a:gd name="T59" fmla="*/ 29 h 293"/>
                <a:gd name="T60" fmla="*/ 21 w 285"/>
                <a:gd name="T61" fmla="*/ 29 h 293"/>
                <a:gd name="T62" fmla="*/ 20 w 285"/>
                <a:gd name="T63" fmla="*/ 30 h 293"/>
                <a:gd name="T64" fmla="*/ 18 w 285"/>
                <a:gd name="T65" fmla="*/ 31 h 293"/>
                <a:gd name="T66" fmla="*/ 17 w 285"/>
                <a:gd name="T67" fmla="*/ 31 h 293"/>
                <a:gd name="T68" fmla="*/ 15 w 285"/>
                <a:gd name="T69" fmla="*/ 32 h 293"/>
                <a:gd name="T70" fmla="*/ 14 w 285"/>
                <a:gd name="T71" fmla="*/ 33 h 293"/>
                <a:gd name="T72" fmla="*/ 12 w 285"/>
                <a:gd name="T73" fmla="*/ 33 h 293"/>
                <a:gd name="T74" fmla="*/ 11 w 285"/>
                <a:gd name="T75" fmla="*/ 34 h 293"/>
                <a:gd name="T76" fmla="*/ 9 w 285"/>
                <a:gd name="T77" fmla="*/ 34 h 293"/>
                <a:gd name="T78" fmla="*/ 8 w 285"/>
                <a:gd name="T79" fmla="*/ 35 h 293"/>
                <a:gd name="T80" fmla="*/ 6 w 285"/>
                <a:gd name="T81" fmla="*/ 35 h 293"/>
                <a:gd name="T82" fmla="*/ 5 w 285"/>
                <a:gd name="T83" fmla="*/ 36 h 293"/>
                <a:gd name="T84" fmla="*/ 3 w 285"/>
                <a:gd name="T85" fmla="*/ 36 h 293"/>
                <a:gd name="T86" fmla="*/ 1 w 285"/>
                <a:gd name="T87" fmla="*/ 37 h 293"/>
                <a:gd name="T88" fmla="*/ 0 w 285"/>
                <a:gd name="T89" fmla="*/ 37 h 293"/>
                <a:gd name="T90" fmla="*/ 0 w 285"/>
                <a:gd name="T91" fmla="*/ 11 h 29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293"/>
                <a:gd name="T140" fmla="*/ 285 w 285"/>
                <a:gd name="T141" fmla="*/ 293 h 29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293">
                  <a:moveTo>
                    <a:pt x="0" y="86"/>
                  </a:moveTo>
                  <a:lnTo>
                    <a:pt x="19" y="80"/>
                  </a:lnTo>
                  <a:lnTo>
                    <a:pt x="37" y="74"/>
                  </a:lnTo>
                  <a:lnTo>
                    <a:pt x="54" y="70"/>
                  </a:lnTo>
                  <a:lnTo>
                    <a:pt x="70" y="65"/>
                  </a:lnTo>
                  <a:lnTo>
                    <a:pt x="87" y="61"/>
                  </a:lnTo>
                  <a:lnTo>
                    <a:pt x="102" y="56"/>
                  </a:lnTo>
                  <a:lnTo>
                    <a:pt x="118" y="51"/>
                  </a:lnTo>
                  <a:lnTo>
                    <a:pt x="133" y="46"/>
                  </a:lnTo>
                  <a:lnTo>
                    <a:pt x="148" y="41"/>
                  </a:lnTo>
                  <a:lnTo>
                    <a:pt x="163" y="36"/>
                  </a:lnTo>
                  <a:lnTo>
                    <a:pt x="178" y="31"/>
                  </a:lnTo>
                  <a:lnTo>
                    <a:pt x="194" y="26"/>
                  </a:lnTo>
                  <a:lnTo>
                    <a:pt x="210" y="20"/>
                  </a:lnTo>
                  <a:lnTo>
                    <a:pt x="226" y="13"/>
                  </a:lnTo>
                  <a:lnTo>
                    <a:pt x="243" y="6"/>
                  </a:lnTo>
                  <a:lnTo>
                    <a:pt x="262" y="0"/>
                  </a:lnTo>
                  <a:lnTo>
                    <a:pt x="274" y="35"/>
                  </a:lnTo>
                  <a:lnTo>
                    <a:pt x="281" y="68"/>
                  </a:lnTo>
                  <a:lnTo>
                    <a:pt x="284" y="100"/>
                  </a:lnTo>
                  <a:lnTo>
                    <a:pt x="285" y="138"/>
                  </a:lnTo>
                  <a:lnTo>
                    <a:pt x="282" y="154"/>
                  </a:lnTo>
                  <a:lnTo>
                    <a:pt x="277" y="167"/>
                  </a:lnTo>
                  <a:lnTo>
                    <a:pt x="269" y="178"/>
                  </a:lnTo>
                  <a:lnTo>
                    <a:pt x="257" y="189"/>
                  </a:lnTo>
                  <a:lnTo>
                    <a:pt x="244" y="197"/>
                  </a:lnTo>
                  <a:lnTo>
                    <a:pt x="229" y="205"/>
                  </a:lnTo>
                  <a:lnTo>
                    <a:pt x="215" y="212"/>
                  </a:lnTo>
                  <a:lnTo>
                    <a:pt x="200" y="218"/>
                  </a:lnTo>
                  <a:lnTo>
                    <a:pt x="186" y="225"/>
                  </a:lnTo>
                  <a:lnTo>
                    <a:pt x="173" y="231"/>
                  </a:lnTo>
                  <a:lnTo>
                    <a:pt x="162" y="238"/>
                  </a:lnTo>
                  <a:lnTo>
                    <a:pt x="149" y="244"/>
                  </a:lnTo>
                  <a:lnTo>
                    <a:pt x="137" y="248"/>
                  </a:lnTo>
                  <a:lnTo>
                    <a:pt x="126" y="254"/>
                  </a:lnTo>
                  <a:lnTo>
                    <a:pt x="114" y="259"/>
                  </a:lnTo>
                  <a:lnTo>
                    <a:pt x="103" y="263"/>
                  </a:lnTo>
                  <a:lnTo>
                    <a:pt x="91" y="268"/>
                  </a:lnTo>
                  <a:lnTo>
                    <a:pt x="79" y="271"/>
                  </a:lnTo>
                  <a:lnTo>
                    <a:pt x="67" y="276"/>
                  </a:lnTo>
                  <a:lnTo>
                    <a:pt x="54" y="280"/>
                  </a:lnTo>
                  <a:lnTo>
                    <a:pt x="42" y="283"/>
                  </a:lnTo>
                  <a:lnTo>
                    <a:pt x="29" y="286"/>
                  </a:lnTo>
                  <a:lnTo>
                    <a:pt x="15" y="290"/>
                  </a:lnTo>
                  <a:lnTo>
                    <a:pt x="0" y="293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AFC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5" name="Freeform 25">
              <a:extLst>
                <a:ext uri="{FF2B5EF4-FFF2-40B4-BE49-F238E27FC236}">
                  <a16:creationId xmlns:a16="http://schemas.microsoft.com/office/drawing/2014/main" id="{B44A195E-CC2F-E344-8890-EB3490134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76"/>
              <a:ext cx="358" cy="101"/>
            </a:xfrm>
            <a:custGeom>
              <a:avLst/>
              <a:gdLst>
                <a:gd name="T0" fmla="*/ 17 w 717"/>
                <a:gd name="T1" fmla="*/ 1 h 202"/>
                <a:gd name="T2" fmla="*/ 14 w 717"/>
                <a:gd name="T3" fmla="*/ 2 h 202"/>
                <a:gd name="T4" fmla="*/ 8 w 717"/>
                <a:gd name="T5" fmla="*/ 5 h 202"/>
                <a:gd name="T6" fmla="*/ 2 w 717"/>
                <a:gd name="T7" fmla="*/ 8 h 202"/>
                <a:gd name="T8" fmla="*/ 2 w 717"/>
                <a:gd name="T9" fmla="*/ 11 h 202"/>
                <a:gd name="T10" fmla="*/ 7 w 717"/>
                <a:gd name="T11" fmla="*/ 13 h 202"/>
                <a:gd name="T12" fmla="*/ 11 w 717"/>
                <a:gd name="T13" fmla="*/ 15 h 202"/>
                <a:gd name="T14" fmla="*/ 16 w 717"/>
                <a:gd name="T15" fmla="*/ 16 h 202"/>
                <a:gd name="T16" fmla="*/ 21 w 717"/>
                <a:gd name="T17" fmla="*/ 16 h 202"/>
                <a:gd name="T18" fmla="*/ 26 w 717"/>
                <a:gd name="T19" fmla="*/ 17 h 202"/>
                <a:gd name="T20" fmla="*/ 31 w 717"/>
                <a:gd name="T21" fmla="*/ 17 h 202"/>
                <a:gd name="T22" fmla="*/ 36 w 717"/>
                <a:gd name="T23" fmla="*/ 18 h 202"/>
                <a:gd name="T24" fmla="*/ 42 w 717"/>
                <a:gd name="T25" fmla="*/ 19 h 202"/>
                <a:gd name="T26" fmla="*/ 47 w 717"/>
                <a:gd name="T27" fmla="*/ 20 h 202"/>
                <a:gd name="T28" fmla="*/ 52 w 717"/>
                <a:gd name="T29" fmla="*/ 21 h 202"/>
                <a:gd name="T30" fmla="*/ 56 w 717"/>
                <a:gd name="T31" fmla="*/ 22 h 202"/>
                <a:gd name="T32" fmla="*/ 61 w 717"/>
                <a:gd name="T33" fmla="*/ 23 h 202"/>
                <a:gd name="T34" fmla="*/ 66 w 717"/>
                <a:gd name="T35" fmla="*/ 24 h 202"/>
                <a:gd name="T36" fmla="*/ 71 w 717"/>
                <a:gd name="T37" fmla="*/ 25 h 202"/>
                <a:gd name="T38" fmla="*/ 76 w 717"/>
                <a:gd name="T39" fmla="*/ 26 h 202"/>
                <a:gd name="T40" fmla="*/ 78 w 717"/>
                <a:gd name="T41" fmla="*/ 25 h 202"/>
                <a:gd name="T42" fmla="*/ 77 w 717"/>
                <a:gd name="T43" fmla="*/ 24 h 202"/>
                <a:gd name="T44" fmla="*/ 76 w 717"/>
                <a:gd name="T45" fmla="*/ 22 h 202"/>
                <a:gd name="T46" fmla="*/ 74 w 717"/>
                <a:gd name="T47" fmla="*/ 21 h 202"/>
                <a:gd name="T48" fmla="*/ 75 w 717"/>
                <a:gd name="T49" fmla="*/ 18 h 202"/>
                <a:gd name="T50" fmla="*/ 78 w 717"/>
                <a:gd name="T51" fmla="*/ 15 h 202"/>
                <a:gd name="T52" fmla="*/ 82 w 717"/>
                <a:gd name="T53" fmla="*/ 13 h 202"/>
                <a:gd name="T54" fmla="*/ 87 w 717"/>
                <a:gd name="T55" fmla="*/ 12 h 202"/>
                <a:gd name="T56" fmla="*/ 58 w 717"/>
                <a:gd name="T57" fmla="*/ 4 h 202"/>
                <a:gd name="T58" fmla="*/ 54 w 717"/>
                <a:gd name="T59" fmla="*/ 4 h 202"/>
                <a:gd name="T60" fmla="*/ 50 w 717"/>
                <a:gd name="T61" fmla="*/ 3 h 202"/>
                <a:gd name="T62" fmla="*/ 45 w 717"/>
                <a:gd name="T63" fmla="*/ 3 h 202"/>
                <a:gd name="T64" fmla="*/ 39 w 717"/>
                <a:gd name="T65" fmla="*/ 3 h 202"/>
                <a:gd name="T66" fmla="*/ 34 w 717"/>
                <a:gd name="T67" fmla="*/ 2 h 202"/>
                <a:gd name="T68" fmla="*/ 29 w 717"/>
                <a:gd name="T69" fmla="*/ 2 h 202"/>
                <a:gd name="T70" fmla="*/ 24 w 717"/>
                <a:gd name="T71" fmla="*/ 2 h 202"/>
                <a:gd name="T72" fmla="*/ 20 w 717"/>
                <a:gd name="T73" fmla="*/ 2 h 20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17"/>
                <a:gd name="T112" fmla="*/ 0 h 202"/>
                <a:gd name="T113" fmla="*/ 717 w 717"/>
                <a:gd name="T114" fmla="*/ 202 h 20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17" h="202">
                  <a:moveTo>
                    <a:pt x="144" y="0"/>
                  </a:moveTo>
                  <a:lnTo>
                    <a:pt x="140" y="2"/>
                  </a:lnTo>
                  <a:lnTo>
                    <a:pt x="129" y="7"/>
                  </a:lnTo>
                  <a:lnTo>
                    <a:pt x="112" y="15"/>
                  </a:lnTo>
                  <a:lnTo>
                    <a:pt x="91" y="24"/>
                  </a:lnTo>
                  <a:lnTo>
                    <a:pt x="68" y="36"/>
                  </a:lnTo>
                  <a:lnTo>
                    <a:pt x="45" y="48"/>
                  </a:lnTo>
                  <a:lnTo>
                    <a:pt x="21" y="62"/>
                  </a:lnTo>
                  <a:lnTo>
                    <a:pt x="0" y="75"/>
                  </a:lnTo>
                  <a:lnTo>
                    <a:pt x="20" y="85"/>
                  </a:lnTo>
                  <a:lnTo>
                    <a:pt x="38" y="95"/>
                  </a:lnTo>
                  <a:lnTo>
                    <a:pt x="57" y="103"/>
                  </a:lnTo>
                  <a:lnTo>
                    <a:pt x="76" y="108"/>
                  </a:lnTo>
                  <a:lnTo>
                    <a:pt x="95" y="114"/>
                  </a:lnTo>
                  <a:lnTo>
                    <a:pt x="113" y="119"/>
                  </a:lnTo>
                  <a:lnTo>
                    <a:pt x="132" y="122"/>
                  </a:lnTo>
                  <a:lnTo>
                    <a:pt x="151" y="126"/>
                  </a:lnTo>
                  <a:lnTo>
                    <a:pt x="170" y="128"/>
                  </a:lnTo>
                  <a:lnTo>
                    <a:pt x="189" y="130"/>
                  </a:lnTo>
                  <a:lnTo>
                    <a:pt x="209" y="133"/>
                  </a:lnTo>
                  <a:lnTo>
                    <a:pt x="228" y="135"/>
                  </a:lnTo>
                  <a:lnTo>
                    <a:pt x="249" y="136"/>
                  </a:lnTo>
                  <a:lnTo>
                    <a:pt x="270" y="138"/>
                  </a:lnTo>
                  <a:lnTo>
                    <a:pt x="291" y="141"/>
                  </a:lnTo>
                  <a:lnTo>
                    <a:pt x="313" y="144"/>
                  </a:lnTo>
                  <a:lnTo>
                    <a:pt x="336" y="148"/>
                  </a:lnTo>
                  <a:lnTo>
                    <a:pt x="358" y="152"/>
                  </a:lnTo>
                  <a:lnTo>
                    <a:pt x="378" y="156"/>
                  </a:lnTo>
                  <a:lnTo>
                    <a:pt x="399" y="160"/>
                  </a:lnTo>
                  <a:lnTo>
                    <a:pt x="417" y="165"/>
                  </a:lnTo>
                  <a:lnTo>
                    <a:pt x="437" y="169"/>
                  </a:lnTo>
                  <a:lnTo>
                    <a:pt x="455" y="174"/>
                  </a:lnTo>
                  <a:lnTo>
                    <a:pt x="474" y="178"/>
                  </a:lnTo>
                  <a:lnTo>
                    <a:pt x="492" y="182"/>
                  </a:lnTo>
                  <a:lnTo>
                    <a:pt x="511" y="186"/>
                  </a:lnTo>
                  <a:lnTo>
                    <a:pt x="529" y="190"/>
                  </a:lnTo>
                  <a:lnTo>
                    <a:pt x="549" y="192"/>
                  </a:lnTo>
                  <a:lnTo>
                    <a:pt x="570" y="196"/>
                  </a:lnTo>
                  <a:lnTo>
                    <a:pt x="590" y="198"/>
                  </a:lnTo>
                  <a:lnTo>
                    <a:pt x="613" y="201"/>
                  </a:lnTo>
                  <a:lnTo>
                    <a:pt x="636" y="202"/>
                  </a:lnTo>
                  <a:lnTo>
                    <a:pt x="631" y="196"/>
                  </a:lnTo>
                  <a:lnTo>
                    <a:pt x="625" y="190"/>
                  </a:lnTo>
                  <a:lnTo>
                    <a:pt x="619" y="186"/>
                  </a:lnTo>
                  <a:lnTo>
                    <a:pt x="613" y="181"/>
                  </a:lnTo>
                  <a:lnTo>
                    <a:pt x="608" y="176"/>
                  </a:lnTo>
                  <a:lnTo>
                    <a:pt x="602" y="172"/>
                  </a:lnTo>
                  <a:lnTo>
                    <a:pt x="595" y="166"/>
                  </a:lnTo>
                  <a:lnTo>
                    <a:pt x="589" y="161"/>
                  </a:lnTo>
                  <a:lnTo>
                    <a:pt x="601" y="144"/>
                  </a:lnTo>
                  <a:lnTo>
                    <a:pt x="613" y="130"/>
                  </a:lnTo>
                  <a:lnTo>
                    <a:pt x="627" y="120"/>
                  </a:lnTo>
                  <a:lnTo>
                    <a:pt x="643" y="111"/>
                  </a:lnTo>
                  <a:lnTo>
                    <a:pt x="659" y="104"/>
                  </a:lnTo>
                  <a:lnTo>
                    <a:pt x="678" y="97"/>
                  </a:lnTo>
                  <a:lnTo>
                    <a:pt x="696" y="91"/>
                  </a:lnTo>
                  <a:lnTo>
                    <a:pt x="717" y="86"/>
                  </a:lnTo>
                  <a:lnTo>
                    <a:pt x="468" y="28"/>
                  </a:lnTo>
                  <a:lnTo>
                    <a:pt x="455" y="28"/>
                  </a:lnTo>
                  <a:lnTo>
                    <a:pt x="439" y="27"/>
                  </a:lnTo>
                  <a:lnTo>
                    <a:pt x="422" y="25"/>
                  </a:lnTo>
                  <a:lnTo>
                    <a:pt x="404" y="24"/>
                  </a:lnTo>
                  <a:lnTo>
                    <a:pt x="383" y="23"/>
                  </a:lnTo>
                  <a:lnTo>
                    <a:pt x="362" y="21"/>
                  </a:lnTo>
                  <a:lnTo>
                    <a:pt x="340" y="20"/>
                  </a:lnTo>
                  <a:lnTo>
                    <a:pt x="318" y="17"/>
                  </a:lnTo>
                  <a:lnTo>
                    <a:pt x="295" y="16"/>
                  </a:lnTo>
                  <a:lnTo>
                    <a:pt x="273" y="14"/>
                  </a:lnTo>
                  <a:lnTo>
                    <a:pt x="253" y="13"/>
                  </a:lnTo>
                  <a:lnTo>
                    <a:pt x="232" y="12"/>
                  </a:lnTo>
                  <a:lnTo>
                    <a:pt x="213" y="12"/>
                  </a:lnTo>
                  <a:lnTo>
                    <a:pt x="196" y="10"/>
                  </a:lnTo>
                  <a:lnTo>
                    <a:pt x="180" y="10"/>
                  </a:lnTo>
                  <a:lnTo>
                    <a:pt x="167" y="12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A0B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6" name="Freeform 26">
              <a:extLst>
                <a:ext uri="{FF2B5EF4-FFF2-40B4-BE49-F238E27FC236}">
                  <a16:creationId xmlns:a16="http://schemas.microsoft.com/office/drawing/2014/main" id="{77ABF34E-BB60-CA40-94CF-AD07687E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85"/>
              <a:ext cx="167" cy="40"/>
            </a:xfrm>
            <a:custGeom>
              <a:avLst/>
              <a:gdLst>
                <a:gd name="T0" fmla="*/ 0 w 334"/>
                <a:gd name="T1" fmla="*/ 0 h 81"/>
                <a:gd name="T2" fmla="*/ 2 w 334"/>
                <a:gd name="T3" fmla="*/ 2 h 81"/>
                <a:gd name="T4" fmla="*/ 5 w 334"/>
                <a:gd name="T5" fmla="*/ 4 h 81"/>
                <a:gd name="T6" fmla="*/ 7 w 334"/>
                <a:gd name="T7" fmla="*/ 5 h 81"/>
                <a:gd name="T8" fmla="*/ 9 w 334"/>
                <a:gd name="T9" fmla="*/ 7 h 81"/>
                <a:gd name="T10" fmla="*/ 11 w 334"/>
                <a:gd name="T11" fmla="*/ 8 h 81"/>
                <a:gd name="T12" fmla="*/ 14 w 334"/>
                <a:gd name="T13" fmla="*/ 9 h 81"/>
                <a:gd name="T14" fmla="*/ 17 w 334"/>
                <a:gd name="T15" fmla="*/ 9 h 81"/>
                <a:gd name="T16" fmla="*/ 20 w 334"/>
                <a:gd name="T17" fmla="*/ 10 h 81"/>
                <a:gd name="T18" fmla="*/ 35 w 334"/>
                <a:gd name="T19" fmla="*/ 10 h 81"/>
                <a:gd name="T20" fmla="*/ 36 w 334"/>
                <a:gd name="T21" fmla="*/ 9 h 81"/>
                <a:gd name="T22" fmla="*/ 38 w 334"/>
                <a:gd name="T23" fmla="*/ 8 h 81"/>
                <a:gd name="T24" fmla="*/ 39 w 334"/>
                <a:gd name="T25" fmla="*/ 7 h 81"/>
                <a:gd name="T26" fmla="*/ 40 w 334"/>
                <a:gd name="T27" fmla="*/ 6 h 81"/>
                <a:gd name="T28" fmla="*/ 41 w 334"/>
                <a:gd name="T29" fmla="*/ 5 h 81"/>
                <a:gd name="T30" fmla="*/ 42 w 334"/>
                <a:gd name="T31" fmla="*/ 4 h 81"/>
                <a:gd name="T32" fmla="*/ 42 w 334"/>
                <a:gd name="T33" fmla="*/ 2 h 81"/>
                <a:gd name="T34" fmla="*/ 42 w 334"/>
                <a:gd name="T35" fmla="*/ 1 h 81"/>
                <a:gd name="T36" fmla="*/ 0 w 334"/>
                <a:gd name="T37" fmla="*/ 0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34"/>
                <a:gd name="T58" fmla="*/ 0 h 81"/>
                <a:gd name="T59" fmla="*/ 334 w 334"/>
                <a:gd name="T60" fmla="*/ 81 h 8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34" h="81">
                  <a:moveTo>
                    <a:pt x="0" y="0"/>
                  </a:moveTo>
                  <a:lnTo>
                    <a:pt x="16" y="18"/>
                  </a:lnTo>
                  <a:lnTo>
                    <a:pt x="33" y="33"/>
                  </a:lnTo>
                  <a:lnTo>
                    <a:pt x="50" y="45"/>
                  </a:lnTo>
                  <a:lnTo>
                    <a:pt x="69" y="56"/>
                  </a:lnTo>
                  <a:lnTo>
                    <a:pt x="87" y="65"/>
                  </a:lnTo>
                  <a:lnTo>
                    <a:pt x="108" y="72"/>
                  </a:lnTo>
                  <a:lnTo>
                    <a:pt x="131" y="76"/>
                  </a:lnTo>
                  <a:lnTo>
                    <a:pt x="155" y="81"/>
                  </a:lnTo>
                  <a:lnTo>
                    <a:pt x="276" y="81"/>
                  </a:lnTo>
                  <a:lnTo>
                    <a:pt x="288" y="75"/>
                  </a:lnTo>
                  <a:lnTo>
                    <a:pt x="299" y="69"/>
                  </a:lnTo>
                  <a:lnTo>
                    <a:pt x="308" y="61"/>
                  </a:lnTo>
                  <a:lnTo>
                    <a:pt x="318" y="53"/>
                  </a:lnTo>
                  <a:lnTo>
                    <a:pt x="323" y="44"/>
                  </a:lnTo>
                  <a:lnTo>
                    <a:pt x="329" y="33"/>
                  </a:lnTo>
                  <a:lnTo>
                    <a:pt x="333" y="21"/>
                  </a:lnTo>
                  <a:lnTo>
                    <a:pt x="33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8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7" name="Freeform 27">
              <a:extLst>
                <a:ext uri="{FF2B5EF4-FFF2-40B4-BE49-F238E27FC236}">
                  <a16:creationId xmlns:a16="http://schemas.microsoft.com/office/drawing/2014/main" id="{47183D39-A1CD-7441-97D0-2AA23341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840"/>
              <a:ext cx="172" cy="148"/>
            </a:xfrm>
            <a:custGeom>
              <a:avLst/>
              <a:gdLst>
                <a:gd name="T0" fmla="*/ 3 w 343"/>
                <a:gd name="T1" fmla="*/ 33 h 295"/>
                <a:gd name="T2" fmla="*/ 0 w 343"/>
                <a:gd name="T3" fmla="*/ 22 h 295"/>
                <a:gd name="T4" fmla="*/ 0 w 343"/>
                <a:gd name="T5" fmla="*/ 1 h 295"/>
                <a:gd name="T6" fmla="*/ 1 w 343"/>
                <a:gd name="T7" fmla="*/ 1 h 295"/>
                <a:gd name="T8" fmla="*/ 2 w 343"/>
                <a:gd name="T9" fmla="*/ 1 h 295"/>
                <a:gd name="T10" fmla="*/ 3 w 343"/>
                <a:gd name="T11" fmla="*/ 1 h 295"/>
                <a:gd name="T12" fmla="*/ 4 w 343"/>
                <a:gd name="T13" fmla="*/ 1 h 295"/>
                <a:gd name="T14" fmla="*/ 5 w 343"/>
                <a:gd name="T15" fmla="*/ 1 h 295"/>
                <a:gd name="T16" fmla="*/ 6 w 343"/>
                <a:gd name="T17" fmla="*/ 1 h 295"/>
                <a:gd name="T18" fmla="*/ 7 w 343"/>
                <a:gd name="T19" fmla="*/ 0 h 295"/>
                <a:gd name="T20" fmla="*/ 8 w 343"/>
                <a:gd name="T21" fmla="*/ 0 h 295"/>
                <a:gd name="T22" fmla="*/ 10 w 343"/>
                <a:gd name="T23" fmla="*/ 1 h 295"/>
                <a:gd name="T24" fmla="*/ 11 w 343"/>
                <a:gd name="T25" fmla="*/ 1 h 295"/>
                <a:gd name="T26" fmla="*/ 13 w 343"/>
                <a:gd name="T27" fmla="*/ 1 h 295"/>
                <a:gd name="T28" fmla="*/ 15 w 343"/>
                <a:gd name="T29" fmla="*/ 2 h 295"/>
                <a:gd name="T30" fmla="*/ 16 w 343"/>
                <a:gd name="T31" fmla="*/ 2 h 295"/>
                <a:gd name="T32" fmla="*/ 18 w 343"/>
                <a:gd name="T33" fmla="*/ 3 h 295"/>
                <a:gd name="T34" fmla="*/ 20 w 343"/>
                <a:gd name="T35" fmla="*/ 3 h 295"/>
                <a:gd name="T36" fmla="*/ 22 w 343"/>
                <a:gd name="T37" fmla="*/ 3 h 295"/>
                <a:gd name="T38" fmla="*/ 25 w 343"/>
                <a:gd name="T39" fmla="*/ 4 h 295"/>
                <a:gd name="T40" fmla="*/ 27 w 343"/>
                <a:gd name="T41" fmla="*/ 4 h 295"/>
                <a:gd name="T42" fmla="*/ 30 w 343"/>
                <a:gd name="T43" fmla="*/ 3 h 295"/>
                <a:gd name="T44" fmla="*/ 32 w 343"/>
                <a:gd name="T45" fmla="*/ 3 h 295"/>
                <a:gd name="T46" fmla="*/ 35 w 343"/>
                <a:gd name="T47" fmla="*/ 3 h 295"/>
                <a:gd name="T48" fmla="*/ 37 w 343"/>
                <a:gd name="T49" fmla="*/ 4 h 295"/>
                <a:gd name="T50" fmla="*/ 39 w 343"/>
                <a:gd name="T51" fmla="*/ 4 h 295"/>
                <a:gd name="T52" fmla="*/ 42 w 343"/>
                <a:gd name="T53" fmla="*/ 6 h 295"/>
                <a:gd name="T54" fmla="*/ 43 w 343"/>
                <a:gd name="T55" fmla="*/ 8 h 295"/>
                <a:gd name="T56" fmla="*/ 43 w 343"/>
                <a:gd name="T57" fmla="*/ 11 h 295"/>
                <a:gd name="T58" fmla="*/ 43 w 343"/>
                <a:gd name="T59" fmla="*/ 14 h 295"/>
                <a:gd name="T60" fmla="*/ 42 w 343"/>
                <a:gd name="T61" fmla="*/ 17 h 295"/>
                <a:gd name="T62" fmla="*/ 42 w 343"/>
                <a:gd name="T63" fmla="*/ 22 h 295"/>
                <a:gd name="T64" fmla="*/ 42 w 343"/>
                <a:gd name="T65" fmla="*/ 27 h 295"/>
                <a:gd name="T66" fmla="*/ 42 w 343"/>
                <a:gd name="T67" fmla="*/ 32 h 295"/>
                <a:gd name="T68" fmla="*/ 42 w 343"/>
                <a:gd name="T69" fmla="*/ 37 h 295"/>
                <a:gd name="T70" fmla="*/ 28 w 343"/>
                <a:gd name="T71" fmla="*/ 37 h 295"/>
                <a:gd name="T72" fmla="*/ 26 w 343"/>
                <a:gd name="T73" fmla="*/ 37 h 295"/>
                <a:gd name="T74" fmla="*/ 25 w 343"/>
                <a:gd name="T75" fmla="*/ 37 h 295"/>
                <a:gd name="T76" fmla="*/ 23 w 343"/>
                <a:gd name="T77" fmla="*/ 36 h 295"/>
                <a:gd name="T78" fmla="*/ 21 w 343"/>
                <a:gd name="T79" fmla="*/ 36 h 295"/>
                <a:gd name="T80" fmla="*/ 20 w 343"/>
                <a:gd name="T81" fmla="*/ 35 h 295"/>
                <a:gd name="T82" fmla="*/ 18 w 343"/>
                <a:gd name="T83" fmla="*/ 35 h 295"/>
                <a:gd name="T84" fmla="*/ 17 w 343"/>
                <a:gd name="T85" fmla="*/ 35 h 295"/>
                <a:gd name="T86" fmla="*/ 15 w 343"/>
                <a:gd name="T87" fmla="*/ 35 h 295"/>
                <a:gd name="T88" fmla="*/ 14 w 343"/>
                <a:gd name="T89" fmla="*/ 34 h 295"/>
                <a:gd name="T90" fmla="*/ 12 w 343"/>
                <a:gd name="T91" fmla="*/ 34 h 295"/>
                <a:gd name="T92" fmla="*/ 11 w 343"/>
                <a:gd name="T93" fmla="*/ 34 h 295"/>
                <a:gd name="T94" fmla="*/ 9 w 343"/>
                <a:gd name="T95" fmla="*/ 34 h 295"/>
                <a:gd name="T96" fmla="*/ 8 w 343"/>
                <a:gd name="T97" fmla="*/ 33 h 295"/>
                <a:gd name="T98" fmla="*/ 6 w 343"/>
                <a:gd name="T99" fmla="*/ 33 h 295"/>
                <a:gd name="T100" fmla="*/ 4 w 343"/>
                <a:gd name="T101" fmla="*/ 33 h 295"/>
                <a:gd name="T102" fmla="*/ 3 w 343"/>
                <a:gd name="T103" fmla="*/ 33 h 2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43"/>
                <a:gd name="T157" fmla="*/ 0 h 295"/>
                <a:gd name="T158" fmla="*/ 343 w 343"/>
                <a:gd name="T159" fmla="*/ 295 h 29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43" h="295">
                  <a:moveTo>
                    <a:pt x="17" y="261"/>
                  </a:moveTo>
                  <a:lnTo>
                    <a:pt x="0" y="174"/>
                  </a:lnTo>
                  <a:lnTo>
                    <a:pt x="0" y="6"/>
                  </a:lnTo>
                  <a:lnTo>
                    <a:pt x="8" y="5"/>
                  </a:lnTo>
                  <a:lnTo>
                    <a:pt x="15" y="5"/>
                  </a:lnTo>
                  <a:lnTo>
                    <a:pt x="22" y="4"/>
                  </a:lnTo>
                  <a:lnTo>
                    <a:pt x="28" y="3"/>
                  </a:lnTo>
                  <a:lnTo>
                    <a:pt x="35" y="1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7" y="0"/>
                  </a:lnTo>
                  <a:lnTo>
                    <a:pt x="73" y="1"/>
                  </a:lnTo>
                  <a:lnTo>
                    <a:pt x="88" y="4"/>
                  </a:lnTo>
                  <a:lnTo>
                    <a:pt x="102" y="6"/>
                  </a:lnTo>
                  <a:lnTo>
                    <a:pt x="115" y="11"/>
                  </a:lnTo>
                  <a:lnTo>
                    <a:pt x="128" y="14"/>
                  </a:lnTo>
                  <a:lnTo>
                    <a:pt x="141" y="19"/>
                  </a:lnTo>
                  <a:lnTo>
                    <a:pt x="156" y="22"/>
                  </a:lnTo>
                  <a:lnTo>
                    <a:pt x="172" y="24"/>
                  </a:lnTo>
                  <a:lnTo>
                    <a:pt x="194" y="26"/>
                  </a:lnTo>
                  <a:lnTo>
                    <a:pt x="215" y="26"/>
                  </a:lnTo>
                  <a:lnTo>
                    <a:pt x="235" y="24"/>
                  </a:lnTo>
                  <a:lnTo>
                    <a:pt x="254" y="24"/>
                  </a:lnTo>
                  <a:lnTo>
                    <a:pt x="273" y="24"/>
                  </a:lnTo>
                  <a:lnTo>
                    <a:pt x="291" y="27"/>
                  </a:lnTo>
                  <a:lnTo>
                    <a:pt x="310" y="32"/>
                  </a:lnTo>
                  <a:lnTo>
                    <a:pt x="329" y="42"/>
                  </a:lnTo>
                  <a:lnTo>
                    <a:pt x="343" y="58"/>
                  </a:lnTo>
                  <a:lnTo>
                    <a:pt x="343" y="81"/>
                  </a:lnTo>
                  <a:lnTo>
                    <a:pt x="338" y="106"/>
                  </a:lnTo>
                  <a:lnTo>
                    <a:pt x="335" y="134"/>
                  </a:lnTo>
                  <a:lnTo>
                    <a:pt x="334" y="176"/>
                  </a:lnTo>
                  <a:lnTo>
                    <a:pt x="331" y="214"/>
                  </a:lnTo>
                  <a:lnTo>
                    <a:pt x="330" y="253"/>
                  </a:lnTo>
                  <a:lnTo>
                    <a:pt x="335" y="295"/>
                  </a:lnTo>
                  <a:lnTo>
                    <a:pt x="219" y="295"/>
                  </a:lnTo>
                  <a:lnTo>
                    <a:pt x="206" y="292"/>
                  </a:lnTo>
                  <a:lnTo>
                    <a:pt x="193" y="289"/>
                  </a:lnTo>
                  <a:lnTo>
                    <a:pt x="181" y="286"/>
                  </a:lnTo>
                  <a:lnTo>
                    <a:pt x="168" y="284"/>
                  </a:lnTo>
                  <a:lnTo>
                    <a:pt x="155" y="280"/>
                  </a:lnTo>
                  <a:lnTo>
                    <a:pt x="144" y="278"/>
                  </a:lnTo>
                  <a:lnTo>
                    <a:pt x="131" y="276"/>
                  </a:lnTo>
                  <a:lnTo>
                    <a:pt x="119" y="273"/>
                  </a:lnTo>
                  <a:lnTo>
                    <a:pt x="107" y="271"/>
                  </a:lnTo>
                  <a:lnTo>
                    <a:pt x="94" y="270"/>
                  </a:lnTo>
                  <a:lnTo>
                    <a:pt x="83" y="267"/>
                  </a:lnTo>
                  <a:lnTo>
                    <a:pt x="70" y="266"/>
                  </a:lnTo>
                  <a:lnTo>
                    <a:pt x="57" y="264"/>
                  </a:lnTo>
                  <a:lnTo>
                    <a:pt x="43" y="263"/>
                  </a:lnTo>
                  <a:lnTo>
                    <a:pt x="31" y="262"/>
                  </a:lnTo>
                  <a:lnTo>
                    <a:pt x="17" y="261"/>
                  </a:lnTo>
                  <a:close/>
                </a:path>
              </a:pathLst>
            </a:custGeom>
            <a:solidFill>
              <a:srgbClr val="82A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8" name="Freeform 28">
              <a:extLst>
                <a:ext uri="{FF2B5EF4-FFF2-40B4-BE49-F238E27FC236}">
                  <a16:creationId xmlns:a16="http://schemas.microsoft.com/office/drawing/2014/main" id="{97A12407-11EB-1F4D-A10C-D090DCAA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025"/>
              <a:ext cx="354" cy="167"/>
            </a:xfrm>
            <a:custGeom>
              <a:avLst/>
              <a:gdLst>
                <a:gd name="T0" fmla="*/ 1 w 709"/>
                <a:gd name="T1" fmla="*/ 0 h 334"/>
                <a:gd name="T2" fmla="*/ 4 w 709"/>
                <a:gd name="T3" fmla="*/ 1 h 334"/>
                <a:gd name="T4" fmla="*/ 6 w 709"/>
                <a:gd name="T5" fmla="*/ 2 h 334"/>
                <a:gd name="T6" fmla="*/ 8 w 709"/>
                <a:gd name="T7" fmla="*/ 3 h 334"/>
                <a:gd name="T8" fmla="*/ 10 w 709"/>
                <a:gd name="T9" fmla="*/ 3 h 334"/>
                <a:gd name="T10" fmla="*/ 12 w 709"/>
                <a:gd name="T11" fmla="*/ 3 h 334"/>
                <a:gd name="T12" fmla="*/ 14 w 709"/>
                <a:gd name="T13" fmla="*/ 4 h 334"/>
                <a:gd name="T14" fmla="*/ 16 w 709"/>
                <a:gd name="T15" fmla="*/ 4 h 334"/>
                <a:gd name="T16" fmla="*/ 18 w 709"/>
                <a:gd name="T17" fmla="*/ 4 h 334"/>
                <a:gd name="T18" fmla="*/ 20 w 709"/>
                <a:gd name="T19" fmla="*/ 4 h 334"/>
                <a:gd name="T20" fmla="*/ 23 w 709"/>
                <a:gd name="T21" fmla="*/ 4 h 334"/>
                <a:gd name="T22" fmla="*/ 25 w 709"/>
                <a:gd name="T23" fmla="*/ 4 h 334"/>
                <a:gd name="T24" fmla="*/ 27 w 709"/>
                <a:gd name="T25" fmla="*/ 4 h 334"/>
                <a:gd name="T26" fmla="*/ 29 w 709"/>
                <a:gd name="T27" fmla="*/ 5 h 334"/>
                <a:gd name="T28" fmla="*/ 31 w 709"/>
                <a:gd name="T29" fmla="*/ 5 h 334"/>
                <a:gd name="T30" fmla="*/ 34 w 709"/>
                <a:gd name="T31" fmla="*/ 5 h 334"/>
                <a:gd name="T32" fmla="*/ 36 w 709"/>
                <a:gd name="T33" fmla="*/ 5 h 334"/>
                <a:gd name="T34" fmla="*/ 38 w 709"/>
                <a:gd name="T35" fmla="*/ 6 h 334"/>
                <a:gd name="T36" fmla="*/ 39 w 709"/>
                <a:gd name="T37" fmla="*/ 6 h 334"/>
                <a:gd name="T38" fmla="*/ 41 w 709"/>
                <a:gd name="T39" fmla="*/ 7 h 334"/>
                <a:gd name="T40" fmla="*/ 42 w 709"/>
                <a:gd name="T41" fmla="*/ 7 h 334"/>
                <a:gd name="T42" fmla="*/ 44 w 709"/>
                <a:gd name="T43" fmla="*/ 8 h 334"/>
                <a:gd name="T44" fmla="*/ 45 w 709"/>
                <a:gd name="T45" fmla="*/ 9 h 334"/>
                <a:gd name="T46" fmla="*/ 47 w 709"/>
                <a:gd name="T47" fmla="*/ 9 h 334"/>
                <a:gd name="T48" fmla="*/ 48 w 709"/>
                <a:gd name="T49" fmla="*/ 10 h 334"/>
                <a:gd name="T50" fmla="*/ 51 w 709"/>
                <a:gd name="T51" fmla="*/ 11 h 334"/>
                <a:gd name="T52" fmla="*/ 54 w 709"/>
                <a:gd name="T53" fmla="*/ 11 h 334"/>
                <a:gd name="T54" fmla="*/ 56 w 709"/>
                <a:gd name="T55" fmla="*/ 12 h 334"/>
                <a:gd name="T56" fmla="*/ 59 w 709"/>
                <a:gd name="T57" fmla="*/ 12 h 334"/>
                <a:gd name="T58" fmla="*/ 61 w 709"/>
                <a:gd name="T59" fmla="*/ 12 h 334"/>
                <a:gd name="T60" fmla="*/ 64 w 709"/>
                <a:gd name="T61" fmla="*/ 13 h 334"/>
                <a:gd name="T62" fmla="*/ 66 w 709"/>
                <a:gd name="T63" fmla="*/ 13 h 334"/>
                <a:gd name="T64" fmla="*/ 68 w 709"/>
                <a:gd name="T65" fmla="*/ 13 h 334"/>
                <a:gd name="T66" fmla="*/ 70 w 709"/>
                <a:gd name="T67" fmla="*/ 13 h 334"/>
                <a:gd name="T68" fmla="*/ 73 w 709"/>
                <a:gd name="T69" fmla="*/ 13 h 334"/>
                <a:gd name="T70" fmla="*/ 75 w 709"/>
                <a:gd name="T71" fmla="*/ 13 h 334"/>
                <a:gd name="T72" fmla="*/ 78 w 709"/>
                <a:gd name="T73" fmla="*/ 13 h 334"/>
                <a:gd name="T74" fmla="*/ 80 w 709"/>
                <a:gd name="T75" fmla="*/ 13 h 334"/>
                <a:gd name="T76" fmla="*/ 83 w 709"/>
                <a:gd name="T77" fmla="*/ 13 h 334"/>
                <a:gd name="T78" fmla="*/ 85 w 709"/>
                <a:gd name="T79" fmla="*/ 13 h 334"/>
                <a:gd name="T80" fmla="*/ 88 w 709"/>
                <a:gd name="T81" fmla="*/ 13 h 334"/>
                <a:gd name="T82" fmla="*/ 88 w 709"/>
                <a:gd name="T83" fmla="*/ 21 h 334"/>
                <a:gd name="T84" fmla="*/ 88 w 709"/>
                <a:gd name="T85" fmla="*/ 28 h 334"/>
                <a:gd name="T86" fmla="*/ 88 w 709"/>
                <a:gd name="T87" fmla="*/ 35 h 334"/>
                <a:gd name="T88" fmla="*/ 88 w 709"/>
                <a:gd name="T89" fmla="*/ 42 h 334"/>
                <a:gd name="T90" fmla="*/ 74 w 709"/>
                <a:gd name="T91" fmla="*/ 42 h 334"/>
                <a:gd name="T92" fmla="*/ 0 w 709"/>
                <a:gd name="T93" fmla="*/ 28 h 334"/>
                <a:gd name="T94" fmla="*/ 0 w 709"/>
                <a:gd name="T95" fmla="*/ 4 h 334"/>
                <a:gd name="T96" fmla="*/ 1 w 709"/>
                <a:gd name="T97" fmla="*/ 0 h 3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9"/>
                <a:gd name="T148" fmla="*/ 0 h 334"/>
                <a:gd name="T149" fmla="*/ 709 w 709"/>
                <a:gd name="T150" fmla="*/ 334 h 3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9" h="334">
                  <a:moveTo>
                    <a:pt x="15" y="0"/>
                  </a:moveTo>
                  <a:lnTo>
                    <a:pt x="34" y="7"/>
                  </a:lnTo>
                  <a:lnTo>
                    <a:pt x="52" y="13"/>
                  </a:lnTo>
                  <a:lnTo>
                    <a:pt x="69" y="17"/>
                  </a:lnTo>
                  <a:lnTo>
                    <a:pt x="86" y="22"/>
                  </a:lnTo>
                  <a:lnTo>
                    <a:pt x="103" y="24"/>
                  </a:lnTo>
                  <a:lnTo>
                    <a:pt x="119" y="27"/>
                  </a:lnTo>
                  <a:lnTo>
                    <a:pt x="135" y="28"/>
                  </a:lnTo>
                  <a:lnTo>
                    <a:pt x="151" y="29"/>
                  </a:lnTo>
                  <a:lnTo>
                    <a:pt x="167" y="30"/>
                  </a:lnTo>
                  <a:lnTo>
                    <a:pt x="184" y="31"/>
                  </a:lnTo>
                  <a:lnTo>
                    <a:pt x="201" y="31"/>
                  </a:lnTo>
                  <a:lnTo>
                    <a:pt x="218" y="32"/>
                  </a:lnTo>
                  <a:lnTo>
                    <a:pt x="235" y="33"/>
                  </a:lnTo>
                  <a:lnTo>
                    <a:pt x="254" y="36"/>
                  </a:lnTo>
                  <a:lnTo>
                    <a:pt x="273" y="38"/>
                  </a:lnTo>
                  <a:lnTo>
                    <a:pt x="293" y="40"/>
                  </a:lnTo>
                  <a:lnTo>
                    <a:pt x="307" y="43"/>
                  </a:lnTo>
                  <a:lnTo>
                    <a:pt x="318" y="47"/>
                  </a:lnTo>
                  <a:lnTo>
                    <a:pt x="330" y="51"/>
                  </a:lnTo>
                  <a:lnTo>
                    <a:pt x="341" y="55"/>
                  </a:lnTo>
                  <a:lnTo>
                    <a:pt x="353" y="61"/>
                  </a:lnTo>
                  <a:lnTo>
                    <a:pt x="364" y="66"/>
                  </a:lnTo>
                  <a:lnTo>
                    <a:pt x="377" y="70"/>
                  </a:lnTo>
                  <a:lnTo>
                    <a:pt x="391" y="75"/>
                  </a:lnTo>
                  <a:lnTo>
                    <a:pt x="413" y="81"/>
                  </a:lnTo>
                  <a:lnTo>
                    <a:pt x="434" y="85"/>
                  </a:lnTo>
                  <a:lnTo>
                    <a:pt x="454" y="90"/>
                  </a:lnTo>
                  <a:lnTo>
                    <a:pt x="474" y="93"/>
                  </a:lnTo>
                  <a:lnTo>
                    <a:pt x="492" y="97"/>
                  </a:lnTo>
                  <a:lnTo>
                    <a:pt x="512" y="99"/>
                  </a:lnTo>
                  <a:lnTo>
                    <a:pt x="530" y="100"/>
                  </a:lnTo>
                  <a:lnTo>
                    <a:pt x="549" y="101"/>
                  </a:lnTo>
                  <a:lnTo>
                    <a:pt x="566" y="103"/>
                  </a:lnTo>
                  <a:lnTo>
                    <a:pt x="586" y="104"/>
                  </a:lnTo>
                  <a:lnTo>
                    <a:pt x="604" y="104"/>
                  </a:lnTo>
                  <a:lnTo>
                    <a:pt x="624" y="104"/>
                  </a:lnTo>
                  <a:lnTo>
                    <a:pt x="643" y="104"/>
                  </a:lnTo>
                  <a:lnTo>
                    <a:pt x="664" y="104"/>
                  </a:lnTo>
                  <a:lnTo>
                    <a:pt x="686" y="104"/>
                  </a:lnTo>
                  <a:lnTo>
                    <a:pt x="709" y="104"/>
                  </a:lnTo>
                  <a:lnTo>
                    <a:pt x="704" y="165"/>
                  </a:lnTo>
                  <a:lnTo>
                    <a:pt x="704" y="219"/>
                  </a:lnTo>
                  <a:lnTo>
                    <a:pt x="708" y="273"/>
                  </a:lnTo>
                  <a:lnTo>
                    <a:pt x="709" y="334"/>
                  </a:lnTo>
                  <a:lnTo>
                    <a:pt x="593" y="334"/>
                  </a:lnTo>
                  <a:lnTo>
                    <a:pt x="0" y="225"/>
                  </a:lnTo>
                  <a:lnTo>
                    <a:pt x="0" y="2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82A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99" name="Freeform 29">
              <a:extLst>
                <a:ext uri="{FF2B5EF4-FFF2-40B4-BE49-F238E27FC236}">
                  <a16:creationId xmlns:a16="http://schemas.microsoft.com/office/drawing/2014/main" id="{28527B24-2261-3C4C-BD9A-9123C0773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96"/>
              <a:ext cx="130" cy="92"/>
            </a:xfrm>
            <a:custGeom>
              <a:avLst/>
              <a:gdLst>
                <a:gd name="T0" fmla="*/ 26 w 261"/>
                <a:gd name="T1" fmla="*/ 7 h 185"/>
                <a:gd name="T2" fmla="*/ 23 w 261"/>
                <a:gd name="T3" fmla="*/ 7 h 185"/>
                <a:gd name="T4" fmla="*/ 21 w 261"/>
                <a:gd name="T5" fmla="*/ 6 h 185"/>
                <a:gd name="T6" fmla="*/ 19 w 261"/>
                <a:gd name="T7" fmla="*/ 5 h 185"/>
                <a:gd name="T8" fmla="*/ 18 w 261"/>
                <a:gd name="T9" fmla="*/ 4 h 185"/>
                <a:gd name="T10" fmla="*/ 16 w 261"/>
                <a:gd name="T11" fmla="*/ 2 h 185"/>
                <a:gd name="T12" fmla="*/ 15 w 261"/>
                <a:gd name="T13" fmla="*/ 1 h 185"/>
                <a:gd name="T14" fmla="*/ 13 w 261"/>
                <a:gd name="T15" fmla="*/ 0 h 185"/>
                <a:gd name="T16" fmla="*/ 10 w 261"/>
                <a:gd name="T17" fmla="*/ 0 h 185"/>
                <a:gd name="T18" fmla="*/ 9 w 261"/>
                <a:gd name="T19" fmla="*/ 2 h 185"/>
                <a:gd name="T20" fmla="*/ 8 w 261"/>
                <a:gd name="T21" fmla="*/ 5 h 185"/>
                <a:gd name="T22" fmla="*/ 7 w 261"/>
                <a:gd name="T23" fmla="*/ 7 h 185"/>
                <a:gd name="T24" fmla="*/ 6 w 261"/>
                <a:gd name="T25" fmla="*/ 9 h 185"/>
                <a:gd name="T26" fmla="*/ 4 w 261"/>
                <a:gd name="T27" fmla="*/ 11 h 185"/>
                <a:gd name="T28" fmla="*/ 3 w 261"/>
                <a:gd name="T29" fmla="*/ 13 h 185"/>
                <a:gd name="T30" fmla="*/ 1 w 261"/>
                <a:gd name="T31" fmla="*/ 15 h 185"/>
                <a:gd name="T32" fmla="*/ 0 w 261"/>
                <a:gd name="T33" fmla="*/ 17 h 185"/>
                <a:gd name="T34" fmla="*/ 1 w 261"/>
                <a:gd name="T35" fmla="*/ 17 h 185"/>
                <a:gd name="T36" fmla="*/ 2 w 261"/>
                <a:gd name="T37" fmla="*/ 16 h 185"/>
                <a:gd name="T38" fmla="*/ 3 w 261"/>
                <a:gd name="T39" fmla="*/ 16 h 185"/>
                <a:gd name="T40" fmla="*/ 4 w 261"/>
                <a:gd name="T41" fmla="*/ 15 h 185"/>
                <a:gd name="T42" fmla="*/ 5 w 261"/>
                <a:gd name="T43" fmla="*/ 15 h 185"/>
                <a:gd name="T44" fmla="*/ 6 w 261"/>
                <a:gd name="T45" fmla="*/ 14 h 185"/>
                <a:gd name="T46" fmla="*/ 7 w 261"/>
                <a:gd name="T47" fmla="*/ 14 h 185"/>
                <a:gd name="T48" fmla="*/ 8 w 261"/>
                <a:gd name="T49" fmla="*/ 14 h 185"/>
                <a:gd name="T50" fmla="*/ 10 w 261"/>
                <a:gd name="T51" fmla="*/ 14 h 185"/>
                <a:gd name="T52" fmla="*/ 11 w 261"/>
                <a:gd name="T53" fmla="*/ 15 h 185"/>
                <a:gd name="T54" fmla="*/ 12 w 261"/>
                <a:gd name="T55" fmla="*/ 17 h 185"/>
                <a:gd name="T56" fmla="*/ 13 w 261"/>
                <a:gd name="T57" fmla="*/ 18 h 185"/>
                <a:gd name="T58" fmla="*/ 14 w 261"/>
                <a:gd name="T59" fmla="*/ 20 h 185"/>
                <a:gd name="T60" fmla="*/ 15 w 261"/>
                <a:gd name="T61" fmla="*/ 21 h 185"/>
                <a:gd name="T62" fmla="*/ 16 w 261"/>
                <a:gd name="T63" fmla="*/ 22 h 185"/>
                <a:gd name="T64" fmla="*/ 18 w 261"/>
                <a:gd name="T65" fmla="*/ 23 h 185"/>
                <a:gd name="T66" fmla="*/ 19 w 261"/>
                <a:gd name="T67" fmla="*/ 23 h 185"/>
                <a:gd name="T68" fmla="*/ 21 w 261"/>
                <a:gd name="T69" fmla="*/ 22 h 185"/>
                <a:gd name="T70" fmla="*/ 22 w 261"/>
                <a:gd name="T71" fmla="*/ 22 h 185"/>
                <a:gd name="T72" fmla="*/ 23 w 261"/>
                <a:gd name="T73" fmla="*/ 22 h 185"/>
                <a:gd name="T74" fmla="*/ 25 w 261"/>
                <a:gd name="T75" fmla="*/ 21 h 185"/>
                <a:gd name="T76" fmla="*/ 26 w 261"/>
                <a:gd name="T77" fmla="*/ 20 h 185"/>
                <a:gd name="T78" fmla="*/ 28 w 261"/>
                <a:gd name="T79" fmla="*/ 20 h 185"/>
                <a:gd name="T80" fmla="*/ 29 w 261"/>
                <a:gd name="T81" fmla="*/ 20 h 185"/>
                <a:gd name="T82" fmla="*/ 32 w 261"/>
                <a:gd name="T83" fmla="*/ 14 h 185"/>
                <a:gd name="T84" fmla="*/ 26 w 261"/>
                <a:gd name="T85" fmla="*/ 7 h 1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61"/>
                <a:gd name="T130" fmla="*/ 0 h 185"/>
                <a:gd name="T131" fmla="*/ 261 w 261"/>
                <a:gd name="T132" fmla="*/ 185 h 18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61" h="185">
                  <a:moveTo>
                    <a:pt x="208" y="58"/>
                  </a:moveTo>
                  <a:lnTo>
                    <a:pt x="188" y="56"/>
                  </a:lnTo>
                  <a:lnTo>
                    <a:pt x="173" y="50"/>
                  </a:lnTo>
                  <a:lnTo>
                    <a:pt x="159" y="42"/>
                  </a:lnTo>
                  <a:lnTo>
                    <a:pt x="148" y="33"/>
                  </a:lnTo>
                  <a:lnTo>
                    <a:pt x="135" y="22"/>
                  </a:lnTo>
                  <a:lnTo>
                    <a:pt x="121" y="13"/>
                  </a:lnTo>
                  <a:lnTo>
                    <a:pt x="106" y="5"/>
                  </a:lnTo>
                  <a:lnTo>
                    <a:pt x="87" y="0"/>
                  </a:lnTo>
                  <a:lnTo>
                    <a:pt x="78" y="21"/>
                  </a:lnTo>
                  <a:lnTo>
                    <a:pt x="68" y="40"/>
                  </a:lnTo>
                  <a:lnTo>
                    <a:pt x="59" y="56"/>
                  </a:lnTo>
                  <a:lnTo>
                    <a:pt x="49" y="72"/>
                  </a:lnTo>
                  <a:lnTo>
                    <a:pt x="38" y="88"/>
                  </a:lnTo>
                  <a:lnTo>
                    <a:pt x="26" y="104"/>
                  </a:lnTo>
                  <a:lnTo>
                    <a:pt x="14" y="120"/>
                  </a:lnTo>
                  <a:lnTo>
                    <a:pt x="0" y="139"/>
                  </a:lnTo>
                  <a:lnTo>
                    <a:pt x="11" y="136"/>
                  </a:lnTo>
                  <a:lnTo>
                    <a:pt x="19" y="133"/>
                  </a:lnTo>
                  <a:lnTo>
                    <a:pt x="27" y="129"/>
                  </a:lnTo>
                  <a:lnTo>
                    <a:pt x="35" y="125"/>
                  </a:lnTo>
                  <a:lnTo>
                    <a:pt x="43" y="121"/>
                  </a:lnTo>
                  <a:lnTo>
                    <a:pt x="51" y="119"/>
                  </a:lnTo>
                  <a:lnTo>
                    <a:pt x="59" y="117"/>
                  </a:lnTo>
                  <a:lnTo>
                    <a:pt x="70" y="116"/>
                  </a:lnTo>
                  <a:lnTo>
                    <a:pt x="82" y="119"/>
                  </a:lnTo>
                  <a:lnTo>
                    <a:pt x="93" y="126"/>
                  </a:lnTo>
                  <a:lnTo>
                    <a:pt x="101" y="138"/>
                  </a:lnTo>
                  <a:lnTo>
                    <a:pt x="108" y="150"/>
                  </a:lnTo>
                  <a:lnTo>
                    <a:pt x="113" y="163"/>
                  </a:lnTo>
                  <a:lnTo>
                    <a:pt x="121" y="174"/>
                  </a:lnTo>
                  <a:lnTo>
                    <a:pt x="132" y="181"/>
                  </a:lnTo>
                  <a:lnTo>
                    <a:pt x="144" y="185"/>
                  </a:lnTo>
                  <a:lnTo>
                    <a:pt x="157" y="184"/>
                  </a:lnTo>
                  <a:lnTo>
                    <a:pt x="170" y="182"/>
                  </a:lnTo>
                  <a:lnTo>
                    <a:pt x="180" y="179"/>
                  </a:lnTo>
                  <a:lnTo>
                    <a:pt x="191" y="176"/>
                  </a:lnTo>
                  <a:lnTo>
                    <a:pt x="202" y="172"/>
                  </a:lnTo>
                  <a:lnTo>
                    <a:pt x="212" y="167"/>
                  </a:lnTo>
                  <a:lnTo>
                    <a:pt x="224" y="164"/>
                  </a:lnTo>
                  <a:lnTo>
                    <a:pt x="237" y="162"/>
                  </a:lnTo>
                  <a:lnTo>
                    <a:pt x="261" y="116"/>
                  </a:lnTo>
                  <a:lnTo>
                    <a:pt x="208" y="58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0" name="Freeform 30">
              <a:extLst>
                <a:ext uri="{FF2B5EF4-FFF2-40B4-BE49-F238E27FC236}">
                  <a16:creationId xmlns:a16="http://schemas.microsoft.com/office/drawing/2014/main" id="{B199C6B0-26D3-D44B-A570-235103AD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77"/>
              <a:ext cx="124" cy="200"/>
            </a:xfrm>
            <a:custGeom>
              <a:avLst/>
              <a:gdLst>
                <a:gd name="T0" fmla="*/ 0 w 249"/>
                <a:gd name="T1" fmla="*/ 11 h 398"/>
                <a:gd name="T2" fmla="*/ 0 w 249"/>
                <a:gd name="T3" fmla="*/ 15 h 398"/>
                <a:gd name="T4" fmla="*/ 1 w 249"/>
                <a:gd name="T5" fmla="*/ 19 h 398"/>
                <a:gd name="T6" fmla="*/ 2 w 249"/>
                <a:gd name="T7" fmla="*/ 22 h 398"/>
                <a:gd name="T8" fmla="*/ 3 w 249"/>
                <a:gd name="T9" fmla="*/ 25 h 398"/>
                <a:gd name="T10" fmla="*/ 4 w 249"/>
                <a:gd name="T11" fmla="*/ 29 h 398"/>
                <a:gd name="T12" fmla="*/ 5 w 249"/>
                <a:gd name="T13" fmla="*/ 32 h 398"/>
                <a:gd name="T14" fmla="*/ 6 w 249"/>
                <a:gd name="T15" fmla="*/ 36 h 398"/>
                <a:gd name="T16" fmla="*/ 6 w 249"/>
                <a:gd name="T17" fmla="*/ 40 h 398"/>
                <a:gd name="T18" fmla="*/ 6 w 249"/>
                <a:gd name="T19" fmla="*/ 41 h 398"/>
                <a:gd name="T20" fmla="*/ 7 w 249"/>
                <a:gd name="T21" fmla="*/ 43 h 398"/>
                <a:gd name="T22" fmla="*/ 8 w 249"/>
                <a:gd name="T23" fmla="*/ 44 h 398"/>
                <a:gd name="T24" fmla="*/ 9 w 249"/>
                <a:gd name="T25" fmla="*/ 45 h 398"/>
                <a:gd name="T26" fmla="*/ 10 w 249"/>
                <a:gd name="T27" fmla="*/ 46 h 398"/>
                <a:gd name="T28" fmla="*/ 12 w 249"/>
                <a:gd name="T29" fmla="*/ 47 h 398"/>
                <a:gd name="T30" fmla="*/ 13 w 249"/>
                <a:gd name="T31" fmla="*/ 49 h 398"/>
                <a:gd name="T32" fmla="*/ 13 w 249"/>
                <a:gd name="T33" fmla="*/ 51 h 398"/>
                <a:gd name="T34" fmla="*/ 15 w 249"/>
                <a:gd name="T35" fmla="*/ 48 h 398"/>
                <a:gd name="T36" fmla="*/ 17 w 249"/>
                <a:gd name="T37" fmla="*/ 47 h 398"/>
                <a:gd name="T38" fmla="*/ 19 w 249"/>
                <a:gd name="T39" fmla="*/ 45 h 398"/>
                <a:gd name="T40" fmla="*/ 22 w 249"/>
                <a:gd name="T41" fmla="*/ 44 h 398"/>
                <a:gd name="T42" fmla="*/ 24 w 249"/>
                <a:gd name="T43" fmla="*/ 43 h 398"/>
                <a:gd name="T44" fmla="*/ 25 w 249"/>
                <a:gd name="T45" fmla="*/ 41 h 398"/>
                <a:gd name="T46" fmla="*/ 26 w 249"/>
                <a:gd name="T47" fmla="*/ 39 h 398"/>
                <a:gd name="T48" fmla="*/ 27 w 249"/>
                <a:gd name="T49" fmla="*/ 37 h 398"/>
                <a:gd name="T50" fmla="*/ 27 w 249"/>
                <a:gd name="T51" fmla="*/ 34 h 398"/>
                <a:gd name="T52" fmla="*/ 27 w 249"/>
                <a:gd name="T53" fmla="*/ 32 h 398"/>
                <a:gd name="T54" fmla="*/ 27 w 249"/>
                <a:gd name="T55" fmla="*/ 30 h 398"/>
                <a:gd name="T56" fmla="*/ 27 w 249"/>
                <a:gd name="T57" fmla="*/ 28 h 398"/>
                <a:gd name="T58" fmla="*/ 27 w 249"/>
                <a:gd name="T59" fmla="*/ 24 h 398"/>
                <a:gd name="T60" fmla="*/ 29 w 249"/>
                <a:gd name="T61" fmla="*/ 21 h 398"/>
                <a:gd name="T62" fmla="*/ 30 w 249"/>
                <a:gd name="T63" fmla="*/ 17 h 398"/>
                <a:gd name="T64" fmla="*/ 31 w 249"/>
                <a:gd name="T65" fmla="*/ 13 h 398"/>
                <a:gd name="T66" fmla="*/ 30 w 249"/>
                <a:gd name="T67" fmla="*/ 11 h 398"/>
                <a:gd name="T68" fmla="*/ 29 w 249"/>
                <a:gd name="T69" fmla="*/ 8 h 398"/>
                <a:gd name="T70" fmla="*/ 27 w 249"/>
                <a:gd name="T71" fmla="*/ 6 h 398"/>
                <a:gd name="T72" fmla="*/ 25 w 249"/>
                <a:gd name="T73" fmla="*/ 5 h 398"/>
                <a:gd name="T74" fmla="*/ 22 w 249"/>
                <a:gd name="T75" fmla="*/ 4 h 398"/>
                <a:gd name="T76" fmla="*/ 19 w 249"/>
                <a:gd name="T77" fmla="*/ 3 h 398"/>
                <a:gd name="T78" fmla="*/ 16 w 249"/>
                <a:gd name="T79" fmla="*/ 3 h 398"/>
                <a:gd name="T80" fmla="*/ 13 w 249"/>
                <a:gd name="T81" fmla="*/ 3 h 398"/>
                <a:gd name="T82" fmla="*/ 12 w 249"/>
                <a:gd name="T83" fmla="*/ 2 h 398"/>
                <a:gd name="T84" fmla="*/ 10 w 249"/>
                <a:gd name="T85" fmla="*/ 2 h 398"/>
                <a:gd name="T86" fmla="*/ 9 w 249"/>
                <a:gd name="T87" fmla="*/ 2 h 398"/>
                <a:gd name="T88" fmla="*/ 7 w 249"/>
                <a:gd name="T89" fmla="*/ 1 h 398"/>
                <a:gd name="T90" fmla="*/ 6 w 249"/>
                <a:gd name="T91" fmla="*/ 1 h 398"/>
                <a:gd name="T92" fmla="*/ 5 w 249"/>
                <a:gd name="T93" fmla="*/ 0 h 398"/>
                <a:gd name="T94" fmla="*/ 4 w 249"/>
                <a:gd name="T95" fmla="*/ 1 h 398"/>
                <a:gd name="T96" fmla="*/ 2 w 249"/>
                <a:gd name="T97" fmla="*/ 1 h 398"/>
                <a:gd name="T98" fmla="*/ 1 w 249"/>
                <a:gd name="T99" fmla="*/ 3 h 398"/>
                <a:gd name="T100" fmla="*/ 0 w 249"/>
                <a:gd name="T101" fmla="*/ 5 h 398"/>
                <a:gd name="T102" fmla="*/ 0 w 249"/>
                <a:gd name="T103" fmla="*/ 8 h 398"/>
                <a:gd name="T104" fmla="*/ 0 w 249"/>
                <a:gd name="T105" fmla="*/ 11 h 39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9"/>
                <a:gd name="T160" fmla="*/ 0 h 398"/>
                <a:gd name="T161" fmla="*/ 249 w 249"/>
                <a:gd name="T162" fmla="*/ 398 h 39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9" h="398">
                  <a:moveTo>
                    <a:pt x="0" y="86"/>
                  </a:moveTo>
                  <a:lnTo>
                    <a:pt x="2" y="119"/>
                  </a:lnTo>
                  <a:lnTo>
                    <a:pt x="8" y="147"/>
                  </a:lnTo>
                  <a:lnTo>
                    <a:pt x="16" y="174"/>
                  </a:lnTo>
                  <a:lnTo>
                    <a:pt x="26" y="199"/>
                  </a:lnTo>
                  <a:lnTo>
                    <a:pt x="36" y="224"/>
                  </a:lnTo>
                  <a:lnTo>
                    <a:pt x="44" y="251"/>
                  </a:lnTo>
                  <a:lnTo>
                    <a:pt x="50" y="280"/>
                  </a:lnTo>
                  <a:lnTo>
                    <a:pt x="52" y="312"/>
                  </a:lnTo>
                  <a:lnTo>
                    <a:pt x="54" y="326"/>
                  </a:lnTo>
                  <a:lnTo>
                    <a:pt x="59" y="337"/>
                  </a:lnTo>
                  <a:lnTo>
                    <a:pt x="67" y="348"/>
                  </a:lnTo>
                  <a:lnTo>
                    <a:pt x="76" y="357"/>
                  </a:lnTo>
                  <a:lnTo>
                    <a:pt x="86" y="365"/>
                  </a:lnTo>
                  <a:lnTo>
                    <a:pt x="96" y="375"/>
                  </a:lnTo>
                  <a:lnTo>
                    <a:pt x="104" y="386"/>
                  </a:lnTo>
                  <a:lnTo>
                    <a:pt x="109" y="398"/>
                  </a:lnTo>
                  <a:lnTo>
                    <a:pt x="124" y="382"/>
                  </a:lnTo>
                  <a:lnTo>
                    <a:pt x="142" y="369"/>
                  </a:lnTo>
                  <a:lnTo>
                    <a:pt x="159" y="358"/>
                  </a:lnTo>
                  <a:lnTo>
                    <a:pt x="177" y="348"/>
                  </a:lnTo>
                  <a:lnTo>
                    <a:pt x="194" y="337"/>
                  </a:lnTo>
                  <a:lnTo>
                    <a:pt x="206" y="325"/>
                  </a:lnTo>
                  <a:lnTo>
                    <a:pt x="215" y="309"/>
                  </a:lnTo>
                  <a:lnTo>
                    <a:pt x="219" y="289"/>
                  </a:lnTo>
                  <a:lnTo>
                    <a:pt x="219" y="271"/>
                  </a:lnTo>
                  <a:lnTo>
                    <a:pt x="219" y="254"/>
                  </a:lnTo>
                  <a:lnTo>
                    <a:pt x="219" y="238"/>
                  </a:lnTo>
                  <a:lnTo>
                    <a:pt x="219" y="220"/>
                  </a:lnTo>
                  <a:lnTo>
                    <a:pt x="223" y="189"/>
                  </a:lnTo>
                  <a:lnTo>
                    <a:pt x="234" y="161"/>
                  </a:lnTo>
                  <a:lnTo>
                    <a:pt x="244" y="135"/>
                  </a:lnTo>
                  <a:lnTo>
                    <a:pt x="249" y="104"/>
                  </a:lnTo>
                  <a:lnTo>
                    <a:pt x="245" y="82"/>
                  </a:lnTo>
                  <a:lnTo>
                    <a:pt x="236" y="63"/>
                  </a:lnTo>
                  <a:lnTo>
                    <a:pt x="221" y="48"/>
                  </a:lnTo>
                  <a:lnTo>
                    <a:pt x="203" y="37"/>
                  </a:lnTo>
                  <a:lnTo>
                    <a:pt x="181" y="27"/>
                  </a:lnTo>
                  <a:lnTo>
                    <a:pt x="158" y="22"/>
                  </a:lnTo>
                  <a:lnTo>
                    <a:pt x="134" y="18"/>
                  </a:lnTo>
                  <a:lnTo>
                    <a:pt x="109" y="17"/>
                  </a:lnTo>
                  <a:lnTo>
                    <a:pt x="97" y="16"/>
                  </a:lnTo>
                  <a:lnTo>
                    <a:pt x="85" y="13"/>
                  </a:lnTo>
                  <a:lnTo>
                    <a:pt x="74" y="9"/>
                  </a:lnTo>
                  <a:lnTo>
                    <a:pt x="63" y="4"/>
                  </a:lnTo>
                  <a:lnTo>
                    <a:pt x="53" y="2"/>
                  </a:lnTo>
                  <a:lnTo>
                    <a:pt x="43" y="0"/>
                  </a:lnTo>
                  <a:lnTo>
                    <a:pt x="32" y="1"/>
                  </a:lnTo>
                  <a:lnTo>
                    <a:pt x="23" y="6"/>
                  </a:lnTo>
                  <a:lnTo>
                    <a:pt x="8" y="21"/>
                  </a:lnTo>
                  <a:lnTo>
                    <a:pt x="1" y="40"/>
                  </a:lnTo>
                  <a:lnTo>
                    <a:pt x="0" y="62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1" name="Freeform 31">
              <a:extLst>
                <a:ext uri="{FF2B5EF4-FFF2-40B4-BE49-F238E27FC236}">
                  <a16:creationId xmlns:a16="http://schemas.microsoft.com/office/drawing/2014/main" id="{331535F4-310A-C346-82AD-F5AB6E698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531"/>
              <a:ext cx="152" cy="112"/>
            </a:xfrm>
            <a:custGeom>
              <a:avLst/>
              <a:gdLst>
                <a:gd name="T0" fmla="*/ 30 w 304"/>
                <a:gd name="T1" fmla="*/ 2 h 222"/>
                <a:gd name="T2" fmla="*/ 31 w 304"/>
                <a:gd name="T3" fmla="*/ 3 h 222"/>
                <a:gd name="T4" fmla="*/ 33 w 304"/>
                <a:gd name="T5" fmla="*/ 4 h 222"/>
                <a:gd name="T6" fmla="*/ 34 w 304"/>
                <a:gd name="T7" fmla="*/ 5 h 222"/>
                <a:gd name="T8" fmla="*/ 36 w 304"/>
                <a:gd name="T9" fmla="*/ 6 h 222"/>
                <a:gd name="T10" fmla="*/ 37 w 304"/>
                <a:gd name="T11" fmla="*/ 7 h 222"/>
                <a:gd name="T12" fmla="*/ 38 w 304"/>
                <a:gd name="T13" fmla="*/ 9 h 222"/>
                <a:gd name="T14" fmla="*/ 38 w 304"/>
                <a:gd name="T15" fmla="*/ 10 h 222"/>
                <a:gd name="T16" fmla="*/ 38 w 304"/>
                <a:gd name="T17" fmla="*/ 12 h 222"/>
                <a:gd name="T18" fmla="*/ 37 w 304"/>
                <a:gd name="T19" fmla="*/ 22 h 222"/>
                <a:gd name="T20" fmla="*/ 36 w 304"/>
                <a:gd name="T21" fmla="*/ 22 h 222"/>
                <a:gd name="T22" fmla="*/ 35 w 304"/>
                <a:gd name="T23" fmla="*/ 22 h 222"/>
                <a:gd name="T24" fmla="*/ 34 w 304"/>
                <a:gd name="T25" fmla="*/ 22 h 222"/>
                <a:gd name="T26" fmla="*/ 33 w 304"/>
                <a:gd name="T27" fmla="*/ 22 h 222"/>
                <a:gd name="T28" fmla="*/ 33 w 304"/>
                <a:gd name="T29" fmla="*/ 19 h 222"/>
                <a:gd name="T30" fmla="*/ 33 w 304"/>
                <a:gd name="T31" fmla="*/ 14 h 222"/>
                <a:gd name="T32" fmla="*/ 33 w 304"/>
                <a:gd name="T33" fmla="*/ 11 h 222"/>
                <a:gd name="T34" fmla="*/ 30 w 304"/>
                <a:gd name="T35" fmla="*/ 8 h 222"/>
                <a:gd name="T36" fmla="*/ 30 w 304"/>
                <a:gd name="T37" fmla="*/ 7 h 222"/>
                <a:gd name="T38" fmla="*/ 29 w 304"/>
                <a:gd name="T39" fmla="*/ 6 h 222"/>
                <a:gd name="T40" fmla="*/ 28 w 304"/>
                <a:gd name="T41" fmla="*/ 6 h 222"/>
                <a:gd name="T42" fmla="*/ 27 w 304"/>
                <a:gd name="T43" fmla="*/ 6 h 222"/>
                <a:gd name="T44" fmla="*/ 25 w 304"/>
                <a:gd name="T45" fmla="*/ 6 h 222"/>
                <a:gd name="T46" fmla="*/ 25 w 304"/>
                <a:gd name="T47" fmla="*/ 5 h 222"/>
                <a:gd name="T48" fmla="*/ 24 w 304"/>
                <a:gd name="T49" fmla="*/ 5 h 222"/>
                <a:gd name="T50" fmla="*/ 24 w 304"/>
                <a:gd name="T51" fmla="*/ 3 h 222"/>
                <a:gd name="T52" fmla="*/ 22 w 304"/>
                <a:gd name="T53" fmla="*/ 3 h 222"/>
                <a:gd name="T54" fmla="*/ 19 w 304"/>
                <a:gd name="T55" fmla="*/ 3 h 222"/>
                <a:gd name="T56" fmla="*/ 17 w 304"/>
                <a:gd name="T57" fmla="*/ 3 h 222"/>
                <a:gd name="T58" fmla="*/ 14 w 304"/>
                <a:gd name="T59" fmla="*/ 4 h 222"/>
                <a:gd name="T60" fmla="*/ 11 w 304"/>
                <a:gd name="T61" fmla="*/ 4 h 222"/>
                <a:gd name="T62" fmla="*/ 9 w 304"/>
                <a:gd name="T63" fmla="*/ 5 h 222"/>
                <a:gd name="T64" fmla="*/ 6 w 304"/>
                <a:gd name="T65" fmla="*/ 6 h 222"/>
                <a:gd name="T66" fmla="*/ 4 w 304"/>
                <a:gd name="T67" fmla="*/ 8 h 222"/>
                <a:gd name="T68" fmla="*/ 4 w 304"/>
                <a:gd name="T69" fmla="*/ 13 h 222"/>
                <a:gd name="T70" fmla="*/ 5 w 304"/>
                <a:gd name="T71" fmla="*/ 18 h 222"/>
                <a:gd name="T72" fmla="*/ 6 w 304"/>
                <a:gd name="T73" fmla="*/ 23 h 222"/>
                <a:gd name="T74" fmla="*/ 7 w 304"/>
                <a:gd name="T75" fmla="*/ 28 h 222"/>
                <a:gd name="T76" fmla="*/ 6 w 304"/>
                <a:gd name="T77" fmla="*/ 29 h 222"/>
                <a:gd name="T78" fmla="*/ 5 w 304"/>
                <a:gd name="T79" fmla="*/ 29 h 222"/>
                <a:gd name="T80" fmla="*/ 5 w 304"/>
                <a:gd name="T81" fmla="*/ 28 h 222"/>
                <a:gd name="T82" fmla="*/ 4 w 304"/>
                <a:gd name="T83" fmla="*/ 28 h 222"/>
                <a:gd name="T84" fmla="*/ 3 w 304"/>
                <a:gd name="T85" fmla="*/ 23 h 222"/>
                <a:gd name="T86" fmla="*/ 2 w 304"/>
                <a:gd name="T87" fmla="*/ 18 h 222"/>
                <a:gd name="T88" fmla="*/ 1 w 304"/>
                <a:gd name="T89" fmla="*/ 12 h 222"/>
                <a:gd name="T90" fmla="*/ 0 w 304"/>
                <a:gd name="T91" fmla="*/ 7 h 222"/>
                <a:gd name="T92" fmla="*/ 2 w 304"/>
                <a:gd name="T93" fmla="*/ 6 h 222"/>
                <a:gd name="T94" fmla="*/ 4 w 304"/>
                <a:gd name="T95" fmla="*/ 5 h 222"/>
                <a:gd name="T96" fmla="*/ 5 w 304"/>
                <a:gd name="T97" fmla="*/ 4 h 222"/>
                <a:gd name="T98" fmla="*/ 7 w 304"/>
                <a:gd name="T99" fmla="*/ 3 h 222"/>
                <a:gd name="T100" fmla="*/ 9 w 304"/>
                <a:gd name="T101" fmla="*/ 2 h 222"/>
                <a:gd name="T102" fmla="*/ 11 w 304"/>
                <a:gd name="T103" fmla="*/ 2 h 222"/>
                <a:gd name="T104" fmla="*/ 13 w 304"/>
                <a:gd name="T105" fmla="*/ 1 h 222"/>
                <a:gd name="T106" fmla="*/ 14 w 304"/>
                <a:gd name="T107" fmla="*/ 1 h 222"/>
                <a:gd name="T108" fmla="*/ 16 w 304"/>
                <a:gd name="T109" fmla="*/ 1 h 222"/>
                <a:gd name="T110" fmla="*/ 18 w 304"/>
                <a:gd name="T111" fmla="*/ 0 h 222"/>
                <a:gd name="T112" fmla="*/ 20 w 304"/>
                <a:gd name="T113" fmla="*/ 0 h 222"/>
                <a:gd name="T114" fmla="*/ 22 w 304"/>
                <a:gd name="T115" fmla="*/ 0 h 222"/>
                <a:gd name="T116" fmla="*/ 24 w 304"/>
                <a:gd name="T117" fmla="*/ 1 h 222"/>
                <a:gd name="T118" fmla="*/ 26 w 304"/>
                <a:gd name="T119" fmla="*/ 1 h 222"/>
                <a:gd name="T120" fmla="*/ 28 w 304"/>
                <a:gd name="T121" fmla="*/ 1 h 222"/>
                <a:gd name="T122" fmla="*/ 30 w 304"/>
                <a:gd name="T123" fmla="*/ 2 h 2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04"/>
                <a:gd name="T187" fmla="*/ 0 h 222"/>
                <a:gd name="T188" fmla="*/ 304 w 304"/>
                <a:gd name="T189" fmla="*/ 222 h 2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04" h="222">
                  <a:moveTo>
                    <a:pt x="239" y="10"/>
                  </a:moveTo>
                  <a:lnTo>
                    <a:pt x="247" y="20"/>
                  </a:lnTo>
                  <a:lnTo>
                    <a:pt x="257" y="28"/>
                  </a:lnTo>
                  <a:lnTo>
                    <a:pt x="270" y="37"/>
                  </a:lnTo>
                  <a:lnTo>
                    <a:pt x="281" y="46"/>
                  </a:lnTo>
                  <a:lnTo>
                    <a:pt x="292" y="55"/>
                  </a:lnTo>
                  <a:lnTo>
                    <a:pt x="300" y="65"/>
                  </a:lnTo>
                  <a:lnTo>
                    <a:pt x="304" y="78"/>
                  </a:lnTo>
                  <a:lnTo>
                    <a:pt x="303" y="93"/>
                  </a:lnTo>
                  <a:lnTo>
                    <a:pt x="290" y="168"/>
                  </a:lnTo>
                  <a:lnTo>
                    <a:pt x="283" y="172"/>
                  </a:lnTo>
                  <a:lnTo>
                    <a:pt x="276" y="175"/>
                  </a:lnTo>
                  <a:lnTo>
                    <a:pt x="269" y="175"/>
                  </a:lnTo>
                  <a:lnTo>
                    <a:pt x="261" y="174"/>
                  </a:lnTo>
                  <a:lnTo>
                    <a:pt x="263" y="144"/>
                  </a:lnTo>
                  <a:lnTo>
                    <a:pt x="263" y="111"/>
                  </a:lnTo>
                  <a:lnTo>
                    <a:pt x="257" y="81"/>
                  </a:lnTo>
                  <a:lnTo>
                    <a:pt x="241" y="57"/>
                  </a:lnTo>
                  <a:lnTo>
                    <a:pt x="235" y="50"/>
                  </a:lnTo>
                  <a:lnTo>
                    <a:pt x="227" y="48"/>
                  </a:lnTo>
                  <a:lnTo>
                    <a:pt x="218" y="46"/>
                  </a:lnTo>
                  <a:lnTo>
                    <a:pt x="210" y="45"/>
                  </a:lnTo>
                  <a:lnTo>
                    <a:pt x="201" y="43"/>
                  </a:lnTo>
                  <a:lnTo>
                    <a:pt x="194" y="40"/>
                  </a:lnTo>
                  <a:lnTo>
                    <a:pt x="189" y="34"/>
                  </a:lnTo>
                  <a:lnTo>
                    <a:pt x="188" y="24"/>
                  </a:lnTo>
                  <a:lnTo>
                    <a:pt x="170" y="23"/>
                  </a:lnTo>
                  <a:lnTo>
                    <a:pt x="150" y="23"/>
                  </a:lnTo>
                  <a:lnTo>
                    <a:pt x="129" y="24"/>
                  </a:lnTo>
                  <a:lnTo>
                    <a:pt x="109" y="26"/>
                  </a:lnTo>
                  <a:lnTo>
                    <a:pt x="88" y="31"/>
                  </a:lnTo>
                  <a:lnTo>
                    <a:pt x="67" y="38"/>
                  </a:lnTo>
                  <a:lnTo>
                    <a:pt x="49" y="47"/>
                  </a:lnTo>
                  <a:lnTo>
                    <a:pt x="31" y="60"/>
                  </a:lnTo>
                  <a:lnTo>
                    <a:pt x="31" y="99"/>
                  </a:lnTo>
                  <a:lnTo>
                    <a:pt x="39" y="138"/>
                  </a:lnTo>
                  <a:lnTo>
                    <a:pt x="48" y="177"/>
                  </a:lnTo>
                  <a:lnTo>
                    <a:pt x="50" y="217"/>
                  </a:lnTo>
                  <a:lnTo>
                    <a:pt x="44" y="222"/>
                  </a:lnTo>
                  <a:lnTo>
                    <a:pt x="38" y="222"/>
                  </a:lnTo>
                  <a:lnTo>
                    <a:pt x="33" y="221"/>
                  </a:lnTo>
                  <a:lnTo>
                    <a:pt x="28" y="221"/>
                  </a:lnTo>
                  <a:lnTo>
                    <a:pt x="20" y="178"/>
                  </a:lnTo>
                  <a:lnTo>
                    <a:pt x="11" y="137"/>
                  </a:lnTo>
                  <a:lnTo>
                    <a:pt x="4" y="95"/>
                  </a:lnTo>
                  <a:lnTo>
                    <a:pt x="0" y="52"/>
                  </a:lnTo>
                  <a:lnTo>
                    <a:pt x="14" y="42"/>
                  </a:lnTo>
                  <a:lnTo>
                    <a:pt x="27" y="34"/>
                  </a:lnTo>
                  <a:lnTo>
                    <a:pt x="41" y="27"/>
                  </a:lnTo>
                  <a:lnTo>
                    <a:pt x="54" y="20"/>
                  </a:lnTo>
                  <a:lnTo>
                    <a:pt x="69" y="15"/>
                  </a:lnTo>
                  <a:lnTo>
                    <a:pt x="83" y="10"/>
                  </a:lnTo>
                  <a:lnTo>
                    <a:pt x="98" y="7"/>
                  </a:lnTo>
                  <a:lnTo>
                    <a:pt x="113" y="3"/>
                  </a:lnTo>
                  <a:lnTo>
                    <a:pt x="128" y="1"/>
                  </a:lnTo>
                  <a:lnTo>
                    <a:pt x="143" y="0"/>
                  </a:lnTo>
                  <a:lnTo>
                    <a:pt x="158" y="0"/>
                  </a:lnTo>
                  <a:lnTo>
                    <a:pt x="174" y="0"/>
                  </a:lnTo>
                  <a:lnTo>
                    <a:pt x="190" y="1"/>
                  </a:lnTo>
                  <a:lnTo>
                    <a:pt x="207" y="3"/>
                  </a:lnTo>
                  <a:lnTo>
                    <a:pt x="223" y="7"/>
                  </a:lnTo>
                  <a:lnTo>
                    <a:pt x="23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2" name="Freeform 32">
              <a:extLst>
                <a:ext uri="{FF2B5EF4-FFF2-40B4-BE49-F238E27FC236}">
                  <a16:creationId xmlns:a16="http://schemas.microsoft.com/office/drawing/2014/main" id="{E80D7568-3088-F74E-BBE0-C3F10A7BD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572"/>
              <a:ext cx="69" cy="24"/>
            </a:xfrm>
            <a:custGeom>
              <a:avLst/>
              <a:gdLst>
                <a:gd name="T0" fmla="*/ 18 w 138"/>
                <a:gd name="T1" fmla="*/ 2 h 48"/>
                <a:gd name="T2" fmla="*/ 18 w 138"/>
                <a:gd name="T3" fmla="*/ 3 h 48"/>
                <a:gd name="T4" fmla="*/ 17 w 138"/>
                <a:gd name="T5" fmla="*/ 4 h 48"/>
                <a:gd name="T6" fmla="*/ 17 w 138"/>
                <a:gd name="T7" fmla="*/ 5 h 48"/>
                <a:gd name="T8" fmla="*/ 16 w 138"/>
                <a:gd name="T9" fmla="*/ 5 h 48"/>
                <a:gd name="T10" fmla="*/ 15 w 138"/>
                <a:gd name="T11" fmla="*/ 5 h 48"/>
                <a:gd name="T12" fmla="*/ 14 w 138"/>
                <a:gd name="T13" fmla="*/ 6 h 48"/>
                <a:gd name="T14" fmla="*/ 13 w 138"/>
                <a:gd name="T15" fmla="*/ 6 h 48"/>
                <a:gd name="T16" fmla="*/ 12 w 138"/>
                <a:gd name="T17" fmla="*/ 6 h 48"/>
                <a:gd name="T18" fmla="*/ 11 w 138"/>
                <a:gd name="T19" fmla="*/ 6 h 48"/>
                <a:gd name="T20" fmla="*/ 9 w 138"/>
                <a:gd name="T21" fmla="*/ 6 h 48"/>
                <a:gd name="T22" fmla="*/ 7 w 138"/>
                <a:gd name="T23" fmla="*/ 6 h 48"/>
                <a:gd name="T24" fmla="*/ 6 w 138"/>
                <a:gd name="T25" fmla="*/ 6 h 48"/>
                <a:gd name="T26" fmla="*/ 5 w 138"/>
                <a:gd name="T27" fmla="*/ 5 h 48"/>
                <a:gd name="T28" fmla="*/ 3 w 138"/>
                <a:gd name="T29" fmla="*/ 4 h 48"/>
                <a:gd name="T30" fmla="*/ 2 w 138"/>
                <a:gd name="T31" fmla="*/ 4 h 48"/>
                <a:gd name="T32" fmla="*/ 0 w 138"/>
                <a:gd name="T33" fmla="*/ 3 h 48"/>
                <a:gd name="T34" fmla="*/ 1 w 138"/>
                <a:gd name="T35" fmla="*/ 2 h 48"/>
                <a:gd name="T36" fmla="*/ 1 w 138"/>
                <a:gd name="T37" fmla="*/ 2 h 48"/>
                <a:gd name="T38" fmla="*/ 3 w 138"/>
                <a:gd name="T39" fmla="*/ 2 h 48"/>
                <a:gd name="T40" fmla="*/ 3 w 138"/>
                <a:gd name="T41" fmla="*/ 1 h 48"/>
                <a:gd name="T42" fmla="*/ 4 w 138"/>
                <a:gd name="T43" fmla="*/ 1 h 48"/>
                <a:gd name="T44" fmla="*/ 5 w 138"/>
                <a:gd name="T45" fmla="*/ 2 h 48"/>
                <a:gd name="T46" fmla="*/ 6 w 138"/>
                <a:gd name="T47" fmla="*/ 2 h 48"/>
                <a:gd name="T48" fmla="*/ 6 w 138"/>
                <a:gd name="T49" fmla="*/ 2 h 48"/>
                <a:gd name="T50" fmla="*/ 7 w 138"/>
                <a:gd name="T51" fmla="*/ 2 h 48"/>
                <a:gd name="T52" fmla="*/ 8 w 138"/>
                <a:gd name="T53" fmla="*/ 2 h 48"/>
                <a:gd name="T54" fmla="*/ 9 w 138"/>
                <a:gd name="T55" fmla="*/ 3 h 48"/>
                <a:gd name="T56" fmla="*/ 9 w 138"/>
                <a:gd name="T57" fmla="*/ 3 h 48"/>
                <a:gd name="T58" fmla="*/ 11 w 138"/>
                <a:gd name="T59" fmla="*/ 3 h 48"/>
                <a:gd name="T60" fmla="*/ 12 w 138"/>
                <a:gd name="T61" fmla="*/ 2 h 48"/>
                <a:gd name="T62" fmla="*/ 13 w 138"/>
                <a:gd name="T63" fmla="*/ 2 h 48"/>
                <a:gd name="T64" fmla="*/ 14 w 138"/>
                <a:gd name="T65" fmla="*/ 1 h 48"/>
                <a:gd name="T66" fmla="*/ 15 w 138"/>
                <a:gd name="T67" fmla="*/ 1 h 48"/>
                <a:gd name="T68" fmla="*/ 16 w 138"/>
                <a:gd name="T69" fmla="*/ 0 h 48"/>
                <a:gd name="T70" fmla="*/ 17 w 138"/>
                <a:gd name="T71" fmla="*/ 1 h 48"/>
                <a:gd name="T72" fmla="*/ 18 w 138"/>
                <a:gd name="T73" fmla="*/ 2 h 4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8"/>
                <a:gd name="T112" fmla="*/ 0 h 48"/>
                <a:gd name="T113" fmla="*/ 138 w 138"/>
                <a:gd name="T114" fmla="*/ 48 h 4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8" h="48">
                  <a:moveTo>
                    <a:pt x="138" y="15"/>
                  </a:moveTo>
                  <a:lnTo>
                    <a:pt x="138" y="24"/>
                  </a:lnTo>
                  <a:lnTo>
                    <a:pt x="136" y="29"/>
                  </a:lnTo>
                  <a:lnTo>
                    <a:pt x="131" y="33"/>
                  </a:lnTo>
                  <a:lnTo>
                    <a:pt x="124" y="36"/>
                  </a:lnTo>
                  <a:lnTo>
                    <a:pt x="117" y="38"/>
                  </a:lnTo>
                  <a:lnTo>
                    <a:pt x="109" y="42"/>
                  </a:lnTo>
                  <a:lnTo>
                    <a:pt x="102" y="44"/>
                  </a:lnTo>
                  <a:lnTo>
                    <a:pt x="97" y="48"/>
                  </a:lnTo>
                  <a:lnTo>
                    <a:pt x="83" y="48"/>
                  </a:lnTo>
                  <a:lnTo>
                    <a:pt x="70" y="47"/>
                  </a:lnTo>
                  <a:lnTo>
                    <a:pt x="57" y="44"/>
                  </a:lnTo>
                  <a:lnTo>
                    <a:pt x="46" y="41"/>
                  </a:lnTo>
                  <a:lnTo>
                    <a:pt x="34" y="36"/>
                  </a:lnTo>
                  <a:lnTo>
                    <a:pt x="23" y="30"/>
                  </a:lnTo>
                  <a:lnTo>
                    <a:pt x="11" y="26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9" y="11"/>
                  </a:lnTo>
                  <a:lnTo>
                    <a:pt x="18" y="9"/>
                  </a:lnTo>
                  <a:lnTo>
                    <a:pt x="25" y="6"/>
                  </a:lnTo>
                  <a:lnTo>
                    <a:pt x="31" y="7"/>
                  </a:lnTo>
                  <a:lnTo>
                    <a:pt x="37" y="10"/>
                  </a:lnTo>
                  <a:lnTo>
                    <a:pt x="42" y="11"/>
                  </a:lnTo>
                  <a:lnTo>
                    <a:pt x="48" y="13"/>
                  </a:lnTo>
                  <a:lnTo>
                    <a:pt x="54" y="14"/>
                  </a:lnTo>
                  <a:lnTo>
                    <a:pt x="60" y="15"/>
                  </a:lnTo>
                  <a:lnTo>
                    <a:pt x="66" y="17"/>
                  </a:lnTo>
                  <a:lnTo>
                    <a:pt x="72" y="18"/>
                  </a:lnTo>
                  <a:lnTo>
                    <a:pt x="84" y="19"/>
                  </a:lnTo>
                  <a:lnTo>
                    <a:pt x="93" y="15"/>
                  </a:lnTo>
                  <a:lnTo>
                    <a:pt x="104" y="10"/>
                  </a:lnTo>
                  <a:lnTo>
                    <a:pt x="113" y="5"/>
                  </a:lnTo>
                  <a:lnTo>
                    <a:pt x="120" y="2"/>
                  </a:lnTo>
                  <a:lnTo>
                    <a:pt x="128" y="0"/>
                  </a:lnTo>
                  <a:lnTo>
                    <a:pt x="134" y="5"/>
                  </a:lnTo>
                  <a:lnTo>
                    <a:pt x="138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3" name="Freeform 33">
              <a:extLst>
                <a:ext uri="{FF2B5EF4-FFF2-40B4-BE49-F238E27FC236}">
                  <a16:creationId xmlns:a16="http://schemas.microsoft.com/office/drawing/2014/main" id="{57AE660C-21FF-4C4D-A66B-0AF30AE9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644"/>
              <a:ext cx="109" cy="93"/>
            </a:xfrm>
            <a:custGeom>
              <a:avLst/>
              <a:gdLst>
                <a:gd name="T0" fmla="*/ 26 w 219"/>
                <a:gd name="T1" fmla="*/ 11 h 186"/>
                <a:gd name="T2" fmla="*/ 24 w 219"/>
                <a:gd name="T3" fmla="*/ 13 h 186"/>
                <a:gd name="T4" fmla="*/ 23 w 219"/>
                <a:gd name="T5" fmla="*/ 16 h 186"/>
                <a:gd name="T6" fmla="*/ 21 w 219"/>
                <a:gd name="T7" fmla="*/ 18 h 186"/>
                <a:gd name="T8" fmla="*/ 19 w 219"/>
                <a:gd name="T9" fmla="*/ 20 h 186"/>
                <a:gd name="T10" fmla="*/ 17 w 219"/>
                <a:gd name="T11" fmla="*/ 22 h 186"/>
                <a:gd name="T12" fmla="*/ 15 w 219"/>
                <a:gd name="T13" fmla="*/ 23 h 186"/>
                <a:gd name="T14" fmla="*/ 13 w 219"/>
                <a:gd name="T15" fmla="*/ 24 h 186"/>
                <a:gd name="T16" fmla="*/ 10 w 219"/>
                <a:gd name="T17" fmla="*/ 23 h 186"/>
                <a:gd name="T18" fmla="*/ 7 w 219"/>
                <a:gd name="T19" fmla="*/ 22 h 186"/>
                <a:gd name="T20" fmla="*/ 5 w 219"/>
                <a:gd name="T21" fmla="*/ 20 h 186"/>
                <a:gd name="T22" fmla="*/ 4 w 219"/>
                <a:gd name="T23" fmla="*/ 18 h 186"/>
                <a:gd name="T24" fmla="*/ 2 w 219"/>
                <a:gd name="T25" fmla="*/ 16 h 186"/>
                <a:gd name="T26" fmla="*/ 2 w 219"/>
                <a:gd name="T27" fmla="*/ 14 h 186"/>
                <a:gd name="T28" fmla="*/ 1 w 219"/>
                <a:gd name="T29" fmla="*/ 11 h 186"/>
                <a:gd name="T30" fmla="*/ 0 w 219"/>
                <a:gd name="T31" fmla="*/ 9 h 186"/>
                <a:gd name="T32" fmla="*/ 0 w 219"/>
                <a:gd name="T33" fmla="*/ 6 h 186"/>
                <a:gd name="T34" fmla="*/ 2 w 219"/>
                <a:gd name="T35" fmla="*/ 6 h 186"/>
                <a:gd name="T36" fmla="*/ 4 w 219"/>
                <a:gd name="T37" fmla="*/ 7 h 186"/>
                <a:gd name="T38" fmla="*/ 5 w 219"/>
                <a:gd name="T39" fmla="*/ 10 h 186"/>
                <a:gd name="T40" fmla="*/ 6 w 219"/>
                <a:gd name="T41" fmla="*/ 12 h 186"/>
                <a:gd name="T42" fmla="*/ 7 w 219"/>
                <a:gd name="T43" fmla="*/ 14 h 186"/>
                <a:gd name="T44" fmla="*/ 8 w 219"/>
                <a:gd name="T45" fmla="*/ 17 h 186"/>
                <a:gd name="T46" fmla="*/ 10 w 219"/>
                <a:gd name="T47" fmla="*/ 18 h 186"/>
                <a:gd name="T48" fmla="*/ 13 w 219"/>
                <a:gd name="T49" fmla="*/ 19 h 186"/>
                <a:gd name="T50" fmla="*/ 13 w 219"/>
                <a:gd name="T51" fmla="*/ 21 h 186"/>
                <a:gd name="T52" fmla="*/ 15 w 219"/>
                <a:gd name="T53" fmla="*/ 20 h 186"/>
                <a:gd name="T54" fmla="*/ 16 w 219"/>
                <a:gd name="T55" fmla="*/ 19 h 186"/>
                <a:gd name="T56" fmla="*/ 17 w 219"/>
                <a:gd name="T57" fmla="*/ 17 h 186"/>
                <a:gd name="T58" fmla="*/ 19 w 219"/>
                <a:gd name="T59" fmla="*/ 16 h 186"/>
                <a:gd name="T60" fmla="*/ 20 w 219"/>
                <a:gd name="T61" fmla="*/ 14 h 186"/>
                <a:gd name="T62" fmla="*/ 21 w 219"/>
                <a:gd name="T63" fmla="*/ 13 h 186"/>
                <a:gd name="T64" fmla="*/ 21 w 219"/>
                <a:gd name="T65" fmla="*/ 11 h 186"/>
                <a:gd name="T66" fmla="*/ 22 w 219"/>
                <a:gd name="T67" fmla="*/ 10 h 186"/>
                <a:gd name="T68" fmla="*/ 23 w 219"/>
                <a:gd name="T69" fmla="*/ 7 h 186"/>
                <a:gd name="T70" fmla="*/ 23 w 219"/>
                <a:gd name="T71" fmla="*/ 5 h 186"/>
                <a:gd name="T72" fmla="*/ 23 w 219"/>
                <a:gd name="T73" fmla="*/ 3 h 186"/>
                <a:gd name="T74" fmla="*/ 24 w 219"/>
                <a:gd name="T75" fmla="*/ 0 h 186"/>
                <a:gd name="T76" fmla="*/ 26 w 219"/>
                <a:gd name="T77" fmla="*/ 1 h 186"/>
                <a:gd name="T78" fmla="*/ 27 w 219"/>
                <a:gd name="T79" fmla="*/ 2 h 186"/>
                <a:gd name="T80" fmla="*/ 27 w 219"/>
                <a:gd name="T81" fmla="*/ 3 h 186"/>
                <a:gd name="T82" fmla="*/ 27 w 219"/>
                <a:gd name="T83" fmla="*/ 5 h 186"/>
                <a:gd name="T84" fmla="*/ 26 w 219"/>
                <a:gd name="T85" fmla="*/ 6 h 186"/>
                <a:gd name="T86" fmla="*/ 26 w 219"/>
                <a:gd name="T87" fmla="*/ 8 h 186"/>
                <a:gd name="T88" fmla="*/ 26 w 219"/>
                <a:gd name="T89" fmla="*/ 10 h 186"/>
                <a:gd name="T90" fmla="*/ 26 w 219"/>
                <a:gd name="T91" fmla="*/ 11 h 1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9"/>
                <a:gd name="T139" fmla="*/ 0 h 186"/>
                <a:gd name="T140" fmla="*/ 219 w 219"/>
                <a:gd name="T141" fmla="*/ 186 h 18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9" h="186">
                  <a:moveTo>
                    <a:pt x="210" y="88"/>
                  </a:moveTo>
                  <a:lnTo>
                    <a:pt x="197" y="104"/>
                  </a:lnTo>
                  <a:lnTo>
                    <a:pt x="185" y="123"/>
                  </a:lnTo>
                  <a:lnTo>
                    <a:pt x="172" y="141"/>
                  </a:lnTo>
                  <a:lnTo>
                    <a:pt x="158" y="158"/>
                  </a:lnTo>
                  <a:lnTo>
                    <a:pt x="142" y="173"/>
                  </a:lnTo>
                  <a:lnTo>
                    <a:pt x="125" y="183"/>
                  </a:lnTo>
                  <a:lnTo>
                    <a:pt x="104" y="186"/>
                  </a:lnTo>
                  <a:lnTo>
                    <a:pt x="80" y="181"/>
                  </a:lnTo>
                  <a:lnTo>
                    <a:pt x="60" y="172"/>
                  </a:lnTo>
                  <a:lnTo>
                    <a:pt x="45" y="159"/>
                  </a:lnTo>
                  <a:lnTo>
                    <a:pt x="33" y="143"/>
                  </a:lnTo>
                  <a:lnTo>
                    <a:pt x="23" y="126"/>
                  </a:lnTo>
                  <a:lnTo>
                    <a:pt x="16" y="106"/>
                  </a:lnTo>
                  <a:lnTo>
                    <a:pt x="11" y="86"/>
                  </a:lnTo>
                  <a:lnTo>
                    <a:pt x="6" y="66"/>
                  </a:lnTo>
                  <a:lnTo>
                    <a:pt x="0" y="47"/>
                  </a:lnTo>
                  <a:lnTo>
                    <a:pt x="20" y="48"/>
                  </a:lnTo>
                  <a:lnTo>
                    <a:pt x="34" y="57"/>
                  </a:lnTo>
                  <a:lnTo>
                    <a:pt x="43" y="73"/>
                  </a:lnTo>
                  <a:lnTo>
                    <a:pt x="51" y="93"/>
                  </a:lnTo>
                  <a:lnTo>
                    <a:pt x="58" y="112"/>
                  </a:lnTo>
                  <a:lnTo>
                    <a:pt x="68" y="131"/>
                  </a:lnTo>
                  <a:lnTo>
                    <a:pt x="83" y="144"/>
                  </a:lnTo>
                  <a:lnTo>
                    <a:pt x="105" y="151"/>
                  </a:lnTo>
                  <a:lnTo>
                    <a:pt x="111" y="163"/>
                  </a:lnTo>
                  <a:lnTo>
                    <a:pt x="122" y="155"/>
                  </a:lnTo>
                  <a:lnTo>
                    <a:pt x="133" y="146"/>
                  </a:lnTo>
                  <a:lnTo>
                    <a:pt x="143" y="135"/>
                  </a:lnTo>
                  <a:lnTo>
                    <a:pt x="152" y="124"/>
                  </a:lnTo>
                  <a:lnTo>
                    <a:pt x="160" y="111"/>
                  </a:lnTo>
                  <a:lnTo>
                    <a:pt x="168" y="98"/>
                  </a:lnTo>
                  <a:lnTo>
                    <a:pt x="175" y="86"/>
                  </a:lnTo>
                  <a:lnTo>
                    <a:pt x="182" y="74"/>
                  </a:lnTo>
                  <a:lnTo>
                    <a:pt x="185" y="57"/>
                  </a:lnTo>
                  <a:lnTo>
                    <a:pt x="186" y="37"/>
                  </a:lnTo>
                  <a:lnTo>
                    <a:pt x="189" y="18"/>
                  </a:lnTo>
                  <a:lnTo>
                    <a:pt x="198" y="0"/>
                  </a:lnTo>
                  <a:lnTo>
                    <a:pt x="211" y="6"/>
                  </a:lnTo>
                  <a:lnTo>
                    <a:pt x="217" y="14"/>
                  </a:lnTo>
                  <a:lnTo>
                    <a:pt x="219" y="25"/>
                  </a:lnTo>
                  <a:lnTo>
                    <a:pt x="217" y="36"/>
                  </a:lnTo>
                  <a:lnTo>
                    <a:pt x="215" y="49"/>
                  </a:lnTo>
                  <a:lnTo>
                    <a:pt x="211" y="63"/>
                  </a:lnTo>
                  <a:lnTo>
                    <a:pt x="209" y="75"/>
                  </a:lnTo>
                  <a:lnTo>
                    <a:pt x="21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4" name="Freeform 34">
              <a:extLst>
                <a:ext uri="{FF2B5EF4-FFF2-40B4-BE49-F238E27FC236}">
                  <a16:creationId xmlns:a16="http://schemas.microsoft.com/office/drawing/2014/main" id="{82622000-01E2-7A4B-8ECB-69A0111DB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674"/>
              <a:ext cx="317" cy="93"/>
            </a:xfrm>
            <a:custGeom>
              <a:avLst/>
              <a:gdLst>
                <a:gd name="T0" fmla="*/ 45 w 634"/>
                <a:gd name="T1" fmla="*/ 3 h 186"/>
                <a:gd name="T2" fmla="*/ 50 w 634"/>
                <a:gd name="T3" fmla="*/ 3 h 186"/>
                <a:gd name="T4" fmla="*/ 54 w 634"/>
                <a:gd name="T5" fmla="*/ 4 h 186"/>
                <a:gd name="T6" fmla="*/ 58 w 634"/>
                <a:gd name="T7" fmla="*/ 6 h 186"/>
                <a:gd name="T8" fmla="*/ 63 w 634"/>
                <a:gd name="T9" fmla="*/ 7 h 186"/>
                <a:gd name="T10" fmla="*/ 67 w 634"/>
                <a:gd name="T11" fmla="*/ 8 h 186"/>
                <a:gd name="T12" fmla="*/ 72 w 634"/>
                <a:gd name="T13" fmla="*/ 9 h 186"/>
                <a:gd name="T14" fmla="*/ 76 w 634"/>
                <a:gd name="T15" fmla="*/ 9 h 186"/>
                <a:gd name="T16" fmla="*/ 79 w 634"/>
                <a:gd name="T17" fmla="*/ 9 h 186"/>
                <a:gd name="T18" fmla="*/ 80 w 634"/>
                <a:gd name="T19" fmla="*/ 10 h 186"/>
                <a:gd name="T20" fmla="*/ 79 w 634"/>
                <a:gd name="T21" fmla="*/ 12 h 186"/>
                <a:gd name="T22" fmla="*/ 70 w 634"/>
                <a:gd name="T23" fmla="*/ 11 h 186"/>
                <a:gd name="T24" fmla="*/ 61 w 634"/>
                <a:gd name="T25" fmla="*/ 10 h 186"/>
                <a:gd name="T26" fmla="*/ 52 w 634"/>
                <a:gd name="T27" fmla="*/ 9 h 186"/>
                <a:gd name="T28" fmla="*/ 43 w 634"/>
                <a:gd name="T29" fmla="*/ 7 h 186"/>
                <a:gd name="T30" fmla="*/ 35 w 634"/>
                <a:gd name="T31" fmla="*/ 6 h 186"/>
                <a:gd name="T32" fmla="*/ 26 w 634"/>
                <a:gd name="T33" fmla="*/ 5 h 186"/>
                <a:gd name="T34" fmla="*/ 17 w 634"/>
                <a:gd name="T35" fmla="*/ 6 h 186"/>
                <a:gd name="T36" fmla="*/ 9 w 634"/>
                <a:gd name="T37" fmla="*/ 7 h 186"/>
                <a:gd name="T38" fmla="*/ 6 w 634"/>
                <a:gd name="T39" fmla="*/ 15 h 186"/>
                <a:gd name="T40" fmla="*/ 4 w 634"/>
                <a:gd name="T41" fmla="*/ 24 h 186"/>
                <a:gd name="T42" fmla="*/ 3 w 634"/>
                <a:gd name="T43" fmla="*/ 23 h 186"/>
                <a:gd name="T44" fmla="*/ 2 w 634"/>
                <a:gd name="T45" fmla="*/ 22 h 186"/>
                <a:gd name="T46" fmla="*/ 1 w 634"/>
                <a:gd name="T47" fmla="*/ 17 h 186"/>
                <a:gd name="T48" fmla="*/ 1 w 634"/>
                <a:gd name="T49" fmla="*/ 16 h 186"/>
                <a:gd name="T50" fmla="*/ 1 w 634"/>
                <a:gd name="T51" fmla="*/ 14 h 186"/>
                <a:gd name="T52" fmla="*/ 1 w 634"/>
                <a:gd name="T53" fmla="*/ 9 h 186"/>
                <a:gd name="T54" fmla="*/ 2 w 634"/>
                <a:gd name="T55" fmla="*/ 4 h 186"/>
                <a:gd name="T56" fmla="*/ 6 w 634"/>
                <a:gd name="T57" fmla="*/ 2 h 186"/>
                <a:gd name="T58" fmla="*/ 10 w 634"/>
                <a:gd name="T59" fmla="*/ 1 h 186"/>
                <a:gd name="T60" fmla="*/ 14 w 634"/>
                <a:gd name="T61" fmla="*/ 1 h 186"/>
                <a:gd name="T62" fmla="*/ 18 w 634"/>
                <a:gd name="T63" fmla="*/ 0 h 186"/>
                <a:gd name="T64" fmla="*/ 21 w 634"/>
                <a:gd name="T65" fmla="*/ 0 h 186"/>
                <a:gd name="T66" fmla="*/ 24 w 634"/>
                <a:gd name="T67" fmla="*/ 1 h 186"/>
                <a:gd name="T68" fmla="*/ 27 w 634"/>
                <a:gd name="T69" fmla="*/ 1 h 186"/>
                <a:gd name="T70" fmla="*/ 30 w 634"/>
                <a:gd name="T71" fmla="*/ 1 h 186"/>
                <a:gd name="T72" fmla="*/ 33 w 634"/>
                <a:gd name="T73" fmla="*/ 2 h 186"/>
                <a:gd name="T74" fmla="*/ 37 w 634"/>
                <a:gd name="T75" fmla="*/ 2 h 186"/>
                <a:gd name="T76" fmla="*/ 40 w 634"/>
                <a:gd name="T77" fmla="*/ 3 h 186"/>
                <a:gd name="T78" fmla="*/ 43 w 634"/>
                <a:gd name="T79" fmla="*/ 3 h 18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34"/>
                <a:gd name="T121" fmla="*/ 0 h 186"/>
                <a:gd name="T122" fmla="*/ 634 w 634"/>
                <a:gd name="T123" fmla="*/ 186 h 18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34" h="186">
                  <a:moveTo>
                    <a:pt x="340" y="20"/>
                  </a:moveTo>
                  <a:lnTo>
                    <a:pt x="359" y="20"/>
                  </a:lnTo>
                  <a:lnTo>
                    <a:pt x="377" y="22"/>
                  </a:lnTo>
                  <a:lnTo>
                    <a:pt x="395" y="25"/>
                  </a:lnTo>
                  <a:lnTo>
                    <a:pt x="413" y="28"/>
                  </a:lnTo>
                  <a:lnTo>
                    <a:pt x="430" y="31"/>
                  </a:lnTo>
                  <a:lnTo>
                    <a:pt x="448" y="36"/>
                  </a:lnTo>
                  <a:lnTo>
                    <a:pt x="465" y="41"/>
                  </a:lnTo>
                  <a:lnTo>
                    <a:pt x="483" y="46"/>
                  </a:lnTo>
                  <a:lnTo>
                    <a:pt x="501" y="51"/>
                  </a:lnTo>
                  <a:lnTo>
                    <a:pt x="518" y="56"/>
                  </a:lnTo>
                  <a:lnTo>
                    <a:pt x="535" y="59"/>
                  </a:lnTo>
                  <a:lnTo>
                    <a:pt x="554" y="63"/>
                  </a:lnTo>
                  <a:lnTo>
                    <a:pt x="571" y="65"/>
                  </a:lnTo>
                  <a:lnTo>
                    <a:pt x="589" y="67"/>
                  </a:lnTo>
                  <a:lnTo>
                    <a:pt x="608" y="67"/>
                  </a:lnTo>
                  <a:lnTo>
                    <a:pt x="626" y="66"/>
                  </a:lnTo>
                  <a:lnTo>
                    <a:pt x="628" y="72"/>
                  </a:lnTo>
                  <a:lnTo>
                    <a:pt x="631" y="75"/>
                  </a:lnTo>
                  <a:lnTo>
                    <a:pt x="633" y="80"/>
                  </a:lnTo>
                  <a:lnTo>
                    <a:pt x="634" y="86"/>
                  </a:lnTo>
                  <a:lnTo>
                    <a:pt x="626" y="94"/>
                  </a:lnTo>
                  <a:lnTo>
                    <a:pt x="590" y="91"/>
                  </a:lnTo>
                  <a:lnTo>
                    <a:pt x="556" y="87"/>
                  </a:lnTo>
                  <a:lnTo>
                    <a:pt x="520" y="82"/>
                  </a:lnTo>
                  <a:lnTo>
                    <a:pt x="484" y="76"/>
                  </a:lnTo>
                  <a:lnTo>
                    <a:pt x="450" y="71"/>
                  </a:lnTo>
                  <a:lnTo>
                    <a:pt x="414" y="65"/>
                  </a:lnTo>
                  <a:lnTo>
                    <a:pt x="380" y="59"/>
                  </a:lnTo>
                  <a:lnTo>
                    <a:pt x="344" y="53"/>
                  </a:lnTo>
                  <a:lnTo>
                    <a:pt x="309" y="48"/>
                  </a:lnTo>
                  <a:lnTo>
                    <a:pt x="275" y="44"/>
                  </a:lnTo>
                  <a:lnTo>
                    <a:pt x="239" y="41"/>
                  </a:lnTo>
                  <a:lnTo>
                    <a:pt x="204" y="38"/>
                  </a:lnTo>
                  <a:lnTo>
                    <a:pt x="170" y="38"/>
                  </a:lnTo>
                  <a:lnTo>
                    <a:pt x="134" y="41"/>
                  </a:lnTo>
                  <a:lnTo>
                    <a:pt x="100" y="44"/>
                  </a:lnTo>
                  <a:lnTo>
                    <a:pt x="65" y="50"/>
                  </a:lnTo>
                  <a:lnTo>
                    <a:pt x="53" y="83"/>
                  </a:lnTo>
                  <a:lnTo>
                    <a:pt x="49" y="120"/>
                  </a:lnTo>
                  <a:lnTo>
                    <a:pt x="44" y="156"/>
                  </a:lnTo>
                  <a:lnTo>
                    <a:pt x="32" y="186"/>
                  </a:lnTo>
                  <a:lnTo>
                    <a:pt x="24" y="177"/>
                  </a:lnTo>
                  <a:lnTo>
                    <a:pt x="17" y="178"/>
                  </a:lnTo>
                  <a:lnTo>
                    <a:pt x="15" y="176"/>
                  </a:lnTo>
                  <a:lnTo>
                    <a:pt x="14" y="170"/>
                  </a:lnTo>
                  <a:lnTo>
                    <a:pt x="10" y="161"/>
                  </a:lnTo>
                  <a:lnTo>
                    <a:pt x="2" y="133"/>
                  </a:lnTo>
                  <a:lnTo>
                    <a:pt x="7" y="129"/>
                  </a:lnTo>
                  <a:lnTo>
                    <a:pt x="5" y="125"/>
                  </a:lnTo>
                  <a:lnTo>
                    <a:pt x="0" y="120"/>
                  </a:lnTo>
                  <a:lnTo>
                    <a:pt x="2" y="113"/>
                  </a:lnTo>
                  <a:lnTo>
                    <a:pt x="2" y="93"/>
                  </a:lnTo>
                  <a:lnTo>
                    <a:pt x="2" y="71"/>
                  </a:lnTo>
                  <a:lnTo>
                    <a:pt x="6" y="49"/>
                  </a:lnTo>
                  <a:lnTo>
                    <a:pt x="15" y="30"/>
                  </a:lnTo>
                  <a:lnTo>
                    <a:pt x="28" y="18"/>
                  </a:lnTo>
                  <a:lnTo>
                    <a:pt x="42" y="11"/>
                  </a:lnTo>
                  <a:lnTo>
                    <a:pt x="58" y="6"/>
                  </a:lnTo>
                  <a:lnTo>
                    <a:pt x="74" y="4"/>
                  </a:lnTo>
                  <a:lnTo>
                    <a:pt x="90" y="3"/>
                  </a:lnTo>
                  <a:lnTo>
                    <a:pt x="106" y="3"/>
                  </a:lnTo>
                  <a:lnTo>
                    <a:pt x="124" y="3"/>
                  </a:lnTo>
                  <a:lnTo>
                    <a:pt x="140" y="0"/>
                  </a:lnTo>
                  <a:lnTo>
                    <a:pt x="153" y="0"/>
                  </a:lnTo>
                  <a:lnTo>
                    <a:pt x="164" y="0"/>
                  </a:lnTo>
                  <a:lnTo>
                    <a:pt x="177" y="2"/>
                  </a:lnTo>
                  <a:lnTo>
                    <a:pt x="189" y="2"/>
                  </a:lnTo>
                  <a:lnTo>
                    <a:pt x="202" y="3"/>
                  </a:lnTo>
                  <a:lnTo>
                    <a:pt x="214" y="4"/>
                  </a:lnTo>
                  <a:lnTo>
                    <a:pt x="226" y="5"/>
                  </a:lnTo>
                  <a:lnTo>
                    <a:pt x="239" y="6"/>
                  </a:lnTo>
                  <a:lnTo>
                    <a:pt x="252" y="7"/>
                  </a:lnTo>
                  <a:lnTo>
                    <a:pt x="264" y="10"/>
                  </a:lnTo>
                  <a:lnTo>
                    <a:pt x="277" y="11"/>
                  </a:lnTo>
                  <a:lnTo>
                    <a:pt x="290" y="13"/>
                  </a:lnTo>
                  <a:lnTo>
                    <a:pt x="302" y="14"/>
                  </a:lnTo>
                  <a:lnTo>
                    <a:pt x="315" y="17"/>
                  </a:lnTo>
                  <a:lnTo>
                    <a:pt x="328" y="18"/>
                  </a:lnTo>
                  <a:lnTo>
                    <a:pt x="34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5" name="Freeform 35">
              <a:extLst>
                <a:ext uri="{FF2B5EF4-FFF2-40B4-BE49-F238E27FC236}">
                  <a16:creationId xmlns:a16="http://schemas.microsoft.com/office/drawing/2014/main" id="{D9AA8F3C-D422-7D41-B1EF-59242D9E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695"/>
              <a:ext cx="176" cy="496"/>
            </a:xfrm>
            <a:custGeom>
              <a:avLst/>
              <a:gdLst>
                <a:gd name="T0" fmla="*/ 29 w 352"/>
                <a:gd name="T1" fmla="*/ 30 h 993"/>
                <a:gd name="T2" fmla="*/ 30 w 352"/>
                <a:gd name="T3" fmla="*/ 55 h 993"/>
                <a:gd name="T4" fmla="*/ 39 w 352"/>
                <a:gd name="T5" fmla="*/ 40 h 993"/>
                <a:gd name="T6" fmla="*/ 38 w 352"/>
                <a:gd name="T7" fmla="*/ 47 h 993"/>
                <a:gd name="T8" fmla="*/ 35 w 352"/>
                <a:gd name="T9" fmla="*/ 60 h 993"/>
                <a:gd name="T10" fmla="*/ 33 w 352"/>
                <a:gd name="T11" fmla="*/ 66 h 993"/>
                <a:gd name="T12" fmla="*/ 40 w 352"/>
                <a:gd name="T13" fmla="*/ 67 h 993"/>
                <a:gd name="T14" fmla="*/ 44 w 352"/>
                <a:gd name="T15" fmla="*/ 75 h 993"/>
                <a:gd name="T16" fmla="*/ 40 w 352"/>
                <a:gd name="T17" fmla="*/ 87 h 993"/>
                <a:gd name="T18" fmla="*/ 39 w 352"/>
                <a:gd name="T19" fmla="*/ 100 h 993"/>
                <a:gd name="T20" fmla="*/ 36 w 352"/>
                <a:gd name="T21" fmla="*/ 111 h 993"/>
                <a:gd name="T22" fmla="*/ 28 w 352"/>
                <a:gd name="T23" fmla="*/ 115 h 993"/>
                <a:gd name="T24" fmla="*/ 20 w 352"/>
                <a:gd name="T25" fmla="*/ 119 h 993"/>
                <a:gd name="T26" fmla="*/ 12 w 352"/>
                <a:gd name="T27" fmla="*/ 122 h 993"/>
                <a:gd name="T28" fmla="*/ 6 w 352"/>
                <a:gd name="T29" fmla="*/ 124 h 993"/>
                <a:gd name="T30" fmla="*/ 3 w 352"/>
                <a:gd name="T31" fmla="*/ 122 h 993"/>
                <a:gd name="T32" fmla="*/ 6 w 352"/>
                <a:gd name="T33" fmla="*/ 120 h 993"/>
                <a:gd name="T34" fmla="*/ 14 w 352"/>
                <a:gd name="T35" fmla="*/ 116 h 993"/>
                <a:gd name="T36" fmla="*/ 21 w 352"/>
                <a:gd name="T37" fmla="*/ 112 h 993"/>
                <a:gd name="T38" fmla="*/ 29 w 352"/>
                <a:gd name="T39" fmla="*/ 108 h 993"/>
                <a:gd name="T40" fmla="*/ 34 w 352"/>
                <a:gd name="T41" fmla="*/ 100 h 993"/>
                <a:gd name="T42" fmla="*/ 31 w 352"/>
                <a:gd name="T43" fmla="*/ 89 h 993"/>
                <a:gd name="T44" fmla="*/ 20 w 352"/>
                <a:gd name="T45" fmla="*/ 93 h 993"/>
                <a:gd name="T46" fmla="*/ 11 w 352"/>
                <a:gd name="T47" fmla="*/ 96 h 993"/>
                <a:gd name="T48" fmla="*/ 13 w 352"/>
                <a:gd name="T49" fmla="*/ 92 h 993"/>
                <a:gd name="T50" fmla="*/ 23 w 352"/>
                <a:gd name="T51" fmla="*/ 88 h 993"/>
                <a:gd name="T52" fmla="*/ 29 w 352"/>
                <a:gd name="T53" fmla="*/ 84 h 993"/>
                <a:gd name="T54" fmla="*/ 21 w 352"/>
                <a:gd name="T55" fmla="*/ 83 h 993"/>
                <a:gd name="T56" fmla="*/ 2 w 352"/>
                <a:gd name="T57" fmla="*/ 82 h 993"/>
                <a:gd name="T58" fmla="*/ 1 w 352"/>
                <a:gd name="T59" fmla="*/ 79 h 993"/>
                <a:gd name="T60" fmla="*/ 10 w 352"/>
                <a:gd name="T61" fmla="*/ 78 h 993"/>
                <a:gd name="T62" fmla="*/ 19 w 352"/>
                <a:gd name="T63" fmla="*/ 79 h 993"/>
                <a:gd name="T64" fmla="*/ 27 w 352"/>
                <a:gd name="T65" fmla="*/ 80 h 993"/>
                <a:gd name="T66" fmla="*/ 35 w 352"/>
                <a:gd name="T67" fmla="*/ 82 h 993"/>
                <a:gd name="T68" fmla="*/ 37 w 352"/>
                <a:gd name="T69" fmla="*/ 84 h 993"/>
                <a:gd name="T70" fmla="*/ 41 w 352"/>
                <a:gd name="T71" fmla="*/ 73 h 993"/>
                <a:gd name="T72" fmla="*/ 39 w 352"/>
                <a:gd name="T73" fmla="*/ 69 h 993"/>
                <a:gd name="T74" fmla="*/ 34 w 352"/>
                <a:gd name="T75" fmla="*/ 69 h 993"/>
                <a:gd name="T76" fmla="*/ 30 w 352"/>
                <a:gd name="T77" fmla="*/ 71 h 993"/>
                <a:gd name="T78" fmla="*/ 24 w 352"/>
                <a:gd name="T79" fmla="*/ 74 h 993"/>
                <a:gd name="T80" fmla="*/ 17 w 352"/>
                <a:gd name="T81" fmla="*/ 74 h 993"/>
                <a:gd name="T82" fmla="*/ 16 w 352"/>
                <a:gd name="T83" fmla="*/ 72 h 993"/>
                <a:gd name="T84" fmla="*/ 19 w 352"/>
                <a:gd name="T85" fmla="*/ 70 h 993"/>
                <a:gd name="T86" fmla="*/ 23 w 352"/>
                <a:gd name="T87" fmla="*/ 68 h 993"/>
                <a:gd name="T88" fmla="*/ 26 w 352"/>
                <a:gd name="T89" fmla="*/ 44 h 993"/>
                <a:gd name="T90" fmla="*/ 25 w 352"/>
                <a:gd name="T91" fmla="*/ 12 h 993"/>
                <a:gd name="T92" fmla="*/ 20 w 352"/>
                <a:gd name="T93" fmla="*/ 3 h 993"/>
                <a:gd name="T94" fmla="*/ 13 w 352"/>
                <a:gd name="T95" fmla="*/ 3 h 993"/>
                <a:gd name="T96" fmla="*/ 14 w 352"/>
                <a:gd name="T97" fmla="*/ 0 h 993"/>
                <a:gd name="T98" fmla="*/ 19 w 352"/>
                <a:gd name="T99" fmla="*/ 0 h 993"/>
                <a:gd name="T100" fmla="*/ 24 w 352"/>
                <a:gd name="T101" fmla="*/ 0 h 993"/>
                <a:gd name="T102" fmla="*/ 28 w 352"/>
                <a:gd name="T103" fmla="*/ 2 h 9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52"/>
                <a:gd name="T157" fmla="*/ 0 h 993"/>
                <a:gd name="T158" fmla="*/ 352 w 352"/>
                <a:gd name="T159" fmla="*/ 993 h 9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52" h="993">
                  <a:moveTo>
                    <a:pt x="225" y="24"/>
                  </a:moveTo>
                  <a:lnTo>
                    <a:pt x="233" y="95"/>
                  </a:lnTo>
                  <a:lnTo>
                    <a:pt x="233" y="169"/>
                  </a:lnTo>
                  <a:lnTo>
                    <a:pt x="230" y="245"/>
                  </a:lnTo>
                  <a:lnTo>
                    <a:pt x="233" y="325"/>
                  </a:lnTo>
                  <a:lnTo>
                    <a:pt x="233" y="363"/>
                  </a:lnTo>
                  <a:lnTo>
                    <a:pt x="234" y="402"/>
                  </a:lnTo>
                  <a:lnTo>
                    <a:pt x="237" y="441"/>
                  </a:lnTo>
                  <a:lnTo>
                    <a:pt x="244" y="479"/>
                  </a:lnTo>
                  <a:lnTo>
                    <a:pt x="296" y="327"/>
                  </a:lnTo>
                  <a:lnTo>
                    <a:pt x="303" y="326"/>
                  </a:lnTo>
                  <a:lnTo>
                    <a:pt x="311" y="326"/>
                  </a:lnTo>
                  <a:lnTo>
                    <a:pt x="318" y="328"/>
                  </a:lnTo>
                  <a:lnTo>
                    <a:pt x="325" y="333"/>
                  </a:lnTo>
                  <a:lnTo>
                    <a:pt x="313" y="357"/>
                  </a:lnTo>
                  <a:lnTo>
                    <a:pt x="304" y="382"/>
                  </a:lnTo>
                  <a:lnTo>
                    <a:pt x="297" y="409"/>
                  </a:lnTo>
                  <a:lnTo>
                    <a:pt x="290" y="435"/>
                  </a:lnTo>
                  <a:lnTo>
                    <a:pt x="282" y="462"/>
                  </a:lnTo>
                  <a:lnTo>
                    <a:pt x="273" y="486"/>
                  </a:lnTo>
                  <a:lnTo>
                    <a:pt x="260" y="509"/>
                  </a:lnTo>
                  <a:lnTo>
                    <a:pt x="244" y="529"/>
                  </a:lnTo>
                  <a:lnTo>
                    <a:pt x="244" y="532"/>
                  </a:lnTo>
                  <a:lnTo>
                    <a:pt x="257" y="533"/>
                  </a:lnTo>
                  <a:lnTo>
                    <a:pt x="272" y="534"/>
                  </a:lnTo>
                  <a:lnTo>
                    <a:pt x="288" y="536"/>
                  </a:lnTo>
                  <a:lnTo>
                    <a:pt x="304" y="537"/>
                  </a:lnTo>
                  <a:lnTo>
                    <a:pt x="319" y="540"/>
                  </a:lnTo>
                  <a:lnTo>
                    <a:pt x="333" y="547"/>
                  </a:lnTo>
                  <a:lnTo>
                    <a:pt x="344" y="559"/>
                  </a:lnTo>
                  <a:lnTo>
                    <a:pt x="352" y="574"/>
                  </a:lnTo>
                  <a:lnTo>
                    <a:pt x="349" y="600"/>
                  </a:lnTo>
                  <a:lnTo>
                    <a:pt x="341" y="625"/>
                  </a:lnTo>
                  <a:lnTo>
                    <a:pt x="333" y="651"/>
                  </a:lnTo>
                  <a:lnTo>
                    <a:pt x="329" y="678"/>
                  </a:lnTo>
                  <a:lnTo>
                    <a:pt x="313" y="700"/>
                  </a:lnTo>
                  <a:lnTo>
                    <a:pt x="306" y="725"/>
                  </a:lnTo>
                  <a:lnTo>
                    <a:pt x="304" y="751"/>
                  </a:lnTo>
                  <a:lnTo>
                    <a:pt x="306" y="778"/>
                  </a:lnTo>
                  <a:lnTo>
                    <a:pt x="310" y="805"/>
                  </a:lnTo>
                  <a:lnTo>
                    <a:pt x="311" y="833"/>
                  </a:lnTo>
                  <a:lnTo>
                    <a:pt x="308" y="860"/>
                  </a:lnTo>
                  <a:lnTo>
                    <a:pt x="298" y="886"/>
                  </a:lnTo>
                  <a:lnTo>
                    <a:pt x="283" y="894"/>
                  </a:lnTo>
                  <a:lnTo>
                    <a:pt x="268" y="901"/>
                  </a:lnTo>
                  <a:lnTo>
                    <a:pt x="252" y="909"/>
                  </a:lnTo>
                  <a:lnTo>
                    <a:pt x="237" y="917"/>
                  </a:lnTo>
                  <a:lnTo>
                    <a:pt x="222" y="924"/>
                  </a:lnTo>
                  <a:lnTo>
                    <a:pt x="207" y="931"/>
                  </a:lnTo>
                  <a:lnTo>
                    <a:pt x="191" y="939"/>
                  </a:lnTo>
                  <a:lnTo>
                    <a:pt x="176" y="946"/>
                  </a:lnTo>
                  <a:lnTo>
                    <a:pt x="160" y="953"/>
                  </a:lnTo>
                  <a:lnTo>
                    <a:pt x="145" y="958"/>
                  </a:lnTo>
                  <a:lnTo>
                    <a:pt x="129" y="965"/>
                  </a:lnTo>
                  <a:lnTo>
                    <a:pt x="113" y="971"/>
                  </a:lnTo>
                  <a:lnTo>
                    <a:pt x="97" y="977"/>
                  </a:lnTo>
                  <a:lnTo>
                    <a:pt x="81" y="983"/>
                  </a:lnTo>
                  <a:lnTo>
                    <a:pt x="64" y="988"/>
                  </a:lnTo>
                  <a:lnTo>
                    <a:pt x="48" y="993"/>
                  </a:lnTo>
                  <a:lnTo>
                    <a:pt x="43" y="992"/>
                  </a:lnTo>
                  <a:lnTo>
                    <a:pt x="37" y="988"/>
                  </a:lnTo>
                  <a:lnTo>
                    <a:pt x="32" y="986"/>
                  </a:lnTo>
                  <a:lnTo>
                    <a:pt x="25" y="985"/>
                  </a:lnTo>
                  <a:lnTo>
                    <a:pt x="24" y="979"/>
                  </a:lnTo>
                  <a:lnTo>
                    <a:pt x="25" y="977"/>
                  </a:lnTo>
                  <a:lnTo>
                    <a:pt x="28" y="975"/>
                  </a:lnTo>
                  <a:lnTo>
                    <a:pt x="29" y="969"/>
                  </a:lnTo>
                  <a:lnTo>
                    <a:pt x="44" y="962"/>
                  </a:lnTo>
                  <a:lnTo>
                    <a:pt x="60" y="955"/>
                  </a:lnTo>
                  <a:lnTo>
                    <a:pt x="75" y="948"/>
                  </a:lnTo>
                  <a:lnTo>
                    <a:pt x="91" y="940"/>
                  </a:lnTo>
                  <a:lnTo>
                    <a:pt x="106" y="932"/>
                  </a:lnTo>
                  <a:lnTo>
                    <a:pt x="121" y="924"/>
                  </a:lnTo>
                  <a:lnTo>
                    <a:pt x="137" y="916"/>
                  </a:lnTo>
                  <a:lnTo>
                    <a:pt x="152" y="908"/>
                  </a:lnTo>
                  <a:lnTo>
                    <a:pt x="167" y="900"/>
                  </a:lnTo>
                  <a:lnTo>
                    <a:pt x="182" y="892"/>
                  </a:lnTo>
                  <a:lnTo>
                    <a:pt x="196" y="882"/>
                  </a:lnTo>
                  <a:lnTo>
                    <a:pt x="211" y="874"/>
                  </a:lnTo>
                  <a:lnTo>
                    <a:pt x="226" y="865"/>
                  </a:lnTo>
                  <a:lnTo>
                    <a:pt x="240" y="856"/>
                  </a:lnTo>
                  <a:lnTo>
                    <a:pt x="255" y="848"/>
                  </a:lnTo>
                  <a:lnTo>
                    <a:pt x="268" y="839"/>
                  </a:lnTo>
                  <a:lnTo>
                    <a:pt x="265" y="804"/>
                  </a:lnTo>
                  <a:lnTo>
                    <a:pt x="270" y="771"/>
                  </a:lnTo>
                  <a:lnTo>
                    <a:pt x="272" y="738"/>
                  </a:lnTo>
                  <a:lnTo>
                    <a:pt x="263" y="706"/>
                  </a:lnTo>
                  <a:lnTo>
                    <a:pt x="242" y="715"/>
                  </a:lnTo>
                  <a:lnTo>
                    <a:pt x="221" y="725"/>
                  </a:lnTo>
                  <a:lnTo>
                    <a:pt x="200" y="734"/>
                  </a:lnTo>
                  <a:lnTo>
                    <a:pt x="180" y="742"/>
                  </a:lnTo>
                  <a:lnTo>
                    <a:pt x="158" y="750"/>
                  </a:lnTo>
                  <a:lnTo>
                    <a:pt x="136" y="758"/>
                  </a:lnTo>
                  <a:lnTo>
                    <a:pt x="114" y="765"/>
                  </a:lnTo>
                  <a:lnTo>
                    <a:pt x="92" y="772"/>
                  </a:lnTo>
                  <a:lnTo>
                    <a:pt x="86" y="768"/>
                  </a:lnTo>
                  <a:lnTo>
                    <a:pt x="82" y="763"/>
                  </a:lnTo>
                  <a:lnTo>
                    <a:pt x="82" y="756"/>
                  </a:lnTo>
                  <a:lnTo>
                    <a:pt x="86" y="750"/>
                  </a:lnTo>
                  <a:lnTo>
                    <a:pt x="104" y="738"/>
                  </a:lnTo>
                  <a:lnTo>
                    <a:pt x="122" y="729"/>
                  </a:lnTo>
                  <a:lnTo>
                    <a:pt x="142" y="721"/>
                  </a:lnTo>
                  <a:lnTo>
                    <a:pt x="162" y="715"/>
                  </a:lnTo>
                  <a:lnTo>
                    <a:pt x="182" y="708"/>
                  </a:lnTo>
                  <a:lnTo>
                    <a:pt x="203" y="701"/>
                  </a:lnTo>
                  <a:lnTo>
                    <a:pt x="222" y="693"/>
                  </a:lnTo>
                  <a:lnTo>
                    <a:pt x="242" y="684"/>
                  </a:lnTo>
                  <a:lnTo>
                    <a:pt x="228" y="678"/>
                  </a:lnTo>
                  <a:lnTo>
                    <a:pt x="213" y="674"/>
                  </a:lnTo>
                  <a:lnTo>
                    <a:pt x="196" y="672"/>
                  </a:lnTo>
                  <a:lnTo>
                    <a:pt x="180" y="669"/>
                  </a:lnTo>
                  <a:lnTo>
                    <a:pt x="162" y="668"/>
                  </a:lnTo>
                  <a:lnTo>
                    <a:pt x="146" y="666"/>
                  </a:lnTo>
                  <a:lnTo>
                    <a:pt x="130" y="663"/>
                  </a:lnTo>
                  <a:lnTo>
                    <a:pt x="114" y="659"/>
                  </a:lnTo>
                  <a:lnTo>
                    <a:pt x="9" y="659"/>
                  </a:lnTo>
                  <a:lnTo>
                    <a:pt x="2" y="653"/>
                  </a:lnTo>
                  <a:lnTo>
                    <a:pt x="0" y="646"/>
                  </a:lnTo>
                  <a:lnTo>
                    <a:pt x="1" y="640"/>
                  </a:lnTo>
                  <a:lnTo>
                    <a:pt x="7" y="634"/>
                  </a:lnTo>
                  <a:lnTo>
                    <a:pt x="23" y="632"/>
                  </a:lnTo>
                  <a:lnTo>
                    <a:pt x="40" y="632"/>
                  </a:lnTo>
                  <a:lnTo>
                    <a:pt x="58" y="631"/>
                  </a:lnTo>
                  <a:lnTo>
                    <a:pt x="75" y="631"/>
                  </a:lnTo>
                  <a:lnTo>
                    <a:pt x="92" y="631"/>
                  </a:lnTo>
                  <a:lnTo>
                    <a:pt x="109" y="631"/>
                  </a:lnTo>
                  <a:lnTo>
                    <a:pt x="127" y="631"/>
                  </a:lnTo>
                  <a:lnTo>
                    <a:pt x="145" y="632"/>
                  </a:lnTo>
                  <a:lnTo>
                    <a:pt x="162" y="634"/>
                  </a:lnTo>
                  <a:lnTo>
                    <a:pt x="180" y="636"/>
                  </a:lnTo>
                  <a:lnTo>
                    <a:pt x="196" y="637"/>
                  </a:lnTo>
                  <a:lnTo>
                    <a:pt x="213" y="640"/>
                  </a:lnTo>
                  <a:lnTo>
                    <a:pt x="229" y="644"/>
                  </a:lnTo>
                  <a:lnTo>
                    <a:pt x="245" y="648"/>
                  </a:lnTo>
                  <a:lnTo>
                    <a:pt x="261" y="653"/>
                  </a:lnTo>
                  <a:lnTo>
                    <a:pt x="276" y="659"/>
                  </a:lnTo>
                  <a:lnTo>
                    <a:pt x="282" y="665"/>
                  </a:lnTo>
                  <a:lnTo>
                    <a:pt x="286" y="672"/>
                  </a:lnTo>
                  <a:lnTo>
                    <a:pt x="288" y="677"/>
                  </a:lnTo>
                  <a:lnTo>
                    <a:pt x="296" y="678"/>
                  </a:lnTo>
                  <a:lnTo>
                    <a:pt x="306" y="657"/>
                  </a:lnTo>
                  <a:lnTo>
                    <a:pt x="309" y="632"/>
                  </a:lnTo>
                  <a:lnTo>
                    <a:pt x="312" y="608"/>
                  </a:lnTo>
                  <a:lnTo>
                    <a:pt x="325" y="587"/>
                  </a:lnTo>
                  <a:lnTo>
                    <a:pt x="325" y="577"/>
                  </a:lnTo>
                  <a:lnTo>
                    <a:pt x="323" y="567"/>
                  </a:lnTo>
                  <a:lnTo>
                    <a:pt x="316" y="560"/>
                  </a:lnTo>
                  <a:lnTo>
                    <a:pt x="306" y="556"/>
                  </a:lnTo>
                  <a:lnTo>
                    <a:pt x="297" y="556"/>
                  </a:lnTo>
                  <a:lnTo>
                    <a:pt x="287" y="555"/>
                  </a:lnTo>
                  <a:lnTo>
                    <a:pt x="276" y="553"/>
                  </a:lnTo>
                  <a:lnTo>
                    <a:pt x="265" y="553"/>
                  </a:lnTo>
                  <a:lnTo>
                    <a:pt x="255" y="553"/>
                  </a:lnTo>
                  <a:lnTo>
                    <a:pt x="246" y="556"/>
                  </a:lnTo>
                  <a:lnTo>
                    <a:pt x="241" y="563"/>
                  </a:lnTo>
                  <a:lnTo>
                    <a:pt x="238" y="574"/>
                  </a:lnTo>
                  <a:lnTo>
                    <a:pt x="227" y="581"/>
                  </a:lnTo>
                  <a:lnTo>
                    <a:pt x="214" y="586"/>
                  </a:lnTo>
                  <a:lnTo>
                    <a:pt x="202" y="591"/>
                  </a:lnTo>
                  <a:lnTo>
                    <a:pt x="189" y="594"/>
                  </a:lnTo>
                  <a:lnTo>
                    <a:pt x="175" y="597"/>
                  </a:lnTo>
                  <a:lnTo>
                    <a:pt x="161" y="599"/>
                  </a:lnTo>
                  <a:lnTo>
                    <a:pt x="146" y="599"/>
                  </a:lnTo>
                  <a:lnTo>
                    <a:pt x="131" y="598"/>
                  </a:lnTo>
                  <a:lnTo>
                    <a:pt x="122" y="598"/>
                  </a:lnTo>
                  <a:lnTo>
                    <a:pt x="120" y="591"/>
                  </a:lnTo>
                  <a:lnTo>
                    <a:pt x="122" y="584"/>
                  </a:lnTo>
                  <a:lnTo>
                    <a:pt x="124" y="578"/>
                  </a:lnTo>
                  <a:lnTo>
                    <a:pt x="122" y="576"/>
                  </a:lnTo>
                  <a:lnTo>
                    <a:pt x="131" y="574"/>
                  </a:lnTo>
                  <a:lnTo>
                    <a:pt x="140" y="571"/>
                  </a:lnTo>
                  <a:lnTo>
                    <a:pt x="150" y="567"/>
                  </a:lnTo>
                  <a:lnTo>
                    <a:pt x="158" y="563"/>
                  </a:lnTo>
                  <a:lnTo>
                    <a:pt x="166" y="559"/>
                  </a:lnTo>
                  <a:lnTo>
                    <a:pt x="174" y="554"/>
                  </a:lnTo>
                  <a:lnTo>
                    <a:pt x="182" y="551"/>
                  </a:lnTo>
                  <a:lnTo>
                    <a:pt x="191" y="548"/>
                  </a:lnTo>
                  <a:lnTo>
                    <a:pt x="199" y="484"/>
                  </a:lnTo>
                  <a:lnTo>
                    <a:pt x="202" y="419"/>
                  </a:lnTo>
                  <a:lnTo>
                    <a:pt x="202" y="355"/>
                  </a:lnTo>
                  <a:lnTo>
                    <a:pt x="200" y="291"/>
                  </a:lnTo>
                  <a:lnTo>
                    <a:pt x="198" y="227"/>
                  </a:lnTo>
                  <a:lnTo>
                    <a:pt x="196" y="163"/>
                  </a:lnTo>
                  <a:lnTo>
                    <a:pt x="197" y="100"/>
                  </a:lnTo>
                  <a:lnTo>
                    <a:pt x="200" y="36"/>
                  </a:lnTo>
                  <a:lnTo>
                    <a:pt x="187" y="30"/>
                  </a:lnTo>
                  <a:lnTo>
                    <a:pt x="173" y="28"/>
                  </a:lnTo>
                  <a:lnTo>
                    <a:pt x="158" y="28"/>
                  </a:lnTo>
                  <a:lnTo>
                    <a:pt x="142" y="28"/>
                  </a:lnTo>
                  <a:lnTo>
                    <a:pt x="127" y="30"/>
                  </a:lnTo>
                  <a:lnTo>
                    <a:pt x="113" y="30"/>
                  </a:lnTo>
                  <a:lnTo>
                    <a:pt x="99" y="30"/>
                  </a:lnTo>
                  <a:lnTo>
                    <a:pt x="86" y="28"/>
                  </a:lnTo>
                  <a:lnTo>
                    <a:pt x="91" y="17"/>
                  </a:lnTo>
                  <a:lnTo>
                    <a:pt x="97" y="10"/>
                  </a:lnTo>
                  <a:lnTo>
                    <a:pt x="106" y="7"/>
                  </a:lnTo>
                  <a:lnTo>
                    <a:pt x="116" y="6"/>
                  </a:lnTo>
                  <a:lnTo>
                    <a:pt x="128" y="6"/>
                  </a:lnTo>
                  <a:lnTo>
                    <a:pt x="139" y="4"/>
                  </a:lnTo>
                  <a:lnTo>
                    <a:pt x="151" y="3"/>
                  </a:lnTo>
                  <a:lnTo>
                    <a:pt x="161" y="0"/>
                  </a:lnTo>
                  <a:lnTo>
                    <a:pt x="170" y="1"/>
                  </a:lnTo>
                  <a:lnTo>
                    <a:pt x="180" y="1"/>
                  </a:lnTo>
                  <a:lnTo>
                    <a:pt x="188" y="3"/>
                  </a:lnTo>
                  <a:lnTo>
                    <a:pt x="197" y="6"/>
                  </a:lnTo>
                  <a:lnTo>
                    <a:pt x="205" y="9"/>
                  </a:lnTo>
                  <a:lnTo>
                    <a:pt x="212" y="13"/>
                  </a:lnTo>
                  <a:lnTo>
                    <a:pt x="219" y="18"/>
                  </a:lnTo>
                  <a:lnTo>
                    <a:pt x="225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6" name="Freeform 36">
              <a:extLst>
                <a:ext uri="{FF2B5EF4-FFF2-40B4-BE49-F238E27FC236}">
                  <a16:creationId xmlns:a16="http://schemas.microsoft.com/office/drawing/2014/main" id="{C5292995-FBC7-B548-A1B5-AE5F0A99A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720"/>
              <a:ext cx="118" cy="262"/>
            </a:xfrm>
            <a:custGeom>
              <a:avLst/>
              <a:gdLst>
                <a:gd name="T0" fmla="*/ 30 w 235"/>
                <a:gd name="T1" fmla="*/ 6 h 525"/>
                <a:gd name="T2" fmla="*/ 29 w 235"/>
                <a:gd name="T3" fmla="*/ 12 h 525"/>
                <a:gd name="T4" fmla="*/ 27 w 235"/>
                <a:gd name="T5" fmla="*/ 17 h 525"/>
                <a:gd name="T6" fmla="*/ 24 w 235"/>
                <a:gd name="T7" fmla="*/ 22 h 525"/>
                <a:gd name="T8" fmla="*/ 20 w 235"/>
                <a:gd name="T9" fmla="*/ 26 h 525"/>
                <a:gd name="T10" fmla="*/ 17 w 235"/>
                <a:gd name="T11" fmla="*/ 35 h 525"/>
                <a:gd name="T12" fmla="*/ 14 w 235"/>
                <a:gd name="T13" fmla="*/ 44 h 525"/>
                <a:gd name="T14" fmla="*/ 13 w 235"/>
                <a:gd name="T15" fmla="*/ 53 h 525"/>
                <a:gd name="T16" fmla="*/ 13 w 235"/>
                <a:gd name="T17" fmla="*/ 63 h 525"/>
                <a:gd name="T18" fmla="*/ 9 w 235"/>
                <a:gd name="T19" fmla="*/ 60 h 525"/>
                <a:gd name="T20" fmla="*/ 10 w 235"/>
                <a:gd name="T21" fmla="*/ 50 h 525"/>
                <a:gd name="T22" fmla="*/ 10 w 235"/>
                <a:gd name="T23" fmla="*/ 45 h 525"/>
                <a:gd name="T24" fmla="*/ 9 w 235"/>
                <a:gd name="T25" fmla="*/ 46 h 525"/>
                <a:gd name="T26" fmla="*/ 7 w 235"/>
                <a:gd name="T27" fmla="*/ 46 h 525"/>
                <a:gd name="T28" fmla="*/ 5 w 235"/>
                <a:gd name="T29" fmla="*/ 46 h 525"/>
                <a:gd name="T30" fmla="*/ 3 w 235"/>
                <a:gd name="T31" fmla="*/ 45 h 525"/>
                <a:gd name="T32" fmla="*/ 1 w 235"/>
                <a:gd name="T33" fmla="*/ 43 h 525"/>
                <a:gd name="T34" fmla="*/ 0 w 235"/>
                <a:gd name="T35" fmla="*/ 39 h 525"/>
                <a:gd name="T36" fmla="*/ 2 w 235"/>
                <a:gd name="T37" fmla="*/ 32 h 525"/>
                <a:gd name="T38" fmla="*/ 4 w 235"/>
                <a:gd name="T39" fmla="*/ 29 h 525"/>
                <a:gd name="T40" fmla="*/ 5 w 235"/>
                <a:gd name="T41" fmla="*/ 33 h 525"/>
                <a:gd name="T42" fmla="*/ 5 w 235"/>
                <a:gd name="T43" fmla="*/ 37 h 525"/>
                <a:gd name="T44" fmla="*/ 4 w 235"/>
                <a:gd name="T45" fmla="*/ 40 h 525"/>
                <a:gd name="T46" fmla="*/ 5 w 235"/>
                <a:gd name="T47" fmla="*/ 42 h 525"/>
                <a:gd name="T48" fmla="*/ 6 w 235"/>
                <a:gd name="T49" fmla="*/ 43 h 525"/>
                <a:gd name="T50" fmla="*/ 8 w 235"/>
                <a:gd name="T51" fmla="*/ 43 h 525"/>
                <a:gd name="T52" fmla="*/ 10 w 235"/>
                <a:gd name="T53" fmla="*/ 43 h 525"/>
                <a:gd name="T54" fmla="*/ 11 w 235"/>
                <a:gd name="T55" fmla="*/ 40 h 525"/>
                <a:gd name="T56" fmla="*/ 13 w 235"/>
                <a:gd name="T57" fmla="*/ 35 h 525"/>
                <a:gd name="T58" fmla="*/ 14 w 235"/>
                <a:gd name="T59" fmla="*/ 30 h 525"/>
                <a:gd name="T60" fmla="*/ 16 w 235"/>
                <a:gd name="T61" fmla="*/ 25 h 525"/>
                <a:gd name="T62" fmla="*/ 16 w 235"/>
                <a:gd name="T63" fmla="*/ 21 h 525"/>
                <a:gd name="T64" fmla="*/ 15 w 235"/>
                <a:gd name="T65" fmla="*/ 19 h 525"/>
                <a:gd name="T66" fmla="*/ 13 w 235"/>
                <a:gd name="T67" fmla="*/ 17 h 525"/>
                <a:gd name="T68" fmla="*/ 11 w 235"/>
                <a:gd name="T69" fmla="*/ 14 h 525"/>
                <a:gd name="T70" fmla="*/ 11 w 235"/>
                <a:gd name="T71" fmla="*/ 13 h 525"/>
                <a:gd name="T72" fmla="*/ 12 w 235"/>
                <a:gd name="T73" fmla="*/ 13 h 525"/>
                <a:gd name="T74" fmla="*/ 14 w 235"/>
                <a:gd name="T75" fmla="*/ 14 h 525"/>
                <a:gd name="T76" fmla="*/ 16 w 235"/>
                <a:gd name="T77" fmla="*/ 16 h 525"/>
                <a:gd name="T78" fmla="*/ 18 w 235"/>
                <a:gd name="T79" fmla="*/ 18 h 525"/>
                <a:gd name="T80" fmla="*/ 20 w 235"/>
                <a:gd name="T81" fmla="*/ 20 h 525"/>
                <a:gd name="T82" fmla="*/ 22 w 235"/>
                <a:gd name="T83" fmla="*/ 19 h 525"/>
                <a:gd name="T84" fmla="*/ 23 w 235"/>
                <a:gd name="T85" fmla="*/ 16 h 525"/>
                <a:gd name="T86" fmla="*/ 24 w 235"/>
                <a:gd name="T87" fmla="*/ 14 h 525"/>
                <a:gd name="T88" fmla="*/ 25 w 235"/>
                <a:gd name="T89" fmla="*/ 11 h 525"/>
                <a:gd name="T90" fmla="*/ 25 w 235"/>
                <a:gd name="T91" fmla="*/ 9 h 525"/>
                <a:gd name="T92" fmla="*/ 24 w 235"/>
                <a:gd name="T93" fmla="*/ 9 h 525"/>
                <a:gd name="T94" fmla="*/ 24 w 235"/>
                <a:gd name="T95" fmla="*/ 8 h 525"/>
                <a:gd name="T96" fmla="*/ 24 w 235"/>
                <a:gd name="T97" fmla="*/ 5 h 525"/>
                <a:gd name="T98" fmla="*/ 24 w 235"/>
                <a:gd name="T99" fmla="*/ 1 h 525"/>
                <a:gd name="T100" fmla="*/ 25 w 235"/>
                <a:gd name="T101" fmla="*/ 0 h 525"/>
                <a:gd name="T102" fmla="*/ 29 w 235"/>
                <a:gd name="T103" fmla="*/ 3 h 5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5"/>
                <a:gd name="T157" fmla="*/ 0 h 525"/>
                <a:gd name="T158" fmla="*/ 235 w 235"/>
                <a:gd name="T159" fmla="*/ 525 h 52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5" h="525">
                  <a:moveTo>
                    <a:pt x="232" y="28"/>
                  </a:moveTo>
                  <a:lnTo>
                    <a:pt x="235" y="52"/>
                  </a:lnTo>
                  <a:lnTo>
                    <a:pt x="232" y="74"/>
                  </a:lnTo>
                  <a:lnTo>
                    <a:pt x="227" y="96"/>
                  </a:lnTo>
                  <a:lnTo>
                    <a:pt x="220" y="117"/>
                  </a:lnTo>
                  <a:lnTo>
                    <a:pt x="209" y="138"/>
                  </a:lnTo>
                  <a:lnTo>
                    <a:pt x="199" y="157"/>
                  </a:lnTo>
                  <a:lnTo>
                    <a:pt x="188" y="177"/>
                  </a:lnTo>
                  <a:lnTo>
                    <a:pt x="178" y="196"/>
                  </a:lnTo>
                  <a:lnTo>
                    <a:pt x="153" y="208"/>
                  </a:lnTo>
                  <a:lnTo>
                    <a:pt x="141" y="244"/>
                  </a:lnTo>
                  <a:lnTo>
                    <a:pt x="130" y="280"/>
                  </a:lnTo>
                  <a:lnTo>
                    <a:pt x="119" y="316"/>
                  </a:lnTo>
                  <a:lnTo>
                    <a:pt x="110" y="353"/>
                  </a:lnTo>
                  <a:lnTo>
                    <a:pt x="103" y="391"/>
                  </a:lnTo>
                  <a:lnTo>
                    <a:pt x="100" y="429"/>
                  </a:lnTo>
                  <a:lnTo>
                    <a:pt x="99" y="469"/>
                  </a:lnTo>
                  <a:lnTo>
                    <a:pt x="101" y="511"/>
                  </a:lnTo>
                  <a:lnTo>
                    <a:pt x="81" y="525"/>
                  </a:lnTo>
                  <a:lnTo>
                    <a:pt x="71" y="487"/>
                  </a:lnTo>
                  <a:lnTo>
                    <a:pt x="71" y="447"/>
                  </a:lnTo>
                  <a:lnTo>
                    <a:pt x="74" y="407"/>
                  </a:lnTo>
                  <a:lnTo>
                    <a:pt x="79" y="369"/>
                  </a:lnTo>
                  <a:lnTo>
                    <a:pt x="76" y="366"/>
                  </a:lnTo>
                  <a:lnTo>
                    <a:pt x="72" y="366"/>
                  </a:lnTo>
                  <a:lnTo>
                    <a:pt x="69" y="368"/>
                  </a:lnTo>
                  <a:lnTo>
                    <a:pt x="65" y="369"/>
                  </a:lnTo>
                  <a:lnTo>
                    <a:pt x="55" y="371"/>
                  </a:lnTo>
                  <a:lnTo>
                    <a:pt x="46" y="370"/>
                  </a:lnTo>
                  <a:lnTo>
                    <a:pt x="36" y="368"/>
                  </a:lnTo>
                  <a:lnTo>
                    <a:pt x="28" y="364"/>
                  </a:lnTo>
                  <a:lnTo>
                    <a:pt x="21" y="360"/>
                  </a:lnTo>
                  <a:lnTo>
                    <a:pt x="15" y="354"/>
                  </a:lnTo>
                  <a:lnTo>
                    <a:pt x="8" y="349"/>
                  </a:lnTo>
                  <a:lnTo>
                    <a:pt x="1" y="345"/>
                  </a:lnTo>
                  <a:lnTo>
                    <a:pt x="0" y="316"/>
                  </a:lnTo>
                  <a:lnTo>
                    <a:pt x="6" y="288"/>
                  </a:lnTo>
                  <a:lnTo>
                    <a:pt x="15" y="262"/>
                  </a:lnTo>
                  <a:lnTo>
                    <a:pt x="15" y="233"/>
                  </a:lnTo>
                  <a:lnTo>
                    <a:pt x="29" y="239"/>
                  </a:lnTo>
                  <a:lnTo>
                    <a:pt x="35" y="253"/>
                  </a:lnTo>
                  <a:lnTo>
                    <a:pt x="38" y="271"/>
                  </a:lnTo>
                  <a:lnTo>
                    <a:pt x="42" y="286"/>
                  </a:lnTo>
                  <a:lnTo>
                    <a:pt x="38" y="298"/>
                  </a:lnTo>
                  <a:lnTo>
                    <a:pt x="32" y="308"/>
                  </a:lnTo>
                  <a:lnTo>
                    <a:pt x="27" y="320"/>
                  </a:lnTo>
                  <a:lnTo>
                    <a:pt x="28" y="333"/>
                  </a:lnTo>
                  <a:lnTo>
                    <a:pt x="34" y="339"/>
                  </a:lnTo>
                  <a:lnTo>
                    <a:pt x="40" y="343"/>
                  </a:lnTo>
                  <a:lnTo>
                    <a:pt x="47" y="345"/>
                  </a:lnTo>
                  <a:lnTo>
                    <a:pt x="54" y="346"/>
                  </a:lnTo>
                  <a:lnTo>
                    <a:pt x="62" y="346"/>
                  </a:lnTo>
                  <a:lnTo>
                    <a:pt x="68" y="346"/>
                  </a:lnTo>
                  <a:lnTo>
                    <a:pt x="74" y="345"/>
                  </a:lnTo>
                  <a:lnTo>
                    <a:pt x="79" y="345"/>
                  </a:lnTo>
                  <a:lnTo>
                    <a:pt x="85" y="324"/>
                  </a:lnTo>
                  <a:lnTo>
                    <a:pt x="92" y="305"/>
                  </a:lnTo>
                  <a:lnTo>
                    <a:pt x="97" y="284"/>
                  </a:lnTo>
                  <a:lnTo>
                    <a:pt x="103" y="263"/>
                  </a:lnTo>
                  <a:lnTo>
                    <a:pt x="109" y="244"/>
                  </a:lnTo>
                  <a:lnTo>
                    <a:pt x="116" y="223"/>
                  </a:lnTo>
                  <a:lnTo>
                    <a:pt x="122" y="203"/>
                  </a:lnTo>
                  <a:lnTo>
                    <a:pt x="129" y="182"/>
                  </a:lnTo>
                  <a:lnTo>
                    <a:pt x="125" y="172"/>
                  </a:lnTo>
                  <a:lnTo>
                    <a:pt x="121" y="163"/>
                  </a:lnTo>
                  <a:lnTo>
                    <a:pt x="114" y="154"/>
                  </a:lnTo>
                  <a:lnTo>
                    <a:pt x="106" y="146"/>
                  </a:lnTo>
                  <a:lnTo>
                    <a:pt x="99" y="136"/>
                  </a:lnTo>
                  <a:lnTo>
                    <a:pt x="91" y="128"/>
                  </a:lnTo>
                  <a:lnTo>
                    <a:pt x="85" y="119"/>
                  </a:lnTo>
                  <a:lnTo>
                    <a:pt x="81" y="109"/>
                  </a:lnTo>
                  <a:lnTo>
                    <a:pt x="86" y="106"/>
                  </a:lnTo>
                  <a:lnTo>
                    <a:pt x="91" y="105"/>
                  </a:lnTo>
                  <a:lnTo>
                    <a:pt x="95" y="105"/>
                  </a:lnTo>
                  <a:lnTo>
                    <a:pt x="101" y="105"/>
                  </a:lnTo>
                  <a:lnTo>
                    <a:pt x="109" y="113"/>
                  </a:lnTo>
                  <a:lnTo>
                    <a:pt x="117" y="121"/>
                  </a:lnTo>
                  <a:lnTo>
                    <a:pt x="125" y="131"/>
                  </a:lnTo>
                  <a:lnTo>
                    <a:pt x="133" y="139"/>
                  </a:lnTo>
                  <a:lnTo>
                    <a:pt x="140" y="148"/>
                  </a:lnTo>
                  <a:lnTo>
                    <a:pt x="147" y="156"/>
                  </a:lnTo>
                  <a:lnTo>
                    <a:pt x="155" y="163"/>
                  </a:lnTo>
                  <a:lnTo>
                    <a:pt x="162" y="169"/>
                  </a:lnTo>
                  <a:lnTo>
                    <a:pt x="169" y="158"/>
                  </a:lnTo>
                  <a:lnTo>
                    <a:pt x="175" y="147"/>
                  </a:lnTo>
                  <a:lnTo>
                    <a:pt x="180" y="135"/>
                  </a:lnTo>
                  <a:lnTo>
                    <a:pt x="186" y="124"/>
                  </a:lnTo>
                  <a:lnTo>
                    <a:pt x="191" y="112"/>
                  </a:lnTo>
                  <a:lnTo>
                    <a:pt x="195" y="99"/>
                  </a:lnTo>
                  <a:lnTo>
                    <a:pt x="200" y="88"/>
                  </a:lnTo>
                  <a:lnTo>
                    <a:pt x="203" y="75"/>
                  </a:lnTo>
                  <a:lnTo>
                    <a:pt x="199" y="73"/>
                  </a:lnTo>
                  <a:lnTo>
                    <a:pt x="194" y="72"/>
                  </a:lnTo>
                  <a:lnTo>
                    <a:pt x="191" y="73"/>
                  </a:lnTo>
                  <a:lnTo>
                    <a:pt x="186" y="78"/>
                  </a:lnTo>
                  <a:lnTo>
                    <a:pt x="190" y="68"/>
                  </a:lnTo>
                  <a:lnTo>
                    <a:pt x="191" y="56"/>
                  </a:lnTo>
                  <a:lnTo>
                    <a:pt x="188" y="42"/>
                  </a:lnTo>
                  <a:lnTo>
                    <a:pt x="187" y="28"/>
                  </a:lnTo>
                  <a:lnTo>
                    <a:pt x="186" y="15"/>
                  </a:lnTo>
                  <a:lnTo>
                    <a:pt x="190" y="5"/>
                  </a:lnTo>
                  <a:lnTo>
                    <a:pt x="197" y="0"/>
                  </a:lnTo>
                  <a:lnTo>
                    <a:pt x="212" y="0"/>
                  </a:lnTo>
                  <a:lnTo>
                    <a:pt x="23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7" name="Freeform 37">
              <a:extLst>
                <a:ext uri="{FF2B5EF4-FFF2-40B4-BE49-F238E27FC236}">
                  <a16:creationId xmlns:a16="http://schemas.microsoft.com/office/drawing/2014/main" id="{C6AD593E-8C73-5D48-AD0F-1FE5A494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40"/>
              <a:ext cx="46" cy="78"/>
            </a:xfrm>
            <a:custGeom>
              <a:avLst/>
              <a:gdLst>
                <a:gd name="T0" fmla="*/ 4 w 94"/>
                <a:gd name="T1" fmla="*/ 11 h 154"/>
                <a:gd name="T2" fmla="*/ 5 w 94"/>
                <a:gd name="T3" fmla="*/ 12 h 154"/>
                <a:gd name="T4" fmla="*/ 5 w 94"/>
                <a:gd name="T5" fmla="*/ 12 h 154"/>
                <a:gd name="T6" fmla="*/ 6 w 94"/>
                <a:gd name="T7" fmla="*/ 12 h 154"/>
                <a:gd name="T8" fmla="*/ 6 w 94"/>
                <a:gd name="T9" fmla="*/ 12 h 154"/>
                <a:gd name="T10" fmla="*/ 7 w 94"/>
                <a:gd name="T11" fmla="*/ 11 h 154"/>
                <a:gd name="T12" fmla="*/ 8 w 94"/>
                <a:gd name="T13" fmla="*/ 10 h 154"/>
                <a:gd name="T14" fmla="*/ 9 w 94"/>
                <a:gd name="T15" fmla="*/ 9 h 154"/>
                <a:gd name="T16" fmla="*/ 10 w 94"/>
                <a:gd name="T17" fmla="*/ 8 h 154"/>
                <a:gd name="T18" fmla="*/ 11 w 94"/>
                <a:gd name="T19" fmla="*/ 9 h 154"/>
                <a:gd name="T20" fmla="*/ 11 w 94"/>
                <a:gd name="T21" fmla="*/ 10 h 154"/>
                <a:gd name="T22" fmla="*/ 11 w 94"/>
                <a:gd name="T23" fmla="*/ 11 h 154"/>
                <a:gd name="T24" fmla="*/ 11 w 94"/>
                <a:gd name="T25" fmla="*/ 12 h 154"/>
                <a:gd name="T26" fmla="*/ 10 w 94"/>
                <a:gd name="T27" fmla="*/ 13 h 154"/>
                <a:gd name="T28" fmla="*/ 9 w 94"/>
                <a:gd name="T29" fmla="*/ 14 h 154"/>
                <a:gd name="T30" fmla="*/ 9 w 94"/>
                <a:gd name="T31" fmla="*/ 15 h 154"/>
                <a:gd name="T32" fmla="*/ 8 w 94"/>
                <a:gd name="T33" fmla="*/ 16 h 154"/>
                <a:gd name="T34" fmla="*/ 8 w 94"/>
                <a:gd name="T35" fmla="*/ 17 h 154"/>
                <a:gd name="T36" fmla="*/ 7 w 94"/>
                <a:gd name="T37" fmla="*/ 17 h 154"/>
                <a:gd name="T38" fmla="*/ 7 w 94"/>
                <a:gd name="T39" fmla="*/ 18 h 154"/>
                <a:gd name="T40" fmla="*/ 6 w 94"/>
                <a:gd name="T41" fmla="*/ 19 h 154"/>
                <a:gd name="T42" fmla="*/ 6 w 94"/>
                <a:gd name="T43" fmla="*/ 19 h 154"/>
                <a:gd name="T44" fmla="*/ 5 w 94"/>
                <a:gd name="T45" fmla="*/ 20 h 154"/>
                <a:gd name="T46" fmla="*/ 4 w 94"/>
                <a:gd name="T47" fmla="*/ 20 h 154"/>
                <a:gd name="T48" fmla="*/ 3 w 94"/>
                <a:gd name="T49" fmla="*/ 20 h 154"/>
                <a:gd name="T50" fmla="*/ 2 w 94"/>
                <a:gd name="T51" fmla="*/ 17 h 154"/>
                <a:gd name="T52" fmla="*/ 1 w 94"/>
                <a:gd name="T53" fmla="*/ 15 h 154"/>
                <a:gd name="T54" fmla="*/ 0 w 94"/>
                <a:gd name="T55" fmla="*/ 13 h 154"/>
                <a:gd name="T56" fmla="*/ 0 w 94"/>
                <a:gd name="T57" fmla="*/ 10 h 154"/>
                <a:gd name="T58" fmla="*/ 0 w 94"/>
                <a:gd name="T59" fmla="*/ 8 h 154"/>
                <a:gd name="T60" fmla="*/ 0 w 94"/>
                <a:gd name="T61" fmla="*/ 5 h 154"/>
                <a:gd name="T62" fmla="*/ 0 w 94"/>
                <a:gd name="T63" fmla="*/ 3 h 154"/>
                <a:gd name="T64" fmla="*/ 1 w 94"/>
                <a:gd name="T65" fmla="*/ 0 h 154"/>
                <a:gd name="T66" fmla="*/ 3 w 94"/>
                <a:gd name="T67" fmla="*/ 1 h 154"/>
                <a:gd name="T68" fmla="*/ 3 w 94"/>
                <a:gd name="T69" fmla="*/ 2 h 154"/>
                <a:gd name="T70" fmla="*/ 3 w 94"/>
                <a:gd name="T71" fmla="*/ 4 h 154"/>
                <a:gd name="T72" fmla="*/ 3 w 94"/>
                <a:gd name="T73" fmla="*/ 5 h 154"/>
                <a:gd name="T74" fmla="*/ 3 w 94"/>
                <a:gd name="T75" fmla="*/ 7 h 154"/>
                <a:gd name="T76" fmla="*/ 3 w 94"/>
                <a:gd name="T77" fmla="*/ 8 h 154"/>
                <a:gd name="T78" fmla="*/ 3 w 94"/>
                <a:gd name="T79" fmla="*/ 10 h 154"/>
                <a:gd name="T80" fmla="*/ 4 w 94"/>
                <a:gd name="T81" fmla="*/ 11 h 15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4"/>
                <a:gd name="T124" fmla="*/ 0 h 154"/>
                <a:gd name="T125" fmla="*/ 94 w 94"/>
                <a:gd name="T126" fmla="*/ 154 h 15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4" h="154">
                  <a:moveTo>
                    <a:pt x="38" y="85"/>
                  </a:moveTo>
                  <a:lnTo>
                    <a:pt x="42" y="89"/>
                  </a:lnTo>
                  <a:lnTo>
                    <a:pt x="45" y="92"/>
                  </a:lnTo>
                  <a:lnTo>
                    <a:pt x="50" y="94"/>
                  </a:lnTo>
                  <a:lnTo>
                    <a:pt x="56" y="94"/>
                  </a:lnTo>
                  <a:lnTo>
                    <a:pt x="63" y="85"/>
                  </a:lnTo>
                  <a:lnTo>
                    <a:pt x="67" y="74"/>
                  </a:lnTo>
                  <a:lnTo>
                    <a:pt x="74" y="66"/>
                  </a:lnTo>
                  <a:lnTo>
                    <a:pt x="86" y="63"/>
                  </a:lnTo>
                  <a:lnTo>
                    <a:pt x="91" y="71"/>
                  </a:lnTo>
                  <a:lnTo>
                    <a:pt x="94" y="78"/>
                  </a:lnTo>
                  <a:lnTo>
                    <a:pt x="93" y="86"/>
                  </a:lnTo>
                  <a:lnTo>
                    <a:pt x="89" y="93"/>
                  </a:lnTo>
                  <a:lnTo>
                    <a:pt x="85" y="100"/>
                  </a:lnTo>
                  <a:lnTo>
                    <a:pt x="79" y="107"/>
                  </a:lnTo>
                  <a:lnTo>
                    <a:pt x="74" y="115"/>
                  </a:lnTo>
                  <a:lnTo>
                    <a:pt x="72" y="122"/>
                  </a:lnTo>
                  <a:lnTo>
                    <a:pt x="67" y="128"/>
                  </a:lnTo>
                  <a:lnTo>
                    <a:pt x="64" y="134"/>
                  </a:lnTo>
                  <a:lnTo>
                    <a:pt x="59" y="140"/>
                  </a:lnTo>
                  <a:lnTo>
                    <a:pt x="56" y="146"/>
                  </a:lnTo>
                  <a:lnTo>
                    <a:pt x="51" y="151"/>
                  </a:lnTo>
                  <a:lnTo>
                    <a:pt x="45" y="153"/>
                  </a:lnTo>
                  <a:lnTo>
                    <a:pt x="37" y="154"/>
                  </a:lnTo>
                  <a:lnTo>
                    <a:pt x="28" y="152"/>
                  </a:lnTo>
                  <a:lnTo>
                    <a:pt x="18" y="135"/>
                  </a:lnTo>
                  <a:lnTo>
                    <a:pt x="10" y="116"/>
                  </a:lnTo>
                  <a:lnTo>
                    <a:pt x="4" y="98"/>
                  </a:lnTo>
                  <a:lnTo>
                    <a:pt x="0" y="78"/>
                  </a:lnTo>
                  <a:lnTo>
                    <a:pt x="0" y="59"/>
                  </a:lnTo>
                  <a:lnTo>
                    <a:pt x="2" y="38"/>
                  </a:lnTo>
                  <a:lnTo>
                    <a:pt x="6" y="18"/>
                  </a:lnTo>
                  <a:lnTo>
                    <a:pt x="14" y="0"/>
                  </a:lnTo>
                  <a:lnTo>
                    <a:pt x="25" y="6"/>
                  </a:lnTo>
                  <a:lnTo>
                    <a:pt x="29" y="15"/>
                  </a:lnTo>
                  <a:lnTo>
                    <a:pt x="30" y="26"/>
                  </a:lnTo>
                  <a:lnTo>
                    <a:pt x="29" y="38"/>
                  </a:lnTo>
                  <a:lnTo>
                    <a:pt x="28" y="51"/>
                  </a:lnTo>
                  <a:lnTo>
                    <a:pt x="28" y="63"/>
                  </a:lnTo>
                  <a:lnTo>
                    <a:pt x="30" y="75"/>
                  </a:lnTo>
                  <a:lnTo>
                    <a:pt x="38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8" name="Freeform 38">
              <a:extLst>
                <a:ext uri="{FF2B5EF4-FFF2-40B4-BE49-F238E27FC236}">
                  <a16:creationId xmlns:a16="http://schemas.microsoft.com/office/drawing/2014/main" id="{085917AD-F61C-1548-BAA2-8E2A759F9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744"/>
              <a:ext cx="23" cy="247"/>
            </a:xfrm>
            <a:custGeom>
              <a:avLst/>
              <a:gdLst>
                <a:gd name="T0" fmla="*/ 4 w 46"/>
                <a:gd name="T1" fmla="*/ 7 h 493"/>
                <a:gd name="T2" fmla="*/ 5 w 46"/>
                <a:gd name="T3" fmla="*/ 21 h 493"/>
                <a:gd name="T4" fmla="*/ 6 w 46"/>
                <a:gd name="T5" fmla="*/ 35 h 493"/>
                <a:gd name="T6" fmla="*/ 6 w 46"/>
                <a:gd name="T7" fmla="*/ 48 h 493"/>
                <a:gd name="T8" fmla="*/ 5 w 46"/>
                <a:gd name="T9" fmla="*/ 62 h 493"/>
                <a:gd name="T10" fmla="*/ 5 w 46"/>
                <a:gd name="T11" fmla="*/ 62 h 493"/>
                <a:gd name="T12" fmla="*/ 4 w 46"/>
                <a:gd name="T13" fmla="*/ 62 h 493"/>
                <a:gd name="T14" fmla="*/ 3 w 46"/>
                <a:gd name="T15" fmla="*/ 62 h 493"/>
                <a:gd name="T16" fmla="*/ 2 w 46"/>
                <a:gd name="T17" fmla="*/ 62 h 493"/>
                <a:gd name="T18" fmla="*/ 2 w 46"/>
                <a:gd name="T19" fmla="*/ 47 h 493"/>
                <a:gd name="T20" fmla="*/ 2 w 46"/>
                <a:gd name="T21" fmla="*/ 32 h 493"/>
                <a:gd name="T22" fmla="*/ 2 w 46"/>
                <a:gd name="T23" fmla="*/ 17 h 493"/>
                <a:gd name="T24" fmla="*/ 0 w 46"/>
                <a:gd name="T25" fmla="*/ 2 h 493"/>
                <a:gd name="T26" fmla="*/ 1 w 46"/>
                <a:gd name="T27" fmla="*/ 0 h 493"/>
                <a:gd name="T28" fmla="*/ 3 w 46"/>
                <a:gd name="T29" fmla="*/ 2 h 493"/>
                <a:gd name="T30" fmla="*/ 3 w 46"/>
                <a:gd name="T31" fmla="*/ 3 h 493"/>
                <a:gd name="T32" fmla="*/ 4 w 46"/>
                <a:gd name="T33" fmla="*/ 5 h 493"/>
                <a:gd name="T34" fmla="*/ 4 w 46"/>
                <a:gd name="T35" fmla="*/ 7 h 4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6"/>
                <a:gd name="T55" fmla="*/ 0 h 493"/>
                <a:gd name="T56" fmla="*/ 46 w 46"/>
                <a:gd name="T57" fmla="*/ 493 h 49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6" h="493">
                  <a:moveTo>
                    <a:pt x="28" y="53"/>
                  </a:moveTo>
                  <a:lnTo>
                    <a:pt x="36" y="164"/>
                  </a:lnTo>
                  <a:lnTo>
                    <a:pt x="44" y="273"/>
                  </a:lnTo>
                  <a:lnTo>
                    <a:pt x="46" y="382"/>
                  </a:lnTo>
                  <a:lnTo>
                    <a:pt x="38" y="491"/>
                  </a:lnTo>
                  <a:lnTo>
                    <a:pt x="33" y="493"/>
                  </a:lnTo>
                  <a:lnTo>
                    <a:pt x="28" y="492"/>
                  </a:lnTo>
                  <a:lnTo>
                    <a:pt x="22" y="491"/>
                  </a:lnTo>
                  <a:lnTo>
                    <a:pt x="16" y="493"/>
                  </a:lnTo>
                  <a:lnTo>
                    <a:pt x="14" y="372"/>
                  </a:lnTo>
                  <a:lnTo>
                    <a:pt x="13" y="250"/>
                  </a:lnTo>
                  <a:lnTo>
                    <a:pt x="10" y="130"/>
                  </a:lnTo>
                  <a:lnTo>
                    <a:pt x="0" y="11"/>
                  </a:lnTo>
                  <a:lnTo>
                    <a:pt x="8" y="0"/>
                  </a:lnTo>
                  <a:lnTo>
                    <a:pt x="20" y="10"/>
                  </a:lnTo>
                  <a:lnTo>
                    <a:pt x="25" y="23"/>
                  </a:lnTo>
                  <a:lnTo>
                    <a:pt x="26" y="38"/>
                  </a:lnTo>
                  <a:lnTo>
                    <a:pt x="28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09" name="Freeform 39">
              <a:extLst>
                <a:ext uri="{FF2B5EF4-FFF2-40B4-BE49-F238E27FC236}">
                  <a16:creationId xmlns:a16="http://schemas.microsoft.com/office/drawing/2014/main" id="{41CE8943-8426-B340-A49D-DDD778B1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49"/>
              <a:ext cx="80" cy="70"/>
            </a:xfrm>
            <a:custGeom>
              <a:avLst/>
              <a:gdLst>
                <a:gd name="T0" fmla="*/ 20 w 160"/>
                <a:gd name="T1" fmla="*/ 5 h 142"/>
                <a:gd name="T2" fmla="*/ 20 w 160"/>
                <a:gd name="T3" fmla="*/ 6 h 142"/>
                <a:gd name="T4" fmla="*/ 20 w 160"/>
                <a:gd name="T5" fmla="*/ 7 h 142"/>
                <a:gd name="T6" fmla="*/ 19 w 160"/>
                <a:gd name="T7" fmla="*/ 8 h 142"/>
                <a:gd name="T8" fmla="*/ 18 w 160"/>
                <a:gd name="T9" fmla="*/ 8 h 142"/>
                <a:gd name="T10" fmla="*/ 16 w 160"/>
                <a:gd name="T11" fmla="*/ 8 h 142"/>
                <a:gd name="T12" fmla="*/ 14 w 160"/>
                <a:gd name="T13" fmla="*/ 9 h 142"/>
                <a:gd name="T14" fmla="*/ 12 w 160"/>
                <a:gd name="T15" fmla="*/ 10 h 142"/>
                <a:gd name="T16" fmla="*/ 10 w 160"/>
                <a:gd name="T17" fmla="*/ 11 h 142"/>
                <a:gd name="T18" fmla="*/ 8 w 160"/>
                <a:gd name="T19" fmla="*/ 13 h 142"/>
                <a:gd name="T20" fmla="*/ 6 w 160"/>
                <a:gd name="T21" fmla="*/ 14 h 142"/>
                <a:gd name="T22" fmla="*/ 5 w 160"/>
                <a:gd name="T23" fmla="*/ 16 h 142"/>
                <a:gd name="T24" fmla="*/ 3 w 160"/>
                <a:gd name="T25" fmla="*/ 17 h 142"/>
                <a:gd name="T26" fmla="*/ 2 w 160"/>
                <a:gd name="T27" fmla="*/ 17 h 142"/>
                <a:gd name="T28" fmla="*/ 1 w 160"/>
                <a:gd name="T29" fmla="*/ 16 h 142"/>
                <a:gd name="T30" fmla="*/ 0 w 160"/>
                <a:gd name="T31" fmla="*/ 16 h 142"/>
                <a:gd name="T32" fmla="*/ 1 w 160"/>
                <a:gd name="T33" fmla="*/ 14 h 142"/>
                <a:gd name="T34" fmla="*/ 2 w 160"/>
                <a:gd name="T35" fmla="*/ 12 h 142"/>
                <a:gd name="T36" fmla="*/ 4 w 160"/>
                <a:gd name="T37" fmla="*/ 9 h 142"/>
                <a:gd name="T38" fmla="*/ 6 w 160"/>
                <a:gd name="T39" fmla="*/ 7 h 142"/>
                <a:gd name="T40" fmla="*/ 9 w 160"/>
                <a:gd name="T41" fmla="*/ 5 h 142"/>
                <a:gd name="T42" fmla="*/ 11 w 160"/>
                <a:gd name="T43" fmla="*/ 3 h 142"/>
                <a:gd name="T44" fmla="*/ 14 w 160"/>
                <a:gd name="T45" fmla="*/ 1 h 142"/>
                <a:gd name="T46" fmla="*/ 16 w 160"/>
                <a:gd name="T47" fmla="*/ 0 h 142"/>
                <a:gd name="T48" fmla="*/ 19 w 160"/>
                <a:gd name="T49" fmla="*/ 0 h 142"/>
                <a:gd name="T50" fmla="*/ 20 w 160"/>
                <a:gd name="T51" fmla="*/ 1 h 142"/>
                <a:gd name="T52" fmla="*/ 20 w 160"/>
                <a:gd name="T53" fmla="*/ 2 h 142"/>
                <a:gd name="T54" fmla="*/ 20 w 160"/>
                <a:gd name="T55" fmla="*/ 4 h 142"/>
                <a:gd name="T56" fmla="*/ 20 w 160"/>
                <a:gd name="T57" fmla="*/ 5 h 1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0"/>
                <a:gd name="T88" fmla="*/ 0 h 142"/>
                <a:gd name="T89" fmla="*/ 160 w 160"/>
                <a:gd name="T90" fmla="*/ 142 h 14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0" h="142">
                  <a:moveTo>
                    <a:pt x="158" y="47"/>
                  </a:moveTo>
                  <a:lnTo>
                    <a:pt x="155" y="54"/>
                  </a:lnTo>
                  <a:lnTo>
                    <a:pt x="153" y="61"/>
                  </a:lnTo>
                  <a:lnTo>
                    <a:pt x="148" y="67"/>
                  </a:lnTo>
                  <a:lnTo>
                    <a:pt x="141" y="69"/>
                  </a:lnTo>
                  <a:lnTo>
                    <a:pt x="123" y="70"/>
                  </a:lnTo>
                  <a:lnTo>
                    <a:pt x="106" y="76"/>
                  </a:lnTo>
                  <a:lnTo>
                    <a:pt x="91" y="84"/>
                  </a:lnTo>
                  <a:lnTo>
                    <a:pt x="76" y="93"/>
                  </a:lnTo>
                  <a:lnTo>
                    <a:pt x="61" y="105"/>
                  </a:lnTo>
                  <a:lnTo>
                    <a:pt x="48" y="118"/>
                  </a:lnTo>
                  <a:lnTo>
                    <a:pt x="34" y="130"/>
                  </a:lnTo>
                  <a:lnTo>
                    <a:pt x="22" y="142"/>
                  </a:lnTo>
                  <a:lnTo>
                    <a:pt x="14" y="139"/>
                  </a:lnTo>
                  <a:lnTo>
                    <a:pt x="5" y="136"/>
                  </a:lnTo>
                  <a:lnTo>
                    <a:pt x="0" y="129"/>
                  </a:lnTo>
                  <a:lnTo>
                    <a:pt x="3" y="120"/>
                  </a:lnTo>
                  <a:lnTo>
                    <a:pt x="16" y="99"/>
                  </a:lnTo>
                  <a:lnTo>
                    <a:pt x="31" y="80"/>
                  </a:lnTo>
                  <a:lnTo>
                    <a:pt x="47" y="60"/>
                  </a:lnTo>
                  <a:lnTo>
                    <a:pt x="65" y="43"/>
                  </a:lnTo>
                  <a:lnTo>
                    <a:pt x="85" y="28"/>
                  </a:lnTo>
                  <a:lnTo>
                    <a:pt x="106" y="15"/>
                  </a:lnTo>
                  <a:lnTo>
                    <a:pt x="126" y="6"/>
                  </a:lnTo>
                  <a:lnTo>
                    <a:pt x="149" y="0"/>
                  </a:lnTo>
                  <a:lnTo>
                    <a:pt x="160" y="10"/>
                  </a:lnTo>
                  <a:lnTo>
                    <a:pt x="160" y="22"/>
                  </a:lnTo>
                  <a:lnTo>
                    <a:pt x="156" y="35"/>
                  </a:lnTo>
                  <a:lnTo>
                    <a:pt x="158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0" name="Freeform 40">
              <a:extLst>
                <a:ext uri="{FF2B5EF4-FFF2-40B4-BE49-F238E27FC236}">
                  <a16:creationId xmlns:a16="http://schemas.microsoft.com/office/drawing/2014/main" id="{4C381AA5-C0FF-BC43-8FFF-6B62FAF9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750"/>
              <a:ext cx="315" cy="365"/>
            </a:xfrm>
            <a:custGeom>
              <a:avLst/>
              <a:gdLst>
                <a:gd name="T0" fmla="*/ 65 w 630"/>
                <a:gd name="T1" fmla="*/ 21 h 731"/>
                <a:gd name="T2" fmla="*/ 72 w 630"/>
                <a:gd name="T3" fmla="*/ 36 h 731"/>
                <a:gd name="T4" fmla="*/ 75 w 630"/>
                <a:gd name="T5" fmla="*/ 51 h 731"/>
                <a:gd name="T6" fmla="*/ 78 w 630"/>
                <a:gd name="T7" fmla="*/ 66 h 731"/>
                <a:gd name="T8" fmla="*/ 78 w 630"/>
                <a:gd name="T9" fmla="*/ 75 h 731"/>
                <a:gd name="T10" fmla="*/ 78 w 630"/>
                <a:gd name="T11" fmla="*/ 82 h 731"/>
                <a:gd name="T12" fmla="*/ 72 w 630"/>
                <a:gd name="T13" fmla="*/ 86 h 731"/>
                <a:gd name="T14" fmla="*/ 61 w 630"/>
                <a:gd name="T15" fmla="*/ 89 h 731"/>
                <a:gd name="T16" fmla="*/ 53 w 630"/>
                <a:gd name="T17" fmla="*/ 89 h 731"/>
                <a:gd name="T18" fmla="*/ 47 w 630"/>
                <a:gd name="T19" fmla="*/ 90 h 731"/>
                <a:gd name="T20" fmla="*/ 41 w 630"/>
                <a:gd name="T21" fmla="*/ 91 h 731"/>
                <a:gd name="T22" fmla="*/ 35 w 630"/>
                <a:gd name="T23" fmla="*/ 91 h 731"/>
                <a:gd name="T24" fmla="*/ 31 w 630"/>
                <a:gd name="T25" fmla="*/ 89 h 731"/>
                <a:gd name="T26" fmla="*/ 31 w 630"/>
                <a:gd name="T27" fmla="*/ 84 h 731"/>
                <a:gd name="T28" fmla="*/ 30 w 630"/>
                <a:gd name="T29" fmla="*/ 75 h 731"/>
                <a:gd name="T30" fmla="*/ 25 w 630"/>
                <a:gd name="T31" fmla="*/ 70 h 731"/>
                <a:gd name="T32" fmla="*/ 19 w 630"/>
                <a:gd name="T33" fmla="*/ 65 h 731"/>
                <a:gd name="T34" fmla="*/ 13 w 630"/>
                <a:gd name="T35" fmla="*/ 67 h 731"/>
                <a:gd name="T36" fmla="*/ 6 w 630"/>
                <a:gd name="T37" fmla="*/ 73 h 731"/>
                <a:gd name="T38" fmla="*/ 7 w 630"/>
                <a:gd name="T39" fmla="*/ 77 h 731"/>
                <a:gd name="T40" fmla="*/ 11 w 630"/>
                <a:gd name="T41" fmla="*/ 74 h 731"/>
                <a:gd name="T42" fmla="*/ 14 w 630"/>
                <a:gd name="T43" fmla="*/ 75 h 731"/>
                <a:gd name="T44" fmla="*/ 16 w 630"/>
                <a:gd name="T45" fmla="*/ 80 h 731"/>
                <a:gd name="T46" fmla="*/ 20 w 630"/>
                <a:gd name="T47" fmla="*/ 81 h 731"/>
                <a:gd name="T48" fmla="*/ 25 w 630"/>
                <a:gd name="T49" fmla="*/ 78 h 731"/>
                <a:gd name="T50" fmla="*/ 28 w 630"/>
                <a:gd name="T51" fmla="*/ 79 h 731"/>
                <a:gd name="T52" fmla="*/ 26 w 630"/>
                <a:gd name="T53" fmla="*/ 83 h 731"/>
                <a:gd name="T54" fmla="*/ 22 w 630"/>
                <a:gd name="T55" fmla="*/ 85 h 731"/>
                <a:gd name="T56" fmla="*/ 17 w 630"/>
                <a:gd name="T57" fmla="*/ 85 h 731"/>
                <a:gd name="T58" fmla="*/ 13 w 630"/>
                <a:gd name="T59" fmla="*/ 81 h 731"/>
                <a:gd name="T60" fmla="*/ 9 w 630"/>
                <a:gd name="T61" fmla="*/ 80 h 731"/>
                <a:gd name="T62" fmla="*/ 4 w 630"/>
                <a:gd name="T63" fmla="*/ 82 h 731"/>
                <a:gd name="T64" fmla="*/ 0 w 630"/>
                <a:gd name="T65" fmla="*/ 79 h 731"/>
                <a:gd name="T66" fmla="*/ 3 w 630"/>
                <a:gd name="T67" fmla="*/ 74 h 731"/>
                <a:gd name="T68" fmla="*/ 7 w 630"/>
                <a:gd name="T69" fmla="*/ 68 h 731"/>
                <a:gd name="T70" fmla="*/ 12 w 630"/>
                <a:gd name="T71" fmla="*/ 62 h 731"/>
                <a:gd name="T72" fmla="*/ 19 w 630"/>
                <a:gd name="T73" fmla="*/ 62 h 731"/>
                <a:gd name="T74" fmla="*/ 24 w 630"/>
                <a:gd name="T75" fmla="*/ 65 h 731"/>
                <a:gd name="T76" fmla="*/ 28 w 630"/>
                <a:gd name="T77" fmla="*/ 66 h 731"/>
                <a:gd name="T78" fmla="*/ 35 w 630"/>
                <a:gd name="T79" fmla="*/ 64 h 731"/>
                <a:gd name="T80" fmla="*/ 44 w 630"/>
                <a:gd name="T81" fmla="*/ 65 h 731"/>
                <a:gd name="T82" fmla="*/ 52 w 630"/>
                <a:gd name="T83" fmla="*/ 61 h 731"/>
                <a:gd name="T84" fmla="*/ 59 w 630"/>
                <a:gd name="T85" fmla="*/ 63 h 731"/>
                <a:gd name="T86" fmla="*/ 61 w 630"/>
                <a:gd name="T87" fmla="*/ 67 h 731"/>
                <a:gd name="T88" fmla="*/ 58 w 630"/>
                <a:gd name="T89" fmla="*/ 67 h 731"/>
                <a:gd name="T90" fmla="*/ 54 w 630"/>
                <a:gd name="T91" fmla="*/ 65 h 731"/>
                <a:gd name="T92" fmla="*/ 47 w 630"/>
                <a:gd name="T93" fmla="*/ 68 h 731"/>
                <a:gd name="T94" fmla="*/ 38 w 630"/>
                <a:gd name="T95" fmla="*/ 67 h 731"/>
                <a:gd name="T96" fmla="*/ 37 w 630"/>
                <a:gd name="T97" fmla="*/ 77 h 731"/>
                <a:gd name="T98" fmla="*/ 39 w 630"/>
                <a:gd name="T99" fmla="*/ 88 h 731"/>
                <a:gd name="T100" fmla="*/ 48 w 630"/>
                <a:gd name="T101" fmla="*/ 88 h 731"/>
                <a:gd name="T102" fmla="*/ 58 w 630"/>
                <a:gd name="T103" fmla="*/ 86 h 731"/>
                <a:gd name="T104" fmla="*/ 67 w 630"/>
                <a:gd name="T105" fmla="*/ 84 h 731"/>
                <a:gd name="T106" fmla="*/ 74 w 630"/>
                <a:gd name="T107" fmla="*/ 81 h 731"/>
                <a:gd name="T108" fmla="*/ 69 w 630"/>
                <a:gd name="T109" fmla="*/ 55 h 731"/>
                <a:gd name="T110" fmla="*/ 62 w 630"/>
                <a:gd name="T111" fmla="*/ 29 h 731"/>
                <a:gd name="T112" fmla="*/ 64 w 630"/>
                <a:gd name="T113" fmla="*/ 26 h 731"/>
                <a:gd name="T114" fmla="*/ 60 w 630"/>
                <a:gd name="T115" fmla="*/ 22 h 731"/>
                <a:gd name="T116" fmla="*/ 58 w 630"/>
                <a:gd name="T117" fmla="*/ 17 h 731"/>
                <a:gd name="T118" fmla="*/ 48 w 630"/>
                <a:gd name="T119" fmla="*/ 9 h 731"/>
                <a:gd name="T120" fmla="*/ 40 w 630"/>
                <a:gd name="T121" fmla="*/ 0 h 731"/>
                <a:gd name="T122" fmla="*/ 43 w 630"/>
                <a:gd name="T123" fmla="*/ 0 h 7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30"/>
                <a:gd name="T187" fmla="*/ 0 h 731"/>
                <a:gd name="T188" fmla="*/ 630 w 630"/>
                <a:gd name="T189" fmla="*/ 731 h 73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30" h="731">
                  <a:moveTo>
                    <a:pt x="437" y="71"/>
                  </a:moveTo>
                  <a:lnTo>
                    <a:pt x="500" y="106"/>
                  </a:lnTo>
                  <a:lnTo>
                    <a:pt x="504" y="141"/>
                  </a:lnTo>
                  <a:lnTo>
                    <a:pt x="513" y="172"/>
                  </a:lnTo>
                  <a:lnTo>
                    <a:pt x="527" y="202"/>
                  </a:lnTo>
                  <a:lnTo>
                    <a:pt x="542" y="231"/>
                  </a:lnTo>
                  <a:lnTo>
                    <a:pt x="557" y="260"/>
                  </a:lnTo>
                  <a:lnTo>
                    <a:pt x="570" y="288"/>
                  </a:lnTo>
                  <a:lnTo>
                    <a:pt x="580" y="321"/>
                  </a:lnTo>
                  <a:lnTo>
                    <a:pt x="583" y="354"/>
                  </a:lnTo>
                  <a:lnTo>
                    <a:pt x="591" y="383"/>
                  </a:lnTo>
                  <a:lnTo>
                    <a:pt x="598" y="412"/>
                  </a:lnTo>
                  <a:lnTo>
                    <a:pt x="605" y="442"/>
                  </a:lnTo>
                  <a:lnTo>
                    <a:pt x="612" y="470"/>
                  </a:lnTo>
                  <a:lnTo>
                    <a:pt x="618" y="500"/>
                  </a:lnTo>
                  <a:lnTo>
                    <a:pt x="622" y="530"/>
                  </a:lnTo>
                  <a:lnTo>
                    <a:pt x="627" y="560"/>
                  </a:lnTo>
                  <a:lnTo>
                    <a:pt x="630" y="591"/>
                  </a:lnTo>
                  <a:lnTo>
                    <a:pt x="621" y="598"/>
                  </a:lnTo>
                  <a:lnTo>
                    <a:pt x="617" y="607"/>
                  </a:lnTo>
                  <a:lnTo>
                    <a:pt x="617" y="618"/>
                  </a:lnTo>
                  <a:lnTo>
                    <a:pt x="619" y="631"/>
                  </a:lnTo>
                  <a:lnTo>
                    <a:pt x="620" y="644"/>
                  </a:lnTo>
                  <a:lnTo>
                    <a:pt x="621" y="657"/>
                  </a:lnTo>
                  <a:lnTo>
                    <a:pt x="619" y="670"/>
                  </a:lnTo>
                  <a:lnTo>
                    <a:pt x="611" y="680"/>
                  </a:lnTo>
                  <a:lnTo>
                    <a:pt x="591" y="688"/>
                  </a:lnTo>
                  <a:lnTo>
                    <a:pt x="570" y="695"/>
                  </a:lnTo>
                  <a:lnTo>
                    <a:pt x="550" y="701"/>
                  </a:lnTo>
                  <a:lnTo>
                    <a:pt x="528" y="705"/>
                  </a:lnTo>
                  <a:lnTo>
                    <a:pt x="506" y="709"/>
                  </a:lnTo>
                  <a:lnTo>
                    <a:pt x="484" y="712"/>
                  </a:lnTo>
                  <a:lnTo>
                    <a:pt x="463" y="715"/>
                  </a:lnTo>
                  <a:lnTo>
                    <a:pt x="443" y="718"/>
                  </a:lnTo>
                  <a:lnTo>
                    <a:pt x="430" y="719"/>
                  </a:lnTo>
                  <a:lnTo>
                    <a:pt x="418" y="719"/>
                  </a:lnTo>
                  <a:lnTo>
                    <a:pt x="407" y="720"/>
                  </a:lnTo>
                  <a:lnTo>
                    <a:pt x="395" y="722"/>
                  </a:lnTo>
                  <a:lnTo>
                    <a:pt x="384" y="723"/>
                  </a:lnTo>
                  <a:lnTo>
                    <a:pt x="372" y="725"/>
                  </a:lnTo>
                  <a:lnTo>
                    <a:pt x="361" y="726"/>
                  </a:lnTo>
                  <a:lnTo>
                    <a:pt x="349" y="727"/>
                  </a:lnTo>
                  <a:lnTo>
                    <a:pt x="338" y="728"/>
                  </a:lnTo>
                  <a:lnTo>
                    <a:pt x="326" y="728"/>
                  </a:lnTo>
                  <a:lnTo>
                    <a:pt x="315" y="730"/>
                  </a:lnTo>
                  <a:lnTo>
                    <a:pt x="303" y="731"/>
                  </a:lnTo>
                  <a:lnTo>
                    <a:pt x="292" y="731"/>
                  </a:lnTo>
                  <a:lnTo>
                    <a:pt x="280" y="731"/>
                  </a:lnTo>
                  <a:lnTo>
                    <a:pt x="269" y="731"/>
                  </a:lnTo>
                  <a:lnTo>
                    <a:pt x="256" y="730"/>
                  </a:lnTo>
                  <a:lnTo>
                    <a:pt x="251" y="723"/>
                  </a:lnTo>
                  <a:lnTo>
                    <a:pt x="246" y="718"/>
                  </a:lnTo>
                  <a:lnTo>
                    <a:pt x="238" y="715"/>
                  </a:lnTo>
                  <a:lnTo>
                    <a:pt x="231" y="710"/>
                  </a:lnTo>
                  <a:lnTo>
                    <a:pt x="242" y="695"/>
                  </a:lnTo>
                  <a:lnTo>
                    <a:pt x="248" y="679"/>
                  </a:lnTo>
                  <a:lnTo>
                    <a:pt x="250" y="660"/>
                  </a:lnTo>
                  <a:lnTo>
                    <a:pt x="250" y="642"/>
                  </a:lnTo>
                  <a:lnTo>
                    <a:pt x="247" y="624"/>
                  </a:lnTo>
                  <a:lnTo>
                    <a:pt x="241" y="605"/>
                  </a:lnTo>
                  <a:lnTo>
                    <a:pt x="236" y="588"/>
                  </a:lnTo>
                  <a:lnTo>
                    <a:pt x="231" y="572"/>
                  </a:lnTo>
                  <a:lnTo>
                    <a:pt x="214" y="572"/>
                  </a:lnTo>
                  <a:lnTo>
                    <a:pt x="199" y="566"/>
                  </a:lnTo>
                  <a:lnTo>
                    <a:pt x="187" y="557"/>
                  </a:lnTo>
                  <a:lnTo>
                    <a:pt x="175" y="544"/>
                  </a:lnTo>
                  <a:lnTo>
                    <a:pt x="164" y="533"/>
                  </a:lnTo>
                  <a:lnTo>
                    <a:pt x="152" y="521"/>
                  </a:lnTo>
                  <a:lnTo>
                    <a:pt x="138" y="514"/>
                  </a:lnTo>
                  <a:lnTo>
                    <a:pt x="123" y="511"/>
                  </a:lnTo>
                  <a:lnTo>
                    <a:pt x="112" y="525"/>
                  </a:lnTo>
                  <a:lnTo>
                    <a:pt x="98" y="538"/>
                  </a:lnTo>
                  <a:lnTo>
                    <a:pt x="84" y="551"/>
                  </a:lnTo>
                  <a:lnTo>
                    <a:pt x="72" y="564"/>
                  </a:lnTo>
                  <a:lnTo>
                    <a:pt x="59" y="578"/>
                  </a:lnTo>
                  <a:lnTo>
                    <a:pt x="47" y="591"/>
                  </a:lnTo>
                  <a:lnTo>
                    <a:pt x="39" y="609"/>
                  </a:lnTo>
                  <a:lnTo>
                    <a:pt x="35" y="627"/>
                  </a:lnTo>
                  <a:lnTo>
                    <a:pt x="44" y="626"/>
                  </a:lnTo>
                  <a:lnTo>
                    <a:pt x="53" y="621"/>
                  </a:lnTo>
                  <a:lnTo>
                    <a:pt x="61" y="614"/>
                  </a:lnTo>
                  <a:lnTo>
                    <a:pt x="68" y="606"/>
                  </a:lnTo>
                  <a:lnTo>
                    <a:pt x="76" y="598"/>
                  </a:lnTo>
                  <a:lnTo>
                    <a:pt x="84" y="592"/>
                  </a:lnTo>
                  <a:lnTo>
                    <a:pt x="93" y="590"/>
                  </a:lnTo>
                  <a:lnTo>
                    <a:pt x="104" y="591"/>
                  </a:lnTo>
                  <a:lnTo>
                    <a:pt x="108" y="599"/>
                  </a:lnTo>
                  <a:lnTo>
                    <a:pt x="112" y="607"/>
                  </a:lnTo>
                  <a:lnTo>
                    <a:pt x="115" y="616"/>
                  </a:lnTo>
                  <a:lnTo>
                    <a:pt x="119" y="625"/>
                  </a:lnTo>
                  <a:lnTo>
                    <a:pt x="121" y="633"/>
                  </a:lnTo>
                  <a:lnTo>
                    <a:pt x="126" y="640"/>
                  </a:lnTo>
                  <a:lnTo>
                    <a:pt x="132" y="647"/>
                  </a:lnTo>
                  <a:lnTo>
                    <a:pt x="140" y="652"/>
                  </a:lnTo>
                  <a:lnTo>
                    <a:pt x="150" y="651"/>
                  </a:lnTo>
                  <a:lnTo>
                    <a:pt x="160" y="648"/>
                  </a:lnTo>
                  <a:lnTo>
                    <a:pt x="170" y="644"/>
                  </a:lnTo>
                  <a:lnTo>
                    <a:pt x="179" y="640"/>
                  </a:lnTo>
                  <a:lnTo>
                    <a:pt x="187" y="635"/>
                  </a:lnTo>
                  <a:lnTo>
                    <a:pt x="196" y="629"/>
                  </a:lnTo>
                  <a:lnTo>
                    <a:pt x="205" y="625"/>
                  </a:lnTo>
                  <a:lnTo>
                    <a:pt x="214" y="621"/>
                  </a:lnTo>
                  <a:lnTo>
                    <a:pt x="219" y="627"/>
                  </a:lnTo>
                  <a:lnTo>
                    <a:pt x="221" y="635"/>
                  </a:lnTo>
                  <a:lnTo>
                    <a:pt x="221" y="642"/>
                  </a:lnTo>
                  <a:lnTo>
                    <a:pt x="220" y="649"/>
                  </a:lnTo>
                  <a:lnTo>
                    <a:pt x="214" y="657"/>
                  </a:lnTo>
                  <a:lnTo>
                    <a:pt x="208" y="664"/>
                  </a:lnTo>
                  <a:lnTo>
                    <a:pt x="199" y="670"/>
                  </a:lnTo>
                  <a:lnTo>
                    <a:pt x="191" y="674"/>
                  </a:lnTo>
                  <a:lnTo>
                    <a:pt x="182" y="678"/>
                  </a:lnTo>
                  <a:lnTo>
                    <a:pt x="174" y="682"/>
                  </a:lnTo>
                  <a:lnTo>
                    <a:pt x="165" y="686"/>
                  </a:lnTo>
                  <a:lnTo>
                    <a:pt x="157" y="690"/>
                  </a:lnTo>
                  <a:lnTo>
                    <a:pt x="142" y="689"/>
                  </a:lnTo>
                  <a:lnTo>
                    <a:pt x="130" y="685"/>
                  </a:lnTo>
                  <a:lnTo>
                    <a:pt x="121" y="678"/>
                  </a:lnTo>
                  <a:lnTo>
                    <a:pt x="113" y="669"/>
                  </a:lnTo>
                  <a:lnTo>
                    <a:pt x="106" y="659"/>
                  </a:lnTo>
                  <a:lnTo>
                    <a:pt x="99" y="648"/>
                  </a:lnTo>
                  <a:lnTo>
                    <a:pt x="92" y="637"/>
                  </a:lnTo>
                  <a:lnTo>
                    <a:pt x="84" y="627"/>
                  </a:lnTo>
                  <a:lnTo>
                    <a:pt x="77" y="635"/>
                  </a:lnTo>
                  <a:lnTo>
                    <a:pt x="70" y="642"/>
                  </a:lnTo>
                  <a:lnTo>
                    <a:pt x="61" y="648"/>
                  </a:lnTo>
                  <a:lnTo>
                    <a:pt x="52" y="651"/>
                  </a:lnTo>
                  <a:lnTo>
                    <a:pt x="42" y="655"/>
                  </a:lnTo>
                  <a:lnTo>
                    <a:pt x="31" y="656"/>
                  </a:lnTo>
                  <a:lnTo>
                    <a:pt x="21" y="656"/>
                  </a:lnTo>
                  <a:lnTo>
                    <a:pt x="9" y="655"/>
                  </a:lnTo>
                  <a:lnTo>
                    <a:pt x="2" y="644"/>
                  </a:lnTo>
                  <a:lnTo>
                    <a:pt x="0" y="634"/>
                  </a:lnTo>
                  <a:lnTo>
                    <a:pt x="2" y="625"/>
                  </a:lnTo>
                  <a:lnTo>
                    <a:pt x="6" y="614"/>
                  </a:lnTo>
                  <a:lnTo>
                    <a:pt x="12" y="604"/>
                  </a:lnTo>
                  <a:lnTo>
                    <a:pt x="17" y="594"/>
                  </a:lnTo>
                  <a:lnTo>
                    <a:pt x="23" y="583"/>
                  </a:lnTo>
                  <a:lnTo>
                    <a:pt x="27" y="572"/>
                  </a:lnTo>
                  <a:lnTo>
                    <a:pt x="40" y="561"/>
                  </a:lnTo>
                  <a:lnTo>
                    <a:pt x="51" y="550"/>
                  </a:lnTo>
                  <a:lnTo>
                    <a:pt x="61" y="536"/>
                  </a:lnTo>
                  <a:lnTo>
                    <a:pt x="70" y="522"/>
                  </a:lnTo>
                  <a:lnTo>
                    <a:pt x="81" y="510"/>
                  </a:lnTo>
                  <a:lnTo>
                    <a:pt x="92" y="499"/>
                  </a:lnTo>
                  <a:lnTo>
                    <a:pt x="106" y="492"/>
                  </a:lnTo>
                  <a:lnTo>
                    <a:pt x="123" y="489"/>
                  </a:lnTo>
                  <a:lnTo>
                    <a:pt x="135" y="493"/>
                  </a:lnTo>
                  <a:lnTo>
                    <a:pt x="148" y="498"/>
                  </a:lnTo>
                  <a:lnTo>
                    <a:pt x="159" y="504"/>
                  </a:lnTo>
                  <a:lnTo>
                    <a:pt x="171" y="511"/>
                  </a:lnTo>
                  <a:lnTo>
                    <a:pt x="181" y="518"/>
                  </a:lnTo>
                  <a:lnTo>
                    <a:pt x="190" y="527"/>
                  </a:lnTo>
                  <a:lnTo>
                    <a:pt x="198" y="536"/>
                  </a:lnTo>
                  <a:lnTo>
                    <a:pt x="206" y="548"/>
                  </a:lnTo>
                  <a:lnTo>
                    <a:pt x="214" y="541"/>
                  </a:lnTo>
                  <a:lnTo>
                    <a:pt x="219" y="531"/>
                  </a:lnTo>
                  <a:lnTo>
                    <a:pt x="224" y="525"/>
                  </a:lnTo>
                  <a:lnTo>
                    <a:pt x="234" y="520"/>
                  </a:lnTo>
                  <a:lnTo>
                    <a:pt x="254" y="516"/>
                  </a:lnTo>
                  <a:lnTo>
                    <a:pt x="274" y="518"/>
                  </a:lnTo>
                  <a:lnTo>
                    <a:pt x="295" y="521"/>
                  </a:lnTo>
                  <a:lnTo>
                    <a:pt x="316" y="525"/>
                  </a:lnTo>
                  <a:lnTo>
                    <a:pt x="334" y="525"/>
                  </a:lnTo>
                  <a:lnTo>
                    <a:pt x="353" y="521"/>
                  </a:lnTo>
                  <a:lnTo>
                    <a:pt x="368" y="510"/>
                  </a:lnTo>
                  <a:lnTo>
                    <a:pt x="379" y="489"/>
                  </a:lnTo>
                  <a:lnTo>
                    <a:pt x="395" y="490"/>
                  </a:lnTo>
                  <a:lnTo>
                    <a:pt x="411" y="491"/>
                  </a:lnTo>
                  <a:lnTo>
                    <a:pt x="426" y="492"/>
                  </a:lnTo>
                  <a:lnTo>
                    <a:pt x="441" y="495"/>
                  </a:lnTo>
                  <a:lnTo>
                    <a:pt x="454" y="498"/>
                  </a:lnTo>
                  <a:lnTo>
                    <a:pt x="468" y="504"/>
                  </a:lnTo>
                  <a:lnTo>
                    <a:pt x="481" y="513"/>
                  </a:lnTo>
                  <a:lnTo>
                    <a:pt x="492" y="525"/>
                  </a:lnTo>
                  <a:lnTo>
                    <a:pt x="493" y="534"/>
                  </a:lnTo>
                  <a:lnTo>
                    <a:pt x="488" y="539"/>
                  </a:lnTo>
                  <a:lnTo>
                    <a:pt x="479" y="543"/>
                  </a:lnTo>
                  <a:lnTo>
                    <a:pt x="473" y="544"/>
                  </a:lnTo>
                  <a:lnTo>
                    <a:pt x="467" y="541"/>
                  </a:lnTo>
                  <a:lnTo>
                    <a:pt x="460" y="536"/>
                  </a:lnTo>
                  <a:lnTo>
                    <a:pt x="453" y="531"/>
                  </a:lnTo>
                  <a:lnTo>
                    <a:pt x="445" y="527"/>
                  </a:lnTo>
                  <a:lnTo>
                    <a:pt x="436" y="522"/>
                  </a:lnTo>
                  <a:lnTo>
                    <a:pt x="426" y="520"/>
                  </a:lnTo>
                  <a:lnTo>
                    <a:pt x="417" y="519"/>
                  </a:lnTo>
                  <a:lnTo>
                    <a:pt x="407" y="520"/>
                  </a:lnTo>
                  <a:lnTo>
                    <a:pt x="393" y="538"/>
                  </a:lnTo>
                  <a:lnTo>
                    <a:pt x="377" y="548"/>
                  </a:lnTo>
                  <a:lnTo>
                    <a:pt x="361" y="550"/>
                  </a:lnTo>
                  <a:lnTo>
                    <a:pt x="342" y="548"/>
                  </a:lnTo>
                  <a:lnTo>
                    <a:pt x="324" y="543"/>
                  </a:lnTo>
                  <a:lnTo>
                    <a:pt x="304" y="538"/>
                  </a:lnTo>
                  <a:lnTo>
                    <a:pt x="284" y="537"/>
                  </a:lnTo>
                  <a:lnTo>
                    <a:pt x="264" y="542"/>
                  </a:lnTo>
                  <a:lnTo>
                    <a:pt x="281" y="579"/>
                  </a:lnTo>
                  <a:lnTo>
                    <a:pt x="289" y="619"/>
                  </a:lnTo>
                  <a:lnTo>
                    <a:pt x="291" y="663"/>
                  </a:lnTo>
                  <a:lnTo>
                    <a:pt x="285" y="704"/>
                  </a:lnTo>
                  <a:lnTo>
                    <a:pt x="293" y="710"/>
                  </a:lnTo>
                  <a:lnTo>
                    <a:pt x="311" y="710"/>
                  </a:lnTo>
                  <a:lnTo>
                    <a:pt x="330" y="710"/>
                  </a:lnTo>
                  <a:lnTo>
                    <a:pt x="348" y="709"/>
                  </a:lnTo>
                  <a:lnTo>
                    <a:pt x="367" y="708"/>
                  </a:lnTo>
                  <a:lnTo>
                    <a:pt x="385" y="705"/>
                  </a:lnTo>
                  <a:lnTo>
                    <a:pt x="405" y="703"/>
                  </a:lnTo>
                  <a:lnTo>
                    <a:pt x="423" y="701"/>
                  </a:lnTo>
                  <a:lnTo>
                    <a:pt x="441" y="697"/>
                  </a:lnTo>
                  <a:lnTo>
                    <a:pt x="460" y="694"/>
                  </a:lnTo>
                  <a:lnTo>
                    <a:pt x="478" y="690"/>
                  </a:lnTo>
                  <a:lnTo>
                    <a:pt x="497" y="687"/>
                  </a:lnTo>
                  <a:lnTo>
                    <a:pt x="515" y="682"/>
                  </a:lnTo>
                  <a:lnTo>
                    <a:pt x="534" y="678"/>
                  </a:lnTo>
                  <a:lnTo>
                    <a:pt x="551" y="673"/>
                  </a:lnTo>
                  <a:lnTo>
                    <a:pt x="569" y="669"/>
                  </a:lnTo>
                  <a:lnTo>
                    <a:pt x="587" y="663"/>
                  </a:lnTo>
                  <a:lnTo>
                    <a:pt x="591" y="652"/>
                  </a:lnTo>
                  <a:lnTo>
                    <a:pt x="583" y="598"/>
                  </a:lnTo>
                  <a:lnTo>
                    <a:pt x="572" y="545"/>
                  </a:lnTo>
                  <a:lnTo>
                    <a:pt x="560" y="492"/>
                  </a:lnTo>
                  <a:lnTo>
                    <a:pt x="546" y="440"/>
                  </a:lnTo>
                  <a:lnTo>
                    <a:pt x="532" y="389"/>
                  </a:lnTo>
                  <a:lnTo>
                    <a:pt x="519" y="338"/>
                  </a:lnTo>
                  <a:lnTo>
                    <a:pt x="506" y="286"/>
                  </a:lnTo>
                  <a:lnTo>
                    <a:pt x="494" y="234"/>
                  </a:lnTo>
                  <a:lnTo>
                    <a:pt x="501" y="233"/>
                  </a:lnTo>
                  <a:lnTo>
                    <a:pt x="507" y="228"/>
                  </a:lnTo>
                  <a:lnTo>
                    <a:pt x="509" y="220"/>
                  </a:lnTo>
                  <a:lnTo>
                    <a:pt x="506" y="212"/>
                  </a:lnTo>
                  <a:lnTo>
                    <a:pt x="498" y="203"/>
                  </a:lnTo>
                  <a:lnTo>
                    <a:pt x="491" y="195"/>
                  </a:lnTo>
                  <a:lnTo>
                    <a:pt x="484" y="186"/>
                  </a:lnTo>
                  <a:lnTo>
                    <a:pt x="479" y="177"/>
                  </a:lnTo>
                  <a:lnTo>
                    <a:pt x="475" y="167"/>
                  </a:lnTo>
                  <a:lnTo>
                    <a:pt x="469" y="157"/>
                  </a:lnTo>
                  <a:lnTo>
                    <a:pt x="464" y="147"/>
                  </a:lnTo>
                  <a:lnTo>
                    <a:pt x="459" y="136"/>
                  </a:lnTo>
                  <a:lnTo>
                    <a:pt x="441" y="119"/>
                  </a:lnTo>
                  <a:lnTo>
                    <a:pt x="422" y="104"/>
                  </a:lnTo>
                  <a:lnTo>
                    <a:pt x="401" y="89"/>
                  </a:lnTo>
                  <a:lnTo>
                    <a:pt x="382" y="75"/>
                  </a:lnTo>
                  <a:lnTo>
                    <a:pt x="362" y="60"/>
                  </a:lnTo>
                  <a:lnTo>
                    <a:pt x="344" y="44"/>
                  </a:lnTo>
                  <a:lnTo>
                    <a:pt x="327" y="26"/>
                  </a:lnTo>
                  <a:lnTo>
                    <a:pt x="315" y="4"/>
                  </a:lnTo>
                  <a:lnTo>
                    <a:pt x="320" y="1"/>
                  </a:lnTo>
                  <a:lnTo>
                    <a:pt x="327" y="0"/>
                  </a:lnTo>
                  <a:lnTo>
                    <a:pt x="334" y="1"/>
                  </a:lnTo>
                  <a:lnTo>
                    <a:pt x="340" y="4"/>
                  </a:lnTo>
                  <a:lnTo>
                    <a:pt x="437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1" name="Freeform 41">
              <a:extLst>
                <a:ext uri="{FF2B5EF4-FFF2-40B4-BE49-F238E27FC236}">
                  <a16:creationId xmlns:a16="http://schemas.microsoft.com/office/drawing/2014/main" id="{0A5BD397-445F-FD40-9531-86579BCE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51"/>
              <a:ext cx="131" cy="219"/>
            </a:xfrm>
            <a:custGeom>
              <a:avLst/>
              <a:gdLst>
                <a:gd name="T0" fmla="*/ 32 w 263"/>
                <a:gd name="T1" fmla="*/ 4 h 436"/>
                <a:gd name="T2" fmla="*/ 31 w 263"/>
                <a:gd name="T3" fmla="*/ 5 h 436"/>
                <a:gd name="T4" fmla="*/ 29 w 263"/>
                <a:gd name="T5" fmla="*/ 7 h 436"/>
                <a:gd name="T6" fmla="*/ 28 w 263"/>
                <a:gd name="T7" fmla="*/ 8 h 436"/>
                <a:gd name="T8" fmla="*/ 26 w 263"/>
                <a:gd name="T9" fmla="*/ 9 h 436"/>
                <a:gd name="T10" fmla="*/ 25 w 263"/>
                <a:gd name="T11" fmla="*/ 11 h 436"/>
                <a:gd name="T12" fmla="*/ 23 w 263"/>
                <a:gd name="T13" fmla="*/ 12 h 436"/>
                <a:gd name="T14" fmla="*/ 22 w 263"/>
                <a:gd name="T15" fmla="*/ 14 h 436"/>
                <a:gd name="T16" fmla="*/ 20 w 263"/>
                <a:gd name="T17" fmla="*/ 15 h 436"/>
                <a:gd name="T18" fmla="*/ 18 w 263"/>
                <a:gd name="T19" fmla="*/ 17 h 436"/>
                <a:gd name="T20" fmla="*/ 17 w 263"/>
                <a:gd name="T21" fmla="*/ 18 h 436"/>
                <a:gd name="T22" fmla="*/ 15 w 263"/>
                <a:gd name="T23" fmla="*/ 19 h 436"/>
                <a:gd name="T24" fmla="*/ 14 w 263"/>
                <a:gd name="T25" fmla="*/ 21 h 436"/>
                <a:gd name="T26" fmla="*/ 12 w 263"/>
                <a:gd name="T27" fmla="*/ 22 h 436"/>
                <a:gd name="T28" fmla="*/ 11 w 263"/>
                <a:gd name="T29" fmla="*/ 23 h 436"/>
                <a:gd name="T30" fmla="*/ 9 w 263"/>
                <a:gd name="T31" fmla="*/ 24 h 436"/>
                <a:gd name="T32" fmla="*/ 7 w 263"/>
                <a:gd name="T33" fmla="*/ 26 h 436"/>
                <a:gd name="T34" fmla="*/ 6 w 263"/>
                <a:gd name="T35" fmla="*/ 29 h 436"/>
                <a:gd name="T36" fmla="*/ 5 w 263"/>
                <a:gd name="T37" fmla="*/ 33 h 436"/>
                <a:gd name="T38" fmla="*/ 5 w 263"/>
                <a:gd name="T39" fmla="*/ 36 h 436"/>
                <a:gd name="T40" fmla="*/ 5 w 263"/>
                <a:gd name="T41" fmla="*/ 40 h 436"/>
                <a:gd name="T42" fmla="*/ 5 w 263"/>
                <a:gd name="T43" fmla="*/ 43 h 436"/>
                <a:gd name="T44" fmla="*/ 5 w 263"/>
                <a:gd name="T45" fmla="*/ 47 h 436"/>
                <a:gd name="T46" fmla="*/ 5 w 263"/>
                <a:gd name="T47" fmla="*/ 50 h 436"/>
                <a:gd name="T48" fmla="*/ 4 w 263"/>
                <a:gd name="T49" fmla="*/ 54 h 436"/>
                <a:gd name="T50" fmla="*/ 4 w 263"/>
                <a:gd name="T51" fmla="*/ 55 h 436"/>
                <a:gd name="T52" fmla="*/ 3 w 263"/>
                <a:gd name="T53" fmla="*/ 55 h 436"/>
                <a:gd name="T54" fmla="*/ 2 w 263"/>
                <a:gd name="T55" fmla="*/ 55 h 436"/>
                <a:gd name="T56" fmla="*/ 1 w 263"/>
                <a:gd name="T57" fmla="*/ 55 h 436"/>
                <a:gd name="T58" fmla="*/ 1 w 263"/>
                <a:gd name="T59" fmla="*/ 54 h 436"/>
                <a:gd name="T60" fmla="*/ 1 w 263"/>
                <a:gd name="T61" fmla="*/ 52 h 436"/>
                <a:gd name="T62" fmla="*/ 1 w 263"/>
                <a:gd name="T63" fmla="*/ 51 h 436"/>
                <a:gd name="T64" fmla="*/ 0 w 263"/>
                <a:gd name="T65" fmla="*/ 50 h 436"/>
                <a:gd name="T66" fmla="*/ 0 w 263"/>
                <a:gd name="T67" fmla="*/ 47 h 436"/>
                <a:gd name="T68" fmla="*/ 0 w 263"/>
                <a:gd name="T69" fmla="*/ 43 h 436"/>
                <a:gd name="T70" fmla="*/ 0 w 263"/>
                <a:gd name="T71" fmla="*/ 40 h 436"/>
                <a:gd name="T72" fmla="*/ 0 w 263"/>
                <a:gd name="T73" fmla="*/ 37 h 436"/>
                <a:gd name="T74" fmla="*/ 0 w 263"/>
                <a:gd name="T75" fmla="*/ 33 h 436"/>
                <a:gd name="T76" fmla="*/ 0 w 263"/>
                <a:gd name="T77" fmla="*/ 30 h 436"/>
                <a:gd name="T78" fmla="*/ 1 w 263"/>
                <a:gd name="T79" fmla="*/ 27 h 436"/>
                <a:gd name="T80" fmla="*/ 2 w 263"/>
                <a:gd name="T81" fmla="*/ 24 h 436"/>
                <a:gd name="T82" fmla="*/ 4 w 263"/>
                <a:gd name="T83" fmla="*/ 23 h 436"/>
                <a:gd name="T84" fmla="*/ 6 w 263"/>
                <a:gd name="T85" fmla="*/ 21 h 436"/>
                <a:gd name="T86" fmla="*/ 8 w 263"/>
                <a:gd name="T87" fmla="*/ 20 h 436"/>
                <a:gd name="T88" fmla="*/ 10 w 263"/>
                <a:gd name="T89" fmla="*/ 18 h 436"/>
                <a:gd name="T90" fmla="*/ 12 w 263"/>
                <a:gd name="T91" fmla="*/ 17 h 436"/>
                <a:gd name="T92" fmla="*/ 13 w 263"/>
                <a:gd name="T93" fmla="*/ 15 h 436"/>
                <a:gd name="T94" fmla="*/ 15 w 263"/>
                <a:gd name="T95" fmla="*/ 14 h 436"/>
                <a:gd name="T96" fmla="*/ 17 w 263"/>
                <a:gd name="T97" fmla="*/ 12 h 436"/>
                <a:gd name="T98" fmla="*/ 19 w 263"/>
                <a:gd name="T99" fmla="*/ 10 h 436"/>
                <a:gd name="T100" fmla="*/ 21 w 263"/>
                <a:gd name="T101" fmla="*/ 9 h 436"/>
                <a:gd name="T102" fmla="*/ 22 w 263"/>
                <a:gd name="T103" fmla="*/ 7 h 436"/>
                <a:gd name="T104" fmla="*/ 24 w 263"/>
                <a:gd name="T105" fmla="*/ 6 h 436"/>
                <a:gd name="T106" fmla="*/ 26 w 263"/>
                <a:gd name="T107" fmla="*/ 5 h 436"/>
                <a:gd name="T108" fmla="*/ 28 w 263"/>
                <a:gd name="T109" fmla="*/ 3 h 436"/>
                <a:gd name="T110" fmla="*/ 30 w 263"/>
                <a:gd name="T111" fmla="*/ 2 h 436"/>
                <a:gd name="T112" fmla="*/ 31 w 263"/>
                <a:gd name="T113" fmla="*/ 0 h 436"/>
                <a:gd name="T114" fmla="*/ 32 w 263"/>
                <a:gd name="T115" fmla="*/ 1 h 436"/>
                <a:gd name="T116" fmla="*/ 32 w 263"/>
                <a:gd name="T117" fmla="*/ 2 h 436"/>
                <a:gd name="T118" fmla="*/ 32 w 263"/>
                <a:gd name="T119" fmla="*/ 3 h 436"/>
                <a:gd name="T120" fmla="*/ 32 w 263"/>
                <a:gd name="T121" fmla="*/ 4 h 4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63"/>
                <a:gd name="T184" fmla="*/ 0 h 436"/>
                <a:gd name="T185" fmla="*/ 263 w 263"/>
                <a:gd name="T186" fmla="*/ 436 h 4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63" h="436">
                  <a:moveTo>
                    <a:pt x="263" y="27"/>
                  </a:moveTo>
                  <a:lnTo>
                    <a:pt x="250" y="39"/>
                  </a:lnTo>
                  <a:lnTo>
                    <a:pt x="238" y="49"/>
                  </a:lnTo>
                  <a:lnTo>
                    <a:pt x="226" y="61"/>
                  </a:lnTo>
                  <a:lnTo>
                    <a:pt x="213" y="72"/>
                  </a:lnTo>
                  <a:lnTo>
                    <a:pt x="201" y="84"/>
                  </a:lnTo>
                  <a:lnTo>
                    <a:pt x="188" y="94"/>
                  </a:lnTo>
                  <a:lnTo>
                    <a:pt x="176" y="106"/>
                  </a:lnTo>
                  <a:lnTo>
                    <a:pt x="164" y="117"/>
                  </a:lnTo>
                  <a:lnTo>
                    <a:pt x="151" y="129"/>
                  </a:lnTo>
                  <a:lnTo>
                    <a:pt x="138" y="139"/>
                  </a:lnTo>
                  <a:lnTo>
                    <a:pt x="126" y="151"/>
                  </a:lnTo>
                  <a:lnTo>
                    <a:pt x="113" y="161"/>
                  </a:lnTo>
                  <a:lnTo>
                    <a:pt x="100" y="171"/>
                  </a:lnTo>
                  <a:lnTo>
                    <a:pt x="88" y="182"/>
                  </a:lnTo>
                  <a:lnTo>
                    <a:pt x="75" y="192"/>
                  </a:lnTo>
                  <a:lnTo>
                    <a:pt x="61" y="203"/>
                  </a:lnTo>
                  <a:lnTo>
                    <a:pt x="50" y="229"/>
                  </a:lnTo>
                  <a:lnTo>
                    <a:pt x="44" y="256"/>
                  </a:lnTo>
                  <a:lnTo>
                    <a:pt x="42" y="283"/>
                  </a:lnTo>
                  <a:lnTo>
                    <a:pt x="43" y="312"/>
                  </a:lnTo>
                  <a:lnTo>
                    <a:pt x="44" y="341"/>
                  </a:lnTo>
                  <a:lnTo>
                    <a:pt x="45" y="370"/>
                  </a:lnTo>
                  <a:lnTo>
                    <a:pt x="44" y="398"/>
                  </a:lnTo>
                  <a:lnTo>
                    <a:pt x="39" y="427"/>
                  </a:lnTo>
                  <a:lnTo>
                    <a:pt x="34" y="433"/>
                  </a:lnTo>
                  <a:lnTo>
                    <a:pt x="28" y="436"/>
                  </a:lnTo>
                  <a:lnTo>
                    <a:pt x="21" y="436"/>
                  </a:lnTo>
                  <a:lnTo>
                    <a:pt x="14" y="433"/>
                  </a:lnTo>
                  <a:lnTo>
                    <a:pt x="9" y="424"/>
                  </a:lnTo>
                  <a:lnTo>
                    <a:pt x="9" y="412"/>
                  </a:lnTo>
                  <a:lnTo>
                    <a:pt x="8" y="402"/>
                  </a:lnTo>
                  <a:lnTo>
                    <a:pt x="0" y="394"/>
                  </a:lnTo>
                  <a:lnTo>
                    <a:pt x="3" y="368"/>
                  </a:lnTo>
                  <a:lnTo>
                    <a:pt x="4" y="342"/>
                  </a:lnTo>
                  <a:lnTo>
                    <a:pt x="3" y="315"/>
                  </a:lnTo>
                  <a:lnTo>
                    <a:pt x="3" y="289"/>
                  </a:lnTo>
                  <a:lnTo>
                    <a:pt x="3" y="262"/>
                  </a:lnTo>
                  <a:lnTo>
                    <a:pt x="5" y="237"/>
                  </a:lnTo>
                  <a:lnTo>
                    <a:pt x="12" y="212"/>
                  </a:lnTo>
                  <a:lnTo>
                    <a:pt x="22" y="189"/>
                  </a:lnTo>
                  <a:lnTo>
                    <a:pt x="37" y="177"/>
                  </a:lnTo>
                  <a:lnTo>
                    <a:pt x="52" y="166"/>
                  </a:lnTo>
                  <a:lnTo>
                    <a:pt x="67" y="154"/>
                  </a:lnTo>
                  <a:lnTo>
                    <a:pt x="82" y="141"/>
                  </a:lnTo>
                  <a:lnTo>
                    <a:pt x="97" y="130"/>
                  </a:lnTo>
                  <a:lnTo>
                    <a:pt x="111" y="117"/>
                  </a:lnTo>
                  <a:lnTo>
                    <a:pt x="126" y="106"/>
                  </a:lnTo>
                  <a:lnTo>
                    <a:pt x="141" y="93"/>
                  </a:lnTo>
                  <a:lnTo>
                    <a:pt x="155" y="80"/>
                  </a:lnTo>
                  <a:lnTo>
                    <a:pt x="168" y="69"/>
                  </a:lnTo>
                  <a:lnTo>
                    <a:pt x="183" y="56"/>
                  </a:lnTo>
                  <a:lnTo>
                    <a:pt x="197" y="45"/>
                  </a:lnTo>
                  <a:lnTo>
                    <a:pt x="212" y="33"/>
                  </a:lnTo>
                  <a:lnTo>
                    <a:pt x="226" y="22"/>
                  </a:lnTo>
                  <a:lnTo>
                    <a:pt x="240" y="10"/>
                  </a:lnTo>
                  <a:lnTo>
                    <a:pt x="255" y="0"/>
                  </a:lnTo>
                  <a:lnTo>
                    <a:pt x="259" y="4"/>
                  </a:lnTo>
                  <a:lnTo>
                    <a:pt x="263" y="11"/>
                  </a:lnTo>
                  <a:lnTo>
                    <a:pt x="263" y="19"/>
                  </a:lnTo>
                  <a:lnTo>
                    <a:pt x="26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2" name="Freeform 42">
              <a:extLst>
                <a:ext uri="{FF2B5EF4-FFF2-40B4-BE49-F238E27FC236}">
                  <a16:creationId xmlns:a16="http://schemas.microsoft.com/office/drawing/2014/main" id="{51B9BA16-6BB7-B24B-9854-58CBE3B4E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753"/>
              <a:ext cx="129" cy="212"/>
            </a:xfrm>
            <a:custGeom>
              <a:avLst/>
              <a:gdLst>
                <a:gd name="T0" fmla="*/ 15 w 258"/>
                <a:gd name="T1" fmla="*/ 1 h 424"/>
                <a:gd name="T2" fmla="*/ 17 w 258"/>
                <a:gd name="T3" fmla="*/ 1 h 424"/>
                <a:gd name="T4" fmla="*/ 16 w 258"/>
                <a:gd name="T5" fmla="*/ 4 h 424"/>
                <a:gd name="T6" fmla="*/ 14 w 258"/>
                <a:gd name="T7" fmla="*/ 9 h 424"/>
                <a:gd name="T8" fmla="*/ 12 w 258"/>
                <a:gd name="T9" fmla="*/ 13 h 424"/>
                <a:gd name="T10" fmla="*/ 9 w 258"/>
                <a:gd name="T11" fmla="*/ 18 h 424"/>
                <a:gd name="T12" fmla="*/ 9 w 258"/>
                <a:gd name="T13" fmla="*/ 21 h 424"/>
                <a:gd name="T14" fmla="*/ 12 w 258"/>
                <a:gd name="T15" fmla="*/ 22 h 424"/>
                <a:gd name="T16" fmla="*/ 15 w 258"/>
                <a:gd name="T17" fmla="*/ 22 h 424"/>
                <a:gd name="T18" fmla="*/ 18 w 258"/>
                <a:gd name="T19" fmla="*/ 23 h 424"/>
                <a:gd name="T20" fmla="*/ 22 w 258"/>
                <a:gd name="T21" fmla="*/ 23 h 424"/>
                <a:gd name="T22" fmla="*/ 25 w 258"/>
                <a:gd name="T23" fmla="*/ 23 h 424"/>
                <a:gd name="T24" fmla="*/ 28 w 258"/>
                <a:gd name="T25" fmla="*/ 24 h 424"/>
                <a:gd name="T26" fmla="*/ 31 w 258"/>
                <a:gd name="T27" fmla="*/ 25 h 424"/>
                <a:gd name="T28" fmla="*/ 32 w 258"/>
                <a:gd name="T29" fmla="*/ 27 h 424"/>
                <a:gd name="T30" fmla="*/ 29 w 258"/>
                <a:gd name="T31" fmla="*/ 27 h 424"/>
                <a:gd name="T32" fmla="*/ 27 w 258"/>
                <a:gd name="T33" fmla="*/ 27 h 424"/>
                <a:gd name="T34" fmla="*/ 24 w 258"/>
                <a:gd name="T35" fmla="*/ 26 h 424"/>
                <a:gd name="T36" fmla="*/ 20 w 258"/>
                <a:gd name="T37" fmla="*/ 26 h 424"/>
                <a:gd name="T38" fmla="*/ 16 w 258"/>
                <a:gd name="T39" fmla="*/ 25 h 424"/>
                <a:gd name="T40" fmla="*/ 10 w 258"/>
                <a:gd name="T41" fmla="*/ 25 h 424"/>
                <a:gd name="T42" fmla="*/ 6 w 258"/>
                <a:gd name="T43" fmla="*/ 26 h 424"/>
                <a:gd name="T44" fmla="*/ 6 w 258"/>
                <a:gd name="T45" fmla="*/ 53 h 424"/>
                <a:gd name="T46" fmla="*/ 5 w 258"/>
                <a:gd name="T47" fmla="*/ 53 h 424"/>
                <a:gd name="T48" fmla="*/ 4 w 258"/>
                <a:gd name="T49" fmla="*/ 53 h 424"/>
                <a:gd name="T50" fmla="*/ 1 w 258"/>
                <a:gd name="T51" fmla="*/ 46 h 424"/>
                <a:gd name="T52" fmla="*/ 0 w 258"/>
                <a:gd name="T53" fmla="*/ 39 h 424"/>
                <a:gd name="T54" fmla="*/ 1 w 258"/>
                <a:gd name="T55" fmla="*/ 31 h 424"/>
                <a:gd name="T56" fmla="*/ 1 w 258"/>
                <a:gd name="T57" fmla="*/ 23 h 424"/>
                <a:gd name="T58" fmla="*/ 4 w 258"/>
                <a:gd name="T59" fmla="*/ 18 h 424"/>
                <a:gd name="T60" fmla="*/ 7 w 258"/>
                <a:gd name="T61" fmla="*/ 13 h 424"/>
                <a:gd name="T62" fmla="*/ 10 w 258"/>
                <a:gd name="T63" fmla="*/ 7 h 424"/>
                <a:gd name="T64" fmla="*/ 13 w 258"/>
                <a:gd name="T65" fmla="*/ 2 h 424"/>
                <a:gd name="T66" fmla="*/ 14 w 258"/>
                <a:gd name="T67" fmla="*/ 1 h 4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424"/>
                <a:gd name="T104" fmla="*/ 258 w 258"/>
                <a:gd name="T105" fmla="*/ 424 h 4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424">
                  <a:moveTo>
                    <a:pt x="113" y="3"/>
                  </a:moveTo>
                  <a:lnTo>
                    <a:pt x="118" y="1"/>
                  </a:lnTo>
                  <a:lnTo>
                    <a:pt x="123" y="3"/>
                  </a:lnTo>
                  <a:lnTo>
                    <a:pt x="129" y="6"/>
                  </a:lnTo>
                  <a:lnTo>
                    <a:pt x="134" y="8"/>
                  </a:lnTo>
                  <a:lnTo>
                    <a:pt x="126" y="27"/>
                  </a:lnTo>
                  <a:lnTo>
                    <a:pt x="117" y="45"/>
                  </a:lnTo>
                  <a:lnTo>
                    <a:pt x="109" y="65"/>
                  </a:lnTo>
                  <a:lnTo>
                    <a:pt x="100" y="83"/>
                  </a:lnTo>
                  <a:lnTo>
                    <a:pt x="91" y="102"/>
                  </a:lnTo>
                  <a:lnTo>
                    <a:pt x="80" y="120"/>
                  </a:lnTo>
                  <a:lnTo>
                    <a:pt x="70" y="137"/>
                  </a:lnTo>
                  <a:lnTo>
                    <a:pt x="57" y="155"/>
                  </a:lnTo>
                  <a:lnTo>
                    <a:pt x="70" y="162"/>
                  </a:lnTo>
                  <a:lnTo>
                    <a:pt x="83" y="166"/>
                  </a:lnTo>
                  <a:lnTo>
                    <a:pt x="95" y="170"/>
                  </a:lnTo>
                  <a:lnTo>
                    <a:pt x="108" y="172"/>
                  </a:lnTo>
                  <a:lnTo>
                    <a:pt x="121" y="174"/>
                  </a:lnTo>
                  <a:lnTo>
                    <a:pt x="132" y="175"/>
                  </a:lnTo>
                  <a:lnTo>
                    <a:pt x="145" y="177"/>
                  </a:lnTo>
                  <a:lnTo>
                    <a:pt x="158" y="177"/>
                  </a:lnTo>
                  <a:lnTo>
                    <a:pt x="170" y="178"/>
                  </a:lnTo>
                  <a:lnTo>
                    <a:pt x="183" y="179"/>
                  </a:lnTo>
                  <a:lnTo>
                    <a:pt x="194" y="181"/>
                  </a:lnTo>
                  <a:lnTo>
                    <a:pt x="207" y="182"/>
                  </a:lnTo>
                  <a:lnTo>
                    <a:pt x="220" y="186"/>
                  </a:lnTo>
                  <a:lnTo>
                    <a:pt x="232" y="190"/>
                  </a:lnTo>
                  <a:lnTo>
                    <a:pt x="245" y="196"/>
                  </a:lnTo>
                  <a:lnTo>
                    <a:pt x="258" y="203"/>
                  </a:lnTo>
                  <a:lnTo>
                    <a:pt x="250" y="212"/>
                  </a:lnTo>
                  <a:lnTo>
                    <a:pt x="242" y="216"/>
                  </a:lnTo>
                  <a:lnTo>
                    <a:pt x="231" y="217"/>
                  </a:lnTo>
                  <a:lnTo>
                    <a:pt x="221" y="216"/>
                  </a:lnTo>
                  <a:lnTo>
                    <a:pt x="211" y="212"/>
                  </a:lnTo>
                  <a:lnTo>
                    <a:pt x="200" y="209"/>
                  </a:lnTo>
                  <a:lnTo>
                    <a:pt x="190" y="206"/>
                  </a:lnTo>
                  <a:lnTo>
                    <a:pt x="179" y="205"/>
                  </a:lnTo>
                  <a:lnTo>
                    <a:pt x="161" y="204"/>
                  </a:lnTo>
                  <a:lnTo>
                    <a:pt x="143" y="202"/>
                  </a:lnTo>
                  <a:lnTo>
                    <a:pt x="122" y="197"/>
                  </a:lnTo>
                  <a:lnTo>
                    <a:pt x="101" y="195"/>
                  </a:lnTo>
                  <a:lnTo>
                    <a:pt x="81" y="194"/>
                  </a:lnTo>
                  <a:lnTo>
                    <a:pt x="63" y="196"/>
                  </a:lnTo>
                  <a:lnTo>
                    <a:pt x="46" y="203"/>
                  </a:lnTo>
                  <a:lnTo>
                    <a:pt x="32" y="217"/>
                  </a:lnTo>
                  <a:lnTo>
                    <a:pt x="49" y="418"/>
                  </a:lnTo>
                  <a:lnTo>
                    <a:pt x="45" y="421"/>
                  </a:lnTo>
                  <a:lnTo>
                    <a:pt x="40" y="423"/>
                  </a:lnTo>
                  <a:lnTo>
                    <a:pt x="35" y="424"/>
                  </a:lnTo>
                  <a:lnTo>
                    <a:pt x="30" y="424"/>
                  </a:lnTo>
                  <a:lnTo>
                    <a:pt x="14" y="397"/>
                  </a:lnTo>
                  <a:lnTo>
                    <a:pt x="4" y="368"/>
                  </a:lnTo>
                  <a:lnTo>
                    <a:pt x="0" y="338"/>
                  </a:lnTo>
                  <a:lnTo>
                    <a:pt x="0" y="307"/>
                  </a:lnTo>
                  <a:lnTo>
                    <a:pt x="1" y="276"/>
                  </a:lnTo>
                  <a:lnTo>
                    <a:pt x="3" y="243"/>
                  </a:lnTo>
                  <a:lnTo>
                    <a:pt x="4" y="211"/>
                  </a:lnTo>
                  <a:lnTo>
                    <a:pt x="4" y="180"/>
                  </a:lnTo>
                  <a:lnTo>
                    <a:pt x="17" y="160"/>
                  </a:lnTo>
                  <a:lnTo>
                    <a:pt x="31" y="140"/>
                  </a:lnTo>
                  <a:lnTo>
                    <a:pt x="43" y="120"/>
                  </a:lnTo>
                  <a:lnTo>
                    <a:pt x="55" y="98"/>
                  </a:lnTo>
                  <a:lnTo>
                    <a:pt x="68" y="77"/>
                  </a:lnTo>
                  <a:lnTo>
                    <a:pt x="79" y="57"/>
                  </a:lnTo>
                  <a:lnTo>
                    <a:pt x="90" y="35"/>
                  </a:lnTo>
                  <a:lnTo>
                    <a:pt x="101" y="14"/>
                  </a:lnTo>
                  <a:lnTo>
                    <a:pt x="113" y="0"/>
                  </a:lnTo>
                  <a:lnTo>
                    <a:pt x="1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3" name="Freeform 43">
              <a:extLst>
                <a:ext uri="{FF2B5EF4-FFF2-40B4-BE49-F238E27FC236}">
                  <a16:creationId xmlns:a16="http://schemas.microsoft.com/office/drawing/2014/main" id="{31EA62D6-7C39-B649-B756-E07D5334F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796"/>
              <a:ext cx="152" cy="203"/>
            </a:xfrm>
            <a:custGeom>
              <a:avLst/>
              <a:gdLst>
                <a:gd name="T0" fmla="*/ 36 w 303"/>
                <a:gd name="T1" fmla="*/ 4 h 406"/>
                <a:gd name="T2" fmla="*/ 36 w 303"/>
                <a:gd name="T3" fmla="*/ 13 h 406"/>
                <a:gd name="T4" fmla="*/ 37 w 303"/>
                <a:gd name="T5" fmla="*/ 23 h 406"/>
                <a:gd name="T6" fmla="*/ 38 w 303"/>
                <a:gd name="T7" fmla="*/ 32 h 406"/>
                <a:gd name="T8" fmla="*/ 38 w 303"/>
                <a:gd name="T9" fmla="*/ 42 h 406"/>
                <a:gd name="T10" fmla="*/ 38 w 303"/>
                <a:gd name="T11" fmla="*/ 44 h 406"/>
                <a:gd name="T12" fmla="*/ 37 w 303"/>
                <a:gd name="T13" fmla="*/ 46 h 406"/>
                <a:gd name="T14" fmla="*/ 36 w 303"/>
                <a:gd name="T15" fmla="*/ 47 h 406"/>
                <a:gd name="T16" fmla="*/ 36 w 303"/>
                <a:gd name="T17" fmla="*/ 49 h 406"/>
                <a:gd name="T18" fmla="*/ 34 w 303"/>
                <a:gd name="T19" fmla="*/ 50 h 406"/>
                <a:gd name="T20" fmla="*/ 32 w 303"/>
                <a:gd name="T21" fmla="*/ 50 h 406"/>
                <a:gd name="T22" fmla="*/ 30 w 303"/>
                <a:gd name="T23" fmla="*/ 51 h 406"/>
                <a:gd name="T24" fmla="*/ 28 w 303"/>
                <a:gd name="T25" fmla="*/ 51 h 406"/>
                <a:gd name="T26" fmla="*/ 26 w 303"/>
                <a:gd name="T27" fmla="*/ 51 h 406"/>
                <a:gd name="T28" fmla="*/ 24 w 303"/>
                <a:gd name="T29" fmla="*/ 51 h 406"/>
                <a:gd name="T30" fmla="*/ 22 w 303"/>
                <a:gd name="T31" fmla="*/ 51 h 406"/>
                <a:gd name="T32" fmla="*/ 20 w 303"/>
                <a:gd name="T33" fmla="*/ 51 h 406"/>
                <a:gd name="T34" fmla="*/ 18 w 303"/>
                <a:gd name="T35" fmla="*/ 51 h 406"/>
                <a:gd name="T36" fmla="*/ 16 w 303"/>
                <a:gd name="T37" fmla="*/ 51 h 406"/>
                <a:gd name="T38" fmla="*/ 14 w 303"/>
                <a:gd name="T39" fmla="*/ 51 h 406"/>
                <a:gd name="T40" fmla="*/ 12 w 303"/>
                <a:gd name="T41" fmla="*/ 51 h 406"/>
                <a:gd name="T42" fmla="*/ 10 w 303"/>
                <a:gd name="T43" fmla="*/ 50 h 406"/>
                <a:gd name="T44" fmla="*/ 8 w 303"/>
                <a:gd name="T45" fmla="*/ 50 h 406"/>
                <a:gd name="T46" fmla="*/ 6 w 303"/>
                <a:gd name="T47" fmla="*/ 50 h 406"/>
                <a:gd name="T48" fmla="*/ 4 w 303"/>
                <a:gd name="T49" fmla="*/ 50 h 406"/>
                <a:gd name="T50" fmla="*/ 3 w 303"/>
                <a:gd name="T51" fmla="*/ 50 h 406"/>
                <a:gd name="T52" fmla="*/ 3 w 303"/>
                <a:gd name="T53" fmla="*/ 50 h 406"/>
                <a:gd name="T54" fmla="*/ 2 w 303"/>
                <a:gd name="T55" fmla="*/ 50 h 406"/>
                <a:gd name="T56" fmla="*/ 1 w 303"/>
                <a:gd name="T57" fmla="*/ 49 h 406"/>
                <a:gd name="T58" fmla="*/ 1 w 303"/>
                <a:gd name="T59" fmla="*/ 49 h 406"/>
                <a:gd name="T60" fmla="*/ 0 w 303"/>
                <a:gd name="T61" fmla="*/ 48 h 406"/>
                <a:gd name="T62" fmla="*/ 0 w 303"/>
                <a:gd name="T63" fmla="*/ 48 h 406"/>
                <a:gd name="T64" fmla="*/ 1 w 303"/>
                <a:gd name="T65" fmla="*/ 47 h 406"/>
                <a:gd name="T66" fmla="*/ 3 w 303"/>
                <a:gd name="T67" fmla="*/ 47 h 406"/>
                <a:gd name="T68" fmla="*/ 4 w 303"/>
                <a:gd name="T69" fmla="*/ 47 h 406"/>
                <a:gd name="T70" fmla="*/ 6 w 303"/>
                <a:gd name="T71" fmla="*/ 47 h 406"/>
                <a:gd name="T72" fmla="*/ 8 w 303"/>
                <a:gd name="T73" fmla="*/ 47 h 406"/>
                <a:gd name="T74" fmla="*/ 10 w 303"/>
                <a:gd name="T75" fmla="*/ 47 h 406"/>
                <a:gd name="T76" fmla="*/ 12 w 303"/>
                <a:gd name="T77" fmla="*/ 47 h 406"/>
                <a:gd name="T78" fmla="*/ 14 w 303"/>
                <a:gd name="T79" fmla="*/ 47 h 406"/>
                <a:gd name="T80" fmla="*/ 16 w 303"/>
                <a:gd name="T81" fmla="*/ 47 h 406"/>
                <a:gd name="T82" fmla="*/ 18 w 303"/>
                <a:gd name="T83" fmla="*/ 47 h 406"/>
                <a:gd name="T84" fmla="*/ 20 w 303"/>
                <a:gd name="T85" fmla="*/ 47 h 406"/>
                <a:gd name="T86" fmla="*/ 22 w 303"/>
                <a:gd name="T87" fmla="*/ 46 h 406"/>
                <a:gd name="T88" fmla="*/ 24 w 303"/>
                <a:gd name="T89" fmla="*/ 46 h 406"/>
                <a:gd name="T90" fmla="*/ 25 w 303"/>
                <a:gd name="T91" fmla="*/ 46 h 406"/>
                <a:gd name="T92" fmla="*/ 27 w 303"/>
                <a:gd name="T93" fmla="*/ 45 h 406"/>
                <a:gd name="T94" fmla="*/ 29 w 303"/>
                <a:gd name="T95" fmla="*/ 44 h 406"/>
                <a:gd name="T96" fmla="*/ 30 w 303"/>
                <a:gd name="T97" fmla="*/ 43 h 406"/>
                <a:gd name="T98" fmla="*/ 32 w 303"/>
                <a:gd name="T99" fmla="*/ 40 h 406"/>
                <a:gd name="T100" fmla="*/ 33 w 303"/>
                <a:gd name="T101" fmla="*/ 30 h 406"/>
                <a:gd name="T102" fmla="*/ 33 w 303"/>
                <a:gd name="T103" fmla="*/ 21 h 406"/>
                <a:gd name="T104" fmla="*/ 33 w 303"/>
                <a:gd name="T105" fmla="*/ 11 h 406"/>
                <a:gd name="T106" fmla="*/ 32 w 303"/>
                <a:gd name="T107" fmla="*/ 2 h 406"/>
                <a:gd name="T108" fmla="*/ 33 w 303"/>
                <a:gd name="T109" fmla="*/ 0 h 406"/>
                <a:gd name="T110" fmla="*/ 34 w 303"/>
                <a:gd name="T111" fmla="*/ 1 h 406"/>
                <a:gd name="T112" fmla="*/ 35 w 303"/>
                <a:gd name="T113" fmla="*/ 2 h 406"/>
                <a:gd name="T114" fmla="*/ 35 w 303"/>
                <a:gd name="T115" fmla="*/ 3 h 406"/>
                <a:gd name="T116" fmla="*/ 36 w 303"/>
                <a:gd name="T117" fmla="*/ 4 h 40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03"/>
                <a:gd name="T178" fmla="*/ 0 h 406"/>
                <a:gd name="T179" fmla="*/ 303 w 303"/>
                <a:gd name="T180" fmla="*/ 406 h 40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03" h="406">
                  <a:moveTo>
                    <a:pt x="284" y="26"/>
                  </a:moveTo>
                  <a:lnTo>
                    <a:pt x="287" y="104"/>
                  </a:lnTo>
                  <a:lnTo>
                    <a:pt x="295" y="179"/>
                  </a:lnTo>
                  <a:lnTo>
                    <a:pt x="302" y="256"/>
                  </a:lnTo>
                  <a:lnTo>
                    <a:pt x="303" y="336"/>
                  </a:lnTo>
                  <a:lnTo>
                    <a:pt x="302" y="350"/>
                  </a:lnTo>
                  <a:lnTo>
                    <a:pt x="296" y="362"/>
                  </a:lnTo>
                  <a:lnTo>
                    <a:pt x="288" y="375"/>
                  </a:lnTo>
                  <a:lnTo>
                    <a:pt x="281" y="386"/>
                  </a:lnTo>
                  <a:lnTo>
                    <a:pt x="267" y="393"/>
                  </a:lnTo>
                  <a:lnTo>
                    <a:pt x="252" y="398"/>
                  </a:lnTo>
                  <a:lnTo>
                    <a:pt x="237" y="401"/>
                  </a:lnTo>
                  <a:lnTo>
                    <a:pt x="222" y="404"/>
                  </a:lnTo>
                  <a:lnTo>
                    <a:pt x="206" y="405"/>
                  </a:lnTo>
                  <a:lnTo>
                    <a:pt x="190" y="406"/>
                  </a:lnTo>
                  <a:lnTo>
                    <a:pt x="173" y="406"/>
                  </a:lnTo>
                  <a:lnTo>
                    <a:pt x="157" y="405"/>
                  </a:lnTo>
                  <a:lnTo>
                    <a:pt x="140" y="405"/>
                  </a:lnTo>
                  <a:lnTo>
                    <a:pt x="123" y="404"/>
                  </a:lnTo>
                  <a:lnTo>
                    <a:pt x="106" y="403"/>
                  </a:lnTo>
                  <a:lnTo>
                    <a:pt x="90" y="401"/>
                  </a:lnTo>
                  <a:lnTo>
                    <a:pt x="74" y="400"/>
                  </a:lnTo>
                  <a:lnTo>
                    <a:pt x="58" y="399"/>
                  </a:lnTo>
                  <a:lnTo>
                    <a:pt x="43" y="399"/>
                  </a:lnTo>
                  <a:lnTo>
                    <a:pt x="28" y="400"/>
                  </a:lnTo>
                  <a:lnTo>
                    <a:pt x="23" y="398"/>
                  </a:lnTo>
                  <a:lnTo>
                    <a:pt x="19" y="396"/>
                  </a:lnTo>
                  <a:lnTo>
                    <a:pt x="13" y="393"/>
                  </a:lnTo>
                  <a:lnTo>
                    <a:pt x="7" y="391"/>
                  </a:lnTo>
                  <a:lnTo>
                    <a:pt x="2" y="388"/>
                  </a:lnTo>
                  <a:lnTo>
                    <a:pt x="0" y="384"/>
                  </a:lnTo>
                  <a:lnTo>
                    <a:pt x="0" y="380"/>
                  </a:lnTo>
                  <a:lnTo>
                    <a:pt x="4" y="373"/>
                  </a:lnTo>
                  <a:lnTo>
                    <a:pt x="19" y="373"/>
                  </a:lnTo>
                  <a:lnTo>
                    <a:pt x="32" y="374"/>
                  </a:lnTo>
                  <a:lnTo>
                    <a:pt x="48" y="374"/>
                  </a:lnTo>
                  <a:lnTo>
                    <a:pt x="63" y="375"/>
                  </a:lnTo>
                  <a:lnTo>
                    <a:pt x="78" y="375"/>
                  </a:lnTo>
                  <a:lnTo>
                    <a:pt x="95" y="375"/>
                  </a:lnTo>
                  <a:lnTo>
                    <a:pt x="110" y="375"/>
                  </a:lnTo>
                  <a:lnTo>
                    <a:pt x="126" y="374"/>
                  </a:lnTo>
                  <a:lnTo>
                    <a:pt x="141" y="373"/>
                  </a:lnTo>
                  <a:lnTo>
                    <a:pt x="156" y="371"/>
                  </a:lnTo>
                  <a:lnTo>
                    <a:pt x="171" y="368"/>
                  </a:lnTo>
                  <a:lnTo>
                    <a:pt x="186" y="365"/>
                  </a:lnTo>
                  <a:lnTo>
                    <a:pt x="199" y="361"/>
                  </a:lnTo>
                  <a:lnTo>
                    <a:pt x="213" y="355"/>
                  </a:lnTo>
                  <a:lnTo>
                    <a:pt x="226" y="350"/>
                  </a:lnTo>
                  <a:lnTo>
                    <a:pt x="239" y="342"/>
                  </a:lnTo>
                  <a:lnTo>
                    <a:pt x="254" y="317"/>
                  </a:lnTo>
                  <a:lnTo>
                    <a:pt x="257" y="241"/>
                  </a:lnTo>
                  <a:lnTo>
                    <a:pt x="260" y="164"/>
                  </a:lnTo>
                  <a:lnTo>
                    <a:pt x="260" y="88"/>
                  </a:lnTo>
                  <a:lnTo>
                    <a:pt x="256" y="12"/>
                  </a:lnTo>
                  <a:lnTo>
                    <a:pt x="262" y="0"/>
                  </a:lnTo>
                  <a:lnTo>
                    <a:pt x="269" y="5"/>
                  </a:lnTo>
                  <a:lnTo>
                    <a:pt x="274" y="11"/>
                  </a:lnTo>
                  <a:lnTo>
                    <a:pt x="280" y="18"/>
                  </a:lnTo>
                  <a:lnTo>
                    <a:pt x="28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4" name="Freeform 44">
              <a:extLst>
                <a:ext uri="{FF2B5EF4-FFF2-40B4-BE49-F238E27FC236}">
                  <a16:creationId xmlns:a16="http://schemas.microsoft.com/office/drawing/2014/main" id="{92060797-C6EC-CC46-A742-8AD17D0A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21"/>
              <a:ext cx="19" cy="35"/>
            </a:xfrm>
            <a:custGeom>
              <a:avLst/>
              <a:gdLst>
                <a:gd name="T0" fmla="*/ 4 w 39"/>
                <a:gd name="T1" fmla="*/ 9 h 70"/>
                <a:gd name="T2" fmla="*/ 2 w 39"/>
                <a:gd name="T3" fmla="*/ 9 h 70"/>
                <a:gd name="T4" fmla="*/ 2 w 39"/>
                <a:gd name="T5" fmla="*/ 7 h 70"/>
                <a:gd name="T6" fmla="*/ 1 w 39"/>
                <a:gd name="T7" fmla="*/ 6 h 70"/>
                <a:gd name="T8" fmla="*/ 0 w 39"/>
                <a:gd name="T9" fmla="*/ 4 h 70"/>
                <a:gd name="T10" fmla="*/ 0 w 39"/>
                <a:gd name="T11" fmla="*/ 3 h 70"/>
                <a:gd name="T12" fmla="*/ 0 w 39"/>
                <a:gd name="T13" fmla="*/ 1 h 70"/>
                <a:gd name="T14" fmla="*/ 0 w 39"/>
                <a:gd name="T15" fmla="*/ 1 h 70"/>
                <a:gd name="T16" fmla="*/ 1 w 39"/>
                <a:gd name="T17" fmla="*/ 1 h 70"/>
                <a:gd name="T18" fmla="*/ 2 w 39"/>
                <a:gd name="T19" fmla="*/ 0 h 70"/>
                <a:gd name="T20" fmla="*/ 3 w 39"/>
                <a:gd name="T21" fmla="*/ 1 h 70"/>
                <a:gd name="T22" fmla="*/ 3 w 39"/>
                <a:gd name="T23" fmla="*/ 3 h 70"/>
                <a:gd name="T24" fmla="*/ 4 w 39"/>
                <a:gd name="T25" fmla="*/ 5 h 70"/>
                <a:gd name="T26" fmla="*/ 4 w 39"/>
                <a:gd name="T27" fmla="*/ 7 h 70"/>
                <a:gd name="T28" fmla="*/ 4 w 39"/>
                <a:gd name="T29" fmla="*/ 9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9"/>
                <a:gd name="T46" fmla="*/ 0 h 70"/>
                <a:gd name="T47" fmla="*/ 39 w 39"/>
                <a:gd name="T48" fmla="*/ 70 h 7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9" h="70">
                  <a:moveTo>
                    <a:pt x="39" y="68"/>
                  </a:moveTo>
                  <a:lnTo>
                    <a:pt x="20" y="70"/>
                  </a:lnTo>
                  <a:lnTo>
                    <a:pt x="16" y="56"/>
                  </a:lnTo>
                  <a:lnTo>
                    <a:pt x="10" y="44"/>
                  </a:lnTo>
                  <a:lnTo>
                    <a:pt x="6" y="31"/>
                  </a:lnTo>
                  <a:lnTo>
                    <a:pt x="6" y="17"/>
                  </a:lnTo>
                  <a:lnTo>
                    <a:pt x="0" y="8"/>
                  </a:lnTo>
                  <a:lnTo>
                    <a:pt x="6" y="5"/>
                  </a:lnTo>
                  <a:lnTo>
                    <a:pt x="13" y="1"/>
                  </a:lnTo>
                  <a:lnTo>
                    <a:pt x="19" y="0"/>
                  </a:lnTo>
                  <a:lnTo>
                    <a:pt x="25" y="3"/>
                  </a:lnTo>
                  <a:lnTo>
                    <a:pt x="29" y="20"/>
                  </a:lnTo>
                  <a:lnTo>
                    <a:pt x="35" y="36"/>
                  </a:lnTo>
                  <a:lnTo>
                    <a:pt x="39" y="52"/>
                  </a:lnTo>
                  <a:lnTo>
                    <a:pt x="39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5" name="Freeform 45">
              <a:extLst>
                <a:ext uri="{FF2B5EF4-FFF2-40B4-BE49-F238E27FC236}">
                  <a16:creationId xmlns:a16="http://schemas.microsoft.com/office/drawing/2014/main" id="{275D6307-7C66-8E4A-8A26-40C153BF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17"/>
              <a:ext cx="30" cy="76"/>
            </a:xfrm>
            <a:custGeom>
              <a:avLst/>
              <a:gdLst>
                <a:gd name="T0" fmla="*/ 7 w 61"/>
                <a:gd name="T1" fmla="*/ 2 h 154"/>
                <a:gd name="T2" fmla="*/ 3 w 61"/>
                <a:gd name="T3" fmla="*/ 17 h 154"/>
                <a:gd name="T4" fmla="*/ 2 w 61"/>
                <a:gd name="T5" fmla="*/ 18 h 154"/>
                <a:gd name="T6" fmla="*/ 2 w 61"/>
                <a:gd name="T7" fmla="*/ 18 h 154"/>
                <a:gd name="T8" fmla="*/ 1 w 61"/>
                <a:gd name="T9" fmla="*/ 19 h 154"/>
                <a:gd name="T10" fmla="*/ 1 w 61"/>
                <a:gd name="T11" fmla="*/ 19 h 154"/>
                <a:gd name="T12" fmla="*/ 0 w 61"/>
                <a:gd name="T13" fmla="*/ 17 h 154"/>
                <a:gd name="T14" fmla="*/ 0 w 61"/>
                <a:gd name="T15" fmla="*/ 15 h 154"/>
                <a:gd name="T16" fmla="*/ 0 w 61"/>
                <a:gd name="T17" fmla="*/ 13 h 154"/>
                <a:gd name="T18" fmla="*/ 0 w 61"/>
                <a:gd name="T19" fmla="*/ 11 h 154"/>
                <a:gd name="T20" fmla="*/ 1 w 61"/>
                <a:gd name="T21" fmla="*/ 11 h 154"/>
                <a:gd name="T22" fmla="*/ 2 w 61"/>
                <a:gd name="T23" fmla="*/ 8 h 154"/>
                <a:gd name="T24" fmla="*/ 3 w 61"/>
                <a:gd name="T25" fmla="*/ 5 h 154"/>
                <a:gd name="T26" fmla="*/ 3 w 61"/>
                <a:gd name="T27" fmla="*/ 2 h 154"/>
                <a:gd name="T28" fmla="*/ 5 w 61"/>
                <a:gd name="T29" fmla="*/ 0 h 154"/>
                <a:gd name="T30" fmla="*/ 6 w 61"/>
                <a:gd name="T31" fmla="*/ 0 h 154"/>
                <a:gd name="T32" fmla="*/ 6 w 61"/>
                <a:gd name="T33" fmla="*/ 0 h 154"/>
                <a:gd name="T34" fmla="*/ 7 w 61"/>
                <a:gd name="T35" fmla="*/ 1 h 154"/>
                <a:gd name="T36" fmla="*/ 7 w 61"/>
                <a:gd name="T37" fmla="*/ 2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1"/>
                <a:gd name="T58" fmla="*/ 0 h 154"/>
                <a:gd name="T59" fmla="*/ 61 w 61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1" h="154">
                  <a:moveTo>
                    <a:pt x="61" y="22"/>
                  </a:moveTo>
                  <a:lnTo>
                    <a:pt x="25" y="144"/>
                  </a:lnTo>
                  <a:lnTo>
                    <a:pt x="21" y="147"/>
                  </a:lnTo>
                  <a:lnTo>
                    <a:pt x="17" y="150"/>
                  </a:lnTo>
                  <a:lnTo>
                    <a:pt x="15" y="154"/>
                  </a:lnTo>
                  <a:lnTo>
                    <a:pt x="9" y="153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1" y="105"/>
                  </a:lnTo>
                  <a:lnTo>
                    <a:pt x="6" y="89"/>
                  </a:lnTo>
                  <a:lnTo>
                    <a:pt x="9" y="91"/>
                  </a:lnTo>
                  <a:lnTo>
                    <a:pt x="18" y="68"/>
                  </a:lnTo>
                  <a:lnTo>
                    <a:pt x="24" y="44"/>
                  </a:lnTo>
                  <a:lnTo>
                    <a:pt x="31" y="21"/>
                  </a:lnTo>
                  <a:lnTo>
                    <a:pt x="41" y="0"/>
                  </a:lnTo>
                  <a:lnTo>
                    <a:pt x="49" y="3"/>
                  </a:lnTo>
                  <a:lnTo>
                    <a:pt x="55" y="7"/>
                  </a:lnTo>
                  <a:lnTo>
                    <a:pt x="60" y="14"/>
                  </a:lnTo>
                  <a:lnTo>
                    <a:pt x="61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6" name="Freeform 46">
              <a:extLst>
                <a:ext uri="{FF2B5EF4-FFF2-40B4-BE49-F238E27FC236}">
                  <a16:creationId xmlns:a16="http://schemas.microsoft.com/office/drawing/2014/main" id="{C7CBF952-B6F8-3B4F-9407-DBA3515D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66"/>
              <a:ext cx="117" cy="32"/>
            </a:xfrm>
            <a:custGeom>
              <a:avLst/>
              <a:gdLst>
                <a:gd name="T0" fmla="*/ 29 w 233"/>
                <a:gd name="T1" fmla="*/ 5 h 63"/>
                <a:gd name="T2" fmla="*/ 30 w 233"/>
                <a:gd name="T3" fmla="*/ 6 h 63"/>
                <a:gd name="T4" fmla="*/ 29 w 233"/>
                <a:gd name="T5" fmla="*/ 7 h 63"/>
                <a:gd name="T6" fmla="*/ 28 w 233"/>
                <a:gd name="T7" fmla="*/ 8 h 63"/>
                <a:gd name="T8" fmla="*/ 27 w 233"/>
                <a:gd name="T9" fmla="*/ 8 h 63"/>
                <a:gd name="T10" fmla="*/ 26 w 233"/>
                <a:gd name="T11" fmla="*/ 8 h 63"/>
                <a:gd name="T12" fmla="*/ 25 w 233"/>
                <a:gd name="T13" fmla="*/ 8 h 63"/>
                <a:gd name="T14" fmla="*/ 23 w 233"/>
                <a:gd name="T15" fmla="*/ 8 h 63"/>
                <a:gd name="T16" fmla="*/ 22 w 233"/>
                <a:gd name="T17" fmla="*/ 8 h 63"/>
                <a:gd name="T18" fmla="*/ 19 w 233"/>
                <a:gd name="T19" fmla="*/ 8 h 63"/>
                <a:gd name="T20" fmla="*/ 16 w 233"/>
                <a:gd name="T21" fmla="*/ 8 h 63"/>
                <a:gd name="T22" fmla="*/ 13 w 233"/>
                <a:gd name="T23" fmla="*/ 8 h 63"/>
                <a:gd name="T24" fmla="*/ 10 w 233"/>
                <a:gd name="T25" fmla="*/ 7 h 63"/>
                <a:gd name="T26" fmla="*/ 8 w 233"/>
                <a:gd name="T27" fmla="*/ 6 h 63"/>
                <a:gd name="T28" fmla="*/ 5 w 233"/>
                <a:gd name="T29" fmla="*/ 5 h 63"/>
                <a:gd name="T30" fmla="*/ 3 w 233"/>
                <a:gd name="T31" fmla="*/ 4 h 63"/>
                <a:gd name="T32" fmla="*/ 0 w 233"/>
                <a:gd name="T33" fmla="*/ 2 h 63"/>
                <a:gd name="T34" fmla="*/ 0 w 233"/>
                <a:gd name="T35" fmla="*/ 1 h 63"/>
                <a:gd name="T36" fmla="*/ 2 w 233"/>
                <a:gd name="T37" fmla="*/ 1 h 63"/>
                <a:gd name="T38" fmla="*/ 2 w 233"/>
                <a:gd name="T39" fmla="*/ 0 h 63"/>
                <a:gd name="T40" fmla="*/ 3 w 233"/>
                <a:gd name="T41" fmla="*/ 1 h 63"/>
                <a:gd name="T42" fmla="*/ 5 w 233"/>
                <a:gd name="T43" fmla="*/ 1 h 63"/>
                <a:gd name="T44" fmla="*/ 7 w 233"/>
                <a:gd name="T45" fmla="*/ 1 h 63"/>
                <a:gd name="T46" fmla="*/ 9 w 233"/>
                <a:gd name="T47" fmla="*/ 2 h 63"/>
                <a:gd name="T48" fmla="*/ 10 w 233"/>
                <a:gd name="T49" fmla="*/ 2 h 63"/>
                <a:gd name="T50" fmla="*/ 12 w 233"/>
                <a:gd name="T51" fmla="*/ 2 h 63"/>
                <a:gd name="T52" fmla="*/ 14 w 233"/>
                <a:gd name="T53" fmla="*/ 2 h 63"/>
                <a:gd name="T54" fmla="*/ 16 w 233"/>
                <a:gd name="T55" fmla="*/ 2 h 63"/>
                <a:gd name="T56" fmla="*/ 17 w 233"/>
                <a:gd name="T57" fmla="*/ 2 h 63"/>
                <a:gd name="T58" fmla="*/ 19 w 233"/>
                <a:gd name="T59" fmla="*/ 2 h 63"/>
                <a:gd name="T60" fmla="*/ 21 w 233"/>
                <a:gd name="T61" fmla="*/ 3 h 63"/>
                <a:gd name="T62" fmla="*/ 23 w 233"/>
                <a:gd name="T63" fmla="*/ 3 h 63"/>
                <a:gd name="T64" fmla="*/ 24 w 233"/>
                <a:gd name="T65" fmla="*/ 3 h 63"/>
                <a:gd name="T66" fmla="*/ 26 w 233"/>
                <a:gd name="T67" fmla="*/ 4 h 63"/>
                <a:gd name="T68" fmla="*/ 28 w 233"/>
                <a:gd name="T69" fmla="*/ 4 h 63"/>
                <a:gd name="T70" fmla="*/ 29 w 233"/>
                <a:gd name="T71" fmla="*/ 5 h 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33"/>
                <a:gd name="T109" fmla="*/ 0 h 63"/>
                <a:gd name="T110" fmla="*/ 233 w 233"/>
                <a:gd name="T111" fmla="*/ 63 h 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33" h="63">
                  <a:moveTo>
                    <a:pt x="232" y="33"/>
                  </a:moveTo>
                  <a:lnTo>
                    <a:pt x="233" y="44"/>
                  </a:lnTo>
                  <a:lnTo>
                    <a:pt x="230" y="53"/>
                  </a:lnTo>
                  <a:lnTo>
                    <a:pt x="223" y="57"/>
                  </a:lnTo>
                  <a:lnTo>
                    <a:pt x="214" y="59"/>
                  </a:lnTo>
                  <a:lnTo>
                    <a:pt x="203" y="61"/>
                  </a:lnTo>
                  <a:lnTo>
                    <a:pt x="193" y="61"/>
                  </a:lnTo>
                  <a:lnTo>
                    <a:pt x="182" y="62"/>
                  </a:lnTo>
                  <a:lnTo>
                    <a:pt x="173" y="63"/>
                  </a:lnTo>
                  <a:lnTo>
                    <a:pt x="149" y="63"/>
                  </a:lnTo>
                  <a:lnTo>
                    <a:pt x="125" y="61"/>
                  </a:lnTo>
                  <a:lnTo>
                    <a:pt x="102" y="57"/>
                  </a:lnTo>
                  <a:lnTo>
                    <a:pt x="80" y="51"/>
                  </a:lnTo>
                  <a:lnTo>
                    <a:pt x="58" y="44"/>
                  </a:lnTo>
                  <a:lnTo>
                    <a:pt x="38" y="36"/>
                  </a:lnTo>
                  <a:lnTo>
                    <a:pt x="19" y="26"/>
                  </a:lnTo>
                  <a:lnTo>
                    <a:pt x="0" y="13"/>
                  </a:lnTo>
                  <a:lnTo>
                    <a:pt x="0" y="5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23" y="3"/>
                  </a:lnTo>
                  <a:lnTo>
                    <a:pt x="38" y="5"/>
                  </a:lnTo>
                  <a:lnTo>
                    <a:pt x="52" y="8"/>
                  </a:lnTo>
                  <a:lnTo>
                    <a:pt x="66" y="9"/>
                  </a:lnTo>
                  <a:lnTo>
                    <a:pt x="80" y="10"/>
                  </a:lnTo>
                  <a:lnTo>
                    <a:pt x="94" y="11"/>
                  </a:lnTo>
                  <a:lnTo>
                    <a:pt x="108" y="12"/>
                  </a:lnTo>
                  <a:lnTo>
                    <a:pt x="121" y="13"/>
                  </a:lnTo>
                  <a:lnTo>
                    <a:pt x="135" y="14"/>
                  </a:lnTo>
                  <a:lnTo>
                    <a:pt x="149" y="16"/>
                  </a:lnTo>
                  <a:lnTo>
                    <a:pt x="163" y="18"/>
                  </a:lnTo>
                  <a:lnTo>
                    <a:pt x="177" y="19"/>
                  </a:lnTo>
                  <a:lnTo>
                    <a:pt x="191" y="23"/>
                  </a:lnTo>
                  <a:lnTo>
                    <a:pt x="204" y="25"/>
                  </a:lnTo>
                  <a:lnTo>
                    <a:pt x="218" y="28"/>
                  </a:lnTo>
                  <a:lnTo>
                    <a:pt x="232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7" name="Freeform 47">
              <a:extLst>
                <a:ext uri="{FF2B5EF4-FFF2-40B4-BE49-F238E27FC236}">
                  <a16:creationId xmlns:a16="http://schemas.microsoft.com/office/drawing/2014/main" id="{67027245-0157-5B4A-B1D9-19C9F702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994"/>
              <a:ext cx="367" cy="134"/>
            </a:xfrm>
            <a:custGeom>
              <a:avLst/>
              <a:gdLst>
                <a:gd name="T0" fmla="*/ 15 w 735"/>
                <a:gd name="T1" fmla="*/ 3 h 266"/>
                <a:gd name="T2" fmla="*/ 12 w 735"/>
                <a:gd name="T3" fmla="*/ 4 h 266"/>
                <a:gd name="T4" fmla="*/ 9 w 735"/>
                <a:gd name="T5" fmla="*/ 5 h 266"/>
                <a:gd name="T6" fmla="*/ 9 w 735"/>
                <a:gd name="T7" fmla="*/ 7 h 266"/>
                <a:gd name="T8" fmla="*/ 14 w 735"/>
                <a:gd name="T9" fmla="*/ 8 h 266"/>
                <a:gd name="T10" fmla="*/ 19 w 735"/>
                <a:gd name="T11" fmla="*/ 9 h 266"/>
                <a:gd name="T12" fmla="*/ 24 w 735"/>
                <a:gd name="T13" fmla="*/ 10 h 266"/>
                <a:gd name="T14" fmla="*/ 29 w 735"/>
                <a:gd name="T15" fmla="*/ 11 h 266"/>
                <a:gd name="T16" fmla="*/ 34 w 735"/>
                <a:gd name="T17" fmla="*/ 12 h 266"/>
                <a:gd name="T18" fmla="*/ 39 w 735"/>
                <a:gd name="T19" fmla="*/ 13 h 266"/>
                <a:gd name="T20" fmla="*/ 44 w 735"/>
                <a:gd name="T21" fmla="*/ 13 h 266"/>
                <a:gd name="T22" fmla="*/ 49 w 735"/>
                <a:gd name="T23" fmla="*/ 14 h 266"/>
                <a:gd name="T24" fmla="*/ 55 w 735"/>
                <a:gd name="T25" fmla="*/ 15 h 266"/>
                <a:gd name="T26" fmla="*/ 59 w 735"/>
                <a:gd name="T27" fmla="*/ 16 h 266"/>
                <a:gd name="T28" fmla="*/ 64 w 735"/>
                <a:gd name="T29" fmla="*/ 16 h 266"/>
                <a:gd name="T30" fmla="*/ 69 w 735"/>
                <a:gd name="T31" fmla="*/ 17 h 266"/>
                <a:gd name="T32" fmla="*/ 74 w 735"/>
                <a:gd name="T33" fmla="*/ 17 h 266"/>
                <a:gd name="T34" fmla="*/ 79 w 735"/>
                <a:gd name="T35" fmla="*/ 18 h 266"/>
                <a:gd name="T36" fmla="*/ 84 w 735"/>
                <a:gd name="T37" fmla="*/ 19 h 266"/>
                <a:gd name="T38" fmla="*/ 89 w 735"/>
                <a:gd name="T39" fmla="*/ 20 h 266"/>
                <a:gd name="T40" fmla="*/ 91 w 735"/>
                <a:gd name="T41" fmla="*/ 22 h 266"/>
                <a:gd name="T42" fmla="*/ 90 w 735"/>
                <a:gd name="T43" fmla="*/ 25 h 266"/>
                <a:gd name="T44" fmla="*/ 85 w 735"/>
                <a:gd name="T45" fmla="*/ 25 h 266"/>
                <a:gd name="T46" fmla="*/ 78 w 735"/>
                <a:gd name="T47" fmla="*/ 24 h 266"/>
                <a:gd name="T48" fmla="*/ 70 w 735"/>
                <a:gd name="T49" fmla="*/ 23 h 266"/>
                <a:gd name="T50" fmla="*/ 62 w 735"/>
                <a:gd name="T51" fmla="*/ 21 h 266"/>
                <a:gd name="T52" fmla="*/ 54 w 735"/>
                <a:gd name="T53" fmla="*/ 20 h 266"/>
                <a:gd name="T54" fmla="*/ 46 w 735"/>
                <a:gd name="T55" fmla="*/ 18 h 266"/>
                <a:gd name="T56" fmla="*/ 38 w 735"/>
                <a:gd name="T57" fmla="*/ 17 h 266"/>
                <a:gd name="T58" fmla="*/ 30 w 735"/>
                <a:gd name="T59" fmla="*/ 16 h 266"/>
                <a:gd name="T60" fmla="*/ 24 w 735"/>
                <a:gd name="T61" fmla="*/ 15 h 266"/>
                <a:gd name="T62" fmla="*/ 19 w 735"/>
                <a:gd name="T63" fmla="*/ 13 h 266"/>
                <a:gd name="T64" fmla="*/ 13 w 735"/>
                <a:gd name="T65" fmla="*/ 12 h 266"/>
                <a:gd name="T66" fmla="*/ 8 w 735"/>
                <a:gd name="T67" fmla="*/ 11 h 266"/>
                <a:gd name="T68" fmla="*/ 3 w 735"/>
                <a:gd name="T69" fmla="*/ 16 h 266"/>
                <a:gd name="T70" fmla="*/ 3 w 735"/>
                <a:gd name="T71" fmla="*/ 28 h 266"/>
                <a:gd name="T72" fmla="*/ 1 w 735"/>
                <a:gd name="T73" fmla="*/ 34 h 266"/>
                <a:gd name="T74" fmla="*/ 0 w 735"/>
                <a:gd name="T75" fmla="*/ 32 h 266"/>
                <a:gd name="T76" fmla="*/ 0 w 735"/>
                <a:gd name="T77" fmla="*/ 24 h 266"/>
                <a:gd name="T78" fmla="*/ 0 w 735"/>
                <a:gd name="T79" fmla="*/ 11 h 266"/>
                <a:gd name="T80" fmla="*/ 3 w 735"/>
                <a:gd name="T81" fmla="*/ 4 h 266"/>
                <a:gd name="T82" fmla="*/ 6 w 735"/>
                <a:gd name="T83" fmla="*/ 2 h 266"/>
                <a:gd name="T84" fmla="*/ 10 w 735"/>
                <a:gd name="T85" fmla="*/ 1 h 266"/>
                <a:gd name="T86" fmla="*/ 13 w 735"/>
                <a:gd name="T87" fmla="*/ 0 h 266"/>
                <a:gd name="T88" fmla="*/ 15 w 735"/>
                <a:gd name="T89" fmla="*/ 2 h 2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35"/>
                <a:gd name="T136" fmla="*/ 0 h 266"/>
                <a:gd name="T137" fmla="*/ 735 w 735"/>
                <a:gd name="T138" fmla="*/ 266 h 26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35" h="266">
                  <a:moveTo>
                    <a:pt x="126" y="13"/>
                  </a:moveTo>
                  <a:lnTo>
                    <a:pt x="123" y="21"/>
                  </a:lnTo>
                  <a:lnTo>
                    <a:pt x="113" y="26"/>
                  </a:lnTo>
                  <a:lnTo>
                    <a:pt x="100" y="31"/>
                  </a:lnTo>
                  <a:lnTo>
                    <a:pt x="87" y="35"/>
                  </a:lnTo>
                  <a:lnTo>
                    <a:pt x="77" y="39"/>
                  </a:lnTo>
                  <a:lnTo>
                    <a:pt x="73" y="44"/>
                  </a:lnTo>
                  <a:lnTo>
                    <a:pt x="79" y="49"/>
                  </a:lnTo>
                  <a:lnTo>
                    <a:pt x="96" y="58"/>
                  </a:lnTo>
                  <a:lnTo>
                    <a:pt x="117" y="61"/>
                  </a:lnTo>
                  <a:lnTo>
                    <a:pt x="138" y="63"/>
                  </a:lnTo>
                  <a:lnTo>
                    <a:pt x="159" y="68"/>
                  </a:lnTo>
                  <a:lnTo>
                    <a:pt x="178" y="71"/>
                  </a:lnTo>
                  <a:lnTo>
                    <a:pt x="199" y="75"/>
                  </a:lnTo>
                  <a:lnTo>
                    <a:pt x="219" y="79"/>
                  </a:lnTo>
                  <a:lnTo>
                    <a:pt x="238" y="83"/>
                  </a:lnTo>
                  <a:lnTo>
                    <a:pt x="258" y="86"/>
                  </a:lnTo>
                  <a:lnTo>
                    <a:pt x="277" y="90"/>
                  </a:lnTo>
                  <a:lnTo>
                    <a:pt x="297" y="94"/>
                  </a:lnTo>
                  <a:lnTo>
                    <a:pt x="316" y="97"/>
                  </a:lnTo>
                  <a:lnTo>
                    <a:pt x="337" y="100"/>
                  </a:lnTo>
                  <a:lnTo>
                    <a:pt x="358" y="102"/>
                  </a:lnTo>
                  <a:lnTo>
                    <a:pt x="379" y="105"/>
                  </a:lnTo>
                  <a:lnTo>
                    <a:pt x="399" y="106"/>
                  </a:lnTo>
                  <a:lnTo>
                    <a:pt x="421" y="107"/>
                  </a:lnTo>
                  <a:lnTo>
                    <a:pt x="440" y="113"/>
                  </a:lnTo>
                  <a:lnTo>
                    <a:pt x="459" y="116"/>
                  </a:lnTo>
                  <a:lnTo>
                    <a:pt x="478" y="121"/>
                  </a:lnTo>
                  <a:lnTo>
                    <a:pt x="497" y="123"/>
                  </a:lnTo>
                  <a:lnTo>
                    <a:pt x="517" y="126"/>
                  </a:lnTo>
                  <a:lnTo>
                    <a:pt x="538" y="128"/>
                  </a:lnTo>
                  <a:lnTo>
                    <a:pt x="557" y="130"/>
                  </a:lnTo>
                  <a:lnTo>
                    <a:pt x="577" y="131"/>
                  </a:lnTo>
                  <a:lnTo>
                    <a:pt x="598" y="134"/>
                  </a:lnTo>
                  <a:lnTo>
                    <a:pt x="617" y="136"/>
                  </a:lnTo>
                  <a:lnTo>
                    <a:pt x="637" y="138"/>
                  </a:lnTo>
                  <a:lnTo>
                    <a:pt x="656" y="142"/>
                  </a:lnTo>
                  <a:lnTo>
                    <a:pt x="676" y="145"/>
                  </a:lnTo>
                  <a:lnTo>
                    <a:pt x="694" y="150"/>
                  </a:lnTo>
                  <a:lnTo>
                    <a:pt x="713" y="155"/>
                  </a:lnTo>
                  <a:lnTo>
                    <a:pt x="731" y="162"/>
                  </a:lnTo>
                  <a:lnTo>
                    <a:pt x="735" y="172"/>
                  </a:lnTo>
                  <a:lnTo>
                    <a:pt x="732" y="183"/>
                  </a:lnTo>
                  <a:lnTo>
                    <a:pt x="727" y="194"/>
                  </a:lnTo>
                  <a:lnTo>
                    <a:pt x="717" y="200"/>
                  </a:lnTo>
                  <a:lnTo>
                    <a:pt x="686" y="197"/>
                  </a:lnTo>
                  <a:lnTo>
                    <a:pt x="655" y="194"/>
                  </a:lnTo>
                  <a:lnTo>
                    <a:pt x="624" y="189"/>
                  </a:lnTo>
                  <a:lnTo>
                    <a:pt x="593" y="183"/>
                  </a:lnTo>
                  <a:lnTo>
                    <a:pt x="562" y="177"/>
                  </a:lnTo>
                  <a:lnTo>
                    <a:pt x="531" y="172"/>
                  </a:lnTo>
                  <a:lnTo>
                    <a:pt x="500" y="166"/>
                  </a:lnTo>
                  <a:lnTo>
                    <a:pt x="469" y="159"/>
                  </a:lnTo>
                  <a:lnTo>
                    <a:pt x="437" y="153"/>
                  </a:lnTo>
                  <a:lnTo>
                    <a:pt x="405" y="147"/>
                  </a:lnTo>
                  <a:lnTo>
                    <a:pt x="374" y="142"/>
                  </a:lnTo>
                  <a:lnTo>
                    <a:pt x="343" y="136"/>
                  </a:lnTo>
                  <a:lnTo>
                    <a:pt x="311" y="131"/>
                  </a:lnTo>
                  <a:lnTo>
                    <a:pt x="280" y="127"/>
                  </a:lnTo>
                  <a:lnTo>
                    <a:pt x="247" y="123"/>
                  </a:lnTo>
                  <a:lnTo>
                    <a:pt x="215" y="121"/>
                  </a:lnTo>
                  <a:lnTo>
                    <a:pt x="194" y="115"/>
                  </a:lnTo>
                  <a:lnTo>
                    <a:pt x="172" y="109"/>
                  </a:lnTo>
                  <a:lnTo>
                    <a:pt x="152" y="104"/>
                  </a:lnTo>
                  <a:lnTo>
                    <a:pt x="130" y="99"/>
                  </a:lnTo>
                  <a:lnTo>
                    <a:pt x="109" y="94"/>
                  </a:lnTo>
                  <a:lnTo>
                    <a:pt x="87" y="90"/>
                  </a:lnTo>
                  <a:lnTo>
                    <a:pt x="65" y="85"/>
                  </a:lnTo>
                  <a:lnTo>
                    <a:pt x="43" y="82"/>
                  </a:lnTo>
                  <a:lnTo>
                    <a:pt x="31" y="128"/>
                  </a:lnTo>
                  <a:lnTo>
                    <a:pt x="30" y="175"/>
                  </a:lnTo>
                  <a:lnTo>
                    <a:pt x="30" y="221"/>
                  </a:lnTo>
                  <a:lnTo>
                    <a:pt x="22" y="265"/>
                  </a:lnTo>
                  <a:lnTo>
                    <a:pt x="11" y="266"/>
                  </a:lnTo>
                  <a:lnTo>
                    <a:pt x="4" y="259"/>
                  </a:lnTo>
                  <a:lnTo>
                    <a:pt x="2" y="248"/>
                  </a:lnTo>
                  <a:lnTo>
                    <a:pt x="0" y="237"/>
                  </a:lnTo>
                  <a:lnTo>
                    <a:pt x="3" y="188"/>
                  </a:lnTo>
                  <a:lnTo>
                    <a:pt x="2" y="134"/>
                  </a:lnTo>
                  <a:lnTo>
                    <a:pt x="3" y="81"/>
                  </a:lnTo>
                  <a:lnTo>
                    <a:pt x="13" y="32"/>
                  </a:lnTo>
                  <a:lnTo>
                    <a:pt x="26" y="26"/>
                  </a:lnTo>
                  <a:lnTo>
                    <a:pt x="40" y="20"/>
                  </a:lnTo>
                  <a:lnTo>
                    <a:pt x="54" y="14"/>
                  </a:lnTo>
                  <a:lnTo>
                    <a:pt x="68" y="8"/>
                  </a:lnTo>
                  <a:lnTo>
                    <a:pt x="81" y="3"/>
                  </a:lnTo>
                  <a:lnTo>
                    <a:pt x="95" y="0"/>
                  </a:lnTo>
                  <a:lnTo>
                    <a:pt x="109" y="0"/>
                  </a:lnTo>
                  <a:lnTo>
                    <a:pt x="124" y="2"/>
                  </a:lnTo>
                  <a:lnTo>
                    <a:pt x="126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8" name="Freeform 48">
              <a:extLst>
                <a:ext uri="{FF2B5EF4-FFF2-40B4-BE49-F238E27FC236}">
                  <a16:creationId xmlns:a16="http://schemas.microsoft.com/office/drawing/2014/main" id="{8F9021D7-0913-7346-A21E-C39D48A2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004"/>
              <a:ext cx="142" cy="38"/>
            </a:xfrm>
            <a:custGeom>
              <a:avLst/>
              <a:gdLst>
                <a:gd name="T0" fmla="*/ 32 w 285"/>
                <a:gd name="T1" fmla="*/ 2 h 74"/>
                <a:gd name="T2" fmla="*/ 33 w 285"/>
                <a:gd name="T3" fmla="*/ 2 h 74"/>
                <a:gd name="T4" fmla="*/ 34 w 285"/>
                <a:gd name="T5" fmla="*/ 3 h 74"/>
                <a:gd name="T6" fmla="*/ 35 w 285"/>
                <a:gd name="T7" fmla="*/ 3 h 74"/>
                <a:gd name="T8" fmla="*/ 35 w 285"/>
                <a:gd name="T9" fmla="*/ 4 h 74"/>
                <a:gd name="T10" fmla="*/ 33 w 285"/>
                <a:gd name="T11" fmla="*/ 6 h 74"/>
                <a:gd name="T12" fmla="*/ 32 w 285"/>
                <a:gd name="T13" fmla="*/ 7 h 74"/>
                <a:gd name="T14" fmla="*/ 30 w 285"/>
                <a:gd name="T15" fmla="*/ 8 h 74"/>
                <a:gd name="T16" fmla="*/ 28 w 285"/>
                <a:gd name="T17" fmla="*/ 8 h 74"/>
                <a:gd name="T18" fmla="*/ 26 w 285"/>
                <a:gd name="T19" fmla="*/ 9 h 74"/>
                <a:gd name="T20" fmla="*/ 24 w 285"/>
                <a:gd name="T21" fmla="*/ 9 h 74"/>
                <a:gd name="T22" fmla="*/ 22 w 285"/>
                <a:gd name="T23" fmla="*/ 10 h 74"/>
                <a:gd name="T24" fmla="*/ 20 w 285"/>
                <a:gd name="T25" fmla="*/ 10 h 74"/>
                <a:gd name="T26" fmla="*/ 17 w 285"/>
                <a:gd name="T27" fmla="*/ 10 h 74"/>
                <a:gd name="T28" fmla="*/ 15 w 285"/>
                <a:gd name="T29" fmla="*/ 10 h 74"/>
                <a:gd name="T30" fmla="*/ 13 w 285"/>
                <a:gd name="T31" fmla="*/ 10 h 74"/>
                <a:gd name="T32" fmla="*/ 11 w 285"/>
                <a:gd name="T33" fmla="*/ 9 h 74"/>
                <a:gd name="T34" fmla="*/ 9 w 285"/>
                <a:gd name="T35" fmla="*/ 9 h 74"/>
                <a:gd name="T36" fmla="*/ 7 w 285"/>
                <a:gd name="T37" fmla="*/ 8 h 74"/>
                <a:gd name="T38" fmla="*/ 5 w 285"/>
                <a:gd name="T39" fmla="*/ 8 h 74"/>
                <a:gd name="T40" fmla="*/ 3 w 285"/>
                <a:gd name="T41" fmla="*/ 7 h 74"/>
                <a:gd name="T42" fmla="*/ 2 w 285"/>
                <a:gd name="T43" fmla="*/ 6 h 74"/>
                <a:gd name="T44" fmla="*/ 1 w 285"/>
                <a:gd name="T45" fmla="*/ 5 h 74"/>
                <a:gd name="T46" fmla="*/ 1 w 285"/>
                <a:gd name="T47" fmla="*/ 4 h 74"/>
                <a:gd name="T48" fmla="*/ 0 w 285"/>
                <a:gd name="T49" fmla="*/ 3 h 74"/>
                <a:gd name="T50" fmla="*/ 0 w 285"/>
                <a:gd name="T51" fmla="*/ 1 h 74"/>
                <a:gd name="T52" fmla="*/ 0 w 285"/>
                <a:gd name="T53" fmla="*/ 0 h 74"/>
                <a:gd name="T54" fmla="*/ 1 w 285"/>
                <a:gd name="T55" fmla="*/ 0 h 74"/>
                <a:gd name="T56" fmla="*/ 1 w 285"/>
                <a:gd name="T57" fmla="*/ 1 h 74"/>
                <a:gd name="T58" fmla="*/ 2 w 285"/>
                <a:gd name="T59" fmla="*/ 1 h 74"/>
                <a:gd name="T60" fmla="*/ 3 w 285"/>
                <a:gd name="T61" fmla="*/ 1 h 74"/>
                <a:gd name="T62" fmla="*/ 3 w 285"/>
                <a:gd name="T63" fmla="*/ 2 h 74"/>
                <a:gd name="T64" fmla="*/ 4 w 285"/>
                <a:gd name="T65" fmla="*/ 2 h 74"/>
                <a:gd name="T66" fmla="*/ 5 w 285"/>
                <a:gd name="T67" fmla="*/ 2 h 74"/>
                <a:gd name="T68" fmla="*/ 6 w 285"/>
                <a:gd name="T69" fmla="*/ 3 h 74"/>
                <a:gd name="T70" fmla="*/ 8 w 285"/>
                <a:gd name="T71" fmla="*/ 3 h 74"/>
                <a:gd name="T72" fmla="*/ 10 w 285"/>
                <a:gd name="T73" fmla="*/ 4 h 74"/>
                <a:gd name="T74" fmla="*/ 12 w 285"/>
                <a:gd name="T75" fmla="*/ 4 h 74"/>
                <a:gd name="T76" fmla="*/ 13 w 285"/>
                <a:gd name="T77" fmla="*/ 4 h 74"/>
                <a:gd name="T78" fmla="*/ 15 w 285"/>
                <a:gd name="T79" fmla="*/ 5 h 74"/>
                <a:gd name="T80" fmla="*/ 17 w 285"/>
                <a:gd name="T81" fmla="*/ 5 h 74"/>
                <a:gd name="T82" fmla="*/ 19 w 285"/>
                <a:gd name="T83" fmla="*/ 5 h 74"/>
                <a:gd name="T84" fmla="*/ 20 w 285"/>
                <a:gd name="T85" fmla="*/ 5 h 74"/>
                <a:gd name="T86" fmla="*/ 22 w 285"/>
                <a:gd name="T87" fmla="*/ 5 h 74"/>
                <a:gd name="T88" fmla="*/ 24 w 285"/>
                <a:gd name="T89" fmla="*/ 5 h 74"/>
                <a:gd name="T90" fmla="*/ 26 w 285"/>
                <a:gd name="T91" fmla="*/ 4 h 74"/>
                <a:gd name="T92" fmla="*/ 27 w 285"/>
                <a:gd name="T93" fmla="*/ 4 h 74"/>
                <a:gd name="T94" fmla="*/ 29 w 285"/>
                <a:gd name="T95" fmla="*/ 3 h 74"/>
                <a:gd name="T96" fmla="*/ 31 w 285"/>
                <a:gd name="T97" fmla="*/ 3 h 74"/>
                <a:gd name="T98" fmla="*/ 32 w 285"/>
                <a:gd name="T99" fmla="*/ 2 h 7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85"/>
                <a:gd name="T151" fmla="*/ 0 h 74"/>
                <a:gd name="T152" fmla="*/ 285 w 285"/>
                <a:gd name="T153" fmla="*/ 74 h 7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85" h="74">
                  <a:moveTo>
                    <a:pt x="263" y="12"/>
                  </a:moveTo>
                  <a:lnTo>
                    <a:pt x="271" y="13"/>
                  </a:lnTo>
                  <a:lnTo>
                    <a:pt x="278" y="17"/>
                  </a:lnTo>
                  <a:lnTo>
                    <a:pt x="283" y="23"/>
                  </a:lnTo>
                  <a:lnTo>
                    <a:pt x="285" y="32"/>
                  </a:lnTo>
                  <a:lnTo>
                    <a:pt x="271" y="41"/>
                  </a:lnTo>
                  <a:lnTo>
                    <a:pt x="257" y="49"/>
                  </a:lnTo>
                  <a:lnTo>
                    <a:pt x="242" y="56"/>
                  </a:lnTo>
                  <a:lnTo>
                    <a:pt x="226" y="62"/>
                  </a:lnTo>
                  <a:lnTo>
                    <a:pt x="210" y="66"/>
                  </a:lnTo>
                  <a:lnTo>
                    <a:pt x="194" y="70"/>
                  </a:lnTo>
                  <a:lnTo>
                    <a:pt x="177" y="72"/>
                  </a:lnTo>
                  <a:lnTo>
                    <a:pt x="160" y="74"/>
                  </a:lnTo>
                  <a:lnTo>
                    <a:pt x="143" y="74"/>
                  </a:lnTo>
                  <a:lnTo>
                    <a:pt x="126" y="74"/>
                  </a:lnTo>
                  <a:lnTo>
                    <a:pt x="108" y="72"/>
                  </a:lnTo>
                  <a:lnTo>
                    <a:pt x="92" y="70"/>
                  </a:lnTo>
                  <a:lnTo>
                    <a:pt x="76" y="66"/>
                  </a:lnTo>
                  <a:lnTo>
                    <a:pt x="60" y="62"/>
                  </a:lnTo>
                  <a:lnTo>
                    <a:pt x="45" y="56"/>
                  </a:lnTo>
                  <a:lnTo>
                    <a:pt x="30" y="49"/>
                  </a:lnTo>
                  <a:lnTo>
                    <a:pt x="22" y="42"/>
                  </a:lnTo>
                  <a:lnTo>
                    <a:pt x="15" y="35"/>
                  </a:lnTo>
                  <a:lnTo>
                    <a:pt x="8" y="28"/>
                  </a:lnTo>
                  <a:lnTo>
                    <a:pt x="0" y="20"/>
                  </a:lnTo>
                  <a:lnTo>
                    <a:pt x="0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20" y="3"/>
                  </a:lnTo>
                  <a:lnTo>
                    <a:pt x="25" y="5"/>
                  </a:lnTo>
                  <a:lnTo>
                    <a:pt x="31" y="9"/>
                  </a:lnTo>
                  <a:lnTo>
                    <a:pt x="37" y="12"/>
                  </a:lnTo>
                  <a:lnTo>
                    <a:pt x="41" y="15"/>
                  </a:lnTo>
                  <a:lnTo>
                    <a:pt x="55" y="18"/>
                  </a:lnTo>
                  <a:lnTo>
                    <a:pt x="69" y="21"/>
                  </a:lnTo>
                  <a:lnTo>
                    <a:pt x="83" y="25"/>
                  </a:lnTo>
                  <a:lnTo>
                    <a:pt x="97" y="28"/>
                  </a:lnTo>
                  <a:lnTo>
                    <a:pt x="111" y="31"/>
                  </a:lnTo>
                  <a:lnTo>
                    <a:pt x="124" y="33"/>
                  </a:lnTo>
                  <a:lnTo>
                    <a:pt x="138" y="34"/>
                  </a:lnTo>
                  <a:lnTo>
                    <a:pt x="153" y="35"/>
                  </a:lnTo>
                  <a:lnTo>
                    <a:pt x="167" y="35"/>
                  </a:lnTo>
                  <a:lnTo>
                    <a:pt x="181" y="35"/>
                  </a:lnTo>
                  <a:lnTo>
                    <a:pt x="195" y="34"/>
                  </a:lnTo>
                  <a:lnTo>
                    <a:pt x="209" y="32"/>
                  </a:lnTo>
                  <a:lnTo>
                    <a:pt x="222" y="28"/>
                  </a:lnTo>
                  <a:lnTo>
                    <a:pt x="236" y="24"/>
                  </a:lnTo>
                  <a:lnTo>
                    <a:pt x="250" y="19"/>
                  </a:lnTo>
                  <a:lnTo>
                    <a:pt x="26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19" name="Freeform 49">
              <a:extLst>
                <a:ext uri="{FF2B5EF4-FFF2-40B4-BE49-F238E27FC236}">
                  <a16:creationId xmlns:a16="http://schemas.microsoft.com/office/drawing/2014/main" id="{55F8A2D8-D820-3B45-A388-2BA47B38F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080"/>
              <a:ext cx="126" cy="72"/>
            </a:xfrm>
            <a:custGeom>
              <a:avLst/>
              <a:gdLst>
                <a:gd name="T0" fmla="*/ 8 w 251"/>
                <a:gd name="T1" fmla="*/ 5 h 144"/>
                <a:gd name="T2" fmla="*/ 8 w 251"/>
                <a:gd name="T3" fmla="*/ 7 h 144"/>
                <a:gd name="T4" fmla="*/ 7 w 251"/>
                <a:gd name="T5" fmla="*/ 10 h 144"/>
                <a:gd name="T6" fmla="*/ 8 w 251"/>
                <a:gd name="T7" fmla="*/ 12 h 144"/>
                <a:gd name="T8" fmla="*/ 9 w 251"/>
                <a:gd name="T9" fmla="*/ 14 h 144"/>
                <a:gd name="T10" fmla="*/ 12 w 251"/>
                <a:gd name="T11" fmla="*/ 14 h 144"/>
                <a:gd name="T12" fmla="*/ 14 w 251"/>
                <a:gd name="T13" fmla="*/ 13 h 144"/>
                <a:gd name="T14" fmla="*/ 17 w 251"/>
                <a:gd name="T15" fmla="*/ 13 h 144"/>
                <a:gd name="T16" fmla="*/ 20 w 251"/>
                <a:gd name="T17" fmla="*/ 12 h 144"/>
                <a:gd name="T18" fmla="*/ 22 w 251"/>
                <a:gd name="T19" fmla="*/ 11 h 144"/>
                <a:gd name="T20" fmla="*/ 25 w 251"/>
                <a:gd name="T21" fmla="*/ 10 h 144"/>
                <a:gd name="T22" fmla="*/ 27 w 251"/>
                <a:gd name="T23" fmla="*/ 9 h 144"/>
                <a:gd name="T24" fmla="*/ 29 w 251"/>
                <a:gd name="T25" fmla="*/ 8 h 144"/>
                <a:gd name="T26" fmla="*/ 30 w 251"/>
                <a:gd name="T27" fmla="*/ 8 h 144"/>
                <a:gd name="T28" fmla="*/ 31 w 251"/>
                <a:gd name="T29" fmla="*/ 8 h 144"/>
                <a:gd name="T30" fmla="*/ 31 w 251"/>
                <a:gd name="T31" fmla="*/ 9 h 144"/>
                <a:gd name="T32" fmla="*/ 32 w 251"/>
                <a:gd name="T33" fmla="*/ 9 h 144"/>
                <a:gd name="T34" fmla="*/ 31 w 251"/>
                <a:gd name="T35" fmla="*/ 11 h 144"/>
                <a:gd name="T36" fmla="*/ 29 w 251"/>
                <a:gd name="T37" fmla="*/ 12 h 144"/>
                <a:gd name="T38" fmla="*/ 27 w 251"/>
                <a:gd name="T39" fmla="*/ 13 h 144"/>
                <a:gd name="T40" fmla="*/ 26 w 251"/>
                <a:gd name="T41" fmla="*/ 14 h 144"/>
                <a:gd name="T42" fmla="*/ 24 w 251"/>
                <a:gd name="T43" fmla="*/ 15 h 144"/>
                <a:gd name="T44" fmla="*/ 22 w 251"/>
                <a:gd name="T45" fmla="*/ 15 h 144"/>
                <a:gd name="T46" fmla="*/ 21 w 251"/>
                <a:gd name="T47" fmla="*/ 16 h 144"/>
                <a:gd name="T48" fmla="*/ 19 w 251"/>
                <a:gd name="T49" fmla="*/ 17 h 144"/>
                <a:gd name="T50" fmla="*/ 17 w 251"/>
                <a:gd name="T51" fmla="*/ 18 h 144"/>
                <a:gd name="T52" fmla="*/ 15 w 251"/>
                <a:gd name="T53" fmla="*/ 18 h 144"/>
                <a:gd name="T54" fmla="*/ 12 w 251"/>
                <a:gd name="T55" fmla="*/ 18 h 144"/>
                <a:gd name="T56" fmla="*/ 10 w 251"/>
                <a:gd name="T57" fmla="*/ 18 h 144"/>
                <a:gd name="T58" fmla="*/ 8 w 251"/>
                <a:gd name="T59" fmla="*/ 17 h 144"/>
                <a:gd name="T60" fmla="*/ 6 w 251"/>
                <a:gd name="T61" fmla="*/ 16 h 144"/>
                <a:gd name="T62" fmla="*/ 4 w 251"/>
                <a:gd name="T63" fmla="*/ 15 h 144"/>
                <a:gd name="T64" fmla="*/ 2 w 251"/>
                <a:gd name="T65" fmla="*/ 15 h 144"/>
                <a:gd name="T66" fmla="*/ 1 w 251"/>
                <a:gd name="T67" fmla="*/ 13 h 144"/>
                <a:gd name="T68" fmla="*/ 0 w 251"/>
                <a:gd name="T69" fmla="*/ 11 h 144"/>
                <a:gd name="T70" fmla="*/ 1 w 251"/>
                <a:gd name="T71" fmla="*/ 9 h 144"/>
                <a:gd name="T72" fmla="*/ 1 w 251"/>
                <a:gd name="T73" fmla="*/ 7 h 144"/>
                <a:gd name="T74" fmla="*/ 2 w 251"/>
                <a:gd name="T75" fmla="*/ 6 h 144"/>
                <a:gd name="T76" fmla="*/ 3 w 251"/>
                <a:gd name="T77" fmla="*/ 4 h 144"/>
                <a:gd name="T78" fmla="*/ 4 w 251"/>
                <a:gd name="T79" fmla="*/ 2 h 144"/>
                <a:gd name="T80" fmla="*/ 5 w 251"/>
                <a:gd name="T81" fmla="*/ 0 h 144"/>
                <a:gd name="T82" fmla="*/ 7 w 251"/>
                <a:gd name="T83" fmla="*/ 1 h 144"/>
                <a:gd name="T84" fmla="*/ 7 w 251"/>
                <a:gd name="T85" fmla="*/ 2 h 144"/>
                <a:gd name="T86" fmla="*/ 8 w 251"/>
                <a:gd name="T87" fmla="*/ 4 h 144"/>
                <a:gd name="T88" fmla="*/ 8 w 251"/>
                <a:gd name="T89" fmla="*/ 5 h 1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1"/>
                <a:gd name="T136" fmla="*/ 0 h 144"/>
                <a:gd name="T137" fmla="*/ 251 w 251"/>
                <a:gd name="T138" fmla="*/ 144 h 14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1" h="144">
                  <a:moveTo>
                    <a:pt x="63" y="40"/>
                  </a:moveTo>
                  <a:lnTo>
                    <a:pt x="57" y="57"/>
                  </a:lnTo>
                  <a:lnTo>
                    <a:pt x="55" y="74"/>
                  </a:lnTo>
                  <a:lnTo>
                    <a:pt x="59" y="93"/>
                  </a:lnTo>
                  <a:lnTo>
                    <a:pt x="68" y="109"/>
                  </a:lnTo>
                  <a:lnTo>
                    <a:pt x="90" y="106"/>
                  </a:lnTo>
                  <a:lnTo>
                    <a:pt x="112" y="103"/>
                  </a:lnTo>
                  <a:lnTo>
                    <a:pt x="132" y="98"/>
                  </a:lnTo>
                  <a:lnTo>
                    <a:pt x="153" y="94"/>
                  </a:lnTo>
                  <a:lnTo>
                    <a:pt x="174" y="87"/>
                  </a:lnTo>
                  <a:lnTo>
                    <a:pt x="193" y="80"/>
                  </a:lnTo>
                  <a:lnTo>
                    <a:pt x="213" y="71"/>
                  </a:lnTo>
                  <a:lnTo>
                    <a:pt x="231" y="62"/>
                  </a:lnTo>
                  <a:lnTo>
                    <a:pt x="238" y="60"/>
                  </a:lnTo>
                  <a:lnTo>
                    <a:pt x="243" y="64"/>
                  </a:lnTo>
                  <a:lnTo>
                    <a:pt x="246" y="68"/>
                  </a:lnTo>
                  <a:lnTo>
                    <a:pt x="251" y="72"/>
                  </a:lnTo>
                  <a:lnTo>
                    <a:pt x="241" y="82"/>
                  </a:lnTo>
                  <a:lnTo>
                    <a:pt x="229" y="91"/>
                  </a:lnTo>
                  <a:lnTo>
                    <a:pt x="216" y="100"/>
                  </a:lnTo>
                  <a:lnTo>
                    <a:pt x="203" y="108"/>
                  </a:lnTo>
                  <a:lnTo>
                    <a:pt x="189" y="115"/>
                  </a:lnTo>
                  <a:lnTo>
                    <a:pt x="175" y="121"/>
                  </a:lnTo>
                  <a:lnTo>
                    <a:pt x="161" y="128"/>
                  </a:lnTo>
                  <a:lnTo>
                    <a:pt x="148" y="136"/>
                  </a:lnTo>
                  <a:lnTo>
                    <a:pt x="130" y="143"/>
                  </a:lnTo>
                  <a:lnTo>
                    <a:pt x="113" y="144"/>
                  </a:lnTo>
                  <a:lnTo>
                    <a:pt x="95" y="143"/>
                  </a:lnTo>
                  <a:lnTo>
                    <a:pt x="79" y="139"/>
                  </a:lnTo>
                  <a:lnTo>
                    <a:pt x="62" y="133"/>
                  </a:lnTo>
                  <a:lnTo>
                    <a:pt x="46" y="126"/>
                  </a:lnTo>
                  <a:lnTo>
                    <a:pt x="30" y="120"/>
                  </a:lnTo>
                  <a:lnTo>
                    <a:pt x="12" y="117"/>
                  </a:lnTo>
                  <a:lnTo>
                    <a:pt x="3" y="102"/>
                  </a:lnTo>
                  <a:lnTo>
                    <a:pt x="0" y="87"/>
                  </a:lnTo>
                  <a:lnTo>
                    <a:pt x="2" y="72"/>
                  </a:lnTo>
                  <a:lnTo>
                    <a:pt x="7" y="57"/>
                  </a:lnTo>
                  <a:lnTo>
                    <a:pt x="15" y="42"/>
                  </a:lnTo>
                  <a:lnTo>
                    <a:pt x="23" y="27"/>
                  </a:lnTo>
                  <a:lnTo>
                    <a:pt x="31" y="13"/>
                  </a:lnTo>
                  <a:lnTo>
                    <a:pt x="38" y="0"/>
                  </a:lnTo>
                  <a:lnTo>
                    <a:pt x="50" y="4"/>
                  </a:lnTo>
                  <a:lnTo>
                    <a:pt x="56" y="14"/>
                  </a:lnTo>
                  <a:lnTo>
                    <a:pt x="59" y="27"/>
                  </a:lnTo>
                  <a:lnTo>
                    <a:pt x="63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0" name="Freeform 50">
              <a:extLst>
                <a:ext uri="{FF2B5EF4-FFF2-40B4-BE49-F238E27FC236}">
                  <a16:creationId xmlns:a16="http://schemas.microsoft.com/office/drawing/2014/main" id="{AE73005B-327D-E94A-8C56-8BE7F63E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085"/>
              <a:ext cx="26" cy="13"/>
            </a:xfrm>
            <a:custGeom>
              <a:avLst/>
              <a:gdLst>
                <a:gd name="T0" fmla="*/ 7 w 51"/>
                <a:gd name="T1" fmla="*/ 1 h 24"/>
                <a:gd name="T2" fmla="*/ 7 w 51"/>
                <a:gd name="T3" fmla="*/ 2 h 24"/>
                <a:gd name="T4" fmla="*/ 6 w 51"/>
                <a:gd name="T5" fmla="*/ 3 h 24"/>
                <a:gd name="T6" fmla="*/ 5 w 51"/>
                <a:gd name="T7" fmla="*/ 4 h 24"/>
                <a:gd name="T8" fmla="*/ 4 w 51"/>
                <a:gd name="T9" fmla="*/ 4 h 24"/>
                <a:gd name="T10" fmla="*/ 3 w 51"/>
                <a:gd name="T11" fmla="*/ 4 h 24"/>
                <a:gd name="T12" fmla="*/ 2 w 51"/>
                <a:gd name="T13" fmla="*/ 4 h 24"/>
                <a:gd name="T14" fmla="*/ 1 w 51"/>
                <a:gd name="T15" fmla="*/ 3 h 24"/>
                <a:gd name="T16" fmla="*/ 0 w 51"/>
                <a:gd name="T17" fmla="*/ 3 h 24"/>
                <a:gd name="T18" fmla="*/ 1 w 51"/>
                <a:gd name="T19" fmla="*/ 2 h 24"/>
                <a:gd name="T20" fmla="*/ 1 w 51"/>
                <a:gd name="T21" fmla="*/ 2 h 24"/>
                <a:gd name="T22" fmla="*/ 1 w 51"/>
                <a:gd name="T23" fmla="*/ 1 h 24"/>
                <a:gd name="T24" fmla="*/ 1 w 51"/>
                <a:gd name="T25" fmla="*/ 0 h 24"/>
                <a:gd name="T26" fmla="*/ 2 w 51"/>
                <a:gd name="T27" fmla="*/ 1 h 24"/>
                <a:gd name="T28" fmla="*/ 3 w 51"/>
                <a:gd name="T29" fmla="*/ 1 h 24"/>
                <a:gd name="T30" fmla="*/ 4 w 51"/>
                <a:gd name="T31" fmla="*/ 1 h 24"/>
                <a:gd name="T32" fmla="*/ 4 w 51"/>
                <a:gd name="T33" fmla="*/ 1 h 24"/>
                <a:gd name="T34" fmla="*/ 5 w 51"/>
                <a:gd name="T35" fmla="*/ 1 h 24"/>
                <a:gd name="T36" fmla="*/ 6 w 51"/>
                <a:gd name="T37" fmla="*/ 1 h 24"/>
                <a:gd name="T38" fmla="*/ 6 w 51"/>
                <a:gd name="T39" fmla="*/ 1 h 24"/>
                <a:gd name="T40" fmla="*/ 7 w 51"/>
                <a:gd name="T41" fmla="*/ 1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1"/>
                <a:gd name="T64" fmla="*/ 0 h 24"/>
                <a:gd name="T65" fmla="*/ 51 w 51"/>
                <a:gd name="T66" fmla="*/ 24 h 2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1" h="24">
                  <a:moveTo>
                    <a:pt x="51" y="2"/>
                  </a:moveTo>
                  <a:lnTo>
                    <a:pt x="50" y="12"/>
                  </a:lnTo>
                  <a:lnTo>
                    <a:pt x="46" y="18"/>
                  </a:lnTo>
                  <a:lnTo>
                    <a:pt x="39" y="23"/>
                  </a:lnTo>
                  <a:lnTo>
                    <a:pt x="30" y="24"/>
                  </a:lnTo>
                  <a:lnTo>
                    <a:pt x="21" y="24"/>
                  </a:lnTo>
                  <a:lnTo>
                    <a:pt x="13" y="23"/>
                  </a:lnTo>
                  <a:lnTo>
                    <a:pt x="7" y="21"/>
                  </a:lnTo>
                  <a:lnTo>
                    <a:pt x="0" y="16"/>
                  </a:lnTo>
                  <a:lnTo>
                    <a:pt x="2" y="14"/>
                  </a:lnTo>
                  <a:lnTo>
                    <a:pt x="5" y="9"/>
                  </a:lnTo>
                  <a:lnTo>
                    <a:pt x="8" y="6"/>
                  </a:lnTo>
                  <a:lnTo>
                    <a:pt x="8" y="0"/>
                  </a:lnTo>
                  <a:lnTo>
                    <a:pt x="12" y="3"/>
                  </a:lnTo>
                  <a:lnTo>
                    <a:pt x="18" y="5"/>
                  </a:lnTo>
                  <a:lnTo>
                    <a:pt x="25" y="5"/>
                  </a:lnTo>
                  <a:lnTo>
                    <a:pt x="31" y="3"/>
                  </a:lnTo>
                  <a:lnTo>
                    <a:pt x="36" y="2"/>
                  </a:lnTo>
                  <a:lnTo>
                    <a:pt x="42" y="1"/>
                  </a:lnTo>
                  <a:lnTo>
                    <a:pt x="48" y="1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1" name="Freeform 51">
              <a:extLst>
                <a:ext uri="{FF2B5EF4-FFF2-40B4-BE49-F238E27FC236}">
                  <a16:creationId xmlns:a16="http://schemas.microsoft.com/office/drawing/2014/main" id="{9EDBE117-C65E-0047-AFF5-ECCE8AA59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113"/>
              <a:ext cx="165" cy="46"/>
            </a:xfrm>
            <a:custGeom>
              <a:avLst/>
              <a:gdLst>
                <a:gd name="T0" fmla="*/ 37 w 331"/>
                <a:gd name="T1" fmla="*/ 4 h 91"/>
                <a:gd name="T2" fmla="*/ 38 w 331"/>
                <a:gd name="T3" fmla="*/ 5 h 91"/>
                <a:gd name="T4" fmla="*/ 40 w 331"/>
                <a:gd name="T5" fmla="*/ 5 h 91"/>
                <a:gd name="T6" fmla="*/ 41 w 331"/>
                <a:gd name="T7" fmla="*/ 6 h 91"/>
                <a:gd name="T8" fmla="*/ 41 w 331"/>
                <a:gd name="T9" fmla="*/ 7 h 91"/>
                <a:gd name="T10" fmla="*/ 41 w 331"/>
                <a:gd name="T11" fmla="*/ 8 h 91"/>
                <a:gd name="T12" fmla="*/ 41 w 331"/>
                <a:gd name="T13" fmla="*/ 9 h 91"/>
                <a:gd name="T14" fmla="*/ 41 w 331"/>
                <a:gd name="T15" fmla="*/ 10 h 91"/>
                <a:gd name="T16" fmla="*/ 41 w 331"/>
                <a:gd name="T17" fmla="*/ 11 h 91"/>
                <a:gd name="T18" fmla="*/ 40 w 331"/>
                <a:gd name="T19" fmla="*/ 12 h 91"/>
                <a:gd name="T20" fmla="*/ 39 w 331"/>
                <a:gd name="T21" fmla="*/ 12 h 91"/>
                <a:gd name="T22" fmla="*/ 38 w 331"/>
                <a:gd name="T23" fmla="*/ 12 h 91"/>
                <a:gd name="T24" fmla="*/ 36 w 331"/>
                <a:gd name="T25" fmla="*/ 11 h 91"/>
                <a:gd name="T26" fmla="*/ 35 w 331"/>
                <a:gd name="T27" fmla="*/ 11 h 91"/>
                <a:gd name="T28" fmla="*/ 34 w 331"/>
                <a:gd name="T29" fmla="*/ 10 h 91"/>
                <a:gd name="T30" fmla="*/ 33 w 331"/>
                <a:gd name="T31" fmla="*/ 10 h 91"/>
                <a:gd name="T32" fmla="*/ 32 w 331"/>
                <a:gd name="T33" fmla="*/ 9 h 91"/>
                <a:gd name="T34" fmla="*/ 30 w 331"/>
                <a:gd name="T35" fmla="*/ 9 h 91"/>
                <a:gd name="T36" fmla="*/ 28 w 331"/>
                <a:gd name="T37" fmla="*/ 9 h 91"/>
                <a:gd name="T38" fmla="*/ 26 w 331"/>
                <a:gd name="T39" fmla="*/ 8 h 91"/>
                <a:gd name="T40" fmla="*/ 24 w 331"/>
                <a:gd name="T41" fmla="*/ 8 h 91"/>
                <a:gd name="T42" fmla="*/ 22 w 331"/>
                <a:gd name="T43" fmla="*/ 8 h 91"/>
                <a:gd name="T44" fmla="*/ 20 w 331"/>
                <a:gd name="T45" fmla="*/ 7 h 91"/>
                <a:gd name="T46" fmla="*/ 18 w 331"/>
                <a:gd name="T47" fmla="*/ 7 h 91"/>
                <a:gd name="T48" fmla="*/ 16 w 331"/>
                <a:gd name="T49" fmla="*/ 7 h 91"/>
                <a:gd name="T50" fmla="*/ 14 w 331"/>
                <a:gd name="T51" fmla="*/ 6 h 91"/>
                <a:gd name="T52" fmla="*/ 12 w 331"/>
                <a:gd name="T53" fmla="*/ 6 h 91"/>
                <a:gd name="T54" fmla="*/ 10 w 331"/>
                <a:gd name="T55" fmla="*/ 6 h 91"/>
                <a:gd name="T56" fmla="*/ 8 w 331"/>
                <a:gd name="T57" fmla="*/ 5 h 91"/>
                <a:gd name="T58" fmla="*/ 6 w 331"/>
                <a:gd name="T59" fmla="*/ 5 h 91"/>
                <a:gd name="T60" fmla="*/ 4 w 331"/>
                <a:gd name="T61" fmla="*/ 4 h 91"/>
                <a:gd name="T62" fmla="*/ 3 w 331"/>
                <a:gd name="T63" fmla="*/ 4 h 91"/>
                <a:gd name="T64" fmla="*/ 1 w 331"/>
                <a:gd name="T65" fmla="*/ 3 h 91"/>
                <a:gd name="T66" fmla="*/ 0 w 331"/>
                <a:gd name="T67" fmla="*/ 3 h 91"/>
                <a:gd name="T68" fmla="*/ 0 w 331"/>
                <a:gd name="T69" fmla="*/ 2 h 91"/>
                <a:gd name="T70" fmla="*/ 0 w 331"/>
                <a:gd name="T71" fmla="*/ 2 h 91"/>
                <a:gd name="T72" fmla="*/ 0 w 331"/>
                <a:gd name="T73" fmla="*/ 1 h 91"/>
                <a:gd name="T74" fmla="*/ 2 w 331"/>
                <a:gd name="T75" fmla="*/ 0 h 91"/>
                <a:gd name="T76" fmla="*/ 4 w 331"/>
                <a:gd name="T77" fmla="*/ 0 h 91"/>
                <a:gd name="T78" fmla="*/ 7 w 331"/>
                <a:gd name="T79" fmla="*/ 1 h 91"/>
                <a:gd name="T80" fmla="*/ 9 w 331"/>
                <a:gd name="T81" fmla="*/ 1 h 91"/>
                <a:gd name="T82" fmla="*/ 12 w 331"/>
                <a:gd name="T83" fmla="*/ 2 h 91"/>
                <a:gd name="T84" fmla="*/ 14 w 331"/>
                <a:gd name="T85" fmla="*/ 2 h 91"/>
                <a:gd name="T86" fmla="*/ 17 w 331"/>
                <a:gd name="T87" fmla="*/ 2 h 91"/>
                <a:gd name="T88" fmla="*/ 20 w 331"/>
                <a:gd name="T89" fmla="*/ 2 h 91"/>
                <a:gd name="T90" fmla="*/ 37 w 331"/>
                <a:gd name="T91" fmla="*/ 4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31"/>
                <a:gd name="T139" fmla="*/ 0 h 91"/>
                <a:gd name="T140" fmla="*/ 331 w 331"/>
                <a:gd name="T141" fmla="*/ 91 h 9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31" h="91">
                  <a:moveTo>
                    <a:pt x="300" y="30"/>
                  </a:moveTo>
                  <a:lnTo>
                    <a:pt x="310" y="35"/>
                  </a:lnTo>
                  <a:lnTo>
                    <a:pt x="320" y="38"/>
                  </a:lnTo>
                  <a:lnTo>
                    <a:pt x="328" y="44"/>
                  </a:lnTo>
                  <a:lnTo>
                    <a:pt x="331" y="56"/>
                  </a:lnTo>
                  <a:lnTo>
                    <a:pt x="329" y="61"/>
                  </a:lnTo>
                  <a:lnTo>
                    <a:pt x="328" y="68"/>
                  </a:lnTo>
                  <a:lnTo>
                    <a:pt x="328" y="76"/>
                  </a:lnTo>
                  <a:lnTo>
                    <a:pt x="328" y="83"/>
                  </a:lnTo>
                  <a:lnTo>
                    <a:pt x="320" y="90"/>
                  </a:lnTo>
                  <a:lnTo>
                    <a:pt x="312" y="91"/>
                  </a:lnTo>
                  <a:lnTo>
                    <a:pt x="304" y="90"/>
                  </a:lnTo>
                  <a:lnTo>
                    <a:pt x="295" y="87"/>
                  </a:lnTo>
                  <a:lnTo>
                    <a:pt x="286" y="82"/>
                  </a:lnTo>
                  <a:lnTo>
                    <a:pt x="277" y="77"/>
                  </a:lnTo>
                  <a:lnTo>
                    <a:pt x="268" y="73"/>
                  </a:lnTo>
                  <a:lnTo>
                    <a:pt x="259" y="72"/>
                  </a:lnTo>
                  <a:lnTo>
                    <a:pt x="242" y="68"/>
                  </a:lnTo>
                  <a:lnTo>
                    <a:pt x="226" y="66"/>
                  </a:lnTo>
                  <a:lnTo>
                    <a:pt x="211" y="64"/>
                  </a:lnTo>
                  <a:lnTo>
                    <a:pt x="195" y="60"/>
                  </a:lnTo>
                  <a:lnTo>
                    <a:pt x="179" y="58"/>
                  </a:lnTo>
                  <a:lnTo>
                    <a:pt x="163" y="56"/>
                  </a:lnTo>
                  <a:lnTo>
                    <a:pt x="147" y="52"/>
                  </a:lnTo>
                  <a:lnTo>
                    <a:pt x="131" y="50"/>
                  </a:lnTo>
                  <a:lnTo>
                    <a:pt x="116" y="46"/>
                  </a:lnTo>
                  <a:lnTo>
                    <a:pt x="100" y="44"/>
                  </a:lnTo>
                  <a:lnTo>
                    <a:pt x="83" y="41"/>
                  </a:lnTo>
                  <a:lnTo>
                    <a:pt x="68" y="37"/>
                  </a:lnTo>
                  <a:lnTo>
                    <a:pt x="53" y="34"/>
                  </a:lnTo>
                  <a:lnTo>
                    <a:pt x="39" y="30"/>
                  </a:lnTo>
                  <a:lnTo>
                    <a:pt x="24" y="27"/>
                  </a:lnTo>
                  <a:lnTo>
                    <a:pt x="9" y="22"/>
                  </a:lnTo>
                  <a:lnTo>
                    <a:pt x="5" y="19"/>
                  </a:lnTo>
                  <a:lnTo>
                    <a:pt x="3" y="14"/>
                  </a:lnTo>
                  <a:lnTo>
                    <a:pt x="0" y="10"/>
                  </a:lnTo>
                  <a:lnTo>
                    <a:pt x="0" y="5"/>
                  </a:lnTo>
                  <a:lnTo>
                    <a:pt x="19" y="0"/>
                  </a:lnTo>
                  <a:lnTo>
                    <a:pt x="39" y="0"/>
                  </a:lnTo>
                  <a:lnTo>
                    <a:pt x="58" y="1"/>
                  </a:lnTo>
                  <a:lnTo>
                    <a:pt x="78" y="5"/>
                  </a:lnTo>
                  <a:lnTo>
                    <a:pt x="98" y="10"/>
                  </a:lnTo>
                  <a:lnTo>
                    <a:pt x="119" y="13"/>
                  </a:lnTo>
                  <a:lnTo>
                    <a:pt x="140" y="16"/>
                  </a:lnTo>
                  <a:lnTo>
                    <a:pt x="161" y="16"/>
                  </a:lnTo>
                  <a:lnTo>
                    <a:pt x="30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2" name="Freeform 52">
              <a:extLst>
                <a:ext uri="{FF2B5EF4-FFF2-40B4-BE49-F238E27FC236}">
                  <a16:creationId xmlns:a16="http://schemas.microsoft.com/office/drawing/2014/main" id="{5899E093-021B-1F4B-BEA3-500E4840A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129"/>
              <a:ext cx="150" cy="60"/>
            </a:xfrm>
            <a:custGeom>
              <a:avLst/>
              <a:gdLst>
                <a:gd name="T0" fmla="*/ 32 w 298"/>
                <a:gd name="T1" fmla="*/ 7 h 121"/>
                <a:gd name="T2" fmla="*/ 33 w 298"/>
                <a:gd name="T3" fmla="*/ 8 h 121"/>
                <a:gd name="T4" fmla="*/ 34 w 298"/>
                <a:gd name="T5" fmla="*/ 9 h 121"/>
                <a:gd name="T6" fmla="*/ 35 w 298"/>
                <a:gd name="T7" fmla="*/ 9 h 121"/>
                <a:gd name="T8" fmla="*/ 36 w 298"/>
                <a:gd name="T9" fmla="*/ 9 h 121"/>
                <a:gd name="T10" fmla="*/ 37 w 298"/>
                <a:gd name="T11" fmla="*/ 10 h 121"/>
                <a:gd name="T12" fmla="*/ 38 w 298"/>
                <a:gd name="T13" fmla="*/ 11 h 121"/>
                <a:gd name="T14" fmla="*/ 38 w 298"/>
                <a:gd name="T15" fmla="*/ 12 h 121"/>
                <a:gd name="T16" fmla="*/ 38 w 298"/>
                <a:gd name="T17" fmla="*/ 13 h 121"/>
                <a:gd name="T18" fmla="*/ 27 w 298"/>
                <a:gd name="T19" fmla="*/ 15 h 121"/>
                <a:gd name="T20" fmla="*/ 26 w 298"/>
                <a:gd name="T21" fmla="*/ 14 h 121"/>
                <a:gd name="T22" fmla="*/ 26 w 298"/>
                <a:gd name="T23" fmla="*/ 14 h 121"/>
                <a:gd name="T24" fmla="*/ 25 w 298"/>
                <a:gd name="T25" fmla="*/ 14 h 121"/>
                <a:gd name="T26" fmla="*/ 24 w 298"/>
                <a:gd name="T27" fmla="*/ 13 h 121"/>
                <a:gd name="T28" fmla="*/ 27 w 298"/>
                <a:gd name="T29" fmla="*/ 11 h 121"/>
                <a:gd name="T30" fmla="*/ 25 w 298"/>
                <a:gd name="T31" fmla="*/ 10 h 121"/>
                <a:gd name="T32" fmla="*/ 23 w 298"/>
                <a:gd name="T33" fmla="*/ 10 h 121"/>
                <a:gd name="T34" fmla="*/ 22 w 298"/>
                <a:gd name="T35" fmla="*/ 9 h 121"/>
                <a:gd name="T36" fmla="*/ 20 w 298"/>
                <a:gd name="T37" fmla="*/ 9 h 121"/>
                <a:gd name="T38" fmla="*/ 18 w 298"/>
                <a:gd name="T39" fmla="*/ 8 h 121"/>
                <a:gd name="T40" fmla="*/ 16 w 298"/>
                <a:gd name="T41" fmla="*/ 7 h 121"/>
                <a:gd name="T42" fmla="*/ 15 w 298"/>
                <a:gd name="T43" fmla="*/ 7 h 121"/>
                <a:gd name="T44" fmla="*/ 13 w 298"/>
                <a:gd name="T45" fmla="*/ 6 h 121"/>
                <a:gd name="T46" fmla="*/ 11 w 298"/>
                <a:gd name="T47" fmla="*/ 6 h 121"/>
                <a:gd name="T48" fmla="*/ 9 w 298"/>
                <a:gd name="T49" fmla="*/ 6 h 121"/>
                <a:gd name="T50" fmla="*/ 8 w 298"/>
                <a:gd name="T51" fmla="*/ 5 h 121"/>
                <a:gd name="T52" fmla="*/ 6 w 298"/>
                <a:gd name="T53" fmla="*/ 5 h 121"/>
                <a:gd name="T54" fmla="*/ 5 w 298"/>
                <a:gd name="T55" fmla="*/ 4 h 121"/>
                <a:gd name="T56" fmla="*/ 3 w 298"/>
                <a:gd name="T57" fmla="*/ 3 h 121"/>
                <a:gd name="T58" fmla="*/ 2 w 298"/>
                <a:gd name="T59" fmla="*/ 2 h 121"/>
                <a:gd name="T60" fmla="*/ 0 w 298"/>
                <a:gd name="T61" fmla="*/ 1 h 121"/>
                <a:gd name="T62" fmla="*/ 0 w 298"/>
                <a:gd name="T63" fmla="*/ 0 h 121"/>
                <a:gd name="T64" fmla="*/ 2 w 298"/>
                <a:gd name="T65" fmla="*/ 0 h 121"/>
                <a:gd name="T66" fmla="*/ 4 w 298"/>
                <a:gd name="T67" fmla="*/ 0 h 121"/>
                <a:gd name="T68" fmla="*/ 5 w 298"/>
                <a:gd name="T69" fmla="*/ 0 h 121"/>
                <a:gd name="T70" fmla="*/ 7 w 298"/>
                <a:gd name="T71" fmla="*/ 1 h 121"/>
                <a:gd name="T72" fmla="*/ 8 w 298"/>
                <a:gd name="T73" fmla="*/ 1 h 121"/>
                <a:gd name="T74" fmla="*/ 10 w 298"/>
                <a:gd name="T75" fmla="*/ 2 h 121"/>
                <a:gd name="T76" fmla="*/ 11 w 298"/>
                <a:gd name="T77" fmla="*/ 3 h 121"/>
                <a:gd name="T78" fmla="*/ 13 w 298"/>
                <a:gd name="T79" fmla="*/ 3 h 121"/>
                <a:gd name="T80" fmla="*/ 15 w 298"/>
                <a:gd name="T81" fmla="*/ 3 h 121"/>
                <a:gd name="T82" fmla="*/ 18 w 298"/>
                <a:gd name="T83" fmla="*/ 4 h 121"/>
                <a:gd name="T84" fmla="*/ 20 w 298"/>
                <a:gd name="T85" fmla="*/ 5 h 121"/>
                <a:gd name="T86" fmla="*/ 23 w 298"/>
                <a:gd name="T87" fmla="*/ 5 h 121"/>
                <a:gd name="T88" fmla="*/ 25 w 298"/>
                <a:gd name="T89" fmla="*/ 6 h 121"/>
                <a:gd name="T90" fmla="*/ 27 w 298"/>
                <a:gd name="T91" fmla="*/ 7 h 121"/>
                <a:gd name="T92" fmla="*/ 30 w 298"/>
                <a:gd name="T93" fmla="*/ 7 h 121"/>
                <a:gd name="T94" fmla="*/ 32 w 298"/>
                <a:gd name="T95" fmla="*/ 7 h 1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8"/>
                <a:gd name="T145" fmla="*/ 0 h 121"/>
                <a:gd name="T146" fmla="*/ 298 w 298"/>
                <a:gd name="T147" fmla="*/ 121 h 12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8" h="121">
                  <a:moveTo>
                    <a:pt x="252" y="63"/>
                  </a:moveTo>
                  <a:lnTo>
                    <a:pt x="258" y="67"/>
                  </a:lnTo>
                  <a:lnTo>
                    <a:pt x="266" y="72"/>
                  </a:lnTo>
                  <a:lnTo>
                    <a:pt x="275" y="75"/>
                  </a:lnTo>
                  <a:lnTo>
                    <a:pt x="283" y="78"/>
                  </a:lnTo>
                  <a:lnTo>
                    <a:pt x="291" y="82"/>
                  </a:lnTo>
                  <a:lnTo>
                    <a:pt x="296" y="88"/>
                  </a:lnTo>
                  <a:lnTo>
                    <a:pt x="298" y="96"/>
                  </a:lnTo>
                  <a:lnTo>
                    <a:pt x="297" y="108"/>
                  </a:lnTo>
                  <a:lnTo>
                    <a:pt x="214" y="121"/>
                  </a:lnTo>
                  <a:lnTo>
                    <a:pt x="207" y="119"/>
                  </a:lnTo>
                  <a:lnTo>
                    <a:pt x="200" y="117"/>
                  </a:lnTo>
                  <a:lnTo>
                    <a:pt x="194" y="113"/>
                  </a:lnTo>
                  <a:lnTo>
                    <a:pt x="191" y="108"/>
                  </a:lnTo>
                  <a:lnTo>
                    <a:pt x="208" y="90"/>
                  </a:lnTo>
                  <a:lnTo>
                    <a:pt x="196" y="86"/>
                  </a:lnTo>
                  <a:lnTo>
                    <a:pt x="182" y="81"/>
                  </a:lnTo>
                  <a:lnTo>
                    <a:pt x="168" y="76"/>
                  </a:lnTo>
                  <a:lnTo>
                    <a:pt x="154" y="72"/>
                  </a:lnTo>
                  <a:lnTo>
                    <a:pt x="140" y="67"/>
                  </a:lnTo>
                  <a:lnTo>
                    <a:pt x="126" y="63"/>
                  </a:lnTo>
                  <a:lnTo>
                    <a:pt x="113" y="58"/>
                  </a:lnTo>
                  <a:lnTo>
                    <a:pt x="100" y="52"/>
                  </a:lnTo>
                  <a:lnTo>
                    <a:pt x="86" y="51"/>
                  </a:lnTo>
                  <a:lnTo>
                    <a:pt x="72" y="49"/>
                  </a:lnTo>
                  <a:lnTo>
                    <a:pt x="60" y="45"/>
                  </a:lnTo>
                  <a:lnTo>
                    <a:pt x="47" y="41"/>
                  </a:lnTo>
                  <a:lnTo>
                    <a:pt x="34" y="36"/>
                  </a:lnTo>
                  <a:lnTo>
                    <a:pt x="22" y="30"/>
                  </a:lnTo>
                  <a:lnTo>
                    <a:pt x="10" y="22"/>
                  </a:lnTo>
                  <a:lnTo>
                    <a:pt x="0" y="13"/>
                  </a:lnTo>
                  <a:lnTo>
                    <a:pt x="0" y="2"/>
                  </a:lnTo>
                  <a:lnTo>
                    <a:pt x="12" y="0"/>
                  </a:lnTo>
                  <a:lnTo>
                    <a:pt x="25" y="2"/>
                  </a:lnTo>
                  <a:lnTo>
                    <a:pt x="37" y="6"/>
                  </a:lnTo>
                  <a:lnTo>
                    <a:pt x="49" y="11"/>
                  </a:lnTo>
                  <a:lnTo>
                    <a:pt x="62" y="15"/>
                  </a:lnTo>
                  <a:lnTo>
                    <a:pt x="75" y="20"/>
                  </a:lnTo>
                  <a:lnTo>
                    <a:pt x="87" y="25"/>
                  </a:lnTo>
                  <a:lnTo>
                    <a:pt x="100" y="27"/>
                  </a:lnTo>
                  <a:lnTo>
                    <a:pt x="120" y="30"/>
                  </a:lnTo>
                  <a:lnTo>
                    <a:pt x="138" y="34"/>
                  </a:lnTo>
                  <a:lnTo>
                    <a:pt x="158" y="40"/>
                  </a:lnTo>
                  <a:lnTo>
                    <a:pt x="176" y="45"/>
                  </a:lnTo>
                  <a:lnTo>
                    <a:pt x="194" y="51"/>
                  </a:lnTo>
                  <a:lnTo>
                    <a:pt x="213" y="56"/>
                  </a:lnTo>
                  <a:lnTo>
                    <a:pt x="232" y="60"/>
                  </a:lnTo>
                  <a:lnTo>
                    <a:pt x="252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3" name="Freeform 53">
              <a:extLst>
                <a:ext uri="{FF2B5EF4-FFF2-40B4-BE49-F238E27FC236}">
                  <a16:creationId xmlns:a16="http://schemas.microsoft.com/office/drawing/2014/main" id="{05772D2F-709A-2F47-B582-CB841EF9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132"/>
              <a:ext cx="327" cy="73"/>
            </a:xfrm>
            <a:custGeom>
              <a:avLst/>
              <a:gdLst>
                <a:gd name="T0" fmla="*/ 46 w 653"/>
                <a:gd name="T1" fmla="*/ 7 h 147"/>
                <a:gd name="T2" fmla="*/ 48 w 653"/>
                <a:gd name="T3" fmla="*/ 7 h 147"/>
                <a:gd name="T4" fmla="*/ 49 w 653"/>
                <a:gd name="T5" fmla="*/ 8 h 147"/>
                <a:gd name="T6" fmla="*/ 51 w 653"/>
                <a:gd name="T7" fmla="*/ 8 h 147"/>
                <a:gd name="T8" fmla="*/ 53 w 653"/>
                <a:gd name="T9" fmla="*/ 9 h 147"/>
                <a:gd name="T10" fmla="*/ 55 w 653"/>
                <a:gd name="T11" fmla="*/ 9 h 147"/>
                <a:gd name="T12" fmla="*/ 57 w 653"/>
                <a:gd name="T13" fmla="*/ 10 h 147"/>
                <a:gd name="T14" fmla="*/ 59 w 653"/>
                <a:gd name="T15" fmla="*/ 10 h 147"/>
                <a:gd name="T16" fmla="*/ 61 w 653"/>
                <a:gd name="T17" fmla="*/ 10 h 147"/>
                <a:gd name="T18" fmla="*/ 63 w 653"/>
                <a:gd name="T19" fmla="*/ 11 h 147"/>
                <a:gd name="T20" fmla="*/ 65 w 653"/>
                <a:gd name="T21" fmla="*/ 11 h 147"/>
                <a:gd name="T22" fmla="*/ 67 w 653"/>
                <a:gd name="T23" fmla="*/ 11 h 147"/>
                <a:gd name="T24" fmla="*/ 69 w 653"/>
                <a:gd name="T25" fmla="*/ 11 h 147"/>
                <a:gd name="T26" fmla="*/ 71 w 653"/>
                <a:gd name="T27" fmla="*/ 12 h 147"/>
                <a:gd name="T28" fmla="*/ 73 w 653"/>
                <a:gd name="T29" fmla="*/ 12 h 147"/>
                <a:gd name="T30" fmla="*/ 75 w 653"/>
                <a:gd name="T31" fmla="*/ 12 h 147"/>
                <a:gd name="T32" fmla="*/ 77 w 653"/>
                <a:gd name="T33" fmla="*/ 12 h 147"/>
                <a:gd name="T34" fmla="*/ 77 w 653"/>
                <a:gd name="T35" fmla="*/ 13 h 147"/>
                <a:gd name="T36" fmla="*/ 78 w 653"/>
                <a:gd name="T37" fmla="*/ 13 h 147"/>
                <a:gd name="T38" fmla="*/ 79 w 653"/>
                <a:gd name="T39" fmla="*/ 14 h 147"/>
                <a:gd name="T40" fmla="*/ 79 w 653"/>
                <a:gd name="T41" fmla="*/ 14 h 147"/>
                <a:gd name="T42" fmla="*/ 80 w 653"/>
                <a:gd name="T43" fmla="*/ 14 h 147"/>
                <a:gd name="T44" fmla="*/ 81 w 653"/>
                <a:gd name="T45" fmla="*/ 15 h 147"/>
                <a:gd name="T46" fmla="*/ 82 w 653"/>
                <a:gd name="T47" fmla="*/ 16 h 147"/>
                <a:gd name="T48" fmla="*/ 82 w 653"/>
                <a:gd name="T49" fmla="*/ 17 h 147"/>
                <a:gd name="T50" fmla="*/ 82 w 653"/>
                <a:gd name="T51" fmla="*/ 18 h 147"/>
                <a:gd name="T52" fmla="*/ 78 w 653"/>
                <a:gd name="T53" fmla="*/ 18 h 147"/>
                <a:gd name="T54" fmla="*/ 75 w 653"/>
                <a:gd name="T55" fmla="*/ 18 h 147"/>
                <a:gd name="T56" fmla="*/ 71 w 653"/>
                <a:gd name="T57" fmla="*/ 17 h 147"/>
                <a:gd name="T58" fmla="*/ 68 w 653"/>
                <a:gd name="T59" fmla="*/ 17 h 147"/>
                <a:gd name="T60" fmla="*/ 65 w 653"/>
                <a:gd name="T61" fmla="*/ 16 h 147"/>
                <a:gd name="T62" fmla="*/ 61 w 653"/>
                <a:gd name="T63" fmla="*/ 16 h 147"/>
                <a:gd name="T64" fmla="*/ 58 w 653"/>
                <a:gd name="T65" fmla="*/ 15 h 147"/>
                <a:gd name="T66" fmla="*/ 54 w 653"/>
                <a:gd name="T67" fmla="*/ 14 h 147"/>
                <a:gd name="T68" fmla="*/ 51 w 653"/>
                <a:gd name="T69" fmla="*/ 14 h 147"/>
                <a:gd name="T70" fmla="*/ 48 w 653"/>
                <a:gd name="T71" fmla="*/ 13 h 147"/>
                <a:gd name="T72" fmla="*/ 44 w 653"/>
                <a:gd name="T73" fmla="*/ 12 h 147"/>
                <a:gd name="T74" fmla="*/ 41 w 653"/>
                <a:gd name="T75" fmla="*/ 12 h 147"/>
                <a:gd name="T76" fmla="*/ 38 w 653"/>
                <a:gd name="T77" fmla="*/ 11 h 147"/>
                <a:gd name="T78" fmla="*/ 34 w 653"/>
                <a:gd name="T79" fmla="*/ 10 h 147"/>
                <a:gd name="T80" fmla="*/ 31 w 653"/>
                <a:gd name="T81" fmla="*/ 10 h 147"/>
                <a:gd name="T82" fmla="*/ 28 w 653"/>
                <a:gd name="T83" fmla="*/ 9 h 147"/>
                <a:gd name="T84" fmla="*/ 1 w 653"/>
                <a:gd name="T85" fmla="*/ 3 h 147"/>
                <a:gd name="T86" fmla="*/ 1 w 653"/>
                <a:gd name="T87" fmla="*/ 2 h 147"/>
                <a:gd name="T88" fmla="*/ 0 w 653"/>
                <a:gd name="T89" fmla="*/ 1 h 147"/>
                <a:gd name="T90" fmla="*/ 0 w 653"/>
                <a:gd name="T91" fmla="*/ 0 h 147"/>
                <a:gd name="T92" fmla="*/ 1 w 653"/>
                <a:gd name="T93" fmla="*/ 0 h 147"/>
                <a:gd name="T94" fmla="*/ 4 w 653"/>
                <a:gd name="T95" fmla="*/ 0 h 147"/>
                <a:gd name="T96" fmla="*/ 7 w 653"/>
                <a:gd name="T97" fmla="*/ 1 h 147"/>
                <a:gd name="T98" fmla="*/ 9 w 653"/>
                <a:gd name="T99" fmla="*/ 1 h 147"/>
                <a:gd name="T100" fmla="*/ 12 w 653"/>
                <a:gd name="T101" fmla="*/ 2 h 147"/>
                <a:gd name="T102" fmla="*/ 15 w 653"/>
                <a:gd name="T103" fmla="*/ 2 h 147"/>
                <a:gd name="T104" fmla="*/ 18 w 653"/>
                <a:gd name="T105" fmla="*/ 2 h 147"/>
                <a:gd name="T106" fmla="*/ 21 w 653"/>
                <a:gd name="T107" fmla="*/ 3 h 147"/>
                <a:gd name="T108" fmla="*/ 23 w 653"/>
                <a:gd name="T109" fmla="*/ 3 h 147"/>
                <a:gd name="T110" fmla="*/ 26 w 653"/>
                <a:gd name="T111" fmla="*/ 3 h 147"/>
                <a:gd name="T112" fmla="*/ 29 w 653"/>
                <a:gd name="T113" fmla="*/ 3 h 147"/>
                <a:gd name="T114" fmla="*/ 32 w 653"/>
                <a:gd name="T115" fmla="*/ 4 h 147"/>
                <a:gd name="T116" fmla="*/ 35 w 653"/>
                <a:gd name="T117" fmla="*/ 4 h 147"/>
                <a:gd name="T118" fmla="*/ 37 w 653"/>
                <a:gd name="T119" fmla="*/ 5 h 147"/>
                <a:gd name="T120" fmla="*/ 40 w 653"/>
                <a:gd name="T121" fmla="*/ 5 h 147"/>
                <a:gd name="T122" fmla="*/ 43 w 653"/>
                <a:gd name="T123" fmla="*/ 6 h 147"/>
                <a:gd name="T124" fmla="*/ 46 w 653"/>
                <a:gd name="T125" fmla="*/ 7 h 1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53"/>
                <a:gd name="T190" fmla="*/ 0 h 147"/>
                <a:gd name="T191" fmla="*/ 653 w 653"/>
                <a:gd name="T192" fmla="*/ 147 h 1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53" h="147">
                  <a:moveTo>
                    <a:pt x="362" y="56"/>
                  </a:moveTo>
                  <a:lnTo>
                    <a:pt x="377" y="60"/>
                  </a:lnTo>
                  <a:lnTo>
                    <a:pt x="392" y="66"/>
                  </a:lnTo>
                  <a:lnTo>
                    <a:pt x="407" y="69"/>
                  </a:lnTo>
                  <a:lnTo>
                    <a:pt x="422" y="74"/>
                  </a:lnTo>
                  <a:lnTo>
                    <a:pt x="437" y="77"/>
                  </a:lnTo>
                  <a:lnTo>
                    <a:pt x="453" y="80"/>
                  </a:lnTo>
                  <a:lnTo>
                    <a:pt x="468" y="83"/>
                  </a:lnTo>
                  <a:lnTo>
                    <a:pt x="484" y="86"/>
                  </a:lnTo>
                  <a:lnTo>
                    <a:pt x="500" y="88"/>
                  </a:lnTo>
                  <a:lnTo>
                    <a:pt x="515" y="90"/>
                  </a:lnTo>
                  <a:lnTo>
                    <a:pt x="531" y="92"/>
                  </a:lnTo>
                  <a:lnTo>
                    <a:pt x="547" y="95"/>
                  </a:lnTo>
                  <a:lnTo>
                    <a:pt x="563" y="97"/>
                  </a:lnTo>
                  <a:lnTo>
                    <a:pt x="578" y="98"/>
                  </a:lnTo>
                  <a:lnTo>
                    <a:pt x="594" y="101"/>
                  </a:lnTo>
                  <a:lnTo>
                    <a:pt x="609" y="103"/>
                  </a:lnTo>
                  <a:lnTo>
                    <a:pt x="614" y="106"/>
                  </a:lnTo>
                  <a:lnTo>
                    <a:pt x="620" y="110"/>
                  </a:lnTo>
                  <a:lnTo>
                    <a:pt x="627" y="112"/>
                  </a:lnTo>
                  <a:lnTo>
                    <a:pt x="632" y="116"/>
                  </a:lnTo>
                  <a:lnTo>
                    <a:pt x="638" y="119"/>
                  </a:lnTo>
                  <a:lnTo>
                    <a:pt x="644" y="124"/>
                  </a:lnTo>
                  <a:lnTo>
                    <a:pt x="650" y="129"/>
                  </a:lnTo>
                  <a:lnTo>
                    <a:pt x="653" y="136"/>
                  </a:lnTo>
                  <a:lnTo>
                    <a:pt x="651" y="147"/>
                  </a:lnTo>
                  <a:lnTo>
                    <a:pt x="623" y="145"/>
                  </a:lnTo>
                  <a:lnTo>
                    <a:pt x="594" y="144"/>
                  </a:lnTo>
                  <a:lnTo>
                    <a:pt x="567" y="142"/>
                  </a:lnTo>
                  <a:lnTo>
                    <a:pt x="540" y="139"/>
                  </a:lnTo>
                  <a:lnTo>
                    <a:pt x="513" y="134"/>
                  </a:lnTo>
                  <a:lnTo>
                    <a:pt x="486" y="129"/>
                  </a:lnTo>
                  <a:lnTo>
                    <a:pt x="458" y="125"/>
                  </a:lnTo>
                  <a:lnTo>
                    <a:pt x="432" y="119"/>
                  </a:lnTo>
                  <a:lnTo>
                    <a:pt x="405" y="114"/>
                  </a:lnTo>
                  <a:lnTo>
                    <a:pt x="379" y="109"/>
                  </a:lnTo>
                  <a:lnTo>
                    <a:pt x="351" y="103"/>
                  </a:lnTo>
                  <a:lnTo>
                    <a:pt x="325" y="97"/>
                  </a:lnTo>
                  <a:lnTo>
                    <a:pt x="298" y="91"/>
                  </a:lnTo>
                  <a:lnTo>
                    <a:pt x="271" y="87"/>
                  </a:lnTo>
                  <a:lnTo>
                    <a:pt x="244" y="82"/>
                  </a:lnTo>
                  <a:lnTo>
                    <a:pt x="217" y="77"/>
                  </a:lnTo>
                  <a:lnTo>
                    <a:pt x="7" y="28"/>
                  </a:lnTo>
                  <a:lnTo>
                    <a:pt x="2" y="21"/>
                  </a:lnTo>
                  <a:lnTo>
                    <a:pt x="0" y="13"/>
                  </a:lnTo>
                  <a:lnTo>
                    <a:pt x="0" y="5"/>
                  </a:lnTo>
                  <a:lnTo>
                    <a:pt x="7" y="0"/>
                  </a:lnTo>
                  <a:lnTo>
                    <a:pt x="29" y="6"/>
                  </a:lnTo>
                  <a:lnTo>
                    <a:pt x="51" y="10"/>
                  </a:lnTo>
                  <a:lnTo>
                    <a:pt x="72" y="14"/>
                  </a:lnTo>
                  <a:lnTo>
                    <a:pt x="94" y="18"/>
                  </a:lnTo>
                  <a:lnTo>
                    <a:pt x="116" y="20"/>
                  </a:lnTo>
                  <a:lnTo>
                    <a:pt x="139" y="22"/>
                  </a:lnTo>
                  <a:lnTo>
                    <a:pt x="161" y="25"/>
                  </a:lnTo>
                  <a:lnTo>
                    <a:pt x="183" y="27"/>
                  </a:lnTo>
                  <a:lnTo>
                    <a:pt x="206" y="29"/>
                  </a:lnTo>
                  <a:lnTo>
                    <a:pt x="228" y="31"/>
                  </a:lnTo>
                  <a:lnTo>
                    <a:pt x="250" y="35"/>
                  </a:lnTo>
                  <a:lnTo>
                    <a:pt x="273" y="37"/>
                  </a:lnTo>
                  <a:lnTo>
                    <a:pt x="295" y="41"/>
                  </a:lnTo>
                  <a:lnTo>
                    <a:pt x="317" y="45"/>
                  </a:lnTo>
                  <a:lnTo>
                    <a:pt x="340" y="50"/>
                  </a:lnTo>
                  <a:lnTo>
                    <a:pt x="362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4" name="Freeform 54">
              <a:extLst>
                <a:ext uri="{FF2B5EF4-FFF2-40B4-BE49-F238E27FC236}">
                  <a16:creationId xmlns:a16="http://schemas.microsoft.com/office/drawing/2014/main" id="{913E6D3B-71D2-CD4E-8F5A-0CBED2642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146"/>
              <a:ext cx="151" cy="106"/>
            </a:xfrm>
            <a:custGeom>
              <a:avLst/>
              <a:gdLst>
                <a:gd name="T0" fmla="*/ 18 w 303"/>
                <a:gd name="T1" fmla="*/ 9 h 212"/>
                <a:gd name="T2" fmla="*/ 23 w 303"/>
                <a:gd name="T3" fmla="*/ 11 h 212"/>
                <a:gd name="T4" fmla="*/ 28 w 303"/>
                <a:gd name="T5" fmla="*/ 13 h 212"/>
                <a:gd name="T6" fmla="*/ 34 w 303"/>
                <a:gd name="T7" fmla="*/ 14 h 212"/>
                <a:gd name="T8" fmla="*/ 37 w 303"/>
                <a:gd name="T9" fmla="*/ 16 h 212"/>
                <a:gd name="T10" fmla="*/ 37 w 303"/>
                <a:gd name="T11" fmla="*/ 18 h 212"/>
                <a:gd name="T12" fmla="*/ 36 w 303"/>
                <a:gd name="T13" fmla="*/ 19 h 212"/>
                <a:gd name="T14" fmla="*/ 33 w 303"/>
                <a:gd name="T15" fmla="*/ 20 h 212"/>
                <a:gd name="T16" fmla="*/ 30 w 303"/>
                <a:gd name="T17" fmla="*/ 21 h 212"/>
                <a:gd name="T18" fmla="*/ 27 w 303"/>
                <a:gd name="T19" fmla="*/ 22 h 212"/>
                <a:gd name="T20" fmla="*/ 23 w 303"/>
                <a:gd name="T21" fmla="*/ 23 h 212"/>
                <a:gd name="T22" fmla="*/ 20 w 303"/>
                <a:gd name="T23" fmla="*/ 24 h 212"/>
                <a:gd name="T24" fmla="*/ 17 w 303"/>
                <a:gd name="T25" fmla="*/ 25 h 212"/>
                <a:gd name="T26" fmla="*/ 14 w 303"/>
                <a:gd name="T27" fmla="*/ 26 h 212"/>
                <a:gd name="T28" fmla="*/ 12 w 303"/>
                <a:gd name="T29" fmla="*/ 26 h 212"/>
                <a:gd name="T30" fmla="*/ 11 w 303"/>
                <a:gd name="T31" fmla="*/ 25 h 212"/>
                <a:gd name="T32" fmla="*/ 13 w 303"/>
                <a:gd name="T33" fmla="*/ 23 h 212"/>
                <a:gd name="T34" fmla="*/ 17 w 303"/>
                <a:gd name="T35" fmla="*/ 21 h 212"/>
                <a:gd name="T36" fmla="*/ 21 w 303"/>
                <a:gd name="T37" fmla="*/ 20 h 212"/>
                <a:gd name="T38" fmla="*/ 25 w 303"/>
                <a:gd name="T39" fmla="*/ 18 h 212"/>
                <a:gd name="T40" fmla="*/ 25 w 303"/>
                <a:gd name="T41" fmla="*/ 16 h 212"/>
                <a:gd name="T42" fmla="*/ 22 w 303"/>
                <a:gd name="T43" fmla="*/ 14 h 212"/>
                <a:gd name="T44" fmla="*/ 19 w 303"/>
                <a:gd name="T45" fmla="*/ 13 h 212"/>
                <a:gd name="T46" fmla="*/ 16 w 303"/>
                <a:gd name="T47" fmla="*/ 12 h 212"/>
                <a:gd name="T48" fmla="*/ 12 w 303"/>
                <a:gd name="T49" fmla="*/ 10 h 212"/>
                <a:gd name="T50" fmla="*/ 9 w 303"/>
                <a:gd name="T51" fmla="*/ 8 h 212"/>
                <a:gd name="T52" fmla="*/ 5 w 303"/>
                <a:gd name="T53" fmla="*/ 6 h 212"/>
                <a:gd name="T54" fmla="*/ 2 w 303"/>
                <a:gd name="T55" fmla="*/ 4 h 212"/>
                <a:gd name="T56" fmla="*/ 0 w 303"/>
                <a:gd name="T57" fmla="*/ 2 h 212"/>
                <a:gd name="T58" fmla="*/ 0 w 303"/>
                <a:gd name="T59" fmla="*/ 1 h 212"/>
                <a:gd name="T60" fmla="*/ 2 w 303"/>
                <a:gd name="T61" fmla="*/ 1 h 212"/>
                <a:gd name="T62" fmla="*/ 6 w 303"/>
                <a:gd name="T63" fmla="*/ 2 h 212"/>
                <a:gd name="T64" fmla="*/ 10 w 303"/>
                <a:gd name="T65" fmla="*/ 4 h 212"/>
                <a:gd name="T66" fmla="*/ 14 w 303"/>
                <a:gd name="T67" fmla="*/ 7 h 21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03"/>
                <a:gd name="T103" fmla="*/ 0 h 212"/>
                <a:gd name="T104" fmla="*/ 303 w 303"/>
                <a:gd name="T105" fmla="*/ 212 h 21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03" h="212">
                  <a:moveTo>
                    <a:pt x="125" y="59"/>
                  </a:moveTo>
                  <a:lnTo>
                    <a:pt x="146" y="69"/>
                  </a:lnTo>
                  <a:lnTo>
                    <a:pt x="167" y="77"/>
                  </a:lnTo>
                  <a:lnTo>
                    <a:pt x="188" y="86"/>
                  </a:lnTo>
                  <a:lnTo>
                    <a:pt x="210" y="93"/>
                  </a:lnTo>
                  <a:lnTo>
                    <a:pt x="231" y="100"/>
                  </a:lnTo>
                  <a:lnTo>
                    <a:pt x="253" y="107"/>
                  </a:lnTo>
                  <a:lnTo>
                    <a:pt x="275" y="113"/>
                  </a:lnTo>
                  <a:lnTo>
                    <a:pt x="297" y="119"/>
                  </a:lnTo>
                  <a:lnTo>
                    <a:pt x="299" y="126"/>
                  </a:lnTo>
                  <a:lnTo>
                    <a:pt x="301" y="132"/>
                  </a:lnTo>
                  <a:lnTo>
                    <a:pt x="301" y="139"/>
                  </a:lnTo>
                  <a:lnTo>
                    <a:pt x="303" y="145"/>
                  </a:lnTo>
                  <a:lnTo>
                    <a:pt x="291" y="150"/>
                  </a:lnTo>
                  <a:lnTo>
                    <a:pt x="279" y="154"/>
                  </a:lnTo>
                  <a:lnTo>
                    <a:pt x="266" y="158"/>
                  </a:lnTo>
                  <a:lnTo>
                    <a:pt x="255" y="162"/>
                  </a:lnTo>
                  <a:lnTo>
                    <a:pt x="242" y="166"/>
                  </a:lnTo>
                  <a:lnTo>
                    <a:pt x="229" y="169"/>
                  </a:lnTo>
                  <a:lnTo>
                    <a:pt x="216" y="173"/>
                  </a:lnTo>
                  <a:lnTo>
                    <a:pt x="204" y="176"/>
                  </a:lnTo>
                  <a:lnTo>
                    <a:pt x="191" y="180"/>
                  </a:lnTo>
                  <a:lnTo>
                    <a:pt x="178" y="183"/>
                  </a:lnTo>
                  <a:lnTo>
                    <a:pt x="167" y="188"/>
                  </a:lnTo>
                  <a:lnTo>
                    <a:pt x="154" y="191"/>
                  </a:lnTo>
                  <a:lnTo>
                    <a:pt x="142" y="196"/>
                  </a:lnTo>
                  <a:lnTo>
                    <a:pt x="130" y="200"/>
                  </a:lnTo>
                  <a:lnTo>
                    <a:pt x="117" y="206"/>
                  </a:lnTo>
                  <a:lnTo>
                    <a:pt x="106" y="212"/>
                  </a:lnTo>
                  <a:lnTo>
                    <a:pt x="100" y="208"/>
                  </a:lnTo>
                  <a:lnTo>
                    <a:pt x="97" y="204"/>
                  </a:lnTo>
                  <a:lnTo>
                    <a:pt x="94" y="198"/>
                  </a:lnTo>
                  <a:lnTo>
                    <a:pt x="92" y="192"/>
                  </a:lnTo>
                  <a:lnTo>
                    <a:pt x="107" y="182"/>
                  </a:lnTo>
                  <a:lnTo>
                    <a:pt x="122" y="174"/>
                  </a:lnTo>
                  <a:lnTo>
                    <a:pt x="137" y="166"/>
                  </a:lnTo>
                  <a:lnTo>
                    <a:pt x="153" y="159"/>
                  </a:lnTo>
                  <a:lnTo>
                    <a:pt x="169" y="153"/>
                  </a:lnTo>
                  <a:lnTo>
                    <a:pt x="185" y="146"/>
                  </a:lnTo>
                  <a:lnTo>
                    <a:pt x="202" y="139"/>
                  </a:lnTo>
                  <a:lnTo>
                    <a:pt x="216" y="131"/>
                  </a:lnTo>
                  <a:lnTo>
                    <a:pt x="205" y="124"/>
                  </a:lnTo>
                  <a:lnTo>
                    <a:pt x="193" y="117"/>
                  </a:lnTo>
                  <a:lnTo>
                    <a:pt x="181" y="113"/>
                  </a:lnTo>
                  <a:lnTo>
                    <a:pt x="168" y="107"/>
                  </a:lnTo>
                  <a:lnTo>
                    <a:pt x="155" y="101"/>
                  </a:lnTo>
                  <a:lnTo>
                    <a:pt x="143" y="97"/>
                  </a:lnTo>
                  <a:lnTo>
                    <a:pt x="130" y="90"/>
                  </a:lnTo>
                  <a:lnTo>
                    <a:pt x="117" y="83"/>
                  </a:lnTo>
                  <a:lnTo>
                    <a:pt x="102" y="75"/>
                  </a:lnTo>
                  <a:lnTo>
                    <a:pt x="89" y="67"/>
                  </a:lnTo>
                  <a:lnTo>
                    <a:pt x="75" y="59"/>
                  </a:lnTo>
                  <a:lnTo>
                    <a:pt x="61" y="49"/>
                  </a:lnTo>
                  <a:lnTo>
                    <a:pt x="46" y="41"/>
                  </a:lnTo>
                  <a:lnTo>
                    <a:pt x="32" y="33"/>
                  </a:lnTo>
                  <a:lnTo>
                    <a:pt x="18" y="26"/>
                  </a:lnTo>
                  <a:lnTo>
                    <a:pt x="3" y="20"/>
                  </a:lnTo>
                  <a:lnTo>
                    <a:pt x="0" y="14"/>
                  </a:lnTo>
                  <a:lnTo>
                    <a:pt x="2" y="9"/>
                  </a:lnTo>
                  <a:lnTo>
                    <a:pt x="6" y="6"/>
                  </a:lnTo>
                  <a:lnTo>
                    <a:pt x="8" y="0"/>
                  </a:lnTo>
                  <a:lnTo>
                    <a:pt x="23" y="3"/>
                  </a:lnTo>
                  <a:lnTo>
                    <a:pt x="39" y="8"/>
                  </a:lnTo>
                  <a:lnTo>
                    <a:pt x="54" y="15"/>
                  </a:lnTo>
                  <a:lnTo>
                    <a:pt x="69" y="23"/>
                  </a:lnTo>
                  <a:lnTo>
                    <a:pt x="83" y="31"/>
                  </a:lnTo>
                  <a:lnTo>
                    <a:pt x="98" y="40"/>
                  </a:lnTo>
                  <a:lnTo>
                    <a:pt x="112" y="49"/>
                  </a:lnTo>
                  <a:lnTo>
                    <a:pt x="125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5" name="Freeform 55">
              <a:extLst>
                <a:ext uri="{FF2B5EF4-FFF2-40B4-BE49-F238E27FC236}">
                  <a16:creationId xmlns:a16="http://schemas.microsoft.com/office/drawing/2014/main" id="{D735C8F5-2F63-D847-A83C-F0EE4ECF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152"/>
              <a:ext cx="198" cy="144"/>
            </a:xfrm>
            <a:custGeom>
              <a:avLst/>
              <a:gdLst>
                <a:gd name="T0" fmla="*/ 38 w 395"/>
                <a:gd name="T1" fmla="*/ 4 h 287"/>
                <a:gd name="T2" fmla="*/ 34 w 395"/>
                <a:gd name="T3" fmla="*/ 5 h 287"/>
                <a:gd name="T4" fmla="*/ 30 w 395"/>
                <a:gd name="T5" fmla="*/ 7 h 287"/>
                <a:gd name="T6" fmla="*/ 26 w 395"/>
                <a:gd name="T7" fmla="*/ 8 h 287"/>
                <a:gd name="T8" fmla="*/ 22 w 395"/>
                <a:gd name="T9" fmla="*/ 10 h 287"/>
                <a:gd name="T10" fmla="*/ 18 w 395"/>
                <a:gd name="T11" fmla="*/ 11 h 287"/>
                <a:gd name="T12" fmla="*/ 14 w 395"/>
                <a:gd name="T13" fmla="*/ 12 h 287"/>
                <a:gd name="T14" fmla="*/ 10 w 395"/>
                <a:gd name="T15" fmla="*/ 14 h 287"/>
                <a:gd name="T16" fmla="*/ 9 w 395"/>
                <a:gd name="T17" fmla="*/ 16 h 287"/>
                <a:gd name="T18" fmla="*/ 13 w 395"/>
                <a:gd name="T19" fmla="*/ 18 h 287"/>
                <a:gd name="T20" fmla="*/ 17 w 395"/>
                <a:gd name="T21" fmla="*/ 20 h 287"/>
                <a:gd name="T22" fmla="*/ 21 w 395"/>
                <a:gd name="T23" fmla="*/ 22 h 287"/>
                <a:gd name="T24" fmla="*/ 25 w 395"/>
                <a:gd name="T25" fmla="*/ 24 h 287"/>
                <a:gd name="T26" fmla="*/ 28 w 395"/>
                <a:gd name="T27" fmla="*/ 26 h 287"/>
                <a:gd name="T28" fmla="*/ 32 w 395"/>
                <a:gd name="T29" fmla="*/ 29 h 287"/>
                <a:gd name="T30" fmla="*/ 36 w 395"/>
                <a:gd name="T31" fmla="*/ 32 h 287"/>
                <a:gd name="T32" fmla="*/ 39 w 395"/>
                <a:gd name="T33" fmla="*/ 32 h 287"/>
                <a:gd name="T34" fmla="*/ 42 w 395"/>
                <a:gd name="T35" fmla="*/ 30 h 287"/>
                <a:gd name="T36" fmla="*/ 45 w 395"/>
                <a:gd name="T37" fmla="*/ 28 h 287"/>
                <a:gd name="T38" fmla="*/ 48 w 395"/>
                <a:gd name="T39" fmla="*/ 27 h 287"/>
                <a:gd name="T40" fmla="*/ 50 w 395"/>
                <a:gd name="T41" fmla="*/ 29 h 287"/>
                <a:gd name="T42" fmla="*/ 46 w 395"/>
                <a:gd name="T43" fmla="*/ 31 h 287"/>
                <a:gd name="T44" fmla="*/ 42 w 395"/>
                <a:gd name="T45" fmla="*/ 34 h 287"/>
                <a:gd name="T46" fmla="*/ 38 w 395"/>
                <a:gd name="T47" fmla="*/ 36 h 287"/>
                <a:gd name="T48" fmla="*/ 33 w 395"/>
                <a:gd name="T49" fmla="*/ 34 h 287"/>
                <a:gd name="T50" fmla="*/ 32 w 395"/>
                <a:gd name="T51" fmla="*/ 33 h 287"/>
                <a:gd name="T52" fmla="*/ 31 w 395"/>
                <a:gd name="T53" fmla="*/ 32 h 287"/>
                <a:gd name="T54" fmla="*/ 29 w 395"/>
                <a:gd name="T55" fmla="*/ 31 h 287"/>
                <a:gd name="T56" fmla="*/ 28 w 395"/>
                <a:gd name="T57" fmla="*/ 31 h 287"/>
                <a:gd name="T58" fmla="*/ 24 w 395"/>
                <a:gd name="T59" fmla="*/ 28 h 287"/>
                <a:gd name="T60" fmla="*/ 20 w 395"/>
                <a:gd name="T61" fmla="*/ 25 h 287"/>
                <a:gd name="T62" fmla="*/ 16 w 395"/>
                <a:gd name="T63" fmla="*/ 23 h 287"/>
                <a:gd name="T64" fmla="*/ 11 w 395"/>
                <a:gd name="T65" fmla="*/ 22 h 287"/>
                <a:gd name="T66" fmla="*/ 8 w 395"/>
                <a:gd name="T67" fmla="*/ 19 h 287"/>
                <a:gd name="T68" fmla="*/ 4 w 395"/>
                <a:gd name="T69" fmla="*/ 17 h 287"/>
                <a:gd name="T70" fmla="*/ 2 w 395"/>
                <a:gd name="T71" fmla="*/ 15 h 287"/>
                <a:gd name="T72" fmla="*/ 0 w 395"/>
                <a:gd name="T73" fmla="*/ 12 h 287"/>
                <a:gd name="T74" fmla="*/ 4 w 395"/>
                <a:gd name="T75" fmla="*/ 10 h 287"/>
                <a:gd name="T76" fmla="*/ 9 w 395"/>
                <a:gd name="T77" fmla="*/ 9 h 287"/>
                <a:gd name="T78" fmla="*/ 13 w 395"/>
                <a:gd name="T79" fmla="*/ 8 h 287"/>
                <a:gd name="T80" fmla="*/ 17 w 395"/>
                <a:gd name="T81" fmla="*/ 6 h 287"/>
                <a:gd name="T82" fmla="*/ 21 w 395"/>
                <a:gd name="T83" fmla="*/ 5 h 287"/>
                <a:gd name="T84" fmla="*/ 25 w 395"/>
                <a:gd name="T85" fmla="*/ 4 h 287"/>
                <a:gd name="T86" fmla="*/ 29 w 395"/>
                <a:gd name="T87" fmla="*/ 3 h 287"/>
                <a:gd name="T88" fmla="*/ 33 w 395"/>
                <a:gd name="T89" fmla="*/ 1 h 287"/>
                <a:gd name="T90" fmla="*/ 35 w 395"/>
                <a:gd name="T91" fmla="*/ 2 h 287"/>
                <a:gd name="T92" fmla="*/ 37 w 395"/>
                <a:gd name="T93" fmla="*/ 1 h 287"/>
                <a:gd name="T94" fmla="*/ 38 w 395"/>
                <a:gd name="T95" fmla="*/ 1 h 287"/>
                <a:gd name="T96" fmla="*/ 40 w 395"/>
                <a:gd name="T97" fmla="*/ 1 h 2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5"/>
                <a:gd name="T148" fmla="*/ 0 h 287"/>
                <a:gd name="T149" fmla="*/ 395 w 395"/>
                <a:gd name="T150" fmla="*/ 287 h 28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5" h="287">
                  <a:moveTo>
                    <a:pt x="318" y="20"/>
                  </a:moveTo>
                  <a:lnTo>
                    <a:pt x="302" y="26"/>
                  </a:lnTo>
                  <a:lnTo>
                    <a:pt x="286" y="33"/>
                  </a:lnTo>
                  <a:lnTo>
                    <a:pt x="270" y="39"/>
                  </a:lnTo>
                  <a:lnTo>
                    <a:pt x="254" y="45"/>
                  </a:lnTo>
                  <a:lnTo>
                    <a:pt x="237" y="51"/>
                  </a:lnTo>
                  <a:lnTo>
                    <a:pt x="221" y="57"/>
                  </a:lnTo>
                  <a:lnTo>
                    <a:pt x="205" y="63"/>
                  </a:lnTo>
                  <a:lnTo>
                    <a:pt x="189" y="69"/>
                  </a:lnTo>
                  <a:lnTo>
                    <a:pt x="173" y="75"/>
                  </a:lnTo>
                  <a:lnTo>
                    <a:pt x="157" y="80"/>
                  </a:lnTo>
                  <a:lnTo>
                    <a:pt x="140" y="86"/>
                  </a:lnTo>
                  <a:lnTo>
                    <a:pt x="123" y="91"/>
                  </a:lnTo>
                  <a:lnTo>
                    <a:pt x="107" y="96"/>
                  </a:lnTo>
                  <a:lnTo>
                    <a:pt x="90" y="102"/>
                  </a:lnTo>
                  <a:lnTo>
                    <a:pt x="74" y="107"/>
                  </a:lnTo>
                  <a:lnTo>
                    <a:pt x="57" y="113"/>
                  </a:lnTo>
                  <a:lnTo>
                    <a:pt x="72" y="121"/>
                  </a:lnTo>
                  <a:lnTo>
                    <a:pt x="87" y="129"/>
                  </a:lnTo>
                  <a:lnTo>
                    <a:pt x="103" y="138"/>
                  </a:lnTo>
                  <a:lnTo>
                    <a:pt x="118" y="146"/>
                  </a:lnTo>
                  <a:lnTo>
                    <a:pt x="133" y="154"/>
                  </a:lnTo>
                  <a:lnTo>
                    <a:pt x="149" y="163"/>
                  </a:lnTo>
                  <a:lnTo>
                    <a:pt x="164" y="171"/>
                  </a:lnTo>
                  <a:lnTo>
                    <a:pt x="179" y="181"/>
                  </a:lnTo>
                  <a:lnTo>
                    <a:pt x="194" y="189"/>
                  </a:lnTo>
                  <a:lnTo>
                    <a:pt x="210" y="199"/>
                  </a:lnTo>
                  <a:lnTo>
                    <a:pt x="224" y="208"/>
                  </a:lnTo>
                  <a:lnTo>
                    <a:pt x="239" y="219"/>
                  </a:lnTo>
                  <a:lnTo>
                    <a:pt x="254" y="229"/>
                  </a:lnTo>
                  <a:lnTo>
                    <a:pt x="269" y="239"/>
                  </a:lnTo>
                  <a:lnTo>
                    <a:pt x="282" y="251"/>
                  </a:lnTo>
                  <a:lnTo>
                    <a:pt x="296" y="262"/>
                  </a:lnTo>
                  <a:lnTo>
                    <a:pt x="308" y="254"/>
                  </a:lnTo>
                  <a:lnTo>
                    <a:pt x="319" y="246"/>
                  </a:lnTo>
                  <a:lnTo>
                    <a:pt x="332" y="238"/>
                  </a:lnTo>
                  <a:lnTo>
                    <a:pt x="345" y="231"/>
                  </a:lnTo>
                  <a:lnTo>
                    <a:pt x="356" y="224"/>
                  </a:lnTo>
                  <a:lnTo>
                    <a:pt x="369" y="217"/>
                  </a:lnTo>
                  <a:lnTo>
                    <a:pt x="383" y="212"/>
                  </a:lnTo>
                  <a:lnTo>
                    <a:pt x="395" y="207"/>
                  </a:lnTo>
                  <a:lnTo>
                    <a:pt x="395" y="227"/>
                  </a:lnTo>
                  <a:lnTo>
                    <a:pt x="378" y="232"/>
                  </a:lnTo>
                  <a:lnTo>
                    <a:pt x="362" y="243"/>
                  </a:lnTo>
                  <a:lnTo>
                    <a:pt x="345" y="257"/>
                  </a:lnTo>
                  <a:lnTo>
                    <a:pt x="330" y="270"/>
                  </a:lnTo>
                  <a:lnTo>
                    <a:pt x="313" y="282"/>
                  </a:lnTo>
                  <a:lnTo>
                    <a:pt x="297" y="287"/>
                  </a:lnTo>
                  <a:lnTo>
                    <a:pt x="280" y="283"/>
                  </a:lnTo>
                  <a:lnTo>
                    <a:pt x="263" y="268"/>
                  </a:lnTo>
                  <a:lnTo>
                    <a:pt x="257" y="263"/>
                  </a:lnTo>
                  <a:lnTo>
                    <a:pt x="252" y="259"/>
                  </a:lnTo>
                  <a:lnTo>
                    <a:pt x="247" y="255"/>
                  </a:lnTo>
                  <a:lnTo>
                    <a:pt x="241" y="252"/>
                  </a:lnTo>
                  <a:lnTo>
                    <a:pt x="235" y="250"/>
                  </a:lnTo>
                  <a:lnTo>
                    <a:pt x="229" y="247"/>
                  </a:lnTo>
                  <a:lnTo>
                    <a:pt x="224" y="246"/>
                  </a:lnTo>
                  <a:lnTo>
                    <a:pt x="218" y="245"/>
                  </a:lnTo>
                  <a:lnTo>
                    <a:pt x="203" y="230"/>
                  </a:lnTo>
                  <a:lnTo>
                    <a:pt x="188" y="217"/>
                  </a:lnTo>
                  <a:lnTo>
                    <a:pt x="172" y="206"/>
                  </a:lnTo>
                  <a:lnTo>
                    <a:pt x="156" y="195"/>
                  </a:lnTo>
                  <a:lnTo>
                    <a:pt x="138" y="187"/>
                  </a:lnTo>
                  <a:lnTo>
                    <a:pt x="121" y="181"/>
                  </a:lnTo>
                  <a:lnTo>
                    <a:pt x="103" y="175"/>
                  </a:lnTo>
                  <a:lnTo>
                    <a:pt x="83" y="171"/>
                  </a:lnTo>
                  <a:lnTo>
                    <a:pt x="72" y="161"/>
                  </a:lnTo>
                  <a:lnTo>
                    <a:pt x="59" y="152"/>
                  </a:lnTo>
                  <a:lnTo>
                    <a:pt x="45" y="144"/>
                  </a:lnTo>
                  <a:lnTo>
                    <a:pt x="32" y="136"/>
                  </a:lnTo>
                  <a:lnTo>
                    <a:pt x="21" y="128"/>
                  </a:lnTo>
                  <a:lnTo>
                    <a:pt x="10" y="117"/>
                  </a:lnTo>
                  <a:lnTo>
                    <a:pt x="4" y="106"/>
                  </a:lnTo>
                  <a:lnTo>
                    <a:pt x="0" y="92"/>
                  </a:lnTo>
                  <a:lnTo>
                    <a:pt x="16" y="85"/>
                  </a:lnTo>
                  <a:lnTo>
                    <a:pt x="32" y="78"/>
                  </a:lnTo>
                  <a:lnTo>
                    <a:pt x="48" y="72"/>
                  </a:lnTo>
                  <a:lnTo>
                    <a:pt x="66" y="66"/>
                  </a:lnTo>
                  <a:lnTo>
                    <a:pt x="82" y="62"/>
                  </a:lnTo>
                  <a:lnTo>
                    <a:pt x="98" y="57"/>
                  </a:lnTo>
                  <a:lnTo>
                    <a:pt x="115" y="53"/>
                  </a:lnTo>
                  <a:lnTo>
                    <a:pt x="131" y="48"/>
                  </a:lnTo>
                  <a:lnTo>
                    <a:pt x="148" y="43"/>
                  </a:lnTo>
                  <a:lnTo>
                    <a:pt x="165" y="39"/>
                  </a:lnTo>
                  <a:lnTo>
                    <a:pt x="181" y="34"/>
                  </a:lnTo>
                  <a:lnTo>
                    <a:pt x="197" y="30"/>
                  </a:lnTo>
                  <a:lnTo>
                    <a:pt x="214" y="24"/>
                  </a:lnTo>
                  <a:lnTo>
                    <a:pt x="231" y="18"/>
                  </a:lnTo>
                  <a:lnTo>
                    <a:pt x="247" y="11"/>
                  </a:lnTo>
                  <a:lnTo>
                    <a:pt x="263" y="4"/>
                  </a:lnTo>
                  <a:lnTo>
                    <a:pt x="269" y="10"/>
                  </a:lnTo>
                  <a:lnTo>
                    <a:pt x="275" y="11"/>
                  </a:lnTo>
                  <a:lnTo>
                    <a:pt x="282" y="10"/>
                  </a:lnTo>
                  <a:lnTo>
                    <a:pt x="289" y="8"/>
                  </a:lnTo>
                  <a:lnTo>
                    <a:pt x="297" y="4"/>
                  </a:lnTo>
                  <a:lnTo>
                    <a:pt x="304" y="1"/>
                  </a:lnTo>
                  <a:lnTo>
                    <a:pt x="312" y="0"/>
                  </a:lnTo>
                  <a:lnTo>
                    <a:pt x="320" y="1"/>
                  </a:lnTo>
                  <a:lnTo>
                    <a:pt x="318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926" name="Freeform 56">
              <a:extLst>
                <a:ext uri="{FF2B5EF4-FFF2-40B4-BE49-F238E27FC236}">
                  <a16:creationId xmlns:a16="http://schemas.microsoft.com/office/drawing/2014/main" id="{FF807A54-B959-A744-8144-79B4CFA8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205"/>
              <a:ext cx="708" cy="160"/>
            </a:xfrm>
            <a:custGeom>
              <a:avLst/>
              <a:gdLst>
                <a:gd name="T0" fmla="*/ 81 w 1414"/>
                <a:gd name="T1" fmla="*/ 15 h 319"/>
                <a:gd name="T2" fmla="*/ 89 w 1414"/>
                <a:gd name="T3" fmla="*/ 17 h 319"/>
                <a:gd name="T4" fmla="*/ 97 w 1414"/>
                <a:gd name="T5" fmla="*/ 19 h 319"/>
                <a:gd name="T6" fmla="*/ 105 w 1414"/>
                <a:gd name="T7" fmla="*/ 21 h 319"/>
                <a:gd name="T8" fmla="*/ 112 w 1414"/>
                <a:gd name="T9" fmla="*/ 22 h 319"/>
                <a:gd name="T10" fmla="*/ 120 w 1414"/>
                <a:gd name="T11" fmla="*/ 23 h 319"/>
                <a:gd name="T12" fmla="*/ 121 w 1414"/>
                <a:gd name="T13" fmla="*/ 24 h 319"/>
                <a:gd name="T14" fmla="*/ 125 w 1414"/>
                <a:gd name="T15" fmla="*/ 25 h 319"/>
                <a:gd name="T16" fmla="*/ 130 w 1414"/>
                <a:gd name="T17" fmla="*/ 26 h 319"/>
                <a:gd name="T18" fmla="*/ 136 w 1414"/>
                <a:gd name="T19" fmla="*/ 27 h 319"/>
                <a:gd name="T20" fmla="*/ 141 w 1414"/>
                <a:gd name="T21" fmla="*/ 28 h 319"/>
                <a:gd name="T22" fmla="*/ 146 w 1414"/>
                <a:gd name="T23" fmla="*/ 29 h 319"/>
                <a:gd name="T24" fmla="*/ 151 w 1414"/>
                <a:gd name="T25" fmla="*/ 30 h 319"/>
                <a:gd name="T26" fmla="*/ 156 w 1414"/>
                <a:gd name="T27" fmla="*/ 31 h 319"/>
                <a:gd name="T28" fmla="*/ 161 w 1414"/>
                <a:gd name="T29" fmla="*/ 32 h 319"/>
                <a:gd name="T30" fmla="*/ 166 w 1414"/>
                <a:gd name="T31" fmla="*/ 34 h 319"/>
                <a:gd name="T32" fmla="*/ 171 w 1414"/>
                <a:gd name="T33" fmla="*/ 35 h 319"/>
                <a:gd name="T34" fmla="*/ 176 w 1414"/>
                <a:gd name="T35" fmla="*/ 36 h 319"/>
                <a:gd name="T36" fmla="*/ 178 w 1414"/>
                <a:gd name="T37" fmla="*/ 38 h 319"/>
                <a:gd name="T38" fmla="*/ 173 w 1414"/>
                <a:gd name="T39" fmla="*/ 40 h 319"/>
                <a:gd name="T40" fmla="*/ 168 w 1414"/>
                <a:gd name="T41" fmla="*/ 40 h 319"/>
                <a:gd name="T42" fmla="*/ 162 w 1414"/>
                <a:gd name="T43" fmla="*/ 38 h 319"/>
                <a:gd name="T44" fmla="*/ 149 w 1414"/>
                <a:gd name="T45" fmla="*/ 35 h 319"/>
                <a:gd name="T46" fmla="*/ 137 w 1414"/>
                <a:gd name="T47" fmla="*/ 33 h 319"/>
                <a:gd name="T48" fmla="*/ 124 w 1414"/>
                <a:gd name="T49" fmla="*/ 30 h 319"/>
                <a:gd name="T50" fmla="*/ 111 w 1414"/>
                <a:gd name="T51" fmla="*/ 28 h 319"/>
                <a:gd name="T52" fmla="*/ 99 w 1414"/>
                <a:gd name="T53" fmla="*/ 25 h 319"/>
                <a:gd name="T54" fmla="*/ 85 w 1414"/>
                <a:gd name="T55" fmla="*/ 22 h 319"/>
                <a:gd name="T56" fmla="*/ 70 w 1414"/>
                <a:gd name="T57" fmla="*/ 19 h 319"/>
                <a:gd name="T58" fmla="*/ 55 w 1414"/>
                <a:gd name="T59" fmla="*/ 15 h 319"/>
                <a:gd name="T60" fmla="*/ 41 w 1414"/>
                <a:gd name="T61" fmla="*/ 12 h 319"/>
                <a:gd name="T62" fmla="*/ 26 w 1414"/>
                <a:gd name="T63" fmla="*/ 8 h 319"/>
                <a:gd name="T64" fmla="*/ 14 w 1414"/>
                <a:gd name="T65" fmla="*/ 6 h 319"/>
                <a:gd name="T66" fmla="*/ 9 w 1414"/>
                <a:gd name="T67" fmla="*/ 4 h 319"/>
                <a:gd name="T68" fmla="*/ 4 w 1414"/>
                <a:gd name="T69" fmla="*/ 3 h 319"/>
                <a:gd name="T70" fmla="*/ 1 w 1414"/>
                <a:gd name="T71" fmla="*/ 2 h 319"/>
                <a:gd name="T72" fmla="*/ 3 w 1414"/>
                <a:gd name="T73" fmla="*/ 1 h 319"/>
                <a:gd name="T74" fmla="*/ 11 w 1414"/>
                <a:gd name="T75" fmla="*/ 2 h 319"/>
                <a:gd name="T76" fmla="*/ 19 w 1414"/>
                <a:gd name="T77" fmla="*/ 4 h 319"/>
                <a:gd name="T78" fmla="*/ 26 w 1414"/>
                <a:gd name="T79" fmla="*/ 5 h 319"/>
                <a:gd name="T80" fmla="*/ 32 w 1414"/>
                <a:gd name="T81" fmla="*/ 6 h 319"/>
                <a:gd name="T82" fmla="*/ 38 w 1414"/>
                <a:gd name="T83" fmla="*/ 7 h 319"/>
                <a:gd name="T84" fmla="*/ 44 w 1414"/>
                <a:gd name="T85" fmla="*/ 8 h 319"/>
                <a:gd name="T86" fmla="*/ 50 w 1414"/>
                <a:gd name="T87" fmla="*/ 9 h 319"/>
                <a:gd name="T88" fmla="*/ 78 w 1414"/>
                <a:gd name="T89" fmla="*/ 14 h 3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14"/>
                <a:gd name="T136" fmla="*/ 0 h 319"/>
                <a:gd name="T137" fmla="*/ 1414 w 1414"/>
                <a:gd name="T138" fmla="*/ 319 h 31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14" h="319">
                  <a:moveTo>
                    <a:pt x="618" y="109"/>
                  </a:moveTo>
                  <a:lnTo>
                    <a:pt x="626" y="115"/>
                  </a:lnTo>
                  <a:lnTo>
                    <a:pt x="647" y="119"/>
                  </a:lnTo>
                  <a:lnTo>
                    <a:pt x="669" y="124"/>
                  </a:lnTo>
                  <a:lnTo>
                    <a:pt x="690" y="129"/>
                  </a:lnTo>
                  <a:lnTo>
                    <a:pt x="710" y="133"/>
                  </a:lnTo>
                  <a:lnTo>
                    <a:pt x="731" y="138"/>
                  </a:lnTo>
                  <a:lnTo>
                    <a:pt x="752" y="142"/>
                  </a:lnTo>
                  <a:lnTo>
                    <a:pt x="773" y="148"/>
                  </a:lnTo>
                  <a:lnTo>
                    <a:pt x="793" y="153"/>
                  </a:lnTo>
                  <a:lnTo>
                    <a:pt x="813" y="157"/>
                  </a:lnTo>
                  <a:lnTo>
                    <a:pt x="834" y="162"/>
                  </a:lnTo>
                  <a:lnTo>
                    <a:pt x="854" y="166"/>
                  </a:lnTo>
                  <a:lnTo>
                    <a:pt x="875" y="170"/>
                  </a:lnTo>
                  <a:lnTo>
                    <a:pt x="895" y="174"/>
                  </a:lnTo>
                  <a:lnTo>
                    <a:pt x="916" y="178"/>
                  </a:lnTo>
                  <a:lnTo>
                    <a:pt x="936" y="181"/>
                  </a:lnTo>
                  <a:lnTo>
                    <a:pt x="957" y="184"/>
                  </a:lnTo>
                  <a:lnTo>
                    <a:pt x="958" y="186"/>
                  </a:lnTo>
                  <a:lnTo>
                    <a:pt x="959" y="190"/>
                  </a:lnTo>
                  <a:lnTo>
                    <a:pt x="962" y="191"/>
                  </a:lnTo>
                  <a:lnTo>
                    <a:pt x="965" y="192"/>
                  </a:lnTo>
                  <a:lnTo>
                    <a:pt x="980" y="193"/>
                  </a:lnTo>
                  <a:lnTo>
                    <a:pt x="994" y="195"/>
                  </a:lnTo>
                  <a:lnTo>
                    <a:pt x="1009" y="197"/>
                  </a:lnTo>
                  <a:lnTo>
                    <a:pt x="1024" y="200"/>
                  </a:lnTo>
                  <a:lnTo>
                    <a:pt x="1039" y="202"/>
                  </a:lnTo>
                  <a:lnTo>
                    <a:pt x="1054" y="205"/>
                  </a:lnTo>
                  <a:lnTo>
                    <a:pt x="1069" y="208"/>
                  </a:lnTo>
                  <a:lnTo>
                    <a:pt x="1084" y="212"/>
                  </a:lnTo>
                  <a:lnTo>
                    <a:pt x="1098" y="215"/>
                  </a:lnTo>
                  <a:lnTo>
                    <a:pt x="1113" y="217"/>
                  </a:lnTo>
                  <a:lnTo>
                    <a:pt x="1126" y="221"/>
                  </a:lnTo>
                  <a:lnTo>
                    <a:pt x="1140" y="224"/>
                  </a:lnTo>
                  <a:lnTo>
                    <a:pt x="1154" y="227"/>
                  </a:lnTo>
                  <a:lnTo>
                    <a:pt x="1167" y="229"/>
                  </a:lnTo>
                  <a:lnTo>
                    <a:pt x="1179" y="231"/>
                  </a:lnTo>
                  <a:lnTo>
                    <a:pt x="1192" y="234"/>
                  </a:lnTo>
                  <a:lnTo>
                    <a:pt x="1206" y="237"/>
                  </a:lnTo>
                  <a:lnTo>
                    <a:pt x="1219" y="239"/>
                  </a:lnTo>
                  <a:lnTo>
                    <a:pt x="1232" y="243"/>
                  </a:lnTo>
                  <a:lnTo>
                    <a:pt x="1245" y="246"/>
                  </a:lnTo>
                  <a:lnTo>
                    <a:pt x="1258" y="248"/>
                  </a:lnTo>
                  <a:lnTo>
                    <a:pt x="1272" y="252"/>
                  </a:lnTo>
                  <a:lnTo>
                    <a:pt x="1284" y="255"/>
                  </a:lnTo>
                  <a:lnTo>
                    <a:pt x="1297" y="258"/>
                  </a:lnTo>
                  <a:lnTo>
                    <a:pt x="1311" y="261"/>
                  </a:lnTo>
                  <a:lnTo>
                    <a:pt x="1323" y="265"/>
                  </a:lnTo>
                  <a:lnTo>
                    <a:pt x="1336" y="268"/>
                  </a:lnTo>
                  <a:lnTo>
                    <a:pt x="1350" y="270"/>
                  </a:lnTo>
                  <a:lnTo>
                    <a:pt x="1364" y="274"/>
                  </a:lnTo>
                  <a:lnTo>
                    <a:pt x="1376" y="277"/>
                  </a:lnTo>
                  <a:lnTo>
                    <a:pt x="1390" y="280"/>
                  </a:lnTo>
                  <a:lnTo>
                    <a:pt x="1404" y="283"/>
                  </a:lnTo>
                  <a:lnTo>
                    <a:pt x="1410" y="290"/>
                  </a:lnTo>
                  <a:lnTo>
                    <a:pt x="1413" y="297"/>
                  </a:lnTo>
                  <a:lnTo>
                    <a:pt x="1414" y="304"/>
                  </a:lnTo>
                  <a:lnTo>
                    <a:pt x="1411" y="311"/>
                  </a:lnTo>
                  <a:lnTo>
                    <a:pt x="1396" y="316"/>
                  </a:lnTo>
                  <a:lnTo>
                    <a:pt x="1381" y="319"/>
                  </a:lnTo>
                  <a:lnTo>
                    <a:pt x="1366" y="319"/>
                  </a:lnTo>
                  <a:lnTo>
                    <a:pt x="1351" y="318"/>
                  </a:lnTo>
                  <a:lnTo>
                    <a:pt x="1336" y="315"/>
                  </a:lnTo>
                  <a:lnTo>
                    <a:pt x="1321" y="312"/>
                  </a:lnTo>
                  <a:lnTo>
                    <a:pt x="1306" y="307"/>
                  </a:lnTo>
                  <a:lnTo>
                    <a:pt x="1291" y="303"/>
                  </a:lnTo>
                  <a:lnTo>
                    <a:pt x="1258" y="295"/>
                  </a:lnTo>
                  <a:lnTo>
                    <a:pt x="1223" y="286"/>
                  </a:lnTo>
                  <a:lnTo>
                    <a:pt x="1190" y="280"/>
                  </a:lnTo>
                  <a:lnTo>
                    <a:pt x="1155" y="272"/>
                  </a:lnTo>
                  <a:lnTo>
                    <a:pt x="1122" y="266"/>
                  </a:lnTo>
                  <a:lnTo>
                    <a:pt x="1088" y="259"/>
                  </a:lnTo>
                  <a:lnTo>
                    <a:pt x="1054" y="252"/>
                  </a:lnTo>
                  <a:lnTo>
                    <a:pt x="1020" y="246"/>
                  </a:lnTo>
                  <a:lnTo>
                    <a:pt x="987" y="239"/>
                  </a:lnTo>
                  <a:lnTo>
                    <a:pt x="952" y="232"/>
                  </a:lnTo>
                  <a:lnTo>
                    <a:pt x="919" y="225"/>
                  </a:lnTo>
                  <a:lnTo>
                    <a:pt x="886" y="219"/>
                  </a:lnTo>
                  <a:lnTo>
                    <a:pt x="852" y="210"/>
                  </a:lnTo>
                  <a:lnTo>
                    <a:pt x="819" y="202"/>
                  </a:lnTo>
                  <a:lnTo>
                    <a:pt x="785" y="193"/>
                  </a:lnTo>
                  <a:lnTo>
                    <a:pt x="752" y="184"/>
                  </a:lnTo>
                  <a:lnTo>
                    <a:pt x="713" y="177"/>
                  </a:lnTo>
                  <a:lnTo>
                    <a:pt x="674" y="170"/>
                  </a:lnTo>
                  <a:lnTo>
                    <a:pt x="634" y="162"/>
                  </a:lnTo>
                  <a:lnTo>
                    <a:pt x="595" y="154"/>
                  </a:lnTo>
                  <a:lnTo>
                    <a:pt x="556" y="146"/>
                  </a:lnTo>
                  <a:lnTo>
                    <a:pt x="517" y="137"/>
                  </a:lnTo>
                  <a:lnTo>
                    <a:pt x="478" y="128"/>
                  </a:lnTo>
                  <a:lnTo>
                    <a:pt x="439" y="117"/>
                  </a:lnTo>
                  <a:lnTo>
                    <a:pt x="401" y="108"/>
                  </a:lnTo>
                  <a:lnTo>
                    <a:pt x="361" y="99"/>
                  </a:lnTo>
                  <a:lnTo>
                    <a:pt x="322" y="89"/>
                  </a:lnTo>
                  <a:lnTo>
                    <a:pt x="283" y="80"/>
                  </a:lnTo>
                  <a:lnTo>
                    <a:pt x="244" y="71"/>
                  </a:lnTo>
                  <a:lnTo>
                    <a:pt x="205" y="63"/>
                  </a:lnTo>
                  <a:lnTo>
                    <a:pt x="164" y="55"/>
                  </a:lnTo>
                  <a:lnTo>
                    <a:pt x="125" y="48"/>
                  </a:lnTo>
                  <a:lnTo>
                    <a:pt x="111" y="45"/>
                  </a:lnTo>
                  <a:lnTo>
                    <a:pt x="98" y="39"/>
                  </a:lnTo>
                  <a:lnTo>
                    <a:pt x="83" y="34"/>
                  </a:lnTo>
                  <a:lnTo>
                    <a:pt x="69" y="28"/>
                  </a:lnTo>
                  <a:lnTo>
                    <a:pt x="55" y="25"/>
                  </a:lnTo>
                  <a:lnTo>
                    <a:pt x="41" y="22"/>
                  </a:lnTo>
                  <a:lnTo>
                    <a:pt x="26" y="20"/>
                  </a:lnTo>
                  <a:lnTo>
                    <a:pt x="11" y="20"/>
                  </a:lnTo>
                  <a:lnTo>
                    <a:pt x="8" y="16"/>
                  </a:lnTo>
                  <a:lnTo>
                    <a:pt x="3" y="12"/>
                  </a:lnTo>
                  <a:lnTo>
                    <a:pt x="0" y="7"/>
                  </a:lnTo>
                  <a:lnTo>
                    <a:pt x="1" y="0"/>
                  </a:lnTo>
                  <a:lnTo>
                    <a:pt x="21" y="1"/>
                  </a:lnTo>
                  <a:lnTo>
                    <a:pt x="42" y="3"/>
                  </a:lnTo>
                  <a:lnTo>
                    <a:pt x="63" y="8"/>
                  </a:lnTo>
                  <a:lnTo>
                    <a:pt x="84" y="12"/>
                  </a:lnTo>
                  <a:lnTo>
                    <a:pt x="103" y="18"/>
                  </a:lnTo>
                  <a:lnTo>
                    <a:pt x="124" y="24"/>
                  </a:lnTo>
                  <a:lnTo>
                    <a:pt x="145" y="28"/>
                  </a:lnTo>
                  <a:lnTo>
                    <a:pt x="167" y="32"/>
                  </a:lnTo>
                  <a:lnTo>
                    <a:pt x="184" y="35"/>
                  </a:lnTo>
                  <a:lnTo>
                    <a:pt x="201" y="38"/>
                  </a:lnTo>
                  <a:lnTo>
                    <a:pt x="218" y="41"/>
                  </a:lnTo>
                  <a:lnTo>
                    <a:pt x="235" y="43"/>
                  </a:lnTo>
                  <a:lnTo>
                    <a:pt x="251" y="46"/>
                  </a:lnTo>
                  <a:lnTo>
                    <a:pt x="267" y="48"/>
                  </a:lnTo>
                  <a:lnTo>
                    <a:pt x="284" y="50"/>
                  </a:lnTo>
                  <a:lnTo>
                    <a:pt x="300" y="53"/>
                  </a:lnTo>
                  <a:lnTo>
                    <a:pt x="316" y="56"/>
                  </a:lnTo>
                  <a:lnTo>
                    <a:pt x="333" y="58"/>
                  </a:lnTo>
                  <a:lnTo>
                    <a:pt x="349" y="62"/>
                  </a:lnTo>
                  <a:lnTo>
                    <a:pt x="365" y="64"/>
                  </a:lnTo>
                  <a:lnTo>
                    <a:pt x="381" y="68"/>
                  </a:lnTo>
                  <a:lnTo>
                    <a:pt x="397" y="72"/>
                  </a:lnTo>
                  <a:lnTo>
                    <a:pt x="413" y="77"/>
                  </a:lnTo>
                  <a:lnTo>
                    <a:pt x="430" y="81"/>
                  </a:lnTo>
                  <a:lnTo>
                    <a:pt x="618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5778" name="Group 58">
            <a:extLst>
              <a:ext uri="{FF2B5EF4-FFF2-40B4-BE49-F238E27FC236}">
                <a16:creationId xmlns:a16="http://schemas.microsoft.com/office/drawing/2014/main" id="{92A395F1-7ACB-7E44-B18C-7B0D47615D11}"/>
              </a:ext>
            </a:extLst>
          </p:cNvPr>
          <p:cNvGrpSpPr>
            <a:grpSpLocks/>
          </p:cNvGrpSpPr>
          <p:nvPr/>
        </p:nvGrpSpPr>
        <p:grpSpPr bwMode="auto">
          <a:xfrm>
            <a:off x="1952625" y="2634549"/>
            <a:ext cx="696912" cy="650875"/>
            <a:chOff x="1751" y="1421"/>
            <a:chExt cx="2264" cy="1461"/>
          </a:xfrm>
        </p:grpSpPr>
        <p:sp>
          <p:nvSpPr>
            <p:cNvPr id="75843" name="Freeform 59">
              <a:extLst>
                <a:ext uri="{FF2B5EF4-FFF2-40B4-BE49-F238E27FC236}">
                  <a16:creationId xmlns:a16="http://schemas.microsoft.com/office/drawing/2014/main" id="{CBE5449C-CC75-EA4D-B667-A8903BD9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821"/>
              <a:ext cx="278" cy="365"/>
            </a:xfrm>
            <a:custGeom>
              <a:avLst/>
              <a:gdLst>
                <a:gd name="T0" fmla="*/ 0 w 2225"/>
                <a:gd name="T1" fmla="*/ 0 h 2921"/>
                <a:gd name="T2" fmla="*/ 0 w 2225"/>
                <a:gd name="T3" fmla="*/ 1 h 2921"/>
                <a:gd name="T4" fmla="*/ 1 w 2225"/>
                <a:gd name="T5" fmla="*/ 4 h 2921"/>
                <a:gd name="T6" fmla="*/ 3 w 2225"/>
                <a:gd name="T7" fmla="*/ 6 h 2921"/>
                <a:gd name="T8" fmla="*/ 4 w 2225"/>
                <a:gd name="T9" fmla="*/ 4 h 2921"/>
                <a:gd name="T10" fmla="*/ 3 w 2225"/>
                <a:gd name="T11" fmla="*/ 2 h 2921"/>
                <a:gd name="T12" fmla="*/ 3 w 2225"/>
                <a:gd name="T13" fmla="*/ 1 h 2921"/>
                <a:gd name="T14" fmla="*/ 0 w 2225"/>
                <a:gd name="T15" fmla="*/ 0 h 29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5"/>
                <a:gd name="T25" fmla="*/ 0 h 2921"/>
                <a:gd name="T26" fmla="*/ 2225 w 2225"/>
                <a:gd name="T27" fmla="*/ 2921 h 29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5" h="2921">
                  <a:moveTo>
                    <a:pt x="274" y="0"/>
                  </a:moveTo>
                  <a:lnTo>
                    <a:pt x="0" y="371"/>
                  </a:lnTo>
                  <a:lnTo>
                    <a:pt x="425" y="1942"/>
                  </a:lnTo>
                  <a:lnTo>
                    <a:pt x="1349" y="2921"/>
                  </a:lnTo>
                  <a:lnTo>
                    <a:pt x="2225" y="2107"/>
                  </a:lnTo>
                  <a:lnTo>
                    <a:pt x="1713" y="812"/>
                  </a:lnTo>
                  <a:lnTo>
                    <a:pt x="1568" y="445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00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4" name="Freeform 60">
              <a:extLst>
                <a:ext uri="{FF2B5EF4-FFF2-40B4-BE49-F238E27FC236}">
                  <a16:creationId xmlns:a16="http://schemas.microsoft.com/office/drawing/2014/main" id="{995B49A1-D7AC-8F42-8C97-F529536C7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02"/>
              <a:ext cx="787" cy="878"/>
            </a:xfrm>
            <a:custGeom>
              <a:avLst/>
              <a:gdLst>
                <a:gd name="T0" fmla="*/ 0 w 6295"/>
                <a:gd name="T1" fmla="*/ 14 h 7020"/>
                <a:gd name="T2" fmla="*/ 12 w 6295"/>
                <a:gd name="T3" fmla="*/ 14 h 7020"/>
                <a:gd name="T4" fmla="*/ 12 w 6295"/>
                <a:gd name="T5" fmla="*/ 13 h 7020"/>
                <a:gd name="T6" fmla="*/ 12 w 6295"/>
                <a:gd name="T7" fmla="*/ 12 h 7020"/>
                <a:gd name="T8" fmla="*/ 12 w 6295"/>
                <a:gd name="T9" fmla="*/ 12 h 7020"/>
                <a:gd name="T10" fmla="*/ 12 w 6295"/>
                <a:gd name="T11" fmla="*/ 11 h 7020"/>
                <a:gd name="T12" fmla="*/ 12 w 6295"/>
                <a:gd name="T13" fmla="*/ 11 h 7020"/>
                <a:gd name="T14" fmla="*/ 12 w 6295"/>
                <a:gd name="T15" fmla="*/ 11 h 7020"/>
                <a:gd name="T16" fmla="*/ 12 w 6295"/>
                <a:gd name="T17" fmla="*/ 10 h 7020"/>
                <a:gd name="T18" fmla="*/ 12 w 6295"/>
                <a:gd name="T19" fmla="*/ 7 h 7020"/>
                <a:gd name="T20" fmla="*/ 12 w 6295"/>
                <a:gd name="T21" fmla="*/ 6 h 7020"/>
                <a:gd name="T22" fmla="*/ 12 w 6295"/>
                <a:gd name="T23" fmla="*/ 5 h 7020"/>
                <a:gd name="T24" fmla="*/ 12 w 6295"/>
                <a:gd name="T25" fmla="*/ 4 h 7020"/>
                <a:gd name="T26" fmla="*/ 12 w 6295"/>
                <a:gd name="T27" fmla="*/ 3 h 7020"/>
                <a:gd name="T28" fmla="*/ 12 w 6295"/>
                <a:gd name="T29" fmla="*/ 2 h 7020"/>
                <a:gd name="T30" fmla="*/ 10 w 6295"/>
                <a:gd name="T31" fmla="*/ 1 h 7020"/>
                <a:gd name="T32" fmla="*/ 9 w 6295"/>
                <a:gd name="T33" fmla="*/ 0 h 7020"/>
                <a:gd name="T34" fmla="*/ 6 w 6295"/>
                <a:gd name="T35" fmla="*/ 0 h 7020"/>
                <a:gd name="T36" fmla="*/ 5 w 6295"/>
                <a:gd name="T37" fmla="*/ 0 h 7020"/>
                <a:gd name="T38" fmla="*/ 3 w 6295"/>
                <a:gd name="T39" fmla="*/ 2 h 7020"/>
                <a:gd name="T40" fmla="*/ 2 w 6295"/>
                <a:gd name="T41" fmla="*/ 5 h 7020"/>
                <a:gd name="T42" fmla="*/ 1 w 6295"/>
                <a:gd name="T43" fmla="*/ 11 h 7020"/>
                <a:gd name="T44" fmla="*/ 0 w 6295"/>
                <a:gd name="T45" fmla="*/ 14 h 70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295"/>
                <a:gd name="T70" fmla="*/ 0 h 7020"/>
                <a:gd name="T71" fmla="*/ 6295 w 6295"/>
                <a:gd name="T72" fmla="*/ 7020 h 702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295" h="7020">
                  <a:moveTo>
                    <a:pt x="0" y="7020"/>
                  </a:moveTo>
                  <a:lnTo>
                    <a:pt x="5961" y="7020"/>
                  </a:lnTo>
                  <a:lnTo>
                    <a:pt x="5961" y="6766"/>
                  </a:lnTo>
                  <a:lnTo>
                    <a:pt x="5870" y="6321"/>
                  </a:lnTo>
                  <a:lnTo>
                    <a:pt x="5870" y="6112"/>
                  </a:lnTo>
                  <a:lnTo>
                    <a:pt x="5994" y="5835"/>
                  </a:lnTo>
                  <a:lnTo>
                    <a:pt x="5984" y="5713"/>
                  </a:lnTo>
                  <a:lnTo>
                    <a:pt x="5859" y="5530"/>
                  </a:lnTo>
                  <a:lnTo>
                    <a:pt x="5870" y="5094"/>
                  </a:lnTo>
                  <a:lnTo>
                    <a:pt x="6225" y="3339"/>
                  </a:lnTo>
                  <a:lnTo>
                    <a:pt x="6274" y="2894"/>
                  </a:lnTo>
                  <a:lnTo>
                    <a:pt x="6295" y="2441"/>
                  </a:lnTo>
                  <a:lnTo>
                    <a:pt x="6274" y="1996"/>
                  </a:lnTo>
                  <a:lnTo>
                    <a:pt x="6225" y="1548"/>
                  </a:lnTo>
                  <a:lnTo>
                    <a:pt x="5984" y="930"/>
                  </a:lnTo>
                  <a:lnTo>
                    <a:pt x="5159" y="393"/>
                  </a:lnTo>
                  <a:lnTo>
                    <a:pt x="4554" y="87"/>
                  </a:lnTo>
                  <a:lnTo>
                    <a:pt x="2934" y="0"/>
                  </a:lnTo>
                  <a:lnTo>
                    <a:pt x="2325" y="187"/>
                  </a:lnTo>
                  <a:lnTo>
                    <a:pt x="1311" y="892"/>
                  </a:lnTo>
                  <a:lnTo>
                    <a:pt x="857" y="2324"/>
                  </a:lnTo>
                  <a:lnTo>
                    <a:pt x="232" y="5542"/>
                  </a:lnTo>
                  <a:lnTo>
                    <a:pt x="0" y="702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5" name="Freeform 61">
              <a:extLst>
                <a:ext uri="{FF2B5EF4-FFF2-40B4-BE49-F238E27FC236}">
                  <a16:creationId xmlns:a16="http://schemas.microsoft.com/office/drawing/2014/main" id="{EA7EE036-B5CD-C040-BEAA-27A59C7F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955"/>
              <a:ext cx="702" cy="926"/>
            </a:xfrm>
            <a:custGeom>
              <a:avLst/>
              <a:gdLst>
                <a:gd name="T0" fmla="*/ 0 w 5617"/>
                <a:gd name="T1" fmla="*/ 15 h 7407"/>
                <a:gd name="T2" fmla="*/ 10 w 5617"/>
                <a:gd name="T3" fmla="*/ 15 h 7407"/>
                <a:gd name="T4" fmla="*/ 11 w 5617"/>
                <a:gd name="T5" fmla="*/ 4 h 7407"/>
                <a:gd name="T6" fmla="*/ 8 w 5617"/>
                <a:gd name="T7" fmla="*/ 0 h 7407"/>
                <a:gd name="T8" fmla="*/ 2 w 5617"/>
                <a:gd name="T9" fmla="*/ 1 h 7407"/>
                <a:gd name="T10" fmla="*/ 1 w 5617"/>
                <a:gd name="T11" fmla="*/ 4 h 7407"/>
                <a:gd name="T12" fmla="*/ 0 w 5617"/>
                <a:gd name="T13" fmla="*/ 10 h 7407"/>
                <a:gd name="T14" fmla="*/ 0 w 5617"/>
                <a:gd name="T15" fmla="*/ 15 h 74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617"/>
                <a:gd name="T25" fmla="*/ 0 h 7407"/>
                <a:gd name="T26" fmla="*/ 5617 w 5617"/>
                <a:gd name="T27" fmla="*/ 7407 h 740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617" h="7407">
                  <a:moveTo>
                    <a:pt x="222" y="7407"/>
                  </a:moveTo>
                  <a:lnTo>
                    <a:pt x="5041" y="7407"/>
                  </a:lnTo>
                  <a:lnTo>
                    <a:pt x="5617" y="2054"/>
                  </a:lnTo>
                  <a:lnTo>
                    <a:pt x="3891" y="0"/>
                  </a:lnTo>
                  <a:lnTo>
                    <a:pt x="1235" y="333"/>
                  </a:lnTo>
                  <a:lnTo>
                    <a:pt x="400" y="1883"/>
                  </a:lnTo>
                  <a:lnTo>
                    <a:pt x="0" y="5116"/>
                  </a:lnTo>
                  <a:lnTo>
                    <a:pt x="222" y="740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6" name="Freeform 62">
              <a:extLst>
                <a:ext uri="{FF2B5EF4-FFF2-40B4-BE49-F238E27FC236}">
                  <a16:creationId xmlns:a16="http://schemas.microsoft.com/office/drawing/2014/main" id="{AF6B66A5-9716-7749-9C58-DD354000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769"/>
              <a:ext cx="254" cy="273"/>
            </a:xfrm>
            <a:custGeom>
              <a:avLst/>
              <a:gdLst>
                <a:gd name="T0" fmla="*/ 4 w 2037"/>
                <a:gd name="T1" fmla="*/ 0 h 2185"/>
                <a:gd name="T2" fmla="*/ 4 w 2037"/>
                <a:gd name="T3" fmla="*/ 0 h 2185"/>
                <a:gd name="T4" fmla="*/ 3 w 2037"/>
                <a:gd name="T5" fmla="*/ 1 h 2185"/>
                <a:gd name="T6" fmla="*/ 1 w 2037"/>
                <a:gd name="T7" fmla="*/ 4 h 2185"/>
                <a:gd name="T8" fmla="*/ 0 w 2037"/>
                <a:gd name="T9" fmla="*/ 4 h 2185"/>
                <a:gd name="T10" fmla="*/ 1 w 2037"/>
                <a:gd name="T11" fmla="*/ 1 h 2185"/>
                <a:gd name="T12" fmla="*/ 1 w 2037"/>
                <a:gd name="T13" fmla="*/ 1 h 2185"/>
                <a:gd name="T14" fmla="*/ 4 w 2037"/>
                <a:gd name="T15" fmla="*/ 0 h 2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37"/>
                <a:gd name="T25" fmla="*/ 0 h 2185"/>
                <a:gd name="T26" fmla="*/ 2037 w 2037"/>
                <a:gd name="T27" fmla="*/ 2185 h 21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37" h="2185">
                  <a:moveTo>
                    <a:pt x="2004" y="0"/>
                  </a:moveTo>
                  <a:lnTo>
                    <a:pt x="2037" y="54"/>
                  </a:lnTo>
                  <a:lnTo>
                    <a:pt x="1720" y="553"/>
                  </a:lnTo>
                  <a:lnTo>
                    <a:pt x="465" y="2185"/>
                  </a:lnTo>
                  <a:lnTo>
                    <a:pt x="0" y="1990"/>
                  </a:lnTo>
                  <a:lnTo>
                    <a:pt x="339" y="679"/>
                  </a:lnTo>
                  <a:lnTo>
                    <a:pt x="513" y="473"/>
                  </a:lnTo>
                  <a:lnTo>
                    <a:pt x="20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7" name="Freeform 63">
              <a:extLst>
                <a:ext uri="{FF2B5EF4-FFF2-40B4-BE49-F238E27FC236}">
                  <a16:creationId xmlns:a16="http://schemas.microsoft.com/office/drawing/2014/main" id="{29839CE4-8590-ED46-875E-BCC4CE588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950"/>
              <a:ext cx="867" cy="932"/>
            </a:xfrm>
            <a:custGeom>
              <a:avLst/>
              <a:gdLst>
                <a:gd name="T0" fmla="*/ 0 w 6942"/>
                <a:gd name="T1" fmla="*/ 15 h 7455"/>
                <a:gd name="T2" fmla="*/ 13 w 6942"/>
                <a:gd name="T3" fmla="*/ 15 h 7455"/>
                <a:gd name="T4" fmla="*/ 13 w 6942"/>
                <a:gd name="T5" fmla="*/ 13 h 7455"/>
                <a:gd name="T6" fmla="*/ 13 w 6942"/>
                <a:gd name="T7" fmla="*/ 11 h 7455"/>
                <a:gd name="T8" fmla="*/ 13 w 6942"/>
                <a:gd name="T9" fmla="*/ 7 h 7455"/>
                <a:gd name="T10" fmla="*/ 13 w 6942"/>
                <a:gd name="T11" fmla="*/ 5 h 7455"/>
                <a:gd name="T12" fmla="*/ 13 w 6942"/>
                <a:gd name="T13" fmla="*/ 2 h 7455"/>
                <a:gd name="T14" fmla="*/ 9 w 6942"/>
                <a:gd name="T15" fmla="*/ 1 h 7455"/>
                <a:gd name="T16" fmla="*/ 6 w 6942"/>
                <a:gd name="T17" fmla="*/ 0 h 7455"/>
                <a:gd name="T18" fmla="*/ 5 w 6942"/>
                <a:gd name="T19" fmla="*/ 1 h 7455"/>
                <a:gd name="T20" fmla="*/ 5 w 6942"/>
                <a:gd name="T21" fmla="*/ 1 h 7455"/>
                <a:gd name="T22" fmla="*/ 4 w 6942"/>
                <a:gd name="T23" fmla="*/ 2 h 7455"/>
                <a:gd name="T24" fmla="*/ 2 w 6942"/>
                <a:gd name="T25" fmla="*/ 3 h 7455"/>
                <a:gd name="T26" fmla="*/ 2 w 6942"/>
                <a:gd name="T27" fmla="*/ 4 h 7455"/>
                <a:gd name="T28" fmla="*/ 1 w 6942"/>
                <a:gd name="T29" fmla="*/ 6 h 7455"/>
                <a:gd name="T30" fmla="*/ 1 w 6942"/>
                <a:gd name="T31" fmla="*/ 8 h 7455"/>
                <a:gd name="T32" fmla="*/ 0 w 6942"/>
                <a:gd name="T33" fmla="*/ 9 h 7455"/>
                <a:gd name="T34" fmla="*/ 0 w 6942"/>
                <a:gd name="T35" fmla="*/ 10 h 7455"/>
                <a:gd name="T36" fmla="*/ 0 w 6942"/>
                <a:gd name="T37" fmla="*/ 11 h 7455"/>
                <a:gd name="T38" fmla="*/ 0 w 6942"/>
                <a:gd name="T39" fmla="*/ 12 h 7455"/>
                <a:gd name="T40" fmla="*/ 0 w 6942"/>
                <a:gd name="T41" fmla="*/ 15 h 74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942"/>
                <a:gd name="T64" fmla="*/ 0 h 7455"/>
                <a:gd name="T65" fmla="*/ 6942 w 6942"/>
                <a:gd name="T66" fmla="*/ 7455 h 74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942" h="7455">
                  <a:moveTo>
                    <a:pt x="141" y="7455"/>
                  </a:moveTo>
                  <a:lnTo>
                    <a:pt x="6791" y="7455"/>
                  </a:lnTo>
                  <a:lnTo>
                    <a:pt x="6824" y="6379"/>
                  </a:lnTo>
                  <a:lnTo>
                    <a:pt x="6811" y="5733"/>
                  </a:lnTo>
                  <a:lnTo>
                    <a:pt x="6824" y="3641"/>
                  </a:lnTo>
                  <a:lnTo>
                    <a:pt x="6942" y="2528"/>
                  </a:lnTo>
                  <a:lnTo>
                    <a:pt x="6537" y="1242"/>
                  </a:lnTo>
                  <a:lnTo>
                    <a:pt x="4743" y="264"/>
                  </a:lnTo>
                  <a:lnTo>
                    <a:pt x="3099" y="0"/>
                  </a:lnTo>
                  <a:lnTo>
                    <a:pt x="2830" y="412"/>
                  </a:lnTo>
                  <a:lnTo>
                    <a:pt x="2679" y="542"/>
                  </a:lnTo>
                  <a:lnTo>
                    <a:pt x="2312" y="753"/>
                  </a:lnTo>
                  <a:lnTo>
                    <a:pt x="1050" y="1511"/>
                  </a:lnTo>
                  <a:lnTo>
                    <a:pt x="805" y="1829"/>
                  </a:lnTo>
                  <a:lnTo>
                    <a:pt x="464" y="2850"/>
                  </a:lnTo>
                  <a:lnTo>
                    <a:pt x="344" y="4115"/>
                  </a:lnTo>
                  <a:lnTo>
                    <a:pt x="232" y="4733"/>
                  </a:lnTo>
                  <a:lnTo>
                    <a:pt x="173" y="5018"/>
                  </a:lnTo>
                  <a:lnTo>
                    <a:pt x="118" y="5648"/>
                  </a:lnTo>
                  <a:lnTo>
                    <a:pt x="0" y="6116"/>
                  </a:lnTo>
                  <a:lnTo>
                    <a:pt x="141" y="74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8" name="Freeform 64">
              <a:extLst>
                <a:ext uri="{FF2B5EF4-FFF2-40B4-BE49-F238E27FC236}">
                  <a16:creationId xmlns:a16="http://schemas.microsoft.com/office/drawing/2014/main" id="{3BBC4AAB-1768-3743-9222-D540158F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440"/>
              <a:ext cx="239" cy="142"/>
            </a:xfrm>
            <a:custGeom>
              <a:avLst/>
              <a:gdLst>
                <a:gd name="T0" fmla="*/ 4 w 1907"/>
                <a:gd name="T1" fmla="*/ 1 h 1143"/>
                <a:gd name="T2" fmla="*/ 3 w 1907"/>
                <a:gd name="T3" fmla="*/ 1 h 1143"/>
                <a:gd name="T4" fmla="*/ 3 w 1907"/>
                <a:gd name="T5" fmla="*/ 0 h 1143"/>
                <a:gd name="T6" fmla="*/ 2 w 1907"/>
                <a:gd name="T7" fmla="*/ 0 h 1143"/>
                <a:gd name="T8" fmla="*/ 1 w 1907"/>
                <a:gd name="T9" fmla="*/ 0 h 1143"/>
                <a:gd name="T10" fmla="*/ 0 w 1907"/>
                <a:gd name="T11" fmla="*/ 0 h 1143"/>
                <a:gd name="T12" fmla="*/ 0 w 1907"/>
                <a:gd name="T13" fmla="*/ 0 h 1143"/>
                <a:gd name="T14" fmla="*/ 0 w 1907"/>
                <a:gd name="T15" fmla="*/ 1 h 1143"/>
                <a:gd name="T16" fmla="*/ 0 w 1907"/>
                <a:gd name="T17" fmla="*/ 1 h 1143"/>
                <a:gd name="T18" fmla="*/ 0 w 1907"/>
                <a:gd name="T19" fmla="*/ 1 h 1143"/>
                <a:gd name="T20" fmla="*/ 1 w 1907"/>
                <a:gd name="T21" fmla="*/ 2 h 1143"/>
                <a:gd name="T22" fmla="*/ 3 w 1907"/>
                <a:gd name="T23" fmla="*/ 2 h 1143"/>
                <a:gd name="T24" fmla="*/ 4 w 1907"/>
                <a:gd name="T25" fmla="*/ 1 h 1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07"/>
                <a:gd name="T40" fmla="*/ 0 h 1143"/>
                <a:gd name="T41" fmla="*/ 1907 w 1907"/>
                <a:gd name="T42" fmla="*/ 1143 h 1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07" h="1143">
                  <a:moveTo>
                    <a:pt x="1907" y="582"/>
                  </a:moveTo>
                  <a:lnTo>
                    <a:pt x="1713" y="512"/>
                  </a:lnTo>
                  <a:lnTo>
                    <a:pt x="1420" y="292"/>
                  </a:lnTo>
                  <a:lnTo>
                    <a:pt x="1224" y="184"/>
                  </a:lnTo>
                  <a:lnTo>
                    <a:pt x="307" y="0"/>
                  </a:lnTo>
                  <a:lnTo>
                    <a:pt x="113" y="98"/>
                  </a:lnTo>
                  <a:lnTo>
                    <a:pt x="0" y="276"/>
                  </a:lnTo>
                  <a:lnTo>
                    <a:pt x="0" y="457"/>
                  </a:lnTo>
                  <a:lnTo>
                    <a:pt x="68" y="668"/>
                  </a:lnTo>
                  <a:lnTo>
                    <a:pt x="68" y="749"/>
                  </a:lnTo>
                  <a:lnTo>
                    <a:pt x="483" y="1001"/>
                  </a:lnTo>
                  <a:lnTo>
                    <a:pt x="1730" y="1143"/>
                  </a:lnTo>
                  <a:lnTo>
                    <a:pt x="1907" y="582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9" name="Freeform 65">
              <a:extLst>
                <a:ext uri="{FF2B5EF4-FFF2-40B4-BE49-F238E27FC236}">
                  <a16:creationId xmlns:a16="http://schemas.microsoft.com/office/drawing/2014/main" id="{F95478E5-CD54-7D41-8BF7-FD1995EF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664"/>
              <a:ext cx="272" cy="613"/>
            </a:xfrm>
            <a:custGeom>
              <a:avLst/>
              <a:gdLst>
                <a:gd name="T0" fmla="*/ 0 w 2177"/>
                <a:gd name="T1" fmla="*/ 2 h 4905"/>
                <a:gd name="T2" fmla="*/ 0 w 2177"/>
                <a:gd name="T3" fmla="*/ 3 h 4905"/>
                <a:gd name="T4" fmla="*/ 0 w 2177"/>
                <a:gd name="T5" fmla="*/ 4 h 4905"/>
                <a:gd name="T6" fmla="*/ 0 w 2177"/>
                <a:gd name="T7" fmla="*/ 5 h 4905"/>
                <a:gd name="T8" fmla="*/ 1 w 2177"/>
                <a:gd name="T9" fmla="*/ 5 h 4905"/>
                <a:gd name="T10" fmla="*/ 1 w 2177"/>
                <a:gd name="T11" fmla="*/ 6 h 4905"/>
                <a:gd name="T12" fmla="*/ 0 w 2177"/>
                <a:gd name="T13" fmla="*/ 9 h 4905"/>
                <a:gd name="T14" fmla="*/ 0 w 2177"/>
                <a:gd name="T15" fmla="*/ 10 h 4905"/>
                <a:gd name="T16" fmla="*/ 1 w 2177"/>
                <a:gd name="T17" fmla="*/ 8 h 4905"/>
                <a:gd name="T18" fmla="*/ 3 w 2177"/>
                <a:gd name="T19" fmla="*/ 5 h 4905"/>
                <a:gd name="T20" fmla="*/ 4 w 2177"/>
                <a:gd name="T21" fmla="*/ 4 h 4905"/>
                <a:gd name="T22" fmla="*/ 4 w 2177"/>
                <a:gd name="T23" fmla="*/ 2 h 4905"/>
                <a:gd name="T24" fmla="*/ 2 w 2177"/>
                <a:gd name="T25" fmla="*/ 0 h 4905"/>
                <a:gd name="T26" fmla="*/ 0 w 2177"/>
                <a:gd name="T27" fmla="*/ 2 h 49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77"/>
                <a:gd name="T43" fmla="*/ 0 h 4905"/>
                <a:gd name="T44" fmla="*/ 2177 w 2177"/>
                <a:gd name="T45" fmla="*/ 4905 h 490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77" h="4905">
                  <a:moveTo>
                    <a:pt x="91" y="860"/>
                  </a:moveTo>
                  <a:lnTo>
                    <a:pt x="0" y="1679"/>
                  </a:lnTo>
                  <a:lnTo>
                    <a:pt x="32" y="1878"/>
                  </a:lnTo>
                  <a:lnTo>
                    <a:pt x="203" y="2426"/>
                  </a:lnTo>
                  <a:lnTo>
                    <a:pt x="351" y="2780"/>
                  </a:lnTo>
                  <a:lnTo>
                    <a:pt x="528" y="3028"/>
                  </a:lnTo>
                  <a:lnTo>
                    <a:pt x="167" y="4438"/>
                  </a:lnTo>
                  <a:lnTo>
                    <a:pt x="91" y="4905"/>
                  </a:lnTo>
                  <a:lnTo>
                    <a:pt x="667" y="4180"/>
                  </a:lnTo>
                  <a:lnTo>
                    <a:pt x="1771" y="2593"/>
                  </a:lnTo>
                  <a:lnTo>
                    <a:pt x="2177" y="2200"/>
                  </a:lnTo>
                  <a:lnTo>
                    <a:pt x="2009" y="887"/>
                  </a:lnTo>
                  <a:lnTo>
                    <a:pt x="1191" y="0"/>
                  </a:lnTo>
                  <a:lnTo>
                    <a:pt x="91" y="86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0" name="Freeform 66">
              <a:extLst>
                <a:ext uri="{FF2B5EF4-FFF2-40B4-BE49-F238E27FC236}">
                  <a16:creationId xmlns:a16="http://schemas.microsoft.com/office/drawing/2014/main" id="{6398A13C-7DBB-274D-BEE3-B8577DED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494"/>
              <a:ext cx="279" cy="433"/>
            </a:xfrm>
            <a:custGeom>
              <a:avLst/>
              <a:gdLst>
                <a:gd name="T0" fmla="*/ 0 w 2232"/>
                <a:gd name="T1" fmla="*/ 2 h 3464"/>
                <a:gd name="T2" fmla="*/ 0 w 2232"/>
                <a:gd name="T3" fmla="*/ 3 h 3464"/>
                <a:gd name="T4" fmla="*/ 0 w 2232"/>
                <a:gd name="T5" fmla="*/ 4 h 3464"/>
                <a:gd name="T6" fmla="*/ 0 w 2232"/>
                <a:gd name="T7" fmla="*/ 4 h 3464"/>
                <a:gd name="T8" fmla="*/ 1 w 2232"/>
                <a:gd name="T9" fmla="*/ 4 h 3464"/>
                <a:gd name="T10" fmla="*/ 1 w 2232"/>
                <a:gd name="T11" fmla="*/ 5 h 3464"/>
                <a:gd name="T12" fmla="*/ 1 w 2232"/>
                <a:gd name="T13" fmla="*/ 5 h 3464"/>
                <a:gd name="T14" fmla="*/ 1 w 2232"/>
                <a:gd name="T15" fmla="*/ 6 h 3464"/>
                <a:gd name="T16" fmla="*/ 1 w 2232"/>
                <a:gd name="T17" fmla="*/ 6 h 3464"/>
                <a:gd name="T18" fmla="*/ 2 w 2232"/>
                <a:gd name="T19" fmla="*/ 6 h 3464"/>
                <a:gd name="T20" fmla="*/ 2 w 2232"/>
                <a:gd name="T21" fmla="*/ 7 h 3464"/>
                <a:gd name="T22" fmla="*/ 3 w 2232"/>
                <a:gd name="T23" fmla="*/ 7 h 3464"/>
                <a:gd name="T24" fmla="*/ 3 w 2232"/>
                <a:gd name="T25" fmla="*/ 7 h 3464"/>
                <a:gd name="T26" fmla="*/ 3 w 2232"/>
                <a:gd name="T27" fmla="*/ 7 h 3464"/>
                <a:gd name="T28" fmla="*/ 3 w 2232"/>
                <a:gd name="T29" fmla="*/ 6 h 3464"/>
                <a:gd name="T30" fmla="*/ 3 w 2232"/>
                <a:gd name="T31" fmla="*/ 6 h 3464"/>
                <a:gd name="T32" fmla="*/ 4 w 2232"/>
                <a:gd name="T33" fmla="*/ 5 h 3464"/>
                <a:gd name="T34" fmla="*/ 4 w 2232"/>
                <a:gd name="T35" fmla="*/ 4 h 3464"/>
                <a:gd name="T36" fmla="*/ 4 w 2232"/>
                <a:gd name="T37" fmla="*/ 3 h 3464"/>
                <a:gd name="T38" fmla="*/ 4 w 2232"/>
                <a:gd name="T39" fmla="*/ 2 h 3464"/>
                <a:gd name="T40" fmla="*/ 2 w 2232"/>
                <a:gd name="T41" fmla="*/ 0 h 3464"/>
                <a:gd name="T42" fmla="*/ 0 w 2232"/>
                <a:gd name="T43" fmla="*/ 2 h 3464"/>
                <a:gd name="T44" fmla="*/ 0 w 2232"/>
                <a:gd name="T45" fmla="*/ 2 h 34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232"/>
                <a:gd name="T70" fmla="*/ 0 h 3464"/>
                <a:gd name="T71" fmla="*/ 2232 w 2232"/>
                <a:gd name="T72" fmla="*/ 3464 h 346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232" h="3464">
                  <a:moveTo>
                    <a:pt x="0" y="1194"/>
                  </a:moveTo>
                  <a:lnTo>
                    <a:pt x="0" y="1442"/>
                  </a:lnTo>
                  <a:lnTo>
                    <a:pt x="97" y="1899"/>
                  </a:lnTo>
                  <a:lnTo>
                    <a:pt x="201" y="2044"/>
                  </a:lnTo>
                  <a:lnTo>
                    <a:pt x="325" y="2157"/>
                  </a:lnTo>
                  <a:lnTo>
                    <a:pt x="346" y="2464"/>
                  </a:lnTo>
                  <a:lnTo>
                    <a:pt x="346" y="2678"/>
                  </a:lnTo>
                  <a:lnTo>
                    <a:pt x="486" y="2889"/>
                  </a:lnTo>
                  <a:lnTo>
                    <a:pt x="637" y="3072"/>
                  </a:lnTo>
                  <a:lnTo>
                    <a:pt x="853" y="3243"/>
                  </a:lnTo>
                  <a:lnTo>
                    <a:pt x="1057" y="3368"/>
                  </a:lnTo>
                  <a:lnTo>
                    <a:pt x="1321" y="3464"/>
                  </a:lnTo>
                  <a:lnTo>
                    <a:pt x="1469" y="3464"/>
                  </a:lnTo>
                  <a:lnTo>
                    <a:pt x="1574" y="3436"/>
                  </a:lnTo>
                  <a:lnTo>
                    <a:pt x="1640" y="3243"/>
                  </a:lnTo>
                  <a:lnTo>
                    <a:pt x="1749" y="2995"/>
                  </a:lnTo>
                  <a:lnTo>
                    <a:pt x="1881" y="2776"/>
                  </a:lnTo>
                  <a:lnTo>
                    <a:pt x="2129" y="1899"/>
                  </a:lnTo>
                  <a:lnTo>
                    <a:pt x="2232" y="1403"/>
                  </a:lnTo>
                  <a:lnTo>
                    <a:pt x="2129" y="789"/>
                  </a:lnTo>
                  <a:lnTo>
                    <a:pt x="782" y="0"/>
                  </a:lnTo>
                  <a:lnTo>
                    <a:pt x="125" y="909"/>
                  </a:lnTo>
                  <a:lnTo>
                    <a:pt x="0" y="1194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1" name="Freeform 67">
              <a:extLst>
                <a:ext uri="{FF2B5EF4-FFF2-40B4-BE49-F238E27FC236}">
                  <a16:creationId xmlns:a16="http://schemas.microsoft.com/office/drawing/2014/main" id="{16456D7A-EFA0-B044-862D-4A57D5A75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26"/>
              <a:ext cx="300" cy="313"/>
            </a:xfrm>
            <a:custGeom>
              <a:avLst/>
              <a:gdLst>
                <a:gd name="T0" fmla="*/ 0 w 2393"/>
                <a:gd name="T1" fmla="*/ 5 h 2508"/>
                <a:gd name="T2" fmla="*/ 0 w 2393"/>
                <a:gd name="T3" fmla="*/ 4 h 2508"/>
                <a:gd name="T4" fmla="*/ 0 w 2393"/>
                <a:gd name="T5" fmla="*/ 3 h 2508"/>
                <a:gd name="T6" fmla="*/ 0 w 2393"/>
                <a:gd name="T7" fmla="*/ 3 h 2508"/>
                <a:gd name="T8" fmla="*/ 0 w 2393"/>
                <a:gd name="T9" fmla="*/ 2 h 2508"/>
                <a:gd name="T10" fmla="*/ 0 w 2393"/>
                <a:gd name="T11" fmla="*/ 2 h 2508"/>
                <a:gd name="T12" fmla="*/ 1 w 2393"/>
                <a:gd name="T13" fmla="*/ 1 h 2508"/>
                <a:gd name="T14" fmla="*/ 2 w 2393"/>
                <a:gd name="T15" fmla="*/ 1 h 2508"/>
                <a:gd name="T16" fmla="*/ 2 w 2393"/>
                <a:gd name="T17" fmla="*/ 0 h 2508"/>
                <a:gd name="T18" fmla="*/ 2 w 2393"/>
                <a:gd name="T19" fmla="*/ 0 h 2508"/>
                <a:gd name="T20" fmla="*/ 3 w 2393"/>
                <a:gd name="T21" fmla="*/ 0 h 2508"/>
                <a:gd name="T22" fmla="*/ 3 w 2393"/>
                <a:gd name="T23" fmla="*/ 0 h 2508"/>
                <a:gd name="T24" fmla="*/ 4 w 2393"/>
                <a:gd name="T25" fmla="*/ 0 h 2508"/>
                <a:gd name="T26" fmla="*/ 4 w 2393"/>
                <a:gd name="T27" fmla="*/ 0 h 2508"/>
                <a:gd name="T28" fmla="*/ 5 w 2393"/>
                <a:gd name="T29" fmla="*/ 0 h 2508"/>
                <a:gd name="T30" fmla="*/ 5 w 2393"/>
                <a:gd name="T31" fmla="*/ 1 h 2508"/>
                <a:gd name="T32" fmla="*/ 1 w 2393"/>
                <a:gd name="T33" fmla="*/ 5 h 2508"/>
                <a:gd name="T34" fmla="*/ 0 w 2393"/>
                <a:gd name="T35" fmla="*/ 5 h 25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93"/>
                <a:gd name="T55" fmla="*/ 0 h 2508"/>
                <a:gd name="T56" fmla="*/ 2393 w 2393"/>
                <a:gd name="T57" fmla="*/ 2508 h 250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93" h="2508">
                  <a:moveTo>
                    <a:pt x="65" y="2396"/>
                  </a:moveTo>
                  <a:lnTo>
                    <a:pt x="0" y="2078"/>
                  </a:lnTo>
                  <a:lnTo>
                    <a:pt x="0" y="1813"/>
                  </a:lnTo>
                  <a:lnTo>
                    <a:pt x="75" y="1643"/>
                  </a:lnTo>
                  <a:lnTo>
                    <a:pt x="145" y="1233"/>
                  </a:lnTo>
                  <a:lnTo>
                    <a:pt x="188" y="915"/>
                  </a:lnTo>
                  <a:lnTo>
                    <a:pt x="430" y="506"/>
                  </a:lnTo>
                  <a:lnTo>
                    <a:pt x="812" y="368"/>
                  </a:lnTo>
                  <a:lnTo>
                    <a:pt x="986" y="233"/>
                  </a:lnTo>
                  <a:lnTo>
                    <a:pt x="1131" y="190"/>
                  </a:lnTo>
                  <a:lnTo>
                    <a:pt x="1418" y="157"/>
                  </a:lnTo>
                  <a:lnTo>
                    <a:pt x="1675" y="0"/>
                  </a:lnTo>
                  <a:lnTo>
                    <a:pt x="1853" y="12"/>
                  </a:lnTo>
                  <a:lnTo>
                    <a:pt x="2107" y="157"/>
                  </a:lnTo>
                  <a:lnTo>
                    <a:pt x="2268" y="287"/>
                  </a:lnTo>
                  <a:lnTo>
                    <a:pt x="2393" y="737"/>
                  </a:lnTo>
                  <a:lnTo>
                    <a:pt x="366" y="2508"/>
                  </a:lnTo>
                  <a:lnTo>
                    <a:pt x="65" y="2396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2" name="Freeform 68">
              <a:extLst>
                <a:ext uri="{FF2B5EF4-FFF2-40B4-BE49-F238E27FC236}">
                  <a16:creationId xmlns:a16="http://schemas.microsoft.com/office/drawing/2014/main" id="{1FF9342A-F001-914E-A622-4A13A489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58"/>
              <a:ext cx="281" cy="439"/>
            </a:xfrm>
            <a:custGeom>
              <a:avLst/>
              <a:gdLst>
                <a:gd name="T0" fmla="*/ 2 w 2248"/>
                <a:gd name="T1" fmla="*/ 0 h 3518"/>
                <a:gd name="T2" fmla="*/ 0 w 2248"/>
                <a:gd name="T3" fmla="*/ 1 h 3518"/>
                <a:gd name="T4" fmla="*/ 0 w 2248"/>
                <a:gd name="T5" fmla="*/ 4 h 3518"/>
                <a:gd name="T6" fmla="*/ 1 w 2248"/>
                <a:gd name="T7" fmla="*/ 7 h 3518"/>
                <a:gd name="T8" fmla="*/ 4 w 2248"/>
                <a:gd name="T9" fmla="*/ 4 h 3518"/>
                <a:gd name="T10" fmla="*/ 4 w 2248"/>
                <a:gd name="T11" fmla="*/ 2 h 3518"/>
                <a:gd name="T12" fmla="*/ 3 w 2248"/>
                <a:gd name="T13" fmla="*/ 0 h 3518"/>
                <a:gd name="T14" fmla="*/ 2 w 2248"/>
                <a:gd name="T15" fmla="*/ 0 h 35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48"/>
                <a:gd name="T25" fmla="*/ 0 h 3518"/>
                <a:gd name="T26" fmla="*/ 2248 w 2248"/>
                <a:gd name="T27" fmla="*/ 3518 h 35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48" h="3518">
                  <a:moveTo>
                    <a:pt x="891" y="0"/>
                  </a:moveTo>
                  <a:lnTo>
                    <a:pt x="61" y="521"/>
                  </a:lnTo>
                  <a:lnTo>
                    <a:pt x="0" y="1887"/>
                  </a:lnTo>
                  <a:lnTo>
                    <a:pt x="563" y="3518"/>
                  </a:lnTo>
                  <a:lnTo>
                    <a:pt x="2093" y="2274"/>
                  </a:lnTo>
                  <a:lnTo>
                    <a:pt x="2248" y="1198"/>
                  </a:lnTo>
                  <a:lnTo>
                    <a:pt x="1520" y="17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3" name="Freeform 69">
              <a:extLst>
                <a:ext uri="{FF2B5EF4-FFF2-40B4-BE49-F238E27FC236}">
                  <a16:creationId xmlns:a16="http://schemas.microsoft.com/office/drawing/2014/main" id="{4EE2E215-A415-9046-AA3F-FEFF9BC8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469"/>
              <a:ext cx="277" cy="410"/>
            </a:xfrm>
            <a:custGeom>
              <a:avLst/>
              <a:gdLst>
                <a:gd name="T0" fmla="*/ 0 w 2219"/>
                <a:gd name="T1" fmla="*/ 0 h 3281"/>
                <a:gd name="T2" fmla="*/ 0 w 2219"/>
                <a:gd name="T3" fmla="*/ 2 h 3281"/>
                <a:gd name="T4" fmla="*/ 0 w 2219"/>
                <a:gd name="T5" fmla="*/ 3 h 3281"/>
                <a:gd name="T6" fmla="*/ 0 w 2219"/>
                <a:gd name="T7" fmla="*/ 5 h 3281"/>
                <a:gd name="T8" fmla="*/ 1 w 2219"/>
                <a:gd name="T9" fmla="*/ 6 h 3281"/>
                <a:gd name="T10" fmla="*/ 1 w 2219"/>
                <a:gd name="T11" fmla="*/ 6 h 3281"/>
                <a:gd name="T12" fmla="*/ 1 w 2219"/>
                <a:gd name="T13" fmla="*/ 6 h 3281"/>
                <a:gd name="T14" fmla="*/ 1 w 2219"/>
                <a:gd name="T15" fmla="*/ 6 h 3281"/>
                <a:gd name="T16" fmla="*/ 2 w 2219"/>
                <a:gd name="T17" fmla="*/ 6 h 3281"/>
                <a:gd name="T18" fmla="*/ 3 w 2219"/>
                <a:gd name="T19" fmla="*/ 6 h 3281"/>
                <a:gd name="T20" fmla="*/ 3 w 2219"/>
                <a:gd name="T21" fmla="*/ 5 h 3281"/>
                <a:gd name="T22" fmla="*/ 4 w 2219"/>
                <a:gd name="T23" fmla="*/ 5 h 3281"/>
                <a:gd name="T24" fmla="*/ 4 w 2219"/>
                <a:gd name="T25" fmla="*/ 4 h 3281"/>
                <a:gd name="T26" fmla="*/ 4 w 2219"/>
                <a:gd name="T27" fmla="*/ 4 h 3281"/>
                <a:gd name="T28" fmla="*/ 4 w 2219"/>
                <a:gd name="T29" fmla="*/ 3 h 3281"/>
                <a:gd name="T30" fmla="*/ 4 w 2219"/>
                <a:gd name="T31" fmla="*/ 2 h 3281"/>
                <a:gd name="T32" fmla="*/ 3 w 2219"/>
                <a:gd name="T33" fmla="*/ 0 h 3281"/>
                <a:gd name="T34" fmla="*/ 1 w 2219"/>
                <a:gd name="T35" fmla="*/ 0 h 3281"/>
                <a:gd name="T36" fmla="*/ 0 w 2219"/>
                <a:gd name="T37" fmla="*/ 0 h 32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219"/>
                <a:gd name="T58" fmla="*/ 0 h 3281"/>
                <a:gd name="T59" fmla="*/ 2219 w 2219"/>
                <a:gd name="T60" fmla="*/ 3281 h 328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219" h="3281">
                  <a:moveTo>
                    <a:pt x="135" y="280"/>
                  </a:moveTo>
                  <a:lnTo>
                    <a:pt x="0" y="1008"/>
                  </a:lnTo>
                  <a:lnTo>
                    <a:pt x="0" y="1626"/>
                  </a:lnTo>
                  <a:lnTo>
                    <a:pt x="258" y="2760"/>
                  </a:lnTo>
                  <a:lnTo>
                    <a:pt x="400" y="2853"/>
                  </a:lnTo>
                  <a:lnTo>
                    <a:pt x="419" y="2950"/>
                  </a:lnTo>
                  <a:lnTo>
                    <a:pt x="545" y="3169"/>
                  </a:lnTo>
                  <a:lnTo>
                    <a:pt x="619" y="3281"/>
                  </a:lnTo>
                  <a:lnTo>
                    <a:pt x="1040" y="3088"/>
                  </a:lnTo>
                  <a:lnTo>
                    <a:pt x="1439" y="2884"/>
                  </a:lnTo>
                  <a:lnTo>
                    <a:pt x="1730" y="2631"/>
                  </a:lnTo>
                  <a:lnTo>
                    <a:pt x="1984" y="2379"/>
                  </a:lnTo>
                  <a:lnTo>
                    <a:pt x="1936" y="2061"/>
                  </a:lnTo>
                  <a:lnTo>
                    <a:pt x="2074" y="2019"/>
                  </a:lnTo>
                  <a:lnTo>
                    <a:pt x="2219" y="1555"/>
                  </a:lnTo>
                  <a:lnTo>
                    <a:pt x="2210" y="1260"/>
                  </a:lnTo>
                  <a:lnTo>
                    <a:pt x="1691" y="32"/>
                  </a:lnTo>
                  <a:lnTo>
                    <a:pt x="642" y="0"/>
                  </a:lnTo>
                  <a:lnTo>
                    <a:pt x="135" y="28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4" name="Freeform 70">
              <a:extLst>
                <a:ext uri="{FF2B5EF4-FFF2-40B4-BE49-F238E27FC236}">
                  <a16:creationId xmlns:a16="http://schemas.microsoft.com/office/drawing/2014/main" id="{8355F270-C5CB-4D4A-8147-72C46A4C0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555"/>
              <a:ext cx="307" cy="171"/>
            </a:xfrm>
            <a:custGeom>
              <a:avLst/>
              <a:gdLst>
                <a:gd name="T0" fmla="*/ 0 w 2457"/>
                <a:gd name="T1" fmla="*/ 2 h 1371"/>
                <a:gd name="T2" fmla="*/ 0 w 2457"/>
                <a:gd name="T3" fmla="*/ 1 h 1371"/>
                <a:gd name="T4" fmla="*/ 1 w 2457"/>
                <a:gd name="T5" fmla="*/ 0 h 1371"/>
                <a:gd name="T6" fmla="*/ 2 w 2457"/>
                <a:gd name="T7" fmla="*/ 0 h 1371"/>
                <a:gd name="T8" fmla="*/ 3 w 2457"/>
                <a:gd name="T9" fmla="*/ 0 h 1371"/>
                <a:gd name="T10" fmla="*/ 3 w 2457"/>
                <a:gd name="T11" fmla="*/ 0 h 1371"/>
                <a:gd name="T12" fmla="*/ 4 w 2457"/>
                <a:gd name="T13" fmla="*/ 1 h 1371"/>
                <a:gd name="T14" fmla="*/ 4 w 2457"/>
                <a:gd name="T15" fmla="*/ 1 h 1371"/>
                <a:gd name="T16" fmla="*/ 5 w 2457"/>
                <a:gd name="T17" fmla="*/ 1 h 1371"/>
                <a:gd name="T18" fmla="*/ 5 w 2457"/>
                <a:gd name="T19" fmla="*/ 2 h 1371"/>
                <a:gd name="T20" fmla="*/ 5 w 2457"/>
                <a:gd name="T21" fmla="*/ 3 h 1371"/>
                <a:gd name="T22" fmla="*/ 0 w 2457"/>
                <a:gd name="T23" fmla="*/ 2 h 1371"/>
                <a:gd name="T24" fmla="*/ 0 w 2457"/>
                <a:gd name="T25" fmla="*/ 2 h 13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57"/>
                <a:gd name="T40" fmla="*/ 0 h 1371"/>
                <a:gd name="T41" fmla="*/ 2457 w 2457"/>
                <a:gd name="T42" fmla="*/ 1371 h 13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57" h="1371">
                  <a:moveTo>
                    <a:pt x="0" y="1043"/>
                  </a:moveTo>
                  <a:lnTo>
                    <a:pt x="189" y="398"/>
                  </a:lnTo>
                  <a:lnTo>
                    <a:pt x="685" y="31"/>
                  </a:lnTo>
                  <a:lnTo>
                    <a:pt x="1052" y="0"/>
                  </a:lnTo>
                  <a:lnTo>
                    <a:pt x="1358" y="31"/>
                  </a:lnTo>
                  <a:lnTo>
                    <a:pt x="1805" y="253"/>
                  </a:lnTo>
                  <a:lnTo>
                    <a:pt x="2134" y="334"/>
                  </a:lnTo>
                  <a:lnTo>
                    <a:pt x="2269" y="473"/>
                  </a:lnTo>
                  <a:lnTo>
                    <a:pt x="2408" y="682"/>
                  </a:lnTo>
                  <a:lnTo>
                    <a:pt x="2457" y="1033"/>
                  </a:lnTo>
                  <a:lnTo>
                    <a:pt x="2457" y="1371"/>
                  </a:lnTo>
                  <a:lnTo>
                    <a:pt x="128" y="1232"/>
                  </a:lnTo>
                  <a:lnTo>
                    <a:pt x="0" y="1043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5" name="Freeform 71">
              <a:extLst>
                <a:ext uri="{FF2B5EF4-FFF2-40B4-BE49-F238E27FC236}">
                  <a16:creationId xmlns:a16="http://schemas.microsoft.com/office/drawing/2014/main" id="{514FC8FD-B108-C340-8901-4E34E6FF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632"/>
              <a:ext cx="262" cy="459"/>
            </a:xfrm>
            <a:custGeom>
              <a:avLst/>
              <a:gdLst>
                <a:gd name="T0" fmla="*/ 0 w 2090"/>
                <a:gd name="T1" fmla="*/ 1 h 3674"/>
                <a:gd name="T2" fmla="*/ 0 w 2090"/>
                <a:gd name="T3" fmla="*/ 1 h 3674"/>
                <a:gd name="T4" fmla="*/ 0 w 2090"/>
                <a:gd name="T5" fmla="*/ 4 h 3674"/>
                <a:gd name="T6" fmla="*/ 0 w 2090"/>
                <a:gd name="T7" fmla="*/ 5 h 3674"/>
                <a:gd name="T8" fmla="*/ 0 w 2090"/>
                <a:gd name="T9" fmla="*/ 5 h 3674"/>
                <a:gd name="T10" fmla="*/ 1 w 2090"/>
                <a:gd name="T11" fmla="*/ 5 h 3674"/>
                <a:gd name="T12" fmla="*/ 1 w 2090"/>
                <a:gd name="T13" fmla="*/ 6 h 3674"/>
                <a:gd name="T14" fmla="*/ 1 w 2090"/>
                <a:gd name="T15" fmla="*/ 6 h 3674"/>
                <a:gd name="T16" fmla="*/ 2 w 2090"/>
                <a:gd name="T17" fmla="*/ 6 h 3674"/>
                <a:gd name="T18" fmla="*/ 2 w 2090"/>
                <a:gd name="T19" fmla="*/ 7 h 3674"/>
                <a:gd name="T20" fmla="*/ 2 w 2090"/>
                <a:gd name="T21" fmla="*/ 7 h 3674"/>
                <a:gd name="T22" fmla="*/ 3 w 2090"/>
                <a:gd name="T23" fmla="*/ 7 h 3674"/>
                <a:gd name="T24" fmla="*/ 3 w 2090"/>
                <a:gd name="T25" fmla="*/ 7 h 3674"/>
                <a:gd name="T26" fmla="*/ 3 w 2090"/>
                <a:gd name="T27" fmla="*/ 6 h 3674"/>
                <a:gd name="T28" fmla="*/ 4 w 2090"/>
                <a:gd name="T29" fmla="*/ 6 h 3674"/>
                <a:gd name="T30" fmla="*/ 4 w 2090"/>
                <a:gd name="T31" fmla="*/ 5 h 3674"/>
                <a:gd name="T32" fmla="*/ 4 w 2090"/>
                <a:gd name="T33" fmla="*/ 4 h 3674"/>
                <a:gd name="T34" fmla="*/ 4 w 2090"/>
                <a:gd name="T35" fmla="*/ 4 h 3674"/>
                <a:gd name="T36" fmla="*/ 4 w 2090"/>
                <a:gd name="T37" fmla="*/ 3 h 3674"/>
                <a:gd name="T38" fmla="*/ 4 w 2090"/>
                <a:gd name="T39" fmla="*/ 1 h 3674"/>
                <a:gd name="T40" fmla="*/ 4 w 2090"/>
                <a:gd name="T41" fmla="*/ 1 h 3674"/>
                <a:gd name="T42" fmla="*/ 3 w 2090"/>
                <a:gd name="T43" fmla="*/ 0 h 3674"/>
                <a:gd name="T44" fmla="*/ 1 w 2090"/>
                <a:gd name="T45" fmla="*/ 0 h 3674"/>
                <a:gd name="T46" fmla="*/ 0 w 2090"/>
                <a:gd name="T47" fmla="*/ 1 h 36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090"/>
                <a:gd name="T73" fmla="*/ 0 h 3674"/>
                <a:gd name="T74" fmla="*/ 2090 w 2090"/>
                <a:gd name="T75" fmla="*/ 3674 h 367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090" h="3674">
                  <a:moveTo>
                    <a:pt x="48" y="425"/>
                  </a:moveTo>
                  <a:lnTo>
                    <a:pt x="0" y="792"/>
                  </a:lnTo>
                  <a:lnTo>
                    <a:pt x="97" y="1845"/>
                  </a:lnTo>
                  <a:lnTo>
                    <a:pt x="210" y="2524"/>
                  </a:lnTo>
                  <a:lnTo>
                    <a:pt x="210" y="2662"/>
                  </a:lnTo>
                  <a:lnTo>
                    <a:pt x="290" y="2840"/>
                  </a:lnTo>
                  <a:lnTo>
                    <a:pt x="399" y="2997"/>
                  </a:lnTo>
                  <a:lnTo>
                    <a:pt x="593" y="3126"/>
                  </a:lnTo>
                  <a:lnTo>
                    <a:pt x="847" y="3326"/>
                  </a:lnTo>
                  <a:lnTo>
                    <a:pt x="1073" y="3535"/>
                  </a:lnTo>
                  <a:lnTo>
                    <a:pt x="1228" y="3674"/>
                  </a:lnTo>
                  <a:lnTo>
                    <a:pt x="1357" y="3657"/>
                  </a:lnTo>
                  <a:lnTo>
                    <a:pt x="1585" y="3406"/>
                  </a:lnTo>
                  <a:lnTo>
                    <a:pt x="1692" y="3232"/>
                  </a:lnTo>
                  <a:lnTo>
                    <a:pt x="1805" y="2997"/>
                  </a:lnTo>
                  <a:lnTo>
                    <a:pt x="1859" y="2733"/>
                  </a:lnTo>
                  <a:lnTo>
                    <a:pt x="1978" y="1937"/>
                  </a:lnTo>
                  <a:lnTo>
                    <a:pt x="2016" y="1845"/>
                  </a:lnTo>
                  <a:lnTo>
                    <a:pt x="2090" y="1468"/>
                  </a:lnTo>
                  <a:lnTo>
                    <a:pt x="2075" y="646"/>
                  </a:lnTo>
                  <a:lnTo>
                    <a:pt x="2000" y="328"/>
                  </a:lnTo>
                  <a:lnTo>
                    <a:pt x="1472" y="0"/>
                  </a:lnTo>
                  <a:lnTo>
                    <a:pt x="259" y="247"/>
                  </a:lnTo>
                  <a:lnTo>
                    <a:pt x="48" y="425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6" name="Freeform 72">
              <a:extLst>
                <a:ext uri="{FF2B5EF4-FFF2-40B4-BE49-F238E27FC236}">
                  <a16:creationId xmlns:a16="http://schemas.microsoft.com/office/drawing/2014/main" id="{2DFFAE90-461A-BB4D-9173-CFA5C0E5D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873"/>
              <a:ext cx="140" cy="28"/>
            </a:xfrm>
            <a:custGeom>
              <a:avLst/>
              <a:gdLst>
                <a:gd name="T0" fmla="*/ 1 w 1115"/>
                <a:gd name="T1" fmla="*/ 0 h 226"/>
                <a:gd name="T2" fmla="*/ 1 w 1115"/>
                <a:gd name="T3" fmla="*/ 0 h 226"/>
                <a:gd name="T4" fmla="*/ 1 w 1115"/>
                <a:gd name="T5" fmla="*/ 0 h 226"/>
                <a:gd name="T6" fmla="*/ 0 w 1115"/>
                <a:gd name="T7" fmla="*/ 0 h 226"/>
                <a:gd name="T8" fmla="*/ 0 w 1115"/>
                <a:gd name="T9" fmla="*/ 0 h 226"/>
                <a:gd name="T10" fmla="*/ 0 w 1115"/>
                <a:gd name="T11" fmla="*/ 0 h 226"/>
                <a:gd name="T12" fmla="*/ 0 w 1115"/>
                <a:gd name="T13" fmla="*/ 0 h 226"/>
                <a:gd name="T14" fmla="*/ 0 w 1115"/>
                <a:gd name="T15" fmla="*/ 0 h 226"/>
                <a:gd name="T16" fmla="*/ 1 w 1115"/>
                <a:gd name="T17" fmla="*/ 0 h 226"/>
                <a:gd name="T18" fmla="*/ 1 w 1115"/>
                <a:gd name="T19" fmla="*/ 0 h 226"/>
                <a:gd name="T20" fmla="*/ 2 w 1115"/>
                <a:gd name="T21" fmla="*/ 0 h 226"/>
                <a:gd name="T22" fmla="*/ 2 w 1115"/>
                <a:gd name="T23" fmla="*/ 0 h 226"/>
                <a:gd name="T24" fmla="*/ 2 w 1115"/>
                <a:gd name="T25" fmla="*/ 0 h 226"/>
                <a:gd name="T26" fmla="*/ 2 w 1115"/>
                <a:gd name="T27" fmla="*/ 0 h 226"/>
                <a:gd name="T28" fmla="*/ 2 w 1115"/>
                <a:gd name="T29" fmla="*/ 0 h 226"/>
                <a:gd name="T30" fmla="*/ 1 w 1115"/>
                <a:gd name="T31" fmla="*/ 0 h 226"/>
                <a:gd name="T32" fmla="*/ 1 w 1115"/>
                <a:gd name="T33" fmla="*/ 0 h 2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15"/>
                <a:gd name="T52" fmla="*/ 0 h 226"/>
                <a:gd name="T53" fmla="*/ 1115 w 1115"/>
                <a:gd name="T54" fmla="*/ 226 h 2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15" h="226">
                  <a:moveTo>
                    <a:pt x="560" y="17"/>
                  </a:moveTo>
                  <a:lnTo>
                    <a:pt x="425" y="0"/>
                  </a:lnTo>
                  <a:lnTo>
                    <a:pt x="333" y="17"/>
                  </a:lnTo>
                  <a:lnTo>
                    <a:pt x="139" y="55"/>
                  </a:lnTo>
                  <a:lnTo>
                    <a:pt x="16" y="88"/>
                  </a:lnTo>
                  <a:lnTo>
                    <a:pt x="0" y="167"/>
                  </a:lnTo>
                  <a:lnTo>
                    <a:pt x="26" y="210"/>
                  </a:lnTo>
                  <a:lnTo>
                    <a:pt x="188" y="184"/>
                  </a:lnTo>
                  <a:lnTo>
                    <a:pt x="364" y="226"/>
                  </a:lnTo>
                  <a:lnTo>
                    <a:pt x="560" y="167"/>
                  </a:lnTo>
                  <a:lnTo>
                    <a:pt x="738" y="226"/>
                  </a:lnTo>
                  <a:lnTo>
                    <a:pt x="931" y="193"/>
                  </a:lnTo>
                  <a:lnTo>
                    <a:pt x="1092" y="210"/>
                  </a:lnTo>
                  <a:lnTo>
                    <a:pt x="1115" y="136"/>
                  </a:lnTo>
                  <a:lnTo>
                    <a:pt x="754" y="0"/>
                  </a:lnTo>
                  <a:lnTo>
                    <a:pt x="634" y="0"/>
                  </a:lnTo>
                  <a:lnTo>
                    <a:pt x="56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7" name="Freeform 73">
              <a:extLst>
                <a:ext uri="{FF2B5EF4-FFF2-40B4-BE49-F238E27FC236}">
                  <a16:creationId xmlns:a16="http://schemas.microsoft.com/office/drawing/2014/main" id="{3E6CC805-8D8B-6F47-9639-3CCC7BCD7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553"/>
              <a:ext cx="326" cy="298"/>
            </a:xfrm>
            <a:custGeom>
              <a:avLst/>
              <a:gdLst>
                <a:gd name="T0" fmla="*/ 3 w 2602"/>
                <a:gd name="T1" fmla="*/ 0 h 2389"/>
                <a:gd name="T2" fmla="*/ 3 w 2602"/>
                <a:gd name="T3" fmla="*/ 0 h 2389"/>
                <a:gd name="T4" fmla="*/ 3 w 2602"/>
                <a:gd name="T5" fmla="*/ 1 h 2389"/>
                <a:gd name="T6" fmla="*/ 3 w 2602"/>
                <a:gd name="T7" fmla="*/ 0 h 2389"/>
                <a:gd name="T8" fmla="*/ 3 w 2602"/>
                <a:gd name="T9" fmla="*/ 1 h 2389"/>
                <a:gd name="T10" fmla="*/ 2 w 2602"/>
                <a:gd name="T11" fmla="*/ 1 h 2389"/>
                <a:gd name="T12" fmla="*/ 2 w 2602"/>
                <a:gd name="T13" fmla="*/ 1 h 2389"/>
                <a:gd name="T14" fmla="*/ 2 w 2602"/>
                <a:gd name="T15" fmla="*/ 1 h 2389"/>
                <a:gd name="T16" fmla="*/ 1 w 2602"/>
                <a:gd name="T17" fmla="*/ 1 h 2389"/>
                <a:gd name="T18" fmla="*/ 2 w 2602"/>
                <a:gd name="T19" fmla="*/ 1 h 2389"/>
                <a:gd name="T20" fmla="*/ 1 w 2602"/>
                <a:gd name="T21" fmla="*/ 1 h 2389"/>
                <a:gd name="T22" fmla="*/ 0 w 2602"/>
                <a:gd name="T23" fmla="*/ 2 h 2389"/>
                <a:gd name="T24" fmla="*/ 0 w 2602"/>
                <a:gd name="T25" fmla="*/ 2 h 2389"/>
                <a:gd name="T26" fmla="*/ 1 w 2602"/>
                <a:gd name="T27" fmla="*/ 1 h 2389"/>
                <a:gd name="T28" fmla="*/ 0 w 2602"/>
                <a:gd name="T29" fmla="*/ 1 h 2389"/>
                <a:gd name="T30" fmla="*/ 1 w 2602"/>
                <a:gd name="T31" fmla="*/ 1 h 2389"/>
                <a:gd name="T32" fmla="*/ 1 w 2602"/>
                <a:gd name="T33" fmla="*/ 1 h 2389"/>
                <a:gd name="T34" fmla="*/ 1 w 2602"/>
                <a:gd name="T35" fmla="*/ 0 h 2389"/>
                <a:gd name="T36" fmla="*/ 2 w 2602"/>
                <a:gd name="T37" fmla="*/ 0 h 2389"/>
                <a:gd name="T38" fmla="*/ 1 w 2602"/>
                <a:gd name="T39" fmla="*/ 1 h 2389"/>
                <a:gd name="T40" fmla="*/ 0 w 2602"/>
                <a:gd name="T41" fmla="*/ 1 h 2389"/>
                <a:gd name="T42" fmla="*/ 0 w 2602"/>
                <a:gd name="T43" fmla="*/ 2 h 2389"/>
                <a:gd name="T44" fmla="*/ 0 w 2602"/>
                <a:gd name="T45" fmla="*/ 3 h 2389"/>
                <a:gd name="T46" fmla="*/ 0 w 2602"/>
                <a:gd name="T47" fmla="*/ 4 h 2389"/>
                <a:gd name="T48" fmla="*/ 1 w 2602"/>
                <a:gd name="T49" fmla="*/ 5 h 2389"/>
                <a:gd name="T50" fmla="*/ 1 w 2602"/>
                <a:gd name="T51" fmla="*/ 3 h 2389"/>
                <a:gd name="T52" fmla="*/ 1 w 2602"/>
                <a:gd name="T53" fmla="*/ 3 h 2389"/>
                <a:gd name="T54" fmla="*/ 1 w 2602"/>
                <a:gd name="T55" fmla="*/ 2 h 2389"/>
                <a:gd name="T56" fmla="*/ 1 w 2602"/>
                <a:gd name="T57" fmla="*/ 2 h 2389"/>
                <a:gd name="T58" fmla="*/ 2 w 2602"/>
                <a:gd name="T59" fmla="*/ 2 h 2389"/>
                <a:gd name="T60" fmla="*/ 3 w 2602"/>
                <a:gd name="T61" fmla="*/ 2 h 2389"/>
                <a:gd name="T62" fmla="*/ 3 w 2602"/>
                <a:gd name="T63" fmla="*/ 2 h 2389"/>
                <a:gd name="T64" fmla="*/ 3 w 2602"/>
                <a:gd name="T65" fmla="*/ 1 h 2389"/>
                <a:gd name="T66" fmla="*/ 4 w 2602"/>
                <a:gd name="T67" fmla="*/ 2 h 2389"/>
                <a:gd name="T68" fmla="*/ 4 w 2602"/>
                <a:gd name="T69" fmla="*/ 2 h 2389"/>
                <a:gd name="T70" fmla="*/ 4 w 2602"/>
                <a:gd name="T71" fmla="*/ 2 h 2389"/>
                <a:gd name="T72" fmla="*/ 4 w 2602"/>
                <a:gd name="T73" fmla="*/ 3 h 2389"/>
                <a:gd name="T74" fmla="*/ 4 w 2602"/>
                <a:gd name="T75" fmla="*/ 4 h 2389"/>
                <a:gd name="T76" fmla="*/ 5 w 2602"/>
                <a:gd name="T77" fmla="*/ 4 h 2389"/>
                <a:gd name="T78" fmla="*/ 5 w 2602"/>
                <a:gd name="T79" fmla="*/ 3 h 2389"/>
                <a:gd name="T80" fmla="*/ 5 w 2602"/>
                <a:gd name="T81" fmla="*/ 2 h 2389"/>
                <a:gd name="T82" fmla="*/ 5 w 2602"/>
                <a:gd name="T83" fmla="*/ 2 h 2389"/>
                <a:gd name="T84" fmla="*/ 5 w 2602"/>
                <a:gd name="T85" fmla="*/ 1 h 2389"/>
                <a:gd name="T86" fmla="*/ 5 w 2602"/>
                <a:gd name="T87" fmla="*/ 1 h 2389"/>
                <a:gd name="T88" fmla="*/ 5 w 2602"/>
                <a:gd name="T89" fmla="*/ 1 h 2389"/>
                <a:gd name="T90" fmla="*/ 5 w 2602"/>
                <a:gd name="T91" fmla="*/ 2 h 2389"/>
                <a:gd name="T92" fmla="*/ 5 w 2602"/>
                <a:gd name="T93" fmla="*/ 3 h 2389"/>
                <a:gd name="T94" fmla="*/ 5 w 2602"/>
                <a:gd name="T95" fmla="*/ 2 h 2389"/>
                <a:gd name="T96" fmla="*/ 5 w 2602"/>
                <a:gd name="T97" fmla="*/ 2 h 2389"/>
                <a:gd name="T98" fmla="*/ 5 w 2602"/>
                <a:gd name="T99" fmla="*/ 2 h 2389"/>
                <a:gd name="T100" fmla="*/ 5 w 2602"/>
                <a:gd name="T101" fmla="*/ 2 h 2389"/>
                <a:gd name="T102" fmla="*/ 5 w 2602"/>
                <a:gd name="T103" fmla="*/ 1 h 2389"/>
                <a:gd name="T104" fmla="*/ 4 w 2602"/>
                <a:gd name="T105" fmla="*/ 1 h 2389"/>
                <a:gd name="T106" fmla="*/ 4 w 2602"/>
                <a:gd name="T107" fmla="*/ 1 h 2389"/>
                <a:gd name="T108" fmla="*/ 4 w 2602"/>
                <a:gd name="T109" fmla="*/ 1 h 2389"/>
                <a:gd name="T110" fmla="*/ 4 w 2602"/>
                <a:gd name="T111" fmla="*/ 1 h 2389"/>
                <a:gd name="T112" fmla="*/ 4 w 2602"/>
                <a:gd name="T113" fmla="*/ 0 h 2389"/>
                <a:gd name="T114" fmla="*/ 4 w 2602"/>
                <a:gd name="T115" fmla="*/ 1 h 2389"/>
                <a:gd name="T116" fmla="*/ 4 w 2602"/>
                <a:gd name="T117" fmla="*/ 0 h 2389"/>
                <a:gd name="T118" fmla="*/ 3 w 2602"/>
                <a:gd name="T119" fmla="*/ 0 h 2389"/>
                <a:gd name="T120" fmla="*/ 3 w 2602"/>
                <a:gd name="T121" fmla="*/ 0 h 2389"/>
                <a:gd name="T122" fmla="*/ 3 w 2602"/>
                <a:gd name="T123" fmla="*/ 0 h 238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02"/>
                <a:gd name="T187" fmla="*/ 0 h 2389"/>
                <a:gd name="T188" fmla="*/ 2602 w 2602"/>
                <a:gd name="T189" fmla="*/ 2389 h 238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02" h="2389">
                  <a:moveTo>
                    <a:pt x="1362" y="12"/>
                  </a:moveTo>
                  <a:lnTo>
                    <a:pt x="1594" y="125"/>
                  </a:lnTo>
                  <a:lnTo>
                    <a:pt x="1675" y="345"/>
                  </a:lnTo>
                  <a:lnTo>
                    <a:pt x="1400" y="270"/>
                  </a:lnTo>
                  <a:lnTo>
                    <a:pt x="1504" y="452"/>
                  </a:lnTo>
                  <a:lnTo>
                    <a:pt x="1191" y="366"/>
                  </a:lnTo>
                  <a:lnTo>
                    <a:pt x="911" y="345"/>
                  </a:lnTo>
                  <a:lnTo>
                    <a:pt x="1059" y="496"/>
                  </a:lnTo>
                  <a:lnTo>
                    <a:pt x="624" y="587"/>
                  </a:lnTo>
                  <a:lnTo>
                    <a:pt x="786" y="711"/>
                  </a:lnTo>
                  <a:lnTo>
                    <a:pt x="522" y="722"/>
                  </a:lnTo>
                  <a:lnTo>
                    <a:pt x="219" y="979"/>
                  </a:lnTo>
                  <a:lnTo>
                    <a:pt x="139" y="995"/>
                  </a:lnTo>
                  <a:lnTo>
                    <a:pt x="361" y="663"/>
                  </a:lnTo>
                  <a:lnTo>
                    <a:pt x="216" y="711"/>
                  </a:lnTo>
                  <a:lnTo>
                    <a:pt x="435" y="480"/>
                  </a:lnTo>
                  <a:lnTo>
                    <a:pt x="306" y="452"/>
                  </a:lnTo>
                  <a:lnTo>
                    <a:pt x="489" y="286"/>
                  </a:lnTo>
                  <a:lnTo>
                    <a:pt x="786" y="65"/>
                  </a:lnTo>
                  <a:lnTo>
                    <a:pt x="284" y="345"/>
                  </a:lnTo>
                  <a:lnTo>
                    <a:pt x="96" y="683"/>
                  </a:lnTo>
                  <a:lnTo>
                    <a:pt x="0" y="1140"/>
                  </a:lnTo>
                  <a:lnTo>
                    <a:pt x="25" y="1700"/>
                  </a:lnTo>
                  <a:lnTo>
                    <a:pt x="219" y="2035"/>
                  </a:lnTo>
                  <a:lnTo>
                    <a:pt x="344" y="2389"/>
                  </a:lnTo>
                  <a:lnTo>
                    <a:pt x="295" y="1722"/>
                  </a:lnTo>
                  <a:lnTo>
                    <a:pt x="274" y="1371"/>
                  </a:lnTo>
                  <a:lnTo>
                    <a:pt x="334" y="1140"/>
                  </a:lnTo>
                  <a:lnTo>
                    <a:pt x="522" y="1017"/>
                  </a:lnTo>
                  <a:lnTo>
                    <a:pt x="931" y="921"/>
                  </a:lnTo>
                  <a:lnTo>
                    <a:pt x="1390" y="936"/>
                  </a:lnTo>
                  <a:lnTo>
                    <a:pt x="1611" y="877"/>
                  </a:lnTo>
                  <a:lnTo>
                    <a:pt x="1736" y="770"/>
                  </a:lnTo>
                  <a:lnTo>
                    <a:pt x="1853" y="921"/>
                  </a:lnTo>
                  <a:lnTo>
                    <a:pt x="2003" y="1027"/>
                  </a:lnTo>
                  <a:lnTo>
                    <a:pt x="2219" y="1114"/>
                  </a:lnTo>
                  <a:lnTo>
                    <a:pt x="2258" y="1480"/>
                  </a:lnTo>
                  <a:lnTo>
                    <a:pt x="2247" y="1926"/>
                  </a:lnTo>
                  <a:lnTo>
                    <a:pt x="2273" y="2232"/>
                  </a:lnTo>
                  <a:lnTo>
                    <a:pt x="2495" y="1722"/>
                  </a:lnTo>
                  <a:lnTo>
                    <a:pt x="2602" y="1307"/>
                  </a:lnTo>
                  <a:lnTo>
                    <a:pt x="2592" y="995"/>
                  </a:lnTo>
                  <a:lnTo>
                    <a:pt x="2472" y="618"/>
                  </a:lnTo>
                  <a:lnTo>
                    <a:pt x="2332" y="452"/>
                  </a:lnTo>
                  <a:lnTo>
                    <a:pt x="2483" y="722"/>
                  </a:lnTo>
                  <a:lnTo>
                    <a:pt x="2559" y="1088"/>
                  </a:lnTo>
                  <a:lnTo>
                    <a:pt x="2559" y="1371"/>
                  </a:lnTo>
                  <a:lnTo>
                    <a:pt x="2393" y="1060"/>
                  </a:lnTo>
                  <a:lnTo>
                    <a:pt x="2483" y="1071"/>
                  </a:lnTo>
                  <a:lnTo>
                    <a:pt x="2327" y="824"/>
                  </a:lnTo>
                  <a:lnTo>
                    <a:pt x="2434" y="824"/>
                  </a:lnTo>
                  <a:lnTo>
                    <a:pt x="2403" y="770"/>
                  </a:lnTo>
                  <a:lnTo>
                    <a:pt x="2215" y="663"/>
                  </a:lnTo>
                  <a:lnTo>
                    <a:pt x="2247" y="618"/>
                  </a:lnTo>
                  <a:lnTo>
                    <a:pt x="1971" y="511"/>
                  </a:lnTo>
                  <a:lnTo>
                    <a:pt x="2031" y="452"/>
                  </a:lnTo>
                  <a:lnTo>
                    <a:pt x="1961" y="286"/>
                  </a:lnTo>
                  <a:lnTo>
                    <a:pt x="2215" y="328"/>
                  </a:lnTo>
                  <a:lnTo>
                    <a:pt x="1961" y="242"/>
                  </a:lnTo>
                  <a:lnTo>
                    <a:pt x="1707" y="76"/>
                  </a:lnTo>
                  <a:lnTo>
                    <a:pt x="1481" y="0"/>
                  </a:lnTo>
                  <a:lnTo>
                    <a:pt x="136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8" name="Freeform 74">
              <a:extLst>
                <a:ext uri="{FF2B5EF4-FFF2-40B4-BE49-F238E27FC236}">
                  <a16:creationId xmlns:a16="http://schemas.microsoft.com/office/drawing/2014/main" id="{9A2C7A4A-F496-B24A-B567-DA745D5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947"/>
              <a:ext cx="206" cy="142"/>
            </a:xfrm>
            <a:custGeom>
              <a:avLst/>
              <a:gdLst>
                <a:gd name="T0" fmla="*/ 0 w 1649"/>
                <a:gd name="T1" fmla="*/ 0 h 1140"/>
                <a:gd name="T2" fmla="*/ 0 w 1649"/>
                <a:gd name="T3" fmla="*/ 0 h 1140"/>
                <a:gd name="T4" fmla="*/ 0 w 1649"/>
                <a:gd name="T5" fmla="*/ 0 h 1140"/>
                <a:gd name="T6" fmla="*/ 0 w 1649"/>
                <a:gd name="T7" fmla="*/ 1 h 1140"/>
                <a:gd name="T8" fmla="*/ 0 w 1649"/>
                <a:gd name="T9" fmla="*/ 1 h 1140"/>
                <a:gd name="T10" fmla="*/ 1 w 1649"/>
                <a:gd name="T11" fmla="*/ 1 h 1140"/>
                <a:gd name="T12" fmla="*/ 1 w 1649"/>
                <a:gd name="T13" fmla="*/ 2 h 1140"/>
                <a:gd name="T14" fmla="*/ 2 w 1649"/>
                <a:gd name="T15" fmla="*/ 2 h 1140"/>
                <a:gd name="T16" fmla="*/ 2 w 1649"/>
                <a:gd name="T17" fmla="*/ 2 h 1140"/>
                <a:gd name="T18" fmla="*/ 2 w 1649"/>
                <a:gd name="T19" fmla="*/ 2 h 1140"/>
                <a:gd name="T20" fmla="*/ 3 w 1649"/>
                <a:gd name="T21" fmla="*/ 2 h 1140"/>
                <a:gd name="T22" fmla="*/ 3 w 1649"/>
                <a:gd name="T23" fmla="*/ 1 h 1140"/>
                <a:gd name="T24" fmla="*/ 3 w 1649"/>
                <a:gd name="T25" fmla="*/ 1 h 1140"/>
                <a:gd name="T26" fmla="*/ 3 w 1649"/>
                <a:gd name="T27" fmla="*/ 0 h 1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49"/>
                <a:gd name="T43" fmla="*/ 0 h 1140"/>
                <a:gd name="T44" fmla="*/ 1649 w 1649"/>
                <a:gd name="T45" fmla="*/ 1140 h 114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49" h="1140">
                  <a:moveTo>
                    <a:pt x="0" y="0"/>
                  </a:moveTo>
                  <a:lnTo>
                    <a:pt x="0" y="135"/>
                  </a:lnTo>
                  <a:lnTo>
                    <a:pt x="39" y="265"/>
                  </a:lnTo>
                  <a:lnTo>
                    <a:pt x="108" y="404"/>
                  </a:lnTo>
                  <a:lnTo>
                    <a:pt x="225" y="512"/>
                  </a:lnTo>
                  <a:lnTo>
                    <a:pt x="454" y="674"/>
                  </a:lnTo>
                  <a:lnTo>
                    <a:pt x="711" y="877"/>
                  </a:lnTo>
                  <a:lnTo>
                    <a:pt x="917" y="1061"/>
                  </a:lnTo>
                  <a:lnTo>
                    <a:pt x="1024" y="1140"/>
                  </a:lnTo>
                  <a:lnTo>
                    <a:pt x="1131" y="1140"/>
                  </a:lnTo>
                  <a:lnTo>
                    <a:pt x="1353" y="926"/>
                  </a:lnTo>
                  <a:lnTo>
                    <a:pt x="1498" y="722"/>
                  </a:lnTo>
                  <a:lnTo>
                    <a:pt x="1590" y="512"/>
                  </a:lnTo>
                  <a:lnTo>
                    <a:pt x="1649" y="2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59" name="Freeform 75">
              <a:extLst>
                <a:ext uri="{FF2B5EF4-FFF2-40B4-BE49-F238E27FC236}">
                  <a16:creationId xmlns:a16="http://schemas.microsoft.com/office/drawing/2014/main" id="{4C7A5825-A98F-B840-B22C-E12A62983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087"/>
              <a:ext cx="543" cy="795"/>
            </a:xfrm>
            <a:custGeom>
              <a:avLst/>
              <a:gdLst>
                <a:gd name="T0" fmla="*/ 5 w 4344"/>
                <a:gd name="T1" fmla="*/ 0 h 6359"/>
                <a:gd name="T2" fmla="*/ 5 w 4344"/>
                <a:gd name="T3" fmla="*/ 1 h 6359"/>
                <a:gd name="T4" fmla="*/ 5 w 4344"/>
                <a:gd name="T5" fmla="*/ 1 h 6359"/>
                <a:gd name="T6" fmla="*/ 5 w 4344"/>
                <a:gd name="T7" fmla="*/ 1 h 6359"/>
                <a:gd name="T8" fmla="*/ 5 w 4344"/>
                <a:gd name="T9" fmla="*/ 2 h 6359"/>
                <a:gd name="T10" fmla="*/ 5 w 4344"/>
                <a:gd name="T11" fmla="*/ 2 h 6359"/>
                <a:gd name="T12" fmla="*/ 5 w 4344"/>
                <a:gd name="T13" fmla="*/ 3 h 6359"/>
                <a:gd name="T14" fmla="*/ 5 w 4344"/>
                <a:gd name="T15" fmla="*/ 6 h 6359"/>
                <a:gd name="T16" fmla="*/ 5 w 4344"/>
                <a:gd name="T17" fmla="*/ 7 h 6359"/>
                <a:gd name="T18" fmla="*/ 5 w 4344"/>
                <a:gd name="T19" fmla="*/ 10 h 6359"/>
                <a:gd name="T20" fmla="*/ 5 w 4344"/>
                <a:gd name="T21" fmla="*/ 12 h 6359"/>
                <a:gd name="T22" fmla="*/ 4 w 4344"/>
                <a:gd name="T23" fmla="*/ 12 h 6359"/>
                <a:gd name="T24" fmla="*/ 2 w 4344"/>
                <a:gd name="T25" fmla="*/ 12 h 6359"/>
                <a:gd name="T26" fmla="*/ 1 w 4344"/>
                <a:gd name="T27" fmla="*/ 11 h 6359"/>
                <a:gd name="T28" fmla="*/ 0 w 4344"/>
                <a:gd name="T29" fmla="*/ 11 h 6359"/>
                <a:gd name="T30" fmla="*/ 0 w 4344"/>
                <a:gd name="T31" fmla="*/ 11 h 6359"/>
                <a:gd name="T32" fmla="*/ 0 w 4344"/>
                <a:gd name="T33" fmla="*/ 12 h 6359"/>
                <a:gd name="T34" fmla="*/ 0 w 4344"/>
                <a:gd name="T35" fmla="*/ 12 h 6359"/>
                <a:gd name="T36" fmla="*/ 8 w 4344"/>
                <a:gd name="T37" fmla="*/ 12 h 6359"/>
                <a:gd name="T38" fmla="*/ 8 w 4344"/>
                <a:gd name="T39" fmla="*/ 12 h 6359"/>
                <a:gd name="T40" fmla="*/ 8 w 4344"/>
                <a:gd name="T41" fmla="*/ 11 h 6359"/>
                <a:gd name="T42" fmla="*/ 9 w 4344"/>
                <a:gd name="T43" fmla="*/ 11 h 6359"/>
                <a:gd name="T44" fmla="*/ 8 w 4344"/>
                <a:gd name="T45" fmla="*/ 10 h 6359"/>
                <a:gd name="T46" fmla="*/ 8 w 4344"/>
                <a:gd name="T47" fmla="*/ 10 h 6359"/>
                <a:gd name="T48" fmla="*/ 8 w 4344"/>
                <a:gd name="T49" fmla="*/ 11 h 6359"/>
                <a:gd name="T50" fmla="*/ 7 w 4344"/>
                <a:gd name="T51" fmla="*/ 12 h 6359"/>
                <a:gd name="T52" fmla="*/ 7 w 4344"/>
                <a:gd name="T53" fmla="*/ 12 h 6359"/>
                <a:gd name="T54" fmla="*/ 7 w 4344"/>
                <a:gd name="T55" fmla="*/ 10 h 6359"/>
                <a:gd name="T56" fmla="*/ 7 w 4344"/>
                <a:gd name="T57" fmla="*/ 7 h 6359"/>
                <a:gd name="T58" fmla="*/ 7 w 4344"/>
                <a:gd name="T59" fmla="*/ 5 h 6359"/>
                <a:gd name="T60" fmla="*/ 6 w 4344"/>
                <a:gd name="T61" fmla="*/ 3 h 6359"/>
                <a:gd name="T62" fmla="*/ 6 w 4344"/>
                <a:gd name="T63" fmla="*/ 1 h 6359"/>
                <a:gd name="T64" fmla="*/ 5 w 4344"/>
                <a:gd name="T65" fmla="*/ 1 h 6359"/>
                <a:gd name="T66" fmla="*/ 6 w 4344"/>
                <a:gd name="T67" fmla="*/ 1 h 6359"/>
                <a:gd name="T68" fmla="*/ 6 w 4344"/>
                <a:gd name="T69" fmla="*/ 0 h 6359"/>
                <a:gd name="T70" fmla="*/ 5 w 4344"/>
                <a:gd name="T71" fmla="*/ 0 h 6359"/>
                <a:gd name="T72" fmla="*/ 5 w 4344"/>
                <a:gd name="T73" fmla="*/ 0 h 63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344"/>
                <a:gd name="T112" fmla="*/ 0 h 6359"/>
                <a:gd name="T113" fmla="*/ 4344 w 4344"/>
                <a:gd name="T114" fmla="*/ 6359 h 635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344" h="6359">
                  <a:moveTo>
                    <a:pt x="2512" y="0"/>
                  </a:moveTo>
                  <a:lnTo>
                    <a:pt x="2361" y="260"/>
                  </a:lnTo>
                  <a:lnTo>
                    <a:pt x="2512" y="340"/>
                  </a:lnTo>
                  <a:lnTo>
                    <a:pt x="2625" y="527"/>
                  </a:lnTo>
                  <a:lnTo>
                    <a:pt x="2496" y="765"/>
                  </a:lnTo>
                  <a:lnTo>
                    <a:pt x="2399" y="1136"/>
                  </a:lnTo>
                  <a:lnTo>
                    <a:pt x="2377" y="1571"/>
                  </a:lnTo>
                  <a:lnTo>
                    <a:pt x="2480" y="2824"/>
                  </a:lnTo>
                  <a:lnTo>
                    <a:pt x="2512" y="3654"/>
                  </a:lnTo>
                  <a:lnTo>
                    <a:pt x="2534" y="4972"/>
                  </a:lnTo>
                  <a:lnTo>
                    <a:pt x="2453" y="5983"/>
                  </a:lnTo>
                  <a:lnTo>
                    <a:pt x="1774" y="5983"/>
                  </a:lnTo>
                  <a:lnTo>
                    <a:pt x="1165" y="5896"/>
                  </a:lnTo>
                  <a:lnTo>
                    <a:pt x="689" y="5728"/>
                  </a:lnTo>
                  <a:lnTo>
                    <a:pt x="194" y="5487"/>
                  </a:lnTo>
                  <a:lnTo>
                    <a:pt x="103" y="5677"/>
                  </a:lnTo>
                  <a:lnTo>
                    <a:pt x="103" y="6015"/>
                  </a:lnTo>
                  <a:lnTo>
                    <a:pt x="0" y="6359"/>
                  </a:lnTo>
                  <a:lnTo>
                    <a:pt x="4235" y="6354"/>
                  </a:lnTo>
                  <a:lnTo>
                    <a:pt x="4192" y="5876"/>
                  </a:lnTo>
                  <a:lnTo>
                    <a:pt x="4312" y="5677"/>
                  </a:lnTo>
                  <a:lnTo>
                    <a:pt x="4344" y="5364"/>
                  </a:lnTo>
                  <a:lnTo>
                    <a:pt x="4235" y="5191"/>
                  </a:lnTo>
                  <a:lnTo>
                    <a:pt x="4161" y="4998"/>
                  </a:lnTo>
                  <a:lnTo>
                    <a:pt x="3874" y="5751"/>
                  </a:lnTo>
                  <a:lnTo>
                    <a:pt x="3655" y="5924"/>
                  </a:lnTo>
                  <a:lnTo>
                    <a:pt x="3514" y="5967"/>
                  </a:lnTo>
                  <a:lnTo>
                    <a:pt x="3514" y="5143"/>
                  </a:lnTo>
                  <a:lnTo>
                    <a:pt x="3423" y="3670"/>
                  </a:lnTo>
                  <a:lnTo>
                    <a:pt x="3310" y="2395"/>
                  </a:lnTo>
                  <a:lnTo>
                    <a:pt x="3115" y="1323"/>
                  </a:lnTo>
                  <a:lnTo>
                    <a:pt x="2830" y="657"/>
                  </a:lnTo>
                  <a:lnTo>
                    <a:pt x="2738" y="501"/>
                  </a:lnTo>
                  <a:lnTo>
                    <a:pt x="2799" y="308"/>
                  </a:lnTo>
                  <a:lnTo>
                    <a:pt x="2799" y="163"/>
                  </a:lnTo>
                  <a:lnTo>
                    <a:pt x="2664" y="21"/>
                  </a:lnTo>
                  <a:lnTo>
                    <a:pt x="25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0" name="Freeform 76">
              <a:extLst>
                <a:ext uri="{FF2B5EF4-FFF2-40B4-BE49-F238E27FC236}">
                  <a16:creationId xmlns:a16="http://schemas.microsoft.com/office/drawing/2014/main" id="{5DF8D47B-20AE-A74D-BAC0-8A747817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05"/>
              <a:ext cx="341" cy="872"/>
            </a:xfrm>
            <a:custGeom>
              <a:avLst/>
              <a:gdLst>
                <a:gd name="T0" fmla="*/ 5 w 2725"/>
                <a:gd name="T1" fmla="*/ 0 h 6972"/>
                <a:gd name="T2" fmla="*/ 5 w 2725"/>
                <a:gd name="T3" fmla="*/ 1 h 6972"/>
                <a:gd name="T4" fmla="*/ 3 w 2725"/>
                <a:gd name="T5" fmla="*/ 2 h 6972"/>
                <a:gd name="T6" fmla="*/ 2 w 2725"/>
                <a:gd name="T7" fmla="*/ 2 h 6972"/>
                <a:gd name="T8" fmla="*/ 2 w 2725"/>
                <a:gd name="T9" fmla="*/ 3 h 6972"/>
                <a:gd name="T10" fmla="*/ 1 w 2725"/>
                <a:gd name="T11" fmla="*/ 5 h 6972"/>
                <a:gd name="T12" fmla="*/ 1 w 2725"/>
                <a:gd name="T13" fmla="*/ 6 h 6972"/>
                <a:gd name="T14" fmla="*/ 1 w 2725"/>
                <a:gd name="T15" fmla="*/ 8 h 6972"/>
                <a:gd name="T16" fmla="*/ 0 w 2725"/>
                <a:gd name="T17" fmla="*/ 9 h 6972"/>
                <a:gd name="T18" fmla="*/ 0 w 2725"/>
                <a:gd name="T19" fmla="*/ 10 h 6972"/>
                <a:gd name="T20" fmla="*/ 0 w 2725"/>
                <a:gd name="T21" fmla="*/ 11 h 6972"/>
                <a:gd name="T22" fmla="*/ 0 w 2725"/>
                <a:gd name="T23" fmla="*/ 12 h 6972"/>
                <a:gd name="T24" fmla="*/ 0 w 2725"/>
                <a:gd name="T25" fmla="*/ 14 h 69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25"/>
                <a:gd name="T40" fmla="*/ 0 h 6972"/>
                <a:gd name="T41" fmla="*/ 2725 w 2725"/>
                <a:gd name="T42" fmla="*/ 6972 h 69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25" h="6972">
                  <a:moveTo>
                    <a:pt x="2725" y="0"/>
                  </a:moveTo>
                  <a:lnTo>
                    <a:pt x="2442" y="237"/>
                  </a:lnTo>
                  <a:lnTo>
                    <a:pt x="1320" y="894"/>
                  </a:lnTo>
                  <a:lnTo>
                    <a:pt x="1018" y="1056"/>
                  </a:lnTo>
                  <a:lnTo>
                    <a:pt x="770" y="1372"/>
                  </a:lnTo>
                  <a:lnTo>
                    <a:pt x="429" y="2432"/>
                  </a:lnTo>
                  <a:lnTo>
                    <a:pt x="365" y="3165"/>
                  </a:lnTo>
                  <a:lnTo>
                    <a:pt x="242" y="4224"/>
                  </a:lnTo>
                  <a:lnTo>
                    <a:pt x="123" y="4588"/>
                  </a:lnTo>
                  <a:lnTo>
                    <a:pt x="113" y="5122"/>
                  </a:lnTo>
                  <a:lnTo>
                    <a:pt x="0" y="5623"/>
                  </a:lnTo>
                  <a:lnTo>
                    <a:pt x="10" y="5918"/>
                  </a:lnTo>
                  <a:lnTo>
                    <a:pt x="113" y="69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1" name="Freeform 77">
              <a:extLst>
                <a:ext uri="{FF2B5EF4-FFF2-40B4-BE49-F238E27FC236}">
                  <a16:creationId xmlns:a16="http://schemas.microsoft.com/office/drawing/2014/main" id="{7FF55B61-6D17-EC4A-8A65-61E66A48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21"/>
              <a:ext cx="292" cy="307"/>
            </a:xfrm>
            <a:custGeom>
              <a:avLst/>
              <a:gdLst>
                <a:gd name="T0" fmla="*/ 0 w 2334"/>
                <a:gd name="T1" fmla="*/ 3 h 2458"/>
                <a:gd name="T2" fmla="*/ 0 w 2334"/>
                <a:gd name="T3" fmla="*/ 1 h 2458"/>
                <a:gd name="T4" fmla="*/ 0 w 2334"/>
                <a:gd name="T5" fmla="*/ 1 h 2458"/>
                <a:gd name="T6" fmla="*/ 1 w 2334"/>
                <a:gd name="T7" fmla="*/ 1 h 2458"/>
                <a:gd name="T8" fmla="*/ 1 w 2334"/>
                <a:gd name="T9" fmla="*/ 1 h 2458"/>
                <a:gd name="T10" fmla="*/ 2 w 2334"/>
                <a:gd name="T11" fmla="*/ 1 h 2458"/>
                <a:gd name="T12" fmla="*/ 3 w 2334"/>
                <a:gd name="T13" fmla="*/ 1 h 2458"/>
                <a:gd name="T14" fmla="*/ 3 w 2334"/>
                <a:gd name="T15" fmla="*/ 1 h 2458"/>
                <a:gd name="T16" fmla="*/ 3 w 2334"/>
                <a:gd name="T17" fmla="*/ 1 h 2458"/>
                <a:gd name="T18" fmla="*/ 3 w 2334"/>
                <a:gd name="T19" fmla="*/ 1 h 2458"/>
                <a:gd name="T20" fmla="*/ 3 w 2334"/>
                <a:gd name="T21" fmla="*/ 1 h 2458"/>
                <a:gd name="T22" fmla="*/ 3 w 2334"/>
                <a:gd name="T23" fmla="*/ 2 h 2458"/>
                <a:gd name="T24" fmla="*/ 3 w 2334"/>
                <a:gd name="T25" fmla="*/ 3 h 2458"/>
                <a:gd name="T26" fmla="*/ 3 w 2334"/>
                <a:gd name="T27" fmla="*/ 3 h 2458"/>
                <a:gd name="T28" fmla="*/ 3 w 2334"/>
                <a:gd name="T29" fmla="*/ 3 h 2458"/>
                <a:gd name="T30" fmla="*/ 3 w 2334"/>
                <a:gd name="T31" fmla="*/ 4 h 2458"/>
                <a:gd name="T32" fmla="*/ 4 w 2334"/>
                <a:gd name="T33" fmla="*/ 4 h 2458"/>
                <a:gd name="T34" fmla="*/ 4 w 2334"/>
                <a:gd name="T35" fmla="*/ 3 h 2458"/>
                <a:gd name="T36" fmla="*/ 4 w 2334"/>
                <a:gd name="T37" fmla="*/ 3 h 2458"/>
                <a:gd name="T38" fmla="*/ 4 w 2334"/>
                <a:gd name="T39" fmla="*/ 3 h 2458"/>
                <a:gd name="T40" fmla="*/ 4 w 2334"/>
                <a:gd name="T41" fmla="*/ 3 h 2458"/>
                <a:gd name="T42" fmla="*/ 4 w 2334"/>
                <a:gd name="T43" fmla="*/ 4 h 2458"/>
                <a:gd name="T44" fmla="*/ 4 w 2334"/>
                <a:gd name="T45" fmla="*/ 5 h 2458"/>
                <a:gd name="T46" fmla="*/ 5 w 2334"/>
                <a:gd name="T47" fmla="*/ 4 h 2458"/>
                <a:gd name="T48" fmla="*/ 5 w 2334"/>
                <a:gd name="T49" fmla="*/ 3 h 2458"/>
                <a:gd name="T50" fmla="*/ 5 w 2334"/>
                <a:gd name="T51" fmla="*/ 3 h 2458"/>
                <a:gd name="T52" fmla="*/ 5 w 2334"/>
                <a:gd name="T53" fmla="*/ 2 h 2458"/>
                <a:gd name="T54" fmla="*/ 4 w 2334"/>
                <a:gd name="T55" fmla="*/ 1 h 2458"/>
                <a:gd name="T56" fmla="*/ 4 w 2334"/>
                <a:gd name="T57" fmla="*/ 1 h 2458"/>
                <a:gd name="T58" fmla="*/ 4 w 2334"/>
                <a:gd name="T59" fmla="*/ 1 h 2458"/>
                <a:gd name="T60" fmla="*/ 4 w 2334"/>
                <a:gd name="T61" fmla="*/ 1 h 2458"/>
                <a:gd name="T62" fmla="*/ 3 w 2334"/>
                <a:gd name="T63" fmla="*/ 0 h 2458"/>
                <a:gd name="T64" fmla="*/ 3 w 2334"/>
                <a:gd name="T65" fmla="*/ 0 h 2458"/>
                <a:gd name="T66" fmla="*/ 2 w 2334"/>
                <a:gd name="T67" fmla="*/ 0 h 2458"/>
                <a:gd name="T68" fmla="*/ 1 w 2334"/>
                <a:gd name="T69" fmla="*/ 0 h 2458"/>
                <a:gd name="T70" fmla="*/ 1 w 2334"/>
                <a:gd name="T71" fmla="*/ 0 h 2458"/>
                <a:gd name="T72" fmla="*/ 0 w 2334"/>
                <a:gd name="T73" fmla="*/ 1 h 2458"/>
                <a:gd name="T74" fmla="*/ 0 w 2334"/>
                <a:gd name="T75" fmla="*/ 1 h 2458"/>
                <a:gd name="T76" fmla="*/ 0 w 2334"/>
                <a:gd name="T77" fmla="*/ 2 h 2458"/>
                <a:gd name="T78" fmla="*/ 0 w 2334"/>
                <a:gd name="T79" fmla="*/ 2 h 2458"/>
                <a:gd name="T80" fmla="*/ 0 w 2334"/>
                <a:gd name="T81" fmla="*/ 2 h 2458"/>
                <a:gd name="T82" fmla="*/ 0 w 2334"/>
                <a:gd name="T83" fmla="*/ 3 h 2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34"/>
                <a:gd name="T127" fmla="*/ 0 h 2458"/>
                <a:gd name="T128" fmla="*/ 2334 w 2334"/>
                <a:gd name="T129" fmla="*/ 2458 h 24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34" h="2458">
                  <a:moveTo>
                    <a:pt x="33" y="1382"/>
                  </a:moveTo>
                  <a:lnTo>
                    <a:pt x="134" y="781"/>
                  </a:lnTo>
                  <a:lnTo>
                    <a:pt x="211" y="684"/>
                  </a:lnTo>
                  <a:lnTo>
                    <a:pt x="387" y="593"/>
                  </a:lnTo>
                  <a:lnTo>
                    <a:pt x="710" y="577"/>
                  </a:lnTo>
                  <a:lnTo>
                    <a:pt x="1074" y="558"/>
                  </a:lnTo>
                  <a:lnTo>
                    <a:pt x="1289" y="494"/>
                  </a:lnTo>
                  <a:lnTo>
                    <a:pt x="1502" y="442"/>
                  </a:lnTo>
                  <a:lnTo>
                    <a:pt x="1654" y="468"/>
                  </a:lnTo>
                  <a:lnTo>
                    <a:pt x="1718" y="522"/>
                  </a:lnTo>
                  <a:lnTo>
                    <a:pt x="1747" y="732"/>
                  </a:lnTo>
                  <a:lnTo>
                    <a:pt x="1612" y="1150"/>
                  </a:lnTo>
                  <a:lnTo>
                    <a:pt x="1589" y="1361"/>
                  </a:lnTo>
                  <a:lnTo>
                    <a:pt x="1617" y="1582"/>
                  </a:lnTo>
                  <a:lnTo>
                    <a:pt x="1747" y="1737"/>
                  </a:lnTo>
                  <a:lnTo>
                    <a:pt x="1747" y="1850"/>
                  </a:lnTo>
                  <a:lnTo>
                    <a:pt x="1801" y="1850"/>
                  </a:lnTo>
                  <a:lnTo>
                    <a:pt x="1950" y="1641"/>
                  </a:lnTo>
                  <a:lnTo>
                    <a:pt x="2059" y="1624"/>
                  </a:lnTo>
                  <a:lnTo>
                    <a:pt x="2172" y="1669"/>
                  </a:lnTo>
                  <a:lnTo>
                    <a:pt x="2237" y="1817"/>
                  </a:lnTo>
                  <a:lnTo>
                    <a:pt x="2237" y="1975"/>
                  </a:lnTo>
                  <a:lnTo>
                    <a:pt x="2065" y="2458"/>
                  </a:lnTo>
                  <a:lnTo>
                    <a:pt x="2301" y="1936"/>
                  </a:lnTo>
                  <a:lnTo>
                    <a:pt x="2285" y="1759"/>
                  </a:lnTo>
                  <a:lnTo>
                    <a:pt x="2334" y="1437"/>
                  </a:lnTo>
                  <a:lnTo>
                    <a:pt x="2311" y="1109"/>
                  </a:lnTo>
                  <a:lnTo>
                    <a:pt x="2215" y="764"/>
                  </a:lnTo>
                  <a:lnTo>
                    <a:pt x="2027" y="522"/>
                  </a:lnTo>
                  <a:lnTo>
                    <a:pt x="1892" y="468"/>
                  </a:lnTo>
                  <a:lnTo>
                    <a:pt x="1783" y="451"/>
                  </a:lnTo>
                  <a:lnTo>
                    <a:pt x="1703" y="268"/>
                  </a:lnTo>
                  <a:lnTo>
                    <a:pt x="1482" y="107"/>
                  </a:lnTo>
                  <a:lnTo>
                    <a:pt x="1009" y="0"/>
                  </a:lnTo>
                  <a:lnTo>
                    <a:pt x="685" y="10"/>
                  </a:lnTo>
                  <a:lnTo>
                    <a:pt x="387" y="140"/>
                  </a:lnTo>
                  <a:lnTo>
                    <a:pt x="166" y="442"/>
                  </a:lnTo>
                  <a:lnTo>
                    <a:pt x="97" y="651"/>
                  </a:lnTo>
                  <a:lnTo>
                    <a:pt x="69" y="845"/>
                  </a:lnTo>
                  <a:lnTo>
                    <a:pt x="0" y="1082"/>
                  </a:lnTo>
                  <a:lnTo>
                    <a:pt x="11" y="1308"/>
                  </a:lnTo>
                  <a:lnTo>
                    <a:pt x="33" y="13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2" name="Freeform 78">
              <a:extLst>
                <a:ext uri="{FF2B5EF4-FFF2-40B4-BE49-F238E27FC236}">
                  <a16:creationId xmlns:a16="http://schemas.microsoft.com/office/drawing/2014/main" id="{067D44D9-8398-CA42-9061-3969938B9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772"/>
              <a:ext cx="189" cy="104"/>
            </a:xfrm>
            <a:custGeom>
              <a:avLst/>
              <a:gdLst>
                <a:gd name="T0" fmla="*/ 3 w 1510"/>
                <a:gd name="T1" fmla="*/ 0 h 834"/>
                <a:gd name="T2" fmla="*/ 2 w 1510"/>
                <a:gd name="T3" fmla="*/ 0 h 834"/>
                <a:gd name="T4" fmla="*/ 2 w 1510"/>
                <a:gd name="T5" fmla="*/ 1 h 834"/>
                <a:gd name="T6" fmla="*/ 1 w 1510"/>
                <a:gd name="T7" fmla="*/ 1 h 834"/>
                <a:gd name="T8" fmla="*/ 0 w 1510"/>
                <a:gd name="T9" fmla="*/ 2 h 834"/>
                <a:gd name="T10" fmla="*/ 0 w 1510"/>
                <a:gd name="T11" fmla="*/ 1 h 834"/>
                <a:gd name="T12" fmla="*/ 0 w 1510"/>
                <a:gd name="T13" fmla="*/ 1 h 8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10"/>
                <a:gd name="T22" fmla="*/ 0 h 834"/>
                <a:gd name="T23" fmla="*/ 1510 w 1510"/>
                <a:gd name="T24" fmla="*/ 834 h 8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10" h="834">
                  <a:moveTo>
                    <a:pt x="1510" y="0"/>
                  </a:moveTo>
                  <a:lnTo>
                    <a:pt x="1229" y="290"/>
                  </a:lnTo>
                  <a:lnTo>
                    <a:pt x="1008" y="477"/>
                  </a:lnTo>
                  <a:lnTo>
                    <a:pt x="695" y="634"/>
                  </a:lnTo>
                  <a:lnTo>
                    <a:pt x="199" y="834"/>
                  </a:lnTo>
                  <a:lnTo>
                    <a:pt x="96" y="692"/>
                  </a:lnTo>
                  <a:lnTo>
                    <a:pt x="0" y="50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3" name="Freeform 79">
              <a:extLst>
                <a:ext uri="{FF2B5EF4-FFF2-40B4-BE49-F238E27FC236}">
                  <a16:creationId xmlns:a16="http://schemas.microsoft.com/office/drawing/2014/main" id="{8340CC8F-329B-B441-970B-F74DA664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551"/>
              <a:ext cx="813" cy="893"/>
            </a:xfrm>
            <a:custGeom>
              <a:avLst/>
              <a:gdLst>
                <a:gd name="T0" fmla="*/ 0 w 6501"/>
                <a:gd name="T1" fmla="*/ 6 h 7150"/>
                <a:gd name="T2" fmla="*/ 2 w 6501"/>
                <a:gd name="T3" fmla="*/ 4 h 7150"/>
                <a:gd name="T4" fmla="*/ 2 w 6501"/>
                <a:gd name="T5" fmla="*/ 6 h 7150"/>
                <a:gd name="T6" fmla="*/ 2 w 6501"/>
                <a:gd name="T7" fmla="*/ 6 h 7150"/>
                <a:gd name="T8" fmla="*/ 3 w 6501"/>
                <a:gd name="T9" fmla="*/ 5 h 7150"/>
                <a:gd name="T10" fmla="*/ 3 w 6501"/>
                <a:gd name="T11" fmla="*/ 6 h 7150"/>
                <a:gd name="T12" fmla="*/ 2 w 6501"/>
                <a:gd name="T13" fmla="*/ 6 h 7150"/>
                <a:gd name="T14" fmla="*/ 3 w 6501"/>
                <a:gd name="T15" fmla="*/ 6 h 7150"/>
                <a:gd name="T16" fmla="*/ 5 w 6501"/>
                <a:gd name="T17" fmla="*/ 3 h 7150"/>
                <a:gd name="T18" fmla="*/ 6 w 6501"/>
                <a:gd name="T19" fmla="*/ 4 h 7150"/>
                <a:gd name="T20" fmla="*/ 6 w 6501"/>
                <a:gd name="T21" fmla="*/ 3 h 7150"/>
                <a:gd name="T22" fmla="*/ 7 w 6501"/>
                <a:gd name="T23" fmla="*/ 2 h 7150"/>
                <a:gd name="T24" fmla="*/ 7 w 6501"/>
                <a:gd name="T25" fmla="*/ 1 h 7150"/>
                <a:gd name="T26" fmla="*/ 8 w 6501"/>
                <a:gd name="T27" fmla="*/ 1 h 7150"/>
                <a:gd name="T28" fmla="*/ 9 w 6501"/>
                <a:gd name="T29" fmla="*/ 1 h 7150"/>
                <a:gd name="T30" fmla="*/ 9 w 6501"/>
                <a:gd name="T31" fmla="*/ 1 h 7150"/>
                <a:gd name="T32" fmla="*/ 10 w 6501"/>
                <a:gd name="T33" fmla="*/ 0 h 7150"/>
                <a:gd name="T34" fmla="*/ 10 w 6501"/>
                <a:gd name="T35" fmla="*/ 0 h 7150"/>
                <a:gd name="T36" fmla="*/ 10 w 6501"/>
                <a:gd name="T37" fmla="*/ 0 h 7150"/>
                <a:gd name="T38" fmla="*/ 11 w 6501"/>
                <a:gd name="T39" fmla="*/ 0 h 7150"/>
                <a:gd name="T40" fmla="*/ 12 w 6501"/>
                <a:gd name="T41" fmla="*/ 2 h 7150"/>
                <a:gd name="T42" fmla="*/ 13 w 6501"/>
                <a:gd name="T43" fmla="*/ 4 h 7150"/>
                <a:gd name="T44" fmla="*/ 13 w 6501"/>
                <a:gd name="T45" fmla="*/ 5 h 7150"/>
                <a:gd name="T46" fmla="*/ 12 w 6501"/>
                <a:gd name="T47" fmla="*/ 7 h 7150"/>
                <a:gd name="T48" fmla="*/ 11 w 6501"/>
                <a:gd name="T49" fmla="*/ 7 h 7150"/>
                <a:gd name="T50" fmla="*/ 11 w 6501"/>
                <a:gd name="T51" fmla="*/ 6 h 7150"/>
                <a:gd name="T52" fmla="*/ 11 w 6501"/>
                <a:gd name="T53" fmla="*/ 5 h 7150"/>
                <a:gd name="T54" fmla="*/ 11 w 6501"/>
                <a:gd name="T55" fmla="*/ 4 h 7150"/>
                <a:gd name="T56" fmla="*/ 10 w 6501"/>
                <a:gd name="T57" fmla="*/ 3 h 7150"/>
                <a:gd name="T58" fmla="*/ 10 w 6501"/>
                <a:gd name="T59" fmla="*/ 2 h 7150"/>
                <a:gd name="T60" fmla="*/ 9 w 6501"/>
                <a:gd name="T61" fmla="*/ 2 h 7150"/>
                <a:gd name="T62" fmla="*/ 9 w 6501"/>
                <a:gd name="T63" fmla="*/ 2 h 7150"/>
                <a:gd name="T64" fmla="*/ 8 w 6501"/>
                <a:gd name="T65" fmla="*/ 2 h 7150"/>
                <a:gd name="T66" fmla="*/ 8 w 6501"/>
                <a:gd name="T67" fmla="*/ 3 h 7150"/>
                <a:gd name="T68" fmla="*/ 7 w 6501"/>
                <a:gd name="T69" fmla="*/ 4 h 7150"/>
                <a:gd name="T70" fmla="*/ 8 w 6501"/>
                <a:gd name="T71" fmla="*/ 6 h 7150"/>
                <a:gd name="T72" fmla="*/ 8 w 6501"/>
                <a:gd name="T73" fmla="*/ 7 h 7150"/>
                <a:gd name="T74" fmla="*/ 8 w 6501"/>
                <a:gd name="T75" fmla="*/ 8 h 7150"/>
                <a:gd name="T76" fmla="*/ 7 w 6501"/>
                <a:gd name="T77" fmla="*/ 9 h 7150"/>
                <a:gd name="T78" fmla="*/ 7 w 6501"/>
                <a:gd name="T79" fmla="*/ 8 h 7150"/>
                <a:gd name="T80" fmla="*/ 7 w 6501"/>
                <a:gd name="T81" fmla="*/ 7 h 7150"/>
                <a:gd name="T82" fmla="*/ 6 w 6501"/>
                <a:gd name="T83" fmla="*/ 8 h 7150"/>
                <a:gd name="T84" fmla="*/ 5 w 6501"/>
                <a:gd name="T85" fmla="*/ 10 h 7150"/>
                <a:gd name="T86" fmla="*/ 4 w 6501"/>
                <a:gd name="T87" fmla="*/ 13 h 7150"/>
                <a:gd name="T88" fmla="*/ 4 w 6501"/>
                <a:gd name="T89" fmla="*/ 14 h 7150"/>
                <a:gd name="T90" fmla="*/ 4 w 6501"/>
                <a:gd name="T91" fmla="*/ 11 h 7150"/>
                <a:gd name="T92" fmla="*/ 4 w 6501"/>
                <a:gd name="T93" fmla="*/ 9 h 7150"/>
                <a:gd name="T94" fmla="*/ 2 w 6501"/>
                <a:gd name="T95" fmla="*/ 8 h 7150"/>
                <a:gd name="T96" fmla="*/ 0 w 6501"/>
                <a:gd name="T97" fmla="*/ 7 h 71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501"/>
                <a:gd name="T148" fmla="*/ 0 h 7150"/>
                <a:gd name="T149" fmla="*/ 6501 w 6501"/>
                <a:gd name="T150" fmla="*/ 7150 h 71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501" h="7150">
                  <a:moveTo>
                    <a:pt x="28" y="3320"/>
                  </a:moveTo>
                  <a:lnTo>
                    <a:pt x="189" y="2997"/>
                  </a:lnTo>
                  <a:lnTo>
                    <a:pt x="561" y="2631"/>
                  </a:lnTo>
                  <a:lnTo>
                    <a:pt x="1101" y="2264"/>
                  </a:lnTo>
                  <a:lnTo>
                    <a:pt x="917" y="2782"/>
                  </a:lnTo>
                  <a:lnTo>
                    <a:pt x="895" y="3191"/>
                  </a:lnTo>
                  <a:lnTo>
                    <a:pt x="775" y="3680"/>
                  </a:lnTo>
                  <a:lnTo>
                    <a:pt x="1101" y="3082"/>
                  </a:lnTo>
                  <a:lnTo>
                    <a:pt x="1101" y="2809"/>
                  </a:lnTo>
                  <a:lnTo>
                    <a:pt x="1310" y="2605"/>
                  </a:lnTo>
                  <a:lnTo>
                    <a:pt x="1268" y="2809"/>
                  </a:lnTo>
                  <a:lnTo>
                    <a:pt x="1268" y="3056"/>
                  </a:lnTo>
                  <a:lnTo>
                    <a:pt x="1197" y="3137"/>
                  </a:lnTo>
                  <a:lnTo>
                    <a:pt x="1197" y="3255"/>
                  </a:lnTo>
                  <a:lnTo>
                    <a:pt x="1078" y="3713"/>
                  </a:lnTo>
                  <a:lnTo>
                    <a:pt x="1649" y="2965"/>
                  </a:lnTo>
                  <a:lnTo>
                    <a:pt x="2437" y="2119"/>
                  </a:lnTo>
                  <a:lnTo>
                    <a:pt x="2646" y="1764"/>
                  </a:lnTo>
                  <a:lnTo>
                    <a:pt x="2878" y="2151"/>
                  </a:lnTo>
                  <a:lnTo>
                    <a:pt x="3051" y="2212"/>
                  </a:lnTo>
                  <a:lnTo>
                    <a:pt x="3213" y="2002"/>
                  </a:lnTo>
                  <a:lnTo>
                    <a:pt x="3165" y="1613"/>
                  </a:lnTo>
                  <a:lnTo>
                    <a:pt x="3262" y="1018"/>
                  </a:lnTo>
                  <a:lnTo>
                    <a:pt x="3497" y="1168"/>
                  </a:lnTo>
                  <a:lnTo>
                    <a:pt x="3397" y="898"/>
                  </a:lnTo>
                  <a:lnTo>
                    <a:pt x="3445" y="618"/>
                  </a:lnTo>
                  <a:lnTo>
                    <a:pt x="3655" y="682"/>
                  </a:lnTo>
                  <a:lnTo>
                    <a:pt x="3892" y="682"/>
                  </a:lnTo>
                  <a:lnTo>
                    <a:pt x="4296" y="506"/>
                  </a:lnTo>
                  <a:lnTo>
                    <a:pt x="4553" y="448"/>
                  </a:lnTo>
                  <a:lnTo>
                    <a:pt x="4366" y="328"/>
                  </a:lnTo>
                  <a:lnTo>
                    <a:pt x="4673" y="328"/>
                  </a:lnTo>
                  <a:lnTo>
                    <a:pt x="5024" y="419"/>
                  </a:lnTo>
                  <a:lnTo>
                    <a:pt x="4900" y="237"/>
                  </a:lnTo>
                  <a:lnTo>
                    <a:pt x="4717" y="145"/>
                  </a:lnTo>
                  <a:lnTo>
                    <a:pt x="4997" y="209"/>
                  </a:lnTo>
                  <a:lnTo>
                    <a:pt x="5304" y="328"/>
                  </a:lnTo>
                  <a:lnTo>
                    <a:pt x="5304" y="237"/>
                  </a:lnTo>
                  <a:lnTo>
                    <a:pt x="5185" y="0"/>
                  </a:lnTo>
                  <a:lnTo>
                    <a:pt x="5725" y="209"/>
                  </a:lnTo>
                  <a:lnTo>
                    <a:pt x="6009" y="593"/>
                  </a:lnTo>
                  <a:lnTo>
                    <a:pt x="6257" y="1227"/>
                  </a:lnTo>
                  <a:lnTo>
                    <a:pt x="6285" y="1613"/>
                  </a:lnTo>
                  <a:lnTo>
                    <a:pt x="6453" y="1909"/>
                  </a:lnTo>
                  <a:lnTo>
                    <a:pt x="6501" y="2389"/>
                  </a:lnTo>
                  <a:lnTo>
                    <a:pt x="6382" y="2840"/>
                  </a:lnTo>
                  <a:lnTo>
                    <a:pt x="6172" y="3137"/>
                  </a:lnTo>
                  <a:lnTo>
                    <a:pt x="6122" y="3443"/>
                  </a:lnTo>
                  <a:lnTo>
                    <a:pt x="5644" y="3733"/>
                  </a:lnTo>
                  <a:lnTo>
                    <a:pt x="5584" y="3443"/>
                  </a:lnTo>
                  <a:lnTo>
                    <a:pt x="5529" y="3346"/>
                  </a:lnTo>
                  <a:lnTo>
                    <a:pt x="5487" y="3110"/>
                  </a:lnTo>
                  <a:lnTo>
                    <a:pt x="5460" y="2866"/>
                  </a:lnTo>
                  <a:lnTo>
                    <a:pt x="5529" y="2361"/>
                  </a:lnTo>
                  <a:lnTo>
                    <a:pt x="5487" y="2151"/>
                  </a:lnTo>
                  <a:lnTo>
                    <a:pt x="5396" y="1942"/>
                  </a:lnTo>
                  <a:lnTo>
                    <a:pt x="5368" y="1791"/>
                  </a:lnTo>
                  <a:lnTo>
                    <a:pt x="5249" y="1674"/>
                  </a:lnTo>
                  <a:lnTo>
                    <a:pt x="5159" y="1496"/>
                  </a:lnTo>
                  <a:lnTo>
                    <a:pt x="5116" y="1194"/>
                  </a:lnTo>
                  <a:lnTo>
                    <a:pt x="5024" y="1168"/>
                  </a:lnTo>
                  <a:lnTo>
                    <a:pt x="4647" y="1168"/>
                  </a:lnTo>
                  <a:lnTo>
                    <a:pt x="4528" y="1107"/>
                  </a:lnTo>
                  <a:lnTo>
                    <a:pt x="4457" y="985"/>
                  </a:lnTo>
                  <a:lnTo>
                    <a:pt x="4334" y="1018"/>
                  </a:lnTo>
                  <a:lnTo>
                    <a:pt x="4220" y="1168"/>
                  </a:lnTo>
                  <a:lnTo>
                    <a:pt x="4108" y="1259"/>
                  </a:lnTo>
                  <a:lnTo>
                    <a:pt x="3828" y="1404"/>
                  </a:lnTo>
                  <a:lnTo>
                    <a:pt x="3729" y="1430"/>
                  </a:lnTo>
                  <a:lnTo>
                    <a:pt x="3616" y="2212"/>
                  </a:lnTo>
                  <a:lnTo>
                    <a:pt x="3639" y="2605"/>
                  </a:lnTo>
                  <a:lnTo>
                    <a:pt x="3828" y="3346"/>
                  </a:lnTo>
                  <a:lnTo>
                    <a:pt x="3961" y="3465"/>
                  </a:lnTo>
                  <a:lnTo>
                    <a:pt x="4128" y="3583"/>
                  </a:lnTo>
                  <a:lnTo>
                    <a:pt x="4199" y="3825"/>
                  </a:lnTo>
                  <a:lnTo>
                    <a:pt x="4172" y="4067"/>
                  </a:lnTo>
                  <a:lnTo>
                    <a:pt x="3680" y="4927"/>
                  </a:lnTo>
                  <a:lnTo>
                    <a:pt x="3477" y="4723"/>
                  </a:lnTo>
                  <a:lnTo>
                    <a:pt x="3428" y="4573"/>
                  </a:lnTo>
                  <a:lnTo>
                    <a:pt x="3445" y="4337"/>
                  </a:lnTo>
                  <a:lnTo>
                    <a:pt x="3520" y="4153"/>
                  </a:lnTo>
                  <a:lnTo>
                    <a:pt x="3655" y="3825"/>
                  </a:lnTo>
                  <a:lnTo>
                    <a:pt x="2975" y="4094"/>
                  </a:lnTo>
                  <a:lnTo>
                    <a:pt x="2792" y="4283"/>
                  </a:lnTo>
                  <a:lnTo>
                    <a:pt x="2604" y="4573"/>
                  </a:lnTo>
                  <a:lnTo>
                    <a:pt x="2486" y="4992"/>
                  </a:lnTo>
                  <a:lnTo>
                    <a:pt x="2420" y="6035"/>
                  </a:lnTo>
                  <a:lnTo>
                    <a:pt x="2231" y="6666"/>
                  </a:lnTo>
                  <a:lnTo>
                    <a:pt x="2160" y="6994"/>
                  </a:lnTo>
                  <a:lnTo>
                    <a:pt x="2135" y="7150"/>
                  </a:lnTo>
                  <a:lnTo>
                    <a:pt x="2086" y="7150"/>
                  </a:lnTo>
                  <a:lnTo>
                    <a:pt x="2135" y="5896"/>
                  </a:lnTo>
                  <a:lnTo>
                    <a:pt x="2015" y="5201"/>
                  </a:lnTo>
                  <a:lnTo>
                    <a:pt x="1806" y="4782"/>
                  </a:lnTo>
                  <a:lnTo>
                    <a:pt x="1455" y="4482"/>
                  </a:lnTo>
                  <a:lnTo>
                    <a:pt x="804" y="4067"/>
                  </a:lnTo>
                  <a:lnTo>
                    <a:pt x="212" y="3713"/>
                  </a:lnTo>
                  <a:lnTo>
                    <a:pt x="0" y="3555"/>
                  </a:lnTo>
                  <a:lnTo>
                    <a:pt x="28" y="33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4" name="Freeform 80">
              <a:extLst>
                <a:ext uri="{FF2B5EF4-FFF2-40B4-BE49-F238E27FC236}">
                  <a16:creationId xmlns:a16="http://schemas.microsoft.com/office/drawing/2014/main" id="{05990F30-4BBB-9A43-97AB-672D187B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914"/>
              <a:ext cx="364" cy="552"/>
            </a:xfrm>
            <a:custGeom>
              <a:avLst/>
              <a:gdLst>
                <a:gd name="T0" fmla="*/ 6 w 2915"/>
                <a:gd name="T1" fmla="*/ 1 h 4418"/>
                <a:gd name="T2" fmla="*/ 5 w 2915"/>
                <a:gd name="T3" fmla="*/ 2 h 4418"/>
                <a:gd name="T4" fmla="*/ 4 w 2915"/>
                <a:gd name="T5" fmla="*/ 3 h 4418"/>
                <a:gd name="T6" fmla="*/ 2 w 2915"/>
                <a:gd name="T7" fmla="*/ 4 h 4418"/>
                <a:gd name="T8" fmla="*/ 2 w 2915"/>
                <a:gd name="T9" fmla="*/ 6 h 4418"/>
                <a:gd name="T10" fmla="*/ 1 w 2915"/>
                <a:gd name="T11" fmla="*/ 7 h 4418"/>
                <a:gd name="T12" fmla="*/ 0 w 2915"/>
                <a:gd name="T13" fmla="*/ 9 h 4418"/>
                <a:gd name="T14" fmla="*/ 0 w 2915"/>
                <a:gd name="T15" fmla="*/ 8 h 4418"/>
                <a:gd name="T16" fmla="*/ 0 w 2915"/>
                <a:gd name="T17" fmla="*/ 7 h 4418"/>
                <a:gd name="T18" fmla="*/ 1 w 2915"/>
                <a:gd name="T19" fmla="*/ 6 h 4418"/>
                <a:gd name="T20" fmla="*/ 1 w 2915"/>
                <a:gd name="T21" fmla="*/ 4 h 4418"/>
                <a:gd name="T22" fmla="*/ 2 w 2915"/>
                <a:gd name="T23" fmla="*/ 3 h 4418"/>
                <a:gd name="T24" fmla="*/ 3 w 2915"/>
                <a:gd name="T25" fmla="*/ 2 h 4418"/>
                <a:gd name="T26" fmla="*/ 4 w 2915"/>
                <a:gd name="T27" fmla="*/ 1 h 4418"/>
                <a:gd name="T28" fmla="*/ 5 w 2915"/>
                <a:gd name="T29" fmla="*/ 0 h 4418"/>
                <a:gd name="T30" fmla="*/ 6 w 2915"/>
                <a:gd name="T31" fmla="*/ 0 h 4418"/>
                <a:gd name="T32" fmla="*/ 6 w 2915"/>
                <a:gd name="T33" fmla="*/ 1 h 44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15"/>
                <a:gd name="T52" fmla="*/ 0 h 4418"/>
                <a:gd name="T53" fmla="*/ 2915 w 2915"/>
                <a:gd name="T54" fmla="*/ 4418 h 44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15" h="4418">
                  <a:moveTo>
                    <a:pt x="2862" y="441"/>
                  </a:moveTo>
                  <a:lnTo>
                    <a:pt x="2421" y="808"/>
                  </a:lnTo>
                  <a:lnTo>
                    <a:pt x="1833" y="1432"/>
                  </a:lnTo>
                  <a:lnTo>
                    <a:pt x="1294" y="2147"/>
                  </a:lnTo>
                  <a:lnTo>
                    <a:pt x="847" y="2927"/>
                  </a:lnTo>
                  <a:lnTo>
                    <a:pt x="425" y="3793"/>
                  </a:lnTo>
                  <a:lnTo>
                    <a:pt x="216" y="4418"/>
                  </a:lnTo>
                  <a:lnTo>
                    <a:pt x="0" y="4369"/>
                  </a:lnTo>
                  <a:lnTo>
                    <a:pt x="119" y="3793"/>
                  </a:lnTo>
                  <a:lnTo>
                    <a:pt x="356" y="3110"/>
                  </a:lnTo>
                  <a:lnTo>
                    <a:pt x="733" y="2264"/>
                  </a:lnTo>
                  <a:lnTo>
                    <a:pt x="1008" y="1764"/>
                  </a:lnTo>
                  <a:lnTo>
                    <a:pt x="1622" y="1039"/>
                  </a:lnTo>
                  <a:lnTo>
                    <a:pt x="2280" y="474"/>
                  </a:lnTo>
                  <a:lnTo>
                    <a:pt x="2744" y="151"/>
                  </a:lnTo>
                  <a:lnTo>
                    <a:pt x="2915" y="0"/>
                  </a:lnTo>
                  <a:lnTo>
                    <a:pt x="2862" y="4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5" name="Freeform 81">
              <a:extLst>
                <a:ext uri="{FF2B5EF4-FFF2-40B4-BE49-F238E27FC236}">
                  <a16:creationId xmlns:a16="http://schemas.microsoft.com/office/drawing/2014/main" id="{42458C3D-FA61-BC47-981D-93306542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466"/>
              <a:ext cx="278" cy="214"/>
            </a:xfrm>
            <a:custGeom>
              <a:avLst/>
              <a:gdLst>
                <a:gd name="T0" fmla="*/ 4 w 2231"/>
                <a:gd name="T1" fmla="*/ 3 h 1710"/>
                <a:gd name="T2" fmla="*/ 4 w 2231"/>
                <a:gd name="T3" fmla="*/ 1 h 1710"/>
                <a:gd name="T4" fmla="*/ 3 w 2231"/>
                <a:gd name="T5" fmla="*/ 1 h 1710"/>
                <a:gd name="T6" fmla="*/ 3 w 2231"/>
                <a:gd name="T7" fmla="*/ 2 h 1710"/>
                <a:gd name="T8" fmla="*/ 3 w 2231"/>
                <a:gd name="T9" fmla="*/ 2 h 1710"/>
                <a:gd name="T10" fmla="*/ 3 w 2231"/>
                <a:gd name="T11" fmla="*/ 1 h 1710"/>
                <a:gd name="T12" fmla="*/ 2 w 2231"/>
                <a:gd name="T13" fmla="*/ 0 h 1710"/>
                <a:gd name="T14" fmla="*/ 1 w 2231"/>
                <a:gd name="T15" fmla="*/ 0 h 1710"/>
                <a:gd name="T16" fmla="*/ 1 w 2231"/>
                <a:gd name="T17" fmla="*/ 0 h 1710"/>
                <a:gd name="T18" fmla="*/ 1 w 2231"/>
                <a:gd name="T19" fmla="*/ 0 h 1710"/>
                <a:gd name="T20" fmla="*/ 0 w 2231"/>
                <a:gd name="T21" fmla="*/ 0 h 1710"/>
                <a:gd name="T22" fmla="*/ 1 w 2231"/>
                <a:gd name="T23" fmla="*/ 1 h 1710"/>
                <a:gd name="T24" fmla="*/ 1 w 2231"/>
                <a:gd name="T25" fmla="*/ 1 h 1710"/>
                <a:gd name="T26" fmla="*/ 1 w 2231"/>
                <a:gd name="T27" fmla="*/ 1 h 1710"/>
                <a:gd name="T28" fmla="*/ 1 w 2231"/>
                <a:gd name="T29" fmla="*/ 1 h 1710"/>
                <a:gd name="T30" fmla="*/ 1 w 2231"/>
                <a:gd name="T31" fmla="*/ 1 h 1710"/>
                <a:gd name="T32" fmla="*/ 1 w 2231"/>
                <a:gd name="T33" fmla="*/ 1 h 1710"/>
                <a:gd name="T34" fmla="*/ 1 w 2231"/>
                <a:gd name="T35" fmla="*/ 1 h 1710"/>
                <a:gd name="T36" fmla="*/ 1 w 2231"/>
                <a:gd name="T37" fmla="*/ 1 h 1710"/>
                <a:gd name="T38" fmla="*/ 1 w 2231"/>
                <a:gd name="T39" fmla="*/ 1 h 1710"/>
                <a:gd name="T40" fmla="*/ 1 w 2231"/>
                <a:gd name="T41" fmla="*/ 1 h 1710"/>
                <a:gd name="T42" fmla="*/ 1 w 2231"/>
                <a:gd name="T43" fmla="*/ 1 h 1710"/>
                <a:gd name="T44" fmla="*/ 0 w 2231"/>
                <a:gd name="T45" fmla="*/ 1 h 1710"/>
                <a:gd name="T46" fmla="*/ 0 w 2231"/>
                <a:gd name="T47" fmla="*/ 2 h 1710"/>
                <a:gd name="T48" fmla="*/ 0 w 2231"/>
                <a:gd name="T49" fmla="*/ 3 h 1710"/>
                <a:gd name="T50" fmla="*/ 1 w 2231"/>
                <a:gd name="T51" fmla="*/ 3 h 1710"/>
                <a:gd name="T52" fmla="*/ 1 w 2231"/>
                <a:gd name="T53" fmla="*/ 3 h 1710"/>
                <a:gd name="T54" fmla="*/ 1 w 2231"/>
                <a:gd name="T55" fmla="*/ 3 h 1710"/>
                <a:gd name="T56" fmla="*/ 1 w 2231"/>
                <a:gd name="T57" fmla="*/ 3 h 1710"/>
                <a:gd name="T58" fmla="*/ 1 w 2231"/>
                <a:gd name="T59" fmla="*/ 2 h 1710"/>
                <a:gd name="T60" fmla="*/ 2 w 2231"/>
                <a:gd name="T61" fmla="*/ 2 h 1710"/>
                <a:gd name="T62" fmla="*/ 3 w 2231"/>
                <a:gd name="T63" fmla="*/ 2 h 1710"/>
                <a:gd name="T64" fmla="*/ 3 w 2231"/>
                <a:gd name="T65" fmla="*/ 2 h 1710"/>
                <a:gd name="T66" fmla="*/ 3 w 2231"/>
                <a:gd name="T67" fmla="*/ 3 h 1710"/>
                <a:gd name="T68" fmla="*/ 4 w 2231"/>
                <a:gd name="T69" fmla="*/ 3 h 171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31"/>
                <a:gd name="T106" fmla="*/ 0 h 1710"/>
                <a:gd name="T107" fmla="*/ 2231 w 2231"/>
                <a:gd name="T108" fmla="*/ 1710 h 171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31" h="1710">
                  <a:moveTo>
                    <a:pt x="1848" y="1710"/>
                  </a:moveTo>
                  <a:lnTo>
                    <a:pt x="2231" y="456"/>
                  </a:lnTo>
                  <a:lnTo>
                    <a:pt x="1831" y="364"/>
                  </a:lnTo>
                  <a:lnTo>
                    <a:pt x="1648" y="843"/>
                  </a:lnTo>
                  <a:lnTo>
                    <a:pt x="1475" y="811"/>
                  </a:lnTo>
                  <a:lnTo>
                    <a:pt x="1475" y="392"/>
                  </a:lnTo>
                  <a:lnTo>
                    <a:pt x="1281" y="122"/>
                  </a:lnTo>
                  <a:lnTo>
                    <a:pt x="731" y="0"/>
                  </a:lnTo>
                  <a:lnTo>
                    <a:pt x="705" y="122"/>
                  </a:lnTo>
                  <a:lnTo>
                    <a:pt x="563" y="209"/>
                  </a:lnTo>
                  <a:lnTo>
                    <a:pt x="252" y="209"/>
                  </a:lnTo>
                  <a:lnTo>
                    <a:pt x="473" y="300"/>
                  </a:lnTo>
                  <a:lnTo>
                    <a:pt x="586" y="331"/>
                  </a:lnTo>
                  <a:lnTo>
                    <a:pt x="634" y="392"/>
                  </a:lnTo>
                  <a:lnTo>
                    <a:pt x="614" y="456"/>
                  </a:lnTo>
                  <a:lnTo>
                    <a:pt x="563" y="483"/>
                  </a:lnTo>
                  <a:lnTo>
                    <a:pt x="446" y="509"/>
                  </a:lnTo>
                  <a:lnTo>
                    <a:pt x="614" y="537"/>
                  </a:lnTo>
                  <a:lnTo>
                    <a:pt x="634" y="570"/>
                  </a:lnTo>
                  <a:lnTo>
                    <a:pt x="634" y="660"/>
                  </a:lnTo>
                  <a:lnTo>
                    <a:pt x="515" y="692"/>
                  </a:lnTo>
                  <a:lnTo>
                    <a:pt x="370" y="718"/>
                  </a:lnTo>
                  <a:lnTo>
                    <a:pt x="0" y="537"/>
                  </a:lnTo>
                  <a:lnTo>
                    <a:pt x="209" y="779"/>
                  </a:lnTo>
                  <a:lnTo>
                    <a:pt x="209" y="1288"/>
                  </a:lnTo>
                  <a:lnTo>
                    <a:pt x="328" y="1559"/>
                  </a:lnTo>
                  <a:lnTo>
                    <a:pt x="446" y="1646"/>
                  </a:lnTo>
                  <a:lnTo>
                    <a:pt x="489" y="1646"/>
                  </a:lnTo>
                  <a:lnTo>
                    <a:pt x="489" y="1262"/>
                  </a:lnTo>
                  <a:lnTo>
                    <a:pt x="586" y="876"/>
                  </a:lnTo>
                  <a:lnTo>
                    <a:pt x="1126" y="988"/>
                  </a:lnTo>
                  <a:lnTo>
                    <a:pt x="1433" y="956"/>
                  </a:lnTo>
                  <a:lnTo>
                    <a:pt x="1616" y="1015"/>
                  </a:lnTo>
                  <a:lnTo>
                    <a:pt x="1616" y="1527"/>
                  </a:lnTo>
                  <a:lnTo>
                    <a:pt x="1848" y="1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6" name="Freeform 82">
              <a:extLst>
                <a:ext uri="{FF2B5EF4-FFF2-40B4-BE49-F238E27FC236}">
                  <a16:creationId xmlns:a16="http://schemas.microsoft.com/office/drawing/2014/main" id="{FB5121E7-ADB2-BF4C-A88A-51F1A4C4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452"/>
              <a:ext cx="15" cy="81"/>
            </a:xfrm>
            <a:custGeom>
              <a:avLst/>
              <a:gdLst>
                <a:gd name="T0" fmla="*/ 0 w 117"/>
                <a:gd name="T1" fmla="*/ 1 h 651"/>
                <a:gd name="T2" fmla="*/ 0 w 117"/>
                <a:gd name="T3" fmla="*/ 1 h 651"/>
                <a:gd name="T4" fmla="*/ 0 w 117"/>
                <a:gd name="T5" fmla="*/ 1 h 651"/>
                <a:gd name="T6" fmla="*/ 0 w 117"/>
                <a:gd name="T7" fmla="*/ 0 h 651"/>
                <a:gd name="T8" fmla="*/ 0 w 117"/>
                <a:gd name="T9" fmla="*/ 0 h 6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"/>
                <a:gd name="T16" fmla="*/ 0 h 651"/>
                <a:gd name="T17" fmla="*/ 117 w 117"/>
                <a:gd name="T18" fmla="*/ 651 h 6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" h="651">
                  <a:moveTo>
                    <a:pt x="65" y="651"/>
                  </a:moveTo>
                  <a:lnTo>
                    <a:pt x="65" y="570"/>
                  </a:lnTo>
                  <a:lnTo>
                    <a:pt x="0" y="355"/>
                  </a:lnTo>
                  <a:lnTo>
                    <a:pt x="0" y="178"/>
                  </a:lnTo>
                  <a:lnTo>
                    <a:pt x="11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7" name="Freeform 83">
              <a:extLst>
                <a:ext uri="{FF2B5EF4-FFF2-40B4-BE49-F238E27FC236}">
                  <a16:creationId xmlns:a16="http://schemas.microsoft.com/office/drawing/2014/main" id="{041BD355-90BB-F548-9747-489839A6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40"/>
              <a:ext cx="217" cy="78"/>
            </a:xfrm>
            <a:custGeom>
              <a:avLst/>
              <a:gdLst>
                <a:gd name="T0" fmla="*/ 0 w 1739"/>
                <a:gd name="T1" fmla="*/ 0 h 630"/>
                <a:gd name="T2" fmla="*/ 1 w 1739"/>
                <a:gd name="T3" fmla="*/ 0 h 630"/>
                <a:gd name="T4" fmla="*/ 2 w 1739"/>
                <a:gd name="T5" fmla="*/ 0 h 630"/>
                <a:gd name="T6" fmla="*/ 2 w 1739"/>
                <a:gd name="T7" fmla="*/ 0 h 630"/>
                <a:gd name="T8" fmla="*/ 3 w 1739"/>
                <a:gd name="T9" fmla="*/ 1 h 630"/>
                <a:gd name="T10" fmla="*/ 3 w 1739"/>
                <a:gd name="T11" fmla="*/ 1 h 6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9"/>
                <a:gd name="T19" fmla="*/ 0 h 630"/>
                <a:gd name="T20" fmla="*/ 1739 w 1739"/>
                <a:gd name="T21" fmla="*/ 630 h 6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9" h="630">
                  <a:moveTo>
                    <a:pt x="0" y="0"/>
                  </a:moveTo>
                  <a:lnTo>
                    <a:pt x="451" y="98"/>
                  </a:lnTo>
                  <a:lnTo>
                    <a:pt x="866" y="184"/>
                  </a:lnTo>
                  <a:lnTo>
                    <a:pt x="1056" y="276"/>
                  </a:lnTo>
                  <a:lnTo>
                    <a:pt x="1385" y="512"/>
                  </a:lnTo>
                  <a:lnTo>
                    <a:pt x="1739" y="6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8" name="Freeform 84">
              <a:extLst>
                <a:ext uri="{FF2B5EF4-FFF2-40B4-BE49-F238E27FC236}">
                  <a16:creationId xmlns:a16="http://schemas.microsoft.com/office/drawing/2014/main" id="{B84C9DAF-B89E-2D4A-971B-71BC401E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81"/>
              <a:ext cx="4" cy="195"/>
            </a:xfrm>
            <a:custGeom>
              <a:avLst/>
              <a:gdLst>
                <a:gd name="T0" fmla="*/ 0 w 36"/>
                <a:gd name="T1" fmla="*/ 0 h 1560"/>
                <a:gd name="T2" fmla="*/ 0 w 36"/>
                <a:gd name="T3" fmla="*/ 1 h 1560"/>
                <a:gd name="T4" fmla="*/ 0 w 36"/>
                <a:gd name="T5" fmla="*/ 2 h 1560"/>
                <a:gd name="T6" fmla="*/ 0 w 36"/>
                <a:gd name="T7" fmla="*/ 3 h 15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"/>
                <a:gd name="T13" fmla="*/ 0 h 1560"/>
                <a:gd name="T14" fmla="*/ 36 w 36"/>
                <a:gd name="T15" fmla="*/ 1560 h 15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" h="1560">
                  <a:moveTo>
                    <a:pt x="10" y="0"/>
                  </a:moveTo>
                  <a:lnTo>
                    <a:pt x="36" y="651"/>
                  </a:lnTo>
                  <a:lnTo>
                    <a:pt x="26" y="1087"/>
                  </a:lnTo>
                  <a:lnTo>
                    <a:pt x="0" y="156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69" name="Freeform 85">
              <a:extLst>
                <a:ext uri="{FF2B5EF4-FFF2-40B4-BE49-F238E27FC236}">
                  <a16:creationId xmlns:a16="http://schemas.microsoft.com/office/drawing/2014/main" id="{70ED0B33-A3A5-4B44-B2D2-5FC0350F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27"/>
              <a:ext cx="273" cy="299"/>
            </a:xfrm>
            <a:custGeom>
              <a:avLst/>
              <a:gdLst>
                <a:gd name="T0" fmla="*/ 0 w 2182"/>
                <a:gd name="T1" fmla="*/ 5 h 2392"/>
                <a:gd name="T2" fmla="*/ 0 w 2182"/>
                <a:gd name="T3" fmla="*/ 4 h 2392"/>
                <a:gd name="T4" fmla="*/ 0 w 2182"/>
                <a:gd name="T5" fmla="*/ 4 h 2392"/>
                <a:gd name="T6" fmla="*/ 0 w 2182"/>
                <a:gd name="T7" fmla="*/ 3 h 2392"/>
                <a:gd name="T8" fmla="*/ 0 w 2182"/>
                <a:gd name="T9" fmla="*/ 2 h 2392"/>
                <a:gd name="T10" fmla="*/ 0 w 2182"/>
                <a:gd name="T11" fmla="*/ 2 h 2392"/>
                <a:gd name="T12" fmla="*/ 1 w 2182"/>
                <a:gd name="T13" fmla="*/ 1 h 2392"/>
                <a:gd name="T14" fmla="*/ 2 w 2182"/>
                <a:gd name="T15" fmla="*/ 1 h 2392"/>
                <a:gd name="T16" fmla="*/ 2 w 2182"/>
                <a:gd name="T17" fmla="*/ 0 h 2392"/>
                <a:gd name="T18" fmla="*/ 3 w 2182"/>
                <a:gd name="T19" fmla="*/ 0 h 2392"/>
                <a:gd name="T20" fmla="*/ 3 w 2182"/>
                <a:gd name="T21" fmla="*/ 0 h 2392"/>
                <a:gd name="T22" fmla="*/ 4 w 2182"/>
                <a:gd name="T23" fmla="*/ 0 h 2392"/>
                <a:gd name="T24" fmla="*/ 4 w 2182"/>
                <a:gd name="T25" fmla="*/ 0 h 23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82"/>
                <a:gd name="T40" fmla="*/ 0 h 2392"/>
                <a:gd name="T41" fmla="*/ 2182 w 2182"/>
                <a:gd name="T42" fmla="*/ 2392 h 239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82" h="2392">
                  <a:moveTo>
                    <a:pt x="64" y="2392"/>
                  </a:moveTo>
                  <a:lnTo>
                    <a:pt x="0" y="2086"/>
                  </a:lnTo>
                  <a:lnTo>
                    <a:pt x="0" y="1819"/>
                  </a:lnTo>
                  <a:lnTo>
                    <a:pt x="76" y="1597"/>
                  </a:lnTo>
                  <a:lnTo>
                    <a:pt x="145" y="1194"/>
                  </a:lnTo>
                  <a:lnTo>
                    <a:pt x="157" y="952"/>
                  </a:lnTo>
                  <a:lnTo>
                    <a:pt x="420" y="489"/>
                  </a:lnTo>
                  <a:lnTo>
                    <a:pt x="738" y="382"/>
                  </a:lnTo>
                  <a:lnTo>
                    <a:pt x="1023" y="199"/>
                  </a:lnTo>
                  <a:lnTo>
                    <a:pt x="1416" y="138"/>
                  </a:lnTo>
                  <a:lnTo>
                    <a:pt x="1693" y="0"/>
                  </a:lnTo>
                  <a:lnTo>
                    <a:pt x="1864" y="0"/>
                  </a:lnTo>
                  <a:lnTo>
                    <a:pt x="2182" y="19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0" name="Freeform 86">
              <a:extLst>
                <a:ext uri="{FF2B5EF4-FFF2-40B4-BE49-F238E27FC236}">
                  <a16:creationId xmlns:a16="http://schemas.microsoft.com/office/drawing/2014/main" id="{1170237B-962F-EA42-9F1D-3747782A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54"/>
              <a:ext cx="177" cy="80"/>
            </a:xfrm>
            <a:custGeom>
              <a:avLst/>
              <a:gdLst>
                <a:gd name="T0" fmla="*/ 1 w 1421"/>
                <a:gd name="T1" fmla="*/ 0 h 640"/>
                <a:gd name="T2" fmla="*/ 1 w 1421"/>
                <a:gd name="T3" fmla="*/ 1 h 640"/>
                <a:gd name="T4" fmla="*/ 1 w 1421"/>
                <a:gd name="T5" fmla="*/ 1 h 640"/>
                <a:gd name="T6" fmla="*/ 1 w 1421"/>
                <a:gd name="T7" fmla="*/ 1 h 640"/>
                <a:gd name="T8" fmla="*/ 0 w 1421"/>
                <a:gd name="T9" fmla="*/ 1 h 640"/>
                <a:gd name="T10" fmla="*/ 0 w 1421"/>
                <a:gd name="T11" fmla="*/ 1 h 640"/>
                <a:gd name="T12" fmla="*/ 0 w 1421"/>
                <a:gd name="T13" fmla="*/ 1 h 640"/>
                <a:gd name="T14" fmla="*/ 0 w 1421"/>
                <a:gd name="T15" fmla="*/ 1 h 640"/>
                <a:gd name="T16" fmla="*/ 0 w 1421"/>
                <a:gd name="T17" fmla="*/ 1 h 640"/>
                <a:gd name="T18" fmla="*/ 0 w 1421"/>
                <a:gd name="T19" fmla="*/ 0 h 640"/>
                <a:gd name="T20" fmla="*/ 0 w 1421"/>
                <a:gd name="T21" fmla="*/ 0 h 640"/>
                <a:gd name="T22" fmla="*/ 0 w 1421"/>
                <a:gd name="T23" fmla="*/ 0 h 640"/>
                <a:gd name="T24" fmla="*/ 1 w 1421"/>
                <a:gd name="T25" fmla="*/ 0 h 640"/>
                <a:gd name="T26" fmla="*/ 1 w 1421"/>
                <a:gd name="T27" fmla="*/ 0 h 640"/>
                <a:gd name="T28" fmla="*/ 1 w 1421"/>
                <a:gd name="T29" fmla="*/ 0 h 640"/>
                <a:gd name="T30" fmla="*/ 1 w 1421"/>
                <a:gd name="T31" fmla="*/ 0 h 640"/>
                <a:gd name="T32" fmla="*/ 2 w 1421"/>
                <a:gd name="T33" fmla="*/ 0 h 640"/>
                <a:gd name="T34" fmla="*/ 2 w 1421"/>
                <a:gd name="T35" fmla="*/ 0 h 640"/>
                <a:gd name="T36" fmla="*/ 2 w 1421"/>
                <a:gd name="T37" fmla="*/ 0 h 640"/>
                <a:gd name="T38" fmla="*/ 2 w 1421"/>
                <a:gd name="T39" fmla="*/ 0 h 640"/>
                <a:gd name="T40" fmla="*/ 3 w 1421"/>
                <a:gd name="T41" fmla="*/ 0 h 640"/>
                <a:gd name="T42" fmla="*/ 3 w 1421"/>
                <a:gd name="T43" fmla="*/ 1 h 640"/>
                <a:gd name="T44" fmla="*/ 3 w 1421"/>
                <a:gd name="T45" fmla="*/ 1 h 640"/>
                <a:gd name="T46" fmla="*/ 3 w 1421"/>
                <a:gd name="T47" fmla="*/ 1 h 640"/>
                <a:gd name="T48" fmla="*/ 2 w 1421"/>
                <a:gd name="T49" fmla="*/ 1 h 640"/>
                <a:gd name="T50" fmla="*/ 2 w 1421"/>
                <a:gd name="T51" fmla="*/ 1 h 640"/>
                <a:gd name="T52" fmla="*/ 2 w 1421"/>
                <a:gd name="T53" fmla="*/ 1 h 640"/>
                <a:gd name="T54" fmla="*/ 2 w 1421"/>
                <a:gd name="T55" fmla="*/ 1 h 640"/>
                <a:gd name="T56" fmla="*/ 2 w 1421"/>
                <a:gd name="T57" fmla="*/ 1 h 640"/>
                <a:gd name="T58" fmla="*/ 2 w 1421"/>
                <a:gd name="T59" fmla="*/ 0 h 64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21"/>
                <a:gd name="T91" fmla="*/ 0 h 640"/>
                <a:gd name="T92" fmla="*/ 1421 w 1421"/>
                <a:gd name="T93" fmla="*/ 640 h 64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21" h="640">
                  <a:moveTo>
                    <a:pt x="603" y="141"/>
                  </a:moveTo>
                  <a:lnTo>
                    <a:pt x="603" y="350"/>
                  </a:lnTo>
                  <a:lnTo>
                    <a:pt x="548" y="431"/>
                  </a:lnTo>
                  <a:lnTo>
                    <a:pt x="403" y="528"/>
                  </a:lnTo>
                  <a:lnTo>
                    <a:pt x="290" y="544"/>
                  </a:lnTo>
                  <a:lnTo>
                    <a:pt x="150" y="544"/>
                  </a:lnTo>
                  <a:lnTo>
                    <a:pt x="64" y="495"/>
                  </a:lnTo>
                  <a:lnTo>
                    <a:pt x="4" y="399"/>
                  </a:lnTo>
                  <a:lnTo>
                    <a:pt x="0" y="238"/>
                  </a:lnTo>
                  <a:lnTo>
                    <a:pt x="4" y="96"/>
                  </a:lnTo>
                  <a:lnTo>
                    <a:pt x="43" y="38"/>
                  </a:lnTo>
                  <a:lnTo>
                    <a:pt x="161" y="0"/>
                  </a:lnTo>
                  <a:lnTo>
                    <a:pt x="403" y="0"/>
                  </a:lnTo>
                  <a:lnTo>
                    <a:pt x="522" y="38"/>
                  </a:lnTo>
                  <a:lnTo>
                    <a:pt x="603" y="96"/>
                  </a:lnTo>
                  <a:lnTo>
                    <a:pt x="780" y="96"/>
                  </a:lnTo>
                  <a:lnTo>
                    <a:pt x="866" y="119"/>
                  </a:lnTo>
                  <a:lnTo>
                    <a:pt x="996" y="86"/>
                  </a:lnTo>
                  <a:lnTo>
                    <a:pt x="1115" y="86"/>
                  </a:lnTo>
                  <a:lnTo>
                    <a:pt x="1266" y="96"/>
                  </a:lnTo>
                  <a:lnTo>
                    <a:pt x="1385" y="167"/>
                  </a:lnTo>
                  <a:lnTo>
                    <a:pt x="1421" y="248"/>
                  </a:lnTo>
                  <a:lnTo>
                    <a:pt x="1421" y="431"/>
                  </a:lnTo>
                  <a:lnTo>
                    <a:pt x="1347" y="576"/>
                  </a:lnTo>
                  <a:lnTo>
                    <a:pt x="1244" y="640"/>
                  </a:lnTo>
                  <a:lnTo>
                    <a:pt x="1044" y="592"/>
                  </a:lnTo>
                  <a:lnTo>
                    <a:pt x="906" y="495"/>
                  </a:lnTo>
                  <a:lnTo>
                    <a:pt x="866" y="399"/>
                  </a:lnTo>
                  <a:lnTo>
                    <a:pt x="861" y="248"/>
                  </a:lnTo>
                  <a:lnTo>
                    <a:pt x="861" y="14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1" name="Freeform 87">
              <a:extLst>
                <a:ext uri="{FF2B5EF4-FFF2-40B4-BE49-F238E27FC236}">
                  <a16:creationId xmlns:a16="http://schemas.microsoft.com/office/drawing/2014/main" id="{EDE02BDE-5354-3B43-9EEC-C3003598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454"/>
              <a:ext cx="292" cy="280"/>
            </a:xfrm>
            <a:custGeom>
              <a:avLst/>
              <a:gdLst>
                <a:gd name="T0" fmla="*/ 1 w 2333"/>
                <a:gd name="T1" fmla="*/ 4 h 2241"/>
                <a:gd name="T2" fmla="*/ 1 w 2333"/>
                <a:gd name="T3" fmla="*/ 3 h 2241"/>
                <a:gd name="T4" fmla="*/ 0 w 2333"/>
                <a:gd name="T5" fmla="*/ 3 h 2241"/>
                <a:gd name="T6" fmla="*/ 0 w 2333"/>
                <a:gd name="T7" fmla="*/ 3 h 2241"/>
                <a:gd name="T8" fmla="*/ 0 w 2333"/>
                <a:gd name="T9" fmla="*/ 3 h 2241"/>
                <a:gd name="T10" fmla="*/ 0 w 2333"/>
                <a:gd name="T11" fmla="*/ 2 h 2241"/>
                <a:gd name="T12" fmla="*/ 0 w 2333"/>
                <a:gd name="T13" fmla="*/ 1 h 2241"/>
                <a:gd name="T14" fmla="*/ 1 w 2333"/>
                <a:gd name="T15" fmla="*/ 1 h 2241"/>
                <a:gd name="T16" fmla="*/ 1 w 2333"/>
                <a:gd name="T17" fmla="*/ 0 h 2241"/>
                <a:gd name="T18" fmla="*/ 2 w 2333"/>
                <a:gd name="T19" fmla="*/ 0 h 2241"/>
                <a:gd name="T20" fmla="*/ 2 w 2333"/>
                <a:gd name="T21" fmla="*/ 0 h 2241"/>
                <a:gd name="T22" fmla="*/ 3 w 2333"/>
                <a:gd name="T23" fmla="*/ 0 h 2241"/>
                <a:gd name="T24" fmla="*/ 4 w 2333"/>
                <a:gd name="T25" fmla="*/ 1 h 2241"/>
                <a:gd name="T26" fmla="*/ 4 w 2333"/>
                <a:gd name="T27" fmla="*/ 1 h 2241"/>
                <a:gd name="T28" fmla="*/ 5 w 2333"/>
                <a:gd name="T29" fmla="*/ 2 h 2241"/>
                <a:gd name="T30" fmla="*/ 5 w 2333"/>
                <a:gd name="T31" fmla="*/ 3 h 2241"/>
                <a:gd name="T32" fmla="*/ 4 w 2333"/>
                <a:gd name="T33" fmla="*/ 4 h 2241"/>
                <a:gd name="T34" fmla="*/ 4 w 2333"/>
                <a:gd name="T35" fmla="*/ 4 h 2241"/>
                <a:gd name="T36" fmla="*/ 4 w 2333"/>
                <a:gd name="T37" fmla="*/ 4 h 2241"/>
                <a:gd name="T38" fmla="*/ 4 w 2333"/>
                <a:gd name="T39" fmla="*/ 3 h 2241"/>
                <a:gd name="T40" fmla="*/ 4 w 2333"/>
                <a:gd name="T41" fmla="*/ 2 h 2241"/>
                <a:gd name="T42" fmla="*/ 4 w 2333"/>
                <a:gd name="T43" fmla="*/ 2 h 2241"/>
                <a:gd name="T44" fmla="*/ 3 w 2333"/>
                <a:gd name="T45" fmla="*/ 2 h 2241"/>
                <a:gd name="T46" fmla="*/ 3 w 2333"/>
                <a:gd name="T47" fmla="*/ 2 h 2241"/>
                <a:gd name="T48" fmla="*/ 2 w 2333"/>
                <a:gd name="T49" fmla="*/ 1 h 2241"/>
                <a:gd name="T50" fmla="*/ 2 w 2333"/>
                <a:gd name="T51" fmla="*/ 1 h 2241"/>
                <a:gd name="T52" fmla="*/ 2 w 2333"/>
                <a:gd name="T53" fmla="*/ 1 h 2241"/>
                <a:gd name="T54" fmla="*/ 2 w 2333"/>
                <a:gd name="T55" fmla="*/ 1 h 2241"/>
                <a:gd name="T56" fmla="*/ 1 w 2333"/>
                <a:gd name="T57" fmla="*/ 1 h 2241"/>
                <a:gd name="T58" fmla="*/ 1 w 2333"/>
                <a:gd name="T59" fmla="*/ 2 h 2241"/>
                <a:gd name="T60" fmla="*/ 1 w 2333"/>
                <a:gd name="T61" fmla="*/ 2 h 2241"/>
                <a:gd name="T62" fmla="*/ 1 w 2333"/>
                <a:gd name="T63" fmla="*/ 2 h 2241"/>
                <a:gd name="T64" fmla="*/ 1 w 2333"/>
                <a:gd name="T65" fmla="*/ 2 h 2241"/>
                <a:gd name="T66" fmla="*/ 1 w 2333"/>
                <a:gd name="T67" fmla="*/ 3 h 2241"/>
                <a:gd name="T68" fmla="*/ 1 w 2333"/>
                <a:gd name="T69" fmla="*/ 3 h 2241"/>
                <a:gd name="T70" fmla="*/ 1 w 2333"/>
                <a:gd name="T71" fmla="*/ 3 h 2241"/>
                <a:gd name="T72" fmla="*/ 1 w 2333"/>
                <a:gd name="T73" fmla="*/ 4 h 2241"/>
                <a:gd name="T74" fmla="*/ 1 w 2333"/>
                <a:gd name="T75" fmla="*/ 4 h 22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333"/>
                <a:gd name="T115" fmla="*/ 0 h 2241"/>
                <a:gd name="T116" fmla="*/ 2333 w 2333"/>
                <a:gd name="T117" fmla="*/ 2241 h 22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333" h="2241">
                  <a:moveTo>
                    <a:pt x="367" y="1977"/>
                  </a:moveTo>
                  <a:lnTo>
                    <a:pt x="232" y="1806"/>
                  </a:lnTo>
                  <a:lnTo>
                    <a:pt x="167" y="1488"/>
                  </a:lnTo>
                  <a:lnTo>
                    <a:pt x="64" y="1455"/>
                  </a:lnTo>
                  <a:lnTo>
                    <a:pt x="0" y="1532"/>
                  </a:lnTo>
                  <a:lnTo>
                    <a:pt x="0" y="1259"/>
                  </a:lnTo>
                  <a:lnTo>
                    <a:pt x="80" y="735"/>
                  </a:lnTo>
                  <a:lnTo>
                    <a:pt x="388" y="312"/>
                  </a:lnTo>
                  <a:lnTo>
                    <a:pt x="685" y="274"/>
                  </a:lnTo>
                  <a:lnTo>
                    <a:pt x="851" y="58"/>
                  </a:lnTo>
                  <a:lnTo>
                    <a:pt x="1233" y="0"/>
                  </a:lnTo>
                  <a:lnTo>
                    <a:pt x="1622" y="106"/>
                  </a:lnTo>
                  <a:lnTo>
                    <a:pt x="1967" y="312"/>
                  </a:lnTo>
                  <a:lnTo>
                    <a:pt x="2241" y="766"/>
                  </a:lnTo>
                  <a:lnTo>
                    <a:pt x="2312" y="1140"/>
                  </a:lnTo>
                  <a:lnTo>
                    <a:pt x="2333" y="1552"/>
                  </a:lnTo>
                  <a:lnTo>
                    <a:pt x="2231" y="2032"/>
                  </a:lnTo>
                  <a:lnTo>
                    <a:pt x="2106" y="2241"/>
                  </a:lnTo>
                  <a:lnTo>
                    <a:pt x="2122" y="2010"/>
                  </a:lnTo>
                  <a:lnTo>
                    <a:pt x="2122" y="1327"/>
                  </a:lnTo>
                  <a:lnTo>
                    <a:pt x="1957" y="1279"/>
                  </a:lnTo>
                  <a:lnTo>
                    <a:pt x="1773" y="1111"/>
                  </a:lnTo>
                  <a:lnTo>
                    <a:pt x="1481" y="999"/>
                  </a:lnTo>
                  <a:lnTo>
                    <a:pt x="1249" y="885"/>
                  </a:lnTo>
                  <a:lnTo>
                    <a:pt x="1094" y="718"/>
                  </a:lnTo>
                  <a:lnTo>
                    <a:pt x="981" y="537"/>
                  </a:lnTo>
                  <a:lnTo>
                    <a:pt x="808" y="409"/>
                  </a:lnTo>
                  <a:lnTo>
                    <a:pt x="785" y="606"/>
                  </a:lnTo>
                  <a:lnTo>
                    <a:pt x="701" y="735"/>
                  </a:lnTo>
                  <a:lnTo>
                    <a:pt x="566" y="834"/>
                  </a:lnTo>
                  <a:lnTo>
                    <a:pt x="489" y="982"/>
                  </a:lnTo>
                  <a:lnTo>
                    <a:pt x="479" y="1111"/>
                  </a:lnTo>
                  <a:lnTo>
                    <a:pt x="502" y="1290"/>
                  </a:lnTo>
                  <a:lnTo>
                    <a:pt x="457" y="1407"/>
                  </a:lnTo>
                  <a:lnTo>
                    <a:pt x="398" y="1521"/>
                  </a:lnTo>
                  <a:lnTo>
                    <a:pt x="367" y="1687"/>
                  </a:lnTo>
                  <a:lnTo>
                    <a:pt x="344" y="1849"/>
                  </a:lnTo>
                  <a:lnTo>
                    <a:pt x="367" y="19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2" name="Freeform 88">
              <a:extLst>
                <a:ext uri="{FF2B5EF4-FFF2-40B4-BE49-F238E27FC236}">
                  <a16:creationId xmlns:a16="http://schemas.microsoft.com/office/drawing/2014/main" id="{100E220D-FA4D-0D41-B522-ED0770CF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829"/>
              <a:ext cx="168" cy="104"/>
            </a:xfrm>
            <a:custGeom>
              <a:avLst/>
              <a:gdLst>
                <a:gd name="T0" fmla="*/ 0 w 1343"/>
                <a:gd name="T1" fmla="*/ 0 h 835"/>
                <a:gd name="T2" fmla="*/ 0 w 1343"/>
                <a:gd name="T3" fmla="*/ 0 h 835"/>
                <a:gd name="T4" fmla="*/ 1 w 1343"/>
                <a:gd name="T5" fmla="*/ 1 h 835"/>
                <a:gd name="T6" fmla="*/ 1 w 1343"/>
                <a:gd name="T7" fmla="*/ 1 h 835"/>
                <a:gd name="T8" fmla="*/ 2 w 1343"/>
                <a:gd name="T9" fmla="*/ 1 h 835"/>
                <a:gd name="T10" fmla="*/ 2 w 1343"/>
                <a:gd name="T11" fmla="*/ 2 h 835"/>
                <a:gd name="T12" fmla="*/ 2 w 1343"/>
                <a:gd name="T13" fmla="*/ 1 h 835"/>
                <a:gd name="T14" fmla="*/ 3 w 1343"/>
                <a:gd name="T15" fmla="*/ 1 h 835"/>
                <a:gd name="T16" fmla="*/ 3 w 1343"/>
                <a:gd name="T17" fmla="*/ 1 h 8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43"/>
                <a:gd name="T28" fmla="*/ 0 h 835"/>
                <a:gd name="T29" fmla="*/ 1343 w 1343"/>
                <a:gd name="T30" fmla="*/ 835 h 8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43" h="835">
                  <a:moveTo>
                    <a:pt x="0" y="0"/>
                  </a:moveTo>
                  <a:lnTo>
                    <a:pt x="113" y="216"/>
                  </a:lnTo>
                  <a:lnTo>
                    <a:pt x="293" y="394"/>
                  </a:lnTo>
                  <a:lnTo>
                    <a:pt x="528" y="591"/>
                  </a:lnTo>
                  <a:lnTo>
                    <a:pt x="863" y="770"/>
                  </a:lnTo>
                  <a:lnTo>
                    <a:pt x="1078" y="835"/>
                  </a:lnTo>
                  <a:lnTo>
                    <a:pt x="1197" y="755"/>
                  </a:lnTo>
                  <a:lnTo>
                    <a:pt x="1278" y="607"/>
                  </a:lnTo>
                  <a:lnTo>
                    <a:pt x="1343" y="4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3" name="Freeform 89">
              <a:extLst>
                <a:ext uri="{FF2B5EF4-FFF2-40B4-BE49-F238E27FC236}">
                  <a16:creationId xmlns:a16="http://schemas.microsoft.com/office/drawing/2014/main" id="{D788123D-DD48-F84E-9C98-47A70B756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866"/>
              <a:ext cx="478" cy="1015"/>
            </a:xfrm>
            <a:custGeom>
              <a:avLst/>
              <a:gdLst>
                <a:gd name="T0" fmla="*/ 5 w 3826"/>
                <a:gd name="T1" fmla="*/ 1 h 8123"/>
                <a:gd name="T2" fmla="*/ 6 w 3826"/>
                <a:gd name="T3" fmla="*/ 2 h 8123"/>
                <a:gd name="T4" fmla="*/ 6 w 3826"/>
                <a:gd name="T5" fmla="*/ 3 h 8123"/>
                <a:gd name="T6" fmla="*/ 5 w 3826"/>
                <a:gd name="T7" fmla="*/ 2 h 8123"/>
                <a:gd name="T8" fmla="*/ 5 w 3826"/>
                <a:gd name="T9" fmla="*/ 2 h 8123"/>
                <a:gd name="T10" fmla="*/ 5 w 3826"/>
                <a:gd name="T11" fmla="*/ 1 h 8123"/>
                <a:gd name="T12" fmla="*/ 5 w 3826"/>
                <a:gd name="T13" fmla="*/ 1 h 8123"/>
                <a:gd name="T14" fmla="*/ 4 w 3826"/>
                <a:gd name="T15" fmla="*/ 1 h 8123"/>
                <a:gd name="T16" fmla="*/ 4 w 3826"/>
                <a:gd name="T17" fmla="*/ 2 h 8123"/>
                <a:gd name="T18" fmla="*/ 5 w 3826"/>
                <a:gd name="T19" fmla="*/ 2 h 8123"/>
                <a:gd name="T20" fmla="*/ 5 w 3826"/>
                <a:gd name="T21" fmla="*/ 2 h 8123"/>
                <a:gd name="T22" fmla="*/ 5 w 3826"/>
                <a:gd name="T23" fmla="*/ 3 h 8123"/>
                <a:gd name="T24" fmla="*/ 4 w 3826"/>
                <a:gd name="T25" fmla="*/ 4 h 8123"/>
                <a:gd name="T26" fmla="*/ 4 w 3826"/>
                <a:gd name="T27" fmla="*/ 4 h 8123"/>
                <a:gd name="T28" fmla="*/ 3 w 3826"/>
                <a:gd name="T29" fmla="*/ 2 h 8123"/>
                <a:gd name="T30" fmla="*/ 3 w 3826"/>
                <a:gd name="T31" fmla="*/ 1 h 8123"/>
                <a:gd name="T32" fmla="*/ 2 w 3826"/>
                <a:gd name="T33" fmla="*/ 1 h 8123"/>
                <a:gd name="T34" fmla="*/ 2 w 3826"/>
                <a:gd name="T35" fmla="*/ 0 h 8123"/>
                <a:gd name="T36" fmla="*/ 1 w 3826"/>
                <a:gd name="T37" fmla="*/ 0 h 8123"/>
                <a:gd name="T38" fmla="*/ 0 w 3826"/>
                <a:gd name="T39" fmla="*/ 2 h 8123"/>
                <a:gd name="T40" fmla="*/ 0 w 3826"/>
                <a:gd name="T41" fmla="*/ 3 h 8123"/>
                <a:gd name="T42" fmla="*/ 0 w 3826"/>
                <a:gd name="T43" fmla="*/ 3 h 8123"/>
                <a:gd name="T44" fmla="*/ 1 w 3826"/>
                <a:gd name="T45" fmla="*/ 4 h 8123"/>
                <a:gd name="T46" fmla="*/ 2 w 3826"/>
                <a:gd name="T47" fmla="*/ 4 h 8123"/>
                <a:gd name="T48" fmla="*/ 2 w 3826"/>
                <a:gd name="T49" fmla="*/ 4 h 8123"/>
                <a:gd name="T50" fmla="*/ 3 w 3826"/>
                <a:gd name="T51" fmla="*/ 5 h 8123"/>
                <a:gd name="T52" fmla="*/ 3 w 3826"/>
                <a:gd name="T53" fmla="*/ 6 h 8123"/>
                <a:gd name="T54" fmla="*/ 3 w 3826"/>
                <a:gd name="T55" fmla="*/ 7 h 8123"/>
                <a:gd name="T56" fmla="*/ 3 w 3826"/>
                <a:gd name="T57" fmla="*/ 9 h 8123"/>
                <a:gd name="T58" fmla="*/ 2 w 3826"/>
                <a:gd name="T59" fmla="*/ 10 h 8123"/>
                <a:gd name="T60" fmla="*/ 2 w 3826"/>
                <a:gd name="T61" fmla="*/ 11 h 8123"/>
                <a:gd name="T62" fmla="*/ 2 w 3826"/>
                <a:gd name="T63" fmla="*/ 13 h 8123"/>
                <a:gd name="T64" fmla="*/ 2 w 3826"/>
                <a:gd name="T65" fmla="*/ 15 h 8123"/>
                <a:gd name="T66" fmla="*/ 2 w 3826"/>
                <a:gd name="T67" fmla="*/ 16 h 8123"/>
                <a:gd name="T68" fmla="*/ 3 w 3826"/>
                <a:gd name="T69" fmla="*/ 16 h 8123"/>
                <a:gd name="T70" fmla="*/ 3 w 3826"/>
                <a:gd name="T71" fmla="*/ 15 h 8123"/>
                <a:gd name="T72" fmla="*/ 3 w 3826"/>
                <a:gd name="T73" fmla="*/ 14 h 8123"/>
                <a:gd name="T74" fmla="*/ 4 w 3826"/>
                <a:gd name="T75" fmla="*/ 13 h 8123"/>
                <a:gd name="T76" fmla="*/ 3 w 3826"/>
                <a:gd name="T77" fmla="*/ 12 h 8123"/>
                <a:gd name="T78" fmla="*/ 4 w 3826"/>
                <a:gd name="T79" fmla="*/ 12 h 8123"/>
                <a:gd name="T80" fmla="*/ 4 w 3826"/>
                <a:gd name="T81" fmla="*/ 12 h 8123"/>
                <a:gd name="T82" fmla="*/ 4 w 3826"/>
                <a:gd name="T83" fmla="*/ 11 h 8123"/>
                <a:gd name="T84" fmla="*/ 5 w 3826"/>
                <a:gd name="T85" fmla="*/ 9 h 8123"/>
                <a:gd name="T86" fmla="*/ 5 w 3826"/>
                <a:gd name="T87" fmla="*/ 7 h 8123"/>
                <a:gd name="T88" fmla="*/ 5 w 3826"/>
                <a:gd name="T89" fmla="*/ 5 h 8123"/>
                <a:gd name="T90" fmla="*/ 5 w 3826"/>
                <a:gd name="T91" fmla="*/ 4 h 8123"/>
                <a:gd name="T92" fmla="*/ 6 w 3826"/>
                <a:gd name="T93" fmla="*/ 3 h 8123"/>
                <a:gd name="T94" fmla="*/ 7 w 3826"/>
                <a:gd name="T95" fmla="*/ 2 h 8123"/>
                <a:gd name="T96" fmla="*/ 7 w 3826"/>
                <a:gd name="T97" fmla="*/ 2 h 8123"/>
                <a:gd name="T98" fmla="*/ 6 w 3826"/>
                <a:gd name="T99" fmla="*/ 2 h 8123"/>
                <a:gd name="T100" fmla="*/ 6 w 3826"/>
                <a:gd name="T101" fmla="*/ 1 h 8123"/>
                <a:gd name="T102" fmla="*/ 5 w 3826"/>
                <a:gd name="T103" fmla="*/ 1 h 812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826"/>
                <a:gd name="T157" fmla="*/ 0 h 8123"/>
                <a:gd name="T158" fmla="*/ 3826 w 3826"/>
                <a:gd name="T159" fmla="*/ 8123 h 812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826" h="8123">
                  <a:moveTo>
                    <a:pt x="2744" y="467"/>
                  </a:moveTo>
                  <a:lnTo>
                    <a:pt x="2943" y="1179"/>
                  </a:lnTo>
                  <a:lnTo>
                    <a:pt x="2943" y="1694"/>
                  </a:lnTo>
                  <a:lnTo>
                    <a:pt x="2663" y="1118"/>
                  </a:lnTo>
                  <a:lnTo>
                    <a:pt x="2641" y="850"/>
                  </a:lnTo>
                  <a:lnTo>
                    <a:pt x="2452" y="495"/>
                  </a:lnTo>
                  <a:lnTo>
                    <a:pt x="2376" y="515"/>
                  </a:lnTo>
                  <a:lnTo>
                    <a:pt x="2258" y="515"/>
                  </a:lnTo>
                  <a:lnTo>
                    <a:pt x="2215" y="876"/>
                  </a:lnTo>
                  <a:lnTo>
                    <a:pt x="2431" y="1037"/>
                  </a:lnTo>
                  <a:lnTo>
                    <a:pt x="2490" y="1146"/>
                  </a:lnTo>
                  <a:lnTo>
                    <a:pt x="2376" y="1372"/>
                  </a:lnTo>
                  <a:lnTo>
                    <a:pt x="2317" y="1974"/>
                  </a:lnTo>
                  <a:lnTo>
                    <a:pt x="2274" y="2077"/>
                  </a:lnTo>
                  <a:lnTo>
                    <a:pt x="1820" y="1259"/>
                  </a:lnTo>
                  <a:lnTo>
                    <a:pt x="1439" y="790"/>
                  </a:lnTo>
                  <a:lnTo>
                    <a:pt x="1176" y="300"/>
                  </a:lnTo>
                  <a:lnTo>
                    <a:pt x="1051" y="0"/>
                  </a:lnTo>
                  <a:lnTo>
                    <a:pt x="705" y="220"/>
                  </a:lnTo>
                  <a:lnTo>
                    <a:pt x="0" y="1118"/>
                  </a:lnTo>
                  <a:lnTo>
                    <a:pt x="87" y="1372"/>
                  </a:lnTo>
                  <a:lnTo>
                    <a:pt x="236" y="1510"/>
                  </a:lnTo>
                  <a:lnTo>
                    <a:pt x="776" y="1887"/>
                  </a:lnTo>
                  <a:lnTo>
                    <a:pt x="927" y="2109"/>
                  </a:lnTo>
                  <a:lnTo>
                    <a:pt x="1176" y="2324"/>
                  </a:lnTo>
                  <a:lnTo>
                    <a:pt x="1331" y="2716"/>
                  </a:lnTo>
                  <a:lnTo>
                    <a:pt x="1411" y="3260"/>
                  </a:lnTo>
                  <a:lnTo>
                    <a:pt x="1411" y="3749"/>
                  </a:lnTo>
                  <a:lnTo>
                    <a:pt x="1331" y="4492"/>
                  </a:lnTo>
                  <a:lnTo>
                    <a:pt x="1202" y="5202"/>
                  </a:lnTo>
                  <a:lnTo>
                    <a:pt x="1176" y="5836"/>
                  </a:lnTo>
                  <a:lnTo>
                    <a:pt x="1176" y="6686"/>
                  </a:lnTo>
                  <a:lnTo>
                    <a:pt x="1137" y="7504"/>
                  </a:lnTo>
                  <a:lnTo>
                    <a:pt x="1137" y="8123"/>
                  </a:lnTo>
                  <a:lnTo>
                    <a:pt x="1713" y="8123"/>
                  </a:lnTo>
                  <a:lnTo>
                    <a:pt x="1820" y="7591"/>
                  </a:lnTo>
                  <a:lnTo>
                    <a:pt x="1778" y="7176"/>
                  </a:lnTo>
                  <a:lnTo>
                    <a:pt x="1864" y="6660"/>
                  </a:lnTo>
                  <a:lnTo>
                    <a:pt x="1820" y="6380"/>
                  </a:lnTo>
                  <a:lnTo>
                    <a:pt x="1907" y="6186"/>
                  </a:lnTo>
                  <a:lnTo>
                    <a:pt x="2106" y="6003"/>
                  </a:lnTo>
                  <a:lnTo>
                    <a:pt x="2144" y="5642"/>
                  </a:lnTo>
                  <a:lnTo>
                    <a:pt x="2365" y="4464"/>
                  </a:lnTo>
                  <a:lnTo>
                    <a:pt x="2376" y="3642"/>
                  </a:lnTo>
                  <a:lnTo>
                    <a:pt x="2554" y="2683"/>
                  </a:lnTo>
                  <a:lnTo>
                    <a:pt x="2808" y="2001"/>
                  </a:lnTo>
                  <a:lnTo>
                    <a:pt x="3028" y="1785"/>
                  </a:lnTo>
                  <a:lnTo>
                    <a:pt x="3826" y="1259"/>
                  </a:lnTo>
                  <a:lnTo>
                    <a:pt x="3674" y="1092"/>
                  </a:lnTo>
                  <a:lnTo>
                    <a:pt x="3353" y="850"/>
                  </a:lnTo>
                  <a:lnTo>
                    <a:pt x="2943" y="624"/>
                  </a:lnTo>
                  <a:lnTo>
                    <a:pt x="2744" y="4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4" name="Freeform 90">
              <a:extLst>
                <a:ext uri="{FF2B5EF4-FFF2-40B4-BE49-F238E27FC236}">
                  <a16:creationId xmlns:a16="http://schemas.microsoft.com/office/drawing/2014/main" id="{2ADF1368-C40B-3946-9AD8-D7B85B36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570"/>
              <a:ext cx="437" cy="934"/>
            </a:xfrm>
            <a:custGeom>
              <a:avLst/>
              <a:gdLst>
                <a:gd name="T0" fmla="*/ 2 w 3498"/>
                <a:gd name="T1" fmla="*/ 7 h 7466"/>
                <a:gd name="T2" fmla="*/ 1 w 3498"/>
                <a:gd name="T3" fmla="*/ 10 h 7466"/>
                <a:gd name="T4" fmla="*/ 3 w 3498"/>
                <a:gd name="T5" fmla="*/ 8 h 7466"/>
                <a:gd name="T6" fmla="*/ 3 w 3498"/>
                <a:gd name="T7" fmla="*/ 7 h 7466"/>
                <a:gd name="T8" fmla="*/ 5 w 3498"/>
                <a:gd name="T9" fmla="*/ 6 h 7466"/>
                <a:gd name="T10" fmla="*/ 5 w 3498"/>
                <a:gd name="T11" fmla="*/ 4 h 7466"/>
                <a:gd name="T12" fmla="*/ 4 w 3498"/>
                <a:gd name="T13" fmla="*/ 3 h 7466"/>
                <a:gd name="T14" fmla="*/ 3 w 3498"/>
                <a:gd name="T15" fmla="*/ 3 h 7466"/>
                <a:gd name="T16" fmla="*/ 3 w 3498"/>
                <a:gd name="T17" fmla="*/ 2 h 7466"/>
                <a:gd name="T18" fmla="*/ 2 w 3498"/>
                <a:gd name="T19" fmla="*/ 3 h 7466"/>
                <a:gd name="T20" fmla="*/ 2 w 3498"/>
                <a:gd name="T21" fmla="*/ 3 h 7466"/>
                <a:gd name="T22" fmla="*/ 1 w 3498"/>
                <a:gd name="T23" fmla="*/ 3 h 7466"/>
                <a:gd name="T24" fmla="*/ 1 w 3498"/>
                <a:gd name="T25" fmla="*/ 5 h 7466"/>
                <a:gd name="T26" fmla="*/ 1 w 3498"/>
                <a:gd name="T27" fmla="*/ 6 h 7466"/>
                <a:gd name="T28" fmla="*/ 1 w 3498"/>
                <a:gd name="T29" fmla="*/ 6 h 7466"/>
                <a:gd name="T30" fmla="*/ 0 w 3498"/>
                <a:gd name="T31" fmla="*/ 5 h 7466"/>
                <a:gd name="T32" fmla="*/ 0 w 3498"/>
                <a:gd name="T33" fmla="*/ 4 h 7466"/>
                <a:gd name="T34" fmla="*/ 0 w 3498"/>
                <a:gd name="T35" fmla="*/ 3 h 7466"/>
                <a:gd name="T36" fmla="*/ 0 w 3498"/>
                <a:gd name="T37" fmla="*/ 1 h 7466"/>
                <a:gd name="T38" fmla="*/ 2 w 3498"/>
                <a:gd name="T39" fmla="*/ 0 h 7466"/>
                <a:gd name="T40" fmla="*/ 3 w 3498"/>
                <a:gd name="T41" fmla="*/ 0 h 7466"/>
                <a:gd name="T42" fmla="*/ 4 w 3498"/>
                <a:gd name="T43" fmla="*/ 0 h 7466"/>
                <a:gd name="T44" fmla="*/ 5 w 3498"/>
                <a:gd name="T45" fmla="*/ 0 h 7466"/>
                <a:gd name="T46" fmla="*/ 6 w 3498"/>
                <a:gd name="T47" fmla="*/ 2 h 7466"/>
                <a:gd name="T48" fmla="*/ 6 w 3498"/>
                <a:gd name="T49" fmla="*/ 3 h 7466"/>
                <a:gd name="T50" fmla="*/ 7 w 3498"/>
                <a:gd name="T51" fmla="*/ 4 h 7466"/>
                <a:gd name="T52" fmla="*/ 7 w 3498"/>
                <a:gd name="T53" fmla="*/ 5 h 7466"/>
                <a:gd name="T54" fmla="*/ 7 w 3498"/>
                <a:gd name="T55" fmla="*/ 6 h 7466"/>
                <a:gd name="T56" fmla="*/ 6 w 3498"/>
                <a:gd name="T57" fmla="*/ 7 h 7466"/>
                <a:gd name="T58" fmla="*/ 4 w 3498"/>
                <a:gd name="T59" fmla="*/ 8 h 7466"/>
                <a:gd name="T60" fmla="*/ 1 w 3498"/>
                <a:gd name="T61" fmla="*/ 11 h 7466"/>
                <a:gd name="T62" fmla="*/ 0 w 3498"/>
                <a:gd name="T63" fmla="*/ 15 h 7466"/>
                <a:gd name="T64" fmla="*/ 1 w 3498"/>
                <a:gd name="T65" fmla="*/ 10 h 7466"/>
                <a:gd name="T66" fmla="*/ 2 w 3498"/>
                <a:gd name="T67" fmla="*/ 7 h 74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498"/>
                <a:gd name="T103" fmla="*/ 0 h 7466"/>
                <a:gd name="T104" fmla="*/ 3498 w 3498"/>
                <a:gd name="T105" fmla="*/ 7466 h 746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498" h="7466">
                  <a:moveTo>
                    <a:pt x="927" y="3491"/>
                  </a:moveTo>
                  <a:lnTo>
                    <a:pt x="1063" y="3636"/>
                  </a:lnTo>
                  <a:lnTo>
                    <a:pt x="1198" y="3662"/>
                  </a:lnTo>
                  <a:lnTo>
                    <a:pt x="786" y="5185"/>
                  </a:lnTo>
                  <a:lnTo>
                    <a:pt x="760" y="5466"/>
                  </a:lnTo>
                  <a:lnTo>
                    <a:pt x="1736" y="3807"/>
                  </a:lnTo>
                  <a:lnTo>
                    <a:pt x="2090" y="3453"/>
                  </a:lnTo>
                  <a:lnTo>
                    <a:pt x="1639" y="3636"/>
                  </a:lnTo>
                  <a:lnTo>
                    <a:pt x="2225" y="3318"/>
                  </a:lnTo>
                  <a:lnTo>
                    <a:pt x="2582" y="2973"/>
                  </a:lnTo>
                  <a:lnTo>
                    <a:pt x="2609" y="2593"/>
                  </a:lnTo>
                  <a:lnTo>
                    <a:pt x="2502" y="2216"/>
                  </a:lnTo>
                  <a:lnTo>
                    <a:pt x="2360" y="1726"/>
                  </a:lnTo>
                  <a:lnTo>
                    <a:pt x="2064" y="1586"/>
                  </a:lnTo>
                  <a:lnTo>
                    <a:pt x="1983" y="1382"/>
                  </a:lnTo>
                  <a:lnTo>
                    <a:pt x="1794" y="1382"/>
                  </a:lnTo>
                  <a:lnTo>
                    <a:pt x="1720" y="1209"/>
                  </a:lnTo>
                  <a:lnTo>
                    <a:pt x="1736" y="930"/>
                  </a:lnTo>
                  <a:lnTo>
                    <a:pt x="1359" y="1102"/>
                  </a:lnTo>
                  <a:lnTo>
                    <a:pt x="1229" y="1311"/>
                  </a:lnTo>
                  <a:lnTo>
                    <a:pt x="1198" y="1586"/>
                  </a:lnTo>
                  <a:lnTo>
                    <a:pt x="975" y="1485"/>
                  </a:lnTo>
                  <a:lnTo>
                    <a:pt x="927" y="1662"/>
                  </a:lnTo>
                  <a:lnTo>
                    <a:pt x="733" y="1662"/>
                  </a:lnTo>
                  <a:lnTo>
                    <a:pt x="702" y="2039"/>
                  </a:lnTo>
                  <a:lnTo>
                    <a:pt x="598" y="2419"/>
                  </a:lnTo>
                  <a:lnTo>
                    <a:pt x="621" y="2593"/>
                  </a:lnTo>
                  <a:lnTo>
                    <a:pt x="786" y="3179"/>
                  </a:lnTo>
                  <a:lnTo>
                    <a:pt x="572" y="3108"/>
                  </a:lnTo>
                  <a:lnTo>
                    <a:pt x="490" y="2947"/>
                  </a:lnTo>
                  <a:lnTo>
                    <a:pt x="328" y="2866"/>
                  </a:lnTo>
                  <a:lnTo>
                    <a:pt x="135" y="2629"/>
                  </a:lnTo>
                  <a:lnTo>
                    <a:pt x="135" y="2139"/>
                  </a:lnTo>
                  <a:lnTo>
                    <a:pt x="0" y="1866"/>
                  </a:lnTo>
                  <a:lnTo>
                    <a:pt x="135" y="1521"/>
                  </a:lnTo>
                  <a:lnTo>
                    <a:pt x="0" y="1273"/>
                  </a:lnTo>
                  <a:lnTo>
                    <a:pt x="28" y="999"/>
                  </a:lnTo>
                  <a:lnTo>
                    <a:pt x="276" y="693"/>
                  </a:lnTo>
                  <a:lnTo>
                    <a:pt x="544" y="311"/>
                  </a:lnTo>
                  <a:lnTo>
                    <a:pt x="1063" y="0"/>
                  </a:lnTo>
                  <a:lnTo>
                    <a:pt x="1466" y="0"/>
                  </a:lnTo>
                  <a:lnTo>
                    <a:pt x="1736" y="129"/>
                  </a:lnTo>
                  <a:lnTo>
                    <a:pt x="1929" y="129"/>
                  </a:lnTo>
                  <a:lnTo>
                    <a:pt x="2010" y="204"/>
                  </a:lnTo>
                  <a:lnTo>
                    <a:pt x="2286" y="101"/>
                  </a:lnTo>
                  <a:lnTo>
                    <a:pt x="2502" y="101"/>
                  </a:lnTo>
                  <a:lnTo>
                    <a:pt x="2718" y="311"/>
                  </a:lnTo>
                  <a:lnTo>
                    <a:pt x="2986" y="963"/>
                  </a:lnTo>
                  <a:lnTo>
                    <a:pt x="3288" y="1311"/>
                  </a:lnTo>
                  <a:lnTo>
                    <a:pt x="3320" y="1662"/>
                  </a:lnTo>
                  <a:lnTo>
                    <a:pt x="3288" y="1866"/>
                  </a:lnTo>
                  <a:lnTo>
                    <a:pt x="3472" y="2216"/>
                  </a:lnTo>
                  <a:lnTo>
                    <a:pt x="3498" y="2458"/>
                  </a:lnTo>
                  <a:lnTo>
                    <a:pt x="3391" y="2700"/>
                  </a:lnTo>
                  <a:lnTo>
                    <a:pt x="3368" y="2947"/>
                  </a:lnTo>
                  <a:lnTo>
                    <a:pt x="3472" y="3108"/>
                  </a:lnTo>
                  <a:lnTo>
                    <a:pt x="3230" y="3421"/>
                  </a:lnTo>
                  <a:lnTo>
                    <a:pt x="2965" y="3527"/>
                  </a:lnTo>
                  <a:lnTo>
                    <a:pt x="2657" y="3527"/>
                  </a:lnTo>
                  <a:lnTo>
                    <a:pt x="1957" y="4217"/>
                  </a:lnTo>
                  <a:lnTo>
                    <a:pt x="1466" y="4937"/>
                  </a:lnTo>
                  <a:lnTo>
                    <a:pt x="786" y="5669"/>
                  </a:lnTo>
                  <a:lnTo>
                    <a:pt x="135" y="6879"/>
                  </a:lnTo>
                  <a:lnTo>
                    <a:pt x="28" y="7466"/>
                  </a:lnTo>
                  <a:lnTo>
                    <a:pt x="28" y="6573"/>
                  </a:lnTo>
                  <a:lnTo>
                    <a:pt x="383" y="4873"/>
                  </a:lnTo>
                  <a:lnTo>
                    <a:pt x="760" y="3871"/>
                  </a:lnTo>
                  <a:lnTo>
                    <a:pt x="975" y="3636"/>
                  </a:lnTo>
                  <a:lnTo>
                    <a:pt x="927" y="34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5" name="Freeform 91">
              <a:extLst>
                <a:ext uri="{FF2B5EF4-FFF2-40B4-BE49-F238E27FC236}">
                  <a16:creationId xmlns:a16="http://schemas.microsoft.com/office/drawing/2014/main" id="{91807F6D-722B-A04A-8EFF-7B3DF26F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356"/>
              <a:ext cx="217" cy="520"/>
            </a:xfrm>
            <a:custGeom>
              <a:avLst/>
              <a:gdLst>
                <a:gd name="T0" fmla="*/ 3 w 1741"/>
                <a:gd name="T1" fmla="*/ 0 h 4158"/>
                <a:gd name="T2" fmla="*/ 2 w 1741"/>
                <a:gd name="T3" fmla="*/ 3 h 4158"/>
                <a:gd name="T4" fmla="*/ 2 w 1741"/>
                <a:gd name="T5" fmla="*/ 4 h 4158"/>
                <a:gd name="T6" fmla="*/ 2 w 1741"/>
                <a:gd name="T7" fmla="*/ 5 h 4158"/>
                <a:gd name="T8" fmla="*/ 2 w 1741"/>
                <a:gd name="T9" fmla="*/ 5 h 4158"/>
                <a:gd name="T10" fmla="*/ 2 w 1741"/>
                <a:gd name="T11" fmla="*/ 6 h 4158"/>
                <a:gd name="T12" fmla="*/ 1 w 1741"/>
                <a:gd name="T13" fmla="*/ 6 h 4158"/>
                <a:gd name="T14" fmla="*/ 1 w 1741"/>
                <a:gd name="T15" fmla="*/ 7 h 4158"/>
                <a:gd name="T16" fmla="*/ 1 w 1741"/>
                <a:gd name="T17" fmla="*/ 7 h 4158"/>
                <a:gd name="T18" fmla="*/ 0 w 1741"/>
                <a:gd name="T19" fmla="*/ 8 h 4158"/>
                <a:gd name="T20" fmla="*/ 0 w 1741"/>
                <a:gd name="T21" fmla="*/ 7 h 4158"/>
                <a:gd name="T22" fmla="*/ 1 w 1741"/>
                <a:gd name="T23" fmla="*/ 5 h 4158"/>
                <a:gd name="T24" fmla="*/ 1 w 1741"/>
                <a:gd name="T25" fmla="*/ 4 h 4158"/>
                <a:gd name="T26" fmla="*/ 1 w 1741"/>
                <a:gd name="T27" fmla="*/ 4 h 4158"/>
                <a:gd name="T28" fmla="*/ 1 w 1741"/>
                <a:gd name="T29" fmla="*/ 4 h 4158"/>
                <a:gd name="T30" fmla="*/ 2 w 1741"/>
                <a:gd name="T31" fmla="*/ 3 h 4158"/>
                <a:gd name="T32" fmla="*/ 2 w 1741"/>
                <a:gd name="T33" fmla="*/ 3 h 4158"/>
                <a:gd name="T34" fmla="*/ 2 w 1741"/>
                <a:gd name="T35" fmla="*/ 2 h 4158"/>
                <a:gd name="T36" fmla="*/ 2 w 1741"/>
                <a:gd name="T37" fmla="*/ 2 h 4158"/>
                <a:gd name="T38" fmla="*/ 3 w 1741"/>
                <a:gd name="T39" fmla="*/ 2 h 4158"/>
                <a:gd name="T40" fmla="*/ 3 w 1741"/>
                <a:gd name="T41" fmla="*/ 1 h 4158"/>
                <a:gd name="T42" fmla="*/ 3 w 1741"/>
                <a:gd name="T43" fmla="*/ 1 h 4158"/>
                <a:gd name="T44" fmla="*/ 3 w 1741"/>
                <a:gd name="T45" fmla="*/ 0 h 4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41"/>
                <a:gd name="T70" fmla="*/ 0 h 4158"/>
                <a:gd name="T71" fmla="*/ 1741 w 1741"/>
                <a:gd name="T72" fmla="*/ 4158 h 415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41" h="4158">
                  <a:moveTo>
                    <a:pt x="1741" y="0"/>
                  </a:moveTo>
                  <a:lnTo>
                    <a:pt x="1277" y="1420"/>
                  </a:lnTo>
                  <a:lnTo>
                    <a:pt x="1250" y="1866"/>
                  </a:lnTo>
                  <a:lnTo>
                    <a:pt x="954" y="2324"/>
                  </a:lnTo>
                  <a:lnTo>
                    <a:pt x="1110" y="2733"/>
                  </a:lnTo>
                  <a:lnTo>
                    <a:pt x="1029" y="2949"/>
                  </a:lnTo>
                  <a:lnTo>
                    <a:pt x="712" y="2949"/>
                  </a:lnTo>
                  <a:lnTo>
                    <a:pt x="465" y="3394"/>
                  </a:lnTo>
                  <a:lnTo>
                    <a:pt x="496" y="3560"/>
                  </a:lnTo>
                  <a:lnTo>
                    <a:pt x="0" y="4158"/>
                  </a:lnTo>
                  <a:lnTo>
                    <a:pt x="194" y="3599"/>
                  </a:lnTo>
                  <a:lnTo>
                    <a:pt x="387" y="2674"/>
                  </a:lnTo>
                  <a:lnTo>
                    <a:pt x="410" y="1973"/>
                  </a:lnTo>
                  <a:lnTo>
                    <a:pt x="465" y="1769"/>
                  </a:lnTo>
                  <a:lnTo>
                    <a:pt x="765" y="1909"/>
                  </a:lnTo>
                  <a:lnTo>
                    <a:pt x="922" y="1738"/>
                  </a:lnTo>
                  <a:lnTo>
                    <a:pt x="814" y="1451"/>
                  </a:lnTo>
                  <a:lnTo>
                    <a:pt x="987" y="1216"/>
                  </a:lnTo>
                  <a:lnTo>
                    <a:pt x="1196" y="1145"/>
                  </a:lnTo>
                  <a:lnTo>
                    <a:pt x="1408" y="833"/>
                  </a:lnTo>
                  <a:lnTo>
                    <a:pt x="1357" y="662"/>
                  </a:lnTo>
                  <a:lnTo>
                    <a:pt x="1472" y="521"/>
                  </a:lnTo>
                  <a:lnTo>
                    <a:pt x="17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76" name="Freeform 92">
              <a:extLst>
                <a:ext uri="{FF2B5EF4-FFF2-40B4-BE49-F238E27FC236}">
                  <a16:creationId xmlns:a16="http://schemas.microsoft.com/office/drawing/2014/main" id="{AE44FC89-F946-7240-A58A-55379D335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19"/>
              <a:ext cx="203" cy="857"/>
            </a:xfrm>
            <a:custGeom>
              <a:avLst/>
              <a:gdLst>
                <a:gd name="T0" fmla="*/ 0 w 1623"/>
                <a:gd name="T1" fmla="*/ 0 h 6855"/>
                <a:gd name="T2" fmla="*/ 1 w 1623"/>
                <a:gd name="T3" fmla="*/ 1 h 6855"/>
                <a:gd name="T4" fmla="*/ 3 w 1623"/>
                <a:gd name="T5" fmla="*/ 2 h 6855"/>
                <a:gd name="T6" fmla="*/ 3 w 1623"/>
                <a:gd name="T7" fmla="*/ 3 h 6855"/>
                <a:gd name="T8" fmla="*/ 3 w 1623"/>
                <a:gd name="T9" fmla="*/ 5 h 6855"/>
                <a:gd name="T10" fmla="*/ 3 w 1623"/>
                <a:gd name="T11" fmla="*/ 6 h 6855"/>
                <a:gd name="T12" fmla="*/ 2 w 1623"/>
                <a:gd name="T13" fmla="*/ 10 h 6855"/>
                <a:gd name="T14" fmla="*/ 2 w 1623"/>
                <a:gd name="T15" fmla="*/ 11 h 6855"/>
                <a:gd name="T16" fmla="*/ 3 w 1623"/>
                <a:gd name="T17" fmla="*/ 11 h 6855"/>
                <a:gd name="T18" fmla="*/ 3 w 1623"/>
                <a:gd name="T19" fmla="*/ 11 h 6855"/>
                <a:gd name="T20" fmla="*/ 2 w 1623"/>
                <a:gd name="T21" fmla="*/ 12 h 6855"/>
                <a:gd name="T22" fmla="*/ 2 w 1623"/>
                <a:gd name="T23" fmla="*/ 12 h 6855"/>
                <a:gd name="T24" fmla="*/ 3 w 1623"/>
                <a:gd name="T25" fmla="*/ 13 h 6855"/>
                <a:gd name="T26" fmla="*/ 3 w 1623"/>
                <a:gd name="T27" fmla="*/ 13 h 68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23"/>
                <a:gd name="T43" fmla="*/ 0 h 6855"/>
                <a:gd name="T44" fmla="*/ 1623 w 1623"/>
                <a:gd name="T45" fmla="*/ 6855 h 685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23" h="6855">
                  <a:moveTo>
                    <a:pt x="0" y="0"/>
                  </a:moveTo>
                  <a:lnTo>
                    <a:pt x="486" y="280"/>
                  </a:lnTo>
                  <a:lnTo>
                    <a:pt x="1299" y="799"/>
                  </a:lnTo>
                  <a:lnTo>
                    <a:pt x="1541" y="1421"/>
                  </a:lnTo>
                  <a:lnTo>
                    <a:pt x="1623" y="2287"/>
                  </a:lnTo>
                  <a:lnTo>
                    <a:pt x="1569" y="3053"/>
                  </a:lnTo>
                  <a:lnTo>
                    <a:pt x="1192" y="4989"/>
                  </a:lnTo>
                  <a:lnTo>
                    <a:pt x="1159" y="5371"/>
                  </a:lnTo>
                  <a:lnTo>
                    <a:pt x="1299" y="5569"/>
                  </a:lnTo>
                  <a:lnTo>
                    <a:pt x="1299" y="5682"/>
                  </a:lnTo>
                  <a:lnTo>
                    <a:pt x="1192" y="5990"/>
                  </a:lnTo>
                  <a:lnTo>
                    <a:pt x="1192" y="6199"/>
                  </a:lnTo>
                  <a:lnTo>
                    <a:pt x="1266" y="6608"/>
                  </a:lnTo>
                  <a:lnTo>
                    <a:pt x="1266" y="68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5779" name="Group 93">
            <a:extLst>
              <a:ext uri="{FF2B5EF4-FFF2-40B4-BE49-F238E27FC236}">
                <a16:creationId xmlns:a16="http://schemas.microsoft.com/office/drawing/2014/main" id="{5B463326-FB11-9C47-9DE8-75C32A90FC97}"/>
              </a:ext>
            </a:extLst>
          </p:cNvPr>
          <p:cNvGrpSpPr>
            <a:grpSpLocks/>
          </p:cNvGrpSpPr>
          <p:nvPr/>
        </p:nvGrpSpPr>
        <p:grpSpPr bwMode="auto">
          <a:xfrm>
            <a:off x="957262" y="1629661"/>
            <a:ext cx="1039813" cy="1100138"/>
            <a:chOff x="2160" y="960"/>
            <a:chExt cx="1258" cy="1251"/>
          </a:xfrm>
        </p:grpSpPr>
        <p:sp>
          <p:nvSpPr>
            <p:cNvPr id="75788" name="Freeform 94">
              <a:extLst>
                <a:ext uri="{FF2B5EF4-FFF2-40B4-BE49-F238E27FC236}">
                  <a16:creationId xmlns:a16="http://schemas.microsoft.com/office/drawing/2014/main" id="{B1B6074C-E76B-004A-9974-376A7617E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222"/>
              <a:ext cx="1050" cy="902"/>
            </a:xfrm>
            <a:custGeom>
              <a:avLst/>
              <a:gdLst>
                <a:gd name="T0" fmla="*/ 5 w 8398"/>
                <a:gd name="T1" fmla="*/ 1 h 7221"/>
                <a:gd name="T2" fmla="*/ 4 w 8398"/>
                <a:gd name="T3" fmla="*/ 3 h 7221"/>
                <a:gd name="T4" fmla="*/ 5 w 8398"/>
                <a:gd name="T5" fmla="*/ 3 h 7221"/>
                <a:gd name="T6" fmla="*/ 5 w 8398"/>
                <a:gd name="T7" fmla="*/ 3 h 7221"/>
                <a:gd name="T8" fmla="*/ 6 w 8398"/>
                <a:gd name="T9" fmla="*/ 3 h 7221"/>
                <a:gd name="T10" fmla="*/ 6 w 8398"/>
                <a:gd name="T11" fmla="*/ 3 h 7221"/>
                <a:gd name="T12" fmla="*/ 7 w 8398"/>
                <a:gd name="T13" fmla="*/ 3 h 7221"/>
                <a:gd name="T14" fmla="*/ 8 w 8398"/>
                <a:gd name="T15" fmla="*/ 2 h 7221"/>
                <a:gd name="T16" fmla="*/ 11 w 8398"/>
                <a:gd name="T17" fmla="*/ 3 h 7221"/>
                <a:gd name="T18" fmla="*/ 12 w 8398"/>
                <a:gd name="T19" fmla="*/ 4 h 7221"/>
                <a:gd name="T20" fmla="*/ 13 w 8398"/>
                <a:gd name="T21" fmla="*/ 4 h 7221"/>
                <a:gd name="T22" fmla="*/ 14 w 8398"/>
                <a:gd name="T23" fmla="*/ 4 h 7221"/>
                <a:gd name="T24" fmla="*/ 15 w 8398"/>
                <a:gd name="T25" fmla="*/ 4 h 7221"/>
                <a:gd name="T26" fmla="*/ 15 w 8398"/>
                <a:gd name="T27" fmla="*/ 5 h 7221"/>
                <a:gd name="T28" fmla="*/ 15 w 8398"/>
                <a:gd name="T29" fmla="*/ 5 h 7221"/>
                <a:gd name="T30" fmla="*/ 15 w 8398"/>
                <a:gd name="T31" fmla="*/ 5 h 7221"/>
                <a:gd name="T32" fmla="*/ 16 w 8398"/>
                <a:gd name="T33" fmla="*/ 6 h 7221"/>
                <a:gd name="T34" fmla="*/ 16 w 8398"/>
                <a:gd name="T35" fmla="*/ 6 h 7221"/>
                <a:gd name="T36" fmla="*/ 16 w 8398"/>
                <a:gd name="T37" fmla="*/ 7 h 7221"/>
                <a:gd name="T38" fmla="*/ 16 w 8398"/>
                <a:gd name="T39" fmla="*/ 8 h 7221"/>
                <a:gd name="T40" fmla="*/ 16 w 8398"/>
                <a:gd name="T41" fmla="*/ 8 h 7221"/>
                <a:gd name="T42" fmla="*/ 16 w 8398"/>
                <a:gd name="T43" fmla="*/ 8 h 7221"/>
                <a:gd name="T44" fmla="*/ 16 w 8398"/>
                <a:gd name="T45" fmla="*/ 9 h 7221"/>
                <a:gd name="T46" fmla="*/ 14 w 8398"/>
                <a:gd name="T47" fmla="*/ 11 h 7221"/>
                <a:gd name="T48" fmla="*/ 14 w 8398"/>
                <a:gd name="T49" fmla="*/ 10 h 7221"/>
                <a:gd name="T50" fmla="*/ 14 w 8398"/>
                <a:gd name="T51" fmla="*/ 10 h 7221"/>
                <a:gd name="T52" fmla="*/ 14 w 8398"/>
                <a:gd name="T53" fmla="*/ 9 h 7221"/>
                <a:gd name="T54" fmla="*/ 13 w 8398"/>
                <a:gd name="T55" fmla="*/ 10 h 7221"/>
                <a:gd name="T56" fmla="*/ 13 w 8398"/>
                <a:gd name="T57" fmla="*/ 13 h 7221"/>
                <a:gd name="T58" fmla="*/ 13 w 8398"/>
                <a:gd name="T59" fmla="*/ 14 h 7221"/>
                <a:gd name="T60" fmla="*/ 4 w 8398"/>
                <a:gd name="T61" fmla="*/ 14 h 7221"/>
                <a:gd name="T62" fmla="*/ 4 w 8398"/>
                <a:gd name="T63" fmla="*/ 13 h 7221"/>
                <a:gd name="T64" fmla="*/ 4 w 8398"/>
                <a:gd name="T65" fmla="*/ 11 h 7221"/>
                <a:gd name="T66" fmla="*/ 4 w 8398"/>
                <a:gd name="T67" fmla="*/ 7 h 7221"/>
                <a:gd name="T68" fmla="*/ 3 w 8398"/>
                <a:gd name="T69" fmla="*/ 7 h 7221"/>
                <a:gd name="T70" fmla="*/ 2 w 8398"/>
                <a:gd name="T71" fmla="*/ 7 h 7221"/>
                <a:gd name="T72" fmla="*/ 1 w 8398"/>
                <a:gd name="T73" fmla="*/ 7 h 7221"/>
                <a:gd name="T74" fmla="*/ 0 w 8398"/>
                <a:gd name="T75" fmla="*/ 7 h 7221"/>
                <a:gd name="T76" fmla="*/ 0 w 8398"/>
                <a:gd name="T77" fmla="*/ 6 h 7221"/>
                <a:gd name="T78" fmla="*/ 0 w 8398"/>
                <a:gd name="T79" fmla="*/ 5 h 7221"/>
                <a:gd name="T80" fmla="*/ 1 w 8398"/>
                <a:gd name="T81" fmla="*/ 3 h 7221"/>
                <a:gd name="T82" fmla="*/ 3 w 8398"/>
                <a:gd name="T83" fmla="*/ 1 h 7221"/>
                <a:gd name="T84" fmla="*/ 4 w 8398"/>
                <a:gd name="T85" fmla="*/ 0 h 7221"/>
                <a:gd name="T86" fmla="*/ 5 w 8398"/>
                <a:gd name="T87" fmla="*/ 1 h 7221"/>
                <a:gd name="T88" fmla="*/ 5 w 8398"/>
                <a:gd name="T89" fmla="*/ 1 h 72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398"/>
                <a:gd name="T136" fmla="*/ 0 h 7221"/>
                <a:gd name="T137" fmla="*/ 8398 w 8398"/>
                <a:gd name="T138" fmla="*/ 7221 h 72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398" h="7221">
                  <a:moveTo>
                    <a:pt x="2623" y="603"/>
                  </a:moveTo>
                  <a:lnTo>
                    <a:pt x="2102" y="1736"/>
                  </a:lnTo>
                  <a:lnTo>
                    <a:pt x="2678" y="1450"/>
                  </a:lnTo>
                  <a:lnTo>
                    <a:pt x="2768" y="1475"/>
                  </a:lnTo>
                  <a:lnTo>
                    <a:pt x="2861" y="1571"/>
                  </a:lnTo>
                  <a:lnTo>
                    <a:pt x="3166" y="1426"/>
                  </a:lnTo>
                  <a:lnTo>
                    <a:pt x="3603" y="1426"/>
                  </a:lnTo>
                  <a:lnTo>
                    <a:pt x="3904" y="1182"/>
                  </a:lnTo>
                  <a:lnTo>
                    <a:pt x="5838" y="1549"/>
                  </a:lnTo>
                  <a:lnTo>
                    <a:pt x="6354" y="1862"/>
                  </a:lnTo>
                  <a:lnTo>
                    <a:pt x="6822" y="1982"/>
                  </a:lnTo>
                  <a:lnTo>
                    <a:pt x="7246" y="2272"/>
                  </a:lnTo>
                  <a:lnTo>
                    <a:pt x="7472" y="2323"/>
                  </a:lnTo>
                  <a:lnTo>
                    <a:pt x="7730" y="2540"/>
                  </a:lnTo>
                  <a:lnTo>
                    <a:pt x="7730" y="2611"/>
                  </a:lnTo>
                  <a:lnTo>
                    <a:pt x="7820" y="2681"/>
                  </a:lnTo>
                  <a:lnTo>
                    <a:pt x="7952" y="2966"/>
                  </a:lnTo>
                  <a:lnTo>
                    <a:pt x="8216" y="3283"/>
                  </a:lnTo>
                  <a:lnTo>
                    <a:pt x="8290" y="3670"/>
                  </a:lnTo>
                  <a:lnTo>
                    <a:pt x="8290" y="3960"/>
                  </a:lnTo>
                  <a:lnTo>
                    <a:pt x="8398" y="4129"/>
                  </a:lnTo>
                  <a:lnTo>
                    <a:pt x="8398" y="4303"/>
                  </a:lnTo>
                  <a:lnTo>
                    <a:pt x="8066" y="4850"/>
                  </a:lnTo>
                  <a:lnTo>
                    <a:pt x="7341" y="5452"/>
                  </a:lnTo>
                  <a:lnTo>
                    <a:pt x="7154" y="5386"/>
                  </a:lnTo>
                  <a:lnTo>
                    <a:pt x="7080" y="5021"/>
                  </a:lnTo>
                  <a:lnTo>
                    <a:pt x="6972" y="4875"/>
                  </a:lnTo>
                  <a:lnTo>
                    <a:pt x="6822" y="5362"/>
                  </a:lnTo>
                  <a:lnTo>
                    <a:pt x="6711" y="6689"/>
                  </a:lnTo>
                  <a:lnTo>
                    <a:pt x="6469" y="7221"/>
                  </a:lnTo>
                  <a:lnTo>
                    <a:pt x="2080" y="7221"/>
                  </a:lnTo>
                  <a:lnTo>
                    <a:pt x="1913" y="6740"/>
                  </a:lnTo>
                  <a:lnTo>
                    <a:pt x="2160" y="5652"/>
                  </a:lnTo>
                  <a:lnTo>
                    <a:pt x="1913" y="3554"/>
                  </a:lnTo>
                  <a:lnTo>
                    <a:pt x="1298" y="3568"/>
                  </a:lnTo>
                  <a:lnTo>
                    <a:pt x="946" y="3815"/>
                  </a:lnTo>
                  <a:lnTo>
                    <a:pt x="519" y="3740"/>
                  </a:lnTo>
                  <a:lnTo>
                    <a:pt x="129" y="3568"/>
                  </a:lnTo>
                  <a:lnTo>
                    <a:pt x="0" y="3136"/>
                  </a:lnTo>
                  <a:lnTo>
                    <a:pt x="118" y="2422"/>
                  </a:lnTo>
                  <a:lnTo>
                    <a:pt x="487" y="1643"/>
                  </a:lnTo>
                  <a:lnTo>
                    <a:pt x="1245" y="749"/>
                  </a:lnTo>
                  <a:lnTo>
                    <a:pt x="1865" y="0"/>
                  </a:lnTo>
                  <a:lnTo>
                    <a:pt x="2529" y="530"/>
                  </a:lnTo>
                  <a:lnTo>
                    <a:pt x="2623" y="6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89" name="Freeform 95">
              <a:extLst>
                <a:ext uri="{FF2B5EF4-FFF2-40B4-BE49-F238E27FC236}">
                  <a16:creationId xmlns:a16="http://schemas.microsoft.com/office/drawing/2014/main" id="{D3137E90-D585-3A4D-B7A7-E2F6C0C4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54"/>
              <a:ext cx="188" cy="472"/>
            </a:xfrm>
            <a:custGeom>
              <a:avLst/>
              <a:gdLst>
                <a:gd name="T0" fmla="*/ 3 w 1505"/>
                <a:gd name="T1" fmla="*/ 0 h 3777"/>
                <a:gd name="T2" fmla="*/ 3 w 1505"/>
                <a:gd name="T3" fmla="*/ 0 h 3777"/>
                <a:gd name="T4" fmla="*/ 3 w 1505"/>
                <a:gd name="T5" fmla="*/ 1 h 3777"/>
                <a:gd name="T6" fmla="*/ 3 w 1505"/>
                <a:gd name="T7" fmla="*/ 1 h 3777"/>
                <a:gd name="T8" fmla="*/ 2 w 1505"/>
                <a:gd name="T9" fmla="*/ 3 h 3777"/>
                <a:gd name="T10" fmla="*/ 2 w 1505"/>
                <a:gd name="T11" fmla="*/ 5 h 3777"/>
                <a:gd name="T12" fmla="*/ 1 w 1505"/>
                <a:gd name="T13" fmla="*/ 6 h 3777"/>
                <a:gd name="T14" fmla="*/ 1 w 1505"/>
                <a:gd name="T15" fmla="*/ 7 h 3777"/>
                <a:gd name="T16" fmla="*/ 1 w 1505"/>
                <a:gd name="T17" fmla="*/ 7 h 3777"/>
                <a:gd name="T18" fmla="*/ 0 w 1505"/>
                <a:gd name="T19" fmla="*/ 7 h 3777"/>
                <a:gd name="T20" fmla="*/ 0 w 1505"/>
                <a:gd name="T21" fmla="*/ 5 h 3777"/>
                <a:gd name="T22" fmla="*/ 1 w 1505"/>
                <a:gd name="T23" fmla="*/ 3 h 3777"/>
                <a:gd name="T24" fmla="*/ 2 w 1505"/>
                <a:gd name="T25" fmla="*/ 1 h 3777"/>
                <a:gd name="T26" fmla="*/ 2 w 1505"/>
                <a:gd name="T27" fmla="*/ 1 h 3777"/>
                <a:gd name="T28" fmla="*/ 2 w 1505"/>
                <a:gd name="T29" fmla="*/ 0 h 3777"/>
                <a:gd name="T30" fmla="*/ 2 w 1505"/>
                <a:gd name="T31" fmla="*/ 0 h 3777"/>
                <a:gd name="T32" fmla="*/ 3 w 1505"/>
                <a:gd name="T33" fmla="*/ 0 h 3777"/>
                <a:gd name="T34" fmla="*/ 3 w 1505"/>
                <a:gd name="T35" fmla="*/ 0 h 3777"/>
                <a:gd name="T36" fmla="*/ 3 w 1505"/>
                <a:gd name="T37" fmla="*/ 0 h 37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05"/>
                <a:gd name="T58" fmla="*/ 0 h 3777"/>
                <a:gd name="T59" fmla="*/ 1505 w 1505"/>
                <a:gd name="T60" fmla="*/ 3777 h 37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05" h="3777">
                  <a:moveTo>
                    <a:pt x="1505" y="113"/>
                  </a:moveTo>
                  <a:lnTo>
                    <a:pt x="1413" y="258"/>
                  </a:lnTo>
                  <a:lnTo>
                    <a:pt x="1324" y="355"/>
                  </a:lnTo>
                  <a:lnTo>
                    <a:pt x="1347" y="576"/>
                  </a:lnTo>
                  <a:lnTo>
                    <a:pt x="1144" y="1799"/>
                  </a:lnTo>
                  <a:lnTo>
                    <a:pt x="833" y="2542"/>
                  </a:lnTo>
                  <a:lnTo>
                    <a:pt x="676" y="3158"/>
                  </a:lnTo>
                  <a:lnTo>
                    <a:pt x="575" y="3575"/>
                  </a:lnTo>
                  <a:lnTo>
                    <a:pt x="527" y="3777"/>
                  </a:lnTo>
                  <a:lnTo>
                    <a:pt x="0" y="3777"/>
                  </a:lnTo>
                  <a:lnTo>
                    <a:pt x="275" y="2783"/>
                  </a:lnTo>
                  <a:lnTo>
                    <a:pt x="685" y="1701"/>
                  </a:lnTo>
                  <a:lnTo>
                    <a:pt x="1045" y="525"/>
                  </a:lnTo>
                  <a:lnTo>
                    <a:pt x="1202" y="399"/>
                  </a:lnTo>
                  <a:lnTo>
                    <a:pt x="1153" y="219"/>
                  </a:lnTo>
                  <a:lnTo>
                    <a:pt x="1144" y="0"/>
                  </a:lnTo>
                  <a:lnTo>
                    <a:pt x="1395" y="0"/>
                  </a:lnTo>
                  <a:lnTo>
                    <a:pt x="1481" y="26"/>
                  </a:lnTo>
                  <a:lnTo>
                    <a:pt x="1505" y="11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0" name="Freeform 96">
              <a:extLst>
                <a:ext uri="{FF2B5EF4-FFF2-40B4-BE49-F238E27FC236}">
                  <a16:creationId xmlns:a16="http://schemas.microsoft.com/office/drawing/2014/main" id="{32D6C280-9210-324C-AECB-7D9EE8EDA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652"/>
              <a:ext cx="173" cy="474"/>
            </a:xfrm>
            <a:custGeom>
              <a:avLst/>
              <a:gdLst>
                <a:gd name="T0" fmla="*/ 3 w 1386"/>
                <a:gd name="T1" fmla="*/ 0 h 3786"/>
                <a:gd name="T2" fmla="*/ 2 w 1386"/>
                <a:gd name="T3" fmla="*/ 0 h 3786"/>
                <a:gd name="T4" fmla="*/ 2 w 1386"/>
                <a:gd name="T5" fmla="*/ 0 h 3786"/>
                <a:gd name="T6" fmla="*/ 2 w 1386"/>
                <a:gd name="T7" fmla="*/ 1 h 3786"/>
                <a:gd name="T8" fmla="*/ 3 w 1386"/>
                <a:gd name="T9" fmla="*/ 1 h 3786"/>
                <a:gd name="T10" fmla="*/ 3 w 1386"/>
                <a:gd name="T11" fmla="*/ 1 h 3786"/>
                <a:gd name="T12" fmla="*/ 3 w 1386"/>
                <a:gd name="T13" fmla="*/ 1 h 3786"/>
                <a:gd name="T14" fmla="*/ 3 w 1386"/>
                <a:gd name="T15" fmla="*/ 2 h 3786"/>
                <a:gd name="T16" fmla="*/ 2 w 1386"/>
                <a:gd name="T17" fmla="*/ 4 h 3786"/>
                <a:gd name="T18" fmla="*/ 2 w 1386"/>
                <a:gd name="T19" fmla="*/ 2 h 3786"/>
                <a:gd name="T20" fmla="*/ 2 w 1386"/>
                <a:gd name="T21" fmla="*/ 2 h 3786"/>
                <a:gd name="T22" fmla="*/ 2 w 1386"/>
                <a:gd name="T23" fmla="*/ 1 h 3786"/>
                <a:gd name="T24" fmla="*/ 2 w 1386"/>
                <a:gd name="T25" fmla="*/ 1 h 3786"/>
                <a:gd name="T26" fmla="*/ 2 w 1386"/>
                <a:gd name="T27" fmla="*/ 2 h 3786"/>
                <a:gd name="T28" fmla="*/ 1 w 1386"/>
                <a:gd name="T29" fmla="*/ 4 h 3786"/>
                <a:gd name="T30" fmla="*/ 1 w 1386"/>
                <a:gd name="T31" fmla="*/ 5 h 3786"/>
                <a:gd name="T32" fmla="*/ 1 w 1386"/>
                <a:gd name="T33" fmla="*/ 7 h 3786"/>
                <a:gd name="T34" fmla="*/ 0 w 1386"/>
                <a:gd name="T35" fmla="*/ 7 h 3786"/>
                <a:gd name="T36" fmla="*/ 0 w 1386"/>
                <a:gd name="T37" fmla="*/ 7 h 3786"/>
                <a:gd name="T38" fmla="*/ 0 w 1386"/>
                <a:gd name="T39" fmla="*/ 6 h 3786"/>
                <a:gd name="T40" fmla="*/ 1 w 1386"/>
                <a:gd name="T41" fmla="*/ 3 h 3786"/>
                <a:gd name="T42" fmla="*/ 2 w 1386"/>
                <a:gd name="T43" fmla="*/ 1 h 3786"/>
                <a:gd name="T44" fmla="*/ 2 w 1386"/>
                <a:gd name="T45" fmla="*/ 1 h 3786"/>
                <a:gd name="T46" fmla="*/ 2 w 1386"/>
                <a:gd name="T47" fmla="*/ 1 h 3786"/>
                <a:gd name="T48" fmla="*/ 2 w 1386"/>
                <a:gd name="T49" fmla="*/ 0 h 3786"/>
                <a:gd name="T50" fmla="*/ 2 w 1386"/>
                <a:gd name="T51" fmla="*/ 0 h 3786"/>
                <a:gd name="T52" fmla="*/ 3 w 1386"/>
                <a:gd name="T53" fmla="*/ 0 h 37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386"/>
                <a:gd name="T82" fmla="*/ 0 h 3786"/>
                <a:gd name="T83" fmla="*/ 1386 w 1386"/>
                <a:gd name="T84" fmla="*/ 3786 h 37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386" h="3786">
                  <a:moveTo>
                    <a:pt x="1369" y="23"/>
                  </a:moveTo>
                  <a:lnTo>
                    <a:pt x="1316" y="78"/>
                  </a:lnTo>
                  <a:lnTo>
                    <a:pt x="1293" y="180"/>
                  </a:lnTo>
                  <a:lnTo>
                    <a:pt x="1307" y="283"/>
                  </a:lnTo>
                  <a:lnTo>
                    <a:pt x="1386" y="288"/>
                  </a:lnTo>
                  <a:lnTo>
                    <a:pt x="1337" y="364"/>
                  </a:lnTo>
                  <a:lnTo>
                    <a:pt x="1369" y="562"/>
                  </a:lnTo>
                  <a:lnTo>
                    <a:pt x="1337" y="968"/>
                  </a:lnTo>
                  <a:lnTo>
                    <a:pt x="1096" y="1978"/>
                  </a:lnTo>
                  <a:lnTo>
                    <a:pt x="1272" y="956"/>
                  </a:lnTo>
                  <a:lnTo>
                    <a:pt x="1270" y="760"/>
                  </a:lnTo>
                  <a:lnTo>
                    <a:pt x="1195" y="668"/>
                  </a:lnTo>
                  <a:lnTo>
                    <a:pt x="1138" y="687"/>
                  </a:lnTo>
                  <a:lnTo>
                    <a:pt x="1010" y="1070"/>
                  </a:lnTo>
                  <a:lnTo>
                    <a:pt x="790" y="1902"/>
                  </a:lnTo>
                  <a:lnTo>
                    <a:pt x="536" y="2600"/>
                  </a:lnTo>
                  <a:lnTo>
                    <a:pt x="294" y="3410"/>
                  </a:lnTo>
                  <a:lnTo>
                    <a:pt x="209" y="3786"/>
                  </a:lnTo>
                  <a:lnTo>
                    <a:pt x="0" y="3786"/>
                  </a:lnTo>
                  <a:lnTo>
                    <a:pt x="195" y="3124"/>
                  </a:lnTo>
                  <a:lnTo>
                    <a:pt x="670" y="1575"/>
                  </a:lnTo>
                  <a:lnTo>
                    <a:pt x="1056" y="534"/>
                  </a:lnTo>
                  <a:lnTo>
                    <a:pt x="1195" y="417"/>
                  </a:lnTo>
                  <a:lnTo>
                    <a:pt x="1182" y="316"/>
                  </a:lnTo>
                  <a:lnTo>
                    <a:pt x="1096" y="23"/>
                  </a:lnTo>
                  <a:lnTo>
                    <a:pt x="1261" y="0"/>
                  </a:lnTo>
                  <a:lnTo>
                    <a:pt x="1369" y="23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1" name="Freeform 97">
              <a:extLst>
                <a:ext uri="{FF2B5EF4-FFF2-40B4-BE49-F238E27FC236}">
                  <a16:creationId xmlns:a16="http://schemas.microsoft.com/office/drawing/2014/main" id="{D6124C87-F1BA-5349-8600-57F173EF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969"/>
              <a:ext cx="311" cy="214"/>
            </a:xfrm>
            <a:custGeom>
              <a:avLst/>
              <a:gdLst>
                <a:gd name="T0" fmla="*/ 2 w 2496"/>
                <a:gd name="T1" fmla="*/ 0 h 1712"/>
                <a:gd name="T2" fmla="*/ 1 w 2496"/>
                <a:gd name="T3" fmla="*/ 1 h 1712"/>
                <a:gd name="T4" fmla="*/ 0 w 2496"/>
                <a:gd name="T5" fmla="*/ 3 h 1712"/>
                <a:gd name="T6" fmla="*/ 4 w 2496"/>
                <a:gd name="T7" fmla="*/ 3 h 1712"/>
                <a:gd name="T8" fmla="*/ 5 w 2496"/>
                <a:gd name="T9" fmla="*/ 2 h 1712"/>
                <a:gd name="T10" fmla="*/ 5 w 2496"/>
                <a:gd name="T11" fmla="*/ 2 h 1712"/>
                <a:gd name="T12" fmla="*/ 5 w 2496"/>
                <a:gd name="T13" fmla="*/ 2 h 1712"/>
                <a:gd name="T14" fmla="*/ 4 w 2496"/>
                <a:gd name="T15" fmla="*/ 1 h 1712"/>
                <a:gd name="T16" fmla="*/ 4 w 2496"/>
                <a:gd name="T17" fmla="*/ 1 h 1712"/>
                <a:gd name="T18" fmla="*/ 4 w 2496"/>
                <a:gd name="T19" fmla="*/ 1 h 1712"/>
                <a:gd name="T20" fmla="*/ 3 w 2496"/>
                <a:gd name="T21" fmla="*/ 0 h 1712"/>
                <a:gd name="T22" fmla="*/ 3 w 2496"/>
                <a:gd name="T23" fmla="*/ 0 h 1712"/>
                <a:gd name="T24" fmla="*/ 3 w 2496"/>
                <a:gd name="T25" fmla="*/ 0 h 1712"/>
                <a:gd name="T26" fmla="*/ 2 w 2496"/>
                <a:gd name="T27" fmla="*/ 0 h 17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96"/>
                <a:gd name="T43" fmla="*/ 0 h 1712"/>
                <a:gd name="T44" fmla="*/ 2496 w 2496"/>
                <a:gd name="T45" fmla="*/ 1712 h 17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96" h="1712">
                  <a:moveTo>
                    <a:pt x="1154" y="0"/>
                  </a:moveTo>
                  <a:lnTo>
                    <a:pt x="354" y="327"/>
                  </a:lnTo>
                  <a:lnTo>
                    <a:pt x="0" y="1712"/>
                  </a:lnTo>
                  <a:lnTo>
                    <a:pt x="2334" y="1268"/>
                  </a:lnTo>
                  <a:lnTo>
                    <a:pt x="2486" y="1077"/>
                  </a:lnTo>
                  <a:lnTo>
                    <a:pt x="2496" y="947"/>
                  </a:lnTo>
                  <a:lnTo>
                    <a:pt x="2380" y="813"/>
                  </a:lnTo>
                  <a:lnTo>
                    <a:pt x="2297" y="609"/>
                  </a:lnTo>
                  <a:lnTo>
                    <a:pt x="2184" y="475"/>
                  </a:lnTo>
                  <a:lnTo>
                    <a:pt x="2009" y="262"/>
                  </a:lnTo>
                  <a:lnTo>
                    <a:pt x="1789" y="196"/>
                  </a:lnTo>
                  <a:lnTo>
                    <a:pt x="1712" y="216"/>
                  </a:lnTo>
                  <a:lnTo>
                    <a:pt x="1387" y="48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2" name="Freeform 98">
              <a:extLst>
                <a:ext uri="{FF2B5EF4-FFF2-40B4-BE49-F238E27FC236}">
                  <a16:creationId xmlns:a16="http://schemas.microsoft.com/office/drawing/2014/main" id="{2317C857-8AA4-2449-9D37-D67A59A5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734"/>
              <a:ext cx="177" cy="107"/>
            </a:xfrm>
            <a:custGeom>
              <a:avLst/>
              <a:gdLst>
                <a:gd name="T0" fmla="*/ 0 w 1411"/>
                <a:gd name="T1" fmla="*/ 1 h 860"/>
                <a:gd name="T2" fmla="*/ 1 w 1411"/>
                <a:gd name="T3" fmla="*/ 1 h 860"/>
                <a:gd name="T4" fmla="*/ 1 w 1411"/>
                <a:gd name="T5" fmla="*/ 1 h 860"/>
                <a:gd name="T6" fmla="*/ 1 w 1411"/>
                <a:gd name="T7" fmla="*/ 1 h 860"/>
                <a:gd name="T8" fmla="*/ 2 w 1411"/>
                <a:gd name="T9" fmla="*/ 1 h 860"/>
                <a:gd name="T10" fmla="*/ 2 w 1411"/>
                <a:gd name="T11" fmla="*/ 1 h 860"/>
                <a:gd name="T12" fmla="*/ 3 w 1411"/>
                <a:gd name="T13" fmla="*/ 1 h 860"/>
                <a:gd name="T14" fmla="*/ 3 w 1411"/>
                <a:gd name="T15" fmla="*/ 2 h 860"/>
                <a:gd name="T16" fmla="*/ 3 w 1411"/>
                <a:gd name="T17" fmla="*/ 1 h 860"/>
                <a:gd name="T18" fmla="*/ 3 w 1411"/>
                <a:gd name="T19" fmla="*/ 1 h 860"/>
                <a:gd name="T20" fmla="*/ 3 w 1411"/>
                <a:gd name="T21" fmla="*/ 1 h 860"/>
                <a:gd name="T22" fmla="*/ 2 w 1411"/>
                <a:gd name="T23" fmla="*/ 0 h 860"/>
                <a:gd name="T24" fmla="*/ 2 w 1411"/>
                <a:gd name="T25" fmla="*/ 0 h 860"/>
                <a:gd name="T26" fmla="*/ 2 w 1411"/>
                <a:gd name="T27" fmla="*/ 0 h 860"/>
                <a:gd name="T28" fmla="*/ 2 w 1411"/>
                <a:gd name="T29" fmla="*/ 0 h 860"/>
                <a:gd name="T30" fmla="*/ 2 w 1411"/>
                <a:gd name="T31" fmla="*/ 0 h 860"/>
                <a:gd name="T32" fmla="*/ 1 w 1411"/>
                <a:gd name="T33" fmla="*/ 0 h 860"/>
                <a:gd name="T34" fmla="*/ 1 w 1411"/>
                <a:gd name="T35" fmla="*/ 1 h 860"/>
                <a:gd name="T36" fmla="*/ 0 w 1411"/>
                <a:gd name="T37" fmla="*/ 1 h 860"/>
                <a:gd name="T38" fmla="*/ 0 w 1411"/>
                <a:gd name="T39" fmla="*/ 1 h 8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11"/>
                <a:gd name="T61" fmla="*/ 0 h 860"/>
                <a:gd name="T62" fmla="*/ 1411 w 1411"/>
                <a:gd name="T63" fmla="*/ 860 h 8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11" h="860">
                  <a:moveTo>
                    <a:pt x="0" y="644"/>
                  </a:moveTo>
                  <a:lnTo>
                    <a:pt x="260" y="512"/>
                  </a:lnTo>
                  <a:lnTo>
                    <a:pt x="505" y="372"/>
                  </a:lnTo>
                  <a:lnTo>
                    <a:pt x="689" y="323"/>
                  </a:lnTo>
                  <a:lnTo>
                    <a:pt x="850" y="346"/>
                  </a:lnTo>
                  <a:lnTo>
                    <a:pt x="1037" y="442"/>
                  </a:lnTo>
                  <a:lnTo>
                    <a:pt x="1250" y="653"/>
                  </a:lnTo>
                  <a:lnTo>
                    <a:pt x="1376" y="860"/>
                  </a:lnTo>
                  <a:lnTo>
                    <a:pt x="1411" y="664"/>
                  </a:lnTo>
                  <a:lnTo>
                    <a:pt x="1387" y="442"/>
                  </a:lnTo>
                  <a:lnTo>
                    <a:pt x="1300" y="352"/>
                  </a:lnTo>
                  <a:lnTo>
                    <a:pt x="1185" y="293"/>
                  </a:lnTo>
                  <a:lnTo>
                    <a:pt x="1152" y="220"/>
                  </a:lnTo>
                  <a:lnTo>
                    <a:pt x="1134" y="115"/>
                  </a:lnTo>
                  <a:lnTo>
                    <a:pt x="1060" y="46"/>
                  </a:lnTo>
                  <a:lnTo>
                    <a:pt x="938" y="0"/>
                  </a:lnTo>
                  <a:lnTo>
                    <a:pt x="338" y="196"/>
                  </a:lnTo>
                  <a:lnTo>
                    <a:pt x="237" y="312"/>
                  </a:lnTo>
                  <a:lnTo>
                    <a:pt x="53" y="429"/>
                  </a:lnTo>
                  <a:lnTo>
                    <a:pt x="0" y="644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3" name="Freeform 99">
              <a:extLst>
                <a:ext uri="{FF2B5EF4-FFF2-40B4-BE49-F238E27FC236}">
                  <a16:creationId xmlns:a16="http://schemas.microsoft.com/office/drawing/2014/main" id="{9EBD5037-5559-524D-A339-375EB7D2A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57"/>
              <a:ext cx="135" cy="150"/>
            </a:xfrm>
            <a:custGeom>
              <a:avLst/>
              <a:gdLst>
                <a:gd name="T0" fmla="*/ 1 w 1078"/>
                <a:gd name="T1" fmla="*/ 2 h 1202"/>
                <a:gd name="T2" fmla="*/ 1 w 1078"/>
                <a:gd name="T3" fmla="*/ 2 h 1202"/>
                <a:gd name="T4" fmla="*/ 1 w 1078"/>
                <a:gd name="T5" fmla="*/ 1 h 1202"/>
                <a:gd name="T6" fmla="*/ 1 w 1078"/>
                <a:gd name="T7" fmla="*/ 1 h 1202"/>
                <a:gd name="T8" fmla="*/ 1 w 1078"/>
                <a:gd name="T9" fmla="*/ 1 h 1202"/>
                <a:gd name="T10" fmla="*/ 0 w 1078"/>
                <a:gd name="T11" fmla="*/ 1 h 1202"/>
                <a:gd name="T12" fmla="*/ 0 w 1078"/>
                <a:gd name="T13" fmla="*/ 0 h 1202"/>
                <a:gd name="T14" fmla="*/ 0 w 1078"/>
                <a:gd name="T15" fmla="*/ 0 h 1202"/>
                <a:gd name="T16" fmla="*/ 1 w 1078"/>
                <a:gd name="T17" fmla="*/ 0 h 1202"/>
                <a:gd name="T18" fmla="*/ 2 w 1078"/>
                <a:gd name="T19" fmla="*/ 0 h 1202"/>
                <a:gd name="T20" fmla="*/ 2 w 1078"/>
                <a:gd name="T21" fmla="*/ 0 h 1202"/>
                <a:gd name="T22" fmla="*/ 2 w 1078"/>
                <a:gd name="T23" fmla="*/ 1 h 1202"/>
                <a:gd name="T24" fmla="*/ 2 w 1078"/>
                <a:gd name="T25" fmla="*/ 1 h 1202"/>
                <a:gd name="T26" fmla="*/ 2 w 1078"/>
                <a:gd name="T27" fmla="*/ 2 h 1202"/>
                <a:gd name="T28" fmla="*/ 2 w 1078"/>
                <a:gd name="T29" fmla="*/ 2 h 1202"/>
                <a:gd name="T30" fmla="*/ 2 w 1078"/>
                <a:gd name="T31" fmla="*/ 2 h 1202"/>
                <a:gd name="T32" fmla="*/ 2 w 1078"/>
                <a:gd name="T33" fmla="*/ 2 h 1202"/>
                <a:gd name="T34" fmla="*/ 1 w 1078"/>
                <a:gd name="T35" fmla="*/ 2 h 12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78"/>
                <a:gd name="T55" fmla="*/ 0 h 1202"/>
                <a:gd name="T56" fmla="*/ 1078 w 1078"/>
                <a:gd name="T57" fmla="*/ 1202 h 120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78" h="1202">
                  <a:moveTo>
                    <a:pt x="663" y="1120"/>
                  </a:moveTo>
                  <a:lnTo>
                    <a:pt x="465" y="868"/>
                  </a:lnTo>
                  <a:lnTo>
                    <a:pt x="391" y="527"/>
                  </a:lnTo>
                  <a:lnTo>
                    <a:pt x="285" y="472"/>
                  </a:lnTo>
                  <a:lnTo>
                    <a:pt x="235" y="384"/>
                  </a:lnTo>
                  <a:lnTo>
                    <a:pt x="0" y="327"/>
                  </a:lnTo>
                  <a:lnTo>
                    <a:pt x="15" y="195"/>
                  </a:lnTo>
                  <a:lnTo>
                    <a:pt x="90" y="134"/>
                  </a:lnTo>
                  <a:lnTo>
                    <a:pt x="541" y="0"/>
                  </a:lnTo>
                  <a:lnTo>
                    <a:pt x="790" y="0"/>
                  </a:lnTo>
                  <a:lnTo>
                    <a:pt x="885" y="149"/>
                  </a:lnTo>
                  <a:lnTo>
                    <a:pt x="1004" y="452"/>
                  </a:lnTo>
                  <a:lnTo>
                    <a:pt x="1048" y="721"/>
                  </a:lnTo>
                  <a:lnTo>
                    <a:pt x="1076" y="878"/>
                  </a:lnTo>
                  <a:lnTo>
                    <a:pt x="1078" y="1033"/>
                  </a:lnTo>
                  <a:lnTo>
                    <a:pt x="1039" y="1132"/>
                  </a:lnTo>
                  <a:lnTo>
                    <a:pt x="832" y="1202"/>
                  </a:lnTo>
                  <a:lnTo>
                    <a:pt x="663" y="112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4" name="Freeform 100">
              <a:extLst>
                <a:ext uri="{FF2B5EF4-FFF2-40B4-BE49-F238E27FC236}">
                  <a16:creationId xmlns:a16="http://schemas.microsoft.com/office/drawing/2014/main" id="{EEA316AC-7A6B-4749-855C-1C96431A5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110"/>
              <a:ext cx="343" cy="521"/>
            </a:xfrm>
            <a:custGeom>
              <a:avLst/>
              <a:gdLst>
                <a:gd name="T0" fmla="*/ 3 w 2747"/>
                <a:gd name="T1" fmla="*/ 0 h 4163"/>
                <a:gd name="T2" fmla="*/ 2 w 2747"/>
                <a:gd name="T3" fmla="*/ 1 h 4163"/>
                <a:gd name="T4" fmla="*/ 2 w 2747"/>
                <a:gd name="T5" fmla="*/ 1 h 4163"/>
                <a:gd name="T6" fmla="*/ 1 w 2747"/>
                <a:gd name="T7" fmla="*/ 1 h 4163"/>
                <a:gd name="T8" fmla="*/ 1 w 2747"/>
                <a:gd name="T9" fmla="*/ 2 h 4163"/>
                <a:gd name="T10" fmla="*/ 0 w 2747"/>
                <a:gd name="T11" fmla="*/ 2 h 4163"/>
                <a:gd name="T12" fmla="*/ 0 w 2747"/>
                <a:gd name="T13" fmla="*/ 2 h 4163"/>
                <a:gd name="T14" fmla="*/ 0 w 2747"/>
                <a:gd name="T15" fmla="*/ 2 h 4163"/>
                <a:gd name="T16" fmla="*/ 0 w 2747"/>
                <a:gd name="T17" fmla="*/ 2 h 4163"/>
                <a:gd name="T18" fmla="*/ 0 w 2747"/>
                <a:gd name="T19" fmla="*/ 3 h 4163"/>
                <a:gd name="T20" fmla="*/ 0 w 2747"/>
                <a:gd name="T21" fmla="*/ 3 h 4163"/>
                <a:gd name="T22" fmla="*/ 1 w 2747"/>
                <a:gd name="T23" fmla="*/ 4 h 4163"/>
                <a:gd name="T24" fmla="*/ 1 w 2747"/>
                <a:gd name="T25" fmla="*/ 4 h 4163"/>
                <a:gd name="T26" fmla="*/ 1 w 2747"/>
                <a:gd name="T27" fmla="*/ 4 h 4163"/>
                <a:gd name="T28" fmla="*/ 1 w 2747"/>
                <a:gd name="T29" fmla="*/ 5 h 4163"/>
                <a:gd name="T30" fmla="*/ 1 w 2747"/>
                <a:gd name="T31" fmla="*/ 6 h 4163"/>
                <a:gd name="T32" fmla="*/ 2 w 2747"/>
                <a:gd name="T33" fmla="*/ 7 h 4163"/>
                <a:gd name="T34" fmla="*/ 2 w 2747"/>
                <a:gd name="T35" fmla="*/ 8 h 4163"/>
                <a:gd name="T36" fmla="*/ 2 w 2747"/>
                <a:gd name="T37" fmla="*/ 8 h 4163"/>
                <a:gd name="T38" fmla="*/ 3 w 2747"/>
                <a:gd name="T39" fmla="*/ 7 h 4163"/>
                <a:gd name="T40" fmla="*/ 3 w 2747"/>
                <a:gd name="T41" fmla="*/ 7 h 4163"/>
                <a:gd name="T42" fmla="*/ 4 w 2747"/>
                <a:gd name="T43" fmla="*/ 7 h 4163"/>
                <a:gd name="T44" fmla="*/ 4 w 2747"/>
                <a:gd name="T45" fmla="*/ 7 h 4163"/>
                <a:gd name="T46" fmla="*/ 4 w 2747"/>
                <a:gd name="T47" fmla="*/ 6 h 4163"/>
                <a:gd name="T48" fmla="*/ 4 w 2747"/>
                <a:gd name="T49" fmla="*/ 6 h 4163"/>
                <a:gd name="T50" fmla="*/ 4 w 2747"/>
                <a:gd name="T51" fmla="*/ 6 h 4163"/>
                <a:gd name="T52" fmla="*/ 4 w 2747"/>
                <a:gd name="T53" fmla="*/ 5 h 4163"/>
                <a:gd name="T54" fmla="*/ 5 w 2747"/>
                <a:gd name="T55" fmla="*/ 5 h 4163"/>
                <a:gd name="T56" fmla="*/ 5 w 2747"/>
                <a:gd name="T57" fmla="*/ 4 h 4163"/>
                <a:gd name="T58" fmla="*/ 5 w 2747"/>
                <a:gd name="T59" fmla="*/ 3 h 4163"/>
                <a:gd name="T60" fmla="*/ 5 w 2747"/>
                <a:gd name="T61" fmla="*/ 3 h 4163"/>
                <a:gd name="T62" fmla="*/ 5 w 2747"/>
                <a:gd name="T63" fmla="*/ 2 h 4163"/>
                <a:gd name="T64" fmla="*/ 5 w 2747"/>
                <a:gd name="T65" fmla="*/ 2 h 4163"/>
                <a:gd name="T66" fmla="*/ 5 w 2747"/>
                <a:gd name="T67" fmla="*/ 0 h 4163"/>
                <a:gd name="T68" fmla="*/ 5 w 2747"/>
                <a:gd name="T69" fmla="*/ 0 h 4163"/>
                <a:gd name="T70" fmla="*/ 3 w 2747"/>
                <a:gd name="T71" fmla="*/ 1 h 4163"/>
                <a:gd name="T72" fmla="*/ 3 w 2747"/>
                <a:gd name="T73" fmla="*/ 1 h 4163"/>
                <a:gd name="T74" fmla="*/ 3 w 2747"/>
                <a:gd name="T75" fmla="*/ 0 h 416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47"/>
                <a:gd name="T115" fmla="*/ 0 h 4163"/>
                <a:gd name="T116" fmla="*/ 2747 w 2747"/>
                <a:gd name="T117" fmla="*/ 4163 h 416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47" h="4163">
                  <a:moveTo>
                    <a:pt x="1386" y="170"/>
                  </a:moveTo>
                  <a:lnTo>
                    <a:pt x="1109" y="240"/>
                  </a:lnTo>
                  <a:lnTo>
                    <a:pt x="968" y="350"/>
                  </a:lnTo>
                  <a:lnTo>
                    <a:pt x="723" y="438"/>
                  </a:lnTo>
                  <a:lnTo>
                    <a:pt x="410" y="839"/>
                  </a:lnTo>
                  <a:lnTo>
                    <a:pt x="237" y="814"/>
                  </a:lnTo>
                  <a:lnTo>
                    <a:pt x="127" y="827"/>
                  </a:lnTo>
                  <a:lnTo>
                    <a:pt x="13" y="886"/>
                  </a:lnTo>
                  <a:lnTo>
                    <a:pt x="0" y="1005"/>
                  </a:lnTo>
                  <a:lnTo>
                    <a:pt x="46" y="1302"/>
                  </a:lnTo>
                  <a:lnTo>
                    <a:pt x="200" y="1653"/>
                  </a:lnTo>
                  <a:lnTo>
                    <a:pt x="313" y="1778"/>
                  </a:lnTo>
                  <a:lnTo>
                    <a:pt x="433" y="1778"/>
                  </a:lnTo>
                  <a:lnTo>
                    <a:pt x="463" y="2033"/>
                  </a:lnTo>
                  <a:lnTo>
                    <a:pt x="463" y="2734"/>
                  </a:lnTo>
                  <a:lnTo>
                    <a:pt x="585" y="3152"/>
                  </a:lnTo>
                  <a:lnTo>
                    <a:pt x="982" y="3682"/>
                  </a:lnTo>
                  <a:lnTo>
                    <a:pt x="1291" y="4053"/>
                  </a:lnTo>
                  <a:lnTo>
                    <a:pt x="1314" y="4163"/>
                  </a:lnTo>
                  <a:lnTo>
                    <a:pt x="1441" y="3772"/>
                  </a:lnTo>
                  <a:lnTo>
                    <a:pt x="1795" y="3548"/>
                  </a:lnTo>
                  <a:lnTo>
                    <a:pt x="1940" y="3506"/>
                  </a:lnTo>
                  <a:lnTo>
                    <a:pt x="2037" y="3295"/>
                  </a:lnTo>
                  <a:lnTo>
                    <a:pt x="2028" y="3198"/>
                  </a:lnTo>
                  <a:lnTo>
                    <a:pt x="2028" y="3097"/>
                  </a:lnTo>
                  <a:lnTo>
                    <a:pt x="2162" y="2930"/>
                  </a:lnTo>
                  <a:lnTo>
                    <a:pt x="2323" y="2656"/>
                  </a:lnTo>
                  <a:lnTo>
                    <a:pt x="2423" y="2420"/>
                  </a:lnTo>
                  <a:lnTo>
                    <a:pt x="2544" y="2091"/>
                  </a:lnTo>
                  <a:lnTo>
                    <a:pt x="2643" y="1726"/>
                  </a:lnTo>
                  <a:lnTo>
                    <a:pt x="2696" y="1445"/>
                  </a:lnTo>
                  <a:lnTo>
                    <a:pt x="2696" y="1222"/>
                  </a:lnTo>
                  <a:lnTo>
                    <a:pt x="2696" y="814"/>
                  </a:lnTo>
                  <a:lnTo>
                    <a:pt x="2747" y="97"/>
                  </a:lnTo>
                  <a:lnTo>
                    <a:pt x="2648" y="0"/>
                  </a:lnTo>
                  <a:lnTo>
                    <a:pt x="1494" y="293"/>
                  </a:lnTo>
                  <a:lnTo>
                    <a:pt x="1369" y="293"/>
                  </a:lnTo>
                  <a:lnTo>
                    <a:pt x="1386" y="17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5" name="Freeform 101">
              <a:extLst>
                <a:ext uri="{FF2B5EF4-FFF2-40B4-BE49-F238E27FC236}">
                  <a16:creationId xmlns:a16="http://schemas.microsoft.com/office/drawing/2014/main" id="{B653C81B-CD2B-D746-9C0C-625FAB06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402"/>
              <a:ext cx="91" cy="129"/>
            </a:xfrm>
            <a:custGeom>
              <a:avLst/>
              <a:gdLst>
                <a:gd name="T0" fmla="*/ 1 w 726"/>
                <a:gd name="T1" fmla="*/ 0 h 1033"/>
                <a:gd name="T2" fmla="*/ 1 w 726"/>
                <a:gd name="T3" fmla="*/ 0 h 1033"/>
                <a:gd name="T4" fmla="*/ 1 w 726"/>
                <a:gd name="T5" fmla="*/ 1 h 1033"/>
                <a:gd name="T6" fmla="*/ 1 w 726"/>
                <a:gd name="T7" fmla="*/ 1 h 1033"/>
                <a:gd name="T8" fmla="*/ 0 w 726"/>
                <a:gd name="T9" fmla="*/ 1 h 1033"/>
                <a:gd name="T10" fmla="*/ 0 w 726"/>
                <a:gd name="T11" fmla="*/ 2 h 1033"/>
                <a:gd name="T12" fmla="*/ 0 w 726"/>
                <a:gd name="T13" fmla="*/ 2 h 1033"/>
                <a:gd name="T14" fmla="*/ 1 w 726"/>
                <a:gd name="T15" fmla="*/ 1 h 1033"/>
                <a:gd name="T16" fmla="*/ 1 w 726"/>
                <a:gd name="T17" fmla="*/ 0 h 1033"/>
                <a:gd name="T18" fmla="*/ 1 w 726"/>
                <a:gd name="T19" fmla="*/ 0 h 10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26"/>
                <a:gd name="T31" fmla="*/ 0 h 1033"/>
                <a:gd name="T32" fmla="*/ 726 w 726"/>
                <a:gd name="T33" fmla="*/ 1033 h 10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26" h="1033">
                  <a:moveTo>
                    <a:pt x="726" y="0"/>
                  </a:moveTo>
                  <a:lnTo>
                    <a:pt x="627" y="69"/>
                  </a:lnTo>
                  <a:lnTo>
                    <a:pt x="397" y="413"/>
                  </a:lnTo>
                  <a:lnTo>
                    <a:pt x="272" y="526"/>
                  </a:lnTo>
                  <a:lnTo>
                    <a:pt x="83" y="786"/>
                  </a:lnTo>
                  <a:lnTo>
                    <a:pt x="0" y="1033"/>
                  </a:lnTo>
                  <a:lnTo>
                    <a:pt x="189" y="940"/>
                  </a:lnTo>
                  <a:lnTo>
                    <a:pt x="362" y="764"/>
                  </a:lnTo>
                  <a:lnTo>
                    <a:pt x="694" y="203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6" name="Freeform 102">
              <a:extLst>
                <a:ext uri="{FF2B5EF4-FFF2-40B4-BE49-F238E27FC236}">
                  <a16:creationId xmlns:a16="http://schemas.microsoft.com/office/drawing/2014/main" id="{92EAC962-C0C6-1942-B971-DE425738A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963"/>
              <a:ext cx="405" cy="351"/>
            </a:xfrm>
            <a:custGeom>
              <a:avLst/>
              <a:gdLst>
                <a:gd name="T0" fmla="*/ 1 w 3242"/>
                <a:gd name="T1" fmla="*/ 5 h 2812"/>
                <a:gd name="T2" fmla="*/ 2 w 3242"/>
                <a:gd name="T3" fmla="*/ 4 h 2812"/>
                <a:gd name="T4" fmla="*/ 2 w 3242"/>
                <a:gd name="T5" fmla="*/ 4 h 2812"/>
                <a:gd name="T6" fmla="*/ 3 w 3242"/>
                <a:gd name="T7" fmla="*/ 3 h 2812"/>
                <a:gd name="T8" fmla="*/ 3 w 3242"/>
                <a:gd name="T9" fmla="*/ 3 h 2812"/>
                <a:gd name="T10" fmla="*/ 3 w 3242"/>
                <a:gd name="T11" fmla="*/ 3 h 2812"/>
                <a:gd name="T12" fmla="*/ 4 w 3242"/>
                <a:gd name="T13" fmla="*/ 3 h 2812"/>
                <a:gd name="T14" fmla="*/ 4 w 3242"/>
                <a:gd name="T15" fmla="*/ 3 h 2812"/>
                <a:gd name="T16" fmla="*/ 5 w 3242"/>
                <a:gd name="T17" fmla="*/ 2 h 2812"/>
                <a:gd name="T18" fmla="*/ 6 w 3242"/>
                <a:gd name="T19" fmla="*/ 2 h 2812"/>
                <a:gd name="T20" fmla="*/ 6 w 3242"/>
                <a:gd name="T21" fmla="*/ 1 h 2812"/>
                <a:gd name="T22" fmla="*/ 6 w 3242"/>
                <a:gd name="T23" fmla="*/ 1 h 2812"/>
                <a:gd name="T24" fmla="*/ 5 w 3242"/>
                <a:gd name="T25" fmla="*/ 0 h 2812"/>
                <a:gd name="T26" fmla="*/ 5 w 3242"/>
                <a:gd name="T27" fmla="*/ 0 h 2812"/>
                <a:gd name="T28" fmla="*/ 4 w 3242"/>
                <a:gd name="T29" fmla="*/ 0 h 2812"/>
                <a:gd name="T30" fmla="*/ 4 w 3242"/>
                <a:gd name="T31" fmla="*/ 0 h 2812"/>
                <a:gd name="T32" fmla="*/ 4 w 3242"/>
                <a:gd name="T33" fmla="*/ 0 h 2812"/>
                <a:gd name="T34" fmla="*/ 3 w 3242"/>
                <a:gd name="T35" fmla="*/ 1 h 2812"/>
                <a:gd name="T36" fmla="*/ 3 w 3242"/>
                <a:gd name="T37" fmla="*/ 2 h 2812"/>
                <a:gd name="T38" fmla="*/ 2 w 3242"/>
                <a:gd name="T39" fmla="*/ 2 h 2812"/>
                <a:gd name="T40" fmla="*/ 1 w 3242"/>
                <a:gd name="T41" fmla="*/ 3 h 2812"/>
                <a:gd name="T42" fmla="*/ 1 w 3242"/>
                <a:gd name="T43" fmla="*/ 3 h 2812"/>
                <a:gd name="T44" fmla="*/ 0 w 3242"/>
                <a:gd name="T45" fmla="*/ 4 h 2812"/>
                <a:gd name="T46" fmla="*/ 0 w 3242"/>
                <a:gd name="T47" fmla="*/ 5 h 2812"/>
                <a:gd name="T48" fmla="*/ 1 w 3242"/>
                <a:gd name="T49" fmla="*/ 5 h 2812"/>
                <a:gd name="T50" fmla="*/ 1 w 3242"/>
                <a:gd name="T51" fmla="*/ 5 h 28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42"/>
                <a:gd name="T79" fmla="*/ 0 h 2812"/>
                <a:gd name="T80" fmla="*/ 3242 w 3242"/>
                <a:gd name="T81" fmla="*/ 2812 h 281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42" h="2812">
                  <a:moveTo>
                    <a:pt x="725" y="2649"/>
                  </a:moveTo>
                  <a:lnTo>
                    <a:pt x="899" y="2216"/>
                  </a:lnTo>
                  <a:lnTo>
                    <a:pt x="1165" y="1915"/>
                  </a:lnTo>
                  <a:lnTo>
                    <a:pt x="1469" y="1812"/>
                  </a:lnTo>
                  <a:lnTo>
                    <a:pt x="1637" y="1722"/>
                  </a:lnTo>
                  <a:lnTo>
                    <a:pt x="1804" y="1515"/>
                  </a:lnTo>
                  <a:lnTo>
                    <a:pt x="2079" y="1618"/>
                  </a:lnTo>
                  <a:lnTo>
                    <a:pt x="2255" y="1429"/>
                  </a:lnTo>
                  <a:lnTo>
                    <a:pt x="2635" y="1231"/>
                  </a:lnTo>
                  <a:lnTo>
                    <a:pt x="2877" y="862"/>
                  </a:lnTo>
                  <a:lnTo>
                    <a:pt x="3242" y="673"/>
                  </a:lnTo>
                  <a:lnTo>
                    <a:pt x="3134" y="368"/>
                  </a:lnTo>
                  <a:lnTo>
                    <a:pt x="2659" y="0"/>
                  </a:lnTo>
                  <a:lnTo>
                    <a:pt x="2507" y="0"/>
                  </a:lnTo>
                  <a:lnTo>
                    <a:pt x="2288" y="43"/>
                  </a:lnTo>
                  <a:lnTo>
                    <a:pt x="1907" y="187"/>
                  </a:lnTo>
                  <a:lnTo>
                    <a:pt x="1838" y="240"/>
                  </a:lnTo>
                  <a:lnTo>
                    <a:pt x="1778" y="339"/>
                  </a:lnTo>
                  <a:lnTo>
                    <a:pt x="1336" y="871"/>
                  </a:lnTo>
                  <a:lnTo>
                    <a:pt x="1054" y="1102"/>
                  </a:lnTo>
                  <a:lnTo>
                    <a:pt x="622" y="1378"/>
                  </a:lnTo>
                  <a:lnTo>
                    <a:pt x="437" y="1556"/>
                  </a:lnTo>
                  <a:lnTo>
                    <a:pt x="0" y="2160"/>
                  </a:lnTo>
                  <a:lnTo>
                    <a:pt x="222" y="2812"/>
                  </a:lnTo>
                  <a:lnTo>
                    <a:pt x="420" y="2812"/>
                  </a:lnTo>
                  <a:lnTo>
                    <a:pt x="725" y="2649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7" name="Freeform 103">
              <a:extLst>
                <a:ext uri="{FF2B5EF4-FFF2-40B4-BE49-F238E27FC236}">
                  <a16:creationId xmlns:a16="http://schemas.microsoft.com/office/drawing/2014/main" id="{B623608A-DB1E-6842-992A-ED8A126E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265"/>
              <a:ext cx="96" cy="60"/>
            </a:xfrm>
            <a:custGeom>
              <a:avLst/>
              <a:gdLst>
                <a:gd name="T0" fmla="*/ 0 w 769"/>
                <a:gd name="T1" fmla="*/ 0 h 472"/>
                <a:gd name="T2" fmla="*/ 0 w 769"/>
                <a:gd name="T3" fmla="*/ 0 h 472"/>
                <a:gd name="T4" fmla="*/ 1 w 769"/>
                <a:gd name="T5" fmla="*/ 0 h 472"/>
                <a:gd name="T6" fmla="*/ 1 w 769"/>
                <a:gd name="T7" fmla="*/ 0 h 472"/>
                <a:gd name="T8" fmla="*/ 1 w 769"/>
                <a:gd name="T9" fmla="*/ 1 h 472"/>
                <a:gd name="T10" fmla="*/ 1 w 769"/>
                <a:gd name="T11" fmla="*/ 1 h 472"/>
                <a:gd name="T12" fmla="*/ 1 w 769"/>
                <a:gd name="T13" fmla="*/ 1 h 472"/>
                <a:gd name="T14" fmla="*/ 1 w 769"/>
                <a:gd name="T15" fmla="*/ 1 h 472"/>
                <a:gd name="T16" fmla="*/ 1 w 769"/>
                <a:gd name="T17" fmla="*/ 1 h 472"/>
                <a:gd name="T18" fmla="*/ 1 w 769"/>
                <a:gd name="T19" fmla="*/ 1 h 472"/>
                <a:gd name="T20" fmla="*/ 0 w 769"/>
                <a:gd name="T21" fmla="*/ 1 h 472"/>
                <a:gd name="T22" fmla="*/ 0 w 769"/>
                <a:gd name="T23" fmla="*/ 1 h 472"/>
                <a:gd name="T24" fmla="*/ 0 w 769"/>
                <a:gd name="T25" fmla="*/ 0 h 472"/>
                <a:gd name="T26" fmla="*/ 0 w 769"/>
                <a:gd name="T27" fmla="*/ 1 h 472"/>
                <a:gd name="T28" fmla="*/ 1 w 769"/>
                <a:gd name="T29" fmla="*/ 1 h 472"/>
                <a:gd name="T30" fmla="*/ 1 w 769"/>
                <a:gd name="T31" fmla="*/ 1 h 472"/>
                <a:gd name="T32" fmla="*/ 1 w 769"/>
                <a:gd name="T33" fmla="*/ 0 h 472"/>
                <a:gd name="T34" fmla="*/ 0 w 769"/>
                <a:gd name="T35" fmla="*/ 0 h 472"/>
                <a:gd name="T36" fmla="*/ 0 w 769"/>
                <a:gd name="T37" fmla="*/ 0 h 4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9"/>
                <a:gd name="T58" fmla="*/ 0 h 472"/>
                <a:gd name="T59" fmla="*/ 769 w 769"/>
                <a:gd name="T60" fmla="*/ 472 h 4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9" h="472">
                  <a:moveTo>
                    <a:pt x="53" y="0"/>
                  </a:moveTo>
                  <a:lnTo>
                    <a:pt x="270" y="0"/>
                  </a:lnTo>
                  <a:lnTo>
                    <a:pt x="393" y="69"/>
                  </a:lnTo>
                  <a:lnTo>
                    <a:pt x="690" y="69"/>
                  </a:lnTo>
                  <a:lnTo>
                    <a:pt x="769" y="263"/>
                  </a:lnTo>
                  <a:lnTo>
                    <a:pt x="644" y="472"/>
                  </a:lnTo>
                  <a:lnTo>
                    <a:pt x="699" y="297"/>
                  </a:lnTo>
                  <a:lnTo>
                    <a:pt x="644" y="230"/>
                  </a:lnTo>
                  <a:lnTo>
                    <a:pt x="431" y="391"/>
                  </a:lnTo>
                  <a:lnTo>
                    <a:pt x="376" y="391"/>
                  </a:lnTo>
                  <a:lnTo>
                    <a:pt x="204" y="318"/>
                  </a:lnTo>
                  <a:lnTo>
                    <a:pt x="99" y="297"/>
                  </a:lnTo>
                  <a:lnTo>
                    <a:pt x="0" y="214"/>
                  </a:lnTo>
                  <a:lnTo>
                    <a:pt x="150" y="285"/>
                  </a:lnTo>
                  <a:lnTo>
                    <a:pt x="305" y="285"/>
                  </a:lnTo>
                  <a:lnTo>
                    <a:pt x="480" y="230"/>
                  </a:lnTo>
                  <a:lnTo>
                    <a:pt x="332" y="175"/>
                  </a:lnTo>
                  <a:lnTo>
                    <a:pt x="99" y="3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8" name="Freeform 104">
              <a:extLst>
                <a:ext uri="{FF2B5EF4-FFF2-40B4-BE49-F238E27FC236}">
                  <a16:creationId xmlns:a16="http://schemas.microsoft.com/office/drawing/2014/main" id="{6873BB97-B9DE-6D41-B34D-26BEE08C2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274"/>
              <a:ext cx="23" cy="6"/>
            </a:xfrm>
            <a:custGeom>
              <a:avLst/>
              <a:gdLst>
                <a:gd name="T0" fmla="*/ 0 w 183"/>
                <a:gd name="T1" fmla="*/ 0 h 51"/>
                <a:gd name="T2" fmla="*/ 0 w 183"/>
                <a:gd name="T3" fmla="*/ 0 h 51"/>
                <a:gd name="T4" fmla="*/ 0 w 183"/>
                <a:gd name="T5" fmla="*/ 0 h 51"/>
                <a:gd name="T6" fmla="*/ 0 w 183"/>
                <a:gd name="T7" fmla="*/ 0 h 51"/>
                <a:gd name="T8" fmla="*/ 0 w 183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51"/>
                <a:gd name="T17" fmla="*/ 183 w 183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51">
                  <a:moveTo>
                    <a:pt x="183" y="0"/>
                  </a:moveTo>
                  <a:lnTo>
                    <a:pt x="101" y="51"/>
                  </a:lnTo>
                  <a:lnTo>
                    <a:pt x="0" y="51"/>
                  </a:lnTo>
                  <a:lnTo>
                    <a:pt x="78" y="0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799" name="Freeform 105">
              <a:extLst>
                <a:ext uri="{FF2B5EF4-FFF2-40B4-BE49-F238E27FC236}">
                  <a16:creationId xmlns:a16="http://schemas.microsoft.com/office/drawing/2014/main" id="{79D27D40-7D10-364A-9DC5-AE1DC827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250"/>
              <a:ext cx="65" cy="55"/>
            </a:xfrm>
            <a:custGeom>
              <a:avLst/>
              <a:gdLst>
                <a:gd name="T0" fmla="*/ 0 w 519"/>
                <a:gd name="T1" fmla="*/ 1 h 440"/>
                <a:gd name="T2" fmla="*/ 0 w 519"/>
                <a:gd name="T3" fmla="*/ 1 h 440"/>
                <a:gd name="T4" fmla="*/ 0 w 519"/>
                <a:gd name="T5" fmla="*/ 0 h 440"/>
                <a:gd name="T6" fmla="*/ 1 w 519"/>
                <a:gd name="T7" fmla="*/ 0 h 440"/>
                <a:gd name="T8" fmla="*/ 1 w 519"/>
                <a:gd name="T9" fmla="*/ 0 h 440"/>
                <a:gd name="T10" fmla="*/ 1 w 519"/>
                <a:gd name="T11" fmla="*/ 0 h 440"/>
                <a:gd name="T12" fmla="*/ 1 w 519"/>
                <a:gd name="T13" fmla="*/ 0 h 440"/>
                <a:gd name="T14" fmla="*/ 0 w 519"/>
                <a:gd name="T15" fmla="*/ 1 h 440"/>
                <a:gd name="T16" fmla="*/ 0 w 519"/>
                <a:gd name="T17" fmla="*/ 1 h 440"/>
                <a:gd name="T18" fmla="*/ 1 w 519"/>
                <a:gd name="T19" fmla="*/ 1 h 440"/>
                <a:gd name="T20" fmla="*/ 1 w 519"/>
                <a:gd name="T21" fmla="*/ 1 h 440"/>
                <a:gd name="T22" fmla="*/ 1 w 519"/>
                <a:gd name="T23" fmla="*/ 1 h 440"/>
                <a:gd name="T24" fmla="*/ 0 w 519"/>
                <a:gd name="T25" fmla="*/ 1 h 440"/>
                <a:gd name="T26" fmla="*/ 0 w 519"/>
                <a:gd name="T27" fmla="*/ 1 h 440"/>
                <a:gd name="T28" fmla="*/ 0 w 519"/>
                <a:gd name="T29" fmla="*/ 1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19"/>
                <a:gd name="T46" fmla="*/ 0 h 440"/>
                <a:gd name="T47" fmla="*/ 519 w 519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19" h="440">
                  <a:moveTo>
                    <a:pt x="0" y="385"/>
                  </a:moveTo>
                  <a:lnTo>
                    <a:pt x="9" y="242"/>
                  </a:lnTo>
                  <a:lnTo>
                    <a:pt x="173" y="122"/>
                  </a:lnTo>
                  <a:lnTo>
                    <a:pt x="387" y="75"/>
                  </a:lnTo>
                  <a:lnTo>
                    <a:pt x="519" y="0"/>
                  </a:lnTo>
                  <a:lnTo>
                    <a:pt x="459" y="143"/>
                  </a:lnTo>
                  <a:lnTo>
                    <a:pt x="272" y="191"/>
                  </a:lnTo>
                  <a:lnTo>
                    <a:pt x="148" y="242"/>
                  </a:lnTo>
                  <a:lnTo>
                    <a:pt x="173" y="297"/>
                  </a:lnTo>
                  <a:lnTo>
                    <a:pt x="297" y="297"/>
                  </a:lnTo>
                  <a:lnTo>
                    <a:pt x="429" y="264"/>
                  </a:lnTo>
                  <a:lnTo>
                    <a:pt x="238" y="407"/>
                  </a:lnTo>
                  <a:lnTo>
                    <a:pt x="81" y="352"/>
                  </a:lnTo>
                  <a:lnTo>
                    <a:pt x="0" y="440"/>
                  </a:lnTo>
                  <a:lnTo>
                    <a:pt x="0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0" name="Freeform 106">
              <a:extLst>
                <a:ext uri="{FF2B5EF4-FFF2-40B4-BE49-F238E27FC236}">
                  <a16:creationId xmlns:a16="http://schemas.microsoft.com/office/drawing/2014/main" id="{6E963549-958D-6D40-9670-EE17BB6E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357"/>
              <a:ext cx="117" cy="83"/>
            </a:xfrm>
            <a:custGeom>
              <a:avLst/>
              <a:gdLst>
                <a:gd name="T0" fmla="*/ 0 w 942"/>
                <a:gd name="T1" fmla="*/ 1 h 666"/>
                <a:gd name="T2" fmla="*/ 0 w 942"/>
                <a:gd name="T3" fmla="*/ 1 h 666"/>
                <a:gd name="T4" fmla="*/ 1 w 942"/>
                <a:gd name="T5" fmla="*/ 1 h 666"/>
                <a:gd name="T6" fmla="*/ 1 w 942"/>
                <a:gd name="T7" fmla="*/ 1 h 666"/>
                <a:gd name="T8" fmla="*/ 1 w 942"/>
                <a:gd name="T9" fmla="*/ 1 h 666"/>
                <a:gd name="T10" fmla="*/ 2 w 942"/>
                <a:gd name="T11" fmla="*/ 1 h 666"/>
                <a:gd name="T12" fmla="*/ 2 w 942"/>
                <a:gd name="T13" fmla="*/ 1 h 666"/>
                <a:gd name="T14" fmla="*/ 2 w 942"/>
                <a:gd name="T15" fmla="*/ 1 h 666"/>
                <a:gd name="T16" fmla="*/ 2 w 942"/>
                <a:gd name="T17" fmla="*/ 1 h 666"/>
                <a:gd name="T18" fmla="*/ 1 w 942"/>
                <a:gd name="T19" fmla="*/ 1 h 666"/>
                <a:gd name="T20" fmla="*/ 1 w 942"/>
                <a:gd name="T21" fmla="*/ 1 h 666"/>
                <a:gd name="T22" fmla="*/ 1 w 942"/>
                <a:gd name="T23" fmla="*/ 1 h 666"/>
                <a:gd name="T24" fmla="*/ 0 w 942"/>
                <a:gd name="T25" fmla="*/ 1 h 666"/>
                <a:gd name="T26" fmla="*/ 0 w 942"/>
                <a:gd name="T27" fmla="*/ 1 h 666"/>
                <a:gd name="T28" fmla="*/ 0 w 942"/>
                <a:gd name="T29" fmla="*/ 1 h 666"/>
                <a:gd name="T30" fmla="*/ 0 w 942"/>
                <a:gd name="T31" fmla="*/ 1 h 666"/>
                <a:gd name="T32" fmla="*/ 0 w 942"/>
                <a:gd name="T33" fmla="*/ 1 h 666"/>
                <a:gd name="T34" fmla="*/ 0 w 942"/>
                <a:gd name="T35" fmla="*/ 0 h 666"/>
                <a:gd name="T36" fmla="*/ 1 w 942"/>
                <a:gd name="T37" fmla="*/ 0 h 666"/>
                <a:gd name="T38" fmla="*/ 0 w 942"/>
                <a:gd name="T39" fmla="*/ 0 h 666"/>
                <a:gd name="T40" fmla="*/ 0 w 942"/>
                <a:gd name="T41" fmla="*/ 1 h 666"/>
                <a:gd name="T42" fmla="*/ 0 w 942"/>
                <a:gd name="T43" fmla="*/ 1 h 666"/>
                <a:gd name="T44" fmla="*/ 0 w 942"/>
                <a:gd name="T45" fmla="*/ 1 h 6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42"/>
                <a:gd name="T70" fmla="*/ 0 h 666"/>
                <a:gd name="T71" fmla="*/ 942 w 942"/>
                <a:gd name="T72" fmla="*/ 666 h 6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42" h="666">
                  <a:moveTo>
                    <a:pt x="127" y="514"/>
                  </a:moveTo>
                  <a:lnTo>
                    <a:pt x="257" y="477"/>
                  </a:lnTo>
                  <a:lnTo>
                    <a:pt x="393" y="477"/>
                  </a:lnTo>
                  <a:lnTo>
                    <a:pt x="619" y="546"/>
                  </a:lnTo>
                  <a:lnTo>
                    <a:pt x="740" y="546"/>
                  </a:lnTo>
                  <a:lnTo>
                    <a:pt x="886" y="525"/>
                  </a:lnTo>
                  <a:lnTo>
                    <a:pt x="942" y="514"/>
                  </a:lnTo>
                  <a:lnTo>
                    <a:pt x="942" y="574"/>
                  </a:lnTo>
                  <a:lnTo>
                    <a:pt x="886" y="565"/>
                  </a:lnTo>
                  <a:lnTo>
                    <a:pt x="749" y="599"/>
                  </a:lnTo>
                  <a:lnTo>
                    <a:pt x="595" y="599"/>
                  </a:lnTo>
                  <a:lnTo>
                    <a:pt x="402" y="525"/>
                  </a:lnTo>
                  <a:lnTo>
                    <a:pt x="281" y="525"/>
                  </a:lnTo>
                  <a:lnTo>
                    <a:pt x="146" y="599"/>
                  </a:lnTo>
                  <a:lnTo>
                    <a:pt x="127" y="666"/>
                  </a:lnTo>
                  <a:lnTo>
                    <a:pt x="28" y="636"/>
                  </a:lnTo>
                  <a:lnTo>
                    <a:pt x="0" y="444"/>
                  </a:lnTo>
                  <a:lnTo>
                    <a:pt x="105" y="163"/>
                  </a:lnTo>
                  <a:lnTo>
                    <a:pt x="323" y="0"/>
                  </a:lnTo>
                  <a:lnTo>
                    <a:pt x="178" y="174"/>
                  </a:lnTo>
                  <a:lnTo>
                    <a:pt x="120" y="336"/>
                  </a:lnTo>
                  <a:lnTo>
                    <a:pt x="28" y="453"/>
                  </a:lnTo>
                  <a:lnTo>
                    <a:pt x="127" y="5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1" name="Freeform 107">
              <a:extLst>
                <a:ext uri="{FF2B5EF4-FFF2-40B4-BE49-F238E27FC236}">
                  <a16:creationId xmlns:a16="http://schemas.microsoft.com/office/drawing/2014/main" id="{38E076B1-4E5A-934B-BFD8-316287428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449"/>
              <a:ext cx="75" cy="25"/>
            </a:xfrm>
            <a:custGeom>
              <a:avLst/>
              <a:gdLst>
                <a:gd name="T0" fmla="*/ 1 w 602"/>
                <a:gd name="T1" fmla="*/ 0 h 195"/>
                <a:gd name="T2" fmla="*/ 1 w 602"/>
                <a:gd name="T3" fmla="*/ 0 h 195"/>
                <a:gd name="T4" fmla="*/ 1 w 602"/>
                <a:gd name="T5" fmla="*/ 0 h 195"/>
                <a:gd name="T6" fmla="*/ 0 w 602"/>
                <a:gd name="T7" fmla="*/ 0 h 195"/>
                <a:gd name="T8" fmla="*/ 0 w 602"/>
                <a:gd name="T9" fmla="*/ 0 h 195"/>
                <a:gd name="T10" fmla="*/ 0 w 602"/>
                <a:gd name="T11" fmla="*/ 0 h 195"/>
                <a:gd name="T12" fmla="*/ 0 w 602"/>
                <a:gd name="T13" fmla="*/ 0 h 195"/>
                <a:gd name="T14" fmla="*/ 0 w 602"/>
                <a:gd name="T15" fmla="*/ 0 h 195"/>
                <a:gd name="T16" fmla="*/ 0 w 602"/>
                <a:gd name="T17" fmla="*/ 0 h 195"/>
                <a:gd name="T18" fmla="*/ 0 w 602"/>
                <a:gd name="T19" fmla="*/ 0 h 195"/>
                <a:gd name="T20" fmla="*/ 1 w 602"/>
                <a:gd name="T21" fmla="*/ 0 h 195"/>
                <a:gd name="T22" fmla="*/ 1 w 602"/>
                <a:gd name="T23" fmla="*/ 0 h 195"/>
                <a:gd name="T24" fmla="*/ 1 w 602"/>
                <a:gd name="T25" fmla="*/ 0 h 195"/>
                <a:gd name="T26" fmla="*/ 1 w 602"/>
                <a:gd name="T27" fmla="*/ 0 h 1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02"/>
                <a:gd name="T43" fmla="*/ 0 h 195"/>
                <a:gd name="T44" fmla="*/ 602 w 602"/>
                <a:gd name="T45" fmla="*/ 195 h 19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02" h="195">
                  <a:moveTo>
                    <a:pt x="570" y="21"/>
                  </a:moveTo>
                  <a:lnTo>
                    <a:pt x="453" y="52"/>
                  </a:lnTo>
                  <a:lnTo>
                    <a:pt x="323" y="74"/>
                  </a:lnTo>
                  <a:lnTo>
                    <a:pt x="215" y="33"/>
                  </a:lnTo>
                  <a:lnTo>
                    <a:pt x="97" y="0"/>
                  </a:lnTo>
                  <a:lnTo>
                    <a:pt x="0" y="0"/>
                  </a:lnTo>
                  <a:lnTo>
                    <a:pt x="139" y="52"/>
                  </a:lnTo>
                  <a:lnTo>
                    <a:pt x="176" y="102"/>
                  </a:lnTo>
                  <a:lnTo>
                    <a:pt x="139" y="123"/>
                  </a:lnTo>
                  <a:lnTo>
                    <a:pt x="233" y="195"/>
                  </a:lnTo>
                  <a:lnTo>
                    <a:pt x="369" y="195"/>
                  </a:lnTo>
                  <a:lnTo>
                    <a:pt x="499" y="143"/>
                  </a:lnTo>
                  <a:lnTo>
                    <a:pt x="602" y="52"/>
                  </a:lnTo>
                  <a:lnTo>
                    <a:pt x="57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2" name="Freeform 108">
              <a:extLst>
                <a:ext uri="{FF2B5EF4-FFF2-40B4-BE49-F238E27FC236}">
                  <a16:creationId xmlns:a16="http://schemas.microsoft.com/office/drawing/2014/main" id="{8382F546-2001-354C-A610-72A583B2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307"/>
              <a:ext cx="77" cy="101"/>
            </a:xfrm>
            <a:custGeom>
              <a:avLst/>
              <a:gdLst>
                <a:gd name="T0" fmla="*/ 0 w 619"/>
                <a:gd name="T1" fmla="*/ 1 h 807"/>
                <a:gd name="T2" fmla="*/ 0 w 619"/>
                <a:gd name="T3" fmla="*/ 1 h 807"/>
                <a:gd name="T4" fmla="*/ 0 w 619"/>
                <a:gd name="T5" fmla="*/ 1 h 807"/>
                <a:gd name="T6" fmla="*/ 0 w 619"/>
                <a:gd name="T7" fmla="*/ 1 h 807"/>
                <a:gd name="T8" fmla="*/ 0 w 619"/>
                <a:gd name="T9" fmla="*/ 1 h 807"/>
                <a:gd name="T10" fmla="*/ 0 w 619"/>
                <a:gd name="T11" fmla="*/ 1 h 807"/>
                <a:gd name="T12" fmla="*/ 1 w 619"/>
                <a:gd name="T13" fmla="*/ 1 h 807"/>
                <a:gd name="T14" fmla="*/ 1 w 619"/>
                <a:gd name="T15" fmla="*/ 1 h 807"/>
                <a:gd name="T16" fmla="*/ 1 w 619"/>
                <a:gd name="T17" fmla="*/ 1 h 807"/>
                <a:gd name="T18" fmla="*/ 1 w 619"/>
                <a:gd name="T19" fmla="*/ 1 h 807"/>
                <a:gd name="T20" fmla="*/ 1 w 619"/>
                <a:gd name="T21" fmla="*/ 0 h 807"/>
                <a:gd name="T22" fmla="*/ 1 w 619"/>
                <a:gd name="T23" fmla="*/ 0 h 807"/>
                <a:gd name="T24" fmla="*/ 1 w 619"/>
                <a:gd name="T25" fmla="*/ 1 h 807"/>
                <a:gd name="T26" fmla="*/ 1 w 619"/>
                <a:gd name="T27" fmla="*/ 1 h 807"/>
                <a:gd name="T28" fmla="*/ 1 w 619"/>
                <a:gd name="T29" fmla="*/ 1 h 807"/>
                <a:gd name="T30" fmla="*/ 1 w 619"/>
                <a:gd name="T31" fmla="*/ 1 h 807"/>
                <a:gd name="T32" fmla="*/ 1 w 619"/>
                <a:gd name="T33" fmla="*/ 2 h 807"/>
                <a:gd name="T34" fmla="*/ 1 w 619"/>
                <a:gd name="T35" fmla="*/ 2 h 807"/>
                <a:gd name="T36" fmla="*/ 0 w 619"/>
                <a:gd name="T37" fmla="*/ 2 h 807"/>
                <a:gd name="T38" fmla="*/ 0 w 619"/>
                <a:gd name="T39" fmla="*/ 1 h 807"/>
                <a:gd name="T40" fmla="*/ 0 w 619"/>
                <a:gd name="T41" fmla="*/ 1 h 807"/>
                <a:gd name="T42" fmla="*/ 0 w 619"/>
                <a:gd name="T43" fmla="*/ 1 h 807"/>
                <a:gd name="T44" fmla="*/ 0 w 619"/>
                <a:gd name="T45" fmla="*/ 1 h 807"/>
                <a:gd name="T46" fmla="*/ 0 w 619"/>
                <a:gd name="T47" fmla="*/ 1 h 80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19"/>
                <a:gd name="T73" fmla="*/ 0 h 807"/>
                <a:gd name="T74" fmla="*/ 619 w 619"/>
                <a:gd name="T75" fmla="*/ 807 h 80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19" h="807">
                  <a:moveTo>
                    <a:pt x="72" y="378"/>
                  </a:moveTo>
                  <a:lnTo>
                    <a:pt x="35" y="452"/>
                  </a:lnTo>
                  <a:lnTo>
                    <a:pt x="41" y="507"/>
                  </a:lnTo>
                  <a:lnTo>
                    <a:pt x="111" y="538"/>
                  </a:lnTo>
                  <a:lnTo>
                    <a:pt x="175" y="571"/>
                  </a:lnTo>
                  <a:lnTo>
                    <a:pt x="289" y="678"/>
                  </a:lnTo>
                  <a:lnTo>
                    <a:pt x="443" y="696"/>
                  </a:lnTo>
                  <a:lnTo>
                    <a:pt x="556" y="678"/>
                  </a:lnTo>
                  <a:lnTo>
                    <a:pt x="593" y="609"/>
                  </a:lnTo>
                  <a:lnTo>
                    <a:pt x="593" y="523"/>
                  </a:lnTo>
                  <a:lnTo>
                    <a:pt x="514" y="196"/>
                  </a:lnTo>
                  <a:lnTo>
                    <a:pt x="489" y="0"/>
                  </a:lnTo>
                  <a:lnTo>
                    <a:pt x="556" y="279"/>
                  </a:lnTo>
                  <a:lnTo>
                    <a:pt x="619" y="523"/>
                  </a:lnTo>
                  <a:lnTo>
                    <a:pt x="619" y="588"/>
                  </a:lnTo>
                  <a:lnTo>
                    <a:pt x="579" y="696"/>
                  </a:lnTo>
                  <a:lnTo>
                    <a:pt x="498" y="749"/>
                  </a:lnTo>
                  <a:lnTo>
                    <a:pt x="364" y="807"/>
                  </a:lnTo>
                  <a:lnTo>
                    <a:pt x="210" y="782"/>
                  </a:lnTo>
                  <a:lnTo>
                    <a:pt x="129" y="678"/>
                  </a:lnTo>
                  <a:lnTo>
                    <a:pt x="90" y="609"/>
                  </a:lnTo>
                  <a:lnTo>
                    <a:pt x="17" y="538"/>
                  </a:lnTo>
                  <a:lnTo>
                    <a:pt x="0" y="452"/>
                  </a:lnTo>
                  <a:lnTo>
                    <a:pt x="72" y="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3" name="Freeform 109">
              <a:extLst>
                <a:ext uri="{FF2B5EF4-FFF2-40B4-BE49-F238E27FC236}">
                  <a16:creationId xmlns:a16="http://schemas.microsoft.com/office/drawing/2014/main" id="{D759A1A2-1DAE-0C45-AA5D-484CBD7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60"/>
              <a:ext cx="236" cy="222"/>
            </a:xfrm>
            <a:custGeom>
              <a:avLst/>
              <a:gdLst>
                <a:gd name="T0" fmla="*/ 4 w 1886"/>
                <a:gd name="T1" fmla="*/ 2 h 1777"/>
                <a:gd name="T2" fmla="*/ 3 w 1886"/>
                <a:gd name="T3" fmla="*/ 3 h 1777"/>
                <a:gd name="T4" fmla="*/ 2 w 1886"/>
                <a:gd name="T5" fmla="*/ 3 h 1777"/>
                <a:gd name="T6" fmla="*/ 2 w 1886"/>
                <a:gd name="T7" fmla="*/ 3 h 1777"/>
                <a:gd name="T8" fmla="*/ 2 w 1886"/>
                <a:gd name="T9" fmla="*/ 3 h 1777"/>
                <a:gd name="T10" fmla="*/ 2 w 1886"/>
                <a:gd name="T11" fmla="*/ 3 h 1777"/>
                <a:gd name="T12" fmla="*/ 3 w 1886"/>
                <a:gd name="T13" fmla="*/ 3 h 1777"/>
                <a:gd name="T14" fmla="*/ 1 w 1886"/>
                <a:gd name="T15" fmla="*/ 3 h 1777"/>
                <a:gd name="T16" fmla="*/ 1 w 1886"/>
                <a:gd name="T17" fmla="*/ 3 h 1777"/>
                <a:gd name="T18" fmla="*/ 1 w 1886"/>
                <a:gd name="T19" fmla="*/ 3 h 1777"/>
                <a:gd name="T20" fmla="*/ 1 w 1886"/>
                <a:gd name="T21" fmla="*/ 3 h 1777"/>
                <a:gd name="T22" fmla="*/ 1 w 1886"/>
                <a:gd name="T23" fmla="*/ 3 h 1777"/>
                <a:gd name="T24" fmla="*/ 3 w 1886"/>
                <a:gd name="T25" fmla="*/ 2 h 1777"/>
                <a:gd name="T26" fmla="*/ 2 w 1886"/>
                <a:gd name="T27" fmla="*/ 2 h 1777"/>
                <a:gd name="T28" fmla="*/ 3 w 1886"/>
                <a:gd name="T29" fmla="*/ 2 h 1777"/>
                <a:gd name="T30" fmla="*/ 3 w 1886"/>
                <a:gd name="T31" fmla="*/ 2 h 1777"/>
                <a:gd name="T32" fmla="*/ 2 w 1886"/>
                <a:gd name="T33" fmla="*/ 2 h 1777"/>
                <a:gd name="T34" fmla="*/ 3 w 1886"/>
                <a:gd name="T35" fmla="*/ 2 h 1777"/>
                <a:gd name="T36" fmla="*/ 3 w 1886"/>
                <a:gd name="T37" fmla="*/ 2 h 1777"/>
                <a:gd name="T38" fmla="*/ 3 w 1886"/>
                <a:gd name="T39" fmla="*/ 1 h 1777"/>
                <a:gd name="T40" fmla="*/ 2 w 1886"/>
                <a:gd name="T41" fmla="*/ 1 h 1777"/>
                <a:gd name="T42" fmla="*/ 3 w 1886"/>
                <a:gd name="T43" fmla="*/ 1 h 1777"/>
                <a:gd name="T44" fmla="*/ 3 w 1886"/>
                <a:gd name="T45" fmla="*/ 1 h 1777"/>
                <a:gd name="T46" fmla="*/ 2 w 1886"/>
                <a:gd name="T47" fmla="*/ 1 h 1777"/>
                <a:gd name="T48" fmla="*/ 2 w 1886"/>
                <a:gd name="T49" fmla="*/ 1 h 1777"/>
                <a:gd name="T50" fmla="*/ 2 w 1886"/>
                <a:gd name="T51" fmla="*/ 0 h 1777"/>
                <a:gd name="T52" fmla="*/ 2 w 1886"/>
                <a:gd name="T53" fmla="*/ 0 h 1777"/>
                <a:gd name="T54" fmla="*/ 1 w 1886"/>
                <a:gd name="T55" fmla="*/ 0 h 1777"/>
                <a:gd name="T56" fmla="*/ 2 w 1886"/>
                <a:gd name="T57" fmla="*/ 1 h 1777"/>
                <a:gd name="T58" fmla="*/ 2 w 1886"/>
                <a:gd name="T59" fmla="*/ 1 h 1777"/>
                <a:gd name="T60" fmla="*/ 2 w 1886"/>
                <a:gd name="T61" fmla="*/ 2 h 1777"/>
                <a:gd name="T62" fmla="*/ 2 w 1886"/>
                <a:gd name="T63" fmla="*/ 2 h 1777"/>
                <a:gd name="T64" fmla="*/ 2 w 1886"/>
                <a:gd name="T65" fmla="*/ 2 h 1777"/>
                <a:gd name="T66" fmla="*/ 1 w 1886"/>
                <a:gd name="T67" fmla="*/ 2 h 1777"/>
                <a:gd name="T68" fmla="*/ 1 w 1886"/>
                <a:gd name="T69" fmla="*/ 2 h 1777"/>
                <a:gd name="T70" fmla="*/ 1 w 1886"/>
                <a:gd name="T71" fmla="*/ 1 h 1777"/>
                <a:gd name="T72" fmla="*/ 1 w 1886"/>
                <a:gd name="T73" fmla="*/ 1 h 1777"/>
                <a:gd name="T74" fmla="*/ 0 w 1886"/>
                <a:gd name="T75" fmla="*/ 1 h 1777"/>
                <a:gd name="T76" fmla="*/ 1 w 1886"/>
                <a:gd name="T77" fmla="*/ 1 h 1777"/>
                <a:gd name="T78" fmla="*/ 1 w 1886"/>
                <a:gd name="T79" fmla="*/ 1 h 1777"/>
                <a:gd name="T80" fmla="*/ 2 w 1886"/>
                <a:gd name="T81" fmla="*/ 1 h 1777"/>
                <a:gd name="T82" fmla="*/ 2 w 1886"/>
                <a:gd name="T83" fmla="*/ 1 h 1777"/>
                <a:gd name="T84" fmla="*/ 1 w 1886"/>
                <a:gd name="T85" fmla="*/ 0 h 1777"/>
                <a:gd name="T86" fmla="*/ 0 w 1886"/>
                <a:gd name="T87" fmla="*/ 0 h 1777"/>
                <a:gd name="T88" fmla="*/ 1 w 1886"/>
                <a:gd name="T89" fmla="*/ 0 h 1777"/>
                <a:gd name="T90" fmla="*/ 2 w 1886"/>
                <a:gd name="T91" fmla="*/ 0 h 1777"/>
                <a:gd name="T92" fmla="*/ 3 w 1886"/>
                <a:gd name="T93" fmla="*/ 1 h 1777"/>
                <a:gd name="T94" fmla="*/ 3 w 1886"/>
                <a:gd name="T95" fmla="*/ 1 h 1777"/>
                <a:gd name="T96" fmla="*/ 3 w 1886"/>
                <a:gd name="T97" fmla="*/ 1 h 1777"/>
                <a:gd name="T98" fmla="*/ 3 w 1886"/>
                <a:gd name="T99" fmla="*/ 1 h 1777"/>
                <a:gd name="T100" fmla="*/ 3 w 1886"/>
                <a:gd name="T101" fmla="*/ 1 h 1777"/>
                <a:gd name="T102" fmla="*/ 3 w 1886"/>
                <a:gd name="T103" fmla="*/ 1 h 1777"/>
                <a:gd name="T104" fmla="*/ 3 w 1886"/>
                <a:gd name="T105" fmla="*/ 1 h 1777"/>
                <a:gd name="T106" fmla="*/ 3 w 1886"/>
                <a:gd name="T107" fmla="*/ 2 h 1777"/>
                <a:gd name="T108" fmla="*/ 4 w 1886"/>
                <a:gd name="T109" fmla="*/ 2 h 1777"/>
                <a:gd name="T110" fmla="*/ 4 w 1886"/>
                <a:gd name="T111" fmla="*/ 2 h 1777"/>
                <a:gd name="T112" fmla="*/ 3 w 1886"/>
                <a:gd name="T113" fmla="*/ 2 h 1777"/>
                <a:gd name="T114" fmla="*/ 3 w 1886"/>
                <a:gd name="T115" fmla="*/ 2 h 1777"/>
                <a:gd name="T116" fmla="*/ 4 w 1886"/>
                <a:gd name="T117" fmla="*/ 2 h 1777"/>
                <a:gd name="T118" fmla="*/ 4 w 1886"/>
                <a:gd name="T119" fmla="*/ 2 h 177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886"/>
                <a:gd name="T181" fmla="*/ 0 h 1777"/>
                <a:gd name="T182" fmla="*/ 1886 w 1886"/>
                <a:gd name="T183" fmla="*/ 1777 h 177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886" h="1777">
                  <a:moveTo>
                    <a:pt x="1835" y="1281"/>
                  </a:moveTo>
                  <a:lnTo>
                    <a:pt x="1661" y="1507"/>
                  </a:lnTo>
                  <a:lnTo>
                    <a:pt x="1142" y="1777"/>
                  </a:lnTo>
                  <a:lnTo>
                    <a:pt x="969" y="1777"/>
                  </a:lnTo>
                  <a:lnTo>
                    <a:pt x="1195" y="1604"/>
                  </a:lnTo>
                  <a:lnTo>
                    <a:pt x="921" y="1604"/>
                  </a:lnTo>
                  <a:lnTo>
                    <a:pt x="1314" y="1399"/>
                  </a:lnTo>
                  <a:lnTo>
                    <a:pt x="692" y="1514"/>
                  </a:lnTo>
                  <a:lnTo>
                    <a:pt x="517" y="1514"/>
                  </a:lnTo>
                  <a:lnTo>
                    <a:pt x="580" y="1386"/>
                  </a:lnTo>
                  <a:lnTo>
                    <a:pt x="554" y="1485"/>
                  </a:lnTo>
                  <a:lnTo>
                    <a:pt x="701" y="1485"/>
                  </a:lnTo>
                  <a:lnTo>
                    <a:pt x="1375" y="1300"/>
                  </a:lnTo>
                  <a:lnTo>
                    <a:pt x="956" y="1252"/>
                  </a:lnTo>
                  <a:lnTo>
                    <a:pt x="1290" y="1160"/>
                  </a:lnTo>
                  <a:lnTo>
                    <a:pt x="1661" y="1160"/>
                  </a:lnTo>
                  <a:lnTo>
                    <a:pt x="1169" y="1021"/>
                  </a:lnTo>
                  <a:lnTo>
                    <a:pt x="1635" y="1039"/>
                  </a:lnTo>
                  <a:lnTo>
                    <a:pt x="1545" y="922"/>
                  </a:lnTo>
                  <a:lnTo>
                    <a:pt x="1262" y="791"/>
                  </a:lnTo>
                  <a:lnTo>
                    <a:pt x="1178" y="622"/>
                  </a:lnTo>
                  <a:lnTo>
                    <a:pt x="1467" y="721"/>
                  </a:lnTo>
                  <a:lnTo>
                    <a:pt x="1273" y="486"/>
                  </a:lnTo>
                  <a:lnTo>
                    <a:pt x="969" y="387"/>
                  </a:lnTo>
                  <a:lnTo>
                    <a:pt x="1202" y="329"/>
                  </a:lnTo>
                  <a:lnTo>
                    <a:pt x="989" y="166"/>
                  </a:lnTo>
                  <a:lnTo>
                    <a:pt x="775" y="149"/>
                  </a:lnTo>
                  <a:lnTo>
                    <a:pt x="630" y="215"/>
                  </a:lnTo>
                  <a:lnTo>
                    <a:pt x="1073" y="707"/>
                  </a:lnTo>
                  <a:lnTo>
                    <a:pt x="877" y="622"/>
                  </a:lnTo>
                  <a:lnTo>
                    <a:pt x="989" y="869"/>
                  </a:lnTo>
                  <a:lnTo>
                    <a:pt x="852" y="841"/>
                  </a:lnTo>
                  <a:lnTo>
                    <a:pt x="1015" y="1039"/>
                  </a:lnTo>
                  <a:lnTo>
                    <a:pt x="674" y="1061"/>
                  </a:lnTo>
                  <a:lnTo>
                    <a:pt x="367" y="1180"/>
                  </a:lnTo>
                  <a:lnTo>
                    <a:pt x="427" y="721"/>
                  </a:lnTo>
                  <a:lnTo>
                    <a:pt x="367" y="604"/>
                  </a:lnTo>
                  <a:lnTo>
                    <a:pt x="0" y="454"/>
                  </a:lnTo>
                  <a:lnTo>
                    <a:pt x="270" y="433"/>
                  </a:lnTo>
                  <a:lnTo>
                    <a:pt x="714" y="692"/>
                  </a:lnTo>
                  <a:lnTo>
                    <a:pt x="828" y="692"/>
                  </a:lnTo>
                  <a:lnTo>
                    <a:pt x="743" y="415"/>
                  </a:lnTo>
                  <a:lnTo>
                    <a:pt x="286" y="48"/>
                  </a:lnTo>
                  <a:lnTo>
                    <a:pt x="97" y="48"/>
                  </a:lnTo>
                  <a:lnTo>
                    <a:pt x="310" y="0"/>
                  </a:lnTo>
                  <a:lnTo>
                    <a:pt x="1048" y="78"/>
                  </a:lnTo>
                  <a:lnTo>
                    <a:pt x="1347" y="297"/>
                  </a:lnTo>
                  <a:lnTo>
                    <a:pt x="1322" y="415"/>
                  </a:lnTo>
                  <a:lnTo>
                    <a:pt x="1635" y="573"/>
                  </a:lnTo>
                  <a:lnTo>
                    <a:pt x="1545" y="634"/>
                  </a:lnTo>
                  <a:lnTo>
                    <a:pt x="1683" y="650"/>
                  </a:lnTo>
                  <a:lnTo>
                    <a:pt x="1606" y="692"/>
                  </a:lnTo>
                  <a:lnTo>
                    <a:pt x="1753" y="791"/>
                  </a:lnTo>
                  <a:lnTo>
                    <a:pt x="1661" y="811"/>
                  </a:lnTo>
                  <a:lnTo>
                    <a:pt x="1791" y="940"/>
                  </a:lnTo>
                  <a:lnTo>
                    <a:pt x="1782" y="1039"/>
                  </a:lnTo>
                  <a:lnTo>
                    <a:pt x="1683" y="1061"/>
                  </a:lnTo>
                  <a:lnTo>
                    <a:pt x="1727" y="1151"/>
                  </a:lnTo>
                  <a:lnTo>
                    <a:pt x="1886" y="1199"/>
                  </a:lnTo>
                  <a:lnTo>
                    <a:pt x="1835" y="1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4" name="Freeform 110">
              <a:extLst>
                <a:ext uri="{FF2B5EF4-FFF2-40B4-BE49-F238E27FC236}">
                  <a16:creationId xmlns:a16="http://schemas.microsoft.com/office/drawing/2014/main" id="{8E5CF0BC-3F0D-7F44-BA02-ADB59EF2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997"/>
              <a:ext cx="85" cy="225"/>
            </a:xfrm>
            <a:custGeom>
              <a:avLst/>
              <a:gdLst>
                <a:gd name="T0" fmla="*/ 0 w 687"/>
                <a:gd name="T1" fmla="*/ 0 h 1801"/>
                <a:gd name="T2" fmla="*/ 0 w 687"/>
                <a:gd name="T3" fmla="*/ 0 h 1801"/>
                <a:gd name="T4" fmla="*/ 1 w 687"/>
                <a:gd name="T5" fmla="*/ 1 h 1801"/>
                <a:gd name="T6" fmla="*/ 1 w 687"/>
                <a:gd name="T7" fmla="*/ 1 h 1801"/>
                <a:gd name="T8" fmla="*/ 1 w 687"/>
                <a:gd name="T9" fmla="*/ 1 h 1801"/>
                <a:gd name="T10" fmla="*/ 1 w 687"/>
                <a:gd name="T11" fmla="*/ 2 h 1801"/>
                <a:gd name="T12" fmla="*/ 1 w 687"/>
                <a:gd name="T13" fmla="*/ 2 h 1801"/>
                <a:gd name="T14" fmla="*/ 1 w 687"/>
                <a:gd name="T15" fmla="*/ 2 h 1801"/>
                <a:gd name="T16" fmla="*/ 1 w 687"/>
                <a:gd name="T17" fmla="*/ 3 h 1801"/>
                <a:gd name="T18" fmla="*/ 1 w 687"/>
                <a:gd name="T19" fmla="*/ 3 h 1801"/>
                <a:gd name="T20" fmla="*/ 1 w 687"/>
                <a:gd name="T21" fmla="*/ 3 h 1801"/>
                <a:gd name="T22" fmla="*/ 1 w 687"/>
                <a:gd name="T23" fmla="*/ 2 h 1801"/>
                <a:gd name="T24" fmla="*/ 1 w 687"/>
                <a:gd name="T25" fmla="*/ 2 h 1801"/>
                <a:gd name="T26" fmla="*/ 1 w 687"/>
                <a:gd name="T27" fmla="*/ 2 h 1801"/>
                <a:gd name="T28" fmla="*/ 1 w 687"/>
                <a:gd name="T29" fmla="*/ 2 h 1801"/>
                <a:gd name="T30" fmla="*/ 1 w 687"/>
                <a:gd name="T31" fmla="*/ 1 h 1801"/>
                <a:gd name="T32" fmla="*/ 1 w 687"/>
                <a:gd name="T33" fmla="*/ 1 h 1801"/>
                <a:gd name="T34" fmla="*/ 1 w 687"/>
                <a:gd name="T35" fmla="*/ 1 h 1801"/>
                <a:gd name="T36" fmla="*/ 1 w 687"/>
                <a:gd name="T37" fmla="*/ 1 h 1801"/>
                <a:gd name="T38" fmla="*/ 1 w 687"/>
                <a:gd name="T39" fmla="*/ 1 h 1801"/>
                <a:gd name="T40" fmla="*/ 1 w 687"/>
                <a:gd name="T41" fmla="*/ 0 h 1801"/>
                <a:gd name="T42" fmla="*/ 0 w 687"/>
                <a:gd name="T43" fmla="*/ 0 h 1801"/>
                <a:gd name="T44" fmla="*/ 0 w 687"/>
                <a:gd name="T45" fmla="*/ 0 h 1801"/>
                <a:gd name="T46" fmla="*/ 0 w 687"/>
                <a:gd name="T47" fmla="*/ 0 h 18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87"/>
                <a:gd name="T73" fmla="*/ 0 h 1801"/>
                <a:gd name="T74" fmla="*/ 687 w 687"/>
                <a:gd name="T75" fmla="*/ 1801 h 180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87" h="1801">
                  <a:moveTo>
                    <a:pt x="0" y="0"/>
                  </a:moveTo>
                  <a:lnTo>
                    <a:pt x="194" y="48"/>
                  </a:lnTo>
                  <a:lnTo>
                    <a:pt x="454" y="373"/>
                  </a:lnTo>
                  <a:lnTo>
                    <a:pt x="574" y="615"/>
                  </a:lnTo>
                  <a:lnTo>
                    <a:pt x="687" y="779"/>
                  </a:lnTo>
                  <a:lnTo>
                    <a:pt x="675" y="938"/>
                  </a:lnTo>
                  <a:lnTo>
                    <a:pt x="553" y="1065"/>
                  </a:lnTo>
                  <a:lnTo>
                    <a:pt x="548" y="1287"/>
                  </a:lnTo>
                  <a:lnTo>
                    <a:pt x="427" y="1678"/>
                  </a:lnTo>
                  <a:lnTo>
                    <a:pt x="403" y="1801"/>
                  </a:lnTo>
                  <a:lnTo>
                    <a:pt x="403" y="1344"/>
                  </a:lnTo>
                  <a:lnTo>
                    <a:pt x="403" y="1065"/>
                  </a:lnTo>
                  <a:lnTo>
                    <a:pt x="376" y="938"/>
                  </a:lnTo>
                  <a:lnTo>
                    <a:pt x="548" y="938"/>
                  </a:lnTo>
                  <a:lnTo>
                    <a:pt x="625" y="812"/>
                  </a:lnTo>
                  <a:lnTo>
                    <a:pt x="491" y="764"/>
                  </a:lnTo>
                  <a:lnTo>
                    <a:pt x="581" y="724"/>
                  </a:lnTo>
                  <a:lnTo>
                    <a:pt x="390" y="572"/>
                  </a:lnTo>
                  <a:lnTo>
                    <a:pt x="504" y="544"/>
                  </a:lnTo>
                  <a:lnTo>
                    <a:pt x="324" y="353"/>
                  </a:lnTo>
                  <a:lnTo>
                    <a:pt x="337" y="276"/>
                  </a:lnTo>
                  <a:lnTo>
                    <a:pt x="168" y="157"/>
                  </a:lnTo>
                  <a:lnTo>
                    <a:pt x="139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5" name="Freeform 111">
              <a:extLst>
                <a:ext uri="{FF2B5EF4-FFF2-40B4-BE49-F238E27FC236}">
                  <a16:creationId xmlns:a16="http://schemas.microsoft.com/office/drawing/2014/main" id="{6CB19886-C681-914F-A101-D00885D5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065"/>
              <a:ext cx="92" cy="95"/>
            </a:xfrm>
            <a:custGeom>
              <a:avLst/>
              <a:gdLst>
                <a:gd name="T0" fmla="*/ 1 w 739"/>
                <a:gd name="T1" fmla="*/ 0 h 763"/>
                <a:gd name="T2" fmla="*/ 1 w 739"/>
                <a:gd name="T3" fmla="*/ 1 h 763"/>
                <a:gd name="T4" fmla="*/ 1 w 739"/>
                <a:gd name="T5" fmla="*/ 1 h 763"/>
                <a:gd name="T6" fmla="*/ 0 w 739"/>
                <a:gd name="T7" fmla="*/ 1 h 763"/>
                <a:gd name="T8" fmla="*/ 0 w 739"/>
                <a:gd name="T9" fmla="*/ 1 h 763"/>
                <a:gd name="T10" fmla="*/ 0 w 739"/>
                <a:gd name="T11" fmla="*/ 1 h 763"/>
                <a:gd name="T12" fmla="*/ 1 w 739"/>
                <a:gd name="T13" fmla="*/ 1 h 763"/>
                <a:gd name="T14" fmla="*/ 1 w 739"/>
                <a:gd name="T15" fmla="*/ 1 h 763"/>
                <a:gd name="T16" fmla="*/ 1 w 739"/>
                <a:gd name="T17" fmla="*/ 1 h 763"/>
                <a:gd name="T18" fmla="*/ 1 w 739"/>
                <a:gd name="T19" fmla="*/ 0 h 7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9"/>
                <a:gd name="T31" fmla="*/ 0 h 763"/>
                <a:gd name="T32" fmla="*/ 739 w 739"/>
                <a:gd name="T33" fmla="*/ 763 h 7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9" h="763">
                  <a:moveTo>
                    <a:pt x="739" y="0"/>
                  </a:moveTo>
                  <a:lnTo>
                    <a:pt x="538" y="411"/>
                  </a:lnTo>
                  <a:lnTo>
                    <a:pt x="396" y="508"/>
                  </a:lnTo>
                  <a:lnTo>
                    <a:pt x="135" y="629"/>
                  </a:lnTo>
                  <a:lnTo>
                    <a:pt x="0" y="763"/>
                  </a:lnTo>
                  <a:lnTo>
                    <a:pt x="176" y="666"/>
                  </a:lnTo>
                  <a:lnTo>
                    <a:pt x="448" y="593"/>
                  </a:lnTo>
                  <a:lnTo>
                    <a:pt x="607" y="459"/>
                  </a:lnTo>
                  <a:lnTo>
                    <a:pt x="693" y="339"/>
                  </a:lnTo>
                  <a:lnTo>
                    <a:pt x="7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6" name="Freeform 112">
              <a:extLst>
                <a:ext uri="{FF2B5EF4-FFF2-40B4-BE49-F238E27FC236}">
                  <a16:creationId xmlns:a16="http://schemas.microsoft.com/office/drawing/2014/main" id="{7C8A8560-0928-E043-AB2A-851DE08F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080"/>
              <a:ext cx="144" cy="167"/>
            </a:xfrm>
            <a:custGeom>
              <a:avLst/>
              <a:gdLst>
                <a:gd name="T0" fmla="*/ 2 w 1150"/>
                <a:gd name="T1" fmla="*/ 0 h 1336"/>
                <a:gd name="T2" fmla="*/ 2 w 1150"/>
                <a:gd name="T3" fmla="*/ 0 h 1336"/>
                <a:gd name="T4" fmla="*/ 2 w 1150"/>
                <a:gd name="T5" fmla="*/ 0 h 1336"/>
                <a:gd name="T6" fmla="*/ 2 w 1150"/>
                <a:gd name="T7" fmla="*/ 0 h 1336"/>
                <a:gd name="T8" fmla="*/ 2 w 1150"/>
                <a:gd name="T9" fmla="*/ 0 h 1336"/>
                <a:gd name="T10" fmla="*/ 2 w 1150"/>
                <a:gd name="T11" fmla="*/ 1 h 1336"/>
                <a:gd name="T12" fmla="*/ 2 w 1150"/>
                <a:gd name="T13" fmla="*/ 1 h 1336"/>
                <a:gd name="T14" fmla="*/ 2 w 1150"/>
                <a:gd name="T15" fmla="*/ 1 h 1336"/>
                <a:gd name="T16" fmla="*/ 2 w 1150"/>
                <a:gd name="T17" fmla="*/ 1 h 1336"/>
                <a:gd name="T18" fmla="*/ 2 w 1150"/>
                <a:gd name="T19" fmla="*/ 1 h 1336"/>
                <a:gd name="T20" fmla="*/ 2 w 1150"/>
                <a:gd name="T21" fmla="*/ 1 h 1336"/>
                <a:gd name="T22" fmla="*/ 2 w 1150"/>
                <a:gd name="T23" fmla="*/ 1 h 1336"/>
                <a:gd name="T24" fmla="*/ 2 w 1150"/>
                <a:gd name="T25" fmla="*/ 1 h 1336"/>
                <a:gd name="T26" fmla="*/ 2 w 1150"/>
                <a:gd name="T27" fmla="*/ 2 h 1336"/>
                <a:gd name="T28" fmla="*/ 2 w 1150"/>
                <a:gd name="T29" fmla="*/ 2 h 1336"/>
                <a:gd name="T30" fmla="*/ 2 w 1150"/>
                <a:gd name="T31" fmla="*/ 2 h 1336"/>
                <a:gd name="T32" fmla="*/ 2 w 1150"/>
                <a:gd name="T33" fmla="*/ 3 h 1336"/>
                <a:gd name="T34" fmla="*/ 2 w 1150"/>
                <a:gd name="T35" fmla="*/ 3 h 1336"/>
                <a:gd name="T36" fmla="*/ 1 w 1150"/>
                <a:gd name="T37" fmla="*/ 2 h 1336"/>
                <a:gd name="T38" fmla="*/ 1 w 1150"/>
                <a:gd name="T39" fmla="*/ 2 h 1336"/>
                <a:gd name="T40" fmla="*/ 1 w 1150"/>
                <a:gd name="T41" fmla="*/ 2 h 1336"/>
                <a:gd name="T42" fmla="*/ 1 w 1150"/>
                <a:gd name="T43" fmla="*/ 2 h 1336"/>
                <a:gd name="T44" fmla="*/ 1 w 1150"/>
                <a:gd name="T45" fmla="*/ 2 h 1336"/>
                <a:gd name="T46" fmla="*/ 1 w 1150"/>
                <a:gd name="T47" fmla="*/ 1 h 1336"/>
                <a:gd name="T48" fmla="*/ 1 w 1150"/>
                <a:gd name="T49" fmla="*/ 2 h 1336"/>
                <a:gd name="T50" fmla="*/ 0 w 1150"/>
                <a:gd name="T51" fmla="*/ 2 h 1336"/>
                <a:gd name="T52" fmla="*/ 0 w 1150"/>
                <a:gd name="T53" fmla="*/ 2 h 1336"/>
                <a:gd name="T54" fmla="*/ 1 w 1150"/>
                <a:gd name="T55" fmla="*/ 2 h 1336"/>
                <a:gd name="T56" fmla="*/ 1 w 1150"/>
                <a:gd name="T57" fmla="*/ 2 h 1336"/>
                <a:gd name="T58" fmla="*/ 1 w 1150"/>
                <a:gd name="T59" fmla="*/ 1 h 1336"/>
                <a:gd name="T60" fmla="*/ 1 w 1150"/>
                <a:gd name="T61" fmla="*/ 1 h 1336"/>
                <a:gd name="T62" fmla="*/ 2 w 1150"/>
                <a:gd name="T63" fmla="*/ 1 h 1336"/>
                <a:gd name="T64" fmla="*/ 2 w 1150"/>
                <a:gd name="T65" fmla="*/ 0 h 1336"/>
                <a:gd name="T66" fmla="*/ 2 w 1150"/>
                <a:gd name="T67" fmla="*/ 0 h 1336"/>
                <a:gd name="T68" fmla="*/ 2 w 1150"/>
                <a:gd name="T69" fmla="*/ 0 h 13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50"/>
                <a:gd name="T106" fmla="*/ 0 h 1336"/>
                <a:gd name="T107" fmla="*/ 1150 w 1150"/>
                <a:gd name="T108" fmla="*/ 1336 h 13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50" h="1336">
                  <a:moveTo>
                    <a:pt x="1016" y="0"/>
                  </a:moveTo>
                  <a:lnTo>
                    <a:pt x="1016" y="101"/>
                  </a:lnTo>
                  <a:lnTo>
                    <a:pt x="1042" y="149"/>
                  </a:lnTo>
                  <a:lnTo>
                    <a:pt x="1150" y="220"/>
                  </a:lnTo>
                  <a:lnTo>
                    <a:pt x="1056" y="220"/>
                  </a:lnTo>
                  <a:lnTo>
                    <a:pt x="939" y="292"/>
                  </a:lnTo>
                  <a:lnTo>
                    <a:pt x="816" y="426"/>
                  </a:lnTo>
                  <a:lnTo>
                    <a:pt x="786" y="525"/>
                  </a:lnTo>
                  <a:lnTo>
                    <a:pt x="786" y="611"/>
                  </a:lnTo>
                  <a:lnTo>
                    <a:pt x="840" y="644"/>
                  </a:lnTo>
                  <a:lnTo>
                    <a:pt x="1056" y="525"/>
                  </a:lnTo>
                  <a:lnTo>
                    <a:pt x="963" y="714"/>
                  </a:lnTo>
                  <a:lnTo>
                    <a:pt x="1090" y="681"/>
                  </a:lnTo>
                  <a:lnTo>
                    <a:pt x="1056" y="837"/>
                  </a:lnTo>
                  <a:lnTo>
                    <a:pt x="1056" y="995"/>
                  </a:lnTo>
                  <a:lnTo>
                    <a:pt x="897" y="1138"/>
                  </a:lnTo>
                  <a:lnTo>
                    <a:pt x="887" y="1336"/>
                  </a:lnTo>
                  <a:lnTo>
                    <a:pt x="816" y="1322"/>
                  </a:lnTo>
                  <a:lnTo>
                    <a:pt x="640" y="1119"/>
                  </a:lnTo>
                  <a:lnTo>
                    <a:pt x="558" y="1068"/>
                  </a:lnTo>
                  <a:lnTo>
                    <a:pt x="475" y="1068"/>
                  </a:lnTo>
                  <a:lnTo>
                    <a:pt x="572" y="1033"/>
                  </a:lnTo>
                  <a:lnTo>
                    <a:pt x="620" y="1015"/>
                  </a:lnTo>
                  <a:lnTo>
                    <a:pt x="572" y="644"/>
                  </a:lnTo>
                  <a:lnTo>
                    <a:pt x="422" y="844"/>
                  </a:lnTo>
                  <a:lnTo>
                    <a:pt x="205" y="936"/>
                  </a:lnTo>
                  <a:lnTo>
                    <a:pt x="0" y="967"/>
                  </a:lnTo>
                  <a:lnTo>
                    <a:pt x="242" y="884"/>
                  </a:lnTo>
                  <a:lnTo>
                    <a:pt x="405" y="798"/>
                  </a:lnTo>
                  <a:lnTo>
                    <a:pt x="509" y="644"/>
                  </a:lnTo>
                  <a:lnTo>
                    <a:pt x="678" y="426"/>
                  </a:lnTo>
                  <a:lnTo>
                    <a:pt x="860" y="239"/>
                  </a:lnTo>
                  <a:lnTo>
                    <a:pt x="975" y="171"/>
                  </a:lnTo>
                  <a:lnTo>
                    <a:pt x="985" y="116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7" name="Freeform 113">
              <a:extLst>
                <a:ext uri="{FF2B5EF4-FFF2-40B4-BE49-F238E27FC236}">
                  <a16:creationId xmlns:a16="http://schemas.microsoft.com/office/drawing/2014/main" id="{6BB96AAA-AD68-8E4F-9F68-23035950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041"/>
              <a:ext cx="45" cy="26"/>
            </a:xfrm>
            <a:custGeom>
              <a:avLst/>
              <a:gdLst>
                <a:gd name="T0" fmla="*/ 1 w 353"/>
                <a:gd name="T1" fmla="*/ 0 h 211"/>
                <a:gd name="T2" fmla="*/ 1 w 353"/>
                <a:gd name="T3" fmla="*/ 0 h 211"/>
                <a:gd name="T4" fmla="*/ 1 w 353"/>
                <a:gd name="T5" fmla="*/ 0 h 211"/>
                <a:gd name="T6" fmla="*/ 0 w 353"/>
                <a:gd name="T7" fmla="*/ 0 h 211"/>
                <a:gd name="T8" fmla="*/ 0 w 353"/>
                <a:gd name="T9" fmla="*/ 0 h 211"/>
                <a:gd name="T10" fmla="*/ 1 w 353"/>
                <a:gd name="T11" fmla="*/ 0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3"/>
                <a:gd name="T19" fmla="*/ 0 h 211"/>
                <a:gd name="T20" fmla="*/ 353 w 353"/>
                <a:gd name="T21" fmla="*/ 211 h 2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3" h="211">
                  <a:moveTo>
                    <a:pt x="263" y="211"/>
                  </a:moveTo>
                  <a:lnTo>
                    <a:pt x="353" y="121"/>
                  </a:lnTo>
                  <a:lnTo>
                    <a:pt x="243" y="121"/>
                  </a:lnTo>
                  <a:lnTo>
                    <a:pt x="0" y="0"/>
                  </a:lnTo>
                  <a:lnTo>
                    <a:pt x="0" y="57"/>
                  </a:lnTo>
                  <a:lnTo>
                    <a:pt x="263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8" name="Freeform 114">
              <a:extLst>
                <a:ext uri="{FF2B5EF4-FFF2-40B4-BE49-F238E27FC236}">
                  <a16:creationId xmlns:a16="http://schemas.microsoft.com/office/drawing/2014/main" id="{ADF2E3EF-4E0E-594A-B013-FCD2103C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967"/>
              <a:ext cx="52" cy="20"/>
            </a:xfrm>
            <a:custGeom>
              <a:avLst/>
              <a:gdLst>
                <a:gd name="T0" fmla="*/ 1 w 417"/>
                <a:gd name="T1" fmla="*/ 0 h 158"/>
                <a:gd name="T2" fmla="*/ 0 w 417"/>
                <a:gd name="T3" fmla="*/ 0 h 158"/>
                <a:gd name="T4" fmla="*/ 1 w 417"/>
                <a:gd name="T5" fmla="*/ 0 h 158"/>
                <a:gd name="T6" fmla="*/ 1 w 417"/>
                <a:gd name="T7" fmla="*/ 0 h 1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7"/>
                <a:gd name="T13" fmla="*/ 0 h 158"/>
                <a:gd name="T14" fmla="*/ 417 w 417"/>
                <a:gd name="T15" fmla="*/ 158 h 1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7" h="158">
                  <a:moveTo>
                    <a:pt x="417" y="0"/>
                  </a:moveTo>
                  <a:lnTo>
                    <a:pt x="0" y="158"/>
                  </a:lnTo>
                  <a:lnTo>
                    <a:pt x="334" y="0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09" name="Freeform 115">
              <a:extLst>
                <a:ext uri="{FF2B5EF4-FFF2-40B4-BE49-F238E27FC236}">
                  <a16:creationId xmlns:a16="http://schemas.microsoft.com/office/drawing/2014/main" id="{149915FD-5BC0-2748-A4FE-3FA6E08AE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001"/>
              <a:ext cx="224" cy="231"/>
            </a:xfrm>
            <a:custGeom>
              <a:avLst/>
              <a:gdLst>
                <a:gd name="T0" fmla="*/ 4 w 1789"/>
                <a:gd name="T1" fmla="*/ 0 h 1847"/>
                <a:gd name="T2" fmla="*/ 3 w 1789"/>
                <a:gd name="T3" fmla="*/ 1 h 1847"/>
                <a:gd name="T4" fmla="*/ 2 w 1789"/>
                <a:gd name="T5" fmla="*/ 2 h 1847"/>
                <a:gd name="T6" fmla="*/ 1 w 1789"/>
                <a:gd name="T7" fmla="*/ 2 h 1847"/>
                <a:gd name="T8" fmla="*/ 1 w 1789"/>
                <a:gd name="T9" fmla="*/ 3 h 1847"/>
                <a:gd name="T10" fmla="*/ 0 w 1789"/>
                <a:gd name="T11" fmla="*/ 4 h 1847"/>
                <a:gd name="T12" fmla="*/ 1 w 1789"/>
                <a:gd name="T13" fmla="*/ 2 h 1847"/>
                <a:gd name="T14" fmla="*/ 1 w 1789"/>
                <a:gd name="T15" fmla="*/ 2 h 1847"/>
                <a:gd name="T16" fmla="*/ 2 w 1789"/>
                <a:gd name="T17" fmla="*/ 2 h 1847"/>
                <a:gd name="T18" fmla="*/ 2 w 1789"/>
                <a:gd name="T19" fmla="*/ 1 h 1847"/>
                <a:gd name="T20" fmla="*/ 3 w 1789"/>
                <a:gd name="T21" fmla="*/ 1 h 1847"/>
                <a:gd name="T22" fmla="*/ 4 w 1789"/>
                <a:gd name="T23" fmla="*/ 0 h 18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89"/>
                <a:gd name="T37" fmla="*/ 0 h 1847"/>
                <a:gd name="T38" fmla="*/ 1789 w 1789"/>
                <a:gd name="T39" fmla="*/ 1847 h 184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89" h="1847">
                  <a:moveTo>
                    <a:pt x="1789" y="0"/>
                  </a:moveTo>
                  <a:lnTo>
                    <a:pt x="1335" y="561"/>
                  </a:lnTo>
                  <a:lnTo>
                    <a:pt x="1065" y="831"/>
                  </a:lnTo>
                  <a:lnTo>
                    <a:pt x="648" y="1105"/>
                  </a:lnTo>
                  <a:lnTo>
                    <a:pt x="491" y="1255"/>
                  </a:lnTo>
                  <a:lnTo>
                    <a:pt x="0" y="1847"/>
                  </a:lnTo>
                  <a:lnTo>
                    <a:pt x="413" y="1242"/>
                  </a:lnTo>
                  <a:lnTo>
                    <a:pt x="608" y="1033"/>
                  </a:lnTo>
                  <a:lnTo>
                    <a:pt x="867" y="888"/>
                  </a:lnTo>
                  <a:lnTo>
                    <a:pt x="1142" y="692"/>
                  </a:lnTo>
                  <a:lnTo>
                    <a:pt x="1335" y="532"/>
                  </a:lnTo>
                  <a:lnTo>
                    <a:pt x="17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0" name="Freeform 116">
              <a:extLst>
                <a:ext uri="{FF2B5EF4-FFF2-40B4-BE49-F238E27FC236}">
                  <a16:creationId xmlns:a16="http://schemas.microsoft.com/office/drawing/2014/main" id="{9609A7D3-279C-6243-A27E-86B92E12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258"/>
              <a:ext cx="261" cy="262"/>
            </a:xfrm>
            <a:custGeom>
              <a:avLst/>
              <a:gdLst>
                <a:gd name="T0" fmla="*/ 4 w 2092"/>
                <a:gd name="T1" fmla="*/ 0 h 2100"/>
                <a:gd name="T2" fmla="*/ 4 w 2092"/>
                <a:gd name="T3" fmla="*/ 0 h 2100"/>
                <a:gd name="T4" fmla="*/ 4 w 2092"/>
                <a:gd name="T5" fmla="*/ 1 h 2100"/>
                <a:gd name="T6" fmla="*/ 3 w 2092"/>
                <a:gd name="T7" fmla="*/ 3 h 2100"/>
                <a:gd name="T8" fmla="*/ 3 w 2092"/>
                <a:gd name="T9" fmla="*/ 3 h 2100"/>
                <a:gd name="T10" fmla="*/ 3 w 2092"/>
                <a:gd name="T11" fmla="*/ 4 h 2100"/>
                <a:gd name="T12" fmla="*/ 3 w 2092"/>
                <a:gd name="T13" fmla="*/ 4 h 2100"/>
                <a:gd name="T14" fmla="*/ 3 w 2092"/>
                <a:gd name="T15" fmla="*/ 4 h 2100"/>
                <a:gd name="T16" fmla="*/ 2 w 2092"/>
                <a:gd name="T17" fmla="*/ 4 h 2100"/>
                <a:gd name="T18" fmla="*/ 2 w 2092"/>
                <a:gd name="T19" fmla="*/ 4 h 2100"/>
                <a:gd name="T20" fmla="*/ 2 w 2092"/>
                <a:gd name="T21" fmla="*/ 4 h 2100"/>
                <a:gd name="T22" fmla="*/ 1 w 2092"/>
                <a:gd name="T23" fmla="*/ 4 h 2100"/>
                <a:gd name="T24" fmla="*/ 1 w 2092"/>
                <a:gd name="T25" fmla="*/ 3 h 2100"/>
                <a:gd name="T26" fmla="*/ 0 w 2092"/>
                <a:gd name="T27" fmla="*/ 3 h 2100"/>
                <a:gd name="T28" fmla="*/ 0 w 2092"/>
                <a:gd name="T29" fmla="*/ 2 h 2100"/>
                <a:gd name="T30" fmla="*/ 0 w 2092"/>
                <a:gd name="T31" fmla="*/ 3 h 2100"/>
                <a:gd name="T32" fmla="*/ 1 w 2092"/>
                <a:gd name="T33" fmla="*/ 4 h 2100"/>
                <a:gd name="T34" fmla="*/ 2 w 2092"/>
                <a:gd name="T35" fmla="*/ 4 h 2100"/>
                <a:gd name="T36" fmla="*/ 2 w 2092"/>
                <a:gd name="T37" fmla="*/ 4 h 2100"/>
                <a:gd name="T38" fmla="*/ 3 w 2092"/>
                <a:gd name="T39" fmla="*/ 4 h 2100"/>
                <a:gd name="T40" fmla="*/ 3 w 2092"/>
                <a:gd name="T41" fmla="*/ 3 h 2100"/>
                <a:gd name="T42" fmla="*/ 3 w 2092"/>
                <a:gd name="T43" fmla="*/ 3 h 2100"/>
                <a:gd name="T44" fmla="*/ 3 w 2092"/>
                <a:gd name="T45" fmla="*/ 3 h 2100"/>
                <a:gd name="T46" fmla="*/ 4 w 2092"/>
                <a:gd name="T47" fmla="*/ 2 h 2100"/>
                <a:gd name="T48" fmla="*/ 4 w 2092"/>
                <a:gd name="T49" fmla="*/ 1 h 2100"/>
                <a:gd name="T50" fmla="*/ 4 w 2092"/>
                <a:gd name="T51" fmla="*/ 1 h 2100"/>
                <a:gd name="T52" fmla="*/ 4 w 2092"/>
                <a:gd name="T53" fmla="*/ 1 h 2100"/>
                <a:gd name="T54" fmla="*/ 4 w 2092"/>
                <a:gd name="T55" fmla="*/ 0 h 210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092"/>
                <a:gd name="T85" fmla="*/ 0 h 2100"/>
                <a:gd name="T86" fmla="*/ 2092 w 2092"/>
                <a:gd name="T87" fmla="*/ 2100 h 210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092" h="2100">
                  <a:moveTo>
                    <a:pt x="2092" y="0"/>
                  </a:moveTo>
                  <a:lnTo>
                    <a:pt x="2084" y="283"/>
                  </a:lnTo>
                  <a:lnTo>
                    <a:pt x="2011" y="666"/>
                  </a:lnTo>
                  <a:lnTo>
                    <a:pt x="1743" y="1457"/>
                  </a:lnTo>
                  <a:lnTo>
                    <a:pt x="1596" y="1678"/>
                  </a:lnTo>
                  <a:lnTo>
                    <a:pt x="1596" y="2088"/>
                  </a:lnTo>
                  <a:lnTo>
                    <a:pt x="1512" y="2100"/>
                  </a:lnTo>
                  <a:lnTo>
                    <a:pt x="1376" y="1954"/>
                  </a:lnTo>
                  <a:lnTo>
                    <a:pt x="1222" y="2030"/>
                  </a:lnTo>
                  <a:lnTo>
                    <a:pt x="1145" y="2030"/>
                  </a:lnTo>
                  <a:lnTo>
                    <a:pt x="912" y="2021"/>
                  </a:lnTo>
                  <a:lnTo>
                    <a:pt x="639" y="1913"/>
                  </a:lnTo>
                  <a:lnTo>
                    <a:pt x="325" y="1699"/>
                  </a:lnTo>
                  <a:lnTo>
                    <a:pt x="116" y="1527"/>
                  </a:lnTo>
                  <a:lnTo>
                    <a:pt x="0" y="1048"/>
                  </a:lnTo>
                  <a:lnTo>
                    <a:pt x="158" y="1527"/>
                  </a:lnTo>
                  <a:lnTo>
                    <a:pt x="593" y="1850"/>
                  </a:lnTo>
                  <a:lnTo>
                    <a:pt x="941" y="1984"/>
                  </a:lnTo>
                  <a:lnTo>
                    <a:pt x="1167" y="1996"/>
                  </a:lnTo>
                  <a:lnTo>
                    <a:pt x="1376" y="1913"/>
                  </a:lnTo>
                  <a:lnTo>
                    <a:pt x="1512" y="1765"/>
                  </a:lnTo>
                  <a:lnTo>
                    <a:pt x="1640" y="1576"/>
                  </a:lnTo>
                  <a:lnTo>
                    <a:pt x="1743" y="1369"/>
                  </a:lnTo>
                  <a:lnTo>
                    <a:pt x="1881" y="986"/>
                  </a:lnTo>
                  <a:lnTo>
                    <a:pt x="1951" y="751"/>
                  </a:lnTo>
                  <a:lnTo>
                    <a:pt x="2002" y="495"/>
                  </a:lnTo>
                  <a:lnTo>
                    <a:pt x="2055" y="308"/>
                  </a:lnTo>
                  <a:lnTo>
                    <a:pt x="20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1" name="Freeform 117">
              <a:extLst>
                <a:ext uri="{FF2B5EF4-FFF2-40B4-BE49-F238E27FC236}">
                  <a16:creationId xmlns:a16="http://schemas.microsoft.com/office/drawing/2014/main" id="{CC111D64-1F34-AA45-84FE-0C6488B1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34"/>
              <a:ext cx="162" cy="384"/>
            </a:xfrm>
            <a:custGeom>
              <a:avLst/>
              <a:gdLst>
                <a:gd name="T0" fmla="*/ 1 w 1288"/>
                <a:gd name="T1" fmla="*/ 1 h 3071"/>
                <a:gd name="T2" fmla="*/ 1 w 1288"/>
                <a:gd name="T3" fmla="*/ 2 h 3071"/>
                <a:gd name="T4" fmla="*/ 1 w 1288"/>
                <a:gd name="T5" fmla="*/ 2 h 3071"/>
                <a:gd name="T6" fmla="*/ 1 w 1288"/>
                <a:gd name="T7" fmla="*/ 3 h 3071"/>
                <a:gd name="T8" fmla="*/ 1 w 1288"/>
                <a:gd name="T9" fmla="*/ 4 h 3071"/>
                <a:gd name="T10" fmla="*/ 2 w 1288"/>
                <a:gd name="T11" fmla="*/ 5 h 3071"/>
                <a:gd name="T12" fmla="*/ 2 w 1288"/>
                <a:gd name="T13" fmla="*/ 5 h 3071"/>
                <a:gd name="T14" fmla="*/ 3 w 1288"/>
                <a:gd name="T15" fmla="*/ 6 h 3071"/>
                <a:gd name="T16" fmla="*/ 2 w 1288"/>
                <a:gd name="T17" fmla="*/ 6 h 3071"/>
                <a:gd name="T18" fmla="*/ 1 w 1288"/>
                <a:gd name="T19" fmla="*/ 4 h 3071"/>
                <a:gd name="T20" fmla="*/ 1 w 1288"/>
                <a:gd name="T21" fmla="*/ 4 h 3071"/>
                <a:gd name="T22" fmla="*/ 1 w 1288"/>
                <a:gd name="T23" fmla="*/ 2 h 3071"/>
                <a:gd name="T24" fmla="*/ 1 w 1288"/>
                <a:gd name="T25" fmla="*/ 2 h 3071"/>
                <a:gd name="T26" fmla="*/ 1 w 1288"/>
                <a:gd name="T27" fmla="*/ 2 h 3071"/>
                <a:gd name="T28" fmla="*/ 0 w 1288"/>
                <a:gd name="T29" fmla="*/ 1 h 3071"/>
                <a:gd name="T30" fmla="*/ 0 w 1288"/>
                <a:gd name="T31" fmla="*/ 1 h 3071"/>
                <a:gd name="T32" fmla="*/ 0 w 1288"/>
                <a:gd name="T33" fmla="*/ 0 h 3071"/>
                <a:gd name="T34" fmla="*/ 0 w 1288"/>
                <a:gd name="T35" fmla="*/ 1 h 3071"/>
                <a:gd name="T36" fmla="*/ 0 w 1288"/>
                <a:gd name="T37" fmla="*/ 1 h 3071"/>
                <a:gd name="T38" fmla="*/ 1 w 1288"/>
                <a:gd name="T39" fmla="*/ 2 h 3071"/>
                <a:gd name="T40" fmla="*/ 1 w 1288"/>
                <a:gd name="T41" fmla="*/ 2 h 3071"/>
                <a:gd name="T42" fmla="*/ 1 w 1288"/>
                <a:gd name="T43" fmla="*/ 1 h 30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88"/>
                <a:gd name="T67" fmla="*/ 0 h 3071"/>
                <a:gd name="T68" fmla="*/ 1288 w 1288"/>
                <a:gd name="T69" fmla="*/ 3071 h 307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88" h="3071">
                  <a:moveTo>
                    <a:pt x="470" y="687"/>
                  </a:moveTo>
                  <a:lnTo>
                    <a:pt x="548" y="1086"/>
                  </a:lnTo>
                  <a:lnTo>
                    <a:pt x="477" y="1069"/>
                  </a:lnTo>
                  <a:lnTo>
                    <a:pt x="477" y="1681"/>
                  </a:lnTo>
                  <a:lnTo>
                    <a:pt x="571" y="2059"/>
                  </a:lnTo>
                  <a:lnTo>
                    <a:pt x="924" y="2568"/>
                  </a:lnTo>
                  <a:lnTo>
                    <a:pt x="1213" y="2667"/>
                  </a:lnTo>
                  <a:lnTo>
                    <a:pt x="1288" y="3071"/>
                  </a:lnTo>
                  <a:lnTo>
                    <a:pt x="971" y="2785"/>
                  </a:lnTo>
                  <a:lnTo>
                    <a:pt x="548" y="2188"/>
                  </a:lnTo>
                  <a:lnTo>
                    <a:pt x="447" y="1803"/>
                  </a:lnTo>
                  <a:lnTo>
                    <a:pt x="447" y="1023"/>
                  </a:lnTo>
                  <a:lnTo>
                    <a:pt x="398" y="821"/>
                  </a:lnTo>
                  <a:lnTo>
                    <a:pt x="301" y="821"/>
                  </a:lnTo>
                  <a:lnTo>
                    <a:pt x="180" y="669"/>
                  </a:lnTo>
                  <a:lnTo>
                    <a:pt x="35" y="348"/>
                  </a:lnTo>
                  <a:lnTo>
                    <a:pt x="0" y="0"/>
                  </a:lnTo>
                  <a:lnTo>
                    <a:pt x="35" y="297"/>
                  </a:lnTo>
                  <a:lnTo>
                    <a:pt x="211" y="669"/>
                  </a:lnTo>
                  <a:lnTo>
                    <a:pt x="323" y="788"/>
                  </a:lnTo>
                  <a:lnTo>
                    <a:pt x="398" y="788"/>
                  </a:lnTo>
                  <a:lnTo>
                    <a:pt x="470" y="6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2" name="Freeform 118">
              <a:extLst>
                <a:ext uri="{FF2B5EF4-FFF2-40B4-BE49-F238E27FC236}">
                  <a16:creationId xmlns:a16="http://schemas.microsoft.com/office/drawing/2014/main" id="{87E86E03-0841-BE4D-ACFB-045410B4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209"/>
              <a:ext cx="32" cy="13"/>
            </a:xfrm>
            <a:custGeom>
              <a:avLst/>
              <a:gdLst>
                <a:gd name="T0" fmla="*/ 0 w 259"/>
                <a:gd name="T1" fmla="*/ 0 h 105"/>
                <a:gd name="T2" fmla="*/ 0 w 259"/>
                <a:gd name="T3" fmla="*/ 0 h 105"/>
                <a:gd name="T4" fmla="*/ 0 w 259"/>
                <a:gd name="T5" fmla="*/ 0 h 105"/>
                <a:gd name="T6" fmla="*/ 0 w 259"/>
                <a:gd name="T7" fmla="*/ 0 h 105"/>
                <a:gd name="T8" fmla="*/ 0 w 259"/>
                <a:gd name="T9" fmla="*/ 0 h 105"/>
                <a:gd name="T10" fmla="*/ 0 w 259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9"/>
                <a:gd name="T19" fmla="*/ 0 h 105"/>
                <a:gd name="T20" fmla="*/ 259 w 259"/>
                <a:gd name="T21" fmla="*/ 105 h 1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9" h="105">
                  <a:moveTo>
                    <a:pt x="0" y="105"/>
                  </a:moveTo>
                  <a:lnTo>
                    <a:pt x="125" y="24"/>
                  </a:lnTo>
                  <a:lnTo>
                    <a:pt x="259" y="0"/>
                  </a:lnTo>
                  <a:lnTo>
                    <a:pt x="259" y="35"/>
                  </a:lnTo>
                  <a:lnTo>
                    <a:pt x="145" y="50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3" name="Freeform 119">
              <a:extLst>
                <a:ext uri="{FF2B5EF4-FFF2-40B4-BE49-F238E27FC236}">
                  <a16:creationId xmlns:a16="http://schemas.microsoft.com/office/drawing/2014/main" id="{6681E84F-83BA-B545-B8F0-42CA22F85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231"/>
              <a:ext cx="41" cy="74"/>
            </a:xfrm>
            <a:custGeom>
              <a:avLst/>
              <a:gdLst>
                <a:gd name="T0" fmla="*/ 1 w 325"/>
                <a:gd name="T1" fmla="*/ 1 h 592"/>
                <a:gd name="T2" fmla="*/ 0 w 325"/>
                <a:gd name="T3" fmla="*/ 1 h 592"/>
                <a:gd name="T4" fmla="*/ 0 w 325"/>
                <a:gd name="T5" fmla="*/ 1 h 592"/>
                <a:gd name="T6" fmla="*/ 1 w 325"/>
                <a:gd name="T7" fmla="*/ 0 h 592"/>
                <a:gd name="T8" fmla="*/ 1 w 325"/>
                <a:gd name="T9" fmla="*/ 0 h 592"/>
                <a:gd name="T10" fmla="*/ 0 w 325"/>
                <a:gd name="T11" fmla="*/ 0 h 592"/>
                <a:gd name="T12" fmla="*/ 0 w 325"/>
                <a:gd name="T13" fmla="*/ 0 h 592"/>
                <a:gd name="T14" fmla="*/ 0 w 325"/>
                <a:gd name="T15" fmla="*/ 1 h 592"/>
                <a:gd name="T16" fmla="*/ 0 w 325"/>
                <a:gd name="T17" fmla="*/ 1 h 592"/>
                <a:gd name="T18" fmla="*/ 0 w 325"/>
                <a:gd name="T19" fmla="*/ 1 h 592"/>
                <a:gd name="T20" fmla="*/ 0 w 325"/>
                <a:gd name="T21" fmla="*/ 0 h 592"/>
                <a:gd name="T22" fmla="*/ 0 w 325"/>
                <a:gd name="T23" fmla="*/ 0 h 592"/>
                <a:gd name="T24" fmla="*/ 0 w 325"/>
                <a:gd name="T25" fmla="*/ 0 h 592"/>
                <a:gd name="T26" fmla="*/ 1 w 325"/>
                <a:gd name="T27" fmla="*/ 0 h 592"/>
                <a:gd name="T28" fmla="*/ 1 w 325"/>
                <a:gd name="T29" fmla="*/ 1 h 592"/>
                <a:gd name="T30" fmla="*/ 1 w 325"/>
                <a:gd name="T31" fmla="*/ 1 h 592"/>
                <a:gd name="T32" fmla="*/ 1 w 325"/>
                <a:gd name="T33" fmla="*/ 1 h 592"/>
                <a:gd name="T34" fmla="*/ 1 w 325"/>
                <a:gd name="T35" fmla="*/ 1 h 5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5"/>
                <a:gd name="T55" fmla="*/ 0 h 592"/>
                <a:gd name="T56" fmla="*/ 325 w 325"/>
                <a:gd name="T57" fmla="*/ 592 h 59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5" h="592">
                  <a:moveTo>
                    <a:pt x="325" y="592"/>
                  </a:moveTo>
                  <a:lnTo>
                    <a:pt x="157" y="454"/>
                  </a:lnTo>
                  <a:lnTo>
                    <a:pt x="157" y="353"/>
                  </a:lnTo>
                  <a:lnTo>
                    <a:pt x="238" y="203"/>
                  </a:lnTo>
                  <a:lnTo>
                    <a:pt x="238" y="149"/>
                  </a:lnTo>
                  <a:lnTo>
                    <a:pt x="118" y="46"/>
                  </a:lnTo>
                  <a:lnTo>
                    <a:pt x="55" y="46"/>
                  </a:lnTo>
                  <a:lnTo>
                    <a:pt x="14" y="232"/>
                  </a:lnTo>
                  <a:lnTo>
                    <a:pt x="79" y="470"/>
                  </a:lnTo>
                  <a:lnTo>
                    <a:pt x="0" y="265"/>
                  </a:lnTo>
                  <a:lnTo>
                    <a:pt x="0" y="184"/>
                  </a:lnTo>
                  <a:lnTo>
                    <a:pt x="28" y="9"/>
                  </a:lnTo>
                  <a:lnTo>
                    <a:pt x="92" y="0"/>
                  </a:lnTo>
                  <a:lnTo>
                    <a:pt x="259" y="129"/>
                  </a:lnTo>
                  <a:lnTo>
                    <a:pt x="297" y="250"/>
                  </a:lnTo>
                  <a:lnTo>
                    <a:pt x="270" y="399"/>
                  </a:lnTo>
                  <a:lnTo>
                    <a:pt x="270" y="486"/>
                  </a:lnTo>
                  <a:lnTo>
                    <a:pt x="325" y="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4" name="Freeform 120">
              <a:extLst>
                <a:ext uri="{FF2B5EF4-FFF2-40B4-BE49-F238E27FC236}">
                  <a16:creationId xmlns:a16="http://schemas.microsoft.com/office/drawing/2014/main" id="{49646C36-1267-8A41-913C-72E8B54D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378"/>
              <a:ext cx="116" cy="218"/>
            </a:xfrm>
            <a:custGeom>
              <a:avLst/>
              <a:gdLst>
                <a:gd name="T0" fmla="*/ 2 w 930"/>
                <a:gd name="T1" fmla="*/ 0 h 1750"/>
                <a:gd name="T2" fmla="*/ 1 w 930"/>
                <a:gd name="T3" fmla="*/ 0 h 1750"/>
                <a:gd name="T4" fmla="*/ 1 w 930"/>
                <a:gd name="T5" fmla="*/ 2 h 1750"/>
                <a:gd name="T6" fmla="*/ 1 w 930"/>
                <a:gd name="T7" fmla="*/ 3 h 1750"/>
                <a:gd name="T8" fmla="*/ 1 w 930"/>
                <a:gd name="T9" fmla="*/ 2 h 1750"/>
                <a:gd name="T10" fmla="*/ 1 w 930"/>
                <a:gd name="T11" fmla="*/ 1 h 1750"/>
                <a:gd name="T12" fmla="*/ 1 w 930"/>
                <a:gd name="T13" fmla="*/ 1 h 1750"/>
                <a:gd name="T14" fmla="*/ 1 w 930"/>
                <a:gd name="T15" fmla="*/ 0 h 1750"/>
                <a:gd name="T16" fmla="*/ 1 w 930"/>
                <a:gd name="T17" fmla="*/ 0 h 1750"/>
                <a:gd name="T18" fmla="*/ 0 w 930"/>
                <a:gd name="T19" fmla="*/ 0 h 1750"/>
                <a:gd name="T20" fmla="*/ 0 w 930"/>
                <a:gd name="T21" fmla="*/ 1 h 1750"/>
                <a:gd name="T22" fmla="*/ 0 w 930"/>
                <a:gd name="T23" fmla="*/ 0 h 1750"/>
                <a:gd name="T24" fmla="*/ 1 w 930"/>
                <a:gd name="T25" fmla="*/ 0 h 1750"/>
                <a:gd name="T26" fmla="*/ 1 w 930"/>
                <a:gd name="T27" fmla="*/ 0 h 1750"/>
                <a:gd name="T28" fmla="*/ 2 w 930"/>
                <a:gd name="T29" fmla="*/ 0 h 17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30"/>
                <a:gd name="T46" fmla="*/ 0 h 1750"/>
                <a:gd name="T47" fmla="*/ 930 w 930"/>
                <a:gd name="T48" fmla="*/ 1750 h 175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30" h="1750">
                  <a:moveTo>
                    <a:pt x="930" y="0"/>
                  </a:moveTo>
                  <a:lnTo>
                    <a:pt x="756" y="204"/>
                  </a:lnTo>
                  <a:lnTo>
                    <a:pt x="615" y="819"/>
                  </a:lnTo>
                  <a:lnTo>
                    <a:pt x="578" y="1750"/>
                  </a:lnTo>
                  <a:lnTo>
                    <a:pt x="578" y="844"/>
                  </a:lnTo>
                  <a:lnTo>
                    <a:pt x="481" y="745"/>
                  </a:lnTo>
                  <a:lnTo>
                    <a:pt x="422" y="383"/>
                  </a:lnTo>
                  <a:lnTo>
                    <a:pt x="481" y="231"/>
                  </a:lnTo>
                  <a:lnTo>
                    <a:pt x="341" y="231"/>
                  </a:lnTo>
                  <a:lnTo>
                    <a:pt x="242" y="204"/>
                  </a:lnTo>
                  <a:lnTo>
                    <a:pt x="0" y="305"/>
                  </a:lnTo>
                  <a:lnTo>
                    <a:pt x="242" y="152"/>
                  </a:lnTo>
                  <a:lnTo>
                    <a:pt x="543" y="152"/>
                  </a:lnTo>
                  <a:lnTo>
                    <a:pt x="797" y="99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5" name="Freeform 121">
              <a:extLst>
                <a:ext uri="{FF2B5EF4-FFF2-40B4-BE49-F238E27FC236}">
                  <a16:creationId xmlns:a16="http://schemas.microsoft.com/office/drawing/2014/main" id="{B2ADE798-8E5C-2142-8A1B-D64B0A4D5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403"/>
              <a:ext cx="168" cy="145"/>
            </a:xfrm>
            <a:custGeom>
              <a:avLst/>
              <a:gdLst>
                <a:gd name="T0" fmla="*/ 2 w 1343"/>
                <a:gd name="T1" fmla="*/ 0 h 1161"/>
                <a:gd name="T2" fmla="*/ 3 w 1343"/>
                <a:gd name="T3" fmla="*/ 2 h 1161"/>
                <a:gd name="T4" fmla="*/ 2 w 1343"/>
                <a:gd name="T5" fmla="*/ 1 h 1161"/>
                <a:gd name="T6" fmla="*/ 1 w 1343"/>
                <a:gd name="T7" fmla="*/ 0 h 1161"/>
                <a:gd name="T8" fmla="*/ 0 w 1343"/>
                <a:gd name="T9" fmla="*/ 0 h 1161"/>
                <a:gd name="T10" fmla="*/ 1 w 1343"/>
                <a:gd name="T11" fmla="*/ 0 h 1161"/>
                <a:gd name="T12" fmla="*/ 1 w 1343"/>
                <a:gd name="T13" fmla="*/ 0 h 1161"/>
                <a:gd name="T14" fmla="*/ 2 w 1343"/>
                <a:gd name="T15" fmla="*/ 1 h 1161"/>
                <a:gd name="T16" fmla="*/ 2 w 1343"/>
                <a:gd name="T17" fmla="*/ 0 h 1161"/>
                <a:gd name="T18" fmla="*/ 2 w 1343"/>
                <a:gd name="T19" fmla="*/ 0 h 1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43"/>
                <a:gd name="T31" fmla="*/ 0 h 1161"/>
                <a:gd name="T32" fmla="*/ 1343 w 1343"/>
                <a:gd name="T33" fmla="*/ 1161 h 116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43" h="1161">
                  <a:moveTo>
                    <a:pt x="1106" y="0"/>
                  </a:moveTo>
                  <a:lnTo>
                    <a:pt x="1343" y="1161"/>
                  </a:lnTo>
                  <a:lnTo>
                    <a:pt x="1150" y="565"/>
                  </a:lnTo>
                  <a:lnTo>
                    <a:pt x="656" y="27"/>
                  </a:lnTo>
                  <a:lnTo>
                    <a:pt x="0" y="280"/>
                  </a:lnTo>
                  <a:lnTo>
                    <a:pt x="537" y="0"/>
                  </a:lnTo>
                  <a:lnTo>
                    <a:pt x="712" y="0"/>
                  </a:lnTo>
                  <a:lnTo>
                    <a:pt x="1086" y="414"/>
                  </a:lnTo>
                  <a:lnTo>
                    <a:pt x="1035" y="0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6" name="Freeform 122">
              <a:extLst>
                <a:ext uri="{FF2B5EF4-FFF2-40B4-BE49-F238E27FC236}">
                  <a16:creationId xmlns:a16="http://schemas.microsoft.com/office/drawing/2014/main" id="{CFA62B0E-8E43-3C49-95C7-F237167C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541"/>
              <a:ext cx="175" cy="219"/>
            </a:xfrm>
            <a:custGeom>
              <a:avLst/>
              <a:gdLst>
                <a:gd name="T0" fmla="*/ 2 w 1396"/>
                <a:gd name="T1" fmla="*/ 2 h 1747"/>
                <a:gd name="T2" fmla="*/ 1 w 1396"/>
                <a:gd name="T3" fmla="*/ 1 h 1747"/>
                <a:gd name="T4" fmla="*/ 2 w 1396"/>
                <a:gd name="T5" fmla="*/ 1 h 1747"/>
                <a:gd name="T6" fmla="*/ 1 w 1396"/>
                <a:gd name="T7" fmla="*/ 0 h 1747"/>
                <a:gd name="T8" fmla="*/ 1 w 1396"/>
                <a:gd name="T9" fmla="*/ 0 h 1747"/>
                <a:gd name="T10" fmla="*/ 0 w 1396"/>
                <a:gd name="T11" fmla="*/ 0 h 1747"/>
                <a:gd name="T12" fmla="*/ 0 w 1396"/>
                <a:gd name="T13" fmla="*/ 1 h 1747"/>
                <a:gd name="T14" fmla="*/ 1 w 1396"/>
                <a:gd name="T15" fmla="*/ 3 h 1747"/>
                <a:gd name="T16" fmla="*/ 0 w 1396"/>
                <a:gd name="T17" fmla="*/ 2 h 1747"/>
                <a:gd name="T18" fmla="*/ 0 w 1396"/>
                <a:gd name="T19" fmla="*/ 2 h 1747"/>
                <a:gd name="T20" fmla="*/ 0 w 1396"/>
                <a:gd name="T21" fmla="*/ 1 h 1747"/>
                <a:gd name="T22" fmla="*/ 0 w 1396"/>
                <a:gd name="T23" fmla="*/ 1 h 1747"/>
                <a:gd name="T24" fmla="*/ 2 w 1396"/>
                <a:gd name="T25" fmla="*/ 3 h 1747"/>
                <a:gd name="T26" fmla="*/ 2 w 1396"/>
                <a:gd name="T27" fmla="*/ 3 h 1747"/>
                <a:gd name="T28" fmla="*/ 1 w 1396"/>
                <a:gd name="T29" fmla="*/ 1 h 1747"/>
                <a:gd name="T30" fmla="*/ 1 w 1396"/>
                <a:gd name="T31" fmla="*/ 1 h 1747"/>
                <a:gd name="T32" fmla="*/ 1 w 1396"/>
                <a:gd name="T33" fmla="*/ 0 h 1747"/>
                <a:gd name="T34" fmla="*/ 2 w 1396"/>
                <a:gd name="T35" fmla="*/ 2 h 1747"/>
                <a:gd name="T36" fmla="*/ 2 w 1396"/>
                <a:gd name="T37" fmla="*/ 2 h 1747"/>
                <a:gd name="T38" fmla="*/ 2 w 1396"/>
                <a:gd name="T39" fmla="*/ 3 h 1747"/>
                <a:gd name="T40" fmla="*/ 2 w 1396"/>
                <a:gd name="T41" fmla="*/ 2 h 1747"/>
                <a:gd name="T42" fmla="*/ 2 w 1396"/>
                <a:gd name="T43" fmla="*/ 2 h 1747"/>
                <a:gd name="T44" fmla="*/ 2 w 1396"/>
                <a:gd name="T45" fmla="*/ 2 h 1747"/>
                <a:gd name="T46" fmla="*/ 3 w 1396"/>
                <a:gd name="T47" fmla="*/ 2 h 1747"/>
                <a:gd name="T48" fmla="*/ 3 w 1396"/>
                <a:gd name="T49" fmla="*/ 2 h 1747"/>
                <a:gd name="T50" fmla="*/ 3 w 1396"/>
                <a:gd name="T51" fmla="*/ 2 h 1747"/>
                <a:gd name="T52" fmla="*/ 2 w 1396"/>
                <a:gd name="T53" fmla="*/ 2 h 1747"/>
                <a:gd name="T54" fmla="*/ 2 w 1396"/>
                <a:gd name="T55" fmla="*/ 2 h 174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96"/>
                <a:gd name="T85" fmla="*/ 0 h 1747"/>
                <a:gd name="T86" fmla="*/ 1396 w 1396"/>
                <a:gd name="T87" fmla="*/ 1747 h 174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96" h="1747">
                  <a:moveTo>
                    <a:pt x="919" y="869"/>
                  </a:moveTo>
                  <a:lnTo>
                    <a:pt x="712" y="305"/>
                  </a:lnTo>
                  <a:lnTo>
                    <a:pt x="1141" y="611"/>
                  </a:lnTo>
                  <a:lnTo>
                    <a:pt x="726" y="202"/>
                  </a:lnTo>
                  <a:lnTo>
                    <a:pt x="468" y="0"/>
                  </a:lnTo>
                  <a:lnTo>
                    <a:pt x="194" y="129"/>
                  </a:lnTo>
                  <a:lnTo>
                    <a:pt x="0" y="440"/>
                  </a:lnTo>
                  <a:lnTo>
                    <a:pt x="412" y="1747"/>
                  </a:lnTo>
                  <a:lnTo>
                    <a:pt x="154" y="793"/>
                  </a:lnTo>
                  <a:lnTo>
                    <a:pt x="194" y="745"/>
                  </a:lnTo>
                  <a:lnTo>
                    <a:pt x="119" y="408"/>
                  </a:lnTo>
                  <a:lnTo>
                    <a:pt x="174" y="360"/>
                  </a:lnTo>
                  <a:lnTo>
                    <a:pt x="843" y="1588"/>
                  </a:lnTo>
                  <a:lnTo>
                    <a:pt x="866" y="1489"/>
                  </a:lnTo>
                  <a:lnTo>
                    <a:pt x="308" y="408"/>
                  </a:lnTo>
                  <a:lnTo>
                    <a:pt x="308" y="279"/>
                  </a:lnTo>
                  <a:lnTo>
                    <a:pt x="394" y="173"/>
                  </a:lnTo>
                  <a:lnTo>
                    <a:pt x="800" y="846"/>
                  </a:lnTo>
                  <a:lnTo>
                    <a:pt x="965" y="995"/>
                  </a:lnTo>
                  <a:lnTo>
                    <a:pt x="1064" y="1283"/>
                  </a:lnTo>
                  <a:lnTo>
                    <a:pt x="1076" y="1132"/>
                  </a:lnTo>
                  <a:lnTo>
                    <a:pt x="1020" y="947"/>
                  </a:lnTo>
                  <a:lnTo>
                    <a:pt x="1141" y="922"/>
                  </a:lnTo>
                  <a:lnTo>
                    <a:pt x="1297" y="922"/>
                  </a:lnTo>
                  <a:lnTo>
                    <a:pt x="1396" y="947"/>
                  </a:lnTo>
                  <a:lnTo>
                    <a:pt x="1316" y="869"/>
                  </a:lnTo>
                  <a:lnTo>
                    <a:pt x="1064" y="846"/>
                  </a:lnTo>
                  <a:lnTo>
                    <a:pt x="919" y="8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7" name="Freeform 123">
              <a:extLst>
                <a:ext uri="{FF2B5EF4-FFF2-40B4-BE49-F238E27FC236}">
                  <a16:creationId xmlns:a16="http://schemas.microsoft.com/office/drawing/2014/main" id="{2676B178-714C-7A46-A5C7-A93DD09B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99"/>
              <a:ext cx="95" cy="132"/>
            </a:xfrm>
            <a:custGeom>
              <a:avLst/>
              <a:gdLst>
                <a:gd name="T0" fmla="*/ 0 w 765"/>
                <a:gd name="T1" fmla="*/ 2 h 1053"/>
                <a:gd name="T2" fmla="*/ 0 w 765"/>
                <a:gd name="T3" fmla="*/ 1 h 1053"/>
                <a:gd name="T4" fmla="*/ 1 w 765"/>
                <a:gd name="T5" fmla="*/ 1 h 1053"/>
                <a:gd name="T6" fmla="*/ 1 w 765"/>
                <a:gd name="T7" fmla="*/ 1 h 1053"/>
                <a:gd name="T8" fmla="*/ 1 w 765"/>
                <a:gd name="T9" fmla="*/ 0 h 1053"/>
                <a:gd name="T10" fmla="*/ 1 w 765"/>
                <a:gd name="T11" fmla="*/ 0 h 1053"/>
                <a:gd name="T12" fmla="*/ 1 w 765"/>
                <a:gd name="T13" fmla="*/ 1 h 1053"/>
                <a:gd name="T14" fmla="*/ 1 w 765"/>
                <a:gd name="T15" fmla="*/ 1 h 1053"/>
                <a:gd name="T16" fmla="*/ 1 w 765"/>
                <a:gd name="T17" fmla="*/ 1 h 1053"/>
                <a:gd name="T18" fmla="*/ 0 w 765"/>
                <a:gd name="T19" fmla="*/ 1 h 1053"/>
                <a:gd name="T20" fmla="*/ 0 w 765"/>
                <a:gd name="T21" fmla="*/ 2 h 10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65"/>
                <a:gd name="T34" fmla="*/ 0 h 1053"/>
                <a:gd name="T35" fmla="*/ 765 w 765"/>
                <a:gd name="T36" fmla="*/ 1053 h 10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65" h="1053">
                  <a:moveTo>
                    <a:pt x="0" y="1053"/>
                  </a:moveTo>
                  <a:lnTo>
                    <a:pt x="163" y="694"/>
                  </a:lnTo>
                  <a:lnTo>
                    <a:pt x="497" y="463"/>
                  </a:lnTo>
                  <a:lnTo>
                    <a:pt x="666" y="410"/>
                  </a:lnTo>
                  <a:lnTo>
                    <a:pt x="765" y="180"/>
                  </a:lnTo>
                  <a:lnTo>
                    <a:pt x="686" y="0"/>
                  </a:lnTo>
                  <a:lnTo>
                    <a:pt x="666" y="226"/>
                  </a:lnTo>
                  <a:lnTo>
                    <a:pt x="572" y="410"/>
                  </a:lnTo>
                  <a:lnTo>
                    <a:pt x="339" y="486"/>
                  </a:lnTo>
                  <a:lnTo>
                    <a:pt x="82" y="694"/>
                  </a:lnTo>
                  <a:lnTo>
                    <a:pt x="0" y="10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8" name="Freeform 124">
              <a:extLst>
                <a:ext uri="{FF2B5EF4-FFF2-40B4-BE49-F238E27FC236}">
                  <a16:creationId xmlns:a16="http://schemas.microsoft.com/office/drawing/2014/main" id="{82A612D9-236E-1B42-8E97-A8689247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576"/>
              <a:ext cx="157" cy="129"/>
            </a:xfrm>
            <a:custGeom>
              <a:avLst/>
              <a:gdLst>
                <a:gd name="T0" fmla="*/ 0 w 1258"/>
                <a:gd name="T1" fmla="*/ 1 h 1028"/>
                <a:gd name="T2" fmla="*/ 1 w 1258"/>
                <a:gd name="T3" fmla="*/ 0 h 1028"/>
                <a:gd name="T4" fmla="*/ 1 w 1258"/>
                <a:gd name="T5" fmla="*/ 0 h 1028"/>
                <a:gd name="T6" fmla="*/ 2 w 1258"/>
                <a:gd name="T7" fmla="*/ 0 h 1028"/>
                <a:gd name="T8" fmla="*/ 2 w 1258"/>
                <a:gd name="T9" fmla="*/ 1 h 1028"/>
                <a:gd name="T10" fmla="*/ 2 w 1258"/>
                <a:gd name="T11" fmla="*/ 1 h 1028"/>
                <a:gd name="T12" fmla="*/ 1 w 1258"/>
                <a:gd name="T13" fmla="*/ 1 h 1028"/>
                <a:gd name="T14" fmla="*/ 0 w 1258"/>
                <a:gd name="T15" fmla="*/ 2 h 1028"/>
                <a:gd name="T16" fmla="*/ 0 w 1258"/>
                <a:gd name="T17" fmla="*/ 2 h 1028"/>
                <a:gd name="T18" fmla="*/ 0 w 1258"/>
                <a:gd name="T19" fmla="*/ 2 h 1028"/>
                <a:gd name="T20" fmla="*/ 0 w 1258"/>
                <a:gd name="T21" fmla="*/ 2 h 1028"/>
                <a:gd name="T22" fmla="*/ 0 w 1258"/>
                <a:gd name="T23" fmla="*/ 1 h 1028"/>
                <a:gd name="T24" fmla="*/ 0 w 1258"/>
                <a:gd name="T25" fmla="*/ 1 h 1028"/>
                <a:gd name="T26" fmla="*/ 1 w 1258"/>
                <a:gd name="T27" fmla="*/ 1 h 1028"/>
                <a:gd name="T28" fmla="*/ 0 w 1258"/>
                <a:gd name="T29" fmla="*/ 1 h 10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58"/>
                <a:gd name="T46" fmla="*/ 0 h 1028"/>
                <a:gd name="T47" fmla="*/ 1258 w 1258"/>
                <a:gd name="T48" fmla="*/ 1028 h 102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58" h="1028">
                  <a:moveTo>
                    <a:pt x="82" y="466"/>
                  </a:moveTo>
                  <a:lnTo>
                    <a:pt x="460" y="205"/>
                  </a:lnTo>
                  <a:lnTo>
                    <a:pt x="790" y="0"/>
                  </a:lnTo>
                  <a:lnTo>
                    <a:pt x="1069" y="180"/>
                  </a:lnTo>
                  <a:lnTo>
                    <a:pt x="1258" y="668"/>
                  </a:lnTo>
                  <a:lnTo>
                    <a:pt x="965" y="364"/>
                  </a:lnTo>
                  <a:lnTo>
                    <a:pt x="613" y="364"/>
                  </a:lnTo>
                  <a:lnTo>
                    <a:pt x="235" y="742"/>
                  </a:lnTo>
                  <a:lnTo>
                    <a:pt x="218" y="826"/>
                  </a:lnTo>
                  <a:lnTo>
                    <a:pt x="0" y="1028"/>
                  </a:lnTo>
                  <a:lnTo>
                    <a:pt x="193" y="742"/>
                  </a:lnTo>
                  <a:lnTo>
                    <a:pt x="163" y="643"/>
                  </a:lnTo>
                  <a:lnTo>
                    <a:pt x="260" y="615"/>
                  </a:lnTo>
                  <a:lnTo>
                    <a:pt x="460" y="307"/>
                  </a:lnTo>
                  <a:lnTo>
                    <a:pt x="82" y="4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19" name="Freeform 125">
              <a:extLst>
                <a:ext uri="{FF2B5EF4-FFF2-40B4-BE49-F238E27FC236}">
                  <a16:creationId xmlns:a16="http://schemas.microsoft.com/office/drawing/2014/main" id="{BD72B510-4C2E-2A49-BBA1-2BB8DB30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12"/>
              <a:ext cx="63" cy="92"/>
            </a:xfrm>
            <a:custGeom>
              <a:avLst/>
              <a:gdLst>
                <a:gd name="T0" fmla="*/ 0 w 503"/>
                <a:gd name="T1" fmla="*/ 0 h 733"/>
                <a:gd name="T2" fmla="*/ 1 w 503"/>
                <a:gd name="T3" fmla="*/ 1 h 733"/>
                <a:gd name="T4" fmla="*/ 1 w 503"/>
                <a:gd name="T5" fmla="*/ 2 h 733"/>
                <a:gd name="T6" fmla="*/ 1 w 503"/>
                <a:gd name="T7" fmla="*/ 1 h 733"/>
                <a:gd name="T8" fmla="*/ 0 w 503"/>
                <a:gd name="T9" fmla="*/ 0 h 7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3"/>
                <a:gd name="T16" fmla="*/ 0 h 733"/>
                <a:gd name="T17" fmla="*/ 503 w 503"/>
                <a:gd name="T18" fmla="*/ 733 h 7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3" h="733">
                  <a:moveTo>
                    <a:pt x="0" y="0"/>
                  </a:moveTo>
                  <a:lnTo>
                    <a:pt x="310" y="401"/>
                  </a:lnTo>
                  <a:lnTo>
                    <a:pt x="503" y="733"/>
                  </a:lnTo>
                  <a:lnTo>
                    <a:pt x="297" y="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0" name="Freeform 126">
              <a:extLst>
                <a:ext uri="{FF2B5EF4-FFF2-40B4-BE49-F238E27FC236}">
                  <a16:creationId xmlns:a16="http://schemas.microsoft.com/office/drawing/2014/main" id="{72462415-D897-E74A-99B4-8305E5A8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12"/>
              <a:ext cx="58" cy="217"/>
            </a:xfrm>
            <a:custGeom>
              <a:avLst/>
              <a:gdLst>
                <a:gd name="T0" fmla="*/ 1 w 461"/>
                <a:gd name="T1" fmla="*/ 0 h 1738"/>
                <a:gd name="T2" fmla="*/ 1 w 461"/>
                <a:gd name="T3" fmla="*/ 1 h 1738"/>
                <a:gd name="T4" fmla="*/ 1 w 461"/>
                <a:gd name="T5" fmla="*/ 1 h 1738"/>
                <a:gd name="T6" fmla="*/ 1 w 461"/>
                <a:gd name="T7" fmla="*/ 2 h 1738"/>
                <a:gd name="T8" fmla="*/ 1 w 461"/>
                <a:gd name="T9" fmla="*/ 3 h 1738"/>
                <a:gd name="T10" fmla="*/ 0 w 461"/>
                <a:gd name="T11" fmla="*/ 3 h 1738"/>
                <a:gd name="T12" fmla="*/ 1 w 461"/>
                <a:gd name="T13" fmla="*/ 2 h 1738"/>
                <a:gd name="T14" fmla="*/ 1 w 461"/>
                <a:gd name="T15" fmla="*/ 1 h 1738"/>
                <a:gd name="T16" fmla="*/ 1 w 461"/>
                <a:gd name="T17" fmla="*/ 1 h 1738"/>
                <a:gd name="T18" fmla="*/ 1 w 461"/>
                <a:gd name="T19" fmla="*/ 0 h 1738"/>
                <a:gd name="T20" fmla="*/ 1 w 461"/>
                <a:gd name="T21" fmla="*/ 0 h 17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61"/>
                <a:gd name="T34" fmla="*/ 0 h 1738"/>
                <a:gd name="T35" fmla="*/ 461 w 461"/>
                <a:gd name="T36" fmla="*/ 1738 h 173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61" h="1738">
                  <a:moveTo>
                    <a:pt x="360" y="0"/>
                  </a:moveTo>
                  <a:lnTo>
                    <a:pt x="417" y="329"/>
                  </a:lnTo>
                  <a:lnTo>
                    <a:pt x="461" y="784"/>
                  </a:lnTo>
                  <a:lnTo>
                    <a:pt x="395" y="1120"/>
                  </a:lnTo>
                  <a:lnTo>
                    <a:pt x="261" y="1353"/>
                  </a:lnTo>
                  <a:lnTo>
                    <a:pt x="0" y="1738"/>
                  </a:lnTo>
                  <a:lnTo>
                    <a:pt x="338" y="1098"/>
                  </a:lnTo>
                  <a:lnTo>
                    <a:pt x="395" y="784"/>
                  </a:lnTo>
                  <a:lnTo>
                    <a:pt x="338" y="431"/>
                  </a:lnTo>
                  <a:lnTo>
                    <a:pt x="338" y="147"/>
                  </a:lnTo>
                  <a:lnTo>
                    <a:pt x="3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1" name="Freeform 127">
              <a:extLst>
                <a:ext uri="{FF2B5EF4-FFF2-40B4-BE49-F238E27FC236}">
                  <a16:creationId xmlns:a16="http://schemas.microsoft.com/office/drawing/2014/main" id="{8025E8CB-75E2-A74E-969D-5E203848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702"/>
              <a:ext cx="366" cy="427"/>
            </a:xfrm>
            <a:custGeom>
              <a:avLst/>
              <a:gdLst>
                <a:gd name="T0" fmla="*/ 2 w 2931"/>
                <a:gd name="T1" fmla="*/ 0 h 3415"/>
                <a:gd name="T2" fmla="*/ 1 w 2931"/>
                <a:gd name="T3" fmla="*/ 2 h 3415"/>
                <a:gd name="T4" fmla="*/ 2 w 2931"/>
                <a:gd name="T5" fmla="*/ 3 h 3415"/>
                <a:gd name="T6" fmla="*/ 3 w 2931"/>
                <a:gd name="T7" fmla="*/ 4 h 3415"/>
                <a:gd name="T8" fmla="*/ 4 w 2931"/>
                <a:gd name="T9" fmla="*/ 5 h 3415"/>
                <a:gd name="T10" fmla="*/ 3 w 2931"/>
                <a:gd name="T11" fmla="*/ 3 h 3415"/>
                <a:gd name="T12" fmla="*/ 3 w 2931"/>
                <a:gd name="T13" fmla="*/ 3 h 3415"/>
                <a:gd name="T14" fmla="*/ 4 w 2931"/>
                <a:gd name="T15" fmla="*/ 3 h 3415"/>
                <a:gd name="T16" fmla="*/ 5 w 2931"/>
                <a:gd name="T17" fmla="*/ 3 h 3415"/>
                <a:gd name="T18" fmla="*/ 4 w 2931"/>
                <a:gd name="T19" fmla="*/ 4 h 3415"/>
                <a:gd name="T20" fmla="*/ 4 w 2931"/>
                <a:gd name="T21" fmla="*/ 4 h 3415"/>
                <a:gd name="T22" fmla="*/ 4 w 2931"/>
                <a:gd name="T23" fmla="*/ 4 h 3415"/>
                <a:gd name="T24" fmla="*/ 5 w 2931"/>
                <a:gd name="T25" fmla="*/ 4 h 3415"/>
                <a:gd name="T26" fmla="*/ 6 w 2931"/>
                <a:gd name="T27" fmla="*/ 2 h 3415"/>
                <a:gd name="T28" fmla="*/ 6 w 2931"/>
                <a:gd name="T29" fmla="*/ 4 h 3415"/>
                <a:gd name="T30" fmla="*/ 6 w 2931"/>
                <a:gd name="T31" fmla="*/ 6 h 3415"/>
                <a:gd name="T32" fmla="*/ 5 w 2931"/>
                <a:gd name="T33" fmla="*/ 7 h 3415"/>
                <a:gd name="T34" fmla="*/ 4 w 2931"/>
                <a:gd name="T35" fmla="*/ 7 h 3415"/>
                <a:gd name="T36" fmla="*/ 3 w 2931"/>
                <a:gd name="T37" fmla="*/ 6 h 3415"/>
                <a:gd name="T38" fmla="*/ 3 w 2931"/>
                <a:gd name="T39" fmla="*/ 6 h 3415"/>
                <a:gd name="T40" fmla="*/ 4 w 2931"/>
                <a:gd name="T41" fmla="*/ 6 h 3415"/>
                <a:gd name="T42" fmla="*/ 5 w 2931"/>
                <a:gd name="T43" fmla="*/ 6 h 3415"/>
                <a:gd name="T44" fmla="*/ 5 w 2931"/>
                <a:gd name="T45" fmla="*/ 5 h 3415"/>
                <a:gd name="T46" fmla="*/ 4 w 2931"/>
                <a:gd name="T47" fmla="*/ 5 h 3415"/>
                <a:gd name="T48" fmla="*/ 5 w 2931"/>
                <a:gd name="T49" fmla="*/ 6 h 3415"/>
                <a:gd name="T50" fmla="*/ 3 w 2931"/>
                <a:gd name="T51" fmla="*/ 5 h 3415"/>
                <a:gd name="T52" fmla="*/ 2 w 2931"/>
                <a:gd name="T53" fmla="*/ 5 h 3415"/>
                <a:gd name="T54" fmla="*/ 2 w 2931"/>
                <a:gd name="T55" fmla="*/ 4 h 3415"/>
                <a:gd name="T56" fmla="*/ 1 w 2931"/>
                <a:gd name="T57" fmla="*/ 4 h 3415"/>
                <a:gd name="T58" fmla="*/ 1 w 2931"/>
                <a:gd name="T59" fmla="*/ 6 h 3415"/>
                <a:gd name="T60" fmla="*/ 1 w 2931"/>
                <a:gd name="T61" fmla="*/ 6 h 3415"/>
                <a:gd name="T62" fmla="*/ 0 w 2931"/>
                <a:gd name="T63" fmla="*/ 7 h 3415"/>
                <a:gd name="T64" fmla="*/ 1 w 2931"/>
                <a:gd name="T65" fmla="*/ 4 h 3415"/>
                <a:gd name="T66" fmla="*/ 1 w 2931"/>
                <a:gd name="T67" fmla="*/ 2 h 3415"/>
                <a:gd name="T68" fmla="*/ 2 w 2931"/>
                <a:gd name="T69" fmla="*/ 0 h 34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931"/>
                <a:gd name="T106" fmla="*/ 0 h 3415"/>
                <a:gd name="T107" fmla="*/ 2931 w 2931"/>
                <a:gd name="T108" fmla="*/ 3415 h 341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931" h="3415">
                  <a:moveTo>
                    <a:pt x="806" y="0"/>
                  </a:moveTo>
                  <a:lnTo>
                    <a:pt x="828" y="183"/>
                  </a:lnTo>
                  <a:lnTo>
                    <a:pt x="806" y="617"/>
                  </a:lnTo>
                  <a:lnTo>
                    <a:pt x="685" y="1156"/>
                  </a:lnTo>
                  <a:lnTo>
                    <a:pt x="664" y="1310"/>
                  </a:lnTo>
                  <a:lnTo>
                    <a:pt x="940" y="1486"/>
                  </a:lnTo>
                  <a:lnTo>
                    <a:pt x="1338" y="2105"/>
                  </a:lnTo>
                  <a:lnTo>
                    <a:pt x="1556" y="2261"/>
                  </a:lnTo>
                  <a:lnTo>
                    <a:pt x="1849" y="2389"/>
                  </a:lnTo>
                  <a:lnTo>
                    <a:pt x="1929" y="2288"/>
                  </a:lnTo>
                  <a:lnTo>
                    <a:pt x="1889" y="1925"/>
                  </a:lnTo>
                  <a:lnTo>
                    <a:pt x="1731" y="1610"/>
                  </a:lnTo>
                  <a:lnTo>
                    <a:pt x="1577" y="1000"/>
                  </a:lnTo>
                  <a:lnTo>
                    <a:pt x="1793" y="1560"/>
                  </a:lnTo>
                  <a:lnTo>
                    <a:pt x="1966" y="1696"/>
                  </a:lnTo>
                  <a:lnTo>
                    <a:pt x="2126" y="1696"/>
                  </a:lnTo>
                  <a:lnTo>
                    <a:pt x="2324" y="1596"/>
                  </a:lnTo>
                  <a:lnTo>
                    <a:pt x="2382" y="1387"/>
                  </a:lnTo>
                  <a:lnTo>
                    <a:pt x="2340" y="1637"/>
                  </a:lnTo>
                  <a:lnTo>
                    <a:pt x="2169" y="1822"/>
                  </a:lnTo>
                  <a:lnTo>
                    <a:pt x="2045" y="1925"/>
                  </a:lnTo>
                  <a:lnTo>
                    <a:pt x="2006" y="2129"/>
                  </a:lnTo>
                  <a:lnTo>
                    <a:pt x="2065" y="2261"/>
                  </a:lnTo>
                  <a:lnTo>
                    <a:pt x="2184" y="2261"/>
                  </a:lnTo>
                  <a:lnTo>
                    <a:pt x="2402" y="2154"/>
                  </a:lnTo>
                  <a:lnTo>
                    <a:pt x="2640" y="1822"/>
                  </a:lnTo>
                  <a:lnTo>
                    <a:pt x="2799" y="1387"/>
                  </a:lnTo>
                  <a:lnTo>
                    <a:pt x="2911" y="949"/>
                  </a:lnTo>
                  <a:lnTo>
                    <a:pt x="2911" y="1486"/>
                  </a:lnTo>
                  <a:lnTo>
                    <a:pt x="2873" y="2129"/>
                  </a:lnTo>
                  <a:lnTo>
                    <a:pt x="2931" y="2620"/>
                  </a:lnTo>
                  <a:lnTo>
                    <a:pt x="2911" y="3004"/>
                  </a:lnTo>
                  <a:lnTo>
                    <a:pt x="2815" y="3259"/>
                  </a:lnTo>
                  <a:lnTo>
                    <a:pt x="2661" y="3386"/>
                  </a:lnTo>
                  <a:lnTo>
                    <a:pt x="2580" y="3415"/>
                  </a:lnTo>
                  <a:lnTo>
                    <a:pt x="2283" y="3415"/>
                  </a:lnTo>
                  <a:lnTo>
                    <a:pt x="2045" y="3259"/>
                  </a:lnTo>
                  <a:lnTo>
                    <a:pt x="1632" y="3184"/>
                  </a:lnTo>
                  <a:lnTo>
                    <a:pt x="1356" y="3184"/>
                  </a:lnTo>
                  <a:lnTo>
                    <a:pt x="1750" y="3162"/>
                  </a:lnTo>
                  <a:lnTo>
                    <a:pt x="2087" y="3184"/>
                  </a:lnTo>
                  <a:lnTo>
                    <a:pt x="2324" y="3136"/>
                  </a:lnTo>
                  <a:lnTo>
                    <a:pt x="2439" y="3030"/>
                  </a:lnTo>
                  <a:lnTo>
                    <a:pt x="2538" y="2830"/>
                  </a:lnTo>
                  <a:lnTo>
                    <a:pt x="2538" y="2567"/>
                  </a:lnTo>
                  <a:lnTo>
                    <a:pt x="2460" y="2389"/>
                  </a:lnTo>
                  <a:lnTo>
                    <a:pt x="2361" y="2309"/>
                  </a:lnTo>
                  <a:lnTo>
                    <a:pt x="2087" y="2466"/>
                  </a:lnTo>
                  <a:lnTo>
                    <a:pt x="2361" y="2716"/>
                  </a:lnTo>
                  <a:lnTo>
                    <a:pt x="2361" y="2929"/>
                  </a:lnTo>
                  <a:lnTo>
                    <a:pt x="2126" y="2772"/>
                  </a:lnTo>
                  <a:lnTo>
                    <a:pt x="1685" y="2716"/>
                  </a:lnTo>
                  <a:lnTo>
                    <a:pt x="1338" y="2541"/>
                  </a:lnTo>
                  <a:lnTo>
                    <a:pt x="1146" y="2309"/>
                  </a:lnTo>
                  <a:lnTo>
                    <a:pt x="1001" y="2105"/>
                  </a:lnTo>
                  <a:lnTo>
                    <a:pt x="806" y="2022"/>
                  </a:lnTo>
                  <a:lnTo>
                    <a:pt x="628" y="2006"/>
                  </a:lnTo>
                  <a:lnTo>
                    <a:pt x="489" y="2053"/>
                  </a:lnTo>
                  <a:lnTo>
                    <a:pt x="334" y="2228"/>
                  </a:lnTo>
                  <a:lnTo>
                    <a:pt x="388" y="2905"/>
                  </a:lnTo>
                  <a:lnTo>
                    <a:pt x="553" y="3259"/>
                  </a:lnTo>
                  <a:lnTo>
                    <a:pt x="334" y="2869"/>
                  </a:lnTo>
                  <a:lnTo>
                    <a:pt x="237" y="2494"/>
                  </a:lnTo>
                  <a:lnTo>
                    <a:pt x="0" y="3415"/>
                  </a:lnTo>
                  <a:lnTo>
                    <a:pt x="74" y="2929"/>
                  </a:lnTo>
                  <a:lnTo>
                    <a:pt x="300" y="2129"/>
                  </a:lnTo>
                  <a:lnTo>
                    <a:pt x="569" y="1486"/>
                  </a:lnTo>
                  <a:lnTo>
                    <a:pt x="685" y="1024"/>
                  </a:lnTo>
                  <a:lnTo>
                    <a:pt x="786" y="543"/>
                  </a:lnTo>
                  <a:lnTo>
                    <a:pt x="806" y="183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2" name="Freeform 128">
              <a:extLst>
                <a:ext uri="{FF2B5EF4-FFF2-40B4-BE49-F238E27FC236}">
                  <a16:creationId xmlns:a16="http://schemas.microsoft.com/office/drawing/2014/main" id="{C5F116D0-2EE6-674C-B850-8ED0C1D5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602"/>
              <a:ext cx="226" cy="527"/>
            </a:xfrm>
            <a:custGeom>
              <a:avLst/>
              <a:gdLst>
                <a:gd name="T0" fmla="*/ 3 w 1809"/>
                <a:gd name="T1" fmla="*/ 2 h 4214"/>
                <a:gd name="T2" fmla="*/ 3 w 1809"/>
                <a:gd name="T3" fmla="*/ 2 h 4214"/>
                <a:gd name="T4" fmla="*/ 3 w 1809"/>
                <a:gd name="T5" fmla="*/ 2 h 4214"/>
                <a:gd name="T6" fmla="*/ 3 w 1809"/>
                <a:gd name="T7" fmla="*/ 2 h 4214"/>
                <a:gd name="T8" fmla="*/ 3 w 1809"/>
                <a:gd name="T9" fmla="*/ 3 h 4214"/>
                <a:gd name="T10" fmla="*/ 2 w 1809"/>
                <a:gd name="T11" fmla="*/ 5 h 4214"/>
                <a:gd name="T12" fmla="*/ 1 w 1809"/>
                <a:gd name="T13" fmla="*/ 8 h 4214"/>
                <a:gd name="T14" fmla="*/ 1 w 1809"/>
                <a:gd name="T15" fmla="*/ 8 h 4214"/>
                <a:gd name="T16" fmla="*/ 1 w 1809"/>
                <a:gd name="T17" fmla="*/ 8 h 4214"/>
                <a:gd name="T18" fmla="*/ 1 w 1809"/>
                <a:gd name="T19" fmla="*/ 8 h 4214"/>
                <a:gd name="T20" fmla="*/ 1 w 1809"/>
                <a:gd name="T21" fmla="*/ 6 h 4214"/>
                <a:gd name="T22" fmla="*/ 1 w 1809"/>
                <a:gd name="T23" fmla="*/ 4 h 4214"/>
                <a:gd name="T24" fmla="*/ 1 w 1809"/>
                <a:gd name="T25" fmla="*/ 3 h 4214"/>
                <a:gd name="T26" fmla="*/ 0 w 1809"/>
                <a:gd name="T27" fmla="*/ 2 h 4214"/>
                <a:gd name="T28" fmla="*/ 0 w 1809"/>
                <a:gd name="T29" fmla="*/ 0 h 4214"/>
                <a:gd name="T30" fmla="*/ 0 w 1809"/>
                <a:gd name="T31" fmla="*/ 1 h 4214"/>
                <a:gd name="T32" fmla="*/ 1 w 1809"/>
                <a:gd name="T33" fmla="*/ 2 h 4214"/>
                <a:gd name="T34" fmla="*/ 1 w 1809"/>
                <a:gd name="T35" fmla="*/ 4 h 4214"/>
                <a:gd name="T36" fmla="*/ 1 w 1809"/>
                <a:gd name="T37" fmla="*/ 5 h 4214"/>
                <a:gd name="T38" fmla="*/ 1 w 1809"/>
                <a:gd name="T39" fmla="*/ 6 h 4214"/>
                <a:gd name="T40" fmla="*/ 2 w 1809"/>
                <a:gd name="T41" fmla="*/ 5 h 4214"/>
                <a:gd name="T42" fmla="*/ 2 w 1809"/>
                <a:gd name="T43" fmla="*/ 4 h 4214"/>
                <a:gd name="T44" fmla="*/ 1 w 1809"/>
                <a:gd name="T45" fmla="*/ 3 h 4214"/>
                <a:gd name="T46" fmla="*/ 1 w 1809"/>
                <a:gd name="T47" fmla="*/ 2 h 4214"/>
                <a:gd name="T48" fmla="*/ 1 w 1809"/>
                <a:gd name="T49" fmla="*/ 1 h 4214"/>
                <a:gd name="T50" fmla="*/ 1 w 1809"/>
                <a:gd name="T51" fmla="*/ 2 h 4214"/>
                <a:gd name="T52" fmla="*/ 2 w 1809"/>
                <a:gd name="T53" fmla="*/ 3 h 4214"/>
                <a:gd name="T54" fmla="*/ 2 w 1809"/>
                <a:gd name="T55" fmla="*/ 4 h 4214"/>
                <a:gd name="T56" fmla="*/ 3 w 1809"/>
                <a:gd name="T57" fmla="*/ 3 h 4214"/>
                <a:gd name="T58" fmla="*/ 3 w 1809"/>
                <a:gd name="T59" fmla="*/ 2 h 4214"/>
                <a:gd name="T60" fmla="*/ 3 w 1809"/>
                <a:gd name="T61" fmla="*/ 2 h 4214"/>
                <a:gd name="T62" fmla="*/ 3 w 1809"/>
                <a:gd name="T63" fmla="*/ 2 h 4214"/>
                <a:gd name="T64" fmla="*/ 3 w 1809"/>
                <a:gd name="T65" fmla="*/ 2 h 42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09"/>
                <a:gd name="T100" fmla="*/ 0 h 4214"/>
                <a:gd name="T101" fmla="*/ 1809 w 1809"/>
                <a:gd name="T102" fmla="*/ 4214 h 421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09" h="4214">
                  <a:moveTo>
                    <a:pt x="1809" y="929"/>
                  </a:moveTo>
                  <a:lnTo>
                    <a:pt x="1752" y="850"/>
                  </a:lnTo>
                  <a:lnTo>
                    <a:pt x="1688" y="850"/>
                  </a:lnTo>
                  <a:lnTo>
                    <a:pt x="1510" y="982"/>
                  </a:lnTo>
                  <a:lnTo>
                    <a:pt x="1383" y="1469"/>
                  </a:lnTo>
                  <a:lnTo>
                    <a:pt x="963" y="2601"/>
                  </a:lnTo>
                  <a:lnTo>
                    <a:pt x="565" y="3852"/>
                  </a:lnTo>
                  <a:lnTo>
                    <a:pt x="475" y="4214"/>
                  </a:lnTo>
                  <a:lnTo>
                    <a:pt x="392" y="4214"/>
                  </a:lnTo>
                  <a:lnTo>
                    <a:pt x="475" y="3852"/>
                  </a:lnTo>
                  <a:lnTo>
                    <a:pt x="413" y="2928"/>
                  </a:lnTo>
                  <a:lnTo>
                    <a:pt x="431" y="2213"/>
                  </a:lnTo>
                  <a:lnTo>
                    <a:pt x="392" y="1667"/>
                  </a:lnTo>
                  <a:lnTo>
                    <a:pt x="238" y="770"/>
                  </a:lnTo>
                  <a:lnTo>
                    <a:pt x="0" y="0"/>
                  </a:lnTo>
                  <a:lnTo>
                    <a:pt x="254" y="537"/>
                  </a:lnTo>
                  <a:lnTo>
                    <a:pt x="330" y="929"/>
                  </a:lnTo>
                  <a:lnTo>
                    <a:pt x="489" y="1929"/>
                  </a:lnTo>
                  <a:lnTo>
                    <a:pt x="688" y="2570"/>
                  </a:lnTo>
                  <a:lnTo>
                    <a:pt x="785" y="3060"/>
                  </a:lnTo>
                  <a:lnTo>
                    <a:pt x="963" y="2436"/>
                  </a:lnTo>
                  <a:lnTo>
                    <a:pt x="1022" y="2236"/>
                  </a:lnTo>
                  <a:lnTo>
                    <a:pt x="785" y="1593"/>
                  </a:lnTo>
                  <a:lnTo>
                    <a:pt x="710" y="1131"/>
                  </a:lnTo>
                  <a:lnTo>
                    <a:pt x="510" y="564"/>
                  </a:lnTo>
                  <a:lnTo>
                    <a:pt x="745" y="1155"/>
                  </a:lnTo>
                  <a:lnTo>
                    <a:pt x="862" y="1667"/>
                  </a:lnTo>
                  <a:lnTo>
                    <a:pt x="1059" y="2133"/>
                  </a:lnTo>
                  <a:lnTo>
                    <a:pt x="1317" y="1388"/>
                  </a:lnTo>
                  <a:lnTo>
                    <a:pt x="1492" y="929"/>
                  </a:lnTo>
                  <a:lnTo>
                    <a:pt x="1688" y="799"/>
                  </a:lnTo>
                  <a:lnTo>
                    <a:pt x="1809" y="799"/>
                  </a:lnTo>
                  <a:lnTo>
                    <a:pt x="1809" y="9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3" name="Freeform 129">
              <a:extLst>
                <a:ext uri="{FF2B5EF4-FFF2-40B4-BE49-F238E27FC236}">
                  <a16:creationId xmlns:a16="http://schemas.microsoft.com/office/drawing/2014/main" id="{B98AC633-5CAD-A54F-A1D5-58757E604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236"/>
              <a:ext cx="408" cy="893"/>
            </a:xfrm>
            <a:custGeom>
              <a:avLst/>
              <a:gdLst>
                <a:gd name="T0" fmla="*/ 4 w 3270"/>
                <a:gd name="T1" fmla="*/ 5 h 7142"/>
                <a:gd name="T2" fmla="*/ 4 w 3270"/>
                <a:gd name="T3" fmla="*/ 6 h 7142"/>
                <a:gd name="T4" fmla="*/ 4 w 3270"/>
                <a:gd name="T5" fmla="*/ 7 h 7142"/>
                <a:gd name="T6" fmla="*/ 5 w 3270"/>
                <a:gd name="T7" fmla="*/ 7 h 7142"/>
                <a:gd name="T8" fmla="*/ 4 w 3270"/>
                <a:gd name="T9" fmla="*/ 9 h 7142"/>
                <a:gd name="T10" fmla="*/ 5 w 3270"/>
                <a:gd name="T11" fmla="*/ 7 h 7142"/>
                <a:gd name="T12" fmla="*/ 5 w 3270"/>
                <a:gd name="T13" fmla="*/ 6 h 7142"/>
                <a:gd name="T14" fmla="*/ 6 w 3270"/>
                <a:gd name="T15" fmla="*/ 8 h 7142"/>
                <a:gd name="T16" fmla="*/ 6 w 3270"/>
                <a:gd name="T17" fmla="*/ 10 h 7142"/>
                <a:gd name="T18" fmla="*/ 6 w 3270"/>
                <a:gd name="T19" fmla="*/ 12 h 7142"/>
                <a:gd name="T20" fmla="*/ 6 w 3270"/>
                <a:gd name="T21" fmla="*/ 12 h 7142"/>
                <a:gd name="T22" fmla="*/ 5 w 3270"/>
                <a:gd name="T23" fmla="*/ 11 h 7142"/>
                <a:gd name="T24" fmla="*/ 5 w 3270"/>
                <a:gd name="T25" fmla="*/ 11 h 7142"/>
                <a:gd name="T26" fmla="*/ 5 w 3270"/>
                <a:gd name="T27" fmla="*/ 13 h 7142"/>
                <a:gd name="T28" fmla="*/ 5 w 3270"/>
                <a:gd name="T29" fmla="*/ 14 h 7142"/>
                <a:gd name="T30" fmla="*/ 4 w 3270"/>
                <a:gd name="T31" fmla="*/ 13 h 7142"/>
                <a:gd name="T32" fmla="*/ 4 w 3270"/>
                <a:gd name="T33" fmla="*/ 14 h 7142"/>
                <a:gd name="T34" fmla="*/ 3 w 3270"/>
                <a:gd name="T35" fmla="*/ 13 h 7142"/>
                <a:gd name="T36" fmla="*/ 4 w 3270"/>
                <a:gd name="T37" fmla="*/ 12 h 7142"/>
                <a:gd name="T38" fmla="*/ 4 w 3270"/>
                <a:gd name="T39" fmla="*/ 10 h 7142"/>
                <a:gd name="T40" fmla="*/ 4 w 3270"/>
                <a:gd name="T41" fmla="*/ 9 h 7142"/>
                <a:gd name="T42" fmla="*/ 4 w 3270"/>
                <a:gd name="T43" fmla="*/ 7 h 7142"/>
                <a:gd name="T44" fmla="*/ 3 w 3270"/>
                <a:gd name="T45" fmla="*/ 7 h 7142"/>
                <a:gd name="T46" fmla="*/ 2 w 3270"/>
                <a:gd name="T47" fmla="*/ 8 h 7142"/>
                <a:gd name="T48" fmla="*/ 1 w 3270"/>
                <a:gd name="T49" fmla="*/ 7 h 7142"/>
                <a:gd name="T50" fmla="*/ 0 w 3270"/>
                <a:gd name="T51" fmla="*/ 6 h 7142"/>
                <a:gd name="T52" fmla="*/ 0 w 3270"/>
                <a:gd name="T53" fmla="*/ 4 h 7142"/>
                <a:gd name="T54" fmla="*/ 1 w 3270"/>
                <a:gd name="T55" fmla="*/ 3 h 7142"/>
                <a:gd name="T56" fmla="*/ 3 w 3270"/>
                <a:gd name="T57" fmla="*/ 1 h 7142"/>
                <a:gd name="T58" fmla="*/ 3 w 3270"/>
                <a:gd name="T59" fmla="*/ 1 h 7142"/>
                <a:gd name="T60" fmla="*/ 3 w 3270"/>
                <a:gd name="T61" fmla="*/ 2 h 7142"/>
                <a:gd name="T62" fmla="*/ 3 w 3270"/>
                <a:gd name="T63" fmla="*/ 1 h 7142"/>
                <a:gd name="T64" fmla="*/ 1 w 3270"/>
                <a:gd name="T65" fmla="*/ 3 h 7142"/>
                <a:gd name="T66" fmla="*/ 1 w 3270"/>
                <a:gd name="T67" fmla="*/ 4 h 7142"/>
                <a:gd name="T68" fmla="*/ 1 w 3270"/>
                <a:gd name="T69" fmla="*/ 6 h 7142"/>
                <a:gd name="T70" fmla="*/ 1 w 3270"/>
                <a:gd name="T71" fmla="*/ 4 h 7142"/>
                <a:gd name="T72" fmla="*/ 0 w 3270"/>
                <a:gd name="T73" fmla="*/ 6 h 7142"/>
                <a:gd name="T74" fmla="*/ 1 w 3270"/>
                <a:gd name="T75" fmla="*/ 7 h 7142"/>
                <a:gd name="T76" fmla="*/ 2 w 3270"/>
                <a:gd name="T77" fmla="*/ 7 h 7142"/>
                <a:gd name="T78" fmla="*/ 2 w 3270"/>
                <a:gd name="T79" fmla="*/ 7 h 7142"/>
                <a:gd name="T80" fmla="*/ 3 w 3270"/>
                <a:gd name="T81" fmla="*/ 6 h 7142"/>
                <a:gd name="T82" fmla="*/ 3 w 3270"/>
                <a:gd name="T83" fmla="*/ 6 h 7142"/>
                <a:gd name="T84" fmla="*/ 3 w 3270"/>
                <a:gd name="T85" fmla="*/ 6 h 7142"/>
                <a:gd name="T86" fmla="*/ 4 w 3270"/>
                <a:gd name="T87" fmla="*/ 6 h 7142"/>
                <a:gd name="T88" fmla="*/ 4 w 3270"/>
                <a:gd name="T89" fmla="*/ 5 h 71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270"/>
                <a:gd name="T136" fmla="*/ 0 h 7142"/>
                <a:gd name="T137" fmla="*/ 3270 w 3270"/>
                <a:gd name="T138" fmla="*/ 7142 h 714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270" h="7142">
                  <a:moveTo>
                    <a:pt x="2125" y="2264"/>
                  </a:moveTo>
                  <a:lnTo>
                    <a:pt x="2248" y="2596"/>
                  </a:lnTo>
                  <a:lnTo>
                    <a:pt x="2287" y="2903"/>
                  </a:lnTo>
                  <a:lnTo>
                    <a:pt x="2287" y="3129"/>
                  </a:lnTo>
                  <a:lnTo>
                    <a:pt x="2125" y="3549"/>
                  </a:lnTo>
                  <a:lnTo>
                    <a:pt x="2273" y="3465"/>
                  </a:lnTo>
                  <a:lnTo>
                    <a:pt x="2446" y="3263"/>
                  </a:lnTo>
                  <a:lnTo>
                    <a:pt x="2446" y="3624"/>
                  </a:lnTo>
                  <a:lnTo>
                    <a:pt x="2380" y="3910"/>
                  </a:lnTo>
                  <a:lnTo>
                    <a:pt x="2308" y="4364"/>
                  </a:lnTo>
                  <a:lnTo>
                    <a:pt x="2557" y="4032"/>
                  </a:lnTo>
                  <a:lnTo>
                    <a:pt x="2681" y="3698"/>
                  </a:lnTo>
                  <a:lnTo>
                    <a:pt x="2681" y="3338"/>
                  </a:lnTo>
                  <a:lnTo>
                    <a:pt x="2602" y="3009"/>
                  </a:lnTo>
                  <a:lnTo>
                    <a:pt x="2822" y="3465"/>
                  </a:lnTo>
                  <a:lnTo>
                    <a:pt x="2938" y="4011"/>
                  </a:lnTo>
                  <a:lnTo>
                    <a:pt x="2879" y="4496"/>
                  </a:lnTo>
                  <a:lnTo>
                    <a:pt x="2923" y="4909"/>
                  </a:lnTo>
                  <a:lnTo>
                    <a:pt x="3028" y="5575"/>
                  </a:lnTo>
                  <a:lnTo>
                    <a:pt x="3070" y="6162"/>
                  </a:lnTo>
                  <a:lnTo>
                    <a:pt x="3270" y="7113"/>
                  </a:lnTo>
                  <a:lnTo>
                    <a:pt x="3013" y="6294"/>
                  </a:lnTo>
                  <a:lnTo>
                    <a:pt x="2938" y="5749"/>
                  </a:lnTo>
                  <a:lnTo>
                    <a:pt x="2721" y="5364"/>
                  </a:lnTo>
                  <a:lnTo>
                    <a:pt x="2578" y="4957"/>
                  </a:lnTo>
                  <a:lnTo>
                    <a:pt x="2523" y="5423"/>
                  </a:lnTo>
                  <a:lnTo>
                    <a:pt x="2656" y="6142"/>
                  </a:lnTo>
                  <a:lnTo>
                    <a:pt x="2700" y="6679"/>
                  </a:lnTo>
                  <a:lnTo>
                    <a:pt x="2822" y="7142"/>
                  </a:lnTo>
                  <a:lnTo>
                    <a:pt x="2557" y="7142"/>
                  </a:lnTo>
                  <a:lnTo>
                    <a:pt x="2107" y="6557"/>
                  </a:lnTo>
                  <a:lnTo>
                    <a:pt x="2107" y="6679"/>
                  </a:lnTo>
                  <a:lnTo>
                    <a:pt x="2308" y="7142"/>
                  </a:lnTo>
                  <a:lnTo>
                    <a:pt x="1886" y="7142"/>
                  </a:lnTo>
                  <a:lnTo>
                    <a:pt x="1810" y="6889"/>
                  </a:lnTo>
                  <a:lnTo>
                    <a:pt x="1810" y="6632"/>
                  </a:lnTo>
                  <a:lnTo>
                    <a:pt x="1951" y="6243"/>
                  </a:lnTo>
                  <a:lnTo>
                    <a:pt x="2092" y="5856"/>
                  </a:lnTo>
                  <a:lnTo>
                    <a:pt x="2125" y="5448"/>
                  </a:lnTo>
                  <a:lnTo>
                    <a:pt x="2004" y="5088"/>
                  </a:lnTo>
                  <a:lnTo>
                    <a:pt x="1987" y="4779"/>
                  </a:lnTo>
                  <a:lnTo>
                    <a:pt x="2029" y="4397"/>
                  </a:lnTo>
                  <a:lnTo>
                    <a:pt x="1974" y="4032"/>
                  </a:lnTo>
                  <a:lnTo>
                    <a:pt x="1932" y="3675"/>
                  </a:lnTo>
                  <a:lnTo>
                    <a:pt x="1932" y="3549"/>
                  </a:lnTo>
                  <a:lnTo>
                    <a:pt x="1596" y="3599"/>
                  </a:lnTo>
                  <a:lnTo>
                    <a:pt x="1282" y="3778"/>
                  </a:lnTo>
                  <a:lnTo>
                    <a:pt x="1008" y="3828"/>
                  </a:lnTo>
                  <a:lnTo>
                    <a:pt x="685" y="3828"/>
                  </a:lnTo>
                  <a:lnTo>
                    <a:pt x="319" y="3675"/>
                  </a:lnTo>
                  <a:lnTo>
                    <a:pt x="81" y="3439"/>
                  </a:lnTo>
                  <a:lnTo>
                    <a:pt x="0" y="3009"/>
                  </a:lnTo>
                  <a:lnTo>
                    <a:pt x="40" y="2617"/>
                  </a:lnTo>
                  <a:lnTo>
                    <a:pt x="161" y="2235"/>
                  </a:lnTo>
                  <a:lnTo>
                    <a:pt x="319" y="1903"/>
                  </a:lnTo>
                  <a:lnTo>
                    <a:pt x="653" y="1415"/>
                  </a:lnTo>
                  <a:lnTo>
                    <a:pt x="1321" y="646"/>
                  </a:lnTo>
                  <a:lnTo>
                    <a:pt x="1655" y="259"/>
                  </a:lnTo>
                  <a:lnTo>
                    <a:pt x="1875" y="0"/>
                  </a:lnTo>
                  <a:lnTo>
                    <a:pt x="1635" y="337"/>
                  </a:lnTo>
                  <a:lnTo>
                    <a:pt x="1422" y="595"/>
                  </a:lnTo>
                  <a:lnTo>
                    <a:pt x="1360" y="976"/>
                  </a:lnTo>
                  <a:lnTo>
                    <a:pt x="1360" y="697"/>
                  </a:lnTo>
                  <a:lnTo>
                    <a:pt x="1321" y="697"/>
                  </a:lnTo>
                  <a:lnTo>
                    <a:pt x="888" y="1211"/>
                  </a:lnTo>
                  <a:lnTo>
                    <a:pt x="609" y="1570"/>
                  </a:lnTo>
                  <a:lnTo>
                    <a:pt x="475" y="1854"/>
                  </a:lnTo>
                  <a:lnTo>
                    <a:pt x="438" y="2110"/>
                  </a:lnTo>
                  <a:lnTo>
                    <a:pt x="438" y="2444"/>
                  </a:lnTo>
                  <a:lnTo>
                    <a:pt x="494" y="2852"/>
                  </a:lnTo>
                  <a:lnTo>
                    <a:pt x="396" y="2596"/>
                  </a:lnTo>
                  <a:lnTo>
                    <a:pt x="341" y="2264"/>
                  </a:lnTo>
                  <a:lnTo>
                    <a:pt x="196" y="2674"/>
                  </a:lnTo>
                  <a:lnTo>
                    <a:pt x="196" y="3087"/>
                  </a:lnTo>
                  <a:lnTo>
                    <a:pt x="295" y="3391"/>
                  </a:lnTo>
                  <a:lnTo>
                    <a:pt x="519" y="3549"/>
                  </a:lnTo>
                  <a:lnTo>
                    <a:pt x="830" y="3624"/>
                  </a:lnTo>
                  <a:lnTo>
                    <a:pt x="1123" y="3576"/>
                  </a:lnTo>
                  <a:lnTo>
                    <a:pt x="1261" y="3391"/>
                  </a:lnTo>
                  <a:lnTo>
                    <a:pt x="947" y="3465"/>
                  </a:lnTo>
                  <a:lnTo>
                    <a:pt x="1340" y="3237"/>
                  </a:lnTo>
                  <a:lnTo>
                    <a:pt x="1556" y="2982"/>
                  </a:lnTo>
                  <a:lnTo>
                    <a:pt x="1875" y="2444"/>
                  </a:lnTo>
                  <a:lnTo>
                    <a:pt x="1655" y="2982"/>
                  </a:lnTo>
                  <a:lnTo>
                    <a:pt x="1422" y="3290"/>
                  </a:lnTo>
                  <a:lnTo>
                    <a:pt x="1713" y="3189"/>
                  </a:lnTo>
                  <a:lnTo>
                    <a:pt x="1886" y="3263"/>
                  </a:lnTo>
                  <a:lnTo>
                    <a:pt x="2149" y="3129"/>
                  </a:lnTo>
                  <a:lnTo>
                    <a:pt x="2206" y="2884"/>
                  </a:lnTo>
                  <a:lnTo>
                    <a:pt x="2206" y="2596"/>
                  </a:lnTo>
                  <a:lnTo>
                    <a:pt x="2125" y="22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4" name="Freeform 130">
              <a:extLst>
                <a:ext uri="{FF2B5EF4-FFF2-40B4-BE49-F238E27FC236}">
                  <a16:creationId xmlns:a16="http://schemas.microsoft.com/office/drawing/2014/main" id="{DDB3C60B-1149-8C40-AA6F-70EC683B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204"/>
              <a:ext cx="239" cy="401"/>
            </a:xfrm>
            <a:custGeom>
              <a:avLst/>
              <a:gdLst>
                <a:gd name="T0" fmla="*/ 1 w 1914"/>
                <a:gd name="T1" fmla="*/ 0 h 3211"/>
                <a:gd name="T2" fmla="*/ 2 w 1914"/>
                <a:gd name="T3" fmla="*/ 1 h 3211"/>
                <a:gd name="T4" fmla="*/ 2 w 1914"/>
                <a:gd name="T5" fmla="*/ 2 h 3211"/>
                <a:gd name="T6" fmla="*/ 2 w 1914"/>
                <a:gd name="T7" fmla="*/ 2 h 3211"/>
                <a:gd name="T8" fmla="*/ 3 w 1914"/>
                <a:gd name="T9" fmla="*/ 1 h 3211"/>
                <a:gd name="T10" fmla="*/ 3 w 1914"/>
                <a:gd name="T11" fmla="*/ 0 h 3211"/>
                <a:gd name="T12" fmla="*/ 4 w 1914"/>
                <a:gd name="T13" fmla="*/ 0 h 3211"/>
                <a:gd name="T14" fmla="*/ 3 w 1914"/>
                <a:gd name="T15" fmla="*/ 1 h 3211"/>
                <a:gd name="T16" fmla="*/ 3 w 1914"/>
                <a:gd name="T17" fmla="*/ 1 h 3211"/>
                <a:gd name="T18" fmla="*/ 2 w 1914"/>
                <a:gd name="T19" fmla="*/ 3 h 3211"/>
                <a:gd name="T20" fmla="*/ 2 w 1914"/>
                <a:gd name="T21" fmla="*/ 4 h 3211"/>
                <a:gd name="T22" fmla="*/ 2 w 1914"/>
                <a:gd name="T23" fmla="*/ 4 h 3211"/>
                <a:gd name="T24" fmla="*/ 2 w 1914"/>
                <a:gd name="T25" fmla="*/ 5 h 3211"/>
                <a:gd name="T26" fmla="*/ 2 w 1914"/>
                <a:gd name="T27" fmla="*/ 4 h 3211"/>
                <a:gd name="T28" fmla="*/ 2 w 1914"/>
                <a:gd name="T29" fmla="*/ 4 h 3211"/>
                <a:gd name="T30" fmla="*/ 1 w 1914"/>
                <a:gd name="T31" fmla="*/ 5 h 3211"/>
                <a:gd name="T32" fmla="*/ 1 w 1914"/>
                <a:gd name="T33" fmla="*/ 6 h 3211"/>
                <a:gd name="T34" fmla="*/ 0 w 1914"/>
                <a:gd name="T35" fmla="*/ 6 h 3211"/>
                <a:gd name="T36" fmla="*/ 1 w 1914"/>
                <a:gd name="T37" fmla="*/ 5 h 3211"/>
                <a:gd name="T38" fmla="*/ 2 w 1914"/>
                <a:gd name="T39" fmla="*/ 4 h 3211"/>
                <a:gd name="T40" fmla="*/ 2 w 1914"/>
                <a:gd name="T41" fmla="*/ 3 h 3211"/>
                <a:gd name="T42" fmla="*/ 2 w 1914"/>
                <a:gd name="T43" fmla="*/ 2 h 3211"/>
                <a:gd name="T44" fmla="*/ 2 w 1914"/>
                <a:gd name="T45" fmla="*/ 2 h 3211"/>
                <a:gd name="T46" fmla="*/ 2 w 1914"/>
                <a:gd name="T47" fmla="*/ 2 h 3211"/>
                <a:gd name="T48" fmla="*/ 2 w 1914"/>
                <a:gd name="T49" fmla="*/ 2 h 3211"/>
                <a:gd name="T50" fmla="*/ 2 w 1914"/>
                <a:gd name="T51" fmla="*/ 2 h 3211"/>
                <a:gd name="T52" fmla="*/ 1 w 1914"/>
                <a:gd name="T53" fmla="*/ 3 h 3211"/>
                <a:gd name="T54" fmla="*/ 0 w 1914"/>
                <a:gd name="T55" fmla="*/ 3 h 3211"/>
                <a:gd name="T56" fmla="*/ 0 w 1914"/>
                <a:gd name="T57" fmla="*/ 4 h 3211"/>
                <a:gd name="T58" fmla="*/ 0 w 1914"/>
                <a:gd name="T59" fmla="*/ 3 h 3211"/>
                <a:gd name="T60" fmla="*/ 1 w 1914"/>
                <a:gd name="T61" fmla="*/ 3 h 3211"/>
                <a:gd name="T62" fmla="*/ 2 w 1914"/>
                <a:gd name="T63" fmla="*/ 2 h 3211"/>
                <a:gd name="T64" fmla="*/ 2 w 1914"/>
                <a:gd name="T65" fmla="*/ 2 h 3211"/>
                <a:gd name="T66" fmla="*/ 1 w 1914"/>
                <a:gd name="T67" fmla="*/ 0 h 3211"/>
                <a:gd name="T68" fmla="*/ 1 w 1914"/>
                <a:gd name="T69" fmla="*/ 0 h 321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14"/>
                <a:gd name="T106" fmla="*/ 0 h 3211"/>
                <a:gd name="T107" fmla="*/ 1914 w 1914"/>
                <a:gd name="T108" fmla="*/ 3211 h 321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14" h="3211">
                  <a:moveTo>
                    <a:pt x="726" y="128"/>
                  </a:moveTo>
                  <a:lnTo>
                    <a:pt x="966" y="767"/>
                  </a:lnTo>
                  <a:lnTo>
                    <a:pt x="1012" y="875"/>
                  </a:lnTo>
                  <a:lnTo>
                    <a:pt x="1196" y="875"/>
                  </a:lnTo>
                  <a:lnTo>
                    <a:pt x="1460" y="712"/>
                  </a:lnTo>
                  <a:lnTo>
                    <a:pt x="1662" y="281"/>
                  </a:lnTo>
                  <a:lnTo>
                    <a:pt x="1914" y="0"/>
                  </a:lnTo>
                  <a:lnTo>
                    <a:pt x="1635" y="359"/>
                  </a:lnTo>
                  <a:lnTo>
                    <a:pt x="1475" y="791"/>
                  </a:lnTo>
                  <a:lnTo>
                    <a:pt x="1047" y="1692"/>
                  </a:lnTo>
                  <a:lnTo>
                    <a:pt x="902" y="2005"/>
                  </a:lnTo>
                  <a:lnTo>
                    <a:pt x="1026" y="2206"/>
                  </a:lnTo>
                  <a:lnTo>
                    <a:pt x="1185" y="2618"/>
                  </a:lnTo>
                  <a:lnTo>
                    <a:pt x="987" y="2206"/>
                  </a:lnTo>
                  <a:lnTo>
                    <a:pt x="888" y="2107"/>
                  </a:lnTo>
                  <a:lnTo>
                    <a:pt x="690" y="2565"/>
                  </a:lnTo>
                  <a:lnTo>
                    <a:pt x="498" y="2927"/>
                  </a:lnTo>
                  <a:lnTo>
                    <a:pt x="21" y="3211"/>
                  </a:lnTo>
                  <a:lnTo>
                    <a:pt x="537" y="2697"/>
                  </a:lnTo>
                  <a:lnTo>
                    <a:pt x="809" y="2156"/>
                  </a:lnTo>
                  <a:lnTo>
                    <a:pt x="923" y="1770"/>
                  </a:lnTo>
                  <a:lnTo>
                    <a:pt x="1242" y="1106"/>
                  </a:lnTo>
                  <a:lnTo>
                    <a:pt x="1296" y="848"/>
                  </a:lnTo>
                  <a:lnTo>
                    <a:pt x="1185" y="926"/>
                  </a:lnTo>
                  <a:lnTo>
                    <a:pt x="1012" y="926"/>
                  </a:lnTo>
                  <a:lnTo>
                    <a:pt x="888" y="1258"/>
                  </a:lnTo>
                  <a:lnTo>
                    <a:pt x="671" y="1436"/>
                  </a:lnTo>
                  <a:lnTo>
                    <a:pt x="240" y="1668"/>
                  </a:lnTo>
                  <a:lnTo>
                    <a:pt x="0" y="2005"/>
                  </a:lnTo>
                  <a:lnTo>
                    <a:pt x="258" y="1591"/>
                  </a:lnTo>
                  <a:lnTo>
                    <a:pt x="726" y="1334"/>
                  </a:lnTo>
                  <a:lnTo>
                    <a:pt x="902" y="1077"/>
                  </a:lnTo>
                  <a:lnTo>
                    <a:pt x="902" y="875"/>
                  </a:lnTo>
                  <a:lnTo>
                    <a:pt x="726" y="281"/>
                  </a:lnTo>
                  <a:lnTo>
                    <a:pt x="726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5" name="Freeform 131">
              <a:extLst>
                <a:ext uri="{FF2B5EF4-FFF2-40B4-BE49-F238E27FC236}">
                  <a16:creationId xmlns:a16="http://schemas.microsoft.com/office/drawing/2014/main" id="{BBC80FBB-2386-714A-8421-D8F44A0D3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393"/>
              <a:ext cx="124" cy="180"/>
            </a:xfrm>
            <a:custGeom>
              <a:avLst/>
              <a:gdLst>
                <a:gd name="T0" fmla="*/ 2 w 995"/>
                <a:gd name="T1" fmla="*/ 0 h 1441"/>
                <a:gd name="T2" fmla="*/ 2 w 995"/>
                <a:gd name="T3" fmla="*/ 0 h 1441"/>
                <a:gd name="T4" fmla="*/ 1 w 995"/>
                <a:gd name="T5" fmla="*/ 1 h 1441"/>
                <a:gd name="T6" fmla="*/ 1 w 995"/>
                <a:gd name="T7" fmla="*/ 2 h 1441"/>
                <a:gd name="T8" fmla="*/ 0 w 995"/>
                <a:gd name="T9" fmla="*/ 2 h 1441"/>
                <a:gd name="T10" fmla="*/ 0 w 995"/>
                <a:gd name="T11" fmla="*/ 2 h 1441"/>
                <a:gd name="T12" fmla="*/ 0 w 995"/>
                <a:gd name="T13" fmla="*/ 2 h 1441"/>
                <a:gd name="T14" fmla="*/ 1 w 995"/>
                <a:gd name="T15" fmla="*/ 1 h 1441"/>
                <a:gd name="T16" fmla="*/ 0 w 995"/>
                <a:gd name="T17" fmla="*/ 2 h 1441"/>
                <a:gd name="T18" fmla="*/ 0 w 995"/>
                <a:gd name="T19" fmla="*/ 2 h 1441"/>
                <a:gd name="T20" fmla="*/ 0 w 995"/>
                <a:gd name="T21" fmla="*/ 3 h 1441"/>
                <a:gd name="T22" fmla="*/ 1 w 995"/>
                <a:gd name="T23" fmla="*/ 2 h 1441"/>
                <a:gd name="T24" fmla="*/ 1 w 995"/>
                <a:gd name="T25" fmla="*/ 1 h 1441"/>
                <a:gd name="T26" fmla="*/ 2 w 995"/>
                <a:gd name="T27" fmla="*/ 0 h 1441"/>
                <a:gd name="T28" fmla="*/ 2 w 995"/>
                <a:gd name="T29" fmla="*/ 0 h 1441"/>
                <a:gd name="T30" fmla="*/ 2 w 995"/>
                <a:gd name="T31" fmla="*/ 0 h 14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995"/>
                <a:gd name="T49" fmla="*/ 0 h 1441"/>
                <a:gd name="T50" fmla="*/ 995 w 995"/>
                <a:gd name="T51" fmla="*/ 1441 h 144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995" h="1441">
                  <a:moveTo>
                    <a:pt x="874" y="108"/>
                  </a:moveTo>
                  <a:lnTo>
                    <a:pt x="832" y="260"/>
                  </a:lnTo>
                  <a:lnTo>
                    <a:pt x="675" y="543"/>
                  </a:lnTo>
                  <a:lnTo>
                    <a:pt x="496" y="829"/>
                  </a:lnTo>
                  <a:lnTo>
                    <a:pt x="279" y="1033"/>
                  </a:lnTo>
                  <a:lnTo>
                    <a:pt x="182" y="1079"/>
                  </a:lnTo>
                  <a:lnTo>
                    <a:pt x="263" y="875"/>
                  </a:lnTo>
                  <a:lnTo>
                    <a:pt x="437" y="597"/>
                  </a:lnTo>
                  <a:lnTo>
                    <a:pt x="221" y="875"/>
                  </a:lnTo>
                  <a:lnTo>
                    <a:pt x="83" y="1152"/>
                  </a:lnTo>
                  <a:lnTo>
                    <a:pt x="0" y="1441"/>
                  </a:lnTo>
                  <a:lnTo>
                    <a:pt x="396" y="1033"/>
                  </a:lnTo>
                  <a:lnTo>
                    <a:pt x="729" y="597"/>
                  </a:lnTo>
                  <a:lnTo>
                    <a:pt x="910" y="286"/>
                  </a:lnTo>
                  <a:lnTo>
                    <a:pt x="995" y="0"/>
                  </a:lnTo>
                  <a:lnTo>
                    <a:pt x="87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6" name="Freeform 132">
              <a:extLst>
                <a:ext uri="{FF2B5EF4-FFF2-40B4-BE49-F238E27FC236}">
                  <a16:creationId xmlns:a16="http://schemas.microsoft.com/office/drawing/2014/main" id="{B7CE0B7B-A9AA-2F4B-A97C-542534AF1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29"/>
              <a:ext cx="222" cy="263"/>
            </a:xfrm>
            <a:custGeom>
              <a:avLst/>
              <a:gdLst>
                <a:gd name="T0" fmla="*/ 0 w 1774"/>
                <a:gd name="T1" fmla="*/ 0 h 2107"/>
                <a:gd name="T2" fmla="*/ 1 w 1774"/>
                <a:gd name="T3" fmla="*/ 0 h 2107"/>
                <a:gd name="T4" fmla="*/ 2 w 1774"/>
                <a:gd name="T5" fmla="*/ 0 h 2107"/>
                <a:gd name="T6" fmla="*/ 2 w 1774"/>
                <a:gd name="T7" fmla="*/ 1 h 2107"/>
                <a:gd name="T8" fmla="*/ 3 w 1774"/>
                <a:gd name="T9" fmla="*/ 1 h 2107"/>
                <a:gd name="T10" fmla="*/ 4 w 1774"/>
                <a:gd name="T11" fmla="*/ 2 h 2107"/>
                <a:gd name="T12" fmla="*/ 4 w 1774"/>
                <a:gd name="T13" fmla="*/ 2 h 2107"/>
                <a:gd name="T14" fmla="*/ 3 w 1774"/>
                <a:gd name="T15" fmla="*/ 4 h 2107"/>
                <a:gd name="T16" fmla="*/ 3 w 1774"/>
                <a:gd name="T17" fmla="*/ 3 h 2107"/>
                <a:gd name="T18" fmla="*/ 3 w 1774"/>
                <a:gd name="T19" fmla="*/ 2 h 2107"/>
                <a:gd name="T20" fmla="*/ 3 w 1774"/>
                <a:gd name="T21" fmla="*/ 2 h 2107"/>
                <a:gd name="T22" fmla="*/ 3 w 1774"/>
                <a:gd name="T23" fmla="*/ 1 h 2107"/>
                <a:gd name="T24" fmla="*/ 2 w 1774"/>
                <a:gd name="T25" fmla="*/ 1 h 2107"/>
                <a:gd name="T26" fmla="*/ 2 w 1774"/>
                <a:gd name="T27" fmla="*/ 1 h 2107"/>
                <a:gd name="T28" fmla="*/ 1 w 1774"/>
                <a:gd name="T29" fmla="*/ 1 h 2107"/>
                <a:gd name="T30" fmla="*/ 1 w 1774"/>
                <a:gd name="T31" fmla="*/ 0 h 2107"/>
                <a:gd name="T32" fmla="*/ 0 w 1774"/>
                <a:gd name="T33" fmla="*/ 0 h 2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74"/>
                <a:gd name="T52" fmla="*/ 0 h 2107"/>
                <a:gd name="T53" fmla="*/ 1774 w 1774"/>
                <a:gd name="T54" fmla="*/ 2107 h 21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74" h="2107">
                  <a:moveTo>
                    <a:pt x="0" y="0"/>
                  </a:moveTo>
                  <a:lnTo>
                    <a:pt x="375" y="209"/>
                  </a:lnTo>
                  <a:lnTo>
                    <a:pt x="848" y="283"/>
                  </a:lnTo>
                  <a:lnTo>
                    <a:pt x="1224" y="567"/>
                  </a:lnTo>
                  <a:lnTo>
                    <a:pt x="1457" y="617"/>
                  </a:lnTo>
                  <a:lnTo>
                    <a:pt x="1774" y="901"/>
                  </a:lnTo>
                  <a:lnTo>
                    <a:pt x="1756" y="1277"/>
                  </a:lnTo>
                  <a:lnTo>
                    <a:pt x="1497" y="2107"/>
                  </a:lnTo>
                  <a:lnTo>
                    <a:pt x="1655" y="1512"/>
                  </a:lnTo>
                  <a:lnTo>
                    <a:pt x="1655" y="1180"/>
                  </a:lnTo>
                  <a:lnTo>
                    <a:pt x="1736" y="927"/>
                  </a:lnTo>
                  <a:lnTo>
                    <a:pt x="1479" y="692"/>
                  </a:lnTo>
                  <a:lnTo>
                    <a:pt x="1237" y="617"/>
                  </a:lnTo>
                  <a:lnTo>
                    <a:pt x="887" y="435"/>
                  </a:lnTo>
                  <a:lnTo>
                    <a:pt x="695" y="336"/>
                  </a:lnTo>
                  <a:lnTo>
                    <a:pt x="315" y="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7" name="Freeform 133">
              <a:extLst>
                <a:ext uri="{FF2B5EF4-FFF2-40B4-BE49-F238E27FC236}">
                  <a16:creationId xmlns:a16="http://schemas.microsoft.com/office/drawing/2014/main" id="{72E7B128-0C4A-D946-BFF2-D539CAA1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074"/>
              <a:ext cx="120" cy="55"/>
            </a:xfrm>
            <a:custGeom>
              <a:avLst/>
              <a:gdLst>
                <a:gd name="T0" fmla="*/ 1 w 958"/>
                <a:gd name="T1" fmla="*/ 1 h 435"/>
                <a:gd name="T2" fmla="*/ 1 w 958"/>
                <a:gd name="T3" fmla="*/ 1 h 435"/>
                <a:gd name="T4" fmla="*/ 0 w 958"/>
                <a:gd name="T5" fmla="*/ 0 h 435"/>
                <a:gd name="T6" fmla="*/ 0 w 958"/>
                <a:gd name="T7" fmla="*/ 0 h 435"/>
                <a:gd name="T8" fmla="*/ 0 w 958"/>
                <a:gd name="T9" fmla="*/ 0 h 435"/>
                <a:gd name="T10" fmla="*/ 1 w 958"/>
                <a:gd name="T11" fmla="*/ 0 h 435"/>
                <a:gd name="T12" fmla="*/ 1 w 958"/>
                <a:gd name="T13" fmla="*/ 1 h 435"/>
                <a:gd name="T14" fmla="*/ 2 w 958"/>
                <a:gd name="T15" fmla="*/ 1 h 435"/>
                <a:gd name="T16" fmla="*/ 1 w 958"/>
                <a:gd name="T17" fmla="*/ 1 h 4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58"/>
                <a:gd name="T28" fmla="*/ 0 h 435"/>
                <a:gd name="T29" fmla="*/ 958 w 958"/>
                <a:gd name="T30" fmla="*/ 435 h 4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58" h="435">
                  <a:moveTo>
                    <a:pt x="448" y="435"/>
                  </a:moveTo>
                  <a:lnTo>
                    <a:pt x="332" y="303"/>
                  </a:lnTo>
                  <a:lnTo>
                    <a:pt x="176" y="182"/>
                  </a:lnTo>
                  <a:lnTo>
                    <a:pt x="0" y="0"/>
                  </a:lnTo>
                  <a:lnTo>
                    <a:pt x="213" y="24"/>
                  </a:lnTo>
                  <a:lnTo>
                    <a:pt x="473" y="131"/>
                  </a:lnTo>
                  <a:lnTo>
                    <a:pt x="710" y="255"/>
                  </a:lnTo>
                  <a:lnTo>
                    <a:pt x="958" y="435"/>
                  </a:lnTo>
                  <a:lnTo>
                    <a:pt x="448" y="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8" name="Freeform 134">
              <a:extLst>
                <a:ext uri="{FF2B5EF4-FFF2-40B4-BE49-F238E27FC236}">
                  <a16:creationId xmlns:a16="http://schemas.microsoft.com/office/drawing/2014/main" id="{9F4A6D87-FDB0-E34C-AE35-83F2E2BB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798"/>
              <a:ext cx="141" cy="48"/>
            </a:xfrm>
            <a:custGeom>
              <a:avLst/>
              <a:gdLst>
                <a:gd name="T0" fmla="*/ 0 w 1125"/>
                <a:gd name="T1" fmla="*/ 0 h 387"/>
                <a:gd name="T2" fmla="*/ 0 w 1125"/>
                <a:gd name="T3" fmla="*/ 0 h 387"/>
                <a:gd name="T4" fmla="*/ 0 w 1125"/>
                <a:gd name="T5" fmla="*/ 0 h 387"/>
                <a:gd name="T6" fmla="*/ 1 w 1125"/>
                <a:gd name="T7" fmla="*/ 0 h 387"/>
                <a:gd name="T8" fmla="*/ 1 w 1125"/>
                <a:gd name="T9" fmla="*/ 1 h 387"/>
                <a:gd name="T10" fmla="*/ 1 w 1125"/>
                <a:gd name="T11" fmla="*/ 1 h 387"/>
                <a:gd name="T12" fmla="*/ 2 w 1125"/>
                <a:gd name="T13" fmla="*/ 1 h 387"/>
                <a:gd name="T14" fmla="*/ 2 w 1125"/>
                <a:gd name="T15" fmla="*/ 0 h 387"/>
                <a:gd name="T16" fmla="*/ 2 w 1125"/>
                <a:gd name="T17" fmla="*/ 0 h 3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25"/>
                <a:gd name="T28" fmla="*/ 0 h 387"/>
                <a:gd name="T29" fmla="*/ 1125 w 1125"/>
                <a:gd name="T30" fmla="*/ 387 h 38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25" h="387">
                  <a:moveTo>
                    <a:pt x="0" y="0"/>
                  </a:moveTo>
                  <a:lnTo>
                    <a:pt x="102" y="25"/>
                  </a:lnTo>
                  <a:lnTo>
                    <a:pt x="157" y="73"/>
                  </a:lnTo>
                  <a:lnTo>
                    <a:pt x="279" y="255"/>
                  </a:lnTo>
                  <a:lnTo>
                    <a:pt x="397" y="361"/>
                  </a:lnTo>
                  <a:lnTo>
                    <a:pt x="593" y="387"/>
                  </a:lnTo>
                  <a:lnTo>
                    <a:pt x="768" y="361"/>
                  </a:lnTo>
                  <a:lnTo>
                    <a:pt x="948" y="283"/>
                  </a:lnTo>
                  <a:lnTo>
                    <a:pt x="1125" y="9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29" name="Freeform 135">
              <a:extLst>
                <a:ext uri="{FF2B5EF4-FFF2-40B4-BE49-F238E27FC236}">
                  <a16:creationId xmlns:a16="http://schemas.microsoft.com/office/drawing/2014/main" id="{7EC8A527-4383-2343-BC2D-7B473BE1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85"/>
              <a:ext cx="22" cy="87"/>
            </a:xfrm>
            <a:custGeom>
              <a:avLst/>
              <a:gdLst>
                <a:gd name="T0" fmla="*/ 0 w 176"/>
                <a:gd name="T1" fmla="*/ 1 h 691"/>
                <a:gd name="T2" fmla="*/ 0 w 176"/>
                <a:gd name="T3" fmla="*/ 0 h 691"/>
                <a:gd name="T4" fmla="*/ 0 w 176"/>
                <a:gd name="T5" fmla="*/ 0 h 691"/>
                <a:gd name="T6" fmla="*/ 0 w 176"/>
                <a:gd name="T7" fmla="*/ 1 h 691"/>
                <a:gd name="T8" fmla="*/ 0 w 176"/>
                <a:gd name="T9" fmla="*/ 1 h 691"/>
                <a:gd name="T10" fmla="*/ 0 w 176"/>
                <a:gd name="T11" fmla="*/ 1 h 6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6"/>
                <a:gd name="T19" fmla="*/ 0 h 691"/>
                <a:gd name="T20" fmla="*/ 176 w 176"/>
                <a:gd name="T21" fmla="*/ 691 h 6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6" h="691">
                  <a:moveTo>
                    <a:pt x="156" y="486"/>
                  </a:moveTo>
                  <a:lnTo>
                    <a:pt x="176" y="0"/>
                  </a:lnTo>
                  <a:lnTo>
                    <a:pt x="117" y="0"/>
                  </a:lnTo>
                  <a:lnTo>
                    <a:pt x="0" y="691"/>
                  </a:lnTo>
                  <a:lnTo>
                    <a:pt x="77" y="460"/>
                  </a:lnTo>
                  <a:lnTo>
                    <a:pt x="156" y="4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0" name="Freeform 136">
              <a:extLst>
                <a:ext uri="{FF2B5EF4-FFF2-40B4-BE49-F238E27FC236}">
                  <a16:creationId xmlns:a16="http://schemas.microsoft.com/office/drawing/2014/main" id="{B20E6F6A-27C9-7E42-80ED-32490B38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583"/>
              <a:ext cx="100" cy="334"/>
            </a:xfrm>
            <a:custGeom>
              <a:avLst/>
              <a:gdLst>
                <a:gd name="T0" fmla="*/ 1 w 804"/>
                <a:gd name="T1" fmla="*/ 0 h 2670"/>
                <a:gd name="T2" fmla="*/ 1 w 804"/>
                <a:gd name="T3" fmla="*/ 1 h 2670"/>
                <a:gd name="T4" fmla="*/ 1 w 804"/>
                <a:gd name="T5" fmla="*/ 2 h 2670"/>
                <a:gd name="T6" fmla="*/ 1 w 804"/>
                <a:gd name="T7" fmla="*/ 2 h 2670"/>
                <a:gd name="T8" fmla="*/ 0 w 804"/>
                <a:gd name="T9" fmla="*/ 3 h 2670"/>
                <a:gd name="T10" fmla="*/ 0 w 804"/>
                <a:gd name="T11" fmla="*/ 2 h 2670"/>
                <a:gd name="T12" fmla="*/ 1 w 804"/>
                <a:gd name="T13" fmla="*/ 1 h 2670"/>
                <a:gd name="T14" fmla="*/ 0 w 804"/>
                <a:gd name="T15" fmla="*/ 2 h 2670"/>
                <a:gd name="T16" fmla="*/ 0 w 804"/>
                <a:gd name="T17" fmla="*/ 3 h 2670"/>
                <a:gd name="T18" fmla="*/ 0 w 804"/>
                <a:gd name="T19" fmla="*/ 4 h 2670"/>
                <a:gd name="T20" fmla="*/ 0 w 804"/>
                <a:gd name="T21" fmla="*/ 5 h 2670"/>
                <a:gd name="T22" fmla="*/ 0 w 804"/>
                <a:gd name="T23" fmla="*/ 5 h 2670"/>
                <a:gd name="T24" fmla="*/ 0 w 804"/>
                <a:gd name="T25" fmla="*/ 4 h 2670"/>
                <a:gd name="T26" fmla="*/ 0 w 804"/>
                <a:gd name="T27" fmla="*/ 4 h 2670"/>
                <a:gd name="T28" fmla="*/ 0 w 804"/>
                <a:gd name="T29" fmla="*/ 5 h 2670"/>
                <a:gd name="T30" fmla="*/ 1 w 804"/>
                <a:gd name="T31" fmla="*/ 5 h 2670"/>
                <a:gd name="T32" fmla="*/ 1 w 804"/>
                <a:gd name="T33" fmla="*/ 5 h 2670"/>
                <a:gd name="T34" fmla="*/ 1 w 804"/>
                <a:gd name="T35" fmla="*/ 5 h 2670"/>
                <a:gd name="T36" fmla="*/ 1 w 804"/>
                <a:gd name="T37" fmla="*/ 5 h 2670"/>
                <a:gd name="T38" fmla="*/ 1 w 804"/>
                <a:gd name="T39" fmla="*/ 4 h 2670"/>
                <a:gd name="T40" fmla="*/ 1 w 804"/>
                <a:gd name="T41" fmla="*/ 4 h 2670"/>
                <a:gd name="T42" fmla="*/ 1 w 804"/>
                <a:gd name="T43" fmla="*/ 4 h 2670"/>
                <a:gd name="T44" fmla="*/ 1 w 804"/>
                <a:gd name="T45" fmla="*/ 4 h 2670"/>
                <a:gd name="T46" fmla="*/ 1 w 804"/>
                <a:gd name="T47" fmla="*/ 4 h 2670"/>
                <a:gd name="T48" fmla="*/ 1 w 804"/>
                <a:gd name="T49" fmla="*/ 4 h 2670"/>
                <a:gd name="T50" fmla="*/ 1 w 804"/>
                <a:gd name="T51" fmla="*/ 4 h 2670"/>
                <a:gd name="T52" fmla="*/ 1 w 804"/>
                <a:gd name="T53" fmla="*/ 4 h 2670"/>
                <a:gd name="T54" fmla="*/ 0 w 804"/>
                <a:gd name="T55" fmla="*/ 3 h 2670"/>
                <a:gd name="T56" fmla="*/ 0 w 804"/>
                <a:gd name="T57" fmla="*/ 3 h 2670"/>
                <a:gd name="T58" fmla="*/ 1 w 804"/>
                <a:gd name="T59" fmla="*/ 3 h 2670"/>
                <a:gd name="T60" fmla="*/ 1 w 804"/>
                <a:gd name="T61" fmla="*/ 2 h 2670"/>
                <a:gd name="T62" fmla="*/ 1 w 804"/>
                <a:gd name="T63" fmla="*/ 1 h 2670"/>
                <a:gd name="T64" fmla="*/ 1 w 804"/>
                <a:gd name="T65" fmla="*/ 1 h 2670"/>
                <a:gd name="T66" fmla="*/ 1 w 804"/>
                <a:gd name="T67" fmla="*/ 0 h 26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4"/>
                <a:gd name="T103" fmla="*/ 0 h 2670"/>
                <a:gd name="T104" fmla="*/ 804 w 804"/>
                <a:gd name="T105" fmla="*/ 2670 h 267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4" h="2670">
                  <a:moveTo>
                    <a:pt x="666" y="0"/>
                  </a:moveTo>
                  <a:lnTo>
                    <a:pt x="585" y="560"/>
                  </a:lnTo>
                  <a:lnTo>
                    <a:pt x="452" y="949"/>
                  </a:lnTo>
                  <a:lnTo>
                    <a:pt x="295" y="1233"/>
                  </a:lnTo>
                  <a:lnTo>
                    <a:pt x="156" y="1464"/>
                  </a:lnTo>
                  <a:lnTo>
                    <a:pt x="233" y="973"/>
                  </a:lnTo>
                  <a:lnTo>
                    <a:pt x="314" y="613"/>
                  </a:lnTo>
                  <a:lnTo>
                    <a:pt x="156" y="1033"/>
                  </a:lnTo>
                  <a:lnTo>
                    <a:pt x="74" y="1464"/>
                  </a:lnTo>
                  <a:lnTo>
                    <a:pt x="62" y="1898"/>
                  </a:lnTo>
                  <a:lnTo>
                    <a:pt x="16" y="2283"/>
                  </a:lnTo>
                  <a:lnTo>
                    <a:pt x="0" y="2617"/>
                  </a:lnTo>
                  <a:lnTo>
                    <a:pt x="196" y="2079"/>
                  </a:lnTo>
                  <a:lnTo>
                    <a:pt x="277" y="2259"/>
                  </a:lnTo>
                  <a:lnTo>
                    <a:pt x="277" y="2487"/>
                  </a:lnTo>
                  <a:lnTo>
                    <a:pt x="452" y="2670"/>
                  </a:lnTo>
                  <a:lnTo>
                    <a:pt x="606" y="2545"/>
                  </a:lnTo>
                  <a:lnTo>
                    <a:pt x="424" y="2545"/>
                  </a:lnTo>
                  <a:lnTo>
                    <a:pt x="350" y="2363"/>
                  </a:lnTo>
                  <a:lnTo>
                    <a:pt x="350" y="2259"/>
                  </a:lnTo>
                  <a:lnTo>
                    <a:pt x="523" y="2232"/>
                  </a:lnTo>
                  <a:lnTo>
                    <a:pt x="350" y="2079"/>
                  </a:lnTo>
                  <a:lnTo>
                    <a:pt x="374" y="1949"/>
                  </a:lnTo>
                  <a:lnTo>
                    <a:pt x="644" y="1898"/>
                  </a:lnTo>
                  <a:lnTo>
                    <a:pt x="804" y="1791"/>
                  </a:lnTo>
                  <a:lnTo>
                    <a:pt x="510" y="1872"/>
                  </a:lnTo>
                  <a:lnTo>
                    <a:pt x="314" y="1847"/>
                  </a:lnTo>
                  <a:lnTo>
                    <a:pt x="217" y="1718"/>
                  </a:lnTo>
                  <a:lnTo>
                    <a:pt x="233" y="1538"/>
                  </a:lnTo>
                  <a:lnTo>
                    <a:pt x="334" y="1254"/>
                  </a:lnTo>
                  <a:lnTo>
                    <a:pt x="547" y="973"/>
                  </a:lnTo>
                  <a:lnTo>
                    <a:pt x="631" y="714"/>
                  </a:lnTo>
                  <a:lnTo>
                    <a:pt x="684" y="309"/>
                  </a:lnTo>
                  <a:lnTo>
                    <a:pt x="6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1" name="Freeform 137">
              <a:extLst>
                <a:ext uri="{FF2B5EF4-FFF2-40B4-BE49-F238E27FC236}">
                  <a16:creationId xmlns:a16="http://schemas.microsoft.com/office/drawing/2014/main" id="{C8B2D659-9A48-814A-B6B9-B0362C97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57"/>
              <a:ext cx="99" cy="280"/>
            </a:xfrm>
            <a:custGeom>
              <a:avLst/>
              <a:gdLst>
                <a:gd name="T0" fmla="*/ 0 w 793"/>
                <a:gd name="T1" fmla="*/ 0 h 2233"/>
                <a:gd name="T2" fmla="*/ 1 w 793"/>
                <a:gd name="T3" fmla="*/ 1 h 2233"/>
                <a:gd name="T4" fmla="*/ 1 w 793"/>
                <a:gd name="T5" fmla="*/ 1 h 2233"/>
                <a:gd name="T6" fmla="*/ 1 w 793"/>
                <a:gd name="T7" fmla="*/ 2 h 2233"/>
                <a:gd name="T8" fmla="*/ 1 w 793"/>
                <a:gd name="T9" fmla="*/ 2 h 2233"/>
                <a:gd name="T10" fmla="*/ 1 w 793"/>
                <a:gd name="T11" fmla="*/ 3 h 2233"/>
                <a:gd name="T12" fmla="*/ 1 w 793"/>
                <a:gd name="T13" fmla="*/ 3 h 2233"/>
                <a:gd name="T14" fmla="*/ 1 w 793"/>
                <a:gd name="T15" fmla="*/ 3 h 2233"/>
                <a:gd name="T16" fmla="*/ 1 w 793"/>
                <a:gd name="T17" fmla="*/ 3 h 2233"/>
                <a:gd name="T18" fmla="*/ 1 w 793"/>
                <a:gd name="T19" fmla="*/ 3 h 2233"/>
                <a:gd name="T20" fmla="*/ 1 w 793"/>
                <a:gd name="T21" fmla="*/ 3 h 2233"/>
                <a:gd name="T22" fmla="*/ 0 w 793"/>
                <a:gd name="T23" fmla="*/ 4 h 2233"/>
                <a:gd name="T24" fmla="*/ 0 w 793"/>
                <a:gd name="T25" fmla="*/ 4 h 2233"/>
                <a:gd name="T26" fmla="*/ 0 w 793"/>
                <a:gd name="T27" fmla="*/ 3 h 2233"/>
                <a:gd name="T28" fmla="*/ 1 w 793"/>
                <a:gd name="T29" fmla="*/ 3 h 2233"/>
                <a:gd name="T30" fmla="*/ 1 w 793"/>
                <a:gd name="T31" fmla="*/ 2 h 2233"/>
                <a:gd name="T32" fmla="*/ 1 w 793"/>
                <a:gd name="T33" fmla="*/ 2 h 2233"/>
                <a:gd name="T34" fmla="*/ 1 w 793"/>
                <a:gd name="T35" fmla="*/ 1 h 2233"/>
                <a:gd name="T36" fmla="*/ 1 w 793"/>
                <a:gd name="T37" fmla="*/ 1 h 2233"/>
                <a:gd name="T38" fmla="*/ 1 w 793"/>
                <a:gd name="T39" fmla="*/ 1 h 2233"/>
                <a:gd name="T40" fmla="*/ 0 w 793"/>
                <a:gd name="T41" fmla="*/ 1 h 2233"/>
                <a:gd name="T42" fmla="*/ 0 w 793"/>
                <a:gd name="T43" fmla="*/ 0 h 22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93"/>
                <a:gd name="T67" fmla="*/ 0 h 2233"/>
                <a:gd name="T68" fmla="*/ 793 w 793"/>
                <a:gd name="T69" fmla="*/ 2233 h 223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93" h="2233">
                  <a:moveTo>
                    <a:pt x="175" y="0"/>
                  </a:moveTo>
                  <a:lnTo>
                    <a:pt x="294" y="247"/>
                  </a:lnTo>
                  <a:lnTo>
                    <a:pt x="571" y="537"/>
                  </a:lnTo>
                  <a:lnTo>
                    <a:pt x="689" y="866"/>
                  </a:lnTo>
                  <a:lnTo>
                    <a:pt x="689" y="1178"/>
                  </a:lnTo>
                  <a:lnTo>
                    <a:pt x="793" y="1360"/>
                  </a:lnTo>
                  <a:lnTo>
                    <a:pt x="769" y="1589"/>
                  </a:lnTo>
                  <a:lnTo>
                    <a:pt x="689" y="1413"/>
                  </a:lnTo>
                  <a:lnTo>
                    <a:pt x="615" y="1360"/>
                  </a:lnTo>
                  <a:lnTo>
                    <a:pt x="454" y="1567"/>
                  </a:lnTo>
                  <a:lnTo>
                    <a:pt x="313" y="1717"/>
                  </a:lnTo>
                  <a:lnTo>
                    <a:pt x="119" y="2022"/>
                  </a:lnTo>
                  <a:lnTo>
                    <a:pt x="0" y="2233"/>
                  </a:lnTo>
                  <a:lnTo>
                    <a:pt x="264" y="1717"/>
                  </a:lnTo>
                  <a:lnTo>
                    <a:pt x="454" y="1413"/>
                  </a:lnTo>
                  <a:lnTo>
                    <a:pt x="558" y="1178"/>
                  </a:lnTo>
                  <a:lnTo>
                    <a:pt x="594" y="952"/>
                  </a:lnTo>
                  <a:lnTo>
                    <a:pt x="571" y="690"/>
                  </a:lnTo>
                  <a:lnTo>
                    <a:pt x="516" y="537"/>
                  </a:lnTo>
                  <a:lnTo>
                    <a:pt x="375" y="385"/>
                  </a:lnTo>
                  <a:lnTo>
                    <a:pt x="264" y="247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2" name="Freeform 138">
              <a:extLst>
                <a:ext uri="{FF2B5EF4-FFF2-40B4-BE49-F238E27FC236}">
                  <a16:creationId xmlns:a16="http://schemas.microsoft.com/office/drawing/2014/main" id="{B4534114-D9BA-8E42-BD4A-9365C356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777"/>
              <a:ext cx="322" cy="434"/>
            </a:xfrm>
            <a:custGeom>
              <a:avLst/>
              <a:gdLst>
                <a:gd name="T0" fmla="*/ 4 w 2574"/>
                <a:gd name="T1" fmla="*/ 6 h 3472"/>
                <a:gd name="T2" fmla="*/ 5 w 2574"/>
                <a:gd name="T3" fmla="*/ 5 h 3472"/>
                <a:gd name="T4" fmla="*/ 5 w 2574"/>
                <a:gd name="T5" fmla="*/ 5 h 3472"/>
                <a:gd name="T6" fmla="*/ 5 w 2574"/>
                <a:gd name="T7" fmla="*/ 4 h 3472"/>
                <a:gd name="T8" fmla="*/ 5 w 2574"/>
                <a:gd name="T9" fmla="*/ 4 h 3472"/>
                <a:gd name="T10" fmla="*/ 5 w 2574"/>
                <a:gd name="T11" fmla="*/ 3 h 3472"/>
                <a:gd name="T12" fmla="*/ 5 w 2574"/>
                <a:gd name="T13" fmla="*/ 2 h 3472"/>
                <a:gd name="T14" fmla="*/ 5 w 2574"/>
                <a:gd name="T15" fmla="*/ 1 h 3472"/>
                <a:gd name="T16" fmla="*/ 4 w 2574"/>
                <a:gd name="T17" fmla="*/ 1 h 3472"/>
                <a:gd name="T18" fmla="*/ 4 w 2574"/>
                <a:gd name="T19" fmla="*/ 0 h 3472"/>
                <a:gd name="T20" fmla="*/ 3 w 2574"/>
                <a:gd name="T21" fmla="*/ 0 h 3472"/>
                <a:gd name="T22" fmla="*/ 3 w 2574"/>
                <a:gd name="T23" fmla="*/ 0 h 3472"/>
                <a:gd name="T24" fmla="*/ 3 w 2574"/>
                <a:gd name="T25" fmla="*/ 0 h 3472"/>
                <a:gd name="T26" fmla="*/ 2 w 2574"/>
                <a:gd name="T27" fmla="*/ 1 h 3472"/>
                <a:gd name="T28" fmla="*/ 1 w 2574"/>
                <a:gd name="T29" fmla="*/ 1 h 3472"/>
                <a:gd name="T30" fmla="*/ 0 w 2574"/>
                <a:gd name="T31" fmla="*/ 2 h 3472"/>
                <a:gd name="T32" fmla="*/ 0 w 2574"/>
                <a:gd name="T33" fmla="*/ 3 h 3472"/>
                <a:gd name="T34" fmla="*/ 0 w 2574"/>
                <a:gd name="T35" fmla="*/ 3 h 3472"/>
                <a:gd name="T36" fmla="*/ 0 w 2574"/>
                <a:gd name="T37" fmla="*/ 3 h 3472"/>
                <a:gd name="T38" fmla="*/ 0 w 2574"/>
                <a:gd name="T39" fmla="*/ 4 h 3472"/>
                <a:gd name="T40" fmla="*/ 0 w 2574"/>
                <a:gd name="T41" fmla="*/ 4 h 3472"/>
                <a:gd name="T42" fmla="*/ 0 w 2574"/>
                <a:gd name="T43" fmla="*/ 5 h 3472"/>
                <a:gd name="T44" fmla="*/ 1 w 2574"/>
                <a:gd name="T45" fmla="*/ 5 h 3472"/>
                <a:gd name="T46" fmla="*/ 1 w 2574"/>
                <a:gd name="T47" fmla="*/ 6 h 3472"/>
                <a:gd name="T48" fmla="*/ 1 w 2574"/>
                <a:gd name="T49" fmla="*/ 6 h 3472"/>
                <a:gd name="T50" fmla="*/ 0 w 2574"/>
                <a:gd name="T51" fmla="*/ 6 h 3472"/>
                <a:gd name="T52" fmla="*/ 0 w 2574"/>
                <a:gd name="T53" fmla="*/ 7 h 3472"/>
                <a:gd name="T54" fmla="*/ 0 w 2574"/>
                <a:gd name="T55" fmla="*/ 7 h 34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574"/>
                <a:gd name="T85" fmla="*/ 0 h 3472"/>
                <a:gd name="T86" fmla="*/ 2574 w 2574"/>
                <a:gd name="T87" fmla="*/ 3472 h 347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574" h="3472">
                  <a:moveTo>
                    <a:pt x="2249" y="2795"/>
                  </a:moveTo>
                  <a:lnTo>
                    <a:pt x="2376" y="2654"/>
                  </a:lnTo>
                  <a:lnTo>
                    <a:pt x="2472" y="2474"/>
                  </a:lnTo>
                  <a:lnTo>
                    <a:pt x="2547" y="2172"/>
                  </a:lnTo>
                  <a:lnTo>
                    <a:pt x="2574" y="1866"/>
                  </a:lnTo>
                  <a:lnTo>
                    <a:pt x="2574" y="1468"/>
                  </a:lnTo>
                  <a:lnTo>
                    <a:pt x="2496" y="1028"/>
                  </a:lnTo>
                  <a:lnTo>
                    <a:pt x="2351" y="650"/>
                  </a:lnTo>
                  <a:lnTo>
                    <a:pt x="2150" y="314"/>
                  </a:lnTo>
                  <a:lnTo>
                    <a:pt x="1921" y="97"/>
                  </a:lnTo>
                  <a:lnTo>
                    <a:pt x="1732" y="14"/>
                  </a:lnTo>
                  <a:lnTo>
                    <a:pt x="1602" y="0"/>
                  </a:lnTo>
                  <a:lnTo>
                    <a:pt x="1408" y="37"/>
                  </a:lnTo>
                  <a:lnTo>
                    <a:pt x="806" y="365"/>
                  </a:lnTo>
                  <a:lnTo>
                    <a:pt x="481" y="679"/>
                  </a:lnTo>
                  <a:lnTo>
                    <a:pt x="130" y="1098"/>
                  </a:lnTo>
                  <a:lnTo>
                    <a:pt x="33" y="1287"/>
                  </a:lnTo>
                  <a:lnTo>
                    <a:pt x="0" y="1468"/>
                  </a:lnTo>
                  <a:lnTo>
                    <a:pt x="18" y="1725"/>
                  </a:lnTo>
                  <a:lnTo>
                    <a:pt x="66" y="1967"/>
                  </a:lnTo>
                  <a:lnTo>
                    <a:pt x="154" y="2235"/>
                  </a:lnTo>
                  <a:lnTo>
                    <a:pt x="195" y="2430"/>
                  </a:lnTo>
                  <a:lnTo>
                    <a:pt x="229" y="2654"/>
                  </a:lnTo>
                  <a:lnTo>
                    <a:pt x="241" y="2852"/>
                  </a:lnTo>
                  <a:lnTo>
                    <a:pt x="229" y="3048"/>
                  </a:lnTo>
                  <a:lnTo>
                    <a:pt x="209" y="3221"/>
                  </a:lnTo>
                  <a:lnTo>
                    <a:pt x="154" y="3329"/>
                  </a:lnTo>
                  <a:lnTo>
                    <a:pt x="79" y="34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3" name="Freeform 139">
              <a:extLst>
                <a:ext uri="{FF2B5EF4-FFF2-40B4-BE49-F238E27FC236}">
                  <a16:creationId xmlns:a16="http://schemas.microsoft.com/office/drawing/2014/main" id="{181F8718-AFE1-9445-A2B1-1790E4A0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816"/>
              <a:ext cx="124" cy="312"/>
            </a:xfrm>
            <a:custGeom>
              <a:avLst/>
              <a:gdLst>
                <a:gd name="T0" fmla="*/ 1 w 991"/>
                <a:gd name="T1" fmla="*/ 5 h 2494"/>
                <a:gd name="T2" fmla="*/ 2 w 991"/>
                <a:gd name="T3" fmla="*/ 5 h 2494"/>
                <a:gd name="T4" fmla="*/ 2 w 991"/>
                <a:gd name="T5" fmla="*/ 4 h 2494"/>
                <a:gd name="T6" fmla="*/ 2 w 991"/>
                <a:gd name="T7" fmla="*/ 4 h 2494"/>
                <a:gd name="T8" fmla="*/ 2 w 991"/>
                <a:gd name="T9" fmla="*/ 3 h 2494"/>
                <a:gd name="T10" fmla="*/ 2 w 991"/>
                <a:gd name="T11" fmla="*/ 2 h 2494"/>
                <a:gd name="T12" fmla="*/ 2 w 991"/>
                <a:gd name="T13" fmla="*/ 2 h 2494"/>
                <a:gd name="T14" fmla="*/ 2 w 991"/>
                <a:gd name="T15" fmla="*/ 1 h 2494"/>
                <a:gd name="T16" fmla="*/ 1 w 991"/>
                <a:gd name="T17" fmla="*/ 1 h 2494"/>
                <a:gd name="T18" fmla="*/ 1 w 991"/>
                <a:gd name="T19" fmla="*/ 0 h 2494"/>
                <a:gd name="T20" fmla="*/ 1 w 991"/>
                <a:gd name="T21" fmla="*/ 0 h 2494"/>
                <a:gd name="T22" fmla="*/ 0 w 991"/>
                <a:gd name="T23" fmla="*/ 0 h 2494"/>
                <a:gd name="T24" fmla="*/ 0 w 991"/>
                <a:gd name="T25" fmla="*/ 0 h 24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91"/>
                <a:gd name="T40" fmla="*/ 0 h 2494"/>
                <a:gd name="T41" fmla="*/ 991 w 991"/>
                <a:gd name="T42" fmla="*/ 2494 h 24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91" h="2494">
                  <a:moveTo>
                    <a:pt x="576" y="2494"/>
                  </a:moveTo>
                  <a:lnTo>
                    <a:pt x="762" y="2369"/>
                  </a:lnTo>
                  <a:lnTo>
                    <a:pt x="894" y="2160"/>
                  </a:lnTo>
                  <a:lnTo>
                    <a:pt x="958" y="1901"/>
                  </a:lnTo>
                  <a:lnTo>
                    <a:pt x="991" y="1556"/>
                  </a:lnTo>
                  <a:lnTo>
                    <a:pt x="968" y="1198"/>
                  </a:lnTo>
                  <a:lnTo>
                    <a:pt x="894" y="793"/>
                  </a:lnTo>
                  <a:lnTo>
                    <a:pt x="784" y="505"/>
                  </a:lnTo>
                  <a:lnTo>
                    <a:pt x="640" y="281"/>
                  </a:lnTo>
                  <a:lnTo>
                    <a:pt x="463" y="110"/>
                  </a:lnTo>
                  <a:lnTo>
                    <a:pt x="237" y="27"/>
                  </a:lnTo>
                  <a:lnTo>
                    <a:pt x="114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4" name="Freeform 140">
              <a:extLst>
                <a:ext uri="{FF2B5EF4-FFF2-40B4-BE49-F238E27FC236}">
                  <a16:creationId xmlns:a16="http://schemas.microsoft.com/office/drawing/2014/main" id="{576327AA-135C-C24C-8B8A-541B5DE8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11"/>
              <a:ext cx="32" cy="289"/>
            </a:xfrm>
            <a:custGeom>
              <a:avLst/>
              <a:gdLst>
                <a:gd name="T0" fmla="*/ 0 w 257"/>
                <a:gd name="T1" fmla="*/ 0 h 2314"/>
                <a:gd name="T2" fmla="*/ 0 w 257"/>
                <a:gd name="T3" fmla="*/ 0 h 2314"/>
                <a:gd name="T4" fmla="*/ 0 w 257"/>
                <a:gd name="T5" fmla="*/ 0 h 2314"/>
                <a:gd name="T6" fmla="*/ 0 w 257"/>
                <a:gd name="T7" fmla="*/ 1 h 2314"/>
                <a:gd name="T8" fmla="*/ 0 w 257"/>
                <a:gd name="T9" fmla="*/ 1 h 2314"/>
                <a:gd name="T10" fmla="*/ 0 w 257"/>
                <a:gd name="T11" fmla="*/ 1 h 2314"/>
                <a:gd name="T12" fmla="*/ 0 w 257"/>
                <a:gd name="T13" fmla="*/ 2 h 2314"/>
                <a:gd name="T14" fmla="*/ 0 w 257"/>
                <a:gd name="T15" fmla="*/ 3 h 2314"/>
                <a:gd name="T16" fmla="*/ 0 w 257"/>
                <a:gd name="T17" fmla="*/ 3 h 2314"/>
                <a:gd name="T18" fmla="*/ 0 w 257"/>
                <a:gd name="T19" fmla="*/ 4 h 2314"/>
                <a:gd name="T20" fmla="*/ 0 w 257"/>
                <a:gd name="T21" fmla="*/ 4 h 2314"/>
                <a:gd name="T22" fmla="*/ 0 w 257"/>
                <a:gd name="T23" fmla="*/ 4 h 23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7"/>
                <a:gd name="T37" fmla="*/ 0 h 2314"/>
                <a:gd name="T38" fmla="*/ 257 w 257"/>
                <a:gd name="T39" fmla="*/ 2314 h 231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7" h="2314">
                  <a:moveTo>
                    <a:pt x="246" y="0"/>
                  </a:moveTo>
                  <a:lnTo>
                    <a:pt x="114" y="96"/>
                  </a:lnTo>
                  <a:lnTo>
                    <a:pt x="29" y="237"/>
                  </a:lnTo>
                  <a:lnTo>
                    <a:pt x="5" y="406"/>
                  </a:lnTo>
                  <a:lnTo>
                    <a:pt x="0" y="571"/>
                  </a:lnTo>
                  <a:lnTo>
                    <a:pt x="29" y="733"/>
                  </a:lnTo>
                  <a:lnTo>
                    <a:pt x="125" y="1035"/>
                  </a:lnTo>
                  <a:lnTo>
                    <a:pt x="200" y="1329"/>
                  </a:lnTo>
                  <a:lnTo>
                    <a:pt x="238" y="1628"/>
                  </a:lnTo>
                  <a:lnTo>
                    <a:pt x="257" y="1902"/>
                  </a:lnTo>
                  <a:lnTo>
                    <a:pt x="224" y="2072"/>
                  </a:lnTo>
                  <a:lnTo>
                    <a:pt x="180" y="23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5" name="Freeform 141">
              <a:extLst>
                <a:ext uri="{FF2B5EF4-FFF2-40B4-BE49-F238E27FC236}">
                  <a16:creationId xmlns:a16="http://schemas.microsoft.com/office/drawing/2014/main" id="{2729C166-7A15-854E-9B2F-82034F78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32"/>
              <a:ext cx="181" cy="92"/>
            </a:xfrm>
            <a:custGeom>
              <a:avLst/>
              <a:gdLst>
                <a:gd name="T0" fmla="*/ 0 w 1448"/>
                <a:gd name="T1" fmla="*/ 1 h 737"/>
                <a:gd name="T2" fmla="*/ 0 w 1448"/>
                <a:gd name="T3" fmla="*/ 1 h 737"/>
                <a:gd name="T4" fmla="*/ 1 w 1448"/>
                <a:gd name="T5" fmla="*/ 1 h 737"/>
                <a:gd name="T6" fmla="*/ 1 w 1448"/>
                <a:gd name="T7" fmla="*/ 1 h 737"/>
                <a:gd name="T8" fmla="*/ 1 w 1448"/>
                <a:gd name="T9" fmla="*/ 1 h 737"/>
                <a:gd name="T10" fmla="*/ 1 w 1448"/>
                <a:gd name="T11" fmla="*/ 0 h 737"/>
                <a:gd name="T12" fmla="*/ 2 w 1448"/>
                <a:gd name="T13" fmla="*/ 0 h 737"/>
                <a:gd name="T14" fmla="*/ 2 w 1448"/>
                <a:gd name="T15" fmla="*/ 0 h 737"/>
                <a:gd name="T16" fmla="*/ 2 w 1448"/>
                <a:gd name="T17" fmla="*/ 0 h 737"/>
                <a:gd name="T18" fmla="*/ 2 w 1448"/>
                <a:gd name="T19" fmla="*/ 1 h 737"/>
                <a:gd name="T20" fmla="*/ 2 w 1448"/>
                <a:gd name="T21" fmla="*/ 1 h 737"/>
                <a:gd name="T22" fmla="*/ 3 w 1448"/>
                <a:gd name="T23" fmla="*/ 1 h 737"/>
                <a:gd name="T24" fmla="*/ 3 w 1448"/>
                <a:gd name="T25" fmla="*/ 1 h 737"/>
                <a:gd name="T26" fmla="*/ 3 w 1448"/>
                <a:gd name="T27" fmla="*/ 1 h 737"/>
                <a:gd name="T28" fmla="*/ 3 w 1448"/>
                <a:gd name="T29" fmla="*/ 1 h 737"/>
                <a:gd name="T30" fmla="*/ 3 w 1448"/>
                <a:gd name="T31" fmla="*/ 1 h 737"/>
                <a:gd name="T32" fmla="*/ 3 w 1448"/>
                <a:gd name="T33" fmla="*/ 1 h 737"/>
                <a:gd name="T34" fmla="*/ 3 w 1448"/>
                <a:gd name="T35" fmla="*/ 1 h 737"/>
                <a:gd name="T36" fmla="*/ 3 w 1448"/>
                <a:gd name="T37" fmla="*/ 1 h 737"/>
                <a:gd name="T38" fmla="*/ 2 w 1448"/>
                <a:gd name="T39" fmla="*/ 0 h 737"/>
                <a:gd name="T40" fmla="*/ 2 w 1448"/>
                <a:gd name="T41" fmla="*/ 0 h 737"/>
                <a:gd name="T42" fmla="*/ 2 w 1448"/>
                <a:gd name="T43" fmla="*/ 0 h 737"/>
                <a:gd name="T44" fmla="*/ 2 w 1448"/>
                <a:gd name="T45" fmla="*/ 0 h 737"/>
                <a:gd name="T46" fmla="*/ 2 w 1448"/>
                <a:gd name="T47" fmla="*/ 0 h 737"/>
                <a:gd name="T48" fmla="*/ 2 w 1448"/>
                <a:gd name="T49" fmla="*/ 0 h 737"/>
                <a:gd name="T50" fmla="*/ 1 w 1448"/>
                <a:gd name="T51" fmla="*/ 0 h 737"/>
                <a:gd name="T52" fmla="*/ 1 w 1448"/>
                <a:gd name="T53" fmla="*/ 0 h 737"/>
                <a:gd name="T54" fmla="*/ 1 w 1448"/>
                <a:gd name="T55" fmla="*/ 1 h 737"/>
                <a:gd name="T56" fmla="*/ 0 w 1448"/>
                <a:gd name="T57" fmla="*/ 1 h 737"/>
                <a:gd name="T58" fmla="*/ 0 w 1448"/>
                <a:gd name="T59" fmla="*/ 1 h 737"/>
                <a:gd name="T60" fmla="*/ 0 w 1448"/>
                <a:gd name="T61" fmla="*/ 1 h 737"/>
                <a:gd name="T62" fmla="*/ 0 w 1448"/>
                <a:gd name="T63" fmla="*/ 1 h 737"/>
                <a:gd name="T64" fmla="*/ 0 w 1448"/>
                <a:gd name="T65" fmla="*/ 1 h 7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48"/>
                <a:gd name="T100" fmla="*/ 0 h 737"/>
                <a:gd name="T101" fmla="*/ 1448 w 1448"/>
                <a:gd name="T102" fmla="*/ 737 h 7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48" h="737">
                  <a:moveTo>
                    <a:pt x="90" y="633"/>
                  </a:moveTo>
                  <a:lnTo>
                    <a:pt x="112" y="451"/>
                  </a:lnTo>
                  <a:lnTo>
                    <a:pt x="259" y="354"/>
                  </a:lnTo>
                  <a:lnTo>
                    <a:pt x="259" y="539"/>
                  </a:lnTo>
                  <a:lnTo>
                    <a:pt x="341" y="306"/>
                  </a:lnTo>
                  <a:lnTo>
                    <a:pt x="494" y="200"/>
                  </a:lnTo>
                  <a:lnTo>
                    <a:pt x="989" y="55"/>
                  </a:lnTo>
                  <a:lnTo>
                    <a:pt x="1096" y="99"/>
                  </a:lnTo>
                  <a:lnTo>
                    <a:pt x="1147" y="184"/>
                  </a:lnTo>
                  <a:lnTo>
                    <a:pt x="1154" y="297"/>
                  </a:lnTo>
                  <a:lnTo>
                    <a:pt x="1200" y="354"/>
                  </a:lnTo>
                  <a:lnTo>
                    <a:pt x="1336" y="437"/>
                  </a:lnTo>
                  <a:lnTo>
                    <a:pt x="1398" y="523"/>
                  </a:lnTo>
                  <a:lnTo>
                    <a:pt x="1416" y="633"/>
                  </a:lnTo>
                  <a:lnTo>
                    <a:pt x="1422" y="737"/>
                  </a:lnTo>
                  <a:lnTo>
                    <a:pt x="1448" y="583"/>
                  </a:lnTo>
                  <a:lnTo>
                    <a:pt x="1435" y="424"/>
                  </a:lnTo>
                  <a:lnTo>
                    <a:pt x="1382" y="368"/>
                  </a:lnTo>
                  <a:lnTo>
                    <a:pt x="1248" y="327"/>
                  </a:lnTo>
                  <a:lnTo>
                    <a:pt x="1193" y="255"/>
                  </a:lnTo>
                  <a:lnTo>
                    <a:pt x="1193" y="174"/>
                  </a:lnTo>
                  <a:lnTo>
                    <a:pt x="1147" y="68"/>
                  </a:lnTo>
                  <a:lnTo>
                    <a:pt x="1063" y="13"/>
                  </a:lnTo>
                  <a:lnTo>
                    <a:pt x="927" y="0"/>
                  </a:lnTo>
                  <a:lnTo>
                    <a:pt x="780" y="29"/>
                  </a:lnTo>
                  <a:lnTo>
                    <a:pt x="381" y="184"/>
                  </a:lnTo>
                  <a:lnTo>
                    <a:pt x="259" y="281"/>
                  </a:lnTo>
                  <a:lnTo>
                    <a:pt x="250" y="327"/>
                  </a:lnTo>
                  <a:lnTo>
                    <a:pt x="77" y="424"/>
                  </a:lnTo>
                  <a:lnTo>
                    <a:pt x="26" y="477"/>
                  </a:lnTo>
                  <a:lnTo>
                    <a:pt x="0" y="592"/>
                  </a:lnTo>
                  <a:lnTo>
                    <a:pt x="12" y="677"/>
                  </a:lnTo>
                  <a:lnTo>
                    <a:pt x="90" y="6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6" name="Freeform 142">
              <a:extLst>
                <a:ext uri="{FF2B5EF4-FFF2-40B4-BE49-F238E27FC236}">
                  <a16:creationId xmlns:a16="http://schemas.microsoft.com/office/drawing/2014/main" id="{B3279AA8-F07F-914D-9712-F47BF22F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819"/>
              <a:ext cx="103" cy="83"/>
            </a:xfrm>
            <a:custGeom>
              <a:avLst/>
              <a:gdLst>
                <a:gd name="T0" fmla="*/ 1 w 822"/>
                <a:gd name="T1" fmla="*/ 0 h 663"/>
                <a:gd name="T2" fmla="*/ 1 w 822"/>
                <a:gd name="T3" fmla="*/ 0 h 663"/>
                <a:gd name="T4" fmla="*/ 1 w 822"/>
                <a:gd name="T5" fmla="*/ 0 h 663"/>
                <a:gd name="T6" fmla="*/ 1 w 822"/>
                <a:gd name="T7" fmla="*/ 0 h 663"/>
                <a:gd name="T8" fmla="*/ 1 w 822"/>
                <a:gd name="T9" fmla="*/ 1 h 663"/>
                <a:gd name="T10" fmla="*/ 1 w 822"/>
                <a:gd name="T11" fmla="*/ 1 h 663"/>
                <a:gd name="T12" fmla="*/ 0 w 822"/>
                <a:gd name="T13" fmla="*/ 1 h 663"/>
                <a:gd name="T14" fmla="*/ 0 w 822"/>
                <a:gd name="T15" fmla="*/ 1 h 663"/>
                <a:gd name="T16" fmla="*/ 0 w 822"/>
                <a:gd name="T17" fmla="*/ 1 h 663"/>
                <a:gd name="T18" fmla="*/ 0 w 822"/>
                <a:gd name="T19" fmla="*/ 1 h 663"/>
                <a:gd name="T20" fmla="*/ 0 w 822"/>
                <a:gd name="T21" fmla="*/ 1 h 663"/>
                <a:gd name="T22" fmla="*/ 1 w 822"/>
                <a:gd name="T23" fmla="*/ 1 h 663"/>
                <a:gd name="T24" fmla="*/ 2 w 822"/>
                <a:gd name="T25" fmla="*/ 1 h 663"/>
                <a:gd name="T26" fmla="*/ 2 w 822"/>
                <a:gd name="T27" fmla="*/ 1 h 663"/>
                <a:gd name="T28" fmla="*/ 1 w 822"/>
                <a:gd name="T29" fmla="*/ 0 h 663"/>
                <a:gd name="T30" fmla="*/ 1 w 822"/>
                <a:gd name="T31" fmla="*/ 0 h 663"/>
                <a:gd name="T32" fmla="*/ 1 w 822"/>
                <a:gd name="T33" fmla="*/ 0 h 663"/>
                <a:gd name="T34" fmla="*/ 1 w 822"/>
                <a:gd name="T35" fmla="*/ 0 h 6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22"/>
                <a:gd name="T55" fmla="*/ 0 h 663"/>
                <a:gd name="T56" fmla="*/ 822 w 822"/>
                <a:gd name="T57" fmla="*/ 663 h 66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22" h="663">
                  <a:moveTo>
                    <a:pt x="307" y="0"/>
                  </a:moveTo>
                  <a:lnTo>
                    <a:pt x="323" y="63"/>
                  </a:lnTo>
                  <a:lnTo>
                    <a:pt x="400" y="138"/>
                  </a:lnTo>
                  <a:lnTo>
                    <a:pt x="499" y="180"/>
                  </a:lnTo>
                  <a:lnTo>
                    <a:pt x="485" y="309"/>
                  </a:lnTo>
                  <a:lnTo>
                    <a:pt x="340" y="365"/>
                  </a:lnTo>
                  <a:lnTo>
                    <a:pt x="40" y="446"/>
                  </a:lnTo>
                  <a:lnTo>
                    <a:pt x="0" y="545"/>
                  </a:lnTo>
                  <a:lnTo>
                    <a:pt x="8" y="663"/>
                  </a:lnTo>
                  <a:lnTo>
                    <a:pt x="40" y="536"/>
                  </a:lnTo>
                  <a:lnTo>
                    <a:pt x="107" y="461"/>
                  </a:lnTo>
                  <a:lnTo>
                    <a:pt x="626" y="327"/>
                  </a:lnTo>
                  <a:lnTo>
                    <a:pt x="769" y="327"/>
                  </a:lnTo>
                  <a:lnTo>
                    <a:pt x="822" y="338"/>
                  </a:lnTo>
                  <a:lnTo>
                    <a:pt x="709" y="213"/>
                  </a:lnTo>
                  <a:lnTo>
                    <a:pt x="582" y="83"/>
                  </a:lnTo>
                  <a:lnTo>
                    <a:pt x="406" y="2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7" name="Freeform 143">
              <a:extLst>
                <a:ext uri="{FF2B5EF4-FFF2-40B4-BE49-F238E27FC236}">
                  <a16:creationId xmlns:a16="http://schemas.microsoft.com/office/drawing/2014/main" id="{0D9D9D26-88A4-BC4C-8054-B3EC11D4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893"/>
              <a:ext cx="130" cy="48"/>
            </a:xfrm>
            <a:custGeom>
              <a:avLst/>
              <a:gdLst>
                <a:gd name="T0" fmla="*/ 0 w 1042"/>
                <a:gd name="T1" fmla="*/ 0 h 383"/>
                <a:gd name="T2" fmla="*/ 0 w 1042"/>
                <a:gd name="T3" fmla="*/ 0 h 383"/>
                <a:gd name="T4" fmla="*/ 1 w 1042"/>
                <a:gd name="T5" fmla="*/ 0 h 383"/>
                <a:gd name="T6" fmla="*/ 1 w 1042"/>
                <a:gd name="T7" fmla="*/ 0 h 383"/>
                <a:gd name="T8" fmla="*/ 2 w 1042"/>
                <a:gd name="T9" fmla="*/ 0 h 383"/>
                <a:gd name="T10" fmla="*/ 1 w 1042"/>
                <a:gd name="T11" fmla="*/ 0 h 383"/>
                <a:gd name="T12" fmla="*/ 1 w 1042"/>
                <a:gd name="T13" fmla="*/ 0 h 383"/>
                <a:gd name="T14" fmla="*/ 1 w 1042"/>
                <a:gd name="T15" fmla="*/ 1 h 383"/>
                <a:gd name="T16" fmla="*/ 1 w 1042"/>
                <a:gd name="T17" fmla="*/ 1 h 383"/>
                <a:gd name="T18" fmla="*/ 1 w 1042"/>
                <a:gd name="T19" fmla="*/ 1 h 383"/>
                <a:gd name="T20" fmla="*/ 2 w 1042"/>
                <a:gd name="T21" fmla="*/ 1 h 383"/>
                <a:gd name="T22" fmla="*/ 2 w 1042"/>
                <a:gd name="T23" fmla="*/ 1 h 383"/>
                <a:gd name="T24" fmla="*/ 2 w 1042"/>
                <a:gd name="T25" fmla="*/ 1 h 383"/>
                <a:gd name="T26" fmla="*/ 2 w 1042"/>
                <a:gd name="T27" fmla="*/ 1 h 383"/>
                <a:gd name="T28" fmla="*/ 1 w 1042"/>
                <a:gd name="T29" fmla="*/ 1 h 383"/>
                <a:gd name="T30" fmla="*/ 1 w 1042"/>
                <a:gd name="T31" fmla="*/ 1 h 383"/>
                <a:gd name="T32" fmla="*/ 0 w 1042"/>
                <a:gd name="T33" fmla="*/ 0 h 383"/>
                <a:gd name="T34" fmla="*/ 0 w 1042"/>
                <a:gd name="T35" fmla="*/ 0 h 383"/>
                <a:gd name="T36" fmla="*/ 0 w 1042"/>
                <a:gd name="T37" fmla="*/ 0 h 383"/>
                <a:gd name="T38" fmla="*/ 0 w 1042"/>
                <a:gd name="T39" fmla="*/ 0 h 3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42"/>
                <a:gd name="T61" fmla="*/ 0 h 383"/>
                <a:gd name="T62" fmla="*/ 1042 w 1042"/>
                <a:gd name="T63" fmla="*/ 383 h 38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42" h="383">
                  <a:moveTo>
                    <a:pt x="40" y="56"/>
                  </a:moveTo>
                  <a:lnTo>
                    <a:pt x="163" y="81"/>
                  </a:lnTo>
                  <a:lnTo>
                    <a:pt x="374" y="75"/>
                  </a:lnTo>
                  <a:lnTo>
                    <a:pt x="739" y="0"/>
                  </a:lnTo>
                  <a:lnTo>
                    <a:pt x="892" y="0"/>
                  </a:lnTo>
                  <a:lnTo>
                    <a:pt x="680" y="75"/>
                  </a:lnTo>
                  <a:lnTo>
                    <a:pt x="323" y="146"/>
                  </a:lnTo>
                  <a:lnTo>
                    <a:pt x="341" y="224"/>
                  </a:lnTo>
                  <a:lnTo>
                    <a:pt x="519" y="242"/>
                  </a:lnTo>
                  <a:lnTo>
                    <a:pt x="796" y="273"/>
                  </a:lnTo>
                  <a:lnTo>
                    <a:pt x="998" y="344"/>
                  </a:lnTo>
                  <a:lnTo>
                    <a:pt x="1025" y="344"/>
                  </a:lnTo>
                  <a:lnTo>
                    <a:pt x="1042" y="383"/>
                  </a:lnTo>
                  <a:lnTo>
                    <a:pt x="888" y="358"/>
                  </a:lnTo>
                  <a:lnTo>
                    <a:pt x="719" y="314"/>
                  </a:lnTo>
                  <a:lnTo>
                    <a:pt x="341" y="254"/>
                  </a:lnTo>
                  <a:lnTo>
                    <a:pt x="271" y="215"/>
                  </a:lnTo>
                  <a:lnTo>
                    <a:pt x="200" y="146"/>
                  </a:lnTo>
                  <a:lnTo>
                    <a:pt x="0" y="56"/>
                  </a:lnTo>
                  <a:lnTo>
                    <a:pt x="4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8" name="Freeform 144">
              <a:extLst>
                <a:ext uri="{FF2B5EF4-FFF2-40B4-BE49-F238E27FC236}">
                  <a16:creationId xmlns:a16="http://schemas.microsoft.com/office/drawing/2014/main" id="{C0B59254-6824-7C4F-BF7B-F3BFD2E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924"/>
              <a:ext cx="134" cy="156"/>
            </a:xfrm>
            <a:custGeom>
              <a:avLst/>
              <a:gdLst>
                <a:gd name="T0" fmla="*/ 1 w 1074"/>
                <a:gd name="T1" fmla="*/ 0 h 1247"/>
                <a:gd name="T2" fmla="*/ 1 w 1074"/>
                <a:gd name="T3" fmla="*/ 0 h 1247"/>
                <a:gd name="T4" fmla="*/ 0 w 1074"/>
                <a:gd name="T5" fmla="*/ 1 h 1247"/>
                <a:gd name="T6" fmla="*/ 0 w 1074"/>
                <a:gd name="T7" fmla="*/ 1 h 1247"/>
                <a:gd name="T8" fmla="*/ 0 w 1074"/>
                <a:gd name="T9" fmla="*/ 1 h 1247"/>
                <a:gd name="T10" fmla="*/ 0 w 1074"/>
                <a:gd name="T11" fmla="*/ 1 h 1247"/>
                <a:gd name="T12" fmla="*/ 0 w 1074"/>
                <a:gd name="T13" fmla="*/ 2 h 1247"/>
                <a:gd name="T14" fmla="*/ 0 w 1074"/>
                <a:gd name="T15" fmla="*/ 3 h 1247"/>
                <a:gd name="T16" fmla="*/ 2 w 1074"/>
                <a:gd name="T17" fmla="*/ 3 h 1247"/>
                <a:gd name="T18" fmla="*/ 1 w 1074"/>
                <a:gd name="T19" fmla="*/ 2 h 1247"/>
                <a:gd name="T20" fmla="*/ 0 w 1074"/>
                <a:gd name="T21" fmla="*/ 2 h 1247"/>
                <a:gd name="T22" fmla="*/ 0 w 1074"/>
                <a:gd name="T23" fmla="*/ 1 h 1247"/>
                <a:gd name="T24" fmla="*/ 0 w 1074"/>
                <a:gd name="T25" fmla="*/ 1 h 1247"/>
                <a:gd name="T26" fmla="*/ 1 w 1074"/>
                <a:gd name="T27" fmla="*/ 0 h 1247"/>
                <a:gd name="T28" fmla="*/ 1 w 1074"/>
                <a:gd name="T29" fmla="*/ 0 h 12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074"/>
                <a:gd name="T46" fmla="*/ 0 h 1247"/>
                <a:gd name="T47" fmla="*/ 1074 w 1074"/>
                <a:gd name="T48" fmla="*/ 1247 h 124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074" h="1247">
                  <a:moveTo>
                    <a:pt x="429" y="0"/>
                  </a:moveTo>
                  <a:lnTo>
                    <a:pt x="373" y="90"/>
                  </a:lnTo>
                  <a:lnTo>
                    <a:pt x="292" y="371"/>
                  </a:lnTo>
                  <a:lnTo>
                    <a:pt x="193" y="329"/>
                  </a:lnTo>
                  <a:lnTo>
                    <a:pt x="0" y="415"/>
                  </a:lnTo>
                  <a:lnTo>
                    <a:pt x="53" y="639"/>
                  </a:lnTo>
                  <a:lnTo>
                    <a:pt x="147" y="964"/>
                  </a:lnTo>
                  <a:lnTo>
                    <a:pt x="224" y="1247"/>
                  </a:lnTo>
                  <a:lnTo>
                    <a:pt x="1074" y="1247"/>
                  </a:lnTo>
                  <a:lnTo>
                    <a:pt x="316" y="1005"/>
                  </a:lnTo>
                  <a:lnTo>
                    <a:pt x="147" y="784"/>
                  </a:lnTo>
                  <a:lnTo>
                    <a:pt x="106" y="562"/>
                  </a:lnTo>
                  <a:lnTo>
                    <a:pt x="274" y="463"/>
                  </a:lnTo>
                  <a:lnTo>
                    <a:pt x="397" y="115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39" name="Freeform 145">
              <a:extLst>
                <a:ext uri="{FF2B5EF4-FFF2-40B4-BE49-F238E27FC236}">
                  <a16:creationId xmlns:a16="http://schemas.microsoft.com/office/drawing/2014/main" id="{8C4FADA5-6F23-3342-B480-1E1209B6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080"/>
              <a:ext cx="55" cy="48"/>
            </a:xfrm>
            <a:custGeom>
              <a:avLst/>
              <a:gdLst>
                <a:gd name="T0" fmla="*/ 0 w 439"/>
                <a:gd name="T1" fmla="*/ 0 h 378"/>
                <a:gd name="T2" fmla="*/ 0 w 439"/>
                <a:gd name="T3" fmla="*/ 0 h 378"/>
                <a:gd name="T4" fmla="*/ 0 w 439"/>
                <a:gd name="T5" fmla="*/ 1 h 378"/>
                <a:gd name="T6" fmla="*/ 1 w 439"/>
                <a:gd name="T7" fmla="*/ 1 h 378"/>
                <a:gd name="T8" fmla="*/ 1 w 439"/>
                <a:gd name="T9" fmla="*/ 1 h 378"/>
                <a:gd name="T10" fmla="*/ 1 w 439"/>
                <a:gd name="T11" fmla="*/ 1 h 378"/>
                <a:gd name="T12" fmla="*/ 0 w 439"/>
                <a:gd name="T13" fmla="*/ 1 h 378"/>
                <a:gd name="T14" fmla="*/ 0 w 439"/>
                <a:gd name="T15" fmla="*/ 0 h 378"/>
                <a:gd name="T16" fmla="*/ 0 w 439"/>
                <a:gd name="T17" fmla="*/ 0 h 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9"/>
                <a:gd name="T28" fmla="*/ 0 h 378"/>
                <a:gd name="T29" fmla="*/ 439 w 439"/>
                <a:gd name="T30" fmla="*/ 378 h 37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9" h="378">
                  <a:moveTo>
                    <a:pt x="79" y="0"/>
                  </a:moveTo>
                  <a:lnTo>
                    <a:pt x="119" y="157"/>
                  </a:lnTo>
                  <a:lnTo>
                    <a:pt x="193" y="300"/>
                  </a:lnTo>
                  <a:lnTo>
                    <a:pt x="281" y="341"/>
                  </a:lnTo>
                  <a:lnTo>
                    <a:pt x="373" y="365"/>
                  </a:lnTo>
                  <a:lnTo>
                    <a:pt x="439" y="378"/>
                  </a:lnTo>
                  <a:lnTo>
                    <a:pt x="46" y="378"/>
                  </a:lnTo>
                  <a:lnTo>
                    <a:pt x="0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0" name="Freeform 146">
              <a:extLst>
                <a:ext uri="{FF2B5EF4-FFF2-40B4-BE49-F238E27FC236}">
                  <a16:creationId xmlns:a16="http://schemas.microsoft.com/office/drawing/2014/main" id="{B2C5CCEB-78CA-4F43-A6DE-C40B510A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923"/>
              <a:ext cx="110" cy="157"/>
            </a:xfrm>
            <a:custGeom>
              <a:avLst/>
              <a:gdLst>
                <a:gd name="T0" fmla="*/ 0 w 877"/>
                <a:gd name="T1" fmla="*/ 0 h 1259"/>
                <a:gd name="T2" fmla="*/ 0 w 877"/>
                <a:gd name="T3" fmla="*/ 0 h 1259"/>
                <a:gd name="T4" fmla="*/ 1 w 877"/>
                <a:gd name="T5" fmla="*/ 1 h 1259"/>
                <a:gd name="T6" fmla="*/ 1 w 877"/>
                <a:gd name="T7" fmla="*/ 1 h 1259"/>
                <a:gd name="T8" fmla="*/ 1 w 877"/>
                <a:gd name="T9" fmla="*/ 1 h 1259"/>
                <a:gd name="T10" fmla="*/ 0 w 877"/>
                <a:gd name="T11" fmla="*/ 1 h 1259"/>
                <a:gd name="T12" fmla="*/ 0 w 877"/>
                <a:gd name="T13" fmla="*/ 2 h 1259"/>
                <a:gd name="T14" fmla="*/ 0 w 877"/>
                <a:gd name="T15" fmla="*/ 2 h 1259"/>
                <a:gd name="T16" fmla="*/ 2 w 877"/>
                <a:gd name="T17" fmla="*/ 2 h 1259"/>
                <a:gd name="T18" fmla="*/ 2 w 877"/>
                <a:gd name="T19" fmla="*/ 2 h 1259"/>
                <a:gd name="T20" fmla="*/ 2 w 877"/>
                <a:gd name="T21" fmla="*/ 2 h 1259"/>
                <a:gd name="T22" fmla="*/ 2 w 877"/>
                <a:gd name="T23" fmla="*/ 1 h 1259"/>
                <a:gd name="T24" fmla="*/ 2 w 877"/>
                <a:gd name="T25" fmla="*/ 1 h 1259"/>
                <a:gd name="T26" fmla="*/ 2 w 877"/>
                <a:gd name="T27" fmla="*/ 0 h 1259"/>
                <a:gd name="T28" fmla="*/ 2 w 877"/>
                <a:gd name="T29" fmla="*/ 1 h 1259"/>
                <a:gd name="T30" fmla="*/ 2 w 877"/>
                <a:gd name="T31" fmla="*/ 1 h 1259"/>
                <a:gd name="T32" fmla="*/ 1 w 877"/>
                <a:gd name="T33" fmla="*/ 1 h 1259"/>
                <a:gd name="T34" fmla="*/ 1 w 877"/>
                <a:gd name="T35" fmla="*/ 1 h 1259"/>
                <a:gd name="T36" fmla="*/ 1 w 877"/>
                <a:gd name="T37" fmla="*/ 1 h 1259"/>
                <a:gd name="T38" fmla="*/ 1 w 877"/>
                <a:gd name="T39" fmla="*/ 1 h 1259"/>
                <a:gd name="T40" fmla="*/ 1 w 877"/>
                <a:gd name="T41" fmla="*/ 0 h 1259"/>
                <a:gd name="T42" fmla="*/ 1 w 877"/>
                <a:gd name="T43" fmla="*/ 0 h 1259"/>
                <a:gd name="T44" fmla="*/ 1 w 877"/>
                <a:gd name="T45" fmla="*/ 0 h 1259"/>
                <a:gd name="T46" fmla="*/ 0 w 877"/>
                <a:gd name="T47" fmla="*/ 0 h 12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77"/>
                <a:gd name="T73" fmla="*/ 0 h 1259"/>
                <a:gd name="T74" fmla="*/ 877 w 877"/>
                <a:gd name="T75" fmla="*/ 1259 h 12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77" h="1259">
                  <a:moveTo>
                    <a:pt x="105" y="0"/>
                  </a:moveTo>
                  <a:lnTo>
                    <a:pt x="180" y="141"/>
                  </a:lnTo>
                  <a:lnTo>
                    <a:pt x="224" y="409"/>
                  </a:lnTo>
                  <a:lnTo>
                    <a:pt x="277" y="475"/>
                  </a:lnTo>
                  <a:lnTo>
                    <a:pt x="224" y="651"/>
                  </a:lnTo>
                  <a:lnTo>
                    <a:pt x="114" y="747"/>
                  </a:lnTo>
                  <a:lnTo>
                    <a:pt x="114" y="965"/>
                  </a:lnTo>
                  <a:lnTo>
                    <a:pt x="0" y="1031"/>
                  </a:lnTo>
                  <a:lnTo>
                    <a:pt x="782" y="1259"/>
                  </a:lnTo>
                  <a:lnTo>
                    <a:pt x="844" y="1044"/>
                  </a:lnTo>
                  <a:lnTo>
                    <a:pt x="877" y="809"/>
                  </a:lnTo>
                  <a:lnTo>
                    <a:pt x="868" y="574"/>
                  </a:lnTo>
                  <a:lnTo>
                    <a:pt x="831" y="297"/>
                  </a:lnTo>
                  <a:lnTo>
                    <a:pt x="824" y="171"/>
                  </a:lnTo>
                  <a:lnTo>
                    <a:pt x="824" y="453"/>
                  </a:lnTo>
                  <a:lnTo>
                    <a:pt x="782" y="581"/>
                  </a:lnTo>
                  <a:lnTo>
                    <a:pt x="708" y="605"/>
                  </a:lnTo>
                  <a:lnTo>
                    <a:pt x="578" y="620"/>
                  </a:lnTo>
                  <a:lnTo>
                    <a:pt x="429" y="581"/>
                  </a:lnTo>
                  <a:lnTo>
                    <a:pt x="323" y="441"/>
                  </a:lnTo>
                  <a:lnTo>
                    <a:pt x="250" y="273"/>
                  </a:lnTo>
                  <a:lnTo>
                    <a:pt x="224" y="102"/>
                  </a:lnTo>
                  <a:lnTo>
                    <a:pt x="224" y="3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1" name="Line 147">
              <a:extLst>
                <a:ext uri="{FF2B5EF4-FFF2-40B4-BE49-F238E27FC236}">
                  <a16:creationId xmlns:a16="http://schemas.microsoft.com/office/drawing/2014/main" id="{F3DE0320-F447-BA45-BB34-D154E3F07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60" y="2129"/>
              <a:ext cx="94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5842" name="Line 148">
              <a:extLst>
                <a:ext uri="{FF2B5EF4-FFF2-40B4-BE49-F238E27FC236}">
                  <a16:creationId xmlns:a16="http://schemas.microsoft.com/office/drawing/2014/main" id="{A32883BF-8185-7548-9600-050D5474D7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21" y="2127"/>
              <a:ext cx="197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319637" name="Picture 149" descr="FILLIN01">
            <a:extLst>
              <a:ext uri="{FF2B5EF4-FFF2-40B4-BE49-F238E27FC236}">
                <a16:creationId xmlns:a16="http://schemas.microsoft.com/office/drawing/2014/main" id="{A3FAE002-F2B4-214F-9C04-079C87560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272"/>
          <a:stretch>
            <a:fillRect/>
          </a:stretch>
        </p:blipFill>
        <p:spPr bwMode="auto">
          <a:xfrm>
            <a:off x="295275" y="2402774"/>
            <a:ext cx="866775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9638" name="Text Box 150">
            <a:extLst>
              <a:ext uri="{FF2B5EF4-FFF2-40B4-BE49-F238E27FC236}">
                <a16:creationId xmlns:a16="http://schemas.microsoft.com/office/drawing/2014/main" id="{C01F348E-6779-6D40-A934-B4B33572B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6325" y="1050224"/>
            <a:ext cx="1287462" cy="457200"/>
          </a:xfrm>
          <a:prstGeom prst="rect">
            <a:avLst/>
          </a:prstGeom>
          <a:solidFill>
            <a:srgbClr val="FFFF66"/>
          </a:solidFill>
          <a:ln>
            <a:noFill/>
          </a:ln>
          <a:effectLst>
            <a:outerShdw blurRad="63500"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>
                <a:latin typeface="Arial" charset="0"/>
              </a:rPr>
              <a:t>Clientes</a:t>
            </a:r>
          </a:p>
        </p:txBody>
      </p:sp>
      <p:sp>
        <p:nvSpPr>
          <p:cNvPr id="319639" name="Text Box 151">
            <a:extLst>
              <a:ext uri="{FF2B5EF4-FFF2-40B4-BE49-F238E27FC236}">
                <a16:creationId xmlns:a16="http://schemas.microsoft.com/office/drawing/2014/main" id="{CAED43C5-40D2-0347-8EBA-D3DD7F13C8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2" y="1186749"/>
            <a:ext cx="1404938" cy="457200"/>
          </a:xfrm>
          <a:prstGeom prst="rect">
            <a:avLst/>
          </a:prstGeom>
          <a:solidFill>
            <a:srgbClr val="FFFF66"/>
          </a:solidFill>
          <a:ln>
            <a:noFill/>
          </a:ln>
          <a:effectLst>
            <a:outerShdw blurRad="63500"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>
                <a:latin typeface="Arial" charset="0"/>
              </a:rPr>
              <a:t>Empresa</a:t>
            </a:r>
          </a:p>
        </p:txBody>
      </p:sp>
      <p:sp>
        <p:nvSpPr>
          <p:cNvPr id="75783" name="AutoShape 152">
            <a:extLst>
              <a:ext uri="{FF2B5EF4-FFF2-40B4-BE49-F238E27FC236}">
                <a16:creationId xmlns:a16="http://schemas.microsoft.com/office/drawing/2014/main" id="{96436B2B-6088-FB44-9F94-2ED37A936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1482024"/>
            <a:ext cx="3900487" cy="1562100"/>
          </a:xfrm>
          <a:prstGeom prst="leftRightArrow">
            <a:avLst>
              <a:gd name="adj1" fmla="val 50000"/>
              <a:gd name="adj2" fmla="val 49939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>
                <a:solidFill>
                  <a:srgbClr val="FF3300"/>
                </a:solidFill>
              </a:rPr>
              <a:t>atendimento ao cliente</a:t>
            </a:r>
          </a:p>
        </p:txBody>
      </p:sp>
      <p:sp>
        <p:nvSpPr>
          <p:cNvPr id="75784" name="Text Box 153">
            <a:extLst>
              <a:ext uri="{FF2B5EF4-FFF2-40B4-BE49-F238E27FC236}">
                <a16:creationId xmlns:a16="http://schemas.microsoft.com/office/drawing/2014/main" id="{8227110E-7B64-9E4E-A557-565DB546B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275" y="3479599"/>
            <a:ext cx="8612188" cy="203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3200" b="1" dirty="0"/>
              <a:t>Canal de comunicação entre ambos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dirty="0"/>
              <a:t>Montar base de dados única sobre clientes (sistema CRM)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dirty="0"/>
              <a:t>Acionar processos de apoio (gestão de mudanças de produto)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dirty="0"/>
              <a:t>Quais os serviços mais valorizados pelos clientes?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dirty="0"/>
              <a:t>Podem ser integradas ações de marketing</a:t>
            </a:r>
          </a:p>
        </p:txBody>
      </p:sp>
      <p:sp>
        <p:nvSpPr>
          <p:cNvPr id="75785" name="Text Box 154">
            <a:extLst>
              <a:ext uri="{FF2B5EF4-FFF2-40B4-BE49-F238E27FC236}">
                <a16:creationId xmlns:a16="http://schemas.microsoft.com/office/drawing/2014/main" id="{62ED8EC4-249A-464B-8544-6F38F2389A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138" y="6491288"/>
            <a:ext cx="852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800"/>
              <a:t>CRM: customer relationship management, SAC: serviço de atendimento ao cliente</a:t>
            </a:r>
          </a:p>
        </p:txBody>
      </p:sp>
      <p:sp>
        <p:nvSpPr>
          <p:cNvPr id="75786" name="Rectangle 155">
            <a:extLst>
              <a:ext uri="{FF2B5EF4-FFF2-40B4-BE49-F238E27FC236}">
                <a16:creationId xmlns:a16="http://schemas.microsoft.com/office/drawing/2014/main" id="{956C8EED-E3ED-2C4A-B01E-B9705CE443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Processo de atendimento ao cliente</a:t>
            </a:r>
          </a:p>
        </p:txBody>
      </p:sp>
      <p:sp>
        <p:nvSpPr>
          <p:cNvPr id="75787" name="WordArt 157">
            <a:extLst>
              <a:ext uri="{FF2B5EF4-FFF2-40B4-BE49-F238E27FC236}">
                <a16:creationId xmlns:a16="http://schemas.microsoft.com/office/drawing/2014/main" id="{9E44D965-AC7A-474D-8B62-C502345435A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7959725" y="877186"/>
            <a:ext cx="723900" cy="1285875"/>
          </a:xfrm>
          <a:prstGeom prst="rect">
            <a:avLst/>
          </a:prstGeom>
        </p:spPr>
        <p:txBody>
          <a:bodyPr wrap="none" fromWordArt="1">
            <a:prstTxWarp prst="textSlantUp">
              <a:avLst>
                <a:gd name="adj" fmla="val 42963"/>
              </a:avLst>
            </a:prstTxWarp>
          </a:bodyPr>
          <a:lstStyle/>
          <a:p>
            <a:pPr algn="ctr"/>
            <a:r>
              <a:rPr lang="pt-BR" sz="3600" kern="10">
                <a:ln w="9525">
                  <a:solidFill>
                    <a:srgbClr val="CC99FF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6600CC"/>
                    </a:gs>
                    <a:gs pos="100000">
                      <a:srgbClr val="CC00CC"/>
                    </a:gs>
                  </a:gsLst>
                  <a:lin ang="5400000" scaled="1"/>
                </a:gradFill>
                <a:effectLst>
                  <a:outerShdw dist="53882" dir="2700000" algn="ctr" rotWithShape="0">
                    <a:srgbClr val="9999FF">
                      <a:alpha val="79999"/>
                    </a:srgbClr>
                  </a:outerShdw>
                </a:effectLst>
                <a:latin typeface="Impact" panose="020B0806030902050204" pitchFamily="34" charset="0"/>
              </a:rPr>
              <a:t>SAC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400">
            <a:extLst>
              <a:ext uri="{FF2B5EF4-FFF2-40B4-BE49-F238E27FC236}">
                <a16:creationId xmlns:a16="http://schemas.microsoft.com/office/drawing/2014/main" id="{46864ACB-5718-1548-B0CA-1ED3C6A4C3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Atividade de gerenciar lançamento</a:t>
            </a:r>
          </a:p>
        </p:txBody>
      </p:sp>
      <p:sp>
        <p:nvSpPr>
          <p:cNvPr id="77826" name="Text Box 5">
            <a:extLst>
              <a:ext uri="{FF2B5EF4-FFF2-40B4-BE49-F238E27FC236}">
                <a16:creationId xmlns:a16="http://schemas.microsoft.com/office/drawing/2014/main" id="{36A9B91E-CB9D-FB49-9C61-B7923EE7E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2822575"/>
            <a:ext cx="53721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u="sng"/>
              <a:t>Tarefas da atividade</a:t>
            </a:r>
            <a:endParaRPr lang="pt-BR" altLang="pt-BR"/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/>
              <a:t>Gerenciar os resultados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/>
              <a:t>Gerenciar a aceitação inicial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/>
              <a:t>Gerenciar a satisfação do cliente</a:t>
            </a:r>
          </a:p>
        </p:txBody>
      </p:sp>
      <p:grpSp>
        <p:nvGrpSpPr>
          <p:cNvPr id="77827" name="Group 6">
            <a:extLst>
              <a:ext uri="{FF2B5EF4-FFF2-40B4-BE49-F238E27FC236}">
                <a16:creationId xmlns:a16="http://schemas.microsoft.com/office/drawing/2014/main" id="{2F26FC46-3AD8-AF44-BEBF-8D6014C67DD0}"/>
              </a:ext>
            </a:extLst>
          </p:cNvPr>
          <p:cNvGrpSpPr>
            <a:grpSpLocks/>
          </p:cNvGrpSpPr>
          <p:nvPr/>
        </p:nvGrpSpPr>
        <p:grpSpPr bwMode="auto">
          <a:xfrm>
            <a:off x="6357938" y="1316038"/>
            <a:ext cx="1071562" cy="922337"/>
            <a:chOff x="3078" y="739"/>
            <a:chExt cx="1395" cy="1247"/>
          </a:xfrm>
        </p:grpSpPr>
        <p:sp>
          <p:nvSpPr>
            <p:cNvPr id="78296" name="Freeform 7">
              <a:extLst>
                <a:ext uri="{FF2B5EF4-FFF2-40B4-BE49-F238E27FC236}">
                  <a16:creationId xmlns:a16="http://schemas.microsoft.com/office/drawing/2014/main" id="{53963A80-8E6B-6341-AEDA-AC855DE0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881"/>
              <a:ext cx="1242" cy="1105"/>
            </a:xfrm>
            <a:custGeom>
              <a:avLst/>
              <a:gdLst>
                <a:gd name="T0" fmla="*/ 17 w 9934"/>
                <a:gd name="T1" fmla="*/ 0 h 9946"/>
                <a:gd name="T2" fmla="*/ 17 w 9934"/>
                <a:gd name="T3" fmla="*/ 12 h 9946"/>
                <a:gd name="T4" fmla="*/ 0 w 9934"/>
                <a:gd name="T5" fmla="*/ 12 h 9946"/>
                <a:gd name="T6" fmla="*/ 0 w 9934"/>
                <a:gd name="T7" fmla="*/ 14 h 9946"/>
                <a:gd name="T8" fmla="*/ 19 w 9934"/>
                <a:gd name="T9" fmla="*/ 14 h 9946"/>
                <a:gd name="T10" fmla="*/ 19 w 9934"/>
                <a:gd name="T11" fmla="*/ 0 h 9946"/>
                <a:gd name="T12" fmla="*/ 17 w 9934"/>
                <a:gd name="T13" fmla="*/ 0 h 99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34"/>
                <a:gd name="T22" fmla="*/ 0 h 9946"/>
                <a:gd name="T23" fmla="*/ 9934 w 9934"/>
                <a:gd name="T24" fmla="*/ 9946 h 99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34" h="9946">
                  <a:moveTo>
                    <a:pt x="8690" y="0"/>
                  </a:moveTo>
                  <a:lnTo>
                    <a:pt x="8690" y="8703"/>
                  </a:lnTo>
                  <a:lnTo>
                    <a:pt x="0" y="8703"/>
                  </a:lnTo>
                  <a:lnTo>
                    <a:pt x="0" y="9946"/>
                  </a:lnTo>
                  <a:lnTo>
                    <a:pt x="9934" y="9946"/>
                  </a:lnTo>
                  <a:lnTo>
                    <a:pt x="9934" y="0"/>
                  </a:lnTo>
                  <a:lnTo>
                    <a:pt x="86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297" name="Rectangle 8">
              <a:extLst>
                <a:ext uri="{FF2B5EF4-FFF2-40B4-BE49-F238E27FC236}">
                  <a16:creationId xmlns:a16="http://schemas.microsoft.com/office/drawing/2014/main" id="{DB93E647-FDEA-2249-9906-42797EC4C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739"/>
              <a:ext cx="1243" cy="1115"/>
            </a:xfrm>
            <a:prstGeom prst="rect">
              <a:avLst/>
            </a:prstGeom>
            <a:solidFill>
              <a:srgbClr val="FF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8298" name="Rectangle 9">
              <a:extLst>
                <a:ext uri="{FF2B5EF4-FFF2-40B4-BE49-F238E27FC236}">
                  <a16:creationId xmlns:a16="http://schemas.microsoft.com/office/drawing/2014/main" id="{C318BF40-9E23-4442-A58A-683057FA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739"/>
              <a:ext cx="388" cy="1115"/>
            </a:xfrm>
            <a:prstGeom prst="rect">
              <a:avLst/>
            </a:prstGeom>
            <a:solidFill>
              <a:srgbClr val="00EA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8299" name="Line 10">
              <a:extLst>
                <a:ext uri="{FF2B5EF4-FFF2-40B4-BE49-F238E27FC236}">
                  <a16:creationId xmlns:a16="http://schemas.microsoft.com/office/drawing/2014/main" id="{D65E1D7A-59BF-DC45-BECA-3C3D7AEF0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877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0" name="Line 11">
              <a:extLst>
                <a:ext uri="{FF2B5EF4-FFF2-40B4-BE49-F238E27FC236}">
                  <a16:creationId xmlns:a16="http://schemas.microsoft.com/office/drawing/2014/main" id="{A39DA3C7-7885-944F-A912-2EFDC23A1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016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1" name="Line 12">
              <a:extLst>
                <a:ext uri="{FF2B5EF4-FFF2-40B4-BE49-F238E27FC236}">
                  <a16:creationId xmlns:a16="http://schemas.microsoft.com/office/drawing/2014/main" id="{B485DDC8-9A7C-2146-A5B1-2A51F6CA00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158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2" name="Line 13">
              <a:extLst>
                <a:ext uri="{FF2B5EF4-FFF2-40B4-BE49-F238E27FC236}">
                  <a16:creationId xmlns:a16="http://schemas.microsoft.com/office/drawing/2014/main" id="{9B63CE48-8F4B-234F-A14F-887217A80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296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3" name="Line 14">
              <a:extLst>
                <a:ext uri="{FF2B5EF4-FFF2-40B4-BE49-F238E27FC236}">
                  <a16:creationId xmlns:a16="http://schemas.microsoft.com/office/drawing/2014/main" id="{BA6104AB-D2AF-0A46-868A-B675E9448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435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4" name="Line 15">
              <a:extLst>
                <a:ext uri="{FF2B5EF4-FFF2-40B4-BE49-F238E27FC236}">
                  <a16:creationId xmlns:a16="http://schemas.microsoft.com/office/drawing/2014/main" id="{76D2A199-D542-8644-AB50-442ABB93C4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574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5" name="Line 16">
              <a:extLst>
                <a:ext uri="{FF2B5EF4-FFF2-40B4-BE49-F238E27FC236}">
                  <a16:creationId xmlns:a16="http://schemas.microsoft.com/office/drawing/2014/main" id="{E75FF6A5-90D1-A84F-83FC-E3215D4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713"/>
              <a:ext cx="850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6" name="Line 17">
              <a:extLst>
                <a:ext uri="{FF2B5EF4-FFF2-40B4-BE49-F238E27FC236}">
                  <a16:creationId xmlns:a16="http://schemas.microsoft.com/office/drawing/2014/main" id="{1931082D-0C3E-9D42-B2BD-DC9C46361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4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7" name="Line 18">
              <a:extLst>
                <a:ext uri="{FF2B5EF4-FFF2-40B4-BE49-F238E27FC236}">
                  <a16:creationId xmlns:a16="http://schemas.microsoft.com/office/drawing/2014/main" id="{9AAFD3A6-F252-884E-8937-54A9BA5DE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8" name="Line 19">
              <a:extLst>
                <a:ext uri="{FF2B5EF4-FFF2-40B4-BE49-F238E27FC236}">
                  <a16:creationId xmlns:a16="http://schemas.microsoft.com/office/drawing/2014/main" id="{B027AC26-9BD8-664C-A126-DEE7D0D71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8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09" name="Line 20">
              <a:extLst>
                <a:ext uri="{FF2B5EF4-FFF2-40B4-BE49-F238E27FC236}">
                  <a16:creationId xmlns:a16="http://schemas.microsoft.com/office/drawing/2014/main" id="{AC7F4068-DCCD-1E4D-9F1A-03A7A495F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4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0" name="Line 21">
              <a:extLst>
                <a:ext uri="{FF2B5EF4-FFF2-40B4-BE49-F238E27FC236}">
                  <a16:creationId xmlns:a16="http://schemas.microsoft.com/office/drawing/2014/main" id="{88545AA4-CBB5-344C-9622-17D6BFAA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0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1" name="Line 22">
              <a:extLst>
                <a:ext uri="{FF2B5EF4-FFF2-40B4-BE49-F238E27FC236}">
                  <a16:creationId xmlns:a16="http://schemas.microsoft.com/office/drawing/2014/main" id="{074DF6ED-ACBA-0F41-B7DF-9634BAEA9E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6" y="739"/>
              <a:ext cx="1" cy="11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2" name="Line 23">
              <a:extLst>
                <a:ext uri="{FF2B5EF4-FFF2-40B4-BE49-F238E27FC236}">
                  <a16:creationId xmlns:a16="http://schemas.microsoft.com/office/drawing/2014/main" id="{FB0E804F-73BF-8541-B0BE-9620D8D05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808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3" name="Line 24">
              <a:extLst>
                <a:ext uri="{FF2B5EF4-FFF2-40B4-BE49-F238E27FC236}">
                  <a16:creationId xmlns:a16="http://schemas.microsoft.com/office/drawing/2014/main" id="{CAF3EFAF-C259-C244-8DB6-A837D8ABC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227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4" name="Line 25">
              <a:extLst>
                <a:ext uri="{FF2B5EF4-FFF2-40B4-BE49-F238E27FC236}">
                  <a16:creationId xmlns:a16="http://schemas.microsoft.com/office/drawing/2014/main" id="{C2B3FFC9-C6DF-9449-A1D4-0D3D1D1FE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948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5" name="Line 26">
              <a:extLst>
                <a:ext uri="{FF2B5EF4-FFF2-40B4-BE49-F238E27FC236}">
                  <a16:creationId xmlns:a16="http://schemas.microsoft.com/office/drawing/2014/main" id="{355FB96C-10D6-9F42-8A14-AF94A0534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366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6" name="Line 27">
              <a:extLst>
                <a:ext uri="{FF2B5EF4-FFF2-40B4-BE49-F238E27FC236}">
                  <a16:creationId xmlns:a16="http://schemas.microsoft.com/office/drawing/2014/main" id="{22EA9586-4301-024B-B11B-782E18FBE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645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7" name="Line 28">
              <a:extLst>
                <a:ext uri="{FF2B5EF4-FFF2-40B4-BE49-F238E27FC236}">
                  <a16:creationId xmlns:a16="http://schemas.microsoft.com/office/drawing/2014/main" id="{9D113721-F6B5-914C-856E-B12D75CFE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087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8" name="Line 29">
              <a:extLst>
                <a:ext uri="{FF2B5EF4-FFF2-40B4-BE49-F238E27FC236}">
                  <a16:creationId xmlns:a16="http://schemas.microsoft.com/office/drawing/2014/main" id="{897B9051-0752-AE4F-9A80-C985E07F5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506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19" name="Line 30">
              <a:extLst>
                <a:ext uri="{FF2B5EF4-FFF2-40B4-BE49-F238E27FC236}">
                  <a16:creationId xmlns:a16="http://schemas.microsoft.com/office/drawing/2014/main" id="{50C70A9D-1757-444A-9314-BB8C53A0F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" y="1784"/>
              <a:ext cx="11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20" name="Freeform 31">
              <a:extLst>
                <a:ext uri="{FF2B5EF4-FFF2-40B4-BE49-F238E27FC236}">
                  <a16:creationId xmlns:a16="http://schemas.microsoft.com/office/drawing/2014/main" id="{2E2FFDB4-8DFB-E84F-B171-AA4475DD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808"/>
              <a:ext cx="233" cy="208"/>
            </a:xfrm>
            <a:custGeom>
              <a:avLst/>
              <a:gdLst>
                <a:gd name="T0" fmla="*/ 4 w 1860"/>
                <a:gd name="T1" fmla="*/ 0 h 1871"/>
                <a:gd name="T2" fmla="*/ 0 w 1860"/>
                <a:gd name="T3" fmla="*/ 3 h 1871"/>
                <a:gd name="T4" fmla="*/ 4 w 1860"/>
                <a:gd name="T5" fmla="*/ 3 h 1871"/>
                <a:gd name="T6" fmla="*/ 4 w 1860"/>
                <a:gd name="T7" fmla="*/ 0 h 18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71"/>
                <a:gd name="T14" fmla="*/ 1860 w 1860"/>
                <a:gd name="T15" fmla="*/ 1871 h 18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71">
                  <a:moveTo>
                    <a:pt x="1860" y="0"/>
                  </a:moveTo>
                  <a:lnTo>
                    <a:pt x="0" y="1871"/>
                  </a:lnTo>
                  <a:lnTo>
                    <a:pt x="1860" y="1871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21" name="Freeform 32">
              <a:extLst>
                <a:ext uri="{FF2B5EF4-FFF2-40B4-BE49-F238E27FC236}">
                  <a16:creationId xmlns:a16="http://schemas.microsoft.com/office/drawing/2014/main" id="{758B1F66-CBFD-0241-8F7C-CBC3F445A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808"/>
              <a:ext cx="233" cy="208"/>
            </a:xfrm>
            <a:custGeom>
              <a:avLst/>
              <a:gdLst>
                <a:gd name="T0" fmla="*/ 4 w 1860"/>
                <a:gd name="T1" fmla="*/ 0 h 1871"/>
                <a:gd name="T2" fmla="*/ 0 w 1860"/>
                <a:gd name="T3" fmla="*/ 0 h 1871"/>
                <a:gd name="T4" fmla="*/ 0 w 1860"/>
                <a:gd name="T5" fmla="*/ 3 h 1871"/>
                <a:gd name="T6" fmla="*/ 4 w 1860"/>
                <a:gd name="T7" fmla="*/ 0 h 18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71"/>
                <a:gd name="T14" fmla="*/ 1860 w 1860"/>
                <a:gd name="T15" fmla="*/ 1871 h 18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71">
                  <a:moveTo>
                    <a:pt x="1860" y="0"/>
                  </a:moveTo>
                  <a:lnTo>
                    <a:pt x="0" y="0"/>
                  </a:lnTo>
                  <a:lnTo>
                    <a:pt x="0" y="1871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8322" name="Rectangle 33">
              <a:extLst>
                <a:ext uri="{FF2B5EF4-FFF2-40B4-BE49-F238E27FC236}">
                  <a16:creationId xmlns:a16="http://schemas.microsoft.com/office/drawing/2014/main" id="{1A3BDAA2-EAF7-A14B-9F29-E8A348BC6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846"/>
              <a:ext cx="143" cy="131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8323" name="Freeform 34">
              <a:extLst>
                <a:ext uri="{FF2B5EF4-FFF2-40B4-BE49-F238E27FC236}">
                  <a16:creationId xmlns:a16="http://schemas.microsoft.com/office/drawing/2014/main" id="{09535325-6DDF-0548-901B-B686FFCD6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87"/>
              <a:ext cx="233" cy="209"/>
            </a:xfrm>
            <a:custGeom>
              <a:avLst/>
              <a:gdLst>
                <a:gd name="T0" fmla="*/ 4 w 1860"/>
                <a:gd name="T1" fmla="*/ 0 h 1876"/>
                <a:gd name="T2" fmla="*/ 0 w 1860"/>
                <a:gd name="T3" fmla="*/ 3 h 1876"/>
                <a:gd name="T4" fmla="*/ 4 w 1860"/>
                <a:gd name="T5" fmla="*/ 3 h 1876"/>
                <a:gd name="T6" fmla="*/ 4 w 1860"/>
                <a:gd name="T7" fmla="*/ 0 h 18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76"/>
                <a:gd name="T14" fmla="*/ 1860 w 1860"/>
                <a:gd name="T15" fmla="*/ 1876 h 18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76">
                  <a:moveTo>
                    <a:pt x="1860" y="0"/>
                  </a:moveTo>
                  <a:lnTo>
                    <a:pt x="0" y="1876"/>
                  </a:lnTo>
                  <a:lnTo>
                    <a:pt x="1860" y="1876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24" name="Freeform 35">
              <a:extLst>
                <a:ext uri="{FF2B5EF4-FFF2-40B4-BE49-F238E27FC236}">
                  <a16:creationId xmlns:a16="http://schemas.microsoft.com/office/drawing/2014/main" id="{680C0D21-2419-B14C-8B45-E2B46096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87"/>
              <a:ext cx="233" cy="209"/>
            </a:xfrm>
            <a:custGeom>
              <a:avLst/>
              <a:gdLst>
                <a:gd name="T0" fmla="*/ 4 w 1860"/>
                <a:gd name="T1" fmla="*/ 0 h 1876"/>
                <a:gd name="T2" fmla="*/ 0 w 1860"/>
                <a:gd name="T3" fmla="*/ 0 h 1876"/>
                <a:gd name="T4" fmla="*/ 0 w 1860"/>
                <a:gd name="T5" fmla="*/ 3 h 1876"/>
                <a:gd name="T6" fmla="*/ 4 w 1860"/>
                <a:gd name="T7" fmla="*/ 0 h 18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76"/>
                <a:gd name="T14" fmla="*/ 1860 w 1860"/>
                <a:gd name="T15" fmla="*/ 1876 h 18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76">
                  <a:moveTo>
                    <a:pt x="1860" y="0"/>
                  </a:moveTo>
                  <a:lnTo>
                    <a:pt x="0" y="0"/>
                  </a:lnTo>
                  <a:lnTo>
                    <a:pt x="0" y="1876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8325" name="Rectangle 36">
              <a:extLst>
                <a:ext uri="{FF2B5EF4-FFF2-40B4-BE49-F238E27FC236}">
                  <a16:creationId xmlns:a16="http://schemas.microsoft.com/office/drawing/2014/main" id="{B20D2398-5D51-DF40-B090-FE35D55F8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124"/>
              <a:ext cx="143" cy="131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8326" name="Freeform 37">
              <a:extLst>
                <a:ext uri="{FF2B5EF4-FFF2-40B4-BE49-F238E27FC236}">
                  <a16:creationId xmlns:a16="http://schemas.microsoft.com/office/drawing/2014/main" id="{A6AB5F90-34CF-A54D-A3D3-98E99451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366"/>
              <a:ext cx="233" cy="208"/>
            </a:xfrm>
            <a:custGeom>
              <a:avLst/>
              <a:gdLst>
                <a:gd name="T0" fmla="*/ 4 w 1860"/>
                <a:gd name="T1" fmla="*/ 0 h 1869"/>
                <a:gd name="T2" fmla="*/ 0 w 1860"/>
                <a:gd name="T3" fmla="*/ 3 h 1869"/>
                <a:gd name="T4" fmla="*/ 4 w 1860"/>
                <a:gd name="T5" fmla="*/ 3 h 1869"/>
                <a:gd name="T6" fmla="*/ 4 w 1860"/>
                <a:gd name="T7" fmla="*/ 0 h 18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69"/>
                <a:gd name="T14" fmla="*/ 1860 w 1860"/>
                <a:gd name="T15" fmla="*/ 1869 h 18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69">
                  <a:moveTo>
                    <a:pt x="1860" y="0"/>
                  </a:moveTo>
                  <a:lnTo>
                    <a:pt x="0" y="1869"/>
                  </a:lnTo>
                  <a:lnTo>
                    <a:pt x="1860" y="1869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27" name="Freeform 38">
              <a:extLst>
                <a:ext uri="{FF2B5EF4-FFF2-40B4-BE49-F238E27FC236}">
                  <a16:creationId xmlns:a16="http://schemas.microsoft.com/office/drawing/2014/main" id="{BA12EAD7-7024-4B4C-94EE-976F6A20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366"/>
              <a:ext cx="233" cy="208"/>
            </a:xfrm>
            <a:custGeom>
              <a:avLst/>
              <a:gdLst>
                <a:gd name="T0" fmla="*/ 4 w 1860"/>
                <a:gd name="T1" fmla="*/ 0 h 1869"/>
                <a:gd name="T2" fmla="*/ 0 w 1860"/>
                <a:gd name="T3" fmla="*/ 0 h 1869"/>
                <a:gd name="T4" fmla="*/ 0 w 1860"/>
                <a:gd name="T5" fmla="*/ 3 h 1869"/>
                <a:gd name="T6" fmla="*/ 4 w 1860"/>
                <a:gd name="T7" fmla="*/ 0 h 18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0"/>
                <a:gd name="T13" fmla="*/ 0 h 1869"/>
                <a:gd name="T14" fmla="*/ 1860 w 1860"/>
                <a:gd name="T15" fmla="*/ 1869 h 18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0" h="1869">
                  <a:moveTo>
                    <a:pt x="1860" y="0"/>
                  </a:moveTo>
                  <a:lnTo>
                    <a:pt x="0" y="0"/>
                  </a:lnTo>
                  <a:lnTo>
                    <a:pt x="0" y="1869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8328" name="Rectangle 39">
              <a:extLst>
                <a:ext uri="{FF2B5EF4-FFF2-40B4-BE49-F238E27FC236}">
                  <a16:creationId xmlns:a16="http://schemas.microsoft.com/office/drawing/2014/main" id="{57A6BD43-8841-0643-916D-E8BE8CD51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403"/>
              <a:ext cx="143" cy="132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8329" name="Freeform 40">
              <a:extLst>
                <a:ext uri="{FF2B5EF4-FFF2-40B4-BE49-F238E27FC236}">
                  <a16:creationId xmlns:a16="http://schemas.microsoft.com/office/drawing/2014/main" id="{723E25EE-E74C-8346-BEA1-04C99554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645"/>
              <a:ext cx="73" cy="68"/>
            </a:xfrm>
            <a:custGeom>
              <a:avLst/>
              <a:gdLst>
                <a:gd name="T0" fmla="*/ 1 w 583"/>
                <a:gd name="T1" fmla="*/ 0 h 606"/>
                <a:gd name="T2" fmla="*/ 1 w 583"/>
                <a:gd name="T3" fmla="*/ 0 h 606"/>
                <a:gd name="T4" fmla="*/ 1 w 583"/>
                <a:gd name="T5" fmla="*/ 0 h 606"/>
                <a:gd name="T6" fmla="*/ 1 w 583"/>
                <a:gd name="T7" fmla="*/ 0 h 606"/>
                <a:gd name="T8" fmla="*/ 1 w 583"/>
                <a:gd name="T9" fmla="*/ 1 h 606"/>
                <a:gd name="T10" fmla="*/ 1 w 583"/>
                <a:gd name="T11" fmla="*/ 1 h 606"/>
                <a:gd name="T12" fmla="*/ 0 w 583"/>
                <a:gd name="T13" fmla="*/ 1 h 606"/>
                <a:gd name="T14" fmla="*/ 0 w 583"/>
                <a:gd name="T15" fmla="*/ 1 h 606"/>
                <a:gd name="T16" fmla="*/ 0 w 583"/>
                <a:gd name="T17" fmla="*/ 0 h 606"/>
                <a:gd name="T18" fmla="*/ 0 w 583"/>
                <a:gd name="T19" fmla="*/ 0 h 606"/>
                <a:gd name="T20" fmla="*/ 0 w 583"/>
                <a:gd name="T21" fmla="*/ 0 h 606"/>
                <a:gd name="T22" fmla="*/ 1 w 583"/>
                <a:gd name="T23" fmla="*/ 0 h 6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83"/>
                <a:gd name="T37" fmla="*/ 0 h 606"/>
                <a:gd name="T38" fmla="*/ 583 w 583"/>
                <a:gd name="T39" fmla="*/ 606 h 6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83" h="606">
                  <a:moveTo>
                    <a:pt x="288" y="0"/>
                  </a:moveTo>
                  <a:lnTo>
                    <a:pt x="455" y="58"/>
                  </a:lnTo>
                  <a:lnTo>
                    <a:pt x="576" y="206"/>
                  </a:lnTo>
                  <a:lnTo>
                    <a:pt x="583" y="330"/>
                  </a:lnTo>
                  <a:lnTo>
                    <a:pt x="535" y="491"/>
                  </a:lnTo>
                  <a:lnTo>
                    <a:pt x="371" y="606"/>
                  </a:lnTo>
                  <a:lnTo>
                    <a:pt x="214" y="606"/>
                  </a:lnTo>
                  <a:lnTo>
                    <a:pt x="47" y="491"/>
                  </a:lnTo>
                  <a:lnTo>
                    <a:pt x="0" y="297"/>
                  </a:lnTo>
                  <a:lnTo>
                    <a:pt x="47" y="132"/>
                  </a:lnTo>
                  <a:lnTo>
                    <a:pt x="214" y="15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30" name="Freeform 41">
              <a:extLst>
                <a:ext uri="{FF2B5EF4-FFF2-40B4-BE49-F238E27FC236}">
                  <a16:creationId xmlns:a16="http://schemas.microsoft.com/office/drawing/2014/main" id="{C16345AC-2EEA-334D-A23D-9591DDDD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655"/>
              <a:ext cx="37" cy="35"/>
            </a:xfrm>
            <a:custGeom>
              <a:avLst/>
              <a:gdLst>
                <a:gd name="T0" fmla="*/ 0 w 295"/>
                <a:gd name="T1" fmla="*/ 0 h 315"/>
                <a:gd name="T2" fmla="*/ 1 w 295"/>
                <a:gd name="T3" fmla="*/ 0 h 315"/>
                <a:gd name="T4" fmla="*/ 0 w 295"/>
                <a:gd name="T5" fmla="*/ 0 h 315"/>
                <a:gd name="T6" fmla="*/ 0 w 295"/>
                <a:gd name="T7" fmla="*/ 0 h 315"/>
                <a:gd name="T8" fmla="*/ 0 w 295"/>
                <a:gd name="T9" fmla="*/ 0 h 315"/>
                <a:gd name="T10" fmla="*/ 0 w 295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5"/>
                <a:gd name="T19" fmla="*/ 0 h 315"/>
                <a:gd name="T20" fmla="*/ 295 w 295"/>
                <a:gd name="T21" fmla="*/ 315 h 3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5" h="315">
                  <a:moveTo>
                    <a:pt x="145" y="0"/>
                  </a:moveTo>
                  <a:lnTo>
                    <a:pt x="295" y="144"/>
                  </a:lnTo>
                  <a:lnTo>
                    <a:pt x="191" y="315"/>
                  </a:lnTo>
                  <a:lnTo>
                    <a:pt x="35" y="268"/>
                  </a:lnTo>
                  <a:lnTo>
                    <a:pt x="0" y="144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8331" name="Freeform 42">
              <a:extLst>
                <a:ext uri="{FF2B5EF4-FFF2-40B4-BE49-F238E27FC236}">
                  <a16:creationId xmlns:a16="http://schemas.microsoft.com/office/drawing/2014/main" id="{B972039F-595C-0C41-9041-422A9C0DB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45"/>
              <a:ext cx="74" cy="68"/>
            </a:xfrm>
            <a:custGeom>
              <a:avLst/>
              <a:gdLst>
                <a:gd name="T0" fmla="*/ 1 w 591"/>
                <a:gd name="T1" fmla="*/ 0 h 606"/>
                <a:gd name="T2" fmla="*/ 1 w 591"/>
                <a:gd name="T3" fmla="*/ 0 h 606"/>
                <a:gd name="T4" fmla="*/ 1 w 591"/>
                <a:gd name="T5" fmla="*/ 0 h 606"/>
                <a:gd name="T6" fmla="*/ 1 w 591"/>
                <a:gd name="T7" fmla="*/ 0 h 606"/>
                <a:gd name="T8" fmla="*/ 1 w 591"/>
                <a:gd name="T9" fmla="*/ 1 h 606"/>
                <a:gd name="T10" fmla="*/ 1 w 591"/>
                <a:gd name="T11" fmla="*/ 1 h 606"/>
                <a:gd name="T12" fmla="*/ 0 w 591"/>
                <a:gd name="T13" fmla="*/ 1 h 606"/>
                <a:gd name="T14" fmla="*/ 0 w 591"/>
                <a:gd name="T15" fmla="*/ 1 h 606"/>
                <a:gd name="T16" fmla="*/ 0 w 591"/>
                <a:gd name="T17" fmla="*/ 0 h 606"/>
                <a:gd name="T18" fmla="*/ 0 w 591"/>
                <a:gd name="T19" fmla="*/ 0 h 606"/>
                <a:gd name="T20" fmla="*/ 0 w 591"/>
                <a:gd name="T21" fmla="*/ 0 h 606"/>
                <a:gd name="T22" fmla="*/ 1 w 591"/>
                <a:gd name="T23" fmla="*/ 0 h 6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91"/>
                <a:gd name="T37" fmla="*/ 0 h 606"/>
                <a:gd name="T38" fmla="*/ 591 w 591"/>
                <a:gd name="T39" fmla="*/ 606 h 6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91" h="606">
                  <a:moveTo>
                    <a:pt x="297" y="0"/>
                  </a:moveTo>
                  <a:lnTo>
                    <a:pt x="462" y="58"/>
                  </a:lnTo>
                  <a:lnTo>
                    <a:pt x="579" y="206"/>
                  </a:lnTo>
                  <a:lnTo>
                    <a:pt x="591" y="330"/>
                  </a:lnTo>
                  <a:lnTo>
                    <a:pt x="544" y="491"/>
                  </a:lnTo>
                  <a:lnTo>
                    <a:pt x="379" y="606"/>
                  </a:lnTo>
                  <a:lnTo>
                    <a:pt x="202" y="606"/>
                  </a:lnTo>
                  <a:lnTo>
                    <a:pt x="56" y="491"/>
                  </a:lnTo>
                  <a:lnTo>
                    <a:pt x="0" y="297"/>
                  </a:lnTo>
                  <a:lnTo>
                    <a:pt x="56" y="132"/>
                  </a:lnTo>
                  <a:lnTo>
                    <a:pt x="202" y="15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332" name="Freeform 43">
              <a:extLst>
                <a:ext uri="{FF2B5EF4-FFF2-40B4-BE49-F238E27FC236}">
                  <a16:creationId xmlns:a16="http://schemas.microsoft.com/office/drawing/2014/main" id="{C7D8F709-6D12-F842-97D5-6AB30CE0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655"/>
              <a:ext cx="38" cy="35"/>
            </a:xfrm>
            <a:custGeom>
              <a:avLst/>
              <a:gdLst>
                <a:gd name="T0" fmla="*/ 0 w 300"/>
                <a:gd name="T1" fmla="*/ 0 h 315"/>
                <a:gd name="T2" fmla="*/ 1 w 300"/>
                <a:gd name="T3" fmla="*/ 0 h 315"/>
                <a:gd name="T4" fmla="*/ 0 w 300"/>
                <a:gd name="T5" fmla="*/ 0 h 315"/>
                <a:gd name="T6" fmla="*/ 0 w 300"/>
                <a:gd name="T7" fmla="*/ 0 h 315"/>
                <a:gd name="T8" fmla="*/ 0 w 300"/>
                <a:gd name="T9" fmla="*/ 0 h 315"/>
                <a:gd name="T10" fmla="*/ 0 w 300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0"/>
                <a:gd name="T19" fmla="*/ 0 h 315"/>
                <a:gd name="T20" fmla="*/ 300 w 300"/>
                <a:gd name="T21" fmla="*/ 315 h 3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0" h="315">
                  <a:moveTo>
                    <a:pt x="148" y="0"/>
                  </a:moveTo>
                  <a:lnTo>
                    <a:pt x="300" y="144"/>
                  </a:lnTo>
                  <a:lnTo>
                    <a:pt x="191" y="315"/>
                  </a:lnTo>
                  <a:lnTo>
                    <a:pt x="33" y="268"/>
                  </a:lnTo>
                  <a:lnTo>
                    <a:pt x="0" y="144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78333" name="Freeform 44">
              <a:extLst>
                <a:ext uri="{FF2B5EF4-FFF2-40B4-BE49-F238E27FC236}">
                  <a16:creationId xmlns:a16="http://schemas.microsoft.com/office/drawing/2014/main" id="{2E90B460-413E-DD4F-B713-AD7D8F6B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089"/>
              <a:ext cx="855" cy="280"/>
            </a:xfrm>
            <a:custGeom>
              <a:avLst/>
              <a:gdLst>
                <a:gd name="T0" fmla="*/ 0 w 6842"/>
                <a:gd name="T1" fmla="*/ 2 h 2521"/>
                <a:gd name="T2" fmla="*/ 1 w 6842"/>
                <a:gd name="T3" fmla="*/ 2 h 2521"/>
                <a:gd name="T4" fmla="*/ 1 w 6842"/>
                <a:gd name="T5" fmla="*/ 3 h 2521"/>
                <a:gd name="T6" fmla="*/ 4 w 6842"/>
                <a:gd name="T7" fmla="*/ 3 h 2521"/>
                <a:gd name="T8" fmla="*/ 4 w 6842"/>
                <a:gd name="T9" fmla="*/ 2 h 2521"/>
                <a:gd name="T10" fmla="*/ 6 w 6842"/>
                <a:gd name="T11" fmla="*/ 2 h 2521"/>
                <a:gd name="T12" fmla="*/ 6 w 6842"/>
                <a:gd name="T13" fmla="*/ 3 h 2521"/>
                <a:gd name="T14" fmla="*/ 8 w 6842"/>
                <a:gd name="T15" fmla="*/ 3 h 2521"/>
                <a:gd name="T16" fmla="*/ 8 w 6842"/>
                <a:gd name="T17" fmla="*/ 2 h 2521"/>
                <a:gd name="T18" fmla="*/ 11 w 6842"/>
                <a:gd name="T19" fmla="*/ 2 h 2521"/>
                <a:gd name="T20" fmla="*/ 11 w 6842"/>
                <a:gd name="T21" fmla="*/ 0 h 2521"/>
                <a:gd name="T22" fmla="*/ 13 w 6842"/>
                <a:gd name="T23" fmla="*/ 0 h 25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842"/>
                <a:gd name="T37" fmla="*/ 0 h 2521"/>
                <a:gd name="T38" fmla="*/ 6842 w 6842"/>
                <a:gd name="T39" fmla="*/ 2521 h 252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842" h="2521">
                  <a:moveTo>
                    <a:pt x="0" y="1263"/>
                  </a:moveTo>
                  <a:lnTo>
                    <a:pt x="626" y="1263"/>
                  </a:lnTo>
                  <a:lnTo>
                    <a:pt x="626" y="2521"/>
                  </a:lnTo>
                  <a:lnTo>
                    <a:pt x="1869" y="2521"/>
                  </a:lnTo>
                  <a:lnTo>
                    <a:pt x="1869" y="1263"/>
                  </a:lnTo>
                  <a:lnTo>
                    <a:pt x="3098" y="1263"/>
                  </a:lnTo>
                  <a:lnTo>
                    <a:pt x="3098" y="2521"/>
                  </a:lnTo>
                  <a:lnTo>
                    <a:pt x="4343" y="2521"/>
                  </a:lnTo>
                  <a:lnTo>
                    <a:pt x="4343" y="1263"/>
                  </a:lnTo>
                  <a:lnTo>
                    <a:pt x="5599" y="1263"/>
                  </a:lnTo>
                  <a:lnTo>
                    <a:pt x="5599" y="0"/>
                  </a:lnTo>
                  <a:lnTo>
                    <a:pt x="68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7828" name="Group 47">
            <a:extLst>
              <a:ext uri="{FF2B5EF4-FFF2-40B4-BE49-F238E27FC236}">
                <a16:creationId xmlns:a16="http://schemas.microsoft.com/office/drawing/2014/main" id="{A0E62906-8059-4945-9046-E679C912CD1C}"/>
              </a:ext>
            </a:extLst>
          </p:cNvPr>
          <p:cNvGrpSpPr>
            <a:grpSpLocks/>
          </p:cNvGrpSpPr>
          <p:nvPr/>
        </p:nvGrpSpPr>
        <p:grpSpPr bwMode="auto">
          <a:xfrm>
            <a:off x="6221413" y="5141913"/>
            <a:ext cx="2222500" cy="1117600"/>
            <a:chOff x="878" y="2545"/>
            <a:chExt cx="2087" cy="935"/>
          </a:xfrm>
        </p:grpSpPr>
        <p:grpSp>
          <p:nvGrpSpPr>
            <p:cNvPr id="77988" name="Group 48">
              <a:extLst>
                <a:ext uri="{FF2B5EF4-FFF2-40B4-BE49-F238E27FC236}">
                  <a16:creationId xmlns:a16="http://schemas.microsoft.com/office/drawing/2014/main" id="{C98455DB-FAB9-8A40-9FF7-CD15D5AF00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" y="2545"/>
              <a:ext cx="2020" cy="935"/>
              <a:chOff x="945" y="2545"/>
              <a:chExt cx="2020" cy="935"/>
            </a:xfrm>
          </p:grpSpPr>
          <p:sp>
            <p:nvSpPr>
              <p:cNvPr id="78096" name="Freeform 49">
                <a:extLst>
                  <a:ext uri="{FF2B5EF4-FFF2-40B4-BE49-F238E27FC236}">
                    <a16:creationId xmlns:a16="http://schemas.microsoft.com/office/drawing/2014/main" id="{3E10F7ED-C3CB-1D4E-AA6A-31DB512CC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14"/>
                <a:ext cx="1324" cy="266"/>
              </a:xfrm>
              <a:custGeom>
                <a:avLst/>
                <a:gdLst>
                  <a:gd name="T0" fmla="*/ 21 w 10590"/>
                  <a:gd name="T1" fmla="*/ 4 h 2123"/>
                  <a:gd name="T2" fmla="*/ 15 w 10590"/>
                  <a:gd name="T3" fmla="*/ 0 h 2123"/>
                  <a:gd name="T4" fmla="*/ 5 w 10590"/>
                  <a:gd name="T5" fmla="*/ 0 h 2123"/>
                  <a:gd name="T6" fmla="*/ 0 w 10590"/>
                  <a:gd name="T7" fmla="*/ 4 h 2123"/>
                  <a:gd name="T8" fmla="*/ 21 w 10590"/>
                  <a:gd name="T9" fmla="*/ 4 h 2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90"/>
                  <a:gd name="T16" fmla="*/ 0 h 2123"/>
                  <a:gd name="T17" fmla="*/ 10590 w 10590"/>
                  <a:gd name="T18" fmla="*/ 2123 h 21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90" h="2123">
                    <a:moveTo>
                      <a:pt x="10590" y="2123"/>
                    </a:moveTo>
                    <a:lnTo>
                      <a:pt x="7476" y="0"/>
                    </a:lnTo>
                    <a:lnTo>
                      <a:pt x="2525" y="0"/>
                    </a:lnTo>
                    <a:lnTo>
                      <a:pt x="0" y="2123"/>
                    </a:lnTo>
                    <a:lnTo>
                      <a:pt x="10590" y="2123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097" name="Rectangle 50">
                <a:extLst>
                  <a:ext uri="{FF2B5EF4-FFF2-40B4-BE49-F238E27FC236}">
                    <a16:creationId xmlns:a16="http://schemas.microsoft.com/office/drawing/2014/main" id="{59EF692F-7745-9E42-AE03-D58C77EEC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635"/>
                <a:ext cx="435" cy="5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78098" name="Freeform 51">
                <a:extLst>
                  <a:ext uri="{FF2B5EF4-FFF2-40B4-BE49-F238E27FC236}">
                    <a16:creationId xmlns:a16="http://schemas.microsoft.com/office/drawing/2014/main" id="{D1E8724F-9F46-EF4B-B255-261897A5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41"/>
                <a:ext cx="71" cy="162"/>
              </a:xfrm>
              <a:custGeom>
                <a:avLst/>
                <a:gdLst>
                  <a:gd name="T0" fmla="*/ 1 w 565"/>
                  <a:gd name="T1" fmla="*/ 0 h 1300"/>
                  <a:gd name="T2" fmla="*/ 1 w 565"/>
                  <a:gd name="T3" fmla="*/ 0 h 1300"/>
                  <a:gd name="T4" fmla="*/ 0 w 565"/>
                  <a:gd name="T5" fmla="*/ 0 h 1300"/>
                  <a:gd name="T6" fmla="*/ 0 w 565"/>
                  <a:gd name="T7" fmla="*/ 0 h 1300"/>
                  <a:gd name="T8" fmla="*/ 0 w 565"/>
                  <a:gd name="T9" fmla="*/ 1 h 1300"/>
                  <a:gd name="T10" fmla="*/ 0 w 565"/>
                  <a:gd name="T11" fmla="*/ 1 h 1300"/>
                  <a:gd name="T12" fmla="*/ 0 w 565"/>
                  <a:gd name="T13" fmla="*/ 2 h 1300"/>
                  <a:gd name="T14" fmla="*/ 0 w 565"/>
                  <a:gd name="T15" fmla="*/ 2 h 1300"/>
                  <a:gd name="T16" fmla="*/ 0 w 565"/>
                  <a:gd name="T17" fmla="*/ 2 h 1300"/>
                  <a:gd name="T18" fmla="*/ 1 w 565"/>
                  <a:gd name="T19" fmla="*/ 2 h 1300"/>
                  <a:gd name="T20" fmla="*/ 1 w 565"/>
                  <a:gd name="T21" fmla="*/ 2 h 1300"/>
                  <a:gd name="T22" fmla="*/ 1 w 565"/>
                  <a:gd name="T23" fmla="*/ 0 h 1300"/>
                  <a:gd name="T24" fmla="*/ 1 w 565"/>
                  <a:gd name="T25" fmla="*/ 0 h 13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65"/>
                  <a:gd name="T40" fmla="*/ 0 h 1300"/>
                  <a:gd name="T41" fmla="*/ 565 w 565"/>
                  <a:gd name="T42" fmla="*/ 1300 h 130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65" h="1300">
                    <a:moveTo>
                      <a:pt x="392" y="11"/>
                    </a:moveTo>
                    <a:lnTo>
                      <a:pt x="273" y="39"/>
                    </a:lnTo>
                    <a:lnTo>
                      <a:pt x="154" y="118"/>
                    </a:lnTo>
                    <a:lnTo>
                      <a:pt x="66" y="256"/>
                    </a:lnTo>
                    <a:lnTo>
                      <a:pt x="5" y="496"/>
                    </a:lnTo>
                    <a:lnTo>
                      <a:pt x="0" y="735"/>
                    </a:lnTo>
                    <a:lnTo>
                      <a:pt x="5" y="977"/>
                    </a:lnTo>
                    <a:lnTo>
                      <a:pt x="38" y="1063"/>
                    </a:lnTo>
                    <a:lnTo>
                      <a:pt x="84" y="1143"/>
                    </a:lnTo>
                    <a:lnTo>
                      <a:pt x="380" y="1259"/>
                    </a:lnTo>
                    <a:lnTo>
                      <a:pt x="565" y="1300"/>
                    </a:lnTo>
                    <a:lnTo>
                      <a:pt x="565" y="0"/>
                    </a:lnTo>
                    <a:lnTo>
                      <a:pt x="392" y="1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099" name="Freeform 52">
                <a:extLst>
                  <a:ext uri="{FF2B5EF4-FFF2-40B4-BE49-F238E27FC236}">
                    <a16:creationId xmlns:a16="http://schemas.microsoft.com/office/drawing/2014/main" id="{5796232A-B30E-E648-B8EE-0F7FB7855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07"/>
                <a:ext cx="99" cy="353"/>
              </a:xfrm>
              <a:custGeom>
                <a:avLst/>
                <a:gdLst>
                  <a:gd name="T0" fmla="*/ 1 w 796"/>
                  <a:gd name="T1" fmla="*/ 0 h 2822"/>
                  <a:gd name="T2" fmla="*/ 0 w 796"/>
                  <a:gd name="T3" fmla="*/ 0 h 2822"/>
                  <a:gd name="T4" fmla="*/ 0 w 796"/>
                  <a:gd name="T5" fmla="*/ 1 h 2822"/>
                  <a:gd name="T6" fmla="*/ 0 w 796"/>
                  <a:gd name="T7" fmla="*/ 1 h 2822"/>
                  <a:gd name="T8" fmla="*/ 0 w 796"/>
                  <a:gd name="T9" fmla="*/ 2 h 2822"/>
                  <a:gd name="T10" fmla="*/ 0 w 796"/>
                  <a:gd name="T11" fmla="*/ 3 h 2822"/>
                  <a:gd name="T12" fmla="*/ 0 w 796"/>
                  <a:gd name="T13" fmla="*/ 3 h 2822"/>
                  <a:gd name="T14" fmla="*/ 0 w 796"/>
                  <a:gd name="T15" fmla="*/ 4 h 2822"/>
                  <a:gd name="T16" fmla="*/ 0 w 796"/>
                  <a:gd name="T17" fmla="*/ 4 h 2822"/>
                  <a:gd name="T18" fmla="*/ 0 w 796"/>
                  <a:gd name="T19" fmla="*/ 4 h 2822"/>
                  <a:gd name="T20" fmla="*/ 1 w 796"/>
                  <a:gd name="T21" fmla="*/ 5 h 2822"/>
                  <a:gd name="T22" fmla="*/ 1 w 796"/>
                  <a:gd name="T23" fmla="*/ 5 h 2822"/>
                  <a:gd name="T24" fmla="*/ 0 w 796"/>
                  <a:gd name="T25" fmla="*/ 5 h 2822"/>
                  <a:gd name="T26" fmla="*/ 0 w 796"/>
                  <a:gd name="T27" fmla="*/ 5 h 2822"/>
                  <a:gd name="T28" fmla="*/ 1 w 796"/>
                  <a:gd name="T29" fmla="*/ 5 h 2822"/>
                  <a:gd name="T30" fmla="*/ 1 w 796"/>
                  <a:gd name="T31" fmla="*/ 5 h 2822"/>
                  <a:gd name="T32" fmla="*/ 1 w 796"/>
                  <a:gd name="T33" fmla="*/ 5 h 2822"/>
                  <a:gd name="T34" fmla="*/ 1 w 796"/>
                  <a:gd name="T35" fmla="*/ 5 h 2822"/>
                  <a:gd name="T36" fmla="*/ 1 w 796"/>
                  <a:gd name="T37" fmla="*/ 6 h 2822"/>
                  <a:gd name="T38" fmla="*/ 1 w 796"/>
                  <a:gd name="T39" fmla="*/ 6 h 2822"/>
                  <a:gd name="T40" fmla="*/ 1 w 796"/>
                  <a:gd name="T41" fmla="*/ 0 h 2822"/>
                  <a:gd name="T42" fmla="*/ 1 w 796"/>
                  <a:gd name="T43" fmla="*/ 0 h 28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796"/>
                  <a:gd name="T67" fmla="*/ 0 h 2822"/>
                  <a:gd name="T68" fmla="*/ 796 w 796"/>
                  <a:gd name="T69" fmla="*/ 2822 h 28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796" h="2822">
                    <a:moveTo>
                      <a:pt x="340" y="35"/>
                    </a:moveTo>
                    <a:lnTo>
                      <a:pt x="229" y="61"/>
                    </a:lnTo>
                    <a:lnTo>
                      <a:pt x="189" y="229"/>
                    </a:lnTo>
                    <a:lnTo>
                      <a:pt x="101" y="672"/>
                    </a:lnTo>
                    <a:lnTo>
                      <a:pt x="68" y="958"/>
                    </a:lnTo>
                    <a:lnTo>
                      <a:pt x="8" y="1285"/>
                    </a:lnTo>
                    <a:lnTo>
                      <a:pt x="0" y="1564"/>
                    </a:lnTo>
                    <a:lnTo>
                      <a:pt x="47" y="1778"/>
                    </a:lnTo>
                    <a:lnTo>
                      <a:pt x="54" y="1942"/>
                    </a:lnTo>
                    <a:lnTo>
                      <a:pt x="114" y="2062"/>
                    </a:lnTo>
                    <a:lnTo>
                      <a:pt x="340" y="2569"/>
                    </a:lnTo>
                    <a:lnTo>
                      <a:pt x="374" y="2608"/>
                    </a:lnTo>
                    <a:lnTo>
                      <a:pt x="248" y="2721"/>
                    </a:lnTo>
                    <a:lnTo>
                      <a:pt x="275" y="2747"/>
                    </a:lnTo>
                    <a:lnTo>
                      <a:pt x="413" y="2661"/>
                    </a:lnTo>
                    <a:lnTo>
                      <a:pt x="497" y="2670"/>
                    </a:lnTo>
                    <a:lnTo>
                      <a:pt x="569" y="2707"/>
                    </a:lnTo>
                    <a:lnTo>
                      <a:pt x="674" y="2701"/>
                    </a:lnTo>
                    <a:lnTo>
                      <a:pt x="720" y="2788"/>
                    </a:lnTo>
                    <a:lnTo>
                      <a:pt x="796" y="2822"/>
                    </a:lnTo>
                    <a:lnTo>
                      <a:pt x="787" y="0"/>
                    </a:lnTo>
                    <a:lnTo>
                      <a:pt x="340" y="3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0" name="Freeform 53">
                <a:extLst>
                  <a:ext uri="{FF2B5EF4-FFF2-40B4-BE49-F238E27FC236}">
                    <a16:creationId xmlns:a16="http://schemas.microsoft.com/office/drawing/2014/main" id="{65FC5D62-3DC0-C242-93B9-9F7FAC07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09"/>
                <a:ext cx="128" cy="130"/>
              </a:xfrm>
              <a:custGeom>
                <a:avLst/>
                <a:gdLst>
                  <a:gd name="T0" fmla="*/ 2 w 1023"/>
                  <a:gd name="T1" fmla="*/ 0 h 1044"/>
                  <a:gd name="T2" fmla="*/ 2 w 1023"/>
                  <a:gd name="T3" fmla="*/ 0 h 1044"/>
                  <a:gd name="T4" fmla="*/ 2 w 1023"/>
                  <a:gd name="T5" fmla="*/ 0 h 1044"/>
                  <a:gd name="T6" fmla="*/ 2 w 1023"/>
                  <a:gd name="T7" fmla="*/ 0 h 1044"/>
                  <a:gd name="T8" fmla="*/ 1 w 1023"/>
                  <a:gd name="T9" fmla="*/ 0 h 1044"/>
                  <a:gd name="T10" fmla="*/ 1 w 1023"/>
                  <a:gd name="T11" fmla="*/ 0 h 1044"/>
                  <a:gd name="T12" fmla="*/ 1 w 1023"/>
                  <a:gd name="T13" fmla="*/ 0 h 1044"/>
                  <a:gd name="T14" fmla="*/ 1 w 1023"/>
                  <a:gd name="T15" fmla="*/ 0 h 1044"/>
                  <a:gd name="T16" fmla="*/ 1 w 1023"/>
                  <a:gd name="T17" fmla="*/ 0 h 1044"/>
                  <a:gd name="T18" fmla="*/ 1 w 1023"/>
                  <a:gd name="T19" fmla="*/ 0 h 1044"/>
                  <a:gd name="T20" fmla="*/ 1 w 1023"/>
                  <a:gd name="T21" fmla="*/ 0 h 1044"/>
                  <a:gd name="T22" fmla="*/ 1 w 1023"/>
                  <a:gd name="T23" fmla="*/ 1 h 1044"/>
                  <a:gd name="T24" fmla="*/ 0 w 1023"/>
                  <a:gd name="T25" fmla="*/ 1 h 1044"/>
                  <a:gd name="T26" fmla="*/ 0 w 1023"/>
                  <a:gd name="T27" fmla="*/ 1 h 1044"/>
                  <a:gd name="T28" fmla="*/ 0 w 1023"/>
                  <a:gd name="T29" fmla="*/ 1 h 1044"/>
                  <a:gd name="T30" fmla="*/ 0 w 1023"/>
                  <a:gd name="T31" fmla="*/ 1 h 1044"/>
                  <a:gd name="T32" fmla="*/ 0 w 1023"/>
                  <a:gd name="T33" fmla="*/ 1 h 1044"/>
                  <a:gd name="T34" fmla="*/ 0 w 1023"/>
                  <a:gd name="T35" fmla="*/ 1 h 1044"/>
                  <a:gd name="T36" fmla="*/ 0 w 1023"/>
                  <a:gd name="T37" fmla="*/ 2 h 1044"/>
                  <a:gd name="T38" fmla="*/ 0 w 1023"/>
                  <a:gd name="T39" fmla="*/ 2 h 1044"/>
                  <a:gd name="T40" fmla="*/ 2 w 1023"/>
                  <a:gd name="T41" fmla="*/ 2 h 1044"/>
                  <a:gd name="T42" fmla="*/ 2 w 1023"/>
                  <a:gd name="T43" fmla="*/ 0 h 10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023"/>
                  <a:gd name="T67" fmla="*/ 0 h 1044"/>
                  <a:gd name="T68" fmla="*/ 1023 w 1023"/>
                  <a:gd name="T69" fmla="*/ 1044 h 104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023" h="1044">
                    <a:moveTo>
                      <a:pt x="1023" y="0"/>
                    </a:moveTo>
                    <a:lnTo>
                      <a:pt x="945" y="5"/>
                    </a:lnTo>
                    <a:lnTo>
                      <a:pt x="867" y="11"/>
                    </a:lnTo>
                    <a:lnTo>
                      <a:pt x="791" y="27"/>
                    </a:lnTo>
                    <a:lnTo>
                      <a:pt x="714" y="46"/>
                    </a:lnTo>
                    <a:lnTo>
                      <a:pt x="639" y="71"/>
                    </a:lnTo>
                    <a:lnTo>
                      <a:pt x="569" y="104"/>
                    </a:lnTo>
                    <a:lnTo>
                      <a:pt x="500" y="138"/>
                    </a:lnTo>
                    <a:lnTo>
                      <a:pt x="433" y="181"/>
                    </a:lnTo>
                    <a:lnTo>
                      <a:pt x="371" y="228"/>
                    </a:lnTo>
                    <a:lnTo>
                      <a:pt x="311" y="279"/>
                    </a:lnTo>
                    <a:lnTo>
                      <a:pt x="258" y="334"/>
                    </a:lnTo>
                    <a:lnTo>
                      <a:pt x="208" y="394"/>
                    </a:lnTo>
                    <a:lnTo>
                      <a:pt x="162" y="458"/>
                    </a:lnTo>
                    <a:lnTo>
                      <a:pt x="120" y="525"/>
                    </a:lnTo>
                    <a:lnTo>
                      <a:pt x="85" y="594"/>
                    </a:lnTo>
                    <a:lnTo>
                      <a:pt x="55" y="666"/>
                    </a:lnTo>
                    <a:lnTo>
                      <a:pt x="30" y="742"/>
                    </a:lnTo>
                    <a:lnTo>
                      <a:pt x="11" y="818"/>
                    </a:lnTo>
                    <a:lnTo>
                      <a:pt x="0" y="864"/>
                    </a:lnTo>
                    <a:lnTo>
                      <a:pt x="1023" y="1044"/>
                    </a:lnTo>
                    <a:lnTo>
                      <a:pt x="102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1" name="Freeform 54">
                <a:extLst>
                  <a:ext uri="{FF2B5EF4-FFF2-40B4-BE49-F238E27FC236}">
                    <a16:creationId xmlns:a16="http://schemas.microsoft.com/office/drawing/2014/main" id="{911324D0-D164-AE44-AEC2-4BE57ED3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817"/>
                <a:ext cx="125" cy="48"/>
              </a:xfrm>
              <a:custGeom>
                <a:avLst/>
                <a:gdLst>
                  <a:gd name="T0" fmla="*/ 2 w 997"/>
                  <a:gd name="T1" fmla="*/ 0 h 378"/>
                  <a:gd name="T2" fmla="*/ 0 w 997"/>
                  <a:gd name="T3" fmla="*/ 1 h 378"/>
                  <a:gd name="T4" fmla="*/ 0 w 997"/>
                  <a:gd name="T5" fmla="*/ 0 h 378"/>
                  <a:gd name="T6" fmla="*/ 2 w 997"/>
                  <a:gd name="T7" fmla="*/ 0 h 37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7"/>
                  <a:gd name="T13" fmla="*/ 0 h 378"/>
                  <a:gd name="T14" fmla="*/ 997 w 997"/>
                  <a:gd name="T15" fmla="*/ 378 h 37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7" h="378">
                    <a:moveTo>
                      <a:pt x="997" y="175"/>
                    </a:moveTo>
                    <a:lnTo>
                      <a:pt x="0" y="378"/>
                    </a:lnTo>
                    <a:lnTo>
                      <a:pt x="0" y="0"/>
                    </a:lnTo>
                    <a:lnTo>
                      <a:pt x="997" y="175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2" name="Freeform 55">
                <a:extLst>
                  <a:ext uri="{FF2B5EF4-FFF2-40B4-BE49-F238E27FC236}">
                    <a16:creationId xmlns:a16="http://schemas.microsoft.com/office/drawing/2014/main" id="{CC98707F-F635-D34B-B24C-6FC67E80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839"/>
                <a:ext cx="119" cy="101"/>
              </a:xfrm>
              <a:custGeom>
                <a:avLst/>
                <a:gdLst>
                  <a:gd name="T0" fmla="*/ 2 w 954"/>
                  <a:gd name="T1" fmla="*/ 0 h 802"/>
                  <a:gd name="T2" fmla="*/ 0 w 954"/>
                  <a:gd name="T3" fmla="*/ 2 h 802"/>
                  <a:gd name="T4" fmla="*/ 0 w 954"/>
                  <a:gd name="T5" fmla="*/ 2 h 802"/>
                  <a:gd name="T6" fmla="*/ 0 w 954"/>
                  <a:gd name="T7" fmla="*/ 1 h 802"/>
                  <a:gd name="T8" fmla="*/ 0 w 954"/>
                  <a:gd name="T9" fmla="*/ 1 h 802"/>
                  <a:gd name="T10" fmla="*/ 0 w 954"/>
                  <a:gd name="T11" fmla="*/ 1 h 802"/>
                  <a:gd name="T12" fmla="*/ 0 w 954"/>
                  <a:gd name="T13" fmla="*/ 1 h 802"/>
                  <a:gd name="T14" fmla="*/ 0 w 954"/>
                  <a:gd name="T15" fmla="*/ 1 h 802"/>
                  <a:gd name="T16" fmla="*/ 0 w 954"/>
                  <a:gd name="T17" fmla="*/ 0 h 802"/>
                  <a:gd name="T18" fmla="*/ 2 w 954"/>
                  <a:gd name="T19" fmla="*/ 0 h 8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4"/>
                  <a:gd name="T31" fmla="*/ 0 h 802"/>
                  <a:gd name="T32" fmla="*/ 954 w 954"/>
                  <a:gd name="T33" fmla="*/ 802 h 80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4" h="802">
                    <a:moveTo>
                      <a:pt x="954" y="0"/>
                    </a:moveTo>
                    <a:lnTo>
                      <a:pt x="288" y="802"/>
                    </a:lnTo>
                    <a:lnTo>
                      <a:pt x="203" y="733"/>
                    </a:lnTo>
                    <a:lnTo>
                      <a:pt x="143" y="662"/>
                    </a:lnTo>
                    <a:lnTo>
                      <a:pt x="97" y="611"/>
                    </a:lnTo>
                    <a:lnTo>
                      <a:pt x="53" y="510"/>
                    </a:lnTo>
                    <a:lnTo>
                      <a:pt x="16" y="398"/>
                    </a:lnTo>
                    <a:lnTo>
                      <a:pt x="7" y="268"/>
                    </a:lnTo>
                    <a:lnTo>
                      <a:pt x="0" y="191"/>
                    </a:ln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0CC1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3" name="Freeform 56">
                <a:extLst>
                  <a:ext uri="{FF2B5EF4-FFF2-40B4-BE49-F238E27FC236}">
                    <a16:creationId xmlns:a16="http://schemas.microsoft.com/office/drawing/2014/main" id="{76A1920F-6ECE-814F-AE07-999EF5E3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839"/>
                <a:ext cx="123" cy="132"/>
              </a:xfrm>
              <a:custGeom>
                <a:avLst/>
                <a:gdLst>
                  <a:gd name="T0" fmla="*/ 1 w 982"/>
                  <a:gd name="T1" fmla="*/ 0 h 1051"/>
                  <a:gd name="T2" fmla="*/ 2 w 982"/>
                  <a:gd name="T3" fmla="*/ 2 h 1051"/>
                  <a:gd name="T4" fmla="*/ 2 w 982"/>
                  <a:gd name="T5" fmla="*/ 2 h 1051"/>
                  <a:gd name="T6" fmla="*/ 2 w 982"/>
                  <a:gd name="T7" fmla="*/ 2 h 1051"/>
                  <a:gd name="T8" fmla="*/ 1 w 982"/>
                  <a:gd name="T9" fmla="*/ 2 h 1051"/>
                  <a:gd name="T10" fmla="*/ 1 w 982"/>
                  <a:gd name="T11" fmla="*/ 2 h 1051"/>
                  <a:gd name="T12" fmla="*/ 1 w 982"/>
                  <a:gd name="T13" fmla="*/ 2 h 1051"/>
                  <a:gd name="T14" fmla="*/ 1 w 982"/>
                  <a:gd name="T15" fmla="*/ 2 h 1051"/>
                  <a:gd name="T16" fmla="*/ 0 w 982"/>
                  <a:gd name="T17" fmla="*/ 2 h 1051"/>
                  <a:gd name="T18" fmla="*/ 0 w 982"/>
                  <a:gd name="T19" fmla="*/ 2 h 1051"/>
                  <a:gd name="T20" fmla="*/ 0 w 982"/>
                  <a:gd name="T21" fmla="*/ 2 h 1051"/>
                  <a:gd name="T22" fmla="*/ 1 w 982"/>
                  <a:gd name="T23" fmla="*/ 0 h 10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2"/>
                  <a:gd name="T37" fmla="*/ 0 h 1051"/>
                  <a:gd name="T38" fmla="*/ 982 w 982"/>
                  <a:gd name="T39" fmla="*/ 1051 h 10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2" h="1051">
                    <a:moveTo>
                      <a:pt x="659" y="0"/>
                    </a:moveTo>
                    <a:lnTo>
                      <a:pt x="982" y="994"/>
                    </a:lnTo>
                    <a:lnTo>
                      <a:pt x="866" y="1028"/>
                    </a:lnTo>
                    <a:lnTo>
                      <a:pt x="765" y="1044"/>
                    </a:lnTo>
                    <a:lnTo>
                      <a:pt x="648" y="1051"/>
                    </a:lnTo>
                    <a:lnTo>
                      <a:pt x="505" y="1035"/>
                    </a:lnTo>
                    <a:lnTo>
                      <a:pt x="365" y="1000"/>
                    </a:lnTo>
                    <a:lnTo>
                      <a:pt x="238" y="959"/>
                    </a:lnTo>
                    <a:lnTo>
                      <a:pt x="132" y="899"/>
                    </a:lnTo>
                    <a:lnTo>
                      <a:pt x="51" y="846"/>
                    </a:lnTo>
                    <a:lnTo>
                      <a:pt x="0" y="807"/>
                    </a:lnTo>
                    <a:lnTo>
                      <a:pt x="659" y="0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4" name="Freeform 57">
                <a:extLst>
                  <a:ext uri="{FF2B5EF4-FFF2-40B4-BE49-F238E27FC236}">
                    <a16:creationId xmlns:a16="http://schemas.microsoft.com/office/drawing/2014/main" id="{7133188A-FC3C-914B-BFBD-4B72E1C6A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709"/>
                <a:ext cx="131" cy="254"/>
              </a:xfrm>
              <a:custGeom>
                <a:avLst/>
                <a:gdLst>
                  <a:gd name="T0" fmla="*/ 1 w 1047"/>
                  <a:gd name="T1" fmla="*/ 4 h 2038"/>
                  <a:gd name="T2" fmla="*/ 1 w 1047"/>
                  <a:gd name="T3" fmla="*/ 4 h 2038"/>
                  <a:gd name="T4" fmla="*/ 1 w 1047"/>
                  <a:gd name="T5" fmla="*/ 4 h 2038"/>
                  <a:gd name="T6" fmla="*/ 1 w 1047"/>
                  <a:gd name="T7" fmla="*/ 4 h 2038"/>
                  <a:gd name="T8" fmla="*/ 1 w 1047"/>
                  <a:gd name="T9" fmla="*/ 4 h 2038"/>
                  <a:gd name="T10" fmla="*/ 1 w 1047"/>
                  <a:gd name="T11" fmla="*/ 4 h 2038"/>
                  <a:gd name="T12" fmla="*/ 1 w 1047"/>
                  <a:gd name="T13" fmla="*/ 3 h 2038"/>
                  <a:gd name="T14" fmla="*/ 2 w 1047"/>
                  <a:gd name="T15" fmla="*/ 3 h 2038"/>
                  <a:gd name="T16" fmla="*/ 2 w 1047"/>
                  <a:gd name="T17" fmla="*/ 3 h 2038"/>
                  <a:gd name="T18" fmla="*/ 2 w 1047"/>
                  <a:gd name="T19" fmla="*/ 3 h 2038"/>
                  <a:gd name="T20" fmla="*/ 2 w 1047"/>
                  <a:gd name="T21" fmla="*/ 3 h 2038"/>
                  <a:gd name="T22" fmla="*/ 2 w 1047"/>
                  <a:gd name="T23" fmla="*/ 3 h 2038"/>
                  <a:gd name="T24" fmla="*/ 2 w 1047"/>
                  <a:gd name="T25" fmla="*/ 3 h 2038"/>
                  <a:gd name="T26" fmla="*/ 2 w 1047"/>
                  <a:gd name="T27" fmla="*/ 3 h 2038"/>
                  <a:gd name="T28" fmla="*/ 2 w 1047"/>
                  <a:gd name="T29" fmla="*/ 2 h 2038"/>
                  <a:gd name="T30" fmla="*/ 2 w 1047"/>
                  <a:gd name="T31" fmla="*/ 2 h 2038"/>
                  <a:gd name="T32" fmla="*/ 2 w 1047"/>
                  <a:gd name="T33" fmla="*/ 2 h 2038"/>
                  <a:gd name="T34" fmla="*/ 2 w 1047"/>
                  <a:gd name="T35" fmla="*/ 2 h 2038"/>
                  <a:gd name="T36" fmla="*/ 2 w 1047"/>
                  <a:gd name="T37" fmla="*/ 2 h 2038"/>
                  <a:gd name="T38" fmla="*/ 2 w 1047"/>
                  <a:gd name="T39" fmla="*/ 2 h 2038"/>
                  <a:gd name="T40" fmla="*/ 2 w 1047"/>
                  <a:gd name="T41" fmla="*/ 1 h 2038"/>
                  <a:gd name="T42" fmla="*/ 2 w 1047"/>
                  <a:gd name="T43" fmla="*/ 1 h 2038"/>
                  <a:gd name="T44" fmla="*/ 2 w 1047"/>
                  <a:gd name="T45" fmla="*/ 1 h 2038"/>
                  <a:gd name="T46" fmla="*/ 2 w 1047"/>
                  <a:gd name="T47" fmla="*/ 1 h 2038"/>
                  <a:gd name="T48" fmla="*/ 2 w 1047"/>
                  <a:gd name="T49" fmla="*/ 1 h 2038"/>
                  <a:gd name="T50" fmla="*/ 2 w 1047"/>
                  <a:gd name="T51" fmla="*/ 1 h 2038"/>
                  <a:gd name="T52" fmla="*/ 2 w 1047"/>
                  <a:gd name="T53" fmla="*/ 1 h 2038"/>
                  <a:gd name="T54" fmla="*/ 2 w 1047"/>
                  <a:gd name="T55" fmla="*/ 1 h 2038"/>
                  <a:gd name="T56" fmla="*/ 1 w 1047"/>
                  <a:gd name="T57" fmla="*/ 0 h 2038"/>
                  <a:gd name="T58" fmla="*/ 1 w 1047"/>
                  <a:gd name="T59" fmla="*/ 0 h 2038"/>
                  <a:gd name="T60" fmla="*/ 1 w 1047"/>
                  <a:gd name="T61" fmla="*/ 0 h 2038"/>
                  <a:gd name="T62" fmla="*/ 1 w 1047"/>
                  <a:gd name="T63" fmla="*/ 0 h 2038"/>
                  <a:gd name="T64" fmla="*/ 1 w 1047"/>
                  <a:gd name="T65" fmla="*/ 0 h 2038"/>
                  <a:gd name="T66" fmla="*/ 1 w 1047"/>
                  <a:gd name="T67" fmla="*/ 0 h 2038"/>
                  <a:gd name="T68" fmla="*/ 1 w 1047"/>
                  <a:gd name="T69" fmla="*/ 0 h 2038"/>
                  <a:gd name="T70" fmla="*/ 0 w 1047"/>
                  <a:gd name="T71" fmla="*/ 0 h 2038"/>
                  <a:gd name="T72" fmla="*/ 0 w 1047"/>
                  <a:gd name="T73" fmla="*/ 0 h 2038"/>
                  <a:gd name="T74" fmla="*/ 0 w 1047"/>
                  <a:gd name="T75" fmla="*/ 0 h 2038"/>
                  <a:gd name="T76" fmla="*/ 0 w 1047"/>
                  <a:gd name="T77" fmla="*/ 0 h 2038"/>
                  <a:gd name="T78" fmla="*/ 0 w 1047"/>
                  <a:gd name="T79" fmla="*/ 2 h 2038"/>
                  <a:gd name="T80" fmla="*/ 1 w 1047"/>
                  <a:gd name="T81" fmla="*/ 4 h 20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47"/>
                  <a:gd name="T124" fmla="*/ 0 h 2038"/>
                  <a:gd name="T125" fmla="*/ 1047 w 1047"/>
                  <a:gd name="T126" fmla="*/ 2038 h 20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47" h="2038">
                    <a:moveTo>
                      <a:pt x="323" y="2038"/>
                    </a:moveTo>
                    <a:lnTo>
                      <a:pt x="396" y="2012"/>
                    </a:lnTo>
                    <a:lnTo>
                      <a:pt x="468" y="1978"/>
                    </a:lnTo>
                    <a:lnTo>
                      <a:pt x="537" y="1941"/>
                    </a:lnTo>
                    <a:lnTo>
                      <a:pt x="605" y="1899"/>
                    </a:lnTo>
                    <a:lnTo>
                      <a:pt x="666" y="1851"/>
                    </a:lnTo>
                    <a:lnTo>
                      <a:pt x="726" y="1798"/>
                    </a:lnTo>
                    <a:lnTo>
                      <a:pt x="780" y="1741"/>
                    </a:lnTo>
                    <a:lnTo>
                      <a:pt x="831" y="1682"/>
                    </a:lnTo>
                    <a:lnTo>
                      <a:pt x="877" y="1616"/>
                    </a:lnTo>
                    <a:lnTo>
                      <a:pt x="916" y="1547"/>
                    </a:lnTo>
                    <a:lnTo>
                      <a:pt x="952" y="1477"/>
                    </a:lnTo>
                    <a:lnTo>
                      <a:pt x="983" y="1404"/>
                    </a:lnTo>
                    <a:lnTo>
                      <a:pt x="1007" y="1330"/>
                    </a:lnTo>
                    <a:lnTo>
                      <a:pt x="1024" y="1256"/>
                    </a:lnTo>
                    <a:lnTo>
                      <a:pt x="1038" y="1176"/>
                    </a:lnTo>
                    <a:lnTo>
                      <a:pt x="1047" y="1099"/>
                    </a:lnTo>
                    <a:lnTo>
                      <a:pt x="1047" y="1018"/>
                    </a:lnTo>
                    <a:lnTo>
                      <a:pt x="1042" y="941"/>
                    </a:lnTo>
                    <a:lnTo>
                      <a:pt x="1031" y="862"/>
                    </a:lnTo>
                    <a:lnTo>
                      <a:pt x="1013" y="785"/>
                    </a:lnTo>
                    <a:lnTo>
                      <a:pt x="992" y="710"/>
                    </a:lnTo>
                    <a:lnTo>
                      <a:pt x="962" y="638"/>
                    </a:lnTo>
                    <a:lnTo>
                      <a:pt x="930" y="565"/>
                    </a:lnTo>
                    <a:lnTo>
                      <a:pt x="890" y="495"/>
                    </a:lnTo>
                    <a:lnTo>
                      <a:pt x="847" y="431"/>
                    </a:lnTo>
                    <a:lnTo>
                      <a:pt x="798" y="369"/>
                    </a:lnTo>
                    <a:lnTo>
                      <a:pt x="745" y="311"/>
                    </a:lnTo>
                    <a:lnTo>
                      <a:pt x="688" y="258"/>
                    </a:lnTo>
                    <a:lnTo>
                      <a:pt x="627" y="207"/>
                    </a:lnTo>
                    <a:lnTo>
                      <a:pt x="561" y="163"/>
                    </a:lnTo>
                    <a:lnTo>
                      <a:pt x="492" y="124"/>
                    </a:lnTo>
                    <a:lnTo>
                      <a:pt x="422" y="88"/>
                    </a:lnTo>
                    <a:lnTo>
                      <a:pt x="350" y="60"/>
                    </a:lnTo>
                    <a:lnTo>
                      <a:pt x="273" y="36"/>
                    </a:lnTo>
                    <a:lnTo>
                      <a:pt x="196" y="18"/>
                    </a:lnTo>
                    <a:lnTo>
                      <a:pt x="119" y="7"/>
                    </a:lnTo>
                    <a:lnTo>
                      <a:pt x="40" y="2"/>
                    </a:lnTo>
                    <a:lnTo>
                      <a:pt x="0" y="0"/>
                    </a:lnTo>
                    <a:lnTo>
                      <a:pt x="0" y="1051"/>
                    </a:lnTo>
                    <a:lnTo>
                      <a:pt x="323" y="2038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5" name="Freeform 58">
                <a:extLst>
                  <a:ext uri="{FF2B5EF4-FFF2-40B4-BE49-F238E27FC236}">
                    <a16:creationId xmlns:a16="http://schemas.microsoft.com/office/drawing/2014/main" id="{D47C312E-C173-0641-BABE-66B57737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941"/>
                <a:ext cx="745" cy="526"/>
              </a:xfrm>
              <a:custGeom>
                <a:avLst/>
                <a:gdLst>
                  <a:gd name="T0" fmla="*/ 0 w 5964"/>
                  <a:gd name="T1" fmla="*/ 4 h 4208"/>
                  <a:gd name="T2" fmla="*/ 0 w 5964"/>
                  <a:gd name="T3" fmla="*/ 4 h 4208"/>
                  <a:gd name="T4" fmla="*/ 1 w 5964"/>
                  <a:gd name="T5" fmla="*/ 3 h 4208"/>
                  <a:gd name="T6" fmla="*/ 1 w 5964"/>
                  <a:gd name="T7" fmla="*/ 3 h 4208"/>
                  <a:gd name="T8" fmla="*/ 2 w 5964"/>
                  <a:gd name="T9" fmla="*/ 2 h 4208"/>
                  <a:gd name="T10" fmla="*/ 2 w 5964"/>
                  <a:gd name="T11" fmla="*/ 2 h 4208"/>
                  <a:gd name="T12" fmla="*/ 7 w 5964"/>
                  <a:gd name="T13" fmla="*/ 0 h 4208"/>
                  <a:gd name="T14" fmla="*/ 8 w 5964"/>
                  <a:gd name="T15" fmla="*/ 1 h 4208"/>
                  <a:gd name="T16" fmla="*/ 8 w 5964"/>
                  <a:gd name="T17" fmla="*/ 2 h 4208"/>
                  <a:gd name="T18" fmla="*/ 9 w 5964"/>
                  <a:gd name="T19" fmla="*/ 3 h 4208"/>
                  <a:gd name="T20" fmla="*/ 9 w 5964"/>
                  <a:gd name="T21" fmla="*/ 3 h 4208"/>
                  <a:gd name="T22" fmla="*/ 10 w 5964"/>
                  <a:gd name="T23" fmla="*/ 4 h 4208"/>
                  <a:gd name="T24" fmla="*/ 10 w 5964"/>
                  <a:gd name="T25" fmla="*/ 4 h 4208"/>
                  <a:gd name="T26" fmla="*/ 10 w 5964"/>
                  <a:gd name="T27" fmla="*/ 4 h 4208"/>
                  <a:gd name="T28" fmla="*/ 11 w 5964"/>
                  <a:gd name="T29" fmla="*/ 4 h 4208"/>
                  <a:gd name="T30" fmla="*/ 12 w 5964"/>
                  <a:gd name="T31" fmla="*/ 4 h 4208"/>
                  <a:gd name="T32" fmla="*/ 11 w 5964"/>
                  <a:gd name="T33" fmla="*/ 5 h 4208"/>
                  <a:gd name="T34" fmla="*/ 10 w 5964"/>
                  <a:gd name="T35" fmla="*/ 5 h 4208"/>
                  <a:gd name="T36" fmla="*/ 9 w 5964"/>
                  <a:gd name="T37" fmla="*/ 5 h 4208"/>
                  <a:gd name="T38" fmla="*/ 8 w 5964"/>
                  <a:gd name="T39" fmla="*/ 6 h 4208"/>
                  <a:gd name="T40" fmla="*/ 9 w 5964"/>
                  <a:gd name="T41" fmla="*/ 6 h 4208"/>
                  <a:gd name="T42" fmla="*/ 10 w 5964"/>
                  <a:gd name="T43" fmla="*/ 6 h 4208"/>
                  <a:gd name="T44" fmla="*/ 10 w 5964"/>
                  <a:gd name="T45" fmla="*/ 6 h 4208"/>
                  <a:gd name="T46" fmla="*/ 9 w 5964"/>
                  <a:gd name="T47" fmla="*/ 7 h 4208"/>
                  <a:gd name="T48" fmla="*/ 9 w 5964"/>
                  <a:gd name="T49" fmla="*/ 8 h 4208"/>
                  <a:gd name="T50" fmla="*/ 8 w 5964"/>
                  <a:gd name="T51" fmla="*/ 8 h 4208"/>
                  <a:gd name="T52" fmla="*/ 0 w 5964"/>
                  <a:gd name="T53" fmla="*/ 8 h 4208"/>
                  <a:gd name="T54" fmla="*/ 0 w 5964"/>
                  <a:gd name="T55" fmla="*/ 4 h 4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964"/>
                  <a:gd name="T85" fmla="*/ 0 h 4208"/>
                  <a:gd name="T86" fmla="*/ 5964 w 5964"/>
                  <a:gd name="T87" fmla="*/ 4208 h 420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964" h="4208">
                    <a:moveTo>
                      <a:pt x="0" y="2163"/>
                    </a:moveTo>
                    <a:lnTo>
                      <a:pt x="182" y="1829"/>
                    </a:lnTo>
                    <a:lnTo>
                      <a:pt x="401" y="1532"/>
                    </a:lnTo>
                    <a:lnTo>
                      <a:pt x="632" y="1287"/>
                    </a:lnTo>
                    <a:lnTo>
                      <a:pt x="839" y="1160"/>
                    </a:lnTo>
                    <a:lnTo>
                      <a:pt x="1215" y="1197"/>
                    </a:lnTo>
                    <a:lnTo>
                      <a:pt x="3447" y="0"/>
                    </a:lnTo>
                    <a:lnTo>
                      <a:pt x="4181" y="349"/>
                    </a:lnTo>
                    <a:lnTo>
                      <a:pt x="4387" y="837"/>
                    </a:lnTo>
                    <a:lnTo>
                      <a:pt x="4620" y="1699"/>
                    </a:lnTo>
                    <a:lnTo>
                      <a:pt x="4893" y="1699"/>
                    </a:lnTo>
                    <a:lnTo>
                      <a:pt x="5033" y="1762"/>
                    </a:lnTo>
                    <a:lnTo>
                      <a:pt x="5060" y="1854"/>
                    </a:lnTo>
                    <a:lnTo>
                      <a:pt x="5319" y="1829"/>
                    </a:lnTo>
                    <a:lnTo>
                      <a:pt x="5733" y="1893"/>
                    </a:lnTo>
                    <a:lnTo>
                      <a:pt x="5964" y="2163"/>
                    </a:lnTo>
                    <a:lnTo>
                      <a:pt x="5913" y="2523"/>
                    </a:lnTo>
                    <a:lnTo>
                      <a:pt x="5370" y="2547"/>
                    </a:lnTo>
                    <a:lnTo>
                      <a:pt x="4673" y="2650"/>
                    </a:lnTo>
                    <a:lnTo>
                      <a:pt x="4324" y="2857"/>
                    </a:lnTo>
                    <a:lnTo>
                      <a:pt x="4687" y="2857"/>
                    </a:lnTo>
                    <a:lnTo>
                      <a:pt x="4943" y="2831"/>
                    </a:lnTo>
                    <a:lnTo>
                      <a:pt x="5007" y="3154"/>
                    </a:lnTo>
                    <a:lnTo>
                      <a:pt x="4880" y="3385"/>
                    </a:lnTo>
                    <a:lnTo>
                      <a:pt x="4530" y="4053"/>
                    </a:lnTo>
                    <a:lnTo>
                      <a:pt x="4194" y="4208"/>
                    </a:lnTo>
                    <a:lnTo>
                      <a:pt x="0" y="4208"/>
                    </a:lnTo>
                    <a:lnTo>
                      <a:pt x="0" y="2163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6" name="Freeform 59">
                <a:extLst>
                  <a:ext uri="{FF2B5EF4-FFF2-40B4-BE49-F238E27FC236}">
                    <a16:creationId xmlns:a16="http://schemas.microsoft.com/office/drawing/2014/main" id="{9B60C939-B8DD-184C-891F-CE030848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33"/>
                <a:ext cx="93" cy="196"/>
              </a:xfrm>
              <a:custGeom>
                <a:avLst/>
                <a:gdLst>
                  <a:gd name="T0" fmla="*/ 0 w 745"/>
                  <a:gd name="T1" fmla="*/ 0 h 1567"/>
                  <a:gd name="T2" fmla="*/ 0 w 745"/>
                  <a:gd name="T3" fmla="*/ 1 h 1567"/>
                  <a:gd name="T4" fmla="*/ 0 w 745"/>
                  <a:gd name="T5" fmla="*/ 1 h 1567"/>
                  <a:gd name="T6" fmla="*/ 1 w 745"/>
                  <a:gd name="T7" fmla="*/ 2 h 1567"/>
                  <a:gd name="T8" fmla="*/ 1 w 745"/>
                  <a:gd name="T9" fmla="*/ 2 h 1567"/>
                  <a:gd name="T10" fmla="*/ 1 w 745"/>
                  <a:gd name="T11" fmla="*/ 3 h 1567"/>
                  <a:gd name="T12" fmla="*/ 1 w 745"/>
                  <a:gd name="T13" fmla="*/ 1 h 1567"/>
                  <a:gd name="T14" fmla="*/ 1 w 745"/>
                  <a:gd name="T15" fmla="*/ 1 h 1567"/>
                  <a:gd name="T16" fmla="*/ 1 w 745"/>
                  <a:gd name="T17" fmla="*/ 0 h 1567"/>
                  <a:gd name="T18" fmla="*/ 0 w 745"/>
                  <a:gd name="T19" fmla="*/ 0 h 1567"/>
                  <a:gd name="T20" fmla="*/ 0 w 745"/>
                  <a:gd name="T21" fmla="*/ 0 h 15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45"/>
                  <a:gd name="T34" fmla="*/ 0 h 1567"/>
                  <a:gd name="T35" fmla="*/ 745 w 745"/>
                  <a:gd name="T36" fmla="*/ 1567 h 156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45" h="1567">
                    <a:moveTo>
                      <a:pt x="0" y="122"/>
                    </a:moveTo>
                    <a:lnTo>
                      <a:pt x="111" y="306"/>
                    </a:lnTo>
                    <a:lnTo>
                      <a:pt x="243" y="554"/>
                    </a:lnTo>
                    <a:lnTo>
                      <a:pt x="323" y="798"/>
                    </a:lnTo>
                    <a:lnTo>
                      <a:pt x="441" y="1127"/>
                    </a:lnTo>
                    <a:lnTo>
                      <a:pt x="560" y="1567"/>
                    </a:lnTo>
                    <a:lnTo>
                      <a:pt x="745" y="600"/>
                    </a:lnTo>
                    <a:lnTo>
                      <a:pt x="619" y="455"/>
                    </a:lnTo>
                    <a:lnTo>
                      <a:pt x="335" y="168"/>
                    </a:lnTo>
                    <a:lnTo>
                      <a:pt x="79" y="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7" name="Freeform 60">
                <a:extLst>
                  <a:ext uri="{FF2B5EF4-FFF2-40B4-BE49-F238E27FC236}">
                    <a16:creationId xmlns:a16="http://schemas.microsoft.com/office/drawing/2014/main" id="{C66B5CF5-6686-DD40-B036-DB2549CD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966"/>
                <a:ext cx="47" cy="169"/>
              </a:xfrm>
              <a:custGeom>
                <a:avLst/>
                <a:gdLst>
                  <a:gd name="T0" fmla="*/ 0 w 376"/>
                  <a:gd name="T1" fmla="*/ 0 h 1353"/>
                  <a:gd name="T2" fmla="*/ 0 w 376"/>
                  <a:gd name="T3" fmla="*/ 0 h 1353"/>
                  <a:gd name="T4" fmla="*/ 0 w 376"/>
                  <a:gd name="T5" fmla="*/ 1 h 1353"/>
                  <a:gd name="T6" fmla="*/ 0 w 376"/>
                  <a:gd name="T7" fmla="*/ 1 h 1353"/>
                  <a:gd name="T8" fmla="*/ 0 w 376"/>
                  <a:gd name="T9" fmla="*/ 2 h 1353"/>
                  <a:gd name="T10" fmla="*/ 1 w 376"/>
                  <a:gd name="T11" fmla="*/ 2 h 1353"/>
                  <a:gd name="T12" fmla="*/ 1 w 376"/>
                  <a:gd name="T13" fmla="*/ 3 h 1353"/>
                  <a:gd name="T14" fmla="*/ 1 w 376"/>
                  <a:gd name="T15" fmla="*/ 2 h 1353"/>
                  <a:gd name="T16" fmla="*/ 1 w 376"/>
                  <a:gd name="T17" fmla="*/ 1 h 1353"/>
                  <a:gd name="T18" fmla="*/ 0 w 376"/>
                  <a:gd name="T19" fmla="*/ 0 h 1353"/>
                  <a:gd name="T20" fmla="*/ 0 w 376"/>
                  <a:gd name="T21" fmla="*/ 0 h 13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6"/>
                  <a:gd name="T34" fmla="*/ 0 h 1353"/>
                  <a:gd name="T35" fmla="*/ 376 w 376"/>
                  <a:gd name="T36" fmla="*/ 1353 h 135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6" h="1353">
                    <a:moveTo>
                      <a:pt x="0" y="162"/>
                    </a:moveTo>
                    <a:lnTo>
                      <a:pt x="73" y="274"/>
                    </a:lnTo>
                    <a:lnTo>
                      <a:pt x="158" y="484"/>
                    </a:lnTo>
                    <a:lnTo>
                      <a:pt x="184" y="648"/>
                    </a:lnTo>
                    <a:lnTo>
                      <a:pt x="205" y="892"/>
                    </a:lnTo>
                    <a:lnTo>
                      <a:pt x="224" y="1162"/>
                    </a:lnTo>
                    <a:lnTo>
                      <a:pt x="290" y="1353"/>
                    </a:lnTo>
                    <a:lnTo>
                      <a:pt x="376" y="900"/>
                    </a:lnTo>
                    <a:lnTo>
                      <a:pt x="362" y="373"/>
                    </a:lnTo>
                    <a:lnTo>
                      <a:pt x="90" y="0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8" name="Freeform 61">
                <a:extLst>
                  <a:ext uri="{FF2B5EF4-FFF2-40B4-BE49-F238E27FC236}">
                    <a16:creationId xmlns:a16="http://schemas.microsoft.com/office/drawing/2014/main" id="{4C04C8D9-A528-014D-A184-F68CFDB0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012"/>
                <a:ext cx="26" cy="167"/>
              </a:xfrm>
              <a:custGeom>
                <a:avLst/>
                <a:gdLst>
                  <a:gd name="T0" fmla="*/ 0 w 204"/>
                  <a:gd name="T1" fmla="*/ 0 h 1343"/>
                  <a:gd name="T2" fmla="*/ 0 w 204"/>
                  <a:gd name="T3" fmla="*/ 0 h 1343"/>
                  <a:gd name="T4" fmla="*/ 0 w 204"/>
                  <a:gd name="T5" fmla="*/ 0 h 1343"/>
                  <a:gd name="T6" fmla="*/ 0 w 204"/>
                  <a:gd name="T7" fmla="*/ 0 h 1343"/>
                  <a:gd name="T8" fmla="*/ 0 w 204"/>
                  <a:gd name="T9" fmla="*/ 1 h 1343"/>
                  <a:gd name="T10" fmla="*/ 0 w 204"/>
                  <a:gd name="T11" fmla="*/ 1 h 1343"/>
                  <a:gd name="T12" fmla="*/ 0 w 204"/>
                  <a:gd name="T13" fmla="*/ 2 h 1343"/>
                  <a:gd name="T14" fmla="*/ 0 w 204"/>
                  <a:gd name="T15" fmla="*/ 2 h 1343"/>
                  <a:gd name="T16" fmla="*/ 0 w 204"/>
                  <a:gd name="T17" fmla="*/ 2 h 1343"/>
                  <a:gd name="T18" fmla="*/ 0 w 204"/>
                  <a:gd name="T19" fmla="*/ 3 h 1343"/>
                  <a:gd name="T20" fmla="*/ 0 w 204"/>
                  <a:gd name="T21" fmla="*/ 2 h 1343"/>
                  <a:gd name="T22" fmla="*/ 0 w 204"/>
                  <a:gd name="T23" fmla="*/ 2 h 1343"/>
                  <a:gd name="T24" fmla="*/ 0 w 204"/>
                  <a:gd name="T25" fmla="*/ 1 h 1343"/>
                  <a:gd name="T26" fmla="*/ 0 w 204"/>
                  <a:gd name="T27" fmla="*/ 1 h 1343"/>
                  <a:gd name="T28" fmla="*/ 0 w 204"/>
                  <a:gd name="T29" fmla="*/ 0 h 1343"/>
                  <a:gd name="T30" fmla="*/ 0 w 204"/>
                  <a:gd name="T31" fmla="*/ 0 h 1343"/>
                  <a:gd name="T32" fmla="*/ 0 w 204"/>
                  <a:gd name="T33" fmla="*/ 0 h 1343"/>
                  <a:gd name="T34" fmla="*/ 0 w 204"/>
                  <a:gd name="T35" fmla="*/ 0 h 1343"/>
                  <a:gd name="T36" fmla="*/ 0 w 204"/>
                  <a:gd name="T37" fmla="*/ 0 h 1343"/>
                  <a:gd name="T38" fmla="*/ 0 w 204"/>
                  <a:gd name="T39" fmla="*/ 0 h 13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4"/>
                  <a:gd name="T61" fmla="*/ 0 h 1343"/>
                  <a:gd name="T62" fmla="*/ 204 w 204"/>
                  <a:gd name="T63" fmla="*/ 1343 h 134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4" h="1343">
                    <a:moveTo>
                      <a:pt x="79" y="0"/>
                    </a:moveTo>
                    <a:lnTo>
                      <a:pt x="79" y="46"/>
                    </a:lnTo>
                    <a:lnTo>
                      <a:pt x="72" y="106"/>
                    </a:lnTo>
                    <a:lnTo>
                      <a:pt x="40" y="183"/>
                    </a:lnTo>
                    <a:lnTo>
                      <a:pt x="26" y="462"/>
                    </a:lnTo>
                    <a:lnTo>
                      <a:pt x="33" y="683"/>
                    </a:lnTo>
                    <a:lnTo>
                      <a:pt x="0" y="875"/>
                    </a:lnTo>
                    <a:lnTo>
                      <a:pt x="40" y="1086"/>
                    </a:lnTo>
                    <a:lnTo>
                      <a:pt x="0" y="1191"/>
                    </a:lnTo>
                    <a:lnTo>
                      <a:pt x="79" y="1343"/>
                    </a:lnTo>
                    <a:lnTo>
                      <a:pt x="132" y="1224"/>
                    </a:lnTo>
                    <a:lnTo>
                      <a:pt x="185" y="941"/>
                    </a:lnTo>
                    <a:lnTo>
                      <a:pt x="204" y="666"/>
                    </a:lnTo>
                    <a:lnTo>
                      <a:pt x="192" y="482"/>
                    </a:lnTo>
                    <a:lnTo>
                      <a:pt x="165" y="291"/>
                    </a:lnTo>
                    <a:lnTo>
                      <a:pt x="197" y="183"/>
                    </a:lnTo>
                    <a:lnTo>
                      <a:pt x="204" y="158"/>
                    </a:lnTo>
                    <a:lnTo>
                      <a:pt x="192" y="79"/>
                    </a:lnTo>
                    <a:lnTo>
                      <a:pt x="139" y="19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09" name="Freeform 62">
                <a:extLst>
                  <a:ext uri="{FF2B5EF4-FFF2-40B4-BE49-F238E27FC236}">
                    <a16:creationId xmlns:a16="http://schemas.microsoft.com/office/drawing/2014/main" id="{2F95134C-09CB-E64E-B6F7-113A40A7A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096"/>
                <a:ext cx="44" cy="205"/>
              </a:xfrm>
              <a:custGeom>
                <a:avLst/>
                <a:gdLst>
                  <a:gd name="T0" fmla="*/ 0 w 350"/>
                  <a:gd name="T1" fmla="*/ 0 h 1637"/>
                  <a:gd name="T2" fmla="*/ 0 w 350"/>
                  <a:gd name="T3" fmla="*/ 0 h 1637"/>
                  <a:gd name="T4" fmla="*/ 0 w 350"/>
                  <a:gd name="T5" fmla="*/ 0 h 1637"/>
                  <a:gd name="T6" fmla="*/ 0 w 350"/>
                  <a:gd name="T7" fmla="*/ 1 h 1637"/>
                  <a:gd name="T8" fmla="*/ 0 w 350"/>
                  <a:gd name="T9" fmla="*/ 1 h 1637"/>
                  <a:gd name="T10" fmla="*/ 0 w 350"/>
                  <a:gd name="T11" fmla="*/ 1 h 1637"/>
                  <a:gd name="T12" fmla="*/ 0 w 350"/>
                  <a:gd name="T13" fmla="*/ 1 h 1637"/>
                  <a:gd name="T14" fmla="*/ 0 w 350"/>
                  <a:gd name="T15" fmla="*/ 2 h 1637"/>
                  <a:gd name="T16" fmla="*/ 0 w 350"/>
                  <a:gd name="T17" fmla="*/ 2 h 1637"/>
                  <a:gd name="T18" fmla="*/ 0 w 350"/>
                  <a:gd name="T19" fmla="*/ 2 h 1637"/>
                  <a:gd name="T20" fmla="*/ 0 w 350"/>
                  <a:gd name="T21" fmla="*/ 3 h 1637"/>
                  <a:gd name="T22" fmla="*/ 0 w 350"/>
                  <a:gd name="T23" fmla="*/ 3 h 1637"/>
                  <a:gd name="T24" fmla="*/ 1 w 350"/>
                  <a:gd name="T25" fmla="*/ 3 h 1637"/>
                  <a:gd name="T26" fmla="*/ 1 w 350"/>
                  <a:gd name="T27" fmla="*/ 3 h 1637"/>
                  <a:gd name="T28" fmla="*/ 1 w 350"/>
                  <a:gd name="T29" fmla="*/ 3 h 1637"/>
                  <a:gd name="T30" fmla="*/ 1 w 350"/>
                  <a:gd name="T31" fmla="*/ 3 h 1637"/>
                  <a:gd name="T32" fmla="*/ 1 w 350"/>
                  <a:gd name="T33" fmla="*/ 0 h 1637"/>
                  <a:gd name="T34" fmla="*/ 0 w 350"/>
                  <a:gd name="T35" fmla="*/ 0 h 1637"/>
                  <a:gd name="T36" fmla="*/ 0 w 350"/>
                  <a:gd name="T37" fmla="*/ 0 h 1637"/>
                  <a:gd name="T38" fmla="*/ 0 w 350"/>
                  <a:gd name="T39" fmla="*/ 0 h 16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50"/>
                  <a:gd name="T61" fmla="*/ 0 h 1637"/>
                  <a:gd name="T62" fmla="*/ 350 w 350"/>
                  <a:gd name="T63" fmla="*/ 1637 h 16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50" h="1637">
                    <a:moveTo>
                      <a:pt x="108" y="18"/>
                    </a:moveTo>
                    <a:lnTo>
                      <a:pt x="119" y="77"/>
                    </a:lnTo>
                    <a:lnTo>
                      <a:pt x="86" y="156"/>
                    </a:lnTo>
                    <a:lnTo>
                      <a:pt x="119" y="341"/>
                    </a:lnTo>
                    <a:lnTo>
                      <a:pt x="132" y="387"/>
                    </a:lnTo>
                    <a:lnTo>
                      <a:pt x="119" y="472"/>
                    </a:lnTo>
                    <a:lnTo>
                      <a:pt x="86" y="608"/>
                    </a:lnTo>
                    <a:lnTo>
                      <a:pt x="73" y="781"/>
                    </a:lnTo>
                    <a:lnTo>
                      <a:pt x="0" y="947"/>
                    </a:lnTo>
                    <a:lnTo>
                      <a:pt x="73" y="1222"/>
                    </a:lnTo>
                    <a:lnTo>
                      <a:pt x="126" y="1301"/>
                    </a:lnTo>
                    <a:lnTo>
                      <a:pt x="218" y="1452"/>
                    </a:lnTo>
                    <a:lnTo>
                      <a:pt x="231" y="1615"/>
                    </a:lnTo>
                    <a:lnTo>
                      <a:pt x="277" y="1637"/>
                    </a:lnTo>
                    <a:lnTo>
                      <a:pt x="350" y="1615"/>
                    </a:lnTo>
                    <a:lnTo>
                      <a:pt x="350" y="1242"/>
                    </a:lnTo>
                    <a:lnTo>
                      <a:pt x="271" y="176"/>
                    </a:lnTo>
                    <a:lnTo>
                      <a:pt x="194" y="57"/>
                    </a:lnTo>
                    <a:lnTo>
                      <a:pt x="113" y="0"/>
                    </a:lnTo>
                    <a:lnTo>
                      <a:pt x="108" y="18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0" name="Freeform 63">
                <a:extLst>
                  <a:ext uri="{FF2B5EF4-FFF2-40B4-BE49-F238E27FC236}">
                    <a16:creationId xmlns:a16="http://schemas.microsoft.com/office/drawing/2014/main" id="{38666D3B-823A-6241-9F4C-6947AE38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92"/>
                <a:ext cx="267" cy="72"/>
              </a:xfrm>
              <a:custGeom>
                <a:avLst/>
                <a:gdLst>
                  <a:gd name="T0" fmla="*/ 0 w 2136"/>
                  <a:gd name="T1" fmla="*/ 0 h 578"/>
                  <a:gd name="T2" fmla="*/ 0 w 2136"/>
                  <a:gd name="T3" fmla="*/ 0 h 578"/>
                  <a:gd name="T4" fmla="*/ 0 w 2136"/>
                  <a:gd name="T5" fmla="*/ 0 h 578"/>
                  <a:gd name="T6" fmla="*/ 0 w 2136"/>
                  <a:gd name="T7" fmla="*/ 1 h 578"/>
                  <a:gd name="T8" fmla="*/ 0 w 2136"/>
                  <a:gd name="T9" fmla="*/ 1 h 578"/>
                  <a:gd name="T10" fmla="*/ 0 w 2136"/>
                  <a:gd name="T11" fmla="*/ 1 h 578"/>
                  <a:gd name="T12" fmla="*/ 4 w 2136"/>
                  <a:gd name="T13" fmla="*/ 0 h 578"/>
                  <a:gd name="T14" fmla="*/ 3 w 2136"/>
                  <a:gd name="T15" fmla="*/ 0 h 578"/>
                  <a:gd name="T16" fmla="*/ 1 w 2136"/>
                  <a:gd name="T17" fmla="*/ 0 h 578"/>
                  <a:gd name="T18" fmla="*/ 1 w 2136"/>
                  <a:gd name="T19" fmla="*/ 0 h 578"/>
                  <a:gd name="T20" fmla="*/ 0 w 2136"/>
                  <a:gd name="T21" fmla="*/ 0 h 578"/>
                  <a:gd name="T22" fmla="*/ 0 w 2136"/>
                  <a:gd name="T23" fmla="*/ 0 h 5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6"/>
                  <a:gd name="T37" fmla="*/ 0 h 578"/>
                  <a:gd name="T38" fmla="*/ 2136 w 2136"/>
                  <a:gd name="T39" fmla="*/ 578 h 57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6" h="578">
                    <a:moveTo>
                      <a:pt x="0" y="6"/>
                    </a:moveTo>
                    <a:lnTo>
                      <a:pt x="31" y="138"/>
                    </a:lnTo>
                    <a:lnTo>
                      <a:pt x="45" y="248"/>
                    </a:lnTo>
                    <a:lnTo>
                      <a:pt x="45" y="393"/>
                    </a:lnTo>
                    <a:lnTo>
                      <a:pt x="38" y="507"/>
                    </a:lnTo>
                    <a:lnTo>
                      <a:pt x="24" y="578"/>
                    </a:lnTo>
                    <a:lnTo>
                      <a:pt x="2136" y="279"/>
                    </a:lnTo>
                    <a:lnTo>
                      <a:pt x="1274" y="83"/>
                    </a:lnTo>
                    <a:lnTo>
                      <a:pt x="259" y="171"/>
                    </a:lnTo>
                    <a:lnTo>
                      <a:pt x="229" y="64"/>
                    </a:lnTo>
                    <a:lnTo>
                      <a:pt x="189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1" name="Freeform 64">
                <a:extLst>
                  <a:ext uri="{FF2B5EF4-FFF2-40B4-BE49-F238E27FC236}">
                    <a16:creationId xmlns:a16="http://schemas.microsoft.com/office/drawing/2014/main" id="{0B3CD062-3A0D-4944-B6AE-00AA28729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396"/>
                <a:ext cx="319" cy="84"/>
              </a:xfrm>
              <a:custGeom>
                <a:avLst/>
                <a:gdLst>
                  <a:gd name="T0" fmla="*/ 0 w 2549"/>
                  <a:gd name="T1" fmla="*/ 1 h 673"/>
                  <a:gd name="T2" fmla="*/ 2 w 2549"/>
                  <a:gd name="T3" fmla="*/ 1 h 673"/>
                  <a:gd name="T4" fmla="*/ 5 w 2549"/>
                  <a:gd name="T5" fmla="*/ 0 h 673"/>
                  <a:gd name="T6" fmla="*/ 3 w 2549"/>
                  <a:gd name="T7" fmla="*/ 0 h 673"/>
                  <a:gd name="T8" fmla="*/ 0 w 2549"/>
                  <a:gd name="T9" fmla="*/ 0 h 673"/>
                  <a:gd name="T10" fmla="*/ 0 w 2549"/>
                  <a:gd name="T11" fmla="*/ 1 h 6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49"/>
                  <a:gd name="T19" fmla="*/ 0 h 673"/>
                  <a:gd name="T20" fmla="*/ 2549 w 2549"/>
                  <a:gd name="T21" fmla="*/ 673 h 6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49" h="673">
                    <a:moveTo>
                      <a:pt x="0" y="673"/>
                    </a:moveTo>
                    <a:lnTo>
                      <a:pt x="1083" y="673"/>
                    </a:lnTo>
                    <a:lnTo>
                      <a:pt x="2549" y="242"/>
                    </a:lnTo>
                    <a:lnTo>
                      <a:pt x="1423" y="0"/>
                    </a:lnTo>
                    <a:lnTo>
                      <a:pt x="116" y="279"/>
                    </a:lnTo>
                    <a:lnTo>
                      <a:pt x="0" y="6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2" name="Freeform 65">
                <a:extLst>
                  <a:ext uri="{FF2B5EF4-FFF2-40B4-BE49-F238E27FC236}">
                    <a16:creationId xmlns:a16="http://schemas.microsoft.com/office/drawing/2014/main" id="{B185732E-CC75-6E4D-BC50-B80B1ECB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187"/>
                <a:ext cx="231" cy="95"/>
              </a:xfrm>
              <a:custGeom>
                <a:avLst/>
                <a:gdLst>
                  <a:gd name="T0" fmla="*/ 2 w 1853"/>
                  <a:gd name="T1" fmla="*/ 1 h 763"/>
                  <a:gd name="T2" fmla="*/ 0 w 1853"/>
                  <a:gd name="T3" fmla="*/ 1 h 763"/>
                  <a:gd name="T4" fmla="*/ 0 w 1853"/>
                  <a:gd name="T5" fmla="*/ 1 h 763"/>
                  <a:gd name="T6" fmla="*/ 0 w 1853"/>
                  <a:gd name="T7" fmla="*/ 0 h 763"/>
                  <a:gd name="T8" fmla="*/ 0 w 1853"/>
                  <a:gd name="T9" fmla="*/ 0 h 763"/>
                  <a:gd name="T10" fmla="*/ 0 w 1853"/>
                  <a:gd name="T11" fmla="*/ 0 h 763"/>
                  <a:gd name="T12" fmla="*/ 1 w 1853"/>
                  <a:gd name="T13" fmla="*/ 0 h 763"/>
                  <a:gd name="T14" fmla="*/ 2 w 1853"/>
                  <a:gd name="T15" fmla="*/ 1 h 763"/>
                  <a:gd name="T16" fmla="*/ 4 w 1853"/>
                  <a:gd name="T17" fmla="*/ 1 h 763"/>
                  <a:gd name="T18" fmla="*/ 2 w 1853"/>
                  <a:gd name="T19" fmla="*/ 1 h 7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53"/>
                  <a:gd name="T31" fmla="*/ 0 h 763"/>
                  <a:gd name="T32" fmla="*/ 1853 w 1853"/>
                  <a:gd name="T33" fmla="*/ 763 h 7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53" h="763">
                    <a:moveTo>
                      <a:pt x="1291" y="763"/>
                    </a:moveTo>
                    <a:lnTo>
                      <a:pt x="0" y="681"/>
                    </a:lnTo>
                    <a:lnTo>
                      <a:pt x="117" y="396"/>
                    </a:lnTo>
                    <a:lnTo>
                      <a:pt x="90" y="191"/>
                    </a:lnTo>
                    <a:lnTo>
                      <a:pt x="27" y="70"/>
                    </a:lnTo>
                    <a:lnTo>
                      <a:pt x="275" y="0"/>
                    </a:lnTo>
                    <a:lnTo>
                      <a:pt x="607" y="268"/>
                    </a:lnTo>
                    <a:lnTo>
                      <a:pt x="906" y="337"/>
                    </a:lnTo>
                    <a:lnTo>
                      <a:pt x="1853" y="420"/>
                    </a:lnTo>
                    <a:lnTo>
                      <a:pt x="1291" y="7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3" name="Freeform 66">
                <a:extLst>
                  <a:ext uri="{FF2B5EF4-FFF2-40B4-BE49-F238E27FC236}">
                    <a16:creationId xmlns:a16="http://schemas.microsoft.com/office/drawing/2014/main" id="{7855C040-A114-A249-8AC5-B34824AE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139"/>
                <a:ext cx="112" cy="106"/>
              </a:xfrm>
              <a:custGeom>
                <a:avLst/>
                <a:gdLst>
                  <a:gd name="T0" fmla="*/ 0 w 893"/>
                  <a:gd name="T1" fmla="*/ 1 h 848"/>
                  <a:gd name="T2" fmla="*/ 0 w 893"/>
                  <a:gd name="T3" fmla="*/ 1 h 848"/>
                  <a:gd name="T4" fmla="*/ 0 w 893"/>
                  <a:gd name="T5" fmla="*/ 0 h 848"/>
                  <a:gd name="T6" fmla="*/ 0 w 893"/>
                  <a:gd name="T7" fmla="*/ 0 h 848"/>
                  <a:gd name="T8" fmla="*/ 0 w 893"/>
                  <a:gd name="T9" fmla="*/ 0 h 848"/>
                  <a:gd name="T10" fmla="*/ 1 w 893"/>
                  <a:gd name="T11" fmla="*/ 0 h 848"/>
                  <a:gd name="T12" fmla="*/ 1 w 893"/>
                  <a:gd name="T13" fmla="*/ 0 h 848"/>
                  <a:gd name="T14" fmla="*/ 1 w 893"/>
                  <a:gd name="T15" fmla="*/ 0 h 848"/>
                  <a:gd name="T16" fmla="*/ 1 w 893"/>
                  <a:gd name="T17" fmla="*/ 0 h 848"/>
                  <a:gd name="T18" fmla="*/ 1 w 893"/>
                  <a:gd name="T19" fmla="*/ 0 h 848"/>
                  <a:gd name="T20" fmla="*/ 1 w 893"/>
                  <a:gd name="T21" fmla="*/ 0 h 848"/>
                  <a:gd name="T22" fmla="*/ 1 w 893"/>
                  <a:gd name="T23" fmla="*/ 0 h 848"/>
                  <a:gd name="T24" fmla="*/ 1 w 893"/>
                  <a:gd name="T25" fmla="*/ 0 h 848"/>
                  <a:gd name="T26" fmla="*/ 1 w 893"/>
                  <a:gd name="T27" fmla="*/ 0 h 848"/>
                  <a:gd name="T28" fmla="*/ 1 w 893"/>
                  <a:gd name="T29" fmla="*/ 0 h 848"/>
                  <a:gd name="T30" fmla="*/ 1 w 893"/>
                  <a:gd name="T31" fmla="*/ 1 h 848"/>
                  <a:gd name="T32" fmla="*/ 1 w 893"/>
                  <a:gd name="T33" fmla="*/ 1 h 848"/>
                  <a:gd name="T34" fmla="*/ 1 w 893"/>
                  <a:gd name="T35" fmla="*/ 1 h 848"/>
                  <a:gd name="T36" fmla="*/ 1 w 893"/>
                  <a:gd name="T37" fmla="*/ 1 h 848"/>
                  <a:gd name="T38" fmla="*/ 2 w 893"/>
                  <a:gd name="T39" fmla="*/ 1 h 848"/>
                  <a:gd name="T40" fmla="*/ 2 w 893"/>
                  <a:gd name="T41" fmla="*/ 1 h 848"/>
                  <a:gd name="T42" fmla="*/ 2 w 893"/>
                  <a:gd name="T43" fmla="*/ 1 h 848"/>
                  <a:gd name="T44" fmla="*/ 2 w 893"/>
                  <a:gd name="T45" fmla="*/ 1 h 848"/>
                  <a:gd name="T46" fmla="*/ 2 w 893"/>
                  <a:gd name="T47" fmla="*/ 1 h 848"/>
                  <a:gd name="T48" fmla="*/ 2 w 893"/>
                  <a:gd name="T49" fmla="*/ 1 h 848"/>
                  <a:gd name="T50" fmla="*/ 2 w 893"/>
                  <a:gd name="T51" fmla="*/ 1 h 848"/>
                  <a:gd name="T52" fmla="*/ 2 w 893"/>
                  <a:gd name="T53" fmla="*/ 1 h 848"/>
                  <a:gd name="T54" fmla="*/ 2 w 893"/>
                  <a:gd name="T55" fmla="*/ 1 h 848"/>
                  <a:gd name="T56" fmla="*/ 1 w 893"/>
                  <a:gd name="T57" fmla="*/ 1 h 848"/>
                  <a:gd name="T58" fmla="*/ 1 w 893"/>
                  <a:gd name="T59" fmla="*/ 1 h 848"/>
                  <a:gd name="T60" fmla="*/ 1 w 893"/>
                  <a:gd name="T61" fmla="*/ 2 h 848"/>
                  <a:gd name="T62" fmla="*/ 1 w 893"/>
                  <a:gd name="T63" fmla="*/ 2 h 848"/>
                  <a:gd name="T64" fmla="*/ 1 w 893"/>
                  <a:gd name="T65" fmla="*/ 2 h 848"/>
                  <a:gd name="T66" fmla="*/ 1 w 893"/>
                  <a:gd name="T67" fmla="*/ 2 h 848"/>
                  <a:gd name="T68" fmla="*/ 1 w 893"/>
                  <a:gd name="T69" fmla="*/ 2 h 848"/>
                  <a:gd name="T70" fmla="*/ 0 w 893"/>
                  <a:gd name="T71" fmla="*/ 2 h 848"/>
                  <a:gd name="T72" fmla="*/ 0 w 893"/>
                  <a:gd name="T73" fmla="*/ 1 h 848"/>
                  <a:gd name="T74" fmla="*/ 0 w 893"/>
                  <a:gd name="T75" fmla="*/ 1 h 848"/>
                  <a:gd name="T76" fmla="*/ 0 w 893"/>
                  <a:gd name="T77" fmla="*/ 1 h 848"/>
                  <a:gd name="T78" fmla="*/ 0 w 893"/>
                  <a:gd name="T79" fmla="*/ 1 h 848"/>
                  <a:gd name="T80" fmla="*/ 0 w 893"/>
                  <a:gd name="T81" fmla="*/ 1 h 848"/>
                  <a:gd name="T82" fmla="*/ 0 w 893"/>
                  <a:gd name="T83" fmla="*/ 1 h 84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93"/>
                  <a:gd name="T127" fmla="*/ 0 h 848"/>
                  <a:gd name="T128" fmla="*/ 893 w 893"/>
                  <a:gd name="T129" fmla="*/ 848 h 84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93" h="848">
                    <a:moveTo>
                      <a:pt x="0" y="396"/>
                    </a:moveTo>
                    <a:lnTo>
                      <a:pt x="12" y="318"/>
                    </a:lnTo>
                    <a:lnTo>
                      <a:pt x="108" y="184"/>
                    </a:lnTo>
                    <a:lnTo>
                      <a:pt x="159" y="76"/>
                    </a:lnTo>
                    <a:lnTo>
                      <a:pt x="192" y="50"/>
                    </a:lnTo>
                    <a:lnTo>
                      <a:pt x="286" y="64"/>
                    </a:lnTo>
                    <a:lnTo>
                      <a:pt x="330" y="59"/>
                    </a:lnTo>
                    <a:lnTo>
                      <a:pt x="390" y="0"/>
                    </a:lnTo>
                    <a:lnTo>
                      <a:pt x="484" y="39"/>
                    </a:lnTo>
                    <a:lnTo>
                      <a:pt x="554" y="50"/>
                    </a:lnTo>
                    <a:lnTo>
                      <a:pt x="535" y="96"/>
                    </a:lnTo>
                    <a:lnTo>
                      <a:pt x="503" y="120"/>
                    </a:lnTo>
                    <a:lnTo>
                      <a:pt x="572" y="154"/>
                    </a:lnTo>
                    <a:lnTo>
                      <a:pt x="593" y="204"/>
                    </a:lnTo>
                    <a:lnTo>
                      <a:pt x="593" y="217"/>
                    </a:lnTo>
                    <a:lnTo>
                      <a:pt x="644" y="224"/>
                    </a:lnTo>
                    <a:lnTo>
                      <a:pt x="688" y="244"/>
                    </a:lnTo>
                    <a:lnTo>
                      <a:pt x="694" y="279"/>
                    </a:lnTo>
                    <a:lnTo>
                      <a:pt x="694" y="325"/>
                    </a:lnTo>
                    <a:lnTo>
                      <a:pt x="752" y="352"/>
                    </a:lnTo>
                    <a:lnTo>
                      <a:pt x="765" y="413"/>
                    </a:lnTo>
                    <a:lnTo>
                      <a:pt x="772" y="446"/>
                    </a:lnTo>
                    <a:lnTo>
                      <a:pt x="866" y="465"/>
                    </a:lnTo>
                    <a:lnTo>
                      <a:pt x="893" y="490"/>
                    </a:lnTo>
                    <a:lnTo>
                      <a:pt x="879" y="530"/>
                    </a:lnTo>
                    <a:lnTo>
                      <a:pt x="840" y="573"/>
                    </a:lnTo>
                    <a:lnTo>
                      <a:pt x="784" y="580"/>
                    </a:lnTo>
                    <a:lnTo>
                      <a:pt x="765" y="650"/>
                    </a:lnTo>
                    <a:lnTo>
                      <a:pt x="727" y="701"/>
                    </a:lnTo>
                    <a:lnTo>
                      <a:pt x="662" y="701"/>
                    </a:lnTo>
                    <a:lnTo>
                      <a:pt x="593" y="751"/>
                    </a:lnTo>
                    <a:lnTo>
                      <a:pt x="547" y="771"/>
                    </a:lnTo>
                    <a:lnTo>
                      <a:pt x="464" y="825"/>
                    </a:lnTo>
                    <a:lnTo>
                      <a:pt x="413" y="839"/>
                    </a:lnTo>
                    <a:lnTo>
                      <a:pt x="303" y="848"/>
                    </a:lnTo>
                    <a:lnTo>
                      <a:pt x="134" y="834"/>
                    </a:lnTo>
                    <a:lnTo>
                      <a:pt x="139" y="714"/>
                    </a:lnTo>
                    <a:lnTo>
                      <a:pt x="134" y="624"/>
                    </a:lnTo>
                    <a:lnTo>
                      <a:pt x="114" y="543"/>
                    </a:lnTo>
                    <a:lnTo>
                      <a:pt x="81" y="486"/>
                    </a:lnTo>
                    <a:lnTo>
                      <a:pt x="35" y="426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4" name="Freeform 67">
                <a:extLst>
                  <a:ext uri="{FF2B5EF4-FFF2-40B4-BE49-F238E27FC236}">
                    <a16:creationId xmlns:a16="http://schemas.microsoft.com/office/drawing/2014/main" id="{96FE40E8-F2DD-DA44-B976-C7E81A06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3253"/>
                <a:ext cx="97" cy="91"/>
              </a:xfrm>
              <a:custGeom>
                <a:avLst/>
                <a:gdLst>
                  <a:gd name="T0" fmla="*/ 0 w 771"/>
                  <a:gd name="T1" fmla="*/ 0 h 729"/>
                  <a:gd name="T2" fmla="*/ 1 w 771"/>
                  <a:gd name="T3" fmla="*/ 0 h 729"/>
                  <a:gd name="T4" fmla="*/ 1 w 771"/>
                  <a:gd name="T5" fmla="*/ 0 h 729"/>
                  <a:gd name="T6" fmla="*/ 1 w 771"/>
                  <a:gd name="T7" fmla="*/ 0 h 729"/>
                  <a:gd name="T8" fmla="*/ 1 w 771"/>
                  <a:gd name="T9" fmla="*/ 0 h 729"/>
                  <a:gd name="T10" fmla="*/ 2 w 771"/>
                  <a:gd name="T11" fmla="*/ 0 h 729"/>
                  <a:gd name="T12" fmla="*/ 2 w 771"/>
                  <a:gd name="T13" fmla="*/ 0 h 729"/>
                  <a:gd name="T14" fmla="*/ 2 w 771"/>
                  <a:gd name="T15" fmla="*/ 0 h 729"/>
                  <a:gd name="T16" fmla="*/ 2 w 771"/>
                  <a:gd name="T17" fmla="*/ 1 h 729"/>
                  <a:gd name="T18" fmla="*/ 2 w 771"/>
                  <a:gd name="T19" fmla="*/ 1 h 729"/>
                  <a:gd name="T20" fmla="*/ 2 w 771"/>
                  <a:gd name="T21" fmla="*/ 1 h 729"/>
                  <a:gd name="T22" fmla="*/ 2 w 771"/>
                  <a:gd name="T23" fmla="*/ 1 h 729"/>
                  <a:gd name="T24" fmla="*/ 2 w 771"/>
                  <a:gd name="T25" fmla="*/ 1 h 729"/>
                  <a:gd name="T26" fmla="*/ 1 w 771"/>
                  <a:gd name="T27" fmla="*/ 1 h 729"/>
                  <a:gd name="T28" fmla="*/ 1 w 771"/>
                  <a:gd name="T29" fmla="*/ 1 h 729"/>
                  <a:gd name="T30" fmla="*/ 1 w 771"/>
                  <a:gd name="T31" fmla="*/ 1 h 729"/>
                  <a:gd name="T32" fmla="*/ 1 w 771"/>
                  <a:gd name="T33" fmla="*/ 1 h 729"/>
                  <a:gd name="T34" fmla="*/ 1 w 771"/>
                  <a:gd name="T35" fmla="*/ 1 h 729"/>
                  <a:gd name="T36" fmla="*/ 1 w 771"/>
                  <a:gd name="T37" fmla="*/ 1 h 729"/>
                  <a:gd name="T38" fmla="*/ 0 w 771"/>
                  <a:gd name="T39" fmla="*/ 1 h 729"/>
                  <a:gd name="T40" fmla="*/ 0 w 771"/>
                  <a:gd name="T41" fmla="*/ 1 h 729"/>
                  <a:gd name="T42" fmla="*/ 0 w 771"/>
                  <a:gd name="T43" fmla="*/ 1 h 729"/>
                  <a:gd name="T44" fmla="*/ 0 w 771"/>
                  <a:gd name="T45" fmla="*/ 0 h 7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71"/>
                  <a:gd name="T70" fmla="*/ 0 h 729"/>
                  <a:gd name="T71" fmla="*/ 771 w 771"/>
                  <a:gd name="T72" fmla="*/ 729 h 72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71" h="729">
                    <a:moveTo>
                      <a:pt x="215" y="138"/>
                    </a:moveTo>
                    <a:lnTo>
                      <a:pt x="389" y="10"/>
                    </a:lnTo>
                    <a:lnTo>
                      <a:pt x="459" y="0"/>
                    </a:lnTo>
                    <a:lnTo>
                      <a:pt x="605" y="61"/>
                    </a:lnTo>
                    <a:lnTo>
                      <a:pt x="706" y="138"/>
                    </a:lnTo>
                    <a:lnTo>
                      <a:pt x="738" y="206"/>
                    </a:lnTo>
                    <a:lnTo>
                      <a:pt x="738" y="233"/>
                    </a:lnTo>
                    <a:lnTo>
                      <a:pt x="759" y="272"/>
                    </a:lnTo>
                    <a:lnTo>
                      <a:pt x="759" y="303"/>
                    </a:lnTo>
                    <a:lnTo>
                      <a:pt x="752" y="340"/>
                    </a:lnTo>
                    <a:lnTo>
                      <a:pt x="771" y="367"/>
                    </a:lnTo>
                    <a:lnTo>
                      <a:pt x="771" y="418"/>
                    </a:lnTo>
                    <a:lnTo>
                      <a:pt x="759" y="443"/>
                    </a:lnTo>
                    <a:lnTo>
                      <a:pt x="727" y="475"/>
                    </a:lnTo>
                    <a:lnTo>
                      <a:pt x="701" y="524"/>
                    </a:lnTo>
                    <a:lnTo>
                      <a:pt x="662" y="569"/>
                    </a:lnTo>
                    <a:lnTo>
                      <a:pt x="567" y="616"/>
                    </a:lnTo>
                    <a:lnTo>
                      <a:pt x="381" y="659"/>
                    </a:lnTo>
                    <a:lnTo>
                      <a:pt x="222" y="699"/>
                    </a:lnTo>
                    <a:lnTo>
                      <a:pt x="68" y="729"/>
                    </a:lnTo>
                    <a:lnTo>
                      <a:pt x="0" y="722"/>
                    </a:lnTo>
                    <a:lnTo>
                      <a:pt x="0" y="323"/>
                    </a:lnTo>
                    <a:lnTo>
                      <a:pt x="215" y="138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5" name="Freeform 68">
                <a:extLst>
                  <a:ext uri="{FF2B5EF4-FFF2-40B4-BE49-F238E27FC236}">
                    <a16:creationId xmlns:a16="http://schemas.microsoft.com/office/drawing/2014/main" id="{C45F443A-A170-E548-9DBE-652E3C82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354"/>
                <a:ext cx="121" cy="95"/>
              </a:xfrm>
              <a:custGeom>
                <a:avLst/>
                <a:gdLst>
                  <a:gd name="T0" fmla="*/ 0 w 965"/>
                  <a:gd name="T1" fmla="*/ 1 h 762"/>
                  <a:gd name="T2" fmla="*/ 0 w 965"/>
                  <a:gd name="T3" fmla="*/ 1 h 762"/>
                  <a:gd name="T4" fmla="*/ 0 w 965"/>
                  <a:gd name="T5" fmla="*/ 1 h 762"/>
                  <a:gd name="T6" fmla="*/ 1 w 965"/>
                  <a:gd name="T7" fmla="*/ 1 h 762"/>
                  <a:gd name="T8" fmla="*/ 1 w 965"/>
                  <a:gd name="T9" fmla="*/ 1 h 762"/>
                  <a:gd name="T10" fmla="*/ 1 w 965"/>
                  <a:gd name="T11" fmla="*/ 1 h 762"/>
                  <a:gd name="T12" fmla="*/ 1 w 965"/>
                  <a:gd name="T13" fmla="*/ 1 h 762"/>
                  <a:gd name="T14" fmla="*/ 1 w 965"/>
                  <a:gd name="T15" fmla="*/ 1 h 762"/>
                  <a:gd name="T16" fmla="*/ 2 w 965"/>
                  <a:gd name="T17" fmla="*/ 1 h 762"/>
                  <a:gd name="T18" fmla="*/ 2 w 965"/>
                  <a:gd name="T19" fmla="*/ 1 h 762"/>
                  <a:gd name="T20" fmla="*/ 2 w 965"/>
                  <a:gd name="T21" fmla="*/ 1 h 762"/>
                  <a:gd name="T22" fmla="*/ 2 w 965"/>
                  <a:gd name="T23" fmla="*/ 1 h 762"/>
                  <a:gd name="T24" fmla="*/ 2 w 965"/>
                  <a:gd name="T25" fmla="*/ 1 h 762"/>
                  <a:gd name="T26" fmla="*/ 2 w 965"/>
                  <a:gd name="T27" fmla="*/ 0 h 762"/>
                  <a:gd name="T28" fmla="*/ 2 w 965"/>
                  <a:gd name="T29" fmla="*/ 0 h 762"/>
                  <a:gd name="T30" fmla="*/ 2 w 965"/>
                  <a:gd name="T31" fmla="*/ 0 h 762"/>
                  <a:gd name="T32" fmla="*/ 1 w 965"/>
                  <a:gd name="T33" fmla="*/ 0 h 762"/>
                  <a:gd name="T34" fmla="*/ 1 w 965"/>
                  <a:gd name="T35" fmla="*/ 0 h 762"/>
                  <a:gd name="T36" fmla="*/ 1 w 965"/>
                  <a:gd name="T37" fmla="*/ 0 h 762"/>
                  <a:gd name="T38" fmla="*/ 0 w 965"/>
                  <a:gd name="T39" fmla="*/ 1 h 762"/>
                  <a:gd name="T40" fmla="*/ 0 w 965"/>
                  <a:gd name="T41" fmla="*/ 1 h 7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65"/>
                  <a:gd name="T64" fmla="*/ 0 h 762"/>
                  <a:gd name="T65" fmla="*/ 965 w 965"/>
                  <a:gd name="T66" fmla="*/ 762 h 76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65" h="762">
                    <a:moveTo>
                      <a:pt x="0" y="356"/>
                    </a:moveTo>
                    <a:lnTo>
                      <a:pt x="108" y="458"/>
                    </a:lnTo>
                    <a:lnTo>
                      <a:pt x="186" y="559"/>
                    </a:lnTo>
                    <a:lnTo>
                      <a:pt x="229" y="642"/>
                    </a:lnTo>
                    <a:lnTo>
                      <a:pt x="229" y="750"/>
                    </a:lnTo>
                    <a:lnTo>
                      <a:pt x="389" y="762"/>
                    </a:lnTo>
                    <a:lnTo>
                      <a:pt x="581" y="756"/>
                    </a:lnTo>
                    <a:lnTo>
                      <a:pt x="728" y="710"/>
                    </a:lnTo>
                    <a:lnTo>
                      <a:pt x="836" y="624"/>
                    </a:lnTo>
                    <a:lnTo>
                      <a:pt x="899" y="504"/>
                    </a:lnTo>
                    <a:lnTo>
                      <a:pt x="926" y="444"/>
                    </a:lnTo>
                    <a:lnTo>
                      <a:pt x="965" y="393"/>
                    </a:lnTo>
                    <a:lnTo>
                      <a:pt x="930" y="297"/>
                    </a:lnTo>
                    <a:lnTo>
                      <a:pt x="943" y="235"/>
                    </a:lnTo>
                    <a:lnTo>
                      <a:pt x="926" y="172"/>
                    </a:lnTo>
                    <a:lnTo>
                      <a:pt x="804" y="64"/>
                    </a:lnTo>
                    <a:lnTo>
                      <a:pt x="714" y="0"/>
                    </a:lnTo>
                    <a:lnTo>
                      <a:pt x="627" y="0"/>
                    </a:lnTo>
                    <a:lnTo>
                      <a:pt x="416" y="94"/>
                    </a:lnTo>
                    <a:lnTo>
                      <a:pt x="57" y="297"/>
                    </a:lnTo>
                    <a:lnTo>
                      <a:pt x="0" y="35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6" name="Freeform 69">
                <a:extLst>
                  <a:ext uri="{FF2B5EF4-FFF2-40B4-BE49-F238E27FC236}">
                    <a16:creationId xmlns:a16="http://schemas.microsoft.com/office/drawing/2014/main" id="{FD1BD62E-BB98-3142-92B6-7139AC16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847"/>
                <a:ext cx="155" cy="161"/>
              </a:xfrm>
              <a:custGeom>
                <a:avLst/>
                <a:gdLst>
                  <a:gd name="T0" fmla="*/ 2 w 1241"/>
                  <a:gd name="T1" fmla="*/ 0 h 1287"/>
                  <a:gd name="T2" fmla="*/ 2 w 1241"/>
                  <a:gd name="T3" fmla="*/ 0 h 1287"/>
                  <a:gd name="T4" fmla="*/ 2 w 1241"/>
                  <a:gd name="T5" fmla="*/ 1 h 1287"/>
                  <a:gd name="T6" fmla="*/ 2 w 1241"/>
                  <a:gd name="T7" fmla="*/ 1 h 1287"/>
                  <a:gd name="T8" fmla="*/ 2 w 1241"/>
                  <a:gd name="T9" fmla="*/ 1 h 1287"/>
                  <a:gd name="T10" fmla="*/ 2 w 1241"/>
                  <a:gd name="T11" fmla="*/ 1 h 1287"/>
                  <a:gd name="T12" fmla="*/ 2 w 1241"/>
                  <a:gd name="T13" fmla="*/ 1 h 1287"/>
                  <a:gd name="T14" fmla="*/ 2 w 1241"/>
                  <a:gd name="T15" fmla="*/ 1 h 1287"/>
                  <a:gd name="T16" fmla="*/ 2 w 1241"/>
                  <a:gd name="T17" fmla="*/ 1 h 1287"/>
                  <a:gd name="T18" fmla="*/ 2 w 1241"/>
                  <a:gd name="T19" fmla="*/ 1 h 1287"/>
                  <a:gd name="T20" fmla="*/ 2 w 1241"/>
                  <a:gd name="T21" fmla="*/ 1 h 1287"/>
                  <a:gd name="T22" fmla="*/ 2 w 1241"/>
                  <a:gd name="T23" fmla="*/ 1 h 1287"/>
                  <a:gd name="T24" fmla="*/ 2 w 1241"/>
                  <a:gd name="T25" fmla="*/ 2 h 1287"/>
                  <a:gd name="T26" fmla="*/ 2 w 1241"/>
                  <a:gd name="T27" fmla="*/ 2 h 1287"/>
                  <a:gd name="T28" fmla="*/ 2 w 1241"/>
                  <a:gd name="T29" fmla="*/ 2 h 1287"/>
                  <a:gd name="T30" fmla="*/ 2 w 1241"/>
                  <a:gd name="T31" fmla="*/ 2 h 1287"/>
                  <a:gd name="T32" fmla="*/ 2 w 1241"/>
                  <a:gd name="T33" fmla="*/ 2 h 1287"/>
                  <a:gd name="T34" fmla="*/ 2 w 1241"/>
                  <a:gd name="T35" fmla="*/ 2 h 1287"/>
                  <a:gd name="T36" fmla="*/ 2 w 1241"/>
                  <a:gd name="T37" fmla="*/ 2 h 1287"/>
                  <a:gd name="T38" fmla="*/ 2 w 1241"/>
                  <a:gd name="T39" fmla="*/ 2 h 1287"/>
                  <a:gd name="T40" fmla="*/ 2 w 1241"/>
                  <a:gd name="T41" fmla="*/ 2 h 1287"/>
                  <a:gd name="T42" fmla="*/ 1 w 1241"/>
                  <a:gd name="T43" fmla="*/ 2 h 1287"/>
                  <a:gd name="T44" fmla="*/ 1 w 1241"/>
                  <a:gd name="T45" fmla="*/ 2 h 1287"/>
                  <a:gd name="T46" fmla="*/ 1 w 1241"/>
                  <a:gd name="T47" fmla="*/ 2 h 1287"/>
                  <a:gd name="T48" fmla="*/ 1 w 1241"/>
                  <a:gd name="T49" fmla="*/ 3 h 1287"/>
                  <a:gd name="T50" fmla="*/ 1 w 1241"/>
                  <a:gd name="T51" fmla="*/ 2 h 1287"/>
                  <a:gd name="T52" fmla="*/ 1 w 1241"/>
                  <a:gd name="T53" fmla="*/ 2 h 1287"/>
                  <a:gd name="T54" fmla="*/ 0 w 1241"/>
                  <a:gd name="T55" fmla="*/ 2 h 1287"/>
                  <a:gd name="T56" fmla="*/ 0 w 1241"/>
                  <a:gd name="T57" fmla="*/ 2 h 1287"/>
                  <a:gd name="T58" fmla="*/ 0 w 1241"/>
                  <a:gd name="T59" fmla="*/ 1 h 1287"/>
                  <a:gd name="T60" fmla="*/ 0 w 1241"/>
                  <a:gd name="T61" fmla="*/ 1 h 1287"/>
                  <a:gd name="T62" fmla="*/ 1 w 1241"/>
                  <a:gd name="T63" fmla="*/ 0 h 1287"/>
                  <a:gd name="T64" fmla="*/ 2 w 1241"/>
                  <a:gd name="T65" fmla="*/ 0 h 12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1"/>
                  <a:gd name="T100" fmla="*/ 0 h 1287"/>
                  <a:gd name="T101" fmla="*/ 1241 w 1241"/>
                  <a:gd name="T102" fmla="*/ 1287 h 128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1" h="1287">
                    <a:moveTo>
                      <a:pt x="1107" y="15"/>
                    </a:moveTo>
                    <a:lnTo>
                      <a:pt x="1139" y="152"/>
                    </a:lnTo>
                    <a:lnTo>
                      <a:pt x="1146" y="224"/>
                    </a:lnTo>
                    <a:lnTo>
                      <a:pt x="1139" y="270"/>
                    </a:lnTo>
                    <a:lnTo>
                      <a:pt x="1130" y="291"/>
                    </a:lnTo>
                    <a:lnTo>
                      <a:pt x="1149" y="337"/>
                    </a:lnTo>
                    <a:lnTo>
                      <a:pt x="1200" y="471"/>
                    </a:lnTo>
                    <a:lnTo>
                      <a:pt x="1241" y="552"/>
                    </a:lnTo>
                    <a:lnTo>
                      <a:pt x="1218" y="574"/>
                    </a:lnTo>
                    <a:lnTo>
                      <a:pt x="1134" y="567"/>
                    </a:lnTo>
                    <a:lnTo>
                      <a:pt x="1077" y="593"/>
                    </a:lnTo>
                    <a:lnTo>
                      <a:pt x="1097" y="679"/>
                    </a:lnTo>
                    <a:lnTo>
                      <a:pt x="989" y="745"/>
                    </a:lnTo>
                    <a:lnTo>
                      <a:pt x="976" y="761"/>
                    </a:lnTo>
                    <a:lnTo>
                      <a:pt x="1051" y="766"/>
                    </a:lnTo>
                    <a:lnTo>
                      <a:pt x="1051" y="798"/>
                    </a:lnTo>
                    <a:lnTo>
                      <a:pt x="1011" y="840"/>
                    </a:lnTo>
                    <a:lnTo>
                      <a:pt x="1049" y="945"/>
                    </a:lnTo>
                    <a:lnTo>
                      <a:pt x="1035" y="998"/>
                    </a:lnTo>
                    <a:lnTo>
                      <a:pt x="980" y="1026"/>
                    </a:lnTo>
                    <a:lnTo>
                      <a:pt x="835" y="1017"/>
                    </a:lnTo>
                    <a:lnTo>
                      <a:pt x="749" y="1017"/>
                    </a:lnTo>
                    <a:lnTo>
                      <a:pt x="558" y="1022"/>
                    </a:lnTo>
                    <a:lnTo>
                      <a:pt x="558" y="1191"/>
                    </a:lnTo>
                    <a:lnTo>
                      <a:pt x="466" y="1287"/>
                    </a:lnTo>
                    <a:lnTo>
                      <a:pt x="385" y="1218"/>
                    </a:lnTo>
                    <a:lnTo>
                      <a:pt x="293" y="1072"/>
                    </a:lnTo>
                    <a:lnTo>
                      <a:pt x="220" y="1011"/>
                    </a:lnTo>
                    <a:lnTo>
                      <a:pt x="19" y="780"/>
                    </a:lnTo>
                    <a:lnTo>
                      <a:pt x="0" y="552"/>
                    </a:lnTo>
                    <a:lnTo>
                      <a:pt x="90" y="233"/>
                    </a:lnTo>
                    <a:lnTo>
                      <a:pt x="662" y="0"/>
                    </a:lnTo>
                    <a:lnTo>
                      <a:pt x="1107" y="1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7" name="Freeform 70">
                <a:extLst>
                  <a:ext uri="{FF2B5EF4-FFF2-40B4-BE49-F238E27FC236}">
                    <a16:creationId xmlns:a16="http://schemas.microsoft.com/office/drawing/2014/main" id="{FF135639-23E8-FC4C-995A-B9BA8979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775"/>
                <a:ext cx="227" cy="97"/>
              </a:xfrm>
              <a:custGeom>
                <a:avLst/>
                <a:gdLst>
                  <a:gd name="T0" fmla="*/ 3 w 1819"/>
                  <a:gd name="T1" fmla="*/ 1 h 778"/>
                  <a:gd name="T2" fmla="*/ 3 w 1819"/>
                  <a:gd name="T3" fmla="*/ 1 h 778"/>
                  <a:gd name="T4" fmla="*/ 3 w 1819"/>
                  <a:gd name="T5" fmla="*/ 1 h 778"/>
                  <a:gd name="T6" fmla="*/ 2 w 1819"/>
                  <a:gd name="T7" fmla="*/ 1 h 778"/>
                  <a:gd name="T8" fmla="*/ 0 w 1819"/>
                  <a:gd name="T9" fmla="*/ 1 h 778"/>
                  <a:gd name="T10" fmla="*/ 0 w 1819"/>
                  <a:gd name="T11" fmla="*/ 1 h 778"/>
                  <a:gd name="T12" fmla="*/ 0 w 1819"/>
                  <a:gd name="T13" fmla="*/ 1 h 778"/>
                  <a:gd name="T14" fmla="*/ 0 w 1819"/>
                  <a:gd name="T15" fmla="*/ 1 h 778"/>
                  <a:gd name="T16" fmla="*/ 0 w 1819"/>
                  <a:gd name="T17" fmla="*/ 1 h 778"/>
                  <a:gd name="T18" fmla="*/ 0 w 1819"/>
                  <a:gd name="T19" fmla="*/ 1 h 778"/>
                  <a:gd name="T20" fmla="*/ 0 w 1819"/>
                  <a:gd name="T21" fmla="*/ 0 h 778"/>
                  <a:gd name="T22" fmla="*/ 0 w 1819"/>
                  <a:gd name="T23" fmla="*/ 0 h 778"/>
                  <a:gd name="T24" fmla="*/ 1 w 1819"/>
                  <a:gd name="T25" fmla="*/ 0 h 778"/>
                  <a:gd name="T26" fmla="*/ 1 w 1819"/>
                  <a:gd name="T27" fmla="*/ 0 h 778"/>
                  <a:gd name="T28" fmla="*/ 1 w 1819"/>
                  <a:gd name="T29" fmla="*/ 0 h 778"/>
                  <a:gd name="T30" fmla="*/ 1 w 1819"/>
                  <a:gd name="T31" fmla="*/ 0 h 778"/>
                  <a:gd name="T32" fmla="*/ 1 w 1819"/>
                  <a:gd name="T33" fmla="*/ 0 h 778"/>
                  <a:gd name="T34" fmla="*/ 2 w 1819"/>
                  <a:gd name="T35" fmla="*/ 0 h 778"/>
                  <a:gd name="T36" fmla="*/ 2 w 1819"/>
                  <a:gd name="T37" fmla="*/ 0 h 778"/>
                  <a:gd name="T38" fmla="*/ 2 w 1819"/>
                  <a:gd name="T39" fmla="*/ 0 h 778"/>
                  <a:gd name="T40" fmla="*/ 3 w 1819"/>
                  <a:gd name="T41" fmla="*/ 0 h 778"/>
                  <a:gd name="T42" fmla="*/ 3 w 1819"/>
                  <a:gd name="T43" fmla="*/ 0 h 778"/>
                  <a:gd name="T44" fmla="*/ 3 w 1819"/>
                  <a:gd name="T45" fmla="*/ 1 h 778"/>
                  <a:gd name="T46" fmla="*/ 3 w 1819"/>
                  <a:gd name="T47" fmla="*/ 1 h 778"/>
                  <a:gd name="T48" fmla="*/ 3 w 1819"/>
                  <a:gd name="T49" fmla="*/ 1 h 778"/>
                  <a:gd name="T50" fmla="*/ 3 w 1819"/>
                  <a:gd name="T51" fmla="*/ 1 h 778"/>
                  <a:gd name="T52" fmla="*/ 3 w 1819"/>
                  <a:gd name="T53" fmla="*/ 1 h 7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819"/>
                  <a:gd name="T82" fmla="*/ 0 h 778"/>
                  <a:gd name="T83" fmla="*/ 1819 w 1819"/>
                  <a:gd name="T84" fmla="*/ 778 h 77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819" h="778">
                    <a:moveTo>
                      <a:pt x="1819" y="461"/>
                    </a:moveTo>
                    <a:lnTo>
                      <a:pt x="1784" y="507"/>
                    </a:lnTo>
                    <a:lnTo>
                      <a:pt x="1732" y="518"/>
                    </a:lnTo>
                    <a:lnTo>
                      <a:pt x="997" y="624"/>
                    </a:lnTo>
                    <a:lnTo>
                      <a:pt x="120" y="778"/>
                    </a:lnTo>
                    <a:lnTo>
                      <a:pt x="0" y="696"/>
                    </a:lnTo>
                    <a:lnTo>
                      <a:pt x="10" y="604"/>
                    </a:lnTo>
                    <a:lnTo>
                      <a:pt x="21" y="574"/>
                    </a:lnTo>
                    <a:lnTo>
                      <a:pt x="95" y="481"/>
                    </a:lnTo>
                    <a:lnTo>
                      <a:pt x="155" y="378"/>
                    </a:lnTo>
                    <a:lnTo>
                      <a:pt x="210" y="262"/>
                    </a:lnTo>
                    <a:lnTo>
                      <a:pt x="254" y="211"/>
                    </a:lnTo>
                    <a:lnTo>
                      <a:pt x="314" y="110"/>
                    </a:lnTo>
                    <a:lnTo>
                      <a:pt x="344" y="68"/>
                    </a:lnTo>
                    <a:lnTo>
                      <a:pt x="432" y="13"/>
                    </a:lnTo>
                    <a:lnTo>
                      <a:pt x="531" y="13"/>
                    </a:lnTo>
                    <a:lnTo>
                      <a:pt x="628" y="48"/>
                    </a:lnTo>
                    <a:lnTo>
                      <a:pt x="837" y="0"/>
                    </a:lnTo>
                    <a:lnTo>
                      <a:pt x="1033" y="68"/>
                    </a:lnTo>
                    <a:lnTo>
                      <a:pt x="1202" y="129"/>
                    </a:lnTo>
                    <a:lnTo>
                      <a:pt x="1393" y="170"/>
                    </a:lnTo>
                    <a:lnTo>
                      <a:pt x="1520" y="219"/>
                    </a:lnTo>
                    <a:lnTo>
                      <a:pt x="1639" y="304"/>
                    </a:lnTo>
                    <a:lnTo>
                      <a:pt x="1711" y="385"/>
                    </a:lnTo>
                    <a:lnTo>
                      <a:pt x="1762" y="437"/>
                    </a:lnTo>
                    <a:lnTo>
                      <a:pt x="1804" y="446"/>
                    </a:lnTo>
                    <a:lnTo>
                      <a:pt x="1819" y="461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8" name="Freeform 71">
                <a:extLst>
                  <a:ext uri="{FF2B5EF4-FFF2-40B4-BE49-F238E27FC236}">
                    <a16:creationId xmlns:a16="http://schemas.microsoft.com/office/drawing/2014/main" id="{033C99BF-1496-1944-A949-A8EF77FD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853"/>
                <a:ext cx="170" cy="244"/>
              </a:xfrm>
              <a:custGeom>
                <a:avLst/>
                <a:gdLst>
                  <a:gd name="T0" fmla="*/ 0 w 1365"/>
                  <a:gd name="T1" fmla="*/ 0 h 1951"/>
                  <a:gd name="T2" fmla="*/ 0 w 1365"/>
                  <a:gd name="T3" fmla="*/ 0 h 1951"/>
                  <a:gd name="T4" fmla="*/ 1 w 1365"/>
                  <a:gd name="T5" fmla="*/ 0 h 1951"/>
                  <a:gd name="T6" fmla="*/ 1 w 1365"/>
                  <a:gd name="T7" fmla="*/ 0 h 1951"/>
                  <a:gd name="T8" fmla="*/ 2 w 1365"/>
                  <a:gd name="T9" fmla="*/ 0 h 1951"/>
                  <a:gd name="T10" fmla="*/ 2 w 1365"/>
                  <a:gd name="T11" fmla="*/ 1 h 1951"/>
                  <a:gd name="T12" fmla="*/ 2 w 1365"/>
                  <a:gd name="T13" fmla="*/ 1 h 1951"/>
                  <a:gd name="T14" fmla="*/ 2 w 1365"/>
                  <a:gd name="T15" fmla="*/ 1 h 1951"/>
                  <a:gd name="T16" fmla="*/ 2 w 1365"/>
                  <a:gd name="T17" fmla="*/ 1 h 1951"/>
                  <a:gd name="T18" fmla="*/ 2 w 1365"/>
                  <a:gd name="T19" fmla="*/ 1 h 1951"/>
                  <a:gd name="T20" fmla="*/ 2 w 1365"/>
                  <a:gd name="T21" fmla="*/ 2 h 1951"/>
                  <a:gd name="T22" fmla="*/ 3 w 1365"/>
                  <a:gd name="T23" fmla="*/ 2 h 1951"/>
                  <a:gd name="T24" fmla="*/ 3 w 1365"/>
                  <a:gd name="T25" fmla="*/ 2 h 1951"/>
                  <a:gd name="T26" fmla="*/ 3 w 1365"/>
                  <a:gd name="T27" fmla="*/ 2 h 1951"/>
                  <a:gd name="T28" fmla="*/ 2 w 1365"/>
                  <a:gd name="T29" fmla="*/ 2 h 1951"/>
                  <a:gd name="T30" fmla="*/ 2 w 1365"/>
                  <a:gd name="T31" fmla="*/ 2 h 1951"/>
                  <a:gd name="T32" fmla="*/ 2 w 1365"/>
                  <a:gd name="T33" fmla="*/ 2 h 1951"/>
                  <a:gd name="T34" fmla="*/ 2 w 1365"/>
                  <a:gd name="T35" fmla="*/ 2 h 1951"/>
                  <a:gd name="T36" fmla="*/ 2 w 1365"/>
                  <a:gd name="T37" fmla="*/ 3 h 1951"/>
                  <a:gd name="T38" fmla="*/ 2 w 1365"/>
                  <a:gd name="T39" fmla="*/ 3 h 1951"/>
                  <a:gd name="T40" fmla="*/ 2 w 1365"/>
                  <a:gd name="T41" fmla="*/ 3 h 1951"/>
                  <a:gd name="T42" fmla="*/ 2 w 1365"/>
                  <a:gd name="T43" fmla="*/ 3 h 1951"/>
                  <a:gd name="T44" fmla="*/ 2 w 1365"/>
                  <a:gd name="T45" fmla="*/ 3 h 1951"/>
                  <a:gd name="T46" fmla="*/ 2 w 1365"/>
                  <a:gd name="T47" fmla="*/ 3 h 1951"/>
                  <a:gd name="T48" fmla="*/ 2 w 1365"/>
                  <a:gd name="T49" fmla="*/ 3 h 1951"/>
                  <a:gd name="T50" fmla="*/ 2 w 1365"/>
                  <a:gd name="T51" fmla="*/ 3 h 1951"/>
                  <a:gd name="T52" fmla="*/ 2 w 1365"/>
                  <a:gd name="T53" fmla="*/ 3 h 1951"/>
                  <a:gd name="T54" fmla="*/ 2 w 1365"/>
                  <a:gd name="T55" fmla="*/ 3 h 1951"/>
                  <a:gd name="T56" fmla="*/ 1 w 1365"/>
                  <a:gd name="T57" fmla="*/ 3 h 1951"/>
                  <a:gd name="T58" fmla="*/ 1 w 1365"/>
                  <a:gd name="T59" fmla="*/ 4 h 1951"/>
                  <a:gd name="T60" fmla="*/ 1 w 1365"/>
                  <a:gd name="T61" fmla="*/ 4 h 1951"/>
                  <a:gd name="T62" fmla="*/ 1 w 1365"/>
                  <a:gd name="T63" fmla="*/ 4 h 1951"/>
                  <a:gd name="T64" fmla="*/ 1 w 1365"/>
                  <a:gd name="T65" fmla="*/ 4 h 1951"/>
                  <a:gd name="T66" fmla="*/ 1 w 1365"/>
                  <a:gd name="T67" fmla="*/ 3 h 1951"/>
                  <a:gd name="T68" fmla="*/ 0 w 1365"/>
                  <a:gd name="T69" fmla="*/ 3 h 1951"/>
                  <a:gd name="T70" fmla="*/ 0 w 1365"/>
                  <a:gd name="T71" fmla="*/ 3 h 1951"/>
                  <a:gd name="T72" fmla="*/ 0 w 1365"/>
                  <a:gd name="T73" fmla="*/ 3 h 1951"/>
                  <a:gd name="T74" fmla="*/ 0 w 1365"/>
                  <a:gd name="T75" fmla="*/ 2 h 1951"/>
                  <a:gd name="T76" fmla="*/ 0 w 1365"/>
                  <a:gd name="T77" fmla="*/ 1 h 1951"/>
                  <a:gd name="T78" fmla="*/ 1 w 1365"/>
                  <a:gd name="T79" fmla="*/ 1 h 1951"/>
                  <a:gd name="T80" fmla="*/ 1 w 1365"/>
                  <a:gd name="T81" fmla="*/ 1 h 1951"/>
                  <a:gd name="T82" fmla="*/ 1 w 1365"/>
                  <a:gd name="T83" fmla="*/ 1 h 1951"/>
                  <a:gd name="T84" fmla="*/ 1 w 1365"/>
                  <a:gd name="T85" fmla="*/ 1 h 1951"/>
                  <a:gd name="T86" fmla="*/ 1 w 1365"/>
                  <a:gd name="T87" fmla="*/ 1 h 1951"/>
                  <a:gd name="T88" fmla="*/ 1 w 1365"/>
                  <a:gd name="T89" fmla="*/ 1 h 1951"/>
                  <a:gd name="T90" fmla="*/ 0 w 1365"/>
                  <a:gd name="T91" fmla="*/ 1 h 1951"/>
                  <a:gd name="T92" fmla="*/ 0 w 1365"/>
                  <a:gd name="T93" fmla="*/ 0 h 195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365"/>
                  <a:gd name="T142" fmla="*/ 0 h 1951"/>
                  <a:gd name="T143" fmla="*/ 1365 w 1365"/>
                  <a:gd name="T144" fmla="*/ 1951 h 195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365" h="1951">
                    <a:moveTo>
                      <a:pt x="60" y="35"/>
                    </a:moveTo>
                    <a:lnTo>
                      <a:pt x="254" y="0"/>
                    </a:lnTo>
                    <a:lnTo>
                      <a:pt x="480" y="0"/>
                    </a:lnTo>
                    <a:lnTo>
                      <a:pt x="689" y="46"/>
                    </a:lnTo>
                    <a:lnTo>
                      <a:pt x="807" y="96"/>
                    </a:lnTo>
                    <a:lnTo>
                      <a:pt x="1043" y="300"/>
                    </a:lnTo>
                    <a:lnTo>
                      <a:pt x="1151" y="544"/>
                    </a:lnTo>
                    <a:lnTo>
                      <a:pt x="1155" y="599"/>
                    </a:lnTo>
                    <a:lnTo>
                      <a:pt x="1166" y="657"/>
                    </a:lnTo>
                    <a:lnTo>
                      <a:pt x="1151" y="707"/>
                    </a:lnTo>
                    <a:lnTo>
                      <a:pt x="1212" y="773"/>
                    </a:lnTo>
                    <a:lnTo>
                      <a:pt x="1365" y="993"/>
                    </a:lnTo>
                    <a:lnTo>
                      <a:pt x="1360" y="1039"/>
                    </a:lnTo>
                    <a:lnTo>
                      <a:pt x="1346" y="1070"/>
                    </a:lnTo>
                    <a:lnTo>
                      <a:pt x="1263" y="1074"/>
                    </a:lnTo>
                    <a:lnTo>
                      <a:pt x="1227" y="1074"/>
                    </a:lnTo>
                    <a:lnTo>
                      <a:pt x="1212" y="1136"/>
                    </a:lnTo>
                    <a:lnTo>
                      <a:pt x="1181" y="1232"/>
                    </a:lnTo>
                    <a:lnTo>
                      <a:pt x="1155" y="1254"/>
                    </a:lnTo>
                    <a:lnTo>
                      <a:pt x="1181" y="1309"/>
                    </a:lnTo>
                    <a:lnTo>
                      <a:pt x="1175" y="1355"/>
                    </a:lnTo>
                    <a:lnTo>
                      <a:pt x="1146" y="1374"/>
                    </a:lnTo>
                    <a:lnTo>
                      <a:pt x="1111" y="1397"/>
                    </a:lnTo>
                    <a:lnTo>
                      <a:pt x="1135" y="1478"/>
                    </a:lnTo>
                    <a:lnTo>
                      <a:pt x="1139" y="1568"/>
                    </a:lnTo>
                    <a:lnTo>
                      <a:pt x="1116" y="1619"/>
                    </a:lnTo>
                    <a:lnTo>
                      <a:pt x="1058" y="1630"/>
                    </a:lnTo>
                    <a:lnTo>
                      <a:pt x="950" y="1630"/>
                    </a:lnTo>
                    <a:lnTo>
                      <a:pt x="685" y="1646"/>
                    </a:lnTo>
                    <a:lnTo>
                      <a:pt x="614" y="1835"/>
                    </a:lnTo>
                    <a:lnTo>
                      <a:pt x="558" y="1951"/>
                    </a:lnTo>
                    <a:lnTo>
                      <a:pt x="518" y="1931"/>
                    </a:lnTo>
                    <a:lnTo>
                      <a:pt x="445" y="1839"/>
                    </a:lnTo>
                    <a:lnTo>
                      <a:pt x="362" y="1742"/>
                    </a:lnTo>
                    <a:lnTo>
                      <a:pt x="252" y="1646"/>
                    </a:lnTo>
                    <a:lnTo>
                      <a:pt x="138" y="1549"/>
                    </a:lnTo>
                    <a:lnTo>
                      <a:pt x="0" y="1467"/>
                    </a:lnTo>
                    <a:lnTo>
                      <a:pt x="50" y="989"/>
                    </a:lnTo>
                    <a:lnTo>
                      <a:pt x="180" y="687"/>
                    </a:lnTo>
                    <a:lnTo>
                      <a:pt x="316" y="676"/>
                    </a:lnTo>
                    <a:lnTo>
                      <a:pt x="424" y="636"/>
                    </a:lnTo>
                    <a:lnTo>
                      <a:pt x="485" y="597"/>
                    </a:lnTo>
                    <a:lnTo>
                      <a:pt x="518" y="537"/>
                    </a:lnTo>
                    <a:lnTo>
                      <a:pt x="531" y="482"/>
                    </a:lnTo>
                    <a:lnTo>
                      <a:pt x="491" y="401"/>
                    </a:lnTo>
                    <a:lnTo>
                      <a:pt x="173" y="270"/>
                    </a:lnTo>
                    <a:lnTo>
                      <a:pt x="60" y="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19" name="Freeform 72">
                <a:extLst>
                  <a:ext uri="{FF2B5EF4-FFF2-40B4-BE49-F238E27FC236}">
                    <a16:creationId xmlns:a16="http://schemas.microsoft.com/office/drawing/2014/main" id="{230784E4-DC92-E841-B5A7-CD818342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860"/>
                <a:ext cx="110" cy="80"/>
              </a:xfrm>
              <a:custGeom>
                <a:avLst/>
                <a:gdLst>
                  <a:gd name="T0" fmla="*/ 1 w 874"/>
                  <a:gd name="T1" fmla="*/ 0 h 639"/>
                  <a:gd name="T2" fmla="*/ 1 w 874"/>
                  <a:gd name="T3" fmla="*/ 0 h 639"/>
                  <a:gd name="T4" fmla="*/ 1 w 874"/>
                  <a:gd name="T5" fmla="*/ 0 h 639"/>
                  <a:gd name="T6" fmla="*/ 1 w 874"/>
                  <a:gd name="T7" fmla="*/ 0 h 639"/>
                  <a:gd name="T8" fmla="*/ 1 w 874"/>
                  <a:gd name="T9" fmla="*/ 1 h 639"/>
                  <a:gd name="T10" fmla="*/ 2 w 874"/>
                  <a:gd name="T11" fmla="*/ 1 h 639"/>
                  <a:gd name="T12" fmla="*/ 2 w 874"/>
                  <a:gd name="T13" fmla="*/ 1 h 639"/>
                  <a:gd name="T14" fmla="*/ 2 w 874"/>
                  <a:gd name="T15" fmla="*/ 1 h 639"/>
                  <a:gd name="T16" fmla="*/ 2 w 874"/>
                  <a:gd name="T17" fmla="*/ 1 h 639"/>
                  <a:gd name="T18" fmla="*/ 2 w 874"/>
                  <a:gd name="T19" fmla="*/ 1 h 639"/>
                  <a:gd name="T20" fmla="*/ 2 w 874"/>
                  <a:gd name="T21" fmla="*/ 1 h 639"/>
                  <a:gd name="T22" fmla="*/ 1 w 874"/>
                  <a:gd name="T23" fmla="*/ 1 h 639"/>
                  <a:gd name="T24" fmla="*/ 1 w 874"/>
                  <a:gd name="T25" fmla="*/ 1 h 639"/>
                  <a:gd name="T26" fmla="*/ 1 w 874"/>
                  <a:gd name="T27" fmla="*/ 1 h 639"/>
                  <a:gd name="T28" fmla="*/ 0 w 874"/>
                  <a:gd name="T29" fmla="*/ 1 h 639"/>
                  <a:gd name="T30" fmla="*/ 0 w 874"/>
                  <a:gd name="T31" fmla="*/ 1 h 639"/>
                  <a:gd name="T32" fmla="*/ 0 w 874"/>
                  <a:gd name="T33" fmla="*/ 1 h 639"/>
                  <a:gd name="T34" fmla="*/ 0 w 874"/>
                  <a:gd name="T35" fmla="*/ 0 h 639"/>
                  <a:gd name="T36" fmla="*/ 0 w 874"/>
                  <a:gd name="T37" fmla="*/ 0 h 639"/>
                  <a:gd name="T38" fmla="*/ 0 w 874"/>
                  <a:gd name="T39" fmla="*/ 0 h 639"/>
                  <a:gd name="T40" fmla="*/ 0 w 874"/>
                  <a:gd name="T41" fmla="*/ 0 h 639"/>
                  <a:gd name="T42" fmla="*/ 1 w 874"/>
                  <a:gd name="T43" fmla="*/ 0 h 639"/>
                  <a:gd name="T44" fmla="*/ 1 w 874"/>
                  <a:gd name="T45" fmla="*/ 0 h 639"/>
                  <a:gd name="T46" fmla="*/ 1 w 874"/>
                  <a:gd name="T47" fmla="*/ 0 h 639"/>
                  <a:gd name="T48" fmla="*/ 1 w 874"/>
                  <a:gd name="T49" fmla="*/ 0 h 6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74"/>
                  <a:gd name="T76" fmla="*/ 0 h 639"/>
                  <a:gd name="T77" fmla="*/ 874 w 874"/>
                  <a:gd name="T78" fmla="*/ 639 h 63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74" h="639">
                    <a:moveTo>
                      <a:pt x="404" y="0"/>
                    </a:moveTo>
                    <a:lnTo>
                      <a:pt x="444" y="35"/>
                    </a:lnTo>
                    <a:lnTo>
                      <a:pt x="486" y="107"/>
                    </a:lnTo>
                    <a:lnTo>
                      <a:pt x="539" y="184"/>
                    </a:lnTo>
                    <a:lnTo>
                      <a:pt x="600" y="235"/>
                    </a:lnTo>
                    <a:lnTo>
                      <a:pt x="736" y="289"/>
                    </a:lnTo>
                    <a:lnTo>
                      <a:pt x="828" y="342"/>
                    </a:lnTo>
                    <a:lnTo>
                      <a:pt x="855" y="392"/>
                    </a:lnTo>
                    <a:lnTo>
                      <a:pt x="874" y="480"/>
                    </a:lnTo>
                    <a:lnTo>
                      <a:pt x="813" y="570"/>
                    </a:lnTo>
                    <a:lnTo>
                      <a:pt x="758" y="613"/>
                    </a:lnTo>
                    <a:lnTo>
                      <a:pt x="664" y="639"/>
                    </a:lnTo>
                    <a:lnTo>
                      <a:pt x="574" y="628"/>
                    </a:lnTo>
                    <a:lnTo>
                      <a:pt x="459" y="597"/>
                    </a:lnTo>
                    <a:lnTo>
                      <a:pt x="200" y="473"/>
                    </a:lnTo>
                    <a:lnTo>
                      <a:pt x="0" y="342"/>
                    </a:lnTo>
                    <a:lnTo>
                      <a:pt x="20" y="261"/>
                    </a:lnTo>
                    <a:lnTo>
                      <a:pt x="55" y="208"/>
                    </a:lnTo>
                    <a:lnTo>
                      <a:pt x="112" y="169"/>
                    </a:lnTo>
                    <a:lnTo>
                      <a:pt x="173" y="118"/>
                    </a:lnTo>
                    <a:lnTo>
                      <a:pt x="213" y="61"/>
                    </a:lnTo>
                    <a:lnTo>
                      <a:pt x="255" y="41"/>
                    </a:lnTo>
                    <a:lnTo>
                      <a:pt x="321" y="14"/>
                    </a:lnTo>
                    <a:lnTo>
                      <a:pt x="389" y="0"/>
                    </a:lnTo>
                    <a:lnTo>
                      <a:pt x="40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0" name="Freeform 73">
                <a:extLst>
                  <a:ext uri="{FF2B5EF4-FFF2-40B4-BE49-F238E27FC236}">
                    <a16:creationId xmlns:a16="http://schemas.microsoft.com/office/drawing/2014/main" id="{3746C359-A3C1-4E46-8F2C-A3D659EC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876"/>
                <a:ext cx="108" cy="64"/>
              </a:xfrm>
              <a:custGeom>
                <a:avLst/>
                <a:gdLst>
                  <a:gd name="T0" fmla="*/ 2 w 858"/>
                  <a:gd name="T1" fmla="*/ 1 h 512"/>
                  <a:gd name="T2" fmla="*/ 2 w 858"/>
                  <a:gd name="T3" fmla="*/ 1 h 512"/>
                  <a:gd name="T4" fmla="*/ 1 w 858"/>
                  <a:gd name="T5" fmla="*/ 1 h 512"/>
                  <a:gd name="T6" fmla="*/ 1 w 858"/>
                  <a:gd name="T7" fmla="*/ 1 h 512"/>
                  <a:gd name="T8" fmla="*/ 1 w 858"/>
                  <a:gd name="T9" fmla="*/ 1 h 512"/>
                  <a:gd name="T10" fmla="*/ 1 w 858"/>
                  <a:gd name="T11" fmla="*/ 1 h 512"/>
                  <a:gd name="T12" fmla="*/ 2 w 858"/>
                  <a:gd name="T13" fmla="*/ 1 h 512"/>
                  <a:gd name="T14" fmla="*/ 2 w 858"/>
                  <a:gd name="T15" fmla="*/ 1 h 512"/>
                  <a:gd name="T16" fmla="*/ 2 w 858"/>
                  <a:gd name="T17" fmla="*/ 0 h 512"/>
                  <a:gd name="T18" fmla="*/ 1 w 858"/>
                  <a:gd name="T19" fmla="*/ 0 h 512"/>
                  <a:gd name="T20" fmla="*/ 1 w 858"/>
                  <a:gd name="T21" fmla="*/ 0 h 512"/>
                  <a:gd name="T22" fmla="*/ 1 w 858"/>
                  <a:gd name="T23" fmla="*/ 0 h 512"/>
                  <a:gd name="T24" fmla="*/ 1 w 858"/>
                  <a:gd name="T25" fmla="*/ 0 h 512"/>
                  <a:gd name="T26" fmla="*/ 1 w 858"/>
                  <a:gd name="T27" fmla="*/ 0 h 512"/>
                  <a:gd name="T28" fmla="*/ 1 w 858"/>
                  <a:gd name="T29" fmla="*/ 0 h 512"/>
                  <a:gd name="T30" fmla="*/ 1 w 858"/>
                  <a:gd name="T31" fmla="*/ 0 h 512"/>
                  <a:gd name="T32" fmla="*/ 1 w 858"/>
                  <a:gd name="T33" fmla="*/ 0 h 512"/>
                  <a:gd name="T34" fmla="*/ 0 w 858"/>
                  <a:gd name="T35" fmla="*/ 0 h 512"/>
                  <a:gd name="T36" fmla="*/ 0 w 858"/>
                  <a:gd name="T37" fmla="*/ 0 h 512"/>
                  <a:gd name="T38" fmla="*/ 0 w 858"/>
                  <a:gd name="T39" fmla="*/ 0 h 512"/>
                  <a:gd name="T40" fmla="*/ 0 w 858"/>
                  <a:gd name="T41" fmla="*/ 0 h 512"/>
                  <a:gd name="T42" fmla="*/ 0 w 858"/>
                  <a:gd name="T43" fmla="*/ 0 h 512"/>
                  <a:gd name="T44" fmla="*/ 1 w 858"/>
                  <a:gd name="T45" fmla="*/ 1 h 512"/>
                  <a:gd name="T46" fmla="*/ 1 w 858"/>
                  <a:gd name="T47" fmla="*/ 1 h 512"/>
                  <a:gd name="T48" fmla="*/ 2 w 858"/>
                  <a:gd name="T49" fmla="*/ 1 h 512"/>
                  <a:gd name="T50" fmla="*/ 2 w 858"/>
                  <a:gd name="T51" fmla="*/ 1 h 512"/>
                  <a:gd name="T52" fmla="*/ 2 w 858"/>
                  <a:gd name="T53" fmla="*/ 1 h 51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58"/>
                  <a:gd name="T82" fmla="*/ 0 h 512"/>
                  <a:gd name="T83" fmla="*/ 858 w 858"/>
                  <a:gd name="T84" fmla="*/ 512 h 51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58" h="512">
                    <a:moveTo>
                      <a:pt x="832" y="284"/>
                    </a:moveTo>
                    <a:lnTo>
                      <a:pt x="788" y="344"/>
                    </a:lnTo>
                    <a:lnTo>
                      <a:pt x="659" y="415"/>
                    </a:lnTo>
                    <a:lnTo>
                      <a:pt x="577" y="437"/>
                    </a:lnTo>
                    <a:lnTo>
                      <a:pt x="408" y="330"/>
                    </a:lnTo>
                    <a:lnTo>
                      <a:pt x="597" y="295"/>
                    </a:lnTo>
                    <a:lnTo>
                      <a:pt x="777" y="257"/>
                    </a:lnTo>
                    <a:lnTo>
                      <a:pt x="823" y="233"/>
                    </a:lnTo>
                    <a:lnTo>
                      <a:pt x="777" y="194"/>
                    </a:lnTo>
                    <a:lnTo>
                      <a:pt x="659" y="136"/>
                    </a:lnTo>
                    <a:lnTo>
                      <a:pt x="562" y="97"/>
                    </a:lnTo>
                    <a:lnTo>
                      <a:pt x="480" y="0"/>
                    </a:lnTo>
                    <a:lnTo>
                      <a:pt x="531" y="86"/>
                    </a:lnTo>
                    <a:lnTo>
                      <a:pt x="604" y="141"/>
                    </a:lnTo>
                    <a:lnTo>
                      <a:pt x="669" y="187"/>
                    </a:lnTo>
                    <a:lnTo>
                      <a:pt x="512" y="167"/>
                    </a:lnTo>
                    <a:lnTo>
                      <a:pt x="300" y="148"/>
                    </a:lnTo>
                    <a:lnTo>
                      <a:pt x="162" y="97"/>
                    </a:lnTo>
                    <a:lnTo>
                      <a:pt x="100" y="90"/>
                    </a:lnTo>
                    <a:lnTo>
                      <a:pt x="143" y="14"/>
                    </a:lnTo>
                    <a:lnTo>
                      <a:pt x="54" y="63"/>
                    </a:lnTo>
                    <a:lnTo>
                      <a:pt x="0" y="171"/>
                    </a:lnTo>
                    <a:lnTo>
                      <a:pt x="291" y="371"/>
                    </a:lnTo>
                    <a:lnTo>
                      <a:pt x="639" y="512"/>
                    </a:lnTo>
                    <a:lnTo>
                      <a:pt x="797" y="406"/>
                    </a:lnTo>
                    <a:lnTo>
                      <a:pt x="858" y="298"/>
                    </a:lnTo>
                    <a:lnTo>
                      <a:pt x="832" y="28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1" name="Freeform 74">
                <a:extLst>
                  <a:ext uri="{FF2B5EF4-FFF2-40B4-BE49-F238E27FC236}">
                    <a16:creationId xmlns:a16="http://schemas.microsoft.com/office/drawing/2014/main" id="{F5A40A70-13DA-304B-B750-1E505B46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079"/>
                <a:ext cx="105" cy="131"/>
              </a:xfrm>
              <a:custGeom>
                <a:avLst/>
                <a:gdLst>
                  <a:gd name="T0" fmla="*/ 0 w 840"/>
                  <a:gd name="T1" fmla="*/ 0 h 1044"/>
                  <a:gd name="T2" fmla="*/ 1 w 840"/>
                  <a:gd name="T3" fmla="*/ 1 h 1044"/>
                  <a:gd name="T4" fmla="*/ 1 w 840"/>
                  <a:gd name="T5" fmla="*/ 1 h 1044"/>
                  <a:gd name="T6" fmla="*/ 1 w 840"/>
                  <a:gd name="T7" fmla="*/ 2 h 1044"/>
                  <a:gd name="T8" fmla="*/ 2 w 840"/>
                  <a:gd name="T9" fmla="*/ 2 h 1044"/>
                  <a:gd name="T10" fmla="*/ 2 w 840"/>
                  <a:gd name="T11" fmla="*/ 2 h 1044"/>
                  <a:gd name="T12" fmla="*/ 2 w 840"/>
                  <a:gd name="T13" fmla="*/ 1 h 1044"/>
                  <a:gd name="T14" fmla="*/ 1 w 840"/>
                  <a:gd name="T15" fmla="*/ 1 h 1044"/>
                  <a:gd name="T16" fmla="*/ 1 w 840"/>
                  <a:gd name="T17" fmla="*/ 1 h 1044"/>
                  <a:gd name="T18" fmla="*/ 1 w 840"/>
                  <a:gd name="T19" fmla="*/ 0 h 1044"/>
                  <a:gd name="T20" fmla="*/ 0 w 840"/>
                  <a:gd name="T21" fmla="*/ 0 h 1044"/>
                  <a:gd name="T22" fmla="*/ 0 w 840"/>
                  <a:gd name="T23" fmla="*/ 0 h 1044"/>
                  <a:gd name="T24" fmla="*/ 0 w 840"/>
                  <a:gd name="T25" fmla="*/ 0 h 10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40"/>
                  <a:gd name="T40" fmla="*/ 0 h 1044"/>
                  <a:gd name="T41" fmla="*/ 840 w 840"/>
                  <a:gd name="T42" fmla="*/ 1044 h 10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40" h="1044">
                    <a:moveTo>
                      <a:pt x="0" y="51"/>
                    </a:moveTo>
                    <a:lnTo>
                      <a:pt x="310" y="326"/>
                    </a:lnTo>
                    <a:lnTo>
                      <a:pt x="523" y="585"/>
                    </a:lnTo>
                    <a:lnTo>
                      <a:pt x="681" y="807"/>
                    </a:lnTo>
                    <a:lnTo>
                      <a:pt x="840" y="1044"/>
                    </a:lnTo>
                    <a:lnTo>
                      <a:pt x="808" y="761"/>
                    </a:lnTo>
                    <a:lnTo>
                      <a:pt x="739" y="553"/>
                    </a:lnTo>
                    <a:lnTo>
                      <a:pt x="663" y="416"/>
                    </a:lnTo>
                    <a:lnTo>
                      <a:pt x="486" y="245"/>
                    </a:lnTo>
                    <a:lnTo>
                      <a:pt x="315" y="139"/>
                    </a:lnTo>
                    <a:lnTo>
                      <a:pt x="132" y="42"/>
                    </a:lnTo>
                    <a:lnTo>
                      <a:pt x="43" y="0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2" name="Freeform 75">
                <a:extLst>
                  <a:ext uri="{FF2B5EF4-FFF2-40B4-BE49-F238E27FC236}">
                    <a16:creationId xmlns:a16="http://schemas.microsoft.com/office/drawing/2014/main" id="{078079CF-AAFD-634E-B2D0-E92D476E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944"/>
                <a:ext cx="241" cy="222"/>
              </a:xfrm>
              <a:custGeom>
                <a:avLst/>
                <a:gdLst>
                  <a:gd name="T0" fmla="*/ 4 w 1925"/>
                  <a:gd name="T1" fmla="*/ 1 h 1769"/>
                  <a:gd name="T2" fmla="*/ 4 w 1925"/>
                  <a:gd name="T3" fmla="*/ 1 h 1769"/>
                  <a:gd name="T4" fmla="*/ 4 w 1925"/>
                  <a:gd name="T5" fmla="*/ 1 h 1769"/>
                  <a:gd name="T6" fmla="*/ 4 w 1925"/>
                  <a:gd name="T7" fmla="*/ 2 h 1769"/>
                  <a:gd name="T8" fmla="*/ 4 w 1925"/>
                  <a:gd name="T9" fmla="*/ 2 h 1769"/>
                  <a:gd name="T10" fmla="*/ 3 w 1925"/>
                  <a:gd name="T11" fmla="*/ 2 h 1769"/>
                  <a:gd name="T12" fmla="*/ 3 w 1925"/>
                  <a:gd name="T13" fmla="*/ 2 h 1769"/>
                  <a:gd name="T14" fmla="*/ 3 w 1925"/>
                  <a:gd name="T15" fmla="*/ 2 h 1769"/>
                  <a:gd name="T16" fmla="*/ 4 w 1925"/>
                  <a:gd name="T17" fmla="*/ 3 h 1769"/>
                  <a:gd name="T18" fmla="*/ 3 w 1925"/>
                  <a:gd name="T19" fmla="*/ 3 h 1769"/>
                  <a:gd name="T20" fmla="*/ 3 w 1925"/>
                  <a:gd name="T21" fmla="*/ 3 h 1769"/>
                  <a:gd name="T22" fmla="*/ 3 w 1925"/>
                  <a:gd name="T23" fmla="*/ 3 h 1769"/>
                  <a:gd name="T24" fmla="*/ 3 w 1925"/>
                  <a:gd name="T25" fmla="*/ 3 h 1769"/>
                  <a:gd name="T26" fmla="*/ 3 w 1925"/>
                  <a:gd name="T27" fmla="*/ 3 h 1769"/>
                  <a:gd name="T28" fmla="*/ 3 w 1925"/>
                  <a:gd name="T29" fmla="*/ 3 h 1769"/>
                  <a:gd name="T30" fmla="*/ 3 w 1925"/>
                  <a:gd name="T31" fmla="*/ 3 h 1769"/>
                  <a:gd name="T32" fmla="*/ 3 w 1925"/>
                  <a:gd name="T33" fmla="*/ 3 h 1769"/>
                  <a:gd name="T34" fmla="*/ 3 w 1925"/>
                  <a:gd name="T35" fmla="*/ 3 h 1769"/>
                  <a:gd name="T36" fmla="*/ 3 w 1925"/>
                  <a:gd name="T37" fmla="*/ 3 h 1769"/>
                  <a:gd name="T38" fmla="*/ 2 w 1925"/>
                  <a:gd name="T39" fmla="*/ 4 h 1769"/>
                  <a:gd name="T40" fmla="*/ 2 w 1925"/>
                  <a:gd name="T41" fmla="*/ 3 h 1769"/>
                  <a:gd name="T42" fmla="*/ 1 w 1925"/>
                  <a:gd name="T43" fmla="*/ 3 h 1769"/>
                  <a:gd name="T44" fmla="*/ 1 w 1925"/>
                  <a:gd name="T45" fmla="*/ 3 h 1769"/>
                  <a:gd name="T46" fmla="*/ 1 w 1925"/>
                  <a:gd name="T47" fmla="*/ 3 h 1769"/>
                  <a:gd name="T48" fmla="*/ 1 w 1925"/>
                  <a:gd name="T49" fmla="*/ 3 h 1769"/>
                  <a:gd name="T50" fmla="*/ 0 w 1925"/>
                  <a:gd name="T51" fmla="*/ 2 h 1769"/>
                  <a:gd name="T52" fmla="*/ 0 w 1925"/>
                  <a:gd name="T53" fmla="*/ 2 h 1769"/>
                  <a:gd name="T54" fmla="*/ 0 w 1925"/>
                  <a:gd name="T55" fmla="*/ 2 h 1769"/>
                  <a:gd name="T56" fmla="*/ 2 w 1925"/>
                  <a:gd name="T57" fmla="*/ 1 h 1769"/>
                  <a:gd name="T58" fmla="*/ 3 w 1925"/>
                  <a:gd name="T59" fmla="*/ 0 h 1769"/>
                  <a:gd name="T60" fmla="*/ 4 w 1925"/>
                  <a:gd name="T61" fmla="*/ 0 h 1769"/>
                  <a:gd name="T62" fmla="*/ 4 w 1925"/>
                  <a:gd name="T63" fmla="*/ 1 h 17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25"/>
                  <a:gd name="T97" fmla="*/ 0 h 1769"/>
                  <a:gd name="T98" fmla="*/ 1925 w 1925"/>
                  <a:gd name="T99" fmla="*/ 1769 h 176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25" h="1769">
                    <a:moveTo>
                      <a:pt x="1925" y="226"/>
                    </a:moveTo>
                    <a:lnTo>
                      <a:pt x="1925" y="396"/>
                    </a:lnTo>
                    <a:lnTo>
                      <a:pt x="1911" y="497"/>
                    </a:lnTo>
                    <a:lnTo>
                      <a:pt x="1856" y="791"/>
                    </a:lnTo>
                    <a:lnTo>
                      <a:pt x="1773" y="841"/>
                    </a:lnTo>
                    <a:lnTo>
                      <a:pt x="1715" y="875"/>
                    </a:lnTo>
                    <a:lnTo>
                      <a:pt x="1742" y="986"/>
                    </a:lnTo>
                    <a:lnTo>
                      <a:pt x="1749" y="1101"/>
                    </a:lnTo>
                    <a:lnTo>
                      <a:pt x="1786" y="1314"/>
                    </a:lnTo>
                    <a:lnTo>
                      <a:pt x="1749" y="1351"/>
                    </a:lnTo>
                    <a:lnTo>
                      <a:pt x="1648" y="1300"/>
                    </a:lnTo>
                    <a:lnTo>
                      <a:pt x="1584" y="1351"/>
                    </a:lnTo>
                    <a:lnTo>
                      <a:pt x="1560" y="1422"/>
                    </a:lnTo>
                    <a:lnTo>
                      <a:pt x="1482" y="1411"/>
                    </a:lnTo>
                    <a:lnTo>
                      <a:pt x="1426" y="1422"/>
                    </a:lnTo>
                    <a:lnTo>
                      <a:pt x="1439" y="1534"/>
                    </a:lnTo>
                    <a:lnTo>
                      <a:pt x="1388" y="1580"/>
                    </a:lnTo>
                    <a:lnTo>
                      <a:pt x="1369" y="1687"/>
                    </a:lnTo>
                    <a:lnTo>
                      <a:pt x="1332" y="1749"/>
                    </a:lnTo>
                    <a:lnTo>
                      <a:pt x="1187" y="1769"/>
                    </a:lnTo>
                    <a:lnTo>
                      <a:pt x="917" y="1724"/>
                    </a:lnTo>
                    <a:lnTo>
                      <a:pt x="712" y="1742"/>
                    </a:lnTo>
                    <a:lnTo>
                      <a:pt x="613" y="1523"/>
                    </a:lnTo>
                    <a:lnTo>
                      <a:pt x="447" y="1351"/>
                    </a:lnTo>
                    <a:lnTo>
                      <a:pt x="320" y="1259"/>
                    </a:lnTo>
                    <a:lnTo>
                      <a:pt x="152" y="1164"/>
                    </a:lnTo>
                    <a:lnTo>
                      <a:pt x="0" y="1088"/>
                    </a:lnTo>
                    <a:lnTo>
                      <a:pt x="105" y="919"/>
                    </a:lnTo>
                    <a:lnTo>
                      <a:pt x="776" y="290"/>
                    </a:lnTo>
                    <a:lnTo>
                      <a:pt x="1692" y="0"/>
                    </a:lnTo>
                    <a:lnTo>
                      <a:pt x="1856" y="81"/>
                    </a:lnTo>
                    <a:lnTo>
                      <a:pt x="1925" y="226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3" name="Freeform 76">
                <a:extLst>
                  <a:ext uri="{FF2B5EF4-FFF2-40B4-BE49-F238E27FC236}">
                    <a16:creationId xmlns:a16="http://schemas.microsoft.com/office/drawing/2014/main" id="{F661C5D8-4500-184E-9642-01D97B5E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888"/>
                <a:ext cx="151" cy="122"/>
              </a:xfrm>
              <a:custGeom>
                <a:avLst/>
                <a:gdLst>
                  <a:gd name="T0" fmla="*/ 2 w 1206"/>
                  <a:gd name="T1" fmla="*/ 1 h 971"/>
                  <a:gd name="T2" fmla="*/ 2 w 1206"/>
                  <a:gd name="T3" fmla="*/ 1 h 971"/>
                  <a:gd name="T4" fmla="*/ 1 w 1206"/>
                  <a:gd name="T5" fmla="*/ 2 h 971"/>
                  <a:gd name="T6" fmla="*/ 1 w 1206"/>
                  <a:gd name="T7" fmla="*/ 2 h 971"/>
                  <a:gd name="T8" fmla="*/ 0 w 1206"/>
                  <a:gd name="T9" fmla="*/ 2 h 971"/>
                  <a:gd name="T10" fmla="*/ 0 w 1206"/>
                  <a:gd name="T11" fmla="*/ 1 h 971"/>
                  <a:gd name="T12" fmla="*/ 0 w 1206"/>
                  <a:gd name="T13" fmla="*/ 1 h 971"/>
                  <a:gd name="T14" fmla="*/ 1 w 1206"/>
                  <a:gd name="T15" fmla="*/ 0 h 971"/>
                  <a:gd name="T16" fmla="*/ 1 w 1206"/>
                  <a:gd name="T17" fmla="*/ 0 h 971"/>
                  <a:gd name="T18" fmla="*/ 2 w 1206"/>
                  <a:gd name="T19" fmla="*/ 0 h 971"/>
                  <a:gd name="T20" fmla="*/ 2 w 1206"/>
                  <a:gd name="T21" fmla="*/ 0 h 971"/>
                  <a:gd name="T22" fmla="*/ 2 w 1206"/>
                  <a:gd name="T23" fmla="*/ 0 h 971"/>
                  <a:gd name="T24" fmla="*/ 2 w 1206"/>
                  <a:gd name="T25" fmla="*/ 1 h 971"/>
                  <a:gd name="T26" fmla="*/ 2 w 1206"/>
                  <a:gd name="T27" fmla="*/ 1 h 9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06"/>
                  <a:gd name="T43" fmla="*/ 0 h 971"/>
                  <a:gd name="T44" fmla="*/ 1206 w 1206"/>
                  <a:gd name="T45" fmla="*/ 971 h 97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06" h="971">
                    <a:moveTo>
                      <a:pt x="948" y="648"/>
                    </a:moveTo>
                    <a:lnTo>
                      <a:pt x="853" y="718"/>
                    </a:lnTo>
                    <a:lnTo>
                      <a:pt x="725" y="738"/>
                    </a:lnTo>
                    <a:lnTo>
                      <a:pt x="587" y="768"/>
                    </a:lnTo>
                    <a:lnTo>
                      <a:pt x="33" y="971"/>
                    </a:lnTo>
                    <a:lnTo>
                      <a:pt x="0" y="454"/>
                    </a:lnTo>
                    <a:lnTo>
                      <a:pt x="157" y="246"/>
                    </a:lnTo>
                    <a:lnTo>
                      <a:pt x="341" y="107"/>
                    </a:lnTo>
                    <a:lnTo>
                      <a:pt x="533" y="37"/>
                    </a:lnTo>
                    <a:lnTo>
                      <a:pt x="776" y="0"/>
                    </a:lnTo>
                    <a:lnTo>
                      <a:pt x="980" y="33"/>
                    </a:lnTo>
                    <a:lnTo>
                      <a:pt x="1206" y="134"/>
                    </a:lnTo>
                    <a:lnTo>
                      <a:pt x="1149" y="556"/>
                    </a:lnTo>
                    <a:lnTo>
                      <a:pt x="948" y="64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4" name="Freeform 77">
                <a:extLst>
                  <a:ext uri="{FF2B5EF4-FFF2-40B4-BE49-F238E27FC236}">
                    <a16:creationId xmlns:a16="http://schemas.microsoft.com/office/drawing/2014/main" id="{EC264B89-BBD8-A149-AB08-B1EEFB7F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018"/>
                <a:ext cx="842" cy="447"/>
              </a:xfrm>
              <a:custGeom>
                <a:avLst/>
                <a:gdLst>
                  <a:gd name="T0" fmla="*/ 13 w 6735"/>
                  <a:gd name="T1" fmla="*/ 7 h 3575"/>
                  <a:gd name="T2" fmla="*/ 4 w 6735"/>
                  <a:gd name="T3" fmla="*/ 7 h 3575"/>
                  <a:gd name="T4" fmla="*/ 4 w 6735"/>
                  <a:gd name="T5" fmla="*/ 6 h 3575"/>
                  <a:gd name="T6" fmla="*/ 4 w 6735"/>
                  <a:gd name="T7" fmla="*/ 6 h 3575"/>
                  <a:gd name="T8" fmla="*/ 5 w 6735"/>
                  <a:gd name="T9" fmla="*/ 6 h 3575"/>
                  <a:gd name="T10" fmla="*/ 3 w 6735"/>
                  <a:gd name="T11" fmla="*/ 5 h 3575"/>
                  <a:gd name="T12" fmla="*/ 2 w 6735"/>
                  <a:gd name="T13" fmla="*/ 4 h 3575"/>
                  <a:gd name="T14" fmla="*/ 0 w 6735"/>
                  <a:gd name="T15" fmla="*/ 4 h 3575"/>
                  <a:gd name="T16" fmla="*/ 0 w 6735"/>
                  <a:gd name="T17" fmla="*/ 3 h 3575"/>
                  <a:gd name="T18" fmla="*/ 1 w 6735"/>
                  <a:gd name="T19" fmla="*/ 2 h 3575"/>
                  <a:gd name="T20" fmla="*/ 1 w 6735"/>
                  <a:gd name="T21" fmla="*/ 2 h 3575"/>
                  <a:gd name="T22" fmla="*/ 2 w 6735"/>
                  <a:gd name="T23" fmla="*/ 2 h 3575"/>
                  <a:gd name="T24" fmla="*/ 2 w 6735"/>
                  <a:gd name="T25" fmla="*/ 2 h 3575"/>
                  <a:gd name="T26" fmla="*/ 2 w 6735"/>
                  <a:gd name="T27" fmla="*/ 2 h 3575"/>
                  <a:gd name="T28" fmla="*/ 3 w 6735"/>
                  <a:gd name="T29" fmla="*/ 1 h 3575"/>
                  <a:gd name="T30" fmla="*/ 3 w 6735"/>
                  <a:gd name="T31" fmla="*/ 1 h 3575"/>
                  <a:gd name="T32" fmla="*/ 4 w 6735"/>
                  <a:gd name="T33" fmla="*/ 1 h 3575"/>
                  <a:gd name="T34" fmla="*/ 4 w 6735"/>
                  <a:gd name="T35" fmla="*/ 0 h 3575"/>
                  <a:gd name="T36" fmla="*/ 4 w 6735"/>
                  <a:gd name="T37" fmla="*/ 0 h 3575"/>
                  <a:gd name="T38" fmla="*/ 5 w 6735"/>
                  <a:gd name="T39" fmla="*/ 0 h 3575"/>
                  <a:gd name="T40" fmla="*/ 8 w 6735"/>
                  <a:gd name="T41" fmla="*/ 1 h 3575"/>
                  <a:gd name="T42" fmla="*/ 10 w 6735"/>
                  <a:gd name="T43" fmla="*/ 2 h 3575"/>
                  <a:gd name="T44" fmla="*/ 11 w 6735"/>
                  <a:gd name="T45" fmla="*/ 2 h 3575"/>
                  <a:gd name="T46" fmla="*/ 12 w 6735"/>
                  <a:gd name="T47" fmla="*/ 2 h 3575"/>
                  <a:gd name="T48" fmla="*/ 12 w 6735"/>
                  <a:gd name="T49" fmla="*/ 3 h 3575"/>
                  <a:gd name="T50" fmla="*/ 13 w 6735"/>
                  <a:gd name="T51" fmla="*/ 4 h 3575"/>
                  <a:gd name="T52" fmla="*/ 13 w 6735"/>
                  <a:gd name="T53" fmla="*/ 4 h 3575"/>
                  <a:gd name="T54" fmla="*/ 13 w 6735"/>
                  <a:gd name="T55" fmla="*/ 6 h 3575"/>
                  <a:gd name="T56" fmla="*/ 13 w 6735"/>
                  <a:gd name="T57" fmla="*/ 7 h 35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6735"/>
                  <a:gd name="T88" fmla="*/ 0 h 3575"/>
                  <a:gd name="T89" fmla="*/ 6735 w 6735"/>
                  <a:gd name="T90" fmla="*/ 3575 h 35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6735" h="3575">
                    <a:moveTo>
                      <a:pt x="6735" y="3575"/>
                    </a:moveTo>
                    <a:lnTo>
                      <a:pt x="2074" y="3575"/>
                    </a:lnTo>
                    <a:lnTo>
                      <a:pt x="2074" y="3133"/>
                    </a:lnTo>
                    <a:lnTo>
                      <a:pt x="2144" y="3006"/>
                    </a:lnTo>
                    <a:lnTo>
                      <a:pt x="2303" y="2949"/>
                    </a:lnTo>
                    <a:lnTo>
                      <a:pt x="1344" y="2647"/>
                    </a:lnTo>
                    <a:lnTo>
                      <a:pt x="1028" y="2021"/>
                    </a:lnTo>
                    <a:lnTo>
                      <a:pt x="200" y="1808"/>
                    </a:lnTo>
                    <a:lnTo>
                      <a:pt x="0" y="1381"/>
                    </a:lnTo>
                    <a:lnTo>
                      <a:pt x="314" y="1153"/>
                    </a:lnTo>
                    <a:lnTo>
                      <a:pt x="657" y="953"/>
                    </a:lnTo>
                    <a:lnTo>
                      <a:pt x="929" y="953"/>
                    </a:lnTo>
                    <a:lnTo>
                      <a:pt x="958" y="853"/>
                    </a:lnTo>
                    <a:lnTo>
                      <a:pt x="1116" y="853"/>
                    </a:lnTo>
                    <a:lnTo>
                      <a:pt x="1544" y="439"/>
                    </a:lnTo>
                    <a:lnTo>
                      <a:pt x="1643" y="369"/>
                    </a:lnTo>
                    <a:lnTo>
                      <a:pt x="1758" y="353"/>
                    </a:lnTo>
                    <a:lnTo>
                      <a:pt x="1802" y="212"/>
                    </a:lnTo>
                    <a:lnTo>
                      <a:pt x="1858" y="96"/>
                    </a:lnTo>
                    <a:lnTo>
                      <a:pt x="2303" y="0"/>
                    </a:lnTo>
                    <a:lnTo>
                      <a:pt x="4061" y="226"/>
                    </a:lnTo>
                    <a:lnTo>
                      <a:pt x="5276" y="839"/>
                    </a:lnTo>
                    <a:lnTo>
                      <a:pt x="5634" y="982"/>
                    </a:lnTo>
                    <a:lnTo>
                      <a:pt x="5904" y="1224"/>
                    </a:lnTo>
                    <a:lnTo>
                      <a:pt x="6164" y="1494"/>
                    </a:lnTo>
                    <a:lnTo>
                      <a:pt x="6377" y="1865"/>
                    </a:lnTo>
                    <a:lnTo>
                      <a:pt x="6549" y="2266"/>
                    </a:lnTo>
                    <a:lnTo>
                      <a:pt x="6649" y="2792"/>
                    </a:lnTo>
                    <a:lnTo>
                      <a:pt x="6735" y="3575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5" name="Freeform 78">
                <a:extLst>
                  <a:ext uri="{FF2B5EF4-FFF2-40B4-BE49-F238E27FC236}">
                    <a16:creationId xmlns:a16="http://schemas.microsoft.com/office/drawing/2014/main" id="{FD5FA333-B21A-B64F-B0FD-6A25A20C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041"/>
                <a:ext cx="95" cy="136"/>
              </a:xfrm>
              <a:custGeom>
                <a:avLst/>
                <a:gdLst>
                  <a:gd name="T0" fmla="*/ 2 w 760"/>
                  <a:gd name="T1" fmla="*/ 0 h 1087"/>
                  <a:gd name="T2" fmla="*/ 1 w 760"/>
                  <a:gd name="T3" fmla="*/ 0 h 1087"/>
                  <a:gd name="T4" fmla="*/ 1 w 760"/>
                  <a:gd name="T5" fmla="*/ 1 h 1087"/>
                  <a:gd name="T6" fmla="*/ 1 w 760"/>
                  <a:gd name="T7" fmla="*/ 1 h 1087"/>
                  <a:gd name="T8" fmla="*/ 0 w 760"/>
                  <a:gd name="T9" fmla="*/ 2 h 1087"/>
                  <a:gd name="T10" fmla="*/ 0 w 760"/>
                  <a:gd name="T11" fmla="*/ 2 h 1087"/>
                  <a:gd name="T12" fmla="*/ 0 w 760"/>
                  <a:gd name="T13" fmla="*/ 2 h 1087"/>
                  <a:gd name="T14" fmla="*/ 0 w 760"/>
                  <a:gd name="T15" fmla="*/ 1 h 1087"/>
                  <a:gd name="T16" fmla="*/ 0 w 760"/>
                  <a:gd name="T17" fmla="*/ 1 h 1087"/>
                  <a:gd name="T18" fmla="*/ 0 w 760"/>
                  <a:gd name="T19" fmla="*/ 1 h 1087"/>
                  <a:gd name="T20" fmla="*/ 1 w 760"/>
                  <a:gd name="T21" fmla="*/ 0 h 1087"/>
                  <a:gd name="T22" fmla="*/ 1 w 760"/>
                  <a:gd name="T23" fmla="*/ 0 h 1087"/>
                  <a:gd name="T24" fmla="*/ 2 w 760"/>
                  <a:gd name="T25" fmla="*/ 0 h 10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60"/>
                  <a:gd name="T40" fmla="*/ 0 h 1087"/>
                  <a:gd name="T41" fmla="*/ 760 w 760"/>
                  <a:gd name="T42" fmla="*/ 1087 h 108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60" h="1087">
                    <a:moveTo>
                      <a:pt x="760" y="55"/>
                    </a:moveTo>
                    <a:lnTo>
                      <a:pt x="652" y="140"/>
                    </a:lnTo>
                    <a:lnTo>
                      <a:pt x="475" y="342"/>
                    </a:lnTo>
                    <a:lnTo>
                      <a:pt x="327" y="562"/>
                    </a:lnTo>
                    <a:lnTo>
                      <a:pt x="219" y="832"/>
                    </a:lnTo>
                    <a:lnTo>
                      <a:pt x="143" y="1087"/>
                    </a:lnTo>
                    <a:lnTo>
                      <a:pt x="0" y="947"/>
                    </a:lnTo>
                    <a:lnTo>
                      <a:pt x="4" y="680"/>
                    </a:lnTo>
                    <a:lnTo>
                      <a:pt x="41" y="555"/>
                    </a:lnTo>
                    <a:lnTo>
                      <a:pt x="88" y="472"/>
                    </a:lnTo>
                    <a:lnTo>
                      <a:pt x="398" y="177"/>
                    </a:lnTo>
                    <a:lnTo>
                      <a:pt x="725" y="0"/>
                    </a:lnTo>
                    <a:lnTo>
                      <a:pt x="76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6" name="Freeform 79">
                <a:extLst>
                  <a:ext uri="{FF2B5EF4-FFF2-40B4-BE49-F238E27FC236}">
                    <a16:creationId xmlns:a16="http://schemas.microsoft.com/office/drawing/2014/main" id="{E6872069-C38F-0646-BF92-5795A62B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78"/>
                <a:ext cx="26" cy="50"/>
              </a:xfrm>
              <a:custGeom>
                <a:avLst/>
                <a:gdLst>
                  <a:gd name="T0" fmla="*/ 0 w 209"/>
                  <a:gd name="T1" fmla="*/ 0 h 403"/>
                  <a:gd name="T2" fmla="*/ 0 w 209"/>
                  <a:gd name="T3" fmla="*/ 0 h 403"/>
                  <a:gd name="T4" fmla="*/ 0 w 209"/>
                  <a:gd name="T5" fmla="*/ 1 h 403"/>
                  <a:gd name="T6" fmla="*/ 0 w 209"/>
                  <a:gd name="T7" fmla="*/ 0 h 403"/>
                  <a:gd name="T8" fmla="*/ 0 w 209"/>
                  <a:gd name="T9" fmla="*/ 0 h 403"/>
                  <a:gd name="T10" fmla="*/ 0 w 209"/>
                  <a:gd name="T11" fmla="*/ 0 h 4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9"/>
                  <a:gd name="T19" fmla="*/ 0 h 403"/>
                  <a:gd name="T20" fmla="*/ 209 w 209"/>
                  <a:gd name="T21" fmla="*/ 403 h 40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9" h="403">
                    <a:moveTo>
                      <a:pt x="209" y="99"/>
                    </a:moveTo>
                    <a:lnTo>
                      <a:pt x="149" y="177"/>
                    </a:lnTo>
                    <a:lnTo>
                      <a:pt x="41" y="403"/>
                    </a:lnTo>
                    <a:lnTo>
                      <a:pt x="0" y="166"/>
                    </a:lnTo>
                    <a:lnTo>
                      <a:pt x="64" y="0"/>
                    </a:lnTo>
                    <a:lnTo>
                      <a:pt x="209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7" name="Freeform 80">
                <a:extLst>
                  <a:ext uri="{FF2B5EF4-FFF2-40B4-BE49-F238E27FC236}">
                    <a16:creationId xmlns:a16="http://schemas.microsoft.com/office/drawing/2014/main" id="{17AF5699-F9A2-0248-9DFA-63483088F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054"/>
                <a:ext cx="33" cy="120"/>
              </a:xfrm>
              <a:custGeom>
                <a:avLst/>
                <a:gdLst>
                  <a:gd name="T0" fmla="*/ 0 w 265"/>
                  <a:gd name="T1" fmla="*/ 0 h 960"/>
                  <a:gd name="T2" fmla="*/ 0 w 265"/>
                  <a:gd name="T3" fmla="*/ 0 h 960"/>
                  <a:gd name="T4" fmla="*/ 0 w 265"/>
                  <a:gd name="T5" fmla="*/ 0 h 960"/>
                  <a:gd name="T6" fmla="*/ 0 w 265"/>
                  <a:gd name="T7" fmla="*/ 1 h 960"/>
                  <a:gd name="T8" fmla="*/ 0 w 265"/>
                  <a:gd name="T9" fmla="*/ 2 h 960"/>
                  <a:gd name="T10" fmla="*/ 0 w 265"/>
                  <a:gd name="T11" fmla="*/ 2 h 960"/>
                  <a:gd name="T12" fmla="*/ 0 w 265"/>
                  <a:gd name="T13" fmla="*/ 2 h 960"/>
                  <a:gd name="T14" fmla="*/ 0 w 265"/>
                  <a:gd name="T15" fmla="*/ 1 h 960"/>
                  <a:gd name="T16" fmla="*/ 0 w 265"/>
                  <a:gd name="T17" fmla="*/ 1 h 960"/>
                  <a:gd name="T18" fmla="*/ 0 w 265"/>
                  <a:gd name="T19" fmla="*/ 1 h 960"/>
                  <a:gd name="T20" fmla="*/ 0 w 265"/>
                  <a:gd name="T21" fmla="*/ 0 h 960"/>
                  <a:gd name="T22" fmla="*/ 0 w 265"/>
                  <a:gd name="T23" fmla="*/ 0 h 960"/>
                  <a:gd name="T24" fmla="*/ 0 w 265"/>
                  <a:gd name="T25" fmla="*/ 0 h 960"/>
                  <a:gd name="T26" fmla="*/ 0 w 265"/>
                  <a:gd name="T27" fmla="*/ 0 h 9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5"/>
                  <a:gd name="T43" fmla="*/ 0 h 960"/>
                  <a:gd name="T44" fmla="*/ 265 w 265"/>
                  <a:gd name="T45" fmla="*/ 960 h 9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5" h="960">
                    <a:moveTo>
                      <a:pt x="161" y="0"/>
                    </a:moveTo>
                    <a:lnTo>
                      <a:pt x="132" y="31"/>
                    </a:lnTo>
                    <a:lnTo>
                      <a:pt x="97" y="190"/>
                    </a:lnTo>
                    <a:lnTo>
                      <a:pt x="42" y="289"/>
                    </a:lnTo>
                    <a:lnTo>
                      <a:pt x="0" y="789"/>
                    </a:lnTo>
                    <a:lnTo>
                      <a:pt x="32" y="960"/>
                    </a:lnTo>
                    <a:lnTo>
                      <a:pt x="216" y="847"/>
                    </a:lnTo>
                    <a:lnTo>
                      <a:pt x="265" y="552"/>
                    </a:lnTo>
                    <a:lnTo>
                      <a:pt x="233" y="397"/>
                    </a:lnTo>
                    <a:lnTo>
                      <a:pt x="227" y="250"/>
                    </a:lnTo>
                    <a:lnTo>
                      <a:pt x="210" y="180"/>
                    </a:lnTo>
                    <a:lnTo>
                      <a:pt x="265" y="72"/>
                    </a:lnTo>
                    <a:lnTo>
                      <a:pt x="216" y="24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8" name="Freeform 81">
                <a:extLst>
                  <a:ext uri="{FF2B5EF4-FFF2-40B4-BE49-F238E27FC236}">
                    <a16:creationId xmlns:a16="http://schemas.microsoft.com/office/drawing/2014/main" id="{1280A363-B5C9-BA49-AC99-1BDDA601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127"/>
                <a:ext cx="32" cy="164"/>
              </a:xfrm>
              <a:custGeom>
                <a:avLst/>
                <a:gdLst>
                  <a:gd name="T0" fmla="*/ 0 w 261"/>
                  <a:gd name="T1" fmla="*/ 0 h 1312"/>
                  <a:gd name="T2" fmla="*/ 0 w 261"/>
                  <a:gd name="T3" fmla="*/ 0 h 1312"/>
                  <a:gd name="T4" fmla="*/ 0 w 261"/>
                  <a:gd name="T5" fmla="*/ 0 h 1312"/>
                  <a:gd name="T6" fmla="*/ 0 w 261"/>
                  <a:gd name="T7" fmla="*/ 1 h 1312"/>
                  <a:gd name="T8" fmla="*/ 0 w 261"/>
                  <a:gd name="T9" fmla="*/ 1 h 1312"/>
                  <a:gd name="T10" fmla="*/ 0 w 261"/>
                  <a:gd name="T11" fmla="*/ 2 h 1312"/>
                  <a:gd name="T12" fmla="*/ 0 w 261"/>
                  <a:gd name="T13" fmla="*/ 3 h 1312"/>
                  <a:gd name="T14" fmla="*/ 0 w 261"/>
                  <a:gd name="T15" fmla="*/ 2 h 1312"/>
                  <a:gd name="T16" fmla="*/ 0 w 261"/>
                  <a:gd name="T17" fmla="*/ 2 h 1312"/>
                  <a:gd name="T18" fmla="*/ 0 w 261"/>
                  <a:gd name="T19" fmla="*/ 1 h 1312"/>
                  <a:gd name="T20" fmla="*/ 0 w 261"/>
                  <a:gd name="T21" fmla="*/ 1 h 1312"/>
                  <a:gd name="T22" fmla="*/ 0 w 261"/>
                  <a:gd name="T23" fmla="*/ 0 h 1312"/>
                  <a:gd name="T24" fmla="*/ 0 w 261"/>
                  <a:gd name="T25" fmla="*/ 0 h 13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1"/>
                  <a:gd name="T40" fmla="*/ 0 h 1312"/>
                  <a:gd name="T41" fmla="*/ 261 w 261"/>
                  <a:gd name="T42" fmla="*/ 1312 h 13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1" h="1312">
                    <a:moveTo>
                      <a:pt x="136" y="0"/>
                    </a:moveTo>
                    <a:lnTo>
                      <a:pt x="90" y="64"/>
                    </a:lnTo>
                    <a:lnTo>
                      <a:pt x="49" y="154"/>
                    </a:lnTo>
                    <a:lnTo>
                      <a:pt x="55" y="406"/>
                    </a:lnTo>
                    <a:lnTo>
                      <a:pt x="24" y="595"/>
                    </a:lnTo>
                    <a:lnTo>
                      <a:pt x="0" y="975"/>
                    </a:lnTo>
                    <a:lnTo>
                      <a:pt x="37" y="1312"/>
                    </a:lnTo>
                    <a:lnTo>
                      <a:pt x="191" y="1081"/>
                    </a:lnTo>
                    <a:lnTo>
                      <a:pt x="191" y="745"/>
                    </a:lnTo>
                    <a:lnTo>
                      <a:pt x="261" y="378"/>
                    </a:lnTo>
                    <a:lnTo>
                      <a:pt x="191" y="290"/>
                    </a:lnTo>
                    <a:lnTo>
                      <a:pt x="145" y="129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29" name="Freeform 82">
                <a:extLst>
                  <a:ext uri="{FF2B5EF4-FFF2-40B4-BE49-F238E27FC236}">
                    <a16:creationId xmlns:a16="http://schemas.microsoft.com/office/drawing/2014/main" id="{3575874D-A093-8B48-912D-B187C9A4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3287"/>
                <a:ext cx="328" cy="64"/>
              </a:xfrm>
              <a:custGeom>
                <a:avLst/>
                <a:gdLst>
                  <a:gd name="T0" fmla="*/ 0 w 2624"/>
                  <a:gd name="T1" fmla="*/ 0 h 509"/>
                  <a:gd name="T2" fmla="*/ 4 w 2624"/>
                  <a:gd name="T3" fmla="*/ 0 h 509"/>
                  <a:gd name="T4" fmla="*/ 5 w 2624"/>
                  <a:gd name="T5" fmla="*/ 0 h 509"/>
                  <a:gd name="T6" fmla="*/ 5 w 2624"/>
                  <a:gd name="T7" fmla="*/ 1 h 509"/>
                  <a:gd name="T8" fmla="*/ 1 w 2624"/>
                  <a:gd name="T9" fmla="*/ 1 h 509"/>
                  <a:gd name="T10" fmla="*/ 0 w 2624"/>
                  <a:gd name="T11" fmla="*/ 0 h 5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24"/>
                  <a:gd name="T19" fmla="*/ 0 h 509"/>
                  <a:gd name="T20" fmla="*/ 2624 w 2624"/>
                  <a:gd name="T21" fmla="*/ 509 h 50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24" h="509">
                    <a:moveTo>
                      <a:pt x="0" y="149"/>
                    </a:moveTo>
                    <a:lnTo>
                      <a:pt x="2011" y="0"/>
                    </a:lnTo>
                    <a:lnTo>
                      <a:pt x="2624" y="78"/>
                    </a:lnTo>
                    <a:lnTo>
                      <a:pt x="2593" y="357"/>
                    </a:lnTo>
                    <a:lnTo>
                      <a:pt x="675" y="509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0" name="Freeform 83">
                <a:extLst>
                  <a:ext uri="{FF2B5EF4-FFF2-40B4-BE49-F238E27FC236}">
                    <a16:creationId xmlns:a16="http://schemas.microsoft.com/office/drawing/2014/main" id="{035FC2B4-F468-684F-95F1-1F5CB8189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389"/>
                <a:ext cx="191" cy="59"/>
              </a:xfrm>
              <a:custGeom>
                <a:avLst/>
                <a:gdLst>
                  <a:gd name="T0" fmla="*/ 0 w 1527"/>
                  <a:gd name="T1" fmla="*/ 0 h 478"/>
                  <a:gd name="T2" fmla="*/ 2 w 1527"/>
                  <a:gd name="T3" fmla="*/ 1 h 478"/>
                  <a:gd name="T4" fmla="*/ 3 w 1527"/>
                  <a:gd name="T5" fmla="*/ 1 h 478"/>
                  <a:gd name="T6" fmla="*/ 3 w 1527"/>
                  <a:gd name="T7" fmla="*/ 0 h 478"/>
                  <a:gd name="T8" fmla="*/ 0 w 1527"/>
                  <a:gd name="T9" fmla="*/ 0 h 4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27"/>
                  <a:gd name="T16" fmla="*/ 0 h 478"/>
                  <a:gd name="T17" fmla="*/ 1527 w 1527"/>
                  <a:gd name="T18" fmla="*/ 478 h 4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27" h="478">
                    <a:moveTo>
                      <a:pt x="0" y="169"/>
                    </a:moveTo>
                    <a:lnTo>
                      <a:pt x="925" y="478"/>
                    </a:lnTo>
                    <a:lnTo>
                      <a:pt x="1527" y="408"/>
                    </a:lnTo>
                    <a:lnTo>
                      <a:pt x="1527" y="0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1" name="Freeform 84">
                <a:extLst>
                  <a:ext uri="{FF2B5EF4-FFF2-40B4-BE49-F238E27FC236}">
                    <a16:creationId xmlns:a16="http://schemas.microsoft.com/office/drawing/2014/main" id="{F5057E58-0B23-6149-908F-420069E5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41"/>
                <a:ext cx="32" cy="70"/>
              </a:xfrm>
              <a:custGeom>
                <a:avLst/>
                <a:gdLst>
                  <a:gd name="T0" fmla="*/ 0 w 261"/>
                  <a:gd name="T1" fmla="*/ 1 h 563"/>
                  <a:gd name="T2" fmla="*/ 0 w 261"/>
                  <a:gd name="T3" fmla="*/ 0 h 563"/>
                  <a:gd name="T4" fmla="*/ 0 w 261"/>
                  <a:gd name="T5" fmla="*/ 0 h 563"/>
                  <a:gd name="T6" fmla="*/ 0 w 261"/>
                  <a:gd name="T7" fmla="*/ 1 h 563"/>
                  <a:gd name="T8" fmla="*/ 0 w 261"/>
                  <a:gd name="T9" fmla="*/ 1 h 5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1"/>
                  <a:gd name="T16" fmla="*/ 0 h 563"/>
                  <a:gd name="T17" fmla="*/ 261 w 261"/>
                  <a:gd name="T18" fmla="*/ 563 h 5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1" h="563">
                    <a:moveTo>
                      <a:pt x="0" y="563"/>
                    </a:moveTo>
                    <a:lnTo>
                      <a:pt x="220" y="11"/>
                    </a:lnTo>
                    <a:lnTo>
                      <a:pt x="261" y="0"/>
                    </a:lnTo>
                    <a:lnTo>
                      <a:pt x="90" y="563"/>
                    </a:lnTo>
                    <a:lnTo>
                      <a:pt x="0" y="56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2" name="Freeform 85">
                <a:extLst>
                  <a:ext uri="{FF2B5EF4-FFF2-40B4-BE49-F238E27FC236}">
                    <a16:creationId xmlns:a16="http://schemas.microsoft.com/office/drawing/2014/main" id="{696A65D6-6028-8047-8A92-EC3EEF18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36"/>
                <a:ext cx="84" cy="99"/>
              </a:xfrm>
              <a:custGeom>
                <a:avLst/>
                <a:gdLst>
                  <a:gd name="T0" fmla="*/ 0 w 672"/>
                  <a:gd name="T1" fmla="*/ 2 h 791"/>
                  <a:gd name="T2" fmla="*/ 1 w 672"/>
                  <a:gd name="T3" fmla="*/ 0 h 791"/>
                  <a:gd name="T4" fmla="*/ 1 w 672"/>
                  <a:gd name="T5" fmla="*/ 0 h 791"/>
                  <a:gd name="T6" fmla="*/ 0 w 672"/>
                  <a:gd name="T7" fmla="*/ 2 h 791"/>
                  <a:gd name="T8" fmla="*/ 0 w 672"/>
                  <a:gd name="T9" fmla="*/ 2 h 7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791"/>
                  <a:gd name="T17" fmla="*/ 672 w 672"/>
                  <a:gd name="T18" fmla="*/ 791 h 7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791">
                    <a:moveTo>
                      <a:pt x="0" y="759"/>
                    </a:moveTo>
                    <a:lnTo>
                      <a:pt x="602" y="0"/>
                    </a:lnTo>
                    <a:lnTo>
                      <a:pt x="672" y="39"/>
                    </a:lnTo>
                    <a:lnTo>
                      <a:pt x="90" y="791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3" name="Freeform 86">
                <a:extLst>
                  <a:ext uri="{FF2B5EF4-FFF2-40B4-BE49-F238E27FC236}">
                    <a16:creationId xmlns:a16="http://schemas.microsoft.com/office/drawing/2014/main" id="{84973F6B-4F42-9B4A-ACC5-062C1313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175"/>
                <a:ext cx="172" cy="92"/>
              </a:xfrm>
              <a:custGeom>
                <a:avLst/>
                <a:gdLst>
                  <a:gd name="T0" fmla="*/ 0 w 1376"/>
                  <a:gd name="T1" fmla="*/ 1 h 741"/>
                  <a:gd name="T2" fmla="*/ 1 w 1376"/>
                  <a:gd name="T3" fmla="*/ 1 h 741"/>
                  <a:gd name="T4" fmla="*/ 1 w 1376"/>
                  <a:gd name="T5" fmla="*/ 1 h 741"/>
                  <a:gd name="T6" fmla="*/ 2 w 1376"/>
                  <a:gd name="T7" fmla="*/ 1 h 741"/>
                  <a:gd name="T8" fmla="*/ 2 w 1376"/>
                  <a:gd name="T9" fmla="*/ 1 h 741"/>
                  <a:gd name="T10" fmla="*/ 2 w 1376"/>
                  <a:gd name="T11" fmla="*/ 1 h 741"/>
                  <a:gd name="T12" fmla="*/ 3 w 1376"/>
                  <a:gd name="T13" fmla="*/ 1 h 741"/>
                  <a:gd name="T14" fmla="*/ 3 w 1376"/>
                  <a:gd name="T15" fmla="*/ 0 h 741"/>
                  <a:gd name="T16" fmla="*/ 3 w 1376"/>
                  <a:gd name="T17" fmla="*/ 0 h 741"/>
                  <a:gd name="T18" fmla="*/ 2 w 1376"/>
                  <a:gd name="T19" fmla="*/ 0 h 741"/>
                  <a:gd name="T20" fmla="*/ 2 w 1376"/>
                  <a:gd name="T21" fmla="*/ 0 h 741"/>
                  <a:gd name="T22" fmla="*/ 2 w 1376"/>
                  <a:gd name="T23" fmla="*/ 1 h 741"/>
                  <a:gd name="T24" fmla="*/ 2 w 1376"/>
                  <a:gd name="T25" fmla="*/ 0 h 741"/>
                  <a:gd name="T26" fmla="*/ 2 w 1376"/>
                  <a:gd name="T27" fmla="*/ 0 h 741"/>
                  <a:gd name="T28" fmla="*/ 2 w 1376"/>
                  <a:gd name="T29" fmla="*/ 0 h 741"/>
                  <a:gd name="T30" fmla="*/ 2 w 1376"/>
                  <a:gd name="T31" fmla="*/ 0 h 741"/>
                  <a:gd name="T32" fmla="*/ 1 w 1376"/>
                  <a:gd name="T33" fmla="*/ 0 h 741"/>
                  <a:gd name="T34" fmla="*/ 0 w 1376"/>
                  <a:gd name="T35" fmla="*/ 0 h 741"/>
                  <a:gd name="T36" fmla="*/ 0 w 1376"/>
                  <a:gd name="T37" fmla="*/ 0 h 741"/>
                  <a:gd name="T38" fmla="*/ 0 w 1376"/>
                  <a:gd name="T39" fmla="*/ 1 h 741"/>
                  <a:gd name="T40" fmla="*/ 0 w 1376"/>
                  <a:gd name="T41" fmla="*/ 1 h 7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6"/>
                  <a:gd name="T64" fmla="*/ 0 h 741"/>
                  <a:gd name="T65" fmla="*/ 1376 w 1376"/>
                  <a:gd name="T66" fmla="*/ 741 h 74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6" h="741">
                    <a:moveTo>
                      <a:pt x="9" y="629"/>
                    </a:moveTo>
                    <a:lnTo>
                      <a:pt x="260" y="741"/>
                    </a:lnTo>
                    <a:lnTo>
                      <a:pt x="481" y="722"/>
                    </a:lnTo>
                    <a:lnTo>
                      <a:pt x="744" y="680"/>
                    </a:lnTo>
                    <a:lnTo>
                      <a:pt x="954" y="680"/>
                    </a:lnTo>
                    <a:lnTo>
                      <a:pt x="1095" y="699"/>
                    </a:lnTo>
                    <a:lnTo>
                      <a:pt x="1365" y="321"/>
                    </a:lnTo>
                    <a:lnTo>
                      <a:pt x="1376" y="150"/>
                    </a:lnTo>
                    <a:lnTo>
                      <a:pt x="1275" y="99"/>
                    </a:lnTo>
                    <a:lnTo>
                      <a:pt x="1185" y="141"/>
                    </a:lnTo>
                    <a:lnTo>
                      <a:pt x="1115" y="119"/>
                    </a:lnTo>
                    <a:lnTo>
                      <a:pt x="1044" y="300"/>
                    </a:lnTo>
                    <a:lnTo>
                      <a:pt x="985" y="291"/>
                    </a:lnTo>
                    <a:lnTo>
                      <a:pt x="1073" y="49"/>
                    </a:lnTo>
                    <a:lnTo>
                      <a:pt x="924" y="0"/>
                    </a:lnTo>
                    <a:lnTo>
                      <a:pt x="843" y="18"/>
                    </a:lnTo>
                    <a:lnTo>
                      <a:pt x="470" y="211"/>
                    </a:lnTo>
                    <a:lnTo>
                      <a:pt x="209" y="161"/>
                    </a:lnTo>
                    <a:lnTo>
                      <a:pt x="101" y="211"/>
                    </a:lnTo>
                    <a:lnTo>
                      <a:pt x="0" y="431"/>
                    </a:lnTo>
                    <a:lnTo>
                      <a:pt x="9" y="62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4" name="Freeform 87">
                <a:extLst>
                  <a:ext uri="{FF2B5EF4-FFF2-40B4-BE49-F238E27FC236}">
                    <a16:creationId xmlns:a16="http://schemas.microsoft.com/office/drawing/2014/main" id="{66D257E5-87EF-F844-8A8B-5AAEA4C7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280"/>
                <a:ext cx="190" cy="78"/>
              </a:xfrm>
              <a:custGeom>
                <a:avLst/>
                <a:gdLst>
                  <a:gd name="T0" fmla="*/ 1 w 1519"/>
                  <a:gd name="T1" fmla="*/ 0 h 631"/>
                  <a:gd name="T2" fmla="*/ 1 w 1519"/>
                  <a:gd name="T3" fmla="*/ 0 h 631"/>
                  <a:gd name="T4" fmla="*/ 1 w 1519"/>
                  <a:gd name="T5" fmla="*/ 0 h 631"/>
                  <a:gd name="T6" fmla="*/ 1 w 1519"/>
                  <a:gd name="T7" fmla="*/ 0 h 631"/>
                  <a:gd name="T8" fmla="*/ 1 w 1519"/>
                  <a:gd name="T9" fmla="*/ 0 h 631"/>
                  <a:gd name="T10" fmla="*/ 2 w 1519"/>
                  <a:gd name="T11" fmla="*/ 0 h 631"/>
                  <a:gd name="T12" fmla="*/ 2 w 1519"/>
                  <a:gd name="T13" fmla="*/ 0 h 631"/>
                  <a:gd name="T14" fmla="*/ 3 w 1519"/>
                  <a:gd name="T15" fmla="*/ 0 h 631"/>
                  <a:gd name="T16" fmla="*/ 3 w 1519"/>
                  <a:gd name="T17" fmla="*/ 0 h 631"/>
                  <a:gd name="T18" fmla="*/ 3 w 1519"/>
                  <a:gd name="T19" fmla="*/ 1 h 631"/>
                  <a:gd name="T20" fmla="*/ 2 w 1519"/>
                  <a:gd name="T21" fmla="*/ 1 h 631"/>
                  <a:gd name="T22" fmla="*/ 2 w 1519"/>
                  <a:gd name="T23" fmla="*/ 1 h 631"/>
                  <a:gd name="T24" fmla="*/ 1 w 1519"/>
                  <a:gd name="T25" fmla="*/ 1 h 631"/>
                  <a:gd name="T26" fmla="*/ 1 w 1519"/>
                  <a:gd name="T27" fmla="*/ 1 h 631"/>
                  <a:gd name="T28" fmla="*/ 1 w 1519"/>
                  <a:gd name="T29" fmla="*/ 1 h 631"/>
                  <a:gd name="T30" fmla="*/ 0 w 1519"/>
                  <a:gd name="T31" fmla="*/ 1 h 631"/>
                  <a:gd name="T32" fmla="*/ 0 w 1519"/>
                  <a:gd name="T33" fmla="*/ 1 h 631"/>
                  <a:gd name="T34" fmla="*/ 0 w 1519"/>
                  <a:gd name="T35" fmla="*/ 1 h 631"/>
                  <a:gd name="T36" fmla="*/ 0 w 1519"/>
                  <a:gd name="T37" fmla="*/ 1 h 631"/>
                  <a:gd name="T38" fmla="*/ 0 w 1519"/>
                  <a:gd name="T39" fmla="*/ 1 h 631"/>
                  <a:gd name="T40" fmla="*/ 1 w 1519"/>
                  <a:gd name="T41" fmla="*/ 1 h 631"/>
                  <a:gd name="T42" fmla="*/ 1 w 1519"/>
                  <a:gd name="T43" fmla="*/ 1 h 631"/>
                  <a:gd name="T44" fmla="*/ 1 w 1519"/>
                  <a:gd name="T45" fmla="*/ 0 h 63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19"/>
                  <a:gd name="T70" fmla="*/ 0 h 631"/>
                  <a:gd name="T71" fmla="*/ 1519 w 1519"/>
                  <a:gd name="T72" fmla="*/ 631 h 63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19" h="631">
                    <a:moveTo>
                      <a:pt x="445" y="281"/>
                    </a:moveTo>
                    <a:lnTo>
                      <a:pt x="585" y="200"/>
                    </a:lnTo>
                    <a:lnTo>
                      <a:pt x="616" y="180"/>
                    </a:lnTo>
                    <a:lnTo>
                      <a:pt x="654" y="149"/>
                    </a:lnTo>
                    <a:lnTo>
                      <a:pt x="724" y="163"/>
                    </a:lnTo>
                    <a:lnTo>
                      <a:pt x="797" y="90"/>
                    </a:lnTo>
                    <a:lnTo>
                      <a:pt x="1168" y="0"/>
                    </a:lnTo>
                    <a:lnTo>
                      <a:pt x="1309" y="81"/>
                    </a:lnTo>
                    <a:lnTo>
                      <a:pt x="1519" y="112"/>
                    </a:lnTo>
                    <a:lnTo>
                      <a:pt x="1319" y="391"/>
                    </a:lnTo>
                    <a:lnTo>
                      <a:pt x="1198" y="532"/>
                    </a:lnTo>
                    <a:lnTo>
                      <a:pt x="996" y="599"/>
                    </a:lnTo>
                    <a:lnTo>
                      <a:pt x="645" y="562"/>
                    </a:lnTo>
                    <a:lnTo>
                      <a:pt x="403" y="611"/>
                    </a:lnTo>
                    <a:lnTo>
                      <a:pt x="234" y="631"/>
                    </a:lnTo>
                    <a:lnTo>
                      <a:pt x="184" y="583"/>
                    </a:lnTo>
                    <a:lnTo>
                      <a:pt x="32" y="592"/>
                    </a:lnTo>
                    <a:lnTo>
                      <a:pt x="0" y="551"/>
                    </a:lnTo>
                    <a:lnTo>
                      <a:pt x="51" y="521"/>
                    </a:lnTo>
                    <a:lnTo>
                      <a:pt x="141" y="419"/>
                    </a:lnTo>
                    <a:lnTo>
                      <a:pt x="334" y="352"/>
                    </a:lnTo>
                    <a:lnTo>
                      <a:pt x="454" y="320"/>
                    </a:lnTo>
                    <a:lnTo>
                      <a:pt x="445" y="281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5" name="Freeform 88">
                <a:extLst>
                  <a:ext uri="{FF2B5EF4-FFF2-40B4-BE49-F238E27FC236}">
                    <a16:creationId xmlns:a16="http://schemas.microsoft.com/office/drawing/2014/main" id="{4091CB57-BB3D-CF4E-BBEC-C5663CE9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296"/>
                <a:ext cx="214" cy="139"/>
              </a:xfrm>
              <a:custGeom>
                <a:avLst/>
                <a:gdLst>
                  <a:gd name="T0" fmla="*/ 1 w 1708"/>
                  <a:gd name="T1" fmla="*/ 1 h 1115"/>
                  <a:gd name="T2" fmla="*/ 1 w 1708"/>
                  <a:gd name="T3" fmla="*/ 1 h 1115"/>
                  <a:gd name="T4" fmla="*/ 0 w 1708"/>
                  <a:gd name="T5" fmla="*/ 1 h 1115"/>
                  <a:gd name="T6" fmla="*/ 0 w 1708"/>
                  <a:gd name="T7" fmla="*/ 1 h 1115"/>
                  <a:gd name="T8" fmla="*/ 0 w 1708"/>
                  <a:gd name="T9" fmla="*/ 1 h 1115"/>
                  <a:gd name="T10" fmla="*/ 0 w 1708"/>
                  <a:gd name="T11" fmla="*/ 1 h 1115"/>
                  <a:gd name="T12" fmla="*/ 0 w 1708"/>
                  <a:gd name="T13" fmla="*/ 1 h 1115"/>
                  <a:gd name="T14" fmla="*/ 0 w 1708"/>
                  <a:gd name="T15" fmla="*/ 2 h 1115"/>
                  <a:gd name="T16" fmla="*/ 0 w 1708"/>
                  <a:gd name="T17" fmla="*/ 2 h 1115"/>
                  <a:gd name="T18" fmla="*/ 0 w 1708"/>
                  <a:gd name="T19" fmla="*/ 2 h 1115"/>
                  <a:gd name="T20" fmla="*/ 1 w 1708"/>
                  <a:gd name="T21" fmla="*/ 2 h 1115"/>
                  <a:gd name="T22" fmla="*/ 1 w 1708"/>
                  <a:gd name="T23" fmla="*/ 2 h 1115"/>
                  <a:gd name="T24" fmla="*/ 1 w 1708"/>
                  <a:gd name="T25" fmla="*/ 1 h 1115"/>
                  <a:gd name="T26" fmla="*/ 2 w 1708"/>
                  <a:gd name="T27" fmla="*/ 1 h 1115"/>
                  <a:gd name="T28" fmla="*/ 2 w 1708"/>
                  <a:gd name="T29" fmla="*/ 1 h 1115"/>
                  <a:gd name="T30" fmla="*/ 3 w 1708"/>
                  <a:gd name="T31" fmla="*/ 1 h 1115"/>
                  <a:gd name="T32" fmla="*/ 3 w 1708"/>
                  <a:gd name="T33" fmla="*/ 1 h 1115"/>
                  <a:gd name="T34" fmla="*/ 3 w 1708"/>
                  <a:gd name="T35" fmla="*/ 1 h 1115"/>
                  <a:gd name="T36" fmla="*/ 3 w 1708"/>
                  <a:gd name="T37" fmla="*/ 1 h 1115"/>
                  <a:gd name="T38" fmla="*/ 3 w 1708"/>
                  <a:gd name="T39" fmla="*/ 1 h 1115"/>
                  <a:gd name="T40" fmla="*/ 3 w 1708"/>
                  <a:gd name="T41" fmla="*/ 0 h 1115"/>
                  <a:gd name="T42" fmla="*/ 3 w 1708"/>
                  <a:gd name="T43" fmla="*/ 0 h 1115"/>
                  <a:gd name="T44" fmla="*/ 2 w 1708"/>
                  <a:gd name="T45" fmla="*/ 0 h 1115"/>
                  <a:gd name="T46" fmla="*/ 2 w 1708"/>
                  <a:gd name="T47" fmla="*/ 0 h 1115"/>
                  <a:gd name="T48" fmla="*/ 2 w 1708"/>
                  <a:gd name="T49" fmla="*/ 1 h 1115"/>
                  <a:gd name="T50" fmla="*/ 2 w 1708"/>
                  <a:gd name="T51" fmla="*/ 0 h 1115"/>
                  <a:gd name="T52" fmla="*/ 2 w 1708"/>
                  <a:gd name="T53" fmla="*/ 0 h 1115"/>
                  <a:gd name="T54" fmla="*/ 2 w 1708"/>
                  <a:gd name="T55" fmla="*/ 0 h 1115"/>
                  <a:gd name="T56" fmla="*/ 2 w 1708"/>
                  <a:gd name="T57" fmla="*/ 0 h 1115"/>
                  <a:gd name="T58" fmla="*/ 1 w 1708"/>
                  <a:gd name="T59" fmla="*/ 0 h 1115"/>
                  <a:gd name="T60" fmla="*/ 1 w 1708"/>
                  <a:gd name="T61" fmla="*/ 1 h 1115"/>
                  <a:gd name="T62" fmla="*/ 1 w 1708"/>
                  <a:gd name="T63" fmla="*/ 1 h 1115"/>
                  <a:gd name="T64" fmla="*/ 1 w 1708"/>
                  <a:gd name="T65" fmla="*/ 1 h 1115"/>
                  <a:gd name="T66" fmla="*/ 1 w 1708"/>
                  <a:gd name="T67" fmla="*/ 1 h 1115"/>
                  <a:gd name="T68" fmla="*/ 1 w 1708"/>
                  <a:gd name="T69" fmla="*/ 1 h 11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708"/>
                  <a:gd name="T106" fmla="*/ 0 h 1115"/>
                  <a:gd name="T107" fmla="*/ 1708 w 1708"/>
                  <a:gd name="T108" fmla="*/ 1115 h 111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708" h="1115">
                    <a:moveTo>
                      <a:pt x="332" y="352"/>
                    </a:moveTo>
                    <a:lnTo>
                      <a:pt x="292" y="374"/>
                    </a:lnTo>
                    <a:lnTo>
                      <a:pt x="202" y="463"/>
                    </a:lnTo>
                    <a:lnTo>
                      <a:pt x="92" y="463"/>
                    </a:lnTo>
                    <a:lnTo>
                      <a:pt x="59" y="512"/>
                    </a:lnTo>
                    <a:lnTo>
                      <a:pt x="59" y="664"/>
                    </a:lnTo>
                    <a:lnTo>
                      <a:pt x="20" y="761"/>
                    </a:lnTo>
                    <a:lnTo>
                      <a:pt x="0" y="873"/>
                    </a:lnTo>
                    <a:lnTo>
                      <a:pt x="20" y="982"/>
                    </a:lnTo>
                    <a:lnTo>
                      <a:pt x="101" y="1053"/>
                    </a:lnTo>
                    <a:lnTo>
                      <a:pt x="403" y="1115"/>
                    </a:lnTo>
                    <a:lnTo>
                      <a:pt x="403" y="823"/>
                    </a:lnTo>
                    <a:lnTo>
                      <a:pt x="543" y="761"/>
                    </a:lnTo>
                    <a:lnTo>
                      <a:pt x="844" y="682"/>
                    </a:lnTo>
                    <a:lnTo>
                      <a:pt x="1215" y="693"/>
                    </a:lnTo>
                    <a:lnTo>
                      <a:pt x="1597" y="701"/>
                    </a:lnTo>
                    <a:lnTo>
                      <a:pt x="1708" y="673"/>
                    </a:lnTo>
                    <a:lnTo>
                      <a:pt x="1699" y="521"/>
                    </a:lnTo>
                    <a:lnTo>
                      <a:pt x="1659" y="412"/>
                    </a:lnTo>
                    <a:lnTo>
                      <a:pt x="1507" y="332"/>
                    </a:lnTo>
                    <a:lnTo>
                      <a:pt x="1415" y="262"/>
                    </a:lnTo>
                    <a:lnTo>
                      <a:pt x="1256" y="82"/>
                    </a:lnTo>
                    <a:lnTo>
                      <a:pt x="1226" y="34"/>
                    </a:lnTo>
                    <a:lnTo>
                      <a:pt x="1026" y="51"/>
                    </a:lnTo>
                    <a:lnTo>
                      <a:pt x="824" y="302"/>
                    </a:lnTo>
                    <a:lnTo>
                      <a:pt x="745" y="281"/>
                    </a:lnTo>
                    <a:lnTo>
                      <a:pt x="934" y="42"/>
                    </a:lnTo>
                    <a:lnTo>
                      <a:pt x="824" y="0"/>
                    </a:lnTo>
                    <a:lnTo>
                      <a:pt x="785" y="34"/>
                    </a:lnTo>
                    <a:lnTo>
                      <a:pt x="712" y="281"/>
                    </a:lnTo>
                    <a:lnTo>
                      <a:pt x="602" y="302"/>
                    </a:lnTo>
                    <a:lnTo>
                      <a:pt x="562" y="352"/>
                    </a:lnTo>
                    <a:lnTo>
                      <a:pt x="574" y="412"/>
                    </a:lnTo>
                    <a:lnTo>
                      <a:pt x="422" y="341"/>
                    </a:lnTo>
                    <a:lnTo>
                      <a:pt x="332" y="352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6" name="Freeform 89">
                <a:extLst>
                  <a:ext uri="{FF2B5EF4-FFF2-40B4-BE49-F238E27FC236}">
                    <a16:creationId xmlns:a16="http://schemas.microsoft.com/office/drawing/2014/main" id="{550BD304-22D3-1D49-9E73-ACF970C6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172"/>
                <a:ext cx="69" cy="39"/>
              </a:xfrm>
              <a:custGeom>
                <a:avLst/>
                <a:gdLst>
                  <a:gd name="T0" fmla="*/ 0 w 553"/>
                  <a:gd name="T1" fmla="*/ 0 h 311"/>
                  <a:gd name="T2" fmla="*/ 0 w 553"/>
                  <a:gd name="T3" fmla="*/ 0 h 311"/>
                  <a:gd name="T4" fmla="*/ 0 w 553"/>
                  <a:gd name="T5" fmla="*/ 0 h 311"/>
                  <a:gd name="T6" fmla="*/ 0 w 553"/>
                  <a:gd name="T7" fmla="*/ 0 h 311"/>
                  <a:gd name="T8" fmla="*/ 0 w 553"/>
                  <a:gd name="T9" fmla="*/ 1 h 311"/>
                  <a:gd name="T10" fmla="*/ 1 w 553"/>
                  <a:gd name="T11" fmla="*/ 1 h 311"/>
                  <a:gd name="T12" fmla="*/ 1 w 553"/>
                  <a:gd name="T13" fmla="*/ 0 h 311"/>
                  <a:gd name="T14" fmla="*/ 1 w 553"/>
                  <a:gd name="T15" fmla="*/ 0 h 311"/>
                  <a:gd name="T16" fmla="*/ 1 w 553"/>
                  <a:gd name="T17" fmla="*/ 0 h 311"/>
                  <a:gd name="T18" fmla="*/ 0 w 553"/>
                  <a:gd name="T19" fmla="*/ 0 h 311"/>
                  <a:gd name="T20" fmla="*/ 0 w 553"/>
                  <a:gd name="T21" fmla="*/ 0 h 311"/>
                  <a:gd name="T22" fmla="*/ 0 w 553"/>
                  <a:gd name="T23" fmla="*/ 0 h 3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3"/>
                  <a:gd name="T37" fmla="*/ 0 h 311"/>
                  <a:gd name="T38" fmla="*/ 553 w 553"/>
                  <a:gd name="T39" fmla="*/ 311 h 3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3" h="311">
                    <a:moveTo>
                      <a:pt x="0" y="110"/>
                    </a:moveTo>
                    <a:lnTo>
                      <a:pt x="81" y="148"/>
                    </a:lnTo>
                    <a:lnTo>
                      <a:pt x="182" y="131"/>
                    </a:lnTo>
                    <a:lnTo>
                      <a:pt x="241" y="198"/>
                    </a:lnTo>
                    <a:lnTo>
                      <a:pt x="272" y="311"/>
                    </a:lnTo>
                    <a:lnTo>
                      <a:pt x="553" y="311"/>
                    </a:lnTo>
                    <a:lnTo>
                      <a:pt x="514" y="189"/>
                    </a:lnTo>
                    <a:lnTo>
                      <a:pt x="434" y="60"/>
                    </a:lnTo>
                    <a:lnTo>
                      <a:pt x="311" y="0"/>
                    </a:lnTo>
                    <a:lnTo>
                      <a:pt x="212" y="0"/>
                    </a:lnTo>
                    <a:lnTo>
                      <a:pt x="10" y="8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7" name="Freeform 90">
                <a:extLst>
                  <a:ext uri="{FF2B5EF4-FFF2-40B4-BE49-F238E27FC236}">
                    <a16:creationId xmlns:a16="http://schemas.microsoft.com/office/drawing/2014/main" id="{7A1A1476-9B42-134C-A7AB-35F288345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218"/>
                <a:ext cx="29" cy="28"/>
              </a:xfrm>
              <a:custGeom>
                <a:avLst/>
                <a:gdLst>
                  <a:gd name="T0" fmla="*/ 0 w 235"/>
                  <a:gd name="T1" fmla="*/ 0 h 222"/>
                  <a:gd name="T2" fmla="*/ 0 w 235"/>
                  <a:gd name="T3" fmla="*/ 0 h 222"/>
                  <a:gd name="T4" fmla="*/ 0 w 235"/>
                  <a:gd name="T5" fmla="*/ 0 h 222"/>
                  <a:gd name="T6" fmla="*/ 0 w 235"/>
                  <a:gd name="T7" fmla="*/ 0 h 222"/>
                  <a:gd name="T8" fmla="*/ 0 w 235"/>
                  <a:gd name="T9" fmla="*/ 0 h 222"/>
                  <a:gd name="T10" fmla="*/ 0 w 235"/>
                  <a:gd name="T11" fmla="*/ 0 h 222"/>
                  <a:gd name="T12" fmla="*/ 0 w 235"/>
                  <a:gd name="T13" fmla="*/ 0 h 222"/>
                  <a:gd name="T14" fmla="*/ 0 w 235"/>
                  <a:gd name="T15" fmla="*/ 0 h 222"/>
                  <a:gd name="T16" fmla="*/ 0 w 235"/>
                  <a:gd name="T17" fmla="*/ 0 h 222"/>
                  <a:gd name="T18" fmla="*/ 0 w 235"/>
                  <a:gd name="T19" fmla="*/ 0 h 222"/>
                  <a:gd name="T20" fmla="*/ 0 w 235"/>
                  <a:gd name="T21" fmla="*/ 1 h 222"/>
                  <a:gd name="T22" fmla="*/ 0 w 235"/>
                  <a:gd name="T23" fmla="*/ 0 h 222"/>
                  <a:gd name="T24" fmla="*/ 0 w 235"/>
                  <a:gd name="T25" fmla="*/ 0 h 222"/>
                  <a:gd name="T26" fmla="*/ 0 w 235"/>
                  <a:gd name="T27" fmla="*/ 0 h 222"/>
                  <a:gd name="T28" fmla="*/ 0 w 235"/>
                  <a:gd name="T29" fmla="*/ 0 h 222"/>
                  <a:gd name="T30" fmla="*/ 0 w 235"/>
                  <a:gd name="T31" fmla="*/ 0 h 222"/>
                  <a:gd name="T32" fmla="*/ 0 w 235"/>
                  <a:gd name="T33" fmla="*/ 0 h 222"/>
                  <a:gd name="T34" fmla="*/ 0 w 235"/>
                  <a:gd name="T35" fmla="*/ 0 h 222"/>
                  <a:gd name="T36" fmla="*/ 0 w 235"/>
                  <a:gd name="T37" fmla="*/ 0 h 222"/>
                  <a:gd name="T38" fmla="*/ 0 w 235"/>
                  <a:gd name="T39" fmla="*/ 0 h 222"/>
                  <a:gd name="T40" fmla="*/ 0 w 235"/>
                  <a:gd name="T41" fmla="*/ 0 h 222"/>
                  <a:gd name="T42" fmla="*/ 0 w 235"/>
                  <a:gd name="T43" fmla="*/ 0 h 222"/>
                  <a:gd name="T44" fmla="*/ 0 w 235"/>
                  <a:gd name="T45" fmla="*/ 0 h 222"/>
                  <a:gd name="T46" fmla="*/ 0 w 235"/>
                  <a:gd name="T47" fmla="*/ 0 h 22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35"/>
                  <a:gd name="T73" fmla="*/ 0 h 222"/>
                  <a:gd name="T74" fmla="*/ 235 w 235"/>
                  <a:gd name="T75" fmla="*/ 222 h 22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35" h="222">
                    <a:moveTo>
                      <a:pt x="50" y="19"/>
                    </a:moveTo>
                    <a:lnTo>
                      <a:pt x="29" y="35"/>
                    </a:lnTo>
                    <a:lnTo>
                      <a:pt x="15" y="59"/>
                    </a:lnTo>
                    <a:lnTo>
                      <a:pt x="6" y="79"/>
                    </a:lnTo>
                    <a:lnTo>
                      <a:pt x="0" y="100"/>
                    </a:lnTo>
                    <a:lnTo>
                      <a:pt x="0" y="134"/>
                    </a:lnTo>
                    <a:lnTo>
                      <a:pt x="11" y="160"/>
                    </a:lnTo>
                    <a:lnTo>
                      <a:pt x="31" y="187"/>
                    </a:lnTo>
                    <a:lnTo>
                      <a:pt x="57" y="204"/>
                    </a:lnTo>
                    <a:lnTo>
                      <a:pt x="84" y="217"/>
                    </a:lnTo>
                    <a:lnTo>
                      <a:pt x="119" y="222"/>
                    </a:lnTo>
                    <a:lnTo>
                      <a:pt x="163" y="215"/>
                    </a:lnTo>
                    <a:lnTo>
                      <a:pt x="193" y="195"/>
                    </a:lnTo>
                    <a:lnTo>
                      <a:pt x="218" y="171"/>
                    </a:lnTo>
                    <a:lnTo>
                      <a:pt x="233" y="136"/>
                    </a:lnTo>
                    <a:lnTo>
                      <a:pt x="235" y="107"/>
                    </a:lnTo>
                    <a:lnTo>
                      <a:pt x="232" y="72"/>
                    </a:lnTo>
                    <a:lnTo>
                      <a:pt x="214" y="42"/>
                    </a:lnTo>
                    <a:lnTo>
                      <a:pt x="189" y="19"/>
                    </a:lnTo>
                    <a:lnTo>
                      <a:pt x="158" y="6"/>
                    </a:lnTo>
                    <a:lnTo>
                      <a:pt x="133" y="0"/>
                    </a:lnTo>
                    <a:lnTo>
                      <a:pt x="97" y="0"/>
                    </a:lnTo>
                    <a:lnTo>
                      <a:pt x="66" y="8"/>
                    </a:lnTo>
                    <a:lnTo>
                      <a:pt x="5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8" name="Freeform 91">
                <a:extLst>
                  <a:ext uri="{FF2B5EF4-FFF2-40B4-BE49-F238E27FC236}">
                    <a16:creationId xmlns:a16="http://schemas.microsoft.com/office/drawing/2014/main" id="{7D148C33-50F4-D342-85BD-80DAEF17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210"/>
                <a:ext cx="55" cy="66"/>
              </a:xfrm>
              <a:custGeom>
                <a:avLst/>
                <a:gdLst>
                  <a:gd name="T0" fmla="*/ 0 w 440"/>
                  <a:gd name="T1" fmla="*/ 0 h 530"/>
                  <a:gd name="T2" fmla="*/ 0 w 440"/>
                  <a:gd name="T3" fmla="*/ 0 h 530"/>
                  <a:gd name="T4" fmla="*/ 0 w 440"/>
                  <a:gd name="T5" fmla="*/ 1 h 530"/>
                  <a:gd name="T6" fmla="*/ 0 w 440"/>
                  <a:gd name="T7" fmla="*/ 1 h 530"/>
                  <a:gd name="T8" fmla="*/ 0 w 440"/>
                  <a:gd name="T9" fmla="*/ 1 h 530"/>
                  <a:gd name="T10" fmla="*/ 1 w 440"/>
                  <a:gd name="T11" fmla="*/ 1 h 530"/>
                  <a:gd name="T12" fmla="*/ 1 w 440"/>
                  <a:gd name="T13" fmla="*/ 1 h 530"/>
                  <a:gd name="T14" fmla="*/ 1 w 440"/>
                  <a:gd name="T15" fmla="*/ 0 h 530"/>
                  <a:gd name="T16" fmla="*/ 0 w 440"/>
                  <a:gd name="T17" fmla="*/ 0 h 5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0"/>
                  <a:gd name="T28" fmla="*/ 0 h 530"/>
                  <a:gd name="T29" fmla="*/ 440 w 440"/>
                  <a:gd name="T30" fmla="*/ 530 h 5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0" h="530">
                    <a:moveTo>
                      <a:pt x="29" y="0"/>
                    </a:moveTo>
                    <a:lnTo>
                      <a:pt x="0" y="171"/>
                    </a:lnTo>
                    <a:lnTo>
                      <a:pt x="0" y="302"/>
                    </a:lnTo>
                    <a:lnTo>
                      <a:pt x="9" y="443"/>
                    </a:lnTo>
                    <a:lnTo>
                      <a:pt x="89" y="501"/>
                    </a:lnTo>
                    <a:lnTo>
                      <a:pt x="232" y="521"/>
                    </a:lnTo>
                    <a:lnTo>
                      <a:pt x="440" y="530"/>
                    </a:lnTo>
                    <a:lnTo>
                      <a:pt x="361" y="2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39" name="Freeform 92">
                <a:extLst>
                  <a:ext uri="{FF2B5EF4-FFF2-40B4-BE49-F238E27FC236}">
                    <a16:creationId xmlns:a16="http://schemas.microsoft.com/office/drawing/2014/main" id="{A079893A-CD43-DC40-9236-486C71C5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283"/>
                <a:ext cx="29" cy="12"/>
              </a:xfrm>
              <a:custGeom>
                <a:avLst/>
                <a:gdLst>
                  <a:gd name="T0" fmla="*/ 0 w 230"/>
                  <a:gd name="T1" fmla="*/ 0 h 91"/>
                  <a:gd name="T2" fmla="*/ 1 w 230"/>
                  <a:gd name="T3" fmla="*/ 0 h 91"/>
                  <a:gd name="T4" fmla="*/ 1 w 230"/>
                  <a:gd name="T5" fmla="*/ 0 h 91"/>
                  <a:gd name="T6" fmla="*/ 0 w 230"/>
                  <a:gd name="T7" fmla="*/ 0 h 91"/>
                  <a:gd name="T8" fmla="*/ 0 w 230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0"/>
                  <a:gd name="T16" fmla="*/ 0 h 91"/>
                  <a:gd name="T17" fmla="*/ 230 w 230"/>
                  <a:gd name="T18" fmla="*/ 91 h 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0" h="91">
                    <a:moveTo>
                      <a:pt x="0" y="11"/>
                    </a:moveTo>
                    <a:lnTo>
                      <a:pt x="230" y="91"/>
                    </a:lnTo>
                    <a:lnTo>
                      <a:pt x="230" y="51"/>
                    </a:lnTo>
                    <a:lnTo>
                      <a:pt x="92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0" name="Freeform 93">
                <a:extLst>
                  <a:ext uri="{FF2B5EF4-FFF2-40B4-BE49-F238E27FC236}">
                    <a16:creationId xmlns:a16="http://schemas.microsoft.com/office/drawing/2014/main" id="{E8769D5D-26DF-A847-BD3A-8D998EEF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98"/>
                <a:ext cx="36" cy="56"/>
              </a:xfrm>
              <a:custGeom>
                <a:avLst/>
                <a:gdLst>
                  <a:gd name="T0" fmla="*/ 0 w 290"/>
                  <a:gd name="T1" fmla="*/ 0 h 443"/>
                  <a:gd name="T2" fmla="*/ 0 w 290"/>
                  <a:gd name="T3" fmla="*/ 0 h 443"/>
                  <a:gd name="T4" fmla="*/ 0 w 290"/>
                  <a:gd name="T5" fmla="*/ 1 h 443"/>
                  <a:gd name="T6" fmla="*/ 0 w 290"/>
                  <a:gd name="T7" fmla="*/ 1 h 443"/>
                  <a:gd name="T8" fmla="*/ 0 w 290"/>
                  <a:gd name="T9" fmla="*/ 1 h 443"/>
                  <a:gd name="T10" fmla="*/ 0 w 290"/>
                  <a:gd name="T11" fmla="*/ 1 h 443"/>
                  <a:gd name="T12" fmla="*/ 0 w 290"/>
                  <a:gd name="T13" fmla="*/ 0 h 443"/>
                  <a:gd name="T14" fmla="*/ 0 w 290"/>
                  <a:gd name="T15" fmla="*/ 0 h 443"/>
                  <a:gd name="T16" fmla="*/ 0 w 290"/>
                  <a:gd name="T17" fmla="*/ 0 h 443"/>
                  <a:gd name="T18" fmla="*/ 0 w 290"/>
                  <a:gd name="T19" fmla="*/ 0 h 4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0"/>
                  <a:gd name="T31" fmla="*/ 0 h 443"/>
                  <a:gd name="T32" fmla="*/ 290 w 290"/>
                  <a:gd name="T33" fmla="*/ 443 h 4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0" h="443">
                    <a:moveTo>
                      <a:pt x="290" y="42"/>
                    </a:moveTo>
                    <a:lnTo>
                      <a:pt x="223" y="132"/>
                    </a:lnTo>
                    <a:lnTo>
                      <a:pt x="181" y="261"/>
                    </a:lnTo>
                    <a:lnTo>
                      <a:pt x="150" y="443"/>
                    </a:lnTo>
                    <a:lnTo>
                      <a:pt x="9" y="392"/>
                    </a:lnTo>
                    <a:lnTo>
                      <a:pt x="0" y="254"/>
                    </a:lnTo>
                    <a:lnTo>
                      <a:pt x="9" y="132"/>
                    </a:lnTo>
                    <a:lnTo>
                      <a:pt x="71" y="31"/>
                    </a:lnTo>
                    <a:lnTo>
                      <a:pt x="189" y="0"/>
                    </a:lnTo>
                    <a:lnTo>
                      <a:pt x="29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1" name="Freeform 94">
                <a:extLst>
                  <a:ext uri="{FF2B5EF4-FFF2-40B4-BE49-F238E27FC236}">
                    <a16:creationId xmlns:a16="http://schemas.microsoft.com/office/drawing/2014/main" id="{5A9A3662-D041-614F-B7A1-9AE7725A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347"/>
                <a:ext cx="27" cy="35"/>
              </a:xfrm>
              <a:custGeom>
                <a:avLst/>
                <a:gdLst>
                  <a:gd name="T0" fmla="*/ 0 w 220"/>
                  <a:gd name="T1" fmla="*/ 0 h 281"/>
                  <a:gd name="T2" fmla="*/ 0 w 220"/>
                  <a:gd name="T3" fmla="*/ 0 h 281"/>
                  <a:gd name="T4" fmla="*/ 0 w 220"/>
                  <a:gd name="T5" fmla="*/ 0 h 281"/>
                  <a:gd name="T6" fmla="*/ 0 w 220"/>
                  <a:gd name="T7" fmla="*/ 0 h 281"/>
                  <a:gd name="T8" fmla="*/ 0 w 220"/>
                  <a:gd name="T9" fmla="*/ 0 h 281"/>
                  <a:gd name="T10" fmla="*/ 0 w 220"/>
                  <a:gd name="T11" fmla="*/ 0 h 281"/>
                  <a:gd name="T12" fmla="*/ 0 w 220"/>
                  <a:gd name="T13" fmla="*/ 0 h 2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0"/>
                  <a:gd name="T22" fmla="*/ 0 h 281"/>
                  <a:gd name="T23" fmla="*/ 220 w 220"/>
                  <a:gd name="T24" fmla="*/ 281 h 2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0" h="281">
                    <a:moveTo>
                      <a:pt x="60" y="281"/>
                    </a:moveTo>
                    <a:lnTo>
                      <a:pt x="49" y="151"/>
                    </a:lnTo>
                    <a:lnTo>
                      <a:pt x="0" y="0"/>
                    </a:lnTo>
                    <a:lnTo>
                      <a:pt x="169" y="30"/>
                    </a:lnTo>
                    <a:lnTo>
                      <a:pt x="208" y="132"/>
                    </a:lnTo>
                    <a:lnTo>
                      <a:pt x="220" y="252"/>
                    </a:lnTo>
                    <a:lnTo>
                      <a:pt x="60" y="2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2" name="Freeform 95">
                <a:extLst>
                  <a:ext uri="{FF2B5EF4-FFF2-40B4-BE49-F238E27FC236}">
                    <a16:creationId xmlns:a16="http://schemas.microsoft.com/office/drawing/2014/main" id="{0352805B-03F0-534B-A28B-F97A286C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037"/>
                <a:ext cx="234" cy="182"/>
              </a:xfrm>
              <a:custGeom>
                <a:avLst/>
                <a:gdLst>
                  <a:gd name="T0" fmla="*/ 0 w 1870"/>
                  <a:gd name="T1" fmla="*/ 0 h 1457"/>
                  <a:gd name="T2" fmla="*/ 0 w 1870"/>
                  <a:gd name="T3" fmla="*/ 0 h 1457"/>
                  <a:gd name="T4" fmla="*/ 0 w 1870"/>
                  <a:gd name="T5" fmla="*/ 1 h 1457"/>
                  <a:gd name="T6" fmla="*/ 0 w 1870"/>
                  <a:gd name="T7" fmla="*/ 1 h 1457"/>
                  <a:gd name="T8" fmla="*/ 0 w 1870"/>
                  <a:gd name="T9" fmla="*/ 1 h 1457"/>
                  <a:gd name="T10" fmla="*/ 0 w 1870"/>
                  <a:gd name="T11" fmla="*/ 1 h 1457"/>
                  <a:gd name="T12" fmla="*/ 0 w 1870"/>
                  <a:gd name="T13" fmla="*/ 1 h 1457"/>
                  <a:gd name="T14" fmla="*/ 0 w 1870"/>
                  <a:gd name="T15" fmla="*/ 1 h 1457"/>
                  <a:gd name="T16" fmla="*/ 0 w 1870"/>
                  <a:gd name="T17" fmla="*/ 1 h 1457"/>
                  <a:gd name="T18" fmla="*/ 1 w 1870"/>
                  <a:gd name="T19" fmla="*/ 2 h 1457"/>
                  <a:gd name="T20" fmla="*/ 1 w 1870"/>
                  <a:gd name="T21" fmla="*/ 2 h 1457"/>
                  <a:gd name="T22" fmla="*/ 1 w 1870"/>
                  <a:gd name="T23" fmla="*/ 2 h 1457"/>
                  <a:gd name="T24" fmla="*/ 1 w 1870"/>
                  <a:gd name="T25" fmla="*/ 2 h 1457"/>
                  <a:gd name="T26" fmla="*/ 1 w 1870"/>
                  <a:gd name="T27" fmla="*/ 2 h 1457"/>
                  <a:gd name="T28" fmla="*/ 2 w 1870"/>
                  <a:gd name="T29" fmla="*/ 2 h 1457"/>
                  <a:gd name="T30" fmla="*/ 2 w 1870"/>
                  <a:gd name="T31" fmla="*/ 2 h 1457"/>
                  <a:gd name="T32" fmla="*/ 2 w 1870"/>
                  <a:gd name="T33" fmla="*/ 2 h 1457"/>
                  <a:gd name="T34" fmla="*/ 2 w 1870"/>
                  <a:gd name="T35" fmla="*/ 3 h 1457"/>
                  <a:gd name="T36" fmla="*/ 3 w 1870"/>
                  <a:gd name="T37" fmla="*/ 2 h 1457"/>
                  <a:gd name="T38" fmla="*/ 3 w 1870"/>
                  <a:gd name="T39" fmla="*/ 2 h 1457"/>
                  <a:gd name="T40" fmla="*/ 4 w 1870"/>
                  <a:gd name="T41" fmla="*/ 2 h 1457"/>
                  <a:gd name="T42" fmla="*/ 4 w 1870"/>
                  <a:gd name="T43" fmla="*/ 2 h 1457"/>
                  <a:gd name="T44" fmla="*/ 4 w 1870"/>
                  <a:gd name="T45" fmla="*/ 1 h 1457"/>
                  <a:gd name="T46" fmla="*/ 0 w 1870"/>
                  <a:gd name="T47" fmla="*/ 0 h 1457"/>
                  <a:gd name="T48" fmla="*/ 0 w 1870"/>
                  <a:gd name="T49" fmla="*/ 0 h 14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870"/>
                  <a:gd name="T76" fmla="*/ 0 h 1457"/>
                  <a:gd name="T77" fmla="*/ 1870 w 1870"/>
                  <a:gd name="T78" fmla="*/ 1457 h 14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870" h="1457">
                    <a:moveTo>
                      <a:pt x="0" y="135"/>
                    </a:moveTo>
                    <a:lnTo>
                      <a:pt x="17" y="207"/>
                    </a:lnTo>
                    <a:lnTo>
                      <a:pt x="107" y="324"/>
                    </a:lnTo>
                    <a:lnTo>
                      <a:pt x="97" y="376"/>
                    </a:lnTo>
                    <a:lnTo>
                      <a:pt x="35" y="558"/>
                    </a:lnTo>
                    <a:lnTo>
                      <a:pt x="17" y="631"/>
                    </a:lnTo>
                    <a:lnTo>
                      <a:pt x="23" y="647"/>
                    </a:lnTo>
                    <a:lnTo>
                      <a:pt x="171" y="684"/>
                    </a:lnTo>
                    <a:lnTo>
                      <a:pt x="206" y="701"/>
                    </a:lnTo>
                    <a:lnTo>
                      <a:pt x="279" y="809"/>
                    </a:lnTo>
                    <a:lnTo>
                      <a:pt x="351" y="926"/>
                    </a:lnTo>
                    <a:lnTo>
                      <a:pt x="404" y="1033"/>
                    </a:lnTo>
                    <a:lnTo>
                      <a:pt x="441" y="1106"/>
                    </a:lnTo>
                    <a:lnTo>
                      <a:pt x="505" y="1106"/>
                    </a:lnTo>
                    <a:lnTo>
                      <a:pt x="793" y="1071"/>
                    </a:lnTo>
                    <a:lnTo>
                      <a:pt x="955" y="1152"/>
                    </a:lnTo>
                    <a:lnTo>
                      <a:pt x="1056" y="1304"/>
                    </a:lnTo>
                    <a:lnTo>
                      <a:pt x="1144" y="1457"/>
                    </a:lnTo>
                    <a:lnTo>
                      <a:pt x="1372" y="1251"/>
                    </a:lnTo>
                    <a:lnTo>
                      <a:pt x="1626" y="1079"/>
                    </a:lnTo>
                    <a:lnTo>
                      <a:pt x="1768" y="963"/>
                    </a:lnTo>
                    <a:lnTo>
                      <a:pt x="1840" y="862"/>
                    </a:lnTo>
                    <a:lnTo>
                      <a:pt x="1870" y="746"/>
                    </a:lnTo>
                    <a:lnTo>
                      <a:pt x="171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3" name="Freeform 96">
                <a:extLst>
                  <a:ext uri="{FF2B5EF4-FFF2-40B4-BE49-F238E27FC236}">
                    <a16:creationId xmlns:a16="http://schemas.microsoft.com/office/drawing/2014/main" id="{10103F7F-A531-FF49-906D-C76DBC04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871"/>
                <a:ext cx="244" cy="229"/>
              </a:xfrm>
              <a:custGeom>
                <a:avLst/>
                <a:gdLst>
                  <a:gd name="T0" fmla="*/ 0 w 1951"/>
                  <a:gd name="T1" fmla="*/ 0 h 1837"/>
                  <a:gd name="T2" fmla="*/ 0 w 1951"/>
                  <a:gd name="T3" fmla="*/ 1 h 1837"/>
                  <a:gd name="T4" fmla="*/ 0 w 1951"/>
                  <a:gd name="T5" fmla="*/ 1 h 1837"/>
                  <a:gd name="T6" fmla="*/ 0 w 1951"/>
                  <a:gd name="T7" fmla="*/ 1 h 1837"/>
                  <a:gd name="T8" fmla="*/ 0 w 1951"/>
                  <a:gd name="T9" fmla="*/ 1 h 1837"/>
                  <a:gd name="T10" fmla="*/ 0 w 1951"/>
                  <a:gd name="T11" fmla="*/ 1 h 1837"/>
                  <a:gd name="T12" fmla="*/ 0 w 1951"/>
                  <a:gd name="T13" fmla="*/ 1 h 1837"/>
                  <a:gd name="T14" fmla="*/ 0 w 1951"/>
                  <a:gd name="T15" fmla="*/ 1 h 1837"/>
                  <a:gd name="T16" fmla="*/ 0 w 1951"/>
                  <a:gd name="T17" fmla="*/ 2 h 1837"/>
                  <a:gd name="T18" fmla="*/ 0 w 1951"/>
                  <a:gd name="T19" fmla="*/ 2 h 1837"/>
                  <a:gd name="T20" fmla="*/ 1 w 1951"/>
                  <a:gd name="T21" fmla="*/ 2 h 1837"/>
                  <a:gd name="T22" fmla="*/ 1 w 1951"/>
                  <a:gd name="T23" fmla="*/ 2 h 1837"/>
                  <a:gd name="T24" fmla="*/ 1 w 1951"/>
                  <a:gd name="T25" fmla="*/ 2 h 1837"/>
                  <a:gd name="T26" fmla="*/ 1 w 1951"/>
                  <a:gd name="T27" fmla="*/ 2 h 1837"/>
                  <a:gd name="T28" fmla="*/ 1 w 1951"/>
                  <a:gd name="T29" fmla="*/ 2 h 1837"/>
                  <a:gd name="T30" fmla="*/ 1 w 1951"/>
                  <a:gd name="T31" fmla="*/ 2 h 1837"/>
                  <a:gd name="T32" fmla="*/ 1 w 1951"/>
                  <a:gd name="T33" fmla="*/ 2 h 1837"/>
                  <a:gd name="T34" fmla="*/ 1 w 1951"/>
                  <a:gd name="T35" fmla="*/ 2 h 1837"/>
                  <a:gd name="T36" fmla="*/ 1 w 1951"/>
                  <a:gd name="T37" fmla="*/ 3 h 1837"/>
                  <a:gd name="T38" fmla="*/ 2 w 1951"/>
                  <a:gd name="T39" fmla="*/ 3 h 1837"/>
                  <a:gd name="T40" fmla="*/ 1 w 1951"/>
                  <a:gd name="T41" fmla="*/ 3 h 1837"/>
                  <a:gd name="T42" fmla="*/ 1 w 1951"/>
                  <a:gd name="T43" fmla="*/ 3 h 1837"/>
                  <a:gd name="T44" fmla="*/ 1 w 1951"/>
                  <a:gd name="T45" fmla="*/ 3 h 1837"/>
                  <a:gd name="T46" fmla="*/ 2 w 1951"/>
                  <a:gd name="T47" fmla="*/ 3 h 1837"/>
                  <a:gd name="T48" fmla="*/ 2 w 1951"/>
                  <a:gd name="T49" fmla="*/ 3 h 1837"/>
                  <a:gd name="T50" fmla="*/ 1 w 1951"/>
                  <a:gd name="T51" fmla="*/ 3 h 1837"/>
                  <a:gd name="T52" fmla="*/ 1 w 1951"/>
                  <a:gd name="T53" fmla="*/ 3 h 1837"/>
                  <a:gd name="T54" fmla="*/ 1 w 1951"/>
                  <a:gd name="T55" fmla="*/ 3 h 1837"/>
                  <a:gd name="T56" fmla="*/ 2 w 1951"/>
                  <a:gd name="T57" fmla="*/ 3 h 1837"/>
                  <a:gd name="T58" fmla="*/ 2 w 1951"/>
                  <a:gd name="T59" fmla="*/ 3 h 1837"/>
                  <a:gd name="T60" fmla="*/ 2 w 1951"/>
                  <a:gd name="T61" fmla="*/ 3 h 1837"/>
                  <a:gd name="T62" fmla="*/ 3 w 1951"/>
                  <a:gd name="T63" fmla="*/ 4 h 1837"/>
                  <a:gd name="T64" fmla="*/ 3 w 1951"/>
                  <a:gd name="T65" fmla="*/ 3 h 1837"/>
                  <a:gd name="T66" fmla="*/ 3 w 1951"/>
                  <a:gd name="T67" fmla="*/ 3 h 1837"/>
                  <a:gd name="T68" fmla="*/ 4 w 1951"/>
                  <a:gd name="T69" fmla="*/ 3 h 1837"/>
                  <a:gd name="T70" fmla="*/ 4 w 1951"/>
                  <a:gd name="T71" fmla="*/ 3 h 1837"/>
                  <a:gd name="T72" fmla="*/ 3 w 1951"/>
                  <a:gd name="T73" fmla="*/ 0 h 1837"/>
                  <a:gd name="T74" fmla="*/ 1 w 1951"/>
                  <a:gd name="T75" fmla="*/ 0 h 1837"/>
                  <a:gd name="T76" fmla="*/ 0 w 1951"/>
                  <a:gd name="T77" fmla="*/ 0 h 183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951"/>
                  <a:gd name="T118" fmla="*/ 0 h 1837"/>
                  <a:gd name="T119" fmla="*/ 1951 w 1951"/>
                  <a:gd name="T120" fmla="*/ 1837 h 183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951" h="1837">
                    <a:moveTo>
                      <a:pt x="101" y="127"/>
                    </a:moveTo>
                    <a:lnTo>
                      <a:pt x="64" y="298"/>
                    </a:lnTo>
                    <a:lnTo>
                      <a:pt x="46" y="424"/>
                    </a:lnTo>
                    <a:lnTo>
                      <a:pt x="46" y="531"/>
                    </a:lnTo>
                    <a:lnTo>
                      <a:pt x="53" y="569"/>
                    </a:lnTo>
                    <a:lnTo>
                      <a:pt x="0" y="720"/>
                    </a:lnTo>
                    <a:lnTo>
                      <a:pt x="0" y="749"/>
                    </a:lnTo>
                    <a:lnTo>
                      <a:pt x="90" y="793"/>
                    </a:lnTo>
                    <a:lnTo>
                      <a:pt x="110" y="872"/>
                    </a:lnTo>
                    <a:lnTo>
                      <a:pt x="162" y="936"/>
                    </a:lnTo>
                    <a:lnTo>
                      <a:pt x="244" y="1028"/>
                    </a:lnTo>
                    <a:lnTo>
                      <a:pt x="270" y="1107"/>
                    </a:lnTo>
                    <a:lnTo>
                      <a:pt x="290" y="1171"/>
                    </a:lnTo>
                    <a:lnTo>
                      <a:pt x="316" y="1234"/>
                    </a:lnTo>
                    <a:lnTo>
                      <a:pt x="343" y="1234"/>
                    </a:lnTo>
                    <a:lnTo>
                      <a:pt x="424" y="1261"/>
                    </a:lnTo>
                    <a:lnTo>
                      <a:pt x="578" y="1296"/>
                    </a:lnTo>
                    <a:lnTo>
                      <a:pt x="613" y="1296"/>
                    </a:lnTo>
                    <a:lnTo>
                      <a:pt x="622" y="1333"/>
                    </a:lnTo>
                    <a:lnTo>
                      <a:pt x="758" y="1386"/>
                    </a:lnTo>
                    <a:lnTo>
                      <a:pt x="694" y="1422"/>
                    </a:lnTo>
                    <a:lnTo>
                      <a:pt x="670" y="1468"/>
                    </a:lnTo>
                    <a:lnTo>
                      <a:pt x="676" y="1494"/>
                    </a:lnTo>
                    <a:lnTo>
                      <a:pt x="740" y="1529"/>
                    </a:lnTo>
                    <a:lnTo>
                      <a:pt x="749" y="1575"/>
                    </a:lnTo>
                    <a:lnTo>
                      <a:pt x="714" y="1602"/>
                    </a:lnTo>
                    <a:lnTo>
                      <a:pt x="705" y="1685"/>
                    </a:lnTo>
                    <a:lnTo>
                      <a:pt x="714" y="1720"/>
                    </a:lnTo>
                    <a:lnTo>
                      <a:pt x="767" y="1755"/>
                    </a:lnTo>
                    <a:lnTo>
                      <a:pt x="929" y="1738"/>
                    </a:lnTo>
                    <a:lnTo>
                      <a:pt x="1219" y="1801"/>
                    </a:lnTo>
                    <a:lnTo>
                      <a:pt x="1327" y="1837"/>
                    </a:lnTo>
                    <a:lnTo>
                      <a:pt x="1454" y="1729"/>
                    </a:lnTo>
                    <a:lnTo>
                      <a:pt x="1634" y="1558"/>
                    </a:lnTo>
                    <a:lnTo>
                      <a:pt x="1805" y="1430"/>
                    </a:lnTo>
                    <a:lnTo>
                      <a:pt x="1951" y="1351"/>
                    </a:lnTo>
                    <a:lnTo>
                      <a:pt x="1445" y="118"/>
                    </a:lnTo>
                    <a:lnTo>
                      <a:pt x="578" y="0"/>
                    </a:lnTo>
                    <a:lnTo>
                      <a:pt x="101" y="12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4" name="Freeform 97">
                <a:extLst>
                  <a:ext uri="{FF2B5EF4-FFF2-40B4-BE49-F238E27FC236}">
                    <a16:creationId xmlns:a16="http://schemas.microsoft.com/office/drawing/2014/main" id="{E39D3FC6-70E4-C84F-8A9B-94095446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938"/>
                <a:ext cx="133" cy="174"/>
              </a:xfrm>
              <a:custGeom>
                <a:avLst/>
                <a:gdLst>
                  <a:gd name="T0" fmla="*/ 0 w 1066"/>
                  <a:gd name="T1" fmla="*/ 0 h 1387"/>
                  <a:gd name="T2" fmla="*/ 1 w 1066"/>
                  <a:gd name="T3" fmla="*/ 3 h 1387"/>
                  <a:gd name="T4" fmla="*/ 2 w 1066"/>
                  <a:gd name="T5" fmla="*/ 3 h 1387"/>
                  <a:gd name="T6" fmla="*/ 2 w 1066"/>
                  <a:gd name="T7" fmla="*/ 2 h 1387"/>
                  <a:gd name="T8" fmla="*/ 2 w 1066"/>
                  <a:gd name="T9" fmla="*/ 1 h 1387"/>
                  <a:gd name="T10" fmla="*/ 2 w 1066"/>
                  <a:gd name="T11" fmla="*/ 1 h 1387"/>
                  <a:gd name="T12" fmla="*/ 1 w 1066"/>
                  <a:gd name="T13" fmla="*/ 0 h 1387"/>
                  <a:gd name="T14" fmla="*/ 1 w 1066"/>
                  <a:gd name="T15" fmla="*/ 0 h 1387"/>
                  <a:gd name="T16" fmla="*/ 0 w 1066"/>
                  <a:gd name="T17" fmla="*/ 0 h 1387"/>
                  <a:gd name="T18" fmla="*/ 0 w 1066"/>
                  <a:gd name="T19" fmla="*/ 0 h 13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66"/>
                  <a:gd name="T31" fmla="*/ 0 h 1387"/>
                  <a:gd name="T32" fmla="*/ 1066 w 1066"/>
                  <a:gd name="T33" fmla="*/ 1387 h 13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66" h="1387">
                    <a:moveTo>
                      <a:pt x="0" y="145"/>
                    </a:moveTo>
                    <a:lnTo>
                      <a:pt x="569" y="1332"/>
                    </a:lnTo>
                    <a:lnTo>
                      <a:pt x="1046" y="1387"/>
                    </a:lnTo>
                    <a:lnTo>
                      <a:pt x="1066" y="945"/>
                    </a:lnTo>
                    <a:lnTo>
                      <a:pt x="959" y="596"/>
                    </a:lnTo>
                    <a:lnTo>
                      <a:pt x="814" y="317"/>
                    </a:lnTo>
                    <a:lnTo>
                      <a:pt x="677" y="172"/>
                    </a:lnTo>
                    <a:lnTo>
                      <a:pt x="477" y="18"/>
                    </a:lnTo>
                    <a:lnTo>
                      <a:pt x="180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5" name="Freeform 98">
                <a:extLst>
                  <a:ext uri="{FF2B5EF4-FFF2-40B4-BE49-F238E27FC236}">
                    <a16:creationId xmlns:a16="http://schemas.microsoft.com/office/drawing/2014/main" id="{561ED6F5-C801-FB49-A985-1BC38744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880"/>
                <a:ext cx="104" cy="48"/>
              </a:xfrm>
              <a:custGeom>
                <a:avLst/>
                <a:gdLst>
                  <a:gd name="T0" fmla="*/ 0 w 833"/>
                  <a:gd name="T1" fmla="*/ 0 h 387"/>
                  <a:gd name="T2" fmla="*/ 0 w 833"/>
                  <a:gd name="T3" fmla="*/ 0 h 387"/>
                  <a:gd name="T4" fmla="*/ 2 w 833"/>
                  <a:gd name="T5" fmla="*/ 1 h 387"/>
                  <a:gd name="T6" fmla="*/ 1 w 833"/>
                  <a:gd name="T7" fmla="*/ 0 h 387"/>
                  <a:gd name="T8" fmla="*/ 1 w 833"/>
                  <a:gd name="T9" fmla="*/ 0 h 387"/>
                  <a:gd name="T10" fmla="*/ 1 w 833"/>
                  <a:gd name="T11" fmla="*/ 0 h 387"/>
                  <a:gd name="T12" fmla="*/ 1 w 833"/>
                  <a:gd name="T13" fmla="*/ 0 h 387"/>
                  <a:gd name="T14" fmla="*/ 0 w 833"/>
                  <a:gd name="T15" fmla="*/ 0 h 387"/>
                  <a:gd name="T16" fmla="*/ 0 w 833"/>
                  <a:gd name="T17" fmla="*/ 0 h 3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33"/>
                  <a:gd name="T28" fmla="*/ 0 h 387"/>
                  <a:gd name="T29" fmla="*/ 833 w 833"/>
                  <a:gd name="T30" fmla="*/ 387 h 3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33" h="387">
                    <a:moveTo>
                      <a:pt x="0" y="108"/>
                    </a:moveTo>
                    <a:lnTo>
                      <a:pt x="108" y="235"/>
                    </a:lnTo>
                    <a:lnTo>
                      <a:pt x="833" y="387"/>
                    </a:lnTo>
                    <a:lnTo>
                      <a:pt x="796" y="270"/>
                    </a:lnTo>
                    <a:lnTo>
                      <a:pt x="561" y="27"/>
                    </a:lnTo>
                    <a:lnTo>
                      <a:pt x="424" y="55"/>
                    </a:lnTo>
                    <a:lnTo>
                      <a:pt x="325" y="0"/>
                    </a:lnTo>
                    <a:lnTo>
                      <a:pt x="162" y="73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6" name="Freeform 99">
                <a:extLst>
                  <a:ext uri="{FF2B5EF4-FFF2-40B4-BE49-F238E27FC236}">
                    <a16:creationId xmlns:a16="http://schemas.microsoft.com/office/drawing/2014/main" id="{3BB2E4BC-9E61-114C-8060-618A96B9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34"/>
                <a:ext cx="164" cy="144"/>
              </a:xfrm>
              <a:custGeom>
                <a:avLst/>
                <a:gdLst>
                  <a:gd name="T0" fmla="*/ 0 w 1309"/>
                  <a:gd name="T1" fmla="*/ 1 h 1160"/>
                  <a:gd name="T2" fmla="*/ 0 w 1309"/>
                  <a:gd name="T3" fmla="*/ 1 h 1160"/>
                  <a:gd name="T4" fmla="*/ 0 w 1309"/>
                  <a:gd name="T5" fmla="*/ 1 h 1160"/>
                  <a:gd name="T6" fmla="*/ 0 w 1309"/>
                  <a:gd name="T7" fmla="*/ 1 h 1160"/>
                  <a:gd name="T8" fmla="*/ 0 w 1309"/>
                  <a:gd name="T9" fmla="*/ 1 h 1160"/>
                  <a:gd name="T10" fmla="*/ 0 w 1309"/>
                  <a:gd name="T11" fmla="*/ 1 h 1160"/>
                  <a:gd name="T12" fmla="*/ 0 w 1309"/>
                  <a:gd name="T13" fmla="*/ 2 h 1160"/>
                  <a:gd name="T14" fmla="*/ 1 w 1309"/>
                  <a:gd name="T15" fmla="*/ 2 h 1160"/>
                  <a:gd name="T16" fmla="*/ 1 w 1309"/>
                  <a:gd name="T17" fmla="*/ 2 h 1160"/>
                  <a:gd name="T18" fmla="*/ 1 w 1309"/>
                  <a:gd name="T19" fmla="*/ 2 h 1160"/>
                  <a:gd name="T20" fmla="*/ 1 w 1309"/>
                  <a:gd name="T21" fmla="*/ 2 h 1160"/>
                  <a:gd name="T22" fmla="*/ 1 w 1309"/>
                  <a:gd name="T23" fmla="*/ 2 h 1160"/>
                  <a:gd name="T24" fmla="*/ 1 w 1309"/>
                  <a:gd name="T25" fmla="*/ 2 h 1160"/>
                  <a:gd name="T26" fmla="*/ 2 w 1309"/>
                  <a:gd name="T27" fmla="*/ 1 h 1160"/>
                  <a:gd name="T28" fmla="*/ 2 w 1309"/>
                  <a:gd name="T29" fmla="*/ 1 h 1160"/>
                  <a:gd name="T30" fmla="*/ 2 w 1309"/>
                  <a:gd name="T31" fmla="*/ 1 h 1160"/>
                  <a:gd name="T32" fmla="*/ 2 w 1309"/>
                  <a:gd name="T33" fmla="*/ 1 h 1160"/>
                  <a:gd name="T34" fmla="*/ 3 w 1309"/>
                  <a:gd name="T35" fmla="*/ 0 h 1160"/>
                  <a:gd name="T36" fmla="*/ 2 w 1309"/>
                  <a:gd name="T37" fmla="*/ 0 h 1160"/>
                  <a:gd name="T38" fmla="*/ 2 w 1309"/>
                  <a:gd name="T39" fmla="*/ 0 h 1160"/>
                  <a:gd name="T40" fmla="*/ 2 w 1309"/>
                  <a:gd name="T41" fmla="*/ 0 h 1160"/>
                  <a:gd name="T42" fmla="*/ 1 w 1309"/>
                  <a:gd name="T43" fmla="*/ 0 h 1160"/>
                  <a:gd name="T44" fmla="*/ 1 w 1309"/>
                  <a:gd name="T45" fmla="*/ 0 h 1160"/>
                  <a:gd name="T46" fmla="*/ 0 w 1309"/>
                  <a:gd name="T47" fmla="*/ 0 h 1160"/>
                  <a:gd name="T48" fmla="*/ 0 w 1309"/>
                  <a:gd name="T49" fmla="*/ 0 h 1160"/>
                  <a:gd name="T50" fmla="*/ 0 w 1309"/>
                  <a:gd name="T51" fmla="*/ 1 h 116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09"/>
                  <a:gd name="T79" fmla="*/ 0 h 1160"/>
                  <a:gd name="T80" fmla="*/ 1309 w 1309"/>
                  <a:gd name="T81" fmla="*/ 1160 h 116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09" h="1160">
                    <a:moveTo>
                      <a:pt x="0" y="297"/>
                    </a:moveTo>
                    <a:lnTo>
                      <a:pt x="46" y="396"/>
                    </a:lnTo>
                    <a:lnTo>
                      <a:pt x="182" y="451"/>
                    </a:lnTo>
                    <a:lnTo>
                      <a:pt x="217" y="532"/>
                    </a:lnTo>
                    <a:lnTo>
                      <a:pt x="171" y="639"/>
                    </a:lnTo>
                    <a:lnTo>
                      <a:pt x="154" y="747"/>
                    </a:lnTo>
                    <a:lnTo>
                      <a:pt x="171" y="883"/>
                    </a:lnTo>
                    <a:lnTo>
                      <a:pt x="325" y="1017"/>
                    </a:lnTo>
                    <a:lnTo>
                      <a:pt x="325" y="1108"/>
                    </a:lnTo>
                    <a:lnTo>
                      <a:pt x="442" y="1160"/>
                    </a:lnTo>
                    <a:lnTo>
                      <a:pt x="631" y="1062"/>
                    </a:lnTo>
                    <a:lnTo>
                      <a:pt x="631" y="1026"/>
                    </a:lnTo>
                    <a:lnTo>
                      <a:pt x="685" y="945"/>
                    </a:lnTo>
                    <a:lnTo>
                      <a:pt x="767" y="721"/>
                    </a:lnTo>
                    <a:lnTo>
                      <a:pt x="822" y="595"/>
                    </a:lnTo>
                    <a:lnTo>
                      <a:pt x="894" y="523"/>
                    </a:lnTo>
                    <a:lnTo>
                      <a:pt x="1039" y="459"/>
                    </a:lnTo>
                    <a:lnTo>
                      <a:pt x="1309" y="288"/>
                    </a:lnTo>
                    <a:lnTo>
                      <a:pt x="1111" y="117"/>
                    </a:lnTo>
                    <a:lnTo>
                      <a:pt x="984" y="18"/>
                    </a:lnTo>
                    <a:lnTo>
                      <a:pt x="795" y="0"/>
                    </a:lnTo>
                    <a:lnTo>
                      <a:pt x="615" y="64"/>
                    </a:lnTo>
                    <a:lnTo>
                      <a:pt x="270" y="136"/>
                    </a:lnTo>
                    <a:lnTo>
                      <a:pt x="154" y="180"/>
                    </a:lnTo>
                    <a:lnTo>
                      <a:pt x="27" y="262"/>
                    </a:lnTo>
                    <a:lnTo>
                      <a:pt x="0" y="2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7" name="Freeform 100">
                <a:extLst>
                  <a:ext uri="{FF2B5EF4-FFF2-40B4-BE49-F238E27FC236}">
                    <a16:creationId xmlns:a16="http://schemas.microsoft.com/office/drawing/2014/main" id="{69AF556B-83C9-6544-9802-E76B3A71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29"/>
                <a:ext cx="392" cy="409"/>
              </a:xfrm>
              <a:custGeom>
                <a:avLst/>
                <a:gdLst>
                  <a:gd name="T0" fmla="*/ 1 w 3135"/>
                  <a:gd name="T1" fmla="*/ 1 h 3272"/>
                  <a:gd name="T2" fmla="*/ 1 w 3135"/>
                  <a:gd name="T3" fmla="*/ 1 h 3272"/>
                  <a:gd name="T4" fmla="*/ 0 w 3135"/>
                  <a:gd name="T5" fmla="*/ 2 h 3272"/>
                  <a:gd name="T6" fmla="*/ 0 w 3135"/>
                  <a:gd name="T7" fmla="*/ 2 h 3272"/>
                  <a:gd name="T8" fmla="*/ 0 w 3135"/>
                  <a:gd name="T9" fmla="*/ 3 h 3272"/>
                  <a:gd name="T10" fmla="*/ 0 w 3135"/>
                  <a:gd name="T11" fmla="*/ 3 h 3272"/>
                  <a:gd name="T12" fmla="*/ 0 w 3135"/>
                  <a:gd name="T13" fmla="*/ 3 h 3272"/>
                  <a:gd name="T14" fmla="*/ 0 w 3135"/>
                  <a:gd name="T15" fmla="*/ 4 h 3272"/>
                  <a:gd name="T16" fmla="*/ 0 w 3135"/>
                  <a:gd name="T17" fmla="*/ 4 h 3272"/>
                  <a:gd name="T18" fmla="*/ 0 w 3135"/>
                  <a:gd name="T19" fmla="*/ 5 h 3272"/>
                  <a:gd name="T20" fmla="*/ 0 w 3135"/>
                  <a:gd name="T21" fmla="*/ 5 h 3272"/>
                  <a:gd name="T22" fmla="*/ 0 w 3135"/>
                  <a:gd name="T23" fmla="*/ 6 h 3272"/>
                  <a:gd name="T24" fmla="*/ 1 w 3135"/>
                  <a:gd name="T25" fmla="*/ 6 h 3272"/>
                  <a:gd name="T26" fmla="*/ 1 w 3135"/>
                  <a:gd name="T27" fmla="*/ 6 h 3272"/>
                  <a:gd name="T28" fmla="*/ 1 w 3135"/>
                  <a:gd name="T29" fmla="*/ 6 h 3272"/>
                  <a:gd name="T30" fmla="*/ 2 w 3135"/>
                  <a:gd name="T31" fmla="*/ 6 h 3272"/>
                  <a:gd name="T32" fmla="*/ 4 w 3135"/>
                  <a:gd name="T33" fmla="*/ 6 h 3272"/>
                  <a:gd name="T34" fmla="*/ 5 w 3135"/>
                  <a:gd name="T35" fmla="*/ 6 h 3272"/>
                  <a:gd name="T36" fmla="*/ 6 w 3135"/>
                  <a:gd name="T37" fmla="*/ 6 h 3272"/>
                  <a:gd name="T38" fmla="*/ 6 w 3135"/>
                  <a:gd name="T39" fmla="*/ 6 h 3272"/>
                  <a:gd name="T40" fmla="*/ 6 w 3135"/>
                  <a:gd name="T41" fmla="*/ 6 h 3272"/>
                  <a:gd name="T42" fmla="*/ 6 w 3135"/>
                  <a:gd name="T43" fmla="*/ 5 h 3272"/>
                  <a:gd name="T44" fmla="*/ 5 w 3135"/>
                  <a:gd name="T45" fmla="*/ 5 h 3272"/>
                  <a:gd name="T46" fmla="*/ 5 w 3135"/>
                  <a:gd name="T47" fmla="*/ 5 h 3272"/>
                  <a:gd name="T48" fmla="*/ 5 w 3135"/>
                  <a:gd name="T49" fmla="*/ 5 h 3272"/>
                  <a:gd name="T50" fmla="*/ 5 w 3135"/>
                  <a:gd name="T51" fmla="*/ 5 h 3272"/>
                  <a:gd name="T52" fmla="*/ 5 w 3135"/>
                  <a:gd name="T53" fmla="*/ 5 h 3272"/>
                  <a:gd name="T54" fmla="*/ 6 w 3135"/>
                  <a:gd name="T55" fmla="*/ 4 h 3272"/>
                  <a:gd name="T56" fmla="*/ 6 w 3135"/>
                  <a:gd name="T57" fmla="*/ 4 h 3272"/>
                  <a:gd name="T58" fmla="*/ 6 w 3135"/>
                  <a:gd name="T59" fmla="*/ 4 h 3272"/>
                  <a:gd name="T60" fmla="*/ 6 w 3135"/>
                  <a:gd name="T61" fmla="*/ 4 h 3272"/>
                  <a:gd name="T62" fmla="*/ 6 w 3135"/>
                  <a:gd name="T63" fmla="*/ 4 h 3272"/>
                  <a:gd name="T64" fmla="*/ 6 w 3135"/>
                  <a:gd name="T65" fmla="*/ 3 h 3272"/>
                  <a:gd name="T66" fmla="*/ 6 w 3135"/>
                  <a:gd name="T67" fmla="*/ 3 h 3272"/>
                  <a:gd name="T68" fmla="*/ 6 w 3135"/>
                  <a:gd name="T69" fmla="*/ 3 h 3272"/>
                  <a:gd name="T70" fmla="*/ 6 w 3135"/>
                  <a:gd name="T71" fmla="*/ 3 h 3272"/>
                  <a:gd name="T72" fmla="*/ 6 w 3135"/>
                  <a:gd name="T73" fmla="*/ 2 h 3272"/>
                  <a:gd name="T74" fmla="*/ 6 w 3135"/>
                  <a:gd name="T75" fmla="*/ 2 h 3272"/>
                  <a:gd name="T76" fmla="*/ 6 w 3135"/>
                  <a:gd name="T77" fmla="*/ 2 h 3272"/>
                  <a:gd name="T78" fmla="*/ 6 w 3135"/>
                  <a:gd name="T79" fmla="*/ 1 h 3272"/>
                  <a:gd name="T80" fmla="*/ 6 w 3135"/>
                  <a:gd name="T81" fmla="*/ 1 h 3272"/>
                  <a:gd name="T82" fmla="*/ 5 w 3135"/>
                  <a:gd name="T83" fmla="*/ 1 h 3272"/>
                  <a:gd name="T84" fmla="*/ 5 w 3135"/>
                  <a:gd name="T85" fmla="*/ 1 h 3272"/>
                  <a:gd name="T86" fmla="*/ 5 w 3135"/>
                  <a:gd name="T87" fmla="*/ 1 h 3272"/>
                  <a:gd name="T88" fmla="*/ 4 w 3135"/>
                  <a:gd name="T89" fmla="*/ 0 h 3272"/>
                  <a:gd name="T90" fmla="*/ 4 w 3135"/>
                  <a:gd name="T91" fmla="*/ 0 h 3272"/>
                  <a:gd name="T92" fmla="*/ 3 w 3135"/>
                  <a:gd name="T93" fmla="*/ 0 h 3272"/>
                  <a:gd name="T94" fmla="*/ 2 w 3135"/>
                  <a:gd name="T95" fmla="*/ 0 h 3272"/>
                  <a:gd name="T96" fmla="*/ 2 w 3135"/>
                  <a:gd name="T97" fmla="*/ 0 h 3272"/>
                  <a:gd name="T98" fmla="*/ 2 w 3135"/>
                  <a:gd name="T99" fmla="*/ 0 h 3272"/>
                  <a:gd name="T100" fmla="*/ 1 w 3135"/>
                  <a:gd name="T101" fmla="*/ 1 h 3272"/>
                  <a:gd name="T102" fmla="*/ 1 w 3135"/>
                  <a:gd name="T103" fmla="*/ 1 h 3272"/>
                  <a:gd name="T104" fmla="*/ 1 w 3135"/>
                  <a:gd name="T105" fmla="*/ 1 h 3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135"/>
                  <a:gd name="T160" fmla="*/ 0 h 3272"/>
                  <a:gd name="T161" fmla="*/ 3135 w 3135"/>
                  <a:gd name="T162" fmla="*/ 3272 h 32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135" h="3272">
                    <a:moveTo>
                      <a:pt x="293" y="417"/>
                    </a:moveTo>
                    <a:lnTo>
                      <a:pt x="223" y="521"/>
                    </a:lnTo>
                    <a:lnTo>
                      <a:pt x="180" y="767"/>
                    </a:lnTo>
                    <a:lnTo>
                      <a:pt x="139" y="1051"/>
                    </a:lnTo>
                    <a:lnTo>
                      <a:pt x="104" y="1281"/>
                    </a:lnTo>
                    <a:lnTo>
                      <a:pt x="95" y="1512"/>
                    </a:lnTo>
                    <a:lnTo>
                      <a:pt x="86" y="1734"/>
                    </a:lnTo>
                    <a:lnTo>
                      <a:pt x="42" y="1958"/>
                    </a:lnTo>
                    <a:lnTo>
                      <a:pt x="0" y="2103"/>
                    </a:lnTo>
                    <a:lnTo>
                      <a:pt x="36" y="2333"/>
                    </a:lnTo>
                    <a:lnTo>
                      <a:pt x="62" y="2547"/>
                    </a:lnTo>
                    <a:lnTo>
                      <a:pt x="198" y="2831"/>
                    </a:lnTo>
                    <a:lnTo>
                      <a:pt x="352" y="3112"/>
                    </a:lnTo>
                    <a:lnTo>
                      <a:pt x="420" y="3221"/>
                    </a:lnTo>
                    <a:lnTo>
                      <a:pt x="686" y="3103"/>
                    </a:lnTo>
                    <a:lnTo>
                      <a:pt x="1185" y="3248"/>
                    </a:lnTo>
                    <a:lnTo>
                      <a:pt x="1828" y="3272"/>
                    </a:lnTo>
                    <a:lnTo>
                      <a:pt x="2541" y="3127"/>
                    </a:lnTo>
                    <a:lnTo>
                      <a:pt x="2798" y="2999"/>
                    </a:lnTo>
                    <a:lnTo>
                      <a:pt x="2937" y="2914"/>
                    </a:lnTo>
                    <a:lnTo>
                      <a:pt x="2937" y="2854"/>
                    </a:lnTo>
                    <a:lnTo>
                      <a:pt x="2884" y="2760"/>
                    </a:lnTo>
                    <a:lnTo>
                      <a:pt x="2757" y="2589"/>
                    </a:lnTo>
                    <a:lnTo>
                      <a:pt x="2677" y="2444"/>
                    </a:lnTo>
                    <a:lnTo>
                      <a:pt x="2628" y="2358"/>
                    </a:lnTo>
                    <a:lnTo>
                      <a:pt x="2591" y="2289"/>
                    </a:lnTo>
                    <a:lnTo>
                      <a:pt x="2662" y="2289"/>
                    </a:lnTo>
                    <a:lnTo>
                      <a:pt x="2824" y="2188"/>
                    </a:lnTo>
                    <a:lnTo>
                      <a:pt x="3013" y="2144"/>
                    </a:lnTo>
                    <a:lnTo>
                      <a:pt x="3055" y="1982"/>
                    </a:lnTo>
                    <a:lnTo>
                      <a:pt x="3073" y="1861"/>
                    </a:lnTo>
                    <a:lnTo>
                      <a:pt x="3135" y="1775"/>
                    </a:lnTo>
                    <a:lnTo>
                      <a:pt x="3108" y="1716"/>
                    </a:lnTo>
                    <a:lnTo>
                      <a:pt x="3055" y="1630"/>
                    </a:lnTo>
                    <a:lnTo>
                      <a:pt x="2960" y="1598"/>
                    </a:lnTo>
                    <a:lnTo>
                      <a:pt x="2919" y="1272"/>
                    </a:lnTo>
                    <a:lnTo>
                      <a:pt x="2875" y="1213"/>
                    </a:lnTo>
                    <a:lnTo>
                      <a:pt x="2893" y="1109"/>
                    </a:lnTo>
                    <a:lnTo>
                      <a:pt x="2849" y="982"/>
                    </a:lnTo>
                    <a:lnTo>
                      <a:pt x="2824" y="725"/>
                    </a:lnTo>
                    <a:lnTo>
                      <a:pt x="2798" y="503"/>
                    </a:lnTo>
                    <a:lnTo>
                      <a:pt x="2730" y="367"/>
                    </a:lnTo>
                    <a:lnTo>
                      <a:pt x="2635" y="263"/>
                    </a:lnTo>
                    <a:lnTo>
                      <a:pt x="2582" y="246"/>
                    </a:lnTo>
                    <a:lnTo>
                      <a:pt x="2095" y="152"/>
                    </a:lnTo>
                    <a:lnTo>
                      <a:pt x="1853" y="60"/>
                    </a:lnTo>
                    <a:lnTo>
                      <a:pt x="1726" y="0"/>
                    </a:lnTo>
                    <a:lnTo>
                      <a:pt x="1150" y="24"/>
                    </a:lnTo>
                    <a:lnTo>
                      <a:pt x="1049" y="101"/>
                    </a:lnTo>
                    <a:lnTo>
                      <a:pt x="928" y="205"/>
                    </a:lnTo>
                    <a:lnTo>
                      <a:pt x="636" y="332"/>
                    </a:lnTo>
                    <a:lnTo>
                      <a:pt x="352" y="408"/>
                    </a:lnTo>
                    <a:lnTo>
                      <a:pt x="293" y="4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8" name="Freeform 101">
                <a:extLst>
                  <a:ext uri="{FF2B5EF4-FFF2-40B4-BE49-F238E27FC236}">
                    <a16:creationId xmlns:a16="http://schemas.microsoft.com/office/drawing/2014/main" id="{30EACEDB-ED0D-C64D-A9EF-400E5DC84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57"/>
                <a:ext cx="180" cy="177"/>
              </a:xfrm>
              <a:custGeom>
                <a:avLst/>
                <a:gdLst>
                  <a:gd name="T0" fmla="*/ 0 w 1442"/>
                  <a:gd name="T1" fmla="*/ 3 h 1420"/>
                  <a:gd name="T2" fmla="*/ 0 w 1442"/>
                  <a:gd name="T3" fmla="*/ 3 h 1420"/>
                  <a:gd name="T4" fmla="*/ 0 w 1442"/>
                  <a:gd name="T5" fmla="*/ 2 h 1420"/>
                  <a:gd name="T6" fmla="*/ 1 w 1442"/>
                  <a:gd name="T7" fmla="*/ 1 h 1420"/>
                  <a:gd name="T8" fmla="*/ 1 w 1442"/>
                  <a:gd name="T9" fmla="*/ 1 h 1420"/>
                  <a:gd name="T10" fmla="*/ 2 w 1442"/>
                  <a:gd name="T11" fmla="*/ 1 h 1420"/>
                  <a:gd name="T12" fmla="*/ 2 w 1442"/>
                  <a:gd name="T13" fmla="*/ 1 h 1420"/>
                  <a:gd name="T14" fmla="*/ 2 w 1442"/>
                  <a:gd name="T15" fmla="*/ 1 h 1420"/>
                  <a:gd name="T16" fmla="*/ 3 w 1442"/>
                  <a:gd name="T17" fmla="*/ 1 h 1420"/>
                  <a:gd name="T18" fmla="*/ 3 w 1442"/>
                  <a:gd name="T19" fmla="*/ 0 h 1420"/>
                  <a:gd name="T20" fmla="*/ 3 w 1442"/>
                  <a:gd name="T21" fmla="*/ 0 h 1420"/>
                  <a:gd name="T22" fmla="*/ 3 w 1442"/>
                  <a:gd name="T23" fmla="*/ 0 h 1420"/>
                  <a:gd name="T24" fmla="*/ 3 w 1442"/>
                  <a:gd name="T25" fmla="*/ 0 h 1420"/>
                  <a:gd name="T26" fmla="*/ 2 w 1442"/>
                  <a:gd name="T27" fmla="*/ 0 h 1420"/>
                  <a:gd name="T28" fmla="*/ 2 w 1442"/>
                  <a:gd name="T29" fmla="*/ 0 h 1420"/>
                  <a:gd name="T30" fmla="*/ 1 w 1442"/>
                  <a:gd name="T31" fmla="*/ 0 h 1420"/>
                  <a:gd name="T32" fmla="*/ 1 w 1442"/>
                  <a:gd name="T33" fmla="*/ 1 h 1420"/>
                  <a:gd name="T34" fmla="*/ 1 w 1442"/>
                  <a:gd name="T35" fmla="*/ 1 h 1420"/>
                  <a:gd name="T36" fmla="*/ 0 w 1442"/>
                  <a:gd name="T37" fmla="*/ 2 h 1420"/>
                  <a:gd name="T38" fmla="*/ 0 w 1442"/>
                  <a:gd name="T39" fmla="*/ 2 h 1420"/>
                  <a:gd name="T40" fmla="*/ 0 w 1442"/>
                  <a:gd name="T41" fmla="*/ 2 h 1420"/>
                  <a:gd name="T42" fmla="*/ 0 w 1442"/>
                  <a:gd name="T43" fmla="*/ 3 h 1420"/>
                  <a:gd name="T44" fmla="*/ 0 w 1442"/>
                  <a:gd name="T45" fmla="*/ 3 h 14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442"/>
                  <a:gd name="T70" fmla="*/ 0 h 1420"/>
                  <a:gd name="T71" fmla="*/ 1442 w 1442"/>
                  <a:gd name="T72" fmla="*/ 1420 h 142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442" h="1420">
                    <a:moveTo>
                      <a:pt x="52" y="1420"/>
                    </a:moveTo>
                    <a:lnTo>
                      <a:pt x="94" y="1369"/>
                    </a:lnTo>
                    <a:lnTo>
                      <a:pt x="232" y="1026"/>
                    </a:lnTo>
                    <a:lnTo>
                      <a:pt x="419" y="736"/>
                    </a:lnTo>
                    <a:lnTo>
                      <a:pt x="626" y="599"/>
                    </a:lnTo>
                    <a:lnTo>
                      <a:pt x="833" y="521"/>
                    </a:lnTo>
                    <a:lnTo>
                      <a:pt x="1108" y="461"/>
                    </a:lnTo>
                    <a:lnTo>
                      <a:pt x="1270" y="394"/>
                    </a:lnTo>
                    <a:lnTo>
                      <a:pt x="1364" y="308"/>
                    </a:lnTo>
                    <a:lnTo>
                      <a:pt x="1435" y="216"/>
                    </a:lnTo>
                    <a:lnTo>
                      <a:pt x="1442" y="129"/>
                    </a:lnTo>
                    <a:lnTo>
                      <a:pt x="1424" y="35"/>
                    </a:lnTo>
                    <a:lnTo>
                      <a:pt x="1382" y="0"/>
                    </a:lnTo>
                    <a:lnTo>
                      <a:pt x="1143" y="35"/>
                    </a:lnTo>
                    <a:lnTo>
                      <a:pt x="977" y="129"/>
                    </a:lnTo>
                    <a:lnTo>
                      <a:pt x="721" y="290"/>
                    </a:lnTo>
                    <a:lnTo>
                      <a:pt x="490" y="521"/>
                    </a:lnTo>
                    <a:lnTo>
                      <a:pt x="343" y="666"/>
                    </a:lnTo>
                    <a:lnTo>
                      <a:pt x="216" y="855"/>
                    </a:lnTo>
                    <a:lnTo>
                      <a:pt x="136" y="1009"/>
                    </a:lnTo>
                    <a:lnTo>
                      <a:pt x="68" y="1164"/>
                    </a:lnTo>
                    <a:lnTo>
                      <a:pt x="0" y="1334"/>
                    </a:lnTo>
                    <a:lnTo>
                      <a:pt x="52" y="1420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49" name="Freeform 102">
                <a:extLst>
                  <a:ext uri="{FF2B5EF4-FFF2-40B4-BE49-F238E27FC236}">
                    <a16:creationId xmlns:a16="http://schemas.microsoft.com/office/drawing/2014/main" id="{4A82EF8A-CEBA-E243-B7A6-682A49D9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42"/>
                <a:ext cx="266" cy="209"/>
              </a:xfrm>
              <a:custGeom>
                <a:avLst/>
                <a:gdLst>
                  <a:gd name="T0" fmla="*/ 0 w 2125"/>
                  <a:gd name="T1" fmla="*/ 3 h 1676"/>
                  <a:gd name="T2" fmla="*/ 4 w 2125"/>
                  <a:gd name="T3" fmla="*/ 0 h 1676"/>
                  <a:gd name="T4" fmla="*/ 4 w 2125"/>
                  <a:gd name="T5" fmla="*/ 0 h 1676"/>
                  <a:gd name="T6" fmla="*/ 0 w 2125"/>
                  <a:gd name="T7" fmla="*/ 3 h 1676"/>
                  <a:gd name="T8" fmla="*/ 0 w 2125"/>
                  <a:gd name="T9" fmla="*/ 3 h 16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5"/>
                  <a:gd name="T16" fmla="*/ 0 h 1676"/>
                  <a:gd name="T17" fmla="*/ 2125 w 2125"/>
                  <a:gd name="T18" fmla="*/ 1676 h 16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5" h="1676">
                    <a:moveTo>
                      <a:pt x="0" y="1642"/>
                    </a:moveTo>
                    <a:lnTo>
                      <a:pt x="2125" y="0"/>
                    </a:lnTo>
                    <a:lnTo>
                      <a:pt x="2125" y="42"/>
                    </a:lnTo>
                    <a:lnTo>
                      <a:pt x="33" y="1676"/>
                    </a:lnTo>
                    <a:lnTo>
                      <a:pt x="0" y="1642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0" name="Freeform 103">
                <a:extLst>
                  <a:ext uri="{FF2B5EF4-FFF2-40B4-BE49-F238E27FC236}">
                    <a16:creationId xmlns:a16="http://schemas.microsoft.com/office/drawing/2014/main" id="{AEEDD951-2499-1C4D-8E5E-7465AB34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943"/>
                <a:ext cx="30" cy="50"/>
              </a:xfrm>
              <a:custGeom>
                <a:avLst/>
                <a:gdLst>
                  <a:gd name="T0" fmla="*/ 0 w 241"/>
                  <a:gd name="T1" fmla="*/ 0 h 402"/>
                  <a:gd name="T2" fmla="*/ 0 w 241"/>
                  <a:gd name="T3" fmla="*/ 0 h 402"/>
                  <a:gd name="T4" fmla="*/ 0 w 241"/>
                  <a:gd name="T5" fmla="*/ 0 h 402"/>
                  <a:gd name="T6" fmla="*/ 0 w 241"/>
                  <a:gd name="T7" fmla="*/ 0 h 402"/>
                  <a:gd name="T8" fmla="*/ 0 w 241"/>
                  <a:gd name="T9" fmla="*/ 1 h 402"/>
                  <a:gd name="T10" fmla="*/ 0 w 241"/>
                  <a:gd name="T11" fmla="*/ 1 h 402"/>
                  <a:gd name="T12" fmla="*/ 0 w 241"/>
                  <a:gd name="T13" fmla="*/ 1 h 402"/>
                  <a:gd name="T14" fmla="*/ 0 w 241"/>
                  <a:gd name="T15" fmla="*/ 0 h 402"/>
                  <a:gd name="T16" fmla="*/ 0 w 241"/>
                  <a:gd name="T17" fmla="*/ 0 h 402"/>
                  <a:gd name="T18" fmla="*/ 0 w 241"/>
                  <a:gd name="T19" fmla="*/ 0 h 4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41"/>
                  <a:gd name="T31" fmla="*/ 0 h 402"/>
                  <a:gd name="T32" fmla="*/ 241 w 241"/>
                  <a:gd name="T33" fmla="*/ 402 h 40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41" h="402">
                    <a:moveTo>
                      <a:pt x="215" y="0"/>
                    </a:moveTo>
                    <a:lnTo>
                      <a:pt x="241" y="86"/>
                    </a:lnTo>
                    <a:lnTo>
                      <a:pt x="241" y="195"/>
                    </a:lnTo>
                    <a:lnTo>
                      <a:pt x="224" y="263"/>
                    </a:lnTo>
                    <a:lnTo>
                      <a:pt x="189" y="333"/>
                    </a:lnTo>
                    <a:lnTo>
                      <a:pt x="144" y="402"/>
                    </a:lnTo>
                    <a:lnTo>
                      <a:pt x="0" y="323"/>
                    </a:lnTo>
                    <a:lnTo>
                      <a:pt x="103" y="210"/>
                    </a:lnTo>
                    <a:lnTo>
                      <a:pt x="171" y="42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1" name="Freeform 104">
                <a:extLst>
                  <a:ext uri="{FF2B5EF4-FFF2-40B4-BE49-F238E27FC236}">
                    <a16:creationId xmlns:a16="http://schemas.microsoft.com/office/drawing/2014/main" id="{E1E463CC-F716-3F48-BE75-073DBF1B0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29"/>
                <a:ext cx="60" cy="57"/>
              </a:xfrm>
              <a:custGeom>
                <a:avLst/>
                <a:gdLst>
                  <a:gd name="T0" fmla="*/ 0 w 478"/>
                  <a:gd name="T1" fmla="*/ 0 h 461"/>
                  <a:gd name="T2" fmla="*/ 0 w 478"/>
                  <a:gd name="T3" fmla="*/ 0 h 461"/>
                  <a:gd name="T4" fmla="*/ 0 w 478"/>
                  <a:gd name="T5" fmla="*/ 0 h 461"/>
                  <a:gd name="T6" fmla="*/ 0 w 478"/>
                  <a:gd name="T7" fmla="*/ 0 h 461"/>
                  <a:gd name="T8" fmla="*/ 0 w 478"/>
                  <a:gd name="T9" fmla="*/ 0 h 461"/>
                  <a:gd name="T10" fmla="*/ 0 w 478"/>
                  <a:gd name="T11" fmla="*/ 1 h 461"/>
                  <a:gd name="T12" fmla="*/ 0 w 478"/>
                  <a:gd name="T13" fmla="*/ 1 h 461"/>
                  <a:gd name="T14" fmla="*/ 0 w 478"/>
                  <a:gd name="T15" fmla="*/ 1 h 461"/>
                  <a:gd name="T16" fmla="*/ 0 w 478"/>
                  <a:gd name="T17" fmla="*/ 1 h 461"/>
                  <a:gd name="T18" fmla="*/ 1 w 478"/>
                  <a:gd name="T19" fmla="*/ 1 h 461"/>
                  <a:gd name="T20" fmla="*/ 1 w 478"/>
                  <a:gd name="T21" fmla="*/ 1 h 461"/>
                  <a:gd name="T22" fmla="*/ 1 w 478"/>
                  <a:gd name="T23" fmla="*/ 1 h 461"/>
                  <a:gd name="T24" fmla="*/ 1 w 478"/>
                  <a:gd name="T25" fmla="*/ 0 h 461"/>
                  <a:gd name="T26" fmla="*/ 1 w 478"/>
                  <a:gd name="T27" fmla="*/ 0 h 461"/>
                  <a:gd name="T28" fmla="*/ 1 w 478"/>
                  <a:gd name="T29" fmla="*/ 0 h 461"/>
                  <a:gd name="T30" fmla="*/ 1 w 478"/>
                  <a:gd name="T31" fmla="*/ 0 h 461"/>
                  <a:gd name="T32" fmla="*/ 1 w 478"/>
                  <a:gd name="T33" fmla="*/ 0 h 461"/>
                  <a:gd name="T34" fmla="*/ 1 w 478"/>
                  <a:gd name="T35" fmla="*/ 0 h 461"/>
                  <a:gd name="T36" fmla="*/ 1 w 478"/>
                  <a:gd name="T37" fmla="*/ 0 h 461"/>
                  <a:gd name="T38" fmla="*/ 1 w 478"/>
                  <a:gd name="T39" fmla="*/ 0 h 461"/>
                  <a:gd name="T40" fmla="*/ 0 w 478"/>
                  <a:gd name="T41" fmla="*/ 0 h 461"/>
                  <a:gd name="T42" fmla="*/ 0 w 478"/>
                  <a:gd name="T43" fmla="*/ 0 h 461"/>
                  <a:gd name="T44" fmla="*/ 0 w 478"/>
                  <a:gd name="T45" fmla="*/ 0 h 461"/>
                  <a:gd name="T46" fmla="*/ 0 w 478"/>
                  <a:gd name="T47" fmla="*/ 0 h 46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8"/>
                  <a:gd name="T73" fmla="*/ 0 h 461"/>
                  <a:gd name="T74" fmla="*/ 478 w 478"/>
                  <a:gd name="T75" fmla="*/ 461 h 46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8" h="461">
                    <a:moveTo>
                      <a:pt x="48" y="9"/>
                    </a:moveTo>
                    <a:lnTo>
                      <a:pt x="33" y="0"/>
                    </a:lnTo>
                    <a:lnTo>
                      <a:pt x="48" y="76"/>
                    </a:lnTo>
                    <a:lnTo>
                      <a:pt x="33" y="154"/>
                    </a:lnTo>
                    <a:lnTo>
                      <a:pt x="33" y="221"/>
                    </a:lnTo>
                    <a:lnTo>
                      <a:pt x="0" y="384"/>
                    </a:lnTo>
                    <a:lnTo>
                      <a:pt x="6" y="419"/>
                    </a:lnTo>
                    <a:lnTo>
                      <a:pt x="42" y="452"/>
                    </a:lnTo>
                    <a:lnTo>
                      <a:pt x="127" y="461"/>
                    </a:lnTo>
                    <a:lnTo>
                      <a:pt x="231" y="452"/>
                    </a:lnTo>
                    <a:lnTo>
                      <a:pt x="367" y="375"/>
                    </a:lnTo>
                    <a:lnTo>
                      <a:pt x="445" y="299"/>
                    </a:lnTo>
                    <a:lnTo>
                      <a:pt x="478" y="221"/>
                    </a:lnTo>
                    <a:lnTo>
                      <a:pt x="461" y="85"/>
                    </a:lnTo>
                    <a:lnTo>
                      <a:pt x="411" y="32"/>
                    </a:lnTo>
                    <a:lnTo>
                      <a:pt x="393" y="18"/>
                    </a:lnTo>
                    <a:lnTo>
                      <a:pt x="340" y="50"/>
                    </a:lnTo>
                    <a:lnTo>
                      <a:pt x="316" y="76"/>
                    </a:lnTo>
                    <a:lnTo>
                      <a:pt x="316" y="162"/>
                    </a:lnTo>
                    <a:lnTo>
                      <a:pt x="222" y="177"/>
                    </a:lnTo>
                    <a:lnTo>
                      <a:pt x="169" y="145"/>
                    </a:lnTo>
                    <a:lnTo>
                      <a:pt x="109" y="76"/>
                    </a:lnTo>
                    <a:lnTo>
                      <a:pt x="85" y="18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2" name="Freeform 105">
                <a:extLst>
                  <a:ext uri="{FF2B5EF4-FFF2-40B4-BE49-F238E27FC236}">
                    <a16:creationId xmlns:a16="http://schemas.microsoft.com/office/drawing/2014/main" id="{0C3A5F57-3AF8-5643-8CD7-2645E7EE6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065"/>
                <a:ext cx="54" cy="55"/>
              </a:xfrm>
              <a:custGeom>
                <a:avLst/>
                <a:gdLst>
                  <a:gd name="T0" fmla="*/ 0 w 437"/>
                  <a:gd name="T1" fmla="*/ 1 h 435"/>
                  <a:gd name="T2" fmla="*/ 0 w 437"/>
                  <a:gd name="T3" fmla="*/ 1 h 435"/>
                  <a:gd name="T4" fmla="*/ 0 w 437"/>
                  <a:gd name="T5" fmla="*/ 1 h 435"/>
                  <a:gd name="T6" fmla="*/ 0 w 437"/>
                  <a:gd name="T7" fmla="*/ 1 h 435"/>
                  <a:gd name="T8" fmla="*/ 1 w 437"/>
                  <a:gd name="T9" fmla="*/ 1 h 435"/>
                  <a:gd name="T10" fmla="*/ 1 w 437"/>
                  <a:gd name="T11" fmla="*/ 0 h 435"/>
                  <a:gd name="T12" fmla="*/ 0 w 437"/>
                  <a:gd name="T13" fmla="*/ 0 h 435"/>
                  <a:gd name="T14" fmla="*/ 1 w 437"/>
                  <a:gd name="T15" fmla="*/ 0 h 435"/>
                  <a:gd name="T16" fmla="*/ 1 w 437"/>
                  <a:gd name="T17" fmla="*/ 0 h 435"/>
                  <a:gd name="T18" fmla="*/ 1 w 437"/>
                  <a:gd name="T19" fmla="*/ 0 h 435"/>
                  <a:gd name="T20" fmla="*/ 0 w 437"/>
                  <a:gd name="T21" fmla="*/ 0 h 435"/>
                  <a:gd name="T22" fmla="*/ 0 w 437"/>
                  <a:gd name="T23" fmla="*/ 0 h 435"/>
                  <a:gd name="T24" fmla="*/ 0 w 437"/>
                  <a:gd name="T25" fmla="*/ 0 h 435"/>
                  <a:gd name="T26" fmla="*/ 0 w 437"/>
                  <a:gd name="T27" fmla="*/ 0 h 435"/>
                  <a:gd name="T28" fmla="*/ 0 w 437"/>
                  <a:gd name="T29" fmla="*/ 0 h 435"/>
                  <a:gd name="T30" fmla="*/ 0 w 437"/>
                  <a:gd name="T31" fmla="*/ 0 h 435"/>
                  <a:gd name="T32" fmla="*/ 0 w 437"/>
                  <a:gd name="T33" fmla="*/ 1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7"/>
                  <a:gd name="T52" fmla="*/ 0 h 435"/>
                  <a:gd name="T53" fmla="*/ 437 w 437"/>
                  <a:gd name="T54" fmla="*/ 435 h 43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7" h="435">
                    <a:moveTo>
                      <a:pt x="6" y="264"/>
                    </a:moveTo>
                    <a:lnTo>
                      <a:pt x="15" y="369"/>
                    </a:lnTo>
                    <a:lnTo>
                      <a:pt x="92" y="411"/>
                    </a:lnTo>
                    <a:lnTo>
                      <a:pt x="154" y="435"/>
                    </a:lnTo>
                    <a:lnTo>
                      <a:pt x="378" y="275"/>
                    </a:lnTo>
                    <a:lnTo>
                      <a:pt x="378" y="197"/>
                    </a:lnTo>
                    <a:lnTo>
                      <a:pt x="290" y="103"/>
                    </a:lnTo>
                    <a:lnTo>
                      <a:pt x="393" y="112"/>
                    </a:lnTo>
                    <a:lnTo>
                      <a:pt x="437" y="44"/>
                    </a:lnTo>
                    <a:lnTo>
                      <a:pt x="426" y="0"/>
                    </a:lnTo>
                    <a:lnTo>
                      <a:pt x="290" y="17"/>
                    </a:lnTo>
                    <a:lnTo>
                      <a:pt x="171" y="17"/>
                    </a:lnTo>
                    <a:lnTo>
                      <a:pt x="119" y="59"/>
                    </a:lnTo>
                    <a:lnTo>
                      <a:pt x="110" y="139"/>
                    </a:lnTo>
                    <a:lnTo>
                      <a:pt x="15" y="162"/>
                    </a:lnTo>
                    <a:lnTo>
                      <a:pt x="0" y="213"/>
                    </a:lnTo>
                    <a:lnTo>
                      <a:pt x="6" y="264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3" name="Freeform 106">
                <a:extLst>
                  <a:ext uri="{FF2B5EF4-FFF2-40B4-BE49-F238E27FC236}">
                    <a16:creationId xmlns:a16="http://schemas.microsoft.com/office/drawing/2014/main" id="{BFA191B1-435E-E44E-9DE1-27C2D6374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23"/>
                <a:ext cx="89" cy="269"/>
              </a:xfrm>
              <a:custGeom>
                <a:avLst/>
                <a:gdLst>
                  <a:gd name="T0" fmla="*/ 0 w 712"/>
                  <a:gd name="T1" fmla="*/ 0 h 2147"/>
                  <a:gd name="T2" fmla="*/ 0 w 712"/>
                  <a:gd name="T3" fmla="*/ 0 h 2147"/>
                  <a:gd name="T4" fmla="*/ 0 w 712"/>
                  <a:gd name="T5" fmla="*/ 1 h 2147"/>
                  <a:gd name="T6" fmla="*/ 0 w 712"/>
                  <a:gd name="T7" fmla="*/ 1 h 2147"/>
                  <a:gd name="T8" fmla="*/ 0 w 712"/>
                  <a:gd name="T9" fmla="*/ 2 h 2147"/>
                  <a:gd name="T10" fmla="*/ 1 w 712"/>
                  <a:gd name="T11" fmla="*/ 3 h 2147"/>
                  <a:gd name="T12" fmla="*/ 1 w 712"/>
                  <a:gd name="T13" fmla="*/ 4 h 2147"/>
                  <a:gd name="T14" fmla="*/ 1 w 712"/>
                  <a:gd name="T15" fmla="*/ 3 h 2147"/>
                  <a:gd name="T16" fmla="*/ 1 w 712"/>
                  <a:gd name="T17" fmla="*/ 2 h 2147"/>
                  <a:gd name="T18" fmla="*/ 1 w 712"/>
                  <a:gd name="T19" fmla="*/ 2 h 2147"/>
                  <a:gd name="T20" fmla="*/ 1 w 712"/>
                  <a:gd name="T21" fmla="*/ 1 h 2147"/>
                  <a:gd name="T22" fmla="*/ 1 w 712"/>
                  <a:gd name="T23" fmla="*/ 0 h 2147"/>
                  <a:gd name="T24" fmla="*/ 1 w 712"/>
                  <a:gd name="T25" fmla="*/ 0 h 2147"/>
                  <a:gd name="T26" fmla="*/ 1 w 712"/>
                  <a:gd name="T27" fmla="*/ 0 h 2147"/>
                  <a:gd name="T28" fmla="*/ 1 w 712"/>
                  <a:gd name="T29" fmla="*/ 0 h 2147"/>
                  <a:gd name="T30" fmla="*/ 0 w 712"/>
                  <a:gd name="T31" fmla="*/ 0 h 2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12"/>
                  <a:gd name="T49" fmla="*/ 0 h 2147"/>
                  <a:gd name="T50" fmla="*/ 712 w 712"/>
                  <a:gd name="T51" fmla="*/ 2147 h 214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12" h="2147">
                    <a:moveTo>
                      <a:pt x="16" y="68"/>
                    </a:moveTo>
                    <a:lnTo>
                      <a:pt x="0" y="189"/>
                    </a:lnTo>
                    <a:lnTo>
                      <a:pt x="9" y="341"/>
                    </a:lnTo>
                    <a:lnTo>
                      <a:pt x="35" y="496"/>
                    </a:lnTo>
                    <a:lnTo>
                      <a:pt x="207" y="1127"/>
                    </a:lnTo>
                    <a:lnTo>
                      <a:pt x="325" y="1573"/>
                    </a:lnTo>
                    <a:lnTo>
                      <a:pt x="514" y="2147"/>
                    </a:lnTo>
                    <a:lnTo>
                      <a:pt x="634" y="1342"/>
                    </a:lnTo>
                    <a:lnTo>
                      <a:pt x="659" y="941"/>
                    </a:lnTo>
                    <a:lnTo>
                      <a:pt x="686" y="743"/>
                    </a:lnTo>
                    <a:lnTo>
                      <a:pt x="712" y="446"/>
                    </a:lnTo>
                    <a:lnTo>
                      <a:pt x="703" y="162"/>
                    </a:lnTo>
                    <a:lnTo>
                      <a:pt x="694" y="86"/>
                    </a:lnTo>
                    <a:lnTo>
                      <a:pt x="653" y="35"/>
                    </a:lnTo>
                    <a:lnTo>
                      <a:pt x="583" y="0"/>
                    </a:lnTo>
                    <a:lnTo>
                      <a:pt x="16" y="68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4" name="Freeform 107">
                <a:extLst>
                  <a:ext uri="{FF2B5EF4-FFF2-40B4-BE49-F238E27FC236}">
                    <a16:creationId xmlns:a16="http://schemas.microsoft.com/office/drawing/2014/main" id="{2FF19966-3583-B045-8F30-520F6F5A3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748"/>
                <a:ext cx="113" cy="247"/>
              </a:xfrm>
              <a:custGeom>
                <a:avLst/>
                <a:gdLst>
                  <a:gd name="T0" fmla="*/ 1 w 911"/>
                  <a:gd name="T1" fmla="*/ 0 h 1975"/>
                  <a:gd name="T2" fmla="*/ 0 w 911"/>
                  <a:gd name="T3" fmla="*/ 0 h 1975"/>
                  <a:gd name="T4" fmla="*/ 0 w 911"/>
                  <a:gd name="T5" fmla="*/ 0 h 1975"/>
                  <a:gd name="T6" fmla="*/ 0 w 911"/>
                  <a:gd name="T7" fmla="*/ 0 h 1975"/>
                  <a:gd name="T8" fmla="*/ 0 w 911"/>
                  <a:gd name="T9" fmla="*/ 0 h 1975"/>
                  <a:gd name="T10" fmla="*/ 0 w 911"/>
                  <a:gd name="T11" fmla="*/ 0 h 1975"/>
                  <a:gd name="T12" fmla="*/ 0 w 911"/>
                  <a:gd name="T13" fmla="*/ 0 h 1975"/>
                  <a:gd name="T14" fmla="*/ 0 w 911"/>
                  <a:gd name="T15" fmla="*/ 1 h 1975"/>
                  <a:gd name="T16" fmla="*/ 0 w 911"/>
                  <a:gd name="T17" fmla="*/ 1 h 1975"/>
                  <a:gd name="T18" fmla="*/ 0 w 911"/>
                  <a:gd name="T19" fmla="*/ 1 h 1975"/>
                  <a:gd name="T20" fmla="*/ 0 w 911"/>
                  <a:gd name="T21" fmla="*/ 0 h 1975"/>
                  <a:gd name="T22" fmla="*/ 0 w 911"/>
                  <a:gd name="T23" fmla="*/ 0 h 1975"/>
                  <a:gd name="T24" fmla="*/ 0 w 911"/>
                  <a:gd name="T25" fmla="*/ 1 h 1975"/>
                  <a:gd name="T26" fmla="*/ 0 w 911"/>
                  <a:gd name="T27" fmla="*/ 1 h 1975"/>
                  <a:gd name="T28" fmla="*/ 0 w 911"/>
                  <a:gd name="T29" fmla="*/ 1 h 1975"/>
                  <a:gd name="T30" fmla="*/ 0 w 911"/>
                  <a:gd name="T31" fmla="*/ 1 h 1975"/>
                  <a:gd name="T32" fmla="*/ 0 w 911"/>
                  <a:gd name="T33" fmla="*/ 1 h 1975"/>
                  <a:gd name="T34" fmla="*/ 1 w 911"/>
                  <a:gd name="T35" fmla="*/ 1 h 1975"/>
                  <a:gd name="T36" fmla="*/ 1 w 911"/>
                  <a:gd name="T37" fmla="*/ 1 h 1975"/>
                  <a:gd name="T38" fmla="*/ 1 w 911"/>
                  <a:gd name="T39" fmla="*/ 1 h 1975"/>
                  <a:gd name="T40" fmla="*/ 1 w 911"/>
                  <a:gd name="T41" fmla="*/ 2 h 1975"/>
                  <a:gd name="T42" fmla="*/ 1 w 911"/>
                  <a:gd name="T43" fmla="*/ 3 h 1975"/>
                  <a:gd name="T44" fmla="*/ 1 w 911"/>
                  <a:gd name="T45" fmla="*/ 3 h 1975"/>
                  <a:gd name="T46" fmla="*/ 1 w 911"/>
                  <a:gd name="T47" fmla="*/ 4 h 1975"/>
                  <a:gd name="T48" fmla="*/ 1 w 911"/>
                  <a:gd name="T49" fmla="*/ 3 h 1975"/>
                  <a:gd name="T50" fmla="*/ 1 w 911"/>
                  <a:gd name="T51" fmla="*/ 3 h 1975"/>
                  <a:gd name="T52" fmla="*/ 1 w 911"/>
                  <a:gd name="T53" fmla="*/ 2 h 1975"/>
                  <a:gd name="T54" fmla="*/ 1 w 911"/>
                  <a:gd name="T55" fmla="*/ 1 h 1975"/>
                  <a:gd name="T56" fmla="*/ 1 w 911"/>
                  <a:gd name="T57" fmla="*/ 1 h 1975"/>
                  <a:gd name="T58" fmla="*/ 1 w 911"/>
                  <a:gd name="T59" fmla="*/ 1 h 1975"/>
                  <a:gd name="T60" fmla="*/ 1 w 911"/>
                  <a:gd name="T61" fmla="*/ 1 h 1975"/>
                  <a:gd name="T62" fmla="*/ 1 w 911"/>
                  <a:gd name="T63" fmla="*/ 1 h 1975"/>
                  <a:gd name="T64" fmla="*/ 1 w 911"/>
                  <a:gd name="T65" fmla="*/ 1 h 1975"/>
                  <a:gd name="T66" fmla="*/ 1 w 911"/>
                  <a:gd name="T67" fmla="*/ 1 h 1975"/>
                  <a:gd name="T68" fmla="*/ 1 w 911"/>
                  <a:gd name="T69" fmla="*/ 1 h 1975"/>
                  <a:gd name="T70" fmla="*/ 1 w 911"/>
                  <a:gd name="T71" fmla="*/ 1 h 1975"/>
                  <a:gd name="T72" fmla="*/ 1 w 911"/>
                  <a:gd name="T73" fmla="*/ 1 h 1975"/>
                  <a:gd name="T74" fmla="*/ 1 w 911"/>
                  <a:gd name="T75" fmla="*/ 1 h 1975"/>
                  <a:gd name="T76" fmla="*/ 1 w 911"/>
                  <a:gd name="T77" fmla="*/ 0 h 1975"/>
                  <a:gd name="T78" fmla="*/ 1 w 911"/>
                  <a:gd name="T79" fmla="*/ 0 h 1975"/>
                  <a:gd name="T80" fmla="*/ 1 w 911"/>
                  <a:gd name="T81" fmla="*/ 1 h 1975"/>
                  <a:gd name="T82" fmla="*/ 2 w 911"/>
                  <a:gd name="T83" fmla="*/ 1 h 1975"/>
                  <a:gd name="T84" fmla="*/ 2 w 911"/>
                  <a:gd name="T85" fmla="*/ 1 h 1975"/>
                  <a:gd name="T86" fmla="*/ 2 w 911"/>
                  <a:gd name="T87" fmla="*/ 0 h 1975"/>
                  <a:gd name="T88" fmla="*/ 2 w 911"/>
                  <a:gd name="T89" fmla="*/ 0 h 1975"/>
                  <a:gd name="T90" fmla="*/ 2 w 911"/>
                  <a:gd name="T91" fmla="*/ 0 h 1975"/>
                  <a:gd name="T92" fmla="*/ 1 w 911"/>
                  <a:gd name="T93" fmla="*/ 0 h 1975"/>
                  <a:gd name="T94" fmla="*/ 1 w 911"/>
                  <a:gd name="T95" fmla="*/ 0 h 1975"/>
                  <a:gd name="T96" fmla="*/ 1 w 911"/>
                  <a:gd name="T97" fmla="*/ 0 h 1975"/>
                  <a:gd name="T98" fmla="*/ 1 w 911"/>
                  <a:gd name="T99" fmla="*/ 0 h 1975"/>
                  <a:gd name="T100" fmla="*/ 1 w 911"/>
                  <a:gd name="T101" fmla="*/ 0 h 1975"/>
                  <a:gd name="T102" fmla="*/ 1 w 911"/>
                  <a:gd name="T103" fmla="*/ 0 h 197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11"/>
                  <a:gd name="T157" fmla="*/ 0 h 1975"/>
                  <a:gd name="T158" fmla="*/ 911 w 911"/>
                  <a:gd name="T159" fmla="*/ 1975 h 197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11" h="1975">
                    <a:moveTo>
                      <a:pt x="378" y="103"/>
                    </a:moveTo>
                    <a:lnTo>
                      <a:pt x="277" y="53"/>
                    </a:lnTo>
                    <a:lnTo>
                      <a:pt x="183" y="0"/>
                    </a:lnTo>
                    <a:lnTo>
                      <a:pt x="86" y="0"/>
                    </a:lnTo>
                    <a:lnTo>
                      <a:pt x="35" y="35"/>
                    </a:lnTo>
                    <a:lnTo>
                      <a:pt x="21" y="94"/>
                    </a:lnTo>
                    <a:lnTo>
                      <a:pt x="0" y="138"/>
                    </a:lnTo>
                    <a:lnTo>
                      <a:pt x="27" y="224"/>
                    </a:lnTo>
                    <a:lnTo>
                      <a:pt x="62" y="274"/>
                    </a:lnTo>
                    <a:lnTo>
                      <a:pt x="106" y="250"/>
                    </a:lnTo>
                    <a:lnTo>
                      <a:pt x="183" y="206"/>
                    </a:lnTo>
                    <a:lnTo>
                      <a:pt x="277" y="189"/>
                    </a:lnTo>
                    <a:lnTo>
                      <a:pt x="198" y="291"/>
                    </a:lnTo>
                    <a:lnTo>
                      <a:pt x="139" y="411"/>
                    </a:lnTo>
                    <a:lnTo>
                      <a:pt x="113" y="540"/>
                    </a:lnTo>
                    <a:lnTo>
                      <a:pt x="106" y="609"/>
                    </a:lnTo>
                    <a:lnTo>
                      <a:pt x="277" y="676"/>
                    </a:lnTo>
                    <a:lnTo>
                      <a:pt x="304" y="487"/>
                    </a:lnTo>
                    <a:lnTo>
                      <a:pt x="372" y="274"/>
                    </a:lnTo>
                    <a:lnTo>
                      <a:pt x="378" y="632"/>
                    </a:lnTo>
                    <a:lnTo>
                      <a:pt x="405" y="975"/>
                    </a:lnTo>
                    <a:lnTo>
                      <a:pt x="464" y="1333"/>
                    </a:lnTo>
                    <a:lnTo>
                      <a:pt x="526" y="1608"/>
                    </a:lnTo>
                    <a:lnTo>
                      <a:pt x="602" y="1975"/>
                    </a:lnTo>
                    <a:lnTo>
                      <a:pt x="655" y="1549"/>
                    </a:lnTo>
                    <a:lnTo>
                      <a:pt x="671" y="1351"/>
                    </a:lnTo>
                    <a:lnTo>
                      <a:pt x="618" y="899"/>
                    </a:lnTo>
                    <a:lnTo>
                      <a:pt x="570" y="573"/>
                    </a:lnTo>
                    <a:lnTo>
                      <a:pt x="558" y="454"/>
                    </a:lnTo>
                    <a:lnTo>
                      <a:pt x="645" y="514"/>
                    </a:lnTo>
                    <a:lnTo>
                      <a:pt x="706" y="609"/>
                    </a:lnTo>
                    <a:lnTo>
                      <a:pt x="750" y="615"/>
                    </a:lnTo>
                    <a:lnTo>
                      <a:pt x="800" y="523"/>
                    </a:lnTo>
                    <a:lnTo>
                      <a:pt x="809" y="411"/>
                    </a:lnTo>
                    <a:lnTo>
                      <a:pt x="791" y="351"/>
                    </a:lnTo>
                    <a:lnTo>
                      <a:pt x="765" y="342"/>
                    </a:lnTo>
                    <a:lnTo>
                      <a:pt x="645" y="309"/>
                    </a:lnTo>
                    <a:lnTo>
                      <a:pt x="602" y="265"/>
                    </a:lnTo>
                    <a:lnTo>
                      <a:pt x="576" y="197"/>
                    </a:lnTo>
                    <a:lnTo>
                      <a:pt x="645" y="197"/>
                    </a:lnTo>
                    <a:lnTo>
                      <a:pt x="765" y="265"/>
                    </a:lnTo>
                    <a:lnTo>
                      <a:pt x="869" y="283"/>
                    </a:lnTo>
                    <a:lnTo>
                      <a:pt x="911" y="265"/>
                    </a:lnTo>
                    <a:lnTo>
                      <a:pt x="911" y="197"/>
                    </a:lnTo>
                    <a:lnTo>
                      <a:pt x="886" y="79"/>
                    </a:lnTo>
                    <a:lnTo>
                      <a:pt x="842" y="0"/>
                    </a:lnTo>
                    <a:lnTo>
                      <a:pt x="756" y="9"/>
                    </a:lnTo>
                    <a:lnTo>
                      <a:pt x="645" y="53"/>
                    </a:lnTo>
                    <a:lnTo>
                      <a:pt x="576" y="94"/>
                    </a:lnTo>
                    <a:lnTo>
                      <a:pt x="484" y="44"/>
                    </a:lnTo>
                    <a:lnTo>
                      <a:pt x="378" y="58"/>
                    </a:lnTo>
                    <a:lnTo>
                      <a:pt x="378" y="10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5" name="Freeform 108">
                <a:extLst>
                  <a:ext uri="{FF2B5EF4-FFF2-40B4-BE49-F238E27FC236}">
                    <a16:creationId xmlns:a16="http://schemas.microsoft.com/office/drawing/2014/main" id="{160EA439-F6BE-4E44-97F3-6578C54E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45"/>
                <a:ext cx="182" cy="174"/>
              </a:xfrm>
              <a:custGeom>
                <a:avLst/>
                <a:gdLst>
                  <a:gd name="T0" fmla="*/ 1 w 1450"/>
                  <a:gd name="T1" fmla="*/ 3 h 1389"/>
                  <a:gd name="T2" fmla="*/ 0 w 1450"/>
                  <a:gd name="T3" fmla="*/ 3 h 1389"/>
                  <a:gd name="T4" fmla="*/ 0 w 1450"/>
                  <a:gd name="T5" fmla="*/ 3 h 1389"/>
                  <a:gd name="T6" fmla="*/ 0 w 1450"/>
                  <a:gd name="T7" fmla="*/ 2 h 1389"/>
                  <a:gd name="T8" fmla="*/ 0 w 1450"/>
                  <a:gd name="T9" fmla="*/ 2 h 1389"/>
                  <a:gd name="T10" fmla="*/ 0 w 1450"/>
                  <a:gd name="T11" fmla="*/ 2 h 1389"/>
                  <a:gd name="T12" fmla="*/ 0 w 1450"/>
                  <a:gd name="T13" fmla="*/ 2 h 1389"/>
                  <a:gd name="T14" fmla="*/ 0 w 1450"/>
                  <a:gd name="T15" fmla="*/ 1 h 1389"/>
                  <a:gd name="T16" fmla="*/ 0 w 1450"/>
                  <a:gd name="T17" fmla="*/ 1 h 1389"/>
                  <a:gd name="T18" fmla="*/ 0 w 1450"/>
                  <a:gd name="T19" fmla="*/ 1 h 1389"/>
                  <a:gd name="T20" fmla="*/ 0 w 1450"/>
                  <a:gd name="T21" fmla="*/ 1 h 1389"/>
                  <a:gd name="T22" fmla="*/ 0 w 1450"/>
                  <a:gd name="T23" fmla="*/ 1 h 1389"/>
                  <a:gd name="T24" fmla="*/ 1 w 1450"/>
                  <a:gd name="T25" fmla="*/ 1 h 1389"/>
                  <a:gd name="T26" fmla="*/ 1 w 1450"/>
                  <a:gd name="T27" fmla="*/ 1 h 1389"/>
                  <a:gd name="T28" fmla="*/ 1 w 1450"/>
                  <a:gd name="T29" fmla="*/ 0 h 1389"/>
                  <a:gd name="T30" fmla="*/ 1 w 1450"/>
                  <a:gd name="T31" fmla="*/ 0 h 1389"/>
                  <a:gd name="T32" fmla="*/ 1 w 1450"/>
                  <a:gd name="T33" fmla="*/ 0 h 1389"/>
                  <a:gd name="T34" fmla="*/ 1 w 1450"/>
                  <a:gd name="T35" fmla="*/ 0 h 1389"/>
                  <a:gd name="T36" fmla="*/ 1 w 1450"/>
                  <a:gd name="T37" fmla="*/ 0 h 1389"/>
                  <a:gd name="T38" fmla="*/ 1 w 1450"/>
                  <a:gd name="T39" fmla="*/ 0 h 1389"/>
                  <a:gd name="T40" fmla="*/ 2 w 1450"/>
                  <a:gd name="T41" fmla="*/ 0 h 1389"/>
                  <a:gd name="T42" fmla="*/ 2 w 1450"/>
                  <a:gd name="T43" fmla="*/ 0 h 1389"/>
                  <a:gd name="T44" fmla="*/ 2 w 1450"/>
                  <a:gd name="T45" fmla="*/ 0 h 1389"/>
                  <a:gd name="T46" fmla="*/ 2 w 1450"/>
                  <a:gd name="T47" fmla="*/ 0 h 1389"/>
                  <a:gd name="T48" fmla="*/ 2 w 1450"/>
                  <a:gd name="T49" fmla="*/ 0 h 1389"/>
                  <a:gd name="T50" fmla="*/ 2 w 1450"/>
                  <a:gd name="T51" fmla="*/ 0 h 1389"/>
                  <a:gd name="T52" fmla="*/ 2 w 1450"/>
                  <a:gd name="T53" fmla="*/ 0 h 1389"/>
                  <a:gd name="T54" fmla="*/ 3 w 1450"/>
                  <a:gd name="T55" fmla="*/ 0 h 1389"/>
                  <a:gd name="T56" fmla="*/ 3 w 1450"/>
                  <a:gd name="T57" fmla="*/ 1 h 1389"/>
                  <a:gd name="T58" fmla="*/ 3 w 1450"/>
                  <a:gd name="T59" fmla="*/ 1 h 1389"/>
                  <a:gd name="T60" fmla="*/ 3 w 1450"/>
                  <a:gd name="T61" fmla="*/ 1 h 1389"/>
                  <a:gd name="T62" fmla="*/ 3 w 1450"/>
                  <a:gd name="T63" fmla="*/ 1 h 1389"/>
                  <a:gd name="T64" fmla="*/ 3 w 1450"/>
                  <a:gd name="T65" fmla="*/ 2 h 1389"/>
                  <a:gd name="T66" fmla="*/ 1 w 1450"/>
                  <a:gd name="T67" fmla="*/ 3 h 1389"/>
                  <a:gd name="T68" fmla="*/ 1 w 1450"/>
                  <a:gd name="T69" fmla="*/ 3 h 13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450"/>
                  <a:gd name="T106" fmla="*/ 0 h 1389"/>
                  <a:gd name="T107" fmla="*/ 1450 w 1450"/>
                  <a:gd name="T108" fmla="*/ 1389 h 138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450" h="1389">
                    <a:moveTo>
                      <a:pt x="268" y="1389"/>
                    </a:moveTo>
                    <a:lnTo>
                      <a:pt x="155" y="1338"/>
                    </a:lnTo>
                    <a:lnTo>
                      <a:pt x="88" y="1267"/>
                    </a:lnTo>
                    <a:lnTo>
                      <a:pt x="48" y="1184"/>
                    </a:lnTo>
                    <a:lnTo>
                      <a:pt x="4" y="1035"/>
                    </a:lnTo>
                    <a:lnTo>
                      <a:pt x="0" y="879"/>
                    </a:lnTo>
                    <a:lnTo>
                      <a:pt x="9" y="732"/>
                    </a:lnTo>
                    <a:lnTo>
                      <a:pt x="21" y="594"/>
                    </a:lnTo>
                    <a:lnTo>
                      <a:pt x="44" y="490"/>
                    </a:lnTo>
                    <a:lnTo>
                      <a:pt x="120" y="391"/>
                    </a:lnTo>
                    <a:lnTo>
                      <a:pt x="169" y="343"/>
                    </a:lnTo>
                    <a:lnTo>
                      <a:pt x="198" y="294"/>
                    </a:lnTo>
                    <a:lnTo>
                      <a:pt x="254" y="250"/>
                    </a:lnTo>
                    <a:lnTo>
                      <a:pt x="314" y="220"/>
                    </a:lnTo>
                    <a:lnTo>
                      <a:pt x="341" y="193"/>
                    </a:lnTo>
                    <a:lnTo>
                      <a:pt x="378" y="154"/>
                    </a:lnTo>
                    <a:lnTo>
                      <a:pt x="406" y="145"/>
                    </a:lnTo>
                    <a:lnTo>
                      <a:pt x="448" y="64"/>
                    </a:lnTo>
                    <a:lnTo>
                      <a:pt x="512" y="27"/>
                    </a:lnTo>
                    <a:lnTo>
                      <a:pt x="623" y="0"/>
                    </a:lnTo>
                    <a:lnTo>
                      <a:pt x="738" y="4"/>
                    </a:lnTo>
                    <a:lnTo>
                      <a:pt x="887" y="29"/>
                    </a:lnTo>
                    <a:lnTo>
                      <a:pt x="922" y="70"/>
                    </a:lnTo>
                    <a:lnTo>
                      <a:pt x="936" y="101"/>
                    </a:lnTo>
                    <a:lnTo>
                      <a:pt x="1044" y="61"/>
                    </a:lnTo>
                    <a:lnTo>
                      <a:pt x="1157" y="87"/>
                    </a:lnTo>
                    <a:lnTo>
                      <a:pt x="1228" y="136"/>
                    </a:lnTo>
                    <a:lnTo>
                      <a:pt x="1270" y="193"/>
                    </a:lnTo>
                    <a:lnTo>
                      <a:pt x="1323" y="246"/>
                    </a:lnTo>
                    <a:lnTo>
                      <a:pt x="1388" y="378"/>
                    </a:lnTo>
                    <a:lnTo>
                      <a:pt x="1437" y="501"/>
                    </a:lnTo>
                    <a:lnTo>
                      <a:pt x="1450" y="650"/>
                    </a:lnTo>
                    <a:lnTo>
                      <a:pt x="1441" y="769"/>
                    </a:lnTo>
                    <a:lnTo>
                      <a:pt x="362" y="1375"/>
                    </a:lnTo>
                    <a:lnTo>
                      <a:pt x="268" y="1389"/>
                    </a:lnTo>
                    <a:close/>
                  </a:path>
                </a:pathLst>
              </a:custGeom>
              <a:solidFill>
                <a:srgbClr val="7023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6" name="Freeform 109">
                <a:extLst>
                  <a:ext uri="{FF2B5EF4-FFF2-40B4-BE49-F238E27FC236}">
                    <a16:creationId xmlns:a16="http://schemas.microsoft.com/office/drawing/2014/main" id="{AE4C05D4-0487-EE41-B0B9-13417BF8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578"/>
                <a:ext cx="131" cy="185"/>
              </a:xfrm>
              <a:custGeom>
                <a:avLst/>
                <a:gdLst>
                  <a:gd name="T0" fmla="*/ 0 w 1044"/>
                  <a:gd name="T1" fmla="*/ 0 h 1481"/>
                  <a:gd name="T2" fmla="*/ 0 w 1044"/>
                  <a:gd name="T3" fmla="*/ 0 h 1481"/>
                  <a:gd name="T4" fmla="*/ 0 w 1044"/>
                  <a:gd name="T5" fmla="*/ 1 h 1481"/>
                  <a:gd name="T6" fmla="*/ 0 w 1044"/>
                  <a:gd name="T7" fmla="*/ 1 h 1481"/>
                  <a:gd name="T8" fmla="*/ 0 w 1044"/>
                  <a:gd name="T9" fmla="*/ 1 h 1481"/>
                  <a:gd name="T10" fmla="*/ 0 w 1044"/>
                  <a:gd name="T11" fmla="*/ 2 h 1481"/>
                  <a:gd name="T12" fmla="*/ 0 w 1044"/>
                  <a:gd name="T13" fmla="*/ 2 h 1481"/>
                  <a:gd name="T14" fmla="*/ 1 w 1044"/>
                  <a:gd name="T15" fmla="*/ 2 h 1481"/>
                  <a:gd name="T16" fmla="*/ 1 w 1044"/>
                  <a:gd name="T17" fmla="*/ 2 h 1481"/>
                  <a:gd name="T18" fmla="*/ 1 w 1044"/>
                  <a:gd name="T19" fmla="*/ 2 h 1481"/>
                  <a:gd name="T20" fmla="*/ 1 w 1044"/>
                  <a:gd name="T21" fmla="*/ 2 h 1481"/>
                  <a:gd name="T22" fmla="*/ 1 w 1044"/>
                  <a:gd name="T23" fmla="*/ 3 h 1481"/>
                  <a:gd name="T24" fmla="*/ 1 w 1044"/>
                  <a:gd name="T25" fmla="*/ 3 h 1481"/>
                  <a:gd name="T26" fmla="*/ 1 w 1044"/>
                  <a:gd name="T27" fmla="*/ 3 h 1481"/>
                  <a:gd name="T28" fmla="*/ 1 w 1044"/>
                  <a:gd name="T29" fmla="*/ 3 h 1481"/>
                  <a:gd name="T30" fmla="*/ 1 w 1044"/>
                  <a:gd name="T31" fmla="*/ 3 h 1481"/>
                  <a:gd name="T32" fmla="*/ 1 w 1044"/>
                  <a:gd name="T33" fmla="*/ 3 h 1481"/>
                  <a:gd name="T34" fmla="*/ 1 w 1044"/>
                  <a:gd name="T35" fmla="*/ 3 h 1481"/>
                  <a:gd name="T36" fmla="*/ 2 w 1044"/>
                  <a:gd name="T37" fmla="*/ 3 h 1481"/>
                  <a:gd name="T38" fmla="*/ 2 w 1044"/>
                  <a:gd name="T39" fmla="*/ 2 h 1481"/>
                  <a:gd name="T40" fmla="*/ 2 w 1044"/>
                  <a:gd name="T41" fmla="*/ 2 h 1481"/>
                  <a:gd name="T42" fmla="*/ 2 w 1044"/>
                  <a:gd name="T43" fmla="*/ 2 h 1481"/>
                  <a:gd name="T44" fmla="*/ 2 w 1044"/>
                  <a:gd name="T45" fmla="*/ 2 h 1481"/>
                  <a:gd name="T46" fmla="*/ 2 w 1044"/>
                  <a:gd name="T47" fmla="*/ 2 h 1481"/>
                  <a:gd name="T48" fmla="*/ 2 w 1044"/>
                  <a:gd name="T49" fmla="*/ 1 h 1481"/>
                  <a:gd name="T50" fmla="*/ 2 w 1044"/>
                  <a:gd name="T51" fmla="*/ 1 h 1481"/>
                  <a:gd name="T52" fmla="*/ 2 w 1044"/>
                  <a:gd name="T53" fmla="*/ 1 h 1481"/>
                  <a:gd name="T54" fmla="*/ 2 w 1044"/>
                  <a:gd name="T55" fmla="*/ 0 h 1481"/>
                  <a:gd name="T56" fmla="*/ 2 w 1044"/>
                  <a:gd name="T57" fmla="*/ 0 h 1481"/>
                  <a:gd name="T58" fmla="*/ 2 w 1044"/>
                  <a:gd name="T59" fmla="*/ 0 h 1481"/>
                  <a:gd name="T60" fmla="*/ 1 w 1044"/>
                  <a:gd name="T61" fmla="*/ 0 h 1481"/>
                  <a:gd name="T62" fmla="*/ 1 w 1044"/>
                  <a:gd name="T63" fmla="*/ 0 h 1481"/>
                  <a:gd name="T64" fmla="*/ 1 w 1044"/>
                  <a:gd name="T65" fmla="*/ 0 h 1481"/>
                  <a:gd name="T66" fmla="*/ 0 w 1044"/>
                  <a:gd name="T67" fmla="*/ 0 h 1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44"/>
                  <a:gd name="T103" fmla="*/ 0 h 1481"/>
                  <a:gd name="T104" fmla="*/ 1044 w 1044"/>
                  <a:gd name="T105" fmla="*/ 1481 h 14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44" h="1481">
                    <a:moveTo>
                      <a:pt x="219" y="137"/>
                    </a:moveTo>
                    <a:lnTo>
                      <a:pt x="175" y="233"/>
                    </a:lnTo>
                    <a:lnTo>
                      <a:pt x="163" y="351"/>
                    </a:lnTo>
                    <a:lnTo>
                      <a:pt x="0" y="630"/>
                    </a:lnTo>
                    <a:lnTo>
                      <a:pt x="37" y="771"/>
                    </a:lnTo>
                    <a:lnTo>
                      <a:pt x="97" y="815"/>
                    </a:lnTo>
                    <a:lnTo>
                      <a:pt x="189" y="828"/>
                    </a:lnTo>
                    <a:lnTo>
                      <a:pt x="244" y="851"/>
                    </a:lnTo>
                    <a:lnTo>
                      <a:pt x="292" y="969"/>
                    </a:lnTo>
                    <a:lnTo>
                      <a:pt x="306" y="1132"/>
                    </a:lnTo>
                    <a:lnTo>
                      <a:pt x="327" y="1235"/>
                    </a:lnTo>
                    <a:lnTo>
                      <a:pt x="424" y="1386"/>
                    </a:lnTo>
                    <a:lnTo>
                      <a:pt x="507" y="1444"/>
                    </a:lnTo>
                    <a:lnTo>
                      <a:pt x="571" y="1481"/>
                    </a:lnTo>
                    <a:lnTo>
                      <a:pt x="578" y="1421"/>
                    </a:lnTo>
                    <a:lnTo>
                      <a:pt x="627" y="1409"/>
                    </a:lnTo>
                    <a:lnTo>
                      <a:pt x="670" y="1402"/>
                    </a:lnTo>
                    <a:lnTo>
                      <a:pt x="696" y="1393"/>
                    </a:lnTo>
                    <a:lnTo>
                      <a:pt x="795" y="1331"/>
                    </a:lnTo>
                    <a:lnTo>
                      <a:pt x="857" y="1277"/>
                    </a:lnTo>
                    <a:lnTo>
                      <a:pt x="897" y="1213"/>
                    </a:lnTo>
                    <a:lnTo>
                      <a:pt x="897" y="1079"/>
                    </a:lnTo>
                    <a:lnTo>
                      <a:pt x="975" y="983"/>
                    </a:lnTo>
                    <a:lnTo>
                      <a:pt x="1024" y="846"/>
                    </a:lnTo>
                    <a:lnTo>
                      <a:pt x="1044" y="655"/>
                    </a:lnTo>
                    <a:lnTo>
                      <a:pt x="1031" y="521"/>
                    </a:lnTo>
                    <a:lnTo>
                      <a:pt x="989" y="356"/>
                    </a:lnTo>
                    <a:lnTo>
                      <a:pt x="945" y="231"/>
                    </a:lnTo>
                    <a:lnTo>
                      <a:pt x="848" y="75"/>
                    </a:lnTo>
                    <a:lnTo>
                      <a:pt x="778" y="13"/>
                    </a:lnTo>
                    <a:lnTo>
                      <a:pt x="705" y="0"/>
                    </a:lnTo>
                    <a:lnTo>
                      <a:pt x="585" y="9"/>
                    </a:lnTo>
                    <a:lnTo>
                      <a:pt x="330" y="79"/>
                    </a:lnTo>
                    <a:lnTo>
                      <a:pt x="219" y="137"/>
                    </a:lnTo>
                    <a:close/>
                  </a:path>
                </a:pathLst>
              </a:custGeom>
              <a:solidFill>
                <a:srgbClr val="FF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7" name="Freeform 110">
                <a:extLst>
                  <a:ext uri="{FF2B5EF4-FFF2-40B4-BE49-F238E27FC236}">
                    <a16:creationId xmlns:a16="http://schemas.microsoft.com/office/drawing/2014/main" id="{ACCADA13-E5E6-3B4B-8EF1-285C2F3E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631"/>
                <a:ext cx="30" cy="18"/>
              </a:xfrm>
              <a:custGeom>
                <a:avLst/>
                <a:gdLst>
                  <a:gd name="T0" fmla="*/ 0 w 242"/>
                  <a:gd name="T1" fmla="*/ 0 h 143"/>
                  <a:gd name="T2" fmla="*/ 0 w 242"/>
                  <a:gd name="T3" fmla="*/ 0 h 143"/>
                  <a:gd name="T4" fmla="*/ 0 w 242"/>
                  <a:gd name="T5" fmla="*/ 0 h 143"/>
                  <a:gd name="T6" fmla="*/ 0 w 242"/>
                  <a:gd name="T7" fmla="*/ 0 h 143"/>
                  <a:gd name="T8" fmla="*/ 0 w 242"/>
                  <a:gd name="T9" fmla="*/ 0 h 143"/>
                  <a:gd name="T10" fmla="*/ 0 w 242"/>
                  <a:gd name="T11" fmla="*/ 0 h 143"/>
                  <a:gd name="T12" fmla="*/ 0 w 242"/>
                  <a:gd name="T13" fmla="*/ 0 h 143"/>
                  <a:gd name="T14" fmla="*/ 0 w 242"/>
                  <a:gd name="T15" fmla="*/ 0 h 143"/>
                  <a:gd name="T16" fmla="*/ 0 w 242"/>
                  <a:gd name="T17" fmla="*/ 0 h 143"/>
                  <a:gd name="T18" fmla="*/ 0 w 242"/>
                  <a:gd name="T19" fmla="*/ 0 h 143"/>
                  <a:gd name="T20" fmla="*/ 0 w 242"/>
                  <a:gd name="T21" fmla="*/ 0 h 143"/>
                  <a:gd name="T22" fmla="*/ 0 w 242"/>
                  <a:gd name="T23" fmla="*/ 0 h 143"/>
                  <a:gd name="T24" fmla="*/ 0 w 242"/>
                  <a:gd name="T25" fmla="*/ 0 h 143"/>
                  <a:gd name="T26" fmla="*/ 0 w 242"/>
                  <a:gd name="T27" fmla="*/ 0 h 143"/>
                  <a:gd name="T28" fmla="*/ 0 w 242"/>
                  <a:gd name="T29" fmla="*/ 0 h 143"/>
                  <a:gd name="T30" fmla="*/ 0 w 242"/>
                  <a:gd name="T31" fmla="*/ 0 h 143"/>
                  <a:gd name="T32" fmla="*/ 0 w 242"/>
                  <a:gd name="T33" fmla="*/ 0 h 143"/>
                  <a:gd name="T34" fmla="*/ 0 w 242"/>
                  <a:gd name="T35" fmla="*/ 0 h 143"/>
                  <a:gd name="T36" fmla="*/ 0 w 242"/>
                  <a:gd name="T37" fmla="*/ 0 h 143"/>
                  <a:gd name="T38" fmla="*/ 0 w 242"/>
                  <a:gd name="T39" fmla="*/ 0 h 143"/>
                  <a:gd name="T40" fmla="*/ 0 w 242"/>
                  <a:gd name="T41" fmla="*/ 0 h 143"/>
                  <a:gd name="T42" fmla="*/ 0 w 242"/>
                  <a:gd name="T43" fmla="*/ 0 h 143"/>
                  <a:gd name="T44" fmla="*/ 0 w 242"/>
                  <a:gd name="T45" fmla="*/ 0 h 143"/>
                  <a:gd name="T46" fmla="*/ 0 w 242"/>
                  <a:gd name="T47" fmla="*/ 0 h 14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42"/>
                  <a:gd name="T73" fmla="*/ 0 h 143"/>
                  <a:gd name="T74" fmla="*/ 242 w 242"/>
                  <a:gd name="T75" fmla="*/ 143 h 14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42" h="143">
                    <a:moveTo>
                      <a:pt x="118" y="0"/>
                    </a:moveTo>
                    <a:lnTo>
                      <a:pt x="92" y="5"/>
                    </a:lnTo>
                    <a:lnTo>
                      <a:pt x="69" y="26"/>
                    </a:lnTo>
                    <a:lnTo>
                      <a:pt x="66" y="46"/>
                    </a:lnTo>
                    <a:lnTo>
                      <a:pt x="66" y="48"/>
                    </a:lnTo>
                    <a:lnTo>
                      <a:pt x="114" y="41"/>
                    </a:lnTo>
                    <a:lnTo>
                      <a:pt x="158" y="46"/>
                    </a:lnTo>
                    <a:lnTo>
                      <a:pt x="154" y="21"/>
                    </a:lnTo>
                    <a:lnTo>
                      <a:pt x="149" y="5"/>
                    </a:lnTo>
                    <a:lnTo>
                      <a:pt x="186" y="5"/>
                    </a:lnTo>
                    <a:lnTo>
                      <a:pt x="221" y="32"/>
                    </a:lnTo>
                    <a:lnTo>
                      <a:pt x="242" y="70"/>
                    </a:lnTo>
                    <a:lnTo>
                      <a:pt x="224" y="97"/>
                    </a:lnTo>
                    <a:lnTo>
                      <a:pt x="202" y="83"/>
                    </a:lnTo>
                    <a:lnTo>
                      <a:pt x="163" y="107"/>
                    </a:lnTo>
                    <a:lnTo>
                      <a:pt x="136" y="131"/>
                    </a:lnTo>
                    <a:lnTo>
                      <a:pt x="96" y="143"/>
                    </a:lnTo>
                    <a:lnTo>
                      <a:pt x="62" y="143"/>
                    </a:lnTo>
                    <a:lnTo>
                      <a:pt x="21" y="125"/>
                    </a:lnTo>
                    <a:lnTo>
                      <a:pt x="0" y="97"/>
                    </a:lnTo>
                    <a:lnTo>
                      <a:pt x="4" y="58"/>
                    </a:lnTo>
                    <a:lnTo>
                      <a:pt x="26" y="26"/>
                    </a:lnTo>
                    <a:lnTo>
                      <a:pt x="57" y="0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8" name="Freeform 111">
                <a:extLst>
                  <a:ext uri="{FF2B5EF4-FFF2-40B4-BE49-F238E27FC236}">
                    <a16:creationId xmlns:a16="http://schemas.microsoft.com/office/drawing/2014/main" id="{15CD5DC1-977A-6A4C-A0F1-EBEDF6687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625"/>
                <a:ext cx="23" cy="18"/>
              </a:xfrm>
              <a:custGeom>
                <a:avLst/>
                <a:gdLst>
                  <a:gd name="T0" fmla="*/ 0 w 183"/>
                  <a:gd name="T1" fmla="*/ 0 h 145"/>
                  <a:gd name="T2" fmla="*/ 0 w 183"/>
                  <a:gd name="T3" fmla="*/ 0 h 145"/>
                  <a:gd name="T4" fmla="*/ 0 w 183"/>
                  <a:gd name="T5" fmla="*/ 0 h 145"/>
                  <a:gd name="T6" fmla="*/ 0 w 183"/>
                  <a:gd name="T7" fmla="*/ 0 h 145"/>
                  <a:gd name="T8" fmla="*/ 0 w 183"/>
                  <a:gd name="T9" fmla="*/ 0 h 145"/>
                  <a:gd name="T10" fmla="*/ 0 w 183"/>
                  <a:gd name="T11" fmla="*/ 0 h 145"/>
                  <a:gd name="T12" fmla="*/ 0 w 183"/>
                  <a:gd name="T13" fmla="*/ 0 h 145"/>
                  <a:gd name="T14" fmla="*/ 0 w 183"/>
                  <a:gd name="T15" fmla="*/ 0 h 145"/>
                  <a:gd name="T16" fmla="*/ 0 w 183"/>
                  <a:gd name="T17" fmla="*/ 0 h 145"/>
                  <a:gd name="T18" fmla="*/ 0 w 183"/>
                  <a:gd name="T19" fmla="*/ 0 h 145"/>
                  <a:gd name="T20" fmla="*/ 0 w 183"/>
                  <a:gd name="T21" fmla="*/ 0 h 145"/>
                  <a:gd name="T22" fmla="*/ 0 w 183"/>
                  <a:gd name="T23" fmla="*/ 0 h 145"/>
                  <a:gd name="T24" fmla="*/ 0 w 183"/>
                  <a:gd name="T25" fmla="*/ 0 h 145"/>
                  <a:gd name="T26" fmla="*/ 0 w 183"/>
                  <a:gd name="T27" fmla="*/ 0 h 145"/>
                  <a:gd name="T28" fmla="*/ 0 w 183"/>
                  <a:gd name="T29" fmla="*/ 0 h 145"/>
                  <a:gd name="T30" fmla="*/ 0 w 183"/>
                  <a:gd name="T31" fmla="*/ 0 h 1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3"/>
                  <a:gd name="T49" fmla="*/ 0 h 145"/>
                  <a:gd name="T50" fmla="*/ 183 w 183"/>
                  <a:gd name="T51" fmla="*/ 145 h 14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3" h="145">
                    <a:moveTo>
                      <a:pt x="0" y="112"/>
                    </a:moveTo>
                    <a:lnTo>
                      <a:pt x="18" y="63"/>
                    </a:lnTo>
                    <a:lnTo>
                      <a:pt x="44" y="28"/>
                    </a:lnTo>
                    <a:lnTo>
                      <a:pt x="85" y="0"/>
                    </a:lnTo>
                    <a:lnTo>
                      <a:pt x="67" y="61"/>
                    </a:lnTo>
                    <a:lnTo>
                      <a:pt x="133" y="51"/>
                    </a:lnTo>
                    <a:lnTo>
                      <a:pt x="120" y="9"/>
                    </a:lnTo>
                    <a:lnTo>
                      <a:pt x="146" y="13"/>
                    </a:lnTo>
                    <a:lnTo>
                      <a:pt x="177" y="70"/>
                    </a:lnTo>
                    <a:lnTo>
                      <a:pt x="183" y="92"/>
                    </a:lnTo>
                    <a:lnTo>
                      <a:pt x="159" y="125"/>
                    </a:lnTo>
                    <a:lnTo>
                      <a:pt x="129" y="141"/>
                    </a:lnTo>
                    <a:lnTo>
                      <a:pt x="88" y="145"/>
                    </a:lnTo>
                    <a:lnTo>
                      <a:pt x="53" y="134"/>
                    </a:lnTo>
                    <a:lnTo>
                      <a:pt x="18" y="121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00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59" name="Freeform 112">
                <a:extLst>
                  <a:ext uri="{FF2B5EF4-FFF2-40B4-BE49-F238E27FC236}">
                    <a16:creationId xmlns:a16="http://schemas.microsoft.com/office/drawing/2014/main" id="{E3735F17-1683-EE40-B664-257C53286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676"/>
                <a:ext cx="19" cy="18"/>
              </a:xfrm>
              <a:custGeom>
                <a:avLst/>
                <a:gdLst>
                  <a:gd name="T0" fmla="*/ 0 w 150"/>
                  <a:gd name="T1" fmla="*/ 0 h 149"/>
                  <a:gd name="T2" fmla="*/ 0 w 150"/>
                  <a:gd name="T3" fmla="*/ 0 h 149"/>
                  <a:gd name="T4" fmla="*/ 0 w 150"/>
                  <a:gd name="T5" fmla="*/ 0 h 149"/>
                  <a:gd name="T6" fmla="*/ 0 w 150"/>
                  <a:gd name="T7" fmla="*/ 0 h 149"/>
                  <a:gd name="T8" fmla="*/ 0 w 150"/>
                  <a:gd name="T9" fmla="*/ 0 h 149"/>
                  <a:gd name="T10" fmla="*/ 0 w 150"/>
                  <a:gd name="T11" fmla="*/ 0 h 149"/>
                  <a:gd name="T12" fmla="*/ 0 w 150"/>
                  <a:gd name="T13" fmla="*/ 0 h 149"/>
                  <a:gd name="T14" fmla="*/ 0 w 150"/>
                  <a:gd name="T15" fmla="*/ 0 h 149"/>
                  <a:gd name="T16" fmla="*/ 0 w 150"/>
                  <a:gd name="T17" fmla="*/ 0 h 149"/>
                  <a:gd name="T18" fmla="*/ 0 w 150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0"/>
                  <a:gd name="T31" fmla="*/ 0 h 149"/>
                  <a:gd name="T32" fmla="*/ 150 w 150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0" h="149">
                    <a:moveTo>
                      <a:pt x="51" y="4"/>
                    </a:moveTo>
                    <a:lnTo>
                      <a:pt x="70" y="0"/>
                    </a:lnTo>
                    <a:lnTo>
                      <a:pt x="121" y="13"/>
                    </a:lnTo>
                    <a:lnTo>
                      <a:pt x="150" y="70"/>
                    </a:lnTo>
                    <a:lnTo>
                      <a:pt x="136" y="131"/>
                    </a:lnTo>
                    <a:lnTo>
                      <a:pt x="65" y="149"/>
                    </a:lnTo>
                    <a:lnTo>
                      <a:pt x="0" y="114"/>
                    </a:lnTo>
                    <a:lnTo>
                      <a:pt x="5" y="61"/>
                    </a:lnTo>
                    <a:lnTo>
                      <a:pt x="31" y="22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rgbClr val="FF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0" name="Freeform 113">
                <a:extLst>
                  <a:ext uri="{FF2B5EF4-FFF2-40B4-BE49-F238E27FC236}">
                    <a16:creationId xmlns:a16="http://schemas.microsoft.com/office/drawing/2014/main" id="{CAA9100F-C6E3-B146-AB55-8DB5BBA8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686"/>
                <a:ext cx="22" cy="6"/>
              </a:xfrm>
              <a:custGeom>
                <a:avLst/>
                <a:gdLst>
                  <a:gd name="T0" fmla="*/ 0 w 179"/>
                  <a:gd name="T1" fmla="*/ 0 h 50"/>
                  <a:gd name="T2" fmla="*/ 0 w 179"/>
                  <a:gd name="T3" fmla="*/ 0 h 50"/>
                  <a:gd name="T4" fmla="*/ 0 w 179"/>
                  <a:gd name="T5" fmla="*/ 0 h 50"/>
                  <a:gd name="T6" fmla="*/ 0 w 179"/>
                  <a:gd name="T7" fmla="*/ 0 h 50"/>
                  <a:gd name="T8" fmla="*/ 0 w 179"/>
                  <a:gd name="T9" fmla="*/ 0 h 50"/>
                  <a:gd name="T10" fmla="*/ 0 w 179"/>
                  <a:gd name="T11" fmla="*/ 0 h 50"/>
                  <a:gd name="T12" fmla="*/ 0 w 179"/>
                  <a:gd name="T13" fmla="*/ 0 h 50"/>
                  <a:gd name="T14" fmla="*/ 0 w 179"/>
                  <a:gd name="T15" fmla="*/ 0 h 50"/>
                  <a:gd name="T16" fmla="*/ 0 w 179"/>
                  <a:gd name="T17" fmla="*/ 0 h 50"/>
                  <a:gd name="T18" fmla="*/ 0 w 179"/>
                  <a:gd name="T19" fmla="*/ 0 h 50"/>
                  <a:gd name="T20" fmla="*/ 0 w 179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"/>
                  <a:gd name="T34" fmla="*/ 0 h 50"/>
                  <a:gd name="T35" fmla="*/ 179 w 179"/>
                  <a:gd name="T36" fmla="*/ 50 h 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" h="50">
                    <a:moveTo>
                      <a:pt x="0" y="18"/>
                    </a:moveTo>
                    <a:lnTo>
                      <a:pt x="32" y="43"/>
                    </a:lnTo>
                    <a:lnTo>
                      <a:pt x="93" y="50"/>
                    </a:lnTo>
                    <a:lnTo>
                      <a:pt x="129" y="46"/>
                    </a:lnTo>
                    <a:lnTo>
                      <a:pt x="157" y="36"/>
                    </a:lnTo>
                    <a:lnTo>
                      <a:pt x="168" y="22"/>
                    </a:lnTo>
                    <a:lnTo>
                      <a:pt x="179" y="2"/>
                    </a:lnTo>
                    <a:lnTo>
                      <a:pt x="143" y="0"/>
                    </a:lnTo>
                    <a:lnTo>
                      <a:pt x="93" y="11"/>
                    </a:lnTo>
                    <a:lnTo>
                      <a:pt x="14" y="9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1" name="Freeform 114">
                <a:extLst>
                  <a:ext uri="{FF2B5EF4-FFF2-40B4-BE49-F238E27FC236}">
                    <a16:creationId xmlns:a16="http://schemas.microsoft.com/office/drawing/2014/main" id="{CB671E9D-47B2-ED48-B989-1E852329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638"/>
                <a:ext cx="22" cy="9"/>
              </a:xfrm>
              <a:custGeom>
                <a:avLst/>
                <a:gdLst>
                  <a:gd name="T0" fmla="*/ 0 w 174"/>
                  <a:gd name="T1" fmla="*/ 0 h 69"/>
                  <a:gd name="T2" fmla="*/ 0 w 174"/>
                  <a:gd name="T3" fmla="*/ 0 h 69"/>
                  <a:gd name="T4" fmla="*/ 0 w 174"/>
                  <a:gd name="T5" fmla="*/ 0 h 69"/>
                  <a:gd name="T6" fmla="*/ 0 w 174"/>
                  <a:gd name="T7" fmla="*/ 0 h 69"/>
                  <a:gd name="T8" fmla="*/ 0 w 174"/>
                  <a:gd name="T9" fmla="*/ 0 h 69"/>
                  <a:gd name="T10" fmla="*/ 0 w 174"/>
                  <a:gd name="T11" fmla="*/ 0 h 69"/>
                  <a:gd name="T12" fmla="*/ 0 w 174"/>
                  <a:gd name="T13" fmla="*/ 0 h 69"/>
                  <a:gd name="T14" fmla="*/ 0 w 174"/>
                  <a:gd name="T15" fmla="*/ 0 h 69"/>
                  <a:gd name="T16" fmla="*/ 0 w 174"/>
                  <a:gd name="T17" fmla="*/ 0 h 69"/>
                  <a:gd name="T18" fmla="*/ 0 w 174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69"/>
                  <a:gd name="T32" fmla="*/ 174 w 174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69">
                    <a:moveTo>
                      <a:pt x="0" y="30"/>
                    </a:moveTo>
                    <a:lnTo>
                      <a:pt x="9" y="55"/>
                    </a:lnTo>
                    <a:lnTo>
                      <a:pt x="75" y="69"/>
                    </a:lnTo>
                    <a:lnTo>
                      <a:pt x="99" y="62"/>
                    </a:lnTo>
                    <a:lnTo>
                      <a:pt x="128" y="41"/>
                    </a:lnTo>
                    <a:lnTo>
                      <a:pt x="149" y="27"/>
                    </a:lnTo>
                    <a:lnTo>
                      <a:pt x="174" y="21"/>
                    </a:lnTo>
                    <a:lnTo>
                      <a:pt x="128" y="0"/>
                    </a:lnTo>
                    <a:lnTo>
                      <a:pt x="31" y="18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2" name="Freeform 115">
                <a:extLst>
                  <a:ext uri="{FF2B5EF4-FFF2-40B4-BE49-F238E27FC236}">
                    <a16:creationId xmlns:a16="http://schemas.microsoft.com/office/drawing/2014/main" id="{87F258F9-4F45-C443-9CDA-A96D194C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634"/>
                <a:ext cx="15" cy="7"/>
              </a:xfrm>
              <a:custGeom>
                <a:avLst/>
                <a:gdLst>
                  <a:gd name="T0" fmla="*/ 0 w 127"/>
                  <a:gd name="T1" fmla="*/ 0 h 57"/>
                  <a:gd name="T2" fmla="*/ 0 w 127"/>
                  <a:gd name="T3" fmla="*/ 0 h 57"/>
                  <a:gd name="T4" fmla="*/ 0 w 127"/>
                  <a:gd name="T5" fmla="*/ 0 h 57"/>
                  <a:gd name="T6" fmla="*/ 0 w 127"/>
                  <a:gd name="T7" fmla="*/ 0 h 57"/>
                  <a:gd name="T8" fmla="*/ 0 w 127"/>
                  <a:gd name="T9" fmla="*/ 0 h 57"/>
                  <a:gd name="T10" fmla="*/ 0 w 127"/>
                  <a:gd name="T11" fmla="*/ 0 h 57"/>
                  <a:gd name="T12" fmla="*/ 0 w 127"/>
                  <a:gd name="T13" fmla="*/ 0 h 57"/>
                  <a:gd name="T14" fmla="*/ 0 w 127"/>
                  <a:gd name="T15" fmla="*/ 0 h 57"/>
                  <a:gd name="T16" fmla="*/ 0 w 127"/>
                  <a:gd name="T17" fmla="*/ 0 h 57"/>
                  <a:gd name="T18" fmla="*/ 0 w 127"/>
                  <a:gd name="T19" fmla="*/ 0 h 57"/>
                  <a:gd name="T20" fmla="*/ 0 w 127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7"/>
                  <a:gd name="T34" fmla="*/ 0 h 57"/>
                  <a:gd name="T35" fmla="*/ 127 w 127"/>
                  <a:gd name="T36" fmla="*/ 57 h 5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7" h="57">
                    <a:moveTo>
                      <a:pt x="0" y="30"/>
                    </a:moveTo>
                    <a:lnTo>
                      <a:pt x="0" y="41"/>
                    </a:lnTo>
                    <a:lnTo>
                      <a:pt x="31" y="50"/>
                    </a:lnTo>
                    <a:lnTo>
                      <a:pt x="88" y="57"/>
                    </a:lnTo>
                    <a:lnTo>
                      <a:pt x="100" y="53"/>
                    </a:lnTo>
                    <a:lnTo>
                      <a:pt x="114" y="27"/>
                    </a:lnTo>
                    <a:lnTo>
                      <a:pt x="127" y="9"/>
                    </a:lnTo>
                    <a:lnTo>
                      <a:pt x="100" y="0"/>
                    </a:lnTo>
                    <a:lnTo>
                      <a:pt x="63" y="9"/>
                    </a:lnTo>
                    <a:lnTo>
                      <a:pt x="26" y="9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3" name="Freeform 116">
                <a:extLst>
                  <a:ext uri="{FF2B5EF4-FFF2-40B4-BE49-F238E27FC236}">
                    <a16:creationId xmlns:a16="http://schemas.microsoft.com/office/drawing/2014/main" id="{6DBBB10B-E0A7-DF43-B4DD-5B17B29FB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640"/>
                <a:ext cx="7" cy="6"/>
              </a:xfrm>
              <a:custGeom>
                <a:avLst/>
                <a:gdLst>
                  <a:gd name="T0" fmla="*/ 0 w 62"/>
                  <a:gd name="T1" fmla="*/ 0 h 48"/>
                  <a:gd name="T2" fmla="*/ 0 w 62"/>
                  <a:gd name="T3" fmla="*/ 0 h 48"/>
                  <a:gd name="T4" fmla="*/ 0 w 62"/>
                  <a:gd name="T5" fmla="*/ 0 h 48"/>
                  <a:gd name="T6" fmla="*/ 0 w 62"/>
                  <a:gd name="T7" fmla="*/ 0 h 48"/>
                  <a:gd name="T8" fmla="*/ 0 w 62"/>
                  <a:gd name="T9" fmla="*/ 0 h 48"/>
                  <a:gd name="T10" fmla="*/ 0 w 62"/>
                  <a:gd name="T11" fmla="*/ 0 h 48"/>
                  <a:gd name="T12" fmla="*/ 0 w 62"/>
                  <a:gd name="T13" fmla="*/ 0 h 48"/>
                  <a:gd name="T14" fmla="*/ 0 w 62"/>
                  <a:gd name="T15" fmla="*/ 0 h 48"/>
                  <a:gd name="T16" fmla="*/ 0 w 62"/>
                  <a:gd name="T17" fmla="*/ 0 h 48"/>
                  <a:gd name="T18" fmla="*/ 0 w 62"/>
                  <a:gd name="T19" fmla="*/ 0 h 48"/>
                  <a:gd name="T20" fmla="*/ 0 w 62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2"/>
                  <a:gd name="T34" fmla="*/ 0 h 48"/>
                  <a:gd name="T35" fmla="*/ 62 w 62"/>
                  <a:gd name="T36" fmla="*/ 48 h 4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2" h="48">
                    <a:moveTo>
                      <a:pt x="0" y="11"/>
                    </a:moveTo>
                    <a:lnTo>
                      <a:pt x="0" y="24"/>
                    </a:lnTo>
                    <a:lnTo>
                      <a:pt x="7" y="43"/>
                    </a:lnTo>
                    <a:lnTo>
                      <a:pt x="25" y="48"/>
                    </a:lnTo>
                    <a:lnTo>
                      <a:pt x="42" y="43"/>
                    </a:lnTo>
                    <a:lnTo>
                      <a:pt x="60" y="34"/>
                    </a:lnTo>
                    <a:lnTo>
                      <a:pt x="62" y="24"/>
                    </a:lnTo>
                    <a:lnTo>
                      <a:pt x="62" y="13"/>
                    </a:lnTo>
                    <a:lnTo>
                      <a:pt x="56" y="0"/>
                    </a:lnTo>
                    <a:lnTo>
                      <a:pt x="27" y="2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CC1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4" name="Freeform 117">
                <a:extLst>
                  <a:ext uri="{FF2B5EF4-FFF2-40B4-BE49-F238E27FC236}">
                    <a16:creationId xmlns:a16="http://schemas.microsoft.com/office/drawing/2014/main" id="{3137DF8C-FB96-5046-BD97-5B7ABD64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634"/>
                <a:ext cx="7" cy="6"/>
              </a:xfrm>
              <a:custGeom>
                <a:avLst/>
                <a:gdLst>
                  <a:gd name="T0" fmla="*/ 0 w 59"/>
                  <a:gd name="T1" fmla="*/ 0 h 46"/>
                  <a:gd name="T2" fmla="*/ 0 w 59"/>
                  <a:gd name="T3" fmla="*/ 0 h 46"/>
                  <a:gd name="T4" fmla="*/ 0 w 59"/>
                  <a:gd name="T5" fmla="*/ 0 h 46"/>
                  <a:gd name="T6" fmla="*/ 0 w 59"/>
                  <a:gd name="T7" fmla="*/ 0 h 46"/>
                  <a:gd name="T8" fmla="*/ 0 w 59"/>
                  <a:gd name="T9" fmla="*/ 0 h 46"/>
                  <a:gd name="T10" fmla="*/ 0 w 59"/>
                  <a:gd name="T11" fmla="*/ 0 h 46"/>
                  <a:gd name="T12" fmla="*/ 0 w 59"/>
                  <a:gd name="T13" fmla="*/ 0 h 46"/>
                  <a:gd name="T14" fmla="*/ 0 w 59"/>
                  <a:gd name="T15" fmla="*/ 0 h 46"/>
                  <a:gd name="T16" fmla="*/ 0 w 59"/>
                  <a:gd name="T17" fmla="*/ 0 h 46"/>
                  <a:gd name="T18" fmla="*/ 0 w 59"/>
                  <a:gd name="T19" fmla="*/ 0 h 46"/>
                  <a:gd name="T20" fmla="*/ 0 w 59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9"/>
                  <a:gd name="T34" fmla="*/ 0 h 46"/>
                  <a:gd name="T35" fmla="*/ 59 w 59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9" h="46">
                    <a:moveTo>
                      <a:pt x="0" y="9"/>
                    </a:moveTo>
                    <a:lnTo>
                      <a:pt x="0" y="28"/>
                    </a:lnTo>
                    <a:lnTo>
                      <a:pt x="9" y="42"/>
                    </a:lnTo>
                    <a:lnTo>
                      <a:pt x="26" y="46"/>
                    </a:lnTo>
                    <a:lnTo>
                      <a:pt x="42" y="42"/>
                    </a:lnTo>
                    <a:lnTo>
                      <a:pt x="53" y="37"/>
                    </a:lnTo>
                    <a:lnTo>
                      <a:pt x="59" y="26"/>
                    </a:lnTo>
                    <a:lnTo>
                      <a:pt x="56" y="9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CC1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5" name="Freeform 118">
                <a:extLst>
                  <a:ext uri="{FF2B5EF4-FFF2-40B4-BE49-F238E27FC236}">
                    <a16:creationId xmlns:a16="http://schemas.microsoft.com/office/drawing/2014/main" id="{1B8B5490-0881-054A-8A05-7F44C492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640"/>
                <a:ext cx="4" cy="3"/>
              </a:xfrm>
              <a:custGeom>
                <a:avLst/>
                <a:gdLst>
                  <a:gd name="T0" fmla="*/ 0 w 31"/>
                  <a:gd name="T1" fmla="*/ 0 h 27"/>
                  <a:gd name="T2" fmla="*/ 0 w 31"/>
                  <a:gd name="T3" fmla="*/ 0 h 27"/>
                  <a:gd name="T4" fmla="*/ 0 w 31"/>
                  <a:gd name="T5" fmla="*/ 0 h 27"/>
                  <a:gd name="T6" fmla="*/ 0 w 31"/>
                  <a:gd name="T7" fmla="*/ 0 h 27"/>
                  <a:gd name="T8" fmla="*/ 0 w 31"/>
                  <a:gd name="T9" fmla="*/ 0 h 27"/>
                  <a:gd name="T10" fmla="*/ 0 w 31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27"/>
                  <a:gd name="T20" fmla="*/ 31 w 31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27">
                    <a:moveTo>
                      <a:pt x="17" y="0"/>
                    </a:moveTo>
                    <a:lnTo>
                      <a:pt x="31" y="20"/>
                    </a:lnTo>
                    <a:lnTo>
                      <a:pt x="22" y="27"/>
                    </a:lnTo>
                    <a:lnTo>
                      <a:pt x="5" y="24"/>
                    </a:lnTo>
                    <a:lnTo>
                      <a:pt x="0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6" name="Freeform 119">
                <a:extLst>
                  <a:ext uri="{FF2B5EF4-FFF2-40B4-BE49-F238E27FC236}">
                    <a16:creationId xmlns:a16="http://schemas.microsoft.com/office/drawing/2014/main" id="{7FFFC209-645A-0842-85D1-AA079C71F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35"/>
                <a:ext cx="4" cy="3"/>
              </a:xfrm>
              <a:custGeom>
                <a:avLst/>
                <a:gdLst>
                  <a:gd name="T0" fmla="*/ 0 w 31"/>
                  <a:gd name="T1" fmla="*/ 0 h 29"/>
                  <a:gd name="T2" fmla="*/ 0 w 31"/>
                  <a:gd name="T3" fmla="*/ 0 h 29"/>
                  <a:gd name="T4" fmla="*/ 0 w 31"/>
                  <a:gd name="T5" fmla="*/ 0 h 29"/>
                  <a:gd name="T6" fmla="*/ 0 w 31"/>
                  <a:gd name="T7" fmla="*/ 0 h 29"/>
                  <a:gd name="T8" fmla="*/ 0 w 31"/>
                  <a:gd name="T9" fmla="*/ 0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29"/>
                  <a:gd name="T20" fmla="*/ 31 w 31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29">
                    <a:moveTo>
                      <a:pt x="18" y="0"/>
                    </a:moveTo>
                    <a:lnTo>
                      <a:pt x="31" y="9"/>
                    </a:lnTo>
                    <a:lnTo>
                      <a:pt x="22" y="29"/>
                    </a:lnTo>
                    <a:lnTo>
                      <a:pt x="0" y="22"/>
                    </a:lnTo>
                    <a:lnTo>
                      <a:pt x="4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7" name="Freeform 120">
                <a:extLst>
                  <a:ext uri="{FF2B5EF4-FFF2-40B4-BE49-F238E27FC236}">
                    <a16:creationId xmlns:a16="http://schemas.microsoft.com/office/drawing/2014/main" id="{49F7636E-A309-AF41-AFFD-8357FE1BC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679"/>
                <a:ext cx="27" cy="8"/>
              </a:xfrm>
              <a:custGeom>
                <a:avLst/>
                <a:gdLst>
                  <a:gd name="T0" fmla="*/ 0 w 219"/>
                  <a:gd name="T1" fmla="*/ 0 h 67"/>
                  <a:gd name="T2" fmla="*/ 0 w 219"/>
                  <a:gd name="T3" fmla="*/ 0 h 67"/>
                  <a:gd name="T4" fmla="*/ 0 w 219"/>
                  <a:gd name="T5" fmla="*/ 0 h 67"/>
                  <a:gd name="T6" fmla="*/ 0 w 219"/>
                  <a:gd name="T7" fmla="*/ 0 h 67"/>
                  <a:gd name="T8" fmla="*/ 0 w 219"/>
                  <a:gd name="T9" fmla="*/ 0 h 67"/>
                  <a:gd name="T10" fmla="*/ 0 w 219"/>
                  <a:gd name="T11" fmla="*/ 0 h 67"/>
                  <a:gd name="T12" fmla="*/ 0 w 219"/>
                  <a:gd name="T13" fmla="*/ 0 h 67"/>
                  <a:gd name="T14" fmla="*/ 0 w 219"/>
                  <a:gd name="T15" fmla="*/ 0 h 67"/>
                  <a:gd name="T16" fmla="*/ 0 w 219"/>
                  <a:gd name="T17" fmla="*/ 0 h 67"/>
                  <a:gd name="T18" fmla="*/ 0 w 219"/>
                  <a:gd name="T19" fmla="*/ 0 h 67"/>
                  <a:gd name="T20" fmla="*/ 0 w 219"/>
                  <a:gd name="T21" fmla="*/ 0 h 67"/>
                  <a:gd name="T22" fmla="*/ 0 w 219"/>
                  <a:gd name="T23" fmla="*/ 0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9"/>
                  <a:gd name="T37" fmla="*/ 0 h 67"/>
                  <a:gd name="T38" fmla="*/ 219 w 219"/>
                  <a:gd name="T39" fmla="*/ 67 h 6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9" h="67">
                    <a:moveTo>
                      <a:pt x="0" y="53"/>
                    </a:moveTo>
                    <a:lnTo>
                      <a:pt x="28" y="67"/>
                    </a:lnTo>
                    <a:lnTo>
                      <a:pt x="99" y="67"/>
                    </a:lnTo>
                    <a:lnTo>
                      <a:pt x="175" y="53"/>
                    </a:lnTo>
                    <a:lnTo>
                      <a:pt x="210" y="45"/>
                    </a:lnTo>
                    <a:lnTo>
                      <a:pt x="219" y="32"/>
                    </a:lnTo>
                    <a:lnTo>
                      <a:pt x="210" y="23"/>
                    </a:lnTo>
                    <a:lnTo>
                      <a:pt x="180" y="0"/>
                    </a:lnTo>
                    <a:lnTo>
                      <a:pt x="134" y="0"/>
                    </a:lnTo>
                    <a:lnTo>
                      <a:pt x="83" y="5"/>
                    </a:lnTo>
                    <a:lnTo>
                      <a:pt x="26" y="2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8" name="Freeform 121">
                <a:extLst>
                  <a:ext uri="{FF2B5EF4-FFF2-40B4-BE49-F238E27FC236}">
                    <a16:creationId xmlns:a16="http://schemas.microsoft.com/office/drawing/2014/main" id="{9D59F2AE-A896-7F4F-8468-CA3C561D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641"/>
                <a:ext cx="13" cy="6"/>
              </a:xfrm>
              <a:custGeom>
                <a:avLst/>
                <a:gdLst>
                  <a:gd name="T0" fmla="*/ 0 w 101"/>
                  <a:gd name="T1" fmla="*/ 0 h 48"/>
                  <a:gd name="T2" fmla="*/ 0 w 101"/>
                  <a:gd name="T3" fmla="*/ 0 h 48"/>
                  <a:gd name="T4" fmla="*/ 0 w 101"/>
                  <a:gd name="T5" fmla="*/ 0 h 48"/>
                  <a:gd name="T6" fmla="*/ 0 w 101"/>
                  <a:gd name="T7" fmla="*/ 0 h 48"/>
                  <a:gd name="T8" fmla="*/ 0 w 101"/>
                  <a:gd name="T9" fmla="*/ 0 h 48"/>
                  <a:gd name="T10" fmla="*/ 0 w 101"/>
                  <a:gd name="T11" fmla="*/ 0 h 48"/>
                  <a:gd name="T12" fmla="*/ 0 w 101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1"/>
                  <a:gd name="T22" fmla="*/ 0 h 48"/>
                  <a:gd name="T23" fmla="*/ 101 w 101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1" h="48">
                    <a:moveTo>
                      <a:pt x="101" y="0"/>
                    </a:moveTo>
                    <a:lnTo>
                      <a:pt x="71" y="24"/>
                    </a:lnTo>
                    <a:lnTo>
                      <a:pt x="46" y="44"/>
                    </a:lnTo>
                    <a:lnTo>
                      <a:pt x="0" y="48"/>
                    </a:lnTo>
                    <a:lnTo>
                      <a:pt x="55" y="26"/>
                    </a:lnTo>
                    <a:lnTo>
                      <a:pt x="82" y="2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69" name="Freeform 122">
                <a:extLst>
                  <a:ext uri="{FF2B5EF4-FFF2-40B4-BE49-F238E27FC236}">
                    <a16:creationId xmlns:a16="http://schemas.microsoft.com/office/drawing/2014/main" id="{19BD1E3E-CB99-894F-A029-73840EB7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21"/>
                <a:ext cx="32" cy="6"/>
              </a:xfrm>
              <a:custGeom>
                <a:avLst/>
                <a:gdLst>
                  <a:gd name="T0" fmla="*/ 0 w 253"/>
                  <a:gd name="T1" fmla="*/ 0 h 53"/>
                  <a:gd name="T2" fmla="*/ 0 w 253"/>
                  <a:gd name="T3" fmla="*/ 0 h 53"/>
                  <a:gd name="T4" fmla="*/ 0 w 253"/>
                  <a:gd name="T5" fmla="*/ 0 h 53"/>
                  <a:gd name="T6" fmla="*/ 0 w 253"/>
                  <a:gd name="T7" fmla="*/ 0 h 53"/>
                  <a:gd name="T8" fmla="*/ 0 w 253"/>
                  <a:gd name="T9" fmla="*/ 0 h 53"/>
                  <a:gd name="T10" fmla="*/ 1 w 253"/>
                  <a:gd name="T11" fmla="*/ 0 h 53"/>
                  <a:gd name="T12" fmla="*/ 0 w 253"/>
                  <a:gd name="T13" fmla="*/ 0 h 53"/>
                  <a:gd name="T14" fmla="*/ 0 w 253"/>
                  <a:gd name="T15" fmla="*/ 0 h 53"/>
                  <a:gd name="T16" fmla="*/ 0 w 253"/>
                  <a:gd name="T17" fmla="*/ 0 h 53"/>
                  <a:gd name="T18" fmla="*/ 0 w 253"/>
                  <a:gd name="T19" fmla="*/ 0 h 53"/>
                  <a:gd name="T20" fmla="*/ 0 w 253"/>
                  <a:gd name="T21" fmla="*/ 0 h 53"/>
                  <a:gd name="T22" fmla="*/ 0 w 253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3"/>
                  <a:gd name="T37" fmla="*/ 0 h 53"/>
                  <a:gd name="T38" fmla="*/ 253 w 253"/>
                  <a:gd name="T39" fmla="*/ 53 h 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3" h="53">
                    <a:moveTo>
                      <a:pt x="0" y="48"/>
                    </a:moveTo>
                    <a:lnTo>
                      <a:pt x="44" y="9"/>
                    </a:lnTo>
                    <a:lnTo>
                      <a:pt x="81" y="0"/>
                    </a:lnTo>
                    <a:lnTo>
                      <a:pt x="138" y="9"/>
                    </a:lnTo>
                    <a:lnTo>
                      <a:pt x="200" y="20"/>
                    </a:lnTo>
                    <a:lnTo>
                      <a:pt x="253" y="53"/>
                    </a:lnTo>
                    <a:lnTo>
                      <a:pt x="205" y="36"/>
                    </a:lnTo>
                    <a:lnTo>
                      <a:pt x="162" y="36"/>
                    </a:lnTo>
                    <a:lnTo>
                      <a:pt x="81" y="20"/>
                    </a:lnTo>
                    <a:lnTo>
                      <a:pt x="48" y="20"/>
                    </a:lnTo>
                    <a:lnTo>
                      <a:pt x="26" y="36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0" name="Freeform 123">
                <a:extLst>
                  <a:ext uri="{FF2B5EF4-FFF2-40B4-BE49-F238E27FC236}">
                    <a16:creationId xmlns:a16="http://schemas.microsoft.com/office/drawing/2014/main" id="{2B349E62-6304-DA48-B24E-580DB61A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630"/>
                <a:ext cx="29" cy="17"/>
              </a:xfrm>
              <a:custGeom>
                <a:avLst/>
                <a:gdLst>
                  <a:gd name="T0" fmla="*/ 0 w 230"/>
                  <a:gd name="T1" fmla="*/ 0 h 132"/>
                  <a:gd name="T2" fmla="*/ 0 w 230"/>
                  <a:gd name="T3" fmla="*/ 0 h 132"/>
                  <a:gd name="T4" fmla="*/ 0 w 230"/>
                  <a:gd name="T5" fmla="*/ 0 h 132"/>
                  <a:gd name="T6" fmla="*/ 0 w 230"/>
                  <a:gd name="T7" fmla="*/ 0 h 132"/>
                  <a:gd name="T8" fmla="*/ 0 w 230"/>
                  <a:gd name="T9" fmla="*/ 0 h 132"/>
                  <a:gd name="T10" fmla="*/ 0 w 230"/>
                  <a:gd name="T11" fmla="*/ 0 h 132"/>
                  <a:gd name="T12" fmla="*/ 0 w 230"/>
                  <a:gd name="T13" fmla="*/ 0 h 132"/>
                  <a:gd name="T14" fmla="*/ 0 w 230"/>
                  <a:gd name="T15" fmla="*/ 0 h 132"/>
                  <a:gd name="T16" fmla="*/ 0 w 230"/>
                  <a:gd name="T17" fmla="*/ 0 h 132"/>
                  <a:gd name="T18" fmla="*/ 0 w 230"/>
                  <a:gd name="T19" fmla="*/ 0 h 132"/>
                  <a:gd name="T20" fmla="*/ 0 w 230"/>
                  <a:gd name="T21" fmla="*/ 0 h 132"/>
                  <a:gd name="T22" fmla="*/ 0 w 230"/>
                  <a:gd name="T23" fmla="*/ 0 h 132"/>
                  <a:gd name="T24" fmla="*/ 0 w 230"/>
                  <a:gd name="T25" fmla="*/ 0 h 132"/>
                  <a:gd name="T26" fmla="*/ 0 w 230"/>
                  <a:gd name="T27" fmla="*/ 0 h 132"/>
                  <a:gd name="T28" fmla="*/ 0 w 230"/>
                  <a:gd name="T29" fmla="*/ 0 h 132"/>
                  <a:gd name="T30" fmla="*/ 0 w 230"/>
                  <a:gd name="T31" fmla="*/ 0 h 132"/>
                  <a:gd name="T32" fmla="*/ 0 w 230"/>
                  <a:gd name="T33" fmla="*/ 0 h 132"/>
                  <a:gd name="T34" fmla="*/ 1 w 230"/>
                  <a:gd name="T35" fmla="*/ 0 h 132"/>
                  <a:gd name="T36" fmla="*/ 1 w 230"/>
                  <a:gd name="T37" fmla="*/ 0 h 132"/>
                  <a:gd name="T38" fmla="*/ 0 w 230"/>
                  <a:gd name="T39" fmla="*/ 0 h 132"/>
                  <a:gd name="T40" fmla="*/ 0 w 230"/>
                  <a:gd name="T41" fmla="*/ 0 h 132"/>
                  <a:gd name="T42" fmla="*/ 0 w 230"/>
                  <a:gd name="T43" fmla="*/ 0 h 132"/>
                  <a:gd name="T44" fmla="*/ 0 w 230"/>
                  <a:gd name="T45" fmla="*/ 0 h 132"/>
                  <a:gd name="T46" fmla="*/ 0 w 230"/>
                  <a:gd name="T47" fmla="*/ 0 h 1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30"/>
                  <a:gd name="T73" fmla="*/ 0 h 132"/>
                  <a:gd name="T74" fmla="*/ 230 w 230"/>
                  <a:gd name="T75" fmla="*/ 132 h 13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30" h="132">
                    <a:moveTo>
                      <a:pt x="34" y="90"/>
                    </a:moveTo>
                    <a:lnTo>
                      <a:pt x="41" y="61"/>
                    </a:lnTo>
                    <a:lnTo>
                      <a:pt x="56" y="40"/>
                    </a:lnTo>
                    <a:lnTo>
                      <a:pt x="85" y="10"/>
                    </a:lnTo>
                    <a:lnTo>
                      <a:pt x="118" y="0"/>
                    </a:lnTo>
                    <a:lnTo>
                      <a:pt x="60" y="10"/>
                    </a:lnTo>
                    <a:lnTo>
                      <a:pt x="23" y="42"/>
                    </a:lnTo>
                    <a:lnTo>
                      <a:pt x="10" y="63"/>
                    </a:lnTo>
                    <a:lnTo>
                      <a:pt x="0" y="99"/>
                    </a:lnTo>
                    <a:lnTo>
                      <a:pt x="12" y="118"/>
                    </a:lnTo>
                    <a:lnTo>
                      <a:pt x="32" y="107"/>
                    </a:lnTo>
                    <a:lnTo>
                      <a:pt x="74" y="132"/>
                    </a:lnTo>
                    <a:lnTo>
                      <a:pt x="58" y="112"/>
                    </a:lnTo>
                    <a:lnTo>
                      <a:pt x="56" y="95"/>
                    </a:lnTo>
                    <a:lnTo>
                      <a:pt x="153" y="79"/>
                    </a:lnTo>
                    <a:lnTo>
                      <a:pt x="180" y="68"/>
                    </a:lnTo>
                    <a:lnTo>
                      <a:pt x="199" y="75"/>
                    </a:lnTo>
                    <a:lnTo>
                      <a:pt x="230" y="88"/>
                    </a:lnTo>
                    <a:lnTo>
                      <a:pt x="230" y="75"/>
                    </a:lnTo>
                    <a:lnTo>
                      <a:pt x="184" y="59"/>
                    </a:lnTo>
                    <a:lnTo>
                      <a:pt x="142" y="63"/>
                    </a:lnTo>
                    <a:lnTo>
                      <a:pt x="90" y="75"/>
                    </a:lnTo>
                    <a:lnTo>
                      <a:pt x="46" y="79"/>
                    </a:lnTo>
                    <a:lnTo>
                      <a:pt x="34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1" name="Freeform 124">
                <a:extLst>
                  <a:ext uri="{FF2B5EF4-FFF2-40B4-BE49-F238E27FC236}">
                    <a16:creationId xmlns:a16="http://schemas.microsoft.com/office/drawing/2014/main" id="{C8B594B9-A9D1-D649-9A83-494B9F22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32"/>
                <a:ext cx="21" cy="6"/>
              </a:xfrm>
              <a:custGeom>
                <a:avLst/>
                <a:gdLst>
                  <a:gd name="T0" fmla="*/ 0 w 167"/>
                  <a:gd name="T1" fmla="*/ 0 h 46"/>
                  <a:gd name="T2" fmla="*/ 0 w 167"/>
                  <a:gd name="T3" fmla="*/ 0 h 46"/>
                  <a:gd name="T4" fmla="*/ 0 w 167"/>
                  <a:gd name="T5" fmla="*/ 0 h 46"/>
                  <a:gd name="T6" fmla="*/ 0 w 167"/>
                  <a:gd name="T7" fmla="*/ 0 h 46"/>
                  <a:gd name="T8" fmla="*/ 0 w 167"/>
                  <a:gd name="T9" fmla="*/ 0 h 46"/>
                  <a:gd name="T10" fmla="*/ 0 w 167"/>
                  <a:gd name="T11" fmla="*/ 0 h 46"/>
                  <a:gd name="T12" fmla="*/ 0 w 167"/>
                  <a:gd name="T13" fmla="*/ 0 h 46"/>
                  <a:gd name="T14" fmla="*/ 0 w 167"/>
                  <a:gd name="T15" fmla="*/ 0 h 46"/>
                  <a:gd name="T16" fmla="*/ 0 w 167"/>
                  <a:gd name="T17" fmla="*/ 0 h 46"/>
                  <a:gd name="T18" fmla="*/ 0 w 167"/>
                  <a:gd name="T19" fmla="*/ 0 h 46"/>
                  <a:gd name="T20" fmla="*/ 0 w 167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7"/>
                  <a:gd name="T34" fmla="*/ 0 h 46"/>
                  <a:gd name="T35" fmla="*/ 167 w 16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7" h="46">
                    <a:moveTo>
                      <a:pt x="0" y="46"/>
                    </a:moveTo>
                    <a:lnTo>
                      <a:pt x="24" y="11"/>
                    </a:lnTo>
                    <a:lnTo>
                      <a:pt x="70" y="16"/>
                    </a:lnTo>
                    <a:lnTo>
                      <a:pt x="116" y="0"/>
                    </a:lnTo>
                    <a:lnTo>
                      <a:pt x="167" y="0"/>
                    </a:lnTo>
                    <a:lnTo>
                      <a:pt x="145" y="16"/>
                    </a:lnTo>
                    <a:lnTo>
                      <a:pt x="148" y="31"/>
                    </a:lnTo>
                    <a:lnTo>
                      <a:pt x="104" y="18"/>
                    </a:lnTo>
                    <a:lnTo>
                      <a:pt x="65" y="31"/>
                    </a:lnTo>
                    <a:lnTo>
                      <a:pt x="28" y="2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2" name="Freeform 125">
                <a:extLst>
                  <a:ext uri="{FF2B5EF4-FFF2-40B4-BE49-F238E27FC236}">
                    <a16:creationId xmlns:a16="http://schemas.microsoft.com/office/drawing/2014/main" id="{2C9C5A22-B932-4340-800A-E9D6118B1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625"/>
                <a:ext cx="10" cy="7"/>
              </a:xfrm>
              <a:custGeom>
                <a:avLst/>
                <a:gdLst>
                  <a:gd name="T0" fmla="*/ 0 w 83"/>
                  <a:gd name="T1" fmla="*/ 0 h 63"/>
                  <a:gd name="T2" fmla="*/ 0 w 83"/>
                  <a:gd name="T3" fmla="*/ 0 h 63"/>
                  <a:gd name="T4" fmla="*/ 0 w 83"/>
                  <a:gd name="T5" fmla="*/ 0 h 63"/>
                  <a:gd name="T6" fmla="*/ 0 w 83"/>
                  <a:gd name="T7" fmla="*/ 0 h 63"/>
                  <a:gd name="T8" fmla="*/ 0 w 83"/>
                  <a:gd name="T9" fmla="*/ 0 h 63"/>
                  <a:gd name="T10" fmla="*/ 0 w 83"/>
                  <a:gd name="T11" fmla="*/ 0 h 63"/>
                  <a:gd name="T12" fmla="*/ 0 w 83"/>
                  <a:gd name="T13" fmla="*/ 0 h 63"/>
                  <a:gd name="T14" fmla="*/ 0 w 83"/>
                  <a:gd name="T15" fmla="*/ 0 h 63"/>
                  <a:gd name="T16" fmla="*/ 0 w 83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3"/>
                  <a:gd name="T28" fmla="*/ 0 h 63"/>
                  <a:gd name="T29" fmla="*/ 83 w 83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3" h="63">
                    <a:moveTo>
                      <a:pt x="0" y="0"/>
                    </a:moveTo>
                    <a:lnTo>
                      <a:pt x="32" y="9"/>
                    </a:lnTo>
                    <a:lnTo>
                      <a:pt x="51" y="24"/>
                    </a:lnTo>
                    <a:lnTo>
                      <a:pt x="62" y="63"/>
                    </a:lnTo>
                    <a:lnTo>
                      <a:pt x="83" y="61"/>
                    </a:lnTo>
                    <a:lnTo>
                      <a:pt x="78" y="33"/>
                    </a:lnTo>
                    <a:lnTo>
                      <a:pt x="62" y="13"/>
                    </a:lnTo>
                    <a:lnTo>
                      <a:pt x="4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3" name="Freeform 126">
                <a:extLst>
                  <a:ext uri="{FF2B5EF4-FFF2-40B4-BE49-F238E27FC236}">
                    <a16:creationId xmlns:a16="http://schemas.microsoft.com/office/drawing/2014/main" id="{C9AF686A-1BDC-304E-A671-964AD4D2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609"/>
                <a:ext cx="24" cy="17"/>
              </a:xfrm>
              <a:custGeom>
                <a:avLst/>
                <a:gdLst>
                  <a:gd name="T0" fmla="*/ 0 w 192"/>
                  <a:gd name="T1" fmla="*/ 0 h 130"/>
                  <a:gd name="T2" fmla="*/ 0 w 192"/>
                  <a:gd name="T3" fmla="*/ 0 h 130"/>
                  <a:gd name="T4" fmla="*/ 0 w 192"/>
                  <a:gd name="T5" fmla="*/ 0 h 130"/>
                  <a:gd name="T6" fmla="*/ 0 w 192"/>
                  <a:gd name="T7" fmla="*/ 0 h 130"/>
                  <a:gd name="T8" fmla="*/ 0 w 192"/>
                  <a:gd name="T9" fmla="*/ 0 h 130"/>
                  <a:gd name="T10" fmla="*/ 0 w 192"/>
                  <a:gd name="T11" fmla="*/ 0 h 130"/>
                  <a:gd name="T12" fmla="*/ 0 w 192"/>
                  <a:gd name="T13" fmla="*/ 0 h 130"/>
                  <a:gd name="T14" fmla="*/ 0 w 192"/>
                  <a:gd name="T15" fmla="*/ 0 h 130"/>
                  <a:gd name="T16" fmla="*/ 0 w 192"/>
                  <a:gd name="T17" fmla="*/ 0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2"/>
                  <a:gd name="T28" fmla="*/ 0 h 130"/>
                  <a:gd name="T29" fmla="*/ 192 w 192"/>
                  <a:gd name="T30" fmla="*/ 130 h 1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2" h="130">
                    <a:moveTo>
                      <a:pt x="0" y="130"/>
                    </a:moveTo>
                    <a:lnTo>
                      <a:pt x="25" y="84"/>
                    </a:lnTo>
                    <a:lnTo>
                      <a:pt x="136" y="0"/>
                    </a:lnTo>
                    <a:lnTo>
                      <a:pt x="159" y="9"/>
                    </a:lnTo>
                    <a:lnTo>
                      <a:pt x="192" y="46"/>
                    </a:lnTo>
                    <a:lnTo>
                      <a:pt x="159" y="15"/>
                    </a:lnTo>
                    <a:lnTo>
                      <a:pt x="148" y="15"/>
                    </a:lnTo>
                    <a:lnTo>
                      <a:pt x="34" y="92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4" name="Freeform 127">
                <a:extLst>
                  <a:ext uri="{FF2B5EF4-FFF2-40B4-BE49-F238E27FC236}">
                    <a16:creationId xmlns:a16="http://schemas.microsoft.com/office/drawing/2014/main" id="{4B42D3EE-855A-DA4A-8F93-CB67F870B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637"/>
                <a:ext cx="11" cy="7"/>
              </a:xfrm>
              <a:custGeom>
                <a:avLst/>
                <a:gdLst>
                  <a:gd name="T0" fmla="*/ 0 w 87"/>
                  <a:gd name="T1" fmla="*/ 0 h 52"/>
                  <a:gd name="T2" fmla="*/ 0 w 87"/>
                  <a:gd name="T3" fmla="*/ 0 h 52"/>
                  <a:gd name="T4" fmla="*/ 0 w 87"/>
                  <a:gd name="T5" fmla="*/ 0 h 52"/>
                  <a:gd name="T6" fmla="*/ 0 w 87"/>
                  <a:gd name="T7" fmla="*/ 0 h 52"/>
                  <a:gd name="T8" fmla="*/ 0 w 87"/>
                  <a:gd name="T9" fmla="*/ 0 h 52"/>
                  <a:gd name="T10" fmla="*/ 0 w 87"/>
                  <a:gd name="T11" fmla="*/ 0 h 52"/>
                  <a:gd name="T12" fmla="*/ 0 w 87"/>
                  <a:gd name="T13" fmla="*/ 0 h 52"/>
                  <a:gd name="T14" fmla="*/ 0 w 87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7"/>
                  <a:gd name="T25" fmla="*/ 0 h 52"/>
                  <a:gd name="T26" fmla="*/ 87 w 87"/>
                  <a:gd name="T27" fmla="*/ 52 h 5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7" h="52">
                    <a:moveTo>
                      <a:pt x="85" y="0"/>
                    </a:moveTo>
                    <a:lnTo>
                      <a:pt x="66" y="31"/>
                    </a:lnTo>
                    <a:lnTo>
                      <a:pt x="0" y="24"/>
                    </a:lnTo>
                    <a:lnTo>
                      <a:pt x="34" y="40"/>
                    </a:lnTo>
                    <a:lnTo>
                      <a:pt x="34" y="52"/>
                    </a:lnTo>
                    <a:lnTo>
                      <a:pt x="61" y="35"/>
                    </a:lnTo>
                    <a:lnTo>
                      <a:pt x="87" y="31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5" name="Freeform 128">
                <a:extLst>
                  <a:ext uri="{FF2B5EF4-FFF2-40B4-BE49-F238E27FC236}">
                    <a16:creationId xmlns:a16="http://schemas.microsoft.com/office/drawing/2014/main" id="{41E25384-DBFA-F14F-9077-A1E0CE812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629"/>
                <a:ext cx="10" cy="39"/>
              </a:xfrm>
              <a:custGeom>
                <a:avLst/>
                <a:gdLst>
                  <a:gd name="T0" fmla="*/ 0 w 79"/>
                  <a:gd name="T1" fmla="*/ 0 h 307"/>
                  <a:gd name="T2" fmla="*/ 0 w 79"/>
                  <a:gd name="T3" fmla="*/ 0 h 307"/>
                  <a:gd name="T4" fmla="*/ 0 w 79"/>
                  <a:gd name="T5" fmla="*/ 0 h 307"/>
                  <a:gd name="T6" fmla="*/ 0 w 79"/>
                  <a:gd name="T7" fmla="*/ 0 h 307"/>
                  <a:gd name="T8" fmla="*/ 0 w 79"/>
                  <a:gd name="T9" fmla="*/ 0 h 307"/>
                  <a:gd name="T10" fmla="*/ 0 w 79"/>
                  <a:gd name="T11" fmla="*/ 1 h 307"/>
                  <a:gd name="T12" fmla="*/ 0 w 79"/>
                  <a:gd name="T13" fmla="*/ 1 h 307"/>
                  <a:gd name="T14" fmla="*/ 0 w 79"/>
                  <a:gd name="T15" fmla="*/ 1 h 307"/>
                  <a:gd name="T16" fmla="*/ 0 w 79"/>
                  <a:gd name="T17" fmla="*/ 1 h 307"/>
                  <a:gd name="T18" fmla="*/ 0 w 79"/>
                  <a:gd name="T19" fmla="*/ 1 h 307"/>
                  <a:gd name="T20" fmla="*/ 0 w 79"/>
                  <a:gd name="T21" fmla="*/ 1 h 307"/>
                  <a:gd name="T22" fmla="*/ 0 w 79"/>
                  <a:gd name="T23" fmla="*/ 1 h 307"/>
                  <a:gd name="T24" fmla="*/ 0 w 79"/>
                  <a:gd name="T25" fmla="*/ 1 h 307"/>
                  <a:gd name="T26" fmla="*/ 0 w 79"/>
                  <a:gd name="T27" fmla="*/ 1 h 307"/>
                  <a:gd name="T28" fmla="*/ 0 w 79"/>
                  <a:gd name="T29" fmla="*/ 1 h 307"/>
                  <a:gd name="T30" fmla="*/ 0 w 79"/>
                  <a:gd name="T31" fmla="*/ 0 h 307"/>
                  <a:gd name="T32" fmla="*/ 0 w 79"/>
                  <a:gd name="T33" fmla="*/ 0 h 307"/>
                  <a:gd name="T34" fmla="*/ 0 w 79"/>
                  <a:gd name="T35" fmla="*/ 0 h 307"/>
                  <a:gd name="T36" fmla="*/ 0 w 79"/>
                  <a:gd name="T37" fmla="*/ 0 h 307"/>
                  <a:gd name="T38" fmla="*/ 0 w 79"/>
                  <a:gd name="T39" fmla="*/ 0 h 307"/>
                  <a:gd name="T40" fmla="*/ 0 w 79"/>
                  <a:gd name="T41" fmla="*/ 0 h 307"/>
                  <a:gd name="T42" fmla="*/ 0 w 79"/>
                  <a:gd name="T43" fmla="*/ 0 h 3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79"/>
                  <a:gd name="T67" fmla="*/ 0 h 307"/>
                  <a:gd name="T68" fmla="*/ 79 w 79"/>
                  <a:gd name="T69" fmla="*/ 307 h 30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79" h="307">
                    <a:moveTo>
                      <a:pt x="9" y="0"/>
                    </a:moveTo>
                    <a:lnTo>
                      <a:pt x="9" y="52"/>
                    </a:lnTo>
                    <a:lnTo>
                      <a:pt x="16" y="113"/>
                    </a:lnTo>
                    <a:lnTo>
                      <a:pt x="41" y="177"/>
                    </a:lnTo>
                    <a:lnTo>
                      <a:pt x="72" y="210"/>
                    </a:lnTo>
                    <a:lnTo>
                      <a:pt x="76" y="230"/>
                    </a:lnTo>
                    <a:lnTo>
                      <a:pt x="62" y="246"/>
                    </a:lnTo>
                    <a:lnTo>
                      <a:pt x="79" y="252"/>
                    </a:lnTo>
                    <a:lnTo>
                      <a:pt x="79" y="267"/>
                    </a:lnTo>
                    <a:lnTo>
                      <a:pt x="50" y="265"/>
                    </a:lnTo>
                    <a:lnTo>
                      <a:pt x="11" y="307"/>
                    </a:lnTo>
                    <a:lnTo>
                      <a:pt x="9" y="302"/>
                    </a:lnTo>
                    <a:lnTo>
                      <a:pt x="4" y="272"/>
                    </a:lnTo>
                    <a:lnTo>
                      <a:pt x="11" y="252"/>
                    </a:lnTo>
                    <a:lnTo>
                      <a:pt x="26" y="223"/>
                    </a:lnTo>
                    <a:lnTo>
                      <a:pt x="41" y="210"/>
                    </a:lnTo>
                    <a:lnTo>
                      <a:pt x="53" y="208"/>
                    </a:lnTo>
                    <a:lnTo>
                      <a:pt x="26" y="168"/>
                    </a:lnTo>
                    <a:lnTo>
                      <a:pt x="11" y="129"/>
                    </a:lnTo>
                    <a:lnTo>
                      <a:pt x="4" y="85"/>
                    </a:lnTo>
                    <a:lnTo>
                      <a:pt x="0" y="48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6" name="Freeform 129">
                <a:extLst>
                  <a:ext uri="{FF2B5EF4-FFF2-40B4-BE49-F238E27FC236}">
                    <a16:creationId xmlns:a16="http://schemas.microsoft.com/office/drawing/2014/main" id="{275FF638-32F0-2D41-8006-93818C26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657"/>
                <a:ext cx="13" cy="11"/>
              </a:xfrm>
              <a:custGeom>
                <a:avLst/>
                <a:gdLst>
                  <a:gd name="T0" fmla="*/ 0 w 103"/>
                  <a:gd name="T1" fmla="*/ 0 h 90"/>
                  <a:gd name="T2" fmla="*/ 0 w 103"/>
                  <a:gd name="T3" fmla="*/ 0 h 90"/>
                  <a:gd name="T4" fmla="*/ 0 w 103"/>
                  <a:gd name="T5" fmla="*/ 0 h 90"/>
                  <a:gd name="T6" fmla="*/ 0 w 103"/>
                  <a:gd name="T7" fmla="*/ 0 h 90"/>
                  <a:gd name="T8" fmla="*/ 0 w 103"/>
                  <a:gd name="T9" fmla="*/ 0 h 90"/>
                  <a:gd name="T10" fmla="*/ 0 w 103"/>
                  <a:gd name="T11" fmla="*/ 0 h 90"/>
                  <a:gd name="T12" fmla="*/ 0 w 103"/>
                  <a:gd name="T13" fmla="*/ 0 h 90"/>
                  <a:gd name="T14" fmla="*/ 0 w 103"/>
                  <a:gd name="T15" fmla="*/ 0 h 90"/>
                  <a:gd name="T16" fmla="*/ 0 w 103"/>
                  <a:gd name="T17" fmla="*/ 0 h 90"/>
                  <a:gd name="T18" fmla="*/ 0 w 103"/>
                  <a:gd name="T19" fmla="*/ 0 h 90"/>
                  <a:gd name="T20" fmla="*/ 0 w 103"/>
                  <a:gd name="T21" fmla="*/ 0 h 90"/>
                  <a:gd name="T22" fmla="*/ 0 w 103"/>
                  <a:gd name="T23" fmla="*/ 0 h 90"/>
                  <a:gd name="T24" fmla="*/ 0 w 103"/>
                  <a:gd name="T25" fmla="*/ 0 h 90"/>
                  <a:gd name="T26" fmla="*/ 0 w 103"/>
                  <a:gd name="T27" fmla="*/ 0 h 90"/>
                  <a:gd name="T28" fmla="*/ 0 w 103"/>
                  <a:gd name="T29" fmla="*/ 0 h 90"/>
                  <a:gd name="T30" fmla="*/ 0 w 103"/>
                  <a:gd name="T31" fmla="*/ 0 h 90"/>
                  <a:gd name="T32" fmla="*/ 0 w 103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3"/>
                  <a:gd name="T52" fmla="*/ 0 h 90"/>
                  <a:gd name="T53" fmla="*/ 103 w 103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3" h="90">
                    <a:moveTo>
                      <a:pt x="103" y="62"/>
                    </a:moveTo>
                    <a:lnTo>
                      <a:pt x="103" y="39"/>
                    </a:lnTo>
                    <a:lnTo>
                      <a:pt x="82" y="44"/>
                    </a:lnTo>
                    <a:lnTo>
                      <a:pt x="62" y="69"/>
                    </a:lnTo>
                    <a:lnTo>
                      <a:pt x="34" y="69"/>
                    </a:lnTo>
                    <a:lnTo>
                      <a:pt x="20" y="53"/>
                    </a:lnTo>
                    <a:lnTo>
                      <a:pt x="16" y="39"/>
                    </a:lnTo>
                    <a:lnTo>
                      <a:pt x="16" y="20"/>
                    </a:lnTo>
                    <a:lnTo>
                      <a:pt x="16" y="0"/>
                    </a:lnTo>
                    <a:lnTo>
                      <a:pt x="2" y="20"/>
                    </a:lnTo>
                    <a:lnTo>
                      <a:pt x="0" y="48"/>
                    </a:lnTo>
                    <a:lnTo>
                      <a:pt x="7" y="75"/>
                    </a:lnTo>
                    <a:lnTo>
                      <a:pt x="20" y="88"/>
                    </a:lnTo>
                    <a:lnTo>
                      <a:pt x="41" y="90"/>
                    </a:lnTo>
                    <a:lnTo>
                      <a:pt x="68" y="73"/>
                    </a:lnTo>
                    <a:lnTo>
                      <a:pt x="92" y="62"/>
                    </a:lnTo>
                    <a:lnTo>
                      <a:pt x="103" y="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7" name="Freeform 130">
                <a:extLst>
                  <a:ext uri="{FF2B5EF4-FFF2-40B4-BE49-F238E27FC236}">
                    <a16:creationId xmlns:a16="http://schemas.microsoft.com/office/drawing/2014/main" id="{0F6E711F-71EA-9341-9E06-B4D6FCDE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626"/>
                <a:ext cx="12" cy="26"/>
              </a:xfrm>
              <a:custGeom>
                <a:avLst/>
                <a:gdLst>
                  <a:gd name="T0" fmla="*/ 0 w 96"/>
                  <a:gd name="T1" fmla="*/ 0 h 204"/>
                  <a:gd name="T2" fmla="*/ 0 w 96"/>
                  <a:gd name="T3" fmla="*/ 0 h 204"/>
                  <a:gd name="T4" fmla="*/ 0 w 96"/>
                  <a:gd name="T5" fmla="*/ 0 h 204"/>
                  <a:gd name="T6" fmla="*/ 0 w 96"/>
                  <a:gd name="T7" fmla="*/ 0 h 204"/>
                  <a:gd name="T8" fmla="*/ 0 w 96"/>
                  <a:gd name="T9" fmla="*/ 0 h 204"/>
                  <a:gd name="T10" fmla="*/ 0 w 96"/>
                  <a:gd name="T11" fmla="*/ 0 h 204"/>
                  <a:gd name="T12" fmla="*/ 0 w 96"/>
                  <a:gd name="T13" fmla="*/ 0 h 204"/>
                  <a:gd name="T14" fmla="*/ 0 w 96"/>
                  <a:gd name="T15" fmla="*/ 0 h 204"/>
                  <a:gd name="T16" fmla="*/ 0 w 96"/>
                  <a:gd name="T17" fmla="*/ 0 h 204"/>
                  <a:gd name="T18" fmla="*/ 0 w 96"/>
                  <a:gd name="T19" fmla="*/ 0 h 204"/>
                  <a:gd name="T20" fmla="*/ 0 w 96"/>
                  <a:gd name="T21" fmla="*/ 0 h 204"/>
                  <a:gd name="T22" fmla="*/ 0 w 96"/>
                  <a:gd name="T23" fmla="*/ 0 h 204"/>
                  <a:gd name="T24" fmla="*/ 0 w 96"/>
                  <a:gd name="T25" fmla="*/ 0 h 204"/>
                  <a:gd name="T26" fmla="*/ 0 w 96"/>
                  <a:gd name="T27" fmla="*/ 0 h 204"/>
                  <a:gd name="T28" fmla="*/ 0 w 96"/>
                  <a:gd name="T29" fmla="*/ 0 h 204"/>
                  <a:gd name="T30" fmla="*/ 0 w 96"/>
                  <a:gd name="T31" fmla="*/ 0 h 204"/>
                  <a:gd name="T32" fmla="*/ 0 w 96"/>
                  <a:gd name="T33" fmla="*/ 0 h 2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204"/>
                  <a:gd name="T53" fmla="*/ 96 w 96"/>
                  <a:gd name="T54" fmla="*/ 204 h 2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204">
                    <a:moveTo>
                      <a:pt x="23" y="0"/>
                    </a:moveTo>
                    <a:lnTo>
                      <a:pt x="34" y="27"/>
                    </a:lnTo>
                    <a:lnTo>
                      <a:pt x="0" y="27"/>
                    </a:lnTo>
                    <a:lnTo>
                      <a:pt x="4" y="40"/>
                    </a:lnTo>
                    <a:lnTo>
                      <a:pt x="39" y="50"/>
                    </a:lnTo>
                    <a:lnTo>
                      <a:pt x="60" y="84"/>
                    </a:lnTo>
                    <a:lnTo>
                      <a:pt x="74" y="112"/>
                    </a:lnTo>
                    <a:lnTo>
                      <a:pt x="72" y="135"/>
                    </a:lnTo>
                    <a:lnTo>
                      <a:pt x="57" y="163"/>
                    </a:lnTo>
                    <a:lnTo>
                      <a:pt x="30" y="204"/>
                    </a:lnTo>
                    <a:lnTo>
                      <a:pt x="74" y="158"/>
                    </a:lnTo>
                    <a:lnTo>
                      <a:pt x="90" y="123"/>
                    </a:lnTo>
                    <a:lnTo>
                      <a:pt x="96" y="96"/>
                    </a:lnTo>
                    <a:lnTo>
                      <a:pt x="90" y="79"/>
                    </a:lnTo>
                    <a:lnTo>
                      <a:pt x="72" y="40"/>
                    </a:lnTo>
                    <a:lnTo>
                      <a:pt x="50" y="1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8" name="Freeform 131">
                <a:extLst>
                  <a:ext uri="{FF2B5EF4-FFF2-40B4-BE49-F238E27FC236}">
                    <a16:creationId xmlns:a16="http://schemas.microsoft.com/office/drawing/2014/main" id="{0F64FB70-BA61-9145-A423-FF40FB31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640"/>
                <a:ext cx="4" cy="3"/>
              </a:xfrm>
              <a:custGeom>
                <a:avLst/>
                <a:gdLst>
                  <a:gd name="T0" fmla="*/ 0 w 26"/>
                  <a:gd name="T1" fmla="*/ 0 h 23"/>
                  <a:gd name="T2" fmla="*/ 0 w 26"/>
                  <a:gd name="T3" fmla="*/ 0 h 23"/>
                  <a:gd name="T4" fmla="*/ 0 w 26"/>
                  <a:gd name="T5" fmla="*/ 0 h 23"/>
                  <a:gd name="T6" fmla="*/ 0 w 26"/>
                  <a:gd name="T7" fmla="*/ 0 h 23"/>
                  <a:gd name="T8" fmla="*/ 0 w 26"/>
                  <a:gd name="T9" fmla="*/ 0 h 23"/>
                  <a:gd name="T10" fmla="*/ 0 w 26"/>
                  <a:gd name="T11" fmla="*/ 0 h 23"/>
                  <a:gd name="T12" fmla="*/ 0 w 2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23"/>
                  <a:gd name="T23" fmla="*/ 26 w 26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23">
                    <a:moveTo>
                      <a:pt x="16" y="0"/>
                    </a:moveTo>
                    <a:lnTo>
                      <a:pt x="16" y="16"/>
                    </a:lnTo>
                    <a:lnTo>
                      <a:pt x="26" y="23"/>
                    </a:lnTo>
                    <a:lnTo>
                      <a:pt x="9" y="23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79" name="Freeform 132">
                <a:extLst>
                  <a:ext uri="{FF2B5EF4-FFF2-40B4-BE49-F238E27FC236}">
                    <a16:creationId xmlns:a16="http://schemas.microsoft.com/office/drawing/2014/main" id="{E7E19E17-5BE4-9141-9F29-5C2BC2F3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635"/>
                <a:ext cx="3" cy="3"/>
              </a:xfrm>
              <a:custGeom>
                <a:avLst/>
                <a:gdLst>
                  <a:gd name="T0" fmla="*/ 0 w 27"/>
                  <a:gd name="T1" fmla="*/ 0 h 21"/>
                  <a:gd name="T2" fmla="*/ 0 w 27"/>
                  <a:gd name="T3" fmla="*/ 0 h 21"/>
                  <a:gd name="T4" fmla="*/ 0 w 27"/>
                  <a:gd name="T5" fmla="*/ 0 h 21"/>
                  <a:gd name="T6" fmla="*/ 0 w 27"/>
                  <a:gd name="T7" fmla="*/ 0 h 21"/>
                  <a:gd name="T8" fmla="*/ 0 w 27"/>
                  <a:gd name="T9" fmla="*/ 0 h 21"/>
                  <a:gd name="T10" fmla="*/ 0 w 27"/>
                  <a:gd name="T11" fmla="*/ 0 h 21"/>
                  <a:gd name="T12" fmla="*/ 0 w 27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1"/>
                  <a:gd name="T23" fmla="*/ 27 w 27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1">
                    <a:moveTo>
                      <a:pt x="16" y="0"/>
                    </a:moveTo>
                    <a:lnTo>
                      <a:pt x="21" y="13"/>
                    </a:lnTo>
                    <a:lnTo>
                      <a:pt x="27" y="13"/>
                    </a:lnTo>
                    <a:lnTo>
                      <a:pt x="16" y="21"/>
                    </a:lnTo>
                    <a:lnTo>
                      <a:pt x="0" y="19"/>
                    </a:lnTo>
                    <a:lnTo>
                      <a:pt x="5" y="9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0" name="Freeform 133">
                <a:extLst>
                  <a:ext uri="{FF2B5EF4-FFF2-40B4-BE49-F238E27FC236}">
                    <a16:creationId xmlns:a16="http://schemas.microsoft.com/office/drawing/2014/main" id="{04C96393-6558-B140-96DE-CBB24E80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640"/>
                <a:ext cx="8" cy="6"/>
              </a:xfrm>
              <a:custGeom>
                <a:avLst/>
                <a:gdLst>
                  <a:gd name="T0" fmla="*/ 0 w 62"/>
                  <a:gd name="T1" fmla="*/ 0 h 48"/>
                  <a:gd name="T2" fmla="*/ 0 w 62"/>
                  <a:gd name="T3" fmla="*/ 0 h 48"/>
                  <a:gd name="T4" fmla="*/ 0 w 62"/>
                  <a:gd name="T5" fmla="*/ 0 h 48"/>
                  <a:gd name="T6" fmla="*/ 0 w 62"/>
                  <a:gd name="T7" fmla="*/ 0 h 48"/>
                  <a:gd name="T8" fmla="*/ 0 w 62"/>
                  <a:gd name="T9" fmla="*/ 0 h 48"/>
                  <a:gd name="T10" fmla="*/ 0 w 62"/>
                  <a:gd name="T11" fmla="*/ 0 h 48"/>
                  <a:gd name="T12" fmla="*/ 0 w 62"/>
                  <a:gd name="T13" fmla="*/ 0 h 48"/>
                  <a:gd name="T14" fmla="*/ 0 w 62"/>
                  <a:gd name="T15" fmla="*/ 0 h 48"/>
                  <a:gd name="T16" fmla="*/ 0 w 62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2"/>
                  <a:gd name="T28" fmla="*/ 0 h 48"/>
                  <a:gd name="T29" fmla="*/ 62 w 6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2" h="48">
                    <a:moveTo>
                      <a:pt x="0" y="11"/>
                    </a:moveTo>
                    <a:lnTo>
                      <a:pt x="0" y="24"/>
                    </a:lnTo>
                    <a:lnTo>
                      <a:pt x="7" y="43"/>
                    </a:lnTo>
                    <a:lnTo>
                      <a:pt x="21" y="48"/>
                    </a:lnTo>
                    <a:lnTo>
                      <a:pt x="44" y="43"/>
                    </a:lnTo>
                    <a:lnTo>
                      <a:pt x="62" y="32"/>
                    </a:lnTo>
                    <a:lnTo>
                      <a:pt x="62" y="15"/>
                    </a:lnTo>
                    <a:lnTo>
                      <a:pt x="60" y="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1" name="Freeform 134">
                <a:extLst>
                  <a:ext uri="{FF2B5EF4-FFF2-40B4-BE49-F238E27FC236}">
                    <a16:creationId xmlns:a16="http://schemas.microsoft.com/office/drawing/2014/main" id="{AB6EA57B-D4CA-474F-A205-E14F7567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635"/>
                <a:ext cx="7" cy="5"/>
              </a:xfrm>
              <a:custGeom>
                <a:avLst/>
                <a:gdLst>
                  <a:gd name="T0" fmla="*/ 0 w 58"/>
                  <a:gd name="T1" fmla="*/ 0 h 44"/>
                  <a:gd name="T2" fmla="*/ 0 w 58"/>
                  <a:gd name="T3" fmla="*/ 0 h 44"/>
                  <a:gd name="T4" fmla="*/ 0 w 58"/>
                  <a:gd name="T5" fmla="*/ 0 h 44"/>
                  <a:gd name="T6" fmla="*/ 0 w 58"/>
                  <a:gd name="T7" fmla="*/ 0 h 44"/>
                  <a:gd name="T8" fmla="*/ 0 w 58"/>
                  <a:gd name="T9" fmla="*/ 0 h 44"/>
                  <a:gd name="T10" fmla="*/ 0 w 58"/>
                  <a:gd name="T11" fmla="*/ 0 h 44"/>
                  <a:gd name="T12" fmla="*/ 0 w 58"/>
                  <a:gd name="T13" fmla="*/ 0 h 44"/>
                  <a:gd name="T14" fmla="*/ 0 w 58"/>
                  <a:gd name="T15" fmla="*/ 0 h 44"/>
                  <a:gd name="T16" fmla="*/ 0 w 58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8"/>
                  <a:gd name="T28" fmla="*/ 0 h 44"/>
                  <a:gd name="T29" fmla="*/ 58 w 58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8" h="44">
                    <a:moveTo>
                      <a:pt x="3" y="0"/>
                    </a:moveTo>
                    <a:lnTo>
                      <a:pt x="0" y="12"/>
                    </a:lnTo>
                    <a:lnTo>
                      <a:pt x="0" y="26"/>
                    </a:lnTo>
                    <a:lnTo>
                      <a:pt x="16" y="40"/>
                    </a:lnTo>
                    <a:lnTo>
                      <a:pt x="28" y="44"/>
                    </a:lnTo>
                    <a:lnTo>
                      <a:pt x="51" y="38"/>
                    </a:lnTo>
                    <a:lnTo>
                      <a:pt x="58" y="26"/>
                    </a:lnTo>
                    <a:lnTo>
                      <a:pt x="58" y="5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2" name="Freeform 135">
                <a:extLst>
                  <a:ext uri="{FF2B5EF4-FFF2-40B4-BE49-F238E27FC236}">
                    <a16:creationId xmlns:a16="http://schemas.microsoft.com/office/drawing/2014/main" id="{4AC8BF49-4307-4A46-B213-8B1877E7B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22"/>
                <a:ext cx="8" cy="10"/>
              </a:xfrm>
              <a:custGeom>
                <a:avLst/>
                <a:gdLst>
                  <a:gd name="T0" fmla="*/ 0 w 60"/>
                  <a:gd name="T1" fmla="*/ 0 h 83"/>
                  <a:gd name="T2" fmla="*/ 0 w 60"/>
                  <a:gd name="T3" fmla="*/ 0 h 83"/>
                  <a:gd name="T4" fmla="*/ 0 w 60"/>
                  <a:gd name="T5" fmla="*/ 0 h 83"/>
                  <a:gd name="T6" fmla="*/ 0 w 60"/>
                  <a:gd name="T7" fmla="*/ 0 h 83"/>
                  <a:gd name="T8" fmla="*/ 0 w 60"/>
                  <a:gd name="T9" fmla="*/ 0 h 83"/>
                  <a:gd name="T10" fmla="*/ 0 w 60"/>
                  <a:gd name="T11" fmla="*/ 0 h 83"/>
                  <a:gd name="T12" fmla="*/ 0 w 6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0"/>
                  <a:gd name="T22" fmla="*/ 0 h 83"/>
                  <a:gd name="T23" fmla="*/ 60 w 60"/>
                  <a:gd name="T24" fmla="*/ 83 h 8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0" h="83">
                    <a:moveTo>
                      <a:pt x="0" y="46"/>
                    </a:moveTo>
                    <a:lnTo>
                      <a:pt x="28" y="35"/>
                    </a:lnTo>
                    <a:lnTo>
                      <a:pt x="37" y="0"/>
                    </a:lnTo>
                    <a:lnTo>
                      <a:pt x="60" y="46"/>
                    </a:lnTo>
                    <a:lnTo>
                      <a:pt x="48" y="83"/>
                    </a:lnTo>
                    <a:lnTo>
                      <a:pt x="11" y="83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3" name="Freeform 136">
                <a:extLst>
                  <a:ext uri="{FF2B5EF4-FFF2-40B4-BE49-F238E27FC236}">
                    <a16:creationId xmlns:a16="http://schemas.microsoft.com/office/drawing/2014/main" id="{E080FC26-FDC3-B04D-9E92-859D7FF9B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35"/>
                <a:ext cx="7" cy="9"/>
              </a:xfrm>
              <a:custGeom>
                <a:avLst/>
                <a:gdLst>
                  <a:gd name="T0" fmla="*/ 0 w 55"/>
                  <a:gd name="T1" fmla="*/ 0 h 65"/>
                  <a:gd name="T2" fmla="*/ 0 w 55"/>
                  <a:gd name="T3" fmla="*/ 0 h 65"/>
                  <a:gd name="T4" fmla="*/ 0 w 55"/>
                  <a:gd name="T5" fmla="*/ 0 h 65"/>
                  <a:gd name="T6" fmla="*/ 0 w 55"/>
                  <a:gd name="T7" fmla="*/ 0 h 65"/>
                  <a:gd name="T8" fmla="*/ 0 w 55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65"/>
                  <a:gd name="T17" fmla="*/ 55 w 55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65">
                    <a:moveTo>
                      <a:pt x="55" y="17"/>
                    </a:moveTo>
                    <a:lnTo>
                      <a:pt x="0" y="0"/>
                    </a:lnTo>
                    <a:lnTo>
                      <a:pt x="4" y="33"/>
                    </a:lnTo>
                    <a:lnTo>
                      <a:pt x="53" y="6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4" name="Freeform 137">
                <a:extLst>
                  <a:ext uri="{FF2B5EF4-FFF2-40B4-BE49-F238E27FC236}">
                    <a16:creationId xmlns:a16="http://schemas.microsoft.com/office/drawing/2014/main" id="{A827C42D-9AFC-8440-A4B5-C304E26F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644"/>
                <a:ext cx="10" cy="3"/>
              </a:xfrm>
              <a:custGeom>
                <a:avLst/>
                <a:gdLst>
                  <a:gd name="T0" fmla="*/ 0 w 77"/>
                  <a:gd name="T1" fmla="*/ 0 h 29"/>
                  <a:gd name="T2" fmla="*/ 0 w 77"/>
                  <a:gd name="T3" fmla="*/ 0 h 29"/>
                  <a:gd name="T4" fmla="*/ 0 w 77"/>
                  <a:gd name="T5" fmla="*/ 0 h 29"/>
                  <a:gd name="T6" fmla="*/ 0 w 77"/>
                  <a:gd name="T7" fmla="*/ 0 h 29"/>
                  <a:gd name="T8" fmla="*/ 0 w 7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29"/>
                  <a:gd name="T17" fmla="*/ 77 w 7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29">
                    <a:moveTo>
                      <a:pt x="0" y="0"/>
                    </a:moveTo>
                    <a:lnTo>
                      <a:pt x="77" y="23"/>
                    </a:lnTo>
                    <a:lnTo>
                      <a:pt x="48" y="29"/>
                    </a:lnTo>
                    <a:lnTo>
                      <a:pt x="9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5" name="Freeform 138">
                <a:extLst>
                  <a:ext uri="{FF2B5EF4-FFF2-40B4-BE49-F238E27FC236}">
                    <a16:creationId xmlns:a16="http://schemas.microsoft.com/office/drawing/2014/main" id="{696BABBD-798D-D247-9CD9-4BCFBF07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76"/>
                <a:ext cx="91" cy="149"/>
              </a:xfrm>
              <a:custGeom>
                <a:avLst/>
                <a:gdLst>
                  <a:gd name="T0" fmla="*/ 1 w 728"/>
                  <a:gd name="T1" fmla="*/ 0 h 1197"/>
                  <a:gd name="T2" fmla="*/ 1 w 728"/>
                  <a:gd name="T3" fmla="*/ 1 h 1197"/>
                  <a:gd name="T4" fmla="*/ 1 w 728"/>
                  <a:gd name="T5" fmla="*/ 1 h 1197"/>
                  <a:gd name="T6" fmla="*/ 1 w 728"/>
                  <a:gd name="T7" fmla="*/ 1 h 1197"/>
                  <a:gd name="T8" fmla="*/ 1 w 728"/>
                  <a:gd name="T9" fmla="*/ 1 h 1197"/>
                  <a:gd name="T10" fmla="*/ 1 w 728"/>
                  <a:gd name="T11" fmla="*/ 1 h 1197"/>
                  <a:gd name="T12" fmla="*/ 1 w 728"/>
                  <a:gd name="T13" fmla="*/ 1 h 1197"/>
                  <a:gd name="T14" fmla="*/ 1 w 728"/>
                  <a:gd name="T15" fmla="*/ 1 h 1197"/>
                  <a:gd name="T16" fmla="*/ 1 w 728"/>
                  <a:gd name="T17" fmla="*/ 1 h 1197"/>
                  <a:gd name="T18" fmla="*/ 1 w 728"/>
                  <a:gd name="T19" fmla="*/ 2 h 1197"/>
                  <a:gd name="T20" fmla="*/ 1 w 728"/>
                  <a:gd name="T21" fmla="*/ 2 h 1197"/>
                  <a:gd name="T22" fmla="*/ 1 w 728"/>
                  <a:gd name="T23" fmla="*/ 2 h 1197"/>
                  <a:gd name="T24" fmla="*/ 1 w 728"/>
                  <a:gd name="T25" fmla="*/ 2 h 1197"/>
                  <a:gd name="T26" fmla="*/ 1 w 728"/>
                  <a:gd name="T27" fmla="*/ 1 h 1197"/>
                  <a:gd name="T28" fmla="*/ 1 w 728"/>
                  <a:gd name="T29" fmla="*/ 1 h 1197"/>
                  <a:gd name="T30" fmla="*/ 1 w 728"/>
                  <a:gd name="T31" fmla="*/ 2 h 1197"/>
                  <a:gd name="T32" fmla="*/ 1 w 728"/>
                  <a:gd name="T33" fmla="*/ 2 h 1197"/>
                  <a:gd name="T34" fmla="*/ 1 w 728"/>
                  <a:gd name="T35" fmla="*/ 2 h 1197"/>
                  <a:gd name="T36" fmla="*/ 1 w 728"/>
                  <a:gd name="T37" fmla="*/ 2 h 1197"/>
                  <a:gd name="T38" fmla="*/ 1 w 728"/>
                  <a:gd name="T39" fmla="*/ 2 h 1197"/>
                  <a:gd name="T40" fmla="*/ 1 w 728"/>
                  <a:gd name="T41" fmla="*/ 2 h 1197"/>
                  <a:gd name="T42" fmla="*/ 1 w 728"/>
                  <a:gd name="T43" fmla="*/ 2 h 1197"/>
                  <a:gd name="T44" fmla="*/ 0 w 728"/>
                  <a:gd name="T45" fmla="*/ 2 h 1197"/>
                  <a:gd name="T46" fmla="*/ 0 w 728"/>
                  <a:gd name="T47" fmla="*/ 2 h 1197"/>
                  <a:gd name="T48" fmla="*/ 0 w 728"/>
                  <a:gd name="T49" fmla="*/ 1 h 1197"/>
                  <a:gd name="T50" fmla="*/ 0 w 728"/>
                  <a:gd name="T51" fmla="*/ 1 h 1197"/>
                  <a:gd name="T52" fmla="*/ 0 w 728"/>
                  <a:gd name="T53" fmla="*/ 2 h 1197"/>
                  <a:gd name="T54" fmla="*/ 0 w 728"/>
                  <a:gd name="T55" fmla="*/ 2 h 1197"/>
                  <a:gd name="T56" fmla="*/ 0 w 728"/>
                  <a:gd name="T57" fmla="*/ 2 h 1197"/>
                  <a:gd name="T58" fmla="*/ 0 w 728"/>
                  <a:gd name="T59" fmla="*/ 2 h 1197"/>
                  <a:gd name="T60" fmla="*/ 0 w 728"/>
                  <a:gd name="T61" fmla="*/ 1 h 1197"/>
                  <a:gd name="T62" fmla="*/ 0 w 728"/>
                  <a:gd name="T63" fmla="*/ 1 h 1197"/>
                  <a:gd name="T64" fmla="*/ 0 w 728"/>
                  <a:gd name="T65" fmla="*/ 1 h 1197"/>
                  <a:gd name="T66" fmla="*/ 0 w 728"/>
                  <a:gd name="T67" fmla="*/ 1 h 1197"/>
                  <a:gd name="T68" fmla="*/ 1 w 728"/>
                  <a:gd name="T69" fmla="*/ 1 h 1197"/>
                  <a:gd name="T70" fmla="*/ 0 w 728"/>
                  <a:gd name="T71" fmla="*/ 1 h 1197"/>
                  <a:gd name="T72" fmla="*/ 0 w 728"/>
                  <a:gd name="T73" fmla="*/ 1 h 1197"/>
                  <a:gd name="T74" fmla="*/ 0 w 728"/>
                  <a:gd name="T75" fmla="*/ 1 h 1197"/>
                  <a:gd name="T76" fmla="*/ 0 w 728"/>
                  <a:gd name="T77" fmla="*/ 1 h 1197"/>
                  <a:gd name="T78" fmla="*/ 0 w 728"/>
                  <a:gd name="T79" fmla="*/ 1 h 1197"/>
                  <a:gd name="T80" fmla="*/ 0 w 728"/>
                  <a:gd name="T81" fmla="*/ 1 h 1197"/>
                  <a:gd name="T82" fmla="*/ 0 w 728"/>
                  <a:gd name="T83" fmla="*/ 1 h 1197"/>
                  <a:gd name="T84" fmla="*/ 0 w 728"/>
                  <a:gd name="T85" fmla="*/ 1 h 1197"/>
                  <a:gd name="T86" fmla="*/ 0 w 728"/>
                  <a:gd name="T87" fmla="*/ 0 h 1197"/>
                  <a:gd name="T88" fmla="*/ 1 w 728"/>
                  <a:gd name="T89" fmla="*/ 0 h 1197"/>
                  <a:gd name="T90" fmla="*/ 1 w 728"/>
                  <a:gd name="T91" fmla="*/ 0 h 1197"/>
                  <a:gd name="T92" fmla="*/ 1 w 728"/>
                  <a:gd name="T93" fmla="*/ 0 h 1197"/>
                  <a:gd name="T94" fmla="*/ 1 w 728"/>
                  <a:gd name="T95" fmla="*/ 0 h 1197"/>
                  <a:gd name="T96" fmla="*/ 1 w 728"/>
                  <a:gd name="T97" fmla="*/ 0 h 1197"/>
                  <a:gd name="T98" fmla="*/ 1 w 728"/>
                  <a:gd name="T99" fmla="*/ 0 h 1197"/>
                  <a:gd name="T100" fmla="*/ 1 w 728"/>
                  <a:gd name="T101" fmla="*/ 0 h 1197"/>
                  <a:gd name="T102" fmla="*/ 1 w 728"/>
                  <a:gd name="T103" fmla="*/ 0 h 1197"/>
                  <a:gd name="T104" fmla="*/ 1 w 728"/>
                  <a:gd name="T105" fmla="*/ 0 h 1197"/>
                  <a:gd name="T106" fmla="*/ 1 w 728"/>
                  <a:gd name="T107" fmla="*/ 0 h 1197"/>
                  <a:gd name="T108" fmla="*/ 1 w 728"/>
                  <a:gd name="T109" fmla="*/ 0 h 11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28"/>
                  <a:gd name="T166" fmla="*/ 0 h 1197"/>
                  <a:gd name="T167" fmla="*/ 728 w 728"/>
                  <a:gd name="T168" fmla="*/ 1197 h 119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28" h="1197">
                    <a:moveTo>
                      <a:pt x="447" y="189"/>
                    </a:moveTo>
                    <a:lnTo>
                      <a:pt x="431" y="219"/>
                    </a:lnTo>
                    <a:lnTo>
                      <a:pt x="420" y="283"/>
                    </a:lnTo>
                    <a:lnTo>
                      <a:pt x="420" y="385"/>
                    </a:lnTo>
                    <a:lnTo>
                      <a:pt x="424" y="486"/>
                    </a:lnTo>
                    <a:lnTo>
                      <a:pt x="435" y="534"/>
                    </a:lnTo>
                    <a:lnTo>
                      <a:pt x="442" y="567"/>
                    </a:lnTo>
                    <a:lnTo>
                      <a:pt x="431" y="622"/>
                    </a:lnTo>
                    <a:lnTo>
                      <a:pt x="417" y="637"/>
                    </a:lnTo>
                    <a:lnTo>
                      <a:pt x="352" y="648"/>
                    </a:lnTo>
                    <a:lnTo>
                      <a:pt x="299" y="639"/>
                    </a:lnTo>
                    <a:lnTo>
                      <a:pt x="262" y="643"/>
                    </a:lnTo>
                    <a:lnTo>
                      <a:pt x="240" y="657"/>
                    </a:lnTo>
                    <a:lnTo>
                      <a:pt x="266" y="749"/>
                    </a:lnTo>
                    <a:lnTo>
                      <a:pt x="286" y="777"/>
                    </a:lnTo>
                    <a:lnTo>
                      <a:pt x="318" y="804"/>
                    </a:lnTo>
                    <a:lnTo>
                      <a:pt x="357" y="816"/>
                    </a:lnTo>
                    <a:lnTo>
                      <a:pt x="383" y="802"/>
                    </a:lnTo>
                    <a:lnTo>
                      <a:pt x="369" y="823"/>
                    </a:lnTo>
                    <a:lnTo>
                      <a:pt x="357" y="866"/>
                    </a:lnTo>
                    <a:lnTo>
                      <a:pt x="365" y="892"/>
                    </a:lnTo>
                    <a:lnTo>
                      <a:pt x="392" y="910"/>
                    </a:lnTo>
                    <a:lnTo>
                      <a:pt x="424" y="918"/>
                    </a:lnTo>
                    <a:lnTo>
                      <a:pt x="452" y="903"/>
                    </a:lnTo>
                    <a:lnTo>
                      <a:pt x="466" y="876"/>
                    </a:lnTo>
                    <a:lnTo>
                      <a:pt x="466" y="850"/>
                    </a:lnTo>
                    <a:lnTo>
                      <a:pt x="447" y="820"/>
                    </a:lnTo>
                    <a:lnTo>
                      <a:pt x="413" y="795"/>
                    </a:lnTo>
                    <a:lnTo>
                      <a:pt x="452" y="802"/>
                    </a:lnTo>
                    <a:lnTo>
                      <a:pt x="435" y="681"/>
                    </a:lnTo>
                    <a:lnTo>
                      <a:pt x="488" y="850"/>
                    </a:lnTo>
                    <a:lnTo>
                      <a:pt x="528" y="934"/>
                    </a:lnTo>
                    <a:lnTo>
                      <a:pt x="574" y="991"/>
                    </a:lnTo>
                    <a:lnTo>
                      <a:pt x="648" y="1053"/>
                    </a:lnTo>
                    <a:lnTo>
                      <a:pt x="728" y="1097"/>
                    </a:lnTo>
                    <a:lnTo>
                      <a:pt x="606" y="1044"/>
                    </a:lnTo>
                    <a:lnTo>
                      <a:pt x="558" y="1012"/>
                    </a:lnTo>
                    <a:lnTo>
                      <a:pt x="507" y="973"/>
                    </a:lnTo>
                    <a:lnTo>
                      <a:pt x="530" y="1197"/>
                    </a:lnTo>
                    <a:lnTo>
                      <a:pt x="493" y="1197"/>
                    </a:lnTo>
                    <a:lnTo>
                      <a:pt x="444" y="1141"/>
                    </a:lnTo>
                    <a:lnTo>
                      <a:pt x="444" y="1194"/>
                    </a:lnTo>
                    <a:lnTo>
                      <a:pt x="405" y="1189"/>
                    </a:lnTo>
                    <a:lnTo>
                      <a:pt x="277" y="1153"/>
                    </a:lnTo>
                    <a:lnTo>
                      <a:pt x="187" y="1111"/>
                    </a:lnTo>
                    <a:lnTo>
                      <a:pt x="115" y="1056"/>
                    </a:lnTo>
                    <a:lnTo>
                      <a:pt x="57" y="969"/>
                    </a:lnTo>
                    <a:lnTo>
                      <a:pt x="29" y="876"/>
                    </a:lnTo>
                    <a:lnTo>
                      <a:pt x="5" y="763"/>
                    </a:lnTo>
                    <a:lnTo>
                      <a:pt x="0" y="670"/>
                    </a:lnTo>
                    <a:lnTo>
                      <a:pt x="5" y="537"/>
                    </a:lnTo>
                    <a:lnTo>
                      <a:pt x="20" y="438"/>
                    </a:lnTo>
                    <a:lnTo>
                      <a:pt x="7" y="675"/>
                    </a:lnTo>
                    <a:lnTo>
                      <a:pt x="29" y="816"/>
                    </a:lnTo>
                    <a:lnTo>
                      <a:pt x="57" y="938"/>
                    </a:lnTo>
                    <a:lnTo>
                      <a:pt x="106" y="1019"/>
                    </a:lnTo>
                    <a:lnTo>
                      <a:pt x="159" y="1074"/>
                    </a:lnTo>
                    <a:lnTo>
                      <a:pt x="219" y="1111"/>
                    </a:lnTo>
                    <a:lnTo>
                      <a:pt x="150" y="1026"/>
                    </a:lnTo>
                    <a:lnTo>
                      <a:pt x="115" y="969"/>
                    </a:lnTo>
                    <a:lnTo>
                      <a:pt x="92" y="881"/>
                    </a:lnTo>
                    <a:lnTo>
                      <a:pt x="92" y="784"/>
                    </a:lnTo>
                    <a:lnTo>
                      <a:pt x="101" y="694"/>
                    </a:lnTo>
                    <a:lnTo>
                      <a:pt x="138" y="595"/>
                    </a:lnTo>
                    <a:lnTo>
                      <a:pt x="159" y="549"/>
                    </a:lnTo>
                    <a:lnTo>
                      <a:pt x="159" y="514"/>
                    </a:lnTo>
                    <a:lnTo>
                      <a:pt x="173" y="468"/>
                    </a:lnTo>
                    <a:lnTo>
                      <a:pt x="196" y="435"/>
                    </a:lnTo>
                    <a:lnTo>
                      <a:pt x="231" y="404"/>
                    </a:lnTo>
                    <a:lnTo>
                      <a:pt x="272" y="389"/>
                    </a:lnTo>
                    <a:lnTo>
                      <a:pt x="219" y="398"/>
                    </a:lnTo>
                    <a:lnTo>
                      <a:pt x="170" y="435"/>
                    </a:lnTo>
                    <a:lnTo>
                      <a:pt x="145" y="466"/>
                    </a:lnTo>
                    <a:lnTo>
                      <a:pt x="123" y="510"/>
                    </a:lnTo>
                    <a:lnTo>
                      <a:pt x="106" y="560"/>
                    </a:lnTo>
                    <a:lnTo>
                      <a:pt x="95" y="633"/>
                    </a:lnTo>
                    <a:lnTo>
                      <a:pt x="92" y="694"/>
                    </a:lnTo>
                    <a:lnTo>
                      <a:pt x="73" y="643"/>
                    </a:lnTo>
                    <a:lnTo>
                      <a:pt x="64" y="587"/>
                    </a:lnTo>
                    <a:lnTo>
                      <a:pt x="64" y="530"/>
                    </a:lnTo>
                    <a:lnTo>
                      <a:pt x="77" y="477"/>
                    </a:lnTo>
                    <a:lnTo>
                      <a:pt x="88" y="438"/>
                    </a:lnTo>
                    <a:lnTo>
                      <a:pt x="101" y="415"/>
                    </a:lnTo>
                    <a:lnTo>
                      <a:pt x="83" y="404"/>
                    </a:lnTo>
                    <a:lnTo>
                      <a:pt x="77" y="385"/>
                    </a:lnTo>
                    <a:lnTo>
                      <a:pt x="83" y="339"/>
                    </a:lnTo>
                    <a:lnTo>
                      <a:pt x="106" y="283"/>
                    </a:lnTo>
                    <a:lnTo>
                      <a:pt x="145" y="231"/>
                    </a:lnTo>
                    <a:lnTo>
                      <a:pt x="189" y="198"/>
                    </a:lnTo>
                    <a:lnTo>
                      <a:pt x="240" y="175"/>
                    </a:lnTo>
                    <a:lnTo>
                      <a:pt x="311" y="154"/>
                    </a:lnTo>
                    <a:lnTo>
                      <a:pt x="253" y="127"/>
                    </a:lnTo>
                    <a:lnTo>
                      <a:pt x="284" y="90"/>
                    </a:lnTo>
                    <a:lnTo>
                      <a:pt x="334" y="66"/>
                    </a:lnTo>
                    <a:lnTo>
                      <a:pt x="392" y="53"/>
                    </a:lnTo>
                    <a:lnTo>
                      <a:pt x="442" y="53"/>
                    </a:lnTo>
                    <a:lnTo>
                      <a:pt x="528" y="66"/>
                    </a:lnTo>
                    <a:lnTo>
                      <a:pt x="447" y="24"/>
                    </a:lnTo>
                    <a:lnTo>
                      <a:pt x="383" y="22"/>
                    </a:lnTo>
                    <a:lnTo>
                      <a:pt x="420" y="7"/>
                    </a:lnTo>
                    <a:lnTo>
                      <a:pt x="473" y="0"/>
                    </a:lnTo>
                    <a:lnTo>
                      <a:pt x="539" y="13"/>
                    </a:lnTo>
                    <a:lnTo>
                      <a:pt x="606" y="37"/>
                    </a:lnTo>
                    <a:lnTo>
                      <a:pt x="680" y="70"/>
                    </a:lnTo>
                    <a:lnTo>
                      <a:pt x="696" y="90"/>
                    </a:lnTo>
                    <a:lnTo>
                      <a:pt x="624" y="110"/>
                    </a:lnTo>
                    <a:lnTo>
                      <a:pt x="563" y="120"/>
                    </a:lnTo>
                    <a:lnTo>
                      <a:pt x="497" y="150"/>
                    </a:lnTo>
                    <a:lnTo>
                      <a:pt x="466" y="175"/>
                    </a:lnTo>
                    <a:lnTo>
                      <a:pt x="447" y="1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6" name="Freeform 139">
                <a:extLst>
                  <a:ext uri="{FF2B5EF4-FFF2-40B4-BE49-F238E27FC236}">
                    <a16:creationId xmlns:a16="http://schemas.microsoft.com/office/drawing/2014/main" id="{64BD34EC-D8A4-8441-AF81-2B5C9DA1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552"/>
                <a:ext cx="122" cy="167"/>
              </a:xfrm>
              <a:custGeom>
                <a:avLst/>
                <a:gdLst>
                  <a:gd name="T0" fmla="*/ 0 w 976"/>
                  <a:gd name="T1" fmla="*/ 0 h 1334"/>
                  <a:gd name="T2" fmla="*/ 0 w 976"/>
                  <a:gd name="T3" fmla="*/ 0 h 1334"/>
                  <a:gd name="T4" fmla="*/ 0 w 976"/>
                  <a:gd name="T5" fmla="*/ 0 h 1334"/>
                  <a:gd name="T6" fmla="*/ 0 w 976"/>
                  <a:gd name="T7" fmla="*/ 0 h 1334"/>
                  <a:gd name="T8" fmla="*/ 1 w 976"/>
                  <a:gd name="T9" fmla="*/ 0 h 1334"/>
                  <a:gd name="T10" fmla="*/ 1 w 976"/>
                  <a:gd name="T11" fmla="*/ 0 h 1334"/>
                  <a:gd name="T12" fmla="*/ 1 w 976"/>
                  <a:gd name="T13" fmla="*/ 0 h 1334"/>
                  <a:gd name="T14" fmla="*/ 1 w 976"/>
                  <a:gd name="T15" fmla="*/ 0 h 1334"/>
                  <a:gd name="T16" fmla="*/ 1 w 976"/>
                  <a:gd name="T17" fmla="*/ 0 h 1334"/>
                  <a:gd name="T18" fmla="*/ 1 w 976"/>
                  <a:gd name="T19" fmla="*/ 0 h 1334"/>
                  <a:gd name="T20" fmla="*/ 1 w 976"/>
                  <a:gd name="T21" fmla="*/ 0 h 1334"/>
                  <a:gd name="T22" fmla="*/ 1 w 976"/>
                  <a:gd name="T23" fmla="*/ 0 h 1334"/>
                  <a:gd name="T24" fmla="*/ 1 w 976"/>
                  <a:gd name="T25" fmla="*/ 0 h 1334"/>
                  <a:gd name="T26" fmla="*/ 1 w 976"/>
                  <a:gd name="T27" fmla="*/ 0 h 1334"/>
                  <a:gd name="T28" fmla="*/ 1 w 976"/>
                  <a:gd name="T29" fmla="*/ 0 h 1334"/>
                  <a:gd name="T30" fmla="*/ 1 w 976"/>
                  <a:gd name="T31" fmla="*/ 0 h 1334"/>
                  <a:gd name="T32" fmla="*/ 1 w 976"/>
                  <a:gd name="T33" fmla="*/ 0 h 1334"/>
                  <a:gd name="T34" fmla="*/ 2 w 976"/>
                  <a:gd name="T35" fmla="*/ 0 h 1334"/>
                  <a:gd name="T36" fmla="*/ 2 w 976"/>
                  <a:gd name="T37" fmla="*/ 1 h 1334"/>
                  <a:gd name="T38" fmla="*/ 2 w 976"/>
                  <a:gd name="T39" fmla="*/ 1 h 1334"/>
                  <a:gd name="T40" fmla="*/ 1 w 976"/>
                  <a:gd name="T41" fmla="*/ 1 h 1334"/>
                  <a:gd name="T42" fmla="*/ 2 w 976"/>
                  <a:gd name="T43" fmla="*/ 1 h 1334"/>
                  <a:gd name="T44" fmla="*/ 2 w 976"/>
                  <a:gd name="T45" fmla="*/ 1 h 1334"/>
                  <a:gd name="T46" fmla="*/ 2 w 976"/>
                  <a:gd name="T47" fmla="*/ 1 h 1334"/>
                  <a:gd name="T48" fmla="*/ 2 w 976"/>
                  <a:gd name="T49" fmla="*/ 1 h 1334"/>
                  <a:gd name="T50" fmla="*/ 2 w 976"/>
                  <a:gd name="T51" fmla="*/ 1 h 1334"/>
                  <a:gd name="T52" fmla="*/ 2 w 976"/>
                  <a:gd name="T53" fmla="*/ 1 h 1334"/>
                  <a:gd name="T54" fmla="*/ 2 w 976"/>
                  <a:gd name="T55" fmla="*/ 1 h 1334"/>
                  <a:gd name="T56" fmla="*/ 2 w 976"/>
                  <a:gd name="T57" fmla="*/ 2 h 1334"/>
                  <a:gd name="T58" fmla="*/ 2 w 976"/>
                  <a:gd name="T59" fmla="*/ 2 h 1334"/>
                  <a:gd name="T60" fmla="*/ 2 w 976"/>
                  <a:gd name="T61" fmla="*/ 2 h 1334"/>
                  <a:gd name="T62" fmla="*/ 1 w 976"/>
                  <a:gd name="T63" fmla="*/ 3 h 1334"/>
                  <a:gd name="T64" fmla="*/ 1 w 976"/>
                  <a:gd name="T65" fmla="*/ 3 h 1334"/>
                  <a:gd name="T66" fmla="*/ 1 w 976"/>
                  <a:gd name="T67" fmla="*/ 2 h 1334"/>
                  <a:gd name="T68" fmla="*/ 2 w 976"/>
                  <a:gd name="T69" fmla="*/ 2 h 1334"/>
                  <a:gd name="T70" fmla="*/ 2 w 976"/>
                  <a:gd name="T71" fmla="*/ 2 h 1334"/>
                  <a:gd name="T72" fmla="*/ 1 w 976"/>
                  <a:gd name="T73" fmla="*/ 1 h 1334"/>
                  <a:gd name="T74" fmla="*/ 1 w 976"/>
                  <a:gd name="T75" fmla="*/ 1 h 1334"/>
                  <a:gd name="T76" fmla="*/ 1 w 976"/>
                  <a:gd name="T77" fmla="*/ 1 h 1334"/>
                  <a:gd name="T78" fmla="*/ 1 w 976"/>
                  <a:gd name="T79" fmla="*/ 1 h 1334"/>
                  <a:gd name="T80" fmla="*/ 1 w 976"/>
                  <a:gd name="T81" fmla="*/ 0 h 1334"/>
                  <a:gd name="T82" fmla="*/ 0 w 976"/>
                  <a:gd name="T83" fmla="*/ 1 h 13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76"/>
                  <a:gd name="T127" fmla="*/ 0 h 1334"/>
                  <a:gd name="T128" fmla="*/ 976 w 976"/>
                  <a:gd name="T129" fmla="*/ 1334 h 133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76" h="1334">
                    <a:moveTo>
                      <a:pt x="104" y="226"/>
                    </a:moveTo>
                    <a:lnTo>
                      <a:pt x="16" y="171"/>
                    </a:lnTo>
                    <a:lnTo>
                      <a:pt x="0" y="145"/>
                    </a:lnTo>
                    <a:lnTo>
                      <a:pt x="5" y="118"/>
                    </a:lnTo>
                    <a:lnTo>
                      <a:pt x="24" y="90"/>
                    </a:lnTo>
                    <a:lnTo>
                      <a:pt x="66" y="51"/>
                    </a:lnTo>
                    <a:lnTo>
                      <a:pt x="125" y="22"/>
                    </a:lnTo>
                    <a:lnTo>
                      <a:pt x="196" y="4"/>
                    </a:lnTo>
                    <a:lnTo>
                      <a:pt x="255" y="0"/>
                    </a:lnTo>
                    <a:lnTo>
                      <a:pt x="302" y="4"/>
                    </a:lnTo>
                    <a:lnTo>
                      <a:pt x="332" y="18"/>
                    </a:lnTo>
                    <a:lnTo>
                      <a:pt x="353" y="35"/>
                    </a:lnTo>
                    <a:lnTo>
                      <a:pt x="367" y="62"/>
                    </a:lnTo>
                    <a:lnTo>
                      <a:pt x="378" y="110"/>
                    </a:lnTo>
                    <a:lnTo>
                      <a:pt x="392" y="66"/>
                    </a:lnTo>
                    <a:lnTo>
                      <a:pt x="396" y="37"/>
                    </a:lnTo>
                    <a:lnTo>
                      <a:pt x="396" y="20"/>
                    </a:lnTo>
                    <a:lnTo>
                      <a:pt x="429" y="37"/>
                    </a:lnTo>
                    <a:lnTo>
                      <a:pt x="455" y="72"/>
                    </a:lnTo>
                    <a:lnTo>
                      <a:pt x="473" y="115"/>
                    </a:lnTo>
                    <a:lnTo>
                      <a:pt x="473" y="150"/>
                    </a:lnTo>
                    <a:lnTo>
                      <a:pt x="473" y="196"/>
                    </a:lnTo>
                    <a:lnTo>
                      <a:pt x="510" y="92"/>
                    </a:lnTo>
                    <a:lnTo>
                      <a:pt x="523" y="125"/>
                    </a:lnTo>
                    <a:lnTo>
                      <a:pt x="537" y="145"/>
                    </a:lnTo>
                    <a:lnTo>
                      <a:pt x="554" y="161"/>
                    </a:lnTo>
                    <a:lnTo>
                      <a:pt x="585" y="161"/>
                    </a:lnTo>
                    <a:lnTo>
                      <a:pt x="627" y="145"/>
                    </a:lnTo>
                    <a:lnTo>
                      <a:pt x="671" y="129"/>
                    </a:lnTo>
                    <a:lnTo>
                      <a:pt x="717" y="129"/>
                    </a:lnTo>
                    <a:lnTo>
                      <a:pt x="767" y="141"/>
                    </a:lnTo>
                    <a:lnTo>
                      <a:pt x="727" y="145"/>
                    </a:lnTo>
                    <a:lnTo>
                      <a:pt x="694" y="165"/>
                    </a:lnTo>
                    <a:lnTo>
                      <a:pt x="668" y="189"/>
                    </a:lnTo>
                    <a:lnTo>
                      <a:pt x="705" y="196"/>
                    </a:lnTo>
                    <a:lnTo>
                      <a:pt x="758" y="207"/>
                    </a:lnTo>
                    <a:lnTo>
                      <a:pt x="798" y="222"/>
                    </a:lnTo>
                    <a:lnTo>
                      <a:pt x="860" y="268"/>
                    </a:lnTo>
                    <a:lnTo>
                      <a:pt x="874" y="290"/>
                    </a:lnTo>
                    <a:lnTo>
                      <a:pt x="820" y="263"/>
                    </a:lnTo>
                    <a:lnTo>
                      <a:pt x="765" y="249"/>
                    </a:lnTo>
                    <a:lnTo>
                      <a:pt x="712" y="242"/>
                    </a:lnTo>
                    <a:lnTo>
                      <a:pt x="782" y="268"/>
                    </a:lnTo>
                    <a:lnTo>
                      <a:pt x="844" y="304"/>
                    </a:lnTo>
                    <a:lnTo>
                      <a:pt x="892" y="353"/>
                    </a:lnTo>
                    <a:lnTo>
                      <a:pt x="913" y="387"/>
                    </a:lnTo>
                    <a:lnTo>
                      <a:pt x="918" y="415"/>
                    </a:lnTo>
                    <a:lnTo>
                      <a:pt x="914" y="431"/>
                    </a:lnTo>
                    <a:lnTo>
                      <a:pt x="906" y="433"/>
                    </a:lnTo>
                    <a:lnTo>
                      <a:pt x="881" y="426"/>
                    </a:lnTo>
                    <a:lnTo>
                      <a:pt x="826" y="394"/>
                    </a:lnTo>
                    <a:lnTo>
                      <a:pt x="789" y="364"/>
                    </a:lnTo>
                    <a:lnTo>
                      <a:pt x="868" y="457"/>
                    </a:lnTo>
                    <a:lnTo>
                      <a:pt x="914" y="530"/>
                    </a:lnTo>
                    <a:lnTo>
                      <a:pt x="947" y="597"/>
                    </a:lnTo>
                    <a:lnTo>
                      <a:pt x="969" y="675"/>
                    </a:lnTo>
                    <a:lnTo>
                      <a:pt x="976" y="742"/>
                    </a:lnTo>
                    <a:lnTo>
                      <a:pt x="971" y="816"/>
                    </a:lnTo>
                    <a:lnTo>
                      <a:pt x="961" y="920"/>
                    </a:lnTo>
                    <a:lnTo>
                      <a:pt x="936" y="1012"/>
                    </a:lnTo>
                    <a:lnTo>
                      <a:pt x="890" y="1092"/>
                    </a:lnTo>
                    <a:lnTo>
                      <a:pt x="826" y="1169"/>
                    </a:lnTo>
                    <a:lnTo>
                      <a:pt x="740" y="1245"/>
                    </a:lnTo>
                    <a:lnTo>
                      <a:pt x="694" y="1277"/>
                    </a:lnTo>
                    <a:lnTo>
                      <a:pt x="641" y="1290"/>
                    </a:lnTo>
                    <a:lnTo>
                      <a:pt x="551" y="1334"/>
                    </a:lnTo>
                    <a:lnTo>
                      <a:pt x="622" y="1277"/>
                    </a:lnTo>
                    <a:lnTo>
                      <a:pt x="705" y="1176"/>
                    </a:lnTo>
                    <a:lnTo>
                      <a:pt x="747" y="1063"/>
                    </a:lnTo>
                    <a:lnTo>
                      <a:pt x="772" y="927"/>
                    </a:lnTo>
                    <a:lnTo>
                      <a:pt x="773" y="855"/>
                    </a:lnTo>
                    <a:lnTo>
                      <a:pt x="765" y="749"/>
                    </a:lnTo>
                    <a:lnTo>
                      <a:pt x="747" y="679"/>
                    </a:lnTo>
                    <a:lnTo>
                      <a:pt x="727" y="622"/>
                    </a:lnTo>
                    <a:lnTo>
                      <a:pt x="712" y="587"/>
                    </a:lnTo>
                    <a:lnTo>
                      <a:pt x="703" y="523"/>
                    </a:lnTo>
                    <a:lnTo>
                      <a:pt x="681" y="433"/>
                    </a:lnTo>
                    <a:lnTo>
                      <a:pt x="657" y="387"/>
                    </a:lnTo>
                    <a:lnTo>
                      <a:pt x="572" y="263"/>
                    </a:lnTo>
                    <a:lnTo>
                      <a:pt x="537" y="237"/>
                    </a:lnTo>
                    <a:lnTo>
                      <a:pt x="494" y="222"/>
                    </a:lnTo>
                    <a:lnTo>
                      <a:pt x="455" y="217"/>
                    </a:lnTo>
                    <a:lnTo>
                      <a:pt x="389" y="226"/>
                    </a:lnTo>
                    <a:lnTo>
                      <a:pt x="215" y="281"/>
                    </a:lnTo>
                    <a:lnTo>
                      <a:pt x="104" y="2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7" name="Freeform 140">
                <a:extLst>
                  <a:ext uri="{FF2B5EF4-FFF2-40B4-BE49-F238E27FC236}">
                    <a16:creationId xmlns:a16="http://schemas.microsoft.com/office/drawing/2014/main" id="{5687D118-420E-3240-8E66-9039C4EA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545"/>
                <a:ext cx="179" cy="117"/>
              </a:xfrm>
              <a:custGeom>
                <a:avLst/>
                <a:gdLst>
                  <a:gd name="T0" fmla="*/ 0 w 1435"/>
                  <a:gd name="T1" fmla="*/ 1 h 931"/>
                  <a:gd name="T2" fmla="*/ 0 w 1435"/>
                  <a:gd name="T3" fmla="*/ 1 h 931"/>
                  <a:gd name="T4" fmla="*/ 0 w 1435"/>
                  <a:gd name="T5" fmla="*/ 1 h 931"/>
                  <a:gd name="T6" fmla="*/ 0 w 1435"/>
                  <a:gd name="T7" fmla="*/ 1 h 931"/>
                  <a:gd name="T8" fmla="*/ 1 w 1435"/>
                  <a:gd name="T9" fmla="*/ 0 h 931"/>
                  <a:gd name="T10" fmla="*/ 1 w 1435"/>
                  <a:gd name="T11" fmla="*/ 0 h 931"/>
                  <a:gd name="T12" fmla="*/ 1 w 1435"/>
                  <a:gd name="T13" fmla="*/ 0 h 931"/>
                  <a:gd name="T14" fmla="*/ 1 w 1435"/>
                  <a:gd name="T15" fmla="*/ 0 h 931"/>
                  <a:gd name="T16" fmla="*/ 1 w 1435"/>
                  <a:gd name="T17" fmla="*/ 0 h 931"/>
                  <a:gd name="T18" fmla="*/ 1 w 1435"/>
                  <a:gd name="T19" fmla="*/ 0 h 931"/>
                  <a:gd name="T20" fmla="*/ 2 w 1435"/>
                  <a:gd name="T21" fmla="*/ 0 h 931"/>
                  <a:gd name="T22" fmla="*/ 2 w 1435"/>
                  <a:gd name="T23" fmla="*/ 0 h 931"/>
                  <a:gd name="T24" fmla="*/ 2 w 1435"/>
                  <a:gd name="T25" fmla="*/ 0 h 931"/>
                  <a:gd name="T26" fmla="*/ 2 w 1435"/>
                  <a:gd name="T27" fmla="*/ 1 h 931"/>
                  <a:gd name="T28" fmla="*/ 2 w 1435"/>
                  <a:gd name="T29" fmla="*/ 0 h 931"/>
                  <a:gd name="T30" fmla="*/ 2 w 1435"/>
                  <a:gd name="T31" fmla="*/ 0 h 931"/>
                  <a:gd name="T32" fmla="*/ 2 w 1435"/>
                  <a:gd name="T33" fmla="*/ 0 h 931"/>
                  <a:gd name="T34" fmla="*/ 2 w 1435"/>
                  <a:gd name="T35" fmla="*/ 0 h 931"/>
                  <a:gd name="T36" fmla="*/ 2 w 1435"/>
                  <a:gd name="T37" fmla="*/ 0 h 931"/>
                  <a:gd name="T38" fmla="*/ 2 w 1435"/>
                  <a:gd name="T39" fmla="*/ 1 h 931"/>
                  <a:gd name="T40" fmla="*/ 3 w 1435"/>
                  <a:gd name="T41" fmla="*/ 1 h 931"/>
                  <a:gd name="T42" fmla="*/ 3 w 1435"/>
                  <a:gd name="T43" fmla="*/ 1 h 931"/>
                  <a:gd name="T44" fmla="*/ 3 w 1435"/>
                  <a:gd name="T45" fmla="*/ 2 h 931"/>
                  <a:gd name="T46" fmla="*/ 3 w 1435"/>
                  <a:gd name="T47" fmla="*/ 1 h 931"/>
                  <a:gd name="T48" fmla="*/ 3 w 1435"/>
                  <a:gd name="T49" fmla="*/ 1 h 931"/>
                  <a:gd name="T50" fmla="*/ 2 w 1435"/>
                  <a:gd name="T51" fmla="*/ 1 h 931"/>
                  <a:gd name="T52" fmla="*/ 2 w 1435"/>
                  <a:gd name="T53" fmla="*/ 0 h 931"/>
                  <a:gd name="T54" fmla="*/ 2 w 1435"/>
                  <a:gd name="T55" fmla="*/ 0 h 931"/>
                  <a:gd name="T56" fmla="*/ 2 w 1435"/>
                  <a:gd name="T57" fmla="*/ 0 h 931"/>
                  <a:gd name="T58" fmla="*/ 2 w 1435"/>
                  <a:gd name="T59" fmla="*/ 0 h 931"/>
                  <a:gd name="T60" fmla="*/ 2 w 1435"/>
                  <a:gd name="T61" fmla="*/ 0 h 931"/>
                  <a:gd name="T62" fmla="*/ 1 w 1435"/>
                  <a:gd name="T63" fmla="*/ 0 h 931"/>
                  <a:gd name="T64" fmla="*/ 1 w 1435"/>
                  <a:gd name="T65" fmla="*/ 0 h 931"/>
                  <a:gd name="T66" fmla="*/ 1 w 1435"/>
                  <a:gd name="T67" fmla="*/ 0 h 931"/>
                  <a:gd name="T68" fmla="*/ 1 w 1435"/>
                  <a:gd name="T69" fmla="*/ 0 h 931"/>
                  <a:gd name="T70" fmla="*/ 1 w 1435"/>
                  <a:gd name="T71" fmla="*/ 0 h 931"/>
                  <a:gd name="T72" fmla="*/ 0 w 1435"/>
                  <a:gd name="T73" fmla="*/ 1 h 931"/>
                  <a:gd name="T74" fmla="*/ 0 w 1435"/>
                  <a:gd name="T75" fmla="*/ 1 h 931"/>
                  <a:gd name="T76" fmla="*/ 0 w 1435"/>
                  <a:gd name="T77" fmla="*/ 1 h 931"/>
                  <a:gd name="T78" fmla="*/ 0 w 1435"/>
                  <a:gd name="T79" fmla="*/ 1 h 93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35"/>
                  <a:gd name="T121" fmla="*/ 0 h 931"/>
                  <a:gd name="T122" fmla="*/ 1435 w 1435"/>
                  <a:gd name="T123" fmla="*/ 931 h 93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35" h="931">
                    <a:moveTo>
                      <a:pt x="0" y="597"/>
                    </a:moveTo>
                    <a:lnTo>
                      <a:pt x="15" y="516"/>
                    </a:lnTo>
                    <a:lnTo>
                      <a:pt x="59" y="442"/>
                    </a:lnTo>
                    <a:lnTo>
                      <a:pt x="103" y="394"/>
                    </a:lnTo>
                    <a:lnTo>
                      <a:pt x="151" y="354"/>
                    </a:lnTo>
                    <a:lnTo>
                      <a:pt x="160" y="325"/>
                    </a:lnTo>
                    <a:lnTo>
                      <a:pt x="202" y="281"/>
                    </a:lnTo>
                    <a:lnTo>
                      <a:pt x="248" y="253"/>
                    </a:lnTo>
                    <a:lnTo>
                      <a:pt x="298" y="237"/>
                    </a:lnTo>
                    <a:lnTo>
                      <a:pt x="301" y="216"/>
                    </a:lnTo>
                    <a:lnTo>
                      <a:pt x="323" y="184"/>
                    </a:lnTo>
                    <a:lnTo>
                      <a:pt x="363" y="158"/>
                    </a:lnTo>
                    <a:lnTo>
                      <a:pt x="400" y="147"/>
                    </a:lnTo>
                    <a:lnTo>
                      <a:pt x="415" y="90"/>
                    </a:lnTo>
                    <a:lnTo>
                      <a:pt x="457" y="50"/>
                    </a:lnTo>
                    <a:lnTo>
                      <a:pt x="518" y="29"/>
                    </a:lnTo>
                    <a:lnTo>
                      <a:pt x="589" y="11"/>
                    </a:lnTo>
                    <a:lnTo>
                      <a:pt x="657" y="13"/>
                    </a:lnTo>
                    <a:lnTo>
                      <a:pt x="745" y="27"/>
                    </a:lnTo>
                    <a:lnTo>
                      <a:pt x="801" y="50"/>
                    </a:lnTo>
                    <a:lnTo>
                      <a:pt x="815" y="29"/>
                    </a:lnTo>
                    <a:lnTo>
                      <a:pt x="861" y="35"/>
                    </a:lnTo>
                    <a:lnTo>
                      <a:pt x="888" y="64"/>
                    </a:lnTo>
                    <a:lnTo>
                      <a:pt x="909" y="97"/>
                    </a:lnTo>
                    <a:lnTo>
                      <a:pt x="914" y="136"/>
                    </a:lnTo>
                    <a:lnTo>
                      <a:pt x="914" y="189"/>
                    </a:lnTo>
                    <a:lnTo>
                      <a:pt x="914" y="257"/>
                    </a:lnTo>
                    <a:lnTo>
                      <a:pt x="944" y="251"/>
                    </a:lnTo>
                    <a:lnTo>
                      <a:pt x="958" y="158"/>
                    </a:lnTo>
                    <a:lnTo>
                      <a:pt x="964" y="124"/>
                    </a:lnTo>
                    <a:lnTo>
                      <a:pt x="982" y="101"/>
                    </a:lnTo>
                    <a:lnTo>
                      <a:pt x="1008" y="83"/>
                    </a:lnTo>
                    <a:lnTo>
                      <a:pt x="1063" y="77"/>
                    </a:lnTo>
                    <a:lnTo>
                      <a:pt x="1110" y="85"/>
                    </a:lnTo>
                    <a:lnTo>
                      <a:pt x="1177" y="112"/>
                    </a:lnTo>
                    <a:lnTo>
                      <a:pt x="1221" y="163"/>
                    </a:lnTo>
                    <a:lnTo>
                      <a:pt x="1237" y="189"/>
                    </a:lnTo>
                    <a:lnTo>
                      <a:pt x="1215" y="196"/>
                    </a:lnTo>
                    <a:lnTo>
                      <a:pt x="1266" y="216"/>
                    </a:lnTo>
                    <a:lnTo>
                      <a:pt x="1316" y="290"/>
                    </a:lnTo>
                    <a:lnTo>
                      <a:pt x="1362" y="382"/>
                    </a:lnTo>
                    <a:lnTo>
                      <a:pt x="1395" y="481"/>
                    </a:lnTo>
                    <a:lnTo>
                      <a:pt x="1409" y="571"/>
                    </a:lnTo>
                    <a:lnTo>
                      <a:pt x="1419" y="686"/>
                    </a:lnTo>
                    <a:lnTo>
                      <a:pt x="1419" y="778"/>
                    </a:lnTo>
                    <a:lnTo>
                      <a:pt x="1410" y="931"/>
                    </a:lnTo>
                    <a:lnTo>
                      <a:pt x="1430" y="791"/>
                    </a:lnTo>
                    <a:lnTo>
                      <a:pt x="1435" y="682"/>
                    </a:lnTo>
                    <a:lnTo>
                      <a:pt x="1424" y="549"/>
                    </a:lnTo>
                    <a:lnTo>
                      <a:pt x="1400" y="451"/>
                    </a:lnTo>
                    <a:lnTo>
                      <a:pt x="1356" y="334"/>
                    </a:lnTo>
                    <a:lnTo>
                      <a:pt x="1301" y="233"/>
                    </a:lnTo>
                    <a:lnTo>
                      <a:pt x="1262" y="196"/>
                    </a:lnTo>
                    <a:lnTo>
                      <a:pt x="1237" y="147"/>
                    </a:lnTo>
                    <a:lnTo>
                      <a:pt x="1177" y="90"/>
                    </a:lnTo>
                    <a:lnTo>
                      <a:pt x="1114" y="59"/>
                    </a:lnTo>
                    <a:lnTo>
                      <a:pt x="1045" y="44"/>
                    </a:lnTo>
                    <a:lnTo>
                      <a:pt x="982" y="32"/>
                    </a:lnTo>
                    <a:lnTo>
                      <a:pt x="942" y="35"/>
                    </a:lnTo>
                    <a:lnTo>
                      <a:pt x="927" y="55"/>
                    </a:lnTo>
                    <a:lnTo>
                      <a:pt x="921" y="77"/>
                    </a:lnTo>
                    <a:lnTo>
                      <a:pt x="888" y="35"/>
                    </a:lnTo>
                    <a:lnTo>
                      <a:pt x="840" y="20"/>
                    </a:lnTo>
                    <a:lnTo>
                      <a:pt x="764" y="11"/>
                    </a:lnTo>
                    <a:lnTo>
                      <a:pt x="644" y="0"/>
                    </a:lnTo>
                    <a:lnTo>
                      <a:pt x="561" y="0"/>
                    </a:lnTo>
                    <a:lnTo>
                      <a:pt x="474" y="27"/>
                    </a:lnTo>
                    <a:lnTo>
                      <a:pt x="423" y="59"/>
                    </a:lnTo>
                    <a:lnTo>
                      <a:pt x="395" y="85"/>
                    </a:lnTo>
                    <a:lnTo>
                      <a:pt x="376" y="121"/>
                    </a:lnTo>
                    <a:lnTo>
                      <a:pt x="374" y="147"/>
                    </a:lnTo>
                    <a:lnTo>
                      <a:pt x="328" y="170"/>
                    </a:lnTo>
                    <a:lnTo>
                      <a:pt x="289" y="200"/>
                    </a:lnTo>
                    <a:lnTo>
                      <a:pt x="264" y="226"/>
                    </a:lnTo>
                    <a:lnTo>
                      <a:pt x="183" y="266"/>
                    </a:lnTo>
                    <a:lnTo>
                      <a:pt x="149" y="310"/>
                    </a:lnTo>
                    <a:lnTo>
                      <a:pt x="134" y="352"/>
                    </a:lnTo>
                    <a:lnTo>
                      <a:pt x="72" y="407"/>
                    </a:lnTo>
                    <a:lnTo>
                      <a:pt x="44" y="451"/>
                    </a:lnTo>
                    <a:lnTo>
                      <a:pt x="10" y="509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8" name="Freeform 141">
                <a:extLst>
                  <a:ext uri="{FF2B5EF4-FFF2-40B4-BE49-F238E27FC236}">
                    <a16:creationId xmlns:a16="http://schemas.microsoft.com/office/drawing/2014/main" id="{3A6F9CCD-7766-EF44-8C25-26789E01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654"/>
                <a:ext cx="11" cy="13"/>
              </a:xfrm>
              <a:custGeom>
                <a:avLst/>
                <a:gdLst>
                  <a:gd name="T0" fmla="*/ 0 w 93"/>
                  <a:gd name="T1" fmla="*/ 0 h 104"/>
                  <a:gd name="T2" fmla="*/ 0 w 93"/>
                  <a:gd name="T3" fmla="*/ 0 h 104"/>
                  <a:gd name="T4" fmla="*/ 0 w 93"/>
                  <a:gd name="T5" fmla="*/ 0 h 104"/>
                  <a:gd name="T6" fmla="*/ 0 w 93"/>
                  <a:gd name="T7" fmla="*/ 0 h 104"/>
                  <a:gd name="T8" fmla="*/ 0 w 93"/>
                  <a:gd name="T9" fmla="*/ 0 h 104"/>
                  <a:gd name="T10" fmla="*/ 0 w 93"/>
                  <a:gd name="T11" fmla="*/ 0 h 104"/>
                  <a:gd name="T12" fmla="*/ 0 w 93"/>
                  <a:gd name="T13" fmla="*/ 0 h 104"/>
                  <a:gd name="T14" fmla="*/ 0 w 93"/>
                  <a:gd name="T15" fmla="*/ 0 h 104"/>
                  <a:gd name="T16" fmla="*/ 0 w 93"/>
                  <a:gd name="T17" fmla="*/ 0 h 104"/>
                  <a:gd name="T18" fmla="*/ 0 w 93"/>
                  <a:gd name="T19" fmla="*/ 0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104"/>
                  <a:gd name="T32" fmla="*/ 93 w 93"/>
                  <a:gd name="T33" fmla="*/ 104 h 10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104">
                    <a:moveTo>
                      <a:pt x="12" y="10"/>
                    </a:moveTo>
                    <a:lnTo>
                      <a:pt x="12" y="25"/>
                    </a:lnTo>
                    <a:lnTo>
                      <a:pt x="0" y="65"/>
                    </a:lnTo>
                    <a:lnTo>
                      <a:pt x="5" y="74"/>
                    </a:lnTo>
                    <a:lnTo>
                      <a:pt x="93" y="104"/>
                    </a:lnTo>
                    <a:lnTo>
                      <a:pt x="59" y="83"/>
                    </a:lnTo>
                    <a:lnTo>
                      <a:pt x="53" y="54"/>
                    </a:lnTo>
                    <a:lnTo>
                      <a:pt x="58" y="39"/>
                    </a:lnTo>
                    <a:lnTo>
                      <a:pt x="75" y="0"/>
                    </a:lnTo>
                    <a:lnTo>
                      <a:pt x="1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89" name="Freeform 142">
                <a:extLst>
                  <a:ext uri="{FF2B5EF4-FFF2-40B4-BE49-F238E27FC236}">
                    <a16:creationId xmlns:a16="http://schemas.microsoft.com/office/drawing/2014/main" id="{8237A908-BA6B-A94B-8244-CA9AA6F66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76"/>
                <a:ext cx="34" cy="10"/>
              </a:xfrm>
              <a:custGeom>
                <a:avLst/>
                <a:gdLst>
                  <a:gd name="T0" fmla="*/ 0 w 268"/>
                  <a:gd name="T1" fmla="*/ 0 h 79"/>
                  <a:gd name="T2" fmla="*/ 0 w 268"/>
                  <a:gd name="T3" fmla="*/ 0 h 79"/>
                  <a:gd name="T4" fmla="*/ 0 w 268"/>
                  <a:gd name="T5" fmla="*/ 0 h 79"/>
                  <a:gd name="T6" fmla="*/ 0 w 268"/>
                  <a:gd name="T7" fmla="*/ 0 h 79"/>
                  <a:gd name="T8" fmla="*/ 0 w 268"/>
                  <a:gd name="T9" fmla="*/ 0 h 79"/>
                  <a:gd name="T10" fmla="*/ 0 w 268"/>
                  <a:gd name="T11" fmla="*/ 0 h 79"/>
                  <a:gd name="T12" fmla="*/ 0 w 268"/>
                  <a:gd name="T13" fmla="*/ 0 h 79"/>
                  <a:gd name="T14" fmla="*/ 1 w 268"/>
                  <a:gd name="T15" fmla="*/ 0 h 79"/>
                  <a:gd name="T16" fmla="*/ 1 w 268"/>
                  <a:gd name="T17" fmla="*/ 0 h 79"/>
                  <a:gd name="T18" fmla="*/ 1 w 268"/>
                  <a:gd name="T19" fmla="*/ 0 h 79"/>
                  <a:gd name="T20" fmla="*/ 1 w 268"/>
                  <a:gd name="T21" fmla="*/ 0 h 79"/>
                  <a:gd name="T22" fmla="*/ 0 w 268"/>
                  <a:gd name="T23" fmla="*/ 0 h 79"/>
                  <a:gd name="T24" fmla="*/ 0 w 268"/>
                  <a:gd name="T25" fmla="*/ 0 h 79"/>
                  <a:gd name="T26" fmla="*/ 0 w 268"/>
                  <a:gd name="T27" fmla="*/ 0 h 79"/>
                  <a:gd name="T28" fmla="*/ 0 w 268"/>
                  <a:gd name="T29" fmla="*/ 0 h 79"/>
                  <a:gd name="T30" fmla="*/ 0 w 268"/>
                  <a:gd name="T31" fmla="*/ 0 h 79"/>
                  <a:gd name="T32" fmla="*/ 0 w 268"/>
                  <a:gd name="T33" fmla="*/ 0 h 79"/>
                  <a:gd name="T34" fmla="*/ 0 w 268"/>
                  <a:gd name="T35" fmla="*/ 0 h 79"/>
                  <a:gd name="T36" fmla="*/ 0 w 268"/>
                  <a:gd name="T37" fmla="*/ 0 h 7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68"/>
                  <a:gd name="T58" fmla="*/ 0 h 79"/>
                  <a:gd name="T59" fmla="*/ 268 w 268"/>
                  <a:gd name="T60" fmla="*/ 79 h 7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68" h="79">
                    <a:moveTo>
                      <a:pt x="0" y="79"/>
                    </a:moveTo>
                    <a:lnTo>
                      <a:pt x="64" y="24"/>
                    </a:lnTo>
                    <a:lnTo>
                      <a:pt x="108" y="9"/>
                    </a:lnTo>
                    <a:lnTo>
                      <a:pt x="134" y="2"/>
                    </a:lnTo>
                    <a:lnTo>
                      <a:pt x="159" y="9"/>
                    </a:lnTo>
                    <a:lnTo>
                      <a:pt x="169" y="2"/>
                    </a:lnTo>
                    <a:lnTo>
                      <a:pt x="196" y="0"/>
                    </a:lnTo>
                    <a:lnTo>
                      <a:pt x="222" y="2"/>
                    </a:lnTo>
                    <a:lnTo>
                      <a:pt x="246" y="21"/>
                    </a:lnTo>
                    <a:lnTo>
                      <a:pt x="268" y="60"/>
                    </a:lnTo>
                    <a:lnTo>
                      <a:pt x="237" y="39"/>
                    </a:lnTo>
                    <a:lnTo>
                      <a:pt x="206" y="28"/>
                    </a:lnTo>
                    <a:lnTo>
                      <a:pt x="191" y="28"/>
                    </a:lnTo>
                    <a:lnTo>
                      <a:pt x="152" y="28"/>
                    </a:lnTo>
                    <a:lnTo>
                      <a:pt x="97" y="39"/>
                    </a:lnTo>
                    <a:lnTo>
                      <a:pt x="60" y="55"/>
                    </a:lnTo>
                    <a:lnTo>
                      <a:pt x="33" y="74"/>
                    </a:lnTo>
                    <a:lnTo>
                      <a:pt x="11" y="7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0" name="Freeform 143">
                <a:extLst>
                  <a:ext uri="{FF2B5EF4-FFF2-40B4-BE49-F238E27FC236}">
                    <a16:creationId xmlns:a16="http://schemas.microsoft.com/office/drawing/2014/main" id="{FF8BC720-7738-7A4F-9009-661CEE9A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683"/>
                <a:ext cx="36" cy="9"/>
              </a:xfrm>
              <a:custGeom>
                <a:avLst/>
                <a:gdLst>
                  <a:gd name="T0" fmla="*/ 0 w 285"/>
                  <a:gd name="T1" fmla="*/ 0 h 72"/>
                  <a:gd name="T2" fmla="*/ 0 w 285"/>
                  <a:gd name="T3" fmla="*/ 0 h 72"/>
                  <a:gd name="T4" fmla="*/ 0 w 285"/>
                  <a:gd name="T5" fmla="*/ 0 h 72"/>
                  <a:gd name="T6" fmla="*/ 0 w 285"/>
                  <a:gd name="T7" fmla="*/ 0 h 72"/>
                  <a:gd name="T8" fmla="*/ 1 w 285"/>
                  <a:gd name="T9" fmla="*/ 0 h 72"/>
                  <a:gd name="T10" fmla="*/ 1 w 285"/>
                  <a:gd name="T11" fmla="*/ 0 h 72"/>
                  <a:gd name="T12" fmla="*/ 1 w 285"/>
                  <a:gd name="T13" fmla="*/ 0 h 72"/>
                  <a:gd name="T14" fmla="*/ 1 w 285"/>
                  <a:gd name="T15" fmla="*/ 0 h 72"/>
                  <a:gd name="T16" fmla="*/ 1 w 285"/>
                  <a:gd name="T17" fmla="*/ 0 h 72"/>
                  <a:gd name="T18" fmla="*/ 0 w 285"/>
                  <a:gd name="T19" fmla="*/ 0 h 72"/>
                  <a:gd name="T20" fmla="*/ 1 w 285"/>
                  <a:gd name="T21" fmla="*/ 0 h 72"/>
                  <a:gd name="T22" fmla="*/ 1 w 285"/>
                  <a:gd name="T23" fmla="*/ 0 h 72"/>
                  <a:gd name="T24" fmla="*/ 1 w 285"/>
                  <a:gd name="T25" fmla="*/ 0 h 72"/>
                  <a:gd name="T26" fmla="*/ 0 w 285"/>
                  <a:gd name="T27" fmla="*/ 0 h 72"/>
                  <a:gd name="T28" fmla="*/ 0 w 285"/>
                  <a:gd name="T29" fmla="*/ 0 h 72"/>
                  <a:gd name="T30" fmla="*/ 0 w 285"/>
                  <a:gd name="T31" fmla="*/ 0 h 72"/>
                  <a:gd name="T32" fmla="*/ 0 w 285"/>
                  <a:gd name="T33" fmla="*/ 0 h 72"/>
                  <a:gd name="T34" fmla="*/ 0 w 285"/>
                  <a:gd name="T35" fmla="*/ 0 h 72"/>
                  <a:gd name="T36" fmla="*/ 0 w 285"/>
                  <a:gd name="T37" fmla="*/ 0 h 72"/>
                  <a:gd name="T38" fmla="*/ 0 w 285"/>
                  <a:gd name="T39" fmla="*/ 0 h 72"/>
                  <a:gd name="T40" fmla="*/ 0 w 285"/>
                  <a:gd name="T41" fmla="*/ 0 h 72"/>
                  <a:gd name="T42" fmla="*/ 0 w 285"/>
                  <a:gd name="T43" fmla="*/ 0 h 72"/>
                  <a:gd name="T44" fmla="*/ 0 w 285"/>
                  <a:gd name="T45" fmla="*/ 0 h 72"/>
                  <a:gd name="T46" fmla="*/ 0 w 285"/>
                  <a:gd name="T47" fmla="*/ 0 h 72"/>
                  <a:gd name="T48" fmla="*/ 0 w 285"/>
                  <a:gd name="T49" fmla="*/ 0 h 72"/>
                  <a:gd name="T50" fmla="*/ 0 w 285"/>
                  <a:gd name="T51" fmla="*/ 0 h 72"/>
                  <a:gd name="T52" fmla="*/ 0 w 285"/>
                  <a:gd name="T53" fmla="*/ 0 h 72"/>
                  <a:gd name="T54" fmla="*/ 0 w 285"/>
                  <a:gd name="T55" fmla="*/ 0 h 72"/>
                  <a:gd name="T56" fmla="*/ 0 w 285"/>
                  <a:gd name="T57" fmla="*/ 0 h 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85"/>
                  <a:gd name="T88" fmla="*/ 0 h 72"/>
                  <a:gd name="T89" fmla="*/ 285 w 285"/>
                  <a:gd name="T90" fmla="*/ 72 h 7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85" h="72">
                    <a:moveTo>
                      <a:pt x="48" y="19"/>
                    </a:moveTo>
                    <a:lnTo>
                      <a:pt x="96" y="26"/>
                    </a:lnTo>
                    <a:lnTo>
                      <a:pt x="138" y="31"/>
                    </a:lnTo>
                    <a:lnTo>
                      <a:pt x="189" y="26"/>
                    </a:lnTo>
                    <a:lnTo>
                      <a:pt x="246" y="17"/>
                    </a:lnTo>
                    <a:lnTo>
                      <a:pt x="285" y="0"/>
                    </a:lnTo>
                    <a:lnTo>
                      <a:pt x="285" y="9"/>
                    </a:lnTo>
                    <a:lnTo>
                      <a:pt x="266" y="40"/>
                    </a:lnTo>
                    <a:lnTo>
                      <a:pt x="242" y="61"/>
                    </a:lnTo>
                    <a:lnTo>
                      <a:pt x="204" y="68"/>
                    </a:lnTo>
                    <a:lnTo>
                      <a:pt x="239" y="53"/>
                    </a:lnTo>
                    <a:lnTo>
                      <a:pt x="255" y="31"/>
                    </a:lnTo>
                    <a:lnTo>
                      <a:pt x="255" y="26"/>
                    </a:lnTo>
                    <a:lnTo>
                      <a:pt x="216" y="31"/>
                    </a:lnTo>
                    <a:lnTo>
                      <a:pt x="172" y="40"/>
                    </a:lnTo>
                    <a:lnTo>
                      <a:pt x="128" y="40"/>
                    </a:lnTo>
                    <a:lnTo>
                      <a:pt x="99" y="42"/>
                    </a:lnTo>
                    <a:lnTo>
                      <a:pt x="110" y="55"/>
                    </a:lnTo>
                    <a:lnTo>
                      <a:pt x="149" y="68"/>
                    </a:lnTo>
                    <a:lnTo>
                      <a:pt x="172" y="72"/>
                    </a:lnTo>
                    <a:lnTo>
                      <a:pt x="126" y="68"/>
                    </a:lnTo>
                    <a:lnTo>
                      <a:pt x="87" y="61"/>
                    </a:lnTo>
                    <a:lnTo>
                      <a:pt x="66" y="42"/>
                    </a:lnTo>
                    <a:lnTo>
                      <a:pt x="46" y="26"/>
                    </a:lnTo>
                    <a:lnTo>
                      <a:pt x="36" y="24"/>
                    </a:lnTo>
                    <a:lnTo>
                      <a:pt x="11" y="40"/>
                    </a:lnTo>
                    <a:lnTo>
                      <a:pt x="0" y="19"/>
                    </a:lnTo>
                    <a:lnTo>
                      <a:pt x="15" y="5"/>
                    </a:lnTo>
                    <a:lnTo>
                      <a:pt x="4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1" name="Freeform 144">
                <a:extLst>
                  <a:ext uri="{FF2B5EF4-FFF2-40B4-BE49-F238E27FC236}">
                    <a16:creationId xmlns:a16="http://schemas.microsoft.com/office/drawing/2014/main" id="{2EB32E48-68F6-084A-BDB1-B98023646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80"/>
                <a:ext cx="2" cy="4"/>
              </a:xfrm>
              <a:custGeom>
                <a:avLst/>
                <a:gdLst>
                  <a:gd name="T0" fmla="*/ 0 w 23"/>
                  <a:gd name="T1" fmla="*/ 0 h 38"/>
                  <a:gd name="T2" fmla="*/ 0 w 23"/>
                  <a:gd name="T3" fmla="*/ 0 h 38"/>
                  <a:gd name="T4" fmla="*/ 0 w 23"/>
                  <a:gd name="T5" fmla="*/ 0 h 38"/>
                  <a:gd name="T6" fmla="*/ 0 w 23"/>
                  <a:gd name="T7" fmla="*/ 0 h 38"/>
                  <a:gd name="T8" fmla="*/ 0 w 23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38"/>
                  <a:gd name="T17" fmla="*/ 23 w 23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38">
                    <a:moveTo>
                      <a:pt x="0" y="27"/>
                    </a:moveTo>
                    <a:lnTo>
                      <a:pt x="7" y="0"/>
                    </a:lnTo>
                    <a:lnTo>
                      <a:pt x="23" y="11"/>
                    </a:lnTo>
                    <a:lnTo>
                      <a:pt x="7" y="38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2" name="Line 145">
                <a:extLst>
                  <a:ext uri="{FF2B5EF4-FFF2-40B4-BE49-F238E27FC236}">
                    <a16:creationId xmlns:a16="http://schemas.microsoft.com/office/drawing/2014/main" id="{37B44FE4-A70A-524E-8E51-56EFE010E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6" y="2652"/>
                <a:ext cx="1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3" name="Line 146">
                <a:extLst>
                  <a:ext uri="{FF2B5EF4-FFF2-40B4-BE49-F238E27FC236}">
                    <a16:creationId xmlns:a16="http://schemas.microsoft.com/office/drawing/2014/main" id="{11818823-0609-BA45-B1BE-6FFF9C48A5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8" y="2650"/>
                <a:ext cx="13" cy="2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4" name="Line 147">
                <a:extLst>
                  <a:ext uri="{FF2B5EF4-FFF2-40B4-BE49-F238E27FC236}">
                    <a16:creationId xmlns:a16="http://schemas.microsoft.com/office/drawing/2014/main" id="{D21F8E66-312B-1F41-A03C-6CF8BE318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2654"/>
                <a:ext cx="12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5" name="Line 148">
                <a:extLst>
                  <a:ext uri="{FF2B5EF4-FFF2-40B4-BE49-F238E27FC236}">
                    <a16:creationId xmlns:a16="http://schemas.microsoft.com/office/drawing/2014/main" id="{449882BF-885A-354E-B35E-4DB7CF60F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0" y="2658"/>
                <a:ext cx="7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6" name="Freeform 149">
                <a:extLst>
                  <a:ext uri="{FF2B5EF4-FFF2-40B4-BE49-F238E27FC236}">
                    <a16:creationId xmlns:a16="http://schemas.microsoft.com/office/drawing/2014/main" id="{352D0D31-5125-C948-AAA0-81347964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697"/>
                <a:ext cx="41" cy="58"/>
              </a:xfrm>
              <a:custGeom>
                <a:avLst/>
                <a:gdLst>
                  <a:gd name="T0" fmla="*/ 0 w 335"/>
                  <a:gd name="T1" fmla="*/ 0 h 471"/>
                  <a:gd name="T2" fmla="*/ 0 w 335"/>
                  <a:gd name="T3" fmla="*/ 0 h 471"/>
                  <a:gd name="T4" fmla="*/ 0 w 335"/>
                  <a:gd name="T5" fmla="*/ 0 h 471"/>
                  <a:gd name="T6" fmla="*/ 0 w 335"/>
                  <a:gd name="T7" fmla="*/ 0 h 471"/>
                  <a:gd name="T8" fmla="*/ 0 w 335"/>
                  <a:gd name="T9" fmla="*/ 1 h 471"/>
                  <a:gd name="T10" fmla="*/ 0 w 335"/>
                  <a:gd name="T11" fmla="*/ 1 h 471"/>
                  <a:gd name="T12" fmla="*/ 0 w 335"/>
                  <a:gd name="T13" fmla="*/ 1 h 471"/>
                  <a:gd name="T14" fmla="*/ 0 w 335"/>
                  <a:gd name="T15" fmla="*/ 1 h 471"/>
                  <a:gd name="T16" fmla="*/ 0 w 335"/>
                  <a:gd name="T17" fmla="*/ 1 h 471"/>
                  <a:gd name="T18" fmla="*/ 0 w 335"/>
                  <a:gd name="T19" fmla="*/ 1 h 471"/>
                  <a:gd name="T20" fmla="*/ 0 w 335"/>
                  <a:gd name="T21" fmla="*/ 0 h 471"/>
                  <a:gd name="T22" fmla="*/ 0 w 335"/>
                  <a:gd name="T23" fmla="*/ 0 h 471"/>
                  <a:gd name="T24" fmla="*/ 0 w 335"/>
                  <a:gd name="T25" fmla="*/ 0 h 471"/>
                  <a:gd name="T26" fmla="*/ 0 w 335"/>
                  <a:gd name="T27" fmla="*/ 1 h 471"/>
                  <a:gd name="T28" fmla="*/ 0 w 335"/>
                  <a:gd name="T29" fmla="*/ 0 h 471"/>
                  <a:gd name="T30" fmla="*/ 1 w 335"/>
                  <a:gd name="T31" fmla="*/ 0 h 471"/>
                  <a:gd name="T32" fmla="*/ 0 w 335"/>
                  <a:gd name="T33" fmla="*/ 0 h 471"/>
                  <a:gd name="T34" fmla="*/ 0 w 335"/>
                  <a:gd name="T35" fmla="*/ 0 h 471"/>
                  <a:gd name="T36" fmla="*/ 0 w 335"/>
                  <a:gd name="T37" fmla="*/ 0 h 471"/>
                  <a:gd name="T38" fmla="*/ 0 w 335"/>
                  <a:gd name="T39" fmla="*/ 0 h 4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35"/>
                  <a:gd name="T61" fmla="*/ 0 h 471"/>
                  <a:gd name="T62" fmla="*/ 335 w 335"/>
                  <a:gd name="T63" fmla="*/ 471 h 4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35" h="471">
                    <a:moveTo>
                      <a:pt x="0" y="12"/>
                    </a:moveTo>
                    <a:lnTo>
                      <a:pt x="23" y="168"/>
                    </a:lnTo>
                    <a:lnTo>
                      <a:pt x="30" y="276"/>
                    </a:lnTo>
                    <a:lnTo>
                      <a:pt x="12" y="286"/>
                    </a:lnTo>
                    <a:lnTo>
                      <a:pt x="0" y="403"/>
                    </a:lnTo>
                    <a:lnTo>
                      <a:pt x="23" y="306"/>
                    </a:lnTo>
                    <a:lnTo>
                      <a:pt x="41" y="306"/>
                    </a:lnTo>
                    <a:lnTo>
                      <a:pt x="89" y="414"/>
                    </a:lnTo>
                    <a:lnTo>
                      <a:pt x="207" y="471"/>
                    </a:lnTo>
                    <a:lnTo>
                      <a:pt x="129" y="372"/>
                    </a:lnTo>
                    <a:lnTo>
                      <a:pt x="60" y="265"/>
                    </a:lnTo>
                    <a:lnTo>
                      <a:pt x="49" y="80"/>
                    </a:lnTo>
                    <a:lnTo>
                      <a:pt x="188" y="159"/>
                    </a:lnTo>
                    <a:lnTo>
                      <a:pt x="284" y="394"/>
                    </a:lnTo>
                    <a:lnTo>
                      <a:pt x="284" y="196"/>
                    </a:lnTo>
                    <a:lnTo>
                      <a:pt x="335" y="159"/>
                    </a:lnTo>
                    <a:lnTo>
                      <a:pt x="225" y="126"/>
                    </a:lnTo>
                    <a:lnTo>
                      <a:pt x="108" y="69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7" name="Freeform 150">
                <a:extLst>
                  <a:ext uri="{FF2B5EF4-FFF2-40B4-BE49-F238E27FC236}">
                    <a16:creationId xmlns:a16="http://schemas.microsoft.com/office/drawing/2014/main" id="{DA3B1CA0-DB84-E346-A73C-E2343E59A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718"/>
                <a:ext cx="19" cy="20"/>
              </a:xfrm>
              <a:custGeom>
                <a:avLst/>
                <a:gdLst>
                  <a:gd name="T0" fmla="*/ 0 w 157"/>
                  <a:gd name="T1" fmla="*/ 0 h 164"/>
                  <a:gd name="T2" fmla="*/ 0 w 157"/>
                  <a:gd name="T3" fmla="*/ 0 h 164"/>
                  <a:gd name="T4" fmla="*/ 0 w 157"/>
                  <a:gd name="T5" fmla="*/ 0 h 164"/>
                  <a:gd name="T6" fmla="*/ 0 w 157"/>
                  <a:gd name="T7" fmla="*/ 0 h 164"/>
                  <a:gd name="T8" fmla="*/ 0 w 157"/>
                  <a:gd name="T9" fmla="*/ 0 h 164"/>
                  <a:gd name="T10" fmla="*/ 0 w 157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7"/>
                  <a:gd name="T19" fmla="*/ 0 h 164"/>
                  <a:gd name="T20" fmla="*/ 157 w 157"/>
                  <a:gd name="T21" fmla="*/ 164 h 1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7" h="164">
                    <a:moveTo>
                      <a:pt x="0" y="0"/>
                    </a:moveTo>
                    <a:lnTo>
                      <a:pt x="157" y="0"/>
                    </a:lnTo>
                    <a:lnTo>
                      <a:pt x="60" y="164"/>
                    </a:lnTo>
                    <a:lnTo>
                      <a:pt x="20" y="164"/>
                    </a:lnTo>
                    <a:lnTo>
                      <a:pt x="2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8" name="Freeform 151">
                <a:extLst>
                  <a:ext uri="{FF2B5EF4-FFF2-40B4-BE49-F238E27FC236}">
                    <a16:creationId xmlns:a16="http://schemas.microsoft.com/office/drawing/2014/main" id="{9963BDE8-583B-9E45-93FA-0DA9A385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712"/>
                <a:ext cx="30" cy="42"/>
              </a:xfrm>
              <a:custGeom>
                <a:avLst/>
                <a:gdLst>
                  <a:gd name="T0" fmla="*/ 0 w 235"/>
                  <a:gd name="T1" fmla="*/ 0 h 330"/>
                  <a:gd name="T2" fmla="*/ 0 w 235"/>
                  <a:gd name="T3" fmla="*/ 0 h 330"/>
                  <a:gd name="T4" fmla="*/ 0 w 235"/>
                  <a:gd name="T5" fmla="*/ 1 h 330"/>
                  <a:gd name="T6" fmla="*/ 0 w 235"/>
                  <a:gd name="T7" fmla="*/ 1 h 330"/>
                  <a:gd name="T8" fmla="*/ 1 w 235"/>
                  <a:gd name="T9" fmla="*/ 0 h 330"/>
                  <a:gd name="T10" fmla="*/ 1 w 235"/>
                  <a:gd name="T11" fmla="*/ 0 h 330"/>
                  <a:gd name="T12" fmla="*/ 1 w 235"/>
                  <a:gd name="T13" fmla="*/ 0 h 330"/>
                  <a:gd name="T14" fmla="*/ 1 w 235"/>
                  <a:gd name="T15" fmla="*/ 0 h 330"/>
                  <a:gd name="T16" fmla="*/ 0 w 235"/>
                  <a:gd name="T17" fmla="*/ 0 h 3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35"/>
                  <a:gd name="T28" fmla="*/ 0 h 330"/>
                  <a:gd name="T29" fmla="*/ 235 w 235"/>
                  <a:gd name="T30" fmla="*/ 330 h 3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35" h="330">
                    <a:moveTo>
                      <a:pt x="202" y="0"/>
                    </a:moveTo>
                    <a:lnTo>
                      <a:pt x="202" y="127"/>
                    </a:lnTo>
                    <a:lnTo>
                      <a:pt x="121" y="248"/>
                    </a:lnTo>
                    <a:lnTo>
                      <a:pt x="0" y="330"/>
                    </a:lnTo>
                    <a:lnTo>
                      <a:pt x="220" y="194"/>
                    </a:lnTo>
                    <a:lnTo>
                      <a:pt x="235" y="148"/>
                    </a:lnTo>
                    <a:lnTo>
                      <a:pt x="229" y="127"/>
                    </a:lnTo>
                    <a:lnTo>
                      <a:pt x="220" y="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99" name="Freeform 152">
                <a:extLst>
                  <a:ext uri="{FF2B5EF4-FFF2-40B4-BE49-F238E27FC236}">
                    <a16:creationId xmlns:a16="http://schemas.microsoft.com/office/drawing/2014/main" id="{D3F622A7-DF51-0F42-9DFA-3026B14EF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734"/>
                <a:ext cx="134" cy="151"/>
              </a:xfrm>
              <a:custGeom>
                <a:avLst/>
                <a:gdLst>
                  <a:gd name="T0" fmla="*/ 0 w 1072"/>
                  <a:gd name="T1" fmla="*/ 0 h 1211"/>
                  <a:gd name="T2" fmla="*/ 0 w 1072"/>
                  <a:gd name="T3" fmla="*/ 0 h 1211"/>
                  <a:gd name="T4" fmla="*/ 1 w 1072"/>
                  <a:gd name="T5" fmla="*/ 0 h 1211"/>
                  <a:gd name="T6" fmla="*/ 1 w 1072"/>
                  <a:gd name="T7" fmla="*/ 0 h 1211"/>
                  <a:gd name="T8" fmla="*/ 2 w 1072"/>
                  <a:gd name="T9" fmla="*/ 0 h 1211"/>
                  <a:gd name="T10" fmla="*/ 2 w 1072"/>
                  <a:gd name="T11" fmla="*/ 1 h 1211"/>
                  <a:gd name="T12" fmla="*/ 2 w 1072"/>
                  <a:gd name="T13" fmla="*/ 1 h 1211"/>
                  <a:gd name="T14" fmla="*/ 2 w 1072"/>
                  <a:gd name="T15" fmla="*/ 1 h 1211"/>
                  <a:gd name="T16" fmla="*/ 2 w 1072"/>
                  <a:gd name="T17" fmla="*/ 1 h 1211"/>
                  <a:gd name="T18" fmla="*/ 2 w 1072"/>
                  <a:gd name="T19" fmla="*/ 1 h 1211"/>
                  <a:gd name="T20" fmla="*/ 2 w 1072"/>
                  <a:gd name="T21" fmla="*/ 0 h 1211"/>
                  <a:gd name="T22" fmla="*/ 2 w 1072"/>
                  <a:gd name="T23" fmla="*/ 1 h 1211"/>
                  <a:gd name="T24" fmla="*/ 2 w 1072"/>
                  <a:gd name="T25" fmla="*/ 1 h 1211"/>
                  <a:gd name="T26" fmla="*/ 2 w 1072"/>
                  <a:gd name="T27" fmla="*/ 1 h 1211"/>
                  <a:gd name="T28" fmla="*/ 2 w 1072"/>
                  <a:gd name="T29" fmla="*/ 2 h 1211"/>
                  <a:gd name="T30" fmla="*/ 2 w 1072"/>
                  <a:gd name="T31" fmla="*/ 2 h 1211"/>
                  <a:gd name="T32" fmla="*/ 2 w 1072"/>
                  <a:gd name="T33" fmla="*/ 2 h 1211"/>
                  <a:gd name="T34" fmla="*/ 2 w 1072"/>
                  <a:gd name="T35" fmla="*/ 2 h 1211"/>
                  <a:gd name="T36" fmla="*/ 2 w 1072"/>
                  <a:gd name="T37" fmla="*/ 2 h 1211"/>
                  <a:gd name="T38" fmla="*/ 2 w 1072"/>
                  <a:gd name="T39" fmla="*/ 2 h 1211"/>
                  <a:gd name="T40" fmla="*/ 2 w 1072"/>
                  <a:gd name="T41" fmla="*/ 1 h 1211"/>
                  <a:gd name="T42" fmla="*/ 2 w 1072"/>
                  <a:gd name="T43" fmla="*/ 1 h 1211"/>
                  <a:gd name="T44" fmla="*/ 2 w 1072"/>
                  <a:gd name="T45" fmla="*/ 1 h 1211"/>
                  <a:gd name="T46" fmla="*/ 2 w 1072"/>
                  <a:gd name="T47" fmla="*/ 1 h 1211"/>
                  <a:gd name="T48" fmla="*/ 2 w 1072"/>
                  <a:gd name="T49" fmla="*/ 0 h 1211"/>
                  <a:gd name="T50" fmla="*/ 2 w 1072"/>
                  <a:gd name="T51" fmla="*/ 0 h 1211"/>
                  <a:gd name="T52" fmla="*/ 2 w 1072"/>
                  <a:gd name="T53" fmla="*/ 0 h 1211"/>
                  <a:gd name="T54" fmla="*/ 1 w 1072"/>
                  <a:gd name="T55" fmla="*/ 0 h 1211"/>
                  <a:gd name="T56" fmla="*/ 0 w 1072"/>
                  <a:gd name="T57" fmla="*/ 0 h 1211"/>
                  <a:gd name="T58" fmla="*/ 0 w 1072"/>
                  <a:gd name="T59" fmla="*/ 0 h 1211"/>
                  <a:gd name="T60" fmla="*/ 0 w 1072"/>
                  <a:gd name="T61" fmla="*/ 0 h 121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72"/>
                  <a:gd name="T94" fmla="*/ 0 h 1211"/>
                  <a:gd name="T95" fmla="*/ 1072 w 1072"/>
                  <a:gd name="T96" fmla="*/ 1211 h 121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72" h="1211">
                    <a:moveTo>
                      <a:pt x="0" y="0"/>
                    </a:moveTo>
                    <a:lnTo>
                      <a:pt x="79" y="77"/>
                    </a:lnTo>
                    <a:lnTo>
                      <a:pt x="289" y="203"/>
                    </a:lnTo>
                    <a:lnTo>
                      <a:pt x="320" y="159"/>
                    </a:lnTo>
                    <a:lnTo>
                      <a:pt x="773" y="231"/>
                    </a:lnTo>
                    <a:lnTo>
                      <a:pt x="791" y="306"/>
                    </a:lnTo>
                    <a:lnTo>
                      <a:pt x="791" y="475"/>
                    </a:lnTo>
                    <a:lnTo>
                      <a:pt x="749" y="798"/>
                    </a:lnTo>
                    <a:lnTo>
                      <a:pt x="814" y="475"/>
                    </a:lnTo>
                    <a:lnTo>
                      <a:pt x="821" y="306"/>
                    </a:lnTo>
                    <a:lnTo>
                      <a:pt x="805" y="224"/>
                    </a:lnTo>
                    <a:lnTo>
                      <a:pt x="911" y="352"/>
                    </a:lnTo>
                    <a:lnTo>
                      <a:pt x="966" y="524"/>
                    </a:lnTo>
                    <a:lnTo>
                      <a:pt x="975" y="692"/>
                    </a:lnTo>
                    <a:lnTo>
                      <a:pt x="999" y="897"/>
                    </a:lnTo>
                    <a:lnTo>
                      <a:pt x="1056" y="1082"/>
                    </a:lnTo>
                    <a:lnTo>
                      <a:pt x="1040" y="1211"/>
                    </a:lnTo>
                    <a:lnTo>
                      <a:pt x="1072" y="1091"/>
                    </a:lnTo>
                    <a:lnTo>
                      <a:pt x="1063" y="1040"/>
                    </a:lnTo>
                    <a:lnTo>
                      <a:pt x="1033" y="904"/>
                    </a:lnTo>
                    <a:lnTo>
                      <a:pt x="999" y="759"/>
                    </a:lnTo>
                    <a:lnTo>
                      <a:pt x="986" y="572"/>
                    </a:lnTo>
                    <a:lnTo>
                      <a:pt x="975" y="484"/>
                    </a:lnTo>
                    <a:lnTo>
                      <a:pt x="920" y="323"/>
                    </a:lnTo>
                    <a:lnTo>
                      <a:pt x="814" y="203"/>
                    </a:lnTo>
                    <a:lnTo>
                      <a:pt x="782" y="207"/>
                    </a:lnTo>
                    <a:lnTo>
                      <a:pt x="733" y="185"/>
                    </a:lnTo>
                    <a:lnTo>
                      <a:pt x="482" y="136"/>
                    </a:lnTo>
                    <a:lnTo>
                      <a:pt x="199" y="73"/>
                    </a:lnTo>
                    <a:lnTo>
                      <a:pt x="5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0" name="Freeform 153">
                <a:extLst>
                  <a:ext uri="{FF2B5EF4-FFF2-40B4-BE49-F238E27FC236}">
                    <a16:creationId xmlns:a16="http://schemas.microsoft.com/office/drawing/2014/main" id="{E0C73695-CAC1-ED45-97FF-2A8AE28A2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849"/>
                <a:ext cx="150" cy="102"/>
              </a:xfrm>
              <a:custGeom>
                <a:avLst/>
                <a:gdLst>
                  <a:gd name="T0" fmla="*/ 0 w 1196"/>
                  <a:gd name="T1" fmla="*/ 0 h 816"/>
                  <a:gd name="T2" fmla="*/ 0 w 1196"/>
                  <a:gd name="T3" fmla="*/ 0 h 816"/>
                  <a:gd name="T4" fmla="*/ 0 w 1196"/>
                  <a:gd name="T5" fmla="*/ 1 h 816"/>
                  <a:gd name="T6" fmla="*/ 0 w 1196"/>
                  <a:gd name="T7" fmla="*/ 1 h 816"/>
                  <a:gd name="T8" fmla="*/ 0 w 1196"/>
                  <a:gd name="T9" fmla="*/ 1 h 816"/>
                  <a:gd name="T10" fmla="*/ 0 w 1196"/>
                  <a:gd name="T11" fmla="*/ 1 h 816"/>
                  <a:gd name="T12" fmla="*/ 0 w 1196"/>
                  <a:gd name="T13" fmla="*/ 2 h 816"/>
                  <a:gd name="T14" fmla="*/ 0 w 1196"/>
                  <a:gd name="T15" fmla="*/ 2 h 816"/>
                  <a:gd name="T16" fmla="*/ 0 w 1196"/>
                  <a:gd name="T17" fmla="*/ 2 h 816"/>
                  <a:gd name="T18" fmla="*/ 1 w 1196"/>
                  <a:gd name="T19" fmla="*/ 1 h 816"/>
                  <a:gd name="T20" fmla="*/ 1 w 1196"/>
                  <a:gd name="T21" fmla="*/ 1 h 816"/>
                  <a:gd name="T22" fmla="*/ 1 w 1196"/>
                  <a:gd name="T23" fmla="*/ 1 h 816"/>
                  <a:gd name="T24" fmla="*/ 2 w 1196"/>
                  <a:gd name="T25" fmla="*/ 0 h 816"/>
                  <a:gd name="T26" fmla="*/ 2 w 1196"/>
                  <a:gd name="T27" fmla="*/ 0 h 816"/>
                  <a:gd name="T28" fmla="*/ 2 w 1196"/>
                  <a:gd name="T29" fmla="*/ 0 h 816"/>
                  <a:gd name="T30" fmla="*/ 2 w 1196"/>
                  <a:gd name="T31" fmla="*/ 0 h 816"/>
                  <a:gd name="T32" fmla="*/ 2 w 1196"/>
                  <a:gd name="T33" fmla="*/ 0 h 816"/>
                  <a:gd name="T34" fmla="*/ 2 w 1196"/>
                  <a:gd name="T35" fmla="*/ 0 h 816"/>
                  <a:gd name="T36" fmla="*/ 2 w 1196"/>
                  <a:gd name="T37" fmla="*/ 0 h 816"/>
                  <a:gd name="T38" fmla="*/ 2 w 1196"/>
                  <a:gd name="T39" fmla="*/ 0 h 816"/>
                  <a:gd name="T40" fmla="*/ 1 w 1196"/>
                  <a:gd name="T41" fmla="*/ 1 h 816"/>
                  <a:gd name="T42" fmla="*/ 1 w 1196"/>
                  <a:gd name="T43" fmla="*/ 1 h 816"/>
                  <a:gd name="T44" fmla="*/ 1 w 1196"/>
                  <a:gd name="T45" fmla="*/ 1 h 816"/>
                  <a:gd name="T46" fmla="*/ 1 w 1196"/>
                  <a:gd name="T47" fmla="*/ 1 h 816"/>
                  <a:gd name="T48" fmla="*/ 0 w 1196"/>
                  <a:gd name="T49" fmla="*/ 1 h 816"/>
                  <a:gd name="T50" fmla="*/ 0 w 1196"/>
                  <a:gd name="T51" fmla="*/ 1 h 816"/>
                  <a:gd name="T52" fmla="*/ 1 w 1196"/>
                  <a:gd name="T53" fmla="*/ 1 h 816"/>
                  <a:gd name="T54" fmla="*/ 0 w 1196"/>
                  <a:gd name="T55" fmla="*/ 1 h 816"/>
                  <a:gd name="T56" fmla="*/ 0 w 1196"/>
                  <a:gd name="T57" fmla="*/ 1 h 816"/>
                  <a:gd name="T58" fmla="*/ 0 w 1196"/>
                  <a:gd name="T59" fmla="*/ 0 h 816"/>
                  <a:gd name="T60" fmla="*/ 0 w 1196"/>
                  <a:gd name="T61" fmla="*/ 0 h 816"/>
                  <a:gd name="T62" fmla="*/ 0 w 1196"/>
                  <a:gd name="T63" fmla="*/ 0 h 8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96"/>
                  <a:gd name="T97" fmla="*/ 0 h 816"/>
                  <a:gd name="T98" fmla="*/ 1196 w 1196"/>
                  <a:gd name="T99" fmla="*/ 816 h 81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96" h="816">
                    <a:moveTo>
                      <a:pt x="148" y="0"/>
                    </a:moveTo>
                    <a:lnTo>
                      <a:pt x="113" y="210"/>
                    </a:lnTo>
                    <a:lnTo>
                      <a:pt x="82" y="443"/>
                    </a:lnTo>
                    <a:lnTo>
                      <a:pt x="64" y="671"/>
                    </a:lnTo>
                    <a:lnTo>
                      <a:pt x="58" y="703"/>
                    </a:lnTo>
                    <a:lnTo>
                      <a:pt x="0" y="636"/>
                    </a:lnTo>
                    <a:lnTo>
                      <a:pt x="64" y="752"/>
                    </a:lnTo>
                    <a:lnTo>
                      <a:pt x="131" y="816"/>
                    </a:lnTo>
                    <a:lnTo>
                      <a:pt x="106" y="752"/>
                    </a:lnTo>
                    <a:lnTo>
                      <a:pt x="260" y="581"/>
                    </a:lnTo>
                    <a:lnTo>
                      <a:pt x="463" y="394"/>
                    </a:lnTo>
                    <a:lnTo>
                      <a:pt x="631" y="267"/>
                    </a:lnTo>
                    <a:lnTo>
                      <a:pt x="818" y="146"/>
                    </a:lnTo>
                    <a:lnTo>
                      <a:pt x="1012" y="81"/>
                    </a:lnTo>
                    <a:lnTo>
                      <a:pt x="1123" y="72"/>
                    </a:lnTo>
                    <a:lnTo>
                      <a:pt x="1196" y="90"/>
                    </a:lnTo>
                    <a:lnTo>
                      <a:pt x="1169" y="56"/>
                    </a:lnTo>
                    <a:lnTo>
                      <a:pt x="1108" y="56"/>
                    </a:lnTo>
                    <a:lnTo>
                      <a:pt x="987" y="63"/>
                    </a:lnTo>
                    <a:lnTo>
                      <a:pt x="807" y="129"/>
                    </a:lnTo>
                    <a:lnTo>
                      <a:pt x="647" y="228"/>
                    </a:lnTo>
                    <a:lnTo>
                      <a:pt x="477" y="346"/>
                    </a:lnTo>
                    <a:lnTo>
                      <a:pt x="260" y="549"/>
                    </a:lnTo>
                    <a:lnTo>
                      <a:pt x="221" y="588"/>
                    </a:lnTo>
                    <a:lnTo>
                      <a:pt x="196" y="443"/>
                    </a:lnTo>
                    <a:lnTo>
                      <a:pt x="196" y="394"/>
                    </a:lnTo>
                    <a:lnTo>
                      <a:pt x="229" y="346"/>
                    </a:lnTo>
                    <a:lnTo>
                      <a:pt x="179" y="313"/>
                    </a:lnTo>
                    <a:lnTo>
                      <a:pt x="163" y="274"/>
                    </a:lnTo>
                    <a:lnTo>
                      <a:pt x="148" y="210"/>
                    </a:lnTo>
                    <a:lnTo>
                      <a:pt x="148" y="12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1" name="Freeform 154">
                <a:extLst>
                  <a:ext uri="{FF2B5EF4-FFF2-40B4-BE49-F238E27FC236}">
                    <a16:creationId xmlns:a16="http://schemas.microsoft.com/office/drawing/2014/main" id="{D2C7E2B3-3A34-BE48-878B-4D2514DF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862"/>
                <a:ext cx="128" cy="92"/>
              </a:xfrm>
              <a:custGeom>
                <a:avLst/>
                <a:gdLst>
                  <a:gd name="T0" fmla="*/ 2 w 1024"/>
                  <a:gd name="T1" fmla="*/ 0 h 735"/>
                  <a:gd name="T2" fmla="*/ 2 w 1024"/>
                  <a:gd name="T3" fmla="*/ 0 h 735"/>
                  <a:gd name="T4" fmla="*/ 2 w 1024"/>
                  <a:gd name="T5" fmla="*/ 0 h 735"/>
                  <a:gd name="T6" fmla="*/ 1 w 1024"/>
                  <a:gd name="T7" fmla="*/ 0 h 735"/>
                  <a:gd name="T8" fmla="*/ 1 w 1024"/>
                  <a:gd name="T9" fmla="*/ 1 h 735"/>
                  <a:gd name="T10" fmla="*/ 0 w 1024"/>
                  <a:gd name="T11" fmla="*/ 1 h 735"/>
                  <a:gd name="T12" fmla="*/ 0 w 1024"/>
                  <a:gd name="T13" fmla="*/ 1 h 735"/>
                  <a:gd name="T14" fmla="*/ 0 w 1024"/>
                  <a:gd name="T15" fmla="*/ 1 h 735"/>
                  <a:gd name="T16" fmla="*/ 0 w 1024"/>
                  <a:gd name="T17" fmla="*/ 1 h 735"/>
                  <a:gd name="T18" fmla="*/ 0 w 1024"/>
                  <a:gd name="T19" fmla="*/ 1 h 735"/>
                  <a:gd name="T20" fmla="*/ 0 w 1024"/>
                  <a:gd name="T21" fmla="*/ 1 h 735"/>
                  <a:gd name="T22" fmla="*/ 1 w 1024"/>
                  <a:gd name="T23" fmla="*/ 1 h 735"/>
                  <a:gd name="T24" fmla="*/ 1 w 1024"/>
                  <a:gd name="T25" fmla="*/ 2 h 735"/>
                  <a:gd name="T26" fmla="*/ 1 w 1024"/>
                  <a:gd name="T27" fmla="*/ 1 h 735"/>
                  <a:gd name="T28" fmla="*/ 0 w 1024"/>
                  <a:gd name="T29" fmla="*/ 1 h 735"/>
                  <a:gd name="T30" fmla="*/ 1 w 1024"/>
                  <a:gd name="T31" fmla="*/ 1 h 735"/>
                  <a:gd name="T32" fmla="*/ 1 w 1024"/>
                  <a:gd name="T33" fmla="*/ 1 h 735"/>
                  <a:gd name="T34" fmla="*/ 1 w 1024"/>
                  <a:gd name="T35" fmla="*/ 1 h 735"/>
                  <a:gd name="T36" fmla="*/ 2 w 1024"/>
                  <a:gd name="T37" fmla="*/ 0 h 735"/>
                  <a:gd name="T38" fmla="*/ 2 w 1024"/>
                  <a:gd name="T39" fmla="*/ 0 h 735"/>
                  <a:gd name="T40" fmla="*/ 2 w 1024"/>
                  <a:gd name="T41" fmla="*/ 0 h 735"/>
                  <a:gd name="T42" fmla="*/ 2 w 1024"/>
                  <a:gd name="T43" fmla="*/ 0 h 735"/>
                  <a:gd name="T44" fmla="*/ 2 w 1024"/>
                  <a:gd name="T45" fmla="*/ 0 h 735"/>
                  <a:gd name="T46" fmla="*/ 2 w 1024"/>
                  <a:gd name="T47" fmla="*/ 0 h 73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24"/>
                  <a:gd name="T73" fmla="*/ 0 h 735"/>
                  <a:gd name="T74" fmla="*/ 1024 w 1024"/>
                  <a:gd name="T75" fmla="*/ 735 h 73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24" h="735">
                    <a:moveTo>
                      <a:pt x="1024" y="0"/>
                    </a:moveTo>
                    <a:lnTo>
                      <a:pt x="897" y="47"/>
                    </a:lnTo>
                    <a:lnTo>
                      <a:pt x="734" y="104"/>
                    </a:lnTo>
                    <a:lnTo>
                      <a:pt x="572" y="194"/>
                    </a:lnTo>
                    <a:lnTo>
                      <a:pt x="395" y="321"/>
                    </a:lnTo>
                    <a:lnTo>
                      <a:pt x="217" y="459"/>
                    </a:lnTo>
                    <a:lnTo>
                      <a:pt x="97" y="581"/>
                    </a:lnTo>
                    <a:lnTo>
                      <a:pt x="0" y="687"/>
                    </a:lnTo>
                    <a:lnTo>
                      <a:pt x="130" y="565"/>
                    </a:lnTo>
                    <a:lnTo>
                      <a:pt x="169" y="565"/>
                    </a:lnTo>
                    <a:lnTo>
                      <a:pt x="194" y="605"/>
                    </a:lnTo>
                    <a:lnTo>
                      <a:pt x="233" y="638"/>
                    </a:lnTo>
                    <a:lnTo>
                      <a:pt x="242" y="735"/>
                    </a:lnTo>
                    <a:lnTo>
                      <a:pt x="253" y="629"/>
                    </a:lnTo>
                    <a:lnTo>
                      <a:pt x="194" y="526"/>
                    </a:lnTo>
                    <a:lnTo>
                      <a:pt x="300" y="443"/>
                    </a:lnTo>
                    <a:lnTo>
                      <a:pt x="468" y="346"/>
                    </a:lnTo>
                    <a:lnTo>
                      <a:pt x="688" y="258"/>
                    </a:lnTo>
                    <a:lnTo>
                      <a:pt x="800" y="216"/>
                    </a:lnTo>
                    <a:lnTo>
                      <a:pt x="904" y="152"/>
                    </a:lnTo>
                    <a:lnTo>
                      <a:pt x="969" y="104"/>
                    </a:lnTo>
                    <a:lnTo>
                      <a:pt x="1006" y="56"/>
                    </a:lnTo>
                    <a:lnTo>
                      <a:pt x="1024" y="23"/>
                    </a:lnTo>
                    <a:lnTo>
                      <a:pt x="10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2" name="Freeform 155">
                <a:extLst>
                  <a:ext uri="{FF2B5EF4-FFF2-40B4-BE49-F238E27FC236}">
                    <a16:creationId xmlns:a16="http://schemas.microsoft.com/office/drawing/2014/main" id="{10FFBACD-AEE5-CD49-B0DC-A4DD2EC2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978"/>
                <a:ext cx="33" cy="56"/>
              </a:xfrm>
              <a:custGeom>
                <a:avLst/>
                <a:gdLst>
                  <a:gd name="T0" fmla="*/ 0 w 266"/>
                  <a:gd name="T1" fmla="*/ 0 h 452"/>
                  <a:gd name="T2" fmla="*/ 0 w 266"/>
                  <a:gd name="T3" fmla="*/ 0 h 452"/>
                  <a:gd name="T4" fmla="*/ 0 w 266"/>
                  <a:gd name="T5" fmla="*/ 1 h 452"/>
                  <a:gd name="T6" fmla="*/ 0 w 266"/>
                  <a:gd name="T7" fmla="*/ 1 h 452"/>
                  <a:gd name="T8" fmla="*/ 0 w 266"/>
                  <a:gd name="T9" fmla="*/ 1 h 452"/>
                  <a:gd name="T10" fmla="*/ 0 w 266"/>
                  <a:gd name="T11" fmla="*/ 1 h 452"/>
                  <a:gd name="T12" fmla="*/ 0 w 266"/>
                  <a:gd name="T13" fmla="*/ 1 h 452"/>
                  <a:gd name="T14" fmla="*/ 0 w 266"/>
                  <a:gd name="T15" fmla="*/ 0 h 452"/>
                  <a:gd name="T16" fmla="*/ 0 w 266"/>
                  <a:gd name="T17" fmla="*/ 0 h 452"/>
                  <a:gd name="T18" fmla="*/ 0 w 266"/>
                  <a:gd name="T19" fmla="*/ 0 h 452"/>
                  <a:gd name="T20" fmla="*/ 0 w 266"/>
                  <a:gd name="T21" fmla="*/ 0 h 452"/>
                  <a:gd name="T22" fmla="*/ 0 w 266"/>
                  <a:gd name="T23" fmla="*/ 1 h 452"/>
                  <a:gd name="T24" fmla="*/ 0 w 266"/>
                  <a:gd name="T25" fmla="*/ 1 h 452"/>
                  <a:gd name="T26" fmla="*/ 0 w 266"/>
                  <a:gd name="T27" fmla="*/ 1 h 452"/>
                  <a:gd name="T28" fmla="*/ 0 w 266"/>
                  <a:gd name="T29" fmla="*/ 1 h 452"/>
                  <a:gd name="T30" fmla="*/ 0 w 266"/>
                  <a:gd name="T31" fmla="*/ 0 h 452"/>
                  <a:gd name="T32" fmla="*/ 0 w 266"/>
                  <a:gd name="T33" fmla="*/ 0 h 452"/>
                  <a:gd name="T34" fmla="*/ 0 w 266"/>
                  <a:gd name="T35" fmla="*/ 0 h 4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66"/>
                  <a:gd name="T55" fmla="*/ 0 h 452"/>
                  <a:gd name="T56" fmla="*/ 266 w 266"/>
                  <a:gd name="T57" fmla="*/ 452 h 45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66" h="452">
                    <a:moveTo>
                      <a:pt x="162" y="0"/>
                    </a:moveTo>
                    <a:lnTo>
                      <a:pt x="97" y="115"/>
                    </a:lnTo>
                    <a:lnTo>
                      <a:pt x="0" y="366"/>
                    </a:lnTo>
                    <a:lnTo>
                      <a:pt x="57" y="452"/>
                    </a:lnTo>
                    <a:lnTo>
                      <a:pt x="107" y="414"/>
                    </a:lnTo>
                    <a:lnTo>
                      <a:pt x="187" y="414"/>
                    </a:lnTo>
                    <a:lnTo>
                      <a:pt x="194" y="300"/>
                    </a:lnTo>
                    <a:lnTo>
                      <a:pt x="229" y="179"/>
                    </a:lnTo>
                    <a:lnTo>
                      <a:pt x="266" y="74"/>
                    </a:lnTo>
                    <a:lnTo>
                      <a:pt x="211" y="65"/>
                    </a:lnTo>
                    <a:lnTo>
                      <a:pt x="156" y="194"/>
                    </a:lnTo>
                    <a:lnTo>
                      <a:pt x="107" y="315"/>
                    </a:lnTo>
                    <a:lnTo>
                      <a:pt x="90" y="405"/>
                    </a:lnTo>
                    <a:lnTo>
                      <a:pt x="66" y="423"/>
                    </a:lnTo>
                    <a:lnTo>
                      <a:pt x="35" y="366"/>
                    </a:lnTo>
                    <a:lnTo>
                      <a:pt x="97" y="161"/>
                    </a:lnTo>
                    <a:lnTo>
                      <a:pt x="171" y="9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3" name="Freeform 156">
                <a:extLst>
                  <a:ext uri="{FF2B5EF4-FFF2-40B4-BE49-F238E27FC236}">
                    <a16:creationId xmlns:a16="http://schemas.microsoft.com/office/drawing/2014/main" id="{644B0E28-F9AE-B14D-8DE0-DC49E0FE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864"/>
                <a:ext cx="107" cy="71"/>
              </a:xfrm>
              <a:custGeom>
                <a:avLst/>
                <a:gdLst>
                  <a:gd name="T0" fmla="*/ 2 w 857"/>
                  <a:gd name="T1" fmla="*/ 0 h 567"/>
                  <a:gd name="T2" fmla="*/ 2 w 857"/>
                  <a:gd name="T3" fmla="*/ 0 h 567"/>
                  <a:gd name="T4" fmla="*/ 2 w 857"/>
                  <a:gd name="T5" fmla="*/ 0 h 567"/>
                  <a:gd name="T6" fmla="*/ 2 w 857"/>
                  <a:gd name="T7" fmla="*/ 0 h 567"/>
                  <a:gd name="T8" fmla="*/ 1 w 857"/>
                  <a:gd name="T9" fmla="*/ 1 h 567"/>
                  <a:gd name="T10" fmla="*/ 1 w 857"/>
                  <a:gd name="T11" fmla="*/ 1 h 567"/>
                  <a:gd name="T12" fmla="*/ 1 w 857"/>
                  <a:gd name="T13" fmla="*/ 1 h 567"/>
                  <a:gd name="T14" fmla="*/ 1 w 857"/>
                  <a:gd name="T15" fmla="*/ 1 h 567"/>
                  <a:gd name="T16" fmla="*/ 0 w 857"/>
                  <a:gd name="T17" fmla="*/ 1 h 567"/>
                  <a:gd name="T18" fmla="*/ 0 w 857"/>
                  <a:gd name="T19" fmla="*/ 1 h 567"/>
                  <a:gd name="T20" fmla="*/ 0 w 857"/>
                  <a:gd name="T21" fmla="*/ 1 h 567"/>
                  <a:gd name="T22" fmla="*/ 0 w 857"/>
                  <a:gd name="T23" fmla="*/ 1 h 567"/>
                  <a:gd name="T24" fmla="*/ 0 w 857"/>
                  <a:gd name="T25" fmla="*/ 1 h 567"/>
                  <a:gd name="T26" fmla="*/ 1 w 857"/>
                  <a:gd name="T27" fmla="*/ 1 h 567"/>
                  <a:gd name="T28" fmla="*/ 1 w 857"/>
                  <a:gd name="T29" fmla="*/ 1 h 567"/>
                  <a:gd name="T30" fmla="*/ 1 w 857"/>
                  <a:gd name="T31" fmla="*/ 1 h 567"/>
                  <a:gd name="T32" fmla="*/ 1 w 857"/>
                  <a:gd name="T33" fmla="*/ 1 h 567"/>
                  <a:gd name="T34" fmla="*/ 1 w 857"/>
                  <a:gd name="T35" fmla="*/ 0 h 567"/>
                  <a:gd name="T36" fmla="*/ 2 w 857"/>
                  <a:gd name="T37" fmla="*/ 0 h 567"/>
                  <a:gd name="T38" fmla="*/ 2 w 857"/>
                  <a:gd name="T39" fmla="*/ 0 h 567"/>
                  <a:gd name="T40" fmla="*/ 2 w 857"/>
                  <a:gd name="T41" fmla="*/ 0 h 567"/>
                  <a:gd name="T42" fmla="*/ 2 w 857"/>
                  <a:gd name="T43" fmla="*/ 0 h 5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57"/>
                  <a:gd name="T67" fmla="*/ 0 h 567"/>
                  <a:gd name="T68" fmla="*/ 857 w 857"/>
                  <a:gd name="T69" fmla="*/ 567 h 5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57" h="567">
                    <a:moveTo>
                      <a:pt x="830" y="0"/>
                    </a:moveTo>
                    <a:lnTo>
                      <a:pt x="857" y="57"/>
                    </a:lnTo>
                    <a:lnTo>
                      <a:pt x="850" y="129"/>
                    </a:lnTo>
                    <a:lnTo>
                      <a:pt x="806" y="219"/>
                    </a:lnTo>
                    <a:lnTo>
                      <a:pt x="727" y="323"/>
                    </a:lnTo>
                    <a:lnTo>
                      <a:pt x="620" y="389"/>
                    </a:lnTo>
                    <a:lnTo>
                      <a:pt x="485" y="429"/>
                    </a:lnTo>
                    <a:lnTo>
                      <a:pt x="314" y="461"/>
                    </a:lnTo>
                    <a:lnTo>
                      <a:pt x="136" y="512"/>
                    </a:lnTo>
                    <a:lnTo>
                      <a:pt x="32" y="540"/>
                    </a:lnTo>
                    <a:lnTo>
                      <a:pt x="14" y="567"/>
                    </a:lnTo>
                    <a:lnTo>
                      <a:pt x="0" y="534"/>
                    </a:lnTo>
                    <a:lnTo>
                      <a:pt x="145" y="479"/>
                    </a:lnTo>
                    <a:lnTo>
                      <a:pt x="395" y="422"/>
                    </a:lnTo>
                    <a:lnTo>
                      <a:pt x="549" y="380"/>
                    </a:lnTo>
                    <a:lnTo>
                      <a:pt x="664" y="332"/>
                    </a:lnTo>
                    <a:lnTo>
                      <a:pt x="718" y="274"/>
                    </a:lnTo>
                    <a:lnTo>
                      <a:pt x="784" y="193"/>
                    </a:lnTo>
                    <a:lnTo>
                      <a:pt x="812" y="129"/>
                    </a:lnTo>
                    <a:lnTo>
                      <a:pt x="823" y="72"/>
                    </a:lnTo>
                    <a:lnTo>
                      <a:pt x="812" y="18"/>
                    </a:lnTo>
                    <a:lnTo>
                      <a:pt x="8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4" name="Freeform 157">
                <a:extLst>
                  <a:ext uri="{FF2B5EF4-FFF2-40B4-BE49-F238E27FC236}">
                    <a16:creationId xmlns:a16="http://schemas.microsoft.com/office/drawing/2014/main" id="{AA7224D1-83FD-D546-BFA0-8FF8FEB5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867"/>
                <a:ext cx="106" cy="64"/>
              </a:xfrm>
              <a:custGeom>
                <a:avLst/>
                <a:gdLst>
                  <a:gd name="T0" fmla="*/ 2 w 848"/>
                  <a:gd name="T1" fmla="*/ 0 h 508"/>
                  <a:gd name="T2" fmla="*/ 2 w 848"/>
                  <a:gd name="T3" fmla="*/ 0 h 508"/>
                  <a:gd name="T4" fmla="*/ 2 w 848"/>
                  <a:gd name="T5" fmla="*/ 0 h 508"/>
                  <a:gd name="T6" fmla="*/ 1 w 848"/>
                  <a:gd name="T7" fmla="*/ 1 h 508"/>
                  <a:gd name="T8" fmla="*/ 1 w 848"/>
                  <a:gd name="T9" fmla="*/ 1 h 508"/>
                  <a:gd name="T10" fmla="*/ 1 w 848"/>
                  <a:gd name="T11" fmla="*/ 1 h 508"/>
                  <a:gd name="T12" fmla="*/ 0 w 848"/>
                  <a:gd name="T13" fmla="*/ 1 h 508"/>
                  <a:gd name="T14" fmla="*/ 0 w 848"/>
                  <a:gd name="T15" fmla="*/ 1 h 508"/>
                  <a:gd name="T16" fmla="*/ 0 w 848"/>
                  <a:gd name="T17" fmla="*/ 1 h 508"/>
                  <a:gd name="T18" fmla="*/ 0 w 848"/>
                  <a:gd name="T19" fmla="*/ 1 h 508"/>
                  <a:gd name="T20" fmla="*/ 0 w 848"/>
                  <a:gd name="T21" fmla="*/ 1 h 508"/>
                  <a:gd name="T22" fmla="*/ 0 w 848"/>
                  <a:gd name="T23" fmla="*/ 1 h 508"/>
                  <a:gd name="T24" fmla="*/ 1 w 848"/>
                  <a:gd name="T25" fmla="*/ 1 h 508"/>
                  <a:gd name="T26" fmla="*/ 1 w 848"/>
                  <a:gd name="T27" fmla="*/ 1 h 508"/>
                  <a:gd name="T28" fmla="*/ 1 w 848"/>
                  <a:gd name="T29" fmla="*/ 0 h 508"/>
                  <a:gd name="T30" fmla="*/ 2 w 848"/>
                  <a:gd name="T31" fmla="*/ 0 h 508"/>
                  <a:gd name="T32" fmla="*/ 2 w 848"/>
                  <a:gd name="T33" fmla="*/ 0 h 508"/>
                  <a:gd name="T34" fmla="*/ 2 w 848"/>
                  <a:gd name="T35" fmla="*/ 0 h 5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48"/>
                  <a:gd name="T55" fmla="*/ 0 h 508"/>
                  <a:gd name="T56" fmla="*/ 848 w 848"/>
                  <a:gd name="T57" fmla="*/ 508 h 50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48" h="508">
                    <a:moveTo>
                      <a:pt x="848" y="0"/>
                    </a:moveTo>
                    <a:lnTo>
                      <a:pt x="809" y="99"/>
                    </a:lnTo>
                    <a:lnTo>
                      <a:pt x="735" y="176"/>
                    </a:lnTo>
                    <a:lnTo>
                      <a:pt x="640" y="248"/>
                    </a:lnTo>
                    <a:lnTo>
                      <a:pt x="510" y="306"/>
                    </a:lnTo>
                    <a:lnTo>
                      <a:pt x="363" y="354"/>
                    </a:lnTo>
                    <a:lnTo>
                      <a:pt x="212" y="403"/>
                    </a:lnTo>
                    <a:lnTo>
                      <a:pt x="97" y="460"/>
                    </a:lnTo>
                    <a:lnTo>
                      <a:pt x="25" y="508"/>
                    </a:lnTo>
                    <a:lnTo>
                      <a:pt x="0" y="502"/>
                    </a:lnTo>
                    <a:lnTo>
                      <a:pt x="73" y="442"/>
                    </a:lnTo>
                    <a:lnTo>
                      <a:pt x="194" y="370"/>
                    </a:lnTo>
                    <a:lnTo>
                      <a:pt x="374" y="315"/>
                    </a:lnTo>
                    <a:lnTo>
                      <a:pt x="574" y="248"/>
                    </a:lnTo>
                    <a:lnTo>
                      <a:pt x="680" y="200"/>
                    </a:lnTo>
                    <a:lnTo>
                      <a:pt x="761" y="145"/>
                    </a:lnTo>
                    <a:lnTo>
                      <a:pt x="809" y="82"/>
                    </a:lnTo>
                    <a:lnTo>
                      <a:pt x="8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5" name="Freeform 158">
                <a:extLst>
                  <a:ext uri="{FF2B5EF4-FFF2-40B4-BE49-F238E27FC236}">
                    <a16:creationId xmlns:a16="http://schemas.microsoft.com/office/drawing/2014/main" id="{A402CEED-2780-F74B-BDDC-0EAB2363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740"/>
                <a:ext cx="140" cy="391"/>
              </a:xfrm>
              <a:custGeom>
                <a:avLst/>
                <a:gdLst>
                  <a:gd name="T0" fmla="*/ 2 w 1115"/>
                  <a:gd name="T1" fmla="*/ 0 h 3125"/>
                  <a:gd name="T2" fmla="*/ 2 w 1115"/>
                  <a:gd name="T3" fmla="*/ 0 h 3125"/>
                  <a:gd name="T4" fmla="*/ 2 w 1115"/>
                  <a:gd name="T5" fmla="*/ 0 h 3125"/>
                  <a:gd name="T6" fmla="*/ 1 w 1115"/>
                  <a:gd name="T7" fmla="*/ 1 h 3125"/>
                  <a:gd name="T8" fmla="*/ 1 w 1115"/>
                  <a:gd name="T9" fmla="*/ 1 h 3125"/>
                  <a:gd name="T10" fmla="*/ 1 w 1115"/>
                  <a:gd name="T11" fmla="*/ 1 h 3125"/>
                  <a:gd name="T12" fmla="*/ 1 w 1115"/>
                  <a:gd name="T13" fmla="*/ 1 h 3125"/>
                  <a:gd name="T14" fmla="*/ 0 w 1115"/>
                  <a:gd name="T15" fmla="*/ 3 h 3125"/>
                  <a:gd name="T16" fmla="*/ 0 w 1115"/>
                  <a:gd name="T17" fmla="*/ 3 h 3125"/>
                  <a:gd name="T18" fmla="*/ 0 w 1115"/>
                  <a:gd name="T19" fmla="*/ 4 h 3125"/>
                  <a:gd name="T20" fmla="*/ 0 w 1115"/>
                  <a:gd name="T21" fmla="*/ 4 h 3125"/>
                  <a:gd name="T22" fmla="*/ 0 w 1115"/>
                  <a:gd name="T23" fmla="*/ 4 h 3125"/>
                  <a:gd name="T24" fmla="*/ 0 w 1115"/>
                  <a:gd name="T25" fmla="*/ 5 h 3125"/>
                  <a:gd name="T26" fmla="*/ 0 w 1115"/>
                  <a:gd name="T27" fmla="*/ 5 h 3125"/>
                  <a:gd name="T28" fmla="*/ 1 w 1115"/>
                  <a:gd name="T29" fmla="*/ 6 h 3125"/>
                  <a:gd name="T30" fmla="*/ 0 w 1115"/>
                  <a:gd name="T31" fmla="*/ 5 h 3125"/>
                  <a:gd name="T32" fmla="*/ 0 w 1115"/>
                  <a:gd name="T33" fmla="*/ 5 h 3125"/>
                  <a:gd name="T34" fmla="*/ 0 w 1115"/>
                  <a:gd name="T35" fmla="*/ 5 h 3125"/>
                  <a:gd name="T36" fmla="*/ 1 w 1115"/>
                  <a:gd name="T37" fmla="*/ 5 h 3125"/>
                  <a:gd name="T38" fmla="*/ 1 w 1115"/>
                  <a:gd name="T39" fmla="*/ 5 h 3125"/>
                  <a:gd name="T40" fmla="*/ 1 w 1115"/>
                  <a:gd name="T41" fmla="*/ 5 h 3125"/>
                  <a:gd name="T42" fmla="*/ 1 w 1115"/>
                  <a:gd name="T43" fmla="*/ 5 h 3125"/>
                  <a:gd name="T44" fmla="*/ 0 w 1115"/>
                  <a:gd name="T45" fmla="*/ 5 h 3125"/>
                  <a:gd name="T46" fmla="*/ 0 w 1115"/>
                  <a:gd name="T47" fmla="*/ 4 h 3125"/>
                  <a:gd name="T48" fmla="*/ 0 w 1115"/>
                  <a:gd name="T49" fmla="*/ 4 h 3125"/>
                  <a:gd name="T50" fmla="*/ 0 w 1115"/>
                  <a:gd name="T51" fmla="*/ 4 h 3125"/>
                  <a:gd name="T52" fmla="*/ 0 w 1115"/>
                  <a:gd name="T53" fmla="*/ 4 h 3125"/>
                  <a:gd name="T54" fmla="*/ 0 w 1115"/>
                  <a:gd name="T55" fmla="*/ 4 h 3125"/>
                  <a:gd name="T56" fmla="*/ 0 w 1115"/>
                  <a:gd name="T57" fmla="*/ 4 h 3125"/>
                  <a:gd name="T58" fmla="*/ 0 w 1115"/>
                  <a:gd name="T59" fmla="*/ 4 h 3125"/>
                  <a:gd name="T60" fmla="*/ 0 w 1115"/>
                  <a:gd name="T61" fmla="*/ 4 h 3125"/>
                  <a:gd name="T62" fmla="*/ 0 w 1115"/>
                  <a:gd name="T63" fmla="*/ 4 h 3125"/>
                  <a:gd name="T64" fmla="*/ 0 w 1115"/>
                  <a:gd name="T65" fmla="*/ 4 h 3125"/>
                  <a:gd name="T66" fmla="*/ 0 w 1115"/>
                  <a:gd name="T67" fmla="*/ 3 h 3125"/>
                  <a:gd name="T68" fmla="*/ 0 w 1115"/>
                  <a:gd name="T69" fmla="*/ 3 h 3125"/>
                  <a:gd name="T70" fmla="*/ 0 w 1115"/>
                  <a:gd name="T71" fmla="*/ 3 h 3125"/>
                  <a:gd name="T72" fmla="*/ 0 w 1115"/>
                  <a:gd name="T73" fmla="*/ 2 h 3125"/>
                  <a:gd name="T74" fmla="*/ 1 w 1115"/>
                  <a:gd name="T75" fmla="*/ 1 h 3125"/>
                  <a:gd name="T76" fmla="*/ 1 w 1115"/>
                  <a:gd name="T77" fmla="*/ 1 h 3125"/>
                  <a:gd name="T78" fmla="*/ 1 w 1115"/>
                  <a:gd name="T79" fmla="*/ 1 h 3125"/>
                  <a:gd name="T80" fmla="*/ 1 w 1115"/>
                  <a:gd name="T81" fmla="*/ 1 h 3125"/>
                  <a:gd name="T82" fmla="*/ 1 w 1115"/>
                  <a:gd name="T83" fmla="*/ 1 h 3125"/>
                  <a:gd name="T84" fmla="*/ 2 w 1115"/>
                  <a:gd name="T85" fmla="*/ 0 h 3125"/>
                  <a:gd name="T86" fmla="*/ 2 w 1115"/>
                  <a:gd name="T87" fmla="*/ 0 h 3125"/>
                  <a:gd name="T88" fmla="*/ 2 w 1115"/>
                  <a:gd name="T89" fmla="*/ 0 h 312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115"/>
                  <a:gd name="T136" fmla="*/ 0 h 3125"/>
                  <a:gd name="T137" fmla="*/ 1115 w 1115"/>
                  <a:gd name="T138" fmla="*/ 3125 h 312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115" h="3125">
                    <a:moveTo>
                      <a:pt x="1115" y="0"/>
                    </a:moveTo>
                    <a:lnTo>
                      <a:pt x="979" y="96"/>
                    </a:lnTo>
                    <a:lnTo>
                      <a:pt x="768" y="182"/>
                    </a:lnTo>
                    <a:lnTo>
                      <a:pt x="460" y="257"/>
                    </a:lnTo>
                    <a:lnTo>
                      <a:pt x="399" y="314"/>
                    </a:lnTo>
                    <a:lnTo>
                      <a:pt x="332" y="314"/>
                    </a:lnTo>
                    <a:lnTo>
                      <a:pt x="260" y="442"/>
                    </a:lnTo>
                    <a:lnTo>
                      <a:pt x="122" y="1283"/>
                    </a:lnTo>
                    <a:lnTo>
                      <a:pt x="131" y="1542"/>
                    </a:lnTo>
                    <a:lnTo>
                      <a:pt x="91" y="1760"/>
                    </a:lnTo>
                    <a:lnTo>
                      <a:pt x="0" y="2042"/>
                    </a:lnTo>
                    <a:lnTo>
                      <a:pt x="43" y="2219"/>
                    </a:lnTo>
                    <a:lnTo>
                      <a:pt x="43" y="2333"/>
                    </a:lnTo>
                    <a:lnTo>
                      <a:pt x="179" y="2641"/>
                    </a:lnTo>
                    <a:lnTo>
                      <a:pt x="447" y="3125"/>
                    </a:lnTo>
                    <a:lnTo>
                      <a:pt x="145" y="2520"/>
                    </a:lnTo>
                    <a:lnTo>
                      <a:pt x="122" y="2374"/>
                    </a:lnTo>
                    <a:lnTo>
                      <a:pt x="203" y="2356"/>
                    </a:lnTo>
                    <a:lnTo>
                      <a:pt x="381" y="2356"/>
                    </a:lnTo>
                    <a:lnTo>
                      <a:pt x="544" y="2413"/>
                    </a:lnTo>
                    <a:lnTo>
                      <a:pt x="412" y="2342"/>
                    </a:lnTo>
                    <a:lnTo>
                      <a:pt x="315" y="2309"/>
                    </a:lnTo>
                    <a:lnTo>
                      <a:pt x="194" y="2277"/>
                    </a:lnTo>
                    <a:lnTo>
                      <a:pt x="145" y="2234"/>
                    </a:lnTo>
                    <a:lnTo>
                      <a:pt x="139" y="2188"/>
                    </a:lnTo>
                    <a:lnTo>
                      <a:pt x="170" y="2138"/>
                    </a:lnTo>
                    <a:lnTo>
                      <a:pt x="212" y="2107"/>
                    </a:lnTo>
                    <a:lnTo>
                      <a:pt x="122" y="2083"/>
                    </a:lnTo>
                    <a:lnTo>
                      <a:pt x="82" y="2035"/>
                    </a:lnTo>
                    <a:lnTo>
                      <a:pt x="73" y="1987"/>
                    </a:lnTo>
                    <a:lnTo>
                      <a:pt x="82" y="1920"/>
                    </a:lnTo>
                    <a:lnTo>
                      <a:pt x="115" y="1865"/>
                    </a:lnTo>
                    <a:lnTo>
                      <a:pt x="139" y="1793"/>
                    </a:lnTo>
                    <a:lnTo>
                      <a:pt x="145" y="1669"/>
                    </a:lnTo>
                    <a:lnTo>
                      <a:pt x="154" y="1485"/>
                    </a:lnTo>
                    <a:lnTo>
                      <a:pt x="154" y="1292"/>
                    </a:lnTo>
                    <a:lnTo>
                      <a:pt x="187" y="991"/>
                    </a:lnTo>
                    <a:lnTo>
                      <a:pt x="260" y="541"/>
                    </a:lnTo>
                    <a:lnTo>
                      <a:pt x="309" y="401"/>
                    </a:lnTo>
                    <a:lnTo>
                      <a:pt x="357" y="338"/>
                    </a:lnTo>
                    <a:lnTo>
                      <a:pt x="412" y="354"/>
                    </a:lnTo>
                    <a:lnTo>
                      <a:pt x="519" y="329"/>
                    </a:lnTo>
                    <a:lnTo>
                      <a:pt x="800" y="209"/>
                    </a:lnTo>
                    <a:lnTo>
                      <a:pt x="985" y="120"/>
                    </a:lnTo>
                    <a:lnTo>
                      <a:pt x="11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6" name="Freeform 159">
                <a:extLst>
                  <a:ext uri="{FF2B5EF4-FFF2-40B4-BE49-F238E27FC236}">
                    <a16:creationId xmlns:a16="http://schemas.microsoft.com/office/drawing/2014/main" id="{77154B1E-3871-B94C-8EBA-0E67DA04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92"/>
                <a:ext cx="78" cy="276"/>
              </a:xfrm>
              <a:custGeom>
                <a:avLst/>
                <a:gdLst>
                  <a:gd name="T0" fmla="*/ 0 w 625"/>
                  <a:gd name="T1" fmla="*/ 0 h 2206"/>
                  <a:gd name="T2" fmla="*/ 1 w 625"/>
                  <a:gd name="T3" fmla="*/ 0 h 2206"/>
                  <a:gd name="T4" fmla="*/ 1 w 625"/>
                  <a:gd name="T5" fmla="*/ 1 h 2206"/>
                  <a:gd name="T6" fmla="*/ 1 w 625"/>
                  <a:gd name="T7" fmla="*/ 1 h 2206"/>
                  <a:gd name="T8" fmla="*/ 1 w 625"/>
                  <a:gd name="T9" fmla="*/ 2 h 2206"/>
                  <a:gd name="T10" fmla="*/ 1 w 625"/>
                  <a:gd name="T11" fmla="*/ 2 h 2206"/>
                  <a:gd name="T12" fmla="*/ 1 w 625"/>
                  <a:gd name="T13" fmla="*/ 2 h 2206"/>
                  <a:gd name="T14" fmla="*/ 1 w 625"/>
                  <a:gd name="T15" fmla="*/ 3 h 2206"/>
                  <a:gd name="T16" fmla="*/ 1 w 625"/>
                  <a:gd name="T17" fmla="*/ 3 h 2206"/>
                  <a:gd name="T18" fmla="*/ 1 w 625"/>
                  <a:gd name="T19" fmla="*/ 4 h 2206"/>
                  <a:gd name="T20" fmla="*/ 1 w 625"/>
                  <a:gd name="T21" fmla="*/ 4 h 2206"/>
                  <a:gd name="T22" fmla="*/ 1 w 625"/>
                  <a:gd name="T23" fmla="*/ 4 h 2206"/>
                  <a:gd name="T24" fmla="*/ 1 w 625"/>
                  <a:gd name="T25" fmla="*/ 4 h 2206"/>
                  <a:gd name="T26" fmla="*/ 1 w 625"/>
                  <a:gd name="T27" fmla="*/ 4 h 2206"/>
                  <a:gd name="T28" fmla="*/ 1 w 625"/>
                  <a:gd name="T29" fmla="*/ 3 h 2206"/>
                  <a:gd name="T30" fmla="*/ 1 w 625"/>
                  <a:gd name="T31" fmla="*/ 3 h 2206"/>
                  <a:gd name="T32" fmla="*/ 1 w 625"/>
                  <a:gd name="T33" fmla="*/ 3 h 2206"/>
                  <a:gd name="T34" fmla="*/ 0 w 625"/>
                  <a:gd name="T35" fmla="*/ 3 h 2206"/>
                  <a:gd name="T36" fmla="*/ 1 w 625"/>
                  <a:gd name="T37" fmla="*/ 3 h 2206"/>
                  <a:gd name="T38" fmla="*/ 0 w 625"/>
                  <a:gd name="T39" fmla="*/ 3 h 2206"/>
                  <a:gd name="T40" fmla="*/ 0 w 625"/>
                  <a:gd name="T41" fmla="*/ 3 h 2206"/>
                  <a:gd name="T42" fmla="*/ 0 w 625"/>
                  <a:gd name="T43" fmla="*/ 3 h 2206"/>
                  <a:gd name="T44" fmla="*/ 0 w 625"/>
                  <a:gd name="T45" fmla="*/ 3 h 2206"/>
                  <a:gd name="T46" fmla="*/ 0 w 625"/>
                  <a:gd name="T47" fmla="*/ 3 h 2206"/>
                  <a:gd name="T48" fmla="*/ 0 w 625"/>
                  <a:gd name="T49" fmla="*/ 3 h 2206"/>
                  <a:gd name="T50" fmla="*/ 0 w 625"/>
                  <a:gd name="T51" fmla="*/ 2 h 2206"/>
                  <a:gd name="T52" fmla="*/ 0 w 625"/>
                  <a:gd name="T53" fmla="*/ 2 h 2206"/>
                  <a:gd name="T54" fmla="*/ 0 w 625"/>
                  <a:gd name="T55" fmla="*/ 2 h 2206"/>
                  <a:gd name="T56" fmla="*/ 0 w 625"/>
                  <a:gd name="T57" fmla="*/ 2 h 2206"/>
                  <a:gd name="T58" fmla="*/ 0 w 625"/>
                  <a:gd name="T59" fmla="*/ 2 h 2206"/>
                  <a:gd name="T60" fmla="*/ 0 w 625"/>
                  <a:gd name="T61" fmla="*/ 2 h 2206"/>
                  <a:gd name="T62" fmla="*/ 0 w 625"/>
                  <a:gd name="T63" fmla="*/ 2 h 2206"/>
                  <a:gd name="T64" fmla="*/ 0 w 625"/>
                  <a:gd name="T65" fmla="*/ 2 h 2206"/>
                  <a:gd name="T66" fmla="*/ 0 w 625"/>
                  <a:gd name="T67" fmla="*/ 1 h 2206"/>
                  <a:gd name="T68" fmla="*/ 0 w 625"/>
                  <a:gd name="T69" fmla="*/ 1 h 2206"/>
                  <a:gd name="T70" fmla="*/ 0 w 625"/>
                  <a:gd name="T71" fmla="*/ 1 h 2206"/>
                  <a:gd name="T72" fmla="*/ 0 w 625"/>
                  <a:gd name="T73" fmla="*/ 0 h 2206"/>
                  <a:gd name="T74" fmla="*/ 0 w 625"/>
                  <a:gd name="T75" fmla="*/ 0 h 2206"/>
                  <a:gd name="T76" fmla="*/ 0 w 625"/>
                  <a:gd name="T77" fmla="*/ 0 h 220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25"/>
                  <a:gd name="T118" fmla="*/ 0 h 2206"/>
                  <a:gd name="T119" fmla="*/ 625 w 625"/>
                  <a:gd name="T120" fmla="*/ 2206 h 220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25" h="2206">
                    <a:moveTo>
                      <a:pt x="214" y="0"/>
                    </a:moveTo>
                    <a:lnTo>
                      <a:pt x="299" y="212"/>
                    </a:lnTo>
                    <a:lnTo>
                      <a:pt x="357" y="431"/>
                    </a:lnTo>
                    <a:lnTo>
                      <a:pt x="366" y="640"/>
                    </a:lnTo>
                    <a:lnTo>
                      <a:pt x="407" y="784"/>
                    </a:lnTo>
                    <a:lnTo>
                      <a:pt x="456" y="938"/>
                    </a:lnTo>
                    <a:lnTo>
                      <a:pt x="493" y="1165"/>
                    </a:lnTo>
                    <a:lnTo>
                      <a:pt x="511" y="1349"/>
                    </a:lnTo>
                    <a:lnTo>
                      <a:pt x="493" y="1648"/>
                    </a:lnTo>
                    <a:lnTo>
                      <a:pt x="504" y="1811"/>
                    </a:lnTo>
                    <a:lnTo>
                      <a:pt x="504" y="1901"/>
                    </a:lnTo>
                    <a:lnTo>
                      <a:pt x="625" y="2197"/>
                    </a:lnTo>
                    <a:lnTo>
                      <a:pt x="613" y="2206"/>
                    </a:lnTo>
                    <a:lnTo>
                      <a:pt x="463" y="1835"/>
                    </a:lnTo>
                    <a:lnTo>
                      <a:pt x="463" y="1732"/>
                    </a:lnTo>
                    <a:lnTo>
                      <a:pt x="389" y="1673"/>
                    </a:lnTo>
                    <a:lnTo>
                      <a:pt x="357" y="1602"/>
                    </a:lnTo>
                    <a:lnTo>
                      <a:pt x="251" y="1602"/>
                    </a:lnTo>
                    <a:lnTo>
                      <a:pt x="334" y="1480"/>
                    </a:lnTo>
                    <a:lnTo>
                      <a:pt x="235" y="1464"/>
                    </a:lnTo>
                    <a:lnTo>
                      <a:pt x="18" y="1528"/>
                    </a:lnTo>
                    <a:lnTo>
                      <a:pt x="244" y="1440"/>
                    </a:lnTo>
                    <a:lnTo>
                      <a:pt x="244" y="1295"/>
                    </a:lnTo>
                    <a:lnTo>
                      <a:pt x="27" y="1400"/>
                    </a:lnTo>
                    <a:lnTo>
                      <a:pt x="9" y="1358"/>
                    </a:lnTo>
                    <a:lnTo>
                      <a:pt x="157" y="1229"/>
                    </a:lnTo>
                    <a:lnTo>
                      <a:pt x="276" y="776"/>
                    </a:lnTo>
                    <a:lnTo>
                      <a:pt x="166" y="857"/>
                    </a:lnTo>
                    <a:lnTo>
                      <a:pt x="58" y="963"/>
                    </a:lnTo>
                    <a:lnTo>
                      <a:pt x="0" y="1019"/>
                    </a:lnTo>
                    <a:lnTo>
                      <a:pt x="0" y="978"/>
                    </a:lnTo>
                    <a:lnTo>
                      <a:pt x="43" y="875"/>
                    </a:lnTo>
                    <a:lnTo>
                      <a:pt x="124" y="745"/>
                    </a:lnTo>
                    <a:lnTo>
                      <a:pt x="203" y="640"/>
                    </a:lnTo>
                    <a:lnTo>
                      <a:pt x="286" y="551"/>
                    </a:lnTo>
                    <a:lnTo>
                      <a:pt x="286" y="371"/>
                    </a:lnTo>
                    <a:lnTo>
                      <a:pt x="260" y="212"/>
                    </a:lnTo>
                    <a:lnTo>
                      <a:pt x="227" y="6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7" name="Freeform 160">
                <a:extLst>
                  <a:ext uri="{FF2B5EF4-FFF2-40B4-BE49-F238E27FC236}">
                    <a16:creationId xmlns:a16="http://schemas.microsoft.com/office/drawing/2014/main" id="{A7844CA8-2CF5-F940-9282-41FDAB903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3010"/>
                <a:ext cx="42" cy="7"/>
              </a:xfrm>
              <a:custGeom>
                <a:avLst/>
                <a:gdLst>
                  <a:gd name="T0" fmla="*/ 0 w 339"/>
                  <a:gd name="T1" fmla="*/ 0 h 57"/>
                  <a:gd name="T2" fmla="*/ 0 w 339"/>
                  <a:gd name="T3" fmla="*/ 0 h 57"/>
                  <a:gd name="T4" fmla="*/ 0 w 339"/>
                  <a:gd name="T5" fmla="*/ 0 h 57"/>
                  <a:gd name="T6" fmla="*/ 0 w 339"/>
                  <a:gd name="T7" fmla="*/ 0 h 57"/>
                  <a:gd name="T8" fmla="*/ 1 w 339"/>
                  <a:gd name="T9" fmla="*/ 0 h 57"/>
                  <a:gd name="T10" fmla="*/ 1 w 339"/>
                  <a:gd name="T11" fmla="*/ 0 h 57"/>
                  <a:gd name="T12" fmla="*/ 0 w 339"/>
                  <a:gd name="T13" fmla="*/ 0 h 57"/>
                  <a:gd name="T14" fmla="*/ 0 w 339"/>
                  <a:gd name="T15" fmla="*/ 0 h 57"/>
                  <a:gd name="T16" fmla="*/ 0 w 339"/>
                  <a:gd name="T17" fmla="*/ 0 h 57"/>
                  <a:gd name="T18" fmla="*/ 0 w 339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9"/>
                  <a:gd name="T31" fmla="*/ 0 h 57"/>
                  <a:gd name="T32" fmla="*/ 339 w 339"/>
                  <a:gd name="T33" fmla="*/ 57 h 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9" h="57">
                    <a:moveTo>
                      <a:pt x="0" y="57"/>
                    </a:moveTo>
                    <a:lnTo>
                      <a:pt x="88" y="26"/>
                    </a:lnTo>
                    <a:lnTo>
                      <a:pt x="169" y="11"/>
                    </a:lnTo>
                    <a:lnTo>
                      <a:pt x="252" y="0"/>
                    </a:lnTo>
                    <a:lnTo>
                      <a:pt x="316" y="0"/>
                    </a:lnTo>
                    <a:lnTo>
                      <a:pt x="339" y="51"/>
                    </a:lnTo>
                    <a:lnTo>
                      <a:pt x="284" y="35"/>
                    </a:lnTo>
                    <a:lnTo>
                      <a:pt x="204" y="35"/>
                    </a:lnTo>
                    <a:lnTo>
                      <a:pt x="97" y="42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8" name="Freeform 161">
                <a:extLst>
                  <a:ext uri="{FF2B5EF4-FFF2-40B4-BE49-F238E27FC236}">
                    <a16:creationId xmlns:a16="http://schemas.microsoft.com/office/drawing/2014/main" id="{0C957056-BBAE-3A4B-9911-0AC35DA0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54"/>
                <a:ext cx="43" cy="16"/>
              </a:xfrm>
              <a:custGeom>
                <a:avLst/>
                <a:gdLst>
                  <a:gd name="T0" fmla="*/ 0 w 347"/>
                  <a:gd name="T1" fmla="*/ 0 h 129"/>
                  <a:gd name="T2" fmla="*/ 0 w 347"/>
                  <a:gd name="T3" fmla="*/ 0 h 129"/>
                  <a:gd name="T4" fmla="*/ 0 w 347"/>
                  <a:gd name="T5" fmla="*/ 0 h 129"/>
                  <a:gd name="T6" fmla="*/ 1 w 347"/>
                  <a:gd name="T7" fmla="*/ 0 h 129"/>
                  <a:gd name="T8" fmla="*/ 1 w 347"/>
                  <a:gd name="T9" fmla="*/ 0 h 129"/>
                  <a:gd name="T10" fmla="*/ 1 w 347"/>
                  <a:gd name="T11" fmla="*/ 0 h 129"/>
                  <a:gd name="T12" fmla="*/ 0 w 347"/>
                  <a:gd name="T13" fmla="*/ 0 h 129"/>
                  <a:gd name="T14" fmla="*/ 0 w 347"/>
                  <a:gd name="T15" fmla="*/ 0 h 129"/>
                  <a:gd name="T16" fmla="*/ 0 w 347"/>
                  <a:gd name="T17" fmla="*/ 0 h 129"/>
                  <a:gd name="T18" fmla="*/ 0 w 347"/>
                  <a:gd name="T19" fmla="*/ 0 h 129"/>
                  <a:gd name="T20" fmla="*/ 0 w 347"/>
                  <a:gd name="T21" fmla="*/ 0 h 129"/>
                  <a:gd name="T22" fmla="*/ 0 w 347"/>
                  <a:gd name="T23" fmla="*/ 0 h 129"/>
                  <a:gd name="T24" fmla="*/ 0 w 347"/>
                  <a:gd name="T25" fmla="*/ 0 h 129"/>
                  <a:gd name="T26" fmla="*/ 0 w 347"/>
                  <a:gd name="T27" fmla="*/ 0 h 1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7"/>
                  <a:gd name="T43" fmla="*/ 0 h 129"/>
                  <a:gd name="T44" fmla="*/ 347 w 347"/>
                  <a:gd name="T45" fmla="*/ 129 h 12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7" h="129">
                    <a:moveTo>
                      <a:pt x="39" y="0"/>
                    </a:moveTo>
                    <a:lnTo>
                      <a:pt x="171" y="8"/>
                    </a:lnTo>
                    <a:lnTo>
                      <a:pt x="281" y="37"/>
                    </a:lnTo>
                    <a:lnTo>
                      <a:pt x="341" y="63"/>
                    </a:lnTo>
                    <a:lnTo>
                      <a:pt x="347" y="90"/>
                    </a:lnTo>
                    <a:lnTo>
                      <a:pt x="329" y="97"/>
                    </a:lnTo>
                    <a:lnTo>
                      <a:pt x="265" y="111"/>
                    </a:lnTo>
                    <a:lnTo>
                      <a:pt x="178" y="129"/>
                    </a:lnTo>
                    <a:lnTo>
                      <a:pt x="217" y="102"/>
                    </a:lnTo>
                    <a:lnTo>
                      <a:pt x="209" y="74"/>
                    </a:lnTo>
                    <a:lnTo>
                      <a:pt x="178" y="48"/>
                    </a:lnTo>
                    <a:lnTo>
                      <a:pt x="145" y="30"/>
                    </a:lnTo>
                    <a:lnTo>
                      <a:pt x="0" y="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09" name="Freeform 162">
                <a:extLst>
                  <a:ext uri="{FF2B5EF4-FFF2-40B4-BE49-F238E27FC236}">
                    <a16:creationId xmlns:a16="http://schemas.microsoft.com/office/drawing/2014/main" id="{ECE5A1BA-32F3-E248-B8A2-069454D97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063"/>
                <a:ext cx="81" cy="69"/>
              </a:xfrm>
              <a:custGeom>
                <a:avLst/>
                <a:gdLst>
                  <a:gd name="T0" fmla="*/ 0 w 641"/>
                  <a:gd name="T1" fmla="*/ 1 h 549"/>
                  <a:gd name="T2" fmla="*/ 0 w 641"/>
                  <a:gd name="T3" fmla="*/ 1 h 549"/>
                  <a:gd name="T4" fmla="*/ 0 w 641"/>
                  <a:gd name="T5" fmla="*/ 1 h 549"/>
                  <a:gd name="T6" fmla="*/ 0 w 641"/>
                  <a:gd name="T7" fmla="*/ 1 h 549"/>
                  <a:gd name="T8" fmla="*/ 0 w 641"/>
                  <a:gd name="T9" fmla="*/ 1 h 549"/>
                  <a:gd name="T10" fmla="*/ 0 w 641"/>
                  <a:gd name="T11" fmla="*/ 1 h 549"/>
                  <a:gd name="T12" fmla="*/ 0 w 641"/>
                  <a:gd name="T13" fmla="*/ 0 h 549"/>
                  <a:gd name="T14" fmla="*/ 0 w 641"/>
                  <a:gd name="T15" fmla="*/ 0 h 549"/>
                  <a:gd name="T16" fmla="*/ 0 w 641"/>
                  <a:gd name="T17" fmla="*/ 0 h 549"/>
                  <a:gd name="T18" fmla="*/ 0 w 641"/>
                  <a:gd name="T19" fmla="*/ 0 h 549"/>
                  <a:gd name="T20" fmla="*/ 1 w 641"/>
                  <a:gd name="T21" fmla="*/ 0 h 549"/>
                  <a:gd name="T22" fmla="*/ 1 w 641"/>
                  <a:gd name="T23" fmla="*/ 0 h 549"/>
                  <a:gd name="T24" fmla="*/ 1 w 641"/>
                  <a:gd name="T25" fmla="*/ 0 h 549"/>
                  <a:gd name="T26" fmla="*/ 1 w 641"/>
                  <a:gd name="T27" fmla="*/ 0 h 549"/>
                  <a:gd name="T28" fmla="*/ 1 w 641"/>
                  <a:gd name="T29" fmla="*/ 0 h 549"/>
                  <a:gd name="T30" fmla="*/ 1 w 641"/>
                  <a:gd name="T31" fmla="*/ 0 h 549"/>
                  <a:gd name="T32" fmla="*/ 1 w 641"/>
                  <a:gd name="T33" fmla="*/ 0 h 549"/>
                  <a:gd name="T34" fmla="*/ 1 w 641"/>
                  <a:gd name="T35" fmla="*/ 0 h 549"/>
                  <a:gd name="T36" fmla="*/ 1 w 641"/>
                  <a:gd name="T37" fmla="*/ 0 h 549"/>
                  <a:gd name="T38" fmla="*/ 1 w 641"/>
                  <a:gd name="T39" fmla="*/ 0 h 549"/>
                  <a:gd name="T40" fmla="*/ 1 w 641"/>
                  <a:gd name="T41" fmla="*/ 0 h 549"/>
                  <a:gd name="T42" fmla="*/ 1 w 641"/>
                  <a:gd name="T43" fmla="*/ 0 h 549"/>
                  <a:gd name="T44" fmla="*/ 1 w 641"/>
                  <a:gd name="T45" fmla="*/ 0 h 549"/>
                  <a:gd name="T46" fmla="*/ 1 w 641"/>
                  <a:gd name="T47" fmla="*/ 0 h 549"/>
                  <a:gd name="T48" fmla="*/ 1 w 641"/>
                  <a:gd name="T49" fmla="*/ 0 h 549"/>
                  <a:gd name="T50" fmla="*/ 1 w 641"/>
                  <a:gd name="T51" fmla="*/ 0 h 549"/>
                  <a:gd name="T52" fmla="*/ 1 w 641"/>
                  <a:gd name="T53" fmla="*/ 0 h 549"/>
                  <a:gd name="T54" fmla="*/ 1 w 641"/>
                  <a:gd name="T55" fmla="*/ 1 h 549"/>
                  <a:gd name="T56" fmla="*/ 1 w 641"/>
                  <a:gd name="T57" fmla="*/ 1 h 549"/>
                  <a:gd name="T58" fmla="*/ 1 w 641"/>
                  <a:gd name="T59" fmla="*/ 1 h 549"/>
                  <a:gd name="T60" fmla="*/ 1 w 641"/>
                  <a:gd name="T61" fmla="*/ 1 h 549"/>
                  <a:gd name="T62" fmla="*/ 1 w 641"/>
                  <a:gd name="T63" fmla="*/ 1 h 549"/>
                  <a:gd name="T64" fmla="*/ 1 w 641"/>
                  <a:gd name="T65" fmla="*/ 1 h 549"/>
                  <a:gd name="T66" fmla="*/ 1 w 641"/>
                  <a:gd name="T67" fmla="*/ 0 h 549"/>
                  <a:gd name="T68" fmla="*/ 1 w 641"/>
                  <a:gd name="T69" fmla="*/ 0 h 549"/>
                  <a:gd name="T70" fmla="*/ 1 w 641"/>
                  <a:gd name="T71" fmla="*/ 0 h 549"/>
                  <a:gd name="T72" fmla="*/ 1 w 641"/>
                  <a:gd name="T73" fmla="*/ 0 h 549"/>
                  <a:gd name="T74" fmla="*/ 1 w 641"/>
                  <a:gd name="T75" fmla="*/ 0 h 549"/>
                  <a:gd name="T76" fmla="*/ 1 w 641"/>
                  <a:gd name="T77" fmla="*/ 0 h 549"/>
                  <a:gd name="T78" fmla="*/ 1 w 641"/>
                  <a:gd name="T79" fmla="*/ 0 h 549"/>
                  <a:gd name="T80" fmla="*/ 1 w 641"/>
                  <a:gd name="T81" fmla="*/ 0 h 549"/>
                  <a:gd name="T82" fmla="*/ 1 w 641"/>
                  <a:gd name="T83" fmla="*/ 0 h 549"/>
                  <a:gd name="T84" fmla="*/ 1 w 641"/>
                  <a:gd name="T85" fmla="*/ 0 h 549"/>
                  <a:gd name="T86" fmla="*/ 1 w 641"/>
                  <a:gd name="T87" fmla="*/ 0 h 549"/>
                  <a:gd name="T88" fmla="*/ 0 w 641"/>
                  <a:gd name="T89" fmla="*/ 0 h 549"/>
                  <a:gd name="T90" fmla="*/ 0 w 641"/>
                  <a:gd name="T91" fmla="*/ 0 h 549"/>
                  <a:gd name="T92" fmla="*/ 0 w 641"/>
                  <a:gd name="T93" fmla="*/ 0 h 549"/>
                  <a:gd name="T94" fmla="*/ 0 w 641"/>
                  <a:gd name="T95" fmla="*/ 0 h 549"/>
                  <a:gd name="T96" fmla="*/ 0 w 641"/>
                  <a:gd name="T97" fmla="*/ 1 h 549"/>
                  <a:gd name="T98" fmla="*/ 0 w 641"/>
                  <a:gd name="T99" fmla="*/ 1 h 549"/>
                  <a:gd name="T100" fmla="*/ 0 w 641"/>
                  <a:gd name="T101" fmla="*/ 1 h 549"/>
                  <a:gd name="T102" fmla="*/ 0 w 641"/>
                  <a:gd name="T103" fmla="*/ 1 h 549"/>
                  <a:gd name="T104" fmla="*/ 0 w 641"/>
                  <a:gd name="T105" fmla="*/ 1 h 549"/>
                  <a:gd name="T106" fmla="*/ 0 w 641"/>
                  <a:gd name="T107" fmla="*/ 1 h 549"/>
                  <a:gd name="T108" fmla="*/ 0 w 641"/>
                  <a:gd name="T109" fmla="*/ 1 h 549"/>
                  <a:gd name="T110" fmla="*/ 0 w 641"/>
                  <a:gd name="T111" fmla="*/ 1 h 549"/>
                  <a:gd name="T112" fmla="*/ 0 w 641"/>
                  <a:gd name="T113" fmla="*/ 1 h 549"/>
                  <a:gd name="T114" fmla="*/ 0 w 641"/>
                  <a:gd name="T115" fmla="*/ 1 h 549"/>
                  <a:gd name="T116" fmla="*/ 0 w 641"/>
                  <a:gd name="T117" fmla="*/ 1 h 549"/>
                  <a:gd name="T118" fmla="*/ 0 w 641"/>
                  <a:gd name="T119" fmla="*/ 1 h 54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41"/>
                  <a:gd name="T181" fmla="*/ 0 h 549"/>
                  <a:gd name="T182" fmla="*/ 641 w 641"/>
                  <a:gd name="T183" fmla="*/ 549 h 54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41" h="549">
                    <a:moveTo>
                      <a:pt x="134" y="378"/>
                    </a:moveTo>
                    <a:lnTo>
                      <a:pt x="134" y="313"/>
                    </a:lnTo>
                    <a:lnTo>
                      <a:pt x="143" y="301"/>
                    </a:lnTo>
                    <a:lnTo>
                      <a:pt x="157" y="276"/>
                    </a:lnTo>
                    <a:lnTo>
                      <a:pt x="157" y="256"/>
                    </a:lnTo>
                    <a:lnTo>
                      <a:pt x="136" y="223"/>
                    </a:lnTo>
                    <a:lnTo>
                      <a:pt x="136" y="207"/>
                    </a:lnTo>
                    <a:lnTo>
                      <a:pt x="141" y="191"/>
                    </a:lnTo>
                    <a:lnTo>
                      <a:pt x="152" y="175"/>
                    </a:lnTo>
                    <a:lnTo>
                      <a:pt x="180" y="166"/>
                    </a:lnTo>
                    <a:lnTo>
                      <a:pt x="242" y="162"/>
                    </a:lnTo>
                    <a:lnTo>
                      <a:pt x="240" y="115"/>
                    </a:lnTo>
                    <a:lnTo>
                      <a:pt x="249" y="83"/>
                    </a:lnTo>
                    <a:lnTo>
                      <a:pt x="263" y="66"/>
                    </a:lnTo>
                    <a:lnTo>
                      <a:pt x="286" y="52"/>
                    </a:lnTo>
                    <a:lnTo>
                      <a:pt x="319" y="43"/>
                    </a:lnTo>
                    <a:lnTo>
                      <a:pt x="387" y="34"/>
                    </a:lnTo>
                    <a:lnTo>
                      <a:pt x="448" y="30"/>
                    </a:lnTo>
                    <a:lnTo>
                      <a:pt x="510" y="15"/>
                    </a:lnTo>
                    <a:lnTo>
                      <a:pt x="535" y="15"/>
                    </a:lnTo>
                    <a:lnTo>
                      <a:pt x="542" y="21"/>
                    </a:lnTo>
                    <a:lnTo>
                      <a:pt x="528" y="43"/>
                    </a:lnTo>
                    <a:lnTo>
                      <a:pt x="514" y="83"/>
                    </a:lnTo>
                    <a:lnTo>
                      <a:pt x="510" y="108"/>
                    </a:lnTo>
                    <a:lnTo>
                      <a:pt x="406" y="115"/>
                    </a:lnTo>
                    <a:lnTo>
                      <a:pt x="505" y="129"/>
                    </a:lnTo>
                    <a:lnTo>
                      <a:pt x="542" y="207"/>
                    </a:lnTo>
                    <a:lnTo>
                      <a:pt x="567" y="258"/>
                    </a:lnTo>
                    <a:lnTo>
                      <a:pt x="586" y="281"/>
                    </a:lnTo>
                    <a:lnTo>
                      <a:pt x="611" y="292"/>
                    </a:lnTo>
                    <a:lnTo>
                      <a:pt x="635" y="297"/>
                    </a:lnTo>
                    <a:lnTo>
                      <a:pt x="641" y="290"/>
                    </a:lnTo>
                    <a:lnTo>
                      <a:pt x="625" y="219"/>
                    </a:lnTo>
                    <a:lnTo>
                      <a:pt x="607" y="127"/>
                    </a:lnTo>
                    <a:lnTo>
                      <a:pt x="595" y="37"/>
                    </a:lnTo>
                    <a:lnTo>
                      <a:pt x="581" y="15"/>
                    </a:lnTo>
                    <a:lnTo>
                      <a:pt x="556" y="2"/>
                    </a:lnTo>
                    <a:lnTo>
                      <a:pt x="508" y="0"/>
                    </a:lnTo>
                    <a:lnTo>
                      <a:pt x="457" y="15"/>
                    </a:lnTo>
                    <a:lnTo>
                      <a:pt x="383" y="23"/>
                    </a:lnTo>
                    <a:lnTo>
                      <a:pt x="307" y="34"/>
                    </a:lnTo>
                    <a:lnTo>
                      <a:pt x="261" y="52"/>
                    </a:lnTo>
                    <a:lnTo>
                      <a:pt x="235" y="83"/>
                    </a:lnTo>
                    <a:lnTo>
                      <a:pt x="229" y="118"/>
                    </a:lnTo>
                    <a:lnTo>
                      <a:pt x="217" y="142"/>
                    </a:lnTo>
                    <a:lnTo>
                      <a:pt x="196" y="156"/>
                    </a:lnTo>
                    <a:lnTo>
                      <a:pt x="148" y="166"/>
                    </a:lnTo>
                    <a:lnTo>
                      <a:pt x="132" y="193"/>
                    </a:lnTo>
                    <a:lnTo>
                      <a:pt x="125" y="223"/>
                    </a:lnTo>
                    <a:lnTo>
                      <a:pt x="123" y="241"/>
                    </a:lnTo>
                    <a:lnTo>
                      <a:pt x="123" y="253"/>
                    </a:lnTo>
                    <a:lnTo>
                      <a:pt x="90" y="297"/>
                    </a:lnTo>
                    <a:lnTo>
                      <a:pt x="58" y="348"/>
                    </a:lnTo>
                    <a:lnTo>
                      <a:pt x="18" y="430"/>
                    </a:lnTo>
                    <a:lnTo>
                      <a:pt x="5" y="488"/>
                    </a:lnTo>
                    <a:lnTo>
                      <a:pt x="0" y="527"/>
                    </a:lnTo>
                    <a:lnTo>
                      <a:pt x="0" y="549"/>
                    </a:lnTo>
                    <a:lnTo>
                      <a:pt x="178" y="412"/>
                    </a:lnTo>
                    <a:lnTo>
                      <a:pt x="145" y="391"/>
                    </a:lnTo>
                    <a:lnTo>
                      <a:pt x="134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0" name="Freeform 163">
                <a:extLst>
                  <a:ext uri="{FF2B5EF4-FFF2-40B4-BE49-F238E27FC236}">
                    <a16:creationId xmlns:a16="http://schemas.microsoft.com/office/drawing/2014/main" id="{E41B9B0D-EA5E-2E4D-84F5-1055ED34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78"/>
                <a:ext cx="43" cy="45"/>
              </a:xfrm>
              <a:custGeom>
                <a:avLst/>
                <a:gdLst>
                  <a:gd name="T0" fmla="*/ 0 w 344"/>
                  <a:gd name="T1" fmla="*/ 0 h 362"/>
                  <a:gd name="T2" fmla="*/ 1 w 344"/>
                  <a:gd name="T3" fmla="*/ 0 h 362"/>
                  <a:gd name="T4" fmla="*/ 1 w 344"/>
                  <a:gd name="T5" fmla="*/ 0 h 362"/>
                  <a:gd name="T6" fmla="*/ 1 w 344"/>
                  <a:gd name="T7" fmla="*/ 0 h 362"/>
                  <a:gd name="T8" fmla="*/ 1 w 344"/>
                  <a:gd name="T9" fmla="*/ 1 h 362"/>
                  <a:gd name="T10" fmla="*/ 1 w 344"/>
                  <a:gd name="T11" fmla="*/ 1 h 362"/>
                  <a:gd name="T12" fmla="*/ 1 w 344"/>
                  <a:gd name="T13" fmla="*/ 1 h 362"/>
                  <a:gd name="T14" fmla="*/ 1 w 344"/>
                  <a:gd name="T15" fmla="*/ 1 h 362"/>
                  <a:gd name="T16" fmla="*/ 1 w 344"/>
                  <a:gd name="T17" fmla="*/ 1 h 362"/>
                  <a:gd name="T18" fmla="*/ 1 w 344"/>
                  <a:gd name="T19" fmla="*/ 1 h 362"/>
                  <a:gd name="T20" fmla="*/ 0 w 344"/>
                  <a:gd name="T21" fmla="*/ 1 h 362"/>
                  <a:gd name="T22" fmla="*/ 0 w 344"/>
                  <a:gd name="T23" fmla="*/ 1 h 362"/>
                  <a:gd name="T24" fmla="*/ 0 w 344"/>
                  <a:gd name="T25" fmla="*/ 1 h 362"/>
                  <a:gd name="T26" fmla="*/ 0 w 344"/>
                  <a:gd name="T27" fmla="*/ 1 h 362"/>
                  <a:gd name="T28" fmla="*/ 0 w 344"/>
                  <a:gd name="T29" fmla="*/ 1 h 362"/>
                  <a:gd name="T30" fmla="*/ 0 w 344"/>
                  <a:gd name="T31" fmla="*/ 1 h 362"/>
                  <a:gd name="T32" fmla="*/ 0 w 344"/>
                  <a:gd name="T33" fmla="*/ 1 h 362"/>
                  <a:gd name="T34" fmla="*/ 0 w 344"/>
                  <a:gd name="T35" fmla="*/ 1 h 362"/>
                  <a:gd name="T36" fmla="*/ 0 w 344"/>
                  <a:gd name="T37" fmla="*/ 0 h 362"/>
                  <a:gd name="T38" fmla="*/ 0 w 344"/>
                  <a:gd name="T39" fmla="*/ 0 h 362"/>
                  <a:gd name="T40" fmla="*/ 0 w 344"/>
                  <a:gd name="T41" fmla="*/ 0 h 362"/>
                  <a:gd name="T42" fmla="*/ 0 w 344"/>
                  <a:gd name="T43" fmla="*/ 0 h 362"/>
                  <a:gd name="T44" fmla="*/ 0 w 344"/>
                  <a:gd name="T45" fmla="*/ 0 h 362"/>
                  <a:gd name="T46" fmla="*/ 0 w 344"/>
                  <a:gd name="T47" fmla="*/ 0 h 362"/>
                  <a:gd name="T48" fmla="*/ 0 w 344"/>
                  <a:gd name="T49" fmla="*/ 0 h 362"/>
                  <a:gd name="T50" fmla="*/ 0 w 344"/>
                  <a:gd name="T51" fmla="*/ 0 h 362"/>
                  <a:gd name="T52" fmla="*/ 0 w 344"/>
                  <a:gd name="T53" fmla="*/ 0 h 362"/>
                  <a:gd name="T54" fmla="*/ 0 w 344"/>
                  <a:gd name="T55" fmla="*/ 0 h 362"/>
                  <a:gd name="T56" fmla="*/ 0 w 344"/>
                  <a:gd name="T57" fmla="*/ 0 h 362"/>
                  <a:gd name="T58" fmla="*/ 0 w 344"/>
                  <a:gd name="T59" fmla="*/ 0 h 362"/>
                  <a:gd name="T60" fmla="*/ 0 w 344"/>
                  <a:gd name="T61" fmla="*/ 0 h 362"/>
                  <a:gd name="T62" fmla="*/ 0 w 344"/>
                  <a:gd name="T63" fmla="*/ 0 h 362"/>
                  <a:gd name="T64" fmla="*/ 0 w 344"/>
                  <a:gd name="T65" fmla="*/ 0 h 362"/>
                  <a:gd name="T66" fmla="*/ 0 w 344"/>
                  <a:gd name="T67" fmla="*/ 0 h 362"/>
                  <a:gd name="T68" fmla="*/ 1 w 344"/>
                  <a:gd name="T69" fmla="*/ 0 h 362"/>
                  <a:gd name="T70" fmla="*/ 1 w 344"/>
                  <a:gd name="T71" fmla="*/ 0 h 362"/>
                  <a:gd name="T72" fmla="*/ 1 w 344"/>
                  <a:gd name="T73" fmla="*/ 0 h 362"/>
                  <a:gd name="T74" fmla="*/ 1 w 344"/>
                  <a:gd name="T75" fmla="*/ 0 h 362"/>
                  <a:gd name="T76" fmla="*/ 1 w 344"/>
                  <a:gd name="T77" fmla="*/ 0 h 362"/>
                  <a:gd name="T78" fmla="*/ 1 w 344"/>
                  <a:gd name="T79" fmla="*/ 0 h 362"/>
                  <a:gd name="T80" fmla="*/ 1 w 344"/>
                  <a:gd name="T81" fmla="*/ 0 h 362"/>
                  <a:gd name="T82" fmla="*/ 0 w 344"/>
                  <a:gd name="T83" fmla="*/ 0 h 36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44"/>
                  <a:gd name="T127" fmla="*/ 0 h 362"/>
                  <a:gd name="T128" fmla="*/ 344 w 344"/>
                  <a:gd name="T129" fmla="*/ 362 h 36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44" h="362">
                    <a:moveTo>
                      <a:pt x="213" y="0"/>
                    </a:moveTo>
                    <a:lnTo>
                      <a:pt x="268" y="54"/>
                    </a:lnTo>
                    <a:lnTo>
                      <a:pt x="310" y="105"/>
                    </a:lnTo>
                    <a:lnTo>
                      <a:pt x="337" y="215"/>
                    </a:lnTo>
                    <a:lnTo>
                      <a:pt x="344" y="294"/>
                    </a:lnTo>
                    <a:lnTo>
                      <a:pt x="332" y="309"/>
                    </a:lnTo>
                    <a:lnTo>
                      <a:pt x="316" y="316"/>
                    </a:lnTo>
                    <a:lnTo>
                      <a:pt x="286" y="307"/>
                    </a:lnTo>
                    <a:lnTo>
                      <a:pt x="263" y="330"/>
                    </a:lnTo>
                    <a:lnTo>
                      <a:pt x="238" y="331"/>
                    </a:lnTo>
                    <a:lnTo>
                      <a:pt x="196" y="325"/>
                    </a:lnTo>
                    <a:lnTo>
                      <a:pt x="173" y="356"/>
                    </a:lnTo>
                    <a:lnTo>
                      <a:pt x="141" y="362"/>
                    </a:lnTo>
                    <a:lnTo>
                      <a:pt x="109" y="362"/>
                    </a:lnTo>
                    <a:lnTo>
                      <a:pt x="65" y="356"/>
                    </a:lnTo>
                    <a:lnTo>
                      <a:pt x="0" y="314"/>
                    </a:lnTo>
                    <a:lnTo>
                      <a:pt x="42" y="331"/>
                    </a:lnTo>
                    <a:lnTo>
                      <a:pt x="46" y="309"/>
                    </a:lnTo>
                    <a:lnTo>
                      <a:pt x="59" y="289"/>
                    </a:lnTo>
                    <a:lnTo>
                      <a:pt x="79" y="281"/>
                    </a:lnTo>
                    <a:lnTo>
                      <a:pt x="99" y="279"/>
                    </a:lnTo>
                    <a:lnTo>
                      <a:pt x="116" y="281"/>
                    </a:lnTo>
                    <a:lnTo>
                      <a:pt x="70" y="241"/>
                    </a:lnTo>
                    <a:lnTo>
                      <a:pt x="22" y="187"/>
                    </a:lnTo>
                    <a:lnTo>
                      <a:pt x="79" y="228"/>
                    </a:lnTo>
                    <a:lnTo>
                      <a:pt x="114" y="250"/>
                    </a:lnTo>
                    <a:lnTo>
                      <a:pt x="118" y="224"/>
                    </a:lnTo>
                    <a:lnTo>
                      <a:pt x="132" y="199"/>
                    </a:lnTo>
                    <a:lnTo>
                      <a:pt x="155" y="185"/>
                    </a:lnTo>
                    <a:lnTo>
                      <a:pt x="202" y="169"/>
                    </a:lnTo>
                    <a:lnTo>
                      <a:pt x="171" y="129"/>
                    </a:lnTo>
                    <a:lnTo>
                      <a:pt x="103" y="65"/>
                    </a:lnTo>
                    <a:lnTo>
                      <a:pt x="182" y="134"/>
                    </a:lnTo>
                    <a:lnTo>
                      <a:pt x="213" y="164"/>
                    </a:lnTo>
                    <a:lnTo>
                      <a:pt x="224" y="138"/>
                    </a:lnTo>
                    <a:lnTo>
                      <a:pt x="242" y="118"/>
                    </a:lnTo>
                    <a:lnTo>
                      <a:pt x="261" y="116"/>
                    </a:lnTo>
                    <a:lnTo>
                      <a:pt x="294" y="118"/>
                    </a:lnTo>
                    <a:lnTo>
                      <a:pt x="310" y="127"/>
                    </a:lnTo>
                    <a:lnTo>
                      <a:pt x="294" y="100"/>
                    </a:lnTo>
                    <a:lnTo>
                      <a:pt x="252" y="46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1" name="Freeform 164">
                <a:extLst>
                  <a:ext uri="{FF2B5EF4-FFF2-40B4-BE49-F238E27FC236}">
                    <a16:creationId xmlns:a16="http://schemas.microsoft.com/office/drawing/2014/main" id="{775F96DA-FF8A-FC4A-AA17-D155CAB0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080"/>
                <a:ext cx="15" cy="9"/>
              </a:xfrm>
              <a:custGeom>
                <a:avLst/>
                <a:gdLst>
                  <a:gd name="T0" fmla="*/ 0 w 118"/>
                  <a:gd name="T1" fmla="*/ 0 h 71"/>
                  <a:gd name="T2" fmla="*/ 0 w 118"/>
                  <a:gd name="T3" fmla="*/ 0 h 71"/>
                  <a:gd name="T4" fmla="*/ 0 w 118"/>
                  <a:gd name="T5" fmla="*/ 0 h 71"/>
                  <a:gd name="T6" fmla="*/ 0 w 118"/>
                  <a:gd name="T7" fmla="*/ 0 h 71"/>
                  <a:gd name="T8" fmla="*/ 0 w 118"/>
                  <a:gd name="T9" fmla="*/ 0 h 71"/>
                  <a:gd name="T10" fmla="*/ 0 w 118"/>
                  <a:gd name="T11" fmla="*/ 0 h 71"/>
                  <a:gd name="T12" fmla="*/ 0 w 118"/>
                  <a:gd name="T13" fmla="*/ 0 h 71"/>
                  <a:gd name="T14" fmla="*/ 0 w 118"/>
                  <a:gd name="T15" fmla="*/ 0 h 71"/>
                  <a:gd name="T16" fmla="*/ 0 w 118"/>
                  <a:gd name="T17" fmla="*/ 0 h 71"/>
                  <a:gd name="T18" fmla="*/ 0 w 118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71"/>
                  <a:gd name="T32" fmla="*/ 118 w 118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71">
                    <a:moveTo>
                      <a:pt x="50" y="0"/>
                    </a:moveTo>
                    <a:lnTo>
                      <a:pt x="81" y="11"/>
                    </a:lnTo>
                    <a:lnTo>
                      <a:pt x="118" y="20"/>
                    </a:lnTo>
                    <a:lnTo>
                      <a:pt x="118" y="35"/>
                    </a:lnTo>
                    <a:lnTo>
                      <a:pt x="107" y="53"/>
                    </a:lnTo>
                    <a:lnTo>
                      <a:pt x="85" y="69"/>
                    </a:lnTo>
                    <a:lnTo>
                      <a:pt x="57" y="71"/>
                    </a:lnTo>
                    <a:lnTo>
                      <a:pt x="39" y="69"/>
                    </a:lnTo>
                    <a:lnTo>
                      <a:pt x="0" y="4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2" name="Freeform 165">
                <a:extLst>
                  <a:ext uri="{FF2B5EF4-FFF2-40B4-BE49-F238E27FC236}">
                    <a16:creationId xmlns:a16="http://schemas.microsoft.com/office/drawing/2014/main" id="{F2CE1C7D-5D15-0545-882B-9DF6CAA3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119"/>
                <a:ext cx="26" cy="17"/>
              </a:xfrm>
              <a:custGeom>
                <a:avLst/>
                <a:gdLst>
                  <a:gd name="T0" fmla="*/ 0 w 212"/>
                  <a:gd name="T1" fmla="*/ 0 h 137"/>
                  <a:gd name="T2" fmla="*/ 0 w 212"/>
                  <a:gd name="T3" fmla="*/ 0 h 137"/>
                  <a:gd name="T4" fmla="*/ 0 w 212"/>
                  <a:gd name="T5" fmla="*/ 0 h 137"/>
                  <a:gd name="T6" fmla="*/ 0 w 212"/>
                  <a:gd name="T7" fmla="*/ 0 h 137"/>
                  <a:gd name="T8" fmla="*/ 0 w 212"/>
                  <a:gd name="T9" fmla="*/ 0 h 137"/>
                  <a:gd name="T10" fmla="*/ 0 w 212"/>
                  <a:gd name="T11" fmla="*/ 0 h 137"/>
                  <a:gd name="T12" fmla="*/ 0 w 212"/>
                  <a:gd name="T13" fmla="*/ 0 h 137"/>
                  <a:gd name="T14" fmla="*/ 0 w 212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2"/>
                  <a:gd name="T25" fmla="*/ 0 h 137"/>
                  <a:gd name="T26" fmla="*/ 212 w 212"/>
                  <a:gd name="T27" fmla="*/ 137 h 1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2" h="137">
                    <a:moveTo>
                      <a:pt x="0" y="137"/>
                    </a:moveTo>
                    <a:lnTo>
                      <a:pt x="11" y="137"/>
                    </a:lnTo>
                    <a:lnTo>
                      <a:pt x="57" y="117"/>
                    </a:lnTo>
                    <a:lnTo>
                      <a:pt x="127" y="77"/>
                    </a:lnTo>
                    <a:lnTo>
                      <a:pt x="178" y="45"/>
                    </a:lnTo>
                    <a:lnTo>
                      <a:pt x="212" y="22"/>
                    </a:lnTo>
                    <a:lnTo>
                      <a:pt x="178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3" name="Freeform 166">
                <a:extLst>
                  <a:ext uri="{FF2B5EF4-FFF2-40B4-BE49-F238E27FC236}">
                    <a16:creationId xmlns:a16="http://schemas.microsoft.com/office/drawing/2014/main" id="{D7C01F27-2245-EC4E-B058-B66E224E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743"/>
                <a:ext cx="69" cy="42"/>
              </a:xfrm>
              <a:custGeom>
                <a:avLst/>
                <a:gdLst>
                  <a:gd name="T0" fmla="*/ 0 w 553"/>
                  <a:gd name="T1" fmla="*/ 0 h 338"/>
                  <a:gd name="T2" fmla="*/ 0 w 553"/>
                  <a:gd name="T3" fmla="*/ 0 h 338"/>
                  <a:gd name="T4" fmla="*/ 0 w 553"/>
                  <a:gd name="T5" fmla="*/ 0 h 338"/>
                  <a:gd name="T6" fmla="*/ 0 w 553"/>
                  <a:gd name="T7" fmla="*/ 0 h 338"/>
                  <a:gd name="T8" fmla="*/ 0 w 553"/>
                  <a:gd name="T9" fmla="*/ 0 h 338"/>
                  <a:gd name="T10" fmla="*/ 0 w 553"/>
                  <a:gd name="T11" fmla="*/ 0 h 338"/>
                  <a:gd name="T12" fmla="*/ 0 w 553"/>
                  <a:gd name="T13" fmla="*/ 0 h 338"/>
                  <a:gd name="T14" fmla="*/ 0 w 553"/>
                  <a:gd name="T15" fmla="*/ 0 h 338"/>
                  <a:gd name="T16" fmla="*/ 0 w 553"/>
                  <a:gd name="T17" fmla="*/ 0 h 338"/>
                  <a:gd name="T18" fmla="*/ 0 w 553"/>
                  <a:gd name="T19" fmla="*/ 0 h 338"/>
                  <a:gd name="T20" fmla="*/ 0 w 553"/>
                  <a:gd name="T21" fmla="*/ 0 h 338"/>
                  <a:gd name="T22" fmla="*/ 0 w 553"/>
                  <a:gd name="T23" fmla="*/ 0 h 338"/>
                  <a:gd name="T24" fmla="*/ 0 w 553"/>
                  <a:gd name="T25" fmla="*/ 0 h 338"/>
                  <a:gd name="T26" fmla="*/ 0 w 553"/>
                  <a:gd name="T27" fmla="*/ 0 h 338"/>
                  <a:gd name="T28" fmla="*/ 0 w 553"/>
                  <a:gd name="T29" fmla="*/ 0 h 338"/>
                  <a:gd name="T30" fmla="*/ 0 w 553"/>
                  <a:gd name="T31" fmla="*/ 0 h 338"/>
                  <a:gd name="T32" fmla="*/ 0 w 553"/>
                  <a:gd name="T33" fmla="*/ 0 h 338"/>
                  <a:gd name="T34" fmla="*/ 0 w 553"/>
                  <a:gd name="T35" fmla="*/ 0 h 338"/>
                  <a:gd name="T36" fmla="*/ 1 w 553"/>
                  <a:gd name="T37" fmla="*/ 0 h 338"/>
                  <a:gd name="T38" fmla="*/ 1 w 553"/>
                  <a:gd name="T39" fmla="*/ 0 h 338"/>
                  <a:gd name="T40" fmla="*/ 1 w 553"/>
                  <a:gd name="T41" fmla="*/ 0 h 338"/>
                  <a:gd name="T42" fmla="*/ 1 w 553"/>
                  <a:gd name="T43" fmla="*/ 0 h 338"/>
                  <a:gd name="T44" fmla="*/ 1 w 553"/>
                  <a:gd name="T45" fmla="*/ 0 h 338"/>
                  <a:gd name="T46" fmla="*/ 1 w 553"/>
                  <a:gd name="T47" fmla="*/ 0 h 338"/>
                  <a:gd name="T48" fmla="*/ 1 w 553"/>
                  <a:gd name="T49" fmla="*/ 0 h 338"/>
                  <a:gd name="T50" fmla="*/ 1 w 553"/>
                  <a:gd name="T51" fmla="*/ 1 h 338"/>
                  <a:gd name="T52" fmla="*/ 1 w 553"/>
                  <a:gd name="T53" fmla="*/ 1 h 338"/>
                  <a:gd name="T54" fmla="*/ 1 w 553"/>
                  <a:gd name="T55" fmla="*/ 1 h 338"/>
                  <a:gd name="T56" fmla="*/ 1 w 553"/>
                  <a:gd name="T57" fmla="*/ 1 h 338"/>
                  <a:gd name="T58" fmla="*/ 1 w 553"/>
                  <a:gd name="T59" fmla="*/ 0 h 338"/>
                  <a:gd name="T60" fmla="*/ 0 w 553"/>
                  <a:gd name="T61" fmla="*/ 0 h 338"/>
                  <a:gd name="T62" fmla="*/ 0 w 553"/>
                  <a:gd name="T63" fmla="*/ 0 h 338"/>
                  <a:gd name="T64" fmla="*/ 0 w 553"/>
                  <a:gd name="T65" fmla="*/ 0 h 338"/>
                  <a:gd name="T66" fmla="*/ 1 w 553"/>
                  <a:gd name="T67" fmla="*/ 0 h 338"/>
                  <a:gd name="T68" fmla="*/ 1 w 553"/>
                  <a:gd name="T69" fmla="*/ 1 h 338"/>
                  <a:gd name="T70" fmla="*/ 1 w 553"/>
                  <a:gd name="T71" fmla="*/ 1 h 338"/>
                  <a:gd name="T72" fmla="*/ 1 w 553"/>
                  <a:gd name="T73" fmla="*/ 1 h 338"/>
                  <a:gd name="T74" fmla="*/ 1 w 553"/>
                  <a:gd name="T75" fmla="*/ 0 h 338"/>
                  <a:gd name="T76" fmla="*/ 1 w 553"/>
                  <a:gd name="T77" fmla="*/ 0 h 338"/>
                  <a:gd name="T78" fmla="*/ 1 w 553"/>
                  <a:gd name="T79" fmla="*/ 0 h 338"/>
                  <a:gd name="T80" fmla="*/ 1 w 553"/>
                  <a:gd name="T81" fmla="*/ 0 h 338"/>
                  <a:gd name="T82" fmla="*/ 1 w 553"/>
                  <a:gd name="T83" fmla="*/ 0 h 338"/>
                  <a:gd name="T84" fmla="*/ 1 w 553"/>
                  <a:gd name="T85" fmla="*/ 0 h 338"/>
                  <a:gd name="T86" fmla="*/ 1 w 553"/>
                  <a:gd name="T87" fmla="*/ 0 h 338"/>
                  <a:gd name="T88" fmla="*/ 1 w 553"/>
                  <a:gd name="T89" fmla="*/ 0 h 338"/>
                  <a:gd name="T90" fmla="*/ 1 w 553"/>
                  <a:gd name="T91" fmla="*/ 0 h 338"/>
                  <a:gd name="T92" fmla="*/ 1 w 553"/>
                  <a:gd name="T93" fmla="*/ 0 h 338"/>
                  <a:gd name="T94" fmla="*/ 1 w 553"/>
                  <a:gd name="T95" fmla="*/ 0 h 338"/>
                  <a:gd name="T96" fmla="*/ 0 w 553"/>
                  <a:gd name="T97" fmla="*/ 0 h 338"/>
                  <a:gd name="T98" fmla="*/ 0 w 553"/>
                  <a:gd name="T99" fmla="*/ 0 h 338"/>
                  <a:gd name="T100" fmla="*/ 0 w 553"/>
                  <a:gd name="T101" fmla="*/ 0 h 338"/>
                  <a:gd name="T102" fmla="*/ 0 w 553"/>
                  <a:gd name="T103" fmla="*/ 0 h 338"/>
                  <a:gd name="T104" fmla="*/ 0 w 553"/>
                  <a:gd name="T105" fmla="*/ 0 h 338"/>
                  <a:gd name="T106" fmla="*/ 0 w 553"/>
                  <a:gd name="T107" fmla="*/ 0 h 338"/>
                  <a:gd name="T108" fmla="*/ 0 w 553"/>
                  <a:gd name="T109" fmla="*/ 0 h 338"/>
                  <a:gd name="T110" fmla="*/ 0 w 553"/>
                  <a:gd name="T111" fmla="*/ 1 h 338"/>
                  <a:gd name="T112" fmla="*/ 0 w 553"/>
                  <a:gd name="T113" fmla="*/ 0 h 338"/>
                  <a:gd name="T114" fmla="*/ 0 w 553"/>
                  <a:gd name="T115" fmla="*/ 0 h 338"/>
                  <a:gd name="T116" fmla="*/ 0 w 553"/>
                  <a:gd name="T117" fmla="*/ 0 h 338"/>
                  <a:gd name="T118" fmla="*/ 0 w 553"/>
                  <a:gd name="T119" fmla="*/ 0 h 338"/>
                  <a:gd name="T120" fmla="*/ 0 w 553"/>
                  <a:gd name="T121" fmla="*/ 0 h 33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53"/>
                  <a:gd name="T184" fmla="*/ 0 h 338"/>
                  <a:gd name="T185" fmla="*/ 553 w 553"/>
                  <a:gd name="T186" fmla="*/ 338 h 33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53" h="338">
                    <a:moveTo>
                      <a:pt x="18" y="99"/>
                    </a:moveTo>
                    <a:lnTo>
                      <a:pt x="11" y="154"/>
                    </a:lnTo>
                    <a:lnTo>
                      <a:pt x="18" y="202"/>
                    </a:lnTo>
                    <a:lnTo>
                      <a:pt x="29" y="250"/>
                    </a:lnTo>
                    <a:lnTo>
                      <a:pt x="46" y="277"/>
                    </a:lnTo>
                    <a:lnTo>
                      <a:pt x="89" y="273"/>
                    </a:lnTo>
                    <a:lnTo>
                      <a:pt x="99" y="235"/>
                    </a:lnTo>
                    <a:lnTo>
                      <a:pt x="108" y="262"/>
                    </a:lnTo>
                    <a:lnTo>
                      <a:pt x="145" y="255"/>
                    </a:lnTo>
                    <a:lnTo>
                      <a:pt x="159" y="176"/>
                    </a:lnTo>
                    <a:lnTo>
                      <a:pt x="177" y="121"/>
                    </a:lnTo>
                    <a:lnTo>
                      <a:pt x="137" y="99"/>
                    </a:lnTo>
                    <a:lnTo>
                      <a:pt x="99" y="132"/>
                    </a:lnTo>
                    <a:lnTo>
                      <a:pt x="60" y="88"/>
                    </a:lnTo>
                    <a:lnTo>
                      <a:pt x="119" y="66"/>
                    </a:lnTo>
                    <a:lnTo>
                      <a:pt x="191" y="88"/>
                    </a:lnTo>
                    <a:lnTo>
                      <a:pt x="194" y="105"/>
                    </a:lnTo>
                    <a:lnTo>
                      <a:pt x="271" y="84"/>
                    </a:lnTo>
                    <a:lnTo>
                      <a:pt x="385" y="18"/>
                    </a:lnTo>
                    <a:lnTo>
                      <a:pt x="412" y="0"/>
                    </a:lnTo>
                    <a:lnTo>
                      <a:pt x="449" y="0"/>
                    </a:lnTo>
                    <a:lnTo>
                      <a:pt x="486" y="47"/>
                    </a:lnTo>
                    <a:lnTo>
                      <a:pt x="532" y="128"/>
                    </a:lnTo>
                    <a:lnTo>
                      <a:pt x="546" y="218"/>
                    </a:lnTo>
                    <a:lnTo>
                      <a:pt x="553" y="288"/>
                    </a:lnTo>
                    <a:lnTo>
                      <a:pt x="546" y="326"/>
                    </a:lnTo>
                    <a:lnTo>
                      <a:pt x="526" y="338"/>
                    </a:lnTo>
                    <a:lnTo>
                      <a:pt x="477" y="338"/>
                    </a:lnTo>
                    <a:lnTo>
                      <a:pt x="396" y="317"/>
                    </a:lnTo>
                    <a:lnTo>
                      <a:pt x="308" y="266"/>
                    </a:lnTo>
                    <a:lnTo>
                      <a:pt x="249" y="235"/>
                    </a:lnTo>
                    <a:lnTo>
                      <a:pt x="200" y="225"/>
                    </a:lnTo>
                    <a:lnTo>
                      <a:pt x="265" y="229"/>
                    </a:lnTo>
                    <a:lnTo>
                      <a:pt x="361" y="277"/>
                    </a:lnTo>
                    <a:lnTo>
                      <a:pt x="433" y="303"/>
                    </a:lnTo>
                    <a:lnTo>
                      <a:pt x="482" y="321"/>
                    </a:lnTo>
                    <a:lnTo>
                      <a:pt x="532" y="317"/>
                    </a:lnTo>
                    <a:lnTo>
                      <a:pt x="537" y="277"/>
                    </a:lnTo>
                    <a:lnTo>
                      <a:pt x="532" y="187"/>
                    </a:lnTo>
                    <a:lnTo>
                      <a:pt x="498" y="121"/>
                    </a:lnTo>
                    <a:lnTo>
                      <a:pt x="460" y="88"/>
                    </a:lnTo>
                    <a:lnTo>
                      <a:pt x="412" y="84"/>
                    </a:lnTo>
                    <a:lnTo>
                      <a:pt x="359" y="88"/>
                    </a:lnTo>
                    <a:lnTo>
                      <a:pt x="302" y="110"/>
                    </a:lnTo>
                    <a:lnTo>
                      <a:pt x="460" y="147"/>
                    </a:lnTo>
                    <a:lnTo>
                      <a:pt x="466" y="181"/>
                    </a:lnTo>
                    <a:lnTo>
                      <a:pt x="456" y="191"/>
                    </a:lnTo>
                    <a:lnTo>
                      <a:pt x="378" y="154"/>
                    </a:lnTo>
                    <a:lnTo>
                      <a:pt x="284" y="137"/>
                    </a:lnTo>
                    <a:lnTo>
                      <a:pt x="233" y="137"/>
                    </a:lnTo>
                    <a:lnTo>
                      <a:pt x="184" y="158"/>
                    </a:lnTo>
                    <a:lnTo>
                      <a:pt x="177" y="202"/>
                    </a:lnTo>
                    <a:lnTo>
                      <a:pt x="177" y="255"/>
                    </a:lnTo>
                    <a:lnTo>
                      <a:pt x="145" y="273"/>
                    </a:lnTo>
                    <a:lnTo>
                      <a:pt x="106" y="273"/>
                    </a:lnTo>
                    <a:lnTo>
                      <a:pt x="67" y="301"/>
                    </a:lnTo>
                    <a:lnTo>
                      <a:pt x="29" y="288"/>
                    </a:lnTo>
                    <a:lnTo>
                      <a:pt x="11" y="246"/>
                    </a:lnTo>
                    <a:lnTo>
                      <a:pt x="0" y="187"/>
                    </a:lnTo>
                    <a:lnTo>
                      <a:pt x="7" y="132"/>
                    </a:lnTo>
                    <a:lnTo>
                      <a:pt x="18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4" name="Freeform 167">
                <a:extLst>
                  <a:ext uri="{FF2B5EF4-FFF2-40B4-BE49-F238E27FC236}">
                    <a16:creationId xmlns:a16="http://schemas.microsoft.com/office/drawing/2014/main" id="{B5E50970-DBAE-5545-A473-E6DE1DB8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771"/>
                <a:ext cx="33" cy="54"/>
              </a:xfrm>
              <a:custGeom>
                <a:avLst/>
                <a:gdLst>
                  <a:gd name="T0" fmla="*/ 0 w 268"/>
                  <a:gd name="T1" fmla="*/ 0 h 431"/>
                  <a:gd name="T2" fmla="*/ 0 w 268"/>
                  <a:gd name="T3" fmla="*/ 0 h 431"/>
                  <a:gd name="T4" fmla="*/ 0 w 268"/>
                  <a:gd name="T5" fmla="*/ 0 h 431"/>
                  <a:gd name="T6" fmla="*/ 0 w 268"/>
                  <a:gd name="T7" fmla="*/ 0 h 431"/>
                  <a:gd name="T8" fmla="*/ 0 w 268"/>
                  <a:gd name="T9" fmla="*/ 0 h 431"/>
                  <a:gd name="T10" fmla="*/ 0 w 268"/>
                  <a:gd name="T11" fmla="*/ 1 h 431"/>
                  <a:gd name="T12" fmla="*/ 0 w 268"/>
                  <a:gd name="T13" fmla="*/ 1 h 431"/>
                  <a:gd name="T14" fmla="*/ 0 w 268"/>
                  <a:gd name="T15" fmla="*/ 1 h 431"/>
                  <a:gd name="T16" fmla="*/ 0 w 268"/>
                  <a:gd name="T17" fmla="*/ 1 h 431"/>
                  <a:gd name="T18" fmla="*/ 0 w 268"/>
                  <a:gd name="T19" fmla="*/ 1 h 431"/>
                  <a:gd name="T20" fmla="*/ 0 w 268"/>
                  <a:gd name="T21" fmla="*/ 1 h 431"/>
                  <a:gd name="T22" fmla="*/ 0 w 268"/>
                  <a:gd name="T23" fmla="*/ 1 h 431"/>
                  <a:gd name="T24" fmla="*/ 0 w 268"/>
                  <a:gd name="T25" fmla="*/ 1 h 431"/>
                  <a:gd name="T26" fmla="*/ 0 w 268"/>
                  <a:gd name="T27" fmla="*/ 1 h 431"/>
                  <a:gd name="T28" fmla="*/ 0 w 268"/>
                  <a:gd name="T29" fmla="*/ 1 h 431"/>
                  <a:gd name="T30" fmla="*/ 0 w 268"/>
                  <a:gd name="T31" fmla="*/ 1 h 431"/>
                  <a:gd name="T32" fmla="*/ 0 w 268"/>
                  <a:gd name="T33" fmla="*/ 1 h 431"/>
                  <a:gd name="T34" fmla="*/ 0 w 268"/>
                  <a:gd name="T35" fmla="*/ 1 h 431"/>
                  <a:gd name="T36" fmla="*/ 0 w 268"/>
                  <a:gd name="T37" fmla="*/ 1 h 431"/>
                  <a:gd name="T38" fmla="*/ 0 w 268"/>
                  <a:gd name="T39" fmla="*/ 1 h 431"/>
                  <a:gd name="T40" fmla="*/ 0 w 268"/>
                  <a:gd name="T41" fmla="*/ 1 h 431"/>
                  <a:gd name="T42" fmla="*/ 0 w 268"/>
                  <a:gd name="T43" fmla="*/ 1 h 431"/>
                  <a:gd name="T44" fmla="*/ 0 w 268"/>
                  <a:gd name="T45" fmla="*/ 1 h 431"/>
                  <a:gd name="T46" fmla="*/ 0 w 268"/>
                  <a:gd name="T47" fmla="*/ 0 h 431"/>
                  <a:gd name="T48" fmla="*/ 0 w 268"/>
                  <a:gd name="T49" fmla="*/ 0 h 431"/>
                  <a:gd name="T50" fmla="*/ 0 w 268"/>
                  <a:gd name="T51" fmla="*/ 0 h 431"/>
                  <a:gd name="T52" fmla="*/ 0 w 268"/>
                  <a:gd name="T53" fmla="*/ 0 h 431"/>
                  <a:gd name="T54" fmla="*/ 0 w 268"/>
                  <a:gd name="T55" fmla="*/ 0 h 431"/>
                  <a:gd name="T56" fmla="*/ 0 w 268"/>
                  <a:gd name="T57" fmla="*/ 0 h 431"/>
                  <a:gd name="T58" fmla="*/ 0 w 268"/>
                  <a:gd name="T59" fmla="*/ 0 h 4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68"/>
                  <a:gd name="T91" fmla="*/ 0 h 431"/>
                  <a:gd name="T92" fmla="*/ 268 w 268"/>
                  <a:gd name="T93" fmla="*/ 431 h 43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68" h="431">
                    <a:moveTo>
                      <a:pt x="24" y="0"/>
                    </a:moveTo>
                    <a:lnTo>
                      <a:pt x="79" y="76"/>
                    </a:lnTo>
                    <a:lnTo>
                      <a:pt x="138" y="113"/>
                    </a:lnTo>
                    <a:lnTo>
                      <a:pt x="226" y="147"/>
                    </a:lnTo>
                    <a:lnTo>
                      <a:pt x="252" y="175"/>
                    </a:lnTo>
                    <a:lnTo>
                      <a:pt x="268" y="235"/>
                    </a:lnTo>
                    <a:lnTo>
                      <a:pt x="263" y="302"/>
                    </a:lnTo>
                    <a:lnTo>
                      <a:pt x="242" y="366"/>
                    </a:lnTo>
                    <a:lnTo>
                      <a:pt x="208" y="417"/>
                    </a:lnTo>
                    <a:lnTo>
                      <a:pt x="191" y="431"/>
                    </a:lnTo>
                    <a:lnTo>
                      <a:pt x="155" y="426"/>
                    </a:lnTo>
                    <a:lnTo>
                      <a:pt x="108" y="366"/>
                    </a:lnTo>
                    <a:lnTo>
                      <a:pt x="68" y="329"/>
                    </a:lnTo>
                    <a:lnTo>
                      <a:pt x="24" y="302"/>
                    </a:lnTo>
                    <a:lnTo>
                      <a:pt x="0" y="235"/>
                    </a:lnTo>
                    <a:lnTo>
                      <a:pt x="37" y="290"/>
                    </a:lnTo>
                    <a:lnTo>
                      <a:pt x="83" y="311"/>
                    </a:lnTo>
                    <a:lnTo>
                      <a:pt x="129" y="371"/>
                    </a:lnTo>
                    <a:lnTo>
                      <a:pt x="155" y="404"/>
                    </a:lnTo>
                    <a:lnTo>
                      <a:pt x="185" y="417"/>
                    </a:lnTo>
                    <a:lnTo>
                      <a:pt x="219" y="371"/>
                    </a:lnTo>
                    <a:lnTo>
                      <a:pt x="249" y="302"/>
                    </a:lnTo>
                    <a:lnTo>
                      <a:pt x="252" y="235"/>
                    </a:lnTo>
                    <a:lnTo>
                      <a:pt x="237" y="175"/>
                    </a:lnTo>
                    <a:lnTo>
                      <a:pt x="208" y="150"/>
                    </a:lnTo>
                    <a:lnTo>
                      <a:pt x="143" y="129"/>
                    </a:lnTo>
                    <a:lnTo>
                      <a:pt x="92" y="96"/>
                    </a:lnTo>
                    <a:lnTo>
                      <a:pt x="60" y="63"/>
                    </a:lnTo>
                    <a:lnTo>
                      <a:pt x="37" y="2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5" name="Freeform 168">
                <a:extLst>
                  <a:ext uri="{FF2B5EF4-FFF2-40B4-BE49-F238E27FC236}">
                    <a16:creationId xmlns:a16="http://schemas.microsoft.com/office/drawing/2014/main" id="{01DD169F-B93E-6747-B499-4EAC33A7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73"/>
                <a:ext cx="35" cy="227"/>
              </a:xfrm>
              <a:custGeom>
                <a:avLst/>
                <a:gdLst>
                  <a:gd name="T0" fmla="*/ 0 w 281"/>
                  <a:gd name="T1" fmla="*/ 0 h 1812"/>
                  <a:gd name="T2" fmla="*/ 0 w 281"/>
                  <a:gd name="T3" fmla="*/ 0 h 1812"/>
                  <a:gd name="T4" fmla="*/ 0 w 281"/>
                  <a:gd name="T5" fmla="*/ 0 h 1812"/>
                  <a:gd name="T6" fmla="*/ 0 w 281"/>
                  <a:gd name="T7" fmla="*/ 0 h 1812"/>
                  <a:gd name="T8" fmla="*/ 0 w 281"/>
                  <a:gd name="T9" fmla="*/ 0 h 1812"/>
                  <a:gd name="T10" fmla="*/ 0 w 281"/>
                  <a:gd name="T11" fmla="*/ 0 h 1812"/>
                  <a:gd name="T12" fmla="*/ 0 w 281"/>
                  <a:gd name="T13" fmla="*/ 1 h 1812"/>
                  <a:gd name="T14" fmla="*/ 0 w 281"/>
                  <a:gd name="T15" fmla="*/ 1 h 1812"/>
                  <a:gd name="T16" fmla="*/ 0 w 281"/>
                  <a:gd name="T17" fmla="*/ 1 h 1812"/>
                  <a:gd name="T18" fmla="*/ 0 w 281"/>
                  <a:gd name="T19" fmla="*/ 0 h 1812"/>
                  <a:gd name="T20" fmla="*/ 0 w 281"/>
                  <a:gd name="T21" fmla="*/ 0 h 1812"/>
                  <a:gd name="T22" fmla="*/ 0 w 281"/>
                  <a:gd name="T23" fmla="*/ 0 h 1812"/>
                  <a:gd name="T24" fmla="*/ 0 w 281"/>
                  <a:gd name="T25" fmla="*/ 0 h 1812"/>
                  <a:gd name="T26" fmla="*/ 0 w 281"/>
                  <a:gd name="T27" fmla="*/ 0 h 1812"/>
                  <a:gd name="T28" fmla="*/ 0 w 281"/>
                  <a:gd name="T29" fmla="*/ 1 h 1812"/>
                  <a:gd name="T30" fmla="*/ 0 w 281"/>
                  <a:gd name="T31" fmla="*/ 1 h 1812"/>
                  <a:gd name="T32" fmla="*/ 0 w 281"/>
                  <a:gd name="T33" fmla="*/ 2 h 1812"/>
                  <a:gd name="T34" fmla="*/ 0 w 281"/>
                  <a:gd name="T35" fmla="*/ 2 h 1812"/>
                  <a:gd name="T36" fmla="*/ 0 w 281"/>
                  <a:gd name="T37" fmla="*/ 2 h 1812"/>
                  <a:gd name="T38" fmla="*/ 0 w 281"/>
                  <a:gd name="T39" fmla="*/ 2 h 1812"/>
                  <a:gd name="T40" fmla="*/ 0 w 281"/>
                  <a:gd name="T41" fmla="*/ 1 h 1812"/>
                  <a:gd name="T42" fmla="*/ 0 w 281"/>
                  <a:gd name="T43" fmla="*/ 1 h 1812"/>
                  <a:gd name="T44" fmla="*/ 0 w 281"/>
                  <a:gd name="T45" fmla="*/ 1 h 1812"/>
                  <a:gd name="T46" fmla="*/ 0 w 281"/>
                  <a:gd name="T47" fmla="*/ 1 h 1812"/>
                  <a:gd name="T48" fmla="*/ 0 w 281"/>
                  <a:gd name="T49" fmla="*/ 2 h 1812"/>
                  <a:gd name="T50" fmla="*/ 0 w 281"/>
                  <a:gd name="T51" fmla="*/ 3 h 1812"/>
                  <a:gd name="T52" fmla="*/ 0 w 281"/>
                  <a:gd name="T53" fmla="*/ 3 h 1812"/>
                  <a:gd name="T54" fmla="*/ 0 w 281"/>
                  <a:gd name="T55" fmla="*/ 4 h 1812"/>
                  <a:gd name="T56" fmla="*/ 0 w 281"/>
                  <a:gd name="T57" fmla="*/ 4 h 1812"/>
                  <a:gd name="T58" fmla="*/ 0 w 281"/>
                  <a:gd name="T59" fmla="*/ 3 h 1812"/>
                  <a:gd name="T60" fmla="*/ 0 w 281"/>
                  <a:gd name="T61" fmla="*/ 3 h 1812"/>
                  <a:gd name="T62" fmla="*/ 0 w 281"/>
                  <a:gd name="T63" fmla="*/ 3 h 1812"/>
                  <a:gd name="T64" fmla="*/ 0 w 281"/>
                  <a:gd name="T65" fmla="*/ 2 h 1812"/>
                  <a:gd name="T66" fmla="*/ 0 w 281"/>
                  <a:gd name="T67" fmla="*/ 2 h 1812"/>
                  <a:gd name="T68" fmla="*/ 0 w 281"/>
                  <a:gd name="T69" fmla="*/ 1 h 1812"/>
                  <a:gd name="T70" fmla="*/ 0 w 281"/>
                  <a:gd name="T71" fmla="*/ 0 h 1812"/>
                  <a:gd name="T72" fmla="*/ 0 w 281"/>
                  <a:gd name="T73" fmla="*/ 0 h 1812"/>
                  <a:gd name="T74" fmla="*/ 0 w 281"/>
                  <a:gd name="T75" fmla="*/ 0 h 1812"/>
                  <a:gd name="T76" fmla="*/ 0 w 281"/>
                  <a:gd name="T77" fmla="*/ 0 h 1812"/>
                  <a:gd name="T78" fmla="*/ 0 w 281"/>
                  <a:gd name="T79" fmla="*/ 0 h 18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1"/>
                  <a:gd name="T121" fmla="*/ 0 h 1812"/>
                  <a:gd name="T122" fmla="*/ 281 w 281"/>
                  <a:gd name="T123" fmla="*/ 1812 h 18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1" h="1812">
                    <a:moveTo>
                      <a:pt x="32" y="0"/>
                    </a:moveTo>
                    <a:lnTo>
                      <a:pt x="53" y="60"/>
                    </a:lnTo>
                    <a:lnTo>
                      <a:pt x="92" y="100"/>
                    </a:lnTo>
                    <a:lnTo>
                      <a:pt x="140" y="143"/>
                    </a:lnTo>
                    <a:lnTo>
                      <a:pt x="171" y="177"/>
                    </a:lnTo>
                    <a:lnTo>
                      <a:pt x="177" y="214"/>
                    </a:lnTo>
                    <a:lnTo>
                      <a:pt x="168" y="258"/>
                    </a:lnTo>
                    <a:lnTo>
                      <a:pt x="140" y="274"/>
                    </a:lnTo>
                    <a:lnTo>
                      <a:pt x="153" y="249"/>
                    </a:lnTo>
                    <a:lnTo>
                      <a:pt x="153" y="199"/>
                    </a:lnTo>
                    <a:lnTo>
                      <a:pt x="92" y="173"/>
                    </a:lnTo>
                    <a:lnTo>
                      <a:pt x="53" y="139"/>
                    </a:lnTo>
                    <a:lnTo>
                      <a:pt x="32" y="106"/>
                    </a:lnTo>
                    <a:lnTo>
                      <a:pt x="46" y="194"/>
                    </a:lnTo>
                    <a:lnTo>
                      <a:pt x="63" y="323"/>
                    </a:lnTo>
                    <a:lnTo>
                      <a:pt x="102" y="551"/>
                    </a:lnTo>
                    <a:lnTo>
                      <a:pt x="134" y="809"/>
                    </a:lnTo>
                    <a:lnTo>
                      <a:pt x="157" y="1010"/>
                    </a:lnTo>
                    <a:lnTo>
                      <a:pt x="171" y="1174"/>
                    </a:lnTo>
                    <a:lnTo>
                      <a:pt x="210" y="893"/>
                    </a:lnTo>
                    <a:lnTo>
                      <a:pt x="247" y="561"/>
                    </a:lnTo>
                    <a:lnTo>
                      <a:pt x="270" y="372"/>
                    </a:lnTo>
                    <a:lnTo>
                      <a:pt x="281" y="335"/>
                    </a:lnTo>
                    <a:lnTo>
                      <a:pt x="265" y="572"/>
                    </a:lnTo>
                    <a:lnTo>
                      <a:pt x="228" y="1010"/>
                    </a:lnTo>
                    <a:lnTo>
                      <a:pt x="194" y="1383"/>
                    </a:lnTo>
                    <a:lnTo>
                      <a:pt x="171" y="1688"/>
                    </a:lnTo>
                    <a:lnTo>
                      <a:pt x="168" y="1812"/>
                    </a:lnTo>
                    <a:lnTo>
                      <a:pt x="48" y="1796"/>
                    </a:lnTo>
                    <a:lnTo>
                      <a:pt x="23" y="1497"/>
                    </a:lnTo>
                    <a:lnTo>
                      <a:pt x="83" y="1713"/>
                    </a:lnTo>
                    <a:lnTo>
                      <a:pt x="107" y="1506"/>
                    </a:lnTo>
                    <a:lnTo>
                      <a:pt x="153" y="1222"/>
                    </a:lnTo>
                    <a:lnTo>
                      <a:pt x="107" y="779"/>
                    </a:lnTo>
                    <a:lnTo>
                      <a:pt x="48" y="350"/>
                    </a:lnTo>
                    <a:lnTo>
                      <a:pt x="28" y="177"/>
                    </a:lnTo>
                    <a:lnTo>
                      <a:pt x="14" y="91"/>
                    </a:lnTo>
                    <a:lnTo>
                      <a:pt x="6" y="47"/>
                    </a:lnTo>
                    <a:lnTo>
                      <a:pt x="0" y="3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6" name="Freeform 169">
                <a:extLst>
                  <a:ext uri="{FF2B5EF4-FFF2-40B4-BE49-F238E27FC236}">
                    <a16:creationId xmlns:a16="http://schemas.microsoft.com/office/drawing/2014/main" id="{CB8FD8C8-ED06-3343-964A-85B656CBD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63"/>
                <a:ext cx="71" cy="227"/>
              </a:xfrm>
              <a:custGeom>
                <a:avLst/>
                <a:gdLst>
                  <a:gd name="T0" fmla="*/ 1 w 567"/>
                  <a:gd name="T1" fmla="*/ 0 h 1819"/>
                  <a:gd name="T2" fmla="*/ 1 w 567"/>
                  <a:gd name="T3" fmla="*/ 0 h 1819"/>
                  <a:gd name="T4" fmla="*/ 1 w 567"/>
                  <a:gd name="T5" fmla="*/ 0 h 1819"/>
                  <a:gd name="T6" fmla="*/ 0 w 567"/>
                  <a:gd name="T7" fmla="*/ 0 h 1819"/>
                  <a:gd name="T8" fmla="*/ 0 w 567"/>
                  <a:gd name="T9" fmla="*/ 0 h 1819"/>
                  <a:gd name="T10" fmla="*/ 0 w 567"/>
                  <a:gd name="T11" fmla="*/ 0 h 1819"/>
                  <a:gd name="T12" fmla="*/ 0 w 567"/>
                  <a:gd name="T13" fmla="*/ 0 h 1819"/>
                  <a:gd name="T14" fmla="*/ 0 w 567"/>
                  <a:gd name="T15" fmla="*/ 0 h 1819"/>
                  <a:gd name="T16" fmla="*/ 1 w 567"/>
                  <a:gd name="T17" fmla="*/ 0 h 1819"/>
                  <a:gd name="T18" fmla="*/ 0 w 567"/>
                  <a:gd name="T19" fmla="*/ 0 h 1819"/>
                  <a:gd name="T20" fmla="*/ 0 w 567"/>
                  <a:gd name="T21" fmla="*/ 1 h 1819"/>
                  <a:gd name="T22" fmla="*/ 0 w 567"/>
                  <a:gd name="T23" fmla="*/ 1 h 1819"/>
                  <a:gd name="T24" fmla="*/ 0 w 567"/>
                  <a:gd name="T25" fmla="*/ 1 h 1819"/>
                  <a:gd name="T26" fmla="*/ 0 w 567"/>
                  <a:gd name="T27" fmla="*/ 1 h 1819"/>
                  <a:gd name="T28" fmla="*/ 1 w 567"/>
                  <a:gd name="T29" fmla="*/ 1 h 1819"/>
                  <a:gd name="T30" fmla="*/ 1 w 567"/>
                  <a:gd name="T31" fmla="*/ 1 h 1819"/>
                  <a:gd name="T32" fmla="*/ 1 w 567"/>
                  <a:gd name="T33" fmla="*/ 0 h 1819"/>
                  <a:gd name="T34" fmla="*/ 1 w 567"/>
                  <a:gd name="T35" fmla="*/ 1 h 1819"/>
                  <a:gd name="T36" fmla="*/ 1 w 567"/>
                  <a:gd name="T37" fmla="*/ 1 h 1819"/>
                  <a:gd name="T38" fmla="*/ 1 w 567"/>
                  <a:gd name="T39" fmla="*/ 2 h 1819"/>
                  <a:gd name="T40" fmla="*/ 1 w 567"/>
                  <a:gd name="T41" fmla="*/ 2 h 1819"/>
                  <a:gd name="T42" fmla="*/ 1 w 567"/>
                  <a:gd name="T43" fmla="*/ 2 h 1819"/>
                  <a:gd name="T44" fmla="*/ 0 w 567"/>
                  <a:gd name="T45" fmla="*/ 1 h 1819"/>
                  <a:gd name="T46" fmla="*/ 1 w 567"/>
                  <a:gd name="T47" fmla="*/ 2 h 1819"/>
                  <a:gd name="T48" fmla="*/ 1 w 567"/>
                  <a:gd name="T49" fmla="*/ 2 h 1819"/>
                  <a:gd name="T50" fmla="*/ 1 w 567"/>
                  <a:gd name="T51" fmla="*/ 3 h 1819"/>
                  <a:gd name="T52" fmla="*/ 1 w 567"/>
                  <a:gd name="T53" fmla="*/ 3 h 1819"/>
                  <a:gd name="T54" fmla="*/ 1 w 567"/>
                  <a:gd name="T55" fmla="*/ 3 h 1819"/>
                  <a:gd name="T56" fmla="*/ 1 w 567"/>
                  <a:gd name="T57" fmla="*/ 3 h 1819"/>
                  <a:gd name="T58" fmla="*/ 1 w 567"/>
                  <a:gd name="T59" fmla="*/ 3 h 1819"/>
                  <a:gd name="T60" fmla="*/ 1 w 567"/>
                  <a:gd name="T61" fmla="*/ 2 h 1819"/>
                  <a:gd name="T62" fmla="*/ 1 w 567"/>
                  <a:gd name="T63" fmla="*/ 2 h 1819"/>
                  <a:gd name="T64" fmla="*/ 1 w 567"/>
                  <a:gd name="T65" fmla="*/ 1 h 1819"/>
                  <a:gd name="T66" fmla="*/ 1 w 567"/>
                  <a:gd name="T67" fmla="*/ 1 h 1819"/>
                  <a:gd name="T68" fmla="*/ 1 w 567"/>
                  <a:gd name="T69" fmla="*/ 0 h 1819"/>
                  <a:gd name="T70" fmla="*/ 1 w 567"/>
                  <a:gd name="T71" fmla="*/ 0 h 1819"/>
                  <a:gd name="T72" fmla="*/ 1 w 567"/>
                  <a:gd name="T73" fmla="*/ 0 h 1819"/>
                  <a:gd name="T74" fmla="*/ 1 w 567"/>
                  <a:gd name="T75" fmla="*/ 0 h 1819"/>
                  <a:gd name="T76" fmla="*/ 1 w 567"/>
                  <a:gd name="T77" fmla="*/ 0 h 1819"/>
                  <a:gd name="T78" fmla="*/ 1 w 567"/>
                  <a:gd name="T79" fmla="*/ 1 h 1819"/>
                  <a:gd name="T80" fmla="*/ 0 w 567"/>
                  <a:gd name="T81" fmla="*/ 1 h 1819"/>
                  <a:gd name="T82" fmla="*/ 0 w 567"/>
                  <a:gd name="T83" fmla="*/ 1 h 1819"/>
                  <a:gd name="T84" fmla="*/ 0 w 567"/>
                  <a:gd name="T85" fmla="*/ 1 h 1819"/>
                  <a:gd name="T86" fmla="*/ 0 w 567"/>
                  <a:gd name="T87" fmla="*/ 1 h 1819"/>
                  <a:gd name="T88" fmla="*/ 0 w 567"/>
                  <a:gd name="T89" fmla="*/ 1 h 1819"/>
                  <a:gd name="T90" fmla="*/ 0 w 567"/>
                  <a:gd name="T91" fmla="*/ 1 h 1819"/>
                  <a:gd name="T92" fmla="*/ 0 w 567"/>
                  <a:gd name="T93" fmla="*/ 0 h 1819"/>
                  <a:gd name="T94" fmla="*/ 1 w 567"/>
                  <a:gd name="T95" fmla="*/ 0 h 1819"/>
                  <a:gd name="T96" fmla="*/ 1 w 567"/>
                  <a:gd name="T97" fmla="*/ 0 h 18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67"/>
                  <a:gd name="T148" fmla="*/ 0 h 1819"/>
                  <a:gd name="T149" fmla="*/ 567 w 567"/>
                  <a:gd name="T150" fmla="*/ 1819 h 18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67" h="1819">
                    <a:moveTo>
                      <a:pt x="307" y="7"/>
                    </a:moveTo>
                    <a:lnTo>
                      <a:pt x="259" y="23"/>
                    </a:lnTo>
                    <a:lnTo>
                      <a:pt x="244" y="33"/>
                    </a:lnTo>
                    <a:lnTo>
                      <a:pt x="101" y="0"/>
                    </a:lnTo>
                    <a:lnTo>
                      <a:pt x="0" y="18"/>
                    </a:lnTo>
                    <a:lnTo>
                      <a:pt x="4" y="23"/>
                    </a:lnTo>
                    <a:lnTo>
                      <a:pt x="70" y="23"/>
                    </a:lnTo>
                    <a:lnTo>
                      <a:pt x="123" y="44"/>
                    </a:lnTo>
                    <a:lnTo>
                      <a:pt x="237" y="49"/>
                    </a:lnTo>
                    <a:lnTo>
                      <a:pt x="166" y="145"/>
                    </a:lnTo>
                    <a:lnTo>
                      <a:pt x="101" y="293"/>
                    </a:lnTo>
                    <a:lnTo>
                      <a:pt x="48" y="486"/>
                    </a:lnTo>
                    <a:lnTo>
                      <a:pt x="155" y="532"/>
                    </a:lnTo>
                    <a:lnTo>
                      <a:pt x="178" y="570"/>
                    </a:lnTo>
                    <a:lnTo>
                      <a:pt x="265" y="574"/>
                    </a:lnTo>
                    <a:lnTo>
                      <a:pt x="296" y="374"/>
                    </a:lnTo>
                    <a:lnTo>
                      <a:pt x="330" y="222"/>
                    </a:lnTo>
                    <a:lnTo>
                      <a:pt x="330" y="422"/>
                    </a:lnTo>
                    <a:lnTo>
                      <a:pt x="351" y="688"/>
                    </a:lnTo>
                    <a:lnTo>
                      <a:pt x="390" y="1081"/>
                    </a:lnTo>
                    <a:lnTo>
                      <a:pt x="397" y="1247"/>
                    </a:lnTo>
                    <a:lnTo>
                      <a:pt x="296" y="877"/>
                    </a:lnTo>
                    <a:lnTo>
                      <a:pt x="219" y="644"/>
                    </a:lnTo>
                    <a:lnTo>
                      <a:pt x="318" y="1017"/>
                    </a:lnTo>
                    <a:lnTo>
                      <a:pt x="382" y="1284"/>
                    </a:lnTo>
                    <a:lnTo>
                      <a:pt x="452" y="1477"/>
                    </a:lnTo>
                    <a:lnTo>
                      <a:pt x="489" y="1607"/>
                    </a:lnTo>
                    <a:lnTo>
                      <a:pt x="523" y="1819"/>
                    </a:lnTo>
                    <a:lnTo>
                      <a:pt x="567" y="1814"/>
                    </a:lnTo>
                    <a:lnTo>
                      <a:pt x="521" y="1576"/>
                    </a:lnTo>
                    <a:lnTo>
                      <a:pt x="450" y="1295"/>
                    </a:lnTo>
                    <a:lnTo>
                      <a:pt x="411" y="1005"/>
                    </a:lnTo>
                    <a:lnTo>
                      <a:pt x="373" y="666"/>
                    </a:lnTo>
                    <a:lnTo>
                      <a:pt x="344" y="332"/>
                    </a:lnTo>
                    <a:lnTo>
                      <a:pt x="351" y="163"/>
                    </a:lnTo>
                    <a:lnTo>
                      <a:pt x="362" y="88"/>
                    </a:lnTo>
                    <a:lnTo>
                      <a:pt x="351" y="55"/>
                    </a:lnTo>
                    <a:lnTo>
                      <a:pt x="325" y="154"/>
                    </a:lnTo>
                    <a:lnTo>
                      <a:pt x="292" y="288"/>
                    </a:lnTo>
                    <a:lnTo>
                      <a:pt x="247" y="547"/>
                    </a:lnTo>
                    <a:lnTo>
                      <a:pt x="189" y="532"/>
                    </a:lnTo>
                    <a:lnTo>
                      <a:pt x="166" y="484"/>
                    </a:lnTo>
                    <a:lnTo>
                      <a:pt x="134" y="486"/>
                    </a:lnTo>
                    <a:lnTo>
                      <a:pt x="90" y="484"/>
                    </a:lnTo>
                    <a:lnTo>
                      <a:pt x="74" y="466"/>
                    </a:lnTo>
                    <a:lnTo>
                      <a:pt x="118" y="293"/>
                    </a:lnTo>
                    <a:lnTo>
                      <a:pt x="189" y="136"/>
                    </a:lnTo>
                    <a:lnTo>
                      <a:pt x="265" y="37"/>
                    </a:lnTo>
                    <a:lnTo>
                      <a:pt x="307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7" name="Freeform 170">
                <a:extLst>
                  <a:ext uri="{FF2B5EF4-FFF2-40B4-BE49-F238E27FC236}">
                    <a16:creationId xmlns:a16="http://schemas.microsoft.com/office/drawing/2014/main" id="{17040ED8-0734-2E4C-A542-ECEC8488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47"/>
                <a:ext cx="49" cy="39"/>
              </a:xfrm>
              <a:custGeom>
                <a:avLst/>
                <a:gdLst>
                  <a:gd name="T0" fmla="*/ 1 w 395"/>
                  <a:gd name="T1" fmla="*/ 0 h 312"/>
                  <a:gd name="T2" fmla="*/ 1 w 395"/>
                  <a:gd name="T3" fmla="*/ 0 h 312"/>
                  <a:gd name="T4" fmla="*/ 0 w 395"/>
                  <a:gd name="T5" fmla="*/ 0 h 312"/>
                  <a:gd name="T6" fmla="*/ 0 w 395"/>
                  <a:gd name="T7" fmla="*/ 0 h 312"/>
                  <a:gd name="T8" fmla="*/ 0 w 395"/>
                  <a:gd name="T9" fmla="*/ 0 h 312"/>
                  <a:gd name="T10" fmla="*/ 0 w 395"/>
                  <a:gd name="T11" fmla="*/ 0 h 312"/>
                  <a:gd name="T12" fmla="*/ 0 w 395"/>
                  <a:gd name="T13" fmla="*/ 0 h 312"/>
                  <a:gd name="T14" fmla="*/ 0 w 395"/>
                  <a:gd name="T15" fmla="*/ 0 h 312"/>
                  <a:gd name="T16" fmla="*/ 0 w 395"/>
                  <a:gd name="T17" fmla="*/ 0 h 312"/>
                  <a:gd name="T18" fmla="*/ 0 w 395"/>
                  <a:gd name="T19" fmla="*/ 1 h 312"/>
                  <a:gd name="T20" fmla="*/ 0 w 395"/>
                  <a:gd name="T21" fmla="*/ 1 h 312"/>
                  <a:gd name="T22" fmla="*/ 0 w 395"/>
                  <a:gd name="T23" fmla="*/ 1 h 312"/>
                  <a:gd name="T24" fmla="*/ 0 w 395"/>
                  <a:gd name="T25" fmla="*/ 1 h 312"/>
                  <a:gd name="T26" fmla="*/ 0 w 395"/>
                  <a:gd name="T27" fmla="*/ 1 h 312"/>
                  <a:gd name="T28" fmla="*/ 0 w 395"/>
                  <a:gd name="T29" fmla="*/ 0 h 312"/>
                  <a:gd name="T30" fmla="*/ 0 w 395"/>
                  <a:gd name="T31" fmla="*/ 0 h 312"/>
                  <a:gd name="T32" fmla="*/ 0 w 395"/>
                  <a:gd name="T33" fmla="*/ 0 h 312"/>
                  <a:gd name="T34" fmla="*/ 0 w 395"/>
                  <a:gd name="T35" fmla="*/ 0 h 312"/>
                  <a:gd name="T36" fmla="*/ 0 w 395"/>
                  <a:gd name="T37" fmla="*/ 1 h 312"/>
                  <a:gd name="T38" fmla="*/ 0 w 395"/>
                  <a:gd name="T39" fmla="*/ 1 h 312"/>
                  <a:gd name="T40" fmla="*/ 0 w 395"/>
                  <a:gd name="T41" fmla="*/ 1 h 312"/>
                  <a:gd name="T42" fmla="*/ 0 w 395"/>
                  <a:gd name="T43" fmla="*/ 1 h 312"/>
                  <a:gd name="T44" fmla="*/ 0 w 395"/>
                  <a:gd name="T45" fmla="*/ 0 h 312"/>
                  <a:gd name="T46" fmla="*/ 0 w 395"/>
                  <a:gd name="T47" fmla="*/ 0 h 312"/>
                  <a:gd name="T48" fmla="*/ 0 w 395"/>
                  <a:gd name="T49" fmla="*/ 0 h 312"/>
                  <a:gd name="T50" fmla="*/ 0 w 395"/>
                  <a:gd name="T51" fmla="*/ 0 h 312"/>
                  <a:gd name="T52" fmla="*/ 0 w 395"/>
                  <a:gd name="T53" fmla="*/ 0 h 312"/>
                  <a:gd name="T54" fmla="*/ 0 w 395"/>
                  <a:gd name="T55" fmla="*/ 0 h 312"/>
                  <a:gd name="T56" fmla="*/ 0 w 395"/>
                  <a:gd name="T57" fmla="*/ 0 h 312"/>
                  <a:gd name="T58" fmla="*/ 1 w 395"/>
                  <a:gd name="T59" fmla="*/ 0 h 312"/>
                  <a:gd name="T60" fmla="*/ 1 w 395"/>
                  <a:gd name="T61" fmla="*/ 0 h 3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95"/>
                  <a:gd name="T94" fmla="*/ 0 h 312"/>
                  <a:gd name="T95" fmla="*/ 395 w 395"/>
                  <a:gd name="T96" fmla="*/ 312 h 3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95" h="312">
                    <a:moveTo>
                      <a:pt x="395" y="129"/>
                    </a:moveTo>
                    <a:lnTo>
                      <a:pt x="318" y="70"/>
                    </a:lnTo>
                    <a:lnTo>
                      <a:pt x="243" y="28"/>
                    </a:lnTo>
                    <a:lnTo>
                      <a:pt x="185" y="11"/>
                    </a:lnTo>
                    <a:lnTo>
                      <a:pt x="97" y="0"/>
                    </a:lnTo>
                    <a:lnTo>
                      <a:pt x="55" y="18"/>
                    </a:lnTo>
                    <a:lnTo>
                      <a:pt x="26" y="65"/>
                    </a:lnTo>
                    <a:lnTo>
                      <a:pt x="21" y="129"/>
                    </a:lnTo>
                    <a:lnTo>
                      <a:pt x="0" y="152"/>
                    </a:lnTo>
                    <a:lnTo>
                      <a:pt x="9" y="233"/>
                    </a:lnTo>
                    <a:lnTo>
                      <a:pt x="65" y="312"/>
                    </a:lnTo>
                    <a:lnTo>
                      <a:pt x="86" y="312"/>
                    </a:lnTo>
                    <a:lnTo>
                      <a:pt x="125" y="272"/>
                    </a:lnTo>
                    <a:lnTo>
                      <a:pt x="162" y="233"/>
                    </a:lnTo>
                    <a:lnTo>
                      <a:pt x="210" y="212"/>
                    </a:lnTo>
                    <a:lnTo>
                      <a:pt x="281" y="196"/>
                    </a:lnTo>
                    <a:lnTo>
                      <a:pt x="288" y="173"/>
                    </a:lnTo>
                    <a:lnTo>
                      <a:pt x="191" y="196"/>
                    </a:lnTo>
                    <a:lnTo>
                      <a:pt x="134" y="226"/>
                    </a:lnTo>
                    <a:lnTo>
                      <a:pt x="81" y="283"/>
                    </a:lnTo>
                    <a:lnTo>
                      <a:pt x="59" y="274"/>
                    </a:lnTo>
                    <a:lnTo>
                      <a:pt x="37" y="244"/>
                    </a:lnTo>
                    <a:lnTo>
                      <a:pt x="26" y="189"/>
                    </a:lnTo>
                    <a:lnTo>
                      <a:pt x="26" y="152"/>
                    </a:lnTo>
                    <a:lnTo>
                      <a:pt x="44" y="99"/>
                    </a:lnTo>
                    <a:lnTo>
                      <a:pt x="48" y="48"/>
                    </a:lnTo>
                    <a:lnTo>
                      <a:pt x="74" y="18"/>
                    </a:lnTo>
                    <a:lnTo>
                      <a:pt x="125" y="11"/>
                    </a:lnTo>
                    <a:lnTo>
                      <a:pt x="194" y="21"/>
                    </a:lnTo>
                    <a:lnTo>
                      <a:pt x="309" y="76"/>
                    </a:lnTo>
                    <a:lnTo>
                      <a:pt x="395" y="1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8" name="Freeform 171">
                <a:extLst>
                  <a:ext uri="{FF2B5EF4-FFF2-40B4-BE49-F238E27FC236}">
                    <a16:creationId xmlns:a16="http://schemas.microsoft.com/office/drawing/2014/main" id="{87C07C67-DF5D-D04E-92F9-A5070CA7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7"/>
                <a:ext cx="4" cy="18"/>
              </a:xfrm>
              <a:custGeom>
                <a:avLst/>
                <a:gdLst>
                  <a:gd name="T0" fmla="*/ 0 w 33"/>
                  <a:gd name="T1" fmla="*/ 0 h 145"/>
                  <a:gd name="T2" fmla="*/ 0 w 33"/>
                  <a:gd name="T3" fmla="*/ 0 h 145"/>
                  <a:gd name="T4" fmla="*/ 0 w 33"/>
                  <a:gd name="T5" fmla="*/ 0 h 145"/>
                  <a:gd name="T6" fmla="*/ 0 w 33"/>
                  <a:gd name="T7" fmla="*/ 0 h 145"/>
                  <a:gd name="T8" fmla="*/ 0 w 33"/>
                  <a:gd name="T9" fmla="*/ 0 h 145"/>
                  <a:gd name="T10" fmla="*/ 0 w 33"/>
                  <a:gd name="T11" fmla="*/ 0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145"/>
                  <a:gd name="T20" fmla="*/ 33 w 33"/>
                  <a:gd name="T21" fmla="*/ 145 h 1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145">
                    <a:moveTo>
                      <a:pt x="7" y="0"/>
                    </a:moveTo>
                    <a:lnTo>
                      <a:pt x="33" y="127"/>
                    </a:lnTo>
                    <a:lnTo>
                      <a:pt x="28" y="145"/>
                    </a:lnTo>
                    <a:lnTo>
                      <a:pt x="11" y="68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19" name="Freeform 172">
                <a:extLst>
                  <a:ext uri="{FF2B5EF4-FFF2-40B4-BE49-F238E27FC236}">
                    <a16:creationId xmlns:a16="http://schemas.microsoft.com/office/drawing/2014/main" id="{9F3F37D6-4736-D94A-AAC6-78BD5A4C1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734"/>
                <a:ext cx="2" cy="12"/>
              </a:xfrm>
              <a:custGeom>
                <a:avLst/>
                <a:gdLst>
                  <a:gd name="T0" fmla="*/ 0 w 19"/>
                  <a:gd name="T1" fmla="*/ 0 h 97"/>
                  <a:gd name="T2" fmla="*/ 0 w 19"/>
                  <a:gd name="T3" fmla="*/ 0 h 97"/>
                  <a:gd name="T4" fmla="*/ 0 w 19"/>
                  <a:gd name="T5" fmla="*/ 0 h 97"/>
                  <a:gd name="T6" fmla="*/ 0 w 19"/>
                  <a:gd name="T7" fmla="*/ 0 h 97"/>
                  <a:gd name="T8" fmla="*/ 0 w 19"/>
                  <a:gd name="T9" fmla="*/ 0 h 97"/>
                  <a:gd name="T10" fmla="*/ 0 w 19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97"/>
                  <a:gd name="T20" fmla="*/ 19 w 19"/>
                  <a:gd name="T21" fmla="*/ 97 h 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97">
                    <a:moveTo>
                      <a:pt x="0" y="0"/>
                    </a:moveTo>
                    <a:lnTo>
                      <a:pt x="14" y="33"/>
                    </a:lnTo>
                    <a:lnTo>
                      <a:pt x="19" y="97"/>
                    </a:lnTo>
                    <a:lnTo>
                      <a:pt x="8" y="97"/>
                    </a:lnTo>
                    <a:lnTo>
                      <a:pt x="3" y="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0" name="Freeform 173">
                <a:extLst>
                  <a:ext uri="{FF2B5EF4-FFF2-40B4-BE49-F238E27FC236}">
                    <a16:creationId xmlns:a16="http://schemas.microsoft.com/office/drawing/2014/main" id="{789C2EE1-FA73-7041-A958-E719FF19A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783"/>
                <a:ext cx="2" cy="14"/>
              </a:xfrm>
              <a:custGeom>
                <a:avLst/>
                <a:gdLst>
                  <a:gd name="T0" fmla="*/ 0 w 14"/>
                  <a:gd name="T1" fmla="*/ 0 h 114"/>
                  <a:gd name="T2" fmla="*/ 0 w 14"/>
                  <a:gd name="T3" fmla="*/ 0 h 114"/>
                  <a:gd name="T4" fmla="*/ 0 w 14"/>
                  <a:gd name="T5" fmla="*/ 0 h 114"/>
                  <a:gd name="T6" fmla="*/ 0 w 14"/>
                  <a:gd name="T7" fmla="*/ 0 h 114"/>
                  <a:gd name="T8" fmla="*/ 0 w 14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4"/>
                  <a:gd name="T17" fmla="*/ 14 w 14"/>
                  <a:gd name="T18" fmla="*/ 114 h 1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4">
                    <a:moveTo>
                      <a:pt x="14" y="0"/>
                    </a:moveTo>
                    <a:lnTo>
                      <a:pt x="3" y="114"/>
                    </a:lnTo>
                    <a:lnTo>
                      <a:pt x="0" y="97"/>
                    </a:lnTo>
                    <a:lnTo>
                      <a:pt x="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1" name="Freeform 174">
                <a:extLst>
                  <a:ext uri="{FF2B5EF4-FFF2-40B4-BE49-F238E27FC236}">
                    <a16:creationId xmlns:a16="http://schemas.microsoft.com/office/drawing/2014/main" id="{4D11C59F-45C9-1246-9EBE-7F9113707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807"/>
                <a:ext cx="15" cy="8"/>
              </a:xfrm>
              <a:custGeom>
                <a:avLst/>
                <a:gdLst>
                  <a:gd name="T0" fmla="*/ 0 w 121"/>
                  <a:gd name="T1" fmla="*/ 0 h 66"/>
                  <a:gd name="T2" fmla="*/ 0 w 121"/>
                  <a:gd name="T3" fmla="*/ 0 h 66"/>
                  <a:gd name="T4" fmla="*/ 0 w 121"/>
                  <a:gd name="T5" fmla="*/ 0 h 66"/>
                  <a:gd name="T6" fmla="*/ 0 w 121"/>
                  <a:gd name="T7" fmla="*/ 0 h 66"/>
                  <a:gd name="T8" fmla="*/ 0 w 121"/>
                  <a:gd name="T9" fmla="*/ 0 h 66"/>
                  <a:gd name="T10" fmla="*/ 0 w 121"/>
                  <a:gd name="T11" fmla="*/ 0 h 66"/>
                  <a:gd name="T12" fmla="*/ 0 w 121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1"/>
                  <a:gd name="T22" fmla="*/ 0 h 66"/>
                  <a:gd name="T23" fmla="*/ 121 w 121"/>
                  <a:gd name="T24" fmla="*/ 66 h 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1" h="66">
                    <a:moveTo>
                      <a:pt x="0" y="0"/>
                    </a:moveTo>
                    <a:lnTo>
                      <a:pt x="101" y="17"/>
                    </a:lnTo>
                    <a:lnTo>
                      <a:pt x="121" y="26"/>
                    </a:lnTo>
                    <a:lnTo>
                      <a:pt x="84" y="66"/>
                    </a:lnTo>
                    <a:lnTo>
                      <a:pt x="92" y="38"/>
                    </a:lnTo>
                    <a:lnTo>
                      <a:pt x="2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2" name="Freeform 175">
                <a:extLst>
                  <a:ext uri="{FF2B5EF4-FFF2-40B4-BE49-F238E27FC236}">
                    <a16:creationId xmlns:a16="http://schemas.microsoft.com/office/drawing/2014/main" id="{D103F4C8-79BC-864B-BEF8-74B1D058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799"/>
                <a:ext cx="17" cy="5"/>
              </a:xfrm>
              <a:custGeom>
                <a:avLst/>
                <a:gdLst>
                  <a:gd name="T0" fmla="*/ 0 w 136"/>
                  <a:gd name="T1" fmla="*/ 0 h 39"/>
                  <a:gd name="T2" fmla="*/ 0 w 136"/>
                  <a:gd name="T3" fmla="*/ 0 h 39"/>
                  <a:gd name="T4" fmla="*/ 0 w 136"/>
                  <a:gd name="T5" fmla="*/ 0 h 39"/>
                  <a:gd name="T6" fmla="*/ 0 w 136"/>
                  <a:gd name="T7" fmla="*/ 0 h 39"/>
                  <a:gd name="T8" fmla="*/ 0 w 136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6"/>
                  <a:gd name="T16" fmla="*/ 0 h 39"/>
                  <a:gd name="T17" fmla="*/ 136 w 13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6" h="39">
                    <a:moveTo>
                      <a:pt x="0" y="26"/>
                    </a:moveTo>
                    <a:lnTo>
                      <a:pt x="74" y="4"/>
                    </a:lnTo>
                    <a:lnTo>
                      <a:pt x="136" y="0"/>
                    </a:lnTo>
                    <a:lnTo>
                      <a:pt x="41" y="39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3" name="Freeform 176">
                <a:extLst>
                  <a:ext uri="{FF2B5EF4-FFF2-40B4-BE49-F238E27FC236}">
                    <a16:creationId xmlns:a16="http://schemas.microsoft.com/office/drawing/2014/main" id="{D590609B-AE47-F442-B300-7E1987F1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929"/>
                <a:ext cx="38" cy="43"/>
              </a:xfrm>
              <a:custGeom>
                <a:avLst/>
                <a:gdLst>
                  <a:gd name="T0" fmla="*/ 0 w 299"/>
                  <a:gd name="T1" fmla="*/ 0 h 339"/>
                  <a:gd name="T2" fmla="*/ 0 w 299"/>
                  <a:gd name="T3" fmla="*/ 0 h 339"/>
                  <a:gd name="T4" fmla="*/ 0 w 299"/>
                  <a:gd name="T5" fmla="*/ 0 h 339"/>
                  <a:gd name="T6" fmla="*/ 0 w 299"/>
                  <a:gd name="T7" fmla="*/ 0 h 339"/>
                  <a:gd name="T8" fmla="*/ 0 w 299"/>
                  <a:gd name="T9" fmla="*/ 1 h 339"/>
                  <a:gd name="T10" fmla="*/ 0 w 299"/>
                  <a:gd name="T11" fmla="*/ 1 h 339"/>
                  <a:gd name="T12" fmla="*/ 1 w 299"/>
                  <a:gd name="T13" fmla="*/ 1 h 339"/>
                  <a:gd name="T14" fmla="*/ 1 w 299"/>
                  <a:gd name="T15" fmla="*/ 1 h 339"/>
                  <a:gd name="T16" fmla="*/ 0 w 299"/>
                  <a:gd name="T17" fmla="*/ 1 h 339"/>
                  <a:gd name="T18" fmla="*/ 0 w 299"/>
                  <a:gd name="T19" fmla="*/ 1 h 339"/>
                  <a:gd name="T20" fmla="*/ 0 w 299"/>
                  <a:gd name="T21" fmla="*/ 1 h 339"/>
                  <a:gd name="T22" fmla="*/ 0 w 299"/>
                  <a:gd name="T23" fmla="*/ 1 h 339"/>
                  <a:gd name="T24" fmla="*/ 0 w 299"/>
                  <a:gd name="T25" fmla="*/ 0 h 339"/>
                  <a:gd name="T26" fmla="*/ 0 w 299"/>
                  <a:gd name="T27" fmla="*/ 0 h 339"/>
                  <a:gd name="T28" fmla="*/ 0 w 299"/>
                  <a:gd name="T29" fmla="*/ 1 h 339"/>
                  <a:gd name="T30" fmla="*/ 0 w 299"/>
                  <a:gd name="T31" fmla="*/ 0 h 339"/>
                  <a:gd name="T32" fmla="*/ 0 w 299"/>
                  <a:gd name="T33" fmla="*/ 0 h 339"/>
                  <a:gd name="T34" fmla="*/ 0 w 299"/>
                  <a:gd name="T35" fmla="*/ 0 h 339"/>
                  <a:gd name="T36" fmla="*/ 0 w 299"/>
                  <a:gd name="T37" fmla="*/ 0 h 339"/>
                  <a:gd name="T38" fmla="*/ 0 w 299"/>
                  <a:gd name="T39" fmla="*/ 0 h 33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99"/>
                  <a:gd name="T61" fmla="*/ 0 h 339"/>
                  <a:gd name="T62" fmla="*/ 299 w 299"/>
                  <a:gd name="T63" fmla="*/ 339 h 33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99" h="339">
                    <a:moveTo>
                      <a:pt x="7" y="0"/>
                    </a:moveTo>
                    <a:lnTo>
                      <a:pt x="29" y="75"/>
                    </a:lnTo>
                    <a:lnTo>
                      <a:pt x="29" y="130"/>
                    </a:lnTo>
                    <a:lnTo>
                      <a:pt x="92" y="201"/>
                    </a:lnTo>
                    <a:lnTo>
                      <a:pt x="126" y="257"/>
                    </a:lnTo>
                    <a:lnTo>
                      <a:pt x="189" y="252"/>
                    </a:lnTo>
                    <a:lnTo>
                      <a:pt x="260" y="273"/>
                    </a:lnTo>
                    <a:lnTo>
                      <a:pt x="299" y="339"/>
                    </a:lnTo>
                    <a:lnTo>
                      <a:pt x="136" y="293"/>
                    </a:lnTo>
                    <a:lnTo>
                      <a:pt x="68" y="307"/>
                    </a:lnTo>
                    <a:lnTo>
                      <a:pt x="46" y="301"/>
                    </a:lnTo>
                    <a:lnTo>
                      <a:pt x="101" y="279"/>
                    </a:lnTo>
                    <a:lnTo>
                      <a:pt x="59" y="201"/>
                    </a:lnTo>
                    <a:lnTo>
                      <a:pt x="29" y="171"/>
                    </a:lnTo>
                    <a:lnTo>
                      <a:pt x="18" y="217"/>
                    </a:lnTo>
                    <a:lnTo>
                      <a:pt x="0" y="134"/>
                    </a:lnTo>
                    <a:lnTo>
                      <a:pt x="13" y="106"/>
                    </a:lnTo>
                    <a:lnTo>
                      <a:pt x="13" y="53"/>
                    </a:lnTo>
                    <a:lnTo>
                      <a:pt x="7" y="1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4" name="Freeform 177">
                <a:extLst>
                  <a:ext uri="{FF2B5EF4-FFF2-40B4-BE49-F238E27FC236}">
                    <a16:creationId xmlns:a16="http://schemas.microsoft.com/office/drawing/2014/main" id="{3F00AFAB-E314-744C-ABAF-A07ACC776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949"/>
                <a:ext cx="70" cy="59"/>
              </a:xfrm>
              <a:custGeom>
                <a:avLst/>
                <a:gdLst>
                  <a:gd name="T0" fmla="*/ 0 w 560"/>
                  <a:gd name="T1" fmla="*/ 0 h 470"/>
                  <a:gd name="T2" fmla="*/ 0 w 560"/>
                  <a:gd name="T3" fmla="*/ 0 h 470"/>
                  <a:gd name="T4" fmla="*/ 0 w 560"/>
                  <a:gd name="T5" fmla="*/ 0 h 470"/>
                  <a:gd name="T6" fmla="*/ 0 w 560"/>
                  <a:gd name="T7" fmla="*/ 0 h 470"/>
                  <a:gd name="T8" fmla="*/ 0 w 560"/>
                  <a:gd name="T9" fmla="*/ 1 h 470"/>
                  <a:gd name="T10" fmla="*/ 0 w 560"/>
                  <a:gd name="T11" fmla="*/ 1 h 470"/>
                  <a:gd name="T12" fmla="*/ 0 w 560"/>
                  <a:gd name="T13" fmla="*/ 1 h 470"/>
                  <a:gd name="T14" fmla="*/ 0 w 560"/>
                  <a:gd name="T15" fmla="*/ 1 h 470"/>
                  <a:gd name="T16" fmla="*/ 0 w 560"/>
                  <a:gd name="T17" fmla="*/ 1 h 470"/>
                  <a:gd name="T18" fmla="*/ 1 w 560"/>
                  <a:gd name="T19" fmla="*/ 1 h 470"/>
                  <a:gd name="T20" fmla="*/ 1 w 560"/>
                  <a:gd name="T21" fmla="*/ 1 h 470"/>
                  <a:gd name="T22" fmla="*/ 1 w 560"/>
                  <a:gd name="T23" fmla="*/ 1 h 470"/>
                  <a:gd name="T24" fmla="*/ 1 w 560"/>
                  <a:gd name="T25" fmla="*/ 1 h 470"/>
                  <a:gd name="T26" fmla="*/ 1 w 560"/>
                  <a:gd name="T27" fmla="*/ 1 h 470"/>
                  <a:gd name="T28" fmla="*/ 1 w 560"/>
                  <a:gd name="T29" fmla="*/ 1 h 470"/>
                  <a:gd name="T30" fmla="*/ 1 w 560"/>
                  <a:gd name="T31" fmla="*/ 1 h 470"/>
                  <a:gd name="T32" fmla="*/ 1 w 560"/>
                  <a:gd name="T33" fmla="*/ 1 h 470"/>
                  <a:gd name="T34" fmla="*/ 1 w 560"/>
                  <a:gd name="T35" fmla="*/ 1 h 470"/>
                  <a:gd name="T36" fmla="*/ 1 w 560"/>
                  <a:gd name="T37" fmla="*/ 0 h 470"/>
                  <a:gd name="T38" fmla="*/ 1 w 560"/>
                  <a:gd name="T39" fmla="*/ 0 h 470"/>
                  <a:gd name="T40" fmla="*/ 1 w 560"/>
                  <a:gd name="T41" fmla="*/ 0 h 470"/>
                  <a:gd name="T42" fmla="*/ 1 w 560"/>
                  <a:gd name="T43" fmla="*/ 0 h 470"/>
                  <a:gd name="T44" fmla="*/ 1 w 560"/>
                  <a:gd name="T45" fmla="*/ 0 h 470"/>
                  <a:gd name="T46" fmla="*/ 1 w 560"/>
                  <a:gd name="T47" fmla="*/ 0 h 470"/>
                  <a:gd name="T48" fmla="*/ 1 w 560"/>
                  <a:gd name="T49" fmla="*/ 0 h 470"/>
                  <a:gd name="T50" fmla="*/ 1 w 560"/>
                  <a:gd name="T51" fmla="*/ 0 h 470"/>
                  <a:gd name="T52" fmla="*/ 1 w 560"/>
                  <a:gd name="T53" fmla="*/ 1 h 470"/>
                  <a:gd name="T54" fmla="*/ 1 w 560"/>
                  <a:gd name="T55" fmla="*/ 1 h 470"/>
                  <a:gd name="T56" fmla="*/ 1 w 560"/>
                  <a:gd name="T57" fmla="*/ 1 h 470"/>
                  <a:gd name="T58" fmla="*/ 1 w 560"/>
                  <a:gd name="T59" fmla="*/ 1 h 470"/>
                  <a:gd name="T60" fmla="*/ 1 w 560"/>
                  <a:gd name="T61" fmla="*/ 0 h 470"/>
                  <a:gd name="T62" fmla="*/ 1 w 560"/>
                  <a:gd name="T63" fmla="*/ 0 h 470"/>
                  <a:gd name="T64" fmla="*/ 1 w 560"/>
                  <a:gd name="T65" fmla="*/ 0 h 470"/>
                  <a:gd name="T66" fmla="*/ 1 w 560"/>
                  <a:gd name="T67" fmla="*/ 0 h 470"/>
                  <a:gd name="T68" fmla="*/ 1 w 560"/>
                  <a:gd name="T69" fmla="*/ 0 h 470"/>
                  <a:gd name="T70" fmla="*/ 1 w 560"/>
                  <a:gd name="T71" fmla="*/ 0 h 470"/>
                  <a:gd name="T72" fmla="*/ 1 w 560"/>
                  <a:gd name="T73" fmla="*/ 0 h 470"/>
                  <a:gd name="T74" fmla="*/ 1 w 560"/>
                  <a:gd name="T75" fmla="*/ 1 h 470"/>
                  <a:gd name="T76" fmla="*/ 1 w 560"/>
                  <a:gd name="T77" fmla="*/ 1 h 470"/>
                  <a:gd name="T78" fmla="*/ 0 w 560"/>
                  <a:gd name="T79" fmla="*/ 0 h 470"/>
                  <a:gd name="T80" fmla="*/ 1 w 560"/>
                  <a:gd name="T81" fmla="*/ 1 h 470"/>
                  <a:gd name="T82" fmla="*/ 0 w 560"/>
                  <a:gd name="T83" fmla="*/ 1 h 470"/>
                  <a:gd name="T84" fmla="*/ 0 w 560"/>
                  <a:gd name="T85" fmla="*/ 0 h 470"/>
                  <a:gd name="T86" fmla="*/ 0 w 560"/>
                  <a:gd name="T87" fmla="*/ 1 h 470"/>
                  <a:gd name="T88" fmla="*/ 0 w 560"/>
                  <a:gd name="T89" fmla="*/ 1 h 470"/>
                  <a:gd name="T90" fmla="*/ 0 w 560"/>
                  <a:gd name="T91" fmla="*/ 1 h 470"/>
                  <a:gd name="T92" fmla="*/ 0 w 560"/>
                  <a:gd name="T93" fmla="*/ 1 h 470"/>
                  <a:gd name="T94" fmla="*/ 0 w 560"/>
                  <a:gd name="T95" fmla="*/ 0 h 470"/>
                  <a:gd name="T96" fmla="*/ 0 w 560"/>
                  <a:gd name="T97" fmla="*/ 0 h 470"/>
                  <a:gd name="T98" fmla="*/ 0 w 560"/>
                  <a:gd name="T99" fmla="*/ 0 h 470"/>
                  <a:gd name="T100" fmla="*/ 0 w 560"/>
                  <a:gd name="T101" fmla="*/ 0 h 470"/>
                  <a:gd name="T102" fmla="*/ 0 w 560"/>
                  <a:gd name="T103" fmla="*/ 0 h 470"/>
                  <a:gd name="T104" fmla="*/ 0 w 560"/>
                  <a:gd name="T105" fmla="*/ 0 h 470"/>
                  <a:gd name="T106" fmla="*/ 0 w 560"/>
                  <a:gd name="T107" fmla="*/ 0 h 47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0"/>
                  <a:gd name="T163" fmla="*/ 0 h 470"/>
                  <a:gd name="T164" fmla="*/ 560 w 560"/>
                  <a:gd name="T165" fmla="*/ 470 h 47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0" h="470">
                    <a:moveTo>
                      <a:pt x="62" y="11"/>
                    </a:moveTo>
                    <a:lnTo>
                      <a:pt x="24" y="66"/>
                    </a:lnTo>
                    <a:lnTo>
                      <a:pt x="24" y="99"/>
                    </a:lnTo>
                    <a:lnTo>
                      <a:pt x="0" y="143"/>
                    </a:lnTo>
                    <a:lnTo>
                      <a:pt x="24" y="251"/>
                    </a:lnTo>
                    <a:lnTo>
                      <a:pt x="36" y="279"/>
                    </a:lnTo>
                    <a:lnTo>
                      <a:pt x="50" y="297"/>
                    </a:lnTo>
                    <a:lnTo>
                      <a:pt x="193" y="323"/>
                    </a:lnTo>
                    <a:lnTo>
                      <a:pt x="211" y="308"/>
                    </a:lnTo>
                    <a:lnTo>
                      <a:pt x="229" y="315"/>
                    </a:lnTo>
                    <a:lnTo>
                      <a:pt x="269" y="429"/>
                    </a:lnTo>
                    <a:lnTo>
                      <a:pt x="297" y="460"/>
                    </a:lnTo>
                    <a:lnTo>
                      <a:pt x="323" y="470"/>
                    </a:lnTo>
                    <a:lnTo>
                      <a:pt x="350" y="470"/>
                    </a:lnTo>
                    <a:lnTo>
                      <a:pt x="389" y="447"/>
                    </a:lnTo>
                    <a:lnTo>
                      <a:pt x="437" y="396"/>
                    </a:lnTo>
                    <a:lnTo>
                      <a:pt x="488" y="327"/>
                    </a:lnTo>
                    <a:lnTo>
                      <a:pt x="521" y="260"/>
                    </a:lnTo>
                    <a:lnTo>
                      <a:pt x="548" y="205"/>
                    </a:lnTo>
                    <a:lnTo>
                      <a:pt x="560" y="152"/>
                    </a:lnTo>
                    <a:lnTo>
                      <a:pt x="560" y="90"/>
                    </a:lnTo>
                    <a:lnTo>
                      <a:pt x="560" y="46"/>
                    </a:lnTo>
                    <a:lnTo>
                      <a:pt x="548" y="0"/>
                    </a:lnTo>
                    <a:lnTo>
                      <a:pt x="554" y="69"/>
                    </a:lnTo>
                    <a:lnTo>
                      <a:pt x="548" y="136"/>
                    </a:lnTo>
                    <a:lnTo>
                      <a:pt x="534" y="205"/>
                    </a:lnTo>
                    <a:lnTo>
                      <a:pt x="510" y="255"/>
                    </a:lnTo>
                    <a:lnTo>
                      <a:pt x="488" y="284"/>
                    </a:lnTo>
                    <a:lnTo>
                      <a:pt x="422" y="267"/>
                    </a:lnTo>
                    <a:lnTo>
                      <a:pt x="350" y="255"/>
                    </a:lnTo>
                    <a:lnTo>
                      <a:pt x="422" y="205"/>
                    </a:lnTo>
                    <a:lnTo>
                      <a:pt x="458" y="159"/>
                    </a:lnTo>
                    <a:lnTo>
                      <a:pt x="486" y="113"/>
                    </a:lnTo>
                    <a:lnTo>
                      <a:pt x="497" y="73"/>
                    </a:lnTo>
                    <a:lnTo>
                      <a:pt x="462" y="136"/>
                    </a:lnTo>
                    <a:lnTo>
                      <a:pt x="422" y="181"/>
                    </a:lnTo>
                    <a:lnTo>
                      <a:pt x="371" y="218"/>
                    </a:lnTo>
                    <a:lnTo>
                      <a:pt x="299" y="249"/>
                    </a:lnTo>
                    <a:lnTo>
                      <a:pt x="279" y="240"/>
                    </a:lnTo>
                    <a:lnTo>
                      <a:pt x="135" y="170"/>
                    </a:lnTo>
                    <a:lnTo>
                      <a:pt x="255" y="260"/>
                    </a:lnTo>
                    <a:lnTo>
                      <a:pt x="204" y="279"/>
                    </a:lnTo>
                    <a:lnTo>
                      <a:pt x="66" y="218"/>
                    </a:lnTo>
                    <a:lnTo>
                      <a:pt x="184" y="281"/>
                    </a:lnTo>
                    <a:lnTo>
                      <a:pt x="145" y="297"/>
                    </a:lnTo>
                    <a:lnTo>
                      <a:pt x="48" y="267"/>
                    </a:lnTo>
                    <a:lnTo>
                      <a:pt x="36" y="242"/>
                    </a:lnTo>
                    <a:lnTo>
                      <a:pt x="48" y="209"/>
                    </a:lnTo>
                    <a:lnTo>
                      <a:pt x="57" y="214"/>
                    </a:lnTo>
                    <a:lnTo>
                      <a:pt x="66" y="194"/>
                    </a:lnTo>
                    <a:lnTo>
                      <a:pt x="96" y="170"/>
                    </a:lnTo>
                    <a:lnTo>
                      <a:pt x="101" y="136"/>
                    </a:lnTo>
                    <a:lnTo>
                      <a:pt x="73" y="44"/>
                    </a:lnTo>
                    <a:lnTo>
                      <a:pt x="6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5" name="Freeform 178">
                <a:extLst>
                  <a:ext uri="{FF2B5EF4-FFF2-40B4-BE49-F238E27FC236}">
                    <a16:creationId xmlns:a16="http://schemas.microsoft.com/office/drawing/2014/main" id="{4DAA46D0-E6C0-0247-9A57-B021B4AA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937"/>
                <a:ext cx="26" cy="17"/>
              </a:xfrm>
              <a:custGeom>
                <a:avLst/>
                <a:gdLst>
                  <a:gd name="T0" fmla="*/ 0 w 208"/>
                  <a:gd name="T1" fmla="*/ 0 h 135"/>
                  <a:gd name="T2" fmla="*/ 0 w 208"/>
                  <a:gd name="T3" fmla="*/ 0 h 135"/>
                  <a:gd name="T4" fmla="*/ 0 w 208"/>
                  <a:gd name="T5" fmla="*/ 0 h 135"/>
                  <a:gd name="T6" fmla="*/ 0 w 208"/>
                  <a:gd name="T7" fmla="*/ 0 h 135"/>
                  <a:gd name="T8" fmla="*/ 0 w 208"/>
                  <a:gd name="T9" fmla="*/ 0 h 135"/>
                  <a:gd name="T10" fmla="*/ 0 w 208"/>
                  <a:gd name="T11" fmla="*/ 0 h 135"/>
                  <a:gd name="T12" fmla="*/ 0 w 208"/>
                  <a:gd name="T13" fmla="*/ 0 h 135"/>
                  <a:gd name="T14" fmla="*/ 0 w 208"/>
                  <a:gd name="T15" fmla="*/ 0 h 135"/>
                  <a:gd name="T16" fmla="*/ 0 w 208"/>
                  <a:gd name="T17" fmla="*/ 0 h 135"/>
                  <a:gd name="T18" fmla="*/ 0 w 208"/>
                  <a:gd name="T19" fmla="*/ 0 h 135"/>
                  <a:gd name="T20" fmla="*/ 0 w 208"/>
                  <a:gd name="T21" fmla="*/ 0 h 135"/>
                  <a:gd name="T22" fmla="*/ 0 w 208"/>
                  <a:gd name="T23" fmla="*/ 0 h 135"/>
                  <a:gd name="T24" fmla="*/ 0 w 208"/>
                  <a:gd name="T25" fmla="*/ 0 h 135"/>
                  <a:gd name="T26" fmla="*/ 0 w 208"/>
                  <a:gd name="T27" fmla="*/ 0 h 135"/>
                  <a:gd name="T28" fmla="*/ 0 w 208"/>
                  <a:gd name="T29" fmla="*/ 0 h 135"/>
                  <a:gd name="T30" fmla="*/ 0 w 208"/>
                  <a:gd name="T31" fmla="*/ 0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08"/>
                  <a:gd name="T49" fmla="*/ 0 h 135"/>
                  <a:gd name="T50" fmla="*/ 208 w 208"/>
                  <a:gd name="T51" fmla="*/ 135 h 1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08" h="135">
                    <a:moveTo>
                      <a:pt x="127" y="0"/>
                    </a:moveTo>
                    <a:lnTo>
                      <a:pt x="127" y="36"/>
                    </a:lnTo>
                    <a:lnTo>
                      <a:pt x="153" y="62"/>
                    </a:lnTo>
                    <a:lnTo>
                      <a:pt x="208" y="90"/>
                    </a:lnTo>
                    <a:lnTo>
                      <a:pt x="164" y="85"/>
                    </a:lnTo>
                    <a:lnTo>
                      <a:pt x="158" y="120"/>
                    </a:lnTo>
                    <a:lnTo>
                      <a:pt x="171" y="135"/>
                    </a:lnTo>
                    <a:lnTo>
                      <a:pt x="103" y="122"/>
                    </a:lnTo>
                    <a:lnTo>
                      <a:pt x="42" y="120"/>
                    </a:lnTo>
                    <a:lnTo>
                      <a:pt x="5" y="108"/>
                    </a:lnTo>
                    <a:lnTo>
                      <a:pt x="0" y="97"/>
                    </a:lnTo>
                    <a:lnTo>
                      <a:pt x="42" y="87"/>
                    </a:lnTo>
                    <a:lnTo>
                      <a:pt x="79" y="87"/>
                    </a:lnTo>
                    <a:lnTo>
                      <a:pt x="65" y="58"/>
                    </a:lnTo>
                    <a:lnTo>
                      <a:pt x="109" y="1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6" name="Freeform 179">
                <a:extLst>
                  <a:ext uri="{FF2B5EF4-FFF2-40B4-BE49-F238E27FC236}">
                    <a16:creationId xmlns:a16="http://schemas.microsoft.com/office/drawing/2014/main" id="{FD9A419B-AF7D-1147-8E2F-C5D1DCA0E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923"/>
                <a:ext cx="42" cy="40"/>
              </a:xfrm>
              <a:custGeom>
                <a:avLst/>
                <a:gdLst>
                  <a:gd name="T0" fmla="*/ 0 w 338"/>
                  <a:gd name="T1" fmla="*/ 0 h 316"/>
                  <a:gd name="T2" fmla="*/ 0 w 338"/>
                  <a:gd name="T3" fmla="*/ 0 h 316"/>
                  <a:gd name="T4" fmla="*/ 0 w 338"/>
                  <a:gd name="T5" fmla="*/ 0 h 316"/>
                  <a:gd name="T6" fmla="*/ 0 w 338"/>
                  <a:gd name="T7" fmla="*/ 0 h 316"/>
                  <a:gd name="T8" fmla="*/ 0 w 338"/>
                  <a:gd name="T9" fmla="*/ 0 h 316"/>
                  <a:gd name="T10" fmla="*/ 1 w 338"/>
                  <a:gd name="T11" fmla="*/ 0 h 316"/>
                  <a:gd name="T12" fmla="*/ 0 w 338"/>
                  <a:gd name="T13" fmla="*/ 1 h 316"/>
                  <a:gd name="T14" fmla="*/ 1 w 338"/>
                  <a:gd name="T15" fmla="*/ 1 h 316"/>
                  <a:gd name="T16" fmla="*/ 1 w 338"/>
                  <a:gd name="T17" fmla="*/ 0 h 316"/>
                  <a:gd name="T18" fmla="*/ 0 w 338"/>
                  <a:gd name="T19" fmla="*/ 0 h 316"/>
                  <a:gd name="T20" fmla="*/ 0 w 338"/>
                  <a:gd name="T21" fmla="*/ 0 h 316"/>
                  <a:gd name="T22" fmla="*/ 0 w 338"/>
                  <a:gd name="T23" fmla="*/ 0 h 316"/>
                  <a:gd name="T24" fmla="*/ 0 w 338"/>
                  <a:gd name="T25" fmla="*/ 0 h 316"/>
                  <a:gd name="T26" fmla="*/ 0 w 338"/>
                  <a:gd name="T27" fmla="*/ 0 h 316"/>
                  <a:gd name="T28" fmla="*/ 0 w 338"/>
                  <a:gd name="T29" fmla="*/ 0 h 3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38"/>
                  <a:gd name="T46" fmla="*/ 0 h 316"/>
                  <a:gd name="T47" fmla="*/ 338 w 338"/>
                  <a:gd name="T48" fmla="*/ 316 h 31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38" h="316">
                    <a:moveTo>
                      <a:pt x="11" y="120"/>
                    </a:moveTo>
                    <a:lnTo>
                      <a:pt x="62" y="101"/>
                    </a:lnTo>
                    <a:lnTo>
                      <a:pt x="147" y="116"/>
                    </a:lnTo>
                    <a:lnTo>
                      <a:pt x="209" y="83"/>
                    </a:lnTo>
                    <a:lnTo>
                      <a:pt x="276" y="106"/>
                    </a:lnTo>
                    <a:lnTo>
                      <a:pt x="320" y="206"/>
                    </a:lnTo>
                    <a:lnTo>
                      <a:pt x="279" y="316"/>
                    </a:lnTo>
                    <a:lnTo>
                      <a:pt x="332" y="256"/>
                    </a:lnTo>
                    <a:lnTo>
                      <a:pt x="338" y="196"/>
                    </a:lnTo>
                    <a:lnTo>
                      <a:pt x="276" y="79"/>
                    </a:lnTo>
                    <a:lnTo>
                      <a:pt x="195" y="39"/>
                    </a:lnTo>
                    <a:lnTo>
                      <a:pt x="198" y="0"/>
                    </a:lnTo>
                    <a:lnTo>
                      <a:pt x="101" y="15"/>
                    </a:lnTo>
                    <a:lnTo>
                      <a:pt x="0" y="108"/>
                    </a:lnTo>
                    <a:lnTo>
                      <a:pt x="11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7" name="Freeform 180">
                <a:extLst>
                  <a:ext uri="{FF2B5EF4-FFF2-40B4-BE49-F238E27FC236}">
                    <a16:creationId xmlns:a16="http://schemas.microsoft.com/office/drawing/2014/main" id="{2A5EF556-FDD1-5F4A-A811-F48C6C783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943"/>
                <a:ext cx="75" cy="75"/>
              </a:xfrm>
              <a:custGeom>
                <a:avLst/>
                <a:gdLst>
                  <a:gd name="T0" fmla="*/ 1 w 594"/>
                  <a:gd name="T1" fmla="*/ 0 h 602"/>
                  <a:gd name="T2" fmla="*/ 1 w 594"/>
                  <a:gd name="T3" fmla="*/ 0 h 602"/>
                  <a:gd name="T4" fmla="*/ 1 w 594"/>
                  <a:gd name="T5" fmla="*/ 0 h 602"/>
                  <a:gd name="T6" fmla="*/ 1 w 594"/>
                  <a:gd name="T7" fmla="*/ 0 h 602"/>
                  <a:gd name="T8" fmla="*/ 1 w 594"/>
                  <a:gd name="T9" fmla="*/ 1 h 602"/>
                  <a:gd name="T10" fmla="*/ 1 w 594"/>
                  <a:gd name="T11" fmla="*/ 1 h 602"/>
                  <a:gd name="T12" fmla="*/ 0 w 594"/>
                  <a:gd name="T13" fmla="*/ 1 h 602"/>
                  <a:gd name="T14" fmla="*/ 0 w 594"/>
                  <a:gd name="T15" fmla="*/ 1 h 602"/>
                  <a:gd name="T16" fmla="*/ 0 w 594"/>
                  <a:gd name="T17" fmla="*/ 1 h 602"/>
                  <a:gd name="T18" fmla="*/ 0 w 594"/>
                  <a:gd name="T19" fmla="*/ 1 h 602"/>
                  <a:gd name="T20" fmla="*/ 0 w 594"/>
                  <a:gd name="T21" fmla="*/ 1 h 602"/>
                  <a:gd name="T22" fmla="*/ 0 w 594"/>
                  <a:gd name="T23" fmla="*/ 1 h 602"/>
                  <a:gd name="T24" fmla="*/ 0 w 594"/>
                  <a:gd name="T25" fmla="*/ 1 h 602"/>
                  <a:gd name="T26" fmla="*/ 0 w 594"/>
                  <a:gd name="T27" fmla="*/ 1 h 602"/>
                  <a:gd name="T28" fmla="*/ 0 w 594"/>
                  <a:gd name="T29" fmla="*/ 1 h 602"/>
                  <a:gd name="T30" fmla="*/ 1 w 594"/>
                  <a:gd name="T31" fmla="*/ 1 h 602"/>
                  <a:gd name="T32" fmla="*/ 1 w 594"/>
                  <a:gd name="T33" fmla="*/ 1 h 602"/>
                  <a:gd name="T34" fmla="*/ 1 w 594"/>
                  <a:gd name="T35" fmla="*/ 1 h 602"/>
                  <a:gd name="T36" fmla="*/ 1 w 594"/>
                  <a:gd name="T37" fmla="*/ 1 h 602"/>
                  <a:gd name="T38" fmla="*/ 1 w 594"/>
                  <a:gd name="T39" fmla="*/ 1 h 602"/>
                  <a:gd name="T40" fmla="*/ 1 w 594"/>
                  <a:gd name="T41" fmla="*/ 0 h 602"/>
                  <a:gd name="T42" fmla="*/ 1 w 594"/>
                  <a:gd name="T43" fmla="*/ 0 h 602"/>
                  <a:gd name="T44" fmla="*/ 1 w 594"/>
                  <a:gd name="T45" fmla="*/ 0 h 602"/>
                  <a:gd name="T46" fmla="*/ 1 w 594"/>
                  <a:gd name="T47" fmla="*/ 0 h 602"/>
                  <a:gd name="T48" fmla="*/ 1 w 594"/>
                  <a:gd name="T49" fmla="*/ 0 h 602"/>
                  <a:gd name="T50" fmla="*/ 1 w 594"/>
                  <a:gd name="T51" fmla="*/ 0 h 60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4"/>
                  <a:gd name="T79" fmla="*/ 0 h 602"/>
                  <a:gd name="T80" fmla="*/ 594 w 594"/>
                  <a:gd name="T81" fmla="*/ 602 h 60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4" h="602">
                    <a:moveTo>
                      <a:pt x="350" y="0"/>
                    </a:moveTo>
                    <a:lnTo>
                      <a:pt x="557" y="65"/>
                    </a:lnTo>
                    <a:lnTo>
                      <a:pt x="594" y="127"/>
                    </a:lnTo>
                    <a:lnTo>
                      <a:pt x="578" y="282"/>
                    </a:lnTo>
                    <a:lnTo>
                      <a:pt x="532" y="430"/>
                    </a:lnTo>
                    <a:lnTo>
                      <a:pt x="364" y="478"/>
                    </a:lnTo>
                    <a:lnTo>
                      <a:pt x="170" y="602"/>
                    </a:lnTo>
                    <a:lnTo>
                      <a:pt x="115" y="595"/>
                    </a:lnTo>
                    <a:lnTo>
                      <a:pt x="46" y="514"/>
                    </a:lnTo>
                    <a:lnTo>
                      <a:pt x="14" y="434"/>
                    </a:lnTo>
                    <a:lnTo>
                      <a:pt x="0" y="369"/>
                    </a:lnTo>
                    <a:lnTo>
                      <a:pt x="9" y="369"/>
                    </a:lnTo>
                    <a:lnTo>
                      <a:pt x="29" y="443"/>
                    </a:lnTo>
                    <a:lnTo>
                      <a:pt x="89" y="545"/>
                    </a:lnTo>
                    <a:lnTo>
                      <a:pt x="145" y="582"/>
                    </a:lnTo>
                    <a:lnTo>
                      <a:pt x="233" y="524"/>
                    </a:lnTo>
                    <a:lnTo>
                      <a:pt x="328" y="464"/>
                    </a:lnTo>
                    <a:lnTo>
                      <a:pt x="458" y="303"/>
                    </a:lnTo>
                    <a:lnTo>
                      <a:pt x="458" y="388"/>
                    </a:lnTo>
                    <a:lnTo>
                      <a:pt x="517" y="399"/>
                    </a:lnTo>
                    <a:lnTo>
                      <a:pt x="565" y="268"/>
                    </a:lnTo>
                    <a:lnTo>
                      <a:pt x="578" y="129"/>
                    </a:lnTo>
                    <a:lnTo>
                      <a:pt x="523" y="65"/>
                    </a:lnTo>
                    <a:lnTo>
                      <a:pt x="454" y="65"/>
                    </a:lnTo>
                    <a:lnTo>
                      <a:pt x="412" y="28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8" name="Freeform 181">
                <a:extLst>
                  <a:ext uri="{FF2B5EF4-FFF2-40B4-BE49-F238E27FC236}">
                    <a16:creationId xmlns:a16="http://schemas.microsoft.com/office/drawing/2014/main" id="{C523926D-A062-624B-A9DC-9914DAD8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844"/>
                <a:ext cx="157" cy="175"/>
              </a:xfrm>
              <a:custGeom>
                <a:avLst/>
                <a:gdLst>
                  <a:gd name="T0" fmla="*/ 1 w 1257"/>
                  <a:gd name="T1" fmla="*/ 2 h 1399"/>
                  <a:gd name="T2" fmla="*/ 1 w 1257"/>
                  <a:gd name="T3" fmla="*/ 3 h 1399"/>
                  <a:gd name="T4" fmla="*/ 1 w 1257"/>
                  <a:gd name="T5" fmla="*/ 2 h 1399"/>
                  <a:gd name="T6" fmla="*/ 0 w 1257"/>
                  <a:gd name="T7" fmla="*/ 1 h 1399"/>
                  <a:gd name="T8" fmla="*/ 0 w 1257"/>
                  <a:gd name="T9" fmla="*/ 0 h 1399"/>
                  <a:gd name="T10" fmla="*/ 1 w 1257"/>
                  <a:gd name="T11" fmla="*/ 2 h 1399"/>
                  <a:gd name="T12" fmla="*/ 1 w 1257"/>
                  <a:gd name="T13" fmla="*/ 2 h 1399"/>
                  <a:gd name="T14" fmla="*/ 1 w 1257"/>
                  <a:gd name="T15" fmla="*/ 3 h 1399"/>
                  <a:gd name="T16" fmla="*/ 1 w 1257"/>
                  <a:gd name="T17" fmla="*/ 3 h 1399"/>
                  <a:gd name="T18" fmla="*/ 2 w 1257"/>
                  <a:gd name="T19" fmla="*/ 3 h 1399"/>
                  <a:gd name="T20" fmla="*/ 2 w 1257"/>
                  <a:gd name="T21" fmla="*/ 2 h 1399"/>
                  <a:gd name="T22" fmla="*/ 2 w 1257"/>
                  <a:gd name="T23" fmla="*/ 1 h 1399"/>
                  <a:gd name="T24" fmla="*/ 2 w 1257"/>
                  <a:gd name="T25" fmla="*/ 1 h 1399"/>
                  <a:gd name="T26" fmla="*/ 2 w 1257"/>
                  <a:gd name="T27" fmla="*/ 0 h 1399"/>
                  <a:gd name="T28" fmla="*/ 2 w 1257"/>
                  <a:gd name="T29" fmla="*/ 1 h 1399"/>
                  <a:gd name="T30" fmla="*/ 2 w 1257"/>
                  <a:gd name="T31" fmla="*/ 2 h 1399"/>
                  <a:gd name="T32" fmla="*/ 2 w 1257"/>
                  <a:gd name="T33" fmla="*/ 2 h 1399"/>
                  <a:gd name="T34" fmla="*/ 2 w 1257"/>
                  <a:gd name="T35" fmla="*/ 2 h 1399"/>
                  <a:gd name="T36" fmla="*/ 2 w 1257"/>
                  <a:gd name="T37" fmla="*/ 3 h 1399"/>
                  <a:gd name="T38" fmla="*/ 1 w 1257"/>
                  <a:gd name="T39" fmla="*/ 2 h 1399"/>
                  <a:gd name="T40" fmla="*/ 1 w 1257"/>
                  <a:gd name="T41" fmla="*/ 2 h 139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257"/>
                  <a:gd name="T64" fmla="*/ 0 h 1399"/>
                  <a:gd name="T65" fmla="*/ 1257 w 1257"/>
                  <a:gd name="T66" fmla="*/ 1399 h 139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257" h="1399">
                    <a:moveTo>
                      <a:pt x="664" y="1081"/>
                    </a:moveTo>
                    <a:lnTo>
                      <a:pt x="673" y="1249"/>
                    </a:lnTo>
                    <a:lnTo>
                      <a:pt x="551" y="1066"/>
                    </a:lnTo>
                    <a:lnTo>
                      <a:pt x="281" y="620"/>
                    </a:lnTo>
                    <a:lnTo>
                      <a:pt x="0" y="140"/>
                    </a:lnTo>
                    <a:lnTo>
                      <a:pt x="336" y="739"/>
                    </a:lnTo>
                    <a:lnTo>
                      <a:pt x="540" y="1108"/>
                    </a:lnTo>
                    <a:lnTo>
                      <a:pt x="657" y="1283"/>
                    </a:lnTo>
                    <a:lnTo>
                      <a:pt x="657" y="1399"/>
                    </a:lnTo>
                    <a:lnTo>
                      <a:pt x="846" y="1253"/>
                    </a:lnTo>
                    <a:lnTo>
                      <a:pt x="916" y="1018"/>
                    </a:lnTo>
                    <a:lnTo>
                      <a:pt x="1033" y="633"/>
                    </a:lnTo>
                    <a:lnTo>
                      <a:pt x="1136" y="334"/>
                    </a:lnTo>
                    <a:lnTo>
                      <a:pt x="1257" y="0"/>
                    </a:lnTo>
                    <a:lnTo>
                      <a:pt x="1066" y="426"/>
                    </a:lnTo>
                    <a:lnTo>
                      <a:pt x="950" y="760"/>
                    </a:lnTo>
                    <a:lnTo>
                      <a:pt x="857" y="1033"/>
                    </a:lnTo>
                    <a:lnTo>
                      <a:pt x="809" y="1213"/>
                    </a:lnTo>
                    <a:lnTo>
                      <a:pt x="809" y="1249"/>
                    </a:lnTo>
                    <a:lnTo>
                      <a:pt x="699" y="1171"/>
                    </a:lnTo>
                    <a:lnTo>
                      <a:pt x="664" y="10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29" name="Freeform 182">
                <a:extLst>
                  <a:ext uri="{FF2B5EF4-FFF2-40B4-BE49-F238E27FC236}">
                    <a16:creationId xmlns:a16="http://schemas.microsoft.com/office/drawing/2014/main" id="{4C1A6AD7-45C3-2542-B97D-9D2EE2D25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942"/>
                <a:ext cx="189" cy="150"/>
              </a:xfrm>
              <a:custGeom>
                <a:avLst/>
                <a:gdLst>
                  <a:gd name="T0" fmla="*/ 0 w 1515"/>
                  <a:gd name="T1" fmla="*/ 2 h 1204"/>
                  <a:gd name="T2" fmla="*/ 3 w 1515"/>
                  <a:gd name="T3" fmla="*/ 0 h 1204"/>
                  <a:gd name="T4" fmla="*/ 3 w 1515"/>
                  <a:gd name="T5" fmla="*/ 0 h 1204"/>
                  <a:gd name="T6" fmla="*/ 0 w 1515"/>
                  <a:gd name="T7" fmla="*/ 2 h 120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5"/>
                  <a:gd name="T13" fmla="*/ 0 h 1204"/>
                  <a:gd name="T14" fmla="*/ 1515 w 1515"/>
                  <a:gd name="T15" fmla="*/ 1204 h 120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5" h="1204">
                    <a:moveTo>
                      <a:pt x="0" y="1162"/>
                    </a:moveTo>
                    <a:lnTo>
                      <a:pt x="1515" y="0"/>
                    </a:lnTo>
                    <a:lnTo>
                      <a:pt x="1515" y="46"/>
                    </a:lnTo>
                    <a:lnTo>
                      <a:pt x="31" y="12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0" name="Freeform 183">
                <a:extLst>
                  <a:ext uri="{FF2B5EF4-FFF2-40B4-BE49-F238E27FC236}">
                    <a16:creationId xmlns:a16="http://schemas.microsoft.com/office/drawing/2014/main" id="{4EAFBB41-4D8E-6F4A-802B-C985A3E4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132"/>
                <a:ext cx="25" cy="19"/>
              </a:xfrm>
              <a:custGeom>
                <a:avLst/>
                <a:gdLst>
                  <a:gd name="T0" fmla="*/ 0 w 201"/>
                  <a:gd name="T1" fmla="*/ 0 h 156"/>
                  <a:gd name="T2" fmla="*/ 0 w 201"/>
                  <a:gd name="T3" fmla="*/ 0 h 156"/>
                  <a:gd name="T4" fmla="*/ 0 w 201"/>
                  <a:gd name="T5" fmla="*/ 0 h 156"/>
                  <a:gd name="T6" fmla="*/ 0 w 201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1"/>
                  <a:gd name="T13" fmla="*/ 0 h 156"/>
                  <a:gd name="T14" fmla="*/ 201 w 201"/>
                  <a:gd name="T15" fmla="*/ 156 h 15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1" h="156">
                    <a:moveTo>
                      <a:pt x="145" y="0"/>
                    </a:moveTo>
                    <a:lnTo>
                      <a:pt x="0" y="117"/>
                    </a:lnTo>
                    <a:lnTo>
                      <a:pt x="35" y="156"/>
                    </a:lnTo>
                    <a:lnTo>
                      <a:pt x="201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1" name="Freeform 184">
                <a:extLst>
                  <a:ext uri="{FF2B5EF4-FFF2-40B4-BE49-F238E27FC236}">
                    <a16:creationId xmlns:a16="http://schemas.microsoft.com/office/drawing/2014/main" id="{1AAEAD4F-5900-B04A-BE36-420897AC7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05"/>
                <a:ext cx="296" cy="262"/>
              </a:xfrm>
              <a:custGeom>
                <a:avLst/>
                <a:gdLst>
                  <a:gd name="T0" fmla="*/ 2 w 2366"/>
                  <a:gd name="T1" fmla="*/ 1 h 2098"/>
                  <a:gd name="T2" fmla="*/ 2 w 2366"/>
                  <a:gd name="T3" fmla="*/ 2 h 2098"/>
                  <a:gd name="T4" fmla="*/ 1 w 2366"/>
                  <a:gd name="T5" fmla="*/ 2 h 2098"/>
                  <a:gd name="T6" fmla="*/ 0 w 2366"/>
                  <a:gd name="T7" fmla="*/ 2 h 2098"/>
                  <a:gd name="T8" fmla="*/ 0 w 2366"/>
                  <a:gd name="T9" fmla="*/ 2 h 2098"/>
                  <a:gd name="T10" fmla="*/ 0 w 2366"/>
                  <a:gd name="T11" fmla="*/ 3 h 2098"/>
                  <a:gd name="T12" fmla="*/ 1 w 2366"/>
                  <a:gd name="T13" fmla="*/ 3 h 2098"/>
                  <a:gd name="T14" fmla="*/ 1 w 2366"/>
                  <a:gd name="T15" fmla="*/ 4 h 2098"/>
                  <a:gd name="T16" fmla="*/ 1 w 2366"/>
                  <a:gd name="T17" fmla="*/ 4 h 2098"/>
                  <a:gd name="T18" fmla="*/ 1 w 2366"/>
                  <a:gd name="T19" fmla="*/ 4 h 2098"/>
                  <a:gd name="T20" fmla="*/ 2 w 2366"/>
                  <a:gd name="T21" fmla="*/ 4 h 2098"/>
                  <a:gd name="T22" fmla="*/ 2 w 2366"/>
                  <a:gd name="T23" fmla="*/ 4 h 2098"/>
                  <a:gd name="T24" fmla="*/ 2 w 2366"/>
                  <a:gd name="T25" fmla="*/ 4 h 2098"/>
                  <a:gd name="T26" fmla="*/ 1 w 2366"/>
                  <a:gd name="T27" fmla="*/ 4 h 2098"/>
                  <a:gd name="T28" fmla="*/ 1 w 2366"/>
                  <a:gd name="T29" fmla="*/ 4 h 2098"/>
                  <a:gd name="T30" fmla="*/ 1 w 2366"/>
                  <a:gd name="T31" fmla="*/ 3 h 2098"/>
                  <a:gd name="T32" fmla="*/ 1 w 2366"/>
                  <a:gd name="T33" fmla="*/ 3 h 2098"/>
                  <a:gd name="T34" fmla="*/ 1 w 2366"/>
                  <a:gd name="T35" fmla="*/ 3 h 2098"/>
                  <a:gd name="T36" fmla="*/ 2 w 2366"/>
                  <a:gd name="T37" fmla="*/ 3 h 2098"/>
                  <a:gd name="T38" fmla="*/ 3 w 2366"/>
                  <a:gd name="T39" fmla="*/ 3 h 2098"/>
                  <a:gd name="T40" fmla="*/ 3 w 2366"/>
                  <a:gd name="T41" fmla="*/ 3 h 2098"/>
                  <a:gd name="T42" fmla="*/ 3 w 2366"/>
                  <a:gd name="T43" fmla="*/ 3 h 2098"/>
                  <a:gd name="T44" fmla="*/ 3 w 2366"/>
                  <a:gd name="T45" fmla="*/ 3 h 2098"/>
                  <a:gd name="T46" fmla="*/ 3 w 2366"/>
                  <a:gd name="T47" fmla="*/ 3 h 2098"/>
                  <a:gd name="T48" fmla="*/ 3 w 2366"/>
                  <a:gd name="T49" fmla="*/ 3 h 2098"/>
                  <a:gd name="T50" fmla="*/ 4 w 2366"/>
                  <a:gd name="T51" fmla="*/ 2 h 2098"/>
                  <a:gd name="T52" fmla="*/ 3 w 2366"/>
                  <a:gd name="T53" fmla="*/ 3 h 2098"/>
                  <a:gd name="T54" fmla="*/ 4 w 2366"/>
                  <a:gd name="T55" fmla="*/ 3 h 2098"/>
                  <a:gd name="T56" fmla="*/ 4 w 2366"/>
                  <a:gd name="T57" fmla="*/ 3 h 2098"/>
                  <a:gd name="T58" fmla="*/ 4 w 2366"/>
                  <a:gd name="T59" fmla="*/ 3 h 2098"/>
                  <a:gd name="T60" fmla="*/ 4 w 2366"/>
                  <a:gd name="T61" fmla="*/ 3 h 2098"/>
                  <a:gd name="T62" fmla="*/ 4 w 2366"/>
                  <a:gd name="T63" fmla="*/ 3 h 2098"/>
                  <a:gd name="T64" fmla="*/ 4 w 2366"/>
                  <a:gd name="T65" fmla="*/ 3 h 2098"/>
                  <a:gd name="T66" fmla="*/ 4 w 2366"/>
                  <a:gd name="T67" fmla="*/ 3 h 2098"/>
                  <a:gd name="T68" fmla="*/ 3 w 2366"/>
                  <a:gd name="T69" fmla="*/ 3 h 2098"/>
                  <a:gd name="T70" fmla="*/ 4 w 2366"/>
                  <a:gd name="T71" fmla="*/ 3 h 2098"/>
                  <a:gd name="T72" fmla="*/ 4 w 2366"/>
                  <a:gd name="T73" fmla="*/ 3 h 2098"/>
                  <a:gd name="T74" fmla="*/ 4 w 2366"/>
                  <a:gd name="T75" fmla="*/ 2 h 2098"/>
                  <a:gd name="T76" fmla="*/ 4 w 2366"/>
                  <a:gd name="T77" fmla="*/ 2 h 2098"/>
                  <a:gd name="T78" fmla="*/ 5 w 2366"/>
                  <a:gd name="T79" fmla="*/ 1 h 2098"/>
                  <a:gd name="T80" fmla="*/ 5 w 2366"/>
                  <a:gd name="T81" fmla="*/ 1 h 2098"/>
                  <a:gd name="T82" fmla="*/ 4 w 2366"/>
                  <a:gd name="T83" fmla="*/ 0 h 2098"/>
                  <a:gd name="T84" fmla="*/ 4 w 2366"/>
                  <a:gd name="T85" fmla="*/ 0 h 2098"/>
                  <a:gd name="T86" fmla="*/ 4 w 2366"/>
                  <a:gd name="T87" fmla="*/ 0 h 2098"/>
                  <a:gd name="T88" fmla="*/ 4 w 2366"/>
                  <a:gd name="T89" fmla="*/ 1 h 2098"/>
                  <a:gd name="T90" fmla="*/ 5 w 2366"/>
                  <a:gd name="T91" fmla="*/ 1 h 2098"/>
                  <a:gd name="T92" fmla="*/ 4 w 2366"/>
                  <a:gd name="T93" fmla="*/ 2 h 2098"/>
                  <a:gd name="T94" fmla="*/ 3 w 2366"/>
                  <a:gd name="T95" fmla="*/ 2 h 2098"/>
                  <a:gd name="T96" fmla="*/ 2 w 2366"/>
                  <a:gd name="T97" fmla="*/ 2 h 2098"/>
                  <a:gd name="T98" fmla="*/ 2 w 2366"/>
                  <a:gd name="T99" fmla="*/ 2 h 2098"/>
                  <a:gd name="T100" fmla="*/ 2 w 2366"/>
                  <a:gd name="T101" fmla="*/ 0 h 2098"/>
                  <a:gd name="T102" fmla="*/ 2 w 2366"/>
                  <a:gd name="T103" fmla="*/ 0 h 209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66"/>
                  <a:gd name="T157" fmla="*/ 0 h 2098"/>
                  <a:gd name="T158" fmla="*/ 2366 w 2366"/>
                  <a:gd name="T159" fmla="*/ 2098 h 209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66" h="2098">
                    <a:moveTo>
                      <a:pt x="956" y="191"/>
                    </a:moveTo>
                    <a:lnTo>
                      <a:pt x="927" y="437"/>
                    </a:lnTo>
                    <a:lnTo>
                      <a:pt x="861" y="867"/>
                    </a:lnTo>
                    <a:lnTo>
                      <a:pt x="824" y="1012"/>
                    </a:lnTo>
                    <a:lnTo>
                      <a:pt x="771" y="1012"/>
                    </a:lnTo>
                    <a:lnTo>
                      <a:pt x="459" y="964"/>
                    </a:lnTo>
                    <a:lnTo>
                      <a:pt x="240" y="911"/>
                    </a:lnTo>
                    <a:lnTo>
                      <a:pt x="141" y="863"/>
                    </a:lnTo>
                    <a:lnTo>
                      <a:pt x="33" y="934"/>
                    </a:lnTo>
                    <a:lnTo>
                      <a:pt x="26" y="1148"/>
                    </a:lnTo>
                    <a:lnTo>
                      <a:pt x="9" y="1474"/>
                    </a:lnTo>
                    <a:lnTo>
                      <a:pt x="0" y="1674"/>
                    </a:lnTo>
                    <a:lnTo>
                      <a:pt x="561" y="1674"/>
                    </a:lnTo>
                    <a:lnTo>
                      <a:pt x="521" y="1713"/>
                    </a:lnTo>
                    <a:lnTo>
                      <a:pt x="446" y="1780"/>
                    </a:lnTo>
                    <a:lnTo>
                      <a:pt x="351" y="1922"/>
                    </a:lnTo>
                    <a:lnTo>
                      <a:pt x="358" y="1966"/>
                    </a:lnTo>
                    <a:lnTo>
                      <a:pt x="418" y="1990"/>
                    </a:lnTo>
                    <a:lnTo>
                      <a:pt x="556" y="2036"/>
                    </a:lnTo>
                    <a:lnTo>
                      <a:pt x="657" y="2056"/>
                    </a:lnTo>
                    <a:lnTo>
                      <a:pt x="837" y="2091"/>
                    </a:lnTo>
                    <a:lnTo>
                      <a:pt x="1042" y="2098"/>
                    </a:lnTo>
                    <a:lnTo>
                      <a:pt x="1215" y="2068"/>
                    </a:lnTo>
                    <a:lnTo>
                      <a:pt x="1035" y="2087"/>
                    </a:lnTo>
                    <a:lnTo>
                      <a:pt x="851" y="2087"/>
                    </a:lnTo>
                    <a:lnTo>
                      <a:pt x="736" y="2056"/>
                    </a:lnTo>
                    <a:lnTo>
                      <a:pt x="639" y="2003"/>
                    </a:lnTo>
                    <a:lnTo>
                      <a:pt x="626" y="1960"/>
                    </a:lnTo>
                    <a:lnTo>
                      <a:pt x="639" y="1922"/>
                    </a:lnTo>
                    <a:lnTo>
                      <a:pt x="609" y="1835"/>
                    </a:lnTo>
                    <a:lnTo>
                      <a:pt x="596" y="1768"/>
                    </a:lnTo>
                    <a:lnTo>
                      <a:pt x="626" y="1731"/>
                    </a:lnTo>
                    <a:lnTo>
                      <a:pt x="664" y="1713"/>
                    </a:lnTo>
                    <a:lnTo>
                      <a:pt x="639" y="1641"/>
                    </a:lnTo>
                    <a:lnTo>
                      <a:pt x="664" y="1600"/>
                    </a:lnTo>
                    <a:lnTo>
                      <a:pt x="706" y="1533"/>
                    </a:lnTo>
                    <a:lnTo>
                      <a:pt x="789" y="1516"/>
                    </a:lnTo>
                    <a:lnTo>
                      <a:pt x="945" y="1577"/>
                    </a:lnTo>
                    <a:lnTo>
                      <a:pt x="1142" y="1613"/>
                    </a:lnTo>
                    <a:lnTo>
                      <a:pt x="1396" y="1648"/>
                    </a:lnTo>
                    <a:lnTo>
                      <a:pt x="1587" y="1648"/>
                    </a:lnTo>
                    <a:lnTo>
                      <a:pt x="1387" y="1637"/>
                    </a:lnTo>
                    <a:lnTo>
                      <a:pt x="1292" y="1613"/>
                    </a:lnTo>
                    <a:lnTo>
                      <a:pt x="1292" y="1547"/>
                    </a:lnTo>
                    <a:lnTo>
                      <a:pt x="1400" y="1494"/>
                    </a:lnTo>
                    <a:lnTo>
                      <a:pt x="1424" y="1613"/>
                    </a:lnTo>
                    <a:lnTo>
                      <a:pt x="1430" y="1408"/>
                    </a:lnTo>
                    <a:lnTo>
                      <a:pt x="1490" y="1367"/>
                    </a:lnTo>
                    <a:lnTo>
                      <a:pt x="1628" y="1415"/>
                    </a:lnTo>
                    <a:lnTo>
                      <a:pt x="1573" y="1600"/>
                    </a:lnTo>
                    <a:lnTo>
                      <a:pt x="1767" y="1097"/>
                    </a:lnTo>
                    <a:lnTo>
                      <a:pt x="1798" y="1102"/>
                    </a:lnTo>
                    <a:lnTo>
                      <a:pt x="1622" y="1630"/>
                    </a:lnTo>
                    <a:lnTo>
                      <a:pt x="1681" y="1510"/>
                    </a:lnTo>
                    <a:lnTo>
                      <a:pt x="1732" y="1507"/>
                    </a:lnTo>
                    <a:lnTo>
                      <a:pt x="1774" y="1520"/>
                    </a:lnTo>
                    <a:lnTo>
                      <a:pt x="1718" y="1613"/>
                    </a:lnTo>
                    <a:lnTo>
                      <a:pt x="1826" y="1480"/>
                    </a:lnTo>
                    <a:lnTo>
                      <a:pt x="1873" y="1480"/>
                    </a:lnTo>
                    <a:lnTo>
                      <a:pt x="1928" y="1565"/>
                    </a:lnTo>
                    <a:lnTo>
                      <a:pt x="1921" y="1619"/>
                    </a:lnTo>
                    <a:lnTo>
                      <a:pt x="1905" y="1641"/>
                    </a:lnTo>
                    <a:lnTo>
                      <a:pt x="1972" y="1637"/>
                    </a:lnTo>
                    <a:lnTo>
                      <a:pt x="1972" y="1540"/>
                    </a:lnTo>
                    <a:lnTo>
                      <a:pt x="1919" y="1450"/>
                    </a:lnTo>
                    <a:lnTo>
                      <a:pt x="1868" y="1427"/>
                    </a:lnTo>
                    <a:lnTo>
                      <a:pt x="1847" y="1427"/>
                    </a:lnTo>
                    <a:lnTo>
                      <a:pt x="1808" y="1461"/>
                    </a:lnTo>
                    <a:lnTo>
                      <a:pt x="1743" y="1450"/>
                    </a:lnTo>
                    <a:lnTo>
                      <a:pt x="1712" y="1445"/>
                    </a:lnTo>
                    <a:lnTo>
                      <a:pt x="1732" y="1422"/>
                    </a:lnTo>
                    <a:lnTo>
                      <a:pt x="1826" y="1397"/>
                    </a:lnTo>
                    <a:lnTo>
                      <a:pt x="1934" y="1342"/>
                    </a:lnTo>
                    <a:lnTo>
                      <a:pt x="2041" y="1367"/>
                    </a:lnTo>
                    <a:lnTo>
                      <a:pt x="2167" y="1432"/>
                    </a:lnTo>
                    <a:lnTo>
                      <a:pt x="2145" y="1241"/>
                    </a:lnTo>
                    <a:lnTo>
                      <a:pt x="2121" y="989"/>
                    </a:lnTo>
                    <a:lnTo>
                      <a:pt x="2114" y="853"/>
                    </a:lnTo>
                    <a:lnTo>
                      <a:pt x="2308" y="756"/>
                    </a:lnTo>
                    <a:lnTo>
                      <a:pt x="2366" y="712"/>
                    </a:lnTo>
                    <a:lnTo>
                      <a:pt x="2366" y="687"/>
                    </a:lnTo>
                    <a:lnTo>
                      <a:pt x="2294" y="533"/>
                    </a:lnTo>
                    <a:lnTo>
                      <a:pt x="2174" y="376"/>
                    </a:lnTo>
                    <a:lnTo>
                      <a:pt x="2053" y="184"/>
                    </a:lnTo>
                    <a:lnTo>
                      <a:pt x="1988" y="64"/>
                    </a:lnTo>
                    <a:lnTo>
                      <a:pt x="1945" y="0"/>
                    </a:lnTo>
                    <a:lnTo>
                      <a:pt x="1941" y="4"/>
                    </a:lnTo>
                    <a:lnTo>
                      <a:pt x="2059" y="233"/>
                    </a:lnTo>
                    <a:lnTo>
                      <a:pt x="2163" y="389"/>
                    </a:lnTo>
                    <a:lnTo>
                      <a:pt x="2260" y="521"/>
                    </a:lnTo>
                    <a:lnTo>
                      <a:pt x="2312" y="628"/>
                    </a:lnTo>
                    <a:lnTo>
                      <a:pt x="2336" y="701"/>
                    </a:lnTo>
                    <a:lnTo>
                      <a:pt x="2260" y="760"/>
                    </a:lnTo>
                    <a:lnTo>
                      <a:pt x="2121" y="832"/>
                    </a:lnTo>
                    <a:lnTo>
                      <a:pt x="1958" y="878"/>
                    </a:lnTo>
                    <a:lnTo>
                      <a:pt x="1670" y="929"/>
                    </a:lnTo>
                    <a:lnTo>
                      <a:pt x="1312" y="995"/>
                    </a:lnTo>
                    <a:lnTo>
                      <a:pt x="1227" y="989"/>
                    </a:lnTo>
                    <a:lnTo>
                      <a:pt x="1215" y="964"/>
                    </a:lnTo>
                    <a:lnTo>
                      <a:pt x="1202" y="916"/>
                    </a:lnTo>
                    <a:lnTo>
                      <a:pt x="1149" y="538"/>
                    </a:lnTo>
                    <a:lnTo>
                      <a:pt x="1130" y="256"/>
                    </a:lnTo>
                    <a:lnTo>
                      <a:pt x="1130" y="136"/>
                    </a:lnTo>
                    <a:lnTo>
                      <a:pt x="1142" y="39"/>
                    </a:lnTo>
                    <a:lnTo>
                      <a:pt x="956" y="1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2" name="Freeform 185">
                <a:extLst>
                  <a:ext uri="{FF2B5EF4-FFF2-40B4-BE49-F238E27FC236}">
                    <a16:creationId xmlns:a16="http://schemas.microsoft.com/office/drawing/2014/main" id="{D595C655-8ACF-7144-9A93-80F671DA5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930"/>
                <a:ext cx="21" cy="20"/>
              </a:xfrm>
              <a:custGeom>
                <a:avLst/>
                <a:gdLst>
                  <a:gd name="T0" fmla="*/ 0 w 167"/>
                  <a:gd name="T1" fmla="*/ 0 h 162"/>
                  <a:gd name="T2" fmla="*/ 0 w 167"/>
                  <a:gd name="T3" fmla="*/ 0 h 162"/>
                  <a:gd name="T4" fmla="*/ 0 w 167"/>
                  <a:gd name="T5" fmla="*/ 0 h 162"/>
                  <a:gd name="T6" fmla="*/ 0 w 167"/>
                  <a:gd name="T7" fmla="*/ 0 h 162"/>
                  <a:gd name="T8" fmla="*/ 0 w 167"/>
                  <a:gd name="T9" fmla="*/ 0 h 162"/>
                  <a:gd name="T10" fmla="*/ 0 w 167"/>
                  <a:gd name="T11" fmla="*/ 0 h 162"/>
                  <a:gd name="T12" fmla="*/ 0 w 167"/>
                  <a:gd name="T13" fmla="*/ 0 h 162"/>
                  <a:gd name="T14" fmla="*/ 0 w 167"/>
                  <a:gd name="T15" fmla="*/ 0 h 162"/>
                  <a:gd name="T16" fmla="*/ 0 w 167"/>
                  <a:gd name="T17" fmla="*/ 0 h 162"/>
                  <a:gd name="T18" fmla="*/ 0 w 167"/>
                  <a:gd name="T19" fmla="*/ 0 h 162"/>
                  <a:gd name="T20" fmla="*/ 0 w 167"/>
                  <a:gd name="T21" fmla="*/ 0 h 162"/>
                  <a:gd name="T22" fmla="*/ 0 w 167"/>
                  <a:gd name="T23" fmla="*/ 0 h 1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7"/>
                  <a:gd name="T37" fmla="*/ 0 h 162"/>
                  <a:gd name="T38" fmla="*/ 167 w 167"/>
                  <a:gd name="T39" fmla="*/ 162 h 16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7" h="162">
                    <a:moveTo>
                      <a:pt x="50" y="0"/>
                    </a:moveTo>
                    <a:lnTo>
                      <a:pt x="0" y="7"/>
                    </a:lnTo>
                    <a:lnTo>
                      <a:pt x="38" y="19"/>
                    </a:lnTo>
                    <a:lnTo>
                      <a:pt x="20" y="56"/>
                    </a:lnTo>
                    <a:lnTo>
                      <a:pt x="68" y="104"/>
                    </a:lnTo>
                    <a:lnTo>
                      <a:pt x="132" y="122"/>
                    </a:lnTo>
                    <a:lnTo>
                      <a:pt x="167" y="162"/>
                    </a:lnTo>
                    <a:lnTo>
                      <a:pt x="112" y="88"/>
                    </a:lnTo>
                    <a:lnTo>
                      <a:pt x="139" y="74"/>
                    </a:lnTo>
                    <a:lnTo>
                      <a:pt x="77" y="56"/>
                    </a:lnTo>
                    <a:lnTo>
                      <a:pt x="64" y="2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3" name="Freeform 186">
                <a:extLst>
                  <a:ext uri="{FF2B5EF4-FFF2-40B4-BE49-F238E27FC236}">
                    <a16:creationId xmlns:a16="http://schemas.microsoft.com/office/drawing/2014/main" id="{436CA2B0-2E52-8240-94AD-4C451C17B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870"/>
                <a:ext cx="29" cy="59"/>
              </a:xfrm>
              <a:custGeom>
                <a:avLst/>
                <a:gdLst>
                  <a:gd name="T0" fmla="*/ 0 w 229"/>
                  <a:gd name="T1" fmla="*/ 0 h 470"/>
                  <a:gd name="T2" fmla="*/ 0 w 229"/>
                  <a:gd name="T3" fmla="*/ 1 h 470"/>
                  <a:gd name="T4" fmla="*/ 0 w 229"/>
                  <a:gd name="T5" fmla="*/ 1 h 470"/>
                  <a:gd name="T6" fmla="*/ 0 w 229"/>
                  <a:gd name="T7" fmla="*/ 1 h 470"/>
                  <a:gd name="T8" fmla="*/ 0 w 229"/>
                  <a:gd name="T9" fmla="*/ 0 h 470"/>
                  <a:gd name="T10" fmla="*/ 0 w 229"/>
                  <a:gd name="T11" fmla="*/ 0 h 470"/>
                  <a:gd name="T12" fmla="*/ 0 w 229"/>
                  <a:gd name="T13" fmla="*/ 0 h 470"/>
                  <a:gd name="T14" fmla="*/ 0 w 229"/>
                  <a:gd name="T15" fmla="*/ 0 h 470"/>
                  <a:gd name="T16" fmla="*/ 0 w 229"/>
                  <a:gd name="T17" fmla="*/ 0 h 470"/>
                  <a:gd name="T18" fmla="*/ 0 w 229"/>
                  <a:gd name="T19" fmla="*/ 0 h 470"/>
                  <a:gd name="T20" fmla="*/ 0 w 229"/>
                  <a:gd name="T21" fmla="*/ 0 h 470"/>
                  <a:gd name="T22" fmla="*/ 1 w 229"/>
                  <a:gd name="T23" fmla="*/ 1 h 470"/>
                  <a:gd name="T24" fmla="*/ 0 w 229"/>
                  <a:gd name="T25" fmla="*/ 1 h 470"/>
                  <a:gd name="T26" fmla="*/ 0 w 229"/>
                  <a:gd name="T27" fmla="*/ 1 h 470"/>
                  <a:gd name="T28" fmla="*/ 0 w 229"/>
                  <a:gd name="T29" fmla="*/ 1 h 470"/>
                  <a:gd name="T30" fmla="*/ 0 w 229"/>
                  <a:gd name="T31" fmla="*/ 1 h 470"/>
                  <a:gd name="T32" fmla="*/ 0 w 229"/>
                  <a:gd name="T33" fmla="*/ 0 h 470"/>
                  <a:gd name="T34" fmla="*/ 0 w 229"/>
                  <a:gd name="T35" fmla="*/ 0 h 4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9"/>
                  <a:gd name="T55" fmla="*/ 0 h 470"/>
                  <a:gd name="T56" fmla="*/ 229 w 229"/>
                  <a:gd name="T57" fmla="*/ 470 h 47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9" h="470">
                    <a:moveTo>
                      <a:pt x="113" y="157"/>
                    </a:moveTo>
                    <a:lnTo>
                      <a:pt x="69" y="351"/>
                    </a:lnTo>
                    <a:lnTo>
                      <a:pt x="55" y="470"/>
                    </a:lnTo>
                    <a:lnTo>
                      <a:pt x="55" y="346"/>
                    </a:lnTo>
                    <a:lnTo>
                      <a:pt x="76" y="187"/>
                    </a:lnTo>
                    <a:lnTo>
                      <a:pt x="81" y="140"/>
                    </a:lnTo>
                    <a:lnTo>
                      <a:pt x="14" y="85"/>
                    </a:lnTo>
                    <a:lnTo>
                      <a:pt x="0" y="0"/>
                    </a:lnTo>
                    <a:lnTo>
                      <a:pt x="51" y="92"/>
                    </a:lnTo>
                    <a:lnTo>
                      <a:pt x="126" y="122"/>
                    </a:lnTo>
                    <a:lnTo>
                      <a:pt x="180" y="129"/>
                    </a:lnTo>
                    <a:lnTo>
                      <a:pt x="229" y="228"/>
                    </a:lnTo>
                    <a:lnTo>
                      <a:pt x="173" y="341"/>
                    </a:lnTo>
                    <a:lnTo>
                      <a:pt x="154" y="439"/>
                    </a:lnTo>
                    <a:lnTo>
                      <a:pt x="161" y="341"/>
                    </a:lnTo>
                    <a:lnTo>
                      <a:pt x="198" y="248"/>
                    </a:lnTo>
                    <a:lnTo>
                      <a:pt x="161" y="171"/>
                    </a:lnTo>
                    <a:lnTo>
                      <a:pt x="113" y="1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4" name="Freeform 187">
                <a:extLst>
                  <a:ext uri="{FF2B5EF4-FFF2-40B4-BE49-F238E27FC236}">
                    <a16:creationId xmlns:a16="http://schemas.microsoft.com/office/drawing/2014/main" id="{5CC00DC0-2672-6A49-B69C-385DE3E27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43"/>
                <a:ext cx="73" cy="90"/>
              </a:xfrm>
              <a:custGeom>
                <a:avLst/>
                <a:gdLst>
                  <a:gd name="T0" fmla="*/ 0 w 583"/>
                  <a:gd name="T1" fmla="*/ 0 h 722"/>
                  <a:gd name="T2" fmla="*/ 0 w 583"/>
                  <a:gd name="T3" fmla="*/ 0 h 722"/>
                  <a:gd name="T4" fmla="*/ 0 w 583"/>
                  <a:gd name="T5" fmla="*/ 0 h 722"/>
                  <a:gd name="T6" fmla="*/ 0 w 583"/>
                  <a:gd name="T7" fmla="*/ 1 h 722"/>
                  <a:gd name="T8" fmla="*/ 1 w 583"/>
                  <a:gd name="T9" fmla="*/ 1 h 722"/>
                  <a:gd name="T10" fmla="*/ 1 w 583"/>
                  <a:gd name="T11" fmla="*/ 1 h 722"/>
                  <a:gd name="T12" fmla="*/ 1 w 583"/>
                  <a:gd name="T13" fmla="*/ 1 h 722"/>
                  <a:gd name="T14" fmla="*/ 1 w 583"/>
                  <a:gd name="T15" fmla="*/ 1 h 722"/>
                  <a:gd name="T16" fmla="*/ 1 w 583"/>
                  <a:gd name="T17" fmla="*/ 1 h 722"/>
                  <a:gd name="T18" fmla="*/ 1 w 583"/>
                  <a:gd name="T19" fmla="*/ 1 h 722"/>
                  <a:gd name="T20" fmla="*/ 1 w 583"/>
                  <a:gd name="T21" fmla="*/ 1 h 722"/>
                  <a:gd name="T22" fmla="*/ 1 w 583"/>
                  <a:gd name="T23" fmla="*/ 1 h 722"/>
                  <a:gd name="T24" fmla="*/ 1 w 583"/>
                  <a:gd name="T25" fmla="*/ 1 h 722"/>
                  <a:gd name="T26" fmla="*/ 1 w 583"/>
                  <a:gd name="T27" fmla="*/ 1 h 722"/>
                  <a:gd name="T28" fmla="*/ 1 w 583"/>
                  <a:gd name="T29" fmla="*/ 1 h 722"/>
                  <a:gd name="T30" fmla="*/ 1 w 583"/>
                  <a:gd name="T31" fmla="*/ 1 h 722"/>
                  <a:gd name="T32" fmla="*/ 0 w 583"/>
                  <a:gd name="T33" fmla="*/ 1 h 722"/>
                  <a:gd name="T34" fmla="*/ 0 w 583"/>
                  <a:gd name="T35" fmla="*/ 0 h 722"/>
                  <a:gd name="T36" fmla="*/ 0 w 583"/>
                  <a:gd name="T37" fmla="*/ 0 h 722"/>
                  <a:gd name="T38" fmla="*/ 0 w 583"/>
                  <a:gd name="T39" fmla="*/ 0 h 722"/>
                  <a:gd name="T40" fmla="*/ 0 w 583"/>
                  <a:gd name="T41" fmla="*/ 0 h 722"/>
                  <a:gd name="T42" fmla="*/ 0 w 583"/>
                  <a:gd name="T43" fmla="*/ 0 h 722"/>
                  <a:gd name="T44" fmla="*/ 0 w 583"/>
                  <a:gd name="T45" fmla="*/ 0 h 722"/>
                  <a:gd name="T46" fmla="*/ 0 w 583"/>
                  <a:gd name="T47" fmla="*/ 0 h 722"/>
                  <a:gd name="T48" fmla="*/ 0 w 583"/>
                  <a:gd name="T49" fmla="*/ 0 h 722"/>
                  <a:gd name="T50" fmla="*/ 0 w 583"/>
                  <a:gd name="T51" fmla="*/ 0 h 7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83"/>
                  <a:gd name="T79" fmla="*/ 0 h 722"/>
                  <a:gd name="T80" fmla="*/ 583 w 583"/>
                  <a:gd name="T81" fmla="*/ 722 h 72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83" h="722">
                    <a:moveTo>
                      <a:pt x="92" y="21"/>
                    </a:moveTo>
                    <a:lnTo>
                      <a:pt x="130" y="98"/>
                    </a:lnTo>
                    <a:lnTo>
                      <a:pt x="119" y="272"/>
                    </a:lnTo>
                    <a:lnTo>
                      <a:pt x="143" y="321"/>
                    </a:lnTo>
                    <a:lnTo>
                      <a:pt x="256" y="439"/>
                    </a:lnTo>
                    <a:lnTo>
                      <a:pt x="293" y="527"/>
                    </a:lnTo>
                    <a:lnTo>
                      <a:pt x="293" y="600"/>
                    </a:lnTo>
                    <a:lnTo>
                      <a:pt x="323" y="660"/>
                    </a:lnTo>
                    <a:lnTo>
                      <a:pt x="409" y="646"/>
                    </a:lnTo>
                    <a:lnTo>
                      <a:pt x="539" y="711"/>
                    </a:lnTo>
                    <a:lnTo>
                      <a:pt x="583" y="722"/>
                    </a:lnTo>
                    <a:lnTo>
                      <a:pt x="484" y="711"/>
                    </a:lnTo>
                    <a:lnTo>
                      <a:pt x="311" y="674"/>
                    </a:lnTo>
                    <a:lnTo>
                      <a:pt x="273" y="600"/>
                    </a:lnTo>
                    <a:lnTo>
                      <a:pt x="273" y="531"/>
                    </a:lnTo>
                    <a:lnTo>
                      <a:pt x="222" y="428"/>
                    </a:lnTo>
                    <a:lnTo>
                      <a:pt x="113" y="316"/>
                    </a:lnTo>
                    <a:lnTo>
                      <a:pt x="88" y="248"/>
                    </a:lnTo>
                    <a:lnTo>
                      <a:pt x="0" y="187"/>
                    </a:lnTo>
                    <a:lnTo>
                      <a:pt x="0" y="164"/>
                    </a:lnTo>
                    <a:lnTo>
                      <a:pt x="51" y="190"/>
                    </a:lnTo>
                    <a:lnTo>
                      <a:pt x="106" y="208"/>
                    </a:lnTo>
                    <a:lnTo>
                      <a:pt x="113" y="109"/>
                    </a:lnTo>
                    <a:lnTo>
                      <a:pt x="81" y="21"/>
                    </a:lnTo>
                    <a:lnTo>
                      <a:pt x="64" y="0"/>
                    </a:lnTo>
                    <a:lnTo>
                      <a:pt x="9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5" name="Freeform 188">
                <a:extLst>
                  <a:ext uri="{FF2B5EF4-FFF2-40B4-BE49-F238E27FC236}">
                    <a16:creationId xmlns:a16="http://schemas.microsoft.com/office/drawing/2014/main" id="{055C6669-94A9-6F4A-B68C-9B73EE747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42"/>
                <a:ext cx="9" cy="23"/>
              </a:xfrm>
              <a:custGeom>
                <a:avLst/>
                <a:gdLst>
                  <a:gd name="T0" fmla="*/ 0 w 69"/>
                  <a:gd name="T1" fmla="*/ 0 h 185"/>
                  <a:gd name="T2" fmla="*/ 0 w 69"/>
                  <a:gd name="T3" fmla="*/ 0 h 185"/>
                  <a:gd name="T4" fmla="*/ 0 w 69"/>
                  <a:gd name="T5" fmla="*/ 0 h 185"/>
                  <a:gd name="T6" fmla="*/ 0 w 69"/>
                  <a:gd name="T7" fmla="*/ 0 h 185"/>
                  <a:gd name="T8" fmla="*/ 0 w 69"/>
                  <a:gd name="T9" fmla="*/ 0 h 185"/>
                  <a:gd name="T10" fmla="*/ 0 w 69"/>
                  <a:gd name="T11" fmla="*/ 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185"/>
                  <a:gd name="T20" fmla="*/ 69 w 69"/>
                  <a:gd name="T21" fmla="*/ 185 h 18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185">
                    <a:moveTo>
                      <a:pt x="0" y="185"/>
                    </a:moveTo>
                    <a:lnTo>
                      <a:pt x="0" y="153"/>
                    </a:lnTo>
                    <a:lnTo>
                      <a:pt x="55" y="0"/>
                    </a:lnTo>
                    <a:lnTo>
                      <a:pt x="69" y="0"/>
                    </a:lnTo>
                    <a:lnTo>
                      <a:pt x="7" y="180"/>
                    </a:lnTo>
                    <a:lnTo>
                      <a:pt x="0" y="1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6" name="Freeform 189">
                <a:extLst>
                  <a:ext uri="{FF2B5EF4-FFF2-40B4-BE49-F238E27FC236}">
                    <a16:creationId xmlns:a16="http://schemas.microsoft.com/office/drawing/2014/main" id="{50BD60C2-1009-814C-AAA2-3DBDF11F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939"/>
                <a:ext cx="40" cy="41"/>
              </a:xfrm>
              <a:custGeom>
                <a:avLst/>
                <a:gdLst>
                  <a:gd name="T0" fmla="*/ 0 w 316"/>
                  <a:gd name="T1" fmla="*/ 0 h 330"/>
                  <a:gd name="T2" fmla="*/ 0 w 316"/>
                  <a:gd name="T3" fmla="*/ 0 h 330"/>
                  <a:gd name="T4" fmla="*/ 0 w 316"/>
                  <a:gd name="T5" fmla="*/ 0 h 330"/>
                  <a:gd name="T6" fmla="*/ 0 w 316"/>
                  <a:gd name="T7" fmla="*/ 0 h 330"/>
                  <a:gd name="T8" fmla="*/ 1 w 316"/>
                  <a:gd name="T9" fmla="*/ 1 h 330"/>
                  <a:gd name="T10" fmla="*/ 0 w 316"/>
                  <a:gd name="T11" fmla="*/ 0 h 330"/>
                  <a:gd name="T12" fmla="*/ 0 w 316"/>
                  <a:gd name="T13" fmla="*/ 0 h 330"/>
                  <a:gd name="T14" fmla="*/ 0 w 316"/>
                  <a:gd name="T15" fmla="*/ 0 h 330"/>
                  <a:gd name="T16" fmla="*/ 0 w 316"/>
                  <a:gd name="T17" fmla="*/ 0 h 3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6"/>
                  <a:gd name="T28" fmla="*/ 0 h 330"/>
                  <a:gd name="T29" fmla="*/ 316 w 316"/>
                  <a:gd name="T30" fmla="*/ 330 h 3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6" h="330">
                    <a:moveTo>
                      <a:pt x="0" y="0"/>
                    </a:moveTo>
                    <a:lnTo>
                      <a:pt x="111" y="113"/>
                    </a:lnTo>
                    <a:lnTo>
                      <a:pt x="166" y="150"/>
                    </a:lnTo>
                    <a:lnTo>
                      <a:pt x="166" y="249"/>
                    </a:lnTo>
                    <a:lnTo>
                      <a:pt x="316" y="330"/>
                    </a:lnTo>
                    <a:lnTo>
                      <a:pt x="148" y="286"/>
                    </a:lnTo>
                    <a:lnTo>
                      <a:pt x="125" y="143"/>
                    </a:lnTo>
                    <a:lnTo>
                      <a:pt x="5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7" name="Freeform 190">
                <a:extLst>
                  <a:ext uri="{FF2B5EF4-FFF2-40B4-BE49-F238E27FC236}">
                    <a16:creationId xmlns:a16="http://schemas.microsoft.com/office/drawing/2014/main" id="{8F817363-9E3E-0E41-A2D3-9353402B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828"/>
                <a:ext cx="155" cy="40"/>
              </a:xfrm>
              <a:custGeom>
                <a:avLst/>
                <a:gdLst>
                  <a:gd name="T0" fmla="*/ 0 w 1241"/>
                  <a:gd name="T1" fmla="*/ 1 h 317"/>
                  <a:gd name="T2" fmla="*/ 0 w 1241"/>
                  <a:gd name="T3" fmla="*/ 0 h 317"/>
                  <a:gd name="T4" fmla="*/ 1 w 1241"/>
                  <a:gd name="T5" fmla="*/ 0 h 317"/>
                  <a:gd name="T6" fmla="*/ 1 w 1241"/>
                  <a:gd name="T7" fmla="*/ 0 h 317"/>
                  <a:gd name="T8" fmla="*/ 2 w 1241"/>
                  <a:gd name="T9" fmla="*/ 0 h 317"/>
                  <a:gd name="T10" fmla="*/ 2 w 1241"/>
                  <a:gd name="T11" fmla="*/ 1 h 317"/>
                  <a:gd name="T12" fmla="*/ 2 w 1241"/>
                  <a:gd name="T13" fmla="*/ 1 h 317"/>
                  <a:gd name="T14" fmla="*/ 2 w 1241"/>
                  <a:gd name="T15" fmla="*/ 1 h 317"/>
                  <a:gd name="T16" fmla="*/ 2 w 1241"/>
                  <a:gd name="T17" fmla="*/ 0 h 317"/>
                  <a:gd name="T18" fmla="*/ 2 w 1241"/>
                  <a:gd name="T19" fmla="*/ 0 h 317"/>
                  <a:gd name="T20" fmla="*/ 1 w 1241"/>
                  <a:gd name="T21" fmla="*/ 0 h 317"/>
                  <a:gd name="T22" fmla="*/ 1 w 1241"/>
                  <a:gd name="T23" fmla="*/ 0 h 317"/>
                  <a:gd name="T24" fmla="*/ 1 w 1241"/>
                  <a:gd name="T25" fmla="*/ 0 h 317"/>
                  <a:gd name="T26" fmla="*/ 1 w 1241"/>
                  <a:gd name="T27" fmla="*/ 0 h 317"/>
                  <a:gd name="T28" fmla="*/ 0 w 1241"/>
                  <a:gd name="T29" fmla="*/ 0 h 317"/>
                  <a:gd name="T30" fmla="*/ 0 w 1241"/>
                  <a:gd name="T31" fmla="*/ 1 h 3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41"/>
                  <a:gd name="T49" fmla="*/ 0 h 317"/>
                  <a:gd name="T50" fmla="*/ 1241 w 1241"/>
                  <a:gd name="T51" fmla="*/ 317 h 3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41" h="317">
                    <a:moveTo>
                      <a:pt x="0" y="279"/>
                    </a:moveTo>
                    <a:lnTo>
                      <a:pt x="180" y="167"/>
                    </a:lnTo>
                    <a:lnTo>
                      <a:pt x="553" y="75"/>
                    </a:lnTo>
                    <a:lnTo>
                      <a:pt x="708" y="0"/>
                    </a:lnTo>
                    <a:lnTo>
                      <a:pt x="918" y="58"/>
                    </a:lnTo>
                    <a:lnTo>
                      <a:pt x="1127" y="236"/>
                    </a:lnTo>
                    <a:lnTo>
                      <a:pt x="1241" y="312"/>
                    </a:lnTo>
                    <a:lnTo>
                      <a:pt x="1173" y="317"/>
                    </a:lnTo>
                    <a:lnTo>
                      <a:pt x="1054" y="201"/>
                    </a:lnTo>
                    <a:lnTo>
                      <a:pt x="925" y="81"/>
                    </a:lnTo>
                    <a:lnTo>
                      <a:pt x="756" y="58"/>
                    </a:lnTo>
                    <a:lnTo>
                      <a:pt x="602" y="88"/>
                    </a:lnTo>
                    <a:lnTo>
                      <a:pt x="558" y="143"/>
                    </a:lnTo>
                    <a:lnTo>
                      <a:pt x="340" y="155"/>
                    </a:lnTo>
                    <a:lnTo>
                      <a:pt x="160" y="201"/>
                    </a:lnTo>
                    <a:lnTo>
                      <a:pt x="0" y="2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8" name="Line 191">
                <a:extLst>
                  <a:ext uri="{FF2B5EF4-FFF2-40B4-BE49-F238E27FC236}">
                    <a16:creationId xmlns:a16="http://schemas.microsoft.com/office/drawing/2014/main" id="{F6F63142-7252-2948-B613-909B2C889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1" y="2983"/>
                <a:ext cx="15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39" name="Line 192">
                <a:extLst>
                  <a:ext uri="{FF2B5EF4-FFF2-40B4-BE49-F238E27FC236}">
                    <a16:creationId xmlns:a16="http://schemas.microsoft.com/office/drawing/2014/main" id="{582E5735-5F46-9B46-A2E8-26A9723A2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9" y="2985"/>
                <a:ext cx="1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0" name="Line 193">
                <a:extLst>
                  <a:ext uri="{FF2B5EF4-FFF2-40B4-BE49-F238E27FC236}">
                    <a16:creationId xmlns:a16="http://schemas.microsoft.com/office/drawing/2014/main" id="{CE7903FD-261C-A74C-BAF9-F83240C26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8" y="2986"/>
                <a:ext cx="9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1" name="Freeform 194">
                <a:extLst>
                  <a:ext uri="{FF2B5EF4-FFF2-40B4-BE49-F238E27FC236}">
                    <a16:creationId xmlns:a16="http://schemas.microsoft.com/office/drawing/2014/main" id="{4EBEF7C8-6443-AB4B-8261-34958B192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864"/>
                <a:ext cx="189" cy="97"/>
              </a:xfrm>
              <a:custGeom>
                <a:avLst/>
                <a:gdLst>
                  <a:gd name="T0" fmla="*/ 1 w 1507"/>
                  <a:gd name="T1" fmla="*/ 0 h 780"/>
                  <a:gd name="T2" fmla="*/ 1 w 1507"/>
                  <a:gd name="T3" fmla="*/ 0 h 780"/>
                  <a:gd name="T4" fmla="*/ 1 w 1507"/>
                  <a:gd name="T5" fmla="*/ 0 h 780"/>
                  <a:gd name="T6" fmla="*/ 1 w 1507"/>
                  <a:gd name="T7" fmla="*/ 0 h 780"/>
                  <a:gd name="T8" fmla="*/ 1 w 1507"/>
                  <a:gd name="T9" fmla="*/ 0 h 780"/>
                  <a:gd name="T10" fmla="*/ 0 w 1507"/>
                  <a:gd name="T11" fmla="*/ 1 h 780"/>
                  <a:gd name="T12" fmla="*/ 0 w 1507"/>
                  <a:gd name="T13" fmla="*/ 1 h 780"/>
                  <a:gd name="T14" fmla="*/ 0 w 1507"/>
                  <a:gd name="T15" fmla="*/ 1 h 780"/>
                  <a:gd name="T16" fmla="*/ 0 w 1507"/>
                  <a:gd name="T17" fmla="*/ 1 h 780"/>
                  <a:gd name="T18" fmla="*/ 0 w 1507"/>
                  <a:gd name="T19" fmla="*/ 1 h 780"/>
                  <a:gd name="T20" fmla="*/ 0 w 1507"/>
                  <a:gd name="T21" fmla="*/ 1 h 780"/>
                  <a:gd name="T22" fmla="*/ 0 w 1507"/>
                  <a:gd name="T23" fmla="*/ 1 h 780"/>
                  <a:gd name="T24" fmla="*/ 0 w 1507"/>
                  <a:gd name="T25" fmla="*/ 1 h 780"/>
                  <a:gd name="T26" fmla="*/ 1 w 1507"/>
                  <a:gd name="T27" fmla="*/ 0 h 780"/>
                  <a:gd name="T28" fmla="*/ 1 w 1507"/>
                  <a:gd name="T29" fmla="*/ 0 h 780"/>
                  <a:gd name="T30" fmla="*/ 1 w 1507"/>
                  <a:gd name="T31" fmla="*/ 0 h 780"/>
                  <a:gd name="T32" fmla="*/ 1 w 1507"/>
                  <a:gd name="T33" fmla="*/ 0 h 780"/>
                  <a:gd name="T34" fmla="*/ 1 w 1507"/>
                  <a:gd name="T35" fmla="*/ 1 h 780"/>
                  <a:gd name="T36" fmla="*/ 1 w 1507"/>
                  <a:gd name="T37" fmla="*/ 1 h 780"/>
                  <a:gd name="T38" fmla="*/ 2 w 1507"/>
                  <a:gd name="T39" fmla="*/ 1 h 780"/>
                  <a:gd name="T40" fmla="*/ 2 w 1507"/>
                  <a:gd name="T41" fmla="*/ 0 h 780"/>
                  <a:gd name="T42" fmla="*/ 2 w 1507"/>
                  <a:gd name="T43" fmla="*/ 0 h 780"/>
                  <a:gd name="T44" fmla="*/ 2 w 1507"/>
                  <a:gd name="T45" fmla="*/ 0 h 780"/>
                  <a:gd name="T46" fmla="*/ 2 w 1507"/>
                  <a:gd name="T47" fmla="*/ 0 h 780"/>
                  <a:gd name="T48" fmla="*/ 2 w 1507"/>
                  <a:gd name="T49" fmla="*/ 0 h 780"/>
                  <a:gd name="T50" fmla="*/ 2 w 1507"/>
                  <a:gd name="T51" fmla="*/ 0 h 780"/>
                  <a:gd name="T52" fmla="*/ 2 w 1507"/>
                  <a:gd name="T53" fmla="*/ 0 h 780"/>
                  <a:gd name="T54" fmla="*/ 3 w 1507"/>
                  <a:gd name="T55" fmla="*/ 0 h 780"/>
                  <a:gd name="T56" fmla="*/ 3 w 1507"/>
                  <a:gd name="T57" fmla="*/ 1 h 780"/>
                  <a:gd name="T58" fmla="*/ 3 w 1507"/>
                  <a:gd name="T59" fmla="*/ 1 h 780"/>
                  <a:gd name="T60" fmla="*/ 3 w 1507"/>
                  <a:gd name="T61" fmla="*/ 1 h 780"/>
                  <a:gd name="T62" fmla="*/ 3 w 1507"/>
                  <a:gd name="T63" fmla="*/ 1 h 780"/>
                  <a:gd name="T64" fmla="*/ 3 w 1507"/>
                  <a:gd name="T65" fmla="*/ 1 h 780"/>
                  <a:gd name="T66" fmla="*/ 3 w 1507"/>
                  <a:gd name="T67" fmla="*/ 1 h 780"/>
                  <a:gd name="T68" fmla="*/ 3 w 1507"/>
                  <a:gd name="T69" fmla="*/ 0 h 780"/>
                  <a:gd name="T70" fmla="*/ 3 w 1507"/>
                  <a:gd name="T71" fmla="*/ 0 h 780"/>
                  <a:gd name="T72" fmla="*/ 3 w 1507"/>
                  <a:gd name="T73" fmla="*/ 0 h 780"/>
                  <a:gd name="T74" fmla="*/ 2 w 1507"/>
                  <a:gd name="T75" fmla="*/ 0 h 780"/>
                  <a:gd name="T76" fmla="*/ 2 w 1507"/>
                  <a:gd name="T77" fmla="*/ 0 h 780"/>
                  <a:gd name="T78" fmla="*/ 2 w 1507"/>
                  <a:gd name="T79" fmla="*/ 0 h 780"/>
                  <a:gd name="T80" fmla="*/ 2 w 1507"/>
                  <a:gd name="T81" fmla="*/ 0 h 780"/>
                  <a:gd name="T82" fmla="*/ 1 w 1507"/>
                  <a:gd name="T83" fmla="*/ 0 h 780"/>
                  <a:gd name="T84" fmla="*/ 1 w 1507"/>
                  <a:gd name="T85" fmla="*/ 0 h 780"/>
                  <a:gd name="T86" fmla="*/ 1 w 1507"/>
                  <a:gd name="T87" fmla="*/ 0 h 7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07"/>
                  <a:gd name="T133" fmla="*/ 0 h 780"/>
                  <a:gd name="T134" fmla="*/ 1507 w 1507"/>
                  <a:gd name="T135" fmla="*/ 780 h 78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07" h="780">
                    <a:moveTo>
                      <a:pt x="273" y="99"/>
                    </a:moveTo>
                    <a:lnTo>
                      <a:pt x="273" y="157"/>
                    </a:lnTo>
                    <a:lnTo>
                      <a:pt x="314" y="208"/>
                    </a:lnTo>
                    <a:lnTo>
                      <a:pt x="328" y="231"/>
                    </a:lnTo>
                    <a:lnTo>
                      <a:pt x="236" y="279"/>
                    </a:lnTo>
                    <a:lnTo>
                      <a:pt x="147" y="397"/>
                    </a:lnTo>
                    <a:lnTo>
                      <a:pt x="72" y="560"/>
                    </a:lnTo>
                    <a:lnTo>
                      <a:pt x="20" y="731"/>
                    </a:lnTo>
                    <a:lnTo>
                      <a:pt x="0" y="780"/>
                    </a:lnTo>
                    <a:lnTo>
                      <a:pt x="61" y="683"/>
                    </a:lnTo>
                    <a:lnTo>
                      <a:pt x="112" y="598"/>
                    </a:lnTo>
                    <a:lnTo>
                      <a:pt x="123" y="490"/>
                    </a:lnTo>
                    <a:lnTo>
                      <a:pt x="191" y="353"/>
                    </a:lnTo>
                    <a:lnTo>
                      <a:pt x="273" y="279"/>
                    </a:lnTo>
                    <a:lnTo>
                      <a:pt x="354" y="244"/>
                    </a:lnTo>
                    <a:lnTo>
                      <a:pt x="439" y="272"/>
                    </a:lnTo>
                    <a:lnTo>
                      <a:pt x="596" y="272"/>
                    </a:lnTo>
                    <a:lnTo>
                      <a:pt x="688" y="319"/>
                    </a:lnTo>
                    <a:lnTo>
                      <a:pt x="688" y="348"/>
                    </a:lnTo>
                    <a:lnTo>
                      <a:pt x="782" y="353"/>
                    </a:lnTo>
                    <a:lnTo>
                      <a:pt x="736" y="257"/>
                    </a:lnTo>
                    <a:lnTo>
                      <a:pt x="872" y="259"/>
                    </a:lnTo>
                    <a:lnTo>
                      <a:pt x="936" y="222"/>
                    </a:lnTo>
                    <a:lnTo>
                      <a:pt x="936" y="180"/>
                    </a:lnTo>
                    <a:lnTo>
                      <a:pt x="1041" y="187"/>
                    </a:lnTo>
                    <a:lnTo>
                      <a:pt x="1085" y="249"/>
                    </a:lnTo>
                    <a:lnTo>
                      <a:pt x="1184" y="222"/>
                    </a:lnTo>
                    <a:lnTo>
                      <a:pt x="1246" y="272"/>
                    </a:lnTo>
                    <a:lnTo>
                      <a:pt x="1271" y="348"/>
                    </a:lnTo>
                    <a:lnTo>
                      <a:pt x="1382" y="397"/>
                    </a:lnTo>
                    <a:lnTo>
                      <a:pt x="1426" y="397"/>
                    </a:lnTo>
                    <a:lnTo>
                      <a:pt x="1444" y="448"/>
                    </a:lnTo>
                    <a:lnTo>
                      <a:pt x="1507" y="422"/>
                    </a:lnTo>
                    <a:lnTo>
                      <a:pt x="1507" y="367"/>
                    </a:lnTo>
                    <a:lnTo>
                      <a:pt x="1481" y="293"/>
                    </a:lnTo>
                    <a:lnTo>
                      <a:pt x="1389" y="205"/>
                    </a:lnTo>
                    <a:lnTo>
                      <a:pt x="1301" y="125"/>
                    </a:lnTo>
                    <a:lnTo>
                      <a:pt x="1211" y="64"/>
                    </a:lnTo>
                    <a:lnTo>
                      <a:pt x="1110" y="18"/>
                    </a:lnTo>
                    <a:lnTo>
                      <a:pt x="997" y="0"/>
                    </a:lnTo>
                    <a:lnTo>
                      <a:pt x="837" y="0"/>
                    </a:lnTo>
                    <a:lnTo>
                      <a:pt x="596" y="31"/>
                    </a:lnTo>
                    <a:lnTo>
                      <a:pt x="290" y="79"/>
                    </a:lnTo>
                    <a:lnTo>
                      <a:pt x="273" y="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2" name="Freeform 195">
                <a:extLst>
                  <a:ext uri="{FF2B5EF4-FFF2-40B4-BE49-F238E27FC236}">
                    <a16:creationId xmlns:a16="http://schemas.microsoft.com/office/drawing/2014/main" id="{FF749C01-3C63-194A-BE59-5207F529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959"/>
                <a:ext cx="48" cy="50"/>
              </a:xfrm>
              <a:custGeom>
                <a:avLst/>
                <a:gdLst>
                  <a:gd name="T0" fmla="*/ 0 w 385"/>
                  <a:gd name="T1" fmla="*/ 0 h 402"/>
                  <a:gd name="T2" fmla="*/ 0 w 385"/>
                  <a:gd name="T3" fmla="*/ 0 h 402"/>
                  <a:gd name="T4" fmla="*/ 0 w 385"/>
                  <a:gd name="T5" fmla="*/ 0 h 402"/>
                  <a:gd name="T6" fmla="*/ 0 w 385"/>
                  <a:gd name="T7" fmla="*/ 0 h 402"/>
                  <a:gd name="T8" fmla="*/ 0 w 385"/>
                  <a:gd name="T9" fmla="*/ 1 h 402"/>
                  <a:gd name="T10" fmla="*/ 0 w 385"/>
                  <a:gd name="T11" fmla="*/ 1 h 402"/>
                  <a:gd name="T12" fmla="*/ 0 w 385"/>
                  <a:gd name="T13" fmla="*/ 1 h 402"/>
                  <a:gd name="T14" fmla="*/ 0 w 385"/>
                  <a:gd name="T15" fmla="*/ 0 h 402"/>
                  <a:gd name="T16" fmla="*/ 0 w 385"/>
                  <a:gd name="T17" fmla="*/ 0 h 402"/>
                  <a:gd name="T18" fmla="*/ 0 w 385"/>
                  <a:gd name="T19" fmla="*/ 0 h 402"/>
                  <a:gd name="T20" fmla="*/ 1 w 385"/>
                  <a:gd name="T21" fmla="*/ 1 h 402"/>
                  <a:gd name="T22" fmla="*/ 1 w 385"/>
                  <a:gd name="T23" fmla="*/ 0 h 402"/>
                  <a:gd name="T24" fmla="*/ 0 w 385"/>
                  <a:gd name="T25" fmla="*/ 0 h 402"/>
                  <a:gd name="T26" fmla="*/ 0 w 385"/>
                  <a:gd name="T27" fmla="*/ 0 h 402"/>
                  <a:gd name="T28" fmla="*/ 1 w 385"/>
                  <a:gd name="T29" fmla="*/ 0 h 402"/>
                  <a:gd name="T30" fmla="*/ 1 w 385"/>
                  <a:gd name="T31" fmla="*/ 0 h 402"/>
                  <a:gd name="T32" fmla="*/ 1 w 385"/>
                  <a:gd name="T33" fmla="*/ 0 h 402"/>
                  <a:gd name="T34" fmla="*/ 0 w 385"/>
                  <a:gd name="T35" fmla="*/ 0 h 402"/>
                  <a:gd name="T36" fmla="*/ 0 w 385"/>
                  <a:gd name="T37" fmla="*/ 0 h 402"/>
                  <a:gd name="T38" fmla="*/ 0 w 385"/>
                  <a:gd name="T39" fmla="*/ 0 h 4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5"/>
                  <a:gd name="T61" fmla="*/ 0 h 402"/>
                  <a:gd name="T62" fmla="*/ 385 w 385"/>
                  <a:gd name="T63" fmla="*/ 402 h 40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5" h="402">
                    <a:moveTo>
                      <a:pt x="143" y="0"/>
                    </a:moveTo>
                    <a:lnTo>
                      <a:pt x="143" y="58"/>
                    </a:lnTo>
                    <a:lnTo>
                      <a:pt x="174" y="110"/>
                    </a:lnTo>
                    <a:lnTo>
                      <a:pt x="86" y="222"/>
                    </a:lnTo>
                    <a:lnTo>
                      <a:pt x="37" y="339"/>
                    </a:lnTo>
                    <a:lnTo>
                      <a:pt x="0" y="402"/>
                    </a:lnTo>
                    <a:lnTo>
                      <a:pt x="55" y="347"/>
                    </a:lnTo>
                    <a:lnTo>
                      <a:pt x="117" y="240"/>
                    </a:lnTo>
                    <a:lnTo>
                      <a:pt x="198" y="167"/>
                    </a:lnTo>
                    <a:lnTo>
                      <a:pt x="224" y="236"/>
                    </a:lnTo>
                    <a:lnTo>
                      <a:pt x="315" y="323"/>
                    </a:lnTo>
                    <a:lnTo>
                      <a:pt x="315" y="291"/>
                    </a:lnTo>
                    <a:lnTo>
                      <a:pt x="290" y="229"/>
                    </a:lnTo>
                    <a:lnTo>
                      <a:pt x="290" y="187"/>
                    </a:lnTo>
                    <a:lnTo>
                      <a:pt x="334" y="229"/>
                    </a:lnTo>
                    <a:lnTo>
                      <a:pt x="385" y="222"/>
                    </a:lnTo>
                    <a:lnTo>
                      <a:pt x="348" y="209"/>
                    </a:lnTo>
                    <a:lnTo>
                      <a:pt x="235" y="86"/>
                    </a:lnTo>
                    <a:lnTo>
                      <a:pt x="185" y="6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3" name="Freeform 196">
                <a:extLst>
                  <a:ext uri="{FF2B5EF4-FFF2-40B4-BE49-F238E27FC236}">
                    <a16:creationId xmlns:a16="http://schemas.microsoft.com/office/drawing/2014/main" id="{BD7139BB-E2AE-644C-B514-DD430C61A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009"/>
                <a:ext cx="45" cy="51"/>
              </a:xfrm>
              <a:custGeom>
                <a:avLst/>
                <a:gdLst>
                  <a:gd name="T0" fmla="*/ 0 w 368"/>
                  <a:gd name="T1" fmla="*/ 0 h 409"/>
                  <a:gd name="T2" fmla="*/ 0 w 368"/>
                  <a:gd name="T3" fmla="*/ 0 h 409"/>
                  <a:gd name="T4" fmla="*/ 0 w 368"/>
                  <a:gd name="T5" fmla="*/ 0 h 409"/>
                  <a:gd name="T6" fmla="*/ 0 w 368"/>
                  <a:gd name="T7" fmla="*/ 0 h 409"/>
                  <a:gd name="T8" fmla="*/ 0 w 368"/>
                  <a:gd name="T9" fmla="*/ 0 h 409"/>
                  <a:gd name="T10" fmla="*/ 0 w 368"/>
                  <a:gd name="T11" fmla="*/ 0 h 409"/>
                  <a:gd name="T12" fmla="*/ 1 w 368"/>
                  <a:gd name="T13" fmla="*/ 1 h 409"/>
                  <a:gd name="T14" fmla="*/ 1 w 368"/>
                  <a:gd name="T15" fmla="*/ 1 h 409"/>
                  <a:gd name="T16" fmla="*/ 0 w 368"/>
                  <a:gd name="T17" fmla="*/ 0 h 409"/>
                  <a:gd name="T18" fmla="*/ 0 w 368"/>
                  <a:gd name="T19" fmla="*/ 0 h 409"/>
                  <a:gd name="T20" fmla="*/ 0 w 368"/>
                  <a:gd name="T21" fmla="*/ 0 h 409"/>
                  <a:gd name="T22" fmla="*/ 0 w 368"/>
                  <a:gd name="T23" fmla="*/ 0 h 409"/>
                  <a:gd name="T24" fmla="*/ 0 w 368"/>
                  <a:gd name="T25" fmla="*/ 0 h 409"/>
                  <a:gd name="T26" fmla="*/ 0 w 368"/>
                  <a:gd name="T27" fmla="*/ 0 h 409"/>
                  <a:gd name="T28" fmla="*/ 0 w 368"/>
                  <a:gd name="T29" fmla="*/ 0 h 4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68"/>
                  <a:gd name="T46" fmla="*/ 0 h 409"/>
                  <a:gd name="T47" fmla="*/ 368 w 368"/>
                  <a:gd name="T48" fmla="*/ 409 h 40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68" h="409">
                    <a:moveTo>
                      <a:pt x="9" y="0"/>
                    </a:moveTo>
                    <a:lnTo>
                      <a:pt x="41" y="57"/>
                    </a:lnTo>
                    <a:lnTo>
                      <a:pt x="108" y="37"/>
                    </a:lnTo>
                    <a:lnTo>
                      <a:pt x="194" y="95"/>
                    </a:lnTo>
                    <a:lnTo>
                      <a:pt x="240" y="44"/>
                    </a:lnTo>
                    <a:lnTo>
                      <a:pt x="240" y="129"/>
                    </a:lnTo>
                    <a:lnTo>
                      <a:pt x="368" y="374"/>
                    </a:lnTo>
                    <a:lnTo>
                      <a:pt x="368" y="409"/>
                    </a:lnTo>
                    <a:lnTo>
                      <a:pt x="227" y="143"/>
                    </a:lnTo>
                    <a:lnTo>
                      <a:pt x="187" y="143"/>
                    </a:lnTo>
                    <a:lnTo>
                      <a:pt x="156" y="191"/>
                    </a:lnTo>
                    <a:lnTo>
                      <a:pt x="145" y="136"/>
                    </a:lnTo>
                    <a:lnTo>
                      <a:pt x="20" y="64"/>
                    </a:lnTo>
                    <a:lnTo>
                      <a:pt x="0" y="1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4" name="Freeform 197">
                <a:extLst>
                  <a:ext uri="{FF2B5EF4-FFF2-40B4-BE49-F238E27FC236}">
                    <a16:creationId xmlns:a16="http://schemas.microsoft.com/office/drawing/2014/main" id="{3216985A-B8B6-0244-9CD8-05562D7A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037"/>
                <a:ext cx="19" cy="17"/>
              </a:xfrm>
              <a:custGeom>
                <a:avLst/>
                <a:gdLst>
                  <a:gd name="T0" fmla="*/ 0 w 155"/>
                  <a:gd name="T1" fmla="*/ 0 h 131"/>
                  <a:gd name="T2" fmla="*/ 0 w 155"/>
                  <a:gd name="T3" fmla="*/ 0 h 131"/>
                  <a:gd name="T4" fmla="*/ 0 w 155"/>
                  <a:gd name="T5" fmla="*/ 0 h 131"/>
                  <a:gd name="T6" fmla="*/ 0 w 155"/>
                  <a:gd name="T7" fmla="*/ 0 h 131"/>
                  <a:gd name="T8" fmla="*/ 0 w 155"/>
                  <a:gd name="T9" fmla="*/ 0 h 131"/>
                  <a:gd name="T10" fmla="*/ 0 w 155"/>
                  <a:gd name="T11" fmla="*/ 0 h 131"/>
                  <a:gd name="T12" fmla="*/ 0 w 155"/>
                  <a:gd name="T13" fmla="*/ 0 h 131"/>
                  <a:gd name="T14" fmla="*/ 0 w 155"/>
                  <a:gd name="T15" fmla="*/ 0 h 131"/>
                  <a:gd name="T16" fmla="*/ 0 w 155"/>
                  <a:gd name="T17" fmla="*/ 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5"/>
                  <a:gd name="T28" fmla="*/ 0 h 131"/>
                  <a:gd name="T29" fmla="*/ 155 w 155"/>
                  <a:gd name="T30" fmla="*/ 131 h 1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5" h="131">
                    <a:moveTo>
                      <a:pt x="0" y="0"/>
                    </a:moveTo>
                    <a:lnTo>
                      <a:pt x="141" y="53"/>
                    </a:lnTo>
                    <a:lnTo>
                      <a:pt x="155" y="73"/>
                    </a:lnTo>
                    <a:lnTo>
                      <a:pt x="90" y="80"/>
                    </a:lnTo>
                    <a:lnTo>
                      <a:pt x="56" y="131"/>
                    </a:lnTo>
                    <a:lnTo>
                      <a:pt x="75" y="73"/>
                    </a:lnTo>
                    <a:lnTo>
                      <a:pt x="104" y="62"/>
                    </a:lnTo>
                    <a:lnTo>
                      <a:pt x="5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5" name="Line 198">
                <a:extLst>
                  <a:ext uri="{FF2B5EF4-FFF2-40B4-BE49-F238E27FC236}">
                    <a16:creationId xmlns:a16="http://schemas.microsoft.com/office/drawing/2014/main" id="{522777A8-63DA-414B-B0B8-DA5B96CF1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3" y="3030"/>
                <a:ext cx="14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6" name="Line 199">
                <a:extLst>
                  <a:ext uri="{FF2B5EF4-FFF2-40B4-BE49-F238E27FC236}">
                    <a16:creationId xmlns:a16="http://schemas.microsoft.com/office/drawing/2014/main" id="{FEC53A74-BE90-0C47-8ACF-B8D63CA6A8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0" y="3033"/>
                <a:ext cx="14" cy="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7" name="Line 200">
                <a:extLst>
                  <a:ext uri="{FF2B5EF4-FFF2-40B4-BE49-F238E27FC236}">
                    <a16:creationId xmlns:a16="http://schemas.microsoft.com/office/drawing/2014/main" id="{566B3FC2-F37C-C445-BC03-A22D08B02A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" y="3036"/>
                <a:ext cx="1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8" name="Freeform 201">
                <a:extLst>
                  <a:ext uri="{FF2B5EF4-FFF2-40B4-BE49-F238E27FC236}">
                    <a16:creationId xmlns:a16="http://schemas.microsoft.com/office/drawing/2014/main" id="{68668284-1CAC-5746-96CD-60B50D59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057"/>
                <a:ext cx="13" cy="22"/>
              </a:xfrm>
              <a:custGeom>
                <a:avLst/>
                <a:gdLst>
                  <a:gd name="T0" fmla="*/ 0 w 103"/>
                  <a:gd name="T1" fmla="*/ 0 h 180"/>
                  <a:gd name="T2" fmla="*/ 0 w 103"/>
                  <a:gd name="T3" fmla="*/ 0 h 180"/>
                  <a:gd name="T4" fmla="*/ 0 w 103"/>
                  <a:gd name="T5" fmla="*/ 0 h 180"/>
                  <a:gd name="T6" fmla="*/ 0 w 103"/>
                  <a:gd name="T7" fmla="*/ 0 h 180"/>
                  <a:gd name="T8" fmla="*/ 0 w 103"/>
                  <a:gd name="T9" fmla="*/ 0 h 180"/>
                  <a:gd name="T10" fmla="*/ 0 w 103"/>
                  <a:gd name="T11" fmla="*/ 0 h 180"/>
                  <a:gd name="T12" fmla="*/ 0 w 103"/>
                  <a:gd name="T13" fmla="*/ 0 h 180"/>
                  <a:gd name="T14" fmla="*/ 0 w 103"/>
                  <a:gd name="T15" fmla="*/ 0 h 180"/>
                  <a:gd name="T16" fmla="*/ 0 w 103"/>
                  <a:gd name="T17" fmla="*/ 0 h 1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3"/>
                  <a:gd name="T28" fmla="*/ 0 h 180"/>
                  <a:gd name="T29" fmla="*/ 103 w 103"/>
                  <a:gd name="T30" fmla="*/ 180 h 18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3" h="180">
                    <a:moveTo>
                      <a:pt x="0" y="5"/>
                    </a:moveTo>
                    <a:lnTo>
                      <a:pt x="42" y="0"/>
                    </a:lnTo>
                    <a:lnTo>
                      <a:pt x="103" y="65"/>
                    </a:lnTo>
                    <a:lnTo>
                      <a:pt x="28" y="125"/>
                    </a:lnTo>
                    <a:lnTo>
                      <a:pt x="17" y="180"/>
                    </a:lnTo>
                    <a:lnTo>
                      <a:pt x="24" y="106"/>
                    </a:lnTo>
                    <a:lnTo>
                      <a:pt x="42" y="79"/>
                    </a:lnTo>
                    <a:lnTo>
                      <a:pt x="17" y="16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49" name="Freeform 202">
                <a:extLst>
                  <a:ext uri="{FF2B5EF4-FFF2-40B4-BE49-F238E27FC236}">
                    <a16:creationId xmlns:a16="http://schemas.microsoft.com/office/drawing/2014/main" id="{C020FA20-E98D-694E-98BF-575FA3331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3052"/>
                <a:ext cx="137" cy="57"/>
              </a:xfrm>
              <a:custGeom>
                <a:avLst/>
                <a:gdLst>
                  <a:gd name="T0" fmla="*/ 0 w 1093"/>
                  <a:gd name="T1" fmla="*/ 0 h 459"/>
                  <a:gd name="T2" fmla="*/ 0 w 1093"/>
                  <a:gd name="T3" fmla="*/ 0 h 459"/>
                  <a:gd name="T4" fmla="*/ 0 w 1093"/>
                  <a:gd name="T5" fmla="*/ 0 h 459"/>
                  <a:gd name="T6" fmla="*/ 0 w 1093"/>
                  <a:gd name="T7" fmla="*/ 0 h 459"/>
                  <a:gd name="T8" fmla="*/ 0 w 1093"/>
                  <a:gd name="T9" fmla="*/ 0 h 459"/>
                  <a:gd name="T10" fmla="*/ 1 w 1093"/>
                  <a:gd name="T11" fmla="*/ 0 h 459"/>
                  <a:gd name="T12" fmla="*/ 1 w 1093"/>
                  <a:gd name="T13" fmla="*/ 0 h 459"/>
                  <a:gd name="T14" fmla="*/ 1 w 1093"/>
                  <a:gd name="T15" fmla="*/ 0 h 459"/>
                  <a:gd name="T16" fmla="*/ 1 w 1093"/>
                  <a:gd name="T17" fmla="*/ 0 h 459"/>
                  <a:gd name="T18" fmla="*/ 1 w 1093"/>
                  <a:gd name="T19" fmla="*/ 0 h 459"/>
                  <a:gd name="T20" fmla="*/ 1 w 1093"/>
                  <a:gd name="T21" fmla="*/ 0 h 459"/>
                  <a:gd name="T22" fmla="*/ 1 w 1093"/>
                  <a:gd name="T23" fmla="*/ 1 h 459"/>
                  <a:gd name="T24" fmla="*/ 2 w 1093"/>
                  <a:gd name="T25" fmla="*/ 0 h 459"/>
                  <a:gd name="T26" fmla="*/ 2 w 1093"/>
                  <a:gd name="T27" fmla="*/ 0 h 459"/>
                  <a:gd name="T28" fmla="*/ 2 w 1093"/>
                  <a:gd name="T29" fmla="*/ 0 h 459"/>
                  <a:gd name="T30" fmla="*/ 2 w 1093"/>
                  <a:gd name="T31" fmla="*/ 1 h 459"/>
                  <a:gd name="T32" fmla="*/ 1 w 1093"/>
                  <a:gd name="T33" fmla="*/ 1 h 459"/>
                  <a:gd name="T34" fmla="*/ 1 w 1093"/>
                  <a:gd name="T35" fmla="*/ 1 h 459"/>
                  <a:gd name="T36" fmla="*/ 1 w 1093"/>
                  <a:gd name="T37" fmla="*/ 1 h 459"/>
                  <a:gd name="T38" fmla="*/ 1 w 1093"/>
                  <a:gd name="T39" fmla="*/ 1 h 459"/>
                  <a:gd name="T40" fmla="*/ 0 w 1093"/>
                  <a:gd name="T41" fmla="*/ 1 h 459"/>
                  <a:gd name="T42" fmla="*/ 0 w 1093"/>
                  <a:gd name="T43" fmla="*/ 1 h 459"/>
                  <a:gd name="T44" fmla="*/ 0 w 1093"/>
                  <a:gd name="T45" fmla="*/ 1 h 459"/>
                  <a:gd name="T46" fmla="*/ 0 w 1093"/>
                  <a:gd name="T47" fmla="*/ 0 h 459"/>
                  <a:gd name="T48" fmla="*/ 0 w 1093"/>
                  <a:gd name="T49" fmla="*/ 0 h 4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93"/>
                  <a:gd name="T76" fmla="*/ 0 h 459"/>
                  <a:gd name="T77" fmla="*/ 1093 w 1093"/>
                  <a:gd name="T78" fmla="*/ 459 h 4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93" h="459">
                    <a:moveTo>
                      <a:pt x="0" y="253"/>
                    </a:moveTo>
                    <a:lnTo>
                      <a:pt x="44" y="284"/>
                    </a:lnTo>
                    <a:lnTo>
                      <a:pt x="106" y="253"/>
                    </a:lnTo>
                    <a:lnTo>
                      <a:pt x="124" y="102"/>
                    </a:lnTo>
                    <a:lnTo>
                      <a:pt x="175" y="167"/>
                    </a:lnTo>
                    <a:lnTo>
                      <a:pt x="293" y="174"/>
                    </a:lnTo>
                    <a:lnTo>
                      <a:pt x="337" y="231"/>
                    </a:lnTo>
                    <a:lnTo>
                      <a:pt x="361" y="217"/>
                    </a:lnTo>
                    <a:lnTo>
                      <a:pt x="466" y="93"/>
                    </a:lnTo>
                    <a:lnTo>
                      <a:pt x="569" y="93"/>
                    </a:lnTo>
                    <a:lnTo>
                      <a:pt x="620" y="231"/>
                    </a:lnTo>
                    <a:lnTo>
                      <a:pt x="708" y="303"/>
                    </a:lnTo>
                    <a:lnTo>
                      <a:pt x="936" y="106"/>
                    </a:lnTo>
                    <a:lnTo>
                      <a:pt x="1093" y="0"/>
                    </a:lnTo>
                    <a:lnTo>
                      <a:pt x="899" y="150"/>
                    </a:lnTo>
                    <a:lnTo>
                      <a:pt x="735" y="303"/>
                    </a:lnTo>
                    <a:lnTo>
                      <a:pt x="596" y="459"/>
                    </a:lnTo>
                    <a:lnTo>
                      <a:pt x="569" y="441"/>
                    </a:lnTo>
                    <a:lnTo>
                      <a:pt x="355" y="378"/>
                    </a:lnTo>
                    <a:lnTo>
                      <a:pt x="249" y="330"/>
                    </a:lnTo>
                    <a:lnTo>
                      <a:pt x="191" y="330"/>
                    </a:lnTo>
                    <a:lnTo>
                      <a:pt x="106" y="348"/>
                    </a:lnTo>
                    <a:lnTo>
                      <a:pt x="37" y="334"/>
                    </a:lnTo>
                    <a:lnTo>
                      <a:pt x="0" y="293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0" name="Freeform 203">
                <a:extLst>
                  <a:ext uri="{FF2B5EF4-FFF2-40B4-BE49-F238E27FC236}">
                    <a16:creationId xmlns:a16="http://schemas.microsoft.com/office/drawing/2014/main" id="{6383A722-B810-494B-A2CC-00AC38AB5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899"/>
                <a:ext cx="165" cy="157"/>
              </a:xfrm>
              <a:custGeom>
                <a:avLst/>
                <a:gdLst>
                  <a:gd name="T0" fmla="*/ 1 w 1317"/>
                  <a:gd name="T1" fmla="*/ 0 h 1255"/>
                  <a:gd name="T2" fmla="*/ 0 w 1317"/>
                  <a:gd name="T3" fmla="*/ 0 h 1255"/>
                  <a:gd name="T4" fmla="*/ 0 w 1317"/>
                  <a:gd name="T5" fmla="*/ 1 h 1255"/>
                  <a:gd name="T6" fmla="*/ 0 w 1317"/>
                  <a:gd name="T7" fmla="*/ 1 h 1255"/>
                  <a:gd name="T8" fmla="*/ 0 w 1317"/>
                  <a:gd name="T9" fmla="*/ 1 h 1255"/>
                  <a:gd name="T10" fmla="*/ 0 w 1317"/>
                  <a:gd name="T11" fmla="*/ 1 h 1255"/>
                  <a:gd name="T12" fmla="*/ 0 w 1317"/>
                  <a:gd name="T13" fmla="*/ 1 h 1255"/>
                  <a:gd name="T14" fmla="*/ 0 w 1317"/>
                  <a:gd name="T15" fmla="*/ 1 h 1255"/>
                  <a:gd name="T16" fmla="*/ 0 w 1317"/>
                  <a:gd name="T17" fmla="*/ 2 h 1255"/>
                  <a:gd name="T18" fmla="*/ 1 w 1317"/>
                  <a:gd name="T19" fmla="*/ 2 h 1255"/>
                  <a:gd name="T20" fmla="*/ 1 w 1317"/>
                  <a:gd name="T21" fmla="*/ 2 h 1255"/>
                  <a:gd name="T22" fmla="*/ 1 w 1317"/>
                  <a:gd name="T23" fmla="*/ 2 h 1255"/>
                  <a:gd name="T24" fmla="*/ 1 w 1317"/>
                  <a:gd name="T25" fmla="*/ 1 h 1255"/>
                  <a:gd name="T26" fmla="*/ 1 w 1317"/>
                  <a:gd name="T27" fmla="*/ 1 h 1255"/>
                  <a:gd name="T28" fmla="*/ 1 w 1317"/>
                  <a:gd name="T29" fmla="*/ 2 h 1255"/>
                  <a:gd name="T30" fmla="*/ 1 w 1317"/>
                  <a:gd name="T31" fmla="*/ 2 h 1255"/>
                  <a:gd name="T32" fmla="*/ 1 w 1317"/>
                  <a:gd name="T33" fmla="*/ 2 h 1255"/>
                  <a:gd name="T34" fmla="*/ 1 w 1317"/>
                  <a:gd name="T35" fmla="*/ 2 h 1255"/>
                  <a:gd name="T36" fmla="*/ 1 w 1317"/>
                  <a:gd name="T37" fmla="*/ 2 h 1255"/>
                  <a:gd name="T38" fmla="*/ 1 w 1317"/>
                  <a:gd name="T39" fmla="*/ 2 h 1255"/>
                  <a:gd name="T40" fmla="*/ 1 w 1317"/>
                  <a:gd name="T41" fmla="*/ 2 h 1255"/>
                  <a:gd name="T42" fmla="*/ 1 w 1317"/>
                  <a:gd name="T43" fmla="*/ 2 h 1255"/>
                  <a:gd name="T44" fmla="*/ 1 w 1317"/>
                  <a:gd name="T45" fmla="*/ 2 h 1255"/>
                  <a:gd name="T46" fmla="*/ 1 w 1317"/>
                  <a:gd name="T47" fmla="*/ 2 h 1255"/>
                  <a:gd name="T48" fmla="*/ 1 w 1317"/>
                  <a:gd name="T49" fmla="*/ 2 h 1255"/>
                  <a:gd name="T50" fmla="*/ 1 w 1317"/>
                  <a:gd name="T51" fmla="*/ 2 h 1255"/>
                  <a:gd name="T52" fmla="*/ 1 w 1317"/>
                  <a:gd name="T53" fmla="*/ 2 h 1255"/>
                  <a:gd name="T54" fmla="*/ 1 w 1317"/>
                  <a:gd name="T55" fmla="*/ 2 h 1255"/>
                  <a:gd name="T56" fmla="*/ 1 w 1317"/>
                  <a:gd name="T57" fmla="*/ 3 h 1255"/>
                  <a:gd name="T58" fmla="*/ 1 w 1317"/>
                  <a:gd name="T59" fmla="*/ 3 h 1255"/>
                  <a:gd name="T60" fmla="*/ 1 w 1317"/>
                  <a:gd name="T61" fmla="*/ 2 h 1255"/>
                  <a:gd name="T62" fmla="*/ 1 w 1317"/>
                  <a:gd name="T63" fmla="*/ 2 h 1255"/>
                  <a:gd name="T64" fmla="*/ 1 w 1317"/>
                  <a:gd name="T65" fmla="*/ 2 h 1255"/>
                  <a:gd name="T66" fmla="*/ 1 w 1317"/>
                  <a:gd name="T67" fmla="*/ 2 h 1255"/>
                  <a:gd name="T68" fmla="*/ 1 w 1317"/>
                  <a:gd name="T69" fmla="*/ 2 h 1255"/>
                  <a:gd name="T70" fmla="*/ 1 w 1317"/>
                  <a:gd name="T71" fmla="*/ 2 h 1255"/>
                  <a:gd name="T72" fmla="*/ 2 w 1317"/>
                  <a:gd name="T73" fmla="*/ 2 h 1255"/>
                  <a:gd name="T74" fmla="*/ 2 w 1317"/>
                  <a:gd name="T75" fmla="*/ 2 h 1255"/>
                  <a:gd name="T76" fmla="*/ 2 w 1317"/>
                  <a:gd name="T77" fmla="*/ 2 h 1255"/>
                  <a:gd name="T78" fmla="*/ 2 w 1317"/>
                  <a:gd name="T79" fmla="*/ 2 h 1255"/>
                  <a:gd name="T80" fmla="*/ 2 w 1317"/>
                  <a:gd name="T81" fmla="*/ 2 h 1255"/>
                  <a:gd name="T82" fmla="*/ 2 w 1317"/>
                  <a:gd name="T83" fmla="*/ 1 h 1255"/>
                  <a:gd name="T84" fmla="*/ 3 w 1317"/>
                  <a:gd name="T85" fmla="*/ 1 h 1255"/>
                  <a:gd name="T86" fmla="*/ 3 w 1317"/>
                  <a:gd name="T87" fmla="*/ 1 h 1255"/>
                  <a:gd name="T88" fmla="*/ 3 w 1317"/>
                  <a:gd name="T89" fmla="*/ 1 h 1255"/>
                  <a:gd name="T90" fmla="*/ 2 w 1317"/>
                  <a:gd name="T91" fmla="*/ 0 h 1255"/>
                  <a:gd name="T92" fmla="*/ 2 w 1317"/>
                  <a:gd name="T93" fmla="*/ 0 h 1255"/>
                  <a:gd name="T94" fmla="*/ 2 w 1317"/>
                  <a:gd name="T95" fmla="*/ 0 h 1255"/>
                  <a:gd name="T96" fmla="*/ 2 w 1317"/>
                  <a:gd name="T97" fmla="*/ 0 h 1255"/>
                  <a:gd name="T98" fmla="*/ 2 w 1317"/>
                  <a:gd name="T99" fmla="*/ 0 h 1255"/>
                  <a:gd name="T100" fmla="*/ 2 w 1317"/>
                  <a:gd name="T101" fmla="*/ 0 h 1255"/>
                  <a:gd name="T102" fmla="*/ 2 w 1317"/>
                  <a:gd name="T103" fmla="*/ 0 h 1255"/>
                  <a:gd name="T104" fmla="*/ 2 w 1317"/>
                  <a:gd name="T105" fmla="*/ 0 h 1255"/>
                  <a:gd name="T106" fmla="*/ 2 w 1317"/>
                  <a:gd name="T107" fmla="*/ 0 h 1255"/>
                  <a:gd name="T108" fmla="*/ 1 w 1317"/>
                  <a:gd name="T109" fmla="*/ 0 h 1255"/>
                  <a:gd name="T110" fmla="*/ 1 w 1317"/>
                  <a:gd name="T111" fmla="*/ 0 h 1255"/>
                  <a:gd name="T112" fmla="*/ 1 w 1317"/>
                  <a:gd name="T113" fmla="*/ 0 h 1255"/>
                  <a:gd name="T114" fmla="*/ 1 w 1317"/>
                  <a:gd name="T115" fmla="*/ 0 h 1255"/>
                  <a:gd name="T116" fmla="*/ 1 w 1317"/>
                  <a:gd name="T117" fmla="*/ 0 h 1255"/>
                  <a:gd name="T118" fmla="*/ 1 w 1317"/>
                  <a:gd name="T119" fmla="*/ 0 h 125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317"/>
                  <a:gd name="T181" fmla="*/ 0 h 1255"/>
                  <a:gd name="T182" fmla="*/ 1317 w 1317"/>
                  <a:gd name="T183" fmla="*/ 1255 h 125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317" h="1255">
                    <a:moveTo>
                      <a:pt x="362" y="31"/>
                    </a:moveTo>
                    <a:lnTo>
                      <a:pt x="182" y="113"/>
                    </a:lnTo>
                    <a:lnTo>
                      <a:pt x="124" y="305"/>
                    </a:lnTo>
                    <a:lnTo>
                      <a:pt x="0" y="459"/>
                    </a:lnTo>
                    <a:lnTo>
                      <a:pt x="21" y="549"/>
                    </a:lnTo>
                    <a:lnTo>
                      <a:pt x="69" y="602"/>
                    </a:lnTo>
                    <a:lnTo>
                      <a:pt x="99" y="646"/>
                    </a:lnTo>
                    <a:lnTo>
                      <a:pt x="95" y="727"/>
                    </a:lnTo>
                    <a:lnTo>
                      <a:pt x="182" y="782"/>
                    </a:lnTo>
                    <a:lnTo>
                      <a:pt x="337" y="818"/>
                    </a:lnTo>
                    <a:lnTo>
                      <a:pt x="311" y="778"/>
                    </a:lnTo>
                    <a:lnTo>
                      <a:pt x="348" y="747"/>
                    </a:lnTo>
                    <a:lnTo>
                      <a:pt x="385" y="701"/>
                    </a:lnTo>
                    <a:lnTo>
                      <a:pt x="477" y="694"/>
                    </a:lnTo>
                    <a:lnTo>
                      <a:pt x="539" y="740"/>
                    </a:lnTo>
                    <a:lnTo>
                      <a:pt x="574" y="802"/>
                    </a:lnTo>
                    <a:lnTo>
                      <a:pt x="585" y="895"/>
                    </a:lnTo>
                    <a:lnTo>
                      <a:pt x="579" y="962"/>
                    </a:lnTo>
                    <a:lnTo>
                      <a:pt x="539" y="1057"/>
                    </a:lnTo>
                    <a:lnTo>
                      <a:pt x="498" y="1119"/>
                    </a:lnTo>
                    <a:lnTo>
                      <a:pt x="436" y="1174"/>
                    </a:lnTo>
                    <a:lnTo>
                      <a:pt x="392" y="1187"/>
                    </a:lnTo>
                    <a:lnTo>
                      <a:pt x="355" y="1180"/>
                    </a:lnTo>
                    <a:lnTo>
                      <a:pt x="330" y="1160"/>
                    </a:lnTo>
                    <a:lnTo>
                      <a:pt x="306" y="1125"/>
                    </a:lnTo>
                    <a:lnTo>
                      <a:pt x="284" y="1095"/>
                    </a:lnTo>
                    <a:lnTo>
                      <a:pt x="318" y="1180"/>
                    </a:lnTo>
                    <a:lnTo>
                      <a:pt x="348" y="1238"/>
                    </a:lnTo>
                    <a:lnTo>
                      <a:pt x="375" y="1255"/>
                    </a:lnTo>
                    <a:lnTo>
                      <a:pt x="422" y="1248"/>
                    </a:lnTo>
                    <a:lnTo>
                      <a:pt x="477" y="1200"/>
                    </a:lnTo>
                    <a:lnTo>
                      <a:pt x="548" y="1095"/>
                    </a:lnTo>
                    <a:lnTo>
                      <a:pt x="585" y="996"/>
                    </a:lnTo>
                    <a:lnTo>
                      <a:pt x="603" y="901"/>
                    </a:lnTo>
                    <a:lnTo>
                      <a:pt x="603" y="851"/>
                    </a:lnTo>
                    <a:lnTo>
                      <a:pt x="696" y="895"/>
                    </a:lnTo>
                    <a:lnTo>
                      <a:pt x="752" y="987"/>
                    </a:lnTo>
                    <a:lnTo>
                      <a:pt x="827" y="1057"/>
                    </a:lnTo>
                    <a:lnTo>
                      <a:pt x="882" y="1049"/>
                    </a:lnTo>
                    <a:lnTo>
                      <a:pt x="895" y="938"/>
                    </a:lnTo>
                    <a:lnTo>
                      <a:pt x="938" y="809"/>
                    </a:lnTo>
                    <a:lnTo>
                      <a:pt x="1120" y="616"/>
                    </a:lnTo>
                    <a:lnTo>
                      <a:pt x="1298" y="404"/>
                    </a:lnTo>
                    <a:lnTo>
                      <a:pt x="1317" y="343"/>
                    </a:lnTo>
                    <a:lnTo>
                      <a:pt x="1284" y="220"/>
                    </a:lnTo>
                    <a:lnTo>
                      <a:pt x="1217" y="150"/>
                    </a:lnTo>
                    <a:lnTo>
                      <a:pt x="1161" y="118"/>
                    </a:lnTo>
                    <a:lnTo>
                      <a:pt x="1111" y="171"/>
                    </a:lnTo>
                    <a:lnTo>
                      <a:pt x="1001" y="136"/>
                    </a:lnTo>
                    <a:lnTo>
                      <a:pt x="950" y="123"/>
                    </a:lnTo>
                    <a:lnTo>
                      <a:pt x="933" y="136"/>
                    </a:lnTo>
                    <a:lnTo>
                      <a:pt x="878" y="88"/>
                    </a:lnTo>
                    <a:lnTo>
                      <a:pt x="821" y="99"/>
                    </a:lnTo>
                    <a:lnTo>
                      <a:pt x="765" y="88"/>
                    </a:lnTo>
                    <a:lnTo>
                      <a:pt x="719" y="26"/>
                    </a:lnTo>
                    <a:lnTo>
                      <a:pt x="657" y="14"/>
                    </a:lnTo>
                    <a:lnTo>
                      <a:pt x="597" y="31"/>
                    </a:lnTo>
                    <a:lnTo>
                      <a:pt x="535" y="20"/>
                    </a:lnTo>
                    <a:lnTo>
                      <a:pt x="410" y="0"/>
                    </a:lnTo>
                    <a:lnTo>
                      <a:pt x="362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1" name="Freeform 204">
                <a:extLst>
                  <a:ext uri="{FF2B5EF4-FFF2-40B4-BE49-F238E27FC236}">
                    <a16:creationId xmlns:a16="http://schemas.microsoft.com/office/drawing/2014/main" id="{8AC2D2BE-4C26-0947-B168-9D4A7BFE1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95"/>
                <a:ext cx="24" cy="38"/>
              </a:xfrm>
              <a:custGeom>
                <a:avLst/>
                <a:gdLst>
                  <a:gd name="T0" fmla="*/ 0 w 193"/>
                  <a:gd name="T1" fmla="*/ 0 h 305"/>
                  <a:gd name="T2" fmla="*/ 0 w 193"/>
                  <a:gd name="T3" fmla="*/ 0 h 305"/>
                  <a:gd name="T4" fmla="*/ 0 w 193"/>
                  <a:gd name="T5" fmla="*/ 0 h 305"/>
                  <a:gd name="T6" fmla="*/ 0 w 193"/>
                  <a:gd name="T7" fmla="*/ 0 h 305"/>
                  <a:gd name="T8" fmla="*/ 0 w 193"/>
                  <a:gd name="T9" fmla="*/ 0 h 305"/>
                  <a:gd name="T10" fmla="*/ 0 w 193"/>
                  <a:gd name="T11" fmla="*/ 0 h 305"/>
                  <a:gd name="T12" fmla="*/ 0 w 193"/>
                  <a:gd name="T13" fmla="*/ 0 h 305"/>
                  <a:gd name="T14" fmla="*/ 0 w 193"/>
                  <a:gd name="T15" fmla="*/ 0 h 305"/>
                  <a:gd name="T16" fmla="*/ 0 w 193"/>
                  <a:gd name="T17" fmla="*/ 1 h 305"/>
                  <a:gd name="T18" fmla="*/ 0 w 193"/>
                  <a:gd name="T19" fmla="*/ 0 h 305"/>
                  <a:gd name="T20" fmla="*/ 0 w 193"/>
                  <a:gd name="T21" fmla="*/ 0 h 305"/>
                  <a:gd name="T22" fmla="*/ 0 w 193"/>
                  <a:gd name="T23" fmla="*/ 0 h 305"/>
                  <a:gd name="T24" fmla="*/ 0 w 193"/>
                  <a:gd name="T25" fmla="*/ 0 h 305"/>
                  <a:gd name="T26" fmla="*/ 0 w 193"/>
                  <a:gd name="T27" fmla="*/ 0 h 305"/>
                  <a:gd name="T28" fmla="*/ 0 w 193"/>
                  <a:gd name="T29" fmla="*/ 0 h 305"/>
                  <a:gd name="T30" fmla="*/ 0 w 193"/>
                  <a:gd name="T31" fmla="*/ 0 h 305"/>
                  <a:gd name="T32" fmla="*/ 0 w 193"/>
                  <a:gd name="T33" fmla="*/ 0 h 305"/>
                  <a:gd name="T34" fmla="*/ 0 w 193"/>
                  <a:gd name="T35" fmla="*/ 0 h 305"/>
                  <a:gd name="T36" fmla="*/ 0 w 193"/>
                  <a:gd name="T37" fmla="*/ 0 h 305"/>
                  <a:gd name="T38" fmla="*/ 0 w 193"/>
                  <a:gd name="T39" fmla="*/ 0 h 305"/>
                  <a:gd name="T40" fmla="*/ 0 w 193"/>
                  <a:gd name="T41" fmla="*/ 0 h 305"/>
                  <a:gd name="T42" fmla="*/ 0 w 193"/>
                  <a:gd name="T43" fmla="*/ 0 h 305"/>
                  <a:gd name="T44" fmla="*/ 0 w 193"/>
                  <a:gd name="T45" fmla="*/ 0 h 305"/>
                  <a:gd name="T46" fmla="*/ 0 w 193"/>
                  <a:gd name="T47" fmla="*/ 0 h 305"/>
                  <a:gd name="T48" fmla="*/ 0 w 193"/>
                  <a:gd name="T49" fmla="*/ 0 h 305"/>
                  <a:gd name="T50" fmla="*/ 0 w 193"/>
                  <a:gd name="T51" fmla="*/ 0 h 305"/>
                  <a:gd name="T52" fmla="*/ 0 w 193"/>
                  <a:gd name="T53" fmla="*/ 0 h 305"/>
                  <a:gd name="T54" fmla="*/ 0 w 193"/>
                  <a:gd name="T55" fmla="*/ 0 h 305"/>
                  <a:gd name="T56" fmla="*/ 0 w 193"/>
                  <a:gd name="T57" fmla="*/ 0 h 30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3"/>
                  <a:gd name="T88" fmla="*/ 0 h 305"/>
                  <a:gd name="T89" fmla="*/ 193 w 193"/>
                  <a:gd name="T90" fmla="*/ 305 h 30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3" h="305">
                    <a:moveTo>
                      <a:pt x="0" y="53"/>
                    </a:moveTo>
                    <a:lnTo>
                      <a:pt x="31" y="17"/>
                    </a:lnTo>
                    <a:lnTo>
                      <a:pt x="75" y="0"/>
                    </a:lnTo>
                    <a:lnTo>
                      <a:pt x="130" y="0"/>
                    </a:lnTo>
                    <a:lnTo>
                      <a:pt x="167" y="31"/>
                    </a:lnTo>
                    <a:lnTo>
                      <a:pt x="193" y="86"/>
                    </a:lnTo>
                    <a:lnTo>
                      <a:pt x="193" y="153"/>
                    </a:lnTo>
                    <a:lnTo>
                      <a:pt x="174" y="235"/>
                    </a:lnTo>
                    <a:lnTo>
                      <a:pt x="125" y="305"/>
                    </a:lnTo>
                    <a:lnTo>
                      <a:pt x="167" y="217"/>
                    </a:lnTo>
                    <a:lnTo>
                      <a:pt x="174" y="150"/>
                    </a:lnTo>
                    <a:lnTo>
                      <a:pt x="160" y="99"/>
                    </a:lnTo>
                    <a:lnTo>
                      <a:pt x="130" y="79"/>
                    </a:lnTo>
                    <a:lnTo>
                      <a:pt x="98" y="79"/>
                    </a:lnTo>
                    <a:lnTo>
                      <a:pt x="79" y="86"/>
                    </a:lnTo>
                    <a:lnTo>
                      <a:pt x="75" y="112"/>
                    </a:lnTo>
                    <a:lnTo>
                      <a:pt x="86" y="136"/>
                    </a:lnTo>
                    <a:lnTo>
                      <a:pt x="105" y="150"/>
                    </a:lnTo>
                    <a:lnTo>
                      <a:pt x="105" y="185"/>
                    </a:lnTo>
                    <a:lnTo>
                      <a:pt x="86" y="222"/>
                    </a:lnTo>
                    <a:lnTo>
                      <a:pt x="68" y="235"/>
                    </a:lnTo>
                    <a:lnTo>
                      <a:pt x="20" y="259"/>
                    </a:lnTo>
                    <a:lnTo>
                      <a:pt x="61" y="211"/>
                    </a:lnTo>
                    <a:lnTo>
                      <a:pt x="61" y="191"/>
                    </a:lnTo>
                    <a:lnTo>
                      <a:pt x="44" y="160"/>
                    </a:lnTo>
                    <a:lnTo>
                      <a:pt x="20" y="123"/>
                    </a:lnTo>
                    <a:lnTo>
                      <a:pt x="6" y="99"/>
                    </a:lnTo>
                    <a:lnTo>
                      <a:pt x="6" y="7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2" name="Freeform 205">
                <a:extLst>
                  <a:ext uri="{FF2B5EF4-FFF2-40B4-BE49-F238E27FC236}">
                    <a16:creationId xmlns:a16="http://schemas.microsoft.com/office/drawing/2014/main" id="{D586F75F-687C-324D-8A9F-15B964C46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969"/>
                <a:ext cx="12" cy="7"/>
              </a:xfrm>
              <a:custGeom>
                <a:avLst/>
                <a:gdLst>
                  <a:gd name="T0" fmla="*/ 0 w 94"/>
                  <a:gd name="T1" fmla="*/ 0 h 58"/>
                  <a:gd name="T2" fmla="*/ 0 w 94"/>
                  <a:gd name="T3" fmla="*/ 0 h 58"/>
                  <a:gd name="T4" fmla="*/ 0 w 94"/>
                  <a:gd name="T5" fmla="*/ 0 h 58"/>
                  <a:gd name="T6" fmla="*/ 0 w 94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4"/>
                  <a:gd name="T13" fmla="*/ 0 h 58"/>
                  <a:gd name="T14" fmla="*/ 94 w 94"/>
                  <a:gd name="T15" fmla="*/ 58 h 5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4" h="58">
                    <a:moveTo>
                      <a:pt x="0" y="58"/>
                    </a:moveTo>
                    <a:lnTo>
                      <a:pt x="62" y="0"/>
                    </a:lnTo>
                    <a:lnTo>
                      <a:pt x="94" y="14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3" name="Line 206">
                <a:extLst>
                  <a:ext uri="{FF2B5EF4-FFF2-40B4-BE49-F238E27FC236}">
                    <a16:creationId xmlns:a16="http://schemas.microsoft.com/office/drawing/2014/main" id="{40976E94-6A26-324B-8BCF-E005A4C8AF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6" y="3018"/>
                <a:ext cx="6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4" name="Line 207">
                <a:extLst>
                  <a:ext uri="{FF2B5EF4-FFF2-40B4-BE49-F238E27FC236}">
                    <a16:creationId xmlns:a16="http://schemas.microsoft.com/office/drawing/2014/main" id="{4DA33178-03BB-0742-A2D6-4896CAC35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8" y="3009"/>
                <a:ext cx="11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5" name="Line 208">
                <a:extLst>
                  <a:ext uri="{FF2B5EF4-FFF2-40B4-BE49-F238E27FC236}">
                    <a16:creationId xmlns:a16="http://schemas.microsoft.com/office/drawing/2014/main" id="{D718A04A-F10C-A74F-9327-4F762AFFB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8" y="3001"/>
                <a:ext cx="14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6" name="Line 209">
                <a:extLst>
                  <a:ext uri="{FF2B5EF4-FFF2-40B4-BE49-F238E27FC236}">
                    <a16:creationId xmlns:a16="http://schemas.microsoft.com/office/drawing/2014/main" id="{7043FECC-FDCC-474C-9D83-DDDB8D6B7B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8" y="2995"/>
                <a:ext cx="8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7" name="Freeform 210">
                <a:extLst>
                  <a:ext uri="{FF2B5EF4-FFF2-40B4-BE49-F238E27FC236}">
                    <a16:creationId xmlns:a16="http://schemas.microsoft.com/office/drawing/2014/main" id="{A0327702-C4E3-5442-B2E7-AEFBC3EB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069"/>
                <a:ext cx="29" cy="52"/>
              </a:xfrm>
              <a:custGeom>
                <a:avLst/>
                <a:gdLst>
                  <a:gd name="T0" fmla="*/ 0 w 235"/>
                  <a:gd name="T1" fmla="*/ 0 h 411"/>
                  <a:gd name="T2" fmla="*/ 0 w 235"/>
                  <a:gd name="T3" fmla="*/ 0 h 411"/>
                  <a:gd name="T4" fmla="*/ 0 w 235"/>
                  <a:gd name="T5" fmla="*/ 0 h 411"/>
                  <a:gd name="T6" fmla="*/ 0 w 235"/>
                  <a:gd name="T7" fmla="*/ 0 h 411"/>
                  <a:gd name="T8" fmla="*/ 0 w 235"/>
                  <a:gd name="T9" fmla="*/ 1 h 411"/>
                  <a:gd name="T10" fmla="*/ 0 w 235"/>
                  <a:gd name="T11" fmla="*/ 1 h 411"/>
                  <a:gd name="T12" fmla="*/ 0 w 235"/>
                  <a:gd name="T13" fmla="*/ 1 h 411"/>
                  <a:gd name="T14" fmla="*/ 0 w 235"/>
                  <a:gd name="T15" fmla="*/ 1 h 411"/>
                  <a:gd name="T16" fmla="*/ 0 w 235"/>
                  <a:gd name="T17" fmla="*/ 1 h 411"/>
                  <a:gd name="T18" fmla="*/ 0 w 235"/>
                  <a:gd name="T19" fmla="*/ 1 h 411"/>
                  <a:gd name="T20" fmla="*/ 0 w 235"/>
                  <a:gd name="T21" fmla="*/ 1 h 411"/>
                  <a:gd name="T22" fmla="*/ 0 w 235"/>
                  <a:gd name="T23" fmla="*/ 1 h 411"/>
                  <a:gd name="T24" fmla="*/ 0 w 235"/>
                  <a:gd name="T25" fmla="*/ 1 h 411"/>
                  <a:gd name="T26" fmla="*/ 0 w 235"/>
                  <a:gd name="T27" fmla="*/ 1 h 411"/>
                  <a:gd name="T28" fmla="*/ 0 w 235"/>
                  <a:gd name="T29" fmla="*/ 1 h 411"/>
                  <a:gd name="T30" fmla="*/ 0 w 235"/>
                  <a:gd name="T31" fmla="*/ 0 h 411"/>
                  <a:gd name="T32" fmla="*/ 0 w 235"/>
                  <a:gd name="T33" fmla="*/ 0 h 411"/>
                  <a:gd name="T34" fmla="*/ 0 w 235"/>
                  <a:gd name="T35" fmla="*/ 0 h 411"/>
                  <a:gd name="T36" fmla="*/ 0 w 235"/>
                  <a:gd name="T37" fmla="*/ 0 h 411"/>
                  <a:gd name="T38" fmla="*/ 0 w 235"/>
                  <a:gd name="T39" fmla="*/ 0 h 411"/>
                  <a:gd name="T40" fmla="*/ 0 w 235"/>
                  <a:gd name="T41" fmla="*/ 0 h 4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35"/>
                  <a:gd name="T64" fmla="*/ 0 h 411"/>
                  <a:gd name="T65" fmla="*/ 235 w 235"/>
                  <a:gd name="T66" fmla="*/ 411 h 4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35" h="411">
                    <a:moveTo>
                      <a:pt x="49" y="26"/>
                    </a:moveTo>
                    <a:lnTo>
                      <a:pt x="24" y="67"/>
                    </a:lnTo>
                    <a:lnTo>
                      <a:pt x="18" y="120"/>
                    </a:lnTo>
                    <a:lnTo>
                      <a:pt x="28" y="196"/>
                    </a:lnTo>
                    <a:lnTo>
                      <a:pt x="60" y="281"/>
                    </a:lnTo>
                    <a:lnTo>
                      <a:pt x="97" y="339"/>
                    </a:lnTo>
                    <a:lnTo>
                      <a:pt x="152" y="387"/>
                    </a:lnTo>
                    <a:lnTo>
                      <a:pt x="194" y="404"/>
                    </a:lnTo>
                    <a:lnTo>
                      <a:pt x="224" y="391"/>
                    </a:lnTo>
                    <a:lnTo>
                      <a:pt x="231" y="373"/>
                    </a:lnTo>
                    <a:lnTo>
                      <a:pt x="235" y="397"/>
                    </a:lnTo>
                    <a:lnTo>
                      <a:pt x="207" y="411"/>
                    </a:lnTo>
                    <a:lnTo>
                      <a:pt x="176" y="411"/>
                    </a:lnTo>
                    <a:lnTo>
                      <a:pt x="101" y="367"/>
                    </a:lnTo>
                    <a:lnTo>
                      <a:pt x="49" y="292"/>
                    </a:lnTo>
                    <a:lnTo>
                      <a:pt x="5" y="196"/>
                    </a:lnTo>
                    <a:lnTo>
                      <a:pt x="0" y="106"/>
                    </a:lnTo>
                    <a:lnTo>
                      <a:pt x="5" y="35"/>
                    </a:lnTo>
                    <a:lnTo>
                      <a:pt x="24" y="13"/>
                    </a:lnTo>
                    <a:lnTo>
                      <a:pt x="53" y="0"/>
                    </a:lnTo>
                    <a:lnTo>
                      <a:pt x="4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8" name="Freeform 211">
                <a:extLst>
                  <a:ext uri="{FF2B5EF4-FFF2-40B4-BE49-F238E27FC236}">
                    <a16:creationId xmlns:a16="http://schemas.microsoft.com/office/drawing/2014/main" id="{9AEC3DEA-A1E1-594E-AF5F-688B4BA3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092"/>
                <a:ext cx="81" cy="5"/>
              </a:xfrm>
              <a:custGeom>
                <a:avLst/>
                <a:gdLst>
                  <a:gd name="T0" fmla="*/ 0 w 652"/>
                  <a:gd name="T1" fmla="*/ 0 h 40"/>
                  <a:gd name="T2" fmla="*/ 1 w 652"/>
                  <a:gd name="T3" fmla="*/ 0 h 40"/>
                  <a:gd name="T4" fmla="*/ 1 w 652"/>
                  <a:gd name="T5" fmla="*/ 0 h 40"/>
                  <a:gd name="T6" fmla="*/ 0 w 652"/>
                  <a:gd name="T7" fmla="*/ 0 h 40"/>
                  <a:gd name="T8" fmla="*/ 0 w 652"/>
                  <a:gd name="T9" fmla="*/ 0 h 40"/>
                  <a:gd name="T10" fmla="*/ 0 w 652"/>
                  <a:gd name="T11" fmla="*/ 0 h 40"/>
                  <a:gd name="T12" fmla="*/ 0 w 65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2"/>
                  <a:gd name="T22" fmla="*/ 0 h 40"/>
                  <a:gd name="T23" fmla="*/ 652 w 652"/>
                  <a:gd name="T24" fmla="*/ 40 h 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2" h="40">
                    <a:moveTo>
                      <a:pt x="7" y="0"/>
                    </a:moveTo>
                    <a:lnTo>
                      <a:pt x="652" y="0"/>
                    </a:lnTo>
                    <a:lnTo>
                      <a:pt x="652" y="14"/>
                    </a:lnTo>
                    <a:lnTo>
                      <a:pt x="62" y="23"/>
                    </a:lnTo>
                    <a:lnTo>
                      <a:pt x="25" y="40"/>
                    </a:lnTo>
                    <a:lnTo>
                      <a:pt x="0" y="2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59" name="Freeform 212">
                <a:extLst>
                  <a:ext uri="{FF2B5EF4-FFF2-40B4-BE49-F238E27FC236}">
                    <a16:creationId xmlns:a16="http://schemas.microsoft.com/office/drawing/2014/main" id="{B7255B49-4589-2A4C-BED4-4B3DC9DE3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061"/>
                <a:ext cx="37" cy="78"/>
              </a:xfrm>
              <a:custGeom>
                <a:avLst/>
                <a:gdLst>
                  <a:gd name="T0" fmla="*/ 0 w 299"/>
                  <a:gd name="T1" fmla="*/ 0 h 622"/>
                  <a:gd name="T2" fmla="*/ 0 w 299"/>
                  <a:gd name="T3" fmla="*/ 0 h 622"/>
                  <a:gd name="T4" fmla="*/ 0 w 299"/>
                  <a:gd name="T5" fmla="*/ 0 h 622"/>
                  <a:gd name="T6" fmla="*/ 0 w 299"/>
                  <a:gd name="T7" fmla="*/ 0 h 622"/>
                  <a:gd name="T8" fmla="*/ 0 w 299"/>
                  <a:gd name="T9" fmla="*/ 0 h 622"/>
                  <a:gd name="T10" fmla="*/ 0 w 299"/>
                  <a:gd name="T11" fmla="*/ 1 h 622"/>
                  <a:gd name="T12" fmla="*/ 0 w 299"/>
                  <a:gd name="T13" fmla="*/ 1 h 622"/>
                  <a:gd name="T14" fmla="*/ 0 w 299"/>
                  <a:gd name="T15" fmla="*/ 1 h 622"/>
                  <a:gd name="T16" fmla="*/ 0 w 299"/>
                  <a:gd name="T17" fmla="*/ 1 h 622"/>
                  <a:gd name="T18" fmla="*/ 1 w 299"/>
                  <a:gd name="T19" fmla="*/ 1 h 622"/>
                  <a:gd name="T20" fmla="*/ 0 w 299"/>
                  <a:gd name="T21" fmla="*/ 1 h 622"/>
                  <a:gd name="T22" fmla="*/ 0 w 299"/>
                  <a:gd name="T23" fmla="*/ 1 h 622"/>
                  <a:gd name="T24" fmla="*/ 0 w 299"/>
                  <a:gd name="T25" fmla="*/ 1 h 622"/>
                  <a:gd name="T26" fmla="*/ 0 w 299"/>
                  <a:gd name="T27" fmla="*/ 1 h 622"/>
                  <a:gd name="T28" fmla="*/ 0 w 299"/>
                  <a:gd name="T29" fmla="*/ 1 h 622"/>
                  <a:gd name="T30" fmla="*/ 0 w 299"/>
                  <a:gd name="T31" fmla="*/ 1 h 622"/>
                  <a:gd name="T32" fmla="*/ 0 w 299"/>
                  <a:gd name="T33" fmla="*/ 1 h 622"/>
                  <a:gd name="T34" fmla="*/ 0 w 299"/>
                  <a:gd name="T35" fmla="*/ 0 h 622"/>
                  <a:gd name="T36" fmla="*/ 0 w 299"/>
                  <a:gd name="T37" fmla="*/ 1 h 622"/>
                  <a:gd name="T38" fmla="*/ 0 w 299"/>
                  <a:gd name="T39" fmla="*/ 1 h 622"/>
                  <a:gd name="T40" fmla="*/ 0 w 299"/>
                  <a:gd name="T41" fmla="*/ 1 h 622"/>
                  <a:gd name="T42" fmla="*/ 0 w 299"/>
                  <a:gd name="T43" fmla="*/ 1 h 622"/>
                  <a:gd name="T44" fmla="*/ 0 w 299"/>
                  <a:gd name="T45" fmla="*/ 0 h 622"/>
                  <a:gd name="T46" fmla="*/ 0 w 299"/>
                  <a:gd name="T47" fmla="*/ 0 h 622"/>
                  <a:gd name="T48" fmla="*/ 0 w 299"/>
                  <a:gd name="T49" fmla="*/ 0 h 622"/>
                  <a:gd name="T50" fmla="*/ 0 w 299"/>
                  <a:gd name="T51" fmla="*/ 0 h 622"/>
                  <a:gd name="T52" fmla="*/ 0 w 299"/>
                  <a:gd name="T53" fmla="*/ 0 h 62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99"/>
                  <a:gd name="T82" fmla="*/ 0 h 622"/>
                  <a:gd name="T83" fmla="*/ 299 w 299"/>
                  <a:gd name="T84" fmla="*/ 622 h 62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99" h="622">
                    <a:moveTo>
                      <a:pt x="0" y="13"/>
                    </a:moveTo>
                    <a:lnTo>
                      <a:pt x="5" y="48"/>
                    </a:lnTo>
                    <a:lnTo>
                      <a:pt x="97" y="114"/>
                    </a:lnTo>
                    <a:lnTo>
                      <a:pt x="110" y="154"/>
                    </a:lnTo>
                    <a:lnTo>
                      <a:pt x="106" y="176"/>
                    </a:lnTo>
                    <a:lnTo>
                      <a:pt x="18" y="439"/>
                    </a:lnTo>
                    <a:lnTo>
                      <a:pt x="30" y="463"/>
                    </a:lnTo>
                    <a:lnTo>
                      <a:pt x="189" y="492"/>
                    </a:lnTo>
                    <a:lnTo>
                      <a:pt x="231" y="538"/>
                    </a:lnTo>
                    <a:lnTo>
                      <a:pt x="299" y="622"/>
                    </a:lnTo>
                    <a:lnTo>
                      <a:pt x="207" y="470"/>
                    </a:lnTo>
                    <a:lnTo>
                      <a:pt x="200" y="398"/>
                    </a:lnTo>
                    <a:lnTo>
                      <a:pt x="172" y="463"/>
                    </a:lnTo>
                    <a:lnTo>
                      <a:pt x="152" y="470"/>
                    </a:lnTo>
                    <a:lnTo>
                      <a:pt x="37" y="444"/>
                    </a:lnTo>
                    <a:lnTo>
                      <a:pt x="37" y="419"/>
                    </a:lnTo>
                    <a:lnTo>
                      <a:pt x="97" y="248"/>
                    </a:lnTo>
                    <a:lnTo>
                      <a:pt x="134" y="200"/>
                    </a:lnTo>
                    <a:lnTo>
                      <a:pt x="196" y="257"/>
                    </a:lnTo>
                    <a:lnTo>
                      <a:pt x="207" y="336"/>
                    </a:lnTo>
                    <a:lnTo>
                      <a:pt x="238" y="262"/>
                    </a:lnTo>
                    <a:lnTo>
                      <a:pt x="251" y="220"/>
                    </a:lnTo>
                    <a:lnTo>
                      <a:pt x="238" y="176"/>
                    </a:lnTo>
                    <a:lnTo>
                      <a:pt x="141" y="110"/>
                    </a:lnTo>
                    <a:lnTo>
                      <a:pt x="30" y="0"/>
                    </a:lnTo>
                    <a:lnTo>
                      <a:pt x="14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0" name="Freeform 213">
                <a:extLst>
                  <a:ext uri="{FF2B5EF4-FFF2-40B4-BE49-F238E27FC236}">
                    <a16:creationId xmlns:a16="http://schemas.microsoft.com/office/drawing/2014/main" id="{AC725B4C-6CA4-A442-B747-30CD75A22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86"/>
                <a:ext cx="96" cy="125"/>
              </a:xfrm>
              <a:custGeom>
                <a:avLst/>
                <a:gdLst>
                  <a:gd name="T0" fmla="*/ 0 w 775"/>
                  <a:gd name="T1" fmla="*/ 1 h 995"/>
                  <a:gd name="T2" fmla="*/ 0 w 775"/>
                  <a:gd name="T3" fmla="*/ 1 h 995"/>
                  <a:gd name="T4" fmla="*/ 0 w 775"/>
                  <a:gd name="T5" fmla="*/ 1 h 995"/>
                  <a:gd name="T6" fmla="*/ 0 w 775"/>
                  <a:gd name="T7" fmla="*/ 1 h 995"/>
                  <a:gd name="T8" fmla="*/ 0 w 775"/>
                  <a:gd name="T9" fmla="*/ 1 h 995"/>
                  <a:gd name="T10" fmla="*/ 0 w 775"/>
                  <a:gd name="T11" fmla="*/ 1 h 995"/>
                  <a:gd name="T12" fmla="*/ 0 w 775"/>
                  <a:gd name="T13" fmla="*/ 1 h 995"/>
                  <a:gd name="T14" fmla="*/ 0 w 775"/>
                  <a:gd name="T15" fmla="*/ 1 h 995"/>
                  <a:gd name="T16" fmla="*/ 0 w 775"/>
                  <a:gd name="T17" fmla="*/ 1 h 995"/>
                  <a:gd name="T18" fmla="*/ 1 w 775"/>
                  <a:gd name="T19" fmla="*/ 1 h 995"/>
                  <a:gd name="T20" fmla="*/ 1 w 775"/>
                  <a:gd name="T21" fmla="*/ 1 h 995"/>
                  <a:gd name="T22" fmla="*/ 1 w 775"/>
                  <a:gd name="T23" fmla="*/ 1 h 995"/>
                  <a:gd name="T24" fmla="*/ 1 w 775"/>
                  <a:gd name="T25" fmla="*/ 1 h 995"/>
                  <a:gd name="T26" fmla="*/ 1 w 775"/>
                  <a:gd name="T27" fmla="*/ 1 h 995"/>
                  <a:gd name="T28" fmla="*/ 1 w 775"/>
                  <a:gd name="T29" fmla="*/ 1 h 995"/>
                  <a:gd name="T30" fmla="*/ 1 w 775"/>
                  <a:gd name="T31" fmla="*/ 1 h 995"/>
                  <a:gd name="T32" fmla="*/ 1 w 775"/>
                  <a:gd name="T33" fmla="*/ 0 h 995"/>
                  <a:gd name="T34" fmla="*/ 1 w 775"/>
                  <a:gd name="T35" fmla="*/ 0 h 995"/>
                  <a:gd name="T36" fmla="*/ 1 w 775"/>
                  <a:gd name="T37" fmla="*/ 0 h 995"/>
                  <a:gd name="T38" fmla="*/ 1 w 775"/>
                  <a:gd name="T39" fmla="*/ 0 h 995"/>
                  <a:gd name="T40" fmla="*/ 1 w 775"/>
                  <a:gd name="T41" fmla="*/ 0 h 995"/>
                  <a:gd name="T42" fmla="*/ 1 w 775"/>
                  <a:gd name="T43" fmla="*/ 0 h 995"/>
                  <a:gd name="T44" fmla="*/ 1 w 775"/>
                  <a:gd name="T45" fmla="*/ 1 h 995"/>
                  <a:gd name="T46" fmla="*/ 1 w 775"/>
                  <a:gd name="T47" fmla="*/ 1 h 995"/>
                  <a:gd name="T48" fmla="*/ 1 w 775"/>
                  <a:gd name="T49" fmla="*/ 1 h 995"/>
                  <a:gd name="T50" fmla="*/ 1 w 775"/>
                  <a:gd name="T51" fmla="*/ 1 h 995"/>
                  <a:gd name="T52" fmla="*/ 1 w 775"/>
                  <a:gd name="T53" fmla="*/ 1 h 995"/>
                  <a:gd name="T54" fmla="*/ 1 w 775"/>
                  <a:gd name="T55" fmla="*/ 1 h 995"/>
                  <a:gd name="T56" fmla="*/ 1 w 775"/>
                  <a:gd name="T57" fmla="*/ 2 h 995"/>
                  <a:gd name="T58" fmla="*/ 1 w 775"/>
                  <a:gd name="T59" fmla="*/ 2 h 995"/>
                  <a:gd name="T60" fmla="*/ 1 w 775"/>
                  <a:gd name="T61" fmla="*/ 2 h 995"/>
                  <a:gd name="T62" fmla="*/ 1 w 775"/>
                  <a:gd name="T63" fmla="*/ 2 h 995"/>
                  <a:gd name="T64" fmla="*/ 1 w 775"/>
                  <a:gd name="T65" fmla="*/ 2 h 995"/>
                  <a:gd name="T66" fmla="*/ 1 w 775"/>
                  <a:gd name="T67" fmla="*/ 2 h 995"/>
                  <a:gd name="T68" fmla="*/ 1 w 775"/>
                  <a:gd name="T69" fmla="*/ 1 h 995"/>
                  <a:gd name="T70" fmla="*/ 1 w 775"/>
                  <a:gd name="T71" fmla="*/ 1 h 995"/>
                  <a:gd name="T72" fmla="*/ 1 w 775"/>
                  <a:gd name="T73" fmla="*/ 2 h 995"/>
                  <a:gd name="T74" fmla="*/ 0 w 775"/>
                  <a:gd name="T75" fmla="*/ 2 h 995"/>
                  <a:gd name="T76" fmla="*/ 0 w 775"/>
                  <a:gd name="T77" fmla="*/ 2 h 995"/>
                  <a:gd name="T78" fmla="*/ 0 w 775"/>
                  <a:gd name="T79" fmla="*/ 1 h 995"/>
                  <a:gd name="T80" fmla="*/ 0 w 775"/>
                  <a:gd name="T81" fmla="*/ 1 h 995"/>
                  <a:gd name="T82" fmla="*/ 0 w 775"/>
                  <a:gd name="T83" fmla="*/ 1 h 995"/>
                  <a:gd name="T84" fmla="*/ 0 w 775"/>
                  <a:gd name="T85" fmla="*/ 1 h 995"/>
                  <a:gd name="T86" fmla="*/ 0 w 775"/>
                  <a:gd name="T87" fmla="*/ 1 h 9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75"/>
                  <a:gd name="T133" fmla="*/ 0 h 995"/>
                  <a:gd name="T134" fmla="*/ 775 w 775"/>
                  <a:gd name="T135" fmla="*/ 995 h 9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75" h="995">
                    <a:moveTo>
                      <a:pt x="0" y="490"/>
                    </a:moveTo>
                    <a:lnTo>
                      <a:pt x="62" y="576"/>
                    </a:lnTo>
                    <a:lnTo>
                      <a:pt x="104" y="684"/>
                    </a:lnTo>
                    <a:lnTo>
                      <a:pt x="123" y="703"/>
                    </a:lnTo>
                    <a:lnTo>
                      <a:pt x="154" y="710"/>
                    </a:lnTo>
                    <a:lnTo>
                      <a:pt x="191" y="689"/>
                    </a:lnTo>
                    <a:lnTo>
                      <a:pt x="240" y="648"/>
                    </a:lnTo>
                    <a:lnTo>
                      <a:pt x="275" y="562"/>
                    </a:lnTo>
                    <a:lnTo>
                      <a:pt x="288" y="470"/>
                    </a:lnTo>
                    <a:lnTo>
                      <a:pt x="349" y="345"/>
                    </a:lnTo>
                    <a:lnTo>
                      <a:pt x="380" y="422"/>
                    </a:lnTo>
                    <a:lnTo>
                      <a:pt x="429" y="452"/>
                    </a:lnTo>
                    <a:lnTo>
                      <a:pt x="470" y="440"/>
                    </a:lnTo>
                    <a:lnTo>
                      <a:pt x="512" y="373"/>
                    </a:lnTo>
                    <a:lnTo>
                      <a:pt x="569" y="311"/>
                    </a:lnTo>
                    <a:lnTo>
                      <a:pt x="593" y="228"/>
                    </a:lnTo>
                    <a:lnTo>
                      <a:pt x="604" y="166"/>
                    </a:lnTo>
                    <a:lnTo>
                      <a:pt x="593" y="106"/>
                    </a:lnTo>
                    <a:lnTo>
                      <a:pt x="574" y="48"/>
                    </a:lnTo>
                    <a:lnTo>
                      <a:pt x="512" y="0"/>
                    </a:lnTo>
                    <a:lnTo>
                      <a:pt x="611" y="62"/>
                    </a:lnTo>
                    <a:lnTo>
                      <a:pt x="666" y="171"/>
                    </a:lnTo>
                    <a:lnTo>
                      <a:pt x="673" y="253"/>
                    </a:lnTo>
                    <a:lnTo>
                      <a:pt x="666" y="354"/>
                    </a:lnTo>
                    <a:lnTo>
                      <a:pt x="646" y="518"/>
                    </a:lnTo>
                    <a:lnTo>
                      <a:pt x="727" y="576"/>
                    </a:lnTo>
                    <a:lnTo>
                      <a:pt x="758" y="641"/>
                    </a:lnTo>
                    <a:lnTo>
                      <a:pt x="767" y="714"/>
                    </a:lnTo>
                    <a:lnTo>
                      <a:pt x="763" y="830"/>
                    </a:lnTo>
                    <a:lnTo>
                      <a:pt x="752" y="896"/>
                    </a:lnTo>
                    <a:lnTo>
                      <a:pt x="734" y="910"/>
                    </a:lnTo>
                    <a:lnTo>
                      <a:pt x="775" y="995"/>
                    </a:lnTo>
                    <a:lnTo>
                      <a:pt x="659" y="844"/>
                    </a:lnTo>
                    <a:lnTo>
                      <a:pt x="584" y="758"/>
                    </a:lnTo>
                    <a:lnTo>
                      <a:pt x="512" y="723"/>
                    </a:lnTo>
                    <a:lnTo>
                      <a:pt x="470" y="710"/>
                    </a:lnTo>
                    <a:lnTo>
                      <a:pt x="367" y="738"/>
                    </a:lnTo>
                    <a:lnTo>
                      <a:pt x="266" y="745"/>
                    </a:lnTo>
                    <a:lnTo>
                      <a:pt x="178" y="738"/>
                    </a:lnTo>
                    <a:lnTo>
                      <a:pt x="116" y="728"/>
                    </a:lnTo>
                    <a:lnTo>
                      <a:pt x="86" y="689"/>
                    </a:lnTo>
                    <a:lnTo>
                      <a:pt x="68" y="624"/>
                    </a:lnTo>
                    <a:lnTo>
                      <a:pt x="48" y="576"/>
                    </a:lnTo>
                    <a:lnTo>
                      <a:pt x="0" y="4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1" name="Freeform 214">
                <a:extLst>
                  <a:ext uri="{FF2B5EF4-FFF2-40B4-BE49-F238E27FC236}">
                    <a16:creationId xmlns:a16="http://schemas.microsoft.com/office/drawing/2014/main" id="{04B235A0-75D9-854B-A6B2-726307652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916"/>
                <a:ext cx="281" cy="223"/>
              </a:xfrm>
              <a:custGeom>
                <a:avLst/>
                <a:gdLst>
                  <a:gd name="T0" fmla="*/ 3 w 2251"/>
                  <a:gd name="T1" fmla="*/ 0 h 1787"/>
                  <a:gd name="T2" fmla="*/ 3 w 2251"/>
                  <a:gd name="T3" fmla="*/ 1 h 1787"/>
                  <a:gd name="T4" fmla="*/ 3 w 2251"/>
                  <a:gd name="T5" fmla="*/ 1 h 1787"/>
                  <a:gd name="T6" fmla="*/ 4 w 2251"/>
                  <a:gd name="T7" fmla="*/ 1 h 1787"/>
                  <a:gd name="T8" fmla="*/ 3 w 2251"/>
                  <a:gd name="T9" fmla="*/ 1 h 1787"/>
                  <a:gd name="T10" fmla="*/ 3 w 2251"/>
                  <a:gd name="T11" fmla="*/ 1 h 1787"/>
                  <a:gd name="T12" fmla="*/ 3 w 2251"/>
                  <a:gd name="T13" fmla="*/ 1 h 1787"/>
                  <a:gd name="T14" fmla="*/ 3 w 2251"/>
                  <a:gd name="T15" fmla="*/ 1 h 1787"/>
                  <a:gd name="T16" fmla="*/ 2 w 2251"/>
                  <a:gd name="T17" fmla="*/ 1 h 1787"/>
                  <a:gd name="T18" fmla="*/ 3 w 2251"/>
                  <a:gd name="T19" fmla="*/ 1 h 1787"/>
                  <a:gd name="T20" fmla="*/ 3 w 2251"/>
                  <a:gd name="T21" fmla="*/ 2 h 1787"/>
                  <a:gd name="T22" fmla="*/ 3 w 2251"/>
                  <a:gd name="T23" fmla="*/ 2 h 1787"/>
                  <a:gd name="T24" fmla="*/ 3 w 2251"/>
                  <a:gd name="T25" fmla="*/ 2 h 1787"/>
                  <a:gd name="T26" fmla="*/ 4 w 2251"/>
                  <a:gd name="T27" fmla="*/ 3 h 1787"/>
                  <a:gd name="T28" fmla="*/ 4 w 2251"/>
                  <a:gd name="T29" fmla="*/ 3 h 1787"/>
                  <a:gd name="T30" fmla="*/ 4 w 2251"/>
                  <a:gd name="T31" fmla="*/ 3 h 1787"/>
                  <a:gd name="T32" fmla="*/ 4 w 2251"/>
                  <a:gd name="T33" fmla="*/ 2 h 1787"/>
                  <a:gd name="T34" fmla="*/ 4 w 2251"/>
                  <a:gd name="T35" fmla="*/ 2 h 1787"/>
                  <a:gd name="T36" fmla="*/ 4 w 2251"/>
                  <a:gd name="T37" fmla="*/ 2 h 1787"/>
                  <a:gd name="T38" fmla="*/ 4 w 2251"/>
                  <a:gd name="T39" fmla="*/ 2 h 1787"/>
                  <a:gd name="T40" fmla="*/ 4 w 2251"/>
                  <a:gd name="T41" fmla="*/ 2 h 1787"/>
                  <a:gd name="T42" fmla="*/ 4 w 2251"/>
                  <a:gd name="T43" fmla="*/ 2 h 1787"/>
                  <a:gd name="T44" fmla="*/ 4 w 2251"/>
                  <a:gd name="T45" fmla="*/ 2 h 1787"/>
                  <a:gd name="T46" fmla="*/ 4 w 2251"/>
                  <a:gd name="T47" fmla="*/ 2 h 1787"/>
                  <a:gd name="T48" fmla="*/ 4 w 2251"/>
                  <a:gd name="T49" fmla="*/ 2 h 1787"/>
                  <a:gd name="T50" fmla="*/ 4 w 2251"/>
                  <a:gd name="T51" fmla="*/ 2 h 1787"/>
                  <a:gd name="T52" fmla="*/ 4 w 2251"/>
                  <a:gd name="T53" fmla="*/ 1 h 1787"/>
                  <a:gd name="T54" fmla="*/ 4 w 2251"/>
                  <a:gd name="T55" fmla="*/ 1 h 1787"/>
                  <a:gd name="T56" fmla="*/ 4 w 2251"/>
                  <a:gd name="T57" fmla="*/ 2 h 1787"/>
                  <a:gd name="T58" fmla="*/ 4 w 2251"/>
                  <a:gd name="T59" fmla="*/ 3 h 1787"/>
                  <a:gd name="T60" fmla="*/ 4 w 2251"/>
                  <a:gd name="T61" fmla="*/ 3 h 1787"/>
                  <a:gd name="T62" fmla="*/ 3 w 2251"/>
                  <a:gd name="T63" fmla="*/ 3 h 1787"/>
                  <a:gd name="T64" fmla="*/ 3 w 2251"/>
                  <a:gd name="T65" fmla="*/ 3 h 1787"/>
                  <a:gd name="T66" fmla="*/ 2 w 2251"/>
                  <a:gd name="T67" fmla="*/ 3 h 1787"/>
                  <a:gd name="T68" fmla="*/ 2 w 2251"/>
                  <a:gd name="T69" fmla="*/ 3 h 1787"/>
                  <a:gd name="T70" fmla="*/ 2 w 2251"/>
                  <a:gd name="T71" fmla="*/ 3 h 1787"/>
                  <a:gd name="T72" fmla="*/ 2 w 2251"/>
                  <a:gd name="T73" fmla="*/ 3 h 1787"/>
                  <a:gd name="T74" fmla="*/ 2 w 2251"/>
                  <a:gd name="T75" fmla="*/ 3 h 1787"/>
                  <a:gd name="T76" fmla="*/ 1 w 2251"/>
                  <a:gd name="T77" fmla="*/ 3 h 1787"/>
                  <a:gd name="T78" fmla="*/ 1 w 2251"/>
                  <a:gd name="T79" fmla="*/ 2 h 1787"/>
                  <a:gd name="T80" fmla="*/ 1 w 2251"/>
                  <a:gd name="T81" fmla="*/ 2 h 1787"/>
                  <a:gd name="T82" fmla="*/ 0 w 2251"/>
                  <a:gd name="T83" fmla="*/ 2 h 1787"/>
                  <a:gd name="T84" fmla="*/ 0 w 2251"/>
                  <a:gd name="T85" fmla="*/ 2 h 1787"/>
                  <a:gd name="T86" fmla="*/ 0 w 2251"/>
                  <a:gd name="T87" fmla="*/ 2 h 1787"/>
                  <a:gd name="T88" fmla="*/ 0 w 2251"/>
                  <a:gd name="T89" fmla="*/ 1 h 1787"/>
                  <a:gd name="T90" fmla="*/ 1 w 2251"/>
                  <a:gd name="T91" fmla="*/ 0 h 1787"/>
                  <a:gd name="T92" fmla="*/ 2 w 2251"/>
                  <a:gd name="T93" fmla="*/ 0 h 1787"/>
                  <a:gd name="T94" fmla="*/ 3 w 2251"/>
                  <a:gd name="T95" fmla="*/ 0 h 1787"/>
                  <a:gd name="T96" fmla="*/ 3 w 2251"/>
                  <a:gd name="T97" fmla="*/ 0 h 178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51"/>
                  <a:gd name="T148" fmla="*/ 0 h 1787"/>
                  <a:gd name="T149" fmla="*/ 2251 w 2251"/>
                  <a:gd name="T150" fmla="*/ 1787 h 178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51" h="1787">
                    <a:moveTo>
                      <a:pt x="1718" y="268"/>
                    </a:moveTo>
                    <a:lnTo>
                      <a:pt x="1609" y="231"/>
                    </a:lnTo>
                    <a:lnTo>
                      <a:pt x="1524" y="224"/>
                    </a:lnTo>
                    <a:lnTo>
                      <a:pt x="1635" y="297"/>
                    </a:lnTo>
                    <a:lnTo>
                      <a:pt x="1702" y="403"/>
                    </a:lnTo>
                    <a:lnTo>
                      <a:pt x="1761" y="565"/>
                    </a:lnTo>
                    <a:lnTo>
                      <a:pt x="1805" y="687"/>
                    </a:lnTo>
                    <a:lnTo>
                      <a:pt x="1835" y="774"/>
                    </a:lnTo>
                    <a:lnTo>
                      <a:pt x="1745" y="639"/>
                    </a:lnTo>
                    <a:lnTo>
                      <a:pt x="1664" y="498"/>
                    </a:lnTo>
                    <a:lnTo>
                      <a:pt x="1561" y="431"/>
                    </a:lnTo>
                    <a:lnTo>
                      <a:pt x="1446" y="378"/>
                    </a:lnTo>
                    <a:lnTo>
                      <a:pt x="1409" y="330"/>
                    </a:lnTo>
                    <a:lnTo>
                      <a:pt x="1462" y="464"/>
                    </a:lnTo>
                    <a:lnTo>
                      <a:pt x="1529" y="530"/>
                    </a:lnTo>
                    <a:lnTo>
                      <a:pt x="1423" y="475"/>
                    </a:lnTo>
                    <a:lnTo>
                      <a:pt x="1339" y="408"/>
                    </a:lnTo>
                    <a:lnTo>
                      <a:pt x="1264" y="383"/>
                    </a:lnTo>
                    <a:lnTo>
                      <a:pt x="1324" y="516"/>
                    </a:lnTo>
                    <a:lnTo>
                      <a:pt x="1434" y="657"/>
                    </a:lnTo>
                    <a:lnTo>
                      <a:pt x="1543" y="730"/>
                    </a:lnTo>
                    <a:lnTo>
                      <a:pt x="1664" y="822"/>
                    </a:lnTo>
                    <a:lnTo>
                      <a:pt x="1750" y="883"/>
                    </a:lnTo>
                    <a:lnTo>
                      <a:pt x="1798" y="961"/>
                    </a:lnTo>
                    <a:lnTo>
                      <a:pt x="1805" y="1044"/>
                    </a:lnTo>
                    <a:lnTo>
                      <a:pt x="1817" y="1178"/>
                    </a:lnTo>
                    <a:lnTo>
                      <a:pt x="1884" y="1288"/>
                    </a:lnTo>
                    <a:lnTo>
                      <a:pt x="1950" y="1337"/>
                    </a:lnTo>
                    <a:lnTo>
                      <a:pt x="2053" y="1360"/>
                    </a:lnTo>
                    <a:lnTo>
                      <a:pt x="2128" y="1422"/>
                    </a:lnTo>
                    <a:lnTo>
                      <a:pt x="2145" y="1508"/>
                    </a:lnTo>
                    <a:lnTo>
                      <a:pt x="2172" y="1453"/>
                    </a:lnTo>
                    <a:lnTo>
                      <a:pt x="2145" y="1347"/>
                    </a:lnTo>
                    <a:lnTo>
                      <a:pt x="2073" y="1275"/>
                    </a:lnTo>
                    <a:lnTo>
                      <a:pt x="2006" y="1238"/>
                    </a:lnTo>
                    <a:lnTo>
                      <a:pt x="1946" y="1152"/>
                    </a:lnTo>
                    <a:lnTo>
                      <a:pt x="1902" y="1062"/>
                    </a:lnTo>
                    <a:lnTo>
                      <a:pt x="1969" y="1116"/>
                    </a:lnTo>
                    <a:lnTo>
                      <a:pt x="2024" y="1132"/>
                    </a:lnTo>
                    <a:lnTo>
                      <a:pt x="2062" y="1121"/>
                    </a:lnTo>
                    <a:lnTo>
                      <a:pt x="2053" y="1097"/>
                    </a:lnTo>
                    <a:lnTo>
                      <a:pt x="2024" y="1068"/>
                    </a:lnTo>
                    <a:lnTo>
                      <a:pt x="1981" y="1000"/>
                    </a:lnTo>
                    <a:lnTo>
                      <a:pt x="1976" y="934"/>
                    </a:lnTo>
                    <a:lnTo>
                      <a:pt x="1990" y="901"/>
                    </a:lnTo>
                    <a:lnTo>
                      <a:pt x="2006" y="883"/>
                    </a:lnTo>
                    <a:lnTo>
                      <a:pt x="2024" y="897"/>
                    </a:lnTo>
                    <a:lnTo>
                      <a:pt x="2066" y="915"/>
                    </a:lnTo>
                    <a:lnTo>
                      <a:pt x="2135" y="1000"/>
                    </a:lnTo>
                    <a:lnTo>
                      <a:pt x="2193" y="1158"/>
                    </a:lnTo>
                    <a:lnTo>
                      <a:pt x="2225" y="1226"/>
                    </a:lnTo>
                    <a:lnTo>
                      <a:pt x="2185" y="1000"/>
                    </a:lnTo>
                    <a:lnTo>
                      <a:pt x="2096" y="738"/>
                    </a:lnTo>
                    <a:lnTo>
                      <a:pt x="1956" y="488"/>
                    </a:lnTo>
                    <a:lnTo>
                      <a:pt x="1895" y="408"/>
                    </a:lnTo>
                    <a:lnTo>
                      <a:pt x="1990" y="493"/>
                    </a:lnTo>
                    <a:lnTo>
                      <a:pt x="2145" y="774"/>
                    </a:lnTo>
                    <a:lnTo>
                      <a:pt x="2220" y="1062"/>
                    </a:lnTo>
                    <a:lnTo>
                      <a:pt x="2251" y="1374"/>
                    </a:lnTo>
                    <a:lnTo>
                      <a:pt x="2246" y="1598"/>
                    </a:lnTo>
                    <a:lnTo>
                      <a:pt x="2128" y="1719"/>
                    </a:lnTo>
                    <a:lnTo>
                      <a:pt x="1928" y="1787"/>
                    </a:lnTo>
                    <a:lnTo>
                      <a:pt x="1767" y="1763"/>
                    </a:lnTo>
                    <a:lnTo>
                      <a:pt x="1596" y="1710"/>
                    </a:lnTo>
                    <a:lnTo>
                      <a:pt x="1529" y="1604"/>
                    </a:lnTo>
                    <a:lnTo>
                      <a:pt x="1457" y="1563"/>
                    </a:lnTo>
                    <a:lnTo>
                      <a:pt x="1352" y="1536"/>
                    </a:lnTo>
                    <a:lnTo>
                      <a:pt x="1264" y="1512"/>
                    </a:lnTo>
                    <a:lnTo>
                      <a:pt x="1207" y="1508"/>
                    </a:lnTo>
                    <a:lnTo>
                      <a:pt x="1153" y="1413"/>
                    </a:lnTo>
                    <a:lnTo>
                      <a:pt x="1091" y="1360"/>
                    </a:lnTo>
                    <a:lnTo>
                      <a:pt x="1007" y="1391"/>
                    </a:lnTo>
                    <a:lnTo>
                      <a:pt x="939" y="1391"/>
                    </a:lnTo>
                    <a:lnTo>
                      <a:pt x="961" y="1471"/>
                    </a:lnTo>
                    <a:lnTo>
                      <a:pt x="860" y="1487"/>
                    </a:lnTo>
                    <a:lnTo>
                      <a:pt x="816" y="1395"/>
                    </a:lnTo>
                    <a:lnTo>
                      <a:pt x="731" y="1395"/>
                    </a:lnTo>
                    <a:lnTo>
                      <a:pt x="653" y="1360"/>
                    </a:lnTo>
                    <a:lnTo>
                      <a:pt x="607" y="1319"/>
                    </a:lnTo>
                    <a:lnTo>
                      <a:pt x="586" y="1266"/>
                    </a:lnTo>
                    <a:lnTo>
                      <a:pt x="581" y="1238"/>
                    </a:lnTo>
                    <a:lnTo>
                      <a:pt x="462" y="1217"/>
                    </a:lnTo>
                    <a:lnTo>
                      <a:pt x="323" y="1165"/>
                    </a:lnTo>
                    <a:lnTo>
                      <a:pt x="176" y="1084"/>
                    </a:lnTo>
                    <a:lnTo>
                      <a:pt x="93" y="1012"/>
                    </a:lnTo>
                    <a:lnTo>
                      <a:pt x="42" y="961"/>
                    </a:lnTo>
                    <a:lnTo>
                      <a:pt x="14" y="901"/>
                    </a:lnTo>
                    <a:lnTo>
                      <a:pt x="0" y="846"/>
                    </a:lnTo>
                    <a:lnTo>
                      <a:pt x="31" y="687"/>
                    </a:lnTo>
                    <a:lnTo>
                      <a:pt x="152" y="493"/>
                    </a:lnTo>
                    <a:lnTo>
                      <a:pt x="420" y="268"/>
                    </a:lnTo>
                    <a:lnTo>
                      <a:pt x="640" y="122"/>
                    </a:lnTo>
                    <a:lnTo>
                      <a:pt x="816" y="46"/>
                    </a:lnTo>
                    <a:lnTo>
                      <a:pt x="1007" y="11"/>
                    </a:lnTo>
                    <a:lnTo>
                      <a:pt x="1231" y="0"/>
                    </a:lnTo>
                    <a:lnTo>
                      <a:pt x="1414" y="30"/>
                    </a:lnTo>
                    <a:lnTo>
                      <a:pt x="1543" y="97"/>
                    </a:lnTo>
                    <a:lnTo>
                      <a:pt x="1653" y="187"/>
                    </a:lnTo>
                    <a:lnTo>
                      <a:pt x="1718" y="2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2" name="Freeform 215">
                <a:extLst>
                  <a:ext uri="{FF2B5EF4-FFF2-40B4-BE49-F238E27FC236}">
                    <a16:creationId xmlns:a16="http://schemas.microsoft.com/office/drawing/2014/main" id="{3D3673BF-AEDC-ED4B-A9B7-7DC6A5C19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084"/>
                <a:ext cx="24" cy="49"/>
              </a:xfrm>
              <a:custGeom>
                <a:avLst/>
                <a:gdLst>
                  <a:gd name="T0" fmla="*/ 0 w 192"/>
                  <a:gd name="T1" fmla="*/ 0 h 396"/>
                  <a:gd name="T2" fmla="*/ 0 w 192"/>
                  <a:gd name="T3" fmla="*/ 0 h 396"/>
                  <a:gd name="T4" fmla="*/ 0 w 192"/>
                  <a:gd name="T5" fmla="*/ 0 h 396"/>
                  <a:gd name="T6" fmla="*/ 0 w 192"/>
                  <a:gd name="T7" fmla="*/ 0 h 396"/>
                  <a:gd name="T8" fmla="*/ 0 w 192"/>
                  <a:gd name="T9" fmla="*/ 0 h 396"/>
                  <a:gd name="T10" fmla="*/ 0 w 192"/>
                  <a:gd name="T11" fmla="*/ 1 h 396"/>
                  <a:gd name="T12" fmla="*/ 0 w 192"/>
                  <a:gd name="T13" fmla="*/ 1 h 396"/>
                  <a:gd name="T14" fmla="*/ 0 w 192"/>
                  <a:gd name="T15" fmla="*/ 1 h 396"/>
                  <a:gd name="T16" fmla="*/ 0 w 192"/>
                  <a:gd name="T17" fmla="*/ 1 h 396"/>
                  <a:gd name="T18" fmla="*/ 0 w 192"/>
                  <a:gd name="T19" fmla="*/ 1 h 396"/>
                  <a:gd name="T20" fmla="*/ 0 w 192"/>
                  <a:gd name="T21" fmla="*/ 1 h 396"/>
                  <a:gd name="T22" fmla="*/ 0 w 192"/>
                  <a:gd name="T23" fmla="*/ 0 h 396"/>
                  <a:gd name="T24" fmla="*/ 0 w 192"/>
                  <a:gd name="T25" fmla="*/ 0 h 396"/>
                  <a:gd name="T26" fmla="*/ 0 w 192"/>
                  <a:gd name="T27" fmla="*/ 0 h 396"/>
                  <a:gd name="T28" fmla="*/ 0 w 192"/>
                  <a:gd name="T29" fmla="*/ 0 h 396"/>
                  <a:gd name="T30" fmla="*/ 0 w 192"/>
                  <a:gd name="T31" fmla="*/ 0 h 396"/>
                  <a:gd name="T32" fmla="*/ 0 w 192"/>
                  <a:gd name="T33" fmla="*/ 0 h 396"/>
                  <a:gd name="T34" fmla="*/ 0 w 192"/>
                  <a:gd name="T35" fmla="*/ 0 h 396"/>
                  <a:gd name="T36" fmla="*/ 0 w 192"/>
                  <a:gd name="T37" fmla="*/ 0 h 396"/>
                  <a:gd name="T38" fmla="*/ 0 w 192"/>
                  <a:gd name="T39" fmla="*/ 0 h 396"/>
                  <a:gd name="T40" fmla="*/ 0 w 192"/>
                  <a:gd name="T41" fmla="*/ 0 h 396"/>
                  <a:gd name="T42" fmla="*/ 0 w 192"/>
                  <a:gd name="T43" fmla="*/ 0 h 396"/>
                  <a:gd name="T44" fmla="*/ 0 w 192"/>
                  <a:gd name="T45" fmla="*/ 0 h 396"/>
                  <a:gd name="T46" fmla="*/ 0 w 192"/>
                  <a:gd name="T47" fmla="*/ 0 h 396"/>
                  <a:gd name="T48" fmla="*/ 0 w 192"/>
                  <a:gd name="T49" fmla="*/ 0 h 3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92"/>
                  <a:gd name="T76" fmla="*/ 0 h 396"/>
                  <a:gd name="T77" fmla="*/ 192 w 192"/>
                  <a:gd name="T78" fmla="*/ 396 h 39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92" h="396">
                    <a:moveTo>
                      <a:pt x="75" y="38"/>
                    </a:moveTo>
                    <a:lnTo>
                      <a:pt x="132" y="75"/>
                    </a:lnTo>
                    <a:lnTo>
                      <a:pt x="174" y="128"/>
                    </a:lnTo>
                    <a:lnTo>
                      <a:pt x="192" y="196"/>
                    </a:lnTo>
                    <a:lnTo>
                      <a:pt x="192" y="246"/>
                    </a:lnTo>
                    <a:lnTo>
                      <a:pt x="174" y="301"/>
                    </a:lnTo>
                    <a:lnTo>
                      <a:pt x="150" y="329"/>
                    </a:lnTo>
                    <a:lnTo>
                      <a:pt x="121" y="396"/>
                    </a:lnTo>
                    <a:lnTo>
                      <a:pt x="102" y="396"/>
                    </a:lnTo>
                    <a:lnTo>
                      <a:pt x="108" y="363"/>
                    </a:lnTo>
                    <a:lnTo>
                      <a:pt x="150" y="310"/>
                    </a:lnTo>
                    <a:lnTo>
                      <a:pt x="162" y="262"/>
                    </a:lnTo>
                    <a:lnTo>
                      <a:pt x="150" y="196"/>
                    </a:lnTo>
                    <a:lnTo>
                      <a:pt x="121" y="154"/>
                    </a:lnTo>
                    <a:lnTo>
                      <a:pt x="121" y="209"/>
                    </a:lnTo>
                    <a:lnTo>
                      <a:pt x="75" y="288"/>
                    </a:lnTo>
                    <a:lnTo>
                      <a:pt x="88" y="223"/>
                    </a:lnTo>
                    <a:lnTo>
                      <a:pt x="75" y="174"/>
                    </a:lnTo>
                    <a:lnTo>
                      <a:pt x="40" y="174"/>
                    </a:lnTo>
                    <a:lnTo>
                      <a:pt x="22" y="147"/>
                    </a:lnTo>
                    <a:lnTo>
                      <a:pt x="9" y="135"/>
                    </a:lnTo>
                    <a:lnTo>
                      <a:pt x="0" y="75"/>
                    </a:lnTo>
                    <a:lnTo>
                      <a:pt x="22" y="27"/>
                    </a:lnTo>
                    <a:lnTo>
                      <a:pt x="53" y="0"/>
                    </a:lnTo>
                    <a:lnTo>
                      <a:pt x="75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3" name="Line 216">
                <a:extLst>
                  <a:ext uri="{FF2B5EF4-FFF2-40B4-BE49-F238E27FC236}">
                    <a16:creationId xmlns:a16="http://schemas.microsoft.com/office/drawing/2014/main" id="{9C48804B-E63E-F342-BA43-367490E8B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08" y="3095"/>
                <a:ext cx="10" cy="2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4" name="Line 217">
                <a:extLst>
                  <a:ext uri="{FF2B5EF4-FFF2-40B4-BE49-F238E27FC236}">
                    <a16:creationId xmlns:a16="http://schemas.microsoft.com/office/drawing/2014/main" id="{37CD9C6A-CCDB-5146-9330-BF2F60A38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03" y="3092"/>
                <a:ext cx="11" cy="3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5" name="Line 218">
                <a:extLst>
                  <a:ext uri="{FF2B5EF4-FFF2-40B4-BE49-F238E27FC236}">
                    <a16:creationId xmlns:a16="http://schemas.microsoft.com/office/drawing/2014/main" id="{B8BE1E16-BEAC-9142-8675-AF277B2A6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8" y="3099"/>
                <a:ext cx="9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6" name="Line 219">
                <a:extLst>
                  <a:ext uri="{FF2B5EF4-FFF2-40B4-BE49-F238E27FC236}">
                    <a16:creationId xmlns:a16="http://schemas.microsoft.com/office/drawing/2014/main" id="{E22626BE-3818-7C4E-83BE-35084E49D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5" y="3106"/>
                <a:ext cx="6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7" name="Freeform 220">
                <a:extLst>
                  <a:ext uri="{FF2B5EF4-FFF2-40B4-BE49-F238E27FC236}">
                    <a16:creationId xmlns:a16="http://schemas.microsoft.com/office/drawing/2014/main" id="{90D8E44D-1878-944C-840C-77BF64358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033"/>
                <a:ext cx="333" cy="211"/>
              </a:xfrm>
              <a:custGeom>
                <a:avLst/>
                <a:gdLst>
                  <a:gd name="T0" fmla="*/ 1 w 2665"/>
                  <a:gd name="T1" fmla="*/ 2 h 1692"/>
                  <a:gd name="T2" fmla="*/ 1 w 2665"/>
                  <a:gd name="T3" fmla="*/ 3 h 1692"/>
                  <a:gd name="T4" fmla="*/ 0 w 2665"/>
                  <a:gd name="T5" fmla="*/ 3 h 1692"/>
                  <a:gd name="T6" fmla="*/ 0 w 2665"/>
                  <a:gd name="T7" fmla="*/ 3 h 1692"/>
                  <a:gd name="T8" fmla="*/ 1 w 2665"/>
                  <a:gd name="T9" fmla="*/ 3 h 1692"/>
                  <a:gd name="T10" fmla="*/ 2 w 2665"/>
                  <a:gd name="T11" fmla="*/ 3 h 1692"/>
                  <a:gd name="T12" fmla="*/ 3 w 2665"/>
                  <a:gd name="T13" fmla="*/ 3 h 1692"/>
                  <a:gd name="T14" fmla="*/ 4 w 2665"/>
                  <a:gd name="T15" fmla="*/ 2 h 1692"/>
                  <a:gd name="T16" fmla="*/ 4 w 2665"/>
                  <a:gd name="T17" fmla="*/ 2 h 1692"/>
                  <a:gd name="T18" fmla="*/ 4 w 2665"/>
                  <a:gd name="T19" fmla="*/ 2 h 1692"/>
                  <a:gd name="T20" fmla="*/ 5 w 2665"/>
                  <a:gd name="T21" fmla="*/ 2 h 1692"/>
                  <a:gd name="T22" fmla="*/ 5 w 2665"/>
                  <a:gd name="T23" fmla="*/ 1 h 1692"/>
                  <a:gd name="T24" fmla="*/ 5 w 2665"/>
                  <a:gd name="T25" fmla="*/ 1 h 1692"/>
                  <a:gd name="T26" fmla="*/ 5 w 2665"/>
                  <a:gd name="T27" fmla="*/ 1 h 1692"/>
                  <a:gd name="T28" fmla="*/ 5 w 2665"/>
                  <a:gd name="T29" fmla="*/ 1 h 1692"/>
                  <a:gd name="T30" fmla="*/ 4 w 2665"/>
                  <a:gd name="T31" fmla="*/ 2 h 1692"/>
                  <a:gd name="T32" fmla="*/ 4 w 2665"/>
                  <a:gd name="T33" fmla="*/ 2 h 1692"/>
                  <a:gd name="T34" fmla="*/ 4 w 2665"/>
                  <a:gd name="T35" fmla="*/ 1 h 1692"/>
                  <a:gd name="T36" fmla="*/ 4 w 2665"/>
                  <a:gd name="T37" fmla="*/ 1 h 1692"/>
                  <a:gd name="T38" fmla="*/ 4 w 2665"/>
                  <a:gd name="T39" fmla="*/ 0 h 1692"/>
                  <a:gd name="T40" fmla="*/ 4 w 2665"/>
                  <a:gd name="T41" fmla="*/ 1 h 1692"/>
                  <a:gd name="T42" fmla="*/ 4 w 2665"/>
                  <a:gd name="T43" fmla="*/ 1 h 1692"/>
                  <a:gd name="T44" fmla="*/ 4 w 2665"/>
                  <a:gd name="T45" fmla="*/ 1 h 1692"/>
                  <a:gd name="T46" fmla="*/ 4 w 2665"/>
                  <a:gd name="T47" fmla="*/ 0 h 1692"/>
                  <a:gd name="T48" fmla="*/ 4 w 2665"/>
                  <a:gd name="T49" fmla="*/ 0 h 1692"/>
                  <a:gd name="T50" fmla="*/ 4 w 2665"/>
                  <a:gd name="T51" fmla="*/ 1 h 1692"/>
                  <a:gd name="T52" fmla="*/ 4 w 2665"/>
                  <a:gd name="T53" fmla="*/ 1 h 1692"/>
                  <a:gd name="T54" fmla="*/ 3 w 2665"/>
                  <a:gd name="T55" fmla="*/ 1 h 1692"/>
                  <a:gd name="T56" fmla="*/ 3 w 2665"/>
                  <a:gd name="T57" fmla="*/ 1 h 1692"/>
                  <a:gd name="T58" fmla="*/ 3 w 2665"/>
                  <a:gd name="T59" fmla="*/ 1 h 1692"/>
                  <a:gd name="T60" fmla="*/ 2 w 2665"/>
                  <a:gd name="T61" fmla="*/ 2 h 1692"/>
                  <a:gd name="T62" fmla="*/ 3 w 2665"/>
                  <a:gd name="T63" fmla="*/ 2 h 1692"/>
                  <a:gd name="T64" fmla="*/ 3 w 2665"/>
                  <a:gd name="T65" fmla="*/ 2 h 1692"/>
                  <a:gd name="T66" fmla="*/ 3 w 2665"/>
                  <a:gd name="T67" fmla="*/ 2 h 1692"/>
                  <a:gd name="T68" fmla="*/ 2 w 2665"/>
                  <a:gd name="T69" fmla="*/ 2 h 1692"/>
                  <a:gd name="T70" fmla="*/ 2 w 2665"/>
                  <a:gd name="T71" fmla="*/ 2 h 1692"/>
                  <a:gd name="T72" fmla="*/ 2 w 2665"/>
                  <a:gd name="T73" fmla="*/ 2 h 1692"/>
                  <a:gd name="T74" fmla="*/ 2 w 2665"/>
                  <a:gd name="T75" fmla="*/ 2 h 1692"/>
                  <a:gd name="T76" fmla="*/ 2 w 2665"/>
                  <a:gd name="T77" fmla="*/ 2 h 1692"/>
                  <a:gd name="T78" fmla="*/ 1 w 2665"/>
                  <a:gd name="T79" fmla="*/ 2 h 16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665"/>
                  <a:gd name="T121" fmla="*/ 0 h 1692"/>
                  <a:gd name="T122" fmla="*/ 2665 w 2665"/>
                  <a:gd name="T123" fmla="*/ 1692 h 16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665" h="1692">
                    <a:moveTo>
                      <a:pt x="514" y="1178"/>
                    </a:moveTo>
                    <a:lnTo>
                      <a:pt x="595" y="1291"/>
                    </a:lnTo>
                    <a:lnTo>
                      <a:pt x="632" y="1387"/>
                    </a:lnTo>
                    <a:lnTo>
                      <a:pt x="632" y="1420"/>
                    </a:lnTo>
                    <a:lnTo>
                      <a:pt x="334" y="1420"/>
                    </a:lnTo>
                    <a:lnTo>
                      <a:pt x="19" y="1409"/>
                    </a:lnTo>
                    <a:lnTo>
                      <a:pt x="0" y="1692"/>
                    </a:lnTo>
                    <a:lnTo>
                      <a:pt x="37" y="1433"/>
                    </a:lnTo>
                    <a:lnTo>
                      <a:pt x="312" y="1440"/>
                    </a:lnTo>
                    <a:lnTo>
                      <a:pt x="477" y="1446"/>
                    </a:lnTo>
                    <a:lnTo>
                      <a:pt x="804" y="1440"/>
                    </a:lnTo>
                    <a:lnTo>
                      <a:pt x="1123" y="1395"/>
                    </a:lnTo>
                    <a:lnTo>
                      <a:pt x="1750" y="1374"/>
                    </a:lnTo>
                    <a:lnTo>
                      <a:pt x="1815" y="1349"/>
                    </a:lnTo>
                    <a:lnTo>
                      <a:pt x="1892" y="1321"/>
                    </a:lnTo>
                    <a:lnTo>
                      <a:pt x="1960" y="1268"/>
                    </a:lnTo>
                    <a:lnTo>
                      <a:pt x="1995" y="1268"/>
                    </a:lnTo>
                    <a:lnTo>
                      <a:pt x="2020" y="1187"/>
                    </a:lnTo>
                    <a:lnTo>
                      <a:pt x="2045" y="1157"/>
                    </a:lnTo>
                    <a:lnTo>
                      <a:pt x="2213" y="1090"/>
                    </a:lnTo>
                    <a:lnTo>
                      <a:pt x="2472" y="947"/>
                    </a:lnTo>
                    <a:lnTo>
                      <a:pt x="2354" y="963"/>
                    </a:lnTo>
                    <a:lnTo>
                      <a:pt x="2391" y="881"/>
                    </a:lnTo>
                    <a:lnTo>
                      <a:pt x="2472" y="798"/>
                    </a:lnTo>
                    <a:lnTo>
                      <a:pt x="2562" y="791"/>
                    </a:lnTo>
                    <a:lnTo>
                      <a:pt x="2621" y="648"/>
                    </a:lnTo>
                    <a:lnTo>
                      <a:pt x="2665" y="537"/>
                    </a:lnTo>
                    <a:lnTo>
                      <a:pt x="2606" y="517"/>
                    </a:lnTo>
                    <a:lnTo>
                      <a:pt x="2525" y="689"/>
                    </a:lnTo>
                    <a:lnTo>
                      <a:pt x="2435" y="783"/>
                    </a:lnTo>
                    <a:lnTo>
                      <a:pt x="2366" y="864"/>
                    </a:lnTo>
                    <a:lnTo>
                      <a:pt x="2315" y="978"/>
                    </a:lnTo>
                    <a:lnTo>
                      <a:pt x="2094" y="1081"/>
                    </a:lnTo>
                    <a:lnTo>
                      <a:pt x="2077" y="829"/>
                    </a:lnTo>
                    <a:lnTo>
                      <a:pt x="2094" y="560"/>
                    </a:lnTo>
                    <a:lnTo>
                      <a:pt x="2114" y="418"/>
                    </a:lnTo>
                    <a:lnTo>
                      <a:pt x="2144" y="374"/>
                    </a:lnTo>
                    <a:lnTo>
                      <a:pt x="2144" y="343"/>
                    </a:lnTo>
                    <a:lnTo>
                      <a:pt x="2160" y="268"/>
                    </a:lnTo>
                    <a:lnTo>
                      <a:pt x="2174" y="200"/>
                    </a:lnTo>
                    <a:lnTo>
                      <a:pt x="2144" y="277"/>
                    </a:lnTo>
                    <a:lnTo>
                      <a:pt x="2121" y="365"/>
                    </a:lnTo>
                    <a:lnTo>
                      <a:pt x="2070" y="493"/>
                    </a:lnTo>
                    <a:lnTo>
                      <a:pt x="2045" y="671"/>
                    </a:lnTo>
                    <a:lnTo>
                      <a:pt x="2045" y="798"/>
                    </a:lnTo>
                    <a:lnTo>
                      <a:pt x="1986" y="636"/>
                    </a:lnTo>
                    <a:lnTo>
                      <a:pt x="1982" y="403"/>
                    </a:lnTo>
                    <a:lnTo>
                      <a:pt x="1995" y="180"/>
                    </a:lnTo>
                    <a:lnTo>
                      <a:pt x="2045" y="0"/>
                    </a:lnTo>
                    <a:lnTo>
                      <a:pt x="1967" y="83"/>
                    </a:lnTo>
                    <a:lnTo>
                      <a:pt x="1949" y="277"/>
                    </a:lnTo>
                    <a:lnTo>
                      <a:pt x="1960" y="470"/>
                    </a:lnTo>
                    <a:lnTo>
                      <a:pt x="1973" y="644"/>
                    </a:lnTo>
                    <a:lnTo>
                      <a:pt x="1927" y="657"/>
                    </a:lnTo>
                    <a:lnTo>
                      <a:pt x="1868" y="664"/>
                    </a:lnTo>
                    <a:lnTo>
                      <a:pt x="1808" y="644"/>
                    </a:lnTo>
                    <a:lnTo>
                      <a:pt x="1750" y="595"/>
                    </a:lnTo>
                    <a:lnTo>
                      <a:pt x="1704" y="508"/>
                    </a:lnTo>
                    <a:lnTo>
                      <a:pt x="1653" y="644"/>
                    </a:lnTo>
                    <a:lnTo>
                      <a:pt x="1586" y="754"/>
                    </a:lnTo>
                    <a:lnTo>
                      <a:pt x="1450" y="925"/>
                    </a:lnTo>
                    <a:lnTo>
                      <a:pt x="1281" y="875"/>
                    </a:lnTo>
                    <a:lnTo>
                      <a:pt x="1118" y="816"/>
                    </a:lnTo>
                    <a:lnTo>
                      <a:pt x="1325" y="904"/>
                    </a:lnTo>
                    <a:lnTo>
                      <a:pt x="1474" y="956"/>
                    </a:lnTo>
                    <a:lnTo>
                      <a:pt x="1614" y="985"/>
                    </a:lnTo>
                    <a:lnTo>
                      <a:pt x="1764" y="1022"/>
                    </a:lnTo>
                    <a:lnTo>
                      <a:pt x="1609" y="1016"/>
                    </a:lnTo>
                    <a:lnTo>
                      <a:pt x="1423" y="991"/>
                    </a:lnTo>
                    <a:lnTo>
                      <a:pt x="1229" y="941"/>
                    </a:lnTo>
                    <a:lnTo>
                      <a:pt x="1109" y="956"/>
                    </a:lnTo>
                    <a:lnTo>
                      <a:pt x="1272" y="1075"/>
                    </a:lnTo>
                    <a:lnTo>
                      <a:pt x="1206" y="1090"/>
                    </a:lnTo>
                    <a:lnTo>
                      <a:pt x="1094" y="1104"/>
                    </a:lnTo>
                    <a:lnTo>
                      <a:pt x="960" y="985"/>
                    </a:lnTo>
                    <a:lnTo>
                      <a:pt x="901" y="985"/>
                    </a:lnTo>
                    <a:lnTo>
                      <a:pt x="966" y="1208"/>
                    </a:lnTo>
                    <a:lnTo>
                      <a:pt x="842" y="1111"/>
                    </a:lnTo>
                    <a:lnTo>
                      <a:pt x="782" y="1022"/>
                    </a:lnTo>
                    <a:lnTo>
                      <a:pt x="536" y="1111"/>
                    </a:lnTo>
                    <a:lnTo>
                      <a:pt x="514" y="11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8" name="Freeform 221">
                <a:extLst>
                  <a:ext uri="{FF2B5EF4-FFF2-40B4-BE49-F238E27FC236}">
                    <a16:creationId xmlns:a16="http://schemas.microsoft.com/office/drawing/2014/main" id="{9670EEAF-9F81-FA47-989F-9AC225949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3057"/>
                <a:ext cx="24" cy="65"/>
              </a:xfrm>
              <a:custGeom>
                <a:avLst/>
                <a:gdLst>
                  <a:gd name="T0" fmla="*/ 0 w 190"/>
                  <a:gd name="T1" fmla="*/ 0 h 521"/>
                  <a:gd name="T2" fmla="*/ 0 w 190"/>
                  <a:gd name="T3" fmla="*/ 0 h 521"/>
                  <a:gd name="T4" fmla="*/ 0 w 190"/>
                  <a:gd name="T5" fmla="*/ 0 h 521"/>
                  <a:gd name="T6" fmla="*/ 0 w 190"/>
                  <a:gd name="T7" fmla="*/ 0 h 521"/>
                  <a:gd name="T8" fmla="*/ 0 w 190"/>
                  <a:gd name="T9" fmla="*/ 0 h 521"/>
                  <a:gd name="T10" fmla="*/ 0 w 190"/>
                  <a:gd name="T11" fmla="*/ 0 h 521"/>
                  <a:gd name="T12" fmla="*/ 0 w 190"/>
                  <a:gd name="T13" fmla="*/ 0 h 521"/>
                  <a:gd name="T14" fmla="*/ 0 w 190"/>
                  <a:gd name="T15" fmla="*/ 1 h 521"/>
                  <a:gd name="T16" fmla="*/ 0 w 190"/>
                  <a:gd name="T17" fmla="*/ 1 h 521"/>
                  <a:gd name="T18" fmla="*/ 0 w 190"/>
                  <a:gd name="T19" fmla="*/ 1 h 521"/>
                  <a:gd name="T20" fmla="*/ 0 w 190"/>
                  <a:gd name="T21" fmla="*/ 1 h 521"/>
                  <a:gd name="T22" fmla="*/ 0 w 190"/>
                  <a:gd name="T23" fmla="*/ 1 h 521"/>
                  <a:gd name="T24" fmla="*/ 0 w 190"/>
                  <a:gd name="T25" fmla="*/ 1 h 521"/>
                  <a:gd name="T26" fmla="*/ 0 w 190"/>
                  <a:gd name="T27" fmla="*/ 0 h 521"/>
                  <a:gd name="T28" fmla="*/ 0 w 190"/>
                  <a:gd name="T29" fmla="*/ 0 h 521"/>
                  <a:gd name="T30" fmla="*/ 0 w 190"/>
                  <a:gd name="T31" fmla="*/ 0 h 521"/>
                  <a:gd name="T32" fmla="*/ 0 w 190"/>
                  <a:gd name="T33" fmla="*/ 0 h 521"/>
                  <a:gd name="T34" fmla="*/ 0 w 190"/>
                  <a:gd name="T35" fmla="*/ 0 h 5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90"/>
                  <a:gd name="T55" fmla="*/ 0 h 521"/>
                  <a:gd name="T56" fmla="*/ 190 w 190"/>
                  <a:gd name="T57" fmla="*/ 521 h 5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90" h="521">
                    <a:moveTo>
                      <a:pt x="171" y="22"/>
                    </a:moveTo>
                    <a:lnTo>
                      <a:pt x="111" y="0"/>
                    </a:lnTo>
                    <a:lnTo>
                      <a:pt x="72" y="0"/>
                    </a:lnTo>
                    <a:lnTo>
                      <a:pt x="28" y="35"/>
                    </a:lnTo>
                    <a:lnTo>
                      <a:pt x="5" y="103"/>
                    </a:lnTo>
                    <a:lnTo>
                      <a:pt x="0" y="193"/>
                    </a:lnTo>
                    <a:lnTo>
                      <a:pt x="19" y="290"/>
                    </a:lnTo>
                    <a:lnTo>
                      <a:pt x="51" y="364"/>
                    </a:lnTo>
                    <a:lnTo>
                      <a:pt x="90" y="433"/>
                    </a:lnTo>
                    <a:lnTo>
                      <a:pt x="164" y="521"/>
                    </a:lnTo>
                    <a:lnTo>
                      <a:pt x="190" y="505"/>
                    </a:lnTo>
                    <a:lnTo>
                      <a:pt x="127" y="399"/>
                    </a:lnTo>
                    <a:lnTo>
                      <a:pt x="90" y="304"/>
                    </a:lnTo>
                    <a:lnTo>
                      <a:pt x="72" y="215"/>
                    </a:lnTo>
                    <a:lnTo>
                      <a:pt x="81" y="147"/>
                    </a:lnTo>
                    <a:lnTo>
                      <a:pt x="104" y="88"/>
                    </a:lnTo>
                    <a:lnTo>
                      <a:pt x="131" y="51"/>
                    </a:lnTo>
                    <a:lnTo>
                      <a:pt x="171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69" name="Freeform 222">
                <a:extLst>
                  <a:ext uri="{FF2B5EF4-FFF2-40B4-BE49-F238E27FC236}">
                    <a16:creationId xmlns:a16="http://schemas.microsoft.com/office/drawing/2014/main" id="{08E036A2-8BCB-B647-A21F-F16B7E0C8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73"/>
                <a:ext cx="77" cy="62"/>
              </a:xfrm>
              <a:custGeom>
                <a:avLst/>
                <a:gdLst>
                  <a:gd name="T0" fmla="*/ 1 w 611"/>
                  <a:gd name="T1" fmla="*/ 0 h 493"/>
                  <a:gd name="T2" fmla="*/ 1 w 611"/>
                  <a:gd name="T3" fmla="*/ 0 h 493"/>
                  <a:gd name="T4" fmla="*/ 1 w 611"/>
                  <a:gd name="T5" fmla="*/ 1 h 493"/>
                  <a:gd name="T6" fmla="*/ 0 w 611"/>
                  <a:gd name="T7" fmla="*/ 1 h 493"/>
                  <a:gd name="T8" fmla="*/ 0 w 611"/>
                  <a:gd name="T9" fmla="*/ 1 h 493"/>
                  <a:gd name="T10" fmla="*/ 0 w 611"/>
                  <a:gd name="T11" fmla="*/ 1 h 493"/>
                  <a:gd name="T12" fmla="*/ 0 w 611"/>
                  <a:gd name="T13" fmla="*/ 1 h 493"/>
                  <a:gd name="T14" fmla="*/ 0 w 611"/>
                  <a:gd name="T15" fmla="*/ 1 h 493"/>
                  <a:gd name="T16" fmla="*/ 0 w 611"/>
                  <a:gd name="T17" fmla="*/ 1 h 493"/>
                  <a:gd name="T18" fmla="*/ 1 w 611"/>
                  <a:gd name="T19" fmla="*/ 1 h 493"/>
                  <a:gd name="T20" fmla="*/ 1 w 611"/>
                  <a:gd name="T21" fmla="*/ 0 h 493"/>
                  <a:gd name="T22" fmla="*/ 1 w 611"/>
                  <a:gd name="T23" fmla="*/ 0 h 4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11"/>
                  <a:gd name="T37" fmla="*/ 0 h 493"/>
                  <a:gd name="T38" fmla="*/ 611 w 611"/>
                  <a:gd name="T39" fmla="*/ 493 h 49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11" h="493">
                    <a:moveTo>
                      <a:pt x="611" y="0"/>
                    </a:moveTo>
                    <a:lnTo>
                      <a:pt x="505" y="113"/>
                    </a:lnTo>
                    <a:lnTo>
                      <a:pt x="358" y="253"/>
                    </a:lnTo>
                    <a:lnTo>
                      <a:pt x="199" y="431"/>
                    </a:lnTo>
                    <a:lnTo>
                      <a:pt x="97" y="431"/>
                    </a:lnTo>
                    <a:lnTo>
                      <a:pt x="21" y="440"/>
                    </a:lnTo>
                    <a:lnTo>
                      <a:pt x="0" y="493"/>
                    </a:lnTo>
                    <a:lnTo>
                      <a:pt x="21" y="401"/>
                    </a:lnTo>
                    <a:lnTo>
                      <a:pt x="140" y="387"/>
                    </a:lnTo>
                    <a:lnTo>
                      <a:pt x="318" y="228"/>
                    </a:lnTo>
                    <a:lnTo>
                      <a:pt x="549" y="51"/>
                    </a:lnTo>
                    <a:lnTo>
                      <a:pt x="6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0" name="Freeform 223">
                <a:extLst>
                  <a:ext uri="{FF2B5EF4-FFF2-40B4-BE49-F238E27FC236}">
                    <a16:creationId xmlns:a16="http://schemas.microsoft.com/office/drawing/2014/main" id="{AB07BC2C-3796-D648-9001-B1620CE6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135"/>
                <a:ext cx="69" cy="28"/>
              </a:xfrm>
              <a:custGeom>
                <a:avLst/>
                <a:gdLst>
                  <a:gd name="T0" fmla="*/ 0 w 551"/>
                  <a:gd name="T1" fmla="*/ 0 h 228"/>
                  <a:gd name="T2" fmla="*/ 0 w 551"/>
                  <a:gd name="T3" fmla="*/ 0 h 228"/>
                  <a:gd name="T4" fmla="*/ 1 w 551"/>
                  <a:gd name="T5" fmla="*/ 0 h 228"/>
                  <a:gd name="T6" fmla="*/ 1 w 551"/>
                  <a:gd name="T7" fmla="*/ 0 h 228"/>
                  <a:gd name="T8" fmla="*/ 1 w 551"/>
                  <a:gd name="T9" fmla="*/ 0 h 228"/>
                  <a:gd name="T10" fmla="*/ 0 w 551"/>
                  <a:gd name="T11" fmla="*/ 0 h 228"/>
                  <a:gd name="T12" fmla="*/ 0 w 551"/>
                  <a:gd name="T13" fmla="*/ 0 h 228"/>
                  <a:gd name="T14" fmla="*/ 0 w 551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51"/>
                  <a:gd name="T25" fmla="*/ 0 h 228"/>
                  <a:gd name="T26" fmla="*/ 551 w 551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51" h="228">
                    <a:moveTo>
                      <a:pt x="8" y="228"/>
                    </a:moveTo>
                    <a:lnTo>
                      <a:pt x="148" y="155"/>
                    </a:lnTo>
                    <a:lnTo>
                      <a:pt x="342" y="21"/>
                    </a:lnTo>
                    <a:lnTo>
                      <a:pt x="551" y="0"/>
                    </a:lnTo>
                    <a:lnTo>
                      <a:pt x="342" y="7"/>
                    </a:lnTo>
                    <a:lnTo>
                      <a:pt x="162" y="118"/>
                    </a:lnTo>
                    <a:lnTo>
                      <a:pt x="0" y="206"/>
                    </a:lnTo>
                    <a:lnTo>
                      <a:pt x="8" y="2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1" name="Freeform 224">
                <a:extLst>
                  <a:ext uri="{FF2B5EF4-FFF2-40B4-BE49-F238E27FC236}">
                    <a16:creationId xmlns:a16="http://schemas.microsoft.com/office/drawing/2014/main" id="{50F97E50-44AE-D34A-A472-141E01874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089"/>
                <a:ext cx="26" cy="73"/>
              </a:xfrm>
              <a:custGeom>
                <a:avLst/>
                <a:gdLst>
                  <a:gd name="T0" fmla="*/ 0 w 207"/>
                  <a:gd name="T1" fmla="*/ 0 h 580"/>
                  <a:gd name="T2" fmla="*/ 0 w 207"/>
                  <a:gd name="T3" fmla="*/ 0 h 580"/>
                  <a:gd name="T4" fmla="*/ 0 w 207"/>
                  <a:gd name="T5" fmla="*/ 1 h 580"/>
                  <a:gd name="T6" fmla="*/ 0 w 207"/>
                  <a:gd name="T7" fmla="*/ 1 h 580"/>
                  <a:gd name="T8" fmla="*/ 0 w 207"/>
                  <a:gd name="T9" fmla="*/ 1 h 580"/>
                  <a:gd name="T10" fmla="*/ 0 w 207"/>
                  <a:gd name="T11" fmla="*/ 1 h 580"/>
                  <a:gd name="T12" fmla="*/ 0 w 207"/>
                  <a:gd name="T13" fmla="*/ 0 h 580"/>
                  <a:gd name="T14" fmla="*/ 0 w 207"/>
                  <a:gd name="T15" fmla="*/ 0 h 580"/>
                  <a:gd name="T16" fmla="*/ 0 w 207"/>
                  <a:gd name="T17" fmla="*/ 0 h 580"/>
                  <a:gd name="T18" fmla="*/ 0 w 207"/>
                  <a:gd name="T19" fmla="*/ 0 h 580"/>
                  <a:gd name="T20" fmla="*/ 0 w 207"/>
                  <a:gd name="T21" fmla="*/ 0 h 580"/>
                  <a:gd name="T22" fmla="*/ 0 w 207"/>
                  <a:gd name="T23" fmla="*/ 0 h 580"/>
                  <a:gd name="T24" fmla="*/ 0 w 207"/>
                  <a:gd name="T25" fmla="*/ 0 h 580"/>
                  <a:gd name="T26" fmla="*/ 0 w 207"/>
                  <a:gd name="T27" fmla="*/ 0 h 5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7"/>
                  <a:gd name="T43" fmla="*/ 0 h 580"/>
                  <a:gd name="T44" fmla="*/ 207 w 207"/>
                  <a:gd name="T45" fmla="*/ 580 h 58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7" h="580">
                    <a:moveTo>
                      <a:pt x="207" y="6"/>
                    </a:moveTo>
                    <a:lnTo>
                      <a:pt x="126" y="165"/>
                    </a:lnTo>
                    <a:lnTo>
                      <a:pt x="82" y="336"/>
                    </a:lnTo>
                    <a:lnTo>
                      <a:pt x="44" y="561"/>
                    </a:lnTo>
                    <a:lnTo>
                      <a:pt x="0" y="580"/>
                    </a:lnTo>
                    <a:lnTo>
                      <a:pt x="59" y="283"/>
                    </a:lnTo>
                    <a:lnTo>
                      <a:pt x="29" y="135"/>
                    </a:lnTo>
                    <a:lnTo>
                      <a:pt x="29" y="0"/>
                    </a:lnTo>
                    <a:lnTo>
                      <a:pt x="44" y="38"/>
                    </a:lnTo>
                    <a:lnTo>
                      <a:pt x="50" y="130"/>
                    </a:lnTo>
                    <a:lnTo>
                      <a:pt x="82" y="193"/>
                    </a:lnTo>
                    <a:lnTo>
                      <a:pt x="119" y="96"/>
                    </a:lnTo>
                    <a:lnTo>
                      <a:pt x="191" y="0"/>
                    </a:lnTo>
                    <a:lnTo>
                      <a:pt x="20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2" name="Freeform 225">
                <a:extLst>
                  <a:ext uri="{FF2B5EF4-FFF2-40B4-BE49-F238E27FC236}">
                    <a16:creationId xmlns:a16="http://schemas.microsoft.com/office/drawing/2014/main" id="{950982B1-20D4-744D-A89C-0B5886DB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76"/>
                <a:ext cx="13" cy="6"/>
              </a:xfrm>
              <a:custGeom>
                <a:avLst/>
                <a:gdLst>
                  <a:gd name="T0" fmla="*/ 0 w 101"/>
                  <a:gd name="T1" fmla="*/ 0 h 53"/>
                  <a:gd name="T2" fmla="*/ 0 w 101"/>
                  <a:gd name="T3" fmla="*/ 0 h 53"/>
                  <a:gd name="T4" fmla="*/ 0 w 101"/>
                  <a:gd name="T5" fmla="*/ 0 h 53"/>
                  <a:gd name="T6" fmla="*/ 0 w 101"/>
                  <a:gd name="T7" fmla="*/ 0 h 53"/>
                  <a:gd name="T8" fmla="*/ 0 w 101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53"/>
                  <a:gd name="T17" fmla="*/ 101 w 10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53">
                    <a:moveTo>
                      <a:pt x="0" y="9"/>
                    </a:moveTo>
                    <a:lnTo>
                      <a:pt x="94" y="0"/>
                    </a:lnTo>
                    <a:lnTo>
                      <a:pt x="101" y="53"/>
                    </a:lnTo>
                    <a:lnTo>
                      <a:pt x="0" y="31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3" name="Freeform 226">
                <a:extLst>
                  <a:ext uri="{FF2B5EF4-FFF2-40B4-BE49-F238E27FC236}">
                    <a16:creationId xmlns:a16="http://schemas.microsoft.com/office/drawing/2014/main" id="{C779A933-89BC-0046-912D-5B7FF1EA4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3164"/>
                <a:ext cx="335" cy="172"/>
              </a:xfrm>
              <a:custGeom>
                <a:avLst/>
                <a:gdLst>
                  <a:gd name="T0" fmla="*/ 0 w 2683"/>
                  <a:gd name="T1" fmla="*/ 1 h 1379"/>
                  <a:gd name="T2" fmla="*/ 0 w 2683"/>
                  <a:gd name="T3" fmla="*/ 2 h 1379"/>
                  <a:gd name="T4" fmla="*/ 1 w 2683"/>
                  <a:gd name="T5" fmla="*/ 2 h 1379"/>
                  <a:gd name="T6" fmla="*/ 1 w 2683"/>
                  <a:gd name="T7" fmla="*/ 1 h 1379"/>
                  <a:gd name="T8" fmla="*/ 1 w 2683"/>
                  <a:gd name="T9" fmla="*/ 1 h 1379"/>
                  <a:gd name="T10" fmla="*/ 2 w 2683"/>
                  <a:gd name="T11" fmla="*/ 1 h 1379"/>
                  <a:gd name="T12" fmla="*/ 2 w 2683"/>
                  <a:gd name="T13" fmla="*/ 1 h 1379"/>
                  <a:gd name="T14" fmla="*/ 2 w 2683"/>
                  <a:gd name="T15" fmla="*/ 1 h 1379"/>
                  <a:gd name="T16" fmla="*/ 3 w 2683"/>
                  <a:gd name="T17" fmla="*/ 1 h 1379"/>
                  <a:gd name="T18" fmla="*/ 3 w 2683"/>
                  <a:gd name="T19" fmla="*/ 0 h 1379"/>
                  <a:gd name="T20" fmla="*/ 4 w 2683"/>
                  <a:gd name="T21" fmla="*/ 1 h 1379"/>
                  <a:gd name="T22" fmla="*/ 4 w 2683"/>
                  <a:gd name="T23" fmla="*/ 1 h 1379"/>
                  <a:gd name="T24" fmla="*/ 3 w 2683"/>
                  <a:gd name="T25" fmla="*/ 1 h 1379"/>
                  <a:gd name="T26" fmla="*/ 3 w 2683"/>
                  <a:gd name="T27" fmla="*/ 1 h 1379"/>
                  <a:gd name="T28" fmla="*/ 3 w 2683"/>
                  <a:gd name="T29" fmla="*/ 2 h 1379"/>
                  <a:gd name="T30" fmla="*/ 4 w 2683"/>
                  <a:gd name="T31" fmla="*/ 2 h 1379"/>
                  <a:gd name="T32" fmla="*/ 4 w 2683"/>
                  <a:gd name="T33" fmla="*/ 2 h 1379"/>
                  <a:gd name="T34" fmla="*/ 4 w 2683"/>
                  <a:gd name="T35" fmla="*/ 1 h 1379"/>
                  <a:gd name="T36" fmla="*/ 4 w 2683"/>
                  <a:gd name="T37" fmla="*/ 1 h 1379"/>
                  <a:gd name="T38" fmla="*/ 4 w 2683"/>
                  <a:gd name="T39" fmla="*/ 1 h 1379"/>
                  <a:gd name="T40" fmla="*/ 4 w 2683"/>
                  <a:gd name="T41" fmla="*/ 1 h 1379"/>
                  <a:gd name="T42" fmla="*/ 4 w 2683"/>
                  <a:gd name="T43" fmla="*/ 1 h 1379"/>
                  <a:gd name="T44" fmla="*/ 5 w 2683"/>
                  <a:gd name="T45" fmla="*/ 1 h 1379"/>
                  <a:gd name="T46" fmla="*/ 5 w 2683"/>
                  <a:gd name="T47" fmla="*/ 1 h 1379"/>
                  <a:gd name="T48" fmla="*/ 4 w 2683"/>
                  <a:gd name="T49" fmla="*/ 1 h 1379"/>
                  <a:gd name="T50" fmla="*/ 4 w 2683"/>
                  <a:gd name="T51" fmla="*/ 1 h 1379"/>
                  <a:gd name="T52" fmla="*/ 4 w 2683"/>
                  <a:gd name="T53" fmla="*/ 1 h 1379"/>
                  <a:gd name="T54" fmla="*/ 4 w 2683"/>
                  <a:gd name="T55" fmla="*/ 1 h 1379"/>
                  <a:gd name="T56" fmla="*/ 4 w 2683"/>
                  <a:gd name="T57" fmla="*/ 1 h 1379"/>
                  <a:gd name="T58" fmla="*/ 4 w 2683"/>
                  <a:gd name="T59" fmla="*/ 0 h 1379"/>
                  <a:gd name="T60" fmla="*/ 5 w 2683"/>
                  <a:gd name="T61" fmla="*/ 0 h 1379"/>
                  <a:gd name="T62" fmla="*/ 4 w 2683"/>
                  <a:gd name="T63" fmla="*/ 1 h 1379"/>
                  <a:gd name="T64" fmla="*/ 5 w 2683"/>
                  <a:gd name="T65" fmla="*/ 1 h 1379"/>
                  <a:gd name="T66" fmla="*/ 5 w 2683"/>
                  <a:gd name="T67" fmla="*/ 1 h 1379"/>
                  <a:gd name="T68" fmla="*/ 5 w 2683"/>
                  <a:gd name="T69" fmla="*/ 2 h 1379"/>
                  <a:gd name="T70" fmla="*/ 5 w 2683"/>
                  <a:gd name="T71" fmla="*/ 2 h 1379"/>
                  <a:gd name="T72" fmla="*/ 3 w 2683"/>
                  <a:gd name="T73" fmla="*/ 2 h 1379"/>
                  <a:gd name="T74" fmla="*/ 3 w 2683"/>
                  <a:gd name="T75" fmla="*/ 2 h 1379"/>
                  <a:gd name="T76" fmla="*/ 3 w 2683"/>
                  <a:gd name="T77" fmla="*/ 3 h 1379"/>
                  <a:gd name="T78" fmla="*/ 3 w 2683"/>
                  <a:gd name="T79" fmla="*/ 2 h 1379"/>
                  <a:gd name="T80" fmla="*/ 2 w 2683"/>
                  <a:gd name="T81" fmla="*/ 2 h 1379"/>
                  <a:gd name="T82" fmla="*/ 2 w 2683"/>
                  <a:gd name="T83" fmla="*/ 3 h 1379"/>
                  <a:gd name="T84" fmla="*/ 2 w 2683"/>
                  <a:gd name="T85" fmla="*/ 2 h 1379"/>
                  <a:gd name="T86" fmla="*/ 2 w 2683"/>
                  <a:gd name="T87" fmla="*/ 3 h 1379"/>
                  <a:gd name="T88" fmla="*/ 2 w 2683"/>
                  <a:gd name="T89" fmla="*/ 2 h 1379"/>
                  <a:gd name="T90" fmla="*/ 2 w 2683"/>
                  <a:gd name="T91" fmla="*/ 2 h 1379"/>
                  <a:gd name="T92" fmla="*/ 3 w 2683"/>
                  <a:gd name="T93" fmla="*/ 2 h 1379"/>
                  <a:gd name="T94" fmla="*/ 3 w 2683"/>
                  <a:gd name="T95" fmla="*/ 2 h 1379"/>
                  <a:gd name="T96" fmla="*/ 3 w 2683"/>
                  <a:gd name="T97" fmla="*/ 2 h 1379"/>
                  <a:gd name="T98" fmla="*/ 2 w 2683"/>
                  <a:gd name="T99" fmla="*/ 2 h 1379"/>
                  <a:gd name="T100" fmla="*/ 2 w 2683"/>
                  <a:gd name="T101" fmla="*/ 2 h 1379"/>
                  <a:gd name="T102" fmla="*/ 2 w 2683"/>
                  <a:gd name="T103" fmla="*/ 2 h 1379"/>
                  <a:gd name="T104" fmla="*/ 2 w 2683"/>
                  <a:gd name="T105" fmla="*/ 2 h 1379"/>
                  <a:gd name="T106" fmla="*/ 2 w 2683"/>
                  <a:gd name="T107" fmla="*/ 2 h 1379"/>
                  <a:gd name="T108" fmla="*/ 1 w 2683"/>
                  <a:gd name="T109" fmla="*/ 2 h 1379"/>
                  <a:gd name="T110" fmla="*/ 0 w 2683"/>
                  <a:gd name="T111" fmla="*/ 2 h 1379"/>
                  <a:gd name="T112" fmla="*/ 0 w 2683"/>
                  <a:gd name="T113" fmla="*/ 2 h 1379"/>
                  <a:gd name="T114" fmla="*/ 0 w 2683"/>
                  <a:gd name="T115" fmla="*/ 1 h 13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683"/>
                  <a:gd name="T175" fmla="*/ 0 h 1379"/>
                  <a:gd name="T176" fmla="*/ 2683 w 2683"/>
                  <a:gd name="T177" fmla="*/ 1379 h 13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683" h="1379">
                    <a:moveTo>
                      <a:pt x="0" y="687"/>
                    </a:moveTo>
                    <a:lnTo>
                      <a:pt x="12" y="777"/>
                    </a:lnTo>
                    <a:lnTo>
                      <a:pt x="37" y="821"/>
                    </a:lnTo>
                    <a:lnTo>
                      <a:pt x="72" y="850"/>
                    </a:lnTo>
                    <a:lnTo>
                      <a:pt x="120" y="867"/>
                    </a:lnTo>
                    <a:lnTo>
                      <a:pt x="410" y="881"/>
                    </a:lnTo>
                    <a:lnTo>
                      <a:pt x="373" y="597"/>
                    </a:lnTo>
                    <a:lnTo>
                      <a:pt x="351" y="382"/>
                    </a:lnTo>
                    <a:lnTo>
                      <a:pt x="373" y="389"/>
                    </a:lnTo>
                    <a:lnTo>
                      <a:pt x="410" y="562"/>
                    </a:lnTo>
                    <a:lnTo>
                      <a:pt x="977" y="582"/>
                    </a:lnTo>
                    <a:lnTo>
                      <a:pt x="977" y="463"/>
                    </a:lnTo>
                    <a:lnTo>
                      <a:pt x="1236" y="768"/>
                    </a:lnTo>
                    <a:lnTo>
                      <a:pt x="1303" y="784"/>
                    </a:lnTo>
                    <a:lnTo>
                      <a:pt x="1346" y="756"/>
                    </a:lnTo>
                    <a:lnTo>
                      <a:pt x="1139" y="470"/>
                    </a:lnTo>
                    <a:lnTo>
                      <a:pt x="1250" y="530"/>
                    </a:lnTo>
                    <a:lnTo>
                      <a:pt x="1623" y="463"/>
                    </a:lnTo>
                    <a:lnTo>
                      <a:pt x="1817" y="470"/>
                    </a:lnTo>
                    <a:lnTo>
                      <a:pt x="1826" y="277"/>
                    </a:lnTo>
                    <a:lnTo>
                      <a:pt x="1861" y="240"/>
                    </a:lnTo>
                    <a:lnTo>
                      <a:pt x="1879" y="369"/>
                    </a:lnTo>
                    <a:lnTo>
                      <a:pt x="1960" y="435"/>
                    </a:lnTo>
                    <a:lnTo>
                      <a:pt x="2013" y="523"/>
                    </a:lnTo>
                    <a:lnTo>
                      <a:pt x="1907" y="622"/>
                    </a:lnTo>
                    <a:lnTo>
                      <a:pt x="1771" y="724"/>
                    </a:lnTo>
                    <a:lnTo>
                      <a:pt x="1630" y="768"/>
                    </a:lnTo>
                    <a:lnTo>
                      <a:pt x="1489" y="791"/>
                    </a:lnTo>
                    <a:lnTo>
                      <a:pt x="1333" y="814"/>
                    </a:lnTo>
                    <a:lnTo>
                      <a:pt x="1505" y="844"/>
                    </a:lnTo>
                    <a:lnTo>
                      <a:pt x="1713" y="814"/>
                    </a:lnTo>
                    <a:lnTo>
                      <a:pt x="1847" y="814"/>
                    </a:lnTo>
                    <a:lnTo>
                      <a:pt x="2013" y="850"/>
                    </a:lnTo>
                    <a:lnTo>
                      <a:pt x="2038" y="874"/>
                    </a:lnTo>
                    <a:lnTo>
                      <a:pt x="2038" y="798"/>
                    </a:lnTo>
                    <a:lnTo>
                      <a:pt x="2063" y="756"/>
                    </a:lnTo>
                    <a:lnTo>
                      <a:pt x="2131" y="733"/>
                    </a:lnTo>
                    <a:lnTo>
                      <a:pt x="2175" y="724"/>
                    </a:lnTo>
                    <a:lnTo>
                      <a:pt x="2271" y="717"/>
                    </a:lnTo>
                    <a:lnTo>
                      <a:pt x="2225" y="657"/>
                    </a:lnTo>
                    <a:lnTo>
                      <a:pt x="2124" y="604"/>
                    </a:lnTo>
                    <a:lnTo>
                      <a:pt x="2034" y="588"/>
                    </a:lnTo>
                    <a:lnTo>
                      <a:pt x="2124" y="553"/>
                    </a:lnTo>
                    <a:lnTo>
                      <a:pt x="2213" y="553"/>
                    </a:lnTo>
                    <a:lnTo>
                      <a:pt x="2355" y="604"/>
                    </a:lnTo>
                    <a:lnTo>
                      <a:pt x="2465" y="674"/>
                    </a:lnTo>
                    <a:lnTo>
                      <a:pt x="2538" y="740"/>
                    </a:lnTo>
                    <a:lnTo>
                      <a:pt x="2481" y="628"/>
                    </a:lnTo>
                    <a:lnTo>
                      <a:pt x="2412" y="553"/>
                    </a:lnTo>
                    <a:lnTo>
                      <a:pt x="2294" y="463"/>
                    </a:lnTo>
                    <a:lnTo>
                      <a:pt x="2232" y="457"/>
                    </a:lnTo>
                    <a:lnTo>
                      <a:pt x="2131" y="463"/>
                    </a:lnTo>
                    <a:lnTo>
                      <a:pt x="2038" y="507"/>
                    </a:lnTo>
                    <a:lnTo>
                      <a:pt x="2026" y="441"/>
                    </a:lnTo>
                    <a:lnTo>
                      <a:pt x="2026" y="358"/>
                    </a:lnTo>
                    <a:lnTo>
                      <a:pt x="2034" y="323"/>
                    </a:lnTo>
                    <a:lnTo>
                      <a:pt x="2019" y="202"/>
                    </a:lnTo>
                    <a:lnTo>
                      <a:pt x="2070" y="369"/>
                    </a:lnTo>
                    <a:lnTo>
                      <a:pt x="2184" y="382"/>
                    </a:lnTo>
                    <a:lnTo>
                      <a:pt x="2340" y="217"/>
                    </a:lnTo>
                    <a:lnTo>
                      <a:pt x="2502" y="0"/>
                    </a:lnTo>
                    <a:lnTo>
                      <a:pt x="2359" y="217"/>
                    </a:lnTo>
                    <a:lnTo>
                      <a:pt x="2221" y="395"/>
                    </a:lnTo>
                    <a:lnTo>
                      <a:pt x="2184" y="435"/>
                    </a:lnTo>
                    <a:lnTo>
                      <a:pt x="2265" y="429"/>
                    </a:lnTo>
                    <a:lnTo>
                      <a:pt x="2347" y="429"/>
                    </a:lnTo>
                    <a:lnTo>
                      <a:pt x="2419" y="448"/>
                    </a:lnTo>
                    <a:lnTo>
                      <a:pt x="2533" y="404"/>
                    </a:lnTo>
                    <a:lnTo>
                      <a:pt x="2599" y="567"/>
                    </a:lnTo>
                    <a:lnTo>
                      <a:pt x="2637" y="814"/>
                    </a:lnTo>
                    <a:lnTo>
                      <a:pt x="2683" y="1037"/>
                    </a:lnTo>
                    <a:lnTo>
                      <a:pt x="2555" y="1096"/>
                    </a:lnTo>
                    <a:lnTo>
                      <a:pt x="2271" y="1112"/>
                    </a:lnTo>
                    <a:lnTo>
                      <a:pt x="1663" y="1105"/>
                    </a:lnTo>
                    <a:lnTo>
                      <a:pt x="1517" y="1096"/>
                    </a:lnTo>
                    <a:lnTo>
                      <a:pt x="1436" y="1187"/>
                    </a:lnTo>
                    <a:lnTo>
                      <a:pt x="1408" y="1277"/>
                    </a:lnTo>
                    <a:lnTo>
                      <a:pt x="1402" y="1379"/>
                    </a:lnTo>
                    <a:lnTo>
                      <a:pt x="1408" y="1208"/>
                    </a:lnTo>
                    <a:lnTo>
                      <a:pt x="1408" y="1149"/>
                    </a:lnTo>
                    <a:lnTo>
                      <a:pt x="1236" y="1155"/>
                    </a:lnTo>
                    <a:lnTo>
                      <a:pt x="1139" y="1283"/>
                    </a:lnTo>
                    <a:lnTo>
                      <a:pt x="1072" y="1335"/>
                    </a:lnTo>
                    <a:lnTo>
                      <a:pt x="994" y="1351"/>
                    </a:lnTo>
                    <a:lnTo>
                      <a:pt x="991" y="1330"/>
                    </a:lnTo>
                    <a:lnTo>
                      <a:pt x="1006" y="1270"/>
                    </a:lnTo>
                    <a:lnTo>
                      <a:pt x="1012" y="1321"/>
                    </a:lnTo>
                    <a:lnTo>
                      <a:pt x="1043" y="1321"/>
                    </a:lnTo>
                    <a:lnTo>
                      <a:pt x="1125" y="1261"/>
                    </a:lnTo>
                    <a:lnTo>
                      <a:pt x="1199" y="1164"/>
                    </a:lnTo>
                    <a:lnTo>
                      <a:pt x="1236" y="1081"/>
                    </a:lnTo>
                    <a:lnTo>
                      <a:pt x="1243" y="1136"/>
                    </a:lnTo>
                    <a:lnTo>
                      <a:pt x="1346" y="1112"/>
                    </a:lnTo>
                    <a:lnTo>
                      <a:pt x="1505" y="1074"/>
                    </a:lnTo>
                    <a:lnTo>
                      <a:pt x="1614" y="1031"/>
                    </a:lnTo>
                    <a:lnTo>
                      <a:pt x="1542" y="987"/>
                    </a:lnTo>
                    <a:lnTo>
                      <a:pt x="1454" y="954"/>
                    </a:lnTo>
                    <a:lnTo>
                      <a:pt x="1377" y="943"/>
                    </a:lnTo>
                    <a:lnTo>
                      <a:pt x="1303" y="943"/>
                    </a:lnTo>
                    <a:lnTo>
                      <a:pt x="1116" y="1008"/>
                    </a:lnTo>
                    <a:lnTo>
                      <a:pt x="1035" y="1208"/>
                    </a:lnTo>
                    <a:lnTo>
                      <a:pt x="1079" y="1044"/>
                    </a:lnTo>
                    <a:lnTo>
                      <a:pt x="1006" y="1037"/>
                    </a:lnTo>
                    <a:lnTo>
                      <a:pt x="931" y="1031"/>
                    </a:lnTo>
                    <a:lnTo>
                      <a:pt x="916" y="1061"/>
                    </a:lnTo>
                    <a:lnTo>
                      <a:pt x="835" y="1298"/>
                    </a:lnTo>
                    <a:lnTo>
                      <a:pt x="869" y="1121"/>
                    </a:lnTo>
                    <a:lnTo>
                      <a:pt x="869" y="1074"/>
                    </a:lnTo>
                    <a:lnTo>
                      <a:pt x="900" y="1015"/>
                    </a:lnTo>
                    <a:lnTo>
                      <a:pt x="424" y="993"/>
                    </a:lnTo>
                    <a:lnTo>
                      <a:pt x="417" y="909"/>
                    </a:lnTo>
                    <a:lnTo>
                      <a:pt x="127" y="888"/>
                    </a:lnTo>
                    <a:lnTo>
                      <a:pt x="58" y="867"/>
                    </a:lnTo>
                    <a:lnTo>
                      <a:pt x="12" y="821"/>
                    </a:lnTo>
                    <a:lnTo>
                      <a:pt x="0" y="760"/>
                    </a:lnTo>
                    <a:lnTo>
                      <a:pt x="0" y="6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4" name="Freeform 227">
                <a:extLst>
                  <a:ext uri="{FF2B5EF4-FFF2-40B4-BE49-F238E27FC236}">
                    <a16:creationId xmlns:a16="http://schemas.microsoft.com/office/drawing/2014/main" id="{89428640-8930-604D-92E2-FD0ACBAA2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297"/>
                <a:ext cx="35" cy="19"/>
              </a:xfrm>
              <a:custGeom>
                <a:avLst/>
                <a:gdLst>
                  <a:gd name="T0" fmla="*/ 1 w 274"/>
                  <a:gd name="T1" fmla="*/ 0 h 149"/>
                  <a:gd name="T2" fmla="*/ 0 w 274"/>
                  <a:gd name="T3" fmla="*/ 0 h 149"/>
                  <a:gd name="T4" fmla="*/ 0 w 274"/>
                  <a:gd name="T5" fmla="*/ 0 h 149"/>
                  <a:gd name="T6" fmla="*/ 0 w 274"/>
                  <a:gd name="T7" fmla="*/ 0 h 149"/>
                  <a:gd name="T8" fmla="*/ 0 w 274"/>
                  <a:gd name="T9" fmla="*/ 0 h 149"/>
                  <a:gd name="T10" fmla="*/ 0 w 274"/>
                  <a:gd name="T11" fmla="*/ 0 h 149"/>
                  <a:gd name="T12" fmla="*/ 0 w 274"/>
                  <a:gd name="T13" fmla="*/ 0 h 149"/>
                  <a:gd name="T14" fmla="*/ 0 w 274"/>
                  <a:gd name="T15" fmla="*/ 0 h 149"/>
                  <a:gd name="T16" fmla="*/ 0 w 274"/>
                  <a:gd name="T17" fmla="*/ 0 h 149"/>
                  <a:gd name="T18" fmla="*/ 0 w 274"/>
                  <a:gd name="T19" fmla="*/ 0 h 149"/>
                  <a:gd name="T20" fmla="*/ 1 w 274"/>
                  <a:gd name="T21" fmla="*/ 0 h 149"/>
                  <a:gd name="T22" fmla="*/ 1 w 274"/>
                  <a:gd name="T23" fmla="*/ 0 h 149"/>
                  <a:gd name="T24" fmla="*/ 1 w 274"/>
                  <a:gd name="T25" fmla="*/ 0 h 1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4"/>
                  <a:gd name="T40" fmla="*/ 0 h 149"/>
                  <a:gd name="T41" fmla="*/ 274 w 274"/>
                  <a:gd name="T42" fmla="*/ 149 h 1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4" h="149">
                    <a:moveTo>
                      <a:pt x="274" y="6"/>
                    </a:moveTo>
                    <a:lnTo>
                      <a:pt x="171" y="0"/>
                    </a:lnTo>
                    <a:lnTo>
                      <a:pt x="118" y="44"/>
                    </a:lnTo>
                    <a:lnTo>
                      <a:pt x="53" y="74"/>
                    </a:lnTo>
                    <a:lnTo>
                      <a:pt x="0" y="119"/>
                    </a:lnTo>
                    <a:lnTo>
                      <a:pt x="67" y="87"/>
                    </a:lnTo>
                    <a:lnTo>
                      <a:pt x="118" y="59"/>
                    </a:lnTo>
                    <a:lnTo>
                      <a:pt x="87" y="149"/>
                    </a:lnTo>
                    <a:lnTo>
                      <a:pt x="148" y="44"/>
                    </a:lnTo>
                    <a:lnTo>
                      <a:pt x="186" y="13"/>
                    </a:lnTo>
                    <a:lnTo>
                      <a:pt x="224" y="13"/>
                    </a:lnTo>
                    <a:lnTo>
                      <a:pt x="267" y="28"/>
                    </a:lnTo>
                    <a:lnTo>
                      <a:pt x="27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5" name="Freeform 228">
                <a:extLst>
                  <a:ext uri="{FF2B5EF4-FFF2-40B4-BE49-F238E27FC236}">
                    <a16:creationId xmlns:a16="http://schemas.microsoft.com/office/drawing/2014/main" id="{45669F96-66A8-2143-A1E7-7129B6291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315"/>
                <a:ext cx="33" cy="19"/>
              </a:xfrm>
              <a:custGeom>
                <a:avLst/>
                <a:gdLst>
                  <a:gd name="T0" fmla="*/ 0 w 267"/>
                  <a:gd name="T1" fmla="*/ 0 h 150"/>
                  <a:gd name="T2" fmla="*/ 0 w 267"/>
                  <a:gd name="T3" fmla="*/ 0 h 150"/>
                  <a:gd name="T4" fmla="*/ 0 w 267"/>
                  <a:gd name="T5" fmla="*/ 0 h 150"/>
                  <a:gd name="T6" fmla="*/ 0 w 267"/>
                  <a:gd name="T7" fmla="*/ 0 h 150"/>
                  <a:gd name="T8" fmla="*/ 0 w 267"/>
                  <a:gd name="T9" fmla="*/ 0 h 150"/>
                  <a:gd name="T10" fmla="*/ 0 w 267"/>
                  <a:gd name="T11" fmla="*/ 0 h 150"/>
                  <a:gd name="T12" fmla="*/ 0 w 267"/>
                  <a:gd name="T13" fmla="*/ 0 h 150"/>
                  <a:gd name="T14" fmla="*/ 0 w 267"/>
                  <a:gd name="T15" fmla="*/ 0 h 150"/>
                  <a:gd name="T16" fmla="*/ 0 w 267"/>
                  <a:gd name="T17" fmla="*/ 0 h 150"/>
                  <a:gd name="T18" fmla="*/ 0 w 267"/>
                  <a:gd name="T19" fmla="*/ 0 h 150"/>
                  <a:gd name="T20" fmla="*/ 0 w 267"/>
                  <a:gd name="T21" fmla="*/ 0 h 150"/>
                  <a:gd name="T22" fmla="*/ 0 w 267"/>
                  <a:gd name="T23" fmla="*/ 0 h 150"/>
                  <a:gd name="T24" fmla="*/ 0 w 267"/>
                  <a:gd name="T25" fmla="*/ 0 h 150"/>
                  <a:gd name="T26" fmla="*/ 0 w 267"/>
                  <a:gd name="T27" fmla="*/ 0 h 150"/>
                  <a:gd name="T28" fmla="*/ 0 w 267"/>
                  <a:gd name="T29" fmla="*/ 0 h 1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7"/>
                  <a:gd name="T46" fmla="*/ 0 h 150"/>
                  <a:gd name="T47" fmla="*/ 267 w 267"/>
                  <a:gd name="T48" fmla="*/ 150 h 15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7" h="150">
                    <a:moveTo>
                      <a:pt x="7" y="0"/>
                    </a:moveTo>
                    <a:lnTo>
                      <a:pt x="23" y="25"/>
                    </a:lnTo>
                    <a:lnTo>
                      <a:pt x="102" y="25"/>
                    </a:lnTo>
                    <a:lnTo>
                      <a:pt x="83" y="90"/>
                    </a:lnTo>
                    <a:lnTo>
                      <a:pt x="141" y="97"/>
                    </a:lnTo>
                    <a:lnTo>
                      <a:pt x="207" y="90"/>
                    </a:lnTo>
                    <a:lnTo>
                      <a:pt x="267" y="37"/>
                    </a:lnTo>
                    <a:lnTo>
                      <a:pt x="207" y="122"/>
                    </a:lnTo>
                    <a:lnTo>
                      <a:pt x="141" y="150"/>
                    </a:lnTo>
                    <a:lnTo>
                      <a:pt x="74" y="143"/>
                    </a:lnTo>
                    <a:lnTo>
                      <a:pt x="67" y="97"/>
                    </a:lnTo>
                    <a:lnTo>
                      <a:pt x="67" y="62"/>
                    </a:lnTo>
                    <a:lnTo>
                      <a:pt x="14" y="53"/>
                    </a:lnTo>
                    <a:lnTo>
                      <a:pt x="0" y="2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6" name="Freeform 229">
                <a:extLst>
                  <a:ext uri="{FF2B5EF4-FFF2-40B4-BE49-F238E27FC236}">
                    <a16:creationId xmlns:a16="http://schemas.microsoft.com/office/drawing/2014/main" id="{D5500075-41D1-A446-A568-7CFEF625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312"/>
                <a:ext cx="27" cy="24"/>
              </a:xfrm>
              <a:custGeom>
                <a:avLst/>
                <a:gdLst>
                  <a:gd name="T0" fmla="*/ 0 w 217"/>
                  <a:gd name="T1" fmla="*/ 0 h 192"/>
                  <a:gd name="T2" fmla="*/ 0 w 217"/>
                  <a:gd name="T3" fmla="*/ 0 h 192"/>
                  <a:gd name="T4" fmla="*/ 0 w 217"/>
                  <a:gd name="T5" fmla="*/ 0 h 192"/>
                  <a:gd name="T6" fmla="*/ 0 w 217"/>
                  <a:gd name="T7" fmla="*/ 0 h 192"/>
                  <a:gd name="T8" fmla="*/ 0 w 217"/>
                  <a:gd name="T9" fmla="*/ 0 h 192"/>
                  <a:gd name="T10" fmla="*/ 0 w 217"/>
                  <a:gd name="T11" fmla="*/ 0 h 192"/>
                  <a:gd name="T12" fmla="*/ 0 w 217"/>
                  <a:gd name="T13" fmla="*/ 0 h 192"/>
                  <a:gd name="T14" fmla="*/ 0 w 217"/>
                  <a:gd name="T15" fmla="*/ 0 h 192"/>
                  <a:gd name="T16" fmla="*/ 0 w 217"/>
                  <a:gd name="T17" fmla="*/ 0 h 192"/>
                  <a:gd name="T18" fmla="*/ 0 w 217"/>
                  <a:gd name="T19" fmla="*/ 0 h 192"/>
                  <a:gd name="T20" fmla="*/ 0 w 217"/>
                  <a:gd name="T21" fmla="*/ 0 h 192"/>
                  <a:gd name="T22" fmla="*/ 0 w 217"/>
                  <a:gd name="T23" fmla="*/ 0 h 1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92"/>
                  <a:gd name="T38" fmla="*/ 217 w 217"/>
                  <a:gd name="T39" fmla="*/ 192 h 19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92">
                    <a:moveTo>
                      <a:pt x="9" y="134"/>
                    </a:moveTo>
                    <a:lnTo>
                      <a:pt x="15" y="155"/>
                    </a:lnTo>
                    <a:lnTo>
                      <a:pt x="52" y="171"/>
                    </a:lnTo>
                    <a:lnTo>
                      <a:pt x="105" y="148"/>
                    </a:lnTo>
                    <a:lnTo>
                      <a:pt x="217" y="0"/>
                    </a:lnTo>
                    <a:lnTo>
                      <a:pt x="168" y="111"/>
                    </a:lnTo>
                    <a:lnTo>
                      <a:pt x="133" y="164"/>
                    </a:lnTo>
                    <a:lnTo>
                      <a:pt x="68" y="192"/>
                    </a:lnTo>
                    <a:lnTo>
                      <a:pt x="15" y="192"/>
                    </a:lnTo>
                    <a:lnTo>
                      <a:pt x="0" y="171"/>
                    </a:lnTo>
                    <a:lnTo>
                      <a:pt x="0" y="148"/>
                    </a:lnTo>
                    <a:lnTo>
                      <a:pt x="9" y="1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7" name="Freeform 230">
                <a:extLst>
                  <a:ext uri="{FF2B5EF4-FFF2-40B4-BE49-F238E27FC236}">
                    <a16:creationId xmlns:a16="http://schemas.microsoft.com/office/drawing/2014/main" id="{5520169A-52A7-4840-8465-A08526B69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282"/>
                <a:ext cx="39" cy="13"/>
              </a:xfrm>
              <a:custGeom>
                <a:avLst/>
                <a:gdLst>
                  <a:gd name="T0" fmla="*/ 0 w 314"/>
                  <a:gd name="T1" fmla="*/ 0 h 101"/>
                  <a:gd name="T2" fmla="*/ 0 w 314"/>
                  <a:gd name="T3" fmla="*/ 0 h 101"/>
                  <a:gd name="T4" fmla="*/ 0 w 314"/>
                  <a:gd name="T5" fmla="*/ 0 h 101"/>
                  <a:gd name="T6" fmla="*/ 1 w 314"/>
                  <a:gd name="T7" fmla="*/ 0 h 101"/>
                  <a:gd name="T8" fmla="*/ 0 w 314"/>
                  <a:gd name="T9" fmla="*/ 0 h 101"/>
                  <a:gd name="T10" fmla="*/ 0 w 314"/>
                  <a:gd name="T11" fmla="*/ 0 h 101"/>
                  <a:gd name="T12" fmla="*/ 0 w 314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101"/>
                  <a:gd name="T23" fmla="*/ 314 w 314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101">
                    <a:moveTo>
                      <a:pt x="0" y="0"/>
                    </a:moveTo>
                    <a:lnTo>
                      <a:pt x="61" y="28"/>
                    </a:lnTo>
                    <a:lnTo>
                      <a:pt x="158" y="65"/>
                    </a:lnTo>
                    <a:lnTo>
                      <a:pt x="314" y="101"/>
                    </a:lnTo>
                    <a:lnTo>
                      <a:pt x="167" y="50"/>
                    </a:lnTo>
                    <a:lnTo>
                      <a:pt x="6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8" name="Freeform 231">
                <a:extLst>
                  <a:ext uri="{FF2B5EF4-FFF2-40B4-BE49-F238E27FC236}">
                    <a16:creationId xmlns:a16="http://schemas.microsoft.com/office/drawing/2014/main" id="{4D2D1994-C29E-E443-B84D-829F7B1F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114"/>
                <a:ext cx="13" cy="128"/>
              </a:xfrm>
              <a:custGeom>
                <a:avLst/>
                <a:gdLst>
                  <a:gd name="T0" fmla="*/ 0 w 103"/>
                  <a:gd name="T1" fmla="*/ 0 h 1025"/>
                  <a:gd name="T2" fmla="*/ 0 w 103"/>
                  <a:gd name="T3" fmla="*/ 0 h 1025"/>
                  <a:gd name="T4" fmla="*/ 0 w 103"/>
                  <a:gd name="T5" fmla="*/ 1 h 1025"/>
                  <a:gd name="T6" fmla="*/ 0 w 103"/>
                  <a:gd name="T7" fmla="*/ 1 h 1025"/>
                  <a:gd name="T8" fmla="*/ 0 w 103"/>
                  <a:gd name="T9" fmla="*/ 2 h 1025"/>
                  <a:gd name="T10" fmla="*/ 0 w 103"/>
                  <a:gd name="T11" fmla="*/ 2 h 1025"/>
                  <a:gd name="T12" fmla="*/ 0 w 103"/>
                  <a:gd name="T13" fmla="*/ 2 h 1025"/>
                  <a:gd name="T14" fmla="*/ 0 w 103"/>
                  <a:gd name="T15" fmla="*/ 1 h 1025"/>
                  <a:gd name="T16" fmla="*/ 0 w 103"/>
                  <a:gd name="T17" fmla="*/ 1 h 1025"/>
                  <a:gd name="T18" fmla="*/ 0 w 103"/>
                  <a:gd name="T19" fmla="*/ 0 h 1025"/>
                  <a:gd name="T20" fmla="*/ 0 w 103"/>
                  <a:gd name="T21" fmla="*/ 0 h 1025"/>
                  <a:gd name="T22" fmla="*/ 0 w 103"/>
                  <a:gd name="T23" fmla="*/ 0 h 10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1025"/>
                  <a:gd name="T38" fmla="*/ 103 w 103"/>
                  <a:gd name="T39" fmla="*/ 1025 h 10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1025">
                    <a:moveTo>
                      <a:pt x="103" y="0"/>
                    </a:moveTo>
                    <a:lnTo>
                      <a:pt x="60" y="203"/>
                    </a:lnTo>
                    <a:lnTo>
                      <a:pt x="37" y="387"/>
                    </a:lnTo>
                    <a:lnTo>
                      <a:pt x="37" y="578"/>
                    </a:lnTo>
                    <a:lnTo>
                      <a:pt x="60" y="807"/>
                    </a:lnTo>
                    <a:lnTo>
                      <a:pt x="97" y="1025"/>
                    </a:lnTo>
                    <a:lnTo>
                      <a:pt x="27" y="832"/>
                    </a:lnTo>
                    <a:lnTo>
                      <a:pt x="13" y="680"/>
                    </a:lnTo>
                    <a:lnTo>
                      <a:pt x="0" y="433"/>
                    </a:lnTo>
                    <a:lnTo>
                      <a:pt x="22" y="269"/>
                    </a:lnTo>
                    <a:lnTo>
                      <a:pt x="44" y="13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79" name="Freeform 232">
                <a:extLst>
                  <a:ext uri="{FF2B5EF4-FFF2-40B4-BE49-F238E27FC236}">
                    <a16:creationId xmlns:a16="http://schemas.microsoft.com/office/drawing/2014/main" id="{878B44F6-9390-FE4C-9740-1E468BD1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209"/>
                <a:ext cx="19" cy="10"/>
              </a:xfrm>
              <a:custGeom>
                <a:avLst/>
                <a:gdLst>
                  <a:gd name="T0" fmla="*/ 0 w 155"/>
                  <a:gd name="T1" fmla="*/ 0 h 78"/>
                  <a:gd name="T2" fmla="*/ 0 w 155"/>
                  <a:gd name="T3" fmla="*/ 0 h 78"/>
                  <a:gd name="T4" fmla="*/ 0 w 155"/>
                  <a:gd name="T5" fmla="*/ 0 h 78"/>
                  <a:gd name="T6" fmla="*/ 0 w 155"/>
                  <a:gd name="T7" fmla="*/ 0 h 78"/>
                  <a:gd name="T8" fmla="*/ 0 w 155"/>
                  <a:gd name="T9" fmla="*/ 0 h 78"/>
                  <a:gd name="T10" fmla="*/ 0 w 155"/>
                  <a:gd name="T11" fmla="*/ 0 h 78"/>
                  <a:gd name="T12" fmla="*/ 0 w 155"/>
                  <a:gd name="T13" fmla="*/ 0 h 78"/>
                  <a:gd name="T14" fmla="*/ 0 w 155"/>
                  <a:gd name="T15" fmla="*/ 0 h 78"/>
                  <a:gd name="T16" fmla="*/ 0 w 155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5"/>
                  <a:gd name="T28" fmla="*/ 0 h 78"/>
                  <a:gd name="T29" fmla="*/ 155 w 155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5" h="78">
                    <a:moveTo>
                      <a:pt x="0" y="55"/>
                    </a:moveTo>
                    <a:lnTo>
                      <a:pt x="33" y="53"/>
                    </a:lnTo>
                    <a:lnTo>
                      <a:pt x="72" y="57"/>
                    </a:lnTo>
                    <a:lnTo>
                      <a:pt x="128" y="78"/>
                    </a:lnTo>
                    <a:lnTo>
                      <a:pt x="134" y="44"/>
                    </a:lnTo>
                    <a:lnTo>
                      <a:pt x="155" y="13"/>
                    </a:lnTo>
                    <a:lnTo>
                      <a:pt x="20" y="0"/>
                    </a:lnTo>
                    <a:lnTo>
                      <a:pt x="7" y="24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0" name="Freeform 233">
                <a:extLst>
                  <a:ext uri="{FF2B5EF4-FFF2-40B4-BE49-F238E27FC236}">
                    <a16:creationId xmlns:a16="http://schemas.microsoft.com/office/drawing/2014/main" id="{5581DD39-8930-0347-8988-87C9E5D5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47"/>
                <a:ext cx="47" cy="16"/>
              </a:xfrm>
              <a:custGeom>
                <a:avLst/>
                <a:gdLst>
                  <a:gd name="T0" fmla="*/ 0 w 378"/>
                  <a:gd name="T1" fmla="*/ 0 h 128"/>
                  <a:gd name="T2" fmla="*/ 0 w 378"/>
                  <a:gd name="T3" fmla="*/ 0 h 128"/>
                  <a:gd name="T4" fmla="*/ 0 w 378"/>
                  <a:gd name="T5" fmla="*/ 0 h 128"/>
                  <a:gd name="T6" fmla="*/ 0 w 378"/>
                  <a:gd name="T7" fmla="*/ 0 h 128"/>
                  <a:gd name="T8" fmla="*/ 0 w 378"/>
                  <a:gd name="T9" fmla="*/ 0 h 128"/>
                  <a:gd name="T10" fmla="*/ 0 w 378"/>
                  <a:gd name="T11" fmla="*/ 0 h 128"/>
                  <a:gd name="T12" fmla="*/ 1 w 378"/>
                  <a:gd name="T13" fmla="*/ 0 h 128"/>
                  <a:gd name="T14" fmla="*/ 1 w 378"/>
                  <a:gd name="T15" fmla="*/ 0 h 128"/>
                  <a:gd name="T16" fmla="*/ 0 w 378"/>
                  <a:gd name="T17" fmla="*/ 0 h 128"/>
                  <a:gd name="T18" fmla="*/ 0 w 378"/>
                  <a:gd name="T19" fmla="*/ 0 h 128"/>
                  <a:gd name="T20" fmla="*/ 0 w 378"/>
                  <a:gd name="T21" fmla="*/ 0 h 128"/>
                  <a:gd name="T22" fmla="*/ 0 w 378"/>
                  <a:gd name="T23" fmla="*/ 0 h 128"/>
                  <a:gd name="T24" fmla="*/ 0 w 378"/>
                  <a:gd name="T25" fmla="*/ 0 h 128"/>
                  <a:gd name="T26" fmla="*/ 0 w 378"/>
                  <a:gd name="T27" fmla="*/ 0 h 128"/>
                  <a:gd name="T28" fmla="*/ 0 w 378"/>
                  <a:gd name="T29" fmla="*/ 0 h 128"/>
                  <a:gd name="T30" fmla="*/ 0 w 378"/>
                  <a:gd name="T31" fmla="*/ 0 h 128"/>
                  <a:gd name="T32" fmla="*/ 0 w 378"/>
                  <a:gd name="T33" fmla="*/ 0 h 128"/>
                  <a:gd name="T34" fmla="*/ 0 w 378"/>
                  <a:gd name="T35" fmla="*/ 0 h 1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8"/>
                  <a:gd name="T55" fmla="*/ 0 h 128"/>
                  <a:gd name="T56" fmla="*/ 378 w 378"/>
                  <a:gd name="T57" fmla="*/ 128 h 12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8" h="128">
                    <a:moveTo>
                      <a:pt x="0" y="3"/>
                    </a:moveTo>
                    <a:lnTo>
                      <a:pt x="0" y="44"/>
                    </a:lnTo>
                    <a:lnTo>
                      <a:pt x="7" y="86"/>
                    </a:lnTo>
                    <a:lnTo>
                      <a:pt x="14" y="128"/>
                    </a:lnTo>
                    <a:lnTo>
                      <a:pt x="145" y="119"/>
                    </a:lnTo>
                    <a:lnTo>
                      <a:pt x="267" y="114"/>
                    </a:lnTo>
                    <a:lnTo>
                      <a:pt x="378" y="128"/>
                    </a:lnTo>
                    <a:lnTo>
                      <a:pt x="373" y="102"/>
                    </a:lnTo>
                    <a:lnTo>
                      <a:pt x="271" y="99"/>
                    </a:lnTo>
                    <a:lnTo>
                      <a:pt x="145" y="102"/>
                    </a:lnTo>
                    <a:lnTo>
                      <a:pt x="139" y="75"/>
                    </a:lnTo>
                    <a:lnTo>
                      <a:pt x="135" y="29"/>
                    </a:lnTo>
                    <a:lnTo>
                      <a:pt x="135" y="0"/>
                    </a:lnTo>
                    <a:lnTo>
                      <a:pt x="110" y="11"/>
                    </a:lnTo>
                    <a:lnTo>
                      <a:pt x="76" y="13"/>
                    </a:lnTo>
                    <a:lnTo>
                      <a:pt x="49" y="13"/>
                    </a:lnTo>
                    <a:lnTo>
                      <a:pt x="20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1" name="Freeform 234">
                <a:extLst>
                  <a:ext uri="{FF2B5EF4-FFF2-40B4-BE49-F238E27FC236}">
                    <a16:creationId xmlns:a16="http://schemas.microsoft.com/office/drawing/2014/main" id="{0B196BC3-45D9-5041-9F37-B400AAE7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125"/>
                <a:ext cx="101" cy="97"/>
              </a:xfrm>
              <a:custGeom>
                <a:avLst/>
                <a:gdLst>
                  <a:gd name="T0" fmla="*/ 2 w 811"/>
                  <a:gd name="T1" fmla="*/ 0 h 774"/>
                  <a:gd name="T2" fmla="*/ 1 w 811"/>
                  <a:gd name="T3" fmla="*/ 0 h 774"/>
                  <a:gd name="T4" fmla="*/ 1 w 811"/>
                  <a:gd name="T5" fmla="*/ 1 h 774"/>
                  <a:gd name="T6" fmla="*/ 1 w 811"/>
                  <a:gd name="T7" fmla="*/ 1 h 774"/>
                  <a:gd name="T8" fmla="*/ 1 w 811"/>
                  <a:gd name="T9" fmla="*/ 1 h 774"/>
                  <a:gd name="T10" fmla="*/ 0 w 811"/>
                  <a:gd name="T11" fmla="*/ 1 h 774"/>
                  <a:gd name="T12" fmla="*/ 0 w 811"/>
                  <a:gd name="T13" fmla="*/ 2 h 774"/>
                  <a:gd name="T14" fmla="*/ 0 w 811"/>
                  <a:gd name="T15" fmla="*/ 1 h 774"/>
                  <a:gd name="T16" fmla="*/ 1 w 811"/>
                  <a:gd name="T17" fmla="*/ 1 h 774"/>
                  <a:gd name="T18" fmla="*/ 1 w 811"/>
                  <a:gd name="T19" fmla="*/ 0 h 774"/>
                  <a:gd name="T20" fmla="*/ 1 w 811"/>
                  <a:gd name="T21" fmla="*/ 0 h 774"/>
                  <a:gd name="T22" fmla="*/ 1 w 811"/>
                  <a:gd name="T23" fmla="*/ 0 h 774"/>
                  <a:gd name="T24" fmla="*/ 2 w 811"/>
                  <a:gd name="T25" fmla="*/ 0 h 7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11"/>
                  <a:gd name="T40" fmla="*/ 0 h 774"/>
                  <a:gd name="T41" fmla="*/ 811 w 811"/>
                  <a:gd name="T42" fmla="*/ 774 h 77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11" h="774">
                    <a:moveTo>
                      <a:pt x="811" y="0"/>
                    </a:moveTo>
                    <a:lnTo>
                      <a:pt x="773" y="126"/>
                    </a:lnTo>
                    <a:lnTo>
                      <a:pt x="703" y="233"/>
                    </a:lnTo>
                    <a:lnTo>
                      <a:pt x="558" y="361"/>
                    </a:lnTo>
                    <a:lnTo>
                      <a:pt x="328" y="504"/>
                    </a:lnTo>
                    <a:lnTo>
                      <a:pt x="145" y="649"/>
                    </a:lnTo>
                    <a:lnTo>
                      <a:pt x="0" y="774"/>
                    </a:lnTo>
                    <a:lnTo>
                      <a:pt x="233" y="541"/>
                    </a:lnTo>
                    <a:lnTo>
                      <a:pt x="468" y="343"/>
                    </a:lnTo>
                    <a:lnTo>
                      <a:pt x="630" y="218"/>
                    </a:lnTo>
                    <a:lnTo>
                      <a:pt x="685" y="145"/>
                    </a:lnTo>
                    <a:lnTo>
                      <a:pt x="720" y="38"/>
                    </a:lnTo>
                    <a:lnTo>
                      <a:pt x="8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2" name="Freeform 235">
                <a:extLst>
                  <a:ext uri="{FF2B5EF4-FFF2-40B4-BE49-F238E27FC236}">
                    <a16:creationId xmlns:a16="http://schemas.microsoft.com/office/drawing/2014/main" id="{CFE0EFEF-00BE-5444-9AC4-0F825740C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054"/>
                <a:ext cx="157" cy="272"/>
              </a:xfrm>
              <a:custGeom>
                <a:avLst/>
                <a:gdLst>
                  <a:gd name="T0" fmla="*/ 2 w 1254"/>
                  <a:gd name="T1" fmla="*/ 0 h 2176"/>
                  <a:gd name="T2" fmla="*/ 2 w 1254"/>
                  <a:gd name="T3" fmla="*/ 0 h 2176"/>
                  <a:gd name="T4" fmla="*/ 1 w 1254"/>
                  <a:gd name="T5" fmla="*/ 1 h 2176"/>
                  <a:gd name="T6" fmla="*/ 1 w 1254"/>
                  <a:gd name="T7" fmla="*/ 1 h 2176"/>
                  <a:gd name="T8" fmla="*/ 1 w 1254"/>
                  <a:gd name="T9" fmla="*/ 2 h 2176"/>
                  <a:gd name="T10" fmla="*/ 1 w 1254"/>
                  <a:gd name="T11" fmla="*/ 2 h 2176"/>
                  <a:gd name="T12" fmla="*/ 1 w 1254"/>
                  <a:gd name="T13" fmla="*/ 3 h 2176"/>
                  <a:gd name="T14" fmla="*/ 1 w 1254"/>
                  <a:gd name="T15" fmla="*/ 3 h 2176"/>
                  <a:gd name="T16" fmla="*/ 1 w 1254"/>
                  <a:gd name="T17" fmla="*/ 3 h 2176"/>
                  <a:gd name="T18" fmla="*/ 1 w 1254"/>
                  <a:gd name="T19" fmla="*/ 2 h 2176"/>
                  <a:gd name="T20" fmla="*/ 2 w 1254"/>
                  <a:gd name="T21" fmla="*/ 2 h 2176"/>
                  <a:gd name="T22" fmla="*/ 3 w 1254"/>
                  <a:gd name="T23" fmla="*/ 2 h 2176"/>
                  <a:gd name="T24" fmla="*/ 2 w 1254"/>
                  <a:gd name="T25" fmla="*/ 2 h 2176"/>
                  <a:gd name="T26" fmla="*/ 1 w 1254"/>
                  <a:gd name="T27" fmla="*/ 2 h 2176"/>
                  <a:gd name="T28" fmla="*/ 1 w 1254"/>
                  <a:gd name="T29" fmla="*/ 2 h 2176"/>
                  <a:gd name="T30" fmla="*/ 1 w 1254"/>
                  <a:gd name="T31" fmla="*/ 2 h 2176"/>
                  <a:gd name="T32" fmla="*/ 1 w 1254"/>
                  <a:gd name="T33" fmla="*/ 3 h 2176"/>
                  <a:gd name="T34" fmla="*/ 1 w 1254"/>
                  <a:gd name="T35" fmla="*/ 3 h 2176"/>
                  <a:gd name="T36" fmla="*/ 1 w 1254"/>
                  <a:gd name="T37" fmla="*/ 3 h 2176"/>
                  <a:gd name="T38" fmla="*/ 1 w 1254"/>
                  <a:gd name="T39" fmla="*/ 4 h 2176"/>
                  <a:gd name="T40" fmla="*/ 1 w 1254"/>
                  <a:gd name="T41" fmla="*/ 4 h 2176"/>
                  <a:gd name="T42" fmla="*/ 1 w 1254"/>
                  <a:gd name="T43" fmla="*/ 4 h 2176"/>
                  <a:gd name="T44" fmla="*/ 1 w 1254"/>
                  <a:gd name="T45" fmla="*/ 4 h 2176"/>
                  <a:gd name="T46" fmla="*/ 1 w 1254"/>
                  <a:gd name="T47" fmla="*/ 4 h 2176"/>
                  <a:gd name="T48" fmla="*/ 0 w 1254"/>
                  <a:gd name="T49" fmla="*/ 4 h 2176"/>
                  <a:gd name="T50" fmla="*/ 0 w 1254"/>
                  <a:gd name="T51" fmla="*/ 4 h 2176"/>
                  <a:gd name="T52" fmla="*/ 0 w 1254"/>
                  <a:gd name="T53" fmla="*/ 4 h 2176"/>
                  <a:gd name="T54" fmla="*/ 0 w 1254"/>
                  <a:gd name="T55" fmla="*/ 4 h 2176"/>
                  <a:gd name="T56" fmla="*/ 0 w 1254"/>
                  <a:gd name="T57" fmla="*/ 4 h 2176"/>
                  <a:gd name="T58" fmla="*/ 0 w 1254"/>
                  <a:gd name="T59" fmla="*/ 4 h 2176"/>
                  <a:gd name="T60" fmla="*/ 0 w 1254"/>
                  <a:gd name="T61" fmla="*/ 4 h 2176"/>
                  <a:gd name="T62" fmla="*/ 0 w 1254"/>
                  <a:gd name="T63" fmla="*/ 4 h 2176"/>
                  <a:gd name="T64" fmla="*/ 0 w 1254"/>
                  <a:gd name="T65" fmla="*/ 4 h 2176"/>
                  <a:gd name="T66" fmla="*/ 0 w 1254"/>
                  <a:gd name="T67" fmla="*/ 4 h 2176"/>
                  <a:gd name="T68" fmla="*/ 0 w 1254"/>
                  <a:gd name="T69" fmla="*/ 3 h 2176"/>
                  <a:gd name="T70" fmla="*/ 1 w 1254"/>
                  <a:gd name="T71" fmla="*/ 3 h 2176"/>
                  <a:gd name="T72" fmla="*/ 1 w 1254"/>
                  <a:gd name="T73" fmla="*/ 3 h 2176"/>
                  <a:gd name="T74" fmla="*/ 1 w 1254"/>
                  <a:gd name="T75" fmla="*/ 2 h 2176"/>
                  <a:gd name="T76" fmla="*/ 1 w 1254"/>
                  <a:gd name="T77" fmla="*/ 2 h 2176"/>
                  <a:gd name="T78" fmla="*/ 1 w 1254"/>
                  <a:gd name="T79" fmla="*/ 2 h 2176"/>
                  <a:gd name="T80" fmla="*/ 1 w 1254"/>
                  <a:gd name="T81" fmla="*/ 1 h 2176"/>
                  <a:gd name="T82" fmla="*/ 1 w 1254"/>
                  <a:gd name="T83" fmla="*/ 1 h 2176"/>
                  <a:gd name="T84" fmla="*/ 2 w 1254"/>
                  <a:gd name="T85" fmla="*/ 0 h 2176"/>
                  <a:gd name="T86" fmla="*/ 2 w 1254"/>
                  <a:gd name="T87" fmla="*/ 0 h 2176"/>
                  <a:gd name="T88" fmla="*/ 2 w 1254"/>
                  <a:gd name="T89" fmla="*/ 0 h 217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254"/>
                  <a:gd name="T136" fmla="*/ 0 h 2176"/>
                  <a:gd name="T137" fmla="*/ 1254 w 1254"/>
                  <a:gd name="T138" fmla="*/ 2176 h 217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254" h="2176">
                    <a:moveTo>
                      <a:pt x="980" y="0"/>
                    </a:moveTo>
                    <a:lnTo>
                      <a:pt x="846" y="140"/>
                    </a:lnTo>
                    <a:lnTo>
                      <a:pt x="692" y="330"/>
                    </a:lnTo>
                    <a:lnTo>
                      <a:pt x="563" y="583"/>
                    </a:lnTo>
                    <a:lnTo>
                      <a:pt x="475" y="860"/>
                    </a:lnTo>
                    <a:lnTo>
                      <a:pt x="392" y="1148"/>
                    </a:lnTo>
                    <a:lnTo>
                      <a:pt x="343" y="1394"/>
                    </a:lnTo>
                    <a:lnTo>
                      <a:pt x="343" y="1614"/>
                    </a:lnTo>
                    <a:lnTo>
                      <a:pt x="438" y="1456"/>
                    </a:lnTo>
                    <a:lnTo>
                      <a:pt x="639" y="994"/>
                    </a:lnTo>
                    <a:lnTo>
                      <a:pt x="1090" y="825"/>
                    </a:lnTo>
                    <a:lnTo>
                      <a:pt x="1254" y="825"/>
                    </a:lnTo>
                    <a:lnTo>
                      <a:pt x="761" y="1010"/>
                    </a:lnTo>
                    <a:lnTo>
                      <a:pt x="712" y="1106"/>
                    </a:lnTo>
                    <a:lnTo>
                      <a:pt x="639" y="1196"/>
                    </a:lnTo>
                    <a:lnTo>
                      <a:pt x="597" y="1222"/>
                    </a:lnTo>
                    <a:lnTo>
                      <a:pt x="563" y="1258"/>
                    </a:lnTo>
                    <a:lnTo>
                      <a:pt x="514" y="1388"/>
                    </a:lnTo>
                    <a:lnTo>
                      <a:pt x="398" y="1641"/>
                    </a:lnTo>
                    <a:lnTo>
                      <a:pt x="288" y="1779"/>
                    </a:lnTo>
                    <a:lnTo>
                      <a:pt x="288" y="1832"/>
                    </a:lnTo>
                    <a:lnTo>
                      <a:pt x="311" y="1966"/>
                    </a:lnTo>
                    <a:lnTo>
                      <a:pt x="240" y="1943"/>
                    </a:lnTo>
                    <a:lnTo>
                      <a:pt x="226" y="1959"/>
                    </a:lnTo>
                    <a:lnTo>
                      <a:pt x="187" y="2089"/>
                    </a:lnTo>
                    <a:lnTo>
                      <a:pt x="171" y="1990"/>
                    </a:lnTo>
                    <a:lnTo>
                      <a:pt x="129" y="1976"/>
                    </a:lnTo>
                    <a:lnTo>
                      <a:pt x="88" y="1990"/>
                    </a:lnTo>
                    <a:lnTo>
                      <a:pt x="48" y="2054"/>
                    </a:lnTo>
                    <a:lnTo>
                      <a:pt x="0" y="2176"/>
                    </a:lnTo>
                    <a:lnTo>
                      <a:pt x="20" y="2047"/>
                    </a:lnTo>
                    <a:lnTo>
                      <a:pt x="48" y="1976"/>
                    </a:lnTo>
                    <a:lnTo>
                      <a:pt x="119" y="1918"/>
                    </a:lnTo>
                    <a:lnTo>
                      <a:pt x="198" y="1876"/>
                    </a:lnTo>
                    <a:lnTo>
                      <a:pt x="219" y="1745"/>
                    </a:lnTo>
                    <a:lnTo>
                      <a:pt x="311" y="1641"/>
                    </a:lnTo>
                    <a:lnTo>
                      <a:pt x="304" y="1422"/>
                    </a:lnTo>
                    <a:lnTo>
                      <a:pt x="330" y="1210"/>
                    </a:lnTo>
                    <a:lnTo>
                      <a:pt x="392" y="984"/>
                    </a:lnTo>
                    <a:lnTo>
                      <a:pt x="468" y="749"/>
                    </a:lnTo>
                    <a:lnTo>
                      <a:pt x="556" y="521"/>
                    </a:lnTo>
                    <a:lnTo>
                      <a:pt x="659" y="344"/>
                    </a:lnTo>
                    <a:lnTo>
                      <a:pt x="770" y="201"/>
                    </a:lnTo>
                    <a:lnTo>
                      <a:pt x="866" y="104"/>
                    </a:lnTo>
                    <a:lnTo>
                      <a:pt x="9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3" name="Freeform 236">
                <a:extLst>
                  <a:ext uri="{FF2B5EF4-FFF2-40B4-BE49-F238E27FC236}">
                    <a16:creationId xmlns:a16="http://schemas.microsoft.com/office/drawing/2014/main" id="{0E422C2A-472C-A542-BF0A-0458BE4F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104"/>
                <a:ext cx="25" cy="82"/>
              </a:xfrm>
              <a:custGeom>
                <a:avLst/>
                <a:gdLst>
                  <a:gd name="T0" fmla="*/ 0 w 201"/>
                  <a:gd name="T1" fmla="*/ 0 h 654"/>
                  <a:gd name="T2" fmla="*/ 0 w 201"/>
                  <a:gd name="T3" fmla="*/ 0 h 654"/>
                  <a:gd name="T4" fmla="*/ 0 w 201"/>
                  <a:gd name="T5" fmla="*/ 1 h 654"/>
                  <a:gd name="T6" fmla="*/ 0 w 201"/>
                  <a:gd name="T7" fmla="*/ 1 h 654"/>
                  <a:gd name="T8" fmla="*/ 0 w 201"/>
                  <a:gd name="T9" fmla="*/ 1 h 654"/>
                  <a:gd name="T10" fmla="*/ 0 w 201"/>
                  <a:gd name="T11" fmla="*/ 1 h 654"/>
                  <a:gd name="T12" fmla="*/ 0 w 201"/>
                  <a:gd name="T13" fmla="*/ 1 h 654"/>
                  <a:gd name="T14" fmla="*/ 0 w 201"/>
                  <a:gd name="T15" fmla="*/ 1 h 654"/>
                  <a:gd name="T16" fmla="*/ 0 w 201"/>
                  <a:gd name="T17" fmla="*/ 1 h 654"/>
                  <a:gd name="T18" fmla="*/ 0 w 201"/>
                  <a:gd name="T19" fmla="*/ 1 h 654"/>
                  <a:gd name="T20" fmla="*/ 0 w 201"/>
                  <a:gd name="T21" fmla="*/ 1 h 654"/>
                  <a:gd name="T22" fmla="*/ 0 w 201"/>
                  <a:gd name="T23" fmla="*/ 1 h 654"/>
                  <a:gd name="T24" fmla="*/ 0 w 201"/>
                  <a:gd name="T25" fmla="*/ 1 h 654"/>
                  <a:gd name="T26" fmla="*/ 0 w 201"/>
                  <a:gd name="T27" fmla="*/ 1 h 654"/>
                  <a:gd name="T28" fmla="*/ 0 w 201"/>
                  <a:gd name="T29" fmla="*/ 1 h 654"/>
                  <a:gd name="T30" fmla="*/ 0 w 201"/>
                  <a:gd name="T31" fmla="*/ 1 h 654"/>
                  <a:gd name="T32" fmla="*/ 0 w 201"/>
                  <a:gd name="T33" fmla="*/ 1 h 654"/>
                  <a:gd name="T34" fmla="*/ 0 w 201"/>
                  <a:gd name="T35" fmla="*/ 0 h 654"/>
                  <a:gd name="T36" fmla="*/ 0 w 201"/>
                  <a:gd name="T37" fmla="*/ 0 h 654"/>
                  <a:gd name="T38" fmla="*/ 0 w 201"/>
                  <a:gd name="T39" fmla="*/ 0 h 654"/>
                  <a:gd name="T40" fmla="*/ 0 w 201"/>
                  <a:gd name="T41" fmla="*/ 0 h 6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1"/>
                  <a:gd name="T64" fmla="*/ 0 h 654"/>
                  <a:gd name="T65" fmla="*/ 201 w 201"/>
                  <a:gd name="T66" fmla="*/ 654 h 65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1" h="654">
                    <a:moveTo>
                      <a:pt x="138" y="62"/>
                    </a:moveTo>
                    <a:lnTo>
                      <a:pt x="106" y="122"/>
                    </a:lnTo>
                    <a:lnTo>
                      <a:pt x="99" y="226"/>
                    </a:lnTo>
                    <a:lnTo>
                      <a:pt x="106" y="343"/>
                    </a:lnTo>
                    <a:lnTo>
                      <a:pt x="138" y="433"/>
                    </a:lnTo>
                    <a:lnTo>
                      <a:pt x="180" y="500"/>
                    </a:lnTo>
                    <a:lnTo>
                      <a:pt x="201" y="542"/>
                    </a:lnTo>
                    <a:lnTo>
                      <a:pt x="166" y="654"/>
                    </a:lnTo>
                    <a:lnTo>
                      <a:pt x="76" y="617"/>
                    </a:lnTo>
                    <a:lnTo>
                      <a:pt x="0" y="595"/>
                    </a:lnTo>
                    <a:lnTo>
                      <a:pt x="44" y="585"/>
                    </a:lnTo>
                    <a:lnTo>
                      <a:pt x="99" y="585"/>
                    </a:lnTo>
                    <a:lnTo>
                      <a:pt x="153" y="595"/>
                    </a:lnTo>
                    <a:lnTo>
                      <a:pt x="157" y="542"/>
                    </a:lnTo>
                    <a:lnTo>
                      <a:pt x="109" y="433"/>
                    </a:lnTo>
                    <a:lnTo>
                      <a:pt x="92" y="350"/>
                    </a:lnTo>
                    <a:lnTo>
                      <a:pt x="76" y="242"/>
                    </a:lnTo>
                    <a:lnTo>
                      <a:pt x="83" y="138"/>
                    </a:lnTo>
                    <a:lnTo>
                      <a:pt x="106" y="62"/>
                    </a:lnTo>
                    <a:lnTo>
                      <a:pt x="125" y="0"/>
                    </a:lnTo>
                    <a:lnTo>
                      <a:pt x="138" y="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4" name="Freeform 237">
                <a:extLst>
                  <a:ext uri="{FF2B5EF4-FFF2-40B4-BE49-F238E27FC236}">
                    <a16:creationId xmlns:a16="http://schemas.microsoft.com/office/drawing/2014/main" id="{9AC3D87E-F8B1-044D-AE99-78F9B2030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21"/>
                <a:ext cx="21" cy="159"/>
              </a:xfrm>
              <a:custGeom>
                <a:avLst/>
                <a:gdLst>
                  <a:gd name="T0" fmla="*/ 0 w 168"/>
                  <a:gd name="T1" fmla="*/ 0 h 1277"/>
                  <a:gd name="T2" fmla="*/ 0 w 168"/>
                  <a:gd name="T3" fmla="*/ 0 h 1277"/>
                  <a:gd name="T4" fmla="*/ 0 w 168"/>
                  <a:gd name="T5" fmla="*/ 0 h 1277"/>
                  <a:gd name="T6" fmla="*/ 0 w 168"/>
                  <a:gd name="T7" fmla="*/ 1 h 1277"/>
                  <a:gd name="T8" fmla="*/ 0 w 168"/>
                  <a:gd name="T9" fmla="*/ 1 h 1277"/>
                  <a:gd name="T10" fmla="*/ 0 w 168"/>
                  <a:gd name="T11" fmla="*/ 1 h 1277"/>
                  <a:gd name="T12" fmla="*/ 0 w 168"/>
                  <a:gd name="T13" fmla="*/ 1 h 1277"/>
                  <a:gd name="T14" fmla="*/ 0 w 168"/>
                  <a:gd name="T15" fmla="*/ 1 h 1277"/>
                  <a:gd name="T16" fmla="*/ 0 w 168"/>
                  <a:gd name="T17" fmla="*/ 2 h 1277"/>
                  <a:gd name="T18" fmla="*/ 0 w 168"/>
                  <a:gd name="T19" fmla="*/ 2 h 1277"/>
                  <a:gd name="T20" fmla="*/ 0 w 168"/>
                  <a:gd name="T21" fmla="*/ 2 h 1277"/>
                  <a:gd name="T22" fmla="*/ 0 w 168"/>
                  <a:gd name="T23" fmla="*/ 2 h 1277"/>
                  <a:gd name="T24" fmla="*/ 0 w 168"/>
                  <a:gd name="T25" fmla="*/ 2 h 1277"/>
                  <a:gd name="T26" fmla="*/ 0 w 168"/>
                  <a:gd name="T27" fmla="*/ 1 h 1277"/>
                  <a:gd name="T28" fmla="*/ 0 w 168"/>
                  <a:gd name="T29" fmla="*/ 1 h 1277"/>
                  <a:gd name="T30" fmla="*/ 0 w 168"/>
                  <a:gd name="T31" fmla="*/ 1 h 1277"/>
                  <a:gd name="T32" fmla="*/ 0 w 168"/>
                  <a:gd name="T33" fmla="*/ 1 h 1277"/>
                  <a:gd name="T34" fmla="*/ 0 w 168"/>
                  <a:gd name="T35" fmla="*/ 0 h 1277"/>
                  <a:gd name="T36" fmla="*/ 0 w 168"/>
                  <a:gd name="T37" fmla="*/ 0 h 1277"/>
                  <a:gd name="T38" fmla="*/ 0 w 168"/>
                  <a:gd name="T39" fmla="*/ 0 h 1277"/>
                  <a:gd name="T40" fmla="*/ 0 w 168"/>
                  <a:gd name="T41" fmla="*/ 0 h 1277"/>
                  <a:gd name="T42" fmla="*/ 0 w 168"/>
                  <a:gd name="T43" fmla="*/ 0 h 127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68"/>
                  <a:gd name="T67" fmla="*/ 0 h 1277"/>
                  <a:gd name="T68" fmla="*/ 168 w 168"/>
                  <a:gd name="T69" fmla="*/ 1277 h 127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68" h="1277">
                    <a:moveTo>
                      <a:pt x="145" y="53"/>
                    </a:moveTo>
                    <a:lnTo>
                      <a:pt x="104" y="136"/>
                    </a:lnTo>
                    <a:lnTo>
                      <a:pt x="78" y="224"/>
                    </a:lnTo>
                    <a:lnTo>
                      <a:pt x="69" y="302"/>
                    </a:lnTo>
                    <a:lnTo>
                      <a:pt x="69" y="392"/>
                    </a:lnTo>
                    <a:lnTo>
                      <a:pt x="83" y="464"/>
                    </a:lnTo>
                    <a:lnTo>
                      <a:pt x="62" y="561"/>
                    </a:lnTo>
                    <a:lnTo>
                      <a:pt x="35" y="783"/>
                    </a:lnTo>
                    <a:lnTo>
                      <a:pt x="23" y="932"/>
                    </a:lnTo>
                    <a:lnTo>
                      <a:pt x="29" y="1058"/>
                    </a:lnTo>
                    <a:lnTo>
                      <a:pt x="55" y="1277"/>
                    </a:lnTo>
                    <a:lnTo>
                      <a:pt x="0" y="1077"/>
                    </a:lnTo>
                    <a:lnTo>
                      <a:pt x="0" y="906"/>
                    </a:lnTo>
                    <a:lnTo>
                      <a:pt x="16" y="728"/>
                    </a:lnTo>
                    <a:lnTo>
                      <a:pt x="42" y="561"/>
                    </a:lnTo>
                    <a:lnTo>
                      <a:pt x="55" y="464"/>
                    </a:lnTo>
                    <a:lnTo>
                      <a:pt x="51" y="348"/>
                    </a:lnTo>
                    <a:lnTo>
                      <a:pt x="55" y="219"/>
                    </a:lnTo>
                    <a:lnTo>
                      <a:pt x="90" y="124"/>
                    </a:lnTo>
                    <a:lnTo>
                      <a:pt x="124" y="53"/>
                    </a:lnTo>
                    <a:lnTo>
                      <a:pt x="168" y="0"/>
                    </a:lnTo>
                    <a:lnTo>
                      <a:pt x="145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5" name="Freeform 238">
                <a:extLst>
                  <a:ext uri="{FF2B5EF4-FFF2-40B4-BE49-F238E27FC236}">
                    <a16:creationId xmlns:a16="http://schemas.microsoft.com/office/drawing/2014/main" id="{4818EFB3-1572-3C4F-9B03-3CA13EC2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129"/>
                <a:ext cx="70" cy="38"/>
              </a:xfrm>
              <a:custGeom>
                <a:avLst/>
                <a:gdLst>
                  <a:gd name="T0" fmla="*/ 0 w 556"/>
                  <a:gd name="T1" fmla="*/ 1 h 300"/>
                  <a:gd name="T2" fmla="*/ 1 w 556"/>
                  <a:gd name="T3" fmla="*/ 0 h 300"/>
                  <a:gd name="T4" fmla="*/ 1 w 556"/>
                  <a:gd name="T5" fmla="*/ 0 h 300"/>
                  <a:gd name="T6" fmla="*/ 1 w 556"/>
                  <a:gd name="T7" fmla="*/ 0 h 300"/>
                  <a:gd name="T8" fmla="*/ 1 w 556"/>
                  <a:gd name="T9" fmla="*/ 0 h 300"/>
                  <a:gd name="T10" fmla="*/ 1 w 556"/>
                  <a:gd name="T11" fmla="*/ 0 h 300"/>
                  <a:gd name="T12" fmla="*/ 1 w 556"/>
                  <a:gd name="T13" fmla="*/ 0 h 300"/>
                  <a:gd name="T14" fmla="*/ 0 w 556"/>
                  <a:gd name="T15" fmla="*/ 0 h 300"/>
                  <a:gd name="T16" fmla="*/ 0 w 556"/>
                  <a:gd name="T17" fmla="*/ 0 h 300"/>
                  <a:gd name="T18" fmla="*/ 0 w 556"/>
                  <a:gd name="T19" fmla="*/ 1 h 300"/>
                  <a:gd name="T20" fmla="*/ 0 w 556"/>
                  <a:gd name="T21" fmla="*/ 1 h 3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56"/>
                  <a:gd name="T34" fmla="*/ 0 h 300"/>
                  <a:gd name="T35" fmla="*/ 556 w 556"/>
                  <a:gd name="T36" fmla="*/ 300 h 30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56" h="300">
                    <a:moveTo>
                      <a:pt x="0" y="300"/>
                    </a:moveTo>
                    <a:lnTo>
                      <a:pt x="394" y="171"/>
                    </a:lnTo>
                    <a:lnTo>
                      <a:pt x="413" y="103"/>
                    </a:lnTo>
                    <a:lnTo>
                      <a:pt x="556" y="19"/>
                    </a:lnTo>
                    <a:lnTo>
                      <a:pt x="468" y="7"/>
                    </a:lnTo>
                    <a:lnTo>
                      <a:pt x="346" y="0"/>
                    </a:lnTo>
                    <a:lnTo>
                      <a:pt x="227" y="42"/>
                    </a:lnTo>
                    <a:lnTo>
                      <a:pt x="141" y="103"/>
                    </a:lnTo>
                    <a:lnTo>
                      <a:pt x="65" y="187"/>
                    </a:lnTo>
                    <a:lnTo>
                      <a:pt x="16" y="254"/>
                    </a:lnTo>
                    <a:lnTo>
                      <a:pt x="0" y="3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6" name="Freeform 239">
                <a:extLst>
                  <a:ext uri="{FF2B5EF4-FFF2-40B4-BE49-F238E27FC236}">
                    <a16:creationId xmlns:a16="http://schemas.microsoft.com/office/drawing/2014/main" id="{8BCCEDDD-44BD-7D4A-88A9-5858276C9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176"/>
                <a:ext cx="213" cy="177"/>
              </a:xfrm>
              <a:custGeom>
                <a:avLst/>
                <a:gdLst>
                  <a:gd name="T0" fmla="*/ 2 w 1703"/>
                  <a:gd name="T1" fmla="*/ 0 h 1420"/>
                  <a:gd name="T2" fmla="*/ 3 w 1703"/>
                  <a:gd name="T3" fmla="*/ 0 h 1420"/>
                  <a:gd name="T4" fmla="*/ 3 w 1703"/>
                  <a:gd name="T5" fmla="*/ 0 h 1420"/>
                  <a:gd name="T6" fmla="*/ 3 w 1703"/>
                  <a:gd name="T7" fmla="*/ 0 h 1420"/>
                  <a:gd name="T8" fmla="*/ 3 w 1703"/>
                  <a:gd name="T9" fmla="*/ 1 h 1420"/>
                  <a:gd name="T10" fmla="*/ 3 w 1703"/>
                  <a:gd name="T11" fmla="*/ 1 h 1420"/>
                  <a:gd name="T12" fmla="*/ 3 w 1703"/>
                  <a:gd name="T13" fmla="*/ 2 h 1420"/>
                  <a:gd name="T14" fmla="*/ 3 w 1703"/>
                  <a:gd name="T15" fmla="*/ 2 h 1420"/>
                  <a:gd name="T16" fmla="*/ 3 w 1703"/>
                  <a:gd name="T17" fmla="*/ 3 h 1420"/>
                  <a:gd name="T18" fmla="*/ 2 w 1703"/>
                  <a:gd name="T19" fmla="*/ 3 h 1420"/>
                  <a:gd name="T20" fmla="*/ 1 w 1703"/>
                  <a:gd name="T21" fmla="*/ 3 h 1420"/>
                  <a:gd name="T22" fmla="*/ 1 w 1703"/>
                  <a:gd name="T23" fmla="*/ 3 h 1420"/>
                  <a:gd name="T24" fmla="*/ 1 w 1703"/>
                  <a:gd name="T25" fmla="*/ 2 h 1420"/>
                  <a:gd name="T26" fmla="*/ 0 w 1703"/>
                  <a:gd name="T27" fmla="*/ 2 h 1420"/>
                  <a:gd name="T28" fmla="*/ 0 w 1703"/>
                  <a:gd name="T29" fmla="*/ 2 h 1420"/>
                  <a:gd name="T30" fmla="*/ 0 w 1703"/>
                  <a:gd name="T31" fmla="*/ 2 h 1420"/>
                  <a:gd name="T32" fmla="*/ 1 w 1703"/>
                  <a:gd name="T33" fmla="*/ 2 h 1420"/>
                  <a:gd name="T34" fmla="*/ 1 w 1703"/>
                  <a:gd name="T35" fmla="*/ 2 h 1420"/>
                  <a:gd name="T36" fmla="*/ 1 w 1703"/>
                  <a:gd name="T37" fmla="*/ 2 h 1420"/>
                  <a:gd name="T38" fmla="*/ 2 w 1703"/>
                  <a:gd name="T39" fmla="*/ 2 h 1420"/>
                  <a:gd name="T40" fmla="*/ 1 w 1703"/>
                  <a:gd name="T41" fmla="*/ 2 h 1420"/>
                  <a:gd name="T42" fmla="*/ 1 w 1703"/>
                  <a:gd name="T43" fmla="*/ 1 h 1420"/>
                  <a:gd name="T44" fmla="*/ 1 w 1703"/>
                  <a:gd name="T45" fmla="*/ 1 h 1420"/>
                  <a:gd name="T46" fmla="*/ 1 w 1703"/>
                  <a:gd name="T47" fmla="*/ 2 h 1420"/>
                  <a:gd name="T48" fmla="*/ 1 w 1703"/>
                  <a:gd name="T49" fmla="*/ 2 h 1420"/>
                  <a:gd name="T50" fmla="*/ 1 w 1703"/>
                  <a:gd name="T51" fmla="*/ 2 h 1420"/>
                  <a:gd name="T52" fmla="*/ 0 w 1703"/>
                  <a:gd name="T53" fmla="*/ 1 h 1420"/>
                  <a:gd name="T54" fmla="*/ 1 w 1703"/>
                  <a:gd name="T55" fmla="*/ 1 h 1420"/>
                  <a:gd name="T56" fmla="*/ 1 w 1703"/>
                  <a:gd name="T57" fmla="*/ 2 h 1420"/>
                  <a:gd name="T58" fmla="*/ 2 w 1703"/>
                  <a:gd name="T59" fmla="*/ 2 h 1420"/>
                  <a:gd name="T60" fmla="*/ 2 w 1703"/>
                  <a:gd name="T61" fmla="*/ 1 h 1420"/>
                  <a:gd name="T62" fmla="*/ 2 w 1703"/>
                  <a:gd name="T63" fmla="*/ 0 h 1420"/>
                  <a:gd name="T64" fmla="*/ 1 w 1703"/>
                  <a:gd name="T65" fmla="*/ 1 h 1420"/>
                  <a:gd name="T66" fmla="*/ 1 w 1703"/>
                  <a:gd name="T67" fmla="*/ 0 h 1420"/>
                  <a:gd name="T68" fmla="*/ 1 w 1703"/>
                  <a:gd name="T69" fmla="*/ 0 h 1420"/>
                  <a:gd name="T70" fmla="*/ 1 w 1703"/>
                  <a:gd name="T71" fmla="*/ 0 h 1420"/>
                  <a:gd name="T72" fmla="*/ 1 w 1703"/>
                  <a:gd name="T73" fmla="*/ 0 h 1420"/>
                  <a:gd name="T74" fmla="*/ 1 w 1703"/>
                  <a:gd name="T75" fmla="*/ 0 h 1420"/>
                  <a:gd name="T76" fmla="*/ 2 w 1703"/>
                  <a:gd name="T77" fmla="*/ 0 h 1420"/>
                  <a:gd name="T78" fmla="*/ 2 w 1703"/>
                  <a:gd name="T79" fmla="*/ 0 h 14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03"/>
                  <a:gd name="T121" fmla="*/ 0 h 1420"/>
                  <a:gd name="T122" fmla="*/ 1703 w 1703"/>
                  <a:gd name="T123" fmla="*/ 1420 h 14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03" h="1420">
                    <a:moveTo>
                      <a:pt x="1092" y="0"/>
                    </a:moveTo>
                    <a:lnTo>
                      <a:pt x="1134" y="40"/>
                    </a:lnTo>
                    <a:lnTo>
                      <a:pt x="1217" y="53"/>
                    </a:lnTo>
                    <a:lnTo>
                      <a:pt x="1331" y="60"/>
                    </a:lnTo>
                    <a:lnTo>
                      <a:pt x="1422" y="46"/>
                    </a:lnTo>
                    <a:lnTo>
                      <a:pt x="1512" y="24"/>
                    </a:lnTo>
                    <a:lnTo>
                      <a:pt x="1606" y="88"/>
                    </a:lnTo>
                    <a:lnTo>
                      <a:pt x="1696" y="178"/>
                    </a:lnTo>
                    <a:lnTo>
                      <a:pt x="1703" y="217"/>
                    </a:lnTo>
                    <a:lnTo>
                      <a:pt x="1663" y="307"/>
                    </a:lnTo>
                    <a:lnTo>
                      <a:pt x="1621" y="473"/>
                    </a:lnTo>
                    <a:lnTo>
                      <a:pt x="1621" y="576"/>
                    </a:lnTo>
                    <a:lnTo>
                      <a:pt x="1634" y="715"/>
                    </a:lnTo>
                    <a:lnTo>
                      <a:pt x="1595" y="837"/>
                    </a:lnTo>
                    <a:lnTo>
                      <a:pt x="1379" y="1180"/>
                    </a:lnTo>
                    <a:lnTo>
                      <a:pt x="1346" y="1275"/>
                    </a:lnTo>
                    <a:lnTo>
                      <a:pt x="1340" y="1331"/>
                    </a:lnTo>
                    <a:lnTo>
                      <a:pt x="1285" y="1378"/>
                    </a:lnTo>
                    <a:lnTo>
                      <a:pt x="1197" y="1409"/>
                    </a:lnTo>
                    <a:lnTo>
                      <a:pt x="1026" y="1420"/>
                    </a:lnTo>
                    <a:lnTo>
                      <a:pt x="823" y="1420"/>
                    </a:lnTo>
                    <a:lnTo>
                      <a:pt x="701" y="1409"/>
                    </a:lnTo>
                    <a:lnTo>
                      <a:pt x="652" y="1384"/>
                    </a:lnTo>
                    <a:lnTo>
                      <a:pt x="584" y="1413"/>
                    </a:lnTo>
                    <a:lnTo>
                      <a:pt x="481" y="1323"/>
                    </a:lnTo>
                    <a:lnTo>
                      <a:pt x="371" y="1222"/>
                    </a:lnTo>
                    <a:lnTo>
                      <a:pt x="305" y="1144"/>
                    </a:lnTo>
                    <a:lnTo>
                      <a:pt x="215" y="1020"/>
                    </a:lnTo>
                    <a:lnTo>
                      <a:pt x="186" y="1006"/>
                    </a:lnTo>
                    <a:lnTo>
                      <a:pt x="0" y="1015"/>
                    </a:lnTo>
                    <a:lnTo>
                      <a:pt x="21" y="996"/>
                    </a:lnTo>
                    <a:lnTo>
                      <a:pt x="125" y="989"/>
                    </a:lnTo>
                    <a:lnTo>
                      <a:pt x="193" y="982"/>
                    </a:lnTo>
                    <a:lnTo>
                      <a:pt x="228" y="1006"/>
                    </a:lnTo>
                    <a:lnTo>
                      <a:pt x="360" y="1174"/>
                    </a:lnTo>
                    <a:lnTo>
                      <a:pt x="438" y="1236"/>
                    </a:lnTo>
                    <a:lnTo>
                      <a:pt x="535" y="1236"/>
                    </a:lnTo>
                    <a:lnTo>
                      <a:pt x="707" y="1290"/>
                    </a:lnTo>
                    <a:lnTo>
                      <a:pt x="758" y="1284"/>
                    </a:lnTo>
                    <a:lnTo>
                      <a:pt x="742" y="1202"/>
                    </a:lnTo>
                    <a:lnTo>
                      <a:pt x="701" y="1084"/>
                    </a:lnTo>
                    <a:lnTo>
                      <a:pt x="613" y="939"/>
                    </a:lnTo>
                    <a:lnTo>
                      <a:pt x="516" y="828"/>
                    </a:lnTo>
                    <a:lnTo>
                      <a:pt x="399" y="747"/>
                    </a:lnTo>
                    <a:lnTo>
                      <a:pt x="323" y="740"/>
                    </a:lnTo>
                    <a:lnTo>
                      <a:pt x="298" y="747"/>
                    </a:lnTo>
                    <a:lnTo>
                      <a:pt x="290" y="761"/>
                    </a:lnTo>
                    <a:lnTo>
                      <a:pt x="364" y="870"/>
                    </a:lnTo>
                    <a:lnTo>
                      <a:pt x="392" y="1006"/>
                    </a:lnTo>
                    <a:lnTo>
                      <a:pt x="392" y="1057"/>
                    </a:lnTo>
                    <a:lnTo>
                      <a:pt x="364" y="1000"/>
                    </a:lnTo>
                    <a:lnTo>
                      <a:pt x="311" y="906"/>
                    </a:lnTo>
                    <a:lnTo>
                      <a:pt x="248" y="844"/>
                    </a:lnTo>
                    <a:lnTo>
                      <a:pt x="173" y="789"/>
                    </a:lnTo>
                    <a:lnTo>
                      <a:pt x="283" y="653"/>
                    </a:lnTo>
                    <a:lnTo>
                      <a:pt x="384" y="685"/>
                    </a:lnTo>
                    <a:lnTo>
                      <a:pt x="503" y="752"/>
                    </a:lnTo>
                    <a:lnTo>
                      <a:pt x="613" y="844"/>
                    </a:lnTo>
                    <a:lnTo>
                      <a:pt x="735" y="860"/>
                    </a:lnTo>
                    <a:lnTo>
                      <a:pt x="901" y="851"/>
                    </a:lnTo>
                    <a:lnTo>
                      <a:pt x="977" y="828"/>
                    </a:lnTo>
                    <a:lnTo>
                      <a:pt x="1092" y="438"/>
                    </a:lnTo>
                    <a:lnTo>
                      <a:pt x="1153" y="288"/>
                    </a:lnTo>
                    <a:lnTo>
                      <a:pt x="1224" y="152"/>
                    </a:lnTo>
                    <a:lnTo>
                      <a:pt x="784" y="259"/>
                    </a:lnTo>
                    <a:lnTo>
                      <a:pt x="555" y="301"/>
                    </a:lnTo>
                    <a:lnTo>
                      <a:pt x="399" y="307"/>
                    </a:lnTo>
                    <a:lnTo>
                      <a:pt x="332" y="288"/>
                    </a:lnTo>
                    <a:lnTo>
                      <a:pt x="323" y="266"/>
                    </a:lnTo>
                    <a:lnTo>
                      <a:pt x="338" y="252"/>
                    </a:lnTo>
                    <a:lnTo>
                      <a:pt x="433" y="226"/>
                    </a:lnTo>
                    <a:lnTo>
                      <a:pt x="422" y="247"/>
                    </a:lnTo>
                    <a:lnTo>
                      <a:pt x="413" y="279"/>
                    </a:lnTo>
                    <a:lnTo>
                      <a:pt x="433" y="288"/>
                    </a:lnTo>
                    <a:lnTo>
                      <a:pt x="530" y="279"/>
                    </a:lnTo>
                    <a:lnTo>
                      <a:pt x="687" y="247"/>
                    </a:lnTo>
                    <a:lnTo>
                      <a:pt x="859" y="169"/>
                    </a:lnTo>
                    <a:lnTo>
                      <a:pt x="968" y="110"/>
                    </a:lnTo>
                    <a:lnTo>
                      <a:pt x="1072" y="60"/>
                    </a:lnTo>
                    <a:lnTo>
                      <a:pt x="1092" y="33"/>
                    </a:lnTo>
                    <a:lnTo>
                      <a:pt x="10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7" name="Freeform 240">
                <a:extLst>
                  <a:ext uri="{FF2B5EF4-FFF2-40B4-BE49-F238E27FC236}">
                    <a16:creationId xmlns:a16="http://schemas.microsoft.com/office/drawing/2014/main" id="{1ACC9293-6528-9F41-B8B5-3DF71D29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256"/>
                <a:ext cx="30" cy="35"/>
              </a:xfrm>
              <a:custGeom>
                <a:avLst/>
                <a:gdLst>
                  <a:gd name="T0" fmla="*/ 0 w 241"/>
                  <a:gd name="T1" fmla="*/ 0 h 277"/>
                  <a:gd name="T2" fmla="*/ 0 w 241"/>
                  <a:gd name="T3" fmla="*/ 0 h 277"/>
                  <a:gd name="T4" fmla="*/ 0 w 241"/>
                  <a:gd name="T5" fmla="*/ 0 h 277"/>
                  <a:gd name="T6" fmla="*/ 0 w 241"/>
                  <a:gd name="T7" fmla="*/ 0 h 277"/>
                  <a:gd name="T8" fmla="*/ 0 w 241"/>
                  <a:gd name="T9" fmla="*/ 0 h 277"/>
                  <a:gd name="T10" fmla="*/ 0 w 241"/>
                  <a:gd name="T11" fmla="*/ 0 h 277"/>
                  <a:gd name="T12" fmla="*/ 0 w 241"/>
                  <a:gd name="T13" fmla="*/ 0 h 277"/>
                  <a:gd name="T14" fmla="*/ 0 w 241"/>
                  <a:gd name="T15" fmla="*/ 1 h 277"/>
                  <a:gd name="T16" fmla="*/ 0 w 241"/>
                  <a:gd name="T17" fmla="*/ 0 h 2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1"/>
                  <a:gd name="T28" fmla="*/ 0 h 277"/>
                  <a:gd name="T29" fmla="*/ 241 w 241"/>
                  <a:gd name="T30" fmla="*/ 277 h 27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1" h="277">
                    <a:moveTo>
                      <a:pt x="241" y="0"/>
                    </a:moveTo>
                    <a:lnTo>
                      <a:pt x="180" y="9"/>
                    </a:lnTo>
                    <a:lnTo>
                      <a:pt x="84" y="35"/>
                    </a:lnTo>
                    <a:lnTo>
                      <a:pt x="22" y="76"/>
                    </a:lnTo>
                    <a:lnTo>
                      <a:pt x="0" y="108"/>
                    </a:lnTo>
                    <a:lnTo>
                      <a:pt x="0" y="158"/>
                    </a:lnTo>
                    <a:lnTo>
                      <a:pt x="8" y="216"/>
                    </a:lnTo>
                    <a:lnTo>
                      <a:pt x="22" y="277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8" name="Freeform 241">
                <a:extLst>
                  <a:ext uri="{FF2B5EF4-FFF2-40B4-BE49-F238E27FC236}">
                    <a16:creationId xmlns:a16="http://schemas.microsoft.com/office/drawing/2014/main" id="{28DF6BBB-F89D-D945-9ABD-2BF538CD4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138"/>
                <a:ext cx="593" cy="340"/>
              </a:xfrm>
              <a:custGeom>
                <a:avLst/>
                <a:gdLst>
                  <a:gd name="T0" fmla="*/ 7 w 4749"/>
                  <a:gd name="T1" fmla="*/ 0 h 2718"/>
                  <a:gd name="T2" fmla="*/ 9 w 4749"/>
                  <a:gd name="T3" fmla="*/ 2 h 2718"/>
                  <a:gd name="T4" fmla="*/ 9 w 4749"/>
                  <a:gd name="T5" fmla="*/ 4 h 2718"/>
                  <a:gd name="T6" fmla="*/ 0 w 4749"/>
                  <a:gd name="T7" fmla="*/ 5 h 2718"/>
                  <a:gd name="T8" fmla="*/ 0 w 4749"/>
                  <a:gd name="T9" fmla="*/ 4 h 2718"/>
                  <a:gd name="T10" fmla="*/ 1 w 4749"/>
                  <a:gd name="T11" fmla="*/ 4 h 2718"/>
                  <a:gd name="T12" fmla="*/ 0 w 4749"/>
                  <a:gd name="T13" fmla="*/ 4 h 2718"/>
                  <a:gd name="T14" fmla="*/ 1 w 4749"/>
                  <a:gd name="T15" fmla="*/ 5 h 2718"/>
                  <a:gd name="T16" fmla="*/ 1 w 4749"/>
                  <a:gd name="T17" fmla="*/ 5 h 2718"/>
                  <a:gd name="T18" fmla="*/ 1 w 4749"/>
                  <a:gd name="T19" fmla="*/ 4 h 2718"/>
                  <a:gd name="T20" fmla="*/ 2 w 4749"/>
                  <a:gd name="T21" fmla="*/ 5 h 2718"/>
                  <a:gd name="T22" fmla="*/ 2 w 4749"/>
                  <a:gd name="T23" fmla="*/ 5 h 2718"/>
                  <a:gd name="T24" fmla="*/ 2 w 4749"/>
                  <a:gd name="T25" fmla="*/ 4 h 2718"/>
                  <a:gd name="T26" fmla="*/ 3 w 4749"/>
                  <a:gd name="T27" fmla="*/ 4 h 2718"/>
                  <a:gd name="T28" fmla="*/ 3 w 4749"/>
                  <a:gd name="T29" fmla="*/ 4 h 2718"/>
                  <a:gd name="T30" fmla="*/ 3 w 4749"/>
                  <a:gd name="T31" fmla="*/ 4 h 2718"/>
                  <a:gd name="T32" fmla="*/ 3 w 4749"/>
                  <a:gd name="T33" fmla="*/ 4 h 2718"/>
                  <a:gd name="T34" fmla="*/ 3 w 4749"/>
                  <a:gd name="T35" fmla="*/ 5 h 2718"/>
                  <a:gd name="T36" fmla="*/ 3 w 4749"/>
                  <a:gd name="T37" fmla="*/ 5 h 2718"/>
                  <a:gd name="T38" fmla="*/ 3 w 4749"/>
                  <a:gd name="T39" fmla="*/ 4 h 2718"/>
                  <a:gd name="T40" fmla="*/ 3 w 4749"/>
                  <a:gd name="T41" fmla="*/ 5 h 2718"/>
                  <a:gd name="T42" fmla="*/ 4 w 4749"/>
                  <a:gd name="T43" fmla="*/ 5 h 2718"/>
                  <a:gd name="T44" fmla="*/ 5 w 4749"/>
                  <a:gd name="T45" fmla="*/ 4 h 2718"/>
                  <a:gd name="T46" fmla="*/ 5 w 4749"/>
                  <a:gd name="T47" fmla="*/ 3 h 2718"/>
                  <a:gd name="T48" fmla="*/ 6 w 4749"/>
                  <a:gd name="T49" fmla="*/ 3 h 2718"/>
                  <a:gd name="T50" fmla="*/ 6 w 4749"/>
                  <a:gd name="T51" fmla="*/ 3 h 2718"/>
                  <a:gd name="T52" fmla="*/ 6 w 4749"/>
                  <a:gd name="T53" fmla="*/ 3 h 2718"/>
                  <a:gd name="T54" fmla="*/ 5 w 4749"/>
                  <a:gd name="T55" fmla="*/ 2 h 2718"/>
                  <a:gd name="T56" fmla="*/ 4 w 4749"/>
                  <a:gd name="T57" fmla="*/ 2 h 2718"/>
                  <a:gd name="T58" fmla="*/ 4 w 4749"/>
                  <a:gd name="T59" fmla="*/ 3 h 2718"/>
                  <a:gd name="T60" fmla="*/ 4 w 4749"/>
                  <a:gd name="T61" fmla="*/ 3 h 2718"/>
                  <a:gd name="T62" fmla="*/ 5 w 4749"/>
                  <a:gd name="T63" fmla="*/ 2 h 2718"/>
                  <a:gd name="T64" fmla="*/ 6 w 4749"/>
                  <a:gd name="T65" fmla="*/ 1 h 2718"/>
                  <a:gd name="T66" fmla="*/ 5 w 4749"/>
                  <a:gd name="T67" fmla="*/ 2 h 2718"/>
                  <a:gd name="T68" fmla="*/ 6 w 4749"/>
                  <a:gd name="T69" fmla="*/ 2 h 2718"/>
                  <a:gd name="T70" fmla="*/ 6 w 4749"/>
                  <a:gd name="T71" fmla="*/ 1 h 2718"/>
                  <a:gd name="T72" fmla="*/ 7 w 4749"/>
                  <a:gd name="T73" fmla="*/ 2 h 2718"/>
                  <a:gd name="T74" fmla="*/ 8 w 4749"/>
                  <a:gd name="T75" fmla="*/ 4 h 2718"/>
                  <a:gd name="T76" fmla="*/ 8 w 4749"/>
                  <a:gd name="T77" fmla="*/ 4 h 2718"/>
                  <a:gd name="T78" fmla="*/ 9 w 4749"/>
                  <a:gd name="T79" fmla="*/ 3 h 2718"/>
                  <a:gd name="T80" fmla="*/ 8 w 4749"/>
                  <a:gd name="T81" fmla="*/ 1 h 2718"/>
                  <a:gd name="T82" fmla="*/ 7 w 4749"/>
                  <a:gd name="T83" fmla="*/ 0 h 271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749"/>
                  <a:gd name="T127" fmla="*/ 0 h 2718"/>
                  <a:gd name="T128" fmla="*/ 4749 w 4749"/>
                  <a:gd name="T129" fmla="*/ 2718 h 271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749" h="2718">
                    <a:moveTo>
                      <a:pt x="3544" y="0"/>
                    </a:moveTo>
                    <a:lnTo>
                      <a:pt x="3670" y="55"/>
                    </a:lnTo>
                    <a:lnTo>
                      <a:pt x="4100" y="505"/>
                    </a:lnTo>
                    <a:lnTo>
                      <a:pt x="4459" y="1099"/>
                    </a:lnTo>
                    <a:lnTo>
                      <a:pt x="4658" y="1639"/>
                    </a:lnTo>
                    <a:lnTo>
                      <a:pt x="4749" y="2215"/>
                    </a:lnTo>
                    <a:lnTo>
                      <a:pt x="4749" y="2718"/>
                    </a:lnTo>
                    <a:lnTo>
                      <a:pt x="0" y="2718"/>
                    </a:lnTo>
                    <a:lnTo>
                      <a:pt x="0" y="2125"/>
                    </a:lnTo>
                    <a:lnTo>
                      <a:pt x="53" y="2035"/>
                    </a:lnTo>
                    <a:lnTo>
                      <a:pt x="160" y="1998"/>
                    </a:lnTo>
                    <a:lnTo>
                      <a:pt x="503" y="1945"/>
                    </a:lnTo>
                    <a:lnTo>
                      <a:pt x="125" y="2055"/>
                    </a:lnTo>
                    <a:lnTo>
                      <a:pt x="90" y="2105"/>
                    </a:lnTo>
                    <a:lnTo>
                      <a:pt x="197" y="2233"/>
                    </a:lnTo>
                    <a:lnTo>
                      <a:pt x="395" y="2379"/>
                    </a:lnTo>
                    <a:lnTo>
                      <a:pt x="665" y="2506"/>
                    </a:lnTo>
                    <a:lnTo>
                      <a:pt x="593" y="2379"/>
                    </a:lnTo>
                    <a:lnTo>
                      <a:pt x="575" y="2250"/>
                    </a:lnTo>
                    <a:lnTo>
                      <a:pt x="575" y="2143"/>
                    </a:lnTo>
                    <a:lnTo>
                      <a:pt x="665" y="2268"/>
                    </a:lnTo>
                    <a:lnTo>
                      <a:pt x="808" y="2379"/>
                    </a:lnTo>
                    <a:lnTo>
                      <a:pt x="971" y="2433"/>
                    </a:lnTo>
                    <a:lnTo>
                      <a:pt x="1082" y="2448"/>
                    </a:lnTo>
                    <a:lnTo>
                      <a:pt x="1082" y="2305"/>
                    </a:lnTo>
                    <a:lnTo>
                      <a:pt x="1132" y="2181"/>
                    </a:lnTo>
                    <a:lnTo>
                      <a:pt x="1222" y="2195"/>
                    </a:lnTo>
                    <a:lnTo>
                      <a:pt x="1329" y="2125"/>
                    </a:lnTo>
                    <a:lnTo>
                      <a:pt x="1402" y="1998"/>
                    </a:lnTo>
                    <a:lnTo>
                      <a:pt x="1545" y="1837"/>
                    </a:lnTo>
                    <a:lnTo>
                      <a:pt x="1672" y="1803"/>
                    </a:lnTo>
                    <a:lnTo>
                      <a:pt x="1744" y="1872"/>
                    </a:lnTo>
                    <a:lnTo>
                      <a:pt x="1654" y="1837"/>
                    </a:lnTo>
                    <a:lnTo>
                      <a:pt x="1567" y="1890"/>
                    </a:lnTo>
                    <a:lnTo>
                      <a:pt x="1492" y="2091"/>
                    </a:lnTo>
                    <a:lnTo>
                      <a:pt x="1492" y="2305"/>
                    </a:lnTo>
                    <a:lnTo>
                      <a:pt x="1545" y="2413"/>
                    </a:lnTo>
                    <a:lnTo>
                      <a:pt x="1619" y="2433"/>
                    </a:lnTo>
                    <a:lnTo>
                      <a:pt x="1690" y="2340"/>
                    </a:lnTo>
                    <a:lnTo>
                      <a:pt x="1744" y="2181"/>
                    </a:lnTo>
                    <a:lnTo>
                      <a:pt x="1762" y="2035"/>
                    </a:lnTo>
                    <a:lnTo>
                      <a:pt x="1780" y="2305"/>
                    </a:lnTo>
                    <a:lnTo>
                      <a:pt x="1817" y="2448"/>
                    </a:lnTo>
                    <a:lnTo>
                      <a:pt x="1873" y="2506"/>
                    </a:lnTo>
                    <a:lnTo>
                      <a:pt x="2175" y="2361"/>
                    </a:lnTo>
                    <a:lnTo>
                      <a:pt x="2500" y="2125"/>
                    </a:lnTo>
                    <a:lnTo>
                      <a:pt x="2714" y="1927"/>
                    </a:lnTo>
                    <a:lnTo>
                      <a:pt x="2843" y="1745"/>
                    </a:lnTo>
                    <a:lnTo>
                      <a:pt x="2876" y="1639"/>
                    </a:lnTo>
                    <a:lnTo>
                      <a:pt x="3002" y="1620"/>
                    </a:lnTo>
                    <a:lnTo>
                      <a:pt x="3149" y="1567"/>
                    </a:lnTo>
                    <a:lnTo>
                      <a:pt x="2859" y="1477"/>
                    </a:lnTo>
                    <a:lnTo>
                      <a:pt x="3111" y="1422"/>
                    </a:lnTo>
                    <a:lnTo>
                      <a:pt x="3344" y="1335"/>
                    </a:lnTo>
                    <a:lnTo>
                      <a:pt x="3002" y="1206"/>
                    </a:lnTo>
                    <a:lnTo>
                      <a:pt x="2681" y="1154"/>
                    </a:lnTo>
                    <a:lnTo>
                      <a:pt x="2391" y="1154"/>
                    </a:lnTo>
                    <a:lnTo>
                      <a:pt x="2285" y="1224"/>
                    </a:lnTo>
                    <a:lnTo>
                      <a:pt x="2251" y="1387"/>
                    </a:lnTo>
                    <a:lnTo>
                      <a:pt x="2213" y="1351"/>
                    </a:lnTo>
                    <a:lnTo>
                      <a:pt x="1978" y="1620"/>
                    </a:lnTo>
                    <a:lnTo>
                      <a:pt x="2013" y="1317"/>
                    </a:lnTo>
                    <a:lnTo>
                      <a:pt x="2175" y="1134"/>
                    </a:lnTo>
                    <a:lnTo>
                      <a:pt x="2463" y="956"/>
                    </a:lnTo>
                    <a:lnTo>
                      <a:pt x="2661" y="793"/>
                    </a:lnTo>
                    <a:lnTo>
                      <a:pt x="3221" y="611"/>
                    </a:lnTo>
                    <a:lnTo>
                      <a:pt x="2698" y="830"/>
                    </a:lnTo>
                    <a:lnTo>
                      <a:pt x="2431" y="1081"/>
                    </a:lnTo>
                    <a:lnTo>
                      <a:pt x="2769" y="1026"/>
                    </a:lnTo>
                    <a:lnTo>
                      <a:pt x="3094" y="938"/>
                    </a:lnTo>
                    <a:lnTo>
                      <a:pt x="3329" y="686"/>
                    </a:lnTo>
                    <a:lnTo>
                      <a:pt x="3329" y="595"/>
                    </a:lnTo>
                    <a:lnTo>
                      <a:pt x="3472" y="738"/>
                    </a:lnTo>
                    <a:lnTo>
                      <a:pt x="3708" y="991"/>
                    </a:lnTo>
                    <a:lnTo>
                      <a:pt x="3938" y="1407"/>
                    </a:lnTo>
                    <a:lnTo>
                      <a:pt x="4120" y="1909"/>
                    </a:lnTo>
                    <a:lnTo>
                      <a:pt x="4228" y="2195"/>
                    </a:lnTo>
                    <a:lnTo>
                      <a:pt x="4351" y="1855"/>
                    </a:lnTo>
                    <a:lnTo>
                      <a:pt x="4408" y="1567"/>
                    </a:lnTo>
                    <a:lnTo>
                      <a:pt x="4443" y="1261"/>
                    </a:lnTo>
                    <a:lnTo>
                      <a:pt x="4298" y="866"/>
                    </a:lnTo>
                    <a:lnTo>
                      <a:pt x="4100" y="523"/>
                    </a:lnTo>
                    <a:lnTo>
                      <a:pt x="3708" y="110"/>
                    </a:lnTo>
                    <a:lnTo>
                      <a:pt x="35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89" name="Freeform 242">
                <a:extLst>
                  <a:ext uri="{FF2B5EF4-FFF2-40B4-BE49-F238E27FC236}">
                    <a16:creationId xmlns:a16="http://schemas.microsoft.com/office/drawing/2014/main" id="{B92D322C-27F2-D24F-AF4D-4A369216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3351"/>
                <a:ext cx="10" cy="29"/>
              </a:xfrm>
              <a:custGeom>
                <a:avLst/>
                <a:gdLst>
                  <a:gd name="T0" fmla="*/ 0 w 76"/>
                  <a:gd name="T1" fmla="*/ 0 h 230"/>
                  <a:gd name="T2" fmla="*/ 0 w 76"/>
                  <a:gd name="T3" fmla="*/ 0 h 230"/>
                  <a:gd name="T4" fmla="*/ 0 w 76"/>
                  <a:gd name="T5" fmla="*/ 0 h 230"/>
                  <a:gd name="T6" fmla="*/ 0 w 76"/>
                  <a:gd name="T7" fmla="*/ 1 h 230"/>
                  <a:gd name="T8" fmla="*/ 0 w 76"/>
                  <a:gd name="T9" fmla="*/ 0 h 230"/>
                  <a:gd name="T10" fmla="*/ 0 w 76"/>
                  <a:gd name="T11" fmla="*/ 0 h 230"/>
                  <a:gd name="T12" fmla="*/ 0 w 76"/>
                  <a:gd name="T13" fmla="*/ 0 h 230"/>
                  <a:gd name="T14" fmla="*/ 0 w 76"/>
                  <a:gd name="T15" fmla="*/ 0 h 230"/>
                  <a:gd name="T16" fmla="*/ 0 w 76"/>
                  <a:gd name="T17" fmla="*/ 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6"/>
                  <a:gd name="T28" fmla="*/ 0 h 230"/>
                  <a:gd name="T29" fmla="*/ 76 w 76"/>
                  <a:gd name="T30" fmla="*/ 230 h 2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6" h="230">
                    <a:moveTo>
                      <a:pt x="0" y="0"/>
                    </a:moveTo>
                    <a:lnTo>
                      <a:pt x="34" y="67"/>
                    </a:lnTo>
                    <a:lnTo>
                      <a:pt x="52" y="136"/>
                    </a:lnTo>
                    <a:lnTo>
                      <a:pt x="46" y="230"/>
                    </a:lnTo>
                    <a:lnTo>
                      <a:pt x="76" y="195"/>
                    </a:lnTo>
                    <a:lnTo>
                      <a:pt x="69" y="118"/>
                    </a:lnTo>
                    <a:lnTo>
                      <a:pt x="34" y="41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0" name="Freeform 243">
                <a:extLst>
                  <a:ext uri="{FF2B5EF4-FFF2-40B4-BE49-F238E27FC236}">
                    <a16:creationId xmlns:a16="http://schemas.microsoft.com/office/drawing/2014/main" id="{3F1BF722-20B0-BA46-A85D-5E6F4F82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47"/>
                <a:ext cx="125" cy="39"/>
              </a:xfrm>
              <a:custGeom>
                <a:avLst/>
                <a:gdLst>
                  <a:gd name="T0" fmla="*/ 1 w 993"/>
                  <a:gd name="T1" fmla="*/ 0 h 316"/>
                  <a:gd name="T2" fmla="*/ 2 w 993"/>
                  <a:gd name="T3" fmla="*/ 0 h 316"/>
                  <a:gd name="T4" fmla="*/ 2 w 993"/>
                  <a:gd name="T5" fmla="*/ 0 h 316"/>
                  <a:gd name="T6" fmla="*/ 2 w 993"/>
                  <a:gd name="T7" fmla="*/ 0 h 316"/>
                  <a:gd name="T8" fmla="*/ 2 w 993"/>
                  <a:gd name="T9" fmla="*/ 0 h 316"/>
                  <a:gd name="T10" fmla="*/ 1 w 993"/>
                  <a:gd name="T11" fmla="*/ 0 h 316"/>
                  <a:gd name="T12" fmla="*/ 1 w 993"/>
                  <a:gd name="T13" fmla="*/ 0 h 316"/>
                  <a:gd name="T14" fmla="*/ 0 w 993"/>
                  <a:gd name="T15" fmla="*/ 0 h 316"/>
                  <a:gd name="T16" fmla="*/ 1 w 993"/>
                  <a:gd name="T17" fmla="*/ 1 h 316"/>
                  <a:gd name="T18" fmla="*/ 1 w 993"/>
                  <a:gd name="T19" fmla="*/ 1 h 316"/>
                  <a:gd name="T20" fmla="*/ 1 w 993"/>
                  <a:gd name="T21" fmla="*/ 1 h 316"/>
                  <a:gd name="T22" fmla="*/ 2 w 993"/>
                  <a:gd name="T23" fmla="*/ 0 h 316"/>
                  <a:gd name="T24" fmla="*/ 2 w 993"/>
                  <a:gd name="T25" fmla="*/ 0 h 316"/>
                  <a:gd name="T26" fmla="*/ 2 w 993"/>
                  <a:gd name="T27" fmla="*/ 0 h 316"/>
                  <a:gd name="T28" fmla="*/ 2 w 993"/>
                  <a:gd name="T29" fmla="*/ 0 h 316"/>
                  <a:gd name="T30" fmla="*/ 2 w 993"/>
                  <a:gd name="T31" fmla="*/ 0 h 316"/>
                  <a:gd name="T32" fmla="*/ 2 w 993"/>
                  <a:gd name="T33" fmla="*/ 0 h 316"/>
                  <a:gd name="T34" fmla="*/ 2 w 993"/>
                  <a:gd name="T35" fmla="*/ 0 h 316"/>
                  <a:gd name="T36" fmla="*/ 1 w 993"/>
                  <a:gd name="T37" fmla="*/ 0 h 316"/>
                  <a:gd name="T38" fmla="*/ 1 w 993"/>
                  <a:gd name="T39" fmla="*/ 0 h 3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93"/>
                  <a:gd name="T61" fmla="*/ 0 h 316"/>
                  <a:gd name="T62" fmla="*/ 993 w 993"/>
                  <a:gd name="T63" fmla="*/ 316 h 3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93" h="316">
                    <a:moveTo>
                      <a:pt x="703" y="44"/>
                    </a:moveTo>
                    <a:lnTo>
                      <a:pt x="744" y="53"/>
                    </a:lnTo>
                    <a:lnTo>
                      <a:pt x="782" y="129"/>
                    </a:lnTo>
                    <a:lnTo>
                      <a:pt x="786" y="206"/>
                    </a:lnTo>
                    <a:lnTo>
                      <a:pt x="786" y="258"/>
                    </a:lnTo>
                    <a:lnTo>
                      <a:pt x="479" y="291"/>
                    </a:lnTo>
                    <a:lnTo>
                      <a:pt x="265" y="283"/>
                    </a:lnTo>
                    <a:lnTo>
                      <a:pt x="0" y="258"/>
                    </a:lnTo>
                    <a:lnTo>
                      <a:pt x="230" y="300"/>
                    </a:lnTo>
                    <a:lnTo>
                      <a:pt x="454" y="316"/>
                    </a:lnTo>
                    <a:lnTo>
                      <a:pt x="677" y="316"/>
                    </a:lnTo>
                    <a:lnTo>
                      <a:pt x="924" y="274"/>
                    </a:lnTo>
                    <a:lnTo>
                      <a:pt x="993" y="221"/>
                    </a:lnTo>
                    <a:lnTo>
                      <a:pt x="822" y="249"/>
                    </a:lnTo>
                    <a:lnTo>
                      <a:pt x="815" y="171"/>
                    </a:lnTo>
                    <a:lnTo>
                      <a:pt x="795" y="85"/>
                    </a:lnTo>
                    <a:lnTo>
                      <a:pt x="782" y="35"/>
                    </a:lnTo>
                    <a:lnTo>
                      <a:pt x="753" y="0"/>
                    </a:lnTo>
                    <a:lnTo>
                      <a:pt x="703" y="0"/>
                    </a:lnTo>
                    <a:lnTo>
                      <a:pt x="703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1" name="Freeform 244">
                <a:extLst>
                  <a:ext uri="{FF2B5EF4-FFF2-40B4-BE49-F238E27FC236}">
                    <a16:creationId xmlns:a16="http://schemas.microsoft.com/office/drawing/2014/main" id="{22058B5D-A005-AC47-B3B2-1DC7777C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35"/>
                <a:ext cx="82" cy="98"/>
              </a:xfrm>
              <a:custGeom>
                <a:avLst/>
                <a:gdLst>
                  <a:gd name="T0" fmla="*/ 0 w 652"/>
                  <a:gd name="T1" fmla="*/ 2 h 782"/>
                  <a:gd name="T2" fmla="*/ 1 w 652"/>
                  <a:gd name="T3" fmla="*/ 0 h 782"/>
                  <a:gd name="T4" fmla="*/ 1 w 652"/>
                  <a:gd name="T5" fmla="*/ 0 h 782"/>
                  <a:gd name="T6" fmla="*/ 0 w 652"/>
                  <a:gd name="T7" fmla="*/ 2 h 78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2"/>
                  <a:gd name="T13" fmla="*/ 0 h 782"/>
                  <a:gd name="T14" fmla="*/ 652 w 652"/>
                  <a:gd name="T15" fmla="*/ 782 h 78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2" h="782">
                    <a:moveTo>
                      <a:pt x="0" y="764"/>
                    </a:moveTo>
                    <a:lnTo>
                      <a:pt x="590" y="0"/>
                    </a:lnTo>
                    <a:lnTo>
                      <a:pt x="652" y="42"/>
                    </a:lnTo>
                    <a:lnTo>
                      <a:pt x="83" y="7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2" name="Freeform 245">
                <a:extLst>
                  <a:ext uri="{FF2B5EF4-FFF2-40B4-BE49-F238E27FC236}">
                    <a16:creationId xmlns:a16="http://schemas.microsoft.com/office/drawing/2014/main" id="{892FF348-167D-0B45-BF1A-8231E21A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307"/>
                <a:ext cx="82" cy="35"/>
              </a:xfrm>
              <a:custGeom>
                <a:avLst/>
                <a:gdLst>
                  <a:gd name="T0" fmla="*/ 1 w 659"/>
                  <a:gd name="T1" fmla="*/ 0 h 276"/>
                  <a:gd name="T2" fmla="*/ 1 w 659"/>
                  <a:gd name="T3" fmla="*/ 0 h 276"/>
                  <a:gd name="T4" fmla="*/ 1 w 659"/>
                  <a:gd name="T5" fmla="*/ 0 h 276"/>
                  <a:gd name="T6" fmla="*/ 1 w 659"/>
                  <a:gd name="T7" fmla="*/ 0 h 276"/>
                  <a:gd name="T8" fmla="*/ 1 w 659"/>
                  <a:gd name="T9" fmla="*/ 0 h 276"/>
                  <a:gd name="T10" fmla="*/ 1 w 659"/>
                  <a:gd name="T11" fmla="*/ 1 h 276"/>
                  <a:gd name="T12" fmla="*/ 1 w 659"/>
                  <a:gd name="T13" fmla="*/ 1 h 276"/>
                  <a:gd name="T14" fmla="*/ 1 w 659"/>
                  <a:gd name="T15" fmla="*/ 1 h 276"/>
                  <a:gd name="T16" fmla="*/ 1 w 659"/>
                  <a:gd name="T17" fmla="*/ 1 h 276"/>
                  <a:gd name="T18" fmla="*/ 0 w 659"/>
                  <a:gd name="T19" fmla="*/ 1 h 276"/>
                  <a:gd name="T20" fmla="*/ 0 w 659"/>
                  <a:gd name="T21" fmla="*/ 0 h 276"/>
                  <a:gd name="T22" fmla="*/ 0 w 659"/>
                  <a:gd name="T23" fmla="*/ 0 h 276"/>
                  <a:gd name="T24" fmla="*/ 0 w 659"/>
                  <a:gd name="T25" fmla="*/ 0 h 276"/>
                  <a:gd name="T26" fmla="*/ 0 w 659"/>
                  <a:gd name="T27" fmla="*/ 0 h 276"/>
                  <a:gd name="T28" fmla="*/ 0 w 659"/>
                  <a:gd name="T29" fmla="*/ 0 h 276"/>
                  <a:gd name="T30" fmla="*/ 0 w 659"/>
                  <a:gd name="T31" fmla="*/ 0 h 276"/>
                  <a:gd name="T32" fmla="*/ 1 w 659"/>
                  <a:gd name="T33" fmla="*/ 0 h 2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9"/>
                  <a:gd name="T52" fmla="*/ 0 h 276"/>
                  <a:gd name="T53" fmla="*/ 659 w 659"/>
                  <a:gd name="T54" fmla="*/ 276 h 2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9" h="276">
                    <a:moveTo>
                      <a:pt x="301" y="146"/>
                    </a:moveTo>
                    <a:lnTo>
                      <a:pt x="384" y="137"/>
                    </a:lnTo>
                    <a:lnTo>
                      <a:pt x="555" y="0"/>
                    </a:lnTo>
                    <a:lnTo>
                      <a:pt x="523" y="95"/>
                    </a:lnTo>
                    <a:lnTo>
                      <a:pt x="452" y="207"/>
                    </a:lnTo>
                    <a:lnTo>
                      <a:pt x="496" y="240"/>
                    </a:lnTo>
                    <a:lnTo>
                      <a:pt x="659" y="223"/>
                    </a:lnTo>
                    <a:lnTo>
                      <a:pt x="496" y="276"/>
                    </a:lnTo>
                    <a:lnTo>
                      <a:pt x="393" y="276"/>
                    </a:lnTo>
                    <a:lnTo>
                      <a:pt x="204" y="223"/>
                    </a:lnTo>
                    <a:lnTo>
                      <a:pt x="103" y="196"/>
                    </a:lnTo>
                    <a:lnTo>
                      <a:pt x="34" y="196"/>
                    </a:lnTo>
                    <a:lnTo>
                      <a:pt x="0" y="214"/>
                    </a:lnTo>
                    <a:lnTo>
                      <a:pt x="25" y="196"/>
                    </a:lnTo>
                    <a:lnTo>
                      <a:pt x="103" y="182"/>
                    </a:lnTo>
                    <a:lnTo>
                      <a:pt x="246" y="196"/>
                    </a:lnTo>
                    <a:lnTo>
                      <a:pt x="301" y="1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3" name="Freeform 246">
                <a:extLst>
                  <a:ext uri="{FF2B5EF4-FFF2-40B4-BE49-F238E27FC236}">
                    <a16:creationId xmlns:a16="http://schemas.microsoft.com/office/drawing/2014/main" id="{65F2D4E1-48FB-9D4E-BAFB-8BDE24BC0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337"/>
                <a:ext cx="69" cy="44"/>
              </a:xfrm>
              <a:custGeom>
                <a:avLst/>
                <a:gdLst>
                  <a:gd name="T0" fmla="*/ 1 w 556"/>
                  <a:gd name="T1" fmla="*/ 1 h 352"/>
                  <a:gd name="T2" fmla="*/ 1 w 556"/>
                  <a:gd name="T3" fmla="*/ 1 h 352"/>
                  <a:gd name="T4" fmla="*/ 1 w 556"/>
                  <a:gd name="T5" fmla="*/ 0 h 352"/>
                  <a:gd name="T6" fmla="*/ 1 w 556"/>
                  <a:gd name="T7" fmla="*/ 0 h 352"/>
                  <a:gd name="T8" fmla="*/ 1 w 556"/>
                  <a:gd name="T9" fmla="*/ 0 h 352"/>
                  <a:gd name="T10" fmla="*/ 1 w 556"/>
                  <a:gd name="T11" fmla="*/ 0 h 352"/>
                  <a:gd name="T12" fmla="*/ 1 w 556"/>
                  <a:gd name="T13" fmla="*/ 0 h 352"/>
                  <a:gd name="T14" fmla="*/ 1 w 556"/>
                  <a:gd name="T15" fmla="*/ 0 h 352"/>
                  <a:gd name="T16" fmla="*/ 0 w 556"/>
                  <a:gd name="T17" fmla="*/ 0 h 352"/>
                  <a:gd name="T18" fmla="*/ 0 w 556"/>
                  <a:gd name="T19" fmla="*/ 0 h 352"/>
                  <a:gd name="T20" fmla="*/ 0 w 556"/>
                  <a:gd name="T21" fmla="*/ 0 h 352"/>
                  <a:gd name="T22" fmla="*/ 0 w 556"/>
                  <a:gd name="T23" fmla="*/ 0 h 352"/>
                  <a:gd name="T24" fmla="*/ 0 w 556"/>
                  <a:gd name="T25" fmla="*/ 0 h 352"/>
                  <a:gd name="T26" fmla="*/ 0 w 556"/>
                  <a:gd name="T27" fmla="*/ 0 h 352"/>
                  <a:gd name="T28" fmla="*/ 1 w 556"/>
                  <a:gd name="T29" fmla="*/ 0 h 352"/>
                  <a:gd name="T30" fmla="*/ 1 w 556"/>
                  <a:gd name="T31" fmla="*/ 0 h 352"/>
                  <a:gd name="T32" fmla="*/ 1 w 556"/>
                  <a:gd name="T33" fmla="*/ 0 h 352"/>
                  <a:gd name="T34" fmla="*/ 1 w 556"/>
                  <a:gd name="T35" fmla="*/ 0 h 352"/>
                  <a:gd name="T36" fmla="*/ 1 w 556"/>
                  <a:gd name="T37" fmla="*/ 1 h 352"/>
                  <a:gd name="T38" fmla="*/ 1 w 556"/>
                  <a:gd name="T39" fmla="*/ 1 h 352"/>
                  <a:gd name="T40" fmla="*/ 1 w 556"/>
                  <a:gd name="T41" fmla="*/ 1 h 352"/>
                  <a:gd name="T42" fmla="*/ 1 w 556"/>
                  <a:gd name="T43" fmla="*/ 1 h 35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56"/>
                  <a:gd name="T67" fmla="*/ 0 h 352"/>
                  <a:gd name="T68" fmla="*/ 556 w 556"/>
                  <a:gd name="T69" fmla="*/ 352 h 35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56" h="352">
                    <a:moveTo>
                      <a:pt x="556" y="352"/>
                    </a:moveTo>
                    <a:lnTo>
                      <a:pt x="538" y="260"/>
                    </a:lnTo>
                    <a:lnTo>
                      <a:pt x="496" y="198"/>
                    </a:lnTo>
                    <a:lnTo>
                      <a:pt x="444" y="147"/>
                    </a:lnTo>
                    <a:lnTo>
                      <a:pt x="435" y="86"/>
                    </a:lnTo>
                    <a:lnTo>
                      <a:pt x="418" y="36"/>
                    </a:lnTo>
                    <a:lnTo>
                      <a:pt x="367" y="36"/>
                    </a:lnTo>
                    <a:lnTo>
                      <a:pt x="305" y="53"/>
                    </a:lnTo>
                    <a:lnTo>
                      <a:pt x="270" y="78"/>
                    </a:lnTo>
                    <a:lnTo>
                      <a:pt x="171" y="36"/>
                    </a:lnTo>
                    <a:lnTo>
                      <a:pt x="75" y="0"/>
                    </a:lnTo>
                    <a:lnTo>
                      <a:pt x="0" y="9"/>
                    </a:lnTo>
                    <a:lnTo>
                      <a:pt x="109" y="36"/>
                    </a:lnTo>
                    <a:lnTo>
                      <a:pt x="270" y="122"/>
                    </a:lnTo>
                    <a:lnTo>
                      <a:pt x="330" y="163"/>
                    </a:lnTo>
                    <a:lnTo>
                      <a:pt x="316" y="101"/>
                    </a:lnTo>
                    <a:lnTo>
                      <a:pt x="376" y="101"/>
                    </a:lnTo>
                    <a:lnTo>
                      <a:pt x="427" y="163"/>
                    </a:lnTo>
                    <a:lnTo>
                      <a:pt x="468" y="240"/>
                    </a:lnTo>
                    <a:lnTo>
                      <a:pt x="503" y="318"/>
                    </a:lnTo>
                    <a:lnTo>
                      <a:pt x="503" y="352"/>
                    </a:lnTo>
                    <a:lnTo>
                      <a:pt x="556" y="3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4" name="Freeform 247">
                <a:extLst>
                  <a:ext uri="{FF2B5EF4-FFF2-40B4-BE49-F238E27FC236}">
                    <a16:creationId xmlns:a16="http://schemas.microsoft.com/office/drawing/2014/main" id="{C41658A6-5E25-7B48-8BC9-57865D39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342"/>
                <a:ext cx="51" cy="93"/>
              </a:xfrm>
              <a:custGeom>
                <a:avLst/>
                <a:gdLst>
                  <a:gd name="T0" fmla="*/ 1 w 413"/>
                  <a:gd name="T1" fmla="*/ 0 h 747"/>
                  <a:gd name="T2" fmla="*/ 0 w 413"/>
                  <a:gd name="T3" fmla="*/ 0 h 747"/>
                  <a:gd name="T4" fmla="*/ 0 w 413"/>
                  <a:gd name="T5" fmla="*/ 0 h 747"/>
                  <a:gd name="T6" fmla="*/ 0 w 413"/>
                  <a:gd name="T7" fmla="*/ 0 h 747"/>
                  <a:gd name="T8" fmla="*/ 0 w 413"/>
                  <a:gd name="T9" fmla="*/ 0 h 747"/>
                  <a:gd name="T10" fmla="*/ 0 w 413"/>
                  <a:gd name="T11" fmla="*/ 0 h 747"/>
                  <a:gd name="T12" fmla="*/ 0 w 413"/>
                  <a:gd name="T13" fmla="*/ 1 h 747"/>
                  <a:gd name="T14" fmla="*/ 0 w 413"/>
                  <a:gd name="T15" fmla="*/ 1 h 747"/>
                  <a:gd name="T16" fmla="*/ 0 w 413"/>
                  <a:gd name="T17" fmla="*/ 1 h 747"/>
                  <a:gd name="T18" fmla="*/ 0 w 413"/>
                  <a:gd name="T19" fmla="*/ 1 h 747"/>
                  <a:gd name="T20" fmla="*/ 0 w 413"/>
                  <a:gd name="T21" fmla="*/ 1 h 747"/>
                  <a:gd name="T22" fmla="*/ 0 w 413"/>
                  <a:gd name="T23" fmla="*/ 1 h 747"/>
                  <a:gd name="T24" fmla="*/ 0 w 413"/>
                  <a:gd name="T25" fmla="*/ 1 h 747"/>
                  <a:gd name="T26" fmla="*/ 1 w 413"/>
                  <a:gd name="T27" fmla="*/ 1 h 747"/>
                  <a:gd name="T28" fmla="*/ 0 w 413"/>
                  <a:gd name="T29" fmla="*/ 1 h 747"/>
                  <a:gd name="T30" fmla="*/ 0 w 413"/>
                  <a:gd name="T31" fmla="*/ 1 h 747"/>
                  <a:gd name="T32" fmla="*/ 0 w 413"/>
                  <a:gd name="T33" fmla="*/ 1 h 747"/>
                  <a:gd name="T34" fmla="*/ 0 w 413"/>
                  <a:gd name="T35" fmla="*/ 1 h 747"/>
                  <a:gd name="T36" fmla="*/ 0 w 413"/>
                  <a:gd name="T37" fmla="*/ 0 h 747"/>
                  <a:gd name="T38" fmla="*/ 0 w 413"/>
                  <a:gd name="T39" fmla="*/ 0 h 747"/>
                  <a:gd name="T40" fmla="*/ 0 w 413"/>
                  <a:gd name="T41" fmla="*/ 0 h 747"/>
                  <a:gd name="T42" fmla="*/ 0 w 413"/>
                  <a:gd name="T43" fmla="*/ 0 h 747"/>
                  <a:gd name="T44" fmla="*/ 0 w 413"/>
                  <a:gd name="T45" fmla="*/ 0 h 747"/>
                  <a:gd name="T46" fmla="*/ 1 w 413"/>
                  <a:gd name="T47" fmla="*/ 0 h 74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13"/>
                  <a:gd name="T73" fmla="*/ 0 h 747"/>
                  <a:gd name="T74" fmla="*/ 413 w 413"/>
                  <a:gd name="T75" fmla="*/ 747 h 74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13" h="747">
                    <a:moveTo>
                      <a:pt x="309" y="0"/>
                    </a:moveTo>
                    <a:lnTo>
                      <a:pt x="233" y="111"/>
                    </a:lnTo>
                    <a:lnTo>
                      <a:pt x="129" y="118"/>
                    </a:lnTo>
                    <a:lnTo>
                      <a:pt x="129" y="178"/>
                    </a:lnTo>
                    <a:lnTo>
                      <a:pt x="166" y="263"/>
                    </a:lnTo>
                    <a:lnTo>
                      <a:pt x="166" y="282"/>
                    </a:lnTo>
                    <a:lnTo>
                      <a:pt x="78" y="325"/>
                    </a:lnTo>
                    <a:lnTo>
                      <a:pt x="191" y="478"/>
                    </a:lnTo>
                    <a:lnTo>
                      <a:pt x="191" y="540"/>
                    </a:lnTo>
                    <a:lnTo>
                      <a:pt x="69" y="455"/>
                    </a:lnTo>
                    <a:lnTo>
                      <a:pt x="46" y="549"/>
                    </a:lnTo>
                    <a:lnTo>
                      <a:pt x="62" y="609"/>
                    </a:lnTo>
                    <a:lnTo>
                      <a:pt x="105" y="660"/>
                    </a:lnTo>
                    <a:lnTo>
                      <a:pt x="413" y="747"/>
                    </a:lnTo>
                    <a:lnTo>
                      <a:pt x="96" y="676"/>
                    </a:lnTo>
                    <a:lnTo>
                      <a:pt x="26" y="609"/>
                    </a:lnTo>
                    <a:lnTo>
                      <a:pt x="0" y="470"/>
                    </a:lnTo>
                    <a:lnTo>
                      <a:pt x="53" y="342"/>
                    </a:lnTo>
                    <a:lnTo>
                      <a:pt x="69" y="282"/>
                    </a:lnTo>
                    <a:lnTo>
                      <a:pt x="111" y="257"/>
                    </a:lnTo>
                    <a:lnTo>
                      <a:pt x="105" y="144"/>
                    </a:lnTo>
                    <a:lnTo>
                      <a:pt x="129" y="95"/>
                    </a:lnTo>
                    <a:lnTo>
                      <a:pt x="242" y="65"/>
                    </a:lnTo>
                    <a:lnTo>
                      <a:pt x="3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95" name="Freeform 248">
                <a:extLst>
                  <a:ext uri="{FF2B5EF4-FFF2-40B4-BE49-F238E27FC236}">
                    <a16:creationId xmlns:a16="http://schemas.microsoft.com/office/drawing/2014/main" id="{1E848EDB-31E8-274E-9D33-655DF9B63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356"/>
                <a:ext cx="81" cy="27"/>
              </a:xfrm>
              <a:custGeom>
                <a:avLst/>
                <a:gdLst>
                  <a:gd name="T0" fmla="*/ 0 w 644"/>
                  <a:gd name="T1" fmla="*/ 0 h 222"/>
                  <a:gd name="T2" fmla="*/ 0 w 644"/>
                  <a:gd name="T3" fmla="*/ 0 h 222"/>
                  <a:gd name="T4" fmla="*/ 1 w 644"/>
                  <a:gd name="T5" fmla="*/ 0 h 222"/>
                  <a:gd name="T6" fmla="*/ 1 w 644"/>
                  <a:gd name="T7" fmla="*/ 0 h 222"/>
                  <a:gd name="T8" fmla="*/ 1 w 644"/>
                  <a:gd name="T9" fmla="*/ 0 h 222"/>
                  <a:gd name="T10" fmla="*/ 1 w 644"/>
                  <a:gd name="T11" fmla="*/ 0 h 222"/>
                  <a:gd name="T12" fmla="*/ 1 w 644"/>
                  <a:gd name="T13" fmla="*/ 0 h 222"/>
                  <a:gd name="T14" fmla="*/ 1 w 644"/>
                  <a:gd name="T15" fmla="*/ 0 h 222"/>
                  <a:gd name="T16" fmla="*/ 0 w 644"/>
                  <a:gd name="T17" fmla="*/ 0 h 222"/>
                  <a:gd name="T18" fmla="*/ 0 w 644"/>
                  <a:gd name="T19" fmla="*/ 0 h 222"/>
                  <a:gd name="T20" fmla="*/ 0 w 644"/>
                  <a:gd name="T21" fmla="*/ 0 h 222"/>
                  <a:gd name="T22" fmla="*/ 0 w 644"/>
                  <a:gd name="T23" fmla="*/ 0 h 222"/>
                  <a:gd name="T24" fmla="*/ 0 w 644"/>
                  <a:gd name="T25" fmla="*/ 0 h 2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44"/>
                  <a:gd name="T40" fmla="*/ 0 h 222"/>
                  <a:gd name="T41" fmla="*/ 644 w 644"/>
                  <a:gd name="T42" fmla="*/ 222 h 22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44" h="222">
                    <a:moveTo>
                      <a:pt x="0" y="0"/>
                    </a:moveTo>
                    <a:lnTo>
                      <a:pt x="139" y="16"/>
                    </a:lnTo>
                    <a:lnTo>
                      <a:pt x="266" y="60"/>
                    </a:lnTo>
                    <a:lnTo>
                      <a:pt x="396" y="152"/>
                    </a:lnTo>
                    <a:lnTo>
                      <a:pt x="473" y="189"/>
                    </a:lnTo>
                    <a:lnTo>
                      <a:pt x="644" y="222"/>
                    </a:lnTo>
                    <a:lnTo>
                      <a:pt x="404" y="222"/>
                    </a:lnTo>
                    <a:lnTo>
                      <a:pt x="266" y="146"/>
                    </a:lnTo>
                    <a:lnTo>
                      <a:pt x="189" y="84"/>
                    </a:lnTo>
                    <a:lnTo>
                      <a:pt x="139" y="93"/>
                    </a:lnTo>
                    <a:lnTo>
                      <a:pt x="77" y="128"/>
                    </a:lnTo>
                    <a:lnTo>
                      <a:pt x="12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77989" name="Freeform 249">
              <a:extLst>
                <a:ext uri="{FF2B5EF4-FFF2-40B4-BE49-F238E27FC236}">
                  <a16:creationId xmlns:a16="http://schemas.microsoft.com/office/drawing/2014/main" id="{B903FAA6-797F-1A47-99C1-F704A0E4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320"/>
              <a:ext cx="243" cy="57"/>
            </a:xfrm>
            <a:custGeom>
              <a:avLst/>
              <a:gdLst>
                <a:gd name="T0" fmla="*/ 1 w 1943"/>
                <a:gd name="T1" fmla="*/ 0 h 454"/>
                <a:gd name="T2" fmla="*/ 1 w 1943"/>
                <a:gd name="T3" fmla="*/ 0 h 454"/>
                <a:gd name="T4" fmla="*/ 0 w 1943"/>
                <a:gd name="T5" fmla="*/ 0 h 454"/>
                <a:gd name="T6" fmla="*/ 0 w 1943"/>
                <a:gd name="T7" fmla="*/ 0 h 454"/>
                <a:gd name="T8" fmla="*/ 0 w 1943"/>
                <a:gd name="T9" fmla="*/ 0 h 454"/>
                <a:gd name="T10" fmla="*/ 0 w 1943"/>
                <a:gd name="T11" fmla="*/ 1 h 454"/>
                <a:gd name="T12" fmla="*/ 0 w 1943"/>
                <a:gd name="T13" fmla="*/ 1 h 454"/>
                <a:gd name="T14" fmla="*/ 0 w 1943"/>
                <a:gd name="T15" fmla="*/ 1 h 454"/>
                <a:gd name="T16" fmla="*/ 1 w 1943"/>
                <a:gd name="T17" fmla="*/ 1 h 454"/>
                <a:gd name="T18" fmla="*/ 1 w 1943"/>
                <a:gd name="T19" fmla="*/ 1 h 454"/>
                <a:gd name="T20" fmla="*/ 1 w 1943"/>
                <a:gd name="T21" fmla="*/ 1 h 454"/>
                <a:gd name="T22" fmla="*/ 1 w 1943"/>
                <a:gd name="T23" fmla="*/ 1 h 454"/>
                <a:gd name="T24" fmla="*/ 2 w 1943"/>
                <a:gd name="T25" fmla="*/ 1 h 454"/>
                <a:gd name="T26" fmla="*/ 2 w 1943"/>
                <a:gd name="T27" fmla="*/ 1 h 454"/>
                <a:gd name="T28" fmla="*/ 2 w 1943"/>
                <a:gd name="T29" fmla="*/ 1 h 454"/>
                <a:gd name="T30" fmla="*/ 3 w 1943"/>
                <a:gd name="T31" fmla="*/ 1 h 454"/>
                <a:gd name="T32" fmla="*/ 3 w 1943"/>
                <a:gd name="T33" fmla="*/ 1 h 454"/>
                <a:gd name="T34" fmla="*/ 3 w 1943"/>
                <a:gd name="T35" fmla="*/ 1 h 454"/>
                <a:gd name="T36" fmla="*/ 3 w 1943"/>
                <a:gd name="T37" fmla="*/ 1 h 454"/>
                <a:gd name="T38" fmla="*/ 3 w 1943"/>
                <a:gd name="T39" fmla="*/ 1 h 454"/>
                <a:gd name="T40" fmla="*/ 3 w 1943"/>
                <a:gd name="T41" fmla="*/ 1 h 454"/>
                <a:gd name="T42" fmla="*/ 4 w 1943"/>
                <a:gd name="T43" fmla="*/ 1 h 454"/>
                <a:gd name="T44" fmla="*/ 4 w 1943"/>
                <a:gd name="T45" fmla="*/ 1 h 454"/>
                <a:gd name="T46" fmla="*/ 4 w 1943"/>
                <a:gd name="T47" fmla="*/ 1 h 454"/>
                <a:gd name="T48" fmla="*/ 4 w 1943"/>
                <a:gd name="T49" fmla="*/ 1 h 454"/>
                <a:gd name="T50" fmla="*/ 4 w 1943"/>
                <a:gd name="T51" fmla="*/ 1 h 454"/>
                <a:gd name="T52" fmla="*/ 3 w 1943"/>
                <a:gd name="T53" fmla="*/ 0 h 454"/>
                <a:gd name="T54" fmla="*/ 3 w 1943"/>
                <a:gd name="T55" fmla="*/ 0 h 454"/>
                <a:gd name="T56" fmla="*/ 3 w 1943"/>
                <a:gd name="T57" fmla="*/ 0 h 454"/>
                <a:gd name="T58" fmla="*/ 3 w 1943"/>
                <a:gd name="T59" fmla="*/ 0 h 454"/>
                <a:gd name="T60" fmla="*/ 3 w 1943"/>
                <a:gd name="T61" fmla="*/ 0 h 454"/>
                <a:gd name="T62" fmla="*/ 3 w 1943"/>
                <a:gd name="T63" fmla="*/ 0 h 454"/>
                <a:gd name="T64" fmla="*/ 3 w 1943"/>
                <a:gd name="T65" fmla="*/ 0 h 454"/>
                <a:gd name="T66" fmla="*/ 3 w 1943"/>
                <a:gd name="T67" fmla="*/ 0 h 454"/>
                <a:gd name="T68" fmla="*/ 2 w 1943"/>
                <a:gd name="T69" fmla="*/ 0 h 454"/>
                <a:gd name="T70" fmla="*/ 2 w 1943"/>
                <a:gd name="T71" fmla="*/ 1 h 454"/>
                <a:gd name="T72" fmla="*/ 2 w 1943"/>
                <a:gd name="T73" fmla="*/ 1 h 454"/>
                <a:gd name="T74" fmla="*/ 1 w 1943"/>
                <a:gd name="T75" fmla="*/ 1 h 454"/>
                <a:gd name="T76" fmla="*/ 1 w 1943"/>
                <a:gd name="T77" fmla="*/ 1 h 454"/>
                <a:gd name="T78" fmla="*/ 1 w 1943"/>
                <a:gd name="T79" fmla="*/ 1 h 454"/>
                <a:gd name="T80" fmla="*/ 1 w 1943"/>
                <a:gd name="T81" fmla="*/ 1 h 454"/>
                <a:gd name="T82" fmla="*/ 1 w 1943"/>
                <a:gd name="T83" fmla="*/ 1 h 454"/>
                <a:gd name="T84" fmla="*/ 1 w 1943"/>
                <a:gd name="T85" fmla="*/ 1 h 454"/>
                <a:gd name="T86" fmla="*/ 1 w 1943"/>
                <a:gd name="T87" fmla="*/ 1 h 454"/>
                <a:gd name="T88" fmla="*/ 1 w 1943"/>
                <a:gd name="T89" fmla="*/ 0 h 454"/>
                <a:gd name="T90" fmla="*/ 1 w 1943"/>
                <a:gd name="T91" fmla="*/ 0 h 454"/>
                <a:gd name="T92" fmla="*/ 1 w 1943"/>
                <a:gd name="T93" fmla="*/ 0 h 454"/>
                <a:gd name="T94" fmla="*/ 1 w 1943"/>
                <a:gd name="T95" fmla="*/ 1 h 454"/>
                <a:gd name="T96" fmla="*/ 0 w 1943"/>
                <a:gd name="T97" fmla="*/ 1 h 454"/>
                <a:gd name="T98" fmla="*/ 0 w 1943"/>
                <a:gd name="T99" fmla="*/ 1 h 454"/>
                <a:gd name="T100" fmla="*/ 0 w 1943"/>
                <a:gd name="T101" fmla="*/ 0 h 454"/>
                <a:gd name="T102" fmla="*/ 0 w 1943"/>
                <a:gd name="T103" fmla="*/ 0 h 454"/>
                <a:gd name="T104" fmla="*/ 1 w 1943"/>
                <a:gd name="T105" fmla="*/ 0 h 454"/>
                <a:gd name="T106" fmla="*/ 1 w 1943"/>
                <a:gd name="T107" fmla="*/ 0 h 454"/>
                <a:gd name="T108" fmla="*/ 1 w 1943"/>
                <a:gd name="T109" fmla="*/ 0 h 454"/>
                <a:gd name="T110" fmla="*/ 1 w 1943"/>
                <a:gd name="T111" fmla="*/ 0 h 454"/>
                <a:gd name="T112" fmla="*/ 0 w 1943"/>
                <a:gd name="T113" fmla="*/ 0 h 454"/>
                <a:gd name="T114" fmla="*/ 0 w 1943"/>
                <a:gd name="T115" fmla="*/ 0 h 454"/>
                <a:gd name="T116" fmla="*/ 1 w 1943"/>
                <a:gd name="T117" fmla="*/ 0 h 454"/>
                <a:gd name="T118" fmla="*/ 1 w 1943"/>
                <a:gd name="T119" fmla="*/ 0 h 4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43"/>
                <a:gd name="T181" fmla="*/ 0 h 454"/>
                <a:gd name="T182" fmla="*/ 1943 w 1943"/>
                <a:gd name="T183" fmla="*/ 454 h 45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43" h="454">
                  <a:moveTo>
                    <a:pt x="452" y="0"/>
                  </a:moveTo>
                  <a:lnTo>
                    <a:pt x="323" y="7"/>
                  </a:lnTo>
                  <a:lnTo>
                    <a:pt x="92" y="119"/>
                  </a:lnTo>
                  <a:lnTo>
                    <a:pt x="68" y="178"/>
                  </a:lnTo>
                  <a:lnTo>
                    <a:pt x="0" y="205"/>
                  </a:lnTo>
                  <a:lnTo>
                    <a:pt x="0" y="249"/>
                  </a:lnTo>
                  <a:lnTo>
                    <a:pt x="50" y="274"/>
                  </a:lnTo>
                  <a:lnTo>
                    <a:pt x="171" y="274"/>
                  </a:lnTo>
                  <a:lnTo>
                    <a:pt x="228" y="308"/>
                  </a:lnTo>
                  <a:lnTo>
                    <a:pt x="369" y="308"/>
                  </a:lnTo>
                  <a:lnTo>
                    <a:pt x="580" y="290"/>
                  </a:lnTo>
                  <a:lnTo>
                    <a:pt x="728" y="274"/>
                  </a:lnTo>
                  <a:lnTo>
                    <a:pt x="857" y="299"/>
                  </a:lnTo>
                  <a:lnTo>
                    <a:pt x="1009" y="299"/>
                  </a:lnTo>
                  <a:lnTo>
                    <a:pt x="1111" y="290"/>
                  </a:lnTo>
                  <a:lnTo>
                    <a:pt x="1247" y="237"/>
                  </a:lnTo>
                  <a:lnTo>
                    <a:pt x="1277" y="228"/>
                  </a:lnTo>
                  <a:lnTo>
                    <a:pt x="1300" y="299"/>
                  </a:lnTo>
                  <a:lnTo>
                    <a:pt x="1463" y="343"/>
                  </a:lnTo>
                  <a:lnTo>
                    <a:pt x="1489" y="405"/>
                  </a:lnTo>
                  <a:lnTo>
                    <a:pt x="1713" y="444"/>
                  </a:lnTo>
                  <a:lnTo>
                    <a:pt x="1841" y="454"/>
                  </a:lnTo>
                  <a:lnTo>
                    <a:pt x="1874" y="429"/>
                  </a:lnTo>
                  <a:lnTo>
                    <a:pt x="1850" y="325"/>
                  </a:lnTo>
                  <a:lnTo>
                    <a:pt x="1865" y="274"/>
                  </a:lnTo>
                  <a:lnTo>
                    <a:pt x="1943" y="258"/>
                  </a:lnTo>
                  <a:lnTo>
                    <a:pt x="1463" y="205"/>
                  </a:lnTo>
                  <a:lnTo>
                    <a:pt x="1463" y="110"/>
                  </a:lnTo>
                  <a:lnTo>
                    <a:pt x="1480" y="0"/>
                  </a:lnTo>
                  <a:lnTo>
                    <a:pt x="1439" y="103"/>
                  </a:lnTo>
                  <a:lnTo>
                    <a:pt x="1422" y="189"/>
                  </a:lnTo>
                  <a:lnTo>
                    <a:pt x="1413" y="205"/>
                  </a:lnTo>
                  <a:lnTo>
                    <a:pt x="1283" y="178"/>
                  </a:lnTo>
                  <a:lnTo>
                    <a:pt x="1283" y="103"/>
                  </a:lnTo>
                  <a:lnTo>
                    <a:pt x="1136" y="214"/>
                  </a:lnTo>
                  <a:lnTo>
                    <a:pt x="1044" y="228"/>
                  </a:lnTo>
                  <a:lnTo>
                    <a:pt x="857" y="228"/>
                  </a:lnTo>
                  <a:lnTo>
                    <a:pt x="710" y="222"/>
                  </a:lnTo>
                  <a:lnTo>
                    <a:pt x="606" y="237"/>
                  </a:lnTo>
                  <a:lnTo>
                    <a:pt x="384" y="274"/>
                  </a:lnTo>
                  <a:lnTo>
                    <a:pt x="299" y="283"/>
                  </a:lnTo>
                  <a:lnTo>
                    <a:pt x="248" y="283"/>
                  </a:lnTo>
                  <a:lnTo>
                    <a:pt x="228" y="258"/>
                  </a:lnTo>
                  <a:lnTo>
                    <a:pt x="350" y="228"/>
                  </a:lnTo>
                  <a:lnTo>
                    <a:pt x="488" y="178"/>
                  </a:lnTo>
                  <a:lnTo>
                    <a:pt x="580" y="145"/>
                  </a:lnTo>
                  <a:lnTo>
                    <a:pt x="360" y="205"/>
                  </a:lnTo>
                  <a:lnTo>
                    <a:pt x="221" y="237"/>
                  </a:lnTo>
                  <a:lnTo>
                    <a:pt x="110" y="258"/>
                  </a:lnTo>
                  <a:lnTo>
                    <a:pt x="57" y="249"/>
                  </a:lnTo>
                  <a:lnTo>
                    <a:pt x="50" y="214"/>
                  </a:lnTo>
                  <a:lnTo>
                    <a:pt x="154" y="161"/>
                  </a:lnTo>
                  <a:lnTo>
                    <a:pt x="299" y="92"/>
                  </a:lnTo>
                  <a:lnTo>
                    <a:pt x="540" y="51"/>
                  </a:lnTo>
                  <a:lnTo>
                    <a:pt x="530" y="33"/>
                  </a:lnTo>
                  <a:lnTo>
                    <a:pt x="290" y="85"/>
                  </a:lnTo>
                  <a:lnTo>
                    <a:pt x="127" y="154"/>
                  </a:lnTo>
                  <a:lnTo>
                    <a:pt x="143" y="119"/>
                  </a:lnTo>
                  <a:lnTo>
                    <a:pt x="332" y="25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0" name="Freeform 250">
              <a:extLst>
                <a:ext uri="{FF2B5EF4-FFF2-40B4-BE49-F238E27FC236}">
                  <a16:creationId xmlns:a16="http://schemas.microsoft.com/office/drawing/2014/main" id="{05AA349C-8054-0240-BA5F-7487A460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302"/>
              <a:ext cx="10" cy="9"/>
            </a:xfrm>
            <a:custGeom>
              <a:avLst/>
              <a:gdLst>
                <a:gd name="T0" fmla="*/ 0 w 77"/>
                <a:gd name="T1" fmla="*/ 0 h 70"/>
                <a:gd name="T2" fmla="*/ 0 w 77"/>
                <a:gd name="T3" fmla="*/ 0 h 70"/>
                <a:gd name="T4" fmla="*/ 0 w 77"/>
                <a:gd name="T5" fmla="*/ 0 h 70"/>
                <a:gd name="T6" fmla="*/ 0 w 77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7"/>
                <a:gd name="T13" fmla="*/ 0 h 70"/>
                <a:gd name="T14" fmla="*/ 77 w 77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7" h="70">
                  <a:moveTo>
                    <a:pt x="0" y="70"/>
                  </a:moveTo>
                  <a:lnTo>
                    <a:pt x="77" y="0"/>
                  </a:lnTo>
                  <a:lnTo>
                    <a:pt x="24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1" name="Freeform 251">
              <a:extLst>
                <a:ext uri="{FF2B5EF4-FFF2-40B4-BE49-F238E27FC236}">
                  <a16:creationId xmlns:a16="http://schemas.microsoft.com/office/drawing/2014/main" id="{FA89B95D-65A6-BA4D-B455-ABE89ABB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05"/>
              <a:ext cx="84" cy="45"/>
            </a:xfrm>
            <a:custGeom>
              <a:avLst/>
              <a:gdLst>
                <a:gd name="T0" fmla="*/ 1 w 675"/>
                <a:gd name="T1" fmla="*/ 1 h 360"/>
                <a:gd name="T2" fmla="*/ 1 w 675"/>
                <a:gd name="T3" fmla="*/ 1 h 360"/>
                <a:gd name="T4" fmla="*/ 0 w 675"/>
                <a:gd name="T5" fmla="*/ 0 h 360"/>
                <a:gd name="T6" fmla="*/ 0 w 675"/>
                <a:gd name="T7" fmla="*/ 0 h 360"/>
                <a:gd name="T8" fmla="*/ 1 w 675"/>
                <a:gd name="T9" fmla="*/ 1 h 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5"/>
                <a:gd name="T16" fmla="*/ 0 h 360"/>
                <a:gd name="T17" fmla="*/ 675 w 675"/>
                <a:gd name="T18" fmla="*/ 360 h 3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5" h="360">
                  <a:moveTo>
                    <a:pt x="675" y="360"/>
                  </a:moveTo>
                  <a:lnTo>
                    <a:pt x="675" y="259"/>
                  </a:lnTo>
                  <a:lnTo>
                    <a:pt x="0" y="0"/>
                  </a:lnTo>
                  <a:lnTo>
                    <a:pt x="0" y="79"/>
                  </a:lnTo>
                  <a:lnTo>
                    <a:pt x="675" y="3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2" name="Line 252">
              <a:extLst>
                <a:ext uri="{FF2B5EF4-FFF2-40B4-BE49-F238E27FC236}">
                  <a16:creationId xmlns:a16="http://schemas.microsoft.com/office/drawing/2014/main" id="{8F1C5502-D61C-8741-A176-3DF1697DA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8" y="3343"/>
              <a:ext cx="95" cy="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3" name="Line 253">
              <a:extLst>
                <a:ext uri="{FF2B5EF4-FFF2-40B4-BE49-F238E27FC236}">
                  <a16:creationId xmlns:a16="http://schemas.microsoft.com/office/drawing/2014/main" id="{C4ED5D61-77A9-6649-BDBB-446467E39D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4" y="3288"/>
              <a:ext cx="252" cy="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4" name="Line 254">
              <a:extLst>
                <a:ext uri="{FF2B5EF4-FFF2-40B4-BE49-F238E27FC236}">
                  <a16:creationId xmlns:a16="http://schemas.microsoft.com/office/drawing/2014/main" id="{7F6A283B-6E59-F143-8A24-B52A1E90E8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8" y="3331"/>
              <a:ext cx="111" cy="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5" name="Freeform 255">
              <a:extLst>
                <a:ext uri="{FF2B5EF4-FFF2-40B4-BE49-F238E27FC236}">
                  <a16:creationId xmlns:a16="http://schemas.microsoft.com/office/drawing/2014/main" id="{2505F9EF-2207-1D46-BAAA-45D9F290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410"/>
              <a:ext cx="115" cy="38"/>
            </a:xfrm>
            <a:custGeom>
              <a:avLst/>
              <a:gdLst>
                <a:gd name="T0" fmla="*/ 2 w 920"/>
                <a:gd name="T1" fmla="*/ 1 h 305"/>
                <a:gd name="T2" fmla="*/ 2 w 920"/>
                <a:gd name="T3" fmla="*/ 0 h 305"/>
                <a:gd name="T4" fmla="*/ 0 w 920"/>
                <a:gd name="T5" fmla="*/ 0 h 305"/>
                <a:gd name="T6" fmla="*/ 0 w 920"/>
                <a:gd name="T7" fmla="*/ 0 h 305"/>
                <a:gd name="T8" fmla="*/ 2 w 920"/>
                <a:gd name="T9" fmla="*/ 1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0"/>
                <a:gd name="T16" fmla="*/ 0 h 305"/>
                <a:gd name="T17" fmla="*/ 920 w 920"/>
                <a:gd name="T18" fmla="*/ 305 h 3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0" h="305">
                  <a:moveTo>
                    <a:pt x="920" y="305"/>
                  </a:moveTo>
                  <a:lnTo>
                    <a:pt x="920" y="251"/>
                  </a:lnTo>
                  <a:lnTo>
                    <a:pt x="0" y="0"/>
                  </a:lnTo>
                  <a:lnTo>
                    <a:pt x="0" y="39"/>
                  </a:lnTo>
                  <a:lnTo>
                    <a:pt x="920" y="3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6" name="Line 256">
              <a:extLst>
                <a:ext uri="{FF2B5EF4-FFF2-40B4-BE49-F238E27FC236}">
                  <a16:creationId xmlns:a16="http://schemas.microsoft.com/office/drawing/2014/main" id="{64ADA7AF-D8FD-8142-BC6A-CDBEDBCAD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7" y="3439"/>
              <a:ext cx="75" cy="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7" name="Line 257">
              <a:extLst>
                <a:ext uri="{FF2B5EF4-FFF2-40B4-BE49-F238E27FC236}">
                  <a16:creationId xmlns:a16="http://schemas.microsoft.com/office/drawing/2014/main" id="{4E6C3027-B2CD-1440-9789-28A5D8187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7" y="3433"/>
              <a:ext cx="72" cy="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8" name="Line 258">
              <a:extLst>
                <a:ext uri="{FF2B5EF4-FFF2-40B4-BE49-F238E27FC236}">
                  <a16:creationId xmlns:a16="http://schemas.microsoft.com/office/drawing/2014/main" id="{15B8958F-D3AD-D64B-95FF-C804E4CC7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2" y="3392"/>
              <a:ext cx="151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99" name="Freeform 259">
              <a:extLst>
                <a:ext uri="{FF2B5EF4-FFF2-40B4-BE49-F238E27FC236}">
                  <a16:creationId xmlns:a16="http://schemas.microsoft.com/office/drawing/2014/main" id="{02DC480B-9E5F-3343-B967-935BDF02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882"/>
              <a:ext cx="168" cy="193"/>
            </a:xfrm>
            <a:custGeom>
              <a:avLst/>
              <a:gdLst>
                <a:gd name="T0" fmla="*/ 2 w 1346"/>
                <a:gd name="T1" fmla="*/ 2 h 1545"/>
                <a:gd name="T2" fmla="*/ 1 w 1346"/>
                <a:gd name="T3" fmla="*/ 2 h 1545"/>
                <a:gd name="T4" fmla="*/ 1 w 1346"/>
                <a:gd name="T5" fmla="*/ 2 h 1545"/>
                <a:gd name="T6" fmla="*/ 1 w 1346"/>
                <a:gd name="T7" fmla="*/ 2 h 1545"/>
                <a:gd name="T8" fmla="*/ 1 w 1346"/>
                <a:gd name="T9" fmla="*/ 2 h 1545"/>
                <a:gd name="T10" fmla="*/ 1 w 1346"/>
                <a:gd name="T11" fmla="*/ 2 h 1545"/>
                <a:gd name="T12" fmla="*/ 1 w 1346"/>
                <a:gd name="T13" fmla="*/ 3 h 1545"/>
                <a:gd name="T14" fmla="*/ 1 w 1346"/>
                <a:gd name="T15" fmla="*/ 3 h 1545"/>
                <a:gd name="T16" fmla="*/ 1 w 1346"/>
                <a:gd name="T17" fmla="*/ 3 h 1545"/>
                <a:gd name="T18" fmla="*/ 1 w 1346"/>
                <a:gd name="T19" fmla="*/ 3 h 1545"/>
                <a:gd name="T20" fmla="*/ 1 w 1346"/>
                <a:gd name="T21" fmla="*/ 3 h 1545"/>
                <a:gd name="T22" fmla="*/ 1 w 1346"/>
                <a:gd name="T23" fmla="*/ 3 h 1545"/>
                <a:gd name="T24" fmla="*/ 1 w 1346"/>
                <a:gd name="T25" fmla="*/ 3 h 1545"/>
                <a:gd name="T26" fmla="*/ 1 w 1346"/>
                <a:gd name="T27" fmla="*/ 3 h 1545"/>
                <a:gd name="T28" fmla="*/ 0 w 1346"/>
                <a:gd name="T29" fmla="*/ 3 h 1545"/>
                <a:gd name="T30" fmla="*/ 0 w 1346"/>
                <a:gd name="T31" fmla="*/ 3 h 1545"/>
                <a:gd name="T32" fmla="*/ 0 w 1346"/>
                <a:gd name="T33" fmla="*/ 3 h 1545"/>
                <a:gd name="T34" fmla="*/ 0 w 1346"/>
                <a:gd name="T35" fmla="*/ 2 h 1545"/>
                <a:gd name="T36" fmla="*/ 0 w 1346"/>
                <a:gd name="T37" fmla="*/ 2 h 1545"/>
                <a:gd name="T38" fmla="*/ 0 w 1346"/>
                <a:gd name="T39" fmla="*/ 1 h 1545"/>
                <a:gd name="T40" fmla="*/ 1 w 1346"/>
                <a:gd name="T41" fmla="*/ 1 h 1545"/>
                <a:gd name="T42" fmla="*/ 1 w 1346"/>
                <a:gd name="T43" fmla="*/ 0 h 1545"/>
                <a:gd name="T44" fmla="*/ 2 w 1346"/>
                <a:gd name="T45" fmla="*/ 0 h 1545"/>
                <a:gd name="T46" fmla="*/ 2 w 1346"/>
                <a:gd name="T47" fmla="*/ 0 h 1545"/>
                <a:gd name="T48" fmla="*/ 1 w 1346"/>
                <a:gd name="T49" fmla="*/ 0 h 1545"/>
                <a:gd name="T50" fmla="*/ 1 w 1346"/>
                <a:gd name="T51" fmla="*/ 1 h 1545"/>
                <a:gd name="T52" fmla="*/ 2 w 1346"/>
                <a:gd name="T53" fmla="*/ 0 h 1545"/>
                <a:gd name="T54" fmla="*/ 1 w 1346"/>
                <a:gd name="T55" fmla="*/ 1 h 1545"/>
                <a:gd name="T56" fmla="*/ 2 w 1346"/>
                <a:gd name="T57" fmla="*/ 1 h 1545"/>
                <a:gd name="T58" fmla="*/ 1 w 1346"/>
                <a:gd name="T59" fmla="*/ 1 h 1545"/>
                <a:gd name="T60" fmla="*/ 1 w 1346"/>
                <a:gd name="T61" fmla="*/ 1 h 1545"/>
                <a:gd name="T62" fmla="*/ 2 w 1346"/>
                <a:gd name="T63" fmla="*/ 1 h 1545"/>
                <a:gd name="T64" fmla="*/ 2 w 1346"/>
                <a:gd name="T65" fmla="*/ 1 h 1545"/>
                <a:gd name="T66" fmla="*/ 2 w 1346"/>
                <a:gd name="T67" fmla="*/ 1 h 1545"/>
                <a:gd name="T68" fmla="*/ 2 w 1346"/>
                <a:gd name="T69" fmla="*/ 1 h 1545"/>
                <a:gd name="T70" fmla="*/ 2 w 1346"/>
                <a:gd name="T71" fmla="*/ 1 h 1545"/>
                <a:gd name="T72" fmla="*/ 2 w 1346"/>
                <a:gd name="T73" fmla="*/ 1 h 1545"/>
                <a:gd name="T74" fmla="*/ 2 w 1346"/>
                <a:gd name="T75" fmla="*/ 1 h 1545"/>
                <a:gd name="T76" fmla="*/ 2 w 1346"/>
                <a:gd name="T77" fmla="*/ 1 h 1545"/>
                <a:gd name="T78" fmla="*/ 2 w 1346"/>
                <a:gd name="T79" fmla="*/ 1 h 1545"/>
                <a:gd name="T80" fmla="*/ 2 w 1346"/>
                <a:gd name="T81" fmla="*/ 1 h 1545"/>
                <a:gd name="T82" fmla="*/ 2 w 1346"/>
                <a:gd name="T83" fmla="*/ 1 h 1545"/>
                <a:gd name="T84" fmla="*/ 2 w 1346"/>
                <a:gd name="T85" fmla="*/ 1 h 1545"/>
                <a:gd name="T86" fmla="*/ 2 w 1346"/>
                <a:gd name="T87" fmla="*/ 1 h 1545"/>
                <a:gd name="T88" fmla="*/ 2 w 1346"/>
                <a:gd name="T89" fmla="*/ 1 h 1545"/>
                <a:gd name="T90" fmla="*/ 2 w 1346"/>
                <a:gd name="T91" fmla="*/ 1 h 1545"/>
                <a:gd name="T92" fmla="*/ 1 w 1346"/>
                <a:gd name="T93" fmla="*/ 1 h 1545"/>
                <a:gd name="T94" fmla="*/ 1 w 1346"/>
                <a:gd name="T95" fmla="*/ 2 h 1545"/>
                <a:gd name="T96" fmla="*/ 2 w 1346"/>
                <a:gd name="T97" fmla="*/ 2 h 1545"/>
                <a:gd name="T98" fmla="*/ 2 w 1346"/>
                <a:gd name="T99" fmla="*/ 2 h 15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46"/>
                <a:gd name="T151" fmla="*/ 0 h 1545"/>
                <a:gd name="T152" fmla="*/ 1346 w 1346"/>
                <a:gd name="T153" fmla="*/ 1545 h 154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46" h="1545">
                  <a:moveTo>
                    <a:pt x="973" y="941"/>
                  </a:moveTo>
                  <a:lnTo>
                    <a:pt x="916" y="976"/>
                  </a:lnTo>
                  <a:lnTo>
                    <a:pt x="837" y="985"/>
                  </a:lnTo>
                  <a:lnTo>
                    <a:pt x="725" y="991"/>
                  </a:lnTo>
                  <a:lnTo>
                    <a:pt x="668" y="1035"/>
                  </a:lnTo>
                  <a:lnTo>
                    <a:pt x="637" y="1096"/>
                  </a:lnTo>
                  <a:lnTo>
                    <a:pt x="637" y="1151"/>
                  </a:lnTo>
                  <a:lnTo>
                    <a:pt x="661" y="1213"/>
                  </a:lnTo>
                  <a:lnTo>
                    <a:pt x="698" y="1241"/>
                  </a:lnTo>
                  <a:lnTo>
                    <a:pt x="643" y="1227"/>
                  </a:lnTo>
                  <a:lnTo>
                    <a:pt x="661" y="1273"/>
                  </a:lnTo>
                  <a:lnTo>
                    <a:pt x="692" y="1303"/>
                  </a:lnTo>
                  <a:lnTo>
                    <a:pt x="657" y="1321"/>
                  </a:lnTo>
                  <a:lnTo>
                    <a:pt x="611" y="1321"/>
                  </a:lnTo>
                  <a:lnTo>
                    <a:pt x="574" y="1303"/>
                  </a:lnTo>
                  <a:lnTo>
                    <a:pt x="574" y="1334"/>
                  </a:lnTo>
                  <a:lnTo>
                    <a:pt x="595" y="1372"/>
                  </a:lnTo>
                  <a:lnTo>
                    <a:pt x="611" y="1389"/>
                  </a:lnTo>
                  <a:lnTo>
                    <a:pt x="583" y="1389"/>
                  </a:lnTo>
                  <a:lnTo>
                    <a:pt x="532" y="1372"/>
                  </a:lnTo>
                  <a:lnTo>
                    <a:pt x="507" y="1338"/>
                  </a:lnTo>
                  <a:lnTo>
                    <a:pt x="498" y="1398"/>
                  </a:lnTo>
                  <a:lnTo>
                    <a:pt x="518" y="1446"/>
                  </a:lnTo>
                  <a:lnTo>
                    <a:pt x="586" y="1520"/>
                  </a:lnTo>
                  <a:lnTo>
                    <a:pt x="536" y="1545"/>
                  </a:lnTo>
                  <a:lnTo>
                    <a:pt x="475" y="1545"/>
                  </a:lnTo>
                  <a:lnTo>
                    <a:pt x="376" y="1527"/>
                  </a:lnTo>
                  <a:lnTo>
                    <a:pt x="301" y="1483"/>
                  </a:lnTo>
                  <a:lnTo>
                    <a:pt x="244" y="1426"/>
                  </a:lnTo>
                  <a:lnTo>
                    <a:pt x="244" y="1488"/>
                  </a:lnTo>
                  <a:lnTo>
                    <a:pt x="207" y="1474"/>
                  </a:lnTo>
                  <a:lnTo>
                    <a:pt x="175" y="1439"/>
                  </a:lnTo>
                  <a:lnTo>
                    <a:pt x="115" y="1488"/>
                  </a:lnTo>
                  <a:lnTo>
                    <a:pt x="64" y="1439"/>
                  </a:lnTo>
                  <a:lnTo>
                    <a:pt x="26" y="1372"/>
                  </a:lnTo>
                  <a:lnTo>
                    <a:pt x="13" y="1308"/>
                  </a:lnTo>
                  <a:lnTo>
                    <a:pt x="0" y="1195"/>
                  </a:lnTo>
                  <a:lnTo>
                    <a:pt x="26" y="1040"/>
                  </a:lnTo>
                  <a:lnTo>
                    <a:pt x="83" y="865"/>
                  </a:lnTo>
                  <a:lnTo>
                    <a:pt x="196" y="673"/>
                  </a:lnTo>
                  <a:lnTo>
                    <a:pt x="305" y="503"/>
                  </a:lnTo>
                  <a:lnTo>
                    <a:pt x="475" y="316"/>
                  </a:lnTo>
                  <a:lnTo>
                    <a:pt x="606" y="194"/>
                  </a:lnTo>
                  <a:lnTo>
                    <a:pt x="736" y="108"/>
                  </a:lnTo>
                  <a:lnTo>
                    <a:pt x="866" y="40"/>
                  </a:lnTo>
                  <a:lnTo>
                    <a:pt x="1004" y="14"/>
                  </a:lnTo>
                  <a:lnTo>
                    <a:pt x="1136" y="0"/>
                  </a:lnTo>
                  <a:lnTo>
                    <a:pt x="961" y="62"/>
                  </a:lnTo>
                  <a:lnTo>
                    <a:pt x="850" y="116"/>
                  </a:lnTo>
                  <a:lnTo>
                    <a:pt x="754" y="231"/>
                  </a:lnTo>
                  <a:lnTo>
                    <a:pt x="680" y="323"/>
                  </a:lnTo>
                  <a:lnTo>
                    <a:pt x="779" y="298"/>
                  </a:lnTo>
                  <a:lnTo>
                    <a:pt x="966" y="217"/>
                  </a:lnTo>
                  <a:lnTo>
                    <a:pt x="922" y="282"/>
                  </a:lnTo>
                  <a:lnTo>
                    <a:pt x="866" y="349"/>
                  </a:lnTo>
                  <a:lnTo>
                    <a:pt x="775" y="413"/>
                  </a:lnTo>
                  <a:lnTo>
                    <a:pt x="866" y="381"/>
                  </a:lnTo>
                  <a:lnTo>
                    <a:pt x="922" y="363"/>
                  </a:lnTo>
                  <a:lnTo>
                    <a:pt x="878" y="418"/>
                  </a:lnTo>
                  <a:lnTo>
                    <a:pt x="804" y="462"/>
                  </a:lnTo>
                  <a:lnTo>
                    <a:pt x="698" y="512"/>
                  </a:lnTo>
                  <a:lnTo>
                    <a:pt x="804" y="480"/>
                  </a:lnTo>
                  <a:lnTo>
                    <a:pt x="912" y="448"/>
                  </a:lnTo>
                  <a:lnTo>
                    <a:pt x="1024" y="391"/>
                  </a:lnTo>
                  <a:lnTo>
                    <a:pt x="1109" y="349"/>
                  </a:lnTo>
                  <a:lnTo>
                    <a:pt x="1081" y="391"/>
                  </a:lnTo>
                  <a:lnTo>
                    <a:pt x="995" y="475"/>
                  </a:lnTo>
                  <a:lnTo>
                    <a:pt x="929" y="536"/>
                  </a:lnTo>
                  <a:lnTo>
                    <a:pt x="1024" y="512"/>
                  </a:lnTo>
                  <a:lnTo>
                    <a:pt x="1116" y="475"/>
                  </a:lnTo>
                  <a:lnTo>
                    <a:pt x="1178" y="453"/>
                  </a:lnTo>
                  <a:lnTo>
                    <a:pt x="1109" y="512"/>
                  </a:lnTo>
                  <a:lnTo>
                    <a:pt x="1004" y="579"/>
                  </a:lnTo>
                  <a:lnTo>
                    <a:pt x="1116" y="565"/>
                  </a:lnTo>
                  <a:lnTo>
                    <a:pt x="1222" y="517"/>
                  </a:lnTo>
                  <a:lnTo>
                    <a:pt x="1289" y="466"/>
                  </a:lnTo>
                  <a:lnTo>
                    <a:pt x="1215" y="549"/>
                  </a:lnTo>
                  <a:lnTo>
                    <a:pt x="1102" y="618"/>
                  </a:lnTo>
                  <a:lnTo>
                    <a:pt x="1017" y="642"/>
                  </a:lnTo>
                  <a:lnTo>
                    <a:pt x="936" y="653"/>
                  </a:lnTo>
                  <a:lnTo>
                    <a:pt x="853" y="653"/>
                  </a:lnTo>
                  <a:lnTo>
                    <a:pt x="936" y="669"/>
                  </a:lnTo>
                  <a:lnTo>
                    <a:pt x="1058" y="669"/>
                  </a:lnTo>
                  <a:lnTo>
                    <a:pt x="1178" y="642"/>
                  </a:lnTo>
                  <a:lnTo>
                    <a:pt x="1286" y="598"/>
                  </a:lnTo>
                  <a:lnTo>
                    <a:pt x="1235" y="653"/>
                  </a:lnTo>
                  <a:lnTo>
                    <a:pt x="1166" y="692"/>
                  </a:lnTo>
                  <a:lnTo>
                    <a:pt x="1265" y="673"/>
                  </a:lnTo>
                  <a:lnTo>
                    <a:pt x="1346" y="653"/>
                  </a:lnTo>
                  <a:lnTo>
                    <a:pt x="1296" y="697"/>
                  </a:lnTo>
                  <a:lnTo>
                    <a:pt x="1184" y="743"/>
                  </a:lnTo>
                  <a:lnTo>
                    <a:pt x="1067" y="766"/>
                  </a:lnTo>
                  <a:lnTo>
                    <a:pt x="966" y="778"/>
                  </a:lnTo>
                  <a:lnTo>
                    <a:pt x="763" y="791"/>
                  </a:lnTo>
                  <a:lnTo>
                    <a:pt x="650" y="828"/>
                  </a:lnTo>
                  <a:lnTo>
                    <a:pt x="574" y="877"/>
                  </a:lnTo>
                  <a:lnTo>
                    <a:pt x="687" y="835"/>
                  </a:lnTo>
                  <a:lnTo>
                    <a:pt x="823" y="817"/>
                  </a:lnTo>
                  <a:lnTo>
                    <a:pt x="956" y="828"/>
                  </a:lnTo>
                  <a:lnTo>
                    <a:pt x="1046" y="817"/>
                  </a:lnTo>
                  <a:lnTo>
                    <a:pt x="973" y="9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0" name="Freeform 260">
              <a:extLst>
                <a:ext uri="{FF2B5EF4-FFF2-40B4-BE49-F238E27FC236}">
                  <a16:creationId xmlns:a16="http://schemas.microsoft.com/office/drawing/2014/main" id="{F97820AB-610E-E64A-B304-41DE18D6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882"/>
              <a:ext cx="172" cy="153"/>
            </a:xfrm>
            <a:custGeom>
              <a:avLst/>
              <a:gdLst>
                <a:gd name="T0" fmla="*/ 0 w 1377"/>
                <a:gd name="T1" fmla="*/ 0 h 1227"/>
                <a:gd name="T2" fmla="*/ 0 w 1377"/>
                <a:gd name="T3" fmla="*/ 0 h 1227"/>
                <a:gd name="T4" fmla="*/ 0 w 1377"/>
                <a:gd name="T5" fmla="*/ 0 h 1227"/>
                <a:gd name="T6" fmla="*/ 1 w 1377"/>
                <a:gd name="T7" fmla="*/ 0 h 1227"/>
                <a:gd name="T8" fmla="*/ 1 w 1377"/>
                <a:gd name="T9" fmla="*/ 0 h 1227"/>
                <a:gd name="T10" fmla="*/ 1 w 1377"/>
                <a:gd name="T11" fmla="*/ 0 h 1227"/>
                <a:gd name="T12" fmla="*/ 1 w 1377"/>
                <a:gd name="T13" fmla="*/ 0 h 1227"/>
                <a:gd name="T14" fmla="*/ 1 w 1377"/>
                <a:gd name="T15" fmla="*/ 0 h 1227"/>
                <a:gd name="T16" fmla="*/ 1 w 1377"/>
                <a:gd name="T17" fmla="*/ 0 h 1227"/>
                <a:gd name="T18" fmla="*/ 1 w 1377"/>
                <a:gd name="T19" fmla="*/ 0 h 1227"/>
                <a:gd name="T20" fmla="*/ 1 w 1377"/>
                <a:gd name="T21" fmla="*/ 1 h 1227"/>
                <a:gd name="T22" fmla="*/ 1 w 1377"/>
                <a:gd name="T23" fmla="*/ 1 h 1227"/>
                <a:gd name="T24" fmla="*/ 1 w 1377"/>
                <a:gd name="T25" fmla="*/ 1 h 1227"/>
                <a:gd name="T26" fmla="*/ 1 w 1377"/>
                <a:gd name="T27" fmla="*/ 1 h 1227"/>
                <a:gd name="T28" fmla="*/ 1 w 1377"/>
                <a:gd name="T29" fmla="*/ 1 h 1227"/>
                <a:gd name="T30" fmla="*/ 1 w 1377"/>
                <a:gd name="T31" fmla="*/ 1 h 1227"/>
                <a:gd name="T32" fmla="*/ 1 w 1377"/>
                <a:gd name="T33" fmla="*/ 1 h 1227"/>
                <a:gd name="T34" fmla="*/ 1 w 1377"/>
                <a:gd name="T35" fmla="*/ 1 h 1227"/>
                <a:gd name="T36" fmla="*/ 0 w 1377"/>
                <a:gd name="T37" fmla="*/ 1 h 1227"/>
                <a:gd name="T38" fmla="*/ 1 w 1377"/>
                <a:gd name="T39" fmla="*/ 1 h 1227"/>
                <a:gd name="T40" fmla="*/ 1 w 1377"/>
                <a:gd name="T41" fmla="*/ 1 h 1227"/>
                <a:gd name="T42" fmla="*/ 1 w 1377"/>
                <a:gd name="T43" fmla="*/ 1 h 1227"/>
                <a:gd name="T44" fmla="*/ 1 w 1377"/>
                <a:gd name="T45" fmla="*/ 2 h 1227"/>
                <a:gd name="T46" fmla="*/ 1 w 1377"/>
                <a:gd name="T47" fmla="*/ 2 h 1227"/>
                <a:gd name="T48" fmla="*/ 2 w 1377"/>
                <a:gd name="T49" fmla="*/ 2 h 1227"/>
                <a:gd name="T50" fmla="*/ 2 w 1377"/>
                <a:gd name="T51" fmla="*/ 1 h 1227"/>
                <a:gd name="T52" fmla="*/ 2 w 1377"/>
                <a:gd name="T53" fmla="*/ 1 h 1227"/>
                <a:gd name="T54" fmla="*/ 2 w 1377"/>
                <a:gd name="T55" fmla="*/ 1 h 1227"/>
                <a:gd name="T56" fmla="*/ 2 w 1377"/>
                <a:gd name="T57" fmla="*/ 1 h 1227"/>
                <a:gd name="T58" fmla="*/ 2 w 1377"/>
                <a:gd name="T59" fmla="*/ 1 h 1227"/>
                <a:gd name="T60" fmla="*/ 2 w 1377"/>
                <a:gd name="T61" fmla="*/ 1 h 1227"/>
                <a:gd name="T62" fmla="*/ 2 w 1377"/>
                <a:gd name="T63" fmla="*/ 1 h 1227"/>
                <a:gd name="T64" fmla="*/ 2 w 1377"/>
                <a:gd name="T65" fmla="*/ 2 h 1227"/>
                <a:gd name="T66" fmla="*/ 2 w 1377"/>
                <a:gd name="T67" fmla="*/ 2 h 1227"/>
                <a:gd name="T68" fmla="*/ 3 w 1377"/>
                <a:gd name="T69" fmla="*/ 1 h 1227"/>
                <a:gd name="T70" fmla="*/ 3 w 1377"/>
                <a:gd name="T71" fmla="*/ 1 h 1227"/>
                <a:gd name="T72" fmla="*/ 2 w 1377"/>
                <a:gd name="T73" fmla="*/ 0 h 1227"/>
                <a:gd name="T74" fmla="*/ 1 w 1377"/>
                <a:gd name="T75" fmla="*/ 0 h 1227"/>
                <a:gd name="T76" fmla="*/ 1 w 1377"/>
                <a:gd name="T77" fmla="*/ 0 h 1227"/>
                <a:gd name="T78" fmla="*/ 1 w 1377"/>
                <a:gd name="T79" fmla="*/ 0 h 1227"/>
                <a:gd name="T80" fmla="*/ 0 w 1377"/>
                <a:gd name="T81" fmla="*/ 0 h 12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77"/>
                <a:gd name="T124" fmla="*/ 0 h 1227"/>
                <a:gd name="T125" fmla="*/ 1377 w 1377"/>
                <a:gd name="T126" fmla="*/ 1227 h 12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77" h="1227">
                  <a:moveTo>
                    <a:pt x="0" y="224"/>
                  </a:moveTo>
                  <a:lnTo>
                    <a:pt x="74" y="176"/>
                  </a:lnTo>
                  <a:lnTo>
                    <a:pt x="155" y="143"/>
                  </a:lnTo>
                  <a:lnTo>
                    <a:pt x="275" y="112"/>
                  </a:lnTo>
                  <a:lnTo>
                    <a:pt x="393" y="108"/>
                  </a:lnTo>
                  <a:lnTo>
                    <a:pt x="268" y="169"/>
                  </a:lnTo>
                  <a:lnTo>
                    <a:pt x="353" y="156"/>
                  </a:lnTo>
                  <a:lnTo>
                    <a:pt x="455" y="136"/>
                  </a:lnTo>
                  <a:lnTo>
                    <a:pt x="404" y="180"/>
                  </a:lnTo>
                  <a:lnTo>
                    <a:pt x="332" y="255"/>
                  </a:lnTo>
                  <a:lnTo>
                    <a:pt x="257" y="310"/>
                  </a:lnTo>
                  <a:lnTo>
                    <a:pt x="349" y="268"/>
                  </a:lnTo>
                  <a:lnTo>
                    <a:pt x="437" y="242"/>
                  </a:lnTo>
                  <a:lnTo>
                    <a:pt x="522" y="224"/>
                  </a:lnTo>
                  <a:lnTo>
                    <a:pt x="630" y="231"/>
                  </a:lnTo>
                  <a:lnTo>
                    <a:pt x="727" y="238"/>
                  </a:lnTo>
                  <a:lnTo>
                    <a:pt x="597" y="249"/>
                  </a:lnTo>
                  <a:lnTo>
                    <a:pt x="485" y="282"/>
                  </a:lnTo>
                  <a:lnTo>
                    <a:pt x="417" y="305"/>
                  </a:lnTo>
                  <a:lnTo>
                    <a:pt x="533" y="286"/>
                  </a:lnTo>
                  <a:lnTo>
                    <a:pt x="641" y="286"/>
                  </a:lnTo>
                  <a:lnTo>
                    <a:pt x="764" y="310"/>
                  </a:lnTo>
                  <a:lnTo>
                    <a:pt x="835" y="316"/>
                  </a:lnTo>
                  <a:lnTo>
                    <a:pt x="672" y="343"/>
                  </a:lnTo>
                  <a:lnTo>
                    <a:pt x="597" y="374"/>
                  </a:lnTo>
                  <a:lnTo>
                    <a:pt x="685" y="367"/>
                  </a:lnTo>
                  <a:lnTo>
                    <a:pt x="798" y="363"/>
                  </a:lnTo>
                  <a:lnTo>
                    <a:pt x="672" y="397"/>
                  </a:lnTo>
                  <a:lnTo>
                    <a:pt x="597" y="436"/>
                  </a:lnTo>
                  <a:lnTo>
                    <a:pt x="560" y="475"/>
                  </a:lnTo>
                  <a:lnTo>
                    <a:pt x="637" y="441"/>
                  </a:lnTo>
                  <a:lnTo>
                    <a:pt x="604" y="499"/>
                  </a:lnTo>
                  <a:lnTo>
                    <a:pt x="556" y="554"/>
                  </a:lnTo>
                  <a:lnTo>
                    <a:pt x="641" y="517"/>
                  </a:lnTo>
                  <a:lnTo>
                    <a:pt x="611" y="598"/>
                  </a:lnTo>
                  <a:lnTo>
                    <a:pt x="573" y="635"/>
                  </a:lnTo>
                  <a:lnTo>
                    <a:pt x="494" y="679"/>
                  </a:lnTo>
                  <a:lnTo>
                    <a:pt x="286" y="759"/>
                  </a:lnTo>
                  <a:lnTo>
                    <a:pt x="494" y="729"/>
                  </a:lnTo>
                  <a:lnTo>
                    <a:pt x="630" y="685"/>
                  </a:lnTo>
                  <a:lnTo>
                    <a:pt x="519" y="756"/>
                  </a:lnTo>
                  <a:lnTo>
                    <a:pt x="448" y="778"/>
                  </a:lnTo>
                  <a:lnTo>
                    <a:pt x="335" y="798"/>
                  </a:lnTo>
                  <a:lnTo>
                    <a:pt x="437" y="791"/>
                  </a:lnTo>
                  <a:lnTo>
                    <a:pt x="478" y="842"/>
                  </a:lnTo>
                  <a:lnTo>
                    <a:pt x="494" y="897"/>
                  </a:lnTo>
                  <a:lnTo>
                    <a:pt x="485" y="985"/>
                  </a:lnTo>
                  <a:lnTo>
                    <a:pt x="579" y="1052"/>
                  </a:lnTo>
                  <a:lnTo>
                    <a:pt x="637" y="941"/>
                  </a:lnTo>
                  <a:lnTo>
                    <a:pt x="861" y="860"/>
                  </a:lnTo>
                  <a:lnTo>
                    <a:pt x="920" y="817"/>
                  </a:lnTo>
                  <a:lnTo>
                    <a:pt x="958" y="778"/>
                  </a:lnTo>
                  <a:lnTo>
                    <a:pt x="920" y="756"/>
                  </a:lnTo>
                  <a:lnTo>
                    <a:pt x="953" y="720"/>
                  </a:lnTo>
                  <a:lnTo>
                    <a:pt x="964" y="692"/>
                  </a:lnTo>
                  <a:lnTo>
                    <a:pt x="902" y="679"/>
                  </a:lnTo>
                  <a:lnTo>
                    <a:pt x="953" y="646"/>
                  </a:lnTo>
                  <a:lnTo>
                    <a:pt x="934" y="604"/>
                  </a:lnTo>
                  <a:lnTo>
                    <a:pt x="964" y="586"/>
                  </a:lnTo>
                  <a:lnTo>
                    <a:pt x="934" y="530"/>
                  </a:lnTo>
                  <a:lnTo>
                    <a:pt x="1010" y="536"/>
                  </a:lnTo>
                  <a:lnTo>
                    <a:pt x="1096" y="586"/>
                  </a:lnTo>
                  <a:lnTo>
                    <a:pt x="1144" y="660"/>
                  </a:lnTo>
                  <a:lnTo>
                    <a:pt x="1188" y="766"/>
                  </a:lnTo>
                  <a:lnTo>
                    <a:pt x="1188" y="886"/>
                  </a:lnTo>
                  <a:lnTo>
                    <a:pt x="1133" y="1227"/>
                  </a:lnTo>
                  <a:lnTo>
                    <a:pt x="1199" y="904"/>
                  </a:lnTo>
                  <a:lnTo>
                    <a:pt x="1270" y="909"/>
                  </a:lnTo>
                  <a:lnTo>
                    <a:pt x="1333" y="877"/>
                  </a:lnTo>
                  <a:lnTo>
                    <a:pt x="1365" y="805"/>
                  </a:lnTo>
                  <a:lnTo>
                    <a:pt x="1377" y="697"/>
                  </a:lnTo>
                  <a:lnTo>
                    <a:pt x="1358" y="579"/>
                  </a:lnTo>
                  <a:lnTo>
                    <a:pt x="1287" y="418"/>
                  </a:lnTo>
                  <a:lnTo>
                    <a:pt x="1165" y="286"/>
                  </a:lnTo>
                  <a:lnTo>
                    <a:pt x="964" y="162"/>
                  </a:lnTo>
                  <a:lnTo>
                    <a:pt x="771" y="95"/>
                  </a:lnTo>
                  <a:lnTo>
                    <a:pt x="630" y="40"/>
                  </a:lnTo>
                  <a:lnTo>
                    <a:pt x="519" y="7"/>
                  </a:lnTo>
                  <a:lnTo>
                    <a:pt x="424" y="0"/>
                  </a:lnTo>
                  <a:lnTo>
                    <a:pt x="314" y="0"/>
                  </a:lnTo>
                  <a:lnTo>
                    <a:pt x="180" y="40"/>
                  </a:lnTo>
                  <a:lnTo>
                    <a:pt x="24" y="112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1" name="Freeform 261">
              <a:extLst>
                <a:ext uri="{FF2B5EF4-FFF2-40B4-BE49-F238E27FC236}">
                  <a16:creationId xmlns:a16="http://schemas.microsoft.com/office/drawing/2014/main" id="{8AAA31DD-5C4B-C048-820E-8B544FAC3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999"/>
              <a:ext cx="43" cy="51"/>
            </a:xfrm>
            <a:custGeom>
              <a:avLst/>
              <a:gdLst>
                <a:gd name="T0" fmla="*/ 0 w 340"/>
                <a:gd name="T1" fmla="*/ 0 h 409"/>
                <a:gd name="T2" fmla="*/ 0 w 340"/>
                <a:gd name="T3" fmla="*/ 0 h 409"/>
                <a:gd name="T4" fmla="*/ 0 w 340"/>
                <a:gd name="T5" fmla="*/ 0 h 409"/>
                <a:gd name="T6" fmla="*/ 0 w 340"/>
                <a:gd name="T7" fmla="*/ 1 h 409"/>
                <a:gd name="T8" fmla="*/ 1 w 340"/>
                <a:gd name="T9" fmla="*/ 1 h 409"/>
                <a:gd name="T10" fmla="*/ 1 w 340"/>
                <a:gd name="T11" fmla="*/ 1 h 409"/>
                <a:gd name="T12" fmla="*/ 1 w 340"/>
                <a:gd name="T13" fmla="*/ 1 h 409"/>
                <a:gd name="T14" fmla="*/ 1 w 340"/>
                <a:gd name="T15" fmla="*/ 1 h 409"/>
                <a:gd name="T16" fmla="*/ 1 w 340"/>
                <a:gd name="T17" fmla="*/ 1 h 409"/>
                <a:gd name="T18" fmla="*/ 1 w 340"/>
                <a:gd name="T19" fmla="*/ 1 h 409"/>
                <a:gd name="T20" fmla="*/ 0 w 340"/>
                <a:gd name="T21" fmla="*/ 1 h 409"/>
                <a:gd name="T22" fmla="*/ 0 w 340"/>
                <a:gd name="T23" fmla="*/ 1 h 409"/>
                <a:gd name="T24" fmla="*/ 0 w 340"/>
                <a:gd name="T25" fmla="*/ 1 h 409"/>
                <a:gd name="T26" fmla="*/ 0 w 340"/>
                <a:gd name="T27" fmla="*/ 1 h 409"/>
                <a:gd name="T28" fmla="*/ 0 w 340"/>
                <a:gd name="T29" fmla="*/ 1 h 409"/>
                <a:gd name="T30" fmla="*/ 0 w 340"/>
                <a:gd name="T31" fmla="*/ 0 h 409"/>
                <a:gd name="T32" fmla="*/ 0 w 340"/>
                <a:gd name="T33" fmla="*/ 0 h 409"/>
                <a:gd name="T34" fmla="*/ 0 w 340"/>
                <a:gd name="T35" fmla="*/ 0 h 409"/>
                <a:gd name="T36" fmla="*/ 0 w 340"/>
                <a:gd name="T37" fmla="*/ 0 h 409"/>
                <a:gd name="T38" fmla="*/ 0 w 340"/>
                <a:gd name="T39" fmla="*/ 0 h 4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40"/>
                <a:gd name="T61" fmla="*/ 0 h 409"/>
                <a:gd name="T62" fmla="*/ 340 w 340"/>
                <a:gd name="T63" fmla="*/ 409 h 40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40" h="409">
                  <a:moveTo>
                    <a:pt x="164" y="0"/>
                  </a:moveTo>
                  <a:lnTo>
                    <a:pt x="143" y="99"/>
                  </a:lnTo>
                  <a:lnTo>
                    <a:pt x="143" y="148"/>
                  </a:lnTo>
                  <a:lnTo>
                    <a:pt x="211" y="310"/>
                  </a:lnTo>
                  <a:lnTo>
                    <a:pt x="229" y="330"/>
                  </a:lnTo>
                  <a:lnTo>
                    <a:pt x="259" y="341"/>
                  </a:lnTo>
                  <a:lnTo>
                    <a:pt x="303" y="337"/>
                  </a:lnTo>
                  <a:lnTo>
                    <a:pt x="340" y="310"/>
                  </a:lnTo>
                  <a:lnTo>
                    <a:pt x="296" y="358"/>
                  </a:lnTo>
                  <a:lnTo>
                    <a:pt x="240" y="385"/>
                  </a:lnTo>
                  <a:lnTo>
                    <a:pt x="160" y="409"/>
                  </a:lnTo>
                  <a:lnTo>
                    <a:pt x="74" y="409"/>
                  </a:lnTo>
                  <a:lnTo>
                    <a:pt x="24" y="392"/>
                  </a:lnTo>
                  <a:lnTo>
                    <a:pt x="5" y="358"/>
                  </a:lnTo>
                  <a:lnTo>
                    <a:pt x="0" y="297"/>
                  </a:lnTo>
                  <a:lnTo>
                    <a:pt x="10" y="215"/>
                  </a:lnTo>
                  <a:lnTo>
                    <a:pt x="40" y="136"/>
                  </a:lnTo>
                  <a:lnTo>
                    <a:pt x="92" y="55"/>
                  </a:lnTo>
                  <a:lnTo>
                    <a:pt x="123" y="16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2" name="Freeform 262">
              <a:extLst>
                <a:ext uri="{FF2B5EF4-FFF2-40B4-BE49-F238E27FC236}">
                  <a16:creationId xmlns:a16="http://schemas.microsoft.com/office/drawing/2014/main" id="{299794F8-5650-7E45-AD73-28FD1E98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987"/>
              <a:ext cx="29" cy="40"/>
            </a:xfrm>
            <a:custGeom>
              <a:avLst/>
              <a:gdLst>
                <a:gd name="T0" fmla="*/ 0 w 237"/>
                <a:gd name="T1" fmla="*/ 0 h 316"/>
                <a:gd name="T2" fmla="*/ 0 w 237"/>
                <a:gd name="T3" fmla="*/ 0 h 316"/>
                <a:gd name="T4" fmla="*/ 0 w 237"/>
                <a:gd name="T5" fmla="*/ 0 h 316"/>
                <a:gd name="T6" fmla="*/ 0 w 237"/>
                <a:gd name="T7" fmla="*/ 0 h 316"/>
                <a:gd name="T8" fmla="*/ 0 w 237"/>
                <a:gd name="T9" fmla="*/ 0 h 316"/>
                <a:gd name="T10" fmla="*/ 0 w 237"/>
                <a:gd name="T11" fmla="*/ 0 h 316"/>
                <a:gd name="T12" fmla="*/ 0 w 237"/>
                <a:gd name="T13" fmla="*/ 0 h 316"/>
                <a:gd name="T14" fmla="*/ 0 w 237"/>
                <a:gd name="T15" fmla="*/ 0 h 316"/>
                <a:gd name="T16" fmla="*/ 0 w 237"/>
                <a:gd name="T17" fmla="*/ 0 h 316"/>
                <a:gd name="T18" fmla="*/ 0 w 237"/>
                <a:gd name="T19" fmla="*/ 1 h 316"/>
                <a:gd name="T20" fmla="*/ 0 w 237"/>
                <a:gd name="T21" fmla="*/ 1 h 316"/>
                <a:gd name="T22" fmla="*/ 0 w 237"/>
                <a:gd name="T23" fmla="*/ 1 h 316"/>
                <a:gd name="T24" fmla="*/ 0 w 237"/>
                <a:gd name="T25" fmla="*/ 0 h 316"/>
                <a:gd name="T26" fmla="*/ 0 w 237"/>
                <a:gd name="T27" fmla="*/ 0 h 316"/>
                <a:gd name="T28" fmla="*/ 0 w 237"/>
                <a:gd name="T29" fmla="*/ 0 h 316"/>
                <a:gd name="T30" fmla="*/ 0 w 237"/>
                <a:gd name="T31" fmla="*/ 0 h 316"/>
                <a:gd name="T32" fmla="*/ 0 w 237"/>
                <a:gd name="T33" fmla="*/ 0 h 316"/>
                <a:gd name="T34" fmla="*/ 0 w 237"/>
                <a:gd name="T35" fmla="*/ 0 h 316"/>
                <a:gd name="T36" fmla="*/ 0 w 237"/>
                <a:gd name="T37" fmla="*/ 0 h 316"/>
                <a:gd name="T38" fmla="*/ 0 w 237"/>
                <a:gd name="T39" fmla="*/ 0 h 316"/>
                <a:gd name="T40" fmla="*/ 0 w 237"/>
                <a:gd name="T41" fmla="*/ 0 h 3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37"/>
                <a:gd name="T64" fmla="*/ 0 h 316"/>
                <a:gd name="T65" fmla="*/ 237 w 237"/>
                <a:gd name="T66" fmla="*/ 316 h 31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37" h="316">
                  <a:moveTo>
                    <a:pt x="11" y="62"/>
                  </a:moveTo>
                  <a:lnTo>
                    <a:pt x="34" y="30"/>
                  </a:lnTo>
                  <a:lnTo>
                    <a:pt x="68" y="4"/>
                  </a:lnTo>
                  <a:lnTo>
                    <a:pt x="112" y="0"/>
                  </a:lnTo>
                  <a:lnTo>
                    <a:pt x="173" y="11"/>
                  </a:lnTo>
                  <a:lnTo>
                    <a:pt x="237" y="67"/>
                  </a:lnTo>
                  <a:lnTo>
                    <a:pt x="228" y="129"/>
                  </a:lnTo>
                  <a:lnTo>
                    <a:pt x="173" y="156"/>
                  </a:lnTo>
                  <a:lnTo>
                    <a:pt x="142" y="205"/>
                  </a:lnTo>
                  <a:lnTo>
                    <a:pt x="129" y="265"/>
                  </a:lnTo>
                  <a:lnTo>
                    <a:pt x="123" y="316"/>
                  </a:lnTo>
                  <a:lnTo>
                    <a:pt x="85" y="261"/>
                  </a:lnTo>
                  <a:lnTo>
                    <a:pt x="78" y="205"/>
                  </a:lnTo>
                  <a:lnTo>
                    <a:pt x="92" y="156"/>
                  </a:lnTo>
                  <a:lnTo>
                    <a:pt x="112" y="94"/>
                  </a:lnTo>
                  <a:lnTo>
                    <a:pt x="147" y="55"/>
                  </a:lnTo>
                  <a:lnTo>
                    <a:pt x="119" y="35"/>
                  </a:lnTo>
                  <a:lnTo>
                    <a:pt x="68" y="35"/>
                  </a:lnTo>
                  <a:lnTo>
                    <a:pt x="22" y="62"/>
                  </a:lnTo>
                  <a:lnTo>
                    <a:pt x="0" y="99"/>
                  </a:lnTo>
                  <a:lnTo>
                    <a:pt x="11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3" name="Line 263">
              <a:extLst>
                <a:ext uri="{FF2B5EF4-FFF2-40B4-BE49-F238E27FC236}">
                  <a16:creationId xmlns:a16="http://schemas.microsoft.com/office/drawing/2014/main" id="{B677B23A-5288-E645-87D5-0AF8E7EE6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" y="3002"/>
              <a:ext cx="6" cy="4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4" name="Line 264">
              <a:extLst>
                <a:ext uri="{FF2B5EF4-FFF2-40B4-BE49-F238E27FC236}">
                  <a16:creationId xmlns:a16="http://schemas.microsoft.com/office/drawing/2014/main" id="{AC6C04B2-542D-7F4F-B1D1-5C484E4C7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3005"/>
              <a:ext cx="6" cy="4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5" name="Line 265">
              <a:extLst>
                <a:ext uri="{FF2B5EF4-FFF2-40B4-BE49-F238E27FC236}">
                  <a16:creationId xmlns:a16="http://schemas.microsoft.com/office/drawing/2014/main" id="{FEE31BE8-DDB9-434D-BACB-45C82C7FF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1" y="3008"/>
              <a:ext cx="5" cy="4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6" name="Line 266">
              <a:extLst>
                <a:ext uri="{FF2B5EF4-FFF2-40B4-BE49-F238E27FC236}">
                  <a16:creationId xmlns:a16="http://schemas.microsoft.com/office/drawing/2014/main" id="{7B4F83CE-1803-6546-8DC6-9D694DE03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" y="3011"/>
              <a:ext cx="5" cy="4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7" name="Freeform 267">
              <a:extLst>
                <a:ext uri="{FF2B5EF4-FFF2-40B4-BE49-F238E27FC236}">
                  <a16:creationId xmlns:a16="http://schemas.microsoft.com/office/drawing/2014/main" id="{6DACCA8C-487A-F747-9972-BF197D0E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30"/>
              <a:ext cx="35" cy="48"/>
            </a:xfrm>
            <a:custGeom>
              <a:avLst/>
              <a:gdLst>
                <a:gd name="T0" fmla="*/ 0 w 286"/>
                <a:gd name="T1" fmla="*/ 0 h 386"/>
                <a:gd name="T2" fmla="*/ 0 w 286"/>
                <a:gd name="T3" fmla="*/ 0 h 386"/>
                <a:gd name="T4" fmla="*/ 0 w 286"/>
                <a:gd name="T5" fmla="*/ 0 h 386"/>
                <a:gd name="T6" fmla="*/ 0 w 286"/>
                <a:gd name="T7" fmla="*/ 0 h 386"/>
                <a:gd name="T8" fmla="*/ 0 w 286"/>
                <a:gd name="T9" fmla="*/ 0 h 386"/>
                <a:gd name="T10" fmla="*/ 0 w 286"/>
                <a:gd name="T11" fmla="*/ 0 h 386"/>
                <a:gd name="T12" fmla="*/ 0 w 286"/>
                <a:gd name="T13" fmla="*/ 0 h 386"/>
                <a:gd name="T14" fmla="*/ 0 w 286"/>
                <a:gd name="T15" fmla="*/ 0 h 386"/>
                <a:gd name="T16" fmla="*/ 0 w 286"/>
                <a:gd name="T17" fmla="*/ 0 h 386"/>
                <a:gd name="T18" fmla="*/ 0 w 286"/>
                <a:gd name="T19" fmla="*/ 1 h 386"/>
                <a:gd name="T20" fmla="*/ 0 w 286"/>
                <a:gd name="T21" fmla="*/ 1 h 386"/>
                <a:gd name="T22" fmla="*/ 0 w 286"/>
                <a:gd name="T23" fmla="*/ 1 h 386"/>
                <a:gd name="T24" fmla="*/ 0 w 286"/>
                <a:gd name="T25" fmla="*/ 1 h 386"/>
                <a:gd name="T26" fmla="*/ 0 w 286"/>
                <a:gd name="T27" fmla="*/ 0 h 386"/>
                <a:gd name="T28" fmla="*/ 0 w 286"/>
                <a:gd name="T29" fmla="*/ 0 h 386"/>
                <a:gd name="T30" fmla="*/ 0 w 286"/>
                <a:gd name="T31" fmla="*/ 0 h 386"/>
                <a:gd name="T32" fmla="*/ 0 w 286"/>
                <a:gd name="T33" fmla="*/ 0 h 386"/>
                <a:gd name="T34" fmla="*/ 0 w 286"/>
                <a:gd name="T35" fmla="*/ 0 h 386"/>
                <a:gd name="T36" fmla="*/ 0 w 286"/>
                <a:gd name="T37" fmla="*/ 0 h 386"/>
                <a:gd name="T38" fmla="*/ 0 w 286"/>
                <a:gd name="T39" fmla="*/ 0 h 386"/>
                <a:gd name="T40" fmla="*/ 0 w 286"/>
                <a:gd name="T41" fmla="*/ 0 h 386"/>
                <a:gd name="T42" fmla="*/ 0 w 286"/>
                <a:gd name="T43" fmla="*/ 0 h 386"/>
                <a:gd name="T44" fmla="*/ 0 w 286"/>
                <a:gd name="T45" fmla="*/ 0 h 3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86"/>
                <a:gd name="T70" fmla="*/ 0 h 386"/>
                <a:gd name="T71" fmla="*/ 286 w 286"/>
                <a:gd name="T72" fmla="*/ 386 h 38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86" h="386">
                  <a:moveTo>
                    <a:pt x="180" y="169"/>
                  </a:moveTo>
                  <a:lnTo>
                    <a:pt x="262" y="162"/>
                  </a:lnTo>
                  <a:lnTo>
                    <a:pt x="286" y="131"/>
                  </a:lnTo>
                  <a:lnTo>
                    <a:pt x="251" y="90"/>
                  </a:lnTo>
                  <a:lnTo>
                    <a:pt x="187" y="0"/>
                  </a:lnTo>
                  <a:lnTo>
                    <a:pt x="44" y="21"/>
                  </a:lnTo>
                  <a:lnTo>
                    <a:pt x="0" y="21"/>
                  </a:lnTo>
                  <a:lnTo>
                    <a:pt x="20" y="162"/>
                  </a:lnTo>
                  <a:lnTo>
                    <a:pt x="55" y="243"/>
                  </a:lnTo>
                  <a:lnTo>
                    <a:pt x="32" y="305"/>
                  </a:lnTo>
                  <a:lnTo>
                    <a:pt x="32" y="386"/>
                  </a:lnTo>
                  <a:lnTo>
                    <a:pt x="51" y="367"/>
                  </a:lnTo>
                  <a:lnTo>
                    <a:pt x="51" y="305"/>
                  </a:lnTo>
                  <a:lnTo>
                    <a:pt x="88" y="256"/>
                  </a:lnTo>
                  <a:lnTo>
                    <a:pt x="126" y="237"/>
                  </a:lnTo>
                  <a:lnTo>
                    <a:pt x="126" y="199"/>
                  </a:lnTo>
                  <a:lnTo>
                    <a:pt x="150" y="138"/>
                  </a:lnTo>
                  <a:lnTo>
                    <a:pt x="113" y="169"/>
                  </a:lnTo>
                  <a:lnTo>
                    <a:pt x="88" y="63"/>
                  </a:lnTo>
                  <a:lnTo>
                    <a:pt x="168" y="70"/>
                  </a:lnTo>
                  <a:lnTo>
                    <a:pt x="203" y="99"/>
                  </a:lnTo>
                  <a:lnTo>
                    <a:pt x="187" y="145"/>
                  </a:lnTo>
                  <a:lnTo>
                    <a:pt x="180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8" name="Freeform 268">
              <a:extLst>
                <a:ext uri="{FF2B5EF4-FFF2-40B4-BE49-F238E27FC236}">
                  <a16:creationId xmlns:a16="http://schemas.microsoft.com/office/drawing/2014/main" id="{C56A909D-D23D-0F47-B179-CEA2E661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052"/>
              <a:ext cx="67" cy="84"/>
            </a:xfrm>
            <a:custGeom>
              <a:avLst/>
              <a:gdLst>
                <a:gd name="T0" fmla="*/ 1 w 530"/>
                <a:gd name="T1" fmla="*/ 0 h 668"/>
                <a:gd name="T2" fmla="*/ 1 w 530"/>
                <a:gd name="T3" fmla="*/ 0 h 668"/>
                <a:gd name="T4" fmla="*/ 1 w 530"/>
                <a:gd name="T5" fmla="*/ 0 h 668"/>
                <a:gd name="T6" fmla="*/ 1 w 530"/>
                <a:gd name="T7" fmla="*/ 1 h 668"/>
                <a:gd name="T8" fmla="*/ 1 w 530"/>
                <a:gd name="T9" fmla="*/ 1 h 668"/>
                <a:gd name="T10" fmla="*/ 1 w 530"/>
                <a:gd name="T11" fmla="*/ 1 h 668"/>
                <a:gd name="T12" fmla="*/ 1 w 530"/>
                <a:gd name="T13" fmla="*/ 1 h 668"/>
                <a:gd name="T14" fmla="*/ 1 w 530"/>
                <a:gd name="T15" fmla="*/ 1 h 668"/>
                <a:gd name="T16" fmla="*/ 1 w 530"/>
                <a:gd name="T17" fmla="*/ 1 h 668"/>
                <a:gd name="T18" fmla="*/ 0 w 530"/>
                <a:gd name="T19" fmla="*/ 1 h 668"/>
                <a:gd name="T20" fmla="*/ 0 w 530"/>
                <a:gd name="T21" fmla="*/ 1 h 668"/>
                <a:gd name="T22" fmla="*/ 0 w 530"/>
                <a:gd name="T23" fmla="*/ 1 h 668"/>
                <a:gd name="T24" fmla="*/ 0 w 530"/>
                <a:gd name="T25" fmla="*/ 1 h 668"/>
                <a:gd name="T26" fmla="*/ 0 w 530"/>
                <a:gd name="T27" fmla="*/ 1 h 668"/>
                <a:gd name="T28" fmla="*/ 0 w 530"/>
                <a:gd name="T29" fmla="*/ 1 h 668"/>
                <a:gd name="T30" fmla="*/ 0 w 530"/>
                <a:gd name="T31" fmla="*/ 1 h 668"/>
                <a:gd name="T32" fmla="*/ 0 w 530"/>
                <a:gd name="T33" fmla="*/ 1 h 668"/>
                <a:gd name="T34" fmla="*/ 1 w 530"/>
                <a:gd name="T35" fmla="*/ 1 h 668"/>
                <a:gd name="T36" fmla="*/ 1 w 530"/>
                <a:gd name="T37" fmla="*/ 1 h 668"/>
                <a:gd name="T38" fmla="*/ 1 w 530"/>
                <a:gd name="T39" fmla="*/ 1 h 668"/>
                <a:gd name="T40" fmla="*/ 1 w 530"/>
                <a:gd name="T41" fmla="*/ 1 h 668"/>
                <a:gd name="T42" fmla="*/ 1 w 530"/>
                <a:gd name="T43" fmla="*/ 1 h 668"/>
                <a:gd name="T44" fmla="*/ 1 w 530"/>
                <a:gd name="T45" fmla="*/ 1 h 668"/>
                <a:gd name="T46" fmla="*/ 1 w 530"/>
                <a:gd name="T47" fmla="*/ 1 h 668"/>
                <a:gd name="T48" fmla="*/ 1 w 530"/>
                <a:gd name="T49" fmla="*/ 1 h 668"/>
                <a:gd name="T50" fmla="*/ 1 w 530"/>
                <a:gd name="T51" fmla="*/ 1 h 668"/>
                <a:gd name="T52" fmla="*/ 1 w 530"/>
                <a:gd name="T53" fmla="*/ 1 h 668"/>
                <a:gd name="T54" fmla="*/ 1 w 530"/>
                <a:gd name="T55" fmla="*/ 1 h 668"/>
                <a:gd name="T56" fmla="*/ 1 w 530"/>
                <a:gd name="T57" fmla="*/ 0 h 668"/>
                <a:gd name="T58" fmla="*/ 1 w 530"/>
                <a:gd name="T59" fmla="*/ 0 h 668"/>
                <a:gd name="T60" fmla="*/ 1 w 530"/>
                <a:gd name="T61" fmla="*/ 0 h 668"/>
                <a:gd name="T62" fmla="*/ 1 w 530"/>
                <a:gd name="T63" fmla="*/ 0 h 6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30"/>
                <a:gd name="T97" fmla="*/ 0 h 668"/>
                <a:gd name="T98" fmla="*/ 530 w 530"/>
                <a:gd name="T99" fmla="*/ 668 h 66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30" h="668">
                  <a:moveTo>
                    <a:pt x="453" y="13"/>
                  </a:moveTo>
                  <a:lnTo>
                    <a:pt x="477" y="125"/>
                  </a:lnTo>
                  <a:lnTo>
                    <a:pt x="477" y="202"/>
                  </a:lnTo>
                  <a:lnTo>
                    <a:pt x="530" y="443"/>
                  </a:lnTo>
                  <a:lnTo>
                    <a:pt x="486" y="505"/>
                  </a:lnTo>
                  <a:lnTo>
                    <a:pt x="355" y="450"/>
                  </a:lnTo>
                  <a:lnTo>
                    <a:pt x="310" y="498"/>
                  </a:lnTo>
                  <a:lnTo>
                    <a:pt x="310" y="574"/>
                  </a:lnTo>
                  <a:lnTo>
                    <a:pt x="260" y="574"/>
                  </a:lnTo>
                  <a:lnTo>
                    <a:pt x="207" y="549"/>
                  </a:lnTo>
                  <a:lnTo>
                    <a:pt x="95" y="579"/>
                  </a:lnTo>
                  <a:lnTo>
                    <a:pt x="27" y="668"/>
                  </a:lnTo>
                  <a:lnTo>
                    <a:pt x="0" y="661"/>
                  </a:lnTo>
                  <a:lnTo>
                    <a:pt x="75" y="531"/>
                  </a:lnTo>
                  <a:lnTo>
                    <a:pt x="123" y="505"/>
                  </a:lnTo>
                  <a:lnTo>
                    <a:pt x="123" y="556"/>
                  </a:lnTo>
                  <a:lnTo>
                    <a:pt x="207" y="531"/>
                  </a:lnTo>
                  <a:lnTo>
                    <a:pt x="268" y="549"/>
                  </a:lnTo>
                  <a:lnTo>
                    <a:pt x="297" y="487"/>
                  </a:lnTo>
                  <a:lnTo>
                    <a:pt x="360" y="431"/>
                  </a:lnTo>
                  <a:lnTo>
                    <a:pt x="360" y="406"/>
                  </a:lnTo>
                  <a:lnTo>
                    <a:pt x="286" y="376"/>
                  </a:lnTo>
                  <a:lnTo>
                    <a:pt x="286" y="355"/>
                  </a:lnTo>
                  <a:lnTo>
                    <a:pt x="348" y="355"/>
                  </a:lnTo>
                  <a:lnTo>
                    <a:pt x="416" y="406"/>
                  </a:lnTo>
                  <a:lnTo>
                    <a:pt x="429" y="450"/>
                  </a:lnTo>
                  <a:lnTo>
                    <a:pt x="468" y="470"/>
                  </a:lnTo>
                  <a:lnTo>
                    <a:pt x="503" y="436"/>
                  </a:lnTo>
                  <a:lnTo>
                    <a:pt x="462" y="187"/>
                  </a:lnTo>
                  <a:lnTo>
                    <a:pt x="453" y="88"/>
                  </a:lnTo>
                  <a:lnTo>
                    <a:pt x="429" y="0"/>
                  </a:lnTo>
                  <a:lnTo>
                    <a:pt x="45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09" name="Freeform 269">
              <a:extLst>
                <a:ext uri="{FF2B5EF4-FFF2-40B4-BE49-F238E27FC236}">
                  <a16:creationId xmlns:a16="http://schemas.microsoft.com/office/drawing/2014/main" id="{8C875B2D-DD27-EE4A-ACC8-2574CB9D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085"/>
              <a:ext cx="36" cy="28"/>
            </a:xfrm>
            <a:custGeom>
              <a:avLst/>
              <a:gdLst>
                <a:gd name="T0" fmla="*/ 1 w 281"/>
                <a:gd name="T1" fmla="*/ 0 h 218"/>
                <a:gd name="T2" fmla="*/ 1 w 281"/>
                <a:gd name="T3" fmla="*/ 0 h 218"/>
                <a:gd name="T4" fmla="*/ 0 w 281"/>
                <a:gd name="T5" fmla="*/ 0 h 218"/>
                <a:gd name="T6" fmla="*/ 0 w 281"/>
                <a:gd name="T7" fmla="*/ 0 h 218"/>
                <a:gd name="T8" fmla="*/ 0 w 281"/>
                <a:gd name="T9" fmla="*/ 0 h 218"/>
                <a:gd name="T10" fmla="*/ 0 w 281"/>
                <a:gd name="T11" fmla="*/ 1 h 218"/>
                <a:gd name="T12" fmla="*/ 0 w 281"/>
                <a:gd name="T13" fmla="*/ 0 h 218"/>
                <a:gd name="T14" fmla="*/ 1 w 281"/>
                <a:gd name="T15" fmla="*/ 0 h 218"/>
                <a:gd name="T16" fmla="*/ 1 w 281"/>
                <a:gd name="T17" fmla="*/ 0 h 218"/>
                <a:gd name="T18" fmla="*/ 1 w 281"/>
                <a:gd name="T19" fmla="*/ 0 h 2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1"/>
                <a:gd name="T31" fmla="*/ 0 h 218"/>
                <a:gd name="T32" fmla="*/ 281 w 281"/>
                <a:gd name="T33" fmla="*/ 218 h 2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1" h="218">
                  <a:moveTo>
                    <a:pt x="277" y="5"/>
                  </a:moveTo>
                  <a:lnTo>
                    <a:pt x="251" y="0"/>
                  </a:lnTo>
                  <a:lnTo>
                    <a:pt x="75" y="75"/>
                  </a:lnTo>
                  <a:lnTo>
                    <a:pt x="75" y="99"/>
                  </a:lnTo>
                  <a:lnTo>
                    <a:pt x="94" y="143"/>
                  </a:lnTo>
                  <a:lnTo>
                    <a:pt x="0" y="218"/>
                  </a:lnTo>
                  <a:lnTo>
                    <a:pt x="129" y="129"/>
                  </a:lnTo>
                  <a:lnTo>
                    <a:pt x="251" y="55"/>
                  </a:lnTo>
                  <a:lnTo>
                    <a:pt x="281" y="18"/>
                  </a:lnTo>
                  <a:lnTo>
                    <a:pt x="27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0" name="Freeform 270">
              <a:extLst>
                <a:ext uri="{FF2B5EF4-FFF2-40B4-BE49-F238E27FC236}">
                  <a16:creationId xmlns:a16="http://schemas.microsoft.com/office/drawing/2014/main" id="{38947536-FC0F-2B4E-BE24-F4A1C9F43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066"/>
              <a:ext cx="91" cy="103"/>
            </a:xfrm>
            <a:custGeom>
              <a:avLst/>
              <a:gdLst>
                <a:gd name="T0" fmla="*/ 1 w 726"/>
                <a:gd name="T1" fmla="*/ 1 h 821"/>
                <a:gd name="T2" fmla="*/ 1 w 726"/>
                <a:gd name="T3" fmla="*/ 1 h 821"/>
                <a:gd name="T4" fmla="*/ 1 w 726"/>
                <a:gd name="T5" fmla="*/ 1 h 821"/>
                <a:gd name="T6" fmla="*/ 1 w 726"/>
                <a:gd name="T7" fmla="*/ 1 h 821"/>
                <a:gd name="T8" fmla="*/ 1 w 726"/>
                <a:gd name="T9" fmla="*/ 2 h 821"/>
                <a:gd name="T10" fmla="*/ 1 w 726"/>
                <a:gd name="T11" fmla="*/ 2 h 821"/>
                <a:gd name="T12" fmla="*/ 1 w 726"/>
                <a:gd name="T13" fmla="*/ 2 h 821"/>
                <a:gd name="T14" fmla="*/ 1 w 726"/>
                <a:gd name="T15" fmla="*/ 1 h 821"/>
                <a:gd name="T16" fmla="*/ 1 w 726"/>
                <a:gd name="T17" fmla="*/ 1 h 821"/>
                <a:gd name="T18" fmla="*/ 1 w 726"/>
                <a:gd name="T19" fmla="*/ 1 h 821"/>
                <a:gd name="T20" fmla="*/ 0 w 726"/>
                <a:gd name="T21" fmla="*/ 0 h 821"/>
                <a:gd name="T22" fmla="*/ 0 w 726"/>
                <a:gd name="T23" fmla="*/ 0 h 821"/>
                <a:gd name="T24" fmla="*/ 0 w 726"/>
                <a:gd name="T25" fmla="*/ 1 h 821"/>
                <a:gd name="T26" fmla="*/ 0 w 726"/>
                <a:gd name="T27" fmla="*/ 1 h 821"/>
                <a:gd name="T28" fmla="*/ 0 w 726"/>
                <a:gd name="T29" fmla="*/ 2 h 821"/>
                <a:gd name="T30" fmla="*/ 0 w 726"/>
                <a:gd name="T31" fmla="*/ 2 h 821"/>
                <a:gd name="T32" fmla="*/ 0 w 726"/>
                <a:gd name="T33" fmla="*/ 2 h 821"/>
                <a:gd name="T34" fmla="*/ 0 w 726"/>
                <a:gd name="T35" fmla="*/ 2 h 821"/>
                <a:gd name="T36" fmla="*/ 0 w 726"/>
                <a:gd name="T37" fmla="*/ 2 h 821"/>
                <a:gd name="T38" fmla="*/ 1 w 726"/>
                <a:gd name="T39" fmla="*/ 2 h 821"/>
                <a:gd name="T40" fmla="*/ 1 w 726"/>
                <a:gd name="T41" fmla="*/ 2 h 821"/>
                <a:gd name="T42" fmla="*/ 1 w 726"/>
                <a:gd name="T43" fmla="*/ 2 h 821"/>
                <a:gd name="T44" fmla="*/ 1 w 726"/>
                <a:gd name="T45" fmla="*/ 2 h 821"/>
                <a:gd name="T46" fmla="*/ 1 w 726"/>
                <a:gd name="T47" fmla="*/ 2 h 821"/>
                <a:gd name="T48" fmla="*/ 1 w 726"/>
                <a:gd name="T49" fmla="*/ 1 h 821"/>
                <a:gd name="T50" fmla="*/ 1 w 726"/>
                <a:gd name="T51" fmla="*/ 1 h 821"/>
                <a:gd name="T52" fmla="*/ 1 w 726"/>
                <a:gd name="T53" fmla="*/ 1 h 821"/>
                <a:gd name="T54" fmla="*/ 1 w 726"/>
                <a:gd name="T55" fmla="*/ 1 h 821"/>
                <a:gd name="T56" fmla="*/ 1 w 726"/>
                <a:gd name="T57" fmla="*/ 1 h 821"/>
                <a:gd name="T58" fmla="*/ 1 w 726"/>
                <a:gd name="T59" fmla="*/ 1 h 821"/>
                <a:gd name="T60" fmla="*/ 1 w 726"/>
                <a:gd name="T61" fmla="*/ 1 h 82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26"/>
                <a:gd name="T94" fmla="*/ 0 h 821"/>
                <a:gd name="T95" fmla="*/ 726 w 726"/>
                <a:gd name="T96" fmla="*/ 821 h 82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26" h="821">
                  <a:moveTo>
                    <a:pt x="712" y="452"/>
                  </a:moveTo>
                  <a:lnTo>
                    <a:pt x="712" y="577"/>
                  </a:lnTo>
                  <a:lnTo>
                    <a:pt x="617" y="616"/>
                  </a:lnTo>
                  <a:lnTo>
                    <a:pt x="654" y="641"/>
                  </a:lnTo>
                  <a:lnTo>
                    <a:pt x="636" y="733"/>
                  </a:lnTo>
                  <a:lnTo>
                    <a:pt x="592" y="759"/>
                  </a:lnTo>
                  <a:lnTo>
                    <a:pt x="542" y="733"/>
                  </a:lnTo>
                  <a:lnTo>
                    <a:pt x="498" y="685"/>
                  </a:lnTo>
                  <a:lnTo>
                    <a:pt x="355" y="621"/>
                  </a:lnTo>
                  <a:lnTo>
                    <a:pt x="355" y="485"/>
                  </a:lnTo>
                  <a:lnTo>
                    <a:pt x="189" y="146"/>
                  </a:lnTo>
                  <a:lnTo>
                    <a:pt x="50" y="0"/>
                  </a:lnTo>
                  <a:lnTo>
                    <a:pt x="50" y="478"/>
                  </a:lnTo>
                  <a:lnTo>
                    <a:pt x="37" y="646"/>
                  </a:lnTo>
                  <a:lnTo>
                    <a:pt x="13" y="740"/>
                  </a:lnTo>
                  <a:lnTo>
                    <a:pt x="0" y="755"/>
                  </a:lnTo>
                  <a:lnTo>
                    <a:pt x="21" y="814"/>
                  </a:lnTo>
                  <a:lnTo>
                    <a:pt x="64" y="797"/>
                  </a:lnTo>
                  <a:lnTo>
                    <a:pt x="133" y="784"/>
                  </a:lnTo>
                  <a:lnTo>
                    <a:pt x="241" y="784"/>
                  </a:lnTo>
                  <a:lnTo>
                    <a:pt x="382" y="803"/>
                  </a:lnTo>
                  <a:lnTo>
                    <a:pt x="511" y="821"/>
                  </a:lnTo>
                  <a:lnTo>
                    <a:pt x="592" y="803"/>
                  </a:lnTo>
                  <a:lnTo>
                    <a:pt x="643" y="766"/>
                  </a:lnTo>
                  <a:lnTo>
                    <a:pt x="672" y="706"/>
                  </a:lnTo>
                  <a:lnTo>
                    <a:pt x="672" y="641"/>
                  </a:lnTo>
                  <a:lnTo>
                    <a:pt x="685" y="616"/>
                  </a:lnTo>
                  <a:lnTo>
                    <a:pt x="723" y="584"/>
                  </a:lnTo>
                  <a:lnTo>
                    <a:pt x="726" y="549"/>
                  </a:lnTo>
                  <a:lnTo>
                    <a:pt x="716" y="452"/>
                  </a:lnTo>
                  <a:lnTo>
                    <a:pt x="712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1" name="Freeform 271">
              <a:extLst>
                <a:ext uri="{FF2B5EF4-FFF2-40B4-BE49-F238E27FC236}">
                  <a16:creationId xmlns:a16="http://schemas.microsoft.com/office/drawing/2014/main" id="{2CB66877-4359-0E4A-A594-D48496FE4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925"/>
              <a:ext cx="40" cy="14"/>
            </a:xfrm>
            <a:custGeom>
              <a:avLst/>
              <a:gdLst>
                <a:gd name="T0" fmla="*/ 0 w 321"/>
                <a:gd name="T1" fmla="*/ 0 h 112"/>
                <a:gd name="T2" fmla="*/ 0 w 321"/>
                <a:gd name="T3" fmla="*/ 0 h 112"/>
                <a:gd name="T4" fmla="*/ 0 w 321"/>
                <a:gd name="T5" fmla="*/ 0 h 112"/>
                <a:gd name="T6" fmla="*/ 0 w 321"/>
                <a:gd name="T7" fmla="*/ 0 h 112"/>
                <a:gd name="T8" fmla="*/ 1 w 321"/>
                <a:gd name="T9" fmla="*/ 0 h 112"/>
                <a:gd name="T10" fmla="*/ 1 w 321"/>
                <a:gd name="T11" fmla="*/ 0 h 112"/>
                <a:gd name="T12" fmla="*/ 0 w 321"/>
                <a:gd name="T13" fmla="*/ 0 h 112"/>
                <a:gd name="T14" fmla="*/ 0 w 321"/>
                <a:gd name="T15" fmla="*/ 0 h 112"/>
                <a:gd name="T16" fmla="*/ 0 w 321"/>
                <a:gd name="T17" fmla="*/ 0 h 112"/>
                <a:gd name="T18" fmla="*/ 0 w 321"/>
                <a:gd name="T19" fmla="*/ 0 h 112"/>
                <a:gd name="T20" fmla="*/ 0 w 321"/>
                <a:gd name="T21" fmla="*/ 0 h 112"/>
                <a:gd name="T22" fmla="*/ 0 w 321"/>
                <a:gd name="T23" fmla="*/ 0 h 112"/>
                <a:gd name="T24" fmla="*/ 0 w 321"/>
                <a:gd name="T25" fmla="*/ 0 h 112"/>
                <a:gd name="T26" fmla="*/ 0 w 321"/>
                <a:gd name="T27" fmla="*/ 0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21"/>
                <a:gd name="T43" fmla="*/ 0 h 112"/>
                <a:gd name="T44" fmla="*/ 321 w 321"/>
                <a:gd name="T45" fmla="*/ 112 h 1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21" h="112">
                  <a:moveTo>
                    <a:pt x="35" y="93"/>
                  </a:moveTo>
                  <a:lnTo>
                    <a:pt x="81" y="31"/>
                  </a:lnTo>
                  <a:lnTo>
                    <a:pt x="143" y="0"/>
                  </a:lnTo>
                  <a:lnTo>
                    <a:pt x="208" y="31"/>
                  </a:lnTo>
                  <a:lnTo>
                    <a:pt x="301" y="57"/>
                  </a:lnTo>
                  <a:lnTo>
                    <a:pt x="321" y="77"/>
                  </a:lnTo>
                  <a:lnTo>
                    <a:pt x="290" y="101"/>
                  </a:lnTo>
                  <a:lnTo>
                    <a:pt x="208" y="88"/>
                  </a:lnTo>
                  <a:lnTo>
                    <a:pt x="136" y="50"/>
                  </a:lnTo>
                  <a:lnTo>
                    <a:pt x="101" y="57"/>
                  </a:lnTo>
                  <a:lnTo>
                    <a:pt x="77" y="70"/>
                  </a:lnTo>
                  <a:lnTo>
                    <a:pt x="51" y="112"/>
                  </a:lnTo>
                  <a:lnTo>
                    <a:pt x="0" y="88"/>
                  </a:lnTo>
                  <a:lnTo>
                    <a:pt x="3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2" name="Freeform 272">
              <a:extLst>
                <a:ext uri="{FF2B5EF4-FFF2-40B4-BE49-F238E27FC236}">
                  <a16:creationId xmlns:a16="http://schemas.microsoft.com/office/drawing/2014/main" id="{0350185B-1CB8-6844-B4A2-E07993AF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937"/>
              <a:ext cx="58" cy="56"/>
            </a:xfrm>
            <a:custGeom>
              <a:avLst/>
              <a:gdLst>
                <a:gd name="T0" fmla="*/ 0 w 468"/>
                <a:gd name="T1" fmla="*/ 0 h 450"/>
                <a:gd name="T2" fmla="*/ 0 w 468"/>
                <a:gd name="T3" fmla="*/ 0 h 450"/>
                <a:gd name="T4" fmla="*/ 0 w 468"/>
                <a:gd name="T5" fmla="*/ 0 h 450"/>
                <a:gd name="T6" fmla="*/ 0 w 468"/>
                <a:gd name="T7" fmla="*/ 0 h 450"/>
                <a:gd name="T8" fmla="*/ 0 w 468"/>
                <a:gd name="T9" fmla="*/ 0 h 450"/>
                <a:gd name="T10" fmla="*/ 0 w 468"/>
                <a:gd name="T11" fmla="*/ 0 h 450"/>
                <a:gd name="T12" fmla="*/ 0 w 468"/>
                <a:gd name="T13" fmla="*/ 0 h 450"/>
                <a:gd name="T14" fmla="*/ 0 w 468"/>
                <a:gd name="T15" fmla="*/ 0 h 450"/>
                <a:gd name="T16" fmla="*/ 0 w 468"/>
                <a:gd name="T17" fmla="*/ 0 h 450"/>
                <a:gd name="T18" fmla="*/ 0 w 468"/>
                <a:gd name="T19" fmla="*/ 0 h 450"/>
                <a:gd name="T20" fmla="*/ 0 w 468"/>
                <a:gd name="T21" fmla="*/ 1 h 450"/>
                <a:gd name="T22" fmla="*/ 0 w 468"/>
                <a:gd name="T23" fmla="*/ 0 h 450"/>
                <a:gd name="T24" fmla="*/ 0 w 468"/>
                <a:gd name="T25" fmla="*/ 0 h 450"/>
                <a:gd name="T26" fmla="*/ 0 w 468"/>
                <a:gd name="T27" fmla="*/ 0 h 450"/>
                <a:gd name="T28" fmla="*/ 0 w 468"/>
                <a:gd name="T29" fmla="*/ 0 h 450"/>
                <a:gd name="T30" fmla="*/ 0 w 468"/>
                <a:gd name="T31" fmla="*/ 0 h 450"/>
                <a:gd name="T32" fmla="*/ 0 w 468"/>
                <a:gd name="T33" fmla="*/ 0 h 450"/>
                <a:gd name="T34" fmla="*/ 1 w 468"/>
                <a:gd name="T35" fmla="*/ 0 h 450"/>
                <a:gd name="T36" fmla="*/ 1 w 468"/>
                <a:gd name="T37" fmla="*/ 1 h 450"/>
                <a:gd name="T38" fmla="*/ 1 w 468"/>
                <a:gd name="T39" fmla="*/ 1 h 450"/>
                <a:gd name="T40" fmla="*/ 1 w 468"/>
                <a:gd name="T41" fmla="*/ 1 h 450"/>
                <a:gd name="T42" fmla="*/ 1 w 468"/>
                <a:gd name="T43" fmla="*/ 1 h 450"/>
                <a:gd name="T44" fmla="*/ 1 w 468"/>
                <a:gd name="T45" fmla="*/ 1 h 450"/>
                <a:gd name="T46" fmla="*/ 1 w 468"/>
                <a:gd name="T47" fmla="*/ 1 h 450"/>
                <a:gd name="T48" fmla="*/ 0 w 468"/>
                <a:gd name="T49" fmla="*/ 1 h 450"/>
                <a:gd name="T50" fmla="*/ 0 w 468"/>
                <a:gd name="T51" fmla="*/ 1 h 450"/>
                <a:gd name="T52" fmla="*/ 0 w 468"/>
                <a:gd name="T53" fmla="*/ 1 h 450"/>
                <a:gd name="T54" fmla="*/ 0 w 468"/>
                <a:gd name="T55" fmla="*/ 1 h 450"/>
                <a:gd name="T56" fmla="*/ 0 w 468"/>
                <a:gd name="T57" fmla="*/ 1 h 450"/>
                <a:gd name="T58" fmla="*/ 0 w 468"/>
                <a:gd name="T59" fmla="*/ 1 h 450"/>
                <a:gd name="T60" fmla="*/ 1 w 468"/>
                <a:gd name="T61" fmla="*/ 1 h 450"/>
                <a:gd name="T62" fmla="*/ 1 w 468"/>
                <a:gd name="T63" fmla="*/ 1 h 450"/>
                <a:gd name="T64" fmla="*/ 1 w 468"/>
                <a:gd name="T65" fmla="*/ 1 h 450"/>
                <a:gd name="T66" fmla="*/ 1 w 468"/>
                <a:gd name="T67" fmla="*/ 1 h 450"/>
                <a:gd name="T68" fmla="*/ 1 w 468"/>
                <a:gd name="T69" fmla="*/ 1 h 450"/>
                <a:gd name="T70" fmla="*/ 1 w 468"/>
                <a:gd name="T71" fmla="*/ 1 h 450"/>
                <a:gd name="T72" fmla="*/ 1 w 468"/>
                <a:gd name="T73" fmla="*/ 0 h 450"/>
                <a:gd name="T74" fmla="*/ 1 w 468"/>
                <a:gd name="T75" fmla="*/ 0 h 450"/>
                <a:gd name="T76" fmla="*/ 1 w 468"/>
                <a:gd name="T77" fmla="*/ 0 h 450"/>
                <a:gd name="T78" fmla="*/ 0 w 468"/>
                <a:gd name="T79" fmla="*/ 0 h 450"/>
                <a:gd name="T80" fmla="*/ 0 w 468"/>
                <a:gd name="T81" fmla="*/ 0 h 450"/>
                <a:gd name="T82" fmla="*/ 0 w 468"/>
                <a:gd name="T83" fmla="*/ 0 h 450"/>
                <a:gd name="T84" fmla="*/ 0 w 468"/>
                <a:gd name="T85" fmla="*/ 0 h 4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68"/>
                <a:gd name="T130" fmla="*/ 0 h 450"/>
                <a:gd name="T131" fmla="*/ 468 w 468"/>
                <a:gd name="T132" fmla="*/ 450 h 4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68" h="450">
                  <a:moveTo>
                    <a:pt x="208" y="3"/>
                  </a:moveTo>
                  <a:lnTo>
                    <a:pt x="132" y="39"/>
                  </a:lnTo>
                  <a:lnTo>
                    <a:pt x="96" y="70"/>
                  </a:lnTo>
                  <a:lnTo>
                    <a:pt x="3" y="100"/>
                  </a:lnTo>
                  <a:lnTo>
                    <a:pt x="0" y="111"/>
                  </a:lnTo>
                  <a:lnTo>
                    <a:pt x="96" y="173"/>
                  </a:lnTo>
                  <a:lnTo>
                    <a:pt x="96" y="118"/>
                  </a:lnTo>
                  <a:lnTo>
                    <a:pt x="146" y="111"/>
                  </a:lnTo>
                  <a:lnTo>
                    <a:pt x="208" y="173"/>
                  </a:lnTo>
                  <a:lnTo>
                    <a:pt x="208" y="281"/>
                  </a:lnTo>
                  <a:lnTo>
                    <a:pt x="187" y="335"/>
                  </a:lnTo>
                  <a:lnTo>
                    <a:pt x="219" y="285"/>
                  </a:lnTo>
                  <a:lnTo>
                    <a:pt x="233" y="235"/>
                  </a:lnTo>
                  <a:lnTo>
                    <a:pt x="239" y="169"/>
                  </a:lnTo>
                  <a:lnTo>
                    <a:pt x="239" y="107"/>
                  </a:lnTo>
                  <a:lnTo>
                    <a:pt x="270" y="100"/>
                  </a:lnTo>
                  <a:lnTo>
                    <a:pt x="289" y="100"/>
                  </a:lnTo>
                  <a:lnTo>
                    <a:pt x="428" y="281"/>
                  </a:lnTo>
                  <a:lnTo>
                    <a:pt x="459" y="328"/>
                  </a:lnTo>
                  <a:lnTo>
                    <a:pt x="452" y="362"/>
                  </a:lnTo>
                  <a:lnTo>
                    <a:pt x="439" y="388"/>
                  </a:lnTo>
                  <a:lnTo>
                    <a:pt x="406" y="388"/>
                  </a:lnTo>
                  <a:lnTo>
                    <a:pt x="344" y="362"/>
                  </a:lnTo>
                  <a:lnTo>
                    <a:pt x="300" y="358"/>
                  </a:lnTo>
                  <a:lnTo>
                    <a:pt x="281" y="381"/>
                  </a:lnTo>
                  <a:lnTo>
                    <a:pt x="248" y="379"/>
                  </a:lnTo>
                  <a:lnTo>
                    <a:pt x="204" y="362"/>
                  </a:lnTo>
                  <a:lnTo>
                    <a:pt x="185" y="379"/>
                  </a:lnTo>
                  <a:lnTo>
                    <a:pt x="222" y="423"/>
                  </a:lnTo>
                  <a:lnTo>
                    <a:pt x="289" y="423"/>
                  </a:lnTo>
                  <a:lnTo>
                    <a:pt x="316" y="450"/>
                  </a:lnTo>
                  <a:lnTo>
                    <a:pt x="342" y="415"/>
                  </a:lnTo>
                  <a:lnTo>
                    <a:pt x="439" y="420"/>
                  </a:lnTo>
                  <a:lnTo>
                    <a:pt x="464" y="388"/>
                  </a:lnTo>
                  <a:lnTo>
                    <a:pt x="468" y="335"/>
                  </a:lnTo>
                  <a:lnTo>
                    <a:pt x="459" y="300"/>
                  </a:lnTo>
                  <a:lnTo>
                    <a:pt x="327" y="118"/>
                  </a:lnTo>
                  <a:lnTo>
                    <a:pt x="305" y="88"/>
                  </a:lnTo>
                  <a:lnTo>
                    <a:pt x="305" y="65"/>
                  </a:lnTo>
                  <a:lnTo>
                    <a:pt x="239" y="61"/>
                  </a:lnTo>
                  <a:lnTo>
                    <a:pt x="228" y="30"/>
                  </a:lnTo>
                  <a:lnTo>
                    <a:pt x="222" y="0"/>
                  </a:lnTo>
                  <a:lnTo>
                    <a:pt x="20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3" name="Freeform 273">
              <a:extLst>
                <a:ext uri="{FF2B5EF4-FFF2-40B4-BE49-F238E27FC236}">
                  <a16:creationId xmlns:a16="http://schemas.microsoft.com/office/drawing/2014/main" id="{0B4ED6D0-19E1-2E41-AE99-7E2177CD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934"/>
              <a:ext cx="9" cy="19"/>
            </a:xfrm>
            <a:custGeom>
              <a:avLst/>
              <a:gdLst>
                <a:gd name="T0" fmla="*/ 0 w 73"/>
                <a:gd name="T1" fmla="*/ 0 h 150"/>
                <a:gd name="T2" fmla="*/ 0 w 73"/>
                <a:gd name="T3" fmla="*/ 0 h 150"/>
                <a:gd name="T4" fmla="*/ 0 w 73"/>
                <a:gd name="T5" fmla="*/ 0 h 150"/>
                <a:gd name="T6" fmla="*/ 0 w 73"/>
                <a:gd name="T7" fmla="*/ 0 h 150"/>
                <a:gd name="T8" fmla="*/ 0 w 73"/>
                <a:gd name="T9" fmla="*/ 0 h 150"/>
                <a:gd name="T10" fmla="*/ 0 w 73"/>
                <a:gd name="T11" fmla="*/ 0 h 150"/>
                <a:gd name="T12" fmla="*/ 0 w 73"/>
                <a:gd name="T13" fmla="*/ 0 h 150"/>
                <a:gd name="T14" fmla="*/ 0 w 73"/>
                <a:gd name="T15" fmla="*/ 0 h 150"/>
                <a:gd name="T16" fmla="*/ 0 w 73"/>
                <a:gd name="T17" fmla="*/ 0 h 150"/>
                <a:gd name="T18" fmla="*/ 0 w 73"/>
                <a:gd name="T19" fmla="*/ 0 h 150"/>
                <a:gd name="T20" fmla="*/ 0 w 73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3"/>
                <a:gd name="T34" fmla="*/ 0 h 150"/>
                <a:gd name="T35" fmla="*/ 73 w 73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3" h="150">
                  <a:moveTo>
                    <a:pt x="0" y="88"/>
                  </a:moveTo>
                  <a:lnTo>
                    <a:pt x="15" y="38"/>
                  </a:lnTo>
                  <a:lnTo>
                    <a:pt x="0" y="23"/>
                  </a:lnTo>
                  <a:lnTo>
                    <a:pt x="11" y="0"/>
                  </a:lnTo>
                  <a:lnTo>
                    <a:pt x="41" y="7"/>
                  </a:lnTo>
                  <a:lnTo>
                    <a:pt x="73" y="62"/>
                  </a:lnTo>
                  <a:lnTo>
                    <a:pt x="73" y="150"/>
                  </a:lnTo>
                  <a:lnTo>
                    <a:pt x="62" y="97"/>
                  </a:lnTo>
                  <a:lnTo>
                    <a:pt x="48" y="69"/>
                  </a:lnTo>
                  <a:lnTo>
                    <a:pt x="6" y="115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4" name="Freeform 274">
              <a:extLst>
                <a:ext uri="{FF2B5EF4-FFF2-40B4-BE49-F238E27FC236}">
                  <a16:creationId xmlns:a16="http://schemas.microsoft.com/office/drawing/2014/main" id="{37947605-CAD7-CB43-AF17-AC0C12B2C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960"/>
              <a:ext cx="13" cy="18"/>
            </a:xfrm>
            <a:custGeom>
              <a:avLst/>
              <a:gdLst>
                <a:gd name="T0" fmla="*/ 0 w 101"/>
                <a:gd name="T1" fmla="*/ 0 h 140"/>
                <a:gd name="T2" fmla="*/ 0 w 101"/>
                <a:gd name="T3" fmla="*/ 0 h 140"/>
                <a:gd name="T4" fmla="*/ 0 w 101"/>
                <a:gd name="T5" fmla="*/ 0 h 140"/>
                <a:gd name="T6" fmla="*/ 0 w 101"/>
                <a:gd name="T7" fmla="*/ 0 h 140"/>
                <a:gd name="T8" fmla="*/ 0 w 101"/>
                <a:gd name="T9" fmla="*/ 0 h 140"/>
                <a:gd name="T10" fmla="*/ 0 w 101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1"/>
                <a:gd name="T19" fmla="*/ 0 h 140"/>
                <a:gd name="T20" fmla="*/ 101 w 101"/>
                <a:gd name="T21" fmla="*/ 140 h 1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1" h="140">
                  <a:moveTo>
                    <a:pt x="0" y="0"/>
                  </a:moveTo>
                  <a:lnTo>
                    <a:pt x="0" y="66"/>
                  </a:lnTo>
                  <a:lnTo>
                    <a:pt x="27" y="124"/>
                  </a:lnTo>
                  <a:lnTo>
                    <a:pt x="50" y="140"/>
                  </a:lnTo>
                  <a:lnTo>
                    <a:pt x="82" y="140"/>
                  </a:lnTo>
                  <a:lnTo>
                    <a:pt x="101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5" name="Freeform 275">
              <a:extLst>
                <a:ext uri="{FF2B5EF4-FFF2-40B4-BE49-F238E27FC236}">
                  <a16:creationId xmlns:a16="http://schemas.microsoft.com/office/drawing/2014/main" id="{254E57C4-39D9-A84C-B7B9-6D722977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46"/>
              <a:ext cx="95" cy="7"/>
            </a:xfrm>
            <a:custGeom>
              <a:avLst/>
              <a:gdLst>
                <a:gd name="T0" fmla="*/ 1 w 761"/>
                <a:gd name="T1" fmla="*/ 0 h 53"/>
                <a:gd name="T2" fmla="*/ 0 w 761"/>
                <a:gd name="T3" fmla="*/ 0 h 53"/>
                <a:gd name="T4" fmla="*/ 0 w 761"/>
                <a:gd name="T5" fmla="*/ 0 h 53"/>
                <a:gd name="T6" fmla="*/ 1 w 761"/>
                <a:gd name="T7" fmla="*/ 0 h 53"/>
                <a:gd name="T8" fmla="*/ 1 w 76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1"/>
                <a:gd name="T16" fmla="*/ 0 h 53"/>
                <a:gd name="T17" fmla="*/ 761 w 761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1" h="53">
                  <a:moveTo>
                    <a:pt x="761" y="37"/>
                  </a:moveTo>
                  <a:lnTo>
                    <a:pt x="9" y="0"/>
                  </a:lnTo>
                  <a:lnTo>
                    <a:pt x="0" y="14"/>
                  </a:lnTo>
                  <a:lnTo>
                    <a:pt x="741" y="53"/>
                  </a:lnTo>
                  <a:lnTo>
                    <a:pt x="76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6" name="Freeform 276">
              <a:extLst>
                <a:ext uri="{FF2B5EF4-FFF2-40B4-BE49-F238E27FC236}">
                  <a16:creationId xmlns:a16="http://schemas.microsoft.com/office/drawing/2014/main" id="{F33399ED-4EC7-1D4A-B3E2-9D38820F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974"/>
              <a:ext cx="18" cy="25"/>
            </a:xfrm>
            <a:custGeom>
              <a:avLst/>
              <a:gdLst>
                <a:gd name="T0" fmla="*/ 0 w 148"/>
                <a:gd name="T1" fmla="*/ 0 h 205"/>
                <a:gd name="T2" fmla="*/ 0 w 148"/>
                <a:gd name="T3" fmla="*/ 0 h 205"/>
                <a:gd name="T4" fmla="*/ 0 w 148"/>
                <a:gd name="T5" fmla="*/ 0 h 205"/>
                <a:gd name="T6" fmla="*/ 0 w 148"/>
                <a:gd name="T7" fmla="*/ 0 h 205"/>
                <a:gd name="T8" fmla="*/ 0 w 148"/>
                <a:gd name="T9" fmla="*/ 0 h 205"/>
                <a:gd name="T10" fmla="*/ 0 w 148"/>
                <a:gd name="T11" fmla="*/ 0 h 205"/>
                <a:gd name="T12" fmla="*/ 0 w 148"/>
                <a:gd name="T13" fmla="*/ 0 h 205"/>
                <a:gd name="T14" fmla="*/ 0 w 148"/>
                <a:gd name="T15" fmla="*/ 0 h 205"/>
                <a:gd name="T16" fmla="*/ 0 w 148"/>
                <a:gd name="T17" fmla="*/ 0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8"/>
                <a:gd name="T28" fmla="*/ 0 h 205"/>
                <a:gd name="T29" fmla="*/ 148 w 148"/>
                <a:gd name="T30" fmla="*/ 205 h 2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8" h="205">
                  <a:moveTo>
                    <a:pt x="148" y="0"/>
                  </a:moveTo>
                  <a:lnTo>
                    <a:pt x="148" y="77"/>
                  </a:lnTo>
                  <a:lnTo>
                    <a:pt x="51" y="124"/>
                  </a:lnTo>
                  <a:lnTo>
                    <a:pt x="0" y="205"/>
                  </a:lnTo>
                  <a:lnTo>
                    <a:pt x="0" y="119"/>
                  </a:lnTo>
                  <a:lnTo>
                    <a:pt x="58" y="22"/>
                  </a:lnTo>
                  <a:lnTo>
                    <a:pt x="88" y="31"/>
                  </a:lnTo>
                  <a:lnTo>
                    <a:pt x="120" y="31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7" name="Freeform 277">
              <a:extLst>
                <a:ext uri="{FF2B5EF4-FFF2-40B4-BE49-F238E27FC236}">
                  <a16:creationId xmlns:a16="http://schemas.microsoft.com/office/drawing/2014/main" id="{F922CC9A-85EB-0C49-8EC5-BE6FC89F9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002"/>
              <a:ext cx="10" cy="17"/>
            </a:xfrm>
            <a:custGeom>
              <a:avLst/>
              <a:gdLst>
                <a:gd name="T0" fmla="*/ 0 w 82"/>
                <a:gd name="T1" fmla="*/ 0 h 138"/>
                <a:gd name="T2" fmla="*/ 0 w 82"/>
                <a:gd name="T3" fmla="*/ 0 h 138"/>
                <a:gd name="T4" fmla="*/ 0 w 82"/>
                <a:gd name="T5" fmla="*/ 0 h 138"/>
                <a:gd name="T6" fmla="*/ 0 w 82"/>
                <a:gd name="T7" fmla="*/ 0 h 138"/>
                <a:gd name="T8" fmla="*/ 0 w 82"/>
                <a:gd name="T9" fmla="*/ 0 h 138"/>
                <a:gd name="T10" fmla="*/ 0 w 82"/>
                <a:gd name="T11" fmla="*/ 0 h 138"/>
                <a:gd name="T12" fmla="*/ 0 w 82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2"/>
                <a:gd name="T22" fmla="*/ 0 h 138"/>
                <a:gd name="T23" fmla="*/ 82 w 82"/>
                <a:gd name="T24" fmla="*/ 138 h 1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2" h="138">
                  <a:moveTo>
                    <a:pt x="82" y="48"/>
                  </a:moveTo>
                  <a:lnTo>
                    <a:pt x="48" y="0"/>
                  </a:lnTo>
                  <a:lnTo>
                    <a:pt x="24" y="27"/>
                  </a:lnTo>
                  <a:lnTo>
                    <a:pt x="0" y="92"/>
                  </a:lnTo>
                  <a:lnTo>
                    <a:pt x="20" y="138"/>
                  </a:lnTo>
                  <a:lnTo>
                    <a:pt x="82" y="62"/>
                  </a:lnTo>
                  <a:lnTo>
                    <a:pt x="82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8" name="Line 278">
              <a:extLst>
                <a:ext uri="{FF2B5EF4-FFF2-40B4-BE49-F238E27FC236}">
                  <a16:creationId xmlns:a16="http://schemas.microsoft.com/office/drawing/2014/main" id="{05E61182-C862-784A-BD4B-6E8324ACA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1" y="3010"/>
              <a:ext cx="18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19" name="Freeform 279">
              <a:extLst>
                <a:ext uri="{FF2B5EF4-FFF2-40B4-BE49-F238E27FC236}">
                  <a16:creationId xmlns:a16="http://schemas.microsoft.com/office/drawing/2014/main" id="{2E9A8214-5693-7149-A7E2-E4AD2F55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990"/>
              <a:ext cx="13" cy="34"/>
            </a:xfrm>
            <a:custGeom>
              <a:avLst/>
              <a:gdLst>
                <a:gd name="T0" fmla="*/ 0 w 102"/>
                <a:gd name="T1" fmla="*/ 0 h 271"/>
                <a:gd name="T2" fmla="*/ 0 w 102"/>
                <a:gd name="T3" fmla="*/ 0 h 271"/>
                <a:gd name="T4" fmla="*/ 0 w 102"/>
                <a:gd name="T5" fmla="*/ 0 h 271"/>
                <a:gd name="T6" fmla="*/ 0 w 102"/>
                <a:gd name="T7" fmla="*/ 0 h 271"/>
                <a:gd name="T8" fmla="*/ 0 w 102"/>
                <a:gd name="T9" fmla="*/ 1 h 271"/>
                <a:gd name="T10" fmla="*/ 0 w 102"/>
                <a:gd name="T11" fmla="*/ 0 h 271"/>
                <a:gd name="T12" fmla="*/ 0 w 102"/>
                <a:gd name="T13" fmla="*/ 0 h 271"/>
                <a:gd name="T14" fmla="*/ 0 w 102"/>
                <a:gd name="T15" fmla="*/ 0 h 271"/>
                <a:gd name="T16" fmla="*/ 0 w 102"/>
                <a:gd name="T17" fmla="*/ 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2"/>
                <a:gd name="T28" fmla="*/ 0 h 271"/>
                <a:gd name="T29" fmla="*/ 102 w 102"/>
                <a:gd name="T30" fmla="*/ 271 h 27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2" h="271">
                  <a:moveTo>
                    <a:pt x="102" y="0"/>
                  </a:moveTo>
                  <a:lnTo>
                    <a:pt x="65" y="152"/>
                  </a:lnTo>
                  <a:lnTo>
                    <a:pt x="47" y="159"/>
                  </a:lnTo>
                  <a:lnTo>
                    <a:pt x="70" y="200"/>
                  </a:lnTo>
                  <a:lnTo>
                    <a:pt x="56" y="271"/>
                  </a:lnTo>
                  <a:lnTo>
                    <a:pt x="62" y="207"/>
                  </a:lnTo>
                  <a:lnTo>
                    <a:pt x="0" y="159"/>
                  </a:lnTo>
                  <a:lnTo>
                    <a:pt x="56" y="139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0" name="Freeform 280">
              <a:extLst>
                <a:ext uri="{FF2B5EF4-FFF2-40B4-BE49-F238E27FC236}">
                  <a16:creationId xmlns:a16="http://schemas.microsoft.com/office/drawing/2014/main" id="{02D27F4B-6C01-DE46-88B3-0EC3A2AA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019"/>
              <a:ext cx="17" cy="29"/>
            </a:xfrm>
            <a:custGeom>
              <a:avLst/>
              <a:gdLst>
                <a:gd name="T0" fmla="*/ 0 w 139"/>
                <a:gd name="T1" fmla="*/ 0 h 232"/>
                <a:gd name="T2" fmla="*/ 0 w 139"/>
                <a:gd name="T3" fmla="*/ 0 h 232"/>
                <a:gd name="T4" fmla="*/ 0 w 139"/>
                <a:gd name="T5" fmla="*/ 0 h 232"/>
                <a:gd name="T6" fmla="*/ 0 w 139"/>
                <a:gd name="T7" fmla="*/ 0 h 232"/>
                <a:gd name="T8" fmla="*/ 0 w 139"/>
                <a:gd name="T9" fmla="*/ 0 h 232"/>
                <a:gd name="T10" fmla="*/ 0 w 139"/>
                <a:gd name="T11" fmla="*/ 0 h 232"/>
                <a:gd name="T12" fmla="*/ 0 w 139"/>
                <a:gd name="T13" fmla="*/ 0 h 232"/>
                <a:gd name="T14" fmla="*/ 0 w 139"/>
                <a:gd name="T15" fmla="*/ 1 h 232"/>
                <a:gd name="T16" fmla="*/ 0 w 139"/>
                <a:gd name="T17" fmla="*/ 0 h 232"/>
                <a:gd name="T18" fmla="*/ 0 w 139"/>
                <a:gd name="T19" fmla="*/ 0 h 232"/>
                <a:gd name="T20" fmla="*/ 0 w 139"/>
                <a:gd name="T21" fmla="*/ 0 h 232"/>
                <a:gd name="T22" fmla="*/ 0 w 139"/>
                <a:gd name="T23" fmla="*/ 0 h 2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9"/>
                <a:gd name="T37" fmla="*/ 0 h 232"/>
                <a:gd name="T38" fmla="*/ 139 w 139"/>
                <a:gd name="T39" fmla="*/ 232 h 2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9" h="232">
                  <a:moveTo>
                    <a:pt x="10" y="0"/>
                  </a:moveTo>
                  <a:lnTo>
                    <a:pt x="86" y="0"/>
                  </a:lnTo>
                  <a:lnTo>
                    <a:pt x="112" y="32"/>
                  </a:lnTo>
                  <a:lnTo>
                    <a:pt x="139" y="25"/>
                  </a:lnTo>
                  <a:lnTo>
                    <a:pt x="139" y="48"/>
                  </a:lnTo>
                  <a:lnTo>
                    <a:pt x="92" y="93"/>
                  </a:lnTo>
                  <a:lnTo>
                    <a:pt x="107" y="159"/>
                  </a:lnTo>
                  <a:lnTo>
                    <a:pt x="97" y="232"/>
                  </a:lnTo>
                  <a:lnTo>
                    <a:pt x="97" y="159"/>
                  </a:lnTo>
                  <a:lnTo>
                    <a:pt x="77" y="97"/>
                  </a:lnTo>
                  <a:lnTo>
                    <a:pt x="0" y="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1" name="Freeform 281">
              <a:extLst>
                <a:ext uri="{FF2B5EF4-FFF2-40B4-BE49-F238E27FC236}">
                  <a16:creationId xmlns:a16="http://schemas.microsoft.com/office/drawing/2014/main" id="{FA3AF98B-987B-C34B-9BF0-EAF19F98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887"/>
              <a:ext cx="73" cy="68"/>
            </a:xfrm>
            <a:custGeom>
              <a:avLst/>
              <a:gdLst>
                <a:gd name="T0" fmla="*/ 1 w 580"/>
                <a:gd name="T1" fmla="*/ 1 h 540"/>
                <a:gd name="T2" fmla="*/ 1 w 580"/>
                <a:gd name="T3" fmla="*/ 1 h 540"/>
                <a:gd name="T4" fmla="*/ 1 w 580"/>
                <a:gd name="T5" fmla="*/ 1 h 540"/>
                <a:gd name="T6" fmla="*/ 1 w 580"/>
                <a:gd name="T7" fmla="*/ 1 h 540"/>
                <a:gd name="T8" fmla="*/ 1 w 580"/>
                <a:gd name="T9" fmla="*/ 1 h 540"/>
                <a:gd name="T10" fmla="*/ 0 w 580"/>
                <a:gd name="T11" fmla="*/ 1 h 540"/>
                <a:gd name="T12" fmla="*/ 0 w 580"/>
                <a:gd name="T13" fmla="*/ 1 h 540"/>
                <a:gd name="T14" fmla="*/ 0 w 580"/>
                <a:gd name="T15" fmla="*/ 1 h 540"/>
                <a:gd name="T16" fmla="*/ 0 w 580"/>
                <a:gd name="T17" fmla="*/ 1 h 540"/>
                <a:gd name="T18" fmla="*/ 0 w 580"/>
                <a:gd name="T19" fmla="*/ 1 h 540"/>
                <a:gd name="T20" fmla="*/ 0 w 580"/>
                <a:gd name="T21" fmla="*/ 1 h 540"/>
                <a:gd name="T22" fmla="*/ 1 w 580"/>
                <a:gd name="T23" fmla="*/ 1 h 540"/>
                <a:gd name="T24" fmla="*/ 1 w 580"/>
                <a:gd name="T25" fmla="*/ 1 h 540"/>
                <a:gd name="T26" fmla="*/ 1 w 580"/>
                <a:gd name="T27" fmla="*/ 1 h 540"/>
                <a:gd name="T28" fmla="*/ 1 w 580"/>
                <a:gd name="T29" fmla="*/ 1 h 540"/>
                <a:gd name="T30" fmla="*/ 1 w 580"/>
                <a:gd name="T31" fmla="*/ 1 h 540"/>
                <a:gd name="T32" fmla="*/ 1 w 580"/>
                <a:gd name="T33" fmla="*/ 1 h 540"/>
                <a:gd name="T34" fmla="*/ 1 w 580"/>
                <a:gd name="T35" fmla="*/ 1 h 540"/>
                <a:gd name="T36" fmla="*/ 1 w 580"/>
                <a:gd name="T37" fmla="*/ 0 h 540"/>
                <a:gd name="T38" fmla="*/ 1 w 580"/>
                <a:gd name="T39" fmla="*/ 1 h 540"/>
                <a:gd name="T40" fmla="*/ 1 w 580"/>
                <a:gd name="T41" fmla="*/ 1 h 540"/>
                <a:gd name="T42" fmla="*/ 1 w 580"/>
                <a:gd name="T43" fmla="*/ 1 h 540"/>
                <a:gd name="T44" fmla="*/ 1 w 580"/>
                <a:gd name="T45" fmla="*/ 1 h 540"/>
                <a:gd name="T46" fmla="*/ 1 w 580"/>
                <a:gd name="T47" fmla="*/ 1 h 540"/>
                <a:gd name="T48" fmla="*/ 1 w 580"/>
                <a:gd name="T49" fmla="*/ 0 h 540"/>
                <a:gd name="T50" fmla="*/ 1 w 580"/>
                <a:gd name="T51" fmla="*/ 0 h 540"/>
                <a:gd name="T52" fmla="*/ 1 w 580"/>
                <a:gd name="T53" fmla="*/ 0 h 540"/>
                <a:gd name="T54" fmla="*/ 1 w 580"/>
                <a:gd name="T55" fmla="*/ 0 h 540"/>
                <a:gd name="T56" fmla="*/ 1 w 580"/>
                <a:gd name="T57" fmla="*/ 0 h 540"/>
                <a:gd name="T58" fmla="*/ 1 w 580"/>
                <a:gd name="T59" fmla="*/ 0 h 540"/>
                <a:gd name="T60" fmla="*/ 1 w 580"/>
                <a:gd name="T61" fmla="*/ 0 h 540"/>
                <a:gd name="T62" fmla="*/ 1 w 580"/>
                <a:gd name="T63" fmla="*/ 0 h 540"/>
                <a:gd name="T64" fmla="*/ 1 w 580"/>
                <a:gd name="T65" fmla="*/ 0 h 540"/>
                <a:gd name="T66" fmla="*/ 1 w 580"/>
                <a:gd name="T67" fmla="*/ 0 h 540"/>
                <a:gd name="T68" fmla="*/ 1 w 580"/>
                <a:gd name="T69" fmla="*/ 0 h 540"/>
                <a:gd name="T70" fmla="*/ 1 w 580"/>
                <a:gd name="T71" fmla="*/ 0 h 540"/>
                <a:gd name="T72" fmla="*/ 1 w 580"/>
                <a:gd name="T73" fmla="*/ 0 h 540"/>
                <a:gd name="T74" fmla="*/ 1 w 580"/>
                <a:gd name="T75" fmla="*/ 0 h 540"/>
                <a:gd name="T76" fmla="*/ 1 w 580"/>
                <a:gd name="T77" fmla="*/ 1 h 540"/>
                <a:gd name="T78" fmla="*/ 1 w 580"/>
                <a:gd name="T79" fmla="*/ 1 h 540"/>
                <a:gd name="T80" fmla="*/ 1 w 580"/>
                <a:gd name="T81" fmla="*/ 1 h 540"/>
                <a:gd name="T82" fmla="*/ 1 w 580"/>
                <a:gd name="T83" fmla="*/ 1 h 540"/>
                <a:gd name="T84" fmla="*/ 1 w 580"/>
                <a:gd name="T85" fmla="*/ 1 h 5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80"/>
                <a:gd name="T130" fmla="*/ 0 h 540"/>
                <a:gd name="T131" fmla="*/ 580 w 580"/>
                <a:gd name="T132" fmla="*/ 540 h 5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80" h="540">
                  <a:moveTo>
                    <a:pt x="459" y="447"/>
                  </a:moveTo>
                  <a:lnTo>
                    <a:pt x="482" y="540"/>
                  </a:lnTo>
                  <a:lnTo>
                    <a:pt x="301" y="525"/>
                  </a:lnTo>
                  <a:lnTo>
                    <a:pt x="286" y="468"/>
                  </a:lnTo>
                  <a:lnTo>
                    <a:pt x="240" y="437"/>
                  </a:lnTo>
                  <a:lnTo>
                    <a:pt x="194" y="435"/>
                  </a:lnTo>
                  <a:lnTo>
                    <a:pt x="0" y="255"/>
                  </a:lnTo>
                  <a:lnTo>
                    <a:pt x="58" y="233"/>
                  </a:lnTo>
                  <a:lnTo>
                    <a:pt x="106" y="228"/>
                  </a:lnTo>
                  <a:lnTo>
                    <a:pt x="165" y="239"/>
                  </a:lnTo>
                  <a:lnTo>
                    <a:pt x="204" y="265"/>
                  </a:lnTo>
                  <a:lnTo>
                    <a:pt x="229" y="294"/>
                  </a:lnTo>
                  <a:lnTo>
                    <a:pt x="264" y="345"/>
                  </a:lnTo>
                  <a:lnTo>
                    <a:pt x="277" y="389"/>
                  </a:lnTo>
                  <a:lnTo>
                    <a:pt x="337" y="373"/>
                  </a:lnTo>
                  <a:lnTo>
                    <a:pt x="398" y="336"/>
                  </a:lnTo>
                  <a:lnTo>
                    <a:pt x="464" y="283"/>
                  </a:lnTo>
                  <a:lnTo>
                    <a:pt x="501" y="239"/>
                  </a:lnTo>
                  <a:lnTo>
                    <a:pt x="508" y="204"/>
                  </a:lnTo>
                  <a:lnTo>
                    <a:pt x="459" y="221"/>
                  </a:lnTo>
                  <a:lnTo>
                    <a:pt x="378" y="244"/>
                  </a:lnTo>
                  <a:lnTo>
                    <a:pt x="296" y="255"/>
                  </a:lnTo>
                  <a:lnTo>
                    <a:pt x="229" y="255"/>
                  </a:lnTo>
                  <a:lnTo>
                    <a:pt x="326" y="239"/>
                  </a:lnTo>
                  <a:lnTo>
                    <a:pt x="420" y="212"/>
                  </a:lnTo>
                  <a:lnTo>
                    <a:pt x="485" y="189"/>
                  </a:lnTo>
                  <a:lnTo>
                    <a:pt x="494" y="173"/>
                  </a:lnTo>
                  <a:lnTo>
                    <a:pt x="475" y="134"/>
                  </a:lnTo>
                  <a:lnTo>
                    <a:pt x="425" y="101"/>
                  </a:lnTo>
                  <a:lnTo>
                    <a:pt x="363" y="66"/>
                  </a:lnTo>
                  <a:lnTo>
                    <a:pt x="296" y="39"/>
                  </a:lnTo>
                  <a:lnTo>
                    <a:pt x="220" y="0"/>
                  </a:lnTo>
                  <a:lnTo>
                    <a:pt x="425" y="72"/>
                  </a:lnTo>
                  <a:lnTo>
                    <a:pt x="510" y="120"/>
                  </a:lnTo>
                  <a:lnTo>
                    <a:pt x="515" y="168"/>
                  </a:lnTo>
                  <a:lnTo>
                    <a:pt x="543" y="177"/>
                  </a:lnTo>
                  <a:lnTo>
                    <a:pt x="545" y="212"/>
                  </a:lnTo>
                  <a:lnTo>
                    <a:pt x="580" y="212"/>
                  </a:lnTo>
                  <a:lnTo>
                    <a:pt x="563" y="290"/>
                  </a:lnTo>
                  <a:lnTo>
                    <a:pt x="515" y="351"/>
                  </a:lnTo>
                  <a:lnTo>
                    <a:pt x="471" y="398"/>
                  </a:lnTo>
                  <a:lnTo>
                    <a:pt x="446" y="417"/>
                  </a:lnTo>
                  <a:lnTo>
                    <a:pt x="459" y="4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2" name="Line 282">
              <a:extLst>
                <a:ext uri="{FF2B5EF4-FFF2-40B4-BE49-F238E27FC236}">
                  <a16:creationId xmlns:a16="http://schemas.microsoft.com/office/drawing/2014/main" id="{AFC6B451-D58C-FB42-B2D1-9271FCF21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" y="2943"/>
              <a:ext cx="9" cy="2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3" name="Line 283">
              <a:extLst>
                <a:ext uri="{FF2B5EF4-FFF2-40B4-BE49-F238E27FC236}">
                  <a16:creationId xmlns:a16="http://schemas.microsoft.com/office/drawing/2014/main" id="{286B917D-38DE-2D4D-8CBF-35F441C2B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" y="2946"/>
              <a:ext cx="12" cy="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4" name="Line 284">
              <a:extLst>
                <a:ext uri="{FF2B5EF4-FFF2-40B4-BE49-F238E27FC236}">
                  <a16:creationId xmlns:a16="http://schemas.microsoft.com/office/drawing/2014/main" id="{B9B0BB7E-4DCB-8B43-A8FB-A2AC60963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1" y="2953"/>
              <a:ext cx="14" cy="2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5" name="Line 285">
              <a:extLst>
                <a:ext uri="{FF2B5EF4-FFF2-40B4-BE49-F238E27FC236}">
                  <a16:creationId xmlns:a16="http://schemas.microsoft.com/office/drawing/2014/main" id="{2705D05B-4E5F-BC4D-BCA5-241EA80D3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960"/>
              <a:ext cx="14" cy="2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6" name="Freeform 286">
              <a:extLst>
                <a:ext uri="{FF2B5EF4-FFF2-40B4-BE49-F238E27FC236}">
                  <a16:creationId xmlns:a16="http://schemas.microsoft.com/office/drawing/2014/main" id="{CB1D9157-A708-E547-87D9-FD433015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905"/>
              <a:ext cx="70" cy="5"/>
            </a:xfrm>
            <a:custGeom>
              <a:avLst/>
              <a:gdLst>
                <a:gd name="T0" fmla="*/ 1 w 560"/>
                <a:gd name="T1" fmla="*/ 0 h 37"/>
                <a:gd name="T2" fmla="*/ 1 w 560"/>
                <a:gd name="T3" fmla="*/ 0 h 37"/>
                <a:gd name="T4" fmla="*/ 1 w 560"/>
                <a:gd name="T5" fmla="*/ 0 h 37"/>
                <a:gd name="T6" fmla="*/ 0 w 560"/>
                <a:gd name="T7" fmla="*/ 0 h 37"/>
                <a:gd name="T8" fmla="*/ 0 w 56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0"/>
                <a:gd name="T16" fmla="*/ 0 h 37"/>
                <a:gd name="T17" fmla="*/ 560 w 560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0" h="37">
                  <a:moveTo>
                    <a:pt x="560" y="0"/>
                  </a:moveTo>
                  <a:lnTo>
                    <a:pt x="455" y="18"/>
                  </a:lnTo>
                  <a:lnTo>
                    <a:pt x="279" y="32"/>
                  </a:lnTo>
                  <a:lnTo>
                    <a:pt x="121" y="32"/>
                  </a:lnTo>
                  <a:lnTo>
                    <a:pt x="0" y="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7" name="Freeform 287">
              <a:extLst>
                <a:ext uri="{FF2B5EF4-FFF2-40B4-BE49-F238E27FC236}">
                  <a16:creationId xmlns:a16="http://schemas.microsoft.com/office/drawing/2014/main" id="{04A8302E-42A0-5249-97BA-BC08668B2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02"/>
              <a:ext cx="72" cy="4"/>
            </a:xfrm>
            <a:custGeom>
              <a:avLst/>
              <a:gdLst>
                <a:gd name="T0" fmla="*/ 1 w 576"/>
                <a:gd name="T1" fmla="*/ 0 h 32"/>
                <a:gd name="T2" fmla="*/ 1 w 576"/>
                <a:gd name="T3" fmla="*/ 0 h 32"/>
                <a:gd name="T4" fmla="*/ 1 w 576"/>
                <a:gd name="T5" fmla="*/ 0 h 32"/>
                <a:gd name="T6" fmla="*/ 0 w 576"/>
                <a:gd name="T7" fmla="*/ 0 h 32"/>
                <a:gd name="T8" fmla="*/ 0 w 57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6"/>
                <a:gd name="T16" fmla="*/ 0 h 32"/>
                <a:gd name="T17" fmla="*/ 576 w 576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6" h="32">
                  <a:moveTo>
                    <a:pt x="576" y="0"/>
                  </a:moveTo>
                  <a:lnTo>
                    <a:pt x="403" y="14"/>
                  </a:lnTo>
                  <a:lnTo>
                    <a:pt x="260" y="14"/>
                  </a:lnTo>
                  <a:lnTo>
                    <a:pt x="97" y="23"/>
                  </a:lnTo>
                  <a:lnTo>
                    <a:pt x="0" y="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8" name="Freeform 288">
              <a:extLst>
                <a:ext uri="{FF2B5EF4-FFF2-40B4-BE49-F238E27FC236}">
                  <a16:creationId xmlns:a16="http://schemas.microsoft.com/office/drawing/2014/main" id="{A4DFF2AB-BDE2-2144-A5AB-AC4999B3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851"/>
              <a:ext cx="188" cy="79"/>
            </a:xfrm>
            <a:custGeom>
              <a:avLst/>
              <a:gdLst>
                <a:gd name="T0" fmla="*/ 3 w 1510"/>
                <a:gd name="T1" fmla="*/ 1 h 634"/>
                <a:gd name="T2" fmla="*/ 3 w 1510"/>
                <a:gd name="T3" fmla="*/ 1 h 634"/>
                <a:gd name="T4" fmla="*/ 3 w 1510"/>
                <a:gd name="T5" fmla="*/ 1 h 634"/>
                <a:gd name="T6" fmla="*/ 3 w 1510"/>
                <a:gd name="T7" fmla="*/ 1 h 634"/>
                <a:gd name="T8" fmla="*/ 2 w 1510"/>
                <a:gd name="T9" fmla="*/ 0 h 634"/>
                <a:gd name="T10" fmla="*/ 2 w 1510"/>
                <a:gd name="T11" fmla="*/ 0 h 634"/>
                <a:gd name="T12" fmla="*/ 2 w 1510"/>
                <a:gd name="T13" fmla="*/ 0 h 634"/>
                <a:gd name="T14" fmla="*/ 1 w 1510"/>
                <a:gd name="T15" fmla="*/ 0 h 634"/>
                <a:gd name="T16" fmla="*/ 1 w 1510"/>
                <a:gd name="T17" fmla="*/ 0 h 634"/>
                <a:gd name="T18" fmla="*/ 1 w 1510"/>
                <a:gd name="T19" fmla="*/ 0 h 634"/>
                <a:gd name="T20" fmla="*/ 1 w 1510"/>
                <a:gd name="T21" fmla="*/ 0 h 634"/>
                <a:gd name="T22" fmla="*/ 1 w 1510"/>
                <a:gd name="T23" fmla="*/ 0 h 634"/>
                <a:gd name="T24" fmla="*/ 1 w 1510"/>
                <a:gd name="T25" fmla="*/ 0 h 634"/>
                <a:gd name="T26" fmla="*/ 1 w 1510"/>
                <a:gd name="T27" fmla="*/ 0 h 634"/>
                <a:gd name="T28" fmla="*/ 1 w 1510"/>
                <a:gd name="T29" fmla="*/ 0 h 634"/>
                <a:gd name="T30" fmla="*/ 1 w 1510"/>
                <a:gd name="T31" fmla="*/ 0 h 634"/>
                <a:gd name="T32" fmla="*/ 1 w 1510"/>
                <a:gd name="T33" fmla="*/ 0 h 634"/>
                <a:gd name="T34" fmla="*/ 0 w 1510"/>
                <a:gd name="T35" fmla="*/ 0 h 634"/>
                <a:gd name="T36" fmla="*/ 0 w 1510"/>
                <a:gd name="T37" fmla="*/ 0 h 634"/>
                <a:gd name="T38" fmla="*/ 0 w 1510"/>
                <a:gd name="T39" fmla="*/ 0 h 634"/>
                <a:gd name="T40" fmla="*/ 0 w 1510"/>
                <a:gd name="T41" fmla="*/ 1 h 634"/>
                <a:gd name="T42" fmla="*/ 0 w 1510"/>
                <a:gd name="T43" fmla="*/ 1 h 634"/>
                <a:gd name="T44" fmla="*/ 0 w 1510"/>
                <a:gd name="T45" fmla="*/ 1 h 634"/>
                <a:gd name="T46" fmla="*/ 0 w 1510"/>
                <a:gd name="T47" fmla="*/ 0 h 634"/>
                <a:gd name="T48" fmla="*/ 0 w 1510"/>
                <a:gd name="T49" fmla="*/ 0 h 634"/>
                <a:gd name="T50" fmla="*/ 0 w 1510"/>
                <a:gd name="T51" fmla="*/ 0 h 634"/>
                <a:gd name="T52" fmla="*/ 1 w 1510"/>
                <a:gd name="T53" fmla="*/ 0 h 634"/>
                <a:gd name="T54" fmla="*/ 1 w 1510"/>
                <a:gd name="T55" fmla="*/ 0 h 634"/>
                <a:gd name="T56" fmla="*/ 1 w 1510"/>
                <a:gd name="T57" fmla="*/ 0 h 634"/>
                <a:gd name="T58" fmla="*/ 1 w 1510"/>
                <a:gd name="T59" fmla="*/ 0 h 634"/>
                <a:gd name="T60" fmla="*/ 2 w 1510"/>
                <a:gd name="T61" fmla="*/ 0 h 634"/>
                <a:gd name="T62" fmla="*/ 2 w 1510"/>
                <a:gd name="T63" fmla="*/ 0 h 634"/>
                <a:gd name="T64" fmla="*/ 2 w 1510"/>
                <a:gd name="T65" fmla="*/ 0 h 634"/>
                <a:gd name="T66" fmla="*/ 2 w 1510"/>
                <a:gd name="T67" fmla="*/ 0 h 634"/>
                <a:gd name="T68" fmla="*/ 3 w 1510"/>
                <a:gd name="T69" fmla="*/ 1 h 634"/>
                <a:gd name="T70" fmla="*/ 3 w 1510"/>
                <a:gd name="T71" fmla="*/ 1 h 634"/>
                <a:gd name="T72" fmla="*/ 3 w 1510"/>
                <a:gd name="T73" fmla="*/ 1 h 6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10"/>
                <a:gd name="T112" fmla="*/ 0 h 634"/>
                <a:gd name="T113" fmla="*/ 1510 w 1510"/>
                <a:gd name="T114" fmla="*/ 634 h 6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10" h="634">
                  <a:moveTo>
                    <a:pt x="1499" y="634"/>
                  </a:moveTo>
                  <a:lnTo>
                    <a:pt x="1499" y="560"/>
                  </a:lnTo>
                  <a:lnTo>
                    <a:pt x="1434" y="456"/>
                  </a:lnTo>
                  <a:lnTo>
                    <a:pt x="1354" y="306"/>
                  </a:lnTo>
                  <a:lnTo>
                    <a:pt x="1245" y="194"/>
                  </a:lnTo>
                  <a:lnTo>
                    <a:pt x="1079" y="86"/>
                  </a:lnTo>
                  <a:lnTo>
                    <a:pt x="895" y="32"/>
                  </a:lnTo>
                  <a:lnTo>
                    <a:pt x="719" y="23"/>
                  </a:lnTo>
                  <a:lnTo>
                    <a:pt x="524" y="37"/>
                  </a:lnTo>
                  <a:lnTo>
                    <a:pt x="431" y="67"/>
                  </a:lnTo>
                  <a:lnTo>
                    <a:pt x="462" y="110"/>
                  </a:lnTo>
                  <a:lnTo>
                    <a:pt x="489" y="178"/>
                  </a:lnTo>
                  <a:lnTo>
                    <a:pt x="530" y="240"/>
                  </a:lnTo>
                  <a:lnTo>
                    <a:pt x="473" y="187"/>
                  </a:lnTo>
                  <a:lnTo>
                    <a:pt x="427" y="110"/>
                  </a:lnTo>
                  <a:lnTo>
                    <a:pt x="381" y="92"/>
                  </a:lnTo>
                  <a:lnTo>
                    <a:pt x="300" y="101"/>
                  </a:lnTo>
                  <a:lnTo>
                    <a:pt x="233" y="148"/>
                  </a:lnTo>
                  <a:lnTo>
                    <a:pt x="166" y="224"/>
                  </a:lnTo>
                  <a:lnTo>
                    <a:pt x="93" y="277"/>
                  </a:lnTo>
                  <a:lnTo>
                    <a:pt x="56" y="328"/>
                  </a:lnTo>
                  <a:lnTo>
                    <a:pt x="38" y="378"/>
                  </a:lnTo>
                  <a:lnTo>
                    <a:pt x="0" y="365"/>
                  </a:lnTo>
                  <a:lnTo>
                    <a:pt x="38" y="286"/>
                  </a:lnTo>
                  <a:lnTo>
                    <a:pt x="141" y="209"/>
                  </a:lnTo>
                  <a:lnTo>
                    <a:pt x="233" y="106"/>
                  </a:lnTo>
                  <a:lnTo>
                    <a:pt x="365" y="55"/>
                  </a:lnTo>
                  <a:lnTo>
                    <a:pt x="418" y="46"/>
                  </a:lnTo>
                  <a:lnTo>
                    <a:pt x="551" y="16"/>
                  </a:lnTo>
                  <a:lnTo>
                    <a:pt x="719" y="0"/>
                  </a:lnTo>
                  <a:lnTo>
                    <a:pt x="902" y="16"/>
                  </a:lnTo>
                  <a:lnTo>
                    <a:pt x="1036" y="51"/>
                  </a:lnTo>
                  <a:lnTo>
                    <a:pt x="1174" y="117"/>
                  </a:lnTo>
                  <a:lnTo>
                    <a:pt x="1310" y="224"/>
                  </a:lnTo>
                  <a:lnTo>
                    <a:pt x="1388" y="328"/>
                  </a:lnTo>
                  <a:lnTo>
                    <a:pt x="1510" y="551"/>
                  </a:lnTo>
                  <a:lnTo>
                    <a:pt x="1499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29" name="Freeform 289">
              <a:extLst>
                <a:ext uri="{FF2B5EF4-FFF2-40B4-BE49-F238E27FC236}">
                  <a16:creationId xmlns:a16="http://schemas.microsoft.com/office/drawing/2014/main" id="{B14B8F01-5BEC-C84E-9761-596EEFAB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857"/>
              <a:ext cx="45" cy="33"/>
            </a:xfrm>
            <a:custGeom>
              <a:avLst/>
              <a:gdLst>
                <a:gd name="T0" fmla="*/ 0 w 360"/>
                <a:gd name="T1" fmla="*/ 1 h 258"/>
                <a:gd name="T2" fmla="*/ 0 w 360"/>
                <a:gd name="T3" fmla="*/ 0 h 258"/>
                <a:gd name="T4" fmla="*/ 0 w 360"/>
                <a:gd name="T5" fmla="*/ 0 h 258"/>
                <a:gd name="T6" fmla="*/ 0 w 360"/>
                <a:gd name="T7" fmla="*/ 0 h 258"/>
                <a:gd name="T8" fmla="*/ 1 w 360"/>
                <a:gd name="T9" fmla="*/ 0 h 258"/>
                <a:gd name="T10" fmla="*/ 1 w 360"/>
                <a:gd name="T11" fmla="*/ 0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0"/>
                <a:gd name="T19" fmla="*/ 0 h 258"/>
                <a:gd name="T20" fmla="*/ 360 w 360"/>
                <a:gd name="T21" fmla="*/ 258 h 2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0" h="258">
                  <a:moveTo>
                    <a:pt x="0" y="258"/>
                  </a:moveTo>
                  <a:lnTo>
                    <a:pt x="40" y="176"/>
                  </a:lnTo>
                  <a:lnTo>
                    <a:pt x="92" y="108"/>
                  </a:lnTo>
                  <a:lnTo>
                    <a:pt x="169" y="55"/>
                  </a:lnTo>
                  <a:lnTo>
                    <a:pt x="238" y="26"/>
                  </a:lnTo>
                  <a:lnTo>
                    <a:pt x="36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0" name="Freeform 290">
              <a:extLst>
                <a:ext uri="{FF2B5EF4-FFF2-40B4-BE49-F238E27FC236}">
                  <a16:creationId xmlns:a16="http://schemas.microsoft.com/office/drawing/2014/main" id="{30F64B30-B804-5349-BEE0-A837EEE3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854"/>
              <a:ext cx="4" cy="36"/>
            </a:xfrm>
            <a:custGeom>
              <a:avLst/>
              <a:gdLst>
                <a:gd name="T0" fmla="*/ 0 w 28"/>
                <a:gd name="T1" fmla="*/ 1 h 288"/>
                <a:gd name="T2" fmla="*/ 0 w 28"/>
                <a:gd name="T3" fmla="*/ 0 h 288"/>
                <a:gd name="T4" fmla="*/ 0 w 28"/>
                <a:gd name="T5" fmla="*/ 0 h 288"/>
                <a:gd name="T6" fmla="*/ 0 w 28"/>
                <a:gd name="T7" fmla="*/ 0 h 288"/>
                <a:gd name="T8" fmla="*/ 0 w 28"/>
                <a:gd name="T9" fmla="*/ 0 h 288"/>
                <a:gd name="T10" fmla="*/ 0 w 28"/>
                <a:gd name="T11" fmla="*/ 0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288"/>
                <a:gd name="T20" fmla="*/ 28 w 28"/>
                <a:gd name="T21" fmla="*/ 288 h 2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288">
                  <a:moveTo>
                    <a:pt x="28" y="288"/>
                  </a:moveTo>
                  <a:lnTo>
                    <a:pt x="12" y="206"/>
                  </a:lnTo>
                  <a:lnTo>
                    <a:pt x="12" y="147"/>
                  </a:lnTo>
                  <a:lnTo>
                    <a:pt x="16" y="76"/>
                  </a:lnTo>
                  <a:lnTo>
                    <a:pt x="12" y="3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1" name="Freeform 291">
              <a:extLst>
                <a:ext uri="{FF2B5EF4-FFF2-40B4-BE49-F238E27FC236}">
                  <a16:creationId xmlns:a16="http://schemas.microsoft.com/office/drawing/2014/main" id="{775A4903-1FC5-064D-B006-1C85C93F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53"/>
              <a:ext cx="28" cy="35"/>
            </a:xfrm>
            <a:custGeom>
              <a:avLst/>
              <a:gdLst>
                <a:gd name="T0" fmla="*/ 0 w 229"/>
                <a:gd name="T1" fmla="*/ 1 h 279"/>
                <a:gd name="T2" fmla="*/ 0 w 229"/>
                <a:gd name="T3" fmla="*/ 0 h 279"/>
                <a:gd name="T4" fmla="*/ 0 w 229"/>
                <a:gd name="T5" fmla="*/ 0 h 279"/>
                <a:gd name="T6" fmla="*/ 0 w 229"/>
                <a:gd name="T7" fmla="*/ 0 h 279"/>
                <a:gd name="T8" fmla="*/ 0 w 229"/>
                <a:gd name="T9" fmla="*/ 0 h 279"/>
                <a:gd name="T10" fmla="*/ 0 w 229"/>
                <a:gd name="T11" fmla="*/ 0 h 279"/>
                <a:gd name="T12" fmla="*/ 0 w 229"/>
                <a:gd name="T13" fmla="*/ 0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279"/>
                <a:gd name="T23" fmla="*/ 229 w 229"/>
                <a:gd name="T24" fmla="*/ 279 h 2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279">
                  <a:moveTo>
                    <a:pt x="0" y="279"/>
                  </a:moveTo>
                  <a:lnTo>
                    <a:pt x="16" y="217"/>
                  </a:lnTo>
                  <a:lnTo>
                    <a:pt x="47" y="147"/>
                  </a:lnTo>
                  <a:lnTo>
                    <a:pt x="86" y="94"/>
                  </a:lnTo>
                  <a:lnTo>
                    <a:pt x="141" y="44"/>
                  </a:lnTo>
                  <a:lnTo>
                    <a:pt x="185" y="14"/>
                  </a:lnTo>
                  <a:lnTo>
                    <a:pt x="22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2" name="Freeform 292">
              <a:extLst>
                <a:ext uri="{FF2B5EF4-FFF2-40B4-BE49-F238E27FC236}">
                  <a16:creationId xmlns:a16="http://schemas.microsoft.com/office/drawing/2014/main" id="{BEBF304C-A45F-C34F-9DB0-6A16F83D5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990"/>
              <a:ext cx="118" cy="107"/>
            </a:xfrm>
            <a:custGeom>
              <a:avLst/>
              <a:gdLst>
                <a:gd name="T0" fmla="*/ 0 w 945"/>
                <a:gd name="T1" fmla="*/ 0 h 856"/>
                <a:gd name="T2" fmla="*/ 0 w 945"/>
                <a:gd name="T3" fmla="*/ 0 h 856"/>
                <a:gd name="T4" fmla="*/ 0 w 945"/>
                <a:gd name="T5" fmla="*/ 0 h 856"/>
                <a:gd name="T6" fmla="*/ 0 w 945"/>
                <a:gd name="T7" fmla="*/ 0 h 856"/>
                <a:gd name="T8" fmla="*/ 0 w 945"/>
                <a:gd name="T9" fmla="*/ 0 h 856"/>
                <a:gd name="T10" fmla="*/ 1 w 945"/>
                <a:gd name="T11" fmla="*/ 1 h 856"/>
                <a:gd name="T12" fmla="*/ 1 w 945"/>
                <a:gd name="T13" fmla="*/ 1 h 856"/>
                <a:gd name="T14" fmla="*/ 1 w 945"/>
                <a:gd name="T15" fmla="*/ 1 h 856"/>
                <a:gd name="T16" fmla="*/ 1 w 945"/>
                <a:gd name="T17" fmla="*/ 1 h 856"/>
                <a:gd name="T18" fmla="*/ 1 w 945"/>
                <a:gd name="T19" fmla="*/ 1 h 856"/>
                <a:gd name="T20" fmla="*/ 2 w 945"/>
                <a:gd name="T21" fmla="*/ 1 h 856"/>
                <a:gd name="T22" fmla="*/ 2 w 945"/>
                <a:gd name="T23" fmla="*/ 1 h 856"/>
                <a:gd name="T24" fmla="*/ 2 w 945"/>
                <a:gd name="T25" fmla="*/ 1 h 856"/>
                <a:gd name="T26" fmla="*/ 2 w 945"/>
                <a:gd name="T27" fmla="*/ 1 h 856"/>
                <a:gd name="T28" fmla="*/ 1 w 945"/>
                <a:gd name="T29" fmla="*/ 1 h 856"/>
                <a:gd name="T30" fmla="*/ 1 w 945"/>
                <a:gd name="T31" fmla="*/ 1 h 856"/>
                <a:gd name="T32" fmla="*/ 1 w 945"/>
                <a:gd name="T33" fmla="*/ 1 h 856"/>
                <a:gd name="T34" fmla="*/ 1 w 945"/>
                <a:gd name="T35" fmla="*/ 1 h 856"/>
                <a:gd name="T36" fmla="*/ 1 w 945"/>
                <a:gd name="T37" fmla="*/ 1 h 856"/>
                <a:gd name="T38" fmla="*/ 1 w 945"/>
                <a:gd name="T39" fmla="*/ 2 h 856"/>
                <a:gd name="T40" fmla="*/ 1 w 945"/>
                <a:gd name="T41" fmla="*/ 2 h 856"/>
                <a:gd name="T42" fmla="*/ 1 w 945"/>
                <a:gd name="T43" fmla="*/ 1 h 856"/>
                <a:gd name="T44" fmla="*/ 1 w 945"/>
                <a:gd name="T45" fmla="*/ 1 h 856"/>
                <a:gd name="T46" fmla="*/ 1 w 945"/>
                <a:gd name="T47" fmla="*/ 1 h 856"/>
                <a:gd name="T48" fmla="*/ 1 w 945"/>
                <a:gd name="T49" fmla="*/ 1 h 856"/>
                <a:gd name="T50" fmla="*/ 0 w 945"/>
                <a:gd name="T51" fmla="*/ 1 h 856"/>
                <a:gd name="T52" fmla="*/ 0 w 945"/>
                <a:gd name="T53" fmla="*/ 1 h 856"/>
                <a:gd name="T54" fmla="*/ 0 w 945"/>
                <a:gd name="T55" fmla="*/ 1 h 856"/>
                <a:gd name="T56" fmla="*/ 0 w 945"/>
                <a:gd name="T57" fmla="*/ 1 h 856"/>
                <a:gd name="T58" fmla="*/ 0 w 945"/>
                <a:gd name="T59" fmla="*/ 1 h 856"/>
                <a:gd name="T60" fmla="*/ 0 w 945"/>
                <a:gd name="T61" fmla="*/ 0 h 856"/>
                <a:gd name="T62" fmla="*/ 0 w 945"/>
                <a:gd name="T63" fmla="*/ 0 h 856"/>
                <a:gd name="T64" fmla="*/ 0 w 945"/>
                <a:gd name="T65" fmla="*/ 0 h 856"/>
                <a:gd name="T66" fmla="*/ 0 w 945"/>
                <a:gd name="T67" fmla="*/ 0 h 856"/>
                <a:gd name="T68" fmla="*/ 0 w 945"/>
                <a:gd name="T69" fmla="*/ 0 h 856"/>
                <a:gd name="T70" fmla="*/ 0 w 945"/>
                <a:gd name="T71" fmla="*/ 0 h 856"/>
                <a:gd name="T72" fmla="*/ 0 w 945"/>
                <a:gd name="T73" fmla="*/ 0 h 8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45"/>
                <a:gd name="T112" fmla="*/ 0 h 856"/>
                <a:gd name="T113" fmla="*/ 945 w 945"/>
                <a:gd name="T114" fmla="*/ 856 h 8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45" h="856">
                  <a:moveTo>
                    <a:pt x="35" y="0"/>
                  </a:moveTo>
                  <a:lnTo>
                    <a:pt x="75" y="87"/>
                  </a:lnTo>
                  <a:lnTo>
                    <a:pt x="111" y="97"/>
                  </a:lnTo>
                  <a:lnTo>
                    <a:pt x="167" y="85"/>
                  </a:lnTo>
                  <a:lnTo>
                    <a:pt x="198" y="49"/>
                  </a:lnTo>
                  <a:lnTo>
                    <a:pt x="335" y="279"/>
                  </a:lnTo>
                  <a:lnTo>
                    <a:pt x="556" y="440"/>
                  </a:lnTo>
                  <a:lnTo>
                    <a:pt x="699" y="420"/>
                  </a:lnTo>
                  <a:lnTo>
                    <a:pt x="729" y="344"/>
                  </a:lnTo>
                  <a:lnTo>
                    <a:pt x="770" y="482"/>
                  </a:lnTo>
                  <a:lnTo>
                    <a:pt x="872" y="530"/>
                  </a:lnTo>
                  <a:lnTo>
                    <a:pt x="945" y="512"/>
                  </a:lnTo>
                  <a:lnTo>
                    <a:pt x="930" y="537"/>
                  </a:lnTo>
                  <a:lnTo>
                    <a:pt x="837" y="559"/>
                  </a:lnTo>
                  <a:lnTo>
                    <a:pt x="745" y="559"/>
                  </a:lnTo>
                  <a:lnTo>
                    <a:pt x="653" y="595"/>
                  </a:lnTo>
                  <a:lnTo>
                    <a:pt x="549" y="606"/>
                  </a:lnTo>
                  <a:lnTo>
                    <a:pt x="510" y="643"/>
                  </a:lnTo>
                  <a:lnTo>
                    <a:pt x="450" y="728"/>
                  </a:lnTo>
                  <a:lnTo>
                    <a:pt x="445" y="790"/>
                  </a:lnTo>
                  <a:lnTo>
                    <a:pt x="383" y="856"/>
                  </a:lnTo>
                  <a:lnTo>
                    <a:pt x="438" y="687"/>
                  </a:lnTo>
                  <a:lnTo>
                    <a:pt x="392" y="652"/>
                  </a:lnTo>
                  <a:lnTo>
                    <a:pt x="363" y="592"/>
                  </a:lnTo>
                  <a:lnTo>
                    <a:pt x="330" y="502"/>
                  </a:lnTo>
                  <a:lnTo>
                    <a:pt x="279" y="438"/>
                  </a:lnTo>
                  <a:lnTo>
                    <a:pt x="218" y="385"/>
                  </a:lnTo>
                  <a:lnTo>
                    <a:pt x="167" y="328"/>
                  </a:lnTo>
                  <a:lnTo>
                    <a:pt x="143" y="291"/>
                  </a:lnTo>
                  <a:lnTo>
                    <a:pt x="128" y="254"/>
                  </a:lnTo>
                  <a:lnTo>
                    <a:pt x="111" y="177"/>
                  </a:lnTo>
                  <a:lnTo>
                    <a:pt x="111" y="146"/>
                  </a:lnTo>
                  <a:lnTo>
                    <a:pt x="67" y="141"/>
                  </a:lnTo>
                  <a:lnTo>
                    <a:pt x="29" y="104"/>
                  </a:lnTo>
                  <a:lnTo>
                    <a:pt x="14" y="53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3" name="Freeform 293">
              <a:extLst>
                <a:ext uri="{FF2B5EF4-FFF2-40B4-BE49-F238E27FC236}">
                  <a16:creationId xmlns:a16="http://schemas.microsoft.com/office/drawing/2014/main" id="{9BDEBC7F-E5D3-1B47-80F2-65E88B06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949"/>
              <a:ext cx="15" cy="36"/>
            </a:xfrm>
            <a:custGeom>
              <a:avLst/>
              <a:gdLst>
                <a:gd name="T0" fmla="*/ 0 w 122"/>
                <a:gd name="T1" fmla="*/ 0 h 281"/>
                <a:gd name="T2" fmla="*/ 0 w 122"/>
                <a:gd name="T3" fmla="*/ 0 h 281"/>
                <a:gd name="T4" fmla="*/ 0 w 122"/>
                <a:gd name="T5" fmla="*/ 0 h 281"/>
                <a:gd name="T6" fmla="*/ 0 w 122"/>
                <a:gd name="T7" fmla="*/ 1 h 281"/>
                <a:gd name="T8" fmla="*/ 0 w 122"/>
                <a:gd name="T9" fmla="*/ 1 h 281"/>
                <a:gd name="T10" fmla="*/ 0 w 122"/>
                <a:gd name="T11" fmla="*/ 1 h 281"/>
                <a:gd name="T12" fmla="*/ 0 w 122"/>
                <a:gd name="T13" fmla="*/ 1 h 281"/>
                <a:gd name="T14" fmla="*/ 0 w 122"/>
                <a:gd name="T15" fmla="*/ 1 h 281"/>
                <a:gd name="T16" fmla="*/ 0 w 122"/>
                <a:gd name="T17" fmla="*/ 1 h 281"/>
                <a:gd name="T18" fmla="*/ 0 w 122"/>
                <a:gd name="T19" fmla="*/ 0 h 281"/>
                <a:gd name="T20" fmla="*/ 0 w 122"/>
                <a:gd name="T21" fmla="*/ 0 h 281"/>
                <a:gd name="T22" fmla="*/ 0 w 122"/>
                <a:gd name="T23" fmla="*/ 0 h 281"/>
                <a:gd name="T24" fmla="*/ 0 w 122"/>
                <a:gd name="T25" fmla="*/ 0 h 281"/>
                <a:gd name="T26" fmla="*/ 0 w 122"/>
                <a:gd name="T27" fmla="*/ 0 h 281"/>
                <a:gd name="T28" fmla="*/ 0 w 122"/>
                <a:gd name="T29" fmla="*/ 0 h 281"/>
                <a:gd name="T30" fmla="*/ 0 w 122"/>
                <a:gd name="T31" fmla="*/ 0 h 2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2"/>
                <a:gd name="T49" fmla="*/ 0 h 281"/>
                <a:gd name="T50" fmla="*/ 122 w 122"/>
                <a:gd name="T51" fmla="*/ 281 h 28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2" h="281">
                  <a:moveTo>
                    <a:pt x="104" y="108"/>
                  </a:moveTo>
                  <a:lnTo>
                    <a:pt x="97" y="150"/>
                  </a:lnTo>
                  <a:lnTo>
                    <a:pt x="104" y="200"/>
                  </a:lnTo>
                  <a:lnTo>
                    <a:pt x="119" y="221"/>
                  </a:lnTo>
                  <a:lnTo>
                    <a:pt x="122" y="253"/>
                  </a:lnTo>
                  <a:lnTo>
                    <a:pt x="119" y="279"/>
                  </a:lnTo>
                  <a:lnTo>
                    <a:pt x="97" y="281"/>
                  </a:lnTo>
                  <a:lnTo>
                    <a:pt x="60" y="262"/>
                  </a:lnTo>
                  <a:lnTo>
                    <a:pt x="43" y="221"/>
                  </a:lnTo>
                  <a:lnTo>
                    <a:pt x="36" y="145"/>
                  </a:lnTo>
                  <a:lnTo>
                    <a:pt x="43" y="104"/>
                  </a:lnTo>
                  <a:lnTo>
                    <a:pt x="16" y="36"/>
                  </a:lnTo>
                  <a:lnTo>
                    <a:pt x="0" y="0"/>
                  </a:lnTo>
                  <a:lnTo>
                    <a:pt x="51" y="25"/>
                  </a:lnTo>
                  <a:lnTo>
                    <a:pt x="113" y="104"/>
                  </a:lnTo>
                  <a:lnTo>
                    <a:pt x="10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4" name="Freeform 294">
              <a:extLst>
                <a:ext uri="{FF2B5EF4-FFF2-40B4-BE49-F238E27FC236}">
                  <a16:creationId xmlns:a16="http://schemas.microsoft.com/office/drawing/2014/main" id="{C3E3B6B9-D62B-BE42-AA9A-C807260B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76"/>
              <a:ext cx="26" cy="10"/>
            </a:xfrm>
            <a:custGeom>
              <a:avLst/>
              <a:gdLst>
                <a:gd name="T0" fmla="*/ 0 w 209"/>
                <a:gd name="T1" fmla="*/ 0 h 77"/>
                <a:gd name="T2" fmla="*/ 0 w 209"/>
                <a:gd name="T3" fmla="*/ 0 h 77"/>
                <a:gd name="T4" fmla="*/ 0 w 209"/>
                <a:gd name="T5" fmla="*/ 0 h 77"/>
                <a:gd name="T6" fmla="*/ 0 w 209"/>
                <a:gd name="T7" fmla="*/ 0 h 77"/>
                <a:gd name="T8" fmla="*/ 0 w 209"/>
                <a:gd name="T9" fmla="*/ 0 h 77"/>
                <a:gd name="T10" fmla="*/ 0 w 209"/>
                <a:gd name="T11" fmla="*/ 0 h 77"/>
                <a:gd name="T12" fmla="*/ 0 w 209"/>
                <a:gd name="T13" fmla="*/ 0 h 77"/>
                <a:gd name="T14" fmla="*/ 0 w 209"/>
                <a:gd name="T15" fmla="*/ 0 h 77"/>
                <a:gd name="T16" fmla="*/ 0 w 209"/>
                <a:gd name="T17" fmla="*/ 0 h 77"/>
                <a:gd name="T18" fmla="*/ 0 w 209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9"/>
                <a:gd name="T31" fmla="*/ 0 h 77"/>
                <a:gd name="T32" fmla="*/ 209 w 209"/>
                <a:gd name="T33" fmla="*/ 77 h 7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9" h="77">
                  <a:moveTo>
                    <a:pt x="51" y="31"/>
                  </a:moveTo>
                  <a:lnTo>
                    <a:pt x="99" y="61"/>
                  </a:lnTo>
                  <a:lnTo>
                    <a:pt x="161" y="61"/>
                  </a:lnTo>
                  <a:lnTo>
                    <a:pt x="182" y="77"/>
                  </a:lnTo>
                  <a:lnTo>
                    <a:pt x="209" y="26"/>
                  </a:lnTo>
                  <a:lnTo>
                    <a:pt x="182" y="26"/>
                  </a:lnTo>
                  <a:lnTo>
                    <a:pt x="145" y="0"/>
                  </a:lnTo>
                  <a:lnTo>
                    <a:pt x="51" y="0"/>
                  </a:lnTo>
                  <a:lnTo>
                    <a:pt x="0" y="51"/>
                  </a:lnTo>
                  <a:lnTo>
                    <a:pt x="5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5" name="Freeform 295">
              <a:extLst>
                <a:ext uri="{FF2B5EF4-FFF2-40B4-BE49-F238E27FC236}">
                  <a16:creationId xmlns:a16="http://schemas.microsoft.com/office/drawing/2014/main" id="{1B905C70-1F37-D04F-918B-E1E94A47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882"/>
              <a:ext cx="21" cy="22"/>
            </a:xfrm>
            <a:custGeom>
              <a:avLst/>
              <a:gdLst>
                <a:gd name="T0" fmla="*/ 0 w 171"/>
                <a:gd name="T1" fmla="*/ 0 h 176"/>
                <a:gd name="T2" fmla="*/ 0 w 171"/>
                <a:gd name="T3" fmla="*/ 0 h 176"/>
                <a:gd name="T4" fmla="*/ 0 w 171"/>
                <a:gd name="T5" fmla="*/ 0 h 176"/>
                <a:gd name="T6" fmla="*/ 0 w 171"/>
                <a:gd name="T7" fmla="*/ 0 h 176"/>
                <a:gd name="T8" fmla="*/ 0 w 171"/>
                <a:gd name="T9" fmla="*/ 0 h 176"/>
                <a:gd name="T10" fmla="*/ 0 w 171"/>
                <a:gd name="T11" fmla="*/ 0 h 176"/>
                <a:gd name="T12" fmla="*/ 0 w 171"/>
                <a:gd name="T13" fmla="*/ 0 h 176"/>
                <a:gd name="T14" fmla="*/ 0 w 171"/>
                <a:gd name="T15" fmla="*/ 0 h 176"/>
                <a:gd name="T16" fmla="*/ 0 w 171"/>
                <a:gd name="T17" fmla="*/ 0 h 176"/>
                <a:gd name="T18" fmla="*/ 0 w 171"/>
                <a:gd name="T19" fmla="*/ 0 h 176"/>
                <a:gd name="T20" fmla="*/ 0 w 171"/>
                <a:gd name="T21" fmla="*/ 0 h 176"/>
                <a:gd name="T22" fmla="*/ 0 w 171"/>
                <a:gd name="T23" fmla="*/ 0 h 176"/>
                <a:gd name="T24" fmla="*/ 0 w 171"/>
                <a:gd name="T25" fmla="*/ 0 h 176"/>
                <a:gd name="T26" fmla="*/ 0 w 171"/>
                <a:gd name="T27" fmla="*/ 0 h 176"/>
                <a:gd name="T28" fmla="*/ 0 w 171"/>
                <a:gd name="T29" fmla="*/ 0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71"/>
                <a:gd name="T46" fmla="*/ 0 h 176"/>
                <a:gd name="T47" fmla="*/ 171 w 171"/>
                <a:gd name="T48" fmla="*/ 176 h 17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71" h="176">
                  <a:moveTo>
                    <a:pt x="155" y="26"/>
                  </a:moveTo>
                  <a:lnTo>
                    <a:pt x="171" y="46"/>
                  </a:lnTo>
                  <a:lnTo>
                    <a:pt x="116" y="46"/>
                  </a:lnTo>
                  <a:lnTo>
                    <a:pt x="90" y="81"/>
                  </a:lnTo>
                  <a:lnTo>
                    <a:pt x="120" y="97"/>
                  </a:lnTo>
                  <a:lnTo>
                    <a:pt x="104" y="132"/>
                  </a:lnTo>
                  <a:lnTo>
                    <a:pt x="104" y="176"/>
                  </a:lnTo>
                  <a:lnTo>
                    <a:pt x="94" y="141"/>
                  </a:lnTo>
                  <a:lnTo>
                    <a:pt x="44" y="93"/>
                  </a:lnTo>
                  <a:lnTo>
                    <a:pt x="14" y="97"/>
                  </a:lnTo>
                  <a:lnTo>
                    <a:pt x="0" y="114"/>
                  </a:lnTo>
                  <a:lnTo>
                    <a:pt x="8" y="81"/>
                  </a:lnTo>
                  <a:lnTo>
                    <a:pt x="58" y="63"/>
                  </a:lnTo>
                  <a:lnTo>
                    <a:pt x="160" y="0"/>
                  </a:lnTo>
                  <a:lnTo>
                    <a:pt x="155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6" name="Freeform 296">
              <a:extLst>
                <a:ext uri="{FF2B5EF4-FFF2-40B4-BE49-F238E27FC236}">
                  <a16:creationId xmlns:a16="http://schemas.microsoft.com/office/drawing/2014/main" id="{1A297079-7C1E-3C4D-8E26-C64239E3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850"/>
              <a:ext cx="4" cy="22"/>
            </a:xfrm>
            <a:custGeom>
              <a:avLst/>
              <a:gdLst>
                <a:gd name="T0" fmla="*/ 0 w 33"/>
                <a:gd name="T1" fmla="*/ 0 h 174"/>
                <a:gd name="T2" fmla="*/ 0 w 33"/>
                <a:gd name="T3" fmla="*/ 0 h 174"/>
                <a:gd name="T4" fmla="*/ 0 w 33"/>
                <a:gd name="T5" fmla="*/ 0 h 174"/>
                <a:gd name="T6" fmla="*/ 0 w 33"/>
                <a:gd name="T7" fmla="*/ 0 h 174"/>
                <a:gd name="T8" fmla="*/ 0 w 33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74"/>
                <a:gd name="T17" fmla="*/ 33 w 33"/>
                <a:gd name="T18" fmla="*/ 174 h 1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74">
                  <a:moveTo>
                    <a:pt x="13" y="0"/>
                  </a:moveTo>
                  <a:lnTo>
                    <a:pt x="33" y="66"/>
                  </a:lnTo>
                  <a:lnTo>
                    <a:pt x="33" y="174"/>
                  </a:lnTo>
                  <a:lnTo>
                    <a:pt x="0" y="1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7" name="Freeform 297">
              <a:extLst>
                <a:ext uri="{FF2B5EF4-FFF2-40B4-BE49-F238E27FC236}">
                  <a16:creationId xmlns:a16="http://schemas.microsoft.com/office/drawing/2014/main" id="{371352C4-9B72-B34B-9B59-4DB62480A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886"/>
              <a:ext cx="38" cy="57"/>
            </a:xfrm>
            <a:custGeom>
              <a:avLst/>
              <a:gdLst>
                <a:gd name="T0" fmla="*/ 0 w 302"/>
                <a:gd name="T1" fmla="*/ 0 h 454"/>
                <a:gd name="T2" fmla="*/ 1 w 302"/>
                <a:gd name="T3" fmla="*/ 1 h 454"/>
                <a:gd name="T4" fmla="*/ 1 w 302"/>
                <a:gd name="T5" fmla="*/ 1 h 454"/>
                <a:gd name="T6" fmla="*/ 1 w 302"/>
                <a:gd name="T7" fmla="*/ 1 h 454"/>
                <a:gd name="T8" fmla="*/ 0 w 302"/>
                <a:gd name="T9" fmla="*/ 1 h 454"/>
                <a:gd name="T10" fmla="*/ 0 w 302"/>
                <a:gd name="T11" fmla="*/ 1 h 454"/>
                <a:gd name="T12" fmla="*/ 0 w 302"/>
                <a:gd name="T13" fmla="*/ 1 h 454"/>
                <a:gd name="T14" fmla="*/ 0 w 302"/>
                <a:gd name="T15" fmla="*/ 1 h 454"/>
                <a:gd name="T16" fmla="*/ 0 w 302"/>
                <a:gd name="T17" fmla="*/ 1 h 454"/>
                <a:gd name="T18" fmla="*/ 0 w 302"/>
                <a:gd name="T19" fmla="*/ 1 h 454"/>
                <a:gd name="T20" fmla="*/ 0 w 302"/>
                <a:gd name="T21" fmla="*/ 1 h 454"/>
                <a:gd name="T22" fmla="*/ 0 w 302"/>
                <a:gd name="T23" fmla="*/ 1 h 454"/>
                <a:gd name="T24" fmla="*/ 0 w 302"/>
                <a:gd name="T25" fmla="*/ 1 h 454"/>
                <a:gd name="T26" fmla="*/ 0 w 302"/>
                <a:gd name="T27" fmla="*/ 1 h 454"/>
                <a:gd name="T28" fmla="*/ 0 w 302"/>
                <a:gd name="T29" fmla="*/ 1 h 454"/>
                <a:gd name="T30" fmla="*/ 0 w 302"/>
                <a:gd name="T31" fmla="*/ 1 h 454"/>
                <a:gd name="T32" fmla="*/ 1 w 302"/>
                <a:gd name="T33" fmla="*/ 1 h 454"/>
                <a:gd name="T34" fmla="*/ 1 w 302"/>
                <a:gd name="T35" fmla="*/ 1 h 454"/>
                <a:gd name="T36" fmla="*/ 1 w 302"/>
                <a:gd name="T37" fmla="*/ 1 h 454"/>
                <a:gd name="T38" fmla="*/ 0 w 302"/>
                <a:gd name="T39" fmla="*/ 0 h 454"/>
                <a:gd name="T40" fmla="*/ 0 w 302"/>
                <a:gd name="T41" fmla="*/ 0 h 45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2"/>
                <a:gd name="T64" fmla="*/ 0 h 454"/>
                <a:gd name="T65" fmla="*/ 302 w 302"/>
                <a:gd name="T66" fmla="*/ 454 h 45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2" h="454">
                  <a:moveTo>
                    <a:pt x="191" y="0"/>
                  </a:moveTo>
                  <a:lnTo>
                    <a:pt x="302" y="239"/>
                  </a:lnTo>
                  <a:lnTo>
                    <a:pt x="292" y="257"/>
                  </a:lnTo>
                  <a:lnTo>
                    <a:pt x="256" y="274"/>
                  </a:lnTo>
                  <a:lnTo>
                    <a:pt x="202" y="267"/>
                  </a:lnTo>
                  <a:lnTo>
                    <a:pt x="151" y="288"/>
                  </a:lnTo>
                  <a:lnTo>
                    <a:pt x="158" y="373"/>
                  </a:lnTo>
                  <a:lnTo>
                    <a:pt x="0" y="454"/>
                  </a:lnTo>
                  <a:lnTo>
                    <a:pt x="142" y="366"/>
                  </a:lnTo>
                  <a:lnTo>
                    <a:pt x="136" y="334"/>
                  </a:lnTo>
                  <a:lnTo>
                    <a:pt x="115" y="297"/>
                  </a:lnTo>
                  <a:lnTo>
                    <a:pt x="72" y="288"/>
                  </a:lnTo>
                  <a:lnTo>
                    <a:pt x="76" y="221"/>
                  </a:lnTo>
                  <a:lnTo>
                    <a:pt x="120" y="272"/>
                  </a:lnTo>
                  <a:lnTo>
                    <a:pt x="136" y="267"/>
                  </a:lnTo>
                  <a:lnTo>
                    <a:pt x="162" y="237"/>
                  </a:lnTo>
                  <a:lnTo>
                    <a:pt x="253" y="251"/>
                  </a:lnTo>
                  <a:lnTo>
                    <a:pt x="279" y="239"/>
                  </a:lnTo>
                  <a:lnTo>
                    <a:pt x="283" y="226"/>
                  </a:lnTo>
                  <a:lnTo>
                    <a:pt x="212" y="50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8" name="Freeform 298">
              <a:extLst>
                <a:ext uri="{FF2B5EF4-FFF2-40B4-BE49-F238E27FC236}">
                  <a16:creationId xmlns:a16="http://schemas.microsoft.com/office/drawing/2014/main" id="{4D372278-17C8-E74E-9584-F577D5A9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942"/>
              <a:ext cx="36" cy="36"/>
            </a:xfrm>
            <a:custGeom>
              <a:avLst/>
              <a:gdLst>
                <a:gd name="T0" fmla="*/ 0 w 281"/>
                <a:gd name="T1" fmla="*/ 0 h 291"/>
                <a:gd name="T2" fmla="*/ 1 w 281"/>
                <a:gd name="T3" fmla="*/ 0 h 291"/>
                <a:gd name="T4" fmla="*/ 1 w 281"/>
                <a:gd name="T5" fmla="*/ 0 h 291"/>
                <a:gd name="T6" fmla="*/ 1 w 281"/>
                <a:gd name="T7" fmla="*/ 0 h 291"/>
                <a:gd name="T8" fmla="*/ 1 w 281"/>
                <a:gd name="T9" fmla="*/ 0 h 291"/>
                <a:gd name="T10" fmla="*/ 1 w 281"/>
                <a:gd name="T11" fmla="*/ 0 h 291"/>
                <a:gd name="T12" fmla="*/ 1 w 281"/>
                <a:gd name="T13" fmla="*/ 0 h 291"/>
                <a:gd name="T14" fmla="*/ 0 w 281"/>
                <a:gd name="T15" fmla="*/ 0 h 291"/>
                <a:gd name="T16" fmla="*/ 0 w 281"/>
                <a:gd name="T17" fmla="*/ 0 h 291"/>
                <a:gd name="T18" fmla="*/ 0 w 281"/>
                <a:gd name="T19" fmla="*/ 0 h 291"/>
                <a:gd name="T20" fmla="*/ 1 w 281"/>
                <a:gd name="T21" fmla="*/ 0 h 291"/>
                <a:gd name="T22" fmla="*/ 0 w 281"/>
                <a:gd name="T23" fmla="*/ 0 h 291"/>
                <a:gd name="T24" fmla="*/ 1 w 281"/>
                <a:gd name="T25" fmla="*/ 0 h 291"/>
                <a:gd name="T26" fmla="*/ 1 w 281"/>
                <a:gd name="T27" fmla="*/ 0 h 291"/>
                <a:gd name="T28" fmla="*/ 0 w 281"/>
                <a:gd name="T29" fmla="*/ 0 h 291"/>
                <a:gd name="T30" fmla="*/ 0 w 281"/>
                <a:gd name="T31" fmla="*/ 0 h 2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81"/>
                <a:gd name="T49" fmla="*/ 0 h 291"/>
                <a:gd name="T50" fmla="*/ 281 w 281"/>
                <a:gd name="T51" fmla="*/ 291 h 29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81" h="291">
                  <a:moveTo>
                    <a:pt x="168" y="5"/>
                  </a:moveTo>
                  <a:lnTo>
                    <a:pt x="260" y="0"/>
                  </a:lnTo>
                  <a:lnTo>
                    <a:pt x="281" y="33"/>
                  </a:lnTo>
                  <a:lnTo>
                    <a:pt x="233" y="86"/>
                  </a:lnTo>
                  <a:lnTo>
                    <a:pt x="272" y="150"/>
                  </a:lnTo>
                  <a:lnTo>
                    <a:pt x="272" y="217"/>
                  </a:lnTo>
                  <a:lnTo>
                    <a:pt x="223" y="281"/>
                  </a:lnTo>
                  <a:lnTo>
                    <a:pt x="152" y="291"/>
                  </a:lnTo>
                  <a:lnTo>
                    <a:pt x="0" y="266"/>
                  </a:lnTo>
                  <a:lnTo>
                    <a:pt x="194" y="261"/>
                  </a:lnTo>
                  <a:lnTo>
                    <a:pt x="249" y="210"/>
                  </a:lnTo>
                  <a:lnTo>
                    <a:pt x="207" y="99"/>
                  </a:lnTo>
                  <a:lnTo>
                    <a:pt x="218" y="63"/>
                  </a:lnTo>
                  <a:lnTo>
                    <a:pt x="249" y="15"/>
                  </a:lnTo>
                  <a:lnTo>
                    <a:pt x="157" y="15"/>
                  </a:lnTo>
                  <a:lnTo>
                    <a:pt x="16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39" name="Freeform 299">
              <a:extLst>
                <a:ext uri="{FF2B5EF4-FFF2-40B4-BE49-F238E27FC236}">
                  <a16:creationId xmlns:a16="http://schemas.microsoft.com/office/drawing/2014/main" id="{17E3D702-8F34-1441-9798-A395F4225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778"/>
              <a:ext cx="168" cy="157"/>
            </a:xfrm>
            <a:custGeom>
              <a:avLst/>
              <a:gdLst>
                <a:gd name="T0" fmla="*/ 2 w 1349"/>
                <a:gd name="T1" fmla="*/ 1 h 1254"/>
                <a:gd name="T2" fmla="*/ 2 w 1349"/>
                <a:gd name="T3" fmla="*/ 1 h 1254"/>
                <a:gd name="T4" fmla="*/ 2 w 1349"/>
                <a:gd name="T5" fmla="*/ 1 h 1254"/>
                <a:gd name="T6" fmla="*/ 2 w 1349"/>
                <a:gd name="T7" fmla="*/ 1 h 1254"/>
                <a:gd name="T8" fmla="*/ 2 w 1349"/>
                <a:gd name="T9" fmla="*/ 1 h 1254"/>
                <a:gd name="T10" fmla="*/ 2 w 1349"/>
                <a:gd name="T11" fmla="*/ 2 h 1254"/>
                <a:gd name="T12" fmla="*/ 2 w 1349"/>
                <a:gd name="T13" fmla="*/ 2 h 1254"/>
                <a:gd name="T14" fmla="*/ 2 w 1349"/>
                <a:gd name="T15" fmla="*/ 2 h 1254"/>
                <a:gd name="T16" fmla="*/ 2 w 1349"/>
                <a:gd name="T17" fmla="*/ 2 h 1254"/>
                <a:gd name="T18" fmla="*/ 2 w 1349"/>
                <a:gd name="T19" fmla="*/ 2 h 1254"/>
                <a:gd name="T20" fmla="*/ 1 w 1349"/>
                <a:gd name="T21" fmla="*/ 2 h 1254"/>
                <a:gd name="T22" fmla="*/ 1 w 1349"/>
                <a:gd name="T23" fmla="*/ 2 h 1254"/>
                <a:gd name="T24" fmla="*/ 1 w 1349"/>
                <a:gd name="T25" fmla="*/ 2 h 1254"/>
                <a:gd name="T26" fmla="*/ 1 w 1349"/>
                <a:gd name="T27" fmla="*/ 2 h 1254"/>
                <a:gd name="T28" fmla="*/ 1 w 1349"/>
                <a:gd name="T29" fmla="*/ 2 h 1254"/>
                <a:gd name="T30" fmla="*/ 1 w 1349"/>
                <a:gd name="T31" fmla="*/ 2 h 1254"/>
                <a:gd name="T32" fmla="*/ 1 w 1349"/>
                <a:gd name="T33" fmla="*/ 2 h 1254"/>
                <a:gd name="T34" fmla="*/ 1 w 1349"/>
                <a:gd name="T35" fmla="*/ 2 h 1254"/>
                <a:gd name="T36" fmla="*/ 1 w 1349"/>
                <a:gd name="T37" fmla="*/ 3 h 1254"/>
                <a:gd name="T38" fmla="*/ 1 w 1349"/>
                <a:gd name="T39" fmla="*/ 3 h 1254"/>
                <a:gd name="T40" fmla="*/ 1 w 1349"/>
                <a:gd name="T41" fmla="*/ 2 h 1254"/>
                <a:gd name="T42" fmla="*/ 1 w 1349"/>
                <a:gd name="T43" fmla="*/ 2 h 1254"/>
                <a:gd name="T44" fmla="*/ 1 w 1349"/>
                <a:gd name="T45" fmla="*/ 2 h 1254"/>
                <a:gd name="T46" fmla="*/ 0 w 1349"/>
                <a:gd name="T47" fmla="*/ 2 h 1254"/>
                <a:gd name="T48" fmla="*/ 0 w 1349"/>
                <a:gd name="T49" fmla="*/ 1 h 1254"/>
                <a:gd name="T50" fmla="*/ 0 w 1349"/>
                <a:gd name="T51" fmla="*/ 1 h 1254"/>
                <a:gd name="T52" fmla="*/ 0 w 1349"/>
                <a:gd name="T53" fmla="*/ 1 h 1254"/>
                <a:gd name="T54" fmla="*/ 0 w 1349"/>
                <a:gd name="T55" fmla="*/ 1 h 1254"/>
                <a:gd name="T56" fmla="*/ 0 w 1349"/>
                <a:gd name="T57" fmla="*/ 1 h 1254"/>
                <a:gd name="T58" fmla="*/ 0 w 1349"/>
                <a:gd name="T59" fmla="*/ 1 h 1254"/>
                <a:gd name="T60" fmla="*/ 0 w 1349"/>
                <a:gd name="T61" fmla="*/ 1 h 1254"/>
                <a:gd name="T62" fmla="*/ 0 w 1349"/>
                <a:gd name="T63" fmla="*/ 0 h 1254"/>
                <a:gd name="T64" fmla="*/ 0 w 1349"/>
                <a:gd name="T65" fmla="*/ 0 h 1254"/>
                <a:gd name="T66" fmla="*/ 1 w 1349"/>
                <a:gd name="T67" fmla="*/ 0 h 1254"/>
                <a:gd name="T68" fmla="*/ 1 w 1349"/>
                <a:gd name="T69" fmla="*/ 0 h 1254"/>
                <a:gd name="T70" fmla="*/ 1 w 1349"/>
                <a:gd name="T71" fmla="*/ 0 h 1254"/>
                <a:gd name="T72" fmla="*/ 1 w 1349"/>
                <a:gd name="T73" fmla="*/ 0 h 1254"/>
                <a:gd name="T74" fmla="*/ 1 w 1349"/>
                <a:gd name="T75" fmla="*/ 0 h 1254"/>
                <a:gd name="T76" fmla="*/ 1 w 1349"/>
                <a:gd name="T77" fmla="*/ 0 h 1254"/>
                <a:gd name="T78" fmla="*/ 1 w 1349"/>
                <a:gd name="T79" fmla="*/ 0 h 1254"/>
                <a:gd name="T80" fmla="*/ 1 w 1349"/>
                <a:gd name="T81" fmla="*/ 1 h 1254"/>
                <a:gd name="T82" fmla="*/ 2 w 1349"/>
                <a:gd name="T83" fmla="*/ 1 h 1254"/>
                <a:gd name="T84" fmla="*/ 2 w 1349"/>
                <a:gd name="T85" fmla="*/ 1 h 1254"/>
                <a:gd name="T86" fmla="*/ 2 w 1349"/>
                <a:gd name="T87" fmla="*/ 1 h 1254"/>
                <a:gd name="T88" fmla="*/ 2 w 1349"/>
                <a:gd name="T89" fmla="*/ 1 h 1254"/>
                <a:gd name="T90" fmla="*/ 2 w 1349"/>
                <a:gd name="T91" fmla="*/ 1 h 1254"/>
                <a:gd name="T92" fmla="*/ 2 w 1349"/>
                <a:gd name="T93" fmla="*/ 1 h 1254"/>
                <a:gd name="T94" fmla="*/ 1 w 1349"/>
                <a:gd name="T95" fmla="*/ 1 h 1254"/>
                <a:gd name="T96" fmla="*/ 2 w 1349"/>
                <a:gd name="T97" fmla="*/ 1 h 1254"/>
                <a:gd name="T98" fmla="*/ 2 w 1349"/>
                <a:gd name="T99" fmla="*/ 1 h 1254"/>
                <a:gd name="T100" fmla="*/ 3 w 1349"/>
                <a:gd name="T101" fmla="*/ 1 h 125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49"/>
                <a:gd name="T154" fmla="*/ 0 h 1254"/>
                <a:gd name="T155" fmla="*/ 1349 w 1349"/>
                <a:gd name="T156" fmla="*/ 1254 h 125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49" h="1254">
                  <a:moveTo>
                    <a:pt x="1349" y="457"/>
                  </a:moveTo>
                  <a:lnTo>
                    <a:pt x="1273" y="514"/>
                  </a:lnTo>
                  <a:lnTo>
                    <a:pt x="1202" y="577"/>
                  </a:lnTo>
                  <a:lnTo>
                    <a:pt x="1182" y="623"/>
                  </a:lnTo>
                  <a:lnTo>
                    <a:pt x="1182" y="655"/>
                  </a:lnTo>
                  <a:lnTo>
                    <a:pt x="1178" y="669"/>
                  </a:lnTo>
                  <a:lnTo>
                    <a:pt x="1158" y="685"/>
                  </a:lnTo>
                  <a:lnTo>
                    <a:pt x="1132" y="709"/>
                  </a:lnTo>
                  <a:lnTo>
                    <a:pt x="1167" y="704"/>
                  </a:lnTo>
                  <a:lnTo>
                    <a:pt x="1171" y="713"/>
                  </a:lnTo>
                  <a:lnTo>
                    <a:pt x="1167" y="740"/>
                  </a:lnTo>
                  <a:lnTo>
                    <a:pt x="1148" y="755"/>
                  </a:lnTo>
                  <a:lnTo>
                    <a:pt x="1107" y="780"/>
                  </a:lnTo>
                  <a:lnTo>
                    <a:pt x="1065" y="791"/>
                  </a:lnTo>
                  <a:lnTo>
                    <a:pt x="1017" y="798"/>
                  </a:lnTo>
                  <a:lnTo>
                    <a:pt x="973" y="821"/>
                  </a:lnTo>
                  <a:lnTo>
                    <a:pt x="956" y="842"/>
                  </a:lnTo>
                  <a:lnTo>
                    <a:pt x="956" y="861"/>
                  </a:lnTo>
                  <a:lnTo>
                    <a:pt x="962" y="876"/>
                  </a:lnTo>
                  <a:lnTo>
                    <a:pt x="973" y="892"/>
                  </a:lnTo>
                  <a:lnTo>
                    <a:pt x="876" y="881"/>
                  </a:lnTo>
                  <a:lnTo>
                    <a:pt x="780" y="861"/>
                  </a:lnTo>
                  <a:lnTo>
                    <a:pt x="743" y="835"/>
                  </a:lnTo>
                  <a:lnTo>
                    <a:pt x="699" y="810"/>
                  </a:lnTo>
                  <a:lnTo>
                    <a:pt x="639" y="801"/>
                  </a:lnTo>
                  <a:lnTo>
                    <a:pt x="563" y="821"/>
                  </a:lnTo>
                  <a:lnTo>
                    <a:pt x="519" y="852"/>
                  </a:lnTo>
                  <a:lnTo>
                    <a:pt x="498" y="900"/>
                  </a:lnTo>
                  <a:lnTo>
                    <a:pt x="492" y="971"/>
                  </a:lnTo>
                  <a:lnTo>
                    <a:pt x="503" y="1047"/>
                  </a:lnTo>
                  <a:lnTo>
                    <a:pt x="525" y="1118"/>
                  </a:lnTo>
                  <a:lnTo>
                    <a:pt x="558" y="1169"/>
                  </a:lnTo>
                  <a:lnTo>
                    <a:pt x="620" y="1213"/>
                  </a:lnTo>
                  <a:lnTo>
                    <a:pt x="683" y="1221"/>
                  </a:lnTo>
                  <a:lnTo>
                    <a:pt x="738" y="1217"/>
                  </a:lnTo>
                  <a:lnTo>
                    <a:pt x="767" y="1208"/>
                  </a:lnTo>
                  <a:lnTo>
                    <a:pt x="734" y="1227"/>
                  </a:lnTo>
                  <a:lnTo>
                    <a:pt x="678" y="1248"/>
                  </a:lnTo>
                  <a:lnTo>
                    <a:pt x="624" y="1254"/>
                  </a:lnTo>
                  <a:lnTo>
                    <a:pt x="569" y="1245"/>
                  </a:lnTo>
                  <a:lnTo>
                    <a:pt x="534" y="1221"/>
                  </a:lnTo>
                  <a:lnTo>
                    <a:pt x="510" y="1199"/>
                  </a:lnTo>
                  <a:lnTo>
                    <a:pt x="486" y="1158"/>
                  </a:lnTo>
                  <a:lnTo>
                    <a:pt x="457" y="1188"/>
                  </a:lnTo>
                  <a:lnTo>
                    <a:pt x="452" y="1133"/>
                  </a:lnTo>
                  <a:lnTo>
                    <a:pt x="374" y="997"/>
                  </a:lnTo>
                  <a:lnTo>
                    <a:pt x="305" y="876"/>
                  </a:lnTo>
                  <a:lnTo>
                    <a:pt x="210" y="780"/>
                  </a:lnTo>
                  <a:lnTo>
                    <a:pt x="101" y="701"/>
                  </a:lnTo>
                  <a:lnTo>
                    <a:pt x="0" y="646"/>
                  </a:lnTo>
                  <a:lnTo>
                    <a:pt x="5" y="604"/>
                  </a:lnTo>
                  <a:lnTo>
                    <a:pt x="26" y="558"/>
                  </a:lnTo>
                  <a:lnTo>
                    <a:pt x="62" y="514"/>
                  </a:lnTo>
                  <a:lnTo>
                    <a:pt x="97" y="474"/>
                  </a:lnTo>
                  <a:lnTo>
                    <a:pt x="136" y="443"/>
                  </a:lnTo>
                  <a:lnTo>
                    <a:pt x="180" y="408"/>
                  </a:lnTo>
                  <a:lnTo>
                    <a:pt x="125" y="420"/>
                  </a:lnTo>
                  <a:lnTo>
                    <a:pt x="106" y="420"/>
                  </a:lnTo>
                  <a:lnTo>
                    <a:pt x="106" y="404"/>
                  </a:lnTo>
                  <a:lnTo>
                    <a:pt x="132" y="381"/>
                  </a:lnTo>
                  <a:lnTo>
                    <a:pt x="147" y="342"/>
                  </a:lnTo>
                  <a:lnTo>
                    <a:pt x="162" y="294"/>
                  </a:lnTo>
                  <a:lnTo>
                    <a:pt x="191" y="226"/>
                  </a:lnTo>
                  <a:lnTo>
                    <a:pt x="217" y="197"/>
                  </a:lnTo>
                  <a:lnTo>
                    <a:pt x="242" y="171"/>
                  </a:lnTo>
                  <a:lnTo>
                    <a:pt x="281" y="146"/>
                  </a:lnTo>
                  <a:lnTo>
                    <a:pt x="327" y="132"/>
                  </a:lnTo>
                  <a:lnTo>
                    <a:pt x="378" y="105"/>
                  </a:lnTo>
                  <a:lnTo>
                    <a:pt x="332" y="92"/>
                  </a:lnTo>
                  <a:lnTo>
                    <a:pt x="332" y="77"/>
                  </a:lnTo>
                  <a:lnTo>
                    <a:pt x="348" y="44"/>
                  </a:lnTo>
                  <a:lnTo>
                    <a:pt x="392" y="26"/>
                  </a:lnTo>
                  <a:lnTo>
                    <a:pt x="464" y="6"/>
                  </a:lnTo>
                  <a:lnTo>
                    <a:pt x="528" y="0"/>
                  </a:lnTo>
                  <a:lnTo>
                    <a:pt x="604" y="0"/>
                  </a:lnTo>
                  <a:lnTo>
                    <a:pt x="655" y="0"/>
                  </a:lnTo>
                  <a:lnTo>
                    <a:pt x="563" y="50"/>
                  </a:lnTo>
                  <a:lnTo>
                    <a:pt x="528" y="92"/>
                  </a:lnTo>
                  <a:lnTo>
                    <a:pt x="525" y="102"/>
                  </a:lnTo>
                  <a:lnTo>
                    <a:pt x="581" y="146"/>
                  </a:lnTo>
                  <a:lnTo>
                    <a:pt x="646" y="146"/>
                  </a:lnTo>
                  <a:lnTo>
                    <a:pt x="761" y="233"/>
                  </a:lnTo>
                  <a:lnTo>
                    <a:pt x="761" y="272"/>
                  </a:lnTo>
                  <a:lnTo>
                    <a:pt x="826" y="294"/>
                  </a:lnTo>
                  <a:lnTo>
                    <a:pt x="855" y="323"/>
                  </a:lnTo>
                  <a:lnTo>
                    <a:pt x="830" y="338"/>
                  </a:lnTo>
                  <a:lnTo>
                    <a:pt x="795" y="342"/>
                  </a:lnTo>
                  <a:lnTo>
                    <a:pt x="826" y="369"/>
                  </a:lnTo>
                  <a:lnTo>
                    <a:pt x="876" y="381"/>
                  </a:lnTo>
                  <a:lnTo>
                    <a:pt x="936" y="393"/>
                  </a:lnTo>
                  <a:lnTo>
                    <a:pt x="982" y="397"/>
                  </a:lnTo>
                  <a:lnTo>
                    <a:pt x="925" y="413"/>
                  </a:lnTo>
                  <a:lnTo>
                    <a:pt x="956" y="443"/>
                  </a:lnTo>
                  <a:lnTo>
                    <a:pt x="916" y="469"/>
                  </a:lnTo>
                  <a:lnTo>
                    <a:pt x="865" y="480"/>
                  </a:lnTo>
                  <a:lnTo>
                    <a:pt x="804" y="480"/>
                  </a:lnTo>
                  <a:lnTo>
                    <a:pt x="912" y="507"/>
                  </a:lnTo>
                  <a:lnTo>
                    <a:pt x="996" y="514"/>
                  </a:lnTo>
                  <a:lnTo>
                    <a:pt x="1077" y="507"/>
                  </a:lnTo>
                  <a:lnTo>
                    <a:pt x="1178" y="485"/>
                  </a:lnTo>
                  <a:lnTo>
                    <a:pt x="1289" y="464"/>
                  </a:lnTo>
                  <a:lnTo>
                    <a:pt x="1349" y="4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0" name="Freeform 300">
              <a:extLst>
                <a:ext uri="{FF2B5EF4-FFF2-40B4-BE49-F238E27FC236}">
                  <a16:creationId xmlns:a16="http://schemas.microsoft.com/office/drawing/2014/main" id="{AAA8C8C7-2C84-5B4A-8C2F-66D5352C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768"/>
              <a:ext cx="146" cy="87"/>
            </a:xfrm>
            <a:custGeom>
              <a:avLst/>
              <a:gdLst>
                <a:gd name="T0" fmla="*/ 1 w 1167"/>
                <a:gd name="T1" fmla="*/ 1 h 701"/>
                <a:gd name="T2" fmla="*/ 1 w 1167"/>
                <a:gd name="T3" fmla="*/ 1 h 701"/>
                <a:gd name="T4" fmla="*/ 1 w 1167"/>
                <a:gd name="T5" fmla="*/ 1 h 701"/>
                <a:gd name="T6" fmla="*/ 1 w 1167"/>
                <a:gd name="T7" fmla="*/ 1 h 701"/>
                <a:gd name="T8" fmla="*/ 1 w 1167"/>
                <a:gd name="T9" fmla="*/ 1 h 701"/>
                <a:gd name="T10" fmla="*/ 1 w 1167"/>
                <a:gd name="T11" fmla="*/ 1 h 701"/>
                <a:gd name="T12" fmla="*/ 2 w 1167"/>
                <a:gd name="T13" fmla="*/ 1 h 701"/>
                <a:gd name="T14" fmla="*/ 2 w 1167"/>
                <a:gd name="T15" fmla="*/ 1 h 701"/>
                <a:gd name="T16" fmla="*/ 1 w 1167"/>
                <a:gd name="T17" fmla="*/ 1 h 701"/>
                <a:gd name="T18" fmla="*/ 2 w 1167"/>
                <a:gd name="T19" fmla="*/ 1 h 701"/>
                <a:gd name="T20" fmla="*/ 2 w 1167"/>
                <a:gd name="T21" fmla="*/ 1 h 701"/>
                <a:gd name="T22" fmla="*/ 2 w 1167"/>
                <a:gd name="T23" fmla="*/ 1 h 701"/>
                <a:gd name="T24" fmla="*/ 2 w 1167"/>
                <a:gd name="T25" fmla="*/ 1 h 701"/>
                <a:gd name="T26" fmla="*/ 2 w 1167"/>
                <a:gd name="T27" fmla="*/ 1 h 701"/>
                <a:gd name="T28" fmla="*/ 2 w 1167"/>
                <a:gd name="T29" fmla="*/ 1 h 701"/>
                <a:gd name="T30" fmla="*/ 2 w 1167"/>
                <a:gd name="T31" fmla="*/ 1 h 701"/>
                <a:gd name="T32" fmla="*/ 2 w 1167"/>
                <a:gd name="T33" fmla="*/ 1 h 701"/>
                <a:gd name="T34" fmla="*/ 2 w 1167"/>
                <a:gd name="T35" fmla="*/ 1 h 701"/>
                <a:gd name="T36" fmla="*/ 2 w 1167"/>
                <a:gd name="T37" fmla="*/ 1 h 701"/>
                <a:gd name="T38" fmla="*/ 2 w 1167"/>
                <a:gd name="T39" fmla="*/ 1 h 701"/>
                <a:gd name="T40" fmla="*/ 2 w 1167"/>
                <a:gd name="T41" fmla="*/ 1 h 701"/>
                <a:gd name="T42" fmla="*/ 2 w 1167"/>
                <a:gd name="T43" fmla="*/ 1 h 701"/>
                <a:gd name="T44" fmla="*/ 2 w 1167"/>
                <a:gd name="T45" fmla="*/ 1 h 701"/>
                <a:gd name="T46" fmla="*/ 2 w 1167"/>
                <a:gd name="T47" fmla="*/ 1 h 701"/>
                <a:gd name="T48" fmla="*/ 2 w 1167"/>
                <a:gd name="T49" fmla="*/ 1 h 701"/>
                <a:gd name="T50" fmla="*/ 2 w 1167"/>
                <a:gd name="T51" fmla="*/ 1 h 701"/>
                <a:gd name="T52" fmla="*/ 2 w 1167"/>
                <a:gd name="T53" fmla="*/ 1 h 701"/>
                <a:gd name="T54" fmla="*/ 2 w 1167"/>
                <a:gd name="T55" fmla="*/ 1 h 701"/>
                <a:gd name="T56" fmla="*/ 2 w 1167"/>
                <a:gd name="T57" fmla="*/ 1 h 701"/>
                <a:gd name="T58" fmla="*/ 2 w 1167"/>
                <a:gd name="T59" fmla="*/ 1 h 701"/>
                <a:gd name="T60" fmla="*/ 2 w 1167"/>
                <a:gd name="T61" fmla="*/ 0 h 701"/>
                <a:gd name="T62" fmla="*/ 2 w 1167"/>
                <a:gd name="T63" fmla="*/ 0 h 701"/>
                <a:gd name="T64" fmla="*/ 1 w 1167"/>
                <a:gd name="T65" fmla="*/ 0 h 701"/>
                <a:gd name="T66" fmla="*/ 1 w 1167"/>
                <a:gd name="T67" fmla="*/ 0 h 701"/>
                <a:gd name="T68" fmla="*/ 1 w 1167"/>
                <a:gd name="T69" fmla="*/ 0 h 701"/>
                <a:gd name="T70" fmla="*/ 1 w 1167"/>
                <a:gd name="T71" fmla="*/ 0 h 701"/>
                <a:gd name="T72" fmla="*/ 1 w 1167"/>
                <a:gd name="T73" fmla="*/ 0 h 701"/>
                <a:gd name="T74" fmla="*/ 0 w 1167"/>
                <a:gd name="T75" fmla="*/ 0 h 701"/>
                <a:gd name="T76" fmla="*/ 0 w 1167"/>
                <a:gd name="T77" fmla="*/ 0 h 701"/>
                <a:gd name="T78" fmla="*/ 0 w 1167"/>
                <a:gd name="T79" fmla="*/ 0 h 701"/>
                <a:gd name="T80" fmla="*/ 0 w 1167"/>
                <a:gd name="T81" fmla="*/ 0 h 701"/>
                <a:gd name="T82" fmla="*/ 0 w 1167"/>
                <a:gd name="T83" fmla="*/ 0 h 701"/>
                <a:gd name="T84" fmla="*/ 0 w 1167"/>
                <a:gd name="T85" fmla="*/ 0 h 701"/>
                <a:gd name="T86" fmla="*/ 0 w 1167"/>
                <a:gd name="T87" fmla="*/ 0 h 701"/>
                <a:gd name="T88" fmla="*/ 1 w 1167"/>
                <a:gd name="T89" fmla="*/ 0 h 701"/>
                <a:gd name="T90" fmla="*/ 0 w 1167"/>
                <a:gd name="T91" fmla="*/ 0 h 701"/>
                <a:gd name="T92" fmla="*/ 1 w 1167"/>
                <a:gd name="T93" fmla="*/ 1 h 701"/>
                <a:gd name="T94" fmla="*/ 1 w 1167"/>
                <a:gd name="T95" fmla="*/ 1 h 701"/>
                <a:gd name="T96" fmla="*/ 1 w 1167"/>
                <a:gd name="T97" fmla="*/ 1 h 701"/>
                <a:gd name="T98" fmla="*/ 1 w 1167"/>
                <a:gd name="T99" fmla="*/ 1 h 701"/>
                <a:gd name="T100" fmla="*/ 1 w 1167"/>
                <a:gd name="T101" fmla="*/ 1 h 701"/>
                <a:gd name="T102" fmla="*/ 1 w 1167"/>
                <a:gd name="T103" fmla="*/ 1 h 701"/>
                <a:gd name="T104" fmla="*/ 1 w 1167"/>
                <a:gd name="T105" fmla="*/ 1 h 701"/>
                <a:gd name="T106" fmla="*/ 1 w 1167"/>
                <a:gd name="T107" fmla="*/ 1 h 701"/>
                <a:gd name="T108" fmla="*/ 1 w 1167"/>
                <a:gd name="T109" fmla="*/ 1 h 701"/>
                <a:gd name="T110" fmla="*/ 1 w 1167"/>
                <a:gd name="T111" fmla="*/ 1 h 701"/>
                <a:gd name="T112" fmla="*/ 1 w 1167"/>
                <a:gd name="T113" fmla="*/ 1 h 701"/>
                <a:gd name="T114" fmla="*/ 1 w 1167"/>
                <a:gd name="T115" fmla="*/ 1 h 701"/>
                <a:gd name="T116" fmla="*/ 1 w 1167"/>
                <a:gd name="T117" fmla="*/ 1 h 701"/>
                <a:gd name="T118" fmla="*/ 1 w 1167"/>
                <a:gd name="T119" fmla="*/ 1 h 701"/>
                <a:gd name="T120" fmla="*/ 1 w 1167"/>
                <a:gd name="T121" fmla="*/ 1 h 70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67"/>
                <a:gd name="T184" fmla="*/ 0 h 701"/>
                <a:gd name="T185" fmla="*/ 1167 w 1167"/>
                <a:gd name="T186" fmla="*/ 701 h 70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67" h="701">
                  <a:moveTo>
                    <a:pt x="553" y="468"/>
                  </a:moveTo>
                  <a:lnTo>
                    <a:pt x="539" y="495"/>
                  </a:lnTo>
                  <a:lnTo>
                    <a:pt x="546" y="507"/>
                  </a:lnTo>
                  <a:lnTo>
                    <a:pt x="567" y="524"/>
                  </a:lnTo>
                  <a:lnTo>
                    <a:pt x="629" y="542"/>
                  </a:lnTo>
                  <a:lnTo>
                    <a:pt x="704" y="544"/>
                  </a:lnTo>
                  <a:lnTo>
                    <a:pt x="800" y="551"/>
                  </a:lnTo>
                  <a:lnTo>
                    <a:pt x="840" y="551"/>
                  </a:lnTo>
                  <a:lnTo>
                    <a:pt x="655" y="678"/>
                  </a:lnTo>
                  <a:lnTo>
                    <a:pt x="750" y="701"/>
                  </a:lnTo>
                  <a:lnTo>
                    <a:pt x="840" y="701"/>
                  </a:lnTo>
                  <a:lnTo>
                    <a:pt x="931" y="698"/>
                  </a:lnTo>
                  <a:lnTo>
                    <a:pt x="1023" y="664"/>
                  </a:lnTo>
                  <a:lnTo>
                    <a:pt x="1086" y="629"/>
                  </a:lnTo>
                  <a:lnTo>
                    <a:pt x="1167" y="572"/>
                  </a:lnTo>
                  <a:lnTo>
                    <a:pt x="1144" y="542"/>
                  </a:lnTo>
                  <a:lnTo>
                    <a:pt x="1086" y="572"/>
                  </a:lnTo>
                  <a:lnTo>
                    <a:pt x="989" y="585"/>
                  </a:lnTo>
                  <a:lnTo>
                    <a:pt x="1012" y="544"/>
                  </a:lnTo>
                  <a:lnTo>
                    <a:pt x="1067" y="510"/>
                  </a:lnTo>
                  <a:lnTo>
                    <a:pt x="1097" y="484"/>
                  </a:lnTo>
                  <a:lnTo>
                    <a:pt x="1023" y="480"/>
                  </a:lnTo>
                  <a:lnTo>
                    <a:pt x="844" y="480"/>
                  </a:lnTo>
                  <a:lnTo>
                    <a:pt x="915" y="456"/>
                  </a:lnTo>
                  <a:lnTo>
                    <a:pt x="1001" y="434"/>
                  </a:lnTo>
                  <a:lnTo>
                    <a:pt x="1040" y="414"/>
                  </a:lnTo>
                  <a:lnTo>
                    <a:pt x="980" y="374"/>
                  </a:lnTo>
                  <a:lnTo>
                    <a:pt x="920" y="353"/>
                  </a:lnTo>
                  <a:lnTo>
                    <a:pt x="830" y="353"/>
                  </a:lnTo>
                  <a:lnTo>
                    <a:pt x="827" y="323"/>
                  </a:lnTo>
                  <a:lnTo>
                    <a:pt x="827" y="288"/>
                  </a:lnTo>
                  <a:lnTo>
                    <a:pt x="754" y="242"/>
                  </a:lnTo>
                  <a:lnTo>
                    <a:pt x="655" y="192"/>
                  </a:lnTo>
                  <a:lnTo>
                    <a:pt x="535" y="124"/>
                  </a:lnTo>
                  <a:lnTo>
                    <a:pt x="414" y="46"/>
                  </a:lnTo>
                  <a:lnTo>
                    <a:pt x="311" y="7"/>
                  </a:lnTo>
                  <a:lnTo>
                    <a:pt x="240" y="0"/>
                  </a:lnTo>
                  <a:lnTo>
                    <a:pt x="168" y="16"/>
                  </a:lnTo>
                  <a:lnTo>
                    <a:pt x="113" y="46"/>
                  </a:lnTo>
                  <a:lnTo>
                    <a:pt x="47" y="93"/>
                  </a:lnTo>
                  <a:lnTo>
                    <a:pt x="0" y="203"/>
                  </a:lnTo>
                  <a:lnTo>
                    <a:pt x="71" y="179"/>
                  </a:lnTo>
                  <a:lnTo>
                    <a:pt x="131" y="179"/>
                  </a:lnTo>
                  <a:lnTo>
                    <a:pt x="185" y="183"/>
                  </a:lnTo>
                  <a:lnTo>
                    <a:pt x="221" y="214"/>
                  </a:lnTo>
                  <a:lnTo>
                    <a:pt x="185" y="228"/>
                  </a:lnTo>
                  <a:lnTo>
                    <a:pt x="272" y="300"/>
                  </a:lnTo>
                  <a:lnTo>
                    <a:pt x="321" y="309"/>
                  </a:lnTo>
                  <a:lnTo>
                    <a:pt x="372" y="320"/>
                  </a:lnTo>
                  <a:lnTo>
                    <a:pt x="422" y="313"/>
                  </a:lnTo>
                  <a:lnTo>
                    <a:pt x="410" y="328"/>
                  </a:lnTo>
                  <a:lnTo>
                    <a:pt x="387" y="353"/>
                  </a:lnTo>
                  <a:lnTo>
                    <a:pt x="348" y="369"/>
                  </a:lnTo>
                  <a:lnTo>
                    <a:pt x="378" y="374"/>
                  </a:lnTo>
                  <a:lnTo>
                    <a:pt x="422" y="399"/>
                  </a:lnTo>
                  <a:lnTo>
                    <a:pt x="443" y="420"/>
                  </a:lnTo>
                  <a:lnTo>
                    <a:pt x="493" y="425"/>
                  </a:lnTo>
                  <a:lnTo>
                    <a:pt x="574" y="429"/>
                  </a:lnTo>
                  <a:lnTo>
                    <a:pt x="645" y="425"/>
                  </a:lnTo>
                  <a:lnTo>
                    <a:pt x="609" y="449"/>
                  </a:lnTo>
                  <a:lnTo>
                    <a:pt x="553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1" name="Freeform 301">
              <a:extLst>
                <a:ext uri="{FF2B5EF4-FFF2-40B4-BE49-F238E27FC236}">
                  <a16:creationId xmlns:a16="http://schemas.microsoft.com/office/drawing/2014/main" id="{195206C4-CF5D-E649-BD9F-6D7A755D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782"/>
              <a:ext cx="94" cy="61"/>
            </a:xfrm>
            <a:custGeom>
              <a:avLst/>
              <a:gdLst>
                <a:gd name="T0" fmla="*/ 0 w 756"/>
                <a:gd name="T1" fmla="*/ 0 h 481"/>
                <a:gd name="T2" fmla="*/ 0 w 756"/>
                <a:gd name="T3" fmla="*/ 0 h 481"/>
                <a:gd name="T4" fmla="*/ 0 w 756"/>
                <a:gd name="T5" fmla="*/ 0 h 481"/>
                <a:gd name="T6" fmla="*/ 1 w 756"/>
                <a:gd name="T7" fmla="*/ 0 h 481"/>
                <a:gd name="T8" fmla="*/ 1 w 756"/>
                <a:gd name="T9" fmla="*/ 0 h 481"/>
                <a:gd name="T10" fmla="*/ 1 w 756"/>
                <a:gd name="T11" fmla="*/ 1 h 481"/>
                <a:gd name="T12" fmla="*/ 1 w 756"/>
                <a:gd name="T13" fmla="*/ 1 h 481"/>
                <a:gd name="T14" fmla="*/ 1 w 756"/>
                <a:gd name="T15" fmla="*/ 1 h 481"/>
                <a:gd name="T16" fmla="*/ 1 w 756"/>
                <a:gd name="T17" fmla="*/ 1 h 481"/>
                <a:gd name="T18" fmla="*/ 1 w 756"/>
                <a:gd name="T19" fmla="*/ 1 h 481"/>
                <a:gd name="T20" fmla="*/ 1 w 756"/>
                <a:gd name="T21" fmla="*/ 1 h 481"/>
                <a:gd name="T22" fmla="*/ 1 w 756"/>
                <a:gd name="T23" fmla="*/ 1 h 481"/>
                <a:gd name="T24" fmla="*/ 1 w 756"/>
                <a:gd name="T25" fmla="*/ 1 h 481"/>
                <a:gd name="T26" fmla="*/ 1 w 756"/>
                <a:gd name="T27" fmla="*/ 1 h 481"/>
                <a:gd name="T28" fmla="*/ 1 w 756"/>
                <a:gd name="T29" fmla="*/ 1 h 481"/>
                <a:gd name="T30" fmla="*/ 1 w 756"/>
                <a:gd name="T31" fmla="*/ 1 h 481"/>
                <a:gd name="T32" fmla="*/ 1 w 756"/>
                <a:gd name="T33" fmla="*/ 1 h 481"/>
                <a:gd name="T34" fmla="*/ 1 w 756"/>
                <a:gd name="T35" fmla="*/ 1 h 481"/>
                <a:gd name="T36" fmla="*/ 1 w 756"/>
                <a:gd name="T37" fmla="*/ 1 h 481"/>
                <a:gd name="T38" fmla="*/ 1 w 756"/>
                <a:gd name="T39" fmla="*/ 1 h 481"/>
                <a:gd name="T40" fmla="*/ 1 w 756"/>
                <a:gd name="T41" fmla="*/ 1 h 481"/>
                <a:gd name="T42" fmla="*/ 1 w 756"/>
                <a:gd name="T43" fmla="*/ 0 h 481"/>
                <a:gd name="T44" fmla="*/ 1 w 756"/>
                <a:gd name="T45" fmla="*/ 0 h 481"/>
                <a:gd name="T46" fmla="*/ 0 w 756"/>
                <a:gd name="T47" fmla="*/ 0 h 481"/>
                <a:gd name="T48" fmla="*/ 0 w 756"/>
                <a:gd name="T49" fmla="*/ 0 h 481"/>
                <a:gd name="T50" fmla="*/ 0 w 756"/>
                <a:gd name="T51" fmla="*/ 0 h 4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56"/>
                <a:gd name="T79" fmla="*/ 0 h 481"/>
                <a:gd name="T80" fmla="*/ 756 w 756"/>
                <a:gd name="T81" fmla="*/ 481 h 48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56" h="481">
                  <a:moveTo>
                    <a:pt x="0" y="0"/>
                  </a:moveTo>
                  <a:lnTo>
                    <a:pt x="106" y="55"/>
                  </a:lnTo>
                  <a:lnTo>
                    <a:pt x="238" y="94"/>
                  </a:lnTo>
                  <a:lnTo>
                    <a:pt x="385" y="145"/>
                  </a:lnTo>
                  <a:lnTo>
                    <a:pt x="484" y="193"/>
                  </a:lnTo>
                  <a:lnTo>
                    <a:pt x="569" y="261"/>
                  </a:lnTo>
                  <a:lnTo>
                    <a:pt x="609" y="314"/>
                  </a:lnTo>
                  <a:lnTo>
                    <a:pt x="659" y="360"/>
                  </a:lnTo>
                  <a:lnTo>
                    <a:pt x="715" y="387"/>
                  </a:lnTo>
                  <a:lnTo>
                    <a:pt x="756" y="399"/>
                  </a:lnTo>
                  <a:lnTo>
                    <a:pt x="726" y="415"/>
                  </a:lnTo>
                  <a:lnTo>
                    <a:pt x="697" y="447"/>
                  </a:lnTo>
                  <a:lnTo>
                    <a:pt x="659" y="461"/>
                  </a:lnTo>
                  <a:lnTo>
                    <a:pt x="598" y="481"/>
                  </a:lnTo>
                  <a:lnTo>
                    <a:pt x="620" y="452"/>
                  </a:lnTo>
                  <a:lnTo>
                    <a:pt x="659" y="436"/>
                  </a:lnTo>
                  <a:lnTo>
                    <a:pt x="699" y="395"/>
                  </a:lnTo>
                  <a:lnTo>
                    <a:pt x="639" y="371"/>
                  </a:lnTo>
                  <a:lnTo>
                    <a:pt x="590" y="327"/>
                  </a:lnTo>
                  <a:lnTo>
                    <a:pt x="558" y="285"/>
                  </a:lnTo>
                  <a:lnTo>
                    <a:pt x="505" y="230"/>
                  </a:lnTo>
                  <a:lnTo>
                    <a:pt x="413" y="168"/>
                  </a:lnTo>
                  <a:lnTo>
                    <a:pt x="323" y="129"/>
                  </a:lnTo>
                  <a:lnTo>
                    <a:pt x="187" y="94"/>
                  </a:lnTo>
                  <a:lnTo>
                    <a:pt x="86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2" name="Freeform 302">
              <a:extLst>
                <a:ext uri="{FF2B5EF4-FFF2-40B4-BE49-F238E27FC236}">
                  <a16:creationId xmlns:a16="http://schemas.microsoft.com/office/drawing/2014/main" id="{EC2315C1-6086-5348-A589-976A91C6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776"/>
              <a:ext cx="81" cy="79"/>
            </a:xfrm>
            <a:custGeom>
              <a:avLst/>
              <a:gdLst>
                <a:gd name="T0" fmla="*/ 1 w 650"/>
                <a:gd name="T1" fmla="*/ 0 h 634"/>
                <a:gd name="T2" fmla="*/ 1 w 650"/>
                <a:gd name="T3" fmla="*/ 0 h 634"/>
                <a:gd name="T4" fmla="*/ 1 w 650"/>
                <a:gd name="T5" fmla="*/ 0 h 634"/>
                <a:gd name="T6" fmla="*/ 1 w 650"/>
                <a:gd name="T7" fmla="*/ 0 h 634"/>
                <a:gd name="T8" fmla="*/ 1 w 650"/>
                <a:gd name="T9" fmla="*/ 0 h 634"/>
                <a:gd name="T10" fmla="*/ 1 w 650"/>
                <a:gd name="T11" fmla="*/ 0 h 634"/>
                <a:gd name="T12" fmla="*/ 0 w 650"/>
                <a:gd name="T13" fmla="*/ 0 h 634"/>
                <a:gd name="T14" fmla="*/ 0 w 650"/>
                <a:gd name="T15" fmla="*/ 0 h 634"/>
                <a:gd name="T16" fmla="*/ 0 w 650"/>
                <a:gd name="T17" fmla="*/ 1 h 634"/>
                <a:gd name="T18" fmla="*/ 0 w 650"/>
                <a:gd name="T19" fmla="*/ 1 h 634"/>
                <a:gd name="T20" fmla="*/ 0 w 650"/>
                <a:gd name="T21" fmla="*/ 1 h 634"/>
                <a:gd name="T22" fmla="*/ 0 w 650"/>
                <a:gd name="T23" fmla="*/ 1 h 634"/>
                <a:gd name="T24" fmla="*/ 0 w 650"/>
                <a:gd name="T25" fmla="*/ 1 h 634"/>
                <a:gd name="T26" fmla="*/ 0 w 650"/>
                <a:gd name="T27" fmla="*/ 1 h 634"/>
                <a:gd name="T28" fmla="*/ 0 w 650"/>
                <a:gd name="T29" fmla="*/ 1 h 634"/>
                <a:gd name="T30" fmla="*/ 0 w 650"/>
                <a:gd name="T31" fmla="*/ 1 h 634"/>
                <a:gd name="T32" fmla="*/ 0 w 650"/>
                <a:gd name="T33" fmla="*/ 1 h 634"/>
                <a:gd name="T34" fmla="*/ 0 w 650"/>
                <a:gd name="T35" fmla="*/ 1 h 634"/>
                <a:gd name="T36" fmla="*/ 0 w 650"/>
                <a:gd name="T37" fmla="*/ 1 h 634"/>
                <a:gd name="T38" fmla="*/ 0 w 650"/>
                <a:gd name="T39" fmla="*/ 1 h 634"/>
                <a:gd name="T40" fmla="*/ 0 w 650"/>
                <a:gd name="T41" fmla="*/ 1 h 634"/>
                <a:gd name="T42" fmla="*/ 0 w 650"/>
                <a:gd name="T43" fmla="*/ 1 h 634"/>
                <a:gd name="T44" fmla="*/ 0 w 650"/>
                <a:gd name="T45" fmla="*/ 1 h 634"/>
                <a:gd name="T46" fmla="*/ 0 w 650"/>
                <a:gd name="T47" fmla="*/ 1 h 634"/>
                <a:gd name="T48" fmla="*/ 0 w 650"/>
                <a:gd name="T49" fmla="*/ 0 h 634"/>
                <a:gd name="T50" fmla="*/ 0 w 650"/>
                <a:gd name="T51" fmla="*/ 0 h 634"/>
                <a:gd name="T52" fmla="*/ 0 w 650"/>
                <a:gd name="T53" fmla="*/ 0 h 634"/>
                <a:gd name="T54" fmla="*/ 1 w 650"/>
                <a:gd name="T55" fmla="*/ 0 h 634"/>
                <a:gd name="T56" fmla="*/ 1 w 650"/>
                <a:gd name="T57" fmla="*/ 0 h 634"/>
                <a:gd name="T58" fmla="*/ 1 w 650"/>
                <a:gd name="T59" fmla="*/ 0 h 634"/>
                <a:gd name="T60" fmla="*/ 1 w 650"/>
                <a:gd name="T61" fmla="*/ 0 h 634"/>
                <a:gd name="T62" fmla="*/ 1 w 650"/>
                <a:gd name="T63" fmla="*/ 0 h 634"/>
                <a:gd name="T64" fmla="*/ 1 w 650"/>
                <a:gd name="T65" fmla="*/ 0 h 6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50"/>
                <a:gd name="T100" fmla="*/ 0 h 634"/>
                <a:gd name="T101" fmla="*/ 650 w 650"/>
                <a:gd name="T102" fmla="*/ 634 h 6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50" h="634">
                  <a:moveTo>
                    <a:pt x="650" y="20"/>
                  </a:moveTo>
                  <a:lnTo>
                    <a:pt x="541" y="0"/>
                  </a:lnTo>
                  <a:lnTo>
                    <a:pt x="449" y="0"/>
                  </a:lnTo>
                  <a:lnTo>
                    <a:pt x="378" y="30"/>
                  </a:lnTo>
                  <a:lnTo>
                    <a:pt x="329" y="76"/>
                  </a:lnTo>
                  <a:lnTo>
                    <a:pt x="299" y="136"/>
                  </a:lnTo>
                  <a:lnTo>
                    <a:pt x="268" y="182"/>
                  </a:lnTo>
                  <a:lnTo>
                    <a:pt x="221" y="246"/>
                  </a:lnTo>
                  <a:lnTo>
                    <a:pt x="189" y="302"/>
                  </a:lnTo>
                  <a:lnTo>
                    <a:pt x="158" y="353"/>
                  </a:lnTo>
                  <a:lnTo>
                    <a:pt x="147" y="391"/>
                  </a:lnTo>
                  <a:lnTo>
                    <a:pt x="127" y="433"/>
                  </a:lnTo>
                  <a:lnTo>
                    <a:pt x="92" y="489"/>
                  </a:lnTo>
                  <a:lnTo>
                    <a:pt x="53" y="534"/>
                  </a:lnTo>
                  <a:lnTo>
                    <a:pt x="27" y="562"/>
                  </a:lnTo>
                  <a:lnTo>
                    <a:pt x="11" y="611"/>
                  </a:lnTo>
                  <a:lnTo>
                    <a:pt x="0" y="631"/>
                  </a:lnTo>
                  <a:lnTo>
                    <a:pt x="22" y="634"/>
                  </a:lnTo>
                  <a:lnTo>
                    <a:pt x="27" y="588"/>
                  </a:lnTo>
                  <a:lnTo>
                    <a:pt x="46" y="562"/>
                  </a:lnTo>
                  <a:lnTo>
                    <a:pt x="81" y="514"/>
                  </a:lnTo>
                  <a:lnTo>
                    <a:pt x="117" y="468"/>
                  </a:lnTo>
                  <a:lnTo>
                    <a:pt x="147" y="413"/>
                  </a:lnTo>
                  <a:lnTo>
                    <a:pt x="171" y="362"/>
                  </a:lnTo>
                  <a:lnTo>
                    <a:pt x="207" y="286"/>
                  </a:lnTo>
                  <a:lnTo>
                    <a:pt x="248" y="237"/>
                  </a:lnTo>
                  <a:lnTo>
                    <a:pt x="292" y="166"/>
                  </a:lnTo>
                  <a:lnTo>
                    <a:pt x="329" y="101"/>
                  </a:lnTo>
                  <a:lnTo>
                    <a:pt x="382" y="53"/>
                  </a:lnTo>
                  <a:lnTo>
                    <a:pt x="440" y="15"/>
                  </a:lnTo>
                  <a:lnTo>
                    <a:pt x="479" y="15"/>
                  </a:lnTo>
                  <a:lnTo>
                    <a:pt x="549" y="30"/>
                  </a:lnTo>
                  <a:lnTo>
                    <a:pt x="65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3" name="Line 303">
              <a:extLst>
                <a:ext uri="{FF2B5EF4-FFF2-40B4-BE49-F238E27FC236}">
                  <a16:creationId xmlns:a16="http://schemas.microsoft.com/office/drawing/2014/main" id="{7013D692-C073-8A49-A4EB-C35519657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7" y="2885"/>
              <a:ext cx="8" cy="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4" name="Line 304">
              <a:extLst>
                <a:ext uri="{FF2B5EF4-FFF2-40B4-BE49-F238E27FC236}">
                  <a16:creationId xmlns:a16="http://schemas.microsoft.com/office/drawing/2014/main" id="{D56C4891-1C95-A449-B1C4-BF62DD3447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2" y="2885"/>
              <a:ext cx="12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5" name="Line 305">
              <a:extLst>
                <a:ext uri="{FF2B5EF4-FFF2-40B4-BE49-F238E27FC236}">
                  <a16:creationId xmlns:a16="http://schemas.microsoft.com/office/drawing/2014/main" id="{A7206B98-EFCA-9D49-835B-1394E6350E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8" y="2885"/>
              <a:ext cx="14" cy="4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6" name="Line 306">
              <a:extLst>
                <a:ext uri="{FF2B5EF4-FFF2-40B4-BE49-F238E27FC236}">
                  <a16:creationId xmlns:a16="http://schemas.microsoft.com/office/drawing/2014/main" id="{0CCA6AAC-96A7-B54C-81BD-79FCB52DE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8" y="2896"/>
              <a:ext cx="1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7" name="Line 307">
              <a:extLst>
                <a:ext uri="{FF2B5EF4-FFF2-40B4-BE49-F238E27FC236}">
                  <a16:creationId xmlns:a16="http://schemas.microsoft.com/office/drawing/2014/main" id="{A923DC17-60CC-5548-8630-15F842E16F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8" y="2910"/>
              <a:ext cx="5" cy="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8" name="Freeform 308">
              <a:extLst>
                <a:ext uri="{FF2B5EF4-FFF2-40B4-BE49-F238E27FC236}">
                  <a16:creationId xmlns:a16="http://schemas.microsoft.com/office/drawing/2014/main" id="{1ABBFA09-F14F-AE46-B5D3-378A5426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933"/>
              <a:ext cx="62" cy="100"/>
            </a:xfrm>
            <a:custGeom>
              <a:avLst/>
              <a:gdLst>
                <a:gd name="T0" fmla="*/ 0 w 502"/>
                <a:gd name="T1" fmla="*/ 0 h 805"/>
                <a:gd name="T2" fmla="*/ 0 w 502"/>
                <a:gd name="T3" fmla="*/ 0 h 805"/>
                <a:gd name="T4" fmla="*/ 0 w 502"/>
                <a:gd name="T5" fmla="*/ 1 h 805"/>
                <a:gd name="T6" fmla="*/ 0 w 502"/>
                <a:gd name="T7" fmla="*/ 1 h 805"/>
                <a:gd name="T8" fmla="*/ 0 w 502"/>
                <a:gd name="T9" fmla="*/ 1 h 805"/>
                <a:gd name="T10" fmla="*/ 0 w 502"/>
                <a:gd name="T11" fmla="*/ 1 h 805"/>
                <a:gd name="T12" fmla="*/ 0 w 502"/>
                <a:gd name="T13" fmla="*/ 1 h 805"/>
                <a:gd name="T14" fmla="*/ 0 w 502"/>
                <a:gd name="T15" fmla="*/ 1 h 805"/>
                <a:gd name="T16" fmla="*/ 0 w 502"/>
                <a:gd name="T17" fmla="*/ 1 h 805"/>
                <a:gd name="T18" fmla="*/ 0 w 502"/>
                <a:gd name="T19" fmla="*/ 1 h 805"/>
                <a:gd name="T20" fmla="*/ 0 w 502"/>
                <a:gd name="T21" fmla="*/ 1 h 805"/>
                <a:gd name="T22" fmla="*/ 0 w 502"/>
                <a:gd name="T23" fmla="*/ 1 h 805"/>
                <a:gd name="T24" fmla="*/ 0 w 502"/>
                <a:gd name="T25" fmla="*/ 1 h 805"/>
                <a:gd name="T26" fmla="*/ 0 w 502"/>
                <a:gd name="T27" fmla="*/ 1 h 805"/>
                <a:gd name="T28" fmla="*/ 0 w 502"/>
                <a:gd name="T29" fmla="*/ 1 h 805"/>
                <a:gd name="T30" fmla="*/ 1 w 502"/>
                <a:gd name="T31" fmla="*/ 1 h 805"/>
                <a:gd name="T32" fmla="*/ 1 w 502"/>
                <a:gd name="T33" fmla="*/ 1 h 805"/>
                <a:gd name="T34" fmla="*/ 1 w 502"/>
                <a:gd name="T35" fmla="*/ 1 h 805"/>
                <a:gd name="T36" fmla="*/ 0 w 502"/>
                <a:gd name="T37" fmla="*/ 0 h 805"/>
                <a:gd name="T38" fmla="*/ 0 w 502"/>
                <a:gd name="T39" fmla="*/ 0 h 805"/>
                <a:gd name="T40" fmla="*/ 0 w 502"/>
                <a:gd name="T41" fmla="*/ 0 h 8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02"/>
                <a:gd name="T64" fmla="*/ 0 h 805"/>
                <a:gd name="T65" fmla="*/ 502 w 502"/>
                <a:gd name="T66" fmla="*/ 805 h 80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02" h="805">
                  <a:moveTo>
                    <a:pt x="0" y="0"/>
                  </a:moveTo>
                  <a:lnTo>
                    <a:pt x="0" y="166"/>
                  </a:lnTo>
                  <a:lnTo>
                    <a:pt x="154" y="362"/>
                  </a:lnTo>
                  <a:lnTo>
                    <a:pt x="154" y="468"/>
                  </a:lnTo>
                  <a:lnTo>
                    <a:pt x="85" y="563"/>
                  </a:lnTo>
                  <a:lnTo>
                    <a:pt x="115" y="640"/>
                  </a:lnTo>
                  <a:lnTo>
                    <a:pt x="181" y="680"/>
                  </a:lnTo>
                  <a:lnTo>
                    <a:pt x="242" y="805"/>
                  </a:lnTo>
                  <a:lnTo>
                    <a:pt x="271" y="703"/>
                  </a:lnTo>
                  <a:lnTo>
                    <a:pt x="281" y="640"/>
                  </a:lnTo>
                  <a:lnTo>
                    <a:pt x="281" y="569"/>
                  </a:lnTo>
                  <a:lnTo>
                    <a:pt x="271" y="502"/>
                  </a:lnTo>
                  <a:lnTo>
                    <a:pt x="262" y="449"/>
                  </a:lnTo>
                  <a:lnTo>
                    <a:pt x="232" y="392"/>
                  </a:lnTo>
                  <a:lnTo>
                    <a:pt x="242" y="352"/>
                  </a:lnTo>
                  <a:lnTo>
                    <a:pt x="328" y="352"/>
                  </a:lnTo>
                  <a:lnTo>
                    <a:pt x="502" y="348"/>
                  </a:lnTo>
                  <a:lnTo>
                    <a:pt x="403" y="315"/>
                  </a:lnTo>
                  <a:lnTo>
                    <a:pt x="95" y="126"/>
                  </a:lnTo>
                  <a:lnTo>
                    <a:pt x="51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49" name="Freeform 309">
              <a:extLst>
                <a:ext uri="{FF2B5EF4-FFF2-40B4-BE49-F238E27FC236}">
                  <a16:creationId xmlns:a16="http://schemas.microsoft.com/office/drawing/2014/main" id="{5E739DCD-6A69-3641-BBDB-8236FF13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887"/>
              <a:ext cx="28" cy="30"/>
            </a:xfrm>
            <a:custGeom>
              <a:avLst/>
              <a:gdLst>
                <a:gd name="T0" fmla="*/ 0 w 223"/>
                <a:gd name="T1" fmla="*/ 0 h 245"/>
                <a:gd name="T2" fmla="*/ 0 w 223"/>
                <a:gd name="T3" fmla="*/ 0 h 245"/>
                <a:gd name="T4" fmla="*/ 0 w 223"/>
                <a:gd name="T5" fmla="*/ 0 h 245"/>
                <a:gd name="T6" fmla="*/ 0 w 223"/>
                <a:gd name="T7" fmla="*/ 0 h 245"/>
                <a:gd name="T8" fmla="*/ 0 w 223"/>
                <a:gd name="T9" fmla="*/ 0 h 245"/>
                <a:gd name="T10" fmla="*/ 1 w 223"/>
                <a:gd name="T11" fmla="*/ 0 h 245"/>
                <a:gd name="T12" fmla="*/ 1 w 223"/>
                <a:gd name="T13" fmla="*/ 0 h 245"/>
                <a:gd name="T14" fmla="*/ 0 w 223"/>
                <a:gd name="T15" fmla="*/ 0 h 245"/>
                <a:gd name="T16" fmla="*/ 0 w 223"/>
                <a:gd name="T17" fmla="*/ 0 h 245"/>
                <a:gd name="T18" fmla="*/ 0 w 223"/>
                <a:gd name="T19" fmla="*/ 0 h 245"/>
                <a:gd name="T20" fmla="*/ 0 w 223"/>
                <a:gd name="T21" fmla="*/ 0 h 245"/>
                <a:gd name="T22" fmla="*/ 0 w 223"/>
                <a:gd name="T23" fmla="*/ 0 h 245"/>
                <a:gd name="T24" fmla="*/ 0 w 223"/>
                <a:gd name="T25" fmla="*/ 0 h 245"/>
                <a:gd name="T26" fmla="*/ 0 w 223"/>
                <a:gd name="T27" fmla="*/ 0 h 245"/>
                <a:gd name="T28" fmla="*/ 0 w 223"/>
                <a:gd name="T29" fmla="*/ 0 h 245"/>
                <a:gd name="T30" fmla="*/ 0 w 223"/>
                <a:gd name="T31" fmla="*/ 0 h 245"/>
                <a:gd name="T32" fmla="*/ 0 w 223"/>
                <a:gd name="T33" fmla="*/ 0 h 245"/>
                <a:gd name="T34" fmla="*/ 0 w 223"/>
                <a:gd name="T35" fmla="*/ 0 h 245"/>
                <a:gd name="T36" fmla="*/ 0 w 223"/>
                <a:gd name="T37" fmla="*/ 0 h 245"/>
                <a:gd name="T38" fmla="*/ 0 w 223"/>
                <a:gd name="T39" fmla="*/ 0 h 245"/>
                <a:gd name="T40" fmla="*/ 0 w 223"/>
                <a:gd name="T41" fmla="*/ 0 h 245"/>
                <a:gd name="T42" fmla="*/ 0 w 223"/>
                <a:gd name="T43" fmla="*/ 0 h 245"/>
                <a:gd name="T44" fmla="*/ 0 w 223"/>
                <a:gd name="T45" fmla="*/ 0 h 245"/>
                <a:gd name="T46" fmla="*/ 0 w 223"/>
                <a:gd name="T47" fmla="*/ 0 h 245"/>
                <a:gd name="T48" fmla="*/ 0 w 223"/>
                <a:gd name="T49" fmla="*/ 0 h 245"/>
                <a:gd name="T50" fmla="*/ 0 w 223"/>
                <a:gd name="T51" fmla="*/ 0 h 245"/>
                <a:gd name="T52" fmla="*/ 0 w 223"/>
                <a:gd name="T53" fmla="*/ 0 h 245"/>
                <a:gd name="T54" fmla="*/ 0 w 223"/>
                <a:gd name="T55" fmla="*/ 0 h 245"/>
                <a:gd name="T56" fmla="*/ 0 w 223"/>
                <a:gd name="T57" fmla="*/ 0 h 245"/>
                <a:gd name="T58" fmla="*/ 0 w 223"/>
                <a:gd name="T59" fmla="*/ 0 h 245"/>
                <a:gd name="T60" fmla="*/ 0 w 223"/>
                <a:gd name="T61" fmla="*/ 0 h 245"/>
                <a:gd name="T62" fmla="*/ 0 w 223"/>
                <a:gd name="T63" fmla="*/ 0 h 2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3"/>
                <a:gd name="T97" fmla="*/ 0 h 245"/>
                <a:gd name="T98" fmla="*/ 223 w 223"/>
                <a:gd name="T99" fmla="*/ 245 h 2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3" h="245">
                  <a:moveTo>
                    <a:pt x="7" y="75"/>
                  </a:moveTo>
                  <a:lnTo>
                    <a:pt x="20" y="33"/>
                  </a:lnTo>
                  <a:lnTo>
                    <a:pt x="50" y="5"/>
                  </a:lnTo>
                  <a:lnTo>
                    <a:pt x="86" y="0"/>
                  </a:lnTo>
                  <a:lnTo>
                    <a:pt x="145" y="0"/>
                  </a:lnTo>
                  <a:lnTo>
                    <a:pt x="223" y="33"/>
                  </a:lnTo>
                  <a:lnTo>
                    <a:pt x="223" y="75"/>
                  </a:lnTo>
                  <a:lnTo>
                    <a:pt x="161" y="123"/>
                  </a:lnTo>
                  <a:lnTo>
                    <a:pt x="152" y="146"/>
                  </a:lnTo>
                  <a:lnTo>
                    <a:pt x="156" y="176"/>
                  </a:lnTo>
                  <a:lnTo>
                    <a:pt x="167" y="185"/>
                  </a:lnTo>
                  <a:lnTo>
                    <a:pt x="196" y="205"/>
                  </a:lnTo>
                  <a:lnTo>
                    <a:pt x="205" y="220"/>
                  </a:lnTo>
                  <a:lnTo>
                    <a:pt x="211" y="240"/>
                  </a:lnTo>
                  <a:lnTo>
                    <a:pt x="211" y="245"/>
                  </a:lnTo>
                  <a:lnTo>
                    <a:pt x="179" y="233"/>
                  </a:lnTo>
                  <a:lnTo>
                    <a:pt x="133" y="224"/>
                  </a:lnTo>
                  <a:lnTo>
                    <a:pt x="97" y="220"/>
                  </a:lnTo>
                  <a:lnTo>
                    <a:pt x="66" y="196"/>
                  </a:lnTo>
                  <a:lnTo>
                    <a:pt x="59" y="180"/>
                  </a:lnTo>
                  <a:lnTo>
                    <a:pt x="73" y="146"/>
                  </a:lnTo>
                  <a:lnTo>
                    <a:pt x="86" y="119"/>
                  </a:lnTo>
                  <a:lnTo>
                    <a:pt x="110" y="95"/>
                  </a:lnTo>
                  <a:lnTo>
                    <a:pt x="128" y="65"/>
                  </a:lnTo>
                  <a:lnTo>
                    <a:pt x="97" y="56"/>
                  </a:lnTo>
                  <a:lnTo>
                    <a:pt x="57" y="56"/>
                  </a:lnTo>
                  <a:lnTo>
                    <a:pt x="31" y="65"/>
                  </a:lnTo>
                  <a:lnTo>
                    <a:pt x="20" y="84"/>
                  </a:lnTo>
                  <a:lnTo>
                    <a:pt x="11" y="119"/>
                  </a:lnTo>
                  <a:lnTo>
                    <a:pt x="11" y="171"/>
                  </a:lnTo>
                  <a:lnTo>
                    <a:pt x="0" y="123"/>
                  </a:lnTo>
                  <a:lnTo>
                    <a:pt x="7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0" name="Freeform 310">
              <a:extLst>
                <a:ext uri="{FF2B5EF4-FFF2-40B4-BE49-F238E27FC236}">
                  <a16:creationId xmlns:a16="http://schemas.microsoft.com/office/drawing/2014/main" id="{92F948E0-0505-074F-9965-EA606E75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65"/>
              <a:ext cx="311" cy="246"/>
            </a:xfrm>
            <a:custGeom>
              <a:avLst/>
              <a:gdLst>
                <a:gd name="T0" fmla="*/ 1 w 2488"/>
                <a:gd name="T1" fmla="*/ 0 h 1973"/>
                <a:gd name="T2" fmla="*/ 1 w 2488"/>
                <a:gd name="T3" fmla="*/ 0 h 1973"/>
                <a:gd name="T4" fmla="*/ 0 w 2488"/>
                <a:gd name="T5" fmla="*/ 0 h 1973"/>
                <a:gd name="T6" fmla="*/ 0 w 2488"/>
                <a:gd name="T7" fmla="*/ 0 h 1973"/>
                <a:gd name="T8" fmla="*/ 0 w 2488"/>
                <a:gd name="T9" fmla="*/ 1 h 1973"/>
                <a:gd name="T10" fmla="*/ 0 w 2488"/>
                <a:gd name="T11" fmla="*/ 1 h 1973"/>
                <a:gd name="T12" fmla="*/ 0 w 2488"/>
                <a:gd name="T13" fmla="*/ 1 h 1973"/>
                <a:gd name="T14" fmla="*/ 0 w 2488"/>
                <a:gd name="T15" fmla="*/ 1 h 1973"/>
                <a:gd name="T16" fmla="*/ 0 w 2488"/>
                <a:gd name="T17" fmla="*/ 2 h 1973"/>
                <a:gd name="T18" fmla="*/ 0 w 2488"/>
                <a:gd name="T19" fmla="*/ 3 h 1973"/>
                <a:gd name="T20" fmla="*/ 0 w 2488"/>
                <a:gd name="T21" fmla="*/ 3 h 1973"/>
                <a:gd name="T22" fmla="*/ 0 w 2488"/>
                <a:gd name="T23" fmla="*/ 4 h 1973"/>
                <a:gd name="T24" fmla="*/ 1 w 2488"/>
                <a:gd name="T25" fmla="*/ 4 h 1973"/>
                <a:gd name="T26" fmla="*/ 1 w 2488"/>
                <a:gd name="T27" fmla="*/ 4 h 1973"/>
                <a:gd name="T28" fmla="*/ 1 w 2488"/>
                <a:gd name="T29" fmla="*/ 4 h 1973"/>
                <a:gd name="T30" fmla="*/ 1 w 2488"/>
                <a:gd name="T31" fmla="*/ 4 h 1973"/>
                <a:gd name="T32" fmla="*/ 2 w 2488"/>
                <a:gd name="T33" fmla="*/ 4 h 1973"/>
                <a:gd name="T34" fmla="*/ 3 w 2488"/>
                <a:gd name="T35" fmla="*/ 3 h 1973"/>
                <a:gd name="T36" fmla="*/ 3 w 2488"/>
                <a:gd name="T37" fmla="*/ 3 h 1973"/>
                <a:gd name="T38" fmla="*/ 2 w 2488"/>
                <a:gd name="T39" fmla="*/ 3 h 1973"/>
                <a:gd name="T40" fmla="*/ 3 w 2488"/>
                <a:gd name="T41" fmla="*/ 3 h 1973"/>
                <a:gd name="T42" fmla="*/ 4 w 2488"/>
                <a:gd name="T43" fmla="*/ 3 h 1973"/>
                <a:gd name="T44" fmla="*/ 4 w 2488"/>
                <a:gd name="T45" fmla="*/ 3 h 1973"/>
                <a:gd name="T46" fmla="*/ 4 w 2488"/>
                <a:gd name="T47" fmla="*/ 3 h 1973"/>
                <a:gd name="T48" fmla="*/ 5 w 2488"/>
                <a:gd name="T49" fmla="*/ 3 h 1973"/>
                <a:gd name="T50" fmla="*/ 5 w 2488"/>
                <a:gd name="T51" fmla="*/ 3 h 1973"/>
                <a:gd name="T52" fmla="*/ 5 w 2488"/>
                <a:gd name="T53" fmla="*/ 2 h 1973"/>
                <a:gd name="T54" fmla="*/ 5 w 2488"/>
                <a:gd name="T55" fmla="*/ 2 h 1973"/>
                <a:gd name="T56" fmla="*/ 4 w 2488"/>
                <a:gd name="T57" fmla="*/ 2 h 1973"/>
                <a:gd name="T58" fmla="*/ 3 w 2488"/>
                <a:gd name="T59" fmla="*/ 3 h 1973"/>
                <a:gd name="T60" fmla="*/ 3 w 2488"/>
                <a:gd name="T61" fmla="*/ 2 h 1973"/>
                <a:gd name="T62" fmla="*/ 3 w 2488"/>
                <a:gd name="T63" fmla="*/ 2 h 1973"/>
                <a:gd name="T64" fmla="*/ 3 w 2488"/>
                <a:gd name="T65" fmla="*/ 2 h 1973"/>
                <a:gd name="T66" fmla="*/ 2 w 2488"/>
                <a:gd name="T67" fmla="*/ 2 h 1973"/>
                <a:gd name="T68" fmla="*/ 2 w 2488"/>
                <a:gd name="T69" fmla="*/ 3 h 1973"/>
                <a:gd name="T70" fmla="*/ 2 w 2488"/>
                <a:gd name="T71" fmla="*/ 3 h 1973"/>
                <a:gd name="T72" fmla="*/ 2 w 2488"/>
                <a:gd name="T73" fmla="*/ 3 h 1973"/>
                <a:gd name="T74" fmla="*/ 2 w 2488"/>
                <a:gd name="T75" fmla="*/ 2 h 1973"/>
                <a:gd name="T76" fmla="*/ 2 w 2488"/>
                <a:gd name="T77" fmla="*/ 2 h 1973"/>
                <a:gd name="T78" fmla="*/ 2 w 2488"/>
                <a:gd name="T79" fmla="*/ 2 h 1973"/>
                <a:gd name="T80" fmla="*/ 2 w 2488"/>
                <a:gd name="T81" fmla="*/ 2 h 1973"/>
                <a:gd name="T82" fmla="*/ 2 w 2488"/>
                <a:gd name="T83" fmla="*/ 2 h 1973"/>
                <a:gd name="T84" fmla="*/ 1 w 2488"/>
                <a:gd name="T85" fmla="*/ 2 h 1973"/>
                <a:gd name="T86" fmla="*/ 1 w 2488"/>
                <a:gd name="T87" fmla="*/ 2 h 1973"/>
                <a:gd name="T88" fmla="*/ 1 w 2488"/>
                <a:gd name="T89" fmla="*/ 2 h 1973"/>
                <a:gd name="T90" fmla="*/ 2 w 2488"/>
                <a:gd name="T91" fmla="*/ 1 h 1973"/>
                <a:gd name="T92" fmla="*/ 1 w 2488"/>
                <a:gd name="T93" fmla="*/ 1 h 1973"/>
                <a:gd name="T94" fmla="*/ 1 w 2488"/>
                <a:gd name="T95" fmla="*/ 1 h 1973"/>
                <a:gd name="T96" fmla="*/ 1 w 2488"/>
                <a:gd name="T97" fmla="*/ 0 h 1973"/>
                <a:gd name="T98" fmla="*/ 1 w 2488"/>
                <a:gd name="T99" fmla="*/ 0 h 19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88"/>
                <a:gd name="T151" fmla="*/ 0 h 1973"/>
                <a:gd name="T152" fmla="*/ 2488 w 2488"/>
                <a:gd name="T153" fmla="*/ 1973 h 19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88" h="1973">
                  <a:moveTo>
                    <a:pt x="489" y="0"/>
                  </a:moveTo>
                  <a:lnTo>
                    <a:pt x="372" y="0"/>
                  </a:lnTo>
                  <a:lnTo>
                    <a:pt x="317" y="37"/>
                  </a:lnTo>
                  <a:lnTo>
                    <a:pt x="257" y="48"/>
                  </a:lnTo>
                  <a:lnTo>
                    <a:pt x="187" y="48"/>
                  </a:lnTo>
                  <a:lnTo>
                    <a:pt x="148" y="122"/>
                  </a:lnTo>
                  <a:lnTo>
                    <a:pt x="116" y="201"/>
                  </a:lnTo>
                  <a:lnTo>
                    <a:pt x="56" y="279"/>
                  </a:lnTo>
                  <a:lnTo>
                    <a:pt x="0" y="254"/>
                  </a:lnTo>
                  <a:lnTo>
                    <a:pt x="70" y="327"/>
                  </a:lnTo>
                  <a:lnTo>
                    <a:pt x="95" y="388"/>
                  </a:lnTo>
                  <a:lnTo>
                    <a:pt x="108" y="479"/>
                  </a:lnTo>
                  <a:lnTo>
                    <a:pt x="108" y="564"/>
                  </a:lnTo>
                  <a:lnTo>
                    <a:pt x="108" y="619"/>
                  </a:lnTo>
                  <a:lnTo>
                    <a:pt x="132" y="680"/>
                  </a:lnTo>
                  <a:lnTo>
                    <a:pt x="132" y="788"/>
                  </a:lnTo>
                  <a:lnTo>
                    <a:pt x="125" y="1005"/>
                  </a:lnTo>
                  <a:lnTo>
                    <a:pt x="139" y="1190"/>
                  </a:lnTo>
                  <a:lnTo>
                    <a:pt x="157" y="1423"/>
                  </a:lnTo>
                  <a:lnTo>
                    <a:pt x="180" y="1586"/>
                  </a:lnTo>
                  <a:lnTo>
                    <a:pt x="209" y="1755"/>
                  </a:lnTo>
                  <a:lnTo>
                    <a:pt x="209" y="1817"/>
                  </a:lnTo>
                  <a:lnTo>
                    <a:pt x="187" y="1865"/>
                  </a:lnTo>
                  <a:lnTo>
                    <a:pt x="180" y="1881"/>
                  </a:lnTo>
                  <a:lnTo>
                    <a:pt x="108" y="1865"/>
                  </a:lnTo>
                  <a:lnTo>
                    <a:pt x="240" y="1973"/>
                  </a:lnTo>
                  <a:lnTo>
                    <a:pt x="326" y="1881"/>
                  </a:lnTo>
                  <a:lnTo>
                    <a:pt x="356" y="1872"/>
                  </a:lnTo>
                  <a:lnTo>
                    <a:pt x="425" y="1902"/>
                  </a:lnTo>
                  <a:lnTo>
                    <a:pt x="480" y="1966"/>
                  </a:lnTo>
                  <a:lnTo>
                    <a:pt x="519" y="1902"/>
                  </a:lnTo>
                  <a:lnTo>
                    <a:pt x="611" y="1902"/>
                  </a:lnTo>
                  <a:lnTo>
                    <a:pt x="736" y="1911"/>
                  </a:lnTo>
                  <a:lnTo>
                    <a:pt x="967" y="1911"/>
                  </a:lnTo>
                  <a:lnTo>
                    <a:pt x="1246" y="1881"/>
                  </a:lnTo>
                  <a:lnTo>
                    <a:pt x="1477" y="1832"/>
                  </a:lnTo>
                  <a:lnTo>
                    <a:pt x="1655" y="1810"/>
                  </a:lnTo>
                  <a:lnTo>
                    <a:pt x="1361" y="1832"/>
                  </a:lnTo>
                  <a:lnTo>
                    <a:pt x="959" y="1872"/>
                  </a:lnTo>
                  <a:lnTo>
                    <a:pt x="1123" y="1796"/>
                  </a:lnTo>
                  <a:lnTo>
                    <a:pt x="1286" y="1733"/>
                  </a:lnTo>
                  <a:lnTo>
                    <a:pt x="1517" y="1701"/>
                  </a:lnTo>
                  <a:lnTo>
                    <a:pt x="1806" y="1648"/>
                  </a:lnTo>
                  <a:lnTo>
                    <a:pt x="1949" y="1623"/>
                  </a:lnTo>
                  <a:lnTo>
                    <a:pt x="2055" y="1602"/>
                  </a:lnTo>
                  <a:lnTo>
                    <a:pt x="2117" y="1531"/>
                  </a:lnTo>
                  <a:lnTo>
                    <a:pt x="2181" y="1507"/>
                  </a:lnTo>
                  <a:lnTo>
                    <a:pt x="2257" y="1531"/>
                  </a:lnTo>
                  <a:lnTo>
                    <a:pt x="2398" y="1602"/>
                  </a:lnTo>
                  <a:lnTo>
                    <a:pt x="2474" y="1540"/>
                  </a:lnTo>
                  <a:lnTo>
                    <a:pt x="2488" y="1438"/>
                  </a:lnTo>
                  <a:lnTo>
                    <a:pt x="2481" y="1323"/>
                  </a:lnTo>
                  <a:lnTo>
                    <a:pt x="2442" y="1224"/>
                  </a:lnTo>
                  <a:lnTo>
                    <a:pt x="2380" y="1113"/>
                  </a:lnTo>
                  <a:lnTo>
                    <a:pt x="2294" y="1037"/>
                  </a:lnTo>
                  <a:lnTo>
                    <a:pt x="2356" y="1206"/>
                  </a:lnTo>
                  <a:lnTo>
                    <a:pt x="2027" y="1276"/>
                  </a:lnTo>
                  <a:lnTo>
                    <a:pt x="1941" y="1206"/>
                  </a:lnTo>
                  <a:lnTo>
                    <a:pt x="1941" y="1300"/>
                  </a:lnTo>
                  <a:lnTo>
                    <a:pt x="1591" y="1337"/>
                  </a:lnTo>
                  <a:lnTo>
                    <a:pt x="1524" y="1291"/>
                  </a:lnTo>
                  <a:lnTo>
                    <a:pt x="1462" y="1224"/>
                  </a:lnTo>
                  <a:lnTo>
                    <a:pt x="1430" y="1138"/>
                  </a:lnTo>
                  <a:lnTo>
                    <a:pt x="1407" y="1199"/>
                  </a:lnTo>
                  <a:lnTo>
                    <a:pt x="1398" y="1270"/>
                  </a:lnTo>
                  <a:lnTo>
                    <a:pt x="1407" y="1300"/>
                  </a:lnTo>
                  <a:lnTo>
                    <a:pt x="1268" y="1245"/>
                  </a:lnTo>
                  <a:lnTo>
                    <a:pt x="1231" y="1300"/>
                  </a:lnTo>
                  <a:lnTo>
                    <a:pt x="1206" y="1369"/>
                  </a:lnTo>
                  <a:lnTo>
                    <a:pt x="1197" y="1454"/>
                  </a:lnTo>
                  <a:lnTo>
                    <a:pt x="1206" y="1540"/>
                  </a:lnTo>
                  <a:lnTo>
                    <a:pt x="1231" y="1623"/>
                  </a:lnTo>
                  <a:lnTo>
                    <a:pt x="1176" y="1546"/>
                  </a:lnTo>
                  <a:lnTo>
                    <a:pt x="1151" y="1438"/>
                  </a:lnTo>
                  <a:lnTo>
                    <a:pt x="1143" y="1337"/>
                  </a:lnTo>
                  <a:lnTo>
                    <a:pt x="1160" y="1276"/>
                  </a:lnTo>
                  <a:lnTo>
                    <a:pt x="1185" y="1190"/>
                  </a:lnTo>
                  <a:lnTo>
                    <a:pt x="1213" y="1120"/>
                  </a:lnTo>
                  <a:lnTo>
                    <a:pt x="1143" y="1175"/>
                  </a:lnTo>
                  <a:lnTo>
                    <a:pt x="1100" y="1224"/>
                  </a:lnTo>
                  <a:lnTo>
                    <a:pt x="1066" y="1261"/>
                  </a:lnTo>
                  <a:lnTo>
                    <a:pt x="1035" y="1291"/>
                  </a:lnTo>
                  <a:lnTo>
                    <a:pt x="1020" y="1330"/>
                  </a:lnTo>
                  <a:lnTo>
                    <a:pt x="842" y="1245"/>
                  </a:lnTo>
                  <a:lnTo>
                    <a:pt x="842" y="991"/>
                  </a:lnTo>
                  <a:lnTo>
                    <a:pt x="642" y="1120"/>
                  </a:lnTo>
                  <a:lnTo>
                    <a:pt x="587" y="1021"/>
                  </a:lnTo>
                  <a:lnTo>
                    <a:pt x="587" y="973"/>
                  </a:lnTo>
                  <a:lnTo>
                    <a:pt x="611" y="911"/>
                  </a:lnTo>
                  <a:lnTo>
                    <a:pt x="651" y="874"/>
                  </a:lnTo>
                  <a:lnTo>
                    <a:pt x="704" y="828"/>
                  </a:lnTo>
                  <a:lnTo>
                    <a:pt x="789" y="797"/>
                  </a:lnTo>
                  <a:lnTo>
                    <a:pt x="826" y="779"/>
                  </a:lnTo>
                  <a:lnTo>
                    <a:pt x="411" y="327"/>
                  </a:lnTo>
                  <a:lnTo>
                    <a:pt x="681" y="327"/>
                  </a:lnTo>
                  <a:lnTo>
                    <a:pt x="681" y="302"/>
                  </a:lnTo>
                  <a:lnTo>
                    <a:pt x="657" y="232"/>
                  </a:lnTo>
                  <a:lnTo>
                    <a:pt x="605" y="118"/>
                  </a:lnTo>
                  <a:lnTo>
                    <a:pt x="543" y="30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1" name="Freeform 311">
              <a:extLst>
                <a:ext uri="{FF2B5EF4-FFF2-40B4-BE49-F238E27FC236}">
                  <a16:creationId xmlns:a16="http://schemas.microsoft.com/office/drawing/2014/main" id="{4E2E939B-1C65-3443-B13C-3A04BB19B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982"/>
              <a:ext cx="255" cy="266"/>
            </a:xfrm>
            <a:custGeom>
              <a:avLst/>
              <a:gdLst>
                <a:gd name="T0" fmla="*/ 1 w 2039"/>
                <a:gd name="T1" fmla="*/ 0 h 2133"/>
                <a:gd name="T2" fmla="*/ 1 w 2039"/>
                <a:gd name="T3" fmla="*/ 0 h 2133"/>
                <a:gd name="T4" fmla="*/ 1 w 2039"/>
                <a:gd name="T5" fmla="*/ 1 h 2133"/>
                <a:gd name="T6" fmla="*/ 1 w 2039"/>
                <a:gd name="T7" fmla="*/ 1 h 2133"/>
                <a:gd name="T8" fmla="*/ 1 w 2039"/>
                <a:gd name="T9" fmla="*/ 1 h 2133"/>
                <a:gd name="T10" fmla="*/ 1 w 2039"/>
                <a:gd name="T11" fmla="*/ 2 h 2133"/>
                <a:gd name="T12" fmla="*/ 1 w 2039"/>
                <a:gd name="T13" fmla="*/ 2 h 2133"/>
                <a:gd name="T14" fmla="*/ 1 w 2039"/>
                <a:gd name="T15" fmla="*/ 3 h 2133"/>
                <a:gd name="T16" fmla="*/ 1 w 2039"/>
                <a:gd name="T17" fmla="*/ 3 h 2133"/>
                <a:gd name="T18" fmla="*/ 2 w 2039"/>
                <a:gd name="T19" fmla="*/ 3 h 2133"/>
                <a:gd name="T20" fmla="*/ 2 w 2039"/>
                <a:gd name="T21" fmla="*/ 3 h 2133"/>
                <a:gd name="T22" fmla="*/ 2 w 2039"/>
                <a:gd name="T23" fmla="*/ 3 h 2133"/>
                <a:gd name="T24" fmla="*/ 2 w 2039"/>
                <a:gd name="T25" fmla="*/ 3 h 2133"/>
                <a:gd name="T26" fmla="*/ 2 w 2039"/>
                <a:gd name="T27" fmla="*/ 3 h 2133"/>
                <a:gd name="T28" fmla="*/ 3 w 2039"/>
                <a:gd name="T29" fmla="*/ 3 h 2133"/>
                <a:gd name="T30" fmla="*/ 3 w 2039"/>
                <a:gd name="T31" fmla="*/ 3 h 2133"/>
                <a:gd name="T32" fmla="*/ 2 w 2039"/>
                <a:gd name="T33" fmla="*/ 3 h 2133"/>
                <a:gd name="T34" fmla="*/ 3 w 2039"/>
                <a:gd name="T35" fmla="*/ 3 h 2133"/>
                <a:gd name="T36" fmla="*/ 4 w 2039"/>
                <a:gd name="T37" fmla="*/ 3 h 2133"/>
                <a:gd name="T38" fmla="*/ 4 w 2039"/>
                <a:gd name="T39" fmla="*/ 3 h 2133"/>
                <a:gd name="T40" fmla="*/ 4 w 2039"/>
                <a:gd name="T41" fmla="*/ 4 h 2133"/>
                <a:gd name="T42" fmla="*/ 4 w 2039"/>
                <a:gd name="T43" fmla="*/ 4 h 2133"/>
                <a:gd name="T44" fmla="*/ 4 w 2039"/>
                <a:gd name="T45" fmla="*/ 4 h 2133"/>
                <a:gd name="T46" fmla="*/ 4 w 2039"/>
                <a:gd name="T47" fmla="*/ 3 h 2133"/>
                <a:gd name="T48" fmla="*/ 3 w 2039"/>
                <a:gd name="T49" fmla="*/ 3 h 2133"/>
                <a:gd name="T50" fmla="*/ 2 w 2039"/>
                <a:gd name="T51" fmla="*/ 3 h 2133"/>
                <a:gd name="T52" fmla="*/ 2 w 2039"/>
                <a:gd name="T53" fmla="*/ 3 h 2133"/>
                <a:gd name="T54" fmla="*/ 1 w 2039"/>
                <a:gd name="T55" fmla="*/ 3 h 2133"/>
                <a:gd name="T56" fmla="*/ 1 w 2039"/>
                <a:gd name="T57" fmla="*/ 3 h 2133"/>
                <a:gd name="T58" fmla="*/ 1 w 2039"/>
                <a:gd name="T59" fmla="*/ 3 h 2133"/>
                <a:gd name="T60" fmla="*/ 0 w 2039"/>
                <a:gd name="T61" fmla="*/ 3 h 2133"/>
                <a:gd name="T62" fmla="*/ 0 w 2039"/>
                <a:gd name="T63" fmla="*/ 3 h 2133"/>
                <a:gd name="T64" fmla="*/ 1 w 2039"/>
                <a:gd name="T65" fmla="*/ 3 h 2133"/>
                <a:gd name="T66" fmla="*/ 1 w 2039"/>
                <a:gd name="T67" fmla="*/ 2 h 2133"/>
                <a:gd name="T68" fmla="*/ 0 w 2039"/>
                <a:gd name="T69" fmla="*/ 1 h 2133"/>
                <a:gd name="T70" fmla="*/ 1 w 2039"/>
                <a:gd name="T71" fmla="*/ 2 h 2133"/>
                <a:gd name="T72" fmla="*/ 1 w 2039"/>
                <a:gd name="T73" fmla="*/ 1 h 2133"/>
                <a:gd name="T74" fmla="*/ 0 w 2039"/>
                <a:gd name="T75" fmla="*/ 0 h 2133"/>
                <a:gd name="T76" fmla="*/ 0 w 2039"/>
                <a:gd name="T77" fmla="*/ 0 h 2133"/>
                <a:gd name="T78" fmla="*/ 1 w 2039"/>
                <a:gd name="T79" fmla="*/ 1 h 2133"/>
                <a:gd name="T80" fmla="*/ 1 w 2039"/>
                <a:gd name="T81" fmla="*/ 0 h 2133"/>
                <a:gd name="T82" fmla="*/ 0 w 2039"/>
                <a:gd name="T83" fmla="*/ 0 h 2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39"/>
                <a:gd name="T127" fmla="*/ 0 h 2133"/>
                <a:gd name="T128" fmla="*/ 2039 w 2039"/>
                <a:gd name="T129" fmla="*/ 2133 h 2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39" h="2133">
                  <a:moveTo>
                    <a:pt x="218" y="0"/>
                  </a:moveTo>
                  <a:lnTo>
                    <a:pt x="310" y="116"/>
                  </a:lnTo>
                  <a:lnTo>
                    <a:pt x="380" y="208"/>
                  </a:lnTo>
                  <a:lnTo>
                    <a:pt x="402" y="270"/>
                  </a:lnTo>
                  <a:lnTo>
                    <a:pt x="402" y="325"/>
                  </a:lnTo>
                  <a:lnTo>
                    <a:pt x="380" y="371"/>
                  </a:lnTo>
                  <a:lnTo>
                    <a:pt x="365" y="424"/>
                  </a:lnTo>
                  <a:lnTo>
                    <a:pt x="402" y="479"/>
                  </a:lnTo>
                  <a:lnTo>
                    <a:pt x="402" y="532"/>
                  </a:lnTo>
                  <a:lnTo>
                    <a:pt x="372" y="532"/>
                  </a:lnTo>
                  <a:lnTo>
                    <a:pt x="365" y="615"/>
                  </a:lnTo>
                  <a:lnTo>
                    <a:pt x="380" y="811"/>
                  </a:lnTo>
                  <a:lnTo>
                    <a:pt x="359" y="991"/>
                  </a:lnTo>
                  <a:lnTo>
                    <a:pt x="334" y="1151"/>
                  </a:lnTo>
                  <a:lnTo>
                    <a:pt x="380" y="1321"/>
                  </a:lnTo>
                  <a:lnTo>
                    <a:pt x="326" y="1430"/>
                  </a:lnTo>
                  <a:lnTo>
                    <a:pt x="402" y="1584"/>
                  </a:lnTo>
                  <a:lnTo>
                    <a:pt x="598" y="1591"/>
                  </a:lnTo>
                  <a:lnTo>
                    <a:pt x="681" y="1669"/>
                  </a:lnTo>
                  <a:lnTo>
                    <a:pt x="741" y="1661"/>
                  </a:lnTo>
                  <a:lnTo>
                    <a:pt x="836" y="1623"/>
                  </a:lnTo>
                  <a:lnTo>
                    <a:pt x="943" y="1544"/>
                  </a:lnTo>
                  <a:lnTo>
                    <a:pt x="976" y="1507"/>
                  </a:lnTo>
                  <a:lnTo>
                    <a:pt x="958" y="1452"/>
                  </a:lnTo>
                  <a:lnTo>
                    <a:pt x="928" y="1415"/>
                  </a:lnTo>
                  <a:lnTo>
                    <a:pt x="859" y="1381"/>
                  </a:lnTo>
                  <a:lnTo>
                    <a:pt x="958" y="1415"/>
                  </a:lnTo>
                  <a:lnTo>
                    <a:pt x="1022" y="1476"/>
                  </a:lnTo>
                  <a:lnTo>
                    <a:pt x="1154" y="1468"/>
                  </a:lnTo>
                  <a:lnTo>
                    <a:pt x="1277" y="1492"/>
                  </a:lnTo>
                  <a:lnTo>
                    <a:pt x="1501" y="1544"/>
                  </a:lnTo>
                  <a:lnTo>
                    <a:pt x="1253" y="1507"/>
                  </a:lnTo>
                  <a:lnTo>
                    <a:pt x="1191" y="1538"/>
                  </a:lnTo>
                  <a:lnTo>
                    <a:pt x="1129" y="1600"/>
                  </a:lnTo>
                  <a:lnTo>
                    <a:pt x="1083" y="1678"/>
                  </a:lnTo>
                  <a:lnTo>
                    <a:pt x="1360" y="1701"/>
                  </a:lnTo>
                  <a:lnTo>
                    <a:pt x="1569" y="1701"/>
                  </a:lnTo>
                  <a:lnTo>
                    <a:pt x="1781" y="1669"/>
                  </a:lnTo>
                  <a:lnTo>
                    <a:pt x="1927" y="1648"/>
                  </a:lnTo>
                  <a:lnTo>
                    <a:pt x="2011" y="1777"/>
                  </a:lnTo>
                  <a:lnTo>
                    <a:pt x="2039" y="1870"/>
                  </a:lnTo>
                  <a:lnTo>
                    <a:pt x="2039" y="1971"/>
                  </a:lnTo>
                  <a:lnTo>
                    <a:pt x="2026" y="2072"/>
                  </a:lnTo>
                  <a:lnTo>
                    <a:pt x="2002" y="2133"/>
                  </a:lnTo>
                  <a:lnTo>
                    <a:pt x="2017" y="2033"/>
                  </a:lnTo>
                  <a:lnTo>
                    <a:pt x="2026" y="1940"/>
                  </a:lnTo>
                  <a:lnTo>
                    <a:pt x="2017" y="1854"/>
                  </a:lnTo>
                  <a:lnTo>
                    <a:pt x="1987" y="1777"/>
                  </a:lnTo>
                  <a:lnTo>
                    <a:pt x="1908" y="1661"/>
                  </a:lnTo>
                  <a:lnTo>
                    <a:pt x="1686" y="1709"/>
                  </a:lnTo>
                  <a:lnTo>
                    <a:pt x="1470" y="1722"/>
                  </a:lnTo>
                  <a:lnTo>
                    <a:pt x="1168" y="1747"/>
                  </a:lnTo>
                  <a:lnTo>
                    <a:pt x="914" y="1733"/>
                  </a:lnTo>
                  <a:lnTo>
                    <a:pt x="783" y="1701"/>
                  </a:lnTo>
                  <a:lnTo>
                    <a:pt x="635" y="1694"/>
                  </a:lnTo>
                  <a:lnTo>
                    <a:pt x="557" y="1733"/>
                  </a:lnTo>
                  <a:lnTo>
                    <a:pt x="518" y="1637"/>
                  </a:lnTo>
                  <a:lnTo>
                    <a:pt x="420" y="1623"/>
                  </a:lnTo>
                  <a:lnTo>
                    <a:pt x="341" y="1648"/>
                  </a:lnTo>
                  <a:lnTo>
                    <a:pt x="326" y="1529"/>
                  </a:lnTo>
                  <a:lnTo>
                    <a:pt x="264" y="1538"/>
                  </a:lnTo>
                  <a:lnTo>
                    <a:pt x="9" y="1685"/>
                  </a:lnTo>
                  <a:lnTo>
                    <a:pt x="0" y="1648"/>
                  </a:lnTo>
                  <a:lnTo>
                    <a:pt x="24" y="1584"/>
                  </a:lnTo>
                  <a:lnTo>
                    <a:pt x="92" y="1553"/>
                  </a:lnTo>
                  <a:lnTo>
                    <a:pt x="303" y="1501"/>
                  </a:lnTo>
                  <a:lnTo>
                    <a:pt x="288" y="1378"/>
                  </a:lnTo>
                  <a:lnTo>
                    <a:pt x="334" y="1291"/>
                  </a:lnTo>
                  <a:lnTo>
                    <a:pt x="255" y="952"/>
                  </a:lnTo>
                  <a:lnTo>
                    <a:pt x="119" y="604"/>
                  </a:lnTo>
                  <a:lnTo>
                    <a:pt x="239" y="887"/>
                  </a:lnTo>
                  <a:lnTo>
                    <a:pt x="303" y="1065"/>
                  </a:lnTo>
                  <a:lnTo>
                    <a:pt x="317" y="802"/>
                  </a:lnTo>
                  <a:lnTo>
                    <a:pt x="310" y="615"/>
                  </a:lnTo>
                  <a:lnTo>
                    <a:pt x="255" y="445"/>
                  </a:lnTo>
                  <a:lnTo>
                    <a:pt x="185" y="263"/>
                  </a:lnTo>
                  <a:lnTo>
                    <a:pt x="110" y="122"/>
                  </a:lnTo>
                  <a:lnTo>
                    <a:pt x="209" y="292"/>
                  </a:lnTo>
                  <a:lnTo>
                    <a:pt x="294" y="494"/>
                  </a:lnTo>
                  <a:lnTo>
                    <a:pt x="380" y="348"/>
                  </a:lnTo>
                  <a:lnTo>
                    <a:pt x="387" y="300"/>
                  </a:lnTo>
                  <a:lnTo>
                    <a:pt x="380" y="246"/>
                  </a:lnTo>
                  <a:lnTo>
                    <a:pt x="341" y="191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2" name="Freeform 312">
              <a:extLst>
                <a:ext uri="{FF2B5EF4-FFF2-40B4-BE49-F238E27FC236}">
                  <a16:creationId xmlns:a16="http://schemas.microsoft.com/office/drawing/2014/main" id="{C02303DE-023E-EE49-8B35-38646ABF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3025"/>
              <a:ext cx="55" cy="163"/>
            </a:xfrm>
            <a:custGeom>
              <a:avLst/>
              <a:gdLst>
                <a:gd name="T0" fmla="*/ 0 w 440"/>
                <a:gd name="T1" fmla="*/ 0 h 1300"/>
                <a:gd name="T2" fmla="*/ 0 w 440"/>
                <a:gd name="T3" fmla="*/ 0 h 1300"/>
                <a:gd name="T4" fmla="*/ 0 w 440"/>
                <a:gd name="T5" fmla="*/ 1 h 1300"/>
                <a:gd name="T6" fmla="*/ 0 w 440"/>
                <a:gd name="T7" fmla="*/ 1 h 1300"/>
                <a:gd name="T8" fmla="*/ 0 w 440"/>
                <a:gd name="T9" fmla="*/ 1 h 1300"/>
                <a:gd name="T10" fmla="*/ 1 w 440"/>
                <a:gd name="T11" fmla="*/ 2 h 1300"/>
                <a:gd name="T12" fmla="*/ 1 w 440"/>
                <a:gd name="T13" fmla="*/ 2 h 1300"/>
                <a:gd name="T14" fmla="*/ 1 w 440"/>
                <a:gd name="T15" fmla="*/ 2 h 1300"/>
                <a:gd name="T16" fmla="*/ 1 w 440"/>
                <a:gd name="T17" fmla="*/ 2 h 1300"/>
                <a:gd name="T18" fmla="*/ 1 w 440"/>
                <a:gd name="T19" fmla="*/ 2 h 1300"/>
                <a:gd name="T20" fmla="*/ 1 w 440"/>
                <a:gd name="T21" fmla="*/ 2 h 1300"/>
                <a:gd name="T22" fmla="*/ 1 w 440"/>
                <a:gd name="T23" fmla="*/ 3 h 1300"/>
                <a:gd name="T24" fmla="*/ 1 w 440"/>
                <a:gd name="T25" fmla="*/ 3 h 1300"/>
                <a:gd name="T26" fmla="*/ 0 w 440"/>
                <a:gd name="T27" fmla="*/ 2 h 1300"/>
                <a:gd name="T28" fmla="*/ 0 w 440"/>
                <a:gd name="T29" fmla="*/ 2 h 1300"/>
                <a:gd name="T30" fmla="*/ 0 w 440"/>
                <a:gd name="T31" fmla="*/ 2 h 1300"/>
                <a:gd name="T32" fmla="*/ 0 w 440"/>
                <a:gd name="T33" fmla="*/ 1 h 1300"/>
                <a:gd name="T34" fmla="*/ 0 w 440"/>
                <a:gd name="T35" fmla="*/ 1 h 1300"/>
                <a:gd name="T36" fmla="*/ 0 w 440"/>
                <a:gd name="T37" fmla="*/ 0 h 1300"/>
                <a:gd name="T38" fmla="*/ 0 w 440"/>
                <a:gd name="T39" fmla="*/ 0 h 1300"/>
                <a:gd name="T40" fmla="*/ 0 w 440"/>
                <a:gd name="T41" fmla="*/ 0 h 1300"/>
                <a:gd name="T42" fmla="*/ 0 w 440"/>
                <a:gd name="T43" fmla="*/ 0 h 13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40"/>
                <a:gd name="T67" fmla="*/ 0 h 1300"/>
                <a:gd name="T68" fmla="*/ 440 w 440"/>
                <a:gd name="T69" fmla="*/ 1300 h 130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40" h="1300">
                  <a:moveTo>
                    <a:pt x="138" y="109"/>
                  </a:moveTo>
                  <a:lnTo>
                    <a:pt x="115" y="177"/>
                  </a:lnTo>
                  <a:lnTo>
                    <a:pt x="124" y="339"/>
                  </a:lnTo>
                  <a:lnTo>
                    <a:pt x="138" y="524"/>
                  </a:lnTo>
                  <a:lnTo>
                    <a:pt x="177" y="717"/>
                  </a:lnTo>
                  <a:lnTo>
                    <a:pt x="249" y="874"/>
                  </a:lnTo>
                  <a:lnTo>
                    <a:pt x="308" y="943"/>
                  </a:lnTo>
                  <a:lnTo>
                    <a:pt x="262" y="1012"/>
                  </a:lnTo>
                  <a:lnTo>
                    <a:pt x="440" y="1033"/>
                  </a:lnTo>
                  <a:lnTo>
                    <a:pt x="249" y="1074"/>
                  </a:lnTo>
                  <a:lnTo>
                    <a:pt x="233" y="1153"/>
                  </a:lnTo>
                  <a:lnTo>
                    <a:pt x="233" y="1243"/>
                  </a:lnTo>
                  <a:lnTo>
                    <a:pt x="249" y="1300"/>
                  </a:lnTo>
                  <a:lnTo>
                    <a:pt x="0" y="1236"/>
                  </a:lnTo>
                  <a:lnTo>
                    <a:pt x="53" y="1104"/>
                  </a:lnTo>
                  <a:lnTo>
                    <a:pt x="78" y="943"/>
                  </a:lnTo>
                  <a:lnTo>
                    <a:pt x="115" y="671"/>
                  </a:lnTo>
                  <a:lnTo>
                    <a:pt x="115" y="425"/>
                  </a:lnTo>
                  <a:lnTo>
                    <a:pt x="92" y="170"/>
                  </a:lnTo>
                  <a:lnTo>
                    <a:pt x="124" y="109"/>
                  </a:lnTo>
                  <a:lnTo>
                    <a:pt x="154" y="0"/>
                  </a:lnTo>
                  <a:lnTo>
                    <a:pt x="138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3" name="Freeform 313">
              <a:extLst>
                <a:ext uri="{FF2B5EF4-FFF2-40B4-BE49-F238E27FC236}">
                  <a16:creationId xmlns:a16="http://schemas.microsoft.com/office/drawing/2014/main" id="{717751BE-CD03-104E-917B-AE9E26AF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166"/>
              <a:ext cx="60" cy="29"/>
            </a:xfrm>
            <a:custGeom>
              <a:avLst/>
              <a:gdLst>
                <a:gd name="T0" fmla="*/ 0 w 485"/>
                <a:gd name="T1" fmla="*/ 0 h 233"/>
                <a:gd name="T2" fmla="*/ 0 w 485"/>
                <a:gd name="T3" fmla="*/ 0 h 233"/>
                <a:gd name="T4" fmla="*/ 1 w 485"/>
                <a:gd name="T5" fmla="*/ 0 h 233"/>
                <a:gd name="T6" fmla="*/ 1 w 485"/>
                <a:gd name="T7" fmla="*/ 0 h 233"/>
                <a:gd name="T8" fmla="*/ 1 w 485"/>
                <a:gd name="T9" fmla="*/ 0 h 233"/>
                <a:gd name="T10" fmla="*/ 1 w 485"/>
                <a:gd name="T11" fmla="*/ 0 h 233"/>
                <a:gd name="T12" fmla="*/ 1 w 485"/>
                <a:gd name="T13" fmla="*/ 0 h 233"/>
                <a:gd name="T14" fmla="*/ 1 w 485"/>
                <a:gd name="T15" fmla="*/ 0 h 233"/>
                <a:gd name="T16" fmla="*/ 0 w 485"/>
                <a:gd name="T17" fmla="*/ 0 h 233"/>
                <a:gd name="T18" fmla="*/ 0 w 485"/>
                <a:gd name="T19" fmla="*/ 0 h 233"/>
                <a:gd name="T20" fmla="*/ 0 w 485"/>
                <a:gd name="T21" fmla="*/ 0 h 233"/>
                <a:gd name="T22" fmla="*/ 0 w 485"/>
                <a:gd name="T23" fmla="*/ 0 h 233"/>
                <a:gd name="T24" fmla="*/ 0 w 485"/>
                <a:gd name="T25" fmla="*/ 0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85"/>
                <a:gd name="T40" fmla="*/ 0 h 233"/>
                <a:gd name="T41" fmla="*/ 485 w 485"/>
                <a:gd name="T42" fmla="*/ 233 h 2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85" h="233">
                  <a:moveTo>
                    <a:pt x="30" y="77"/>
                  </a:moveTo>
                  <a:lnTo>
                    <a:pt x="224" y="92"/>
                  </a:lnTo>
                  <a:lnTo>
                    <a:pt x="355" y="99"/>
                  </a:lnTo>
                  <a:lnTo>
                    <a:pt x="408" y="46"/>
                  </a:lnTo>
                  <a:lnTo>
                    <a:pt x="485" y="0"/>
                  </a:lnTo>
                  <a:lnTo>
                    <a:pt x="408" y="62"/>
                  </a:lnTo>
                  <a:lnTo>
                    <a:pt x="360" y="133"/>
                  </a:lnTo>
                  <a:lnTo>
                    <a:pt x="355" y="179"/>
                  </a:lnTo>
                  <a:lnTo>
                    <a:pt x="0" y="233"/>
                  </a:lnTo>
                  <a:lnTo>
                    <a:pt x="14" y="193"/>
                  </a:lnTo>
                  <a:lnTo>
                    <a:pt x="61" y="133"/>
                  </a:lnTo>
                  <a:lnTo>
                    <a:pt x="113" y="99"/>
                  </a:lnTo>
                  <a:lnTo>
                    <a:pt x="3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4" name="Freeform 314">
              <a:extLst>
                <a:ext uri="{FF2B5EF4-FFF2-40B4-BE49-F238E27FC236}">
                  <a16:creationId xmlns:a16="http://schemas.microsoft.com/office/drawing/2014/main" id="{1BACDB52-D246-C24B-BAFB-1246FE86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3004"/>
              <a:ext cx="18" cy="109"/>
            </a:xfrm>
            <a:custGeom>
              <a:avLst/>
              <a:gdLst>
                <a:gd name="T0" fmla="*/ 0 w 148"/>
                <a:gd name="T1" fmla="*/ 0 h 875"/>
                <a:gd name="T2" fmla="*/ 0 w 148"/>
                <a:gd name="T3" fmla="*/ 0 h 875"/>
                <a:gd name="T4" fmla="*/ 0 w 148"/>
                <a:gd name="T5" fmla="*/ 1 h 875"/>
                <a:gd name="T6" fmla="*/ 0 w 148"/>
                <a:gd name="T7" fmla="*/ 1 h 875"/>
                <a:gd name="T8" fmla="*/ 0 w 148"/>
                <a:gd name="T9" fmla="*/ 1 h 875"/>
                <a:gd name="T10" fmla="*/ 0 w 148"/>
                <a:gd name="T11" fmla="*/ 2 h 875"/>
                <a:gd name="T12" fmla="*/ 0 w 148"/>
                <a:gd name="T13" fmla="*/ 1 h 875"/>
                <a:gd name="T14" fmla="*/ 0 w 148"/>
                <a:gd name="T15" fmla="*/ 1 h 875"/>
                <a:gd name="T16" fmla="*/ 0 w 148"/>
                <a:gd name="T17" fmla="*/ 1 h 875"/>
                <a:gd name="T18" fmla="*/ 0 w 148"/>
                <a:gd name="T19" fmla="*/ 0 h 875"/>
                <a:gd name="T20" fmla="*/ 0 w 148"/>
                <a:gd name="T21" fmla="*/ 0 h 8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8"/>
                <a:gd name="T34" fmla="*/ 0 h 875"/>
                <a:gd name="T35" fmla="*/ 148 w 148"/>
                <a:gd name="T36" fmla="*/ 875 h 87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8" h="875">
                  <a:moveTo>
                    <a:pt x="0" y="0"/>
                  </a:moveTo>
                  <a:lnTo>
                    <a:pt x="69" y="201"/>
                  </a:lnTo>
                  <a:lnTo>
                    <a:pt x="99" y="394"/>
                  </a:lnTo>
                  <a:lnTo>
                    <a:pt x="124" y="625"/>
                  </a:lnTo>
                  <a:lnTo>
                    <a:pt x="133" y="796"/>
                  </a:lnTo>
                  <a:lnTo>
                    <a:pt x="148" y="875"/>
                  </a:lnTo>
                  <a:lnTo>
                    <a:pt x="140" y="688"/>
                  </a:lnTo>
                  <a:lnTo>
                    <a:pt x="124" y="462"/>
                  </a:lnTo>
                  <a:lnTo>
                    <a:pt x="99" y="323"/>
                  </a:lnTo>
                  <a:lnTo>
                    <a:pt x="87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5" name="Freeform 315">
              <a:extLst>
                <a:ext uri="{FF2B5EF4-FFF2-40B4-BE49-F238E27FC236}">
                  <a16:creationId xmlns:a16="http://schemas.microsoft.com/office/drawing/2014/main" id="{3A1B34AA-F518-1344-BEAF-5BDE56AD7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192"/>
              <a:ext cx="96" cy="53"/>
            </a:xfrm>
            <a:custGeom>
              <a:avLst/>
              <a:gdLst>
                <a:gd name="T0" fmla="*/ 0 w 770"/>
                <a:gd name="T1" fmla="*/ 1 h 428"/>
                <a:gd name="T2" fmla="*/ 0 w 770"/>
                <a:gd name="T3" fmla="*/ 1 h 428"/>
                <a:gd name="T4" fmla="*/ 0 w 770"/>
                <a:gd name="T5" fmla="*/ 1 h 428"/>
                <a:gd name="T6" fmla="*/ 0 w 770"/>
                <a:gd name="T7" fmla="*/ 1 h 428"/>
                <a:gd name="T8" fmla="*/ 1 w 770"/>
                <a:gd name="T9" fmla="*/ 1 h 428"/>
                <a:gd name="T10" fmla="*/ 1 w 770"/>
                <a:gd name="T11" fmla="*/ 1 h 428"/>
                <a:gd name="T12" fmla="*/ 1 w 770"/>
                <a:gd name="T13" fmla="*/ 1 h 428"/>
                <a:gd name="T14" fmla="*/ 1 w 770"/>
                <a:gd name="T15" fmla="*/ 1 h 428"/>
                <a:gd name="T16" fmla="*/ 1 w 770"/>
                <a:gd name="T17" fmla="*/ 1 h 428"/>
                <a:gd name="T18" fmla="*/ 1 w 770"/>
                <a:gd name="T19" fmla="*/ 1 h 428"/>
                <a:gd name="T20" fmla="*/ 1 w 770"/>
                <a:gd name="T21" fmla="*/ 1 h 428"/>
                <a:gd name="T22" fmla="*/ 1 w 770"/>
                <a:gd name="T23" fmla="*/ 0 h 428"/>
                <a:gd name="T24" fmla="*/ 1 w 770"/>
                <a:gd name="T25" fmla="*/ 0 h 428"/>
                <a:gd name="T26" fmla="*/ 1 w 770"/>
                <a:gd name="T27" fmla="*/ 0 h 428"/>
                <a:gd name="T28" fmla="*/ 1 w 770"/>
                <a:gd name="T29" fmla="*/ 0 h 428"/>
                <a:gd name="T30" fmla="*/ 1 w 770"/>
                <a:gd name="T31" fmla="*/ 0 h 428"/>
                <a:gd name="T32" fmla="*/ 1 w 770"/>
                <a:gd name="T33" fmla="*/ 0 h 428"/>
                <a:gd name="T34" fmla="*/ 1 w 770"/>
                <a:gd name="T35" fmla="*/ 0 h 428"/>
                <a:gd name="T36" fmla="*/ 1 w 770"/>
                <a:gd name="T37" fmla="*/ 0 h 428"/>
                <a:gd name="T38" fmla="*/ 1 w 770"/>
                <a:gd name="T39" fmla="*/ 0 h 428"/>
                <a:gd name="T40" fmla="*/ 1 w 770"/>
                <a:gd name="T41" fmla="*/ 0 h 428"/>
                <a:gd name="T42" fmla="*/ 1 w 770"/>
                <a:gd name="T43" fmla="*/ 0 h 428"/>
                <a:gd name="T44" fmla="*/ 1 w 770"/>
                <a:gd name="T45" fmla="*/ 0 h 428"/>
                <a:gd name="T46" fmla="*/ 1 w 770"/>
                <a:gd name="T47" fmla="*/ 0 h 428"/>
                <a:gd name="T48" fmla="*/ 1 w 770"/>
                <a:gd name="T49" fmla="*/ 0 h 428"/>
                <a:gd name="T50" fmla="*/ 1 w 770"/>
                <a:gd name="T51" fmla="*/ 0 h 428"/>
                <a:gd name="T52" fmla="*/ 1 w 770"/>
                <a:gd name="T53" fmla="*/ 0 h 428"/>
                <a:gd name="T54" fmla="*/ 1 w 770"/>
                <a:gd name="T55" fmla="*/ 0 h 428"/>
                <a:gd name="T56" fmla="*/ 1 w 770"/>
                <a:gd name="T57" fmla="*/ 0 h 428"/>
                <a:gd name="T58" fmla="*/ 1 w 770"/>
                <a:gd name="T59" fmla="*/ 0 h 428"/>
                <a:gd name="T60" fmla="*/ 1 w 770"/>
                <a:gd name="T61" fmla="*/ 0 h 428"/>
                <a:gd name="T62" fmla="*/ 1 w 770"/>
                <a:gd name="T63" fmla="*/ 0 h 428"/>
                <a:gd name="T64" fmla="*/ 1 w 770"/>
                <a:gd name="T65" fmla="*/ 0 h 428"/>
                <a:gd name="T66" fmla="*/ 1 w 770"/>
                <a:gd name="T67" fmla="*/ 0 h 428"/>
                <a:gd name="T68" fmla="*/ 1 w 770"/>
                <a:gd name="T69" fmla="*/ 0 h 428"/>
                <a:gd name="T70" fmla="*/ 1 w 770"/>
                <a:gd name="T71" fmla="*/ 0 h 428"/>
                <a:gd name="T72" fmla="*/ 1 w 770"/>
                <a:gd name="T73" fmla="*/ 0 h 428"/>
                <a:gd name="T74" fmla="*/ 1 w 770"/>
                <a:gd name="T75" fmla="*/ 0 h 428"/>
                <a:gd name="T76" fmla="*/ 1 w 770"/>
                <a:gd name="T77" fmla="*/ 0 h 428"/>
                <a:gd name="T78" fmla="*/ 1 w 770"/>
                <a:gd name="T79" fmla="*/ 0 h 428"/>
                <a:gd name="T80" fmla="*/ 1 w 770"/>
                <a:gd name="T81" fmla="*/ 0 h 428"/>
                <a:gd name="T82" fmla="*/ 1 w 770"/>
                <a:gd name="T83" fmla="*/ 1 h 428"/>
                <a:gd name="T84" fmla="*/ 1 w 770"/>
                <a:gd name="T85" fmla="*/ 1 h 428"/>
                <a:gd name="T86" fmla="*/ 1 w 770"/>
                <a:gd name="T87" fmla="*/ 1 h 428"/>
                <a:gd name="T88" fmla="*/ 1 w 770"/>
                <a:gd name="T89" fmla="*/ 1 h 428"/>
                <a:gd name="T90" fmla="*/ 1 w 770"/>
                <a:gd name="T91" fmla="*/ 1 h 428"/>
                <a:gd name="T92" fmla="*/ 1 w 770"/>
                <a:gd name="T93" fmla="*/ 1 h 428"/>
                <a:gd name="T94" fmla="*/ 1 w 770"/>
                <a:gd name="T95" fmla="*/ 1 h 428"/>
                <a:gd name="T96" fmla="*/ 0 w 770"/>
                <a:gd name="T97" fmla="*/ 1 h 428"/>
                <a:gd name="T98" fmla="*/ 0 w 770"/>
                <a:gd name="T99" fmla="*/ 1 h 428"/>
                <a:gd name="T100" fmla="*/ 0 w 770"/>
                <a:gd name="T101" fmla="*/ 1 h 428"/>
                <a:gd name="T102" fmla="*/ 0 w 770"/>
                <a:gd name="T103" fmla="*/ 1 h 428"/>
                <a:gd name="T104" fmla="*/ 0 w 770"/>
                <a:gd name="T105" fmla="*/ 1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70"/>
                <a:gd name="T160" fmla="*/ 0 h 428"/>
                <a:gd name="T161" fmla="*/ 770 w 770"/>
                <a:gd name="T162" fmla="*/ 428 h 42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70" h="428">
                  <a:moveTo>
                    <a:pt x="16" y="400"/>
                  </a:moveTo>
                  <a:lnTo>
                    <a:pt x="108" y="408"/>
                  </a:lnTo>
                  <a:lnTo>
                    <a:pt x="205" y="412"/>
                  </a:lnTo>
                  <a:lnTo>
                    <a:pt x="280" y="415"/>
                  </a:lnTo>
                  <a:lnTo>
                    <a:pt x="326" y="403"/>
                  </a:lnTo>
                  <a:lnTo>
                    <a:pt x="343" y="382"/>
                  </a:lnTo>
                  <a:lnTo>
                    <a:pt x="363" y="362"/>
                  </a:lnTo>
                  <a:lnTo>
                    <a:pt x="396" y="343"/>
                  </a:lnTo>
                  <a:lnTo>
                    <a:pt x="359" y="338"/>
                  </a:lnTo>
                  <a:lnTo>
                    <a:pt x="442" y="331"/>
                  </a:lnTo>
                  <a:lnTo>
                    <a:pt x="477" y="311"/>
                  </a:lnTo>
                  <a:lnTo>
                    <a:pt x="499" y="279"/>
                  </a:lnTo>
                  <a:lnTo>
                    <a:pt x="456" y="246"/>
                  </a:lnTo>
                  <a:lnTo>
                    <a:pt x="534" y="259"/>
                  </a:lnTo>
                  <a:lnTo>
                    <a:pt x="587" y="274"/>
                  </a:lnTo>
                  <a:lnTo>
                    <a:pt x="607" y="262"/>
                  </a:lnTo>
                  <a:lnTo>
                    <a:pt x="631" y="235"/>
                  </a:lnTo>
                  <a:lnTo>
                    <a:pt x="659" y="151"/>
                  </a:lnTo>
                  <a:lnTo>
                    <a:pt x="583" y="160"/>
                  </a:lnTo>
                  <a:lnTo>
                    <a:pt x="555" y="138"/>
                  </a:lnTo>
                  <a:lnTo>
                    <a:pt x="555" y="105"/>
                  </a:lnTo>
                  <a:lnTo>
                    <a:pt x="613" y="136"/>
                  </a:lnTo>
                  <a:lnTo>
                    <a:pt x="688" y="136"/>
                  </a:lnTo>
                  <a:lnTo>
                    <a:pt x="741" y="127"/>
                  </a:lnTo>
                  <a:lnTo>
                    <a:pt x="752" y="108"/>
                  </a:lnTo>
                  <a:lnTo>
                    <a:pt x="758" y="76"/>
                  </a:lnTo>
                  <a:lnTo>
                    <a:pt x="750" y="52"/>
                  </a:lnTo>
                  <a:lnTo>
                    <a:pt x="730" y="43"/>
                  </a:lnTo>
                  <a:lnTo>
                    <a:pt x="677" y="28"/>
                  </a:lnTo>
                  <a:lnTo>
                    <a:pt x="624" y="24"/>
                  </a:lnTo>
                  <a:lnTo>
                    <a:pt x="647" y="0"/>
                  </a:lnTo>
                  <a:lnTo>
                    <a:pt x="746" y="39"/>
                  </a:lnTo>
                  <a:lnTo>
                    <a:pt x="770" y="64"/>
                  </a:lnTo>
                  <a:lnTo>
                    <a:pt x="770" y="92"/>
                  </a:lnTo>
                  <a:lnTo>
                    <a:pt x="752" y="131"/>
                  </a:lnTo>
                  <a:lnTo>
                    <a:pt x="737" y="149"/>
                  </a:lnTo>
                  <a:lnTo>
                    <a:pt x="677" y="156"/>
                  </a:lnTo>
                  <a:lnTo>
                    <a:pt x="633" y="255"/>
                  </a:lnTo>
                  <a:lnTo>
                    <a:pt x="610" y="283"/>
                  </a:lnTo>
                  <a:lnTo>
                    <a:pt x="578" y="294"/>
                  </a:lnTo>
                  <a:lnTo>
                    <a:pt x="546" y="288"/>
                  </a:lnTo>
                  <a:lnTo>
                    <a:pt x="517" y="318"/>
                  </a:lnTo>
                  <a:lnTo>
                    <a:pt x="486" y="331"/>
                  </a:lnTo>
                  <a:lnTo>
                    <a:pt x="431" y="343"/>
                  </a:lnTo>
                  <a:lnTo>
                    <a:pt x="403" y="366"/>
                  </a:lnTo>
                  <a:lnTo>
                    <a:pt x="368" y="400"/>
                  </a:lnTo>
                  <a:lnTo>
                    <a:pt x="336" y="412"/>
                  </a:lnTo>
                  <a:lnTo>
                    <a:pt x="299" y="428"/>
                  </a:lnTo>
                  <a:lnTo>
                    <a:pt x="227" y="428"/>
                  </a:lnTo>
                  <a:lnTo>
                    <a:pt x="93" y="419"/>
                  </a:lnTo>
                  <a:lnTo>
                    <a:pt x="0" y="408"/>
                  </a:lnTo>
                  <a:lnTo>
                    <a:pt x="4" y="396"/>
                  </a:lnTo>
                  <a:lnTo>
                    <a:pt x="16" y="4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6" name="Freeform 316">
              <a:extLst>
                <a:ext uri="{FF2B5EF4-FFF2-40B4-BE49-F238E27FC236}">
                  <a16:creationId xmlns:a16="http://schemas.microsoft.com/office/drawing/2014/main" id="{CB5EE630-00E3-FD4F-8174-996C73CC9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145"/>
              <a:ext cx="34" cy="23"/>
            </a:xfrm>
            <a:custGeom>
              <a:avLst/>
              <a:gdLst>
                <a:gd name="T0" fmla="*/ 0 w 268"/>
                <a:gd name="T1" fmla="*/ 0 h 182"/>
                <a:gd name="T2" fmla="*/ 0 w 268"/>
                <a:gd name="T3" fmla="*/ 0 h 182"/>
                <a:gd name="T4" fmla="*/ 0 w 268"/>
                <a:gd name="T5" fmla="*/ 0 h 182"/>
                <a:gd name="T6" fmla="*/ 0 w 268"/>
                <a:gd name="T7" fmla="*/ 0 h 182"/>
                <a:gd name="T8" fmla="*/ 0 w 268"/>
                <a:gd name="T9" fmla="*/ 0 h 182"/>
                <a:gd name="T10" fmla="*/ 0 w 268"/>
                <a:gd name="T11" fmla="*/ 0 h 182"/>
                <a:gd name="T12" fmla="*/ 0 w 268"/>
                <a:gd name="T13" fmla="*/ 0 h 182"/>
                <a:gd name="T14" fmla="*/ 0 w 268"/>
                <a:gd name="T15" fmla="*/ 0 h 182"/>
                <a:gd name="T16" fmla="*/ 0 w 268"/>
                <a:gd name="T17" fmla="*/ 0 h 182"/>
                <a:gd name="T18" fmla="*/ 1 w 268"/>
                <a:gd name="T19" fmla="*/ 0 h 182"/>
                <a:gd name="T20" fmla="*/ 1 w 268"/>
                <a:gd name="T21" fmla="*/ 0 h 182"/>
                <a:gd name="T22" fmla="*/ 1 w 268"/>
                <a:gd name="T23" fmla="*/ 0 h 182"/>
                <a:gd name="T24" fmla="*/ 1 w 268"/>
                <a:gd name="T25" fmla="*/ 0 h 182"/>
                <a:gd name="T26" fmla="*/ 1 w 268"/>
                <a:gd name="T27" fmla="*/ 0 h 182"/>
                <a:gd name="T28" fmla="*/ 0 w 268"/>
                <a:gd name="T29" fmla="*/ 0 h 182"/>
                <a:gd name="T30" fmla="*/ 1 w 268"/>
                <a:gd name="T31" fmla="*/ 0 h 182"/>
                <a:gd name="T32" fmla="*/ 1 w 268"/>
                <a:gd name="T33" fmla="*/ 0 h 182"/>
                <a:gd name="T34" fmla="*/ 1 w 268"/>
                <a:gd name="T35" fmla="*/ 0 h 182"/>
                <a:gd name="T36" fmla="*/ 1 w 268"/>
                <a:gd name="T37" fmla="*/ 0 h 182"/>
                <a:gd name="T38" fmla="*/ 1 w 268"/>
                <a:gd name="T39" fmla="*/ 0 h 182"/>
                <a:gd name="T40" fmla="*/ 0 w 268"/>
                <a:gd name="T41" fmla="*/ 0 h 182"/>
                <a:gd name="T42" fmla="*/ 0 w 268"/>
                <a:gd name="T43" fmla="*/ 0 h 182"/>
                <a:gd name="T44" fmla="*/ 0 w 268"/>
                <a:gd name="T45" fmla="*/ 0 h 182"/>
                <a:gd name="T46" fmla="*/ 0 w 268"/>
                <a:gd name="T47" fmla="*/ 0 h 182"/>
                <a:gd name="T48" fmla="*/ 0 w 268"/>
                <a:gd name="T49" fmla="*/ 0 h 182"/>
                <a:gd name="T50" fmla="*/ 0 w 268"/>
                <a:gd name="T51" fmla="*/ 0 h 182"/>
                <a:gd name="T52" fmla="*/ 0 w 268"/>
                <a:gd name="T53" fmla="*/ 0 h 182"/>
                <a:gd name="T54" fmla="*/ 0 w 268"/>
                <a:gd name="T55" fmla="*/ 0 h 182"/>
                <a:gd name="T56" fmla="*/ 0 w 268"/>
                <a:gd name="T57" fmla="*/ 0 h 182"/>
                <a:gd name="T58" fmla="*/ 0 w 268"/>
                <a:gd name="T59" fmla="*/ 0 h 18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68"/>
                <a:gd name="T91" fmla="*/ 0 h 182"/>
                <a:gd name="T92" fmla="*/ 268 w 268"/>
                <a:gd name="T93" fmla="*/ 182 h 18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68" h="182">
                  <a:moveTo>
                    <a:pt x="77" y="0"/>
                  </a:moveTo>
                  <a:lnTo>
                    <a:pt x="62" y="18"/>
                  </a:lnTo>
                  <a:lnTo>
                    <a:pt x="46" y="48"/>
                  </a:lnTo>
                  <a:lnTo>
                    <a:pt x="39" y="72"/>
                  </a:lnTo>
                  <a:lnTo>
                    <a:pt x="44" y="81"/>
                  </a:lnTo>
                  <a:lnTo>
                    <a:pt x="62" y="86"/>
                  </a:lnTo>
                  <a:lnTo>
                    <a:pt x="110" y="104"/>
                  </a:lnTo>
                  <a:lnTo>
                    <a:pt x="164" y="110"/>
                  </a:lnTo>
                  <a:lnTo>
                    <a:pt x="203" y="104"/>
                  </a:lnTo>
                  <a:lnTo>
                    <a:pt x="226" y="88"/>
                  </a:lnTo>
                  <a:lnTo>
                    <a:pt x="244" y="71"/>
                  </a:lnTo>
                  <a:lnTo>
                    <a:pt x="252" y="57"/>
                  </a:lnTo>
                  <a:lnTo>
                    <a:pt x="252" y="35"/>
                  </a:lnTo>
                  <a:lnTo>
                    <a:pt x="231" y="20"/>
                  </a:lnTo>
                  <a:lnTo>
                    <a:pt x="145" y="9"/>
                  </a:lnTo>
                  <a:lnTo>
                    <a:pt x="231" y="14"/>
                  </a:lnTo>
                  <a:lnTo>
                    <a:pt x="263" y="25"/>
                  </a:lnTo>
                  <a:lnTo>
                    <a:pt x="268" y="46"/>
                  </a:lnTo>
                  <a:lnTo>
                    <a:pt x="259" y="72"/>
                  </a:lnTo>
                  <a:lnTo>
                    <a:pt x="244" y="97"/>
                  </a:lnTo>
                  <a:lnTo>
                    <a:pt x="213" y="129"/>
                  </a:lnTo>
                  <a:lnTo>
                    <a:pt x="178" y="152"/>
                  </a:lnTo>
                  <a:lnTo>
                    <a:pt x="132" y="171"/>
                  </a:lnTo>
                  <a:lnTo>
                    <a:pt x="72" y="171"/>
                  </a:lnTo>
                  <a:lnTo>
                    <a:pt x="30" y="171"/>
                  </a:lnTo>
                  <a:lnTo>
                    <a:pt x="7" y="182"/>
                  </a:lnTo>
                  <a:lnTo>
                    <a:pt x="0" y="127"/>
                  </a:lnTo>
                  <a:lnTo>
                    <a:pt x="33" y="37"/>
                  </a:lnTo>
                  <a:lnTo>
                    <a:pt x="57" y="14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7" name="Freeform 317">
              <a:extLst>
                <a:ext uri="{FF2B5EF4-FFF2-40B4-BE49-F238E27FC236}">
                  <a16:creationId xmlns:a16="http://schemas.microsoft.com/office/drawing/2014/main" id="{0CA9721E-9EE7-9041-A460-2E3F03D7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138"/>
              <a:ext cx="35" cy="49"/>
            </a:xfrm>
            <a:custGeom>
              <a:avLst/>
              <a:gdLst>
                <a:gd name="T0" fmla="*/ 0 w 281"/>
                <a:gd name="T1" fmla="*/ 0 h 394"/>
                <a:gd name="T2" fmla="*/ 0 w 281"/>
                <a:gd name="T3" fmla="*/ 0 h 394"/>
                <a:gd name="T4" fmla="*/ 0 w 281"/>
                <a:gd name="T5" fmla="*/ 0 h 394"/>
                <a:gd name="T6" fmla="*/ 0 w 281"/>
                <a:gd name="T7" fmla="*/ 0 h 394"/>
                <a:gd name="T8" fmla="*/ 0 w 281"/>
                <a:gd name="T9" fmla="*/ 0 h 394"/>
                <a:gd name="T10" fmla="*/ 0 w 281"/>
                <a:gd name="T11" fmla="*/ 0 h 394"/>
                <a:gd name="T12" fmla="*/ 0 w 281"/>
                <a:gd name="T13" fmla="*/ 0 h 394"/>
                <a:gd name="T14" fmla="*/ 0 w 281"/>
                <a:gd name="T15" fmla="*/ 0 h 394"/>
                <a:gd name="T16" fmla="*/ 0 w 281"/>
                <a:gd name="T17" fmla="*/ 0 h 394"/>
                <a:gd name="T18" fmla="*/ 0 w 281"/>
                <a:gd name="T19" fmla="*/ 0 h 394"/>
                <a:gd name="T20" fmla="*/ 0 w 281"/>
                <a:gd name="T21" fmla="*/ 0 h 394"/>
                <a:gd name="T22" fmla="*/ 0 w 281"/>
                <a:gd name="T23" fmla="*/ 0 h 394"/>
                <a:gd name="T24" fmla="*/ 0 w 281"/>
                <a:gd name="T25" fmla="*/ 0 h 394"/>
                <a:gd name="T26" fmla="*/ 0 w 281"/>
                <a:gd name="T27" fmla="*/ 0 h 394"/>
                <a:gd name="T28" fmla="*/ 0 w 281"/>
                <a:gd name="T29" fmla="*/ 0 h 394"/>
                <a:gd name="T30" fmla="*/ 0 w 281"/>
                <a:gd name="T31" fmla="*/ 0 h 394"/>
                <a:gd name="T32" fmla="*/ 0 w 281"/>
                <a:gd name="T33" fmla="*/ 0 h 394"/>
                <a:gd name="T34" fmla="*/ 0 w 281"/>
                <a:gd name="T35" fmla="*/ 0 h 394"/>
                <a:gd name="T36" fmla="*/ 0 w 281"/>
                <a:gd name="T37" fmla="*/ 0 h 394"/>
                <a:gd name="T38" fmla="*/ 0 w 281"/>
                <a:gd name="T39" fmla="*/ 0 h 394"/>
                <a:gd name="T40" fmla="*/ 0 w 281"/>
                <a:gd name="T41" fmla="*/ 0 h 394"/>
                <a:gd name="T42" fmla="*/ 0 w 281"/>
                <a:gd name="T43" fmla="*/ 1 h 394"/>
                <a:gd name="T44" fmla="*/ 0 w 281"/>
                <a:gd name="T45" fmla="*/ 1 h 394"/>
                <a:gd name="T46" fmla="*/ 0 w 281"/>
                <a:gd name="T47" fmla="*/ 1 h 394"/>
                <a:gd name="T48" fmla="*/ 0 w 281"/>
                <a:gd name="T49" fmla="*/ 1 h 394"/>
                <a:gd name="T50" fmla="*/ 0 w 281"/>
                <a:gd name="T51" fmla="*/ 1 h 394"/>
                <a:gd name="T52" fmla="*/ 0 w 281"/>
                <a:gd name="T53" fmla="*/ 1 h 394"/>
                <a:gd name="T54" fmla="*/ 0 w 281"/>
                <a:gd name="T55" fmla="*/ 1 h 394"/>
                <a:gd name="T56" fmla="*/ 0 w 281"/>
                <a:gd name="T57" fmla="*/ 1 h 394"/>
                <a:gd name="T58" fmla="*/ 0 w 281"/>
                <a:gd name="T59" fmla="*/ 1 h 394"/>
                <a:gd name="T60" fmla="*/ 0 w 281"/>
                <a:gd name="T61" fmla="*/ 0 h 394"/>
                <a:gd name="T62" fmla="*/ 0 w 281"/>
                <a:gd name="T63" fmla="*/ 0 h 394"/>
                <a:gd name="T64" fmla="*/ 0 w 281"/>
                <a:gd name="T65" fmla="*/ 0 h 394"/>
                <a:gd name="T66" fmla="*/ 0 w 281"/>
                <a:gd name="T67" fmla="*/ 0 h 394"/>
                <a:gd name="T68" fmla="*/ 0 w 281"/>
                <a:gd name="T69" fmla="*/ 0 h 394"/>
                <a:gd name="T70" fmla="*/ 0 w 281"/>
                <a:gd name="T71" fmla="*/ 0 h 394"/>
                <a:gd name="T72" fmla="*/ 0 w 281"/>
                <a:gd name="T73" fmla="*/ 0 h 394"/>
                <a:gd name="T74" fmla="*/ 0 w 281"/>
                <a:gd name="T75" fmla="*/ 0 h 394"/>
                <a:gd name="T76" fmla="*/ 0 w 281"/>
                <a:gd name="T77" fmla="*/ 0 h 394"/>
                <a:gd name="T78" fmla="*/ 0 w 281"/>
                <a:gd name="T79" fmla="*/ 0 h 394"/>
                <a:gd name="T80" fmla="*/ 0 w 281"/>
                <a:gd name="T81" fmla="*/ 0 h 394"/>
                <a:gd name="T82" fmla="*/ 0 w 281"/>
                <a:gd name="T83" fmla="*/ 0 h 394"/>
                <a:gd name="T84" fmla="*/ 0 w 281"/>
                <a:gd name="T85" fmla="*/ 0 h 394"/>
                <a:gd name="T86" fmla="*/ 0 w 281"/>
                <a:gd name="T87" fmla="*/ 0 h 39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81"/>
                <a:gd name="T133" fmla="*/ 0 h 394"/>
                <a:gd name="T134" fmla="*/ 281 w 281"/>
                <a:gd name="T135" fmla="*/ 394 h 39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81" h="394">
                  <a:moveTo>
                    <a:pt x="0" y="74"/>
                  </a:moveTo>
                  <a:lnTo>
                    <a:pt x="37" y="36"/>
                  </a:lnTo>
                  <a:lnTo>
                    <a:pt x="69" y="0"/>
                  </a:lnTo>
                  <a:lnTo>
                    <a:pt x="88" y="3"/>
                  </a:lnTo>
                  <a:lnTo>
                    <a:pt x="132" y="23"/>
                  </a:lnTo>
                  <a:lnTo>
                    <a:pt x="196" y="40"/>
                  </a:lnTo>
                  <a:lnTo>
                    <a:pt x="244" y="49"/>
                  </a:lnTo>
                  <a:lnTo>
                    <a:pt x="244" y="60"/>
                  </a:lnTo>
                  <a:lnTo>
                    <a:pt x="226" y="95"/>
                  </a:lnTo>
                  <a:lnTo>
                    <a:pt x="196" y="122"/>
                  </a:lnTo>
                  <a:lnTo>
                    <a:pt x="247" y="148"/>
                  </a:lnTo>
                  <a:lnTo>
                    <a:pt x="281" y="183"/>
                  </a:lnTo>
                  <a:lnTo>
                    <a:pt x="281" y="229"/>
                  </a:lnTo>
                  <a:lnTo>
                    <a:pt x="244" y="258"/>
                  </a:lnTo>
                  <a:lnTo>
                    <a:pt x="256" y="196"/>
                  </a:lnTo>
                  <a:lnTo>
                    <a:pt x="242" y="168"/>
                  </a:lnTo>
                  <a:lnTo>
                    <a:pt x="196" y="141"/>
                  </a:lnTo>
                  <a:lnTo>
                    <a:pt x="141" y="148"/>
                  </a:lnTo>
                  <a:lnTo>
                    <a:pt x="106" y="175"/>
                  </a:lnTo>
                  <a:lnTo>
                    <a:pt x="64" y="231"/>
                  </a:lnTo>
                  <a:lnTo>
                    <a:pt x="35" y="293"/>
                  </a:lnTo>
                  <a:lnTo>
                    <a:pt x="27" y="339"/>
                  </a:lnTo>
                  <a:lnTo>
                    <a:pt x="37" y="364"/>
                  </a:lnTo>
                  <a:lnTo>
                    <a:pt x="62" y="376"/>
                  </a:lnTo>
                  <a:lnTo>
                    <a:pt x="86" y="374"/>
                  </a:lnTo>
                  <a:lnTo>
                    <a:pt x="126" y="359"/>
                  </a:lnTo>
                  <a:lnTo>
                    <a:pt x="99" y="385"/>
                  </a:lnTo>
                  <a:lnTo>
                    <a:pt x="42" y="394"/>
                  </a:lnTo>
                  <a:lnTo>
                    <a:pt x="14" y="381"/>
                  </a:lnTo>
                  <a:lnTo>
                    <a:pt x="5" y="344"/>
                  </a:lnTo>
                  <a:lnTo>
                    <a:pt x="27" y="275"/>
                  </a:lnTo>
                  <a:lnTo>
                    <a:pt x="69" y="196"/>
                  </a:lnTo>
                  <a:lnTo>
                    <a:pt x="115" y="148"/>
                  </a:lnTo>
                  <a:lnTo>
                    <a:pt x="172" y="122"/>
                  </a:lnTo>
                  <a:lnTo>
                    <a:pt x="207" y="88"/>
                  </a:lnTo>
                  <a:lnTo>
                    <a:pt x="226" y="60"/>
                  </a:lnTo>
                  <a:lnTo>
                    <a:pt x="168" y="49"/>
                  </a:lnTo>
                  <a:lnTo>
                    <a:pt x="122" y="34"/>
                  </a:lnTo>
                  <a:lnTo>
                    <a:pt x="95" y="18"/>
                  </a:lnTo>
                  <a:lnTo>
                    <a:pt x="76" y="14"/>
                  </a:lnTo>
                  <a:lnTo>
                    <a:pt x="58" y="30"/>
                  </a:lnTo>
                  <a:lnTo>
                    <a:pt x="32" y="56"/>
                  </a:lnTo>
                  <a:lnTo>
                    <a:pt x="16" y="74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8" name="Freeform 318">
              <a:extLst>
                <a:ext uri="{FF2B5EF4-FFF2-40B4-BE49-F238E27FC236}">
                  <a16:creationId xmlns:a16="http://schemas.microsoft.com/office/drawing/2014/main" id="{02AEE6DD-FBA9-7848-B28E-985115C7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166"/>
              <a:ext cx="45" cy="34"/>
            </a:xfrm>
            <a:custGeom>
              <a:avLst/>
              <a:gdLst>
                <a:gd name="T0" fmla="*/ 0 w 366"/>
                <a:gd name="T1" fmla="*/ 0 h 275"/>
                <a:gd name="T2" fmla="*/ 0 w 366"/>
                <a:gd name="T3" fmla="*/ 0 h 275"/>
                <a:gd name="T4" fmla="*/ 0 w 366"/>
                <a:gd name="T5" fmla="*/ 0 h 275"/>
                <a:gd name="T6" fmla="*/ 0 w 366"/>
                <a:gd name="T7" fmla="*/ 0 h 275"/>
                <a:gd name="T8" fmla="*/ 1 w 366"/>
                <a:gd name="T9" fmla="*/ 0 h 275"/>
                <a:gd name="T10" fmla="*/ 0 w 366"/>
                <a:gd name="T11" fmla="*/ 0 h 275"/>
                <a:gd name="T12" fmla="*/ 1 w 366"/>
                <a:gd name="T13" fmla="*/ 0 h 275"/>
                <a:gd name="T14" fmla="*/ 1 w 366"/>
                <a:gd name="T15" fmla="*/ 0 h 275"/>
                <a:gd name="T16" fmla="*/ 1 w 366"/>
                <a:gd name="T17" fmla="*/ 0 h 275"/>
                <a:gd name="T18" fmla="*/ 1 w 366"/>
                <a:gd name="T19" fmla="*/ 0 h 275"/>
                <a:gd name="T20" fmla="*/ 1 w 366"/>
                <a:gd name="T21" fmla="*/ 0 h 275"/>
                <a:gd name="T22" fmla="*/ 1 w 366"/>
                <a:gd name="T23" fmla="*/ 0 h 275"/>
                <a:gd name="T24" fmla="*/ 1 w 366"/>
                <a:gd name="T25" fmla="*/ 0 h 275"/>
                <a:gd name="T26" fmla="*/ 1 w 366"/>
                <a:gd name="T27" fmla="*/ 0 h 275"/>
                <a:gd name="T28" fmla="*/ 1 w 366"/>
                <a:gd name="T29" fmla="*/ 0 h 275"/>
                <a:gd name="T30" fmla="*/ 1 w 366"/>
                <a:gd name="T31" fmla="*/ 0 h 275"/>
                <a:gd name="T32" fmla="*/ 1 w 366"/>
                <a:gd name="T33" fmla="*/ 0 h 275"/>
                <a:gd name="T34" fmla="*/ 0 w 366"/>
                <a:gd name="T35" fmla="*/ 0 h 275"/>
                <a:gd name="T36" fmla="*/ 0 w 366"/>
                <a:gd name="T37" fmla="*/ 0 h 275"/>
                <a:gd name="T38" fmla="*/ 0 w 366"/>
                <a:gd name="T39" fmla="*/ 0 h 275"/>
                <a:gd name="T40" fmla="*/ 0 w 366"/>
                <a:gd name="T41" fmla="*/ 0 h 275"/>
                <a:gd name="T42" fmla="*/ 0 w 366"/>
                <a:gd name="T43" fmla="*/ 0 h 275"/>
                <a:gd name="T44" fmla="*/ 0 w 366"/>
                <a:gd name="T45" fmla="*/ 0 h 275"/>
                <a:gd name="T46" fmla="*/ 1 w 366"/>
                <a:gd name="T47" fmla="*/ 0 h 275"/>
                <a:gd name="T48" fmla="*/ 0 w 366"/>
                <a:gd name="T49" fmla="*/ 0 h 275"/>
                <a:gd name="T50" fmla="*/ 0 w 366"/>
                <a:gd name="T51" fmla="*/ 0 h 275"/>
                <a:gd name="T52" fmla="*/ 0 w 366"/>
                <a:gd name="T53" fmla="*/ 0 h 275"/>
                <a:gd name="T54" fmla="*/ 0 w 366"/>
                <a:gd name="T55" fmla="*/ 0 h 275"/>
                <a:gd name="T56" fmla="*/ 0 w 366"/>
                <a:gd name="T57" fmla="*/ 0 h 275"/>
                <a:gd name="T58" fmla="*/ 0 w 366"/>
                <a:gd name="T59" fmla="*/ 0 h 275"/>
                <a:gd name="T60" fmla="*/ 0 w 366"/>
                <a:gd name="T61" fmla="*/ 0 h 275"/>
                <a:gd name="T62" fmla="*/ 0 w 366"/>
                <a:gd name="T63" fmla="*/ 0 h 275"/>
                <a:gd name="T64" fmla="*/ 0 w 366"/>
                <a:gd name="T65" fmla="*/ 0 h 275"/>
                <a:gd name="T66" fmla="*/ 0 w 366"/>
                <a:gd name="T67" fmla="*/ 0 h 275"/>
                <a:gd name="T68" fmla="*/ 0 w 366"/>
                <a:gd name="T69" fmla="*/ 0 h 275"/>
                <a:gd name="T70" fmla="*/ 0 w 366"/>
                <a:gd name="T71" fmla="*/ 0 h 275"/>
                <a:gd name="T72" fmla="*/ 0 w 366"/>
                <a:gd name="T73" fmla="*/ 0 h 275"/>
                <a:gd name="T74" fmla="*/ 0 w 366"/>
                <a:gd name="T75" fmla="*/ 0 h 275"/>
                <a:gd name="T76" fmla="*/ 0 w 366"/>
                <a:gd name="T77" fmla="*/ 0 h 275"/>
                <a:gd name="T78" fmla="*/ 0 w 366"/>
                <a:gd name="T79" fmla="*/ 0 h 275"/>
                <a:gd name="T80" fmla="*/ 0 w 366"/>
                <a:gd name="T81" fmla="*/ 0 h 275"/>
                <a:gd name="T82" fmla="*/ 0 w 366"/>
                <a:gd name="T83" fmla="*/ 0 h 275"/>
                <a:gd name="T84" fmla="*/ 0 w 366"/>
                <a:gd name="T85" fmla="*/ 0 h 275"/>
                <a:gd name="T86" fmla="*/ 0 w 366"/>
                <a:gd name="T87" fmla="*/ 0 h 275"/>
                <a:gd name="T88" fmla="*/ 0 w 366"/>
                <a:gd name="T89" fmla="*/ 0 h 275"/>
                <a:gd name="T90" fmla="*/ 0 w 366"/>
                <a:gd name="T91" fmla="*/ 0 h 275"/>
                <a:gd name="T92" fmla="*/ 0 w 366"/>
                <a:gd name="T93" fmla="*/ 0 h 275"/>
                <a:gd name="T94" fmla="*/ 0 w 366"/>
                <a:gd name="T95" fmla="*/ 0 h 275"/>
                <a:gd name="T96" fmla="*/ 0 w 366"/>
                <a:gd name="T97" fmla="*/ 0 h 275"/>
                <a:gd name="T98" fmla="*/ 0 w 366"/>
                <a:gd name="T99" fmla="*/ 0 h 275"/>
                <a:gd name="T100" fmla="*/ 0 w 366"/>
                <a:gd name="T101" fmla="*/ 0 h 275"/>
                <a:gd name="T102" fmla="*/ 0 w 366"/>
                <a:gd name="T103" fmla="*/ 0 h 275"/>
                <a:gd name="T104" fmla="*/ 0 w 366"/>
                <a:gd name="T105" fmla="*/ 0 h 275"/>
                <a:gd name="T106" fmla="*/ 0 w 366"/>
                <a:gd name="T107" fmla="*/ 0 h 275"/>
                <a:gd name="T108" fmla="*/ 0 w 366"/>
                <a:gd name="T109" fmla="*/ 0 h 275"/>
                <a:gd name="T110" fmla="*/ 0 w 366"/>
                <a:gd name="T111" fmla="*/ 0 h 275"/>
                <a:gd name="T112" fmla="*/ 0 w 366"/>
                <a:gd name="T113" fmla="*/ 0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6"/>
                <a:gd name="T172" fmla="*/ 0 h 275"/>
                <a:gd name="T173" fmla="*/ 366 w 366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6" h="275">
                  <a:moveTo>
                    <a:pt x="198" y="0"/>
                  </a:moveTo>
                  <a:lnTo>
                    <a:pt x="242" y="0"/>
                  </a:lnTo>
                  <a:lnTo>
                    <a:pt x="282" y="15"/>
                  </a:lnTo>
                  <a:lnTo>
                    <a:pt x="295" y="42"/>
                  </a:lnTo>
                  <a:lnTo>
                    <a:pt x="300" y="75"/>
                  </a:lnTo>
                  <a:lnTo>
                    <a:pt x="295" y="99"/>
                  </a:lnTo>
                  <a:lnTo>
                    <a:pt x="335" y="117"/>
                  </a:lnTo>
                  <a:lnTo>
                    <a:pt x="355" y="142"/>
                  </a:lnTo>
                  <a:lnTo>
                    <a:pt x="366" y="165"/>
                  </a:lnTo>
                  <a:lnTo>
                    <a:pt x="366" y="191"/>
                  </a:lnTo>
                  <a:lnTo>
                    <a:pt x="359" y="216"/>
                  </a:lnTo>
                  <a:lnTo>
                    <a:pt x="341" y="235"/>
                  </a:lnTo>
                  <a:lnTo>
                    <a:pt x="320" y="246"/>
                  </a:lnTo>
                  <a:lnTo>
                    <a:pt x="348" y="211"/>
                  </a:lnTo>
                  <a:lnTo>
                    <a:pt x="348" y="181"/>
                  </a:lnTo>
                  <a:lnTo>
                    <a:pt x="335" y="151"/>
                  </a:lnTo>
                  <a:lnTo>
                    <a:pt x="309" y="128"/>
                  </a:lnTo>
                  <a:lnTo>
                    <a:pt x="288" y="123"/>
                  </a:lnTo>
                  <a:lnTo>
                    <a:pt x="282" y="126"/>
                  </a:lnTo>
                  <a:lnTo>
                    <a:pt x="251" y="160"/>
                  </a:lnTo>
                  <a:lnTo>
                    <a:pt x="232" y="187"/>
                  </a:lnTo>
                  <a:lnTo>
                    <a:pt x="258" y="222"/>
                  </a:lnTo>
                  <a:lnTo>
                    <a:pt x="286" y="244"/>
                  </a:lnTo>
                  <a:lnTo>
                    <a:pt x="306" y="250"/>
                  </a:lnTo>
                  <a:lnTo>
                    <a:pt x="272" y="275"/>
                  </a:lnTo>
                  <a:lnTo>
                    <a:pt x="230" y="273"/>
                  </a:lnTo>
                  <a:lnTo>
                    <a:pt x="201" y="255"/>
                  </a:lnTo>
                  <a:lnTo>
                    <a:pt x="187" y="235"/>
                  </a:lnTo>
                  <a:lnTo>
                    <a:pt x="186" y="218"/>
                  </a:lnTo>
                  <a:lnTo>
                    <a:pt x="129" y="250"/>
                  </a:lnTo>
                  <a:lnTo>
                    <a:pt x="87" y="262"/>
                  </a:lnTo>
                  <a:lnTo>
                    <a:pt x="45" y="262"/>
                  </a:lnTo>
                  <a:lnTo>
                    <a:pt x="16" y="259"/>
                  </a:lnTo>
                  <a:lnTo>
                    <a:pt x="5" y="244"/>
                  </a:lnTo>
                  <a:lnTo>
                    <a:pt x="0" y="222"/>
                  </a:lnTo>
                  <a:lnTo>
                    <a:pt x="5" y="193"/>
                  </a:lnTo>
                  <a:lnTo>
                    <a:pt x="21" y="172"/>
                  </a:lnTo>
                  <a:lnTo>
                    <a:pt x="41" y="147"/>
                  </a:lnTo>
                  <a:lnTo>
                    <a:pt x="80" y="99"/>
                  </a:lnTo>
                  <a:lnTo>
                    <a:pt x="140" y="48"/>
                  </a:lnTo>
                  <a:lnTo>
                    <a:pt x="80" y="112"/>
                  </a:lnTo>
                  <a:lnTo>
                    <a:pt x="53" y="154"/>
                  </a:lnTo>
                  <a:lnTo>
                    <a:pt x="43" y="191"/>
                  </a:lnTo>
                  <a:lnTo>
                    <a:pt x="53" y="222"/>
                  </a:lnTo>
                  <a:lnTo>
                    <a:pt x="85" y="246"/>
                  </a:lnTo>
                  <a:lnTo>
                    <a:pt x="113" y="239"/>
                  </a:lnTo>
                  <a:lnTo>
                    <a:pt x="173" y="207"/>
                  </a:lnTo>
                  <a:lnTo>
                    <a:pt x="232" y="158"/>
                  </a:lnTo>
                  <a:lnTo>
                    <a:pt x="272" y="112"/>
                  </a:lnTo>
                  <a:lnTo>
                    <a:pt x="282" y="75"/>
                  </a:lnTo>
                  <a:lnTo>
                    <a:pt x="282" y="40"/>
                  </a:lnTo>
                  <a:lnTo>
                    <a:pt x="272" y="20"/>
                  </a:lnTo>
                  <a:lnTo>
                    <a:pt x="240" y="15"/>
                  </a:lnTo>
                  <a:lnTo>
                    <a:pt x="212" y="9"/>
                  </a:lnTo>
                  <a:lnTo>
                    <a:pt x="187" y="15"/>
                  </a:lnTo>
                  <a:lnTo>
                    <a:pt x="161" y="31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59" name="Freeform 319">
              <a:extLst>
                <a:ext uri="{FF2B5EF4-FFF2-40B4-BE49-F238E27FC236}">
                  <a16:creationId xmlns:a16="http://schemas.microsoft.com/office/drawing/2014/main" id="{0E72484A-7F7E-D749-BC1D-7E6A83A4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122"/>
              <a:ext cx="16" cy="16"/>
            </a:xfrm>
            <a:custGeom>
              <a:avLst/>
              <a:gdLst>
                <a:gd name="T0" fmla="*/ 0 w 130"/>
                <a:gd name="T1" fmla="*/ 0 h 122"/>
                <a:gd name="T2" fmla="*/ 0 w 130"/>
                <a:gd name="T3" fmla="*/ 0 h 122"/>
                <a:gd name="T4" fmla="*/ 0 w 130"/>
                <a:gd name="T5" fmla="*/ 0 h 122"/>
                <a:gd name="T6" fmla="*/ 0 w 130"/>
                <a:gd name="T7" fmla="*/ 0 h 122"/>
                <a:gd name="T8" fmla="*/ 0 w 130"/>
                <a:gd name="T9" fmla="*/ 0 h 122"/>
                <a:gd name="T10" fmla="*/ 0 w 130"/>
                <a:gd name="T11" fmla="*/ 0 h 122"/>
                <a:gd name="T12" fmla="*/ 0 w 130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0"/>
                <a:gd name="T22" fmla="*/ 0 h 122"/>
                <a:gd name="T23" fmla="*/ 130 w 130"/>
                <a:gd name="T24" fmla="*/ 122 h 1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0" h="122">
                  <a:moveTo>
                    <a:pt x="0" y="0"/>
                  </a:moveTo>
                  <a:lnTo>
                    <a:pt x="108" y="50"/>
                  </a:lnTo>
                  <a:lnTo>
                    <a:pt x="130" y="99"/>
                  </a:lnTo>
                  <a:lnTo>
                    <a:pt x="57" y="122"/>
                  </a:lnTo>
                  <a:lnTo>
                    <a:pt x="82" y="81"/>
                  </a:lnTo>
                  <a:lnTo>
                    <a:pt x="6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0" name="Freeform 320">
              <a:extLst>
                <a:ext uri="{FF2B5EF4-FFF2-40B4-BE49-F238E27FC236}">
                  <a16:creationId xmlns:a16="http://schemas.microsoft.com/office/drawing/2014/main" id="{F4BE7D9D-7C3F-1945-9364-28BC4061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70"/>
              <a:ext cx="88" cy="236"/>
            </a:xfrm>
            <a:custGeom>
              <a:avLst/>
              <a:gdLst>
                <a:gd name="T0" fmla="*/ 0 w 706"/>
                <a:gd name="T1" fmla="*/ 1 h 1890"/>
                <a:gd name="T2" fmla="*/ 0 w 706"/>
                <a:gd name="T3" fmla="*/ 2 h 1890"/>
                <a:gd name="T4" fmla="*/ 1 w 706"/>
                <a:gd name="T5" fmla="*/ 3 h 1890"/>
                <a:gd name="T6" fmla="*/ 0 w 706"/>
                <a:gd name="T7" fmla="*/ 2 h 1890"/>
                <a:gd name="T8" fmla="*/ 0 w 706"/>
                <a:gd name="T9" fmla="*/ 2 h 1890"/>
                <a:gd name="T10" fmla="*/ 0 w 706"/>
                <a:gd name="T11" fmla="*/ 3 h 1890"/>
                <a:gd name="T12" fmla="*/ 1 w 706"/>
                <a:gd name="T13" fmla="*/ 3 h 1890"/>
                <a:gd name="T14" fmla="*/ 1 w 706"/>
                <a:gd name="T15" fmla="*/ 3 h 1890"/>
                <a:gd name="T16" fmla="*/ 1 w 706"/>
                <a:gd name="T17" fmla="*/ 4 h 1890"/>
                <a:gd name="T18" fmla="*/ 1 w 706"/>
                <a:gd name="T19" fmla="*/ 3 h 1890"/>
                <a:gd name="T20" fmla="*/ 1 w 706"/>
                <a:gd name="T21" fmla="*/ 3 h 1890"/>
                <a:gd name="T22" fmla="*/ 1 w 706"/>
                <a:gd name="T23" fmla="*/ 3 h 1890"/>
                <a:gd name="T24" fmla="*/ 1 w 706"/>
                <a:gd name="T25" fmla="*/ 2 h 1890"/>
                <a:gd name="T26" fmla="*/ 1 w 706"/>
                <a:gd name="T27" fmla="*/ 1 h 1890"/>
                <a:gd name="T28" fmla="*/ 0 w 706"/>
                <a:gd name="T29" fmla="*/ 0 h 1890"/>
                <a:gd name="T30" fmla="*/ 0 w 706"/>
                <a:gd name="T31" fmla="*/ 0 h 1890"/>
                <a:gd name="T32" fmla="*/ 0 w 706"/>
                <a:gd name="T33" fmla="*/ 1 h 1890"/>
                <a:gd name="T34" fmla="*/ 1 w 706"/>
                <a:gd name="T35" fmla="*/ 1 h 1890"/>
                <a:gd name="T36" fmla="*/ 1 w 706"/>
                <a:gd name="T37" fmla="*/ 2 h 1890"/>
                <a:gd name="T38" fmla="*/ 1 w 706"/>
                <a:gd name="T39" fmla="*/ 3 h 1890"/>
                <a:gd name="T40" fmla="*/ 1 w 706"/>
                <a:gd name="T41" fmla="*/ 3 h 1890"/>
                <a:gd name="T42" fmla="*/ 0 w 706"/>
                <a:gd name="T43" fmla="*/ 2 h 1890"/>
                <a:gd name="T44" fmla="*/ 0 w 706"/>
                <a:gd name="T45" fmla="*/ 1 h 1890"/>
                <a:gd name="T46" fmla="*/ 0 w 706"/>
                <a:gd name="T47" fmla="*/ 1 h 18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06"/>
                <a:gd name="T73" fmla="*/ 0 h 1890"/>
                <a:gd name="T74" fmla="*/ 706 w 706"/>
                <a:gd name="T75" fmla="*/ 1890 h 189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06" h="1890">
                  <a:moveTo>
                    <a:pt x="131" y="625"/>
                  </a:moveTo>
                  <a:lnTo>
                    <a:pt x="251" y="973"/>
                  </a:lnTo>
                  <a:lnTo>
                    <a:pt x="355" y="1372"/>
                  </a:lnTo>
                  <a:lnTo>
                    <a:pt x="148" y="1215"/>
                  </a:lnTo>
                  <a:lnTo>
                    <a:pt x="0" y="1086"/>
                  </a:lnTo>
                  <a:lnTo>
                    <a:pt x="260" y="1345"/>
                  </a:lnTo>
                  <a:lnTo>
                    <a:pt x="465" y="1501"/>
                  </a:lnTo>
                  <a:lnTo>
                    <a:pt x="601" y="1580"/>
                  </a:lnTo>
                  <a:lnTo>
                    <a:pt x="609" y="1890"/>
                  </a:lnTo>
                  <a:lnTo>
                    <a:pt x="706" y="1817"/>
                  </a:lnTo>
                  <a:lnTo>
                    <a:pt x="706" y="1613"/>
                  </a:lnTo>
                  <a:lnTo>
                    <a:pt x="567" y="1459"/>
                  </a:lnTo>
                  <a:lnTo>
                    <a:pt x="465" y="1095"/>
                  </a:lnTo>
                  <a:lnTo>
                    <a:pt x="299" y="567"/>
                  </a:lnTo>
                  <a:lnTo>
                    <a:pt x="179" y="251"/>
                  </a:lnTo>
                  <a:lnTo>
                    <a:pt x="49" y="0"/>
                  </a:lnTo>
                  <a:lnTo>
                    <a:pt x="187" y="298"/>
                  </a:lnTo>
                  <a:lnTo>
                    <a:pt x="341" y="754"/>
                  </a:lnTo>
                  <a:lnTo>
                    <a:pt x="456" y="1190"/>
                  </a:lnTo>
                  <a:lnTo>
                    <a:pt x="513" y="1428"/>
                  </a:lnTo>
                  <a:lnTo>
                    <a:pt x="398" y="1379"/>
                  </a:lnTo>
                  <a:lnTo>
                    <a:pt x="284" y="1004"/>
                  </a:lnTo>
                  <a:lnTo>
                    <a:pt x="187" y="745"/>
                  </a:lnTo>
                  <a:lnTo>
                    <a:pt x="131" y="6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1" name="Freeform 321">
              <a:extLst>
                <a:ext uri="{FF2B5EF4-FFF2-40B4-BE49-F238E27FC236}">
                  <a16:creationId xmlns:a16="http://schemas.microsoft.com/office/drawing/2014/main" id="{A23B0500-BB58-0040-99B3-5B701B18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45"/>
              <a:ext cx="56" cy="106"/>
            </a:xfrm>
            <a:custGeom>
              <a:avLst/>
              <a:gdLst>
                <a:gd name="T0" fmla="*/ 0 w 446"/>
                <a:gd name="T1" fmla="*/ 0 h 844"/>
                <a:gd name="T2" fmla="*/ 0 w 446"/>
                <a:gd name="T3" fmla="*/ 0 h 844"/>
                <a:gd name="T4" fmla="*/ 1 w 446"/>
                <a:gd name="T5" fmla="*/ 1 h 844"/>
                <a:gd name="T6" fmla="*/ 1 w 446"/>
                <a:gd name="T7" fmla="*/ 1 h 844"/>
                <a:gd name="T8" fmla="*/ 1 w 446"/>
                <a:gd name="T9" fmla="*/ 1 h 844"/>
                <a:gd name="T10" fmla="*/ 1 w 446"/>
                <a:gd name="T11" fmla="*/ 1 h 844"/>
                <a:gd name="T12" fmla="*/ 1 w 446"/>
                <a:gd name="T13" fmla="*/ 1 h 844"/>
                <a:gd name="T14" fmla="*/ 1 w 446"/>
                <a:gd name="T15" fmla="*/ 2 h 844"/>
                <a:gd name="T16" fmla="*/ 1 w 446"/>
                <a:gd name="T17" fmla="*/ 2 h 844"/>
                <a:gd name="T18" fmla="*/ 1 w 446"/>
                <a:gd name="T19" fmla="*/ 2 h 844"/>
                <a:gd name="T20" fmla="*/ 1 w 446"/>
                <a:gd name="T21" fmla="*/ 2 h 844"/>
                <a:gd name="T22" fmla="*/ 1 w 446"/>
                <a:gd name="T23" fmla="*/ 1 h 844"/>
                <a:gd name="T24" fmla="*/ 1 w 446"/>
                <a:gd name="T25" fmla="*/ 1 h 844"/>
                <a:gd name="T26" fmla="*/ 1 w 446"/>
                <a:gd name="T27" fmla="*/ 1 h 844"/>
                <a:gd name="T28" fmla="*/ 1 w 446"/>
                <a:gd name="T29" fmla="*/ 1 h 844"/>
                <a:gd name="T30" fmla="*/ 1 w 446"/>
                <a:gd name="T31" fmla="*/ 1 h 844"/>
                <a:gd name="T32" fmla="*/ 0 w 446"/>
                <a:gd name="T33" fmla="*/ 0 h 844"/>
                <a:gd name="T34" fmla="*/ 0 w 446"/>
                <a:gd name="T35" fmla="*/ 0 h 8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46"/>
                <a:gd name="T55" fmla="*/ 0 h 844"/>
                <a:gd name="T56" fmla="*/ 446 w 446"/>
                <a:gd name="T57" fmla="*/ 844 h 8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46" h="844">
                  <a:moveTo>
                    <a:pt x="0" y="0"/>
                  </a:moveTo>
                  <a:lnTo>
                    <a:pt x="145" y="115"/>
                  </a:lnTo>
                  <a:lnTo>
                    <a:pt x="281" y="242"/>
                  </a:lnTo>
                  <a:lnTo>
                    <a:pt x="380" y="356"/>
                  </a:lnTo>
                  <a:lnTo>
                    <a:pt x="437" y="429"/>
                  </a:lnTo>
                  <a:lnTo>
                    <a:pt x="446" y="482"/>
                  </a:lnTo>
                  <a:lnTo>
                    <a:pt x="437" y="519"/>
                  </a:lnTo>
                  <a:lnTo>
                    <a:pt x="338" y="738"/>
                  </a:lnTo>
                  <a:lnTo>
                    <a:pt x="299" y="796"/>
                  </a:lnTo>
                  <a:lnTo>
                    <a:pt x="244" y="844"/>
                  </a:lnTo>
                  <a:lnTo>
                    <a:pt x="308" y="772"/>
                  </a:lnTo>
                  <a:lnTo>
                    <a:pt x="347" y="690"/>
                  </a:lnTo>
                  <a:lnTo>
                    <a:pt x="412" y="519"/>
                  </a:lnTo>
                  <a:lnTo>
                    <a:pt x="412" y="447"/>
                  </a:lnTo>
                  <a:lnTo>
                    <a:pt x="380" y="383"/>
                  </a:lnTo>
                  <a:lnTo>
                    <a:pt x="259" y="236"/>
                  </a:lnTo>
                  <a:lnTo>
                    <a:pt x="103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2" name="Freeform 322">
              <a:extLst>
                <a:ext uri="{FF2B5EF4-FFF2-40B4-BE49-F238E27FC236}">
                  <a16:creationId xmlns:a16="http://schemas.microsoft.com/office/drawing/2014/main" id="{A3AA37C0-B68F-FD40-99C3-08254C760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114"/>
              <a:ext cx="24" cy="111"/>
            </a:xfrm>
            <a:custGeom>
              <a:avLst/>
              <a:gdLst>
                <a:gd name="T0" fmla="*/ 0 w 192"/>
                <a:gd name="T1" fmla="*/ 0 h 885"/>
                <a:gd name="T2" fmla="*/ 0 w 192"/>
                <a:gd name="T3" fmla="*/ 0 h 885"/>
                <a:gd name="T4" fmla="*/ 0 w 192"/>
                <a:gd name="T5" fmla="*/ 1 h 885"/>
                <a:gd name="T6" fmla="*/ 0 w 192"/>
                <a:gd name="T7" fmla="*/ 1 h 885"/>
                <a:gd name="T8" fmla="*/ 0 w 192"/>
                <a:gd name="T9" fmla="*/ 1 h 885"/>
                <a:gd name="T10" fmla="*/ 0 w 192"/>
                <a:gd name="T11" fmla="*/ 1 h 885"/>
                <a:gd name="T12" fmla="*/ 0 w 192"/>
                <a:gd name="T13" fmla="*/ 2 h 885"/>
                <a:gd name="T14" fmla="*/ 0 w 192"/>
                <a:gd name="T15" fmla="*/ 2 h 885"/>
                <a:gd name="T16" fmla="*/ 0 w 192"/>
                <a:gd name="T17" fmla="*/ 1 h 885"/>
                <a:gd name="T18" fmla="*/ 0 w 192"/>
                <a:gd name="T19" fmla="*/ 1 h 885"/>
                <a:gd name="T20" fmla="*/ 0 w 192"/>
                <a:gd name="T21" fmla="*/ 1 h 885"/>
                <a:gd name="T22" fmla="*/ 0 w 192"/>
                <a:gd name="T23" fmla="*/ 1 h 885"/>
                <a:gd name="T24" fmla="*/ 0 w 192"/>
                <a:gd name="T25" fmla="*/ 1 h 885"/>
                <a:gd name="T26" fmla="*/ 0 w 192"/>
                <a:gd name="T27" fmla="*/ 0 h 885"/>
                <a:gd name="T28" fmla="*/ 0 w 192"/>
                <a:gd name="T29" fmla="*/ 0 h 885"/>
                <a:gd name="T30" fmla="*/ 0 w 192"/>
                <a:gd name="T31" fmla="*/ 0 h 8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2"/>
                <a:gd name="T49" fmla="*/ 0 h 885"/>
                <a:gd name="T50" fmla="*/ 192 w 192"/>
                <a:gd name="T51" fmla="*/ 885 h 88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2" h="885">
                  <a:moveTo>
                    <a:pt x="63" y="99"/>
                  </a:moveTo>
                  <a:lnTo>
                    <a:pt x="111" y="163"/>
                  </a:lnTo>
                  <a:lnTo>
                    <a:pt x="95" y="220"/>
                  </a:lnTo>
                  <a:lnTo>
                    <a:pt x="120" y="253"/>
                  </a:lnTo>
                  <a:lnTo>
                    <a:pt x="95" y="366"/>
                  </a:lnTo>
                  <a:lnTo>
                    <a:pt x="63" y="576"/>
                  </a:lnTo>
                  <a:lnTo>
                    <a:pt x="0" y="804"/>
                  </a:lnTo>
                  <a:lnTo>
                    <a:pt x="21" y="885"/>
                  </a:lnTo>
                  <a:lnTo>
                    <a:pt x="85" y="624"/>
                  </a:lnTo>
                  <a:lnTo>
                    <a:pt x="129" y="341"/>
                  </a:lnTo>
                  <a:lnTo>
                    <a:pt x="160" y="260"/>
                  </a:lnTo>
                  <a:lnTo>
                    <a:pt x="192" y="220"/>
                  </a:lnTo>
                  <a:lnTo>
                    <a:pt x="144" y="228"/>
                  </a:lnTo>
                  <a:lnTo>
                    <a:pt x="136" y="163"/>
                  </a:lnTo>
                  <a:lnTo>
                    <a:pt x="102" y="0"/>
                  </a:lnTo>
                  <a:lnTo>
                    <a:pt x="63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3" name="Freeform 323">
              <a:extLst>
                <a:ext uri="{FF2B5EF4-FFF2-40B4-BE49-F238E27FC236}">
                  <a16:creationId xmlns:a16="http://schemas.microsoft.com/office/drawing/2014/main" id="{9A2D87A7-5815-AC44-B99C-F4C70C44E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3107"/>
              <a:ext cx="446" cy="293"/>
            </a:xfrm>
            <a:custGeom>
              <a:avLst/>
              <a:gdLst>
                <a:gd name="T0" fmla="*/ 2 w 3568"/>
                <a:gd name="T1" fmla="*/ 1 h 2346"/>
                <a:gd name="T2" fmla="*/ 2 w 3568"/>
                <a:gd name="T3" fmla="*/ 1 h 2346"/>
                <a:gd name="T4" fmla="*/ 2 w 3568"/>
                <a:gd name="T5" fmla="*/ 1 h 2346"/>
                <a:gd name="T6" fmla="*/ 2 w 3568"/>
                <a:gd name="T7" fmla="*/ 1 h 2346"/>
                <a:gd name="T8" fmla="*/ 1 w 3568"/>
                <a:gd name="T9" fmla="*/ 1 h 2346"/>
                <a:gd name="T10" fmla="*/ 1 w 3568"/>
                <a:gd name="T11" fmla="*/ 1 h 2346"/>
                <a:gd name="T12" fmla="*/ 1 w 3568"/>
                <a:gd name="T13" fmla="*/ 1 h 2346"/>
                <a:gd name="T14" fmla="*/ 0 w 3568"/>
                <a:gd name="T15" fmla="*/ 0 h 2346"/>
                <a:gd name="T16" fmla="*/ 0 w 3568"/>
                <a:gd name="T17" fmla="*/ 0 h 2346"/>
                <a:gd name="T18" fmla="*/ 1 w 3568"/>
                <a:gd name="T19" fmla="*/ 1 h 2346"/>
                <a:gd name="T20" fmla="*/ 1 w 3568"/>
                <a:gd name="T21" fmla="*/ 1 h 2346"/>
                <a:gd name="T22" fmla="*/ 1 w 3568"/>
                <a:gd name="T23" fmla="*/ 1 h 2346"/>
                <a:gd name="T24" fmla="*/ 1 w 3568"/>
                <a:gd name="T25" fmla="*/ 2 h 2346"/>
                <a:gd name="T26" fmla="*/ 1 w 3568"/>
                <a:gd name="T27" fmla="*/ 3 h 2346"/>
                <a:gd name="T28" fmla="*/ 2 w 3568"/>
                <a:gd name="T29" fmla="*/ 3 h 2346"/>
                <a:gd name="T30" fmla="*/ 2 w 3568"/>
                <a:gd name="T31" fmla="*/ 4 h 2346"/>
                <a:gd name="T32" fmla="*/ 2 w 3568"/>
                <a:gd name="T33" fmla="*/ 4 h 2346"/>
                <a:gd name="T34" fmla="*/ 3 w 3568"/>
                <a:gd name="T35" fmla="*/ 4 h 2346"/>
                <a:gd name="T36" fmla="*/ 3 w 3568"/>
                <a:gd name="T37" fmla="*/ 5 h 2346"/>
                <a:gd name="T38" fmla="*/ 4 w 3568"/>
                <a:gd name="T39" fmla="*/ 5 h 2346"/>
                <a:gd name="T40" fmla="*/ 6 w 3568"/>
                <a:gd name="T41" fmla="*/ 4 h 2346"/>
                <a:gd name="T42" fmla="*/ 6 w 3568"/>
                <a:gd name="T43" fmla="*/ 4 h 2346"/>
                <a:gd name="T44" fmla="*/ 7 w 3568"/>
                <a:gd name="T45" fmla="*/ 4 h 2346"/>
                <a:gd name="T46" fmla="*/ 7 w 3568"/>
                <a:gd name="T47" fmla="*/ 3 h 2346"/>
                <a:gd name="T48" fmla="*/ 6 w 3568"/>
                <a:gd name="T49" fmla="*/ 4 h 2346"/>
                <a:gd name="T50" fmla="*/ 5 w 3568"/>
                <a:gd name="T51" fmla="*/ 3 h 2346"/>
                <a:gd name="T52" fmla="*/ 5 w 3568"/>
                <a:gd name="T53" fmla="*/ 3 h 2346"/>
                <a:gd name="T54" fmla="*/ 5 w 3568"/>
                <a:gd name="T55" fmla="*/ 4 h 2346"/>
                <a:gd name="T56" fmla="*/ 5 w 3568"/>
                <a:gd name="T57" fmla="*/ 4 h 2346"/>
                <a:gd name="T58" fmla="*/ 5 w 3568"/>
                <a:gd name="T59" fmla="*/ 3 h 2346"/>
                <a:gd name="T60" fmla="*/ 4 w 3568"/>
                <a:gd name="T61" fmla="*/ 3 h 2346"/>
                <a:gd name="T62" fmla="*/ 4 w 3568"/>
                <a:gd name="T63" fmla="*/ 3 h 2346"/>
                <a:gd name="T64" fmla="*/ 4 w 3568"/>
                <a:gd name="T65" fmla="*/ 3 h 2346"/>
                <a:gd name="T66" fmla="*/ 4 w 3568"/>
                <a:gd name="T67" fmla="*/ 4 h 2346"/>
                <a:gd name="T68" fmla="*/ 4 w 3568"/>
                <a:gd name="T69" fmla="*/ 3 h 2346"/>
                <a:gd name="T70" fmla="*/ 4 w 3568"/>
                <a:gd name="T71" fmla="*/ 3 h 2346"/>
                <a:gd name="T72" fmla="*/ 3 w 3568"/>
                <a:gd name="T73" fmla="*/ 1 h 2346"/>
                <a:gd name="T74" fmla="*/ 2 w 3568"/>
                <a:gd name="T75" fmla="*/ 1 h 23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568"/>
                <a:gd name="T115" fmla="*/ 0 h 2346"/>
                <a:gd name="T116" fmla="*/ 3568 w 3568"/>
                <a:gd name="T117" fmla="*/ 2346 h 234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568" h="2346">
                  <a:moveTo>
                    <a:pt x="1057" y="311"/>
                  </a:moveTo>
                  <a:lnTo>
                    <a:pt x="1046" y="327"/>
                  </a:lnTo>
                  <a:lnTo>
                    <a:pt x="1039" y="399"/>
                  </a:lnTo>
                  <a:lnTo>
                    <a:pt x="1013" y="456"/>
                  </a:lnTo>
                  <a:lnTo>
                    <a:pt x="973" y="498"/>
                  </a:lnTo>
                  <a:lnTo>
                    <a:pt x="901" y="528"/>
                  </a:lnTo>
                  <a:lnTo>
                    <a:pt x="834" y="546"/>
                  </a:lnTo>
                  <a:lnTo>
                    <a:pt x="753" y="528"/>
                  </a:lnTo>
                  <a:lnTo>
                    <a:pt x="624" y="504"/>
                  </a:lnTo>
                  <a:lnTo>
                    <a:pt x="534" y="498"/>
                  </a:lnTo>
                  <a:lnTo>
                    <a:pt x="446" y="511"/>
                  </a:lnTo>
                  <a:lnTo>
                    <a:pt x="389" y="521"/>
                  </a:lnTo>
                  <a:lnTo>
                    <a:pt x="356" y="424"/>
                  </a:lnTo>
                  <a:lnTo>
                    <a:pt x="301" y="293"/>
                  </a:lnTo>
                  <a:lnTo>
                    <a:pt x="219" y="172"/>
                  </a:lnTo>
                  <a:lnTo>
                    <a:pt x="131" y="91"/>
                  </a:lnTo>
                  <a:lnTo>
                    <a:pt x="0" y="0"/>
                  </a:lnTo>
                  <a:lnTo>
                    <a:pt x="163" y="157"/>
                  </a:lnTo>
                  <a:lnTo>
                    <a:pt x="260" y="293"/>
                  </a:lnTo>
                  <a:lnTo>
                    <a:pt x="316" y="440"/>
                  </a:lnTo>
                  <a:lnTo>
                    <a:pt x="350" y="555"/>
                  </a:lnTo>
                  <a:lnTo>
                    <a:pt x="373" y="700"/>
                  </a:lnTo>
                  <a:lnTo>
                    <a:pt x="380" y="814"/>
                  </a:lnTo>
                  <a:lnTo>
                    <a:pt x="253" y="756"/>
                  </a:lnTo>
                  <a:lnTo>
                    <a:pt x="398" y="878"/>
                  </a:lnTo>
                  <a:lnTo>
                    <a:pt x="497" y="1032"/>
                  </a:lnTo>
                  <a:lnTo>
                    <a:pt x="567" y="1185"/>
                  </a:lnTo>
                  <a:lnTo>
                    <a:pt x="675" y="1471"/>
                  </a:lnTo>
                  <a:lnTo>
                    <a:pt x="753" y="1713"/>
                  </a:lnTo>
                  <a:lnTo>
                    <a:pt x="795" y="1827"/>
                  </a:lnTo>
                  <a:lnTo>
                    <a:pt x="850" y="1844"/>
                  </a:lnTo>
                  <a:lnTo>
                    <a:pt x="850" y="1924"/>
                  </a:lnTo>
                  <a:lnTo>
                    <a:pt x="947" y="1996"/>
                  </a:lnTo>
                  <a:lnTo>
                    <a:pt x="1007" y="2126"/>
                  </a:lnTo>
                  <a:lnTo>
                    <a:pt x="1184" y="2291"/>
                  </a:lnTo>
                  <a:lnTo>
                    <a:pt x="1378" y="2306"/>
                  </a:lnTo>
                  <a:lnTo>
                    <a:pt x="1404" y="2346"/>
                  </a:lnTo>
                  <a:lnTo>
                    <a:pt x="1727" y="2346"/>
                  </a:lnTo>
                  <a:lnTo>
                    <a:pt x="1775" y="2306"/>
                  </a:lnTo>
                  <a:lnTo>
                    <a:pt x="1938" y="2346"/>
                  </a:lnTo>
                  <a:lnTo>
                    <a:pt x="2846" y="2282"/>
                  </a:lnTo>
                  <a:lnTo>
                    <a:pt x="2888" y="2321"/>
                  </a:lnTo>
                  <a:lnTo>
                    <a:pt x="2984" y="2306"/>
                  </a:lnTo>
                  <a:lnTo>
                    <a:pt x="3252" y="2150"/>
                  </a:lnTo>
                  <a:lnTo>
                    <a:pt x="3552" y="1996"/>
                  </a:lnTo>
                  <a:lnTo>
                    <a:pt x="3568" y="1835"/>
                  </a:lnTo>
                  <a:lnTo>
                    <a:pt x="3527" y="1641"/>
                  </a:lnTo>
                  <a:lnTo>
                    <a:pt x="3534" y="1821"/>
                  </a:lnTo>
                  <a:lnTo>
                    <a:pt x="3520" y="1908"/>
                  </a:lnTo>
                  <a:lnTo>
                    <a:pt x="2791" y="1920"/>
                  </a:lnTo>
                  <a:lnTo>
                    <a:pt x="2692" y="1731"/>
                  </a:lnTo>
                  <a:lnTo>
                    <a:pt x="2692" y="1641"/>
                  </a:lnTo>
                  <a:lnTo>
                    <a:pt x="2757" y="1658"/>
                  </a:lnTo>
                  <a:lnTo>
                    <a:pt x="2683" y="1607"/>
                  </a:lnTo>
                  <a:lnTo>
                    <a:pt x="2653" y="1625"/>
                  </a:lnTo>
                  <a:lnTo>
                    <a:pt x="2538" y="1974"/>
                  </a:lnTo>
                  <a:lnTo>
                    <a:pt x="2432" y="1884"/>
                  </a:lnTo>
                  <a:lnTo>
                    <a:pt x="2344" y="1893"/>
                  </a:lnTo>
                  <a:lnTo>
                    <a:pt x="2384" y="1680"/>
                  </a:lnTo>
                  <a:lnTo>
                    <a:pt x="2296" y="1600"/>
                  </a:lnTo>
                  <a:lnTo>
                    <a:pt x="2068" y="1996"/>
                  </a:lnTo>
                  <a:lnTo>
                    <a:pt x="2077" y="1796"/>
                  </a:lnTo>
                  <a:lnTo>
                    <a:pt x="2141" y="1689"/>
                  </a:lnTo>
                  <a:lnTo>
                    <a:pt x="2149" y="1772"/>
                  </a:lnTo>
                  <a:lnTo>
                    <a:pt x="2189" y="1664"/>
                  </a:lnTo>
                  <a:lnTo>
                    <a:pt x="2141" y="1616"/>
                  </a:lnTo>
                  <a:lnTo>
                    <a:pt x="2061" y="1664"/>
                  </a:lnTo>
                  <a:lnTo>
                    <a:pt x="1899" y="1989"/>
                  </a:lnTo>
                  <a:lnTo>
                    <a:pt x="1798" y="1920"/>
                  </a:lnTo>
                  <a:lnTo>
                    <a:pt x="1962" y="1634"/>
                  </a:lnTo>
                  <a:lnTo>
                    <a:pt x="1987" y="1357"/>
                  </a:lnTo>
                  <a:lnTo>
                    <a:pt x="1859" y="1607"/>
                  </a:lnTo>
                  <a:lnTo>
                    <a:pt x="1263" y="952"/>
                  </a:lnTo>
                  <a:lnTo>
                    <a:pt x="1362" y="797"/>
                  </a:lnTo>
                  <a:lnTo>
                    <a:pt x="1160" y="480"/>
                  </a:lnTo>
                  <a:lnTo>
                    <a:pt x="1057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4" name="Freeform 324">
              <a:extLst>
                <a:ext uri="{FF2B5EF4-FFF2-40B4-BE49-F238E27FC236}">
                  <a16:creationId xmlns:a16="http://schemas.microsoft.com/office/drawing/2014/main" id="{B1E85B6C-4F47-0749-9C4B-38A7E85DD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258"/>
              <a:ext cx="125" cy="100"/>
            </a:xfrm>
            <a:custGeom>
              <a:avLst/>
              <a:gdLst>
                <a:gd name="T0" fmla="*/ 0 w 1006"/>
                <a:gd name="T1" fmla="*/ 1 h 800"/>
                <a:gd name="T2" fmla="*/ 0 w 1006"/>
                <a:gd name="T3" fmla="*/ 1 h 800"/>
                <a:gd name="T4" fmla="*/ 0 w 1006"/>
                <a:gd name="T5" fmla="*/ 1 h 800"/>
                <a:gd name="T6" fmla="*/ 0 w 1006"/>
                <a:gd name="T7" fmla="*/ 1 h 800"/>
                <a:gd name="T8" fmla="*/ 0 w 1006"/>
                <a:gd name="T9" fmla="*/ 1 h 800"/>
                <a:gd name="T10" fmla="*/ 0 w 1006"/>
                <a:gd name="T11" fmla="*/ 1 h 800"/>
                <a:gd name="T12" fmla="*/ 0 w 1006"/>
                <a:gd name="T13" fmla="*/ 1 h 800"/>
                <a:gd name="T14" fmla="*/ 0 w 1006"/>
                <a:gd name="T15" fmla="*/ 1 h 800"/>
                <a:gd name="T16" fmla="*/ 0 w 1006"/>
                <a:gd name="T17" fmla="*/ 1 h 800"/>
                <a:gd name="T18" fmla="*/ 0 w 1006"/>
                <a:gd name="T19" fmla="*/ 2 h 800"/>
                <a:gd name="T20" fmla="*/ 0 w 1006"/>
                <a:gd name="T21" fmla="*/ 2 h 800"/>
                <a:gd name="T22" fmla="*/ 0 w 1006"/>
                <a:gd name="T23" fmla="*/ 2 h 800"/>
                <a:gd name="T24" fmla="*/ 0 w 1006"/>
                <a:gd name="T25" fmla="*/ 2 h 800"/>
                <a:gd name="T26" fmla="*/ 0 w 1006"/>
                <a:gd name="T27" fmla="*/ 1 h 800"/>
                <a:gd name="T28" fmla="*/ 1 w 1006"/>
                <a:gd name="T29" fmla="*/ 1 h 800"/>
                <a:gd name="T30" fmla="*/ 1 w 1006"/>
                <a:gd name="T31" fmla="*/ 1 h 800"/>
                <a:gd name="T32" fmla="*/ 1 w 1006"/>
                <a:gd name="T33" fmla="*/ 1 h 800"/>
                <a:gd name="T34" fmla="*/ 2 w 1006"/>
                <a:gd name="T35" fmla="*/ 1 h 800"/>
                <a:gd name="T36" fmla="*/ 2 w 1006"/>
                <a:gd name="T37" fmla="*/ 1 h 800"/>
                <a:gd name="T38" fmla="*/ 2 w 1006"/>
                <a:gd name="T39" fmla="*/ 1 h 800"/>
                <a:gd name="T40" fmla="*/ 2 w 1006"/>
                <a:gd name="T41" fmla="*/ 1 h 800"/>
                <a:gd name="T42" fmla="*/ 2 w 1006"/>
                <a:gd name="T43" fmla="*/ 1 h 800"/>
                <a:gd name="T44" fmla="*/ 2 w 1006"/>
                <a:gd name="T45" fmla="*/ 1 h 800"/>
                <a:gd name="T46" fmla="*/ 2 w 1006"/>
                <a:gd name="T47" fmla="*/ 1 h 800"/>
                <a:gd name="T48" fmla="*/ 1 w 1006"/>
                <a:gd name="T49" fmla="*/ 1 h 800"/>
                <a:gd name="T50" fmla="*/ 2 w 1006"/>
                <a:gd name="T51" fmla="*/ 1 h 800"/>
                <a:gd name="T52" fmla="*/ 2 w 1006"/>
                <a:gd name="T53" fmla="*/ 1 h 800"/>
                <a:gd name="T54" fmla="*/ 2 w 1006"/>
                <a:gd name="T55" fmla="*/ 1 h 800"/>
                <a:gd name="T56" fmla="*/ 2 w 1006"/>
                <a:gd name="T57" fmla="*/ 1 h 800"/>
                <a:gd name="T58" fmla="*/ 2 w 1006"/>
                <a:gd name="T59" fmla="*/ 1 h 800"/>
                <a:gd name="T60" fmla="*/ 2 w 1006"/>
                <a:gd name="T61" fmla="*/ 1 h 800"/>
                <a:gd name="T62" fmla="*/ 2 w 1006"/>
                <a:gd name="T63" fmla="*/ 1 h 800"/>
                <a:gd name="T64" fmla="*/ 1 w 1006"/>
                <a:gd name="T65" fmla="*/ 1 h 800"/>
                <a:gd name="T66" fmla="*/ 1 w 1006"/>
                <a:gd name="T67" fmla="*/ 1 h 800"/>
                <a:gd name="T68" fmla="*/ 1 w 1006"/>
                <a:gd name="T69" fmla="*/ 1 h 800"/>
                <a:gd name="T70" fmla="*/ 0 w 1006"/>
                <a:gd name="T71" fmla="*/ 1 h 800"/>
                <a:gd name="T72" fmla="*/ 1 w 1006"/>
                <a:gd name="T73" fmla="*/ 1 h 800"/>
                <a:gd name="T74" fmla="*/ 1 w 1006"/>
                <a:gd name="T75" fmla="*/ 1 h 800"/>
                <a:gd name="T76" fmla="*/ 1 w 1006"/>
                <a:gd name="T77" fmla="*/ 1 h 800"/>
                <a:gd name="T78" fmla="*/ 1 w 1006"/>
                <a:gd name="T79" fmla="*/ 1 h 800"/>
                <a:gd name="T80" fmla="*/ 1 w 1006"/>
                <a:gd name="T81" fmla="*/ 1 h 800"/>
                <a:gd name="T82" fmla="*/ 1 w 1006"/>
                <a:gd name="T83" fmla="*/ 1 h 800"/>
                <a:gd name="T84" fmla="*/ 1 w 1006"/>
                <a:gd name="T85" fmla="*/ 1 h 800"/>
                <a:gd name="T86" fmla="*/ 1 w 1006"/>
                <a:gd name="T87" fmla="*/ 1 h 800"/>
                <a:gd name="T88" fmla="*/ 1 w 1006"/>
                <a:gd name="T89" fmla="*/ 1 h 800"/>
                <a:gd name="T90" fmla="*/ 1 w 1006"/>
                <a:gd name="T91" fmla="*/ 1 h 800"/>
                <a:gd name="T92" fmla="*/ 1 w 1006"/>
                <a:gd name="T93" fmla="*/ 1 h 800"/>
                <a:gd name="T94" fmla="*/ 1 w 1006"/>
                <a:gd name="T95" fmla="*/ 1 h 800"/>
                <a:gd name="T96" fmla="*/ 1 w 1006"/>
                <a:gd name="T97" fmla="*/ 1 h 800"/>
                <a:gd name="T98" fmla="*/ 1 w 1006"/>
                <a:gd name="T99" fmla="*/ 0 h 800"/>
                <a:gd name="T100" fmla="*/ 1 w 1006"/>
                <a:gd name="T101" fmla="*/ 0 h 800"/>
                <a:gd name="T102" fmla="*/ 1 w 1006"/>
                <a:gd name="T103" fmla="*/ 0 h 800"/>
                <a:gd name="T104" fmla="*/ 1 w 1006"/>
                <a:gd name="T105" fmla="*/ 0 h 800"/>
                <a:gd name="T106" fmla="*/ 1 w 1006"/>
                <a:gd name="T107" fmla="*/ 0 h 800"/>
                <a:gd name="T108" fmla="*/ 1 w 1006"/>
                <a:gd name="T109" fmla="*/ 0 h 800"/>
                <a:gd name="T110" fmla="*/ 1 w 1006"/>
                <a:gd name="T111" fmla="*/ 0 h 800"/>
                <a:gd name="T112" fmla="*/ 1 w 1006"/>
                <a:gd name="T113" fmla="*/ 0 h 800"/>
                <a:gd name="T114" fmla="*/ 1 w 1006"/>
                <a:gd name="T115" fmla="*/ 0 h 800"/>
                <a:gd name="T116" fmla="*/ 1 w 1006"/>
                <a:gd name="T117" fmla="*/ 0 h 800"/>
                <a:gd name="T118" fmla="*/ 1 w 1006"/>
                <a:gd name="T119" fmla="*/ 0 h 800"/>
                <a:gd name="T120" fmla="*/ 0 w 1006"/>
                <a:gd name="T121" fmla="*/ 1 h 800"/>
                <a:gd name="T122" fmla="*/ 0 w 1006"/>
                <a:gd name="T123" fmla="*/ 1 h 8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06"/>
                <a:gd name="T187" fmla="*/ 0 h 800"/>
                <a:gd name="T188" fmla="*/ 1006 w 1006"/>
                <a:gd name="T189" fmla="*/ 800 h 8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06" h="800">
                  <a:moveTo>
                    <a:pt x="132" y="261"/>
                  </a:moveTo>
                  <a:lnTo>
                    <a:pt x="162" y="327"/>
                  </a:lnTo>
                  <a:lnTo>
                    <a:pt x="182" y="408"/>
                  </a:lnTo>
                  <a:lnTo>
                    <a:pt x="182" y="481"/>
                  </a:lnTo>
                  <a:lnTo>
                    <a:pt x="178" y="574"/>
                  </a:lnTo>
                  <a:lnTo>
                    <a:pt x="160" y="637"/>
                  </a:lnTo>
                  <a:lnTo>
                    <a:pt x="147" y="676"/>
                  </a:lnTo>
                  <a:lnTo>
                    <a:pt x="136" y="696"/>
                  </a:lnTo>
                  <a:lnTo>
                    <a:pt x="7" y="698"/>
                  </a:lnTo>
                  <a:lnTo>
                    <a:pt x="0" y="791"/>
                  </a:lnTo>
                  <a:lnTo>
                    <a:pt x="77" y="768"/>
                  </a:lnTo>
                  <a:lnTo>
                    <a:pt x="118" y="775"/>
                  </a:lnTo>
                  <a:lnTo>
                    <a:pt x="153" y="800"/>
                  </a:lnTo>
                  <a:lnTo>
                    <a:pt x="176" y="703"/>
                  </a:lnTo>
                  <a:lnTo>
                    <a:pt x="399" y="676"/>
                  </a:lnTo>
                  <a:lnTo>
                    <a:pt x="609" y="634"/>
                  </a:lnTo>
                  <a:lnTo>
                    <a:pt x="743" y="593"/>
                  </a:lnTo>
                  <a:lnTo>
                    <a:pt x="865" y="551"/>
                  </a:lnTo>
                  <a:lnTo>
                    <a:pt x="927" y="525"/>
                  </a:lnTo>
                  <a:lnTo>
                    <a:pt x="964" y="461"/>
                  </a:lnTo>
                  <a:lnTo>
                    <a:pt x="957" y="431"/>
                  </a:lnTo>
                  <a:lnTo>
                    <a:pt x="1006" y="392"/>
                  </a:lnTo>
                  <a:lnTo>
                    <a:pt x="1006" y="346"/>
                  </a:lnTo>
                  <a:lnTo>
                    <a:pt x="989" y="305"/>
                  </a:lnTo>
                  <a:lnTo>
                    <a:pt x="808" y="235"/>
                  </a:lnTo>
                  <a:lnTo>
                    <a:pt x="982" y="307"/>
                  </a:lnTo>
                  <a:lnTo>
                    <a:pt x="995" y="355"/>
                  </a:lnTo>
                  <a:lnTo>
                    <a:pt x="978" y="392"/>
                  </a:lnTo>
                  <a:lnTo>
                    <a:pt x="934" y="426"/>
                  </a:lnTo>
                  <a:lnTo>
                    <a:pt x="844" y="415"/>
                  </a:lnTo>
                  <a:lnTo>
                    <a:pt x="883" y="470"/>
                  </a:lnTo>
                  <a:lnTo>
                    <a:pt x="865" y="527"/>
                  </a:lnTo>
                  <a:lnTo>
                    <a:pt x="664" y="606"/>
                  </a:lnTo>
                  <a:lnTo>
                    <a:pt x="521" y="643"/>
                  </a:lnTo>
                  <a:lnTo>
                    <a:pt x="386" y="666"/>
                  </a:lnTo>
                  <a:lnTo>
                    <a:pt x="261" y="674"/>
                  </a:lnTo>
                  <a:lnTo>
                    <a:pt x="415" y="637"/>
                  </a:lnTo>
                  <a:lnTo>
                    <a:pt x="582" y="577"/>
                  </a:lnTo>
                  <a:lnTo>
                    <a:pt x="701" y="529"/>
                  </a:lnTo>
                  <a:lnTo>
                    <a:pt x="738" y="503"/>
                  </a:lnTo>
                  <a:lnTo>
                    <a:pt x="738" y="475"/>
                  </a:lnTo>
                  <a:lnTo>
                    <a:pt x="718" y="448"/>
                  </a:lnTo>
                  <a:lnTo>
                    <a:pt x="683" y="424"/>
                  </a:lnTo>
                  <a:lnTo>
                    <a:pt x="672" y="395"/>
                  </a:lnTo>
                  <a:lnTo>
                    <a:pt x="701" y="382"/>
                  </a:lnTo>
                  <a:lnTo>
                    <a:pt x="738" y="334"/>
                  </a:lnTo>
                  <a:lnTo>
                    <a:pt x="727" y="290"/>
                  </a:lnTo>
                  <a:lnTo>
                    <a:pt x="708" y="263"/>
                  </a:lnTo>
                  <a:lnTo>
                    <a:pt x="678" y="239"/>
                  </a:lnTo>
                  <a:lnTo>
                    <a:pt x="718" y="200"/>
                  </a:lnTo>
                  <a:lnTo>
                    <a:pt x="734" y="136"/>
                  </a:lnTo>
                  <a:lnTo>
                    <a:pt x="716" y="92"/>
                  </a:lnTo>
                  <a:lnTo>
                    <a:pt x="696" y="78"/>
                  </a:lnTo>
                  <a:lnTo>
                    <a:pt x="678" y="65"/>
                  </a:lnTo>
                  <a:lnTo>
                    <a:pt x="667" y="28"/>
                  </a:lnTo>
                  <a:lnTo>
                    <a:pt x="630" y="6"/>
                  </a:lnTo>
                  <a:lnTo>
                    <a:pt x="602" y="0"/>
                  </a:lnTo>
                  <a:lnTo>
                    <a:pt x="582" y="0"/>
                  </a:lnTo>
                  <a:lnTo>
                    <a:pt x="473" y="50"/>
                  </a:lnTo>
                  <a:lnTo>
                    <a:pt x="303" y="177"/>
                  </a:lnTo>
                  <a:lnTo>
                    <a:pt x="206" y="239"/>
                  </a:lnTo>
                  <a:lnTo>
                    <a:pt x="132" y="2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5" name="Freeform 325">
              <a:extLst>
                <a:ext uri="{FF2B5EF4-FFF2-40B4-BE49-F238E27FC236}">
                  <a16:creationId xmlns:a16="http://schemas.microsoft.com/office/drawing/2014/main" id="{543C5BDF-AEE9-DA4E-9FDB-E35AB3AC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254"/>
              <a:ext cx="37" cy="42"/>
            </a:xfrm>
            <a:custGeom>
              <a:avLst/>
              <a:gdLst>
                <a:gd name="T0" fmla="*/ 0 w 299"/>
                <a:gd name="T1" fmla="*/ 0 h 342"/>
                <a:gd name="T2" fmla="*/ 0 w 299"/>
                <a:gd name="T3" fmla="*/ 0 h 342"/>
                <a:gd name="T4" fmla="*/ 0 w 299"/>
                <a:gd name="T5" fmla="*/ 0 h 342"/>
                <a:gd name="T6" fmla="*/ 0 w 299"/>
                <a:gd name="T7" fmla="*/ 0 h 342"/>
                <a:gd name="T8" fmla="*/ 1 w 299"/>
                <a:gd name="T9" fmla="*/ 0 h 342"/>
                <a:gd name="T10" fmla="*/ 1 w 299"/>
                <a:gd name="T11" fmla="*/ 0 h 342"/>
                <a:gd name="T12" fmla="*/ 1 w 299"/>
                <a:gd name="T13" fmla="*/ 1 h 342"/>
                <a:gd name="T14" fmla="*/ 0 w 299"/>
                <a:gd name="T15" fmla="*/ 1 h 342"/>
                <a:gd name="T16" fmla="*/ 0 w 299"/>
                <a:gd name="T17" fmla="*/ 1 h 342"/>
                <a:gd name="T18" fmla="*/ 0 w 299"/>
                <a:gd name="T19" fmla="*/ 1 h 342"/>
                <a:gd name="T20" fmla="*/ 0 w 299"/>
                <a:gd name="T21" fmla="*/ 0 h 342"/>
                <a:gd name="T22" fmla="*/ 0 w 299"/>
                <a:gd name="T23" fmla="*/ 0 h 342"/>
                <a:gd name="T24" fmla="*/ 0 w 299"/>
                <a:gd name="T25" fmla="*/ 0 h 342"/>
                <a:gd name="T26" fmla="*/ 0 w 299"/>
                <a:gd name="T27" fmla="*/ 0 h 342"/>
                <a:gd name="T28" fmla="*/ 0 w 299"/>
                <a:gd name="T29" fmla="*/ 0 h 342"/>
                <a:gd name="T30" fmla="*/ 0 w 299"/>
                <a:gd name="T31" fmla="*/ 0 h 342"/>
                <a:gd name="T32" fmla="*/ 0 w 299"/>
                <a:gd name="T33" fmla="*/ 0 h 342"/>
                <a:gd name="T34" fmla="*/ 0 w 299"/>
                <a:gd name="T35" fmla="*/ 0 h 342"/>
                <a:gd name="T36" fmla="*/ 0 w 299"/>
                <a:gd name="T37" fmla="*/ 0 h 342"/>
                <a:gd name="T38" fmla="*/ 0 w 299"/>
                <a:gd name="T39" fmla="*/ 0 h 342"/>
                <a:gd name="T40" fmla="*/ 0 w 299"/>
                <a:gd name="T41" fmla="*/ 0 h 342"/>
                <a:gd name="T42" fmla="*/ 0 w 299"/>
                <a:gd name="T43" fmla="*/ 0 h 3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99"/>
                <a:gd name="T67" fmla="*/ 0 h 342"/>
                <a:gd name="T68" fmla="*/ 299 w 299"/>
                <a:gd name="T69" fmla="*/ 342 h 34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99" h="342">
                  <a:moveTo>
                    <a:pt x="185" y="78"/>
                  </a:moveTo>
                  <a:lnTo>
                    <a:pt x="245" y="136"/>
                  </a:lnTo>
                  <a:lnTo>
                    <a:pt x="273" y="192"/>
                  </a:lnTo>
                  <a:lnTo>
                    <a:pt x="273" y="219"/>
                  </a:lnTo>
                  <a:lnTo>
                    <a:pt x="295" y="245"/>
                  </a:lnTo>
                  <a:lnTo>
                    <a:pt x="299" y="293"/>
                  </a:lnTo>
                  <a:lnTo>
                    <a:pt x="295" y="327"/>
                  </a:lnTo>
                  <a:lnTo>
                    <a:pt x="277" y="342"/>
                  </a:lnTo>
                  <a:lnTo>
                    <a:pt x="261" y="335"/>
                  </a:lnTo>
                  <a:lnTo>
                    <a:pt x="277" y="316"/>
                  </a:lnTo>
                  <a:lnTo>
                    <a:pt x="277" y="272"/>
                  </a:lnTo>
                  <a:lnTo>
                    <a:pt x="261" y="243"/>
                  </a:lnTo>
                  <a:lnTo>
                    <a:pt x="236" y="219"/>
                  </a:lnTo>
                  <a:lnTo>
                    <a:pt x="38" y="102"/>
                  </a:lnTo>
                  <a:lnTo>
                    <a:pt x="252" y="210"/>
                  </a:lnTo>
                  <a:lnTo>
                    <a:pt x="240" y="164"/>
                  </a:lnTo>
                  <a:lnTo>
                    <a:pt x="206" y="122"/>
                  </a:lnTo>
                  <a:lnTo>
                    <a:pt x="152" y="81"/>
                  </a:lnTo>
                  <a:lnTo>
                    <a:pt x="68" y="32"/>
                  </a:lnTo>
                  <a:lnTo>
                    <a:pt x="0" y="0"/>
                  </a:lnTo>
                  <a:lnTo>
                    <a:pt x="123" y="43"/>
                  </a:lnTo>
                  <a:lnTo>
                    <a:pt x="185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6" name="Freeform 326">
              <a:extLst>
                <a:ext uri="{FF2B5EF4-FFF2-40B4-BE49-F238E27FC236}">
                  <a16:creationId xmlns:a16="http://schemas.microsoft.com/office/drawing/2014/main" id="{39FE3D24-6E41-1A45-8D3E-2EB38E9B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060"/>
              <a:ext cx="645" cy="420"/>
            </a:xfrm>
            <a:custGeom>
              <a:avLst/>
              <a:gdLst>
                <a:gd name="T0" fmla="*/ 3 w 5155"/>
                <a:gd name="T1" fmla="*/ 0 h 3356"/>
                <a:gd name="T2" fmla="*/ 4 w 5155"/>
                <a:gd name="T3" fmla="*/ 2 h 3356"/>
                <a:gd name="T4" fmla="*/ 5 w 5155"/>
                <a:gd name="T5" fmla="*/ 2 h 3356"/>
                <a:gd name="T6" fmla="*/ 3 w 5155"/>
                <a:gd name="T7" fmla="*/ 1 h 3356"/>
                <a:gd name="T8" fmla="*/ 3 w 5155"/>
                <a:gd name="T9" fmla="*/ 1 h 3356"/>
                <a:gd name="T10" fmla="*/ 2 w 5155"/>
                <a:gd name="T11" fmla="*/ 1 h 3356"/>
                <a:gd name="T12" fmla="*/ 1 w 5155"/>
                <a:gd name="T13" fmla="*/ 2 h 3356"/>
                <a:gd name="T14" fmla="*/ 2 w 5155"/>
                <a:gd name="T15" fmla="*/ 4 h 3356"/>
                <a:gd name="T16" fmla="*/ 3 w 5155"/>
                <a:gd name="T17" fmla="*/ 4 h 3356"/>
                <a:gd name="T18" fmla="*/ 3 w 5155"/>
                <a:gd name="T19" fmla="*/ 3 h 3356"/>
                <a:gd name="T20" fmla="*/ 4 w 5155"/>
                <a:gd name="T21" fmla="*/ 2 h 3356"/>
                <a:gd name="T22" fmla="*/ 3 w 5155"/>
                <a:gd name="T23" fmla="*/ 3 h 3356"/>
                <a:gd name="T24" fmla="*/ 4 w 5155"/>
                <a:gd name="T25" fmla="*/ 4 h 3356"/>
                <a:gd name="T26" fmla="*/ 5 w 5155"/>
                <a:gd name="T27" fmla="*/ 4 h 3356"/>
                <a:gd name="T28" fmla="*/ 4 w 5155"/>
                <a:gd name="T29" fmla="*/ 4 h 3356"/>
                <a:gd name="T30" fmla="*/ 5 w 5155"/>
                <a:gd name="T31" fmla="*/ 5 h 3356"/>
                <a:gd name="T32" fmla="*/ 5 w 5155"/>
                <a:gd name="T33" fmla="*/ 5 h 3356"/>
                <a:gd name="T34" fmla="*/ 6 w 5155"/>
                <a:gd name="T35" fmla="*/ 6 h 3356"/>
                <a:gd name="T36" fmla="*/ 6 w 5155"/>
                <a:gd name="T37" fmla="*/ 5 h 3356"/>
                <a:gd name="T38" fmla="*/ 6 w 5155"/>
                <a:gd name="T39" fmla="*/ 6 h 3356"/>
                <a:gd name="T40" fmla="*/ 7 w 5155"/>
                <a:gd name="T41" fmla="*/ 6 h 3356"/>
                <a:gd name="T42" fmla="*/ 7 w 5155"/>
                <a:gd name="T43" fmla="*/ 6 h 3356"/>
                <a:gd name="T44" fmla="*/ 8 w 5155"/>
                <a:gd name="T45" fmla="*/ 6 h 3356"/>
                <a:gd name="T46" fmla="*/ 10 w 5155"/>
                <a:gd name="T47" fmla="*/ 6 h 3356"/>
                <a:gd name="T48" fmla="*/ 9 w 5155"/>
                <a:gd name="T49" fmla="*/ 5 h 3356"/>
                <a:gd name="T50" fmla="*/ 10 w 5155"/>
                <a:gd name="T51" fmla="*/ 6 h 3356"/>
                <a:gd name="T52" fmla="*/ 10 w 5155"/>
                <a:gd name="T53" fmla="*/ 7 h 3356"/>
                <a:gd name="T54" fmla="*/ 0 w 5155"/>
                <a:gd name="T55" fmla="*/ 5 h 3356"/>
                <a:gd name="T56" fmla="*/ 1 w 5155"/>
                <a:gd name="T57" fmla="*/ 2 h 3356"/>
                <a:gd name="T58" fmla="*/ 2 w 5155"/>
                <a:gd name="T59" fmla="*/ 1 h 3356"/>
                <a:gd name="T60" fmla="*/ 3 w 5155"/>
                <a:gd name="T61" fmla="*/ 0 h 3356"/>
                <a:gd name="T62" fmla="*/ 3 w 5155"/>
                <a:gd name="T63" fmla="*/ 0 h 33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155"/>
                <a:gd name="T97" fmla="*/ 0 h 3356"/>
                <a:gd name="T98" fmla="*/ 5155 w 5155"/>
                <a:gd name="T99" fmla="*/ 3356 h 335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155" h="3356">
                  <a:moveTo>
                    <a:pt x="1664" y="25"/>
                  </a:moveTo>
                  <a:lnTo>
                    <a:pt x="1547" y="176"/>
                  </a:lnTo>
                  <a:lnTo>
                    <a:pt x="1734" y="338"/>
                  </a:lnTo>
                  <a:lnTo>
                    <a:pt x="2048" y="737"/>
                  </a:lnTo>
                  <a:lnTo>
                    <a:pt x="2244" y="1073"/>
                  </a:lnTo>
                  <a:lnTo>
                    <a:pt x="2349" y="1235"/>
                  </a:lnTo>
                  <a:lnTo>
                    <a:pt x="1999" y="748"/>
                  </a:lnTo>
                  <a:lnTo>
                    <a:pt x="1734" y="479"/>
                  </a:lnTo>
                  <a:lnTo>
                    <a:pt x="1453" y="255"/>
                  </a:lnTo>
                  <a:lnTo>
                    <a:pt x="1363" y="223"/>
                  </a:lnTo>
                  <a:lnTo>
                    <a:pt x="1107" y="444"/>
                  </a:lnTo>
                  <a:lnTo>
                    <a:pt x="877" y="712"/>
                  </a:lnTo>
                  <a:lnTo>
                    <a:pt x="677" y="1004"/>
                  </a:lnTo>
                  <a:lnTo>
                    <a:pt x="620" y="1141"/>
                  </a:lnTo>
                  <a:lnTo>
                    <a:pt x="805" y="1562"/>
                  </a:lnTo>
                  <a:lnTo>
                    <a:pt x="980" y="1807"/>
                  </a:lnTo>
                  <a:lnTo>
                    <a:pt x="1153" y="1947"/>
                  </a:lnTo>
                  <a:lnTo>
                    <a:pt x="1317" y="2040"/>
                  </a:lnTo>
                  <a:lnTo>
                    <a:pt x="1453" y="1703"/>
                  </a:lnTo>
                  <a:lnTo>
                    <a:pt x="1628" y="1493"/>
                  </a:lnTo>
                  <a:lnTo>
                    <a:pt x="1767" y="1318"/>
                  </a:lnTo>
                  <a:lnTo>
                    <a:pt x="1999" y="1165"/>
                  </a:lnTo>
                  <a:lnTo>
                    <a:pt x="1780" y="1364"/>
                  </a:lnTo>
                  <a:lnTo>
                    <a:pt x="1653" y="1597"/>
                  </a:lnTo>
                  <a:lnTo>
                    <a:pt x="1593" y="1747"/>
                  </a:lnTo>
                  <a:lnTo>
                    <a:pt x="2176" y="1961"/>
                  </a:lnTo>
                  <a:lnTo>
                    <a:pt x="2709" y="2226"/>
                  </a:lnTo>
                  <a:lnTo>
                    <a:pt x="2709" y="2261"/>
                  </a:lnTo>
                  <a:lnTo>
                    <a:pt x="2244" y="2159"/>
                  </a:lnTo>
                  <a:lnTo>
                    <a:pt x="1861" y="2226"/>
                  </a:lnTo>
                  <a:lnTo>
                    <a:pt x="2105" y="2319"/>
                  </a:lnTo>
                  <a:lnTo>
                    <a:pt x="2349" y="2353"/>
                  </a:lnTo>
                  <a:lnTo>
                    <a:pt x="2607" y="2389"/>
                  </a:lnTo>
                  <a:lnTo>
                    <a:pt x="2723" y="2332"/>
                  </a:lnTo>
                  <a:lnTo>
                    <a:pt x="2409" y="2622"/>
                  </a:lnTo>
                  <a:lnTo>
                    <a:pt x="2840" y="2819"/>
                  </a:lnTo>
                  <a:lnTo>
                    <a:pt x="2896" y="2600"/>
                  </a:lnTo>
                  <a:lnTo>
                    <a:pt x="2919" y="2773"/>
                  </a:lnTo>
                  <a:lnTo>
                    <a:pt x="2919" y="2925"/>
                  </a:lnTo>
                  <a:lnTo>
                    <a:pt x="3223" y="3031"/>
                  </a:lnTo>
                  <a:lnTo>
                    <a:pt x="3270" y="2811"/>
                  </a:lnTo>
                  <a:lnTo>
                    <a:pt x="3318" y="2787"/>
                  </a:lnTo>
                  <a:lnTo>
                    <a:pt x="3352" y="2819"/>
                  </a:lnTo>
                  <a:lnTo>
                    <a:pt x="3362" y="2868"/>
                  </a:lnTo>
                  <a:lnTo>
                    <a:pt x="3456" y="3008"/>
                  </a:lnTo>
                  <a:lnTo>
                    <a:pt x="4048" y="3008"/>
                  </a:lnTo>
                  <a:lnTo>
                    <a:pt x="4655" y="2998"/>
                  </a:lnTo>
                  <a:lnTo>
                    <a:pt x="5052" y="2973"/>
                  </a:lnTo>
                  <a:lnTo>
                    <a:pt x="4763" y="2632"/>
                  </a:lnTo>
                  <a:lnTo>
                    <a:pt x="4809" y="2622"/>
                  </a:lnTo>
                  <a:lnTo>
                    <a:pt x="5143" y="2960"/>
                  </a:lnTo>
                  <a:lnTo>
                    <a:pt x="5155" y="3019"/>
                  </a:lnTo>
                  <a:lnTo>
                    <a:pt x="5109" y="3112"/>
                  </a:lnTo>
                  <a:lnTo>
                    <a:pt x="5017" y="3356"/>
                  </a:lnTo>
                  <a:lnTo>
                    <a:pt x="0" y="3356"/>
                  </a:lnTo>
                  <a:lnTo>
                    <a:pt x="152" y="2319"/>
                  </a:lnTo>
                  <a:lnTo>
                    <a:pt x="293" y="1655"/>
                  </a:lnTo>
                  <a:lnTo>
                    <a:pt x="466" y="1189"/>
                  </a:lnTo>
                  <a:lnTo>
                    <a:pt x="641" y="875"/>
                  </a:lnTo>
                  <a:lnTo>
                    <a:pt x="864" y="559"/>
                  </a:lnTo>
                  <a:lnTo>
                    <a:pt x="1118" y="304"/>
                  </a:lnTo>
                  <a:lnTo>
                    <a:pt x="1351" y="140"/>
                  </a:lnTo>
                  <a:lnTo>
                    <a:pt x="1488" y="140"/>
                  </a:lnTo>
                  <a:lnTo>
                    <a:pt x="1605" y="0"/>
                  </a:lnTo>
                  <a:lnTo>
                    <a:pt x="1664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7" name="Freeform 327">
              <a:extLst>
                <a:ext uri="{FF2B5EF4-FFF2-40B4-BE49-F238E27FC236}">
                  <a16:creationId xmlns:a16="http://schemas.microsoft.com/office/drawing/2014/main" id="{E06CD7DD-DF9C-DB43-936C-175106AEE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75"/>
              <a:ext cx="118" cy="68"/>
            </a:xfrm>
            <a:custGeom>
              <a:avLst/>
              <a:gdLst>
                <a:gd name="T0" fmla="*/ 0 w 945"/>
                <a:gd name="T1" fmla="*/ 0 h 547"/>
                <a:gd name="T2" fmla="*/ 1 w 945"/>
                <a:gd name="T3" fmla="*/ 0 h 547"/>
                <a:gd name="T4" fmla="*/ 1 w 945"/>
                <a:gd name="T5" fmla="*/ 1 h 547"/>
                <a:gd name="T6" fmla="*/ 2 w 945"/>
                <a:gd name="T7" fmla="*/ 1 h 547"/>
                <a:gd name="T8" fmla="*/ 2 w 945"/>
                <a:gd name="T9" fmla="*/ 1 h 547"/>
                <a:gd name="T10" fmla="*/ 1 w 945"/>
                <a:gd name="T11" fmla="*/ 1 h 547"/>
                <a:gd name="T12" fmla="*/ 1 w 945"/>
                <a:gd name="T13" fmla="*/ 0 h 547"/>
                <a:gd name="T14" fmla="*/ 1 w 945"/>
                <a:gd name="T15" fmla="*/ 0 h 547"/>
                <a:gd name="T16" fmla="*/ 0 w 945"/>
                <a:gd name="T17" fmla="*/ 0 h 547"/>
                <a:gd name="T18" fmla="*/ 0 w 945"/>
                <a:gd name="T19" fmla="*/ 0 h 5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45"/>
                <a:gd name="T31" fmla="*/ 0 h 547"/>
                <a:gd name="T32" fmla="*/ 945 w 945"/>
                <a:gd name="T33" fmla="*/ 547 h 54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45" h="547">
                  <a:moveTo>
                    <a:pt x="0" y="0"/>
                  </a:moveTo>
                  <a:lnTo>
                    <a:pt x="386" y="141"/>
                  </a:lnTo>
                  <a:lnTo>
                    <a:pt x="687" y="314"/>
                  </a:lnTo>
                  <a:lnTo>
                    <a:pt x="945" y="547"/>
                  </a:lnTo>
                  <a:lnTo>
                    <a:pt x="945" y="512"/>
                  </a:lnTo>
                  <a:lnTo>
                    <a:pt x="733" y="314"/>
                  </a:lnTo>
                  <a:lnTo>
                    <a:pt x="535" y="176"/>
                  </a:lnTo>
                  <a:lnTo>
                    <a:pt x="327" y="81"/>
                  </a:lnTo>
                  <a:lnTo>
                    <a:pt x="150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8" name="Freeform 328">
              <a:extLst>
                <a:ext uri="{FF2B5EF4-FFF2-40B4-BE49-F238E27FC236}">
                  <a16:creationId xmlns:a16="http://schemas.microsoft.com/office/drawing/2014/main" id="{5D2131E8-2824-954F-AED8-7CDC6D6B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353"/>
              <a:ext cx="40" cy="90"/>
            </a:xfrm>
            <a:custGeom>
              <a:avLst/>
              <a:gdLst>
                <a:gd name="T0" fmla="*/ 0 w 319"/>
                <a:gd name="T1" fmla="*/ 0 h 718"/>
                <a:gd name="T2" fmla="*/ 1 w 319"/>
                <a:gd name="T3" fmla="*/ 0 h 718"/>
                <a:gd name="T4" fmla="*/ 1 w 319"/>
                <a:gd name="T5" fmla="*/ 1 h 718"/>
                <a:gd name="T6" fmla="*/ 1 w 319"/>
                <a:gd name="T7" fmla="*/ 1 h 718"/>
                <a:gd name="T8" fmla="*/ 1 w 319"/>
                <a:gd name="T9" fmla="*/ 1 h 718"/>
                <a:gd name="T10" fmla="*/ 1 w 319"/>
                <a:gd name="T11" fmla="*/ 1 h 718"/>
                <a:gd name="T12" fmla="*/ 1 w 319"/>
                <a:gd name="T13" fmla="*/ 1 h 718"/>
                <a:gd name="T14" fmla="*/ 1 w 319"/>
                <a:gd name="T15" fmla="*/ 1 h 718"/>
                <a:gd name="T16" fmla="*/ 0 w 319"/>
                <a:gd name="T17" fmla="*/ 1 h 718"/>
                <a:gd name="T18" fmla="*/ 0 w 319"/>
                <a:gd name="T19" fmla="*/ 1 h 718"/>
                <a:gd name="T20" fmla="*/ 0 w 319"/>
                <a:gd name="T21" fmla="*/ 1 h 718"/>
                <a:gd name="T22" fmla="*/ 0 w 319"/>
                <a:gd name="T23" fmla="*/ 1 h 718"/>
                <a:gd name="T24" fmla="*/ 0 w 319"/>
                <a:gd name="T25" fmla="*/ 1 h 718"/>
                <a:gd name="T26" fmla="*/ 1 w 319"/>
                <a:gd name="T27" fmla="*/ 1 h 718"/>
                <a:gd name="T28" fmla="*/ 0 w 319"/>
                <a:gd name="T29" fmla="*/ 1 h 718"/>
                <a:gd name="T30" fmla="*/ 1 w 319"/>
                <a:gd name="T31" fmla="*/ 1 h 718"/>
                <a:gd name="T32" fmla="*/ 1 w 319"/>
                <a:gd name="T33" fmla="*/ 1 h 718"/>
                <a:gd name="T34" fmla="*/ 1 w 319"/>
                <a:gd name="T35" fmla="*/ 1 h 718"/>
                <a:gd name="T36" fmla="*/ 1 w 319"/>
                <a:gd name="T37" fmla="*/ 1 h 718"/>
                <a:gd name="T38" fmla="*/ 0 w 319"/>
                <a:gd name="T39" fmla="*/ 0 h 718"/>
                <a:gd name="T40" fmla="*/ 1 w 319"/>
                <a:gd name="T41" fmla="*/ 1 h 718"/>
                <a:gd name="T42" fmla="*/ 1 w 319"/>
                <a:gd name="T43" fmla="*/ 1 h 718"/>
                <a:gd name="T44" fmla="*/ 1 w 319"/>
                <a:gd name="T45" fmla="*/ 0 h 718"/>
                <a:gd name="T46" fmla="*/ 0 w 319"/>
                <a:gd name="T47" fmla="*/ 0 h 718"/>
                <a:gd name="T48" fmla="*/ 0 w 319"/>
                <a:gd name="T49" fmla="*/ 0 h 718"/>
                <a:gd name="T50" fmla="*/ 0 w 319"/>
                <a:gd name="T51" fmla="*/ 0 h 718"/>
                <a:gd name="T52" fmla="*/ 0 w 319"/>
                <a:gd name="T53" fmla="*/ 0 h 718"/>
                <a:gd name="T54" fmla="*/ 0 w 319"/>
                <a:gd name="T55" fmla="*/ 0 h 7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9"/>
                <a:gd name="T85" fmla="*/ 0 h 718"/>
                <a:gd name="T86" fmla="*/ 319 w 319"/>
                <a:gd name="T87" fmla="*/ 718 h 7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9" h="718">
                  <a:moveTo>
                    <a:pt x="77" y="0"/>
                  </a:moveTo>
                  <a:lnTo>
                    <a:pt x="292" y="187"/>
                  </a:lnTo>
                  <a:lnTo>
                    <a:pt x="312" y="252"/>
                  </a:lnTo>
                  <a:lnTo>
                    <a:pt x="288" y="310"/>
                  </a:lnTo>
                  <a:lnTo>
                    <a:pt x="319" y="384"/>
                  </a:lnTo>
                  <a:lnTo>
                    <a:pt x="319" y="422"/>
                  </a:lnTo>
                  <a:lnTo>
                    <a:pt x="250" y="496"/>
                  </a:lnTo>
                  <a:lnTo>
                    <a:pt x="244" y="565"/>
                  </a:lnTo>
                  <a:lnTo>
                    <a:pt x="189" y="619"/>
                  </a:lnTo>
                  <a:lnTo>
                    <a:pt x="88" y="708"/>
                  </a:lnTo>
                  <a:lnTo>
                    <a:pt x="15" y="718"/>
                  </a:lnTo>
                  <a:lnTo>
                    <a:pt x="88" y="688"/>
                  </a:lnTo>
                  <a:lnTo>
                    <a:pt x="176" y="600"/>
                  </a:lnTo>
                  <a:lnTo>
                    <a:pt x="220" y="476"/>
                  </a:lnTo>
                  <a:lnTo>
                    <a:pt x="163" y="422"/>
                  </a:lnTo>
                  <a:lnTo>
                    <a:pt x="237" y="453"/>
                  </a:lnTo>
                  <a:lnTo>
                    <a:pt x="281" y="391"/>
                  </a:lnTo>
                  <a:lnTo>
                    <a:pt x="268" y="351"/>
                  </a:lnTo>
                  <a:lnTo>
                    <a:pt x="237" y="284"/>
                  </a:lnTo>
                  <a:lnTo>
                    <a:pt x="70" y="136"/>
                  </a:lnTo>
                  <a:lnTo>
                    <a:pt x="268" y="273"/>
                  </a:lnTo>
                  <a:lnTo>
                    <a:pt x="276" y="235"/>
                  </a:lnTo>
                  <a:lnTo>
                    <a:pt x="257" y="187"/>
                  </a:lnTo>
                  <a:lnTo>
                    <a:pt x="121" y="70"/>
                  </a:lnTo>
                  <a:lnTo>
                    <a:pt x="57" y="1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69" name="Freeform 329">
              <a:extLst>
                <a:ext uri="{FF2B5EF4-FFF2-40B4-BE49-F238E27FC236}">
                  <a16:creationId xmlns:a16="http://schemas.microsoft.com/office/drawing/2014/main" id="{03FA480A-EF07-2141-B1EC-397C3893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403"/>
              <a:ext cx="74" cy="48"/>
            </a:xfrm>
            <a:custGeom>
              <a:avLst/>
              <a:gdLst>
                <a:gd name="T0" fmla="*/ 0 w 596"/>
                <a:gd name="T1" fmla="*/ 1 h 385"/>
                <a:gd name="T2" fmla="*/ 0 w 596"/>
                <a:gd name="T3" fmla="*/ 1 h 385"/>
                <a:gd name="T4" fmla="*/ 1 w 596"/>
                <a:gd name="T5" fmla="*/ 1 h 385"/>
                <a:gd name="T6" fmla="*/ 1 w 596"/>
                <a:gd name="T7" fmla="*/ 1 h 385"/>
                <a:gd name="T8" fmla="*/ 1 w 596"/>
                <a:gd name="T9" fmla="*/ 1 h 385"/>
                <a:gd name="T10" fmla="*/ 1 w 596"/>
                <a:gd name="T11" fmla="*/ 0 h 385"/>
                <a:gd name="T12" fmla="*/ 1 w 596"/>
                <a:gd name="T13" fmla="*/ 0 h 385"/>
                <a:gd name="T14" fmla="*/ 1 w 596"/>
                <a:gd name="T15" fmla="*/ 0 h 385"/>
                <a:gd name="T16" fmla="*/ 1 w 596"/>
                <a:gd name="T17" fmla="*/ 0 h 385"/>
                <a:gd name="T18" fmla="*/ 1 w 596"/>
                <a:gd name="T19" fmla="*/ 0 h 385"/>
                <a:gd name="T20" fmla="*/ 1 w 596"/>
                <a:gd name="T21" fmla="*/ 0 h 385"/>
                <a:gd name="T22" fmla="*/ 1 w 596"/>
                <a:gd name="T23" fmla="*/ 0 h 385"/>
                <a:gd name="T24" fmla="*/ 1 w 596"/>
                <a:gd name="T25" fmla="*/ 0 h 385"/>
                <a:gd name="T26" fmla="*/ 1 w 596"/>
                <a:gd name="T27" fmla="*/ 0 h 385"/>
                <a:gd name="T28" fmla="*/ 1 w 596"/>
                <a:gd name="T29" fmla="*/ 0 h 385"/>
                <a:gd name="T30" fmla="*/ 1 w 596"/>
                <a:gd name="T31" fmla="*/ 1 h 385"/>
                <a:gd name="T32" fmla="*/ 1 w 596"/>
                <a:gd name="T33" fmla="*/ 1 h 385"/>
                <a:gd name="T34" fmla="*/ 1 w 596"/>
                <a:gd name="T35" fmla="*/ 1 h 385"/>
                <a:gd name="T36" fmla="*/ 0 w 596"/>
                <a:gd name="T37" fmla="*/ 1 h 385"/>
                <a:gd name="T38" fmla="*/ 0 w 596"/>
                <a:gd name="T39" fmla="*/ 1 h 385"/>
                <a:gd name="T40" fmla="*/ 0 w 596"/>
                <a:gd name="T41" fmla="*/ 1 h 385"/>
                <a:gd name="T42" fmla="*/ 0 w 596"/>
                <a:gd name="T43" fmla="*/ 1 h 3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96"/>
                <a:gd name="T67" fmla="*/ 0 h 385"/>
                <a:gd name="T68" fmla="*/ 596 w 596"/>
                <a:gd name="T69" fmla="*/ 385 h 38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96" h="385">
                  <a:moveTo>
                    <a:pt x="20" y="348"/>
                  </a:moveTo>
                  <a:lnTo>
                    <a:pt x="165" y="358"/>
                  </a:lnTo>
                  <a:lnTo>
                    <a:pt x="330" y="355"/>
                  </a:lnTo>
                  <a:lnTo>
                    <a:pt x="422" y="330"/>
                  </a:lnTo>
                  <a:lnTo>
                    <a:pt x="462" y="297"/>
                  </a:lnTo>
                  <a:lnTo>
                    <a:pt x="497" y="229"/>
                  </a:lnTo>
                  <a:lnTo>
                    <a:pt x="503" y="168"/>
                  </a:lnTo>
                  <a:lnTo>
                    <a:pt x="479" y="123"/>
                  </a:lnTo>
                  <a:lnTo>
                    <a:pt x="529" y="76"/>
                  </a:lnTo>
                  <a:lnTo>
                    <a:pt x="529" y="0"/>
                  </a:lnTo>
                  <a:lnTo>
                    <a:pt x="547" y="76"/>
                  </a:lnTo>
                  <a:lnTo>
                    <a:pt x="510" y="137"/>
                  </a:lnTo>
                  <a:lnTo>
                    <a:pt x="521" y="180"/>
                  </a:lnTo>
                  <a:lnTo>
                    <a:pt x="510" y="249"/>
                  </a:lnTo>
                  <a:lnTo>
                    <a:pt x="596" y="216"/>
                  </a:lnTo>
                  <a:lnTo>
                    <a:pt x="534" y="297"/>
                  </a:lnTo>
                  <a:lnTo>
                    <a:pt x="462" y="330"/>
                  </a:lnTo>
                  <a:lnTo>
                    <a:pt x="349" y="372"/>
                  </a:lnTo>
                  <a:lnTo>
                    <a:pt x="229" y="378"/>
                  </a:lnTo>
                  <a:lnTo>
                    <a:pt x="125" y="385"/>
                  </a:lnTo>
                  <a:lnTo>
                    <a:pt x="0" y="372"/>
                  </a:lnTo>
                  <a:lnTo>
                    <a:pt x="20" y="3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0" name="Freeform 330">
              <a:extLst>
                <a:ext uri="{FF2B5EF4-FFF2-40B4-BE49-F238E27FC236}">
                  <a16:creationId xmlns:a16="http://schemas.microsoft.com/office/drawing/2014/main" id="{E3C398A6-3FAE-AA43-BE75-2D253C83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26"/>
              <a:ext cx="216" cy="54"/>
            </a:xfrm>
            <a:custGeom>
              <a:avLst/>
              <a:gdLst>
                <a:gd name="T0" fmla="*/ 0 w 1731"/>
                <a:gd name="T1" fmla="*/ 1 h 431"/>
                <a:gd name="T2" fmla="*/ 3 w 1731"/>
                <a:gd name="T3" fmla="*/ 0 h 431"/>
                <a:gd name="T4" fmla="*/ 3 w 1731"/>
                <a:gd name="T5" fmla="*/ 0 h 431"/>
                <a:gd name="T6" fmla="*/ 1 w 1731"/>
                <a:gd name="T7" fmla="*/ 1 h 431"/>
                <a:gd name="T8" fmla="*/ 0 w 1731"/>
                <a:gd name="T9" fmla="*/ 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1"/>
                <a:gd name="T16" fmla="*/ 0 h 431"/>
                <a:gd name="T17" fmla="*/ 1731 w 1731"/>
                <a:gd name="T18" fmla="*/ 431 h 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1" h="431">
                  <a:moveTo>
                    <a:pt x="0" y="431"/>
                  </a:moveTo>
                  <a:lnTo>
                    <a:pt x="1731" y="0"/>
                  </a:lnTo>
                  <a:lnTo>
                    <a:pt x="1731" y="57"/>
                  </a:lnTo>
                  <a:lnTo>
                    <a:pt x="295" y="431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1" name="Freeform 331">
              <a:extLst>
                <a:ext uri="{FF2B5EF4-FFF2-40B4-BE49-F238E27FC236}">
                  <a16:creationId xmlns:a16="http://schemas.microsoft.com/office/drawing/2014/main" id="{31DF086B-0D1D-0B49-BF1D-6E3FBB25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396"/>
              <a:ext cx="215" cy="30"/>
            </a:xfrm>
            <a:custGeom>
              <a:avLst/>
              <a:gdLst>
                <a:gd name="T0" fmla="*/ 3 w 1719"/>
                <a:gd name="T1" fmla="*/ 0 h 242"/>
                <a:gd name="T2" fmla="*/ 1 w 1719"/>
                <a:gd name="T3" fmla="*/ 0 h 242"/>
                <a:gd name="T4" fmla="*/ 0 w 1719"/>
                <a:gd name="T5" fmla="*/ 0 h 242"/>
                <a:gd name="T6" fmla="*/ 0 60000 65536"/>
                <a:gd name="T7" fmla="*/ 0 60000 65536"/>
                <a:gd name="T8" fmla="*/ 0 60000 65536"/>
                <a:gd name="T9" fmla="*/ 0 w 1719"/>
                <a:gd name="T10" fmla="*/ 0 h 242"/>
                <a:gd name="T11" fmla="*/ 1719 w 1719"/>
                <a:gd name="T12" fmla="*/ 242 h 2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19" h="242">
                  <a:moveTo>
                    <a:pt x="1719" y="242"/>
                  </a:moveTo>
                  <a:lnTo>
                    <a:pt x="596" y="0"/>
                  </a:lnTo>
                  <a:lnTo>
                    <a:pt x="0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2" name="Freeform 332">
              <a:extLst>
                <a:ext uri="{FF2B5EF4-FFF2-40B4-BE49-F238E27FC236}">
                  <a16:creationId xmlns:a16="http://schemas.microsoft.com/office/drawing/2014/main" id="{5648353E-68C2-E047-95C9-CAAA6B17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327"/>
              <a:ext cx="240" cy="35"/>
            </a:xfrm>
            <a:custGeom>
              <a:avLst/>
              <a:gdLst>
                <a:gd name="T0" fmla="*/ 0 w 1914"/>
                <a:gd name="T1" fmla="*/ 0 h 281"/>
                <a:gd name="T2" fmla="*/ 4 w 1914"/>
                <a:gd name="T3" fmla="*/ 0 h 281"/>
                <a:gd name="T4" fmla="*/ 4 w 1914"/>
                <a:gd name="T5" fmla="*/ 0 h 281"/>
                <a:gd name="T6" fmla="*/ 0 w 1914"/>
                <a:gd name="T7" fmla="*/ 0 h 281"/>
                <a:gd name="T8" fmla="*/ 0 w 1914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14"/>
                <a:gd name="T16" fmla="*/ 0 h 281"/>
                <a:gd name="T17" fmla="*/ 1914 w 1914"/>
                <a:gd name="T18" fmla="*/ 281 h 2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14" h="281">
                  <a:moveTo>
                    <a:pt x="0" y="253"/>
                  </a:moveTo>
                  <a:lnTo>
                    <a:pt x="1914" y="0"/>
                  </a:lnTo>
                  <a:lnTo>
                    <a:pt x="1914" y="25"/>
                  </a:lnTo>
                  <a:lnTo>
                    <a:pt x="24" y="281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3" name="Freeform 333">
              <a:extLst>
                <a:ext uri="{FF2B5EF4-FFF2-40B4-BE49-F238E27FC236}">
                  <a16:creationId xmlns:a16="http://schemas.microsoft.com/office/drawing/2014/main" id="{08FF68BD-BE40-7A48-AC51-F9B04B2B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302"/>
              <a:ext cx="137" cy="25"/>
            </a:xfrm>
            <a:custGeom>
              <a:avLst/>
              <a:gdLst>
                <a:gd name="T0" fmla="*/ 2 w 1095"/>
                <a:gd name="T1" fmla="*/ 0 h 200"/>
                <a:gd name="T2" fmla="*/ 1 w 1095"/>
                <a:gd name="T3" fmla="*/ 0 h 200"/>
                <a:gd name="T4" fmla="*/ 0 w 1095"/>
                <a:gd name="T5" fmla="*/ 0 h 200"/>
                <a:gd name="T6" fmla="*/ 0 60000 65536"/>
                <a:gd name="T7" fmla="*/ 0 60000 65536"/>
                <a:gd name="T8" fmla="*/ 0 60000 65536"/>
                <a:gd name="T9" fmla="*/ 0 w 1095"/>
                <a:gd name="T10" fmla="*/ 0 h 200"/>
                <a:gd name="T11" fmla="*/ 1095 w 1095"/>
                <a:gd name="T12" fmla="*/ 200 h 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95" h="200">
                  <a:moveTo>
                    <a:pt x="1095" y="200"/>
                  </a:moveTo>
                  <a:lnTo>
                    <a:pt x="234" y="0"/>
                  </a:lnTo>
                  <a:lnTo>
                    <a:pt x="0" y="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4" name="Freeform 334">
              <a:extLst>
                <a:ext uri="{FF2B5EF4-FFF2-40B4-BE49-F238E27FC236}">
                  <a16:creationId xmlns:a16="http://schemas.microsoft.com/office/drawing/2014/main" id="{234346F3-C592-594E-AAF5-06CEEC163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228"/>
              <a:ext cx="206" cy="54"/>
            </a:xfrm>
            <a:custGeom>
              <a:avLst/>
              <a:gdLst>
                <a:gd name="T0" fmla="*/ 0 w 1655"/>
                <a:gd name="T1" fmla="*/ 1 h 433"/>
                <a:gd name="T2" fmla="*/ 2 w 1655"/>
                <a:gd name="T3" fmla="*/ 1 h 433"/>
                <a:gd name="T4" fmla="*/ 3 w 1655"/>
                <a:gd name="T5" fmla="*/ 0 h 433"/>
                <a:gd name="T6" fmla="*/ 1 w 1655"/>
                <a:gd name="T7" fmla="*/ 0 h 4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5"/>
                <a:gd name="T13" fmla="*/ 0 h 433"/>
                <a:gd name="T14" fmla="*/ 1655 w 1655"/>
                <a:gd name="T15" fmla="*/ 433 h 4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5" h="433">
                  <a:moveTo>
                    <a:pt x="0" y="360"/>
                  </a:moveTo>
                  <a:lnTo>
                    <a:pt x="1097" y="433"/>
                  </a:lnTo>
                  <a:lnTo>
                    <a:pt x="1655" y="90"/>
                  </a:lnTo>
                  <a:lnTo>
                    <a:pt x="6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5" name="Freeform 335">
              <a:extLst>
                <a:ext uri="{FF2B5EF4-FFF2-40B4-BE49-F238E27FC236}">
                  <a16:creationId xmlns:a16="http://schemas.microsoft.com/office/drawing/2014/main" id="{39E1AB01-F4D3-6C4F-BAA4-A09B43CE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11"/>
              <a:ext cx="40" cy="5"/>
            </a:xfrm>
            <a:custGeom>
              <a:avLst/>
              <a:gdLst>
                <a:gd name="T0" fmla="*/ 0 w 321"/>
                <a:gd name="T1" fmla="*/ 0 h 44"/>
                <a:gd name="T2" fmla="*/ 0 w 321"/>
                <a:gd name="T3" fmla="*/ 0 h 44"/>
                <a:gd name="T4" fmla="*/ 0 w 321"/>
                <a:gd name="T5" fmla="*/ 0 h 44"/>
                <a:gd name="T6" fmla="*/ 0 w 321"/>
                <a:gd name="T7" fmla="*/ 0 h 44"/>
                <a:gd name="T8" fmla="*/ 0 w 321"/>
                <a:gd name="T9" fmla="*/ 0 h 44"/>
                <a:gd name="T10" fmla="*/ 0 w 321"/>
                <a:gd name="T11" fmla="*/ 0 h 44"/>
                <a:gd name="T12" fmla="*/ 1 w 32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1"/>
                <a:gd name="T22" fmla="*/ 0 h 44"/>
                <a:gd name="T23" fmla="*/ 321 w 321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1" h="44">
                  <a:moveTo>
                    <a:pt x="0" y="44"/>
                  </a:moveTo>
                  <a:lnTo>
                    <a:pt x="21" y="21"/>
                  </a:lnTo>
                  <a:lnTo>
                    <a:pt x="68" y="4"/>
                  </a:lnTo>
                  <a:lnTo>
                    <a:pt x="105" y="0"/>
                  </a:lnTo>
                  <a:lnTo>
                    <a:pt x="160" y="4"/>
                  </a:lnTo>
                  <a:lnTo>
                    <a:pt x="259" y="13"/>
                  </a:lnTo>
                  <a:lnTo>
                    <a:pt x="321" y="2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6" name="Freeform 336">
              <a:extLst>
                <a:ext uri="{FF2B5EF4-FFF2-40B4-BE49-F238E27FC236}">
                  <a16:creationId xmlns:a16="http://schemas.microsoft.com/office/drawing/2014/main" id="{CF680781-5266-2B42-BD94-C7DDCFAD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902"/>
              <a:ext cx="31" cy="3"/>
            </a:xfrm>
            <a:custGeom>
              <a:avLst/>
              <a:gdLst>
                <a:gd name="T0" fmla="*/ 0 w 244"/>
                <a:gd name="T1" fmla="*/ 0 h 23"/>
                <a:gd name="T2" fmla="*/ 0 w 244"/>
                <a:gd name="T3" fmla="*/ 0 h 23"/>
                <a:gd name="T4" fmla="*/ 0 w 244"/>
                <a:gd name="T5" fmla="*/ 0 h 23"/>
                <a:gd name="T6" fmla="*/ 0 w 244"/>
                <a:gd name="T7" fmla="*/ 0 h 23"/>
                <a:gd name="T8" fmla="*/ 1 w 24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3"/>
                <a:gd name="T17" fmla="*/ 244 w 244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3">
                  <a:moveTo>
                    <a:pt x="0" y="23"/>
                  </a:moveTo>
                  <a:lnTo>
                    <a:pt x="32" y="11"/>
                  </a:lnTo>
                  <a:lnTo>
                    <a:pt x="81" y="0"/>
                  </a:lnTo>
                  <a:lnTo>
                    <a:pt x="125" y="0"/>
                  </a:lnTo>
                  <a:lnTo>
                    <a:pt x="244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7" name="Line 337">
              <a:extLst>
                <a:ext uri="{FF2B5EF4-FFF2-40B4-BE49-F238E27FC236}">
                  <a16:creationId xmlns:a16="http://schemas.microsoft.com/office/drawing/2014/main" id="{65F50DB9-B4DF-6E4C-9C8C-C482A5DE5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8" y="3214"/>
              <a:ext cx="17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8" name="Freeform 338">
              <a:extLst>
                <a:ext uri="{FF2B5EF4-FFF2-40B4-BE49-F238E27FC236}">
                  <a16:creationId xmlns:a16="http://schemas.microsoft.com/office/drawing/2014/main" id="{2E573B27-D46E-0946-A694-BED854A56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635"/>
              <a:ext cx="415" cy="138"/>
            </a:xfrm>
            <a:custGeom>
              <a:avLst/>
              <a:gdLst>
                <a:gd name="T0" fmla="*/ 0 w 3312"/>
                <a:gd name="T1" fmla="*/ 2 h 1109"/>
                <a:gd name="T2" fmla="*/ 0 w 3312"/>
                <a:gd name="T3" fmla="*/ 0 h 1109"/>
                <a:gd name="T4" fmla="*/ 7 w 3312"/>
                <a:gd name="T5" fmla="*/ 0 h 1109"/>
                <a:gd name="T6" fmla="*/ 0 60000 65536"/>
                <a:gd name="T7" fmla="*/ 0 60000 65536"/>
                <a:gd name="T8" fmla="*/ 0 60000 65536"/>
                <a:gd name="T9" fmla="*/ 0 w 3312"/>
                <a:gd name="T10" fmla="*/ 0 h 1109"/>
                <a:gd name="T11" fmla="*/ 3312 w 3312"/>
                <a:gd name="T12" fmla="*/ 1109 h 110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12" h="1109">
                  <a:moveTo>
                    <a:pt x="0" y="1109"/>
                  </a:moveTo>
                  <a:lnTo>
                    <a:pt x="0" y="0"/>
                  </a:lnTo>
                  <a:lnTo>
                    <a:pt x="33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79" name="Line 339">
              <a:extLst>
                <a:ext uri="{FF2B5EF4-FFF2-40B4-BE49-F238E27FC236}">
                  <a16:creationId xmlns:a16="http://schemas.microsoft.com/office/drawing/2014/main" id="{D6B12839-10C0-A944-975B-B31B39230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5" y="2716"/>
              <a:ext cx="1" cy="4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0" name="Line 340">
              <a:extLst>
                <a:ext uri="{FF2B5EF4-FFF2-40B4-BE49-F238E27FC236}">
                  <a16:creationId xmlns:a16="http://schemas.microsoft.com/office/drawing/2014/main" id="{A0DDAF8A-1514-2744-B719-3F06794CC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161"/>
              <a:ext cx="13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1" name="Line 341">
              <a:extLst>
                <a:ext uri="{FF2B5EF4-FFF2-40B4-BE49-F238E27FC236}">
                  <a16:creationId xmlns:a16="http://schemas.microsoft.com/office/drawing/2014/main" id="{B1D080CE-D6E5-E043-887A-400B39598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3" y="3161"/>
              <a:ext cx="15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2" name="Freeform 342">
              <a:extLst>
                <a:ext uri="{FF2B5EF4-FFF2-40B4-BE49-F238E27FC236}">
                  <a16:creationId xmlns:a16="http://schemas.microsoft.com/office/drawing/2014/main" id="{60326111-8E72-BF49-BF53-5FB74744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582"/>
              <a:ext cx="35" cy="52"/>
            </a:xfrm>
            <a:custGeom>
              <a:avLst/>
              <a:gdLst>
                <a:gd name="T0" fmla="*/ 0 w 277"/>
                <a:gd name="T1" fmla="*/ 1 h 422"/>
                <a:gd name="T2" fmla="*/ 1 w 277"/>
                <a:gd name="T3" fmla="*/ 1 h 422"/>
                <a:gd name="T4" fmla="*/ 1 w 277"/>
                <a:gd name="T5" fmla="*/ 0 h 422"/>
                <a:gd name="T6" fmla="*/ 0 w 277"/>
                <a:gd name="T7" fmla="*/ 0 h 422"/>
                <a:gd name="T8" fmla="*/ 0 w 277"/>
                <a:gd name="T9" fmla="*/ 1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"/>
                <a:gd name="T16" fmla="*/ 0 h 422"/>
                <a:gd name="T17" fmla="*/ 277 w 277"/>
                <a:gd name="T18" fmla="*/ 422 h 4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" h="422">
                  <a:moveTo>
                    <a:pt x="0" y="422"/>
                  </a:moveTo>
                  <a:lnTo>
                    <a:pt x="277" y="422"/>
                  </a:lnTo>
                  <a:lnTo>
                    <a:pt x="252" y="0"/>
                  </a:lnTo>
                  <a:lnTo>
                    <a:pt x="24" y="0"/>
                  </a:lnTo>
                  <a:lnTo>
                    <a:pt x="0" y="4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3" name="Freeform 343">
              <a:extLst>
                <a:ext uri="{FF2B5EF4-FFF2-40B4-BE49-F238E27FC236}">
                  <a16:creationId xmlns:a16="http://schemas.microsoft.com/office/drawing/2014/main" id="{417E10B9-E2F5-3744-B2FB-9A4AE480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161"/>
              <a:ext cx="55" cy="19"/>
            </a:xfrm>
            <a:custGeom>
              <a:avLst/>
              <a:gdLst>
                <a:gd name="T0" fmla="*/ 0 w 443"/>
                <a:gd name="T1" fmla="*/ 0 h 145"/>
                <a:gd name="T2" fmla="*/ 0 w 443"/>
                <a:gd name="T3" fmla="*/ 0 h 145"/>
                <a:gd name="T4" fmla="*/ 0 w 443"/>
                <a:gd name="T5" fmla="*/ 0 h 145"/>
                <a:gd name="T6" fmla="*/ 0 w 443"/>
                <a:gd name="T7" fmla="*/ 0 h 145"/>
                <a:gd name="T8" fmla="*/ 1 w 443"/>
                <a:gd name="T9" fmla="*/ 0 h 145"/>
                <a:gd name="T10" fmla="*/ 1 w 443"/>
                <a:gd name="T11" fmla="*/ 0 h 145"/>
                <a:gd name="T12" fmla="*/ 1 w 443"/>
                <a:gd name="T13" fmla="*/ 0 h 145"/>
                <a:gd name="T14" fmla="*/ 1 w 443"/>
                <a:gd name="T15" fmla="*/ 0 h 145"/>
                <a:gd name="T16" fmla="*/ 0 w 443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3"/>
                <a:gd name="T28" fmla="*/ 0 h 145"/>
                <a:gd name="T29" fmla="*/ 443 w 443"/>
                <a:gd name="T30" fmla="*/ 145 h 1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3" h="145">
                  <a:moveTo>
                    <a:pt x="5" y="0"/>
                  </a:moveTo>
                  <a:lnTo>
                    <a:pt x="0" y="112"/>
                  </a:lnTo>
                  <a:lnTo>
                    <a:pt x="81" y="128"/>
                  </a:lnTo>
                  <a:lnTo>
                    <a:pt x="245" y="143"/>
                  </a:lnTo>
                  <a:lnTo>
                    <a:pt x="332" y="145"/>
                  </a:lnTo>
                  <a:lnTo>
                    <a:pt x="399" y="77"/>
                  </a:lnTo>
                  <a:lnTo>
                    <a:pt x="443" y="48"/>
                  </a:lnTo>
                  <a:lnTo>
                    <a:pt x="43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4" name="Freeform 344">
              <a:extLst>
                <a:ext uri="{FF2B5EF4-FFF2-40B4-BE49-F238E27FC236}">
                  <a16:creationId xmlns:a16="http://schemas.microsoft.com/office/drawing/2014/main" id="{CDA8F7EC-11F8-214D-AB25-61D5F0D0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709"/>
              <a:ext cx="256" cy="262"/>
            </a:xfrm>
            <a:custGeom>
              <a:avLst/>
              <a:gdLst>
                <a:gd name="T0" fmla="*/ 1 w 2046"/>
                <a:gd name="T1" fmla="*/ 3 h 2093"/>
                <a:gd name="T2" fmla="*/ 1 w 2046"/>
                <a:gd name="T3" fmla="*/ 4 h 2093"/>
                <a:gd name="T4" fmla="*/ 1 w 2046"/>
                <a:gd name="T5" fmla="*/ 4 h 2093"/>
                <a:gd name="T6" fmla="*/ 1 w 2046"/>
                <a:gd name="T7" fmla="*/ 4 h 2093"/>
                <a:gd name="T8" fmla="*/ 2 w 2046"/>
                <a:gd name="T9" fmla="*/ 4 h 2093"/>
                <a:gd name="T10" fmla="*/ 2 w 2046"/>
                <a:gd name="T11" fmla="*/ 4 h 2093"/>
                <a:gd name="T12" fmla="*/ 2 w 2046"/>
                <a:gd name="T13" fmla="*/ 4 h 2093"/>
                <a:gd name="T14" fmla="*/ 2 w 2046"/>
                <a:gd name="T15" fmla="*/ 4 h 2093"/>
                <a:gd name="T16" fmla="*/ 3 w 2046"/>
                <a:gd name="T17" fmla="*/ 4 h 2093"/>
                <a:gd name="T18" fmla="*/ 3 w 2046"/>
                <a:gd name="T19" fmla="*/ 4 h 2093"/>
                <a:gd name="T20" fmla="*/ 3 w 2046"/>
                <a:gd name="T21" fmla="*/ 4 h 2093"/>
                <a:gd name="T22" fmla="*/ 4 w 2046"/>
                <a:gd name="T23" fmla="*/ 4 h 2093"/>
                <a:gd name="T24" fmla="*/ 4 w 2046"/>
                <a:gd name="T25" fmla="*/ 3 h 2093"/>
                <a:gd name="T26" fmla="*/ 4 w 2046"/>
                <a:gd name="T27" fmla="*/ 3 h 2093"/>
                <a:gd name="T28" fmla="*/ 4 w 2046"/>
                <a:gd name="T29" fmla="*/ 3 h 2093"/>
                <a:gd name="T30" fmla="*/ 4 w 2046"/>
                <a:gd name="T31" fmla="*/ 2 h 2093"/>
                <a:gd name="T32" fmla="*/ 4 w 2046"/>
                <a:gd name="T33" fmla="*/ 2 h 2093"/>
                <a:gd name="T34" fmla="*/ 4 w 2046"/>
                <a:gd name="T35" fmla="*/ 2 h 2093"/>
                <a:gd name="T36" fmla="*/ 4 w 2046"/>
                <a:gd name="T37" fmla="*/ 1 h 2093"/>
                <a:gd name="T38" fmla="*/ 4 w 2046"/>
                <a:gd name="T39" fmla="*/ 1 h 2093"/>
                <a:gd name="T40" fmla="*/ 4 w 2046"/>
                <a:gd name="T41" fmla="*/ 1 h 2093"/>
                <a:gd name="T42" fmla="*/ 4 w 2046"/>
                <a:gd name="T43" fmla="*/ 1 h 2093"/>
                <a:gd name="T44" fmla="*/ 3 w 2046"/>
                <a:gd name="T45" fmla="*/ 0 h 2093"/>
                <a:gd name="T46" fmla="*/ 3 w 2046"/>
                <a:gd name="T47" fmla="*/ 0 h 2093"/>
                <a:gd name="T48" fmla="*/ 3 w 2046"/>
                <a:gd name="T49" fmla="*/ 0 h 2093"/>
                <a:gd name="T50" fmla="*/ 2 w 2046"/>
                <a:gd name="T51" fmla="*/ 0 h 2093"/>
                <a:gd name="T52" fmla="*/ 2 w 2046"/>
                <a:gd name="T53" fmla="*/ 0 h 2093"/>
                <a:gd name="T54" fmla="*/ 2 w 2046"/>
                <a:gd name="T55" fmla="*/ 0 h 2093"/>
                <a:gd name="T56" fmla="*/ 2 w 2046"/>
                <a:gd name="T57" fmla="*/ 0 h 2093"/>
                <a:gd name="T58" fmla="*/ 1 w 2046"/>
                <a:gd name="T59" fmla="*/ 0 h 2093"/>
                <a:gd name="T60" fmla="*/ 1 w 2046"/>
                <a:gd name="T61" fmla="*/ 0 h 2093"/>
                <a:gd name="T62" fmla="*/ 1 w 2046"/>
                <a:gd name="T63" fmla="*/ 1 h 2093"/>
                <a:gd name="T64" fmla="*/ 0 w 2046"/>
                <a:gd name="T65" fmla="*/ 1 h 2093"/>
                <a:gd name="T66" fmla="*/ 0 w 2046"/>
                <a:gd name="T67" fmla="*/ 1 h 2093"/>
                <a:gd name="T68" fmla="*/ 0 w 2046"/>
                <a:gd name="T69" fmla="*/ 1 h 2093"/>
                <a:gd name="T70" fmla="*/ 0 w 2046"/>
                <a:gd name="T71" fmla="*/ 2 h 20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046"/>
                <a:gd name="T109" fmla="*/ 0 h 2093"/>
                <a:gd name="T110" fmla="*/ 2046 w 2046"/>
                <a:gd name="T111" fmla="*/ 2093 h 209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046" h="2093">
                  <a:moveTo>
                    <a:pt x="172" y="1683"/>
                  </a:moveTo>
                  <a:lnTo>
                    <a:pt x="222" y="1745"/>
                  </a:lnTo>
                  <a:lnTo>
                    <a:pt x="279" y="1800"/>
                  </a:lnTo>
                  <a:lnTo>
                    <a:pt x="338" y="1853"/>
                  </a:lnTo>
                  <a:lnTo>
                    <a:pt x="402" y="1902"/>
                  </a:lnTo>
                  <a:lnTo>
                    <a:pt x="465" y="1946"/>
                  </a:lnTo>
                  <a:lnTo>
                    <a:pt x="534" y="1983"/>
                  </a:lnTo>
                  <a:lnTo>
                    <a:pt x="608" y="2015"/>
                  </a:lnTo>
                  <a:lnTo>
                    <a:pt x="681" y="2042"/>
                  </a:lnTo>
                  <a:lnTo>
                    <a:pt x="758" y="2061"/>
                  </a:lnTo>
                  <a:lnTo>
                    <a:pt x="835" y="2079"/>
                  </a:lnTo>
                  <a:lnTo>
                    <a:pt x="912" y="2088"/>
                  </a:lnTo>
                  <a:lnTo>
                    <a:pt x="993" y="2093"/>
                  </a:lnTo>
                  <a:lnTo>
                    <a:pt x="1071" y="2088"/>
                  </a:lnTo>
                  <a:lnTo>
                    <a:pt x="1149" y="2079"/>
                  </a:lnTo>
                  <a:lnTo>
                    <a:pt x="1226" y="2066"/>
                  </a:lnTo>
                  <a:lnTo>
                    <a:pt x="1303" y="2045"/>
                  </a:lnTo>
                  <a:lnTo>
                    <a:pt x="1378" y="2020"/>
                  </a:lnTo>
                  <a:lnTo>
                    <a:pt x="1450" y="1989"/>
                  </a:lnTo>
                  <a:lnTo>
                    <a:pt x="1521" y="1952"/>
                  </a:lnTo>
                  <a:lnTo>
                    <a:pt x="1589" y="1911"/>
                  </a:lnTo>
                  <a:lnTo>
                    <a:pt x="1652" y="1862"/>
                  </a:lnTo>
                  <a:lnTo>
                    <a:pt x="1712" y="1814"/>
                  </a:lnTo>
                  <a:lnTo>
                    <a:pt x="1767" y="1757"/>
                  </a:lnTo>
                  <a:lnTo>
                    <a:pt x="1820" y="1697"/>
                  </a:lnTo>
                  <a:lnTo>
                    <a:pt x="1866" y="1634"/>
                  </a:lnTo>
                  <a:lnTo>
                    <a:pt x="1908" y="1568"/>
                  </a:lnTo>
                  <a:lnTo>
                    <a:pt x="1943" y="1497"/>
                  </a:lnTo>
                  <a:lnTo>
                    <a:pt x="1975" y="1425"/>
                  </a:lnTo>
                  <a:lnTo>
                    <a:pt x="2002" y="1350"/>
                  </a:lnTo>
                  <a:lnTo>
                    <a:pt x="2019" y="1273"/>
                  </a:lnTo>
                  <a:lnTo>
                    <a:pt x="2035" y="1194"/>
                  </a:lnTo>
                  <a:lnTo>
                    <a:pt x="2044" y="1118"/>
                  </a:lnTo>
                  <a:lnTo>
                    <a:pt x="2046" y="1038"/>
                  </a:lnTo>
                  <a:lnTo>
                    <a:pt x="2042" y="961"/>
                  </a:lnTo>
                  <a:lnTo>
                    <a:pt x="2033" y="880"/>
                  </a:lnTo>
                  <a:lnTo>
                    <a:pt x="2017" y="805"/>
                  </a:lnTo>
                  <a:lnTo>
                    <a:pt x="1995" y="728"/>
                  </a:lnTo>
                  <a:lnTo>
                    <a:pt x="1968" y="653"/>
                  </a:lnTo>
                  <a:lnTo>
                    <a:pt x="1938" y="581"/>
                  </a:lnTo>
                  <a:lnTo>
                    <a:pt x="1899" y="512"/>
                  </a:lnTo>
                  <a:lnTo>
                    <a:pt x="1857" y="447"/>
                  </a:lnTo>
                  <a:lnTo>
                    <a:pt x="1811" y="383"/>
                  </a:lnTo>
                  <a:lnTo>
                    <a:pt x="1758" y="323"/>
                  </a:lnTo>
                  <a:lnTo>
                    <a:pt x="1701" y="269"/>
                  </a:lnTo>
                  <a:lnTo>
                    <a:pt x="1639" y="219"/>
                  </a:lnTo>
                  <a:lnTo>
                    <a:pt x="1576" y="175"/>
                  </a:lnTo>
                  <a:lnTo>
                    <a:pt x="1507" y="132"/>
                  </a:lnTo>
                  <a:lnTo>
                    <a:pt x="1437" y="95"/>
                  </a:lnTo>
                  <a:lnTo>
                    <a:pt x="1364" y="64"/>
                  </a:lnTo>
                  <a:lnTo>
                    <a:pt x="1290" y="40"/>
                  </a:lnTo>
                  <a:lnTo>
                    <a:pt x="1216" y="23"/>
                  </a:lnTo>
                  <a:lnTo>
                    <a:pt x="1136" y="7"/>
                  </a:lnTo>
                  <a:lnTo>
                    <a:pt x="1057" y="3"/>
                  </a:lnTo>
                  <a:lnTo>
                    <a:pt x="978" y="0"/>
                  </a:lnTo>
                  <a:lnTo>
                    <a:pt x="898" y="3"/>
                  </a:lnTo>
                  <a:lnTo>
                    <a:pt x="822" y="16"/>
                  </a:lnTo>
                  <a:lnTo>
                    <a:pt x="743" y="32"/>
                  </a:lnTo>
                  <a:lnTo>
                    <a:pt x="668" y="53"/>
                  </a:lnTo>
                  <a:lnTo>
                    <a:pt x="596" y="82"/>
                  </a:lnTo>
                  <a:lnTo>
                    <a:pt x="523" y="115"/>
                  </a:lnTo>
                  <a:lnTo>
                    <a:pt x="455" y="152"/>
                  </a:lnTo>
                  <a:lnTo>
                    <a:pt x="389" y="198"/>
                  </a:lnTo>
                  <a:lnTo>
                    <a:pt x="327" y="247"/>
                  </a:lnTo>
                  <a:lnTo>
                    <a:pt x="268" y="297"/>
                  </a:lnTo>
                  <a:lnTo>
                    <a:pt x="213" y="357"/>
                  </a:lnTo>
                  <a:lnTo>
                    <a:pt x="165" y="415"/>
                  </a:lnTo>
                  <a:lnTo>
                    <a:pt x="121" y="482"/>
                  </a:lnTo>
                  <a:lnTo>
                    <a:pt x="79" y="550"/>
                  </a:lnTo>
                  <a:lnTo>
                    <a:pt x="43" y="623"/>
                  </a:lnTo>
                  <a:lnTo>
                    <a:pt x="15" y="696"/>
                  </a:lnTo>
                  <a:lnTo>
                    <a:pt x="0" y="7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5" name="Freeform 345">
              <a:extLst>
                <a:ext uri="{FF2B5EF4-FFF2-40B4-BE49-F238E27FC236}">
                  <a16:creationId xmlns:a16="http://schemas.microsoft.com/office/drawing/2014/main" id="{04B17B79-AC9C-8243-927B-A48DDB0D0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708"/>
              <a:ext cx="40" cy="255"/>
            </a:xfrm>
            <a:custGeom>
              <a:avLst/>
              <a:gdLst>
                <a:gd name="T0" fmla="*/ 0 w 323"/>
                <a:gd name="T1" fmla="*/ 0 h 2035"/>
                <a:gd name="T2" fmla="*/ 0 w 323"/>
                <a:gd name="T3" fmla="*/ 2 h 2035"/>
                <a:gd name="T4" fmla="*/ 1 w 323"/>
                <a:gd name="T5" fmla="*/ 4 h 2035"/>
                <a:gd name="T6" fmla="*/ 0 60000 65536"/>
                <a:gd name="T7" fmla="*/ 0 60000 65536"/>
                <a:gd name="T8" fmla="*/ 0 60000 65536"/>
                <a:gd name="T9" fmla="*/ 0 w 323"/>
                <a:gd name="T10" fmla="*/ 0 h 2035"/>
                <a:gd name="T11" fmla="*/ 323 w 323"/>
                <a:gd name="T12" fmla="*/ 2035 h 20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3" h="2035">
                  <a:moveTo>
                    <a:pt x="0" y="0"/>
                  </a:moveTo>
                  <a:lnTo>
                    <a:pt x="0" y="1048"/>
                  </a:lnTo>
                  <a:lnTo>
                    <a:pt x="323" y="20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6" name="Freeform 346">
              <a:extLst>
                <a:ext uri="{FF2B5EF4-FFF2-40B4-BE49-F238E27FC236}">
                  <a16:creationId xmlns:a16="http://schemas.microsoft.com/office/drawing/2014/main" id="{993527FC-B316-6941-B215-7127B024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839"/>
              <a:ext cx="110" cy="101"/>
            </a:xfrm>
            <a:custGeom>
              <a:avLst/>
              <a:gdLst>
                <a:gd name="T0" fmla="*/ 0 w 883"/>
                <a:gd name="T1" fmla="*/ 2 h 802"/>
                <a:gd name="T2" fmla="*/ 2 w 883"/>
                <a:gd name="T3" fmla="*/ 0 h 802"/>
                <a:gd name="T4" fmla="*/ 0 w 883"/>
                <a:gd name="T5" fmla="*/ 0 h 802"/>
                <a:gd name="T6" fmla="*/ 0 60000 65536"/>
                <a:gd name="T7" fmla="*/ 0 60000 65536"/>
                <a:gd name="T8" fmla="*/ 0 60000 65536"/>
                <a:gd name="T9" fmla="*/ 0 w 883"/>
                <a:gd name="T10" fmla="*/ 0 h 802"/>
                <a:gd name="T11" fmla="*/ 883 w 883"/>
                <a:gd name="T12" fmla="*/ 802 h 8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83" h="802">
                  <a:moveTo>
                    <a:pt x="217" y="802"/>
                  </a:moveTo>
                  <a:lnTo>
                    <a:pt x="883" y="0"/>
                  </a:lnTo>
                  <a:lnTo>
                    <a:pt x="0" y="1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7" name="Line 347">
              <a:extLst>
                <a:ext uri="{FF2B5EF4-FFF2-40B4-BE49-F238E27FC236}">
                  <a16:creationId xmlns:a16="http://schemas.microsoft.com/office/drawing/2014/main" id="{BE8DB534-758D-5046-B2DE-0237C1DCF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3" y="2822"/>
              <a:ext cx="101" cy="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8" name="Line 348">
              <a:extLst>
                <a:ext uri="{FF2B5EF4-FFF2-40B4-BE49-F238E27FC236}">
                  <a16:creationId xmlns:a16="http://schemas.microsoft.com/office/drawing/2014/main" id="{4BDBC336-76C9-ED41-BD82-985A4D178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023"/>
              <a:ext cx="25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89" name="Line 349">
              <a:extLst>
                <a:ext uri="{FF2B5EF4-FFF2-40B4-BE49-F238E27FC236}">
                  <a16:creationId xmlns:a16="http://schemas.microsoft.com/office/drawing/2014/main" id="{9AD4253A-5490-FD49-82FF-6C65E00FA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039"/>
              <a:ext cx="25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0" name="Line 350">
              <a:extLst>
                <a:ext uri="{FF2B5EF4-FFF2-40B4-BE49-F238E27FC236}">
                  <a16:creationId xmlns:a16="http://schemas.microsoft.com/office/drawing/2014/main" id="{A72D2100-D99C-F14E-835F-7A253F9E0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055"/>
              <a:ext cx="25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1" name="Line 351">
              <a:extLst>
                <a:ext uri="{FF2B5EF4-FFF2-40B4-BE49-F238E27FC236}">
                  <a16:creationId xmlns:a16="http://schemas.microsoft.com/office/drawing/2014/main" id="{0EC1FF21-1A47-604D-89E2-5012D0B76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071"/>
              <a:ext cx="25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2" name="Line 352">
              <a:extLst>
                <a:ext uri="{FF2B5EF4-FFF2-40B4-BE49-F238E27FC236}">
                  <a16:creationId xmlns:a16="http://schemas.microsoft.com/office/drawing/2014/main" id="{9EFCC392-9B66-7142-ADD2-67E86492B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088"/>
              <a:ext cx="25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3" name="Freeform 353">
              <a:extLst>
                <a:ext uri="{FF2B5EF4-FFF2-40B4-BE49-F238E27FC236}">
                  <a16:creationId xmlns:a16="http://schemas.microsoft.com/office/drawing/2014/main" id="{87D95A93-9329-8540-9BEE-BEB351A8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218"/>
              <a:ext cx="34" cy="31"/>
            </a:xfrm>
            <a:custGeom>
              <a:avLst/>
              <a:gdLst>
                <a:gd name="T0" fmla="*/ 0 w 270"/>
                <a:gd name="T1" fmla="*/ 0 h 245"/>
                <a:gd name="T2" fmla="*/ 0 w 270"/>
                <a:gd name="T3" fmla="*/ 0 h 245"/>
                <a:gd name="T4" fmla="*/ 0 w 270"/>
                <a:gd name="T5" fmla="*/ 0 h 245"/>
                <a:gd name="T6" fmla="*/ 0 w 270"/>
                <a:gd name="T7" fmla="*/ 0 h 245"/>
                <a:gd name="T8" fmla="*/ 0 w 270"/>
                <a:gd name="T9" fmla="*/ 0 h 245"/>
                <a:gd name="T10" fmla="*/ 0 w 270"/>
                <a:gd name="T11" fmla="*/ 1 h 245"/>
                <a:gd name="T12" fmla="*/ 0 w 270"/>
                <a:gd name="T13" fmla="*/ 1 h 245"/>
                <a:gd name="T14" fmla="*/ 0 w 270"/>
                <a:gd name="T15" fmla="*/ 1 h 245"/>
                <a:gd name="T16" fmla="*/ 0 w 270"/>
                <a:gd name="T17" fmla="*/ 1 h 245"/>
                <a:gd name="T18" fmla="*/ 1 w 270"/>
                <a:gd name="T19" fmla="*/ 0 h 245"/>
                <a:gd name="T20" fmla="*/ 1 w 270"/>
                <a:gd name="T21" fmla="*/ 0 h 245"/>
                <a:gd name="T22" fmla="*/ 1 w 270"/>
                <a:gd name="T23" fmla="*/ 0 h 245"/>
                <a:gd name="T24" fmla="*/ 1 w 270"/>
                <a:gd name="T25" fmla="*/ 0 h 245"/>
                <a:gd name="T26" fmla="*/ 1 w 270"/>
                <a:gd name="T27" fmla="*/ 0 h 245"/>
                <a:gd name="T28" fmla="*/ 0 w 270"/>
                <a:gd name="T29" fmla="*/ 0 h 245"/>
                <a:gd name="T30" fmla="*/ 1 w 270"/>
                <a:gd name="T31" fmla="*/ 0 h 245"/>
                <a:gd name="T32" fmla="*/ 1 w 270"/>
                <a:gd name="T33" fmla="*/ 0 h 245"/>
                <a:gd name="T34" fmla="*/ 1 w 270"/>
                <a:gd name="T35" fmla="*/ 0 h 245"/>
                <a:gd name="T36" fmla="*/ 1 w 270"/>
                <a:gd name="T37" fmla="*/ 0 h 245"/>
                <a:gd name="T38" fmla="*/ 1 w 270"/>
                <a:gd name="T39" fmla="*/ 0 h 245"/>
                <a:gd name="T40" fmla="*/ 0 w 270"/>
                <a:gd name="T41" fmla="*/ 1 h 245"/>
                <a:gd name="T42" fmla="*/ 0 w 270"/>
                <a:gd name="T43" fmla="*/ 1 h 245"/>
                <a:gd name="T44" fmla="*/ 0 w 270"/>
                <a:gd name="T45" fmla="*/ 1 h 245"/>
                <a:gd name="T46" fmla="*/ 0 w 270"/>
                <a:gd name="T47" fmla="*/ 1 h 245"/>
                <a:gd name="T48" fmla="*/ 0 w 270"/>
                <a:gd name="T49" fmla="*/ 0 h 245"/>
                <a:gd name="T50" fmla="*/ 0 w 270"/>
                <a:gd name="T51" fmla="*/ 0 h 245"/>
                <a:gd name="T52" fmla="*/ 0 w 270"/>
                <a:gd name="T53" fmla="*/ 0 h 245"/>
                <a:gd name="T54" fmla="*/ 0 w 270"/>
                <a:gd name="T55" fmla="*/ 0 h 245"/>
                <a:gd name="T56" fmla="*/ 0 w 270"/>
                <a:gd name="T57" fmla="*/ 0 h 2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70"/>
                <a:gd name="T88" fmla="*/ 0 h 245"/>
                <a:gd name="T89" fmla="*/ 270 w 270"/>
                <a:gd name="T90" fmla="*/ 245 h 24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70" h="245">
                  <a:moveTo>
                    <a:pt x="7" y="70"/>
                  </a:moveTo>
                  <a:lnTo>
                    <a:pt x="0" y="109"/>
                  </a:lnTo>
                  <a:lnTo>
                    <a:pt x="5" y="147"/>
                  </a:lnTo>
                  <a:lnTo>
                    <a:pt x="18" y="182"/>
                  </a:lnTo>
                  <a:lnTo>
                    <a:pt x="35" y="208"/>
                  </a:lnTo>
                  <a:lnTo>
                    <a:pt x="70" y="233"/>
                  </a:lnTo>
                  <a:lnTo>
                    <a:pt x="125" y="245"/>
                  </a:lnTo>
                  <a:lnTo>
                    <a:pt x="171" y="243"/>
                  </a:lnTo>
                  <a:lnTo>
                    <a:pt x="215" y="230"/>
                  </a:lnTo>
                  <a:lnTo>
                    <a:pt x="251" y="203"/>
                  </a:lnTo>
                  <a:lnTo>
                    <a:pt x="266" y="153"/>
                  </a:lnTo>
                  <a:lnTo>
                    <a:pt x="270" y="100"/>
                  </a:lnTo>
                  <a:lnTo>
                    <a:pt x="261" y="56"/>
                  </a:lnTo>
                  <a:lnTo>
                    <a:pt x="242" y="26"/>
                  </a:lnTo>
                  <a:lnTo>
                    <a:pt x="218" y="0"/>
                  </a:lnTo>
                  <a:lnTo>
                    <a:pt x="249" y="39"/>
                  </a:lnTo>
                  <a:lnTo>
                    <a:pt x="264" y="94"/>
                  </a:lnTo>
                  <a:lnTo>
                    <a:pt x="264" y="131"/>
                  </a:lnTo>
                  <a:lnTo>
                    <a:pt x="255" y="173"/>
                  </a:lnTo>
                  <a:lnTo>
                    <a:pt x="240" y="199"/>
                  </a:lnTo>
                  <a:lnTo>
                    <a:pt x="207" y="226"/>
                  </a:lnTo>
                  <a:lnTo>
                    <a:pt x="167" y="239"/>
                  </a:lnTo>
                  <a:lnTo>
                    <a:pt x="128" y="241"/>
                  </a:lnTo>
                  <a:lnTo>
                    <a:pt x="75" y="230"/>
                  </a:lnTo>
                  <a:lnTo>
                    <a:pt x="42" y="206"/>
                  </a:lnTo>
                  <a:lnTo>
                    <a:pt x="21" y="178"/>
                  </a:lnTo>
                  <a:lnTo>
                    <a:pt x="9" y="145"/>
                  </a:lnTo>
                  <a:lnTo>
                    <a:pt x="5" y="109"/>
                  </a:lnTo>
                  <a:lnTo>
                    <a:pt x="7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4" name="Freeform 354">
              <a:extLst>
                <a:ext uri="{FF2B5EF4-FFF2-40B4-BE49-F238E27FC236}">
                  <a16:creationId xmlns:a16="http://schemas.microsoft.com/office/drawing/2014/main" id="{4CEC7C58-C67B-C94F-97C0-CF4060270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6"/>
              <a:ext cx="10" cy="6"/>
            </a:xfrm>
            <a:custGeom>
              <a:avLst/>
              <a:gdLst>
                <a:gd name="T0" fmla="*/ 0 w 75"/>
                <a:gd name="T1" fmla="*/ 0 h 53"/>
                <a:gd name="T2" fmla="*/ 0 w 75"/>
                <a:gd name="T3" fmla="*/ 0 h 53"/>
                <a:gd name="T4" fmla="*/ 0 w 75"/>
                <a:gd name="T5" fmla="*/ 0 h 53"/>
                <a:gd name="T6" fmla="*/ 0 w 75"/>
                <a:gd name="T7" fmla="*/ 0 h 53"/>
                <a:gd name="T8" fmla="*/ 0 w 75"/>
                <a:gd name="T9" fmla="*/ 0 h 53"/>
                <a:gd name="T10" fmla="*/ 0 w 7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53"/>
                <a:gd name="T20" fmla="*/ 75 w 75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53">
                  <a:moveTo>
                    <a:pt x="0" y="53"/>
                  </a:moveTo>
                  <a:lnTo>
                    <a:pt x="24" y="21"/>
                  </a:lnTo>
                  <a:lnTo>
                    <a:pt x="75" y="0"/>
                  </a:lnTo>
                  <a:lnTo>
                    <a:pt x="33" y="21"/>
                  </a:lnTo>
                  <a:lnTo>
                    <a:pt x="13" y="39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095" name="Freeform 355">
              <a:extLst>
                <a:ext uri="{FF2B5EF4-FFF2-40B4-BE49-F238E27FC236}">
                  <a16:creationId xmlns:a16="http://schemas.microsoft.com/office/drawing/2014/main" id="{9AF66A0B-4AFA-074B-82E3-454353EC9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8"/>
              <a:ext cx="29" cy="28"/>
            </a:xfrm>
            <a:custGeom>
              <a:avLst/>
              <a:gdLst>
                <a:gd name="T0" fmla="*/ 0 w 232"/>
                <a:gd name="T1" fmla="*/ 0 h 224"/>
                <a:gd name="T2" fmla="*/ 0 w 232"/>
                <a:gd name="T3" fmla="*/ 0 h 224"/>
                <a:gd name="T4" fmla="*/ 0 w 232"/>
                <a:gd name="T5" fmla="*/ 0 h 224"/>
                <a:gd name="T6" fmla="*/ 0 w 232"/>
                <a:gd name="T7" fmla="*/ 0 h 224"/>
                <a:gd name="T8" fmla="*/ 0 w 232"/>
                <a:gd name="T9" fmla="*/ 0 h 224"/>
                <a:gd name="T10" fmla="*/ 0 w 232"/>
                <a:gd name="T11" fmla="*/ 0 h 224"/>
                <a:gd name="T12" fmla="*/ 0 w 232"/>
                <a:gd name="T13" fmla="*/ 0 h 224"/>
                <a:gd name="T14" fmla="*/ 0 w 232"/>
                <a:gd name="T15" fmla="*/ 0 h 224"/>
                <a:gd name="T16" fmla="*/ 0 w 232"/>
                <a:gd name="T17" fmla="*/ 0 h 224"/>
                <a:gd name="T18" fmla="*/ 0 w 232"/>
                <a:gd name="T19" fmla="*/ 0 h 224"/>
                <a:gd name="T20" fmla="*/ 0 w 232"/>
                <a:gd name="T21" fmla="*/ 0 h 224"/>
                <a:gd name="T22" fmla="*/ 0 w 232"/>
                <a:gd name="T23" fmla="*/ 0 h 224"/>
                <a:gd name="T24" fmla="*/ 0 w 232"/>
                <a:gd name="T25" fmla="*/ 0 h 224"/>
                <a:gd name="T26" fmla="*/ 0 w 232"/>
                <a:gd name="T27" fmla="*/ 0 h 224"/>
                <a:gd name="T28" fmla="*/ 0 w 232"/>
                <a:gd name="T29" fmla="*/ 0 h 224"/>
                <a:gd name="T30" fmla="*/ 0 w 232"/>
                <a:gd name="T31" fmla="*/ 0 h 224"/>
                <a:gd name="T32" fmla="*/ 0 w 232"/>
                <a:gd name="T33" fmla="*/ 0 h 224"/>
                <a:gd name="T34" fmla="*/ 0 w 232"/>
                <a:gd name="T35" fmla="*/ 0 h 224"/>
                <a:gd name="T36" fmla="*/ 0 w 232"/>
                <a:gd name="T37" fmla="*/ 0 h 224"/>
                <a:gd name="T38" fmla="*/ 0 w 232"/>
                <a:gd name="T39" fmla="*/ 0 h 224"/>
                <a:gd name="T40" fmla="*/ 0 w 232"/>
                <a:gd name="T41" fmla="*/ 0 h 224"/>
                <a:gd name="T42" fmla="*/ 0 w 232"/>
                <a:gd name="T43" fmla="*/ 0 h 224"/>
                <a:gd name="T44" fmla="*/ 0 w 232"/>
                <a:gd name="T45" fmla="*/ 1 h 224"/>
                <a:gd name="T46" fmla="*/ 0 w 232"/>
                <a:gd name="T47" fmla="*/ 0 h 224"/>
                <a:gd name="T48" fmla="*/ 0 w 232"/>
                <a:gd name="T49" fmla="*/ 0 h 224"/>
                <a:gd name="T50" fmla="*/ 0 w 232"/>
                <a:gd name="T51" fmla="*/ 0 h 224"/>
                <a:gd name="T52" fmla="*/ 1 w 232"/>
                <a:gd name="T53" fmla="*/ 0 h 224"/>
                <a:gd name="T54" fmla="*/ 1 w 232"/>
                <a:gd name="T55" fmla="*/ 0 h 224"/>
                <a:gd name="T56" fmla="*/ 0 w 232"/>
                <a:gd name="T57" fmla="*/ 0 h 224"/>
                <a:gd name="T58" fmla="*/ 0 w 232"/>
                <a:gd name="T59" fmla="*/ 0 h 224"/>
                <a:gd name="T60" fmla="*/ 0 w 232"/>
                <a:gd name="T61" fmla="*/ 0 h 224"/>
                <a:gd name="T62" fmla="*/ 0 w 232"/>
                <a:gd name="T63" fmla="*/ 0 h 224"/>
                <a:gd name="T64" fmla="*/ 0 w 232"/>
                <a:gd name="T65" fmla="*/ 0 h 224"/>
                <a:gd name="T66" fmla="*/ 0 w 232"/>
                <a:gd name="T67" fmla="*/ 0 h 224"/>
                <a:gd name="T68" fmla="*/ 0 w 232"/>
                <a:gd name="T69" fmla="*/ 0 h 2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32"/>
                <a:gd name="T106" fmla="*/ 0 h 224"/>
                <a:gd name="T107" fmla="*/ 232 w 232"/>
                <a:gd name="T108" fmla="*/ 224 h 2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32" h="224">
                  <a:moveTo>
                    <a:pt x="2" y="63"/>
                  </a:moveTo>
                  <a:lnTo>
                    <a:pt x="42" y="46"/>
                  </a:lnTo>
                  <a:lnTo>
                    <a:pt x="97" y="39"/>
                  </a:lnTo>
                  <a:lnTo>
                    <a:pt x="145" y="52"/>
                  </a:lnTo>
                  <a:lnTo>
                    <a:pt x="176" y="77"/>
                  </a:lnTo>
                  <a:lnTo>
                    <a:pt x="191" y="105"/>
                  </a:lnTo>
                  <a:lnTo>
                    <a:pt x="193" y="143"/>
                  </a:lnTo>
                  <a:lnTo>
                    <a:pt x="214" y="86"/>
                  </a:lnTo>
                  <a:lnTo>
                    <a:pt x="218" y="116"/>
                  </a:lnTo>
                  <a:lnTo>
                    <a:pt x="218" y="143"/>
                  </a:lnTo>
                  <a:lnTo>
                    <a:pt x="209" y="158"/>
                  </a:lnTo>
                  <a:lnTo>
                    <a:pt x="196" y="178"/>
                  </a:lnTo>
                  <a:lnTo>
                    <a:pt x="174" y="195"/>
                  </a:lnTo>
                  <a:lnTo>
                    <a:pt x="147" y="208"/>
                  </a:lnTo>
                  <a:lnTo>
                    <a:pt x="119" y="217"/>
                  </a:lnTo>
                  <a:lnTo>
                    <a:pt x="94" y="217"/>
                  </a:lnTo>
                  <a:lnTo>
                    <a:pt x="59" y="208"/>
                  </a:lnTo>
                  <a:lnTo>
                    <a:pt x="42" y="197"/>
                  </a:lnTo>
                  <a:lnTo>
                    <a:pt x="18" y="180"/>
                  </a:lnTo>
                  <a:lnTo>
                    <a:pt x="0" y="153"/>
                  </a:lnTo>
                  <a:lnTo>
                    <a:pt x="33" y="195"/>
                  </a:lnTo>
                  <a:lnTo>
                    <a:pt x="55" y="213"/>
                  </a:lnTo>
                  <a:lnTo>
                    <a:pt x="92" y="224"/>
                  </a:lnTo>
                  <a:lnTo>
                    <a:pt x="145" y="217"/>
                  </a:lnTo>
                  <a:lnTo>
                    <a:pt x="187" y="204"/>
                  </a:lnTo>
                  <a:lnTo>
                    <a:pt x="218" y="169"/>
                  </a:lnTo>
                  <a:lnTo>
                    <a:pt x="232" y="123"/>
                  </a:lnTo>
                  <a:lnTo>
                    <a:pt x="229" y="83"/>
                  </a:lnTo>
                  <a:lnTo>
                    <a:pt x="209" y="46"/>
                  </a:lnTo>
                  <a:lnTo>
                    <a:pt x="170" y="10"/>
                  </a:lnTo>
                  <a:lnTo>
                    <a:pt x="133" y="0"/>
                  </a:lnTo>
                  <a:lnTo>
                    <a:pt x="94" y="0"/>
                  </a:lnTo>
                  <a:lnTo>
                    <a:pt x="55" y="8"/>
                  </a:lnTo>
                  <a:lnTo>
                    <a:pt x="24" y="30"/>
                  </a:lnTo>
                  <a:lnTo>
                    <a:pt x="2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7829" name="Group 398">
            <a:extLst>
              <a:ext uri="{FF2B5EF4-FFF2-40B4-BE49-F238E27FC236}">
                <a16:creationId xmlns:a16="http://schemas.microsoft.com/office/drawing/2014/main" id="{BC923105-F308-644D-B942-8E98BB65D6E6}"/>
              </a:ext>
            </a:extLst>
          </p:cNvPr>
          <p:cNvGrpSpPr>
            <a:grpSpLocks/>
          </p:cNvGrpSpPr>
          <p:nvPr/>
        </p:nvGrpSpPr>
        <p:grpSpPr bwMode="auto">
          <a:xfrm>
            <a:off x="642938" y="5237163"/>
            <a:ext cx="1600200" cy="990600"/>
            <a:chOff x="639" y="1049"/>
            <a:chExt cx="1008" cy="624"/>
          </a:xfrm>
        </p:grpSpPr>
        <p:sp>
          <p:nvSpPr>
            <p:cNvPr id="77949" name="Freeform 359">
              <a:extLst>
                <a:ext uri="{FF2B5EF4-FFF2-40B4-BE49-F238E27FC236}">
                  <a16:creationId xmlns:a16="http://schemas.microsoft.com/office/drawing/2014/main" id="{6A569CCE-E69C-2A47-8C40-168F3F04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259"/>
              <a:ext cx="156" cy="160"/>
            </a:xfrm>
            <a:custGeom>
              <a:avLst/>
              <a:gdLst>
                <a:gd name="T0" fmla="*/ 0 w 2602"/>
                <a:gd name="T1" fmla="*/ 0 h 3140"/>
                <a:gd name="T2" fmla="*/ 0 w 2602"/>
                <a:gd name="T3" fmla="*/ 0 h 3140"/>
                <a:gd name="T4" fmla="*/ 0 w 2602"/>
                <a:gd name="T5" fmla="*/ 0 h 3140"/>
                <a:gd name="T6" fmla="*/ 0 w 2602"/>
                <a:gd name="T7" fmla="*/ 0 h 3140"/>
                <a:gd name="T8" fmla="*/ 0 w 2602"/>
                <a:gd name="T9" fmla="*/ 0 h 3140"/>
                <a:gd name="T10" fmla="*/ 1 w 2602"/>
                <a:gd name="T11" fmla="*/ 0 h 3140"/>
                <a:gd name="T12" fmla="*/ 0 w 2602"/>
                <a:gd name="T13" fmla="*/ 0 h 3140"/>
                <a:gd name="T14" fmla="*/ 0 w 2602"/>
                <a:gd name="T15" fmla="*/ 0 h 3140"/>
                <a:gd name="T16" fmla="*/ 0 w 2602"/>
                <a:gd name="T17" fmla="*/ 0 h 3140"/>
                <a:gd name="T18" fmla="*/ 0 w 2602"/>
                <a:gd name="T19" fmla="*/ 0 h 3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02"/>
                <a:gd name="T31" fmla="*/ 0 h 3140"/>
                <a:gd name="T32" fmla="*/ 2602 w 2602"/>
                <a:gd name="T33" fmla="*/ 3140 h 31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02" h="3140">
                  <a:moveTo>
                    <a:pt x="0" y="815"/>
                  </a:moveTo>
                  <a:lnTo>
                    <a:pt x="592" y="0"/>
                  </a:lnTo>
                  <a:lnTo>
                    <a:pt x="981" y="713"/>
                  </a:lnTo>
                  <a:lnTo>
                    <a:pt x="2167" y="311"/>
                  </a:lnTo>
                  <a:lnTo>
                    <a:pt x="1414" y="1620"/>
                  </a:lnTo>
                  <a:lnTo>
                    <a:pt x="2602" y="1877"/>
                  </a:lnTo>
                  <a:lnTo>
                    <a:pt x="2116" y="3140"/>
                  </a:lnTo>
                  <a:lnTo>
                    <a:pt x="1457" y="3032"/>
                  </a:lnTo>
                  <a:lnTo>
                    <a:pt x="1368" y="1977"/>
                  </a:lnTo>
                  <a:lnTo>
                    <a:pt x="0" y="815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0" name="Freeform 360">
              <a:extLst>
                <a:ext uri="{FF2B5EF4-FFF2-40B4-BE49-F238E27FC236}">
                  <a16:creationId xmlns:a16="http://schemas.microsoft.com/office/drawing/2014/main" id="{C0C41A6B-915C-D643-BC2E-09C9040C9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239"/>
              <a:ext cx="398" cy="290"/>
            </a:xfrm>
            <a:custGeom>
              <a:avLst/>
              <a:gdLst>
                <a:gd name="T0" fmla="*/ 1 w 6647"/>
                <a:gd name="T1" fmla="*/ 0 h 5703"/>
                <a:gd name="T2" fmla="*/ 0 w 6647"/>
                <a:gd name="T3" fmla="*/ 0 h 5703"/>
                <a:gd name="T4" fmla="*/ 0 w 6647"/>
                <a:gd name="T5" fmla="*/ 0 h 5703"/>
                <a:gd name="T6" fmla="*/ 0 w 6647"/>
                <a:gd name="T7" fmla="*/ 0 h 5703"/>
                <a:gd name="T8" fmla="*/ 0 w 6647"/>
                <a:gd name="T9" fmla="*/ 1 h 5703"/>
                <a:gd name="T10" fmla="*/ 0 w 6647"/>
                <a:gd name="T11" fmla="*/ 1 h 5703"/>
                <a:gd name="T12" fmla="*/ 1 w 6647"/>
                <a:gd name="T13" fmla="*/ 1 h 5703"/>
                <a:gd name="T14" fmla="*/ 1 w 6647"/>
                <a:gd name="T15" fmla="*/ 1 h 5703"/>
                <a:gd name="T16" fmla="*/ 1 w 6647"/>
                <a:gd name="T17" fmla="*/ 1 h 5703"/>
                <a:gd name="T18" fmla="*/ 1 w 6647"/>
                <a:gd name="T19" fmla="*/ 0 h 5703"/>
                <a:gd name="T20" fmla="*/ 1 w 6647"/>
                <a:gd name="T21" fmla="*/ 1 h 5703"/>
                <a:gd name="T22" fmla="*/ 1 w 6647"/>
                <a:gd name="T23" fmla="*/ 0 h 5703"/>
                <a:gd name="T24" fmla="*/ 1 w 6647"/>
                <a:gd name="T25" fmla="*/ 0 h 5703"/>
                <a:gd name="T26" fmla="*/ 1 w 6647"/>
                <a:gd name="T27" fmla="*/ 0 h 5703"/>
                <a:gd name="T28" fmla="*/ 1 w 6647"/>
                <a:gd name="T29" fmla="*/ 0 h 5703"/>
                <a:gd name="T30" fmla="*/ 1 w 6647"/>
                <a:gd name="T31" fmla="*/ 0 h 5703"/>
                <a:gd name="T32" fmla="*/ 1 w 6647"/>
                <a:gd name="T33" fmla="*/ 0 h 5703"/>
                <a:gd name="T34" fmla="*/ 1 w 6647"/>
                <a:gd name="T35" fmla="*/ 0 h 57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47"/>
                <a:gd name="T55" fmla="*/ 0 h 5703"/>
                <a:gd name="T56" fmla="*/ 6647 w 6647"/>
                <a:gd name="T57" fmla="*/ 5703 h 570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47" h="5703">
                  <a:moveTo>
                    <a:pt x="3230" y="0"/>
                  </a:moveTo>
                  <a:lnTo>
                    <a:pt x="1928" y="1056"/>
                  </a:lnTo>
                  <a:lnTo>
                    <a:pt x="1102" y="2223"/>
                  </a:lnTo>
                  <a:lnTo>
                    <a:pt x="395" y="3592"/>
                  </a:lnTo>
                  <a:lnTo>
                    <a:pt x="0" y="5097"/>
                  </a:lnTo>
                  <a:lnTo>
                    <a:pt x="993" y="5601"/>
                  </a:lnTo>
                  <a:lnTo>
                    <a:pt x="2408" y="5703"/>
                  </a:lnTo>
                  <a:lnTo>
                    <a:pt x="3812" y="5403"/>
                  </a:lnTo>
                  <a:lnTo>
                    <a:pt x="3897" y="3941"/>
                  </a:lnTo>
                  <a:lnTo>
                    <a:pt x="4216" y="3025"/>
                  </a:lnTo>
                  <a:lnTo>
                    <a:pt x="5861" y="3890"/>
                  </a:lnTo>
                  <a:lnTo>
                    <a:pt x="5945" y="3177"/>
                  </a:lnTo>
                  <a:lnTo>
                    <a:pt x="6647" y="2223"/>
                  </a:lnTo>
                  <a:lnTo>
                    <a:pt x="5471" y="1871"/>
                  </a:lnTo>
                  <a:lnTo>
                    <a:pt x="4333" y="1161"/>
                  </a:lnTo>
                  <a:lnTo>
                    <a:pt x="4405" y="905"/>
                  </a:lnTo>
                  <a:lnTo>
                    <a:pt x="3778" y="252"/>
                  </a:lnTo>
                  <a:lnTo>
                    <a:pt x="323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1" name="Freeform 361">
              <a:extLst>
                <a:ext uri="{FF2B5EF4-FFF2-40B4-BE49-F238E27FC236}">
                  <a16:creationId xmlns:a16="http://schemas.microsoft.com/office/drawing/2014/main" id="{DDA938DD-3C38-DA40-90C5-6BE28C05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301"/>
              <a:ext cx="147" cy="185"/>
            </a:xfrm>
            <a:custGeom>
              <a:avLst/>
              <a:gdLst>
                <a:gd name="T0" fmla="*/ 0 w 2435"/>
                <a:gd name="T1" fmla="*/ 0 h 3638"/>
                <a:gd name="T2" fmla="*/ 0 w 2435"/>
                <a:gd name="T3" fmla="*/ 0 h 3638"/>
                <a:gd name="T4" fmla="*/ 1 w 2435"/>
                <a:gd name="T5" fmla="*/ 0 h 3638"/>
                <a:gd name="T6" fmla="*/ 0 w 2435"/>
                <a:gd name="T7" fmla="*/ 0 h 3638"/>
                <a:gd name="T8" fmla="*/ 0 w 2435"/>
                <a:gd name="T9" fmla="*/ 0 h 3638"/>
                <a:gd name="T10" fmla="*/ 0 w 2435"/>
                <a:gd name="T11" fmla="*/ 0 h 3638"/>
                <a:gd name="T12" fmla="*/ 0 w 2435"/>
                <a:gd name="T13" fmla="*/ 0 h 3638"/>
                <a:gd name="T14" fmla="*/ 0 w 2435"/>
                <a:gd name="T15" fmla="*/ 0 h 3638"/>
                <a:gd name="T16" fmla="*/ 0 w 2435"/>
                <a:gd name="T17" fmla="*/ 0 h 3638"/>
                <a:gd name="T18" fmla="*/ 0 w 2435"/>
                <a:gd name="T19" fmla="*/ 0 h 3638"/>
                <a:gd name="T20" fmla="*/ 0 w 2435"/>
                <a:gd name="T21" fmla="*/ 0 h 36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435"/>
                <a:gd name="T34" fmla="*/ 0 h 3638"/>
                <a:gd name="T35" fmla="*/ 2435 w 2435"/>
                <a:gd name="T36" fmla="*/ 3638 h 363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435" h="3638">
                  <a:moveTo>
                    <a:pt x="668" y="0"/>
                  </a:moveTo>
                  <a:lnTo>
                    <a:pt x="942" y="1062"/>
                  </a:lnTo>
                  <a:lnTo>
                    <a:pt x="2435" y="1910"/>
                  </a:lnTo>
                  <a:lnTo>
                    <a:pt x="2205" y="2380"/>
                  </a:lnTo>
                  <a:lnTo>
                    <a:pt x="1970" y="2267"/>
                  </a:lnTo>
                  <a:lnTo>
                    <a:pt x="1416" y="3638"/>
                  </a:lnTo>
                  <a:lnTo>
                    <a:pt x="1031" y="3029"/>
                  </a:lnTo>
                  <a:lnTo>
                    <a:pt x="1694" y="2128"/>
                  </a:lnTo>
                  <a:lnTo>
                    <a:pt x="632" y="1713"/>
                  </a:lnTo>
                  <a:lnTo>
                    <a:pt x="0" y="856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2" name="Freeform 362">
              <a:extLst>
                <a:ext uri="{FF2B5EF4-FFF2-40B4-BE49-F238E27FC236}">
                  <a16:creationId xmlns:a16="http://schemas.microsoft.com/office/drawing/2014/main" id="{9A157F1B-4DC0-B644-AB32-6C9125A4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049"/>
              <a:ext cx="289" cy="210"/>
            </a:xfrm>
            <a:custGeom>
              <a:avLst/>
              <a:gdLst>
                <a:gd name="T0" fmla="*/ 1 w 4830"/>
                <a:gd name="T1" fmla="*/ 0 h 4136"/>
                <a:gd name="T2" fmla="*/ 1 w 4830"/>
                <a:gd name="T3" fmla="*/ 0 h 4136"/>
                <a:gd name="T4" fmla="*/ 0 w 4830"/>
                <a:gd name="T5" fmla="*/ 0 h 4136"/>
                <a:gd name="T6" fmla="*/ 0 w 4830"/>
                <a:gd name="T7" fmla="*/ 0 h 4136"/>
                <a:gd name="T8" fmla="*/ 0 w 4830"/>
                <a:gd name="T9" fmla="*/ 0 h 4136"/>
                <a:gd name="T10" fmla="*/ 0 w 4830"/>
                <a:gd name="T11" fmla="*/ 1 h 4136"/>
                <a:gd name="T12" fmla="*/ 0 w 4830"/>
                <a:gd name="T13" fmla="*/ 1 h 4136"/>
                <a:gd name="T14" fmla="*/ 1 w 4830"/>
                <a:gd name="T15" fmla="*/ 0 h 4136"/>
                <a:gd name="T16" fmla="*/ 1 w 4830"/>
                <a:gd name="T17" fmla="*/ 0 h 4136"/>
                <a:gd name="T18" fmla="*/ 1 w 4830"/>
                <a:gd name="T19" fmla="*/ 0 h 4136"/>
                <a:gd name="T20" fmla="*/ 1 w 4830"/>
                <a:gd name="T21" fmla="*/ 0 h 4136"/>
                <a:gd name="T22" fmla="*/ 1 w 4830"/>
                <a:gd name="T23" fmla="*/ 0 h 4136"/>
                <a:gd name="T24" fmla="*/ 1 w 4830"/>
                <a:gd name="T25" fmla="*/ 0 h 4136"/>
                <a:gd name="T26" fmla="*/ 1 w 4830"/>
                <a:gd name="T27" fmla="*/ 0 h 4136"/>
                <a:gd name="T28" fmla="*/ 1 w 4830"/>
                <a:gd name="T29" fmla="*/ 0 h 4136"/>
                <a:gd name="T30" fmla="*/ 1 w 4830"/>
                <a:gd name="T31" fmla="*/ 0 h 4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830"/>
                <a:gd name="T49" fmla="*/ 0 h 4136"/>
                <a:gd name="T50" fmla="*/ 4830 w 4830"/>
                <a:gd name="T51" fmla="*/ 4136 h 41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830" h="4136">
                  <a:moveTo>
                    <a:pt x="3612" y="393"/>
                  </a:moveTo>
                  <a:lnTo>
                    <a:pt x="3181" y="141"/>
                  </a:lnTo>
                  <a:lnTo>
                    <a:pt x="1493" y="804"/>
                  </a:lnTo>
                  <a:lnTo>
                    <a:pt x="388" y="2067"/>
                  </a:lnTo>
                  <a:lnTo>
                    <a:pt x="0" y="3034"/>
                  </a:lnTo>
                  <a:lnTo>
                    <a:pt x="1334" y="4136"/>
                  </a:lnTo>
                  <a:lnTo>
                    <a:pt x="2157" y="4136"/>
                  </a:lnTo>
                  <a:lnTo>
                    <a:pt x="3693" y="955"/>
                  </a:lnTo>
                  <a:lnTo>
                    <a:pt x="4281" y="506"/>
                  </a:lnTo>
                  <a:lnTo>
                    <a:pt x="4515" y="653"/>
                  </a:lnTo>
                  <a:lnTo>
                    <a:pt x="4561" y="1010"/>
                  </a:lnTo>
                  <a:lnTo>
                    <a:pt x="4830" y="653"/>
                  </a:lnTo>
                  <a:lnTo>
                    <a:pt x="4670" y="94"/>
                  </a:lnTo>
                  <a:lnTo>
                    <a:pt x="4162" y="0"/>
                  </a:lnTo>
                  <a:lnTo>
                    <a:pt x="3654" y="452"/>
                  </a:lnTo>
                  <a:lnTo>
                    <a:pt x="3612" y="393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3" name="Freeform 363">
              <a:extLst>
                <a:ext uri="{FF2B5EF4-FFF2-40B4-BE49-F238E27FC236}">
                  <a16:creationId xmlns:a16="http://schemas.microsoft.com/office/drawing/2014/main" id="{73DDDE2A-6FEE-C54B-A934-AE0C7449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101"/>
              <a:ext cx="199" cy="197"/>
            </a:xfrm>
            <a:custGeom>
              <a:avLst/>
              <a:gdLst>
                <a:gd name="T0" fmla="*/ 0 w 3308"/>
                <a:gd name="T1" fmla="*/ 0 h 3890"/>
                <a:gd name="T2" fmla="*/ 0 w 3308"/>
                <a:gd name="T3" fmla="*/ 0 h 3890"/>
                <a:gd name="T4" fmla="*/ 0 w 3308"/>
                <a:gd name="T5" fmla="*/ 0 h 3890"/>
                <a:gd name="T6" fmla="*/ 0 w 3308"/>
                <a:gd name="T7" fmla="*/ 0 h 3890"/>
                <a:gd name="T8" fmla="*/ 0 w 3308"/>
                <a:gd name="T9" fmla="*/ 0 h 3890"/>
                <a:gd name="T10" fmla="*/ 0 w 3308"/>
                <a:gd name="T11" fmla="*/ 0 h 3890"/>
                <a:gd name="T12" fmla="*/ 0 w 3308"/>
                <a:gd name="T13" fmla="*/ 0 h 3890"/>
                <a:gd name="T14" fmla="*/ 0 w 3308"/>
                <a:gd name="T15" fmla="*/ 0 h 3890"/>
                <a:gd name="T16" fmla="*/ 0 w 3308"/>
                <a:gd name="T17" fmla="*/ 0 h 3890"/>
                <a:gd name="T18" fmla="*/ 0 w 3308"/>
                <a:gd name="T19" fmla="*/ 0 h 3890"/>
                <a:gd name="T20" fmla="*/ 0 w 3308"/>
                <a:gd name="T21" fmla="*/ 1 h 3890"/>
                <a:gd name="T22" fmla="*/ 0 w 3308"/>
                <a:gd name="T23" fmla="*/ 0 h 3890"/>
                <a:gd name="T24" fmla="*/ 1 w 3308"/>
                <a:gd name="T25" fmla="*/ 0 h 3890"/>
                <a:gd name="T26" fmla="*/ 1 w 3308"/>
                <a:gd name="T27" fmla="*/ 0 h 3890"/>
                <a:gd name="T28" fmla="*/ 1 w 3308"/>
                <a:gd name="T29" fmla="*/ 0 h 3890"/>
                <a:gd name="T30" fmla="*/ 1 w 3308"/>
                <a:gd name="T31" fmla="*/ 0 h 3890"/>
                <a:gd name="T32" fmla="*/ 1 w 3308"/>
                <a:gd name="T33" fmla="*/ 0 h 3890"/>
                <a:gd name="T34" fmla="*/ 0 w 3308"/>
                <a:gd name="T35" fmla="*/ 0 h 3890"/>
                <a:gd name="T36" fmla="*/ 0 w 3308"/>
                <a:gd name="T37" fmla="*/ 0 h 38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308"/>
                <a:gd name="T58" fmla="*/ 0 h 3890"/>
                <a:gd name="T59" fmla="*/ 3308 w 3308"/>
                <a:gd name="T60" fmla="*/ 3890 h 389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308" h="3890">
                  <a:moveTo>
                    <a:pt x="2199" y="0"/>
                  </a:moveTo>
                  <a:lnTo>
                    <a:pt x="1495" y="545"/>
                  </a:lnTo>
                  <a:lnTo>
                    <a:pt x="667" y="2116"/>
                  </a:lnTo>
                  <a:lnTo>
                    <a:pt x="472" y="3177"/>
                  </a:lnTo>
                  <a:lnTo>
                    <a:pt x="395" y="2624"/>
                  </a:lnTo>
                  <a:lnTo>
                    <a:pt x="472" y="1263"/>
                  </a:lnTo>
                  <a:lnTo>
                    <a:pt x="39" y="2426"/>
                  </a:lnTo>
                  <a:lnTo>
                    <a:pt x="0" y="3177"/>
                  </a:lnTo>
                  <a:lnTo>
                    <a:pt x="516" y="3634"/>
                  </a:lnTo>
                  <a:lnTo>
                    <a:pt x="744" y="3277"/>
                  </a:lnTo>
                  <a:lnTo>
                    <a:pt x="1020" y="3890"/>
                  </a:lnTo>
                  <a:lnTo>
                    <a:pt x="1842" y="3378"/>
                  </a:lnTo>
                  <a:lnTo>
                    <a:pt x="2671" y="2523"/>
                  </a:lnTo>
                  <a:lnTo>
                    <a:pt x="2796" y="2116"/>
                  </a:lnTo>
                  <a:lnTo>
                    <a:pt x="3308" y="2024"/>
                  </a:lnTo>
                  <a:lnTo>
                    <a:pt x="2796" y="1461"/>
                  </a:lnTo>
                  <a:lnTo>
                    <a:pt x="2796" y="797"/>
                  </a:lnTo>
                  <a:lnTo>
                    <a:pt x="2280" y="0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4" name="Freeform 364">
              <a:extLst>
                <a:ext uri="{FF2B5EF4-FFF2-40B4-BE49-F238E27FC236}">
                  <a16:creationId xmlns:a16="http://schemas.microsoft.com/office/drawing/2014/main" id="{5FAD8999-74FD-FB4B-9C29-75CB6882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31"/>
              <a:ext cx="136" cy="113"/>
            </a:xfrm>
            <a:custGeom>
              <a:avLst/>
              <a:gdLst>
                <a:gd name="T0" fmla="*/ 0 w 2277"/>
                <a:gd name="T1" fmla="*/ 0 h 2227"/>
                <a:gd name="T2" fmla="*/ 0 w 2277"/>
                <a:gd name="T3" fmla="*/ 0 h 2227"/>
                <a:gd name="T4" fmla="*/ 0 w 2277"/>
                <a:gd name="T5" fmla="*/ 0 h 2227"/>
                <a:gd name="T6" fmla="*/ 0 w 2277"/>
                <a:gd name="T7" fmla="*/ 0 h 2227"/>
                <a:gd name="T8" fmla="*/ 0 w 2277"/>
                <a:gd name="T9" fmla="*/ 0 h 2227"/>
                <a:gd name="T10" fmla="*/ 0 w 2277"/>
                <a:gd name="T11" fmla="*/ 0 h 2227"/>
                <a:gd name="T12" fmla="*/ 0 w 2277"/>
                <a:gd name="T13" fmla="*/ 0 h 2227"/>
                <a:gd name="T14" fmla="*/ 0 w 2277"/>
                <a:gd name="T15" fmla="*/ 0 h 2227"/>
                <a:gd name="T16" fmla="*/ 0 w 2277"/>
                <a:gd name="T17" fmla="*/ 0 h 2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77"/>
                <a:gd name="T28" fmla="*/ 0 h 2227"/>
                <a:gd name="T29" fmla="*/ 2277 w 2277"/>
                <a:gd name="T30" fmla="*/ 2227 h 22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77" h="2227">
                  <a:moveTo>
                    <a:pt x="435" y="520"/>
                  </a:moveTo>
                  <a:lnTo>
                    <a:pt x="624" y="520"/>
                  </a:lnTo>
                  <a:lnTo>
                    <a:pt x="1174" y="0"/>
                  </a:lnTo>
                  <a:lnTo>
                    <a:pt x="1846" y="260"/>
                  </a:lnTo>
                  <a:lnTo>
                    <a:pt x="2160" y="1117"/>
                  </a:lnTo>
                  <a:lnTo>
                    <a:pt x="2277" y="2082"/>
                  </a:lnTo>
                  <a:lnTo>
                    <a:pt x="981" y="2227"/>
                  </a:lnTo>
                  <a:lnTo>
                    <a:pt x="0" y="2036"/>
                  </a:lnTo>
                  <a:lnTo>
                    <a:pt x="435" y="52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5" name="Freeform 365">
              <a:extLst>
                <a:ext uri="{FF2B5EF4-FFF2-40B4-BE49-F238E27FC236}">
                  <a16:creationId xmlns:a16="http://schemas.microsoft.com/office/drawing/2014/main" id="{7E267E2A-B623-F246-8619-62D4BB57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059"/>
              <a:ext cx="215" cy="265"/>
            </a:xfrm>
            <a:custGeom>
              <a:avLst/>
              <a:gdLst>
                <a:gd name="T0" fmla="*/ 0 w 3585"/>
                <a:gd name="T1" fmla="*/ 0 h 5209"/>
                <a:gd name="T2" fmla="*/ 0 w 3585"/>
                <a:gd name="T3" fmla="*/ 0 h 5209"/>
                <a:gd name="T4" fmla="*/ 0 w 3585"/>
                <a:gd name="T5" fmla="*/ 0 h 5209"/>
                <a:gd name="T6" fmla="*/ 0 w 3585"/>
                <a:gd name="T7" fmla="*/ 0 h 5209"/>
                <a:gd name="T8" fmla="*/ 0 w 3585"/>
                <a:gd name="T9" fmla="*/ 0 h 5209"/>
                <a:gd name="T10" fmla="*/ 0 w 3585"/>
                <a:gd name="T11" fmla="*/ 0 h 5209"/>
                <a:gd name="T12" fmla="*/ 0 w 3585"/>
                <a:gd name="T13" fmla="*/ 1 h 5209"/>
                <a:gd name="T14" fmla="*/ 0 w 3585"/>
                <a:gd name="T15" fmla="*/ 1 h 5209"/>
                <a:gd name="T16" fmla="*/ 1 w 3585"/>
                <a:gd name="T17" fmla="*/ 1 h 5209"/>
                <a:gd name="T18" fmla="*/ 1 w 3585"/>
                <a:gd name="T19" fmla="*/ 0 h 5209"/>
                <a:gd name="T20" fmla="*/ 1 w 3585"/>
                <a:gd name="T21" fmla="*/ 0 h 5209"/>
                <a:gd name="T22" fmla="*/ 1 w 3585"/>
                <a:gd name="T23" fmla="*/ 0 h 5209"/>
                <a:gd name="T24" fmla="*/ 1 w 3585"/>
                <a:gd name="T25" fmla="*/ 0 h 5209"/>
                <a:gd name="T26" fmla="*/ 0 w 3585"/>
                <a:gd name="T27" fmla="*/ 0 h 5209"/>
                <a:gd name="T28" fmla="*/ 0 w 3585"/>
                <a:gd name="T29" fmla="*/ 0 h 5209"/>
                <a:gd name="T30" fmla="*/ 0 w 3585"/>
                <a:gd name="T31" fmla="*/ 0 h 52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85"/>
                <a:gd name="T49" fmla="*/ 0 h 5209"/>
                <a:gd name="T50" fmla="*/ 3585 w 3585"/>
                <a:gd name="T51" fmla="*/ 5209 h 520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85" h="5209">
                  <a:moveTo>
                    <a:pt x="1541" y="51"/>
                  </a:moveTo>
                  <a:lnTo>
                    <a:pt x="672" y="1923"/>
                  </a:lnTo>
                  <a:lnTo>
                    <a:pt x="0" y="2889"/>
                  </a:lnTo>
                  <a:lnTo>
                    <a:pt x="156" y="3036"/>
                  </a:lnTo>
                  <a:lnTo>
                    <a:pt x="912" y="2633"/>
                  </a:lnTo>
                  <a:lnTo>
                    <a:pt x="1105" y="2889"/>
                  </a:lnTo>
                  <a:lnTo>
                    <a:pt x="1071" y="4046"/>
                  </a:lnTo>
                  <a:lnTo>
                    <a:pt x="1777" y="5209"/>
                  </a:lnTo>
                  <a:lnTo>
                    <a:pt x="2561" y="3689"/>
                  </a:lnTo>
                  <a:lnTo>
                    <a:pt x="3585" y="2427"/>
                  </a:lnTo>
                  <a:lnTo>
                    <a:pt x="3195" y="1872"/>
                  </a:lnTo>
                  <a:lnTo>
                    <a:pt x="3195" y="1218"/>
                  </a:lnTo>
                  <a:lnTo>
                    <a:pt x="2994" y="861"/>
                  </a:lnTo>
                  <a:lnTo>
                    <a:pt x="1805" y="0"/>
                  </a:lnTo>
                  <a:lnTo>
                    <a:pt x="1625" y="51"/>
                  </a:lnTo>
                  <a:lnTo>
                    <a:pt x="1541" y="51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6" name="Freeform 366">
              <a:extLst>
                <a:ext uri="{FF2B5EF4-FFF2-40B4-BE49-F238E27FC236}">
                  <a16:creationId xmlns:a16="http://schemas.microsoft.com/office/drawing/2014/main" id="{C1B54D75-9FD2-4F4B-8E38-F9ED893D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275"/>
              <a:ext cx="118" cy="110"/>
            </a:xfrm>
            <a:custGeom>
              <a:avLst/>
              <a:gdLst>
                <a:gd name="T0" fmla="*/ 0 w 1968"/>
                <a:gd name="T1" fmla="*/ 0 h 2166"/>
                <a:gd name="T2" fmla="*/ 0 w 1968"/>
                <a:gd name="T3" fmla="*/ 0 h 2166"/>
                <a:gd name="T4" fmla="*/ 0 w 1968"/>
                <a:gd name="T5" fmla="*/ 0 h 2166"/>
                <a:gd name="T6" fmla="*/ 0 w 1968"/>
                <a:gd name="T7" fmla="*/ 0 h 2166"/>
                <a:gd name="T8" fmla="*/ 0 w 1968"/>
                <a:gd name="T9" fmla="*/ 0 h 2166"/>
                <a:gd name="T10" fmla="*/ 0 w 1968"/>
                <a:gd name="T11" fmla="*/ 0 h 2166"/>
                <a:gd name="T12" fmla="*/ 0 w 1968"/>
                <a:gd name="T13" fmla="*/ 0 h 2166"/>
                <a:gd name="T14" fmla="*/ 0 w 1968"/>
                <a:gd name="T15" fmla="*/ 0 h 2166"/>
                <a:gd name="T16" fmla="*/ 0 w 1968"/>
                <a:gd name="T17" fmla="*/ 0 h 2166"/>
                <a:gd name="T18" fmla="*/ 0 w 1968"/>
                <a:gd name="T19" fmla="*/ 0 h 2166"/>
                <a:gd name="T20" fmla="*/ 0 w 1968"/>
                <a:gd name="T21" fmla="*/ 0 h 2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68"/>
                <a:gd name="T34" fmla="*/ 0 h 2166"/>
                <a:gd name="T35" fmla="*/ 1968 w 1968"/>
                <a:gd name="T36" fmla="*/ 2166 h 2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68" h="2166">
                  <a:moveTo>
                    <a:pt x="1339" y="0"/>
                  </a:moveTo>
                  <a:lnTo>
                    <a:pt x="866" y="906"/>
                  </a:lnTo>
                  <a:lnTo>
                    <a:pt x="0" y="1818"/>
                  </a:lnTo>
                  <a:lnTo>
                    <a:pt x="668" y="1566"/>
                  </a:lnTo>
                  <a:lnTo>
                    <a:pt x="1339" y="2166"/>
                  </a:lnTo>
                  <a:lnTo>
                    <a:pt x="1490" y="2065"/>
                  </a:lnTo>
                  <a:lnTo>
                    <a:pt x="1419" y="1515"/>
                  </a:lnTo>
                  <a:lnTo>
                    <a:pt x="1730" y="1666"/>
                  </a:lnTo>
                  <a:lnTo>
                    <a:pt x="1968" y="1163"/>
                  </a:lnTo>
                  <a:lnTo>
                    <a:pt x="1885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7" name="Freeform 367">
              <a:extLst>
                <a:ext uri="{FF2B5EF4-FFF2-40B4-BE49-F238E27FC236}">
                  <a16:creationId xmlns:a16="http://schemas.microsoft.com/office/drawing/2014/main" id="{9FA9CE92-715E-3749-BAC9-58A42A5CC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11"/>
              <a:ext cx="62" cy="144"/>
            </a:xfrm>
            <a:custGeom>
              <a:avLst/>
              <a:gdLst>
                <a:gd name="T0" fmla="*/ 0 w 1034"/>
                <a:gd name="T1" fmla="*/ 0 h 2832"/>
                <a:gd name="T2" fmla="*/ 0 w 1034"/>
                <a:gd name="T3" fmla="*/ 0 h 2832"/>
                <a:gd name="T4" fmla="*/ 0 w 1034"/>
                <a:gd name="T5" fmla="*/ 0 h 2832"/>
                <a:gd name="T6" fmla="*/ 0 w 1034"/>
                <a:gd name="T7" fmla="*/ 0 h 2832"/>
                <a:gd name="T8" fmla="*/ 0 w 1034"/>
                <a:gd name="T9" fmla="*/ 0 h 2832"/>
                <a:gd name="T10" fmla="*/ 0 w 1034"/>
                <a:gd name="T11" fmla="*/ 0 h 2832"/>
                <a:gd name="T12" fmla="*/ 0 w 1034"/>
                <a:gd name="T13" fmla="*/ 0 h 28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34"/>
                <a:gd name="T22" fmla="*/ 0 h 2832"/>
                <a:gd name="T23" fmla="*/ 1034 w 1034"/>
                <a:gd name="T24" fmla="*/ 2832 h 28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34" h="2832">
                  <a:moveTo>
                    <a:pt x="0" y="0"/>
                  </a:moveTo>
                  <a:lnTo>
                    <a:pt x="41" y="1264"/>
                  </a:lnTo>
                  <a:lnTo>
                    <a:pt x="634" y="2381"/>
                  </a:lnTo>
                  <a:lnTo>
                    <a:pt x="1034" y="2832"/>
                  </a:lnTo>
                  <a:lnTo>
                    <a:pt x="991" y="1574"/>
                  </a:lnTo>
                  <a:lnTo>
                    <a:pt x="1034" y="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8" name="Freeform 368">
              <a:extLst>
                <a:ext uri="{FF2B5EF4-FFF2-40B4-BE49-F238E27FC236}">
                  <a16:creationId xmlns:a16="http://schemas.microsoft.com/office/drawing/2014/main" id="{16785A1D-DF45-9D49-9BCD-F9C3B033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521"/>
              <a:ext cx="115" cy="109"/>
            </a:xfrm>
            <a:custGeom>
              <a:avLst/>
              <a:gdLst>
                <a:gd name="T0" fmla="*/ 0 w 1928"/>
                <a:gd name="T1" fmla="*/ 0 h 2128"/>
                <a:gd name="T2" fmla="*/ 0 w 1928"/>
                <a:gd name="T3" fmla="*/ 0 h 2128"/>
                <a:gd name="T4" fmla="*/ 0 w 1928"/>
                <a:gd name="T5" fmla="*/ 0 h 2128"/>
                <a:gd name="T6" fmla="*/ 0 w 1928"/>
                <a:gd name="T7" fmla="*/ 0 h 2128"/>
                <a:gd name="T8" fmla="*/ 0 w 1928"/>
                <a:gd name="T9" fmla="*/ 0 h 2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8"/>
                <a:gd name="T16" fmla="*/ 0 h 2128"/>
                <a:gd name="T17" fmla="*/ 1928 w 1928"/>
                <a:gd name="T18" fmla="*/ 2128 h 21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8" h="2128">
                  <a:moveTo>
                    <a:pt x="0" y="256"/>
                  </a:moveTo>
                  <a:lnTo>
                    <a:pt x="780" y="1474"/>
                  </a:lnTo>
                  <a:lnTo>
                    <a:pt x="1928" y="2128"/>
                  </a:lnTo>
                  <a:lnTo>
                    <a:pt x="902" y="0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59" name="Freeform 369">
              <a:extLst>
                <a:ext uri="{FF2B5EF4-FFF2-40B4-BE49-F238E27FC236}">
                  <a16:creationId xmlns:a16="http://schemas.microsoft.com/office/drawing/2014/main" id="{386360A2-1480-0148-82FB-B4194686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059"/>
              <a:ext cx="225" cy="211"/>
            </a:xfrm>
            <a:custGeom>
              <a:avLst/>
              <a:gdLst>
                <a:gd name="T0" fmla="*/ 1 w 3745"/>
                <a:gd name="T1" fmla="*/ 0 h 4150"/>
                <a:gd name="T2" fmla="*/ 1 w 3745"/>
                <a:gd name="T3" fmla="*/ 0 h 4150"/>
                <a:gd name="T4" fmla="*/ 1 w 3745"/>
                <a:gd name="T5" fmla="*/ 0 h 4150"/>
                <a:gd name="T6" fmla="*/ 0 w 3745"/>
                <a:gd name="T7" fmla="*/ 0 h 4150"/>
                <a:gd name="T8" fmla="*/ 0 w 3745"/>
                <a:gd name="T9" fmla="*/ 0 h 4150"/>
                <a:gd name="T10" fmla="*/ 0 w 3745"/>
                <a:gd name="T11" fmla="*/ 0 h 4150"/>
                <a:gd name="T12" fmla="*/ 0 w 3745"/>
                <a:gd name="T13" fmla="*/ 0 h 4150"/>
                <a:gd name="T14" fmla="*/ 0 w 3745"/>
                <a:gd name="T15" fmla="*/ 0 h 4150"/>
                <a:gd name="T16" fmla="*/ 0 w 3745"/>
                <a:gd name="T17" fmla="*/ 0 h 4150"/>
                <a:gd name="T18" fmla="*/ 0 w 3745"/>
                <a:gd name="T19" fmla="*/ 0 h 4150"/>
                <a:gd name="T20" fmla="*/ 0 w 3745"/>
                <a:gd name="T21" fmla="*/ 0 h 4150"/>
                <a:gd name="T22" fmla="*/ 0 w 3745"/>
                <a:gd name="T23" fmla="*/ 0 h 4150"/>
                <a:gd name="T24" fmla="*/ 0 w 3745"/>
                <a:gd name="T25" fmla="*/ 0 h 4150"/>
                <a:gd name="T26" fmla="*/ 0 w 3745"/>
                <a:gd name="T27" fmla="*/ 1 h 4150"/>
                <a:gd name="T28" fmla="*/ 0 w 3745"/>
                <a:gd name="T29" fmla="*/ 1 h 4150"/>
                <a:gd name="T30" fmla="*/ 0 w 3745"/>
                <a:gd name="T31" fmla="*/ 1 h 4150"/>
                <a:gd name="T32" fmla="*/ 0 w 3745"/>
                <a:gd name="T33" fmla="*/ 0 h 4150"/>
                <a:gd name="T34" fmla="*/ 0 w 3745"/>
                <a:gd name="T35" fmla="*/ 0 h 4150"/>
                <a:gd name="T36" fmla="*/ 0 w 3745"/>
                <a:gd name="T37" fmla="*/ 0 h 4150"/>
                <a:gd name="T38" fmla="*/ 0 w 3745"/>
                <a:gd name="T39" fmla="*/ 1 h 4150"/>
                <a:gd name="T40" fmla="*/ 0 w 3745"/>
                <a:gd name="T41" fmla="*/ 1 h 4150"/>
                <a:gd name="T42" fmla="*/ 0 w 3745"/>
                <a:gd name="T43" fmla="*/ 0 h 4150"/>
                <a:gd name="T44" fmla="*/ 1 w 3745"/>
                <a:gd name="T45" fmla="*/ 0 h 4150"/>
                <a:gd name="T46" fmla="*/ 1 w 3745"/>
                <a:gd name="T47" fmla="*/ 0 h 4150"/>
                <a:gd name="T48" fmla="*/ 1 w 3745"/>
                <a:gd name="T49" fmla="*/ 0 h 4150"/>
                <a:gd name="T50" fmla="*/ 1 w 3745"/>
                <a:gd name="T51" fmla="*/ 0 h 4150"/>
                <a:gd name="T52" fmla="*/ 1 w 3745"/>
                <a:gd name="T53" fmla="*/ 0 h 4150"/>
                <a:gd name="T54" fmla="*/ 0 w 3745"/>
                <a:gd name="T55" fmla="*/ 0 h 4150"/>
                <a:gd name="T56" fmla="*/ 0 w 3745"/>
                <a:gd name="T57" fmla="*/ 1 h 4150"/>
                <a:gd name="T58" fmla="*/ 0 w 3745"/>
                <a:gd name="T59" fmla="*/ 0 h 4150"/>
                <a:gd name="T60" fmla="*/ 0 w 3745"/>
                <a:gd name="T61" fmla="*/ 0 h 4150"/>
                <a:gd name="T62" fmla="*/ 1 w 3745"/>
                <a:gd name="T63" fmla="*/ 0 h 4150"/>
                <a:gd name="T64" fmla="*/ 0 w 3745"/>
                <a:gd name="T65" fmla="*/ 0 h 4150"/>
                <a:gd name="T66" fmla="*/ 0 w 3745"/>
                <a:gd name="T67" fmla="*/ 0 h 4150"/>
                <a:gd name="T68" fmla="*/ 0 w 3745"/>
                <a:gd name="T69" fmla="*/ 0 h 4150"/>
                <a:gd name="T70" fmla="*/ 0 w 3745"/>
                <a:gd name="T71" fmla="*/ 1 h 4150"/>
                <a:gd name="T72" fmla="*/ 0 w 3745"/>
                <a:gd name="T73" fmla="*/ 1 h 4150"/>
                <a:gd name="T74" fmla="*/ 0 w 3745"/>
                <a:gd name="T75" fmla="*/ 0 h 4150"/>
                <a:gd name="T76" fmla="*/ 0 w 3745"/>
                <a:gd name="T77" fmla="*/ 0 h 4150"/>
                <a:gd name="T78" fmla="*/ 0 w 3745"/>
                <a:gd name="T79" fmla="*/ 0 h 4150"/>
                <a:gd name="T80" fmla="*/ 0 w 3745"/>
                <a:gd name="T81" fmla="*/ 0 h 4150"/>
                <a:gd name="T82" fmla="*/ 0 w 3745"/>
                <a:gd name="T83" fmla="*/ 0 h 4150"/>
                <a:gd name="T84" fmla="*/ 0 w 3745"/>
                <a:gd name="T85" fmla="*/ 0 h 4150"/>
                <a:gd name="T86" fmla="*/ 0 w 3745"/>
                <a:gd name="T87" fmla="*/ 0 h 4150"/>
                <a:gd name="T88" fmla="*/ 0 w 3745"/>
                <a:gd name="T89" fmla="*/ 0 h 4150"/>
                <a:gd name="T90" fmla="*/ 0 w 3745"/>
                <a:gd name="T91" fmla="*/ 0 h 4150"/>
                <a:gd name="T92" fmla="*/ 1 w 3745"/>
                <a:gd name="T93" fmla="*/ 0 h 4150"/>
                <a:gd name="T94" fmla="*/ 1 w 3745"/>
                <a:gd name="T95" fmla="*/ 0 h 4150"/>
                <a:gd name="T96" fmla="*/ 1 w 3745"/>
                <a:gd name="T97" fmla="*/ 0 h 4150"/>
                <a:gd name="T98" fmla="*/ 1 w 3745"/>
                <a:gd name="T99" fmla="*/ 0 h 41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745"/>
                <a:gd name="T151" fmla="*/ 0 h 4150"/>
                <a:gd name="T152" fmla="*/ 3745 w 3745"/>
                <a:gd name="T153" fmla="*/ 4150 h 415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745" h="4150">
                  <a:moveTo>
                    <a:pt x="3745" y="161"/>
                  </a:moveTo>
                  <a:lnTo>
                    <a:pt x="3430" y="0"/>
                  </a:lnTo>
                  <a:lnTo>
                    <a:pt x="2834" y="105"/>
                  </a:lnTo>
                  <a:lnTo>
                    <a:pt x="1775" y="509"/>
                  </a:lnTo>
                  <a:lnTo>
                    <a:pt x="868" y="1268"/>
                  </a:lnTo>
                  <a:lnTo>
                    <a:pt x="243" y="2276"/>
                  </a:lnTo>
                  <a:lnTo>
                    <a:pt x="0" y="2989"/>
                  </a:lnTo>
                  <a:lnTo>
                    <a:pt x="204" y="3187"/>
                  </a:lnTo>
                  <a:lnTo>
                    <a:pt x="204" y="3392"/>
                  </a:lnTo>
                  <a:lnTo>
                    <a:pt x="320" y="3439"/>
                  </a:lnTo>
                  <a:lnTo>
                    <a:pt x="402" y="3338"/>
                  </a:lnTo>
                  <a:lnTo>
                    <a:pt x="525" y="3392"/>
                  </a:lnTo>
                  <a:lnTo>
                    <a:pt x="525" y="3540"/>
                  </a:lnTo>
                  <a:lnTo>
                    <a:pt x="756" y="3695"/>
                  </a:lnTo>
                  <a:lnTo>
                    <a:pt x="1065" y="3850"/>
                  </a:lnTo>
                  <a:lnTo>
                    <a:pt x="1540" y="4150"/>
                  </a:lnTo>
                  <a:lnTo>
                    <a:pt x="1737" y="3241"/>
                  </a:lnTo>
                  <a:lnTo>
                    <a:pt x="2057" y="2276"/>
                  </a:lnTo>
                  <a:lnTo>
                    <a:pt x="1818" y="3493"/>
                  </a:lnTo>
                  <a:lnTo>
                    <a:pt x="1851" y="3941"/>
                  </a:lnTo>
                  <a:lnTo>
                    <a:pt x="2057" y="4150"/>
                  </a:lnTo>
                  <a:lnTo>
                    <a:pt x="2283" y="3140"/>
                  </a:lnTo>
                  <a:lnTo>
                    <a:pt x="3190" y="1423"/>
                  </a:lnTo>
                  <a:lnTo>
                    <a:pt x="3745" y="1012"/>
                  </a:lnTo>
                  <a:lnTo>
                    <a:pt x="3707" y="912"/>
                  </a:lnTo>
                  <a:lnTo>
                    <a:pt x="3272" y="1117"/>
                  </a:lnTo>
                  <a:lnTo>
                    <a:pt x="2674" y="1772"/>
                  </a:lnTo>
                  <a:lnTo>
                    <a:pt x="2170" y="2839"/>
                  </a:lnTo>
                  <a:lnTo>
                    <a:pt x="1968" y="3850"/>
                  </a:lnTo>
                  <a:lnTo>
                    <a:pt x="2057" y="2683"/>
                  </a:lnTo>
                  <a:lnTo>
                    <a:pt x="2249" y="1772"/>
                  </a:lnTo>
                  <a:lnTo>
                    <a:pt x="2368" y="1574"/>
                  </a:lnTo>
                  <a:lnTo>
                    <a:pt x="2249" y="1621"/>
                  </a:lnTo>
                  <a:lnTo>
                    <a:pt x="1851" y="2124"/>
                  </a:lnTo>
                  <a:lnTo>
                    <a:pt x="1581" y="3036"/>
                  </a:lnTo>
                  <a:lnTo>
                    <a:pt x="1503" y="3850"/>
                  </a:lnTo>
                  <a:lnTo>
                    <a:pt x="1146" y="3695"/>
                  </a:lnTo>
                  <a:lnTo>
                    <a:pt x="756" y="3288"/>
                  </a:lnTo>
                  <a:lnTo>
                    <a:pt x="756" y="2784"/>
                  </a:lnTo>
                  <a:lnTo>
                    <a:pt x="596" y="3288"/>
                  </a:lnTo>
                  <a:lnTo>
                    <a:pt x="479" y="3187"/>
                  </a:lnTo>
                  <a:lnTo>
                    <a:pt x="553" y="2737"/>
                  </a:lnTo>
                  <a:lnTo>
                    <a:pt x="320" y="3091"/>
                  </a:lnTo>
                  <a:lnTo>
                    <a:pt x="204" y="2784"/>
                  </a:lnTo>
                  <a:lnTo>
                    <a:pt x="553" y="2124"/>
                  </a:lnTo>
                  <a:lnTo>
                    <a:pt x="1388" y="1067"/>
                  </a:lnTo>
                  <a:lnTo>
                    <a:pt x="2485" y="357"/>
                  </a:lnTo>
                  <a:lnTo>
                    <a:pt x="3349" y="161"/>
                  </a:lnTo>
                  <a:lnTo>
                    <a:pt x="3659" y="257"/>
                  </a:lnTo>
                  <a:lnTo>
                    <a:pt x="3745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0" name="Freeform 370">
              <a:extLst>
                <a:ext uri="{FF2B5EF4-FFF2-40B4-BE49-F238E27FC236}">
                  <a16:creationId xmlns:a16="http://schemas.microsoft.com/office/drawing/2014/main" id="{2B67413C-5197-E049-9B78-872FE5AB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052"/>
              <a:ext cx="73" cy="46"/>
            </a:xfrm>
            <a:custGeom>
              <a:avLst/>
              <a:gdLst>
                <a:gd name="T0" fmla="*/ 0 w 1210"/>
                <a:gd name="T1" fmla="*/ 0 h 905"/>
                <a:gd name="T2" fmla="*/ 0 w 1210"/>
                <a:gd name="T3" fmla="*/ 0 h 905"/>
                <a:gd name="T4" fmla="*/ 0 w 1210"/>
                <a:gd name="T5" fmla="*/ 0 h 905"/>
                <a:gd name="T6" fmla="*/ 0 w 1210"/>
                <a:gd name="T7" fmla="*/ 0 h 905"/>
                <a:gd name="T8" fmla="*/ 0 w 1210"/>
                <a:gd name="T9" fmla="*/ 0 h 905"/>
                <a:gd name="T10" fmla="*/ 0 w 1210"/>
                <a:gd name="T11" fmla="*/ 0 h 905"/>
                <a:gd name="T12" fmla="*/ 0 w 1210"/>
                <a:gd name="T13" fmla="*/ 0 h 905"/>
                <a:gd name="T14" fmla="*/ 0 w 1210"/>
                <a:gd name="T15" fmla="*/ 0 h 905"/>
                <a:gd name="T16" fmla="*/ 0 w 1210"/>
                <a:gd name="T17" fmla="*/ 0 h 905"/>
                <a:gd name="T18" fmla="*/ 0 w 1210"/>
                <a:gd name="T19" fmla="*/ 0 h 905"/>
                <a:gd name="T20" fmla="*/ 0 w 1210"/>
                <a:gd name="T21" fmla="*/ 0 h 905"/>
                <a:gd name="T22" fmla="*/ 0 w 1210"/>
                <a:gd name="T23" fmla="*/ 0 h 905"/>
                <a:gd name="T24" fmla="*/ 0 w 1210"/>
                <a:gd name="T25" fmla="*/ 0 h 9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10"/>
                <a:gd name="T40" fmla="*/ 0 h 905"/>
                <a:gd name="T41" fmla="*/ 1210 w 1210"/>
                <a:gd name="T42" fmla="*/ 905 h 90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10" h="905">
                  <a:moveTo>
                    <a:pt x="0" y="448"/>
                  </a:moveTo>
                  <a:lnTo>
                    <a:pt x="276" y="196"/>
                  </a:lnTo>
                  <a:lnTo>
                    <a:pt x="548" y="44"/>
                  </a:lnTo>
                  <a:lnTo>
                    <a:pt x="943" y="0"/>
                  </a:lnTo>
                  <a:lnTo>
                    <a:pt x="1171" y="250"/>
                  </a:lnTo>
                  <a:lnTo>
                    <a:pt x="1210" y="654"/>
                  </a:lnTo>
                  <a:lnTo>
                    <a:pt x="1062" y="905"/>
                  </a:lnTo>
                  <a:lnTo>
                    <a:pt x="1098" y="502"/>
                  </a:lnTo>
                  <a:lnTo>
                    <a:pt x="1032" y="250"/>
                  </a:lnTo>
                  <a:lnTo>
                    <a:pt x="663" y="196"/>
                  </a:lnTo>
                  <a:lnTo>
                    <a:pt x="276" y="306"/>
                  </a:lnTo>
                  <a:lnTo>
                    <a:pt x="79" y="557"/>
                  </a:lnTo>
                  <a:lnTo>
                    <a:pt x="0" y="4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1" name="Freeform 371">
              <a:extLst>
                <a:ext uri="{FF2B5EF4-FFF2-40B4-BE49-F238E27FC236}">
                  <a16:creationId xmlns:a16="http://schemas.microsoft.com/office/drawing/2014/main" id="{DBF70184-2C28-E445-9C70-642BB438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77"/>
              <a:ext cx="47" cy="21"/>
            </a:xfrm>
            <a:custGeom>
              <a:avLst/>
              <a:gdLst>
                <a:gd name="T0" fmla="*/ 0 w 788"/>
                <a:gd name="T1" fmla="*/ 0 h 403"/>
                <a:gd name="T2" fmla="*/ 0 w 788"/>
                <a:gd name="T3" fmla="*/ 0 h 403"/>
                <a:gd name="T4" fmla="*/ 0 w 788"/>
                <a:gd name="T5" fmla="*/ 0 h 403"/>
                <a:gd name="T6" fmla="*/ 0 w 788"/>
                <a:gd name="T7" fmla="*/ 0 h 403"/>
                <a:gd name="T8" fmla="*/ 0 w 788"/>
                <a:gd name="T9" fmla="*/ 0 h 403"/>
                <a:gd name="T10" fmla="*/ 0 w 788"/>
                <a:gd name="T11" fmla="*/ 0 h 403"/>
                <a:gd name="T12" fmla="*/ 0 w 788"/>
                <a:gd name="T13" fmla="*/ 0 h 403"/>
                <a:gd name="T14" fmla="*/ 0 w 788"/>
                <a:gd name="T15" fmla="*/ 0 h 403"/>
                <a:gd name="T16" fmla="*/ 0 w 788"/>
                <a:gd name="T17" fmla="*/ 0 h 403"/>
                <a:gd name="T18" fmla="*/ 0 w 788"/>
                <a:gd name="T19" fmla="*/ 0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88"/>
                <a:gd name="T31" fmla="*/ 0 h 403"/>
                <a:gd name="T32" fmla="*/ 788 w 788"/>
                <a:gd name="T33" fmla="*/ 403 h 4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88" h="403">
                  <a:moveTo>
                    <a:pt x="0" y="403"/>
                  </a:moveTo>
                  <a:lnTo>
                    <a:pt x="280" y="101"/>
                  </a:lnTo>
                  <a:lnTo>
                    <a:pt x="508" y="0"/>
                  </a:lnTo>
                  <a:lnTo>
                    <a:pt x="746" y="101"/>
                  </a:lnTo>
                  <a:lnTo>
                    <a:pt x="788" y="252"/>
                  </a:lnTo>
                  <a:lnTo>
                    <a:pt x="713" y="403"/>
                  </a:lnTo>
                  <a:lnTo>
                    <a:pt x="629" y="206"/>
                  </a:lnTo>
                  <a:lnTo>
                    <a:pt x="393" y="206"/>
                  </a:lnTo>
                  <a:lnTo>
                    <a:pt x="121" y="403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2" name="Freeform 372">
              <a:extLst>
                <a:ext uri="{FF2B5EF4-FFF2-40B4-BE49-F238E27FC236}">
                  <a16:creationId xmlns:a16="http://schemas.microsoft.com/office/drawing/2014/main" id="{C9F76792-0C33-3D47-8D99-0F056A79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103"/>
              <a:ext cx="32" cy="44"/>
            </a:xfrm>
            <a:custGeom>
              <a:avLst/>
              <a:gdLst>
                <a:gd name="T0" fmla="*/ 0 w 555"/>
                <a:gd name="T1" fmla="*/ 0 h 857"/>
                <a:gd name="T2" fmla="*/ 0 w 555"/>
                <a:gd name="T3" fmla="*/ 0 h 857"/>
                <a:gd name="T4" fmla="*/ 0 w 555"/>
                <a:gd name="T5" fmla="*/ 0 h 857"/>
                <a:gd name="T6" fmla="*/ 0 w 555"/>
                <a:gd name="T7" fmla="*/ 0 h 857"/>
                <a:gd name="T8" fmla="*/ 0 w 555"/>
                <a:gd name="T9" fmla="*/ 0 h 857"/>
                <a:gd name="T10" fmla="*/ 0 w 555"/>
                <a:gd name="T11" fmla="*/ 0 h 8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5"/>
                <a:gd name="T19" fmla="*/ 0 h 857"/>
                <a:gd name="T20" fmla="*/ 555 w 555"/>
                <a:gd name="T21" fmla="*/ 857 h 8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5" h="857">
                  <a:moveTo>
                    <a:pt x="0" y="0"/>
                  </a:moveTo>
                  <a:lnTo>
                    <a:pt x="306" y="407"/>
                  </a:lnTo>
                  <a:lnTo>
                    <a:pt x="555" y="857"/>
                  </a:lnTo>
                  <a:lnTo>
                    <a:pt x="352" y="609"/>
                  </a:lnTo>
                  <a:lnTo>
                    <a:pt x="119" y="2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3" name="Freeform 373">
              <a:extLst>
                <a:ext uri="{FF2B5EF4-FFF2-40B4-BE49-F238E27FC236}">
                  <a16:creationId xmlns:a16="http://schemas.microsoft.com/office/drawing/2014/main" id="{5BE892BB-F97A-4043-A9C5-9F2D1217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149"/>
              <a:ext cx="14" cy="26"/>
            </a:xfrm>
            <a:custGeom>
              <a:avLst/>
              <a:gdLst>
                <a:gd name="T0" fmla="*/ 0 w 240"/>
                <a:gd name="T1" fmla="*/ 0 h 504"/>
                <a:gd name="T2" fmla="*/ 0 w 240"/>
                <a:gd name="T3" fmla="*/ 0 h 504"/>
                <a:gd name="T4" fmla="*/ 0 w 240"/>
                <a:gd name="T5" fmla="*/ 0 h 504"/>
                <a:gd name="T6" fmla="*/ 0 w 240"/>
                <a:gd name="T7" fmla="*/ 0 h 504"/>
                <a:gd name="T8" fmla="*/ 0 w 240"/>
                <a:gd name="T9" fmla="*/ 0 h 504"/>
                <a:gd name="T10" fmla="*/ 0 w 240"/>
                <a:gd name="T11" fmla="*/ 0 h 504"/>
                <a:gd name="T12" fmla="*/ 0 w 240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0"/>
                <a:gd name="T22" fmla="*/ 0 h 504"/>
                <a:gd name="T23" fmla="*/ 240 w 240"/>
                <a:gd name="T24" fmla="*/ 504 h 5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0" h="504">
                  <a:moveTo>
                    <a:pt x="0" y="0"/>
                  </a:moveTo>
                  <a:lnTo>
                    <a:pt x="151" y="54"/>
                  </a:lnTo>
                  <a:lnTo>
                    <a:pt x="240" y="352"/>
                  </a:lnTo>
                  <a:lnTo>
                    <a:pt x="151" y="504"/>
                  </a:lnTo>
                  <a:lnTo>
                    <a:pt x="0" y="403"/>
                  </a:lnTo>
                  <a:lnTo>
                    <a:pt x="43" y="2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4" name="Freeform 374">
              <a:extLst>
                <a:ext uri="{FF2B5EF4-FFF2-40B4-BE49-F238E27FC236}">
                  <a16:creationId xmlns:a16="http://schemas.microsoft.com/office/drawing/2014/main" id="{6E7E2DFF-78CE-EA4F-8D7F-663F7F4B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152"/>
              <a:ext cx="10" cy="21"/>
            </a:xfrm>
            <a:custGeom>
              <a:avLst/>
              <a:gdLst>
                <a:gd name="T0" fmla="*/ 0 w 170"/>
                <a:gd name="T1" fmla="*/ 0 h 404"/>
                <a:gd name="T2" fmla="*/ 0 w 170"/>
                <a:gd name="T3" fmla="*/ 0 h 404"/>
                <a:gd name="T4" fmla="*/ 0 w 170"/>
                <a:gd name="T5" fmla="*/ 0 h 404"/>
                <a:gd name="T6" fmla="*/ 0 w 170"/>
                <a:gd name="T7" fmla="*/ 0 h 404"/>
                <a:gd name="T8" fmla="*/ 0 w 170"/>
                <a:gd name="T9" fmla="*/ 0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404"/>
                <a:gd name="T17" fmla="*/ 170 w 170"/>
                <a:gd name="T18" fmla="*/ 404 h 4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404">
                  <a:moveTo>
                    <a:pt x="0" y="0"/>
                  </a:moveTo>
                  <a:lnTo>
                    <a:pt x="170" y="97"/>
                  </a:lnTo>
                  <a:lnTo>
                    <a:pt x="170" y="404"/>
                  </a:lnTo>
                  <a:lnTo>
                    <a:pt x="46" y="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5" name="Freeform 375">
              <a:extLst>
                <a:ext uri="{FF2B5EF4-FFF2-40B4-BE49-F238E27FC236}">
                  <a16:creationId xmlns:a16="http://schemas.microsoft.com/office/drawing/2014/main" id="{DC604E39-9C6A-B44C-842C-E2E69A9C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175"/>
              <a:ext cx="42" cy="43"/>
            </a:xfrm>
            <a:custGeom>
              <a:avLst/>
              <a:gdLst>
                <a:gd name="T0" fmla="*/ 0 w 701"/>
                <a:gd name="T1" fmla="*/ 0 h 864"/>
                <a:gd name="T2" fmla="*/ 0 w 701"/>
                <a:gd name="T3" fmla="*/ 0 h 864"/>
                <a:gd name="T4" fmla="*/ 0 w 701"/>
                <a:gd name="T5" fmla="*/ 0 h 864"/>
                <a:gd name="T6" fmla="*/ 0 w 701"/>
                <a:gd name="T7" fmla="*/ 0 h 864"/>
                <a:gd name="T8" fmla="*/ 0 w 701"/>
                <a:gd name="T9" fmla="*/ 0 h 864"/>
                <a:gd name="T10" fmla="*/ 0 w 701"/>
                <a:gd name="T11" fmla="*/ 0 h 864"/>
                <a:gd name="T12" fmla="*/ 0 w 701"/>
                <a:gd name="T13" fmla="*/ 0 h 864"/>
                <a:gd name="T14" fmla="*/ 0 w 701"/>
                <a:gd name="T15" fmla="*/ 0 h 864"/>
                <a:gd name="T16" fmla="*/ 0 w 701"/>
                <a:gd name="T17" fmla="*/ 0 h 864"/>
                <a:gd name="T18" fmla="*/ 0 w 701"/>
                <a:gd name="T19" fmla="*/ 0 h 864"/>
                <a:gd name="T20" fmla="*/ 0 w 701"/>
                <a:gd name="T21" fmla="*/ 0 h 864"/>
                <a:gd name="T22" fmla="*/ 0 w 701"/>
                <a:gd name="T23" fmla="*/ 0 h 864"/>
                <a:gd name="T24" fmla="*/ 0 w 701"/>
                <a:gd name="T25" fmla="*/ 0 h 8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01"/>
                <a:gd name="T40" fmla="*/ 0 h 864"/>
                <a:gd name="T41" fmla="*/ 701 w 701"/>
                <a:gd name="T42" fmla="*/ 864 h 86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01" h="864">
                  <a:moveTo>
                    <a:pt x="113" y="0"/>
                  </a:moveTo>
                  <a:lnTo>
                    <a:pt x="311" y="311"/>
                  </a:lnTo>
                  <a:lnTo>
                    <a:pt x="546" y="508"/>
                  </a:lnTo>
                  <a:lnTo>
                    <a:pt x="701" y="609"/>
                  </a:lnTo>
                  <a:lnTo>
                    <a:pt x="663" y="713"/>
                  </a:lnTo>
                  <a:lnTo>
                    <a:pt x="433" y="815"/>
                  </a:lnTo>
                  <a:lnTo>
                    <a:pt x="31" y="864"/>
                  </a:lnTo>
                  <a:lnTo>
                    <a:pt x="0" y="760"/>
                  </a:lnTo>
                  <a:lnTo>
                    <a:pt x="433" y="713"/>
                  </a:lnTo>
                  <a:lnTo>
                    <a:pt x="508" y="609"/>
                  </a:lnTo>
                  <a:lnTo>
                    <a:pt x="311" y="461"/>
                  </a:lnTo>
                  <a:lnTo>
                    <a:pt x="113" y="20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6" name="Freeform 376">
              <a:extLst>
                <a:ext uri="{FF2B5EF4-FFF2-40B4-BE49-F238E27FC236}">
                  <a16:creationId xmlns:a16="http://schemas.microsoft.com/office/drawing/2014/main" id="{148C8191-BF05-4A4F-A1BE-882D212F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198"/>
              <a:ext cx="63" cy="36"/>
            </a:xfrm>
            <a:custGeom>
              <a:avLst/>
              <a:gdLst>
                <a:gd name="T0" fmla="*/ 0 w 1056"/>
                <a:gd name="T1" fmla="*/ 0 h 702"/>
                <a:gd name="T2" fmla="*/ 0 w 1056"/>
                <a:gd name="T3" fmla="*/ 0 h 702"/>
                <a:gd name="T4" fmla="*/ 0 w 1056"/>
                <a:gd name="T5" fmla="*/ 0 h 702"/>
                <a:gd name="T6" fmla="*/ 0 w 1056"/>
                <a:gd name="T7" fmla="*/ 0 h 702"/>
                <a:gd name="T8" fmla="*/ 0 w 1056"/>
                <a:gd name="T9" fmla="*/ 0 h 702"/>
                <a:gd name="T10" fmla="*/ 0 w 1056"/>
                <a:gd name="T11" fmla="*/ 0 h 702"/>
                <a:gd name="T12" fmla="*/ 0 w 1056"/>
                <a:gd name="T13" fmla="*/ 0 h 702"/>
                <a:gd name="T14" fmla="*/ 0 w 1056"/>
                <a:gd name="T15" fmla="*/ 0 h 702"/>
                <a:gd name="T16" fmla="*/ 0 w 1056"/>
                <a:gd name="T17" fmla="*/ 0 h 702"/>
                <a:gd name="T18" fmla="*/ 0 w 1056"/>
                <a:gd name="T19" fmla="*/ 0 h 702"/>
                <a:gd name="T20" fmla="*/ 0 w 1056"/>
                <a:gd name="T21" fmla="*/ 0 h 702"/>
                <a:gd name="T22" fmla="*/ 0 w 1056"/>
                <a:gd name="T23" fmla="*/ 0 h 702"/>
                <a:gd name="T24" fmla="*/ 0 w 1056"/>
                <a:gd name="T25" fmla="*/ 0 h 7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56"/>
                <a:gd name="T40" fmla="*/ 0 h 702"/>
                <a:gd name="T41" fmla="*/ 1056 w 1056"/>
                <a:gd name="T42" fmla="*/ 702 h 70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56" h="702">
                  <a:moveTo>
                    <a:pt x="475" y="0"/>
                  </a:moveTo>
                  <a:lnTo>
                    <a:pt x="0" y="198"/>
                  </a:lnTo>
                  <a:lnTo>
                    <a:pt x="35" y="403"/>
                  </a:lnTo>
                  <a:lnTo>
                    <a:pt x="229" y="299"/>
                  </a:lnTo>
                  <a:lnTo>
                    <a:pt x="475" y="504"/>
                  </a:lnTo>
                  <a:lnTo>
                    <a:pt x="745" y="655"/>
                  </a:lnTo>
                  <a:lnTo>
                    <a:pt x="866" y="702"/>
                  </a:lnTo>
                  <a:lnTo>
                    <a:pt x="1056" y="601"/>
                  </a:lnTo>
                  <a:lnTo>
                    <a:pt x="669" y="450"/>
                  </a:lnTo>
                  <a:lnTo>
                    <a:pt x="435" y="252"/>
                  </a:lnTo>
                  <a:lnTo>
                    <a:pt x="590" y="148"/>
                  </a:lnTo>
                  <a:lnTo>
                    <a:pt x="504" y="47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7" name="Freeform 377">
              <a:extLst>
                <a:ext uri="{FF2B5EF4-FFF2-40B4-BE49-F238E27FC236}">
                  <a16:creationId xmlns:a16="http://schemas.microsoft.com/office/drawing/2014/main" id="{EA46E5F4-333C-3148-9522-B7BD7DCE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224"/>
              <a:ext cx="101" cy="113"/>
            </a:xfrm>
            <a:custGeom>
              <a:avLst/>
              <a:gdLst>
                <a:gd name="T0" fmla="*/ 0 w 1692"/>
                <a:gd name="T1" fmla="*/ 0 h 2220"/>
                <a:gd name="T2" fmla="*/ 0 w 1692"/>
                <a:gd name="T3" fmla="*/ 0 h 2220"/>
                <a:gd name="T4" fmla="*/ 0 w 1692"/>
                <a:gd name="T5" fmla="*/ 0 h 2220"/>
                <a:gd name="T6" fmla="*/ 0 w 1692"/>
                <a:gd name="T7" fmla="*/ 0 h 2220"/>
                <a:gd name="T8" fmla="*/ 0 w 1692"/>
                <a:gd name="T9" fmla="*/ 0 h 2220"/>
                <a:gd name="T10" fmla="*/ 0 w 1692"/>
                <a:gd name="T11" fmla="*/ 0 h 2220"/>
                <a:gd name="T12" fmla="*/ 0 w 1692"/>
                <a:gd name="T13" fmla="*/ 0 h 2220"/>
                <a:gd name="T14" fmla="*/ 0 w 1692"/>
                <a:gd name="T15" fmla="*/ 0 h 2220"/>
                <a:gd name="T16" fmla="*/ 0 w 1692"/>
                <a:gd name="T17" fmla="*/ 0 h 2220"/>
                <a:gd name="T18" fmla="*/ 0 w 1692"/>
                <a:gd name="T19" fmla="*/ 0 h 2220"/>
                <a:gd name="T20" fmla="*/ 0 w 1692"/>
                <a:gd name="T21" fmla="*/ 0 h 2220"/>
                <a:gd name="T22" fmla="*/ 0 w 1692"/>
                <a:gd name="T23" fmla="*/ 0 h 2220"/>
                <a:gd name="T24" fmla="*/ 0 w 1692"/>
                <a:gd name="T25" fmla="*/ 0 h 2220"/>
                <a:gd name="T26" fmla="*/ 0 w 1692"/>
                <a:gd name="T27" fmla="*/ 0 h 2220"/>
                <a:gd name="T28" fmla="*/ 0 w 1692"/>
                <a:gd name="T29" fmla="*/ 0 h 2220"/>
                <a:gd name="T30" fmla="*/ 0 w 1692"/>
                <a:gd name="T31" fmla="*/ 0 h 2220"/>
                <a:gd name="T32" fmla="*/ 0 w 1692"/>
                <a:gd name="T33" fmla="*/ 0 h 2220"/>
                <a:gd name="T34" fmla="*/ 0 w 1692"/>
                <a:gd name="T35" fmla="*/ 0 h 22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692"/>
                <a:gd name="T55" fmla="*/ 0 h 2220"/>
                <a:gd name="T56" fmla="*/ 1692 w 1692"/>
                <a:gd name="T57" fmla="*/ 2220 h 22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692" h="2220">
                  <a:moveTo>
                    <a:pt x="1583" y="0"/>
                  </a:moveTo>
                  <a:lnTo>
                    <a:pt x="1305" y="403"/>
                  </a:lnTo>
                  <a:lnTo>
                    <a:pt x="870" y="859"/>
                  </a:lnTo>
                  <a:lnTo>
                    <a:pt x="481" y="1208"/>
                  </a:lnTo>
                  <a:lnTo>
                    <a:pt x="0" y="1460"/>
                  </a:lnTo>
                  <a:lnTo>
                    <a:pt x="50" y="1611"/>
                  </a:lnTo>
                  <a:lnTo>
                    <a:pt x="1033" y="1312"/>
                  </a:lnTo>
                  <a:lnTo>
                    <a:pt x="598" y="2022"/>
                  </a:lnTo>
                  <a:lnTo>
                    <a:pt x="481" y="2174"/>
                  </a:lnTo>
                  <a:lnTo>
                    <a:pt x="554" y="2220"/>
                  </a:lnTo>
                  <a:lnTo>
                    <a:pt x="796" y="2119"/>
                  </a:lnTo>
                  <a:lnTo>
                    <a:pt x="1305" y="1208"/>
                  </a:lnTo>
                  <a:lnTo>
                    <a:pt x="1226" y="1107"/>
                  </a:lnTo>
                  <a:lnTo>
                    <a:pt x="554" y="1312"/>
                  </a:lnTo>
                  <a:lnTo>
                    <a:pt x="985" y="956"/>
                  </a:lnTo>
                  <a:lnTo>
                    <a:pt x="1506" y="347"/>
                  </a:lnTo>
                  <a:lnTo>
                    <a:pt x="1692" y="0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8" name="Freeform 378">
              <a:extLst>
                <a:ext uri="{FF2B5EF4-FFF2-40B4-BE49-F238E27FC236}">
                  <a16:creationId xmlns:a16="http://schemas.microsoft.com/office/drawing/2014/main" id="{84B955D4-7256-8547-917E-28FF8B4C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267"/>
              <a:ext cx="38" cy="36"/>
            </a:xfrm>
            <a:custGeom>
              <a:avLst/>
              <a:gdLst>
                <a:gd name="T0" fmla="*/ 0 w 627"/>
                <a:gd name="T1" fmla="*/ 0 h 705"/>
                <a:gd name="T2" fmla="*/ 0 w 627"/>
                <a:gd name="T3" fmla="*/ 0 h 705"/>
                <a:gd name="T4" fmla="*/ 0 w 627"/>
                <a:gd name="T5" fmla="*/ 0 h 705"/>
                <a:gd name="T6" fmla="*/ 0 w 627"/>
                <a:gd name="T7" fmla="*/ 0 h 705"/>
                <a:gd name="T8" fmla="*/ 0 w 627"/>
                <a:gd name="T9" fmla="*/ 0 h 705"/>
                <a:gd name="T10" fmla="*/ 0 w 627"/>
                <a:gd name="T11" fmla="*/ 0 h 7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7"/>
                <a:gd name="T19" fmla="*/ 0 h 705"/>
                <a:gd name="T20" fmla="*/ 627 w 627"/>
                <a:gd name="T21" fmla="*/ 705 h 7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7" h="705">
                  <a:moveTo>
                    <a:pt x="627" y="601"/>
                  </a:moveTo>
                  <a:lnTo>
                    <a:pt x="546" y="0"/>
                  </a:lnTo>
                  <a:lnTo>
                    <a:pt x="312" y="50"/>
                  </a:lnTo>
                  <a:lnTo>
                    <a:pt x="0" y="705"/>
                  </a:lnTo>
                  <a:lnTo>
                    <a:pt x="387" y="198"/>
                  </a:lnTo>
                  <a:lnTo>
                    <a:pt x="627" y="6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69" name="Freeform 379">
              <a:extLst>
                <a:ext uri="{FF2B5EF4-FFF2-40B4-BE49-F238E27FC236}">
                  <a16:creationId xmlns:a16="http://schemas.microsoft.com/office/drawing/2014/main" id="{807541BD-FA7D-C84B-8C6D-0547A9F73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308"/>
              <a:ext cx="100" cy="42"/>
            </a:xfrm>
            <a:custGeom>
              <a:avLst/>
              <a:gdLst>
                <a:gd name="T0" fmla="*/ 0 w 1654"/>
                <a:gd name="T1" fmla="*/ 0 h 815"/>
                <a:gd name="T2" fmla="*/ 0 w 1654"/>
                <a:gd name="T3" fmla="*/ 0 h 815"/>
                <a:gd name="T4" fmla="*/ 0 w 1654"/>
                <a:gd name="T5" fmla="*/ 0 h 815"/>
                <a:gd name="T6" fmla="*/ 0 w 1654"/>
                <a:gd name="T7" fmla="*/ 0 h 815"/>
                <a:gd name="T8" fmla="*/ 0 w 1654"/>
                <a:gd name="T9" fmla="*/ 0 h 815"/>
                <a:gd name="T10" fmla="*/ 0 w 1654"/>
                <a:gd name="T11" fmla="*/ 0 h 815"/>
                <a:gd name="T12" fmla="*/ 0 w 1654"/>
                <a:gd name="T13" fmla="*/ 0 h 815"/>
                <a:gd name="T14" fmla="*/ 0 w 1654"/>
                <a:gd name="T15" fmla="*/ 0 h 8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54"/>
                <a:gd name="T25" fmla="*/ 0 h 815"/>
                <a:gd name="T26" fmla="*/ 1654 w 1654"/>
                <a:gd name="T27" fmla="*/ 815 h 8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54" h="815">
                  <a:moveTo>
                    <a:pt x="0" y="0"/>
                  </a:moveTo>
                  <a:lnTo>
                    <a:pt x="353" y="357"/>
                  </a:lnTo>
                  <a:lnTo>
                    <a:pt x="908" y="609"/>
                  </a:lnTo>
                  <a:lnTo>
                    <a:pt x="1654" y="815"/>
                  </a:lnTo>
                  <a:lnTo>
                    <a:pt x="1179" y="815"/>
                  </a:lnTo>
                  <a:lnTo>
                    <a:pt x="504" y="609"/>
                  </a:lnTo>
                  <a:lnTo>
                    <a:pt x="0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0" name="Freeform 380">
              <a:extLst>
                <a:ext uri="{FF2B5EF4-FFF2-40B4-BE49-F238E27FC236}">
                  <a16:creationId xmlns:a16="http://schemas.microsoft.com/office/drawing/2014/main" id="{B01493CA-CCA6-9246-878A-317C6356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352"/>
              <a:ext cx="68" cy="90"/>
            </a:xfrm>
            <a:custGeom>
              <a:avLst/>
              <a:gdLst>
                <a:gd name="T0" fmla="*/ 0 w 1136"/>
                <a:gd name="T1" fmla="*/ 0 h 1772"/>
                <a:gd name="T2" fmla="*/ 0 w 1136"/>
                <a:gd name="T3" fmla="*/ 0 h 1772"/>
                <a:gd name="T4" fmla="*/ 0 w 1136"/>
                <a:gd name="T5" fmla="*/ 0 h 1772"/>
                <a:gd name="T6" fmla="*/ 0 w 1136"/>
                <a:gd name="T7" fmla="*/ 0 h 1772"/>
                <a:gd name="T8" fmla="*/ 0 w 1136"/>
                <a:gd name="T9" fmla="*/ 0 h 1772"/>
                <a:gd name="T10" fmla="*/ 0 w 1136"/>
                <a:gd name="T11" fmla="*/ 0 h 1772"/>
                <a:gd name="T12" fmla="*/ 0 w 1136"/>
                <a:gd name="T13" fmla="*/ 0 h 1772"/>
                <a:gd name="T14" fmla="*/ 0 w 1136"/>
                <a:gd name="T15" fmla="*/ 0 h 1772"/>
                <a:gd name="T16" fmla="*/ 0 w 1136"/>
                <a:gd name="T17" fmla="*/ 0 h 1772"/>
                <a:gd name="T18" fmla="*/ 0 w 1136"/>
                <a:gd name="T19" fmla="*/ 0 h 1772"/>
                <a:gd name="T20" fmla="*/ 0 w 1136"/>
                <a:gd name="T21" fmla="*/ 0 h 1772"/>
                <a:gd name="T22" fmla="*/ 0 w 1136"/>
                <a:gd name="T23" fmla="*/ 0 h 1772"/>
                <a:gd name="T24" fmla="*/ 0 w 1136"/>
                <a:gd name="T25" fmla="*/ 0 h 1772"/>
                <a:gd name="T26" fmla="*/ 0 w 1136"/>
                <a:gd name="T27" fmla="*/ 0 h 1772"/>
                <a:gd name="T28" fmla="*/ 0 w 1136"/>
                <a:gd name="T29" fmla="*/ 0 h 1772"/>
                <a:gd name="T30" fmla="*/ 0 w 1136"/>
                <a:gd name="T31" fmla="*/ 0 h 1772"/>
                <a:gd name="T32" fmla="*/ 0 w 1136"/>
                <a:gd name="T33" fmla="*/ 0 h 1772"/>
                <a:gd name="T34" fmla="*/ 0 w 1136"/>
                <a:gd name="T35" fmla="*/ 0 h 1772"/>
                <a:gd name="T36" fmla="*/ 0 w 1136"/>
                <a:gd name="T37" fmla="*/ 0 h 1772"/>
                <a:gd name="T38" fmla="*/ 0 w 1136"/>
                <a:gd name="T39" fmla="*/ 0 h 1772"/>
                <a:gd name="T40" fmla="*/ 0 w 1136"/>
                <a:gd name="T41" fmla="*/ 0 h 1772"/>
                <a:gd name="T42" fmla="*/ 0 w 1136"/>
                <a:gd name="T43" fmla="*/ 0 h 177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36"/>
                <a:gd name="T67" fmla="*/ 0 h 1772"/>
                <a:gd name="T68" fmla="*/ 1136 w 1136"/>
                <a:gd name="T69" fmla="*/ 1772 h 177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36" h="1772">
                  <a:moveTo>
                    <a:pt x="815" y="97"/>
                  </a:moveTo>
                  <a:lnTo>
                    <a:pt x="387" y="659"/>
                  </a:lnTo>
                  <a:lnTo>
                    <a:pt x="77" y="1256"/>
                  </a:lnTo>
                  <a:lnTo>
                    <a:pt x="0" y="1621"/>
                  </a:lnTo>
                  <a:lnTo>
                    <a:pt x="241" y="1772"/>
                  </a:lnTo>
                  <a:lnTo>
                    <a:pt x="198" y="1466"/>
                  </a:lnTo>
                  <a:lnTo>
                    <a:pt x="387" y="1466"/>
                  </a:lnTo>
                  <a:lnTo>
                    <a:pt x="509" y="1419"/>
                  </a:lnTo>
                  <a:lnTo>
                    <a:pt x="473" y="1314"/>
                  </a:lnTo>
                  <a:lnTo>
                    <a:pt x="241" y="1369"/>
                  </a:lnTo>
                  <a:lnTo>
                    <a:pt x="552" y="748"/>
                  </a:lnTo>
                  <a:lnTo>
                    <a:pt x="908" y="257"/>
                  </a:lnTo>
                  <a:lnTo>
                    <a:pt x="585" y="1062"/>
                  </a:lnTo>
                  <a:lnTo>
                    <a:pt x="552" y="1566"/>
                  </a:lnTo>
                  <a:lnTo>
                    <a:pt x="585" y="1772"/>
                  </a:lnTo>
                  <a:lnTo>
                    <a:pt x="707" y="1718"/>
                  </a:lnTo>
                  <a:lnTo>
                    <a:pt x="707" y="1256"/>
                  </a:lnTo>
                  <a:lnTo>
                    <a:pt x="1136" y="151"/>
                  </a:lnTo>
                  <a:lnTo>
                    <a:pt x="1064" y="0"/>
                  </a:lnTo>
                  <a:lnTo>
                    <a:pt x="939" y="151"/>
                  </a:lnTo>
                  <a:lnTo>
                    <a:pt x="861" y="97"/>
                  </a:lnTo>
                  <a:lnTo>
                    <a:pt x="815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1" name="Freeform 381">
              <a:extLst>
                <a:ext uri="{FF2B5EF4-FFF2-40B4-BE49-F238E27FC236}">
                  <a16:creationId xmlns:a16="http://schemas.microsoft.com/office/drawing/2014/main" id="{6E420191-7520-6841-B4E2-3A85313C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411"/>
              <a:ext cx="275" cy="131"/>
            </a:xfrm>
            <a:custGeom>
              <a:avLst/>
              <a:gdLst>
                <a:gd name="T0" fmla="*/ 1 w 4592"/>
                <a:gd name="T1" fmla="*/ 0 h 2572"/>
                <a:gd name="T2" fmla="*/ 1 w 4592"/>
                <a:gd name="T3" fmla="*/ 0 h 2572"/>
                <a:gd name="T4" fmla="*/ 1 w 4592"/>
                <a:gd name="T5" fmla="*/ 0 h 2572"/>
                <a:gd name="T6" fmla="*/ 1 w 4592"/>
                <a:gd name="T7" fmla="*/ 0 h 2572"/>
                <a:gd name="T8" fmla="*/ 1 w 4592"/>
                <a:gd name="T9" fmla="*/ 0 h 2572"/>
                <a:gd name="T10" fmla="*/ 1 w 4592"/>
                <a:gd name="T11" fmla="*/ 0 h 2572"/>
                <a:gd name="T12" fmla="*/ 1 w 4592"/>
                <a:gd name="T13" fmla="*/ 0 h 2572"/>
                <a:gd name="T14" fmla="*/ 1 w 4592"/>
                <a:gd name="T15" fmla="*/ 0 h 2572"/>
                <a:gd name="T16" fmla="*/ 1 w 4592"/>
                <a:gd name="T17" fmla="*/ 0 h 2572"/>
                <a:gd name="T18" fmla="*/ 1 w 4592"/>
                <a:gd name="T19" fmla="*/ 0 h 2572"/>
                <a:gd name="T20" fmla="*/ 0 w 4592"/>
                <a:gd name="T21" fmla="*/ 0 h 2572"/>
                <a:gd name="T22" fmla="*/ 0 w 4592"/>
                <a:gd name="T23" fmla="*/ 0 h 2572"/>
                <a:gd name="T24" fmla="*/ 0 w 4592"/>
                <a:gd name="T25" fmla="*/ 0 h 2572"/>
                <a:gd name="T26" fmla="*/ 0 w 4592"/>
                <a:gd name="T27" fmla="*/ 0 h 2572"/>
                <a:gd name="T28" fmla="*/ 0 w 4592"/>
                <a:gd name="T29" fmla="*/ 0 h 2572"/>
                <a:gd name="T30" fmla="*/ 0 w 4592"/>
                <a:gd name="T31" fmla="*/ 0 h 2572"/>
                <a:gd name="T32" fmla="*/ 0 w 4592"/>
                <a:gd name="T33" fmla="*/ 0 h 2572"/>
                <a:gd name="T34" fmla="*/ 0 w 4592"/>
                <a:gd name="T35" fmla="*/ 0 h 2572"/>
                <a:gd name="T36" fmla="*/ 0 w 4592"/>
                <a:gd name="T37" fmla="*/ 0 h 2572"/>
                <a:gd name="T38" fmla="*/ 1 w 4592"/>
                <a:gd name="T39" fmla="*/ 0 h 2572"/>
                <a:gd name="T40" fmla="*/ 1 w 4592"/>
                <a:gd name="T41" fmla="*/ 0 h 2572"/>
                <a:gd name="T42" fmla="*/ 1 w 4592"/>
                <a:gd name="T43" fmla="*/ 0 h 2572"/>
                <a:gd name="T44" fmla="*/ 1 w 4592"/>
                <a:gd name="T45" fmla="*/ 0 h 2572"/>
                <a:gd name="T46" fmla="*/ 1 w 4592"/>
                <a:gd name="T47" fmla="*/ 0 h 2572"/>
                <a:gd name="T48" fmla="*/ 1 w 4592"/>
                <a:gd name="T49" fmla="*/ 0 h 2572"/>
                <a:gd name="T50" fmla="*/ 1 w 4592"/>
                <a:gd name="T51" fmla="*/ 0 h 2572"/>
                <a:gd name="T52" fmla="*/ 1 w 4592"/>
                <a:gd name="T53" fmla="*/ 0 h 2572"/>
                <a:gd name="T54" fmla="*/ 1 w 4592"/>
                <a:gd name="T55" fmla="*/ 0 h 25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592"/>
                <a:gd name="T85" fmla="*/ 0 h 2572"/>
                <a:gd name="T86" fmla="*/ 4592 w 4592"/>
                <a:gd name="T87" fmla="*/ 2572 h 257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592" h="2572">
                  <a:moveTo>
                    <a:pt x="4525" y="93"/>
                  </a:moveTo>
                  <a:lnTo>
                    <a:pt x="3971" y="1363"/>
                  </a:lnTo>
                  <a:lnTo>
                    <a:pt x="3929" y="1258"/>
                  </a:lnTo>
                  <a:lnTo>
                    <a:pt x="4088" y="206"/>
                  </a:lnTo>
                  <a:lnTo>
                    <a:pt x="4169" y="51"/>
                  </a:lnTo>
                  <a:lnTo>
                    <a:pt x="4088" y="0"/>
                  </a:lnTo>
                  <a:lnTo>
                    <a:pt x="3882" y="206"/>
                  </a:lnTo>
                  <a:lnTo>
                    <a:pt x="3731" y="1409"/>
                  </a:lnTo>
                  <a:lnTo>
                    <a:pt x="3731" y="2127"/>
                  </a:lnTo>
                  <a:lnTo>
                    <a:pt x="3102" y="2269"/>
                  </a:lnTo>
                  <a:lnTo>
                    <a:pt x="1808" y="2320"/>
                  </a:lnTo>
                  <a:lnTo>
                    <a:pt x="582" y="2068"/>
                  </a:lnTo>
                  <a:lnTo>
                    <a:pt x="159" y="1711"/>
                  </a:lnTo>
                  <a:lnTo>
                    <a:pt x="67" y="1615"/>
                  </a:lnTo>
                  <a:lnTo>
                    <a:pt x="0" y="1665"/>
                  </a:lnTo>
                  <a:lnTo>
                    <a:pt x="32" y="1917"/>
                  </a:lnTo>
                  <a:lnTo>
                    <a:pt x="469" y="2127"/>
                  </a:lnTo>
                  <a:lnTo>
                    <a:pt x="1249" y="2475"/>
                  </a:lnTo>
                  <a:lnTo>
                    <a:pt x="2199" y="2572"/>
                  </a:lnTo>
                  <a:lnTo>
                    <a:pt x="2993" y="2521"/>
                  </a:lnTo>
                  <a:lnTo>
                    <a:pt x="3731" y="2269"/>
                  </a:lnTo>
                  <a:lnTo>
                    <a:pt x="3769" y="2421"/>
                  </a:lnTo>
                  <a:lnTo>
                    <a:pt x="3856" y="2223"/>
                  </a:lnTo>
                  <a:lnTo>
                    <a:pt x="3856" y="1561"/>
                  </a:lnTo>
                  <a:lnTo>
                    <a:pt x="4049" y="1665"/>
                  </a:lnTo>
                  <a:lnTo>
                    <a:pt x="4126" y="1212"/>
                  </a:lnTo>
                  <a:lnTo>
                    <a:pt x="4592" y="206"/>
                  </a:lnTo>
                  <a:lnTo>
                    <a:pt x="452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2" name="Freeform 382">
              <a:extLst>
                <a:ext uri="{FF2B5EF4-FFF2-40B4-BE49-F238E27FC236}">
                  <a16:creationId xmlns:a16="http://schemas.microsoft.com/office/drawing/2014/main" id="{7AE75F8A-B3A8-404F-9C53-DE4948F90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06"/>
              <a:ext cx="139" cy="203"/>
            </a:xfrm>
            <a:custGeom>
              <a:avLst/>
              <a:gdLst>
                <a:gd name="T0" fmla="*/ 0 w 2314"/>
                <a:gd name="T1" fmla="*/ 0 h 3995"/>
                <a:gd name="T2" fmla="*/ 0 w 2314"/>
                <a:gd name="T3" fmla="*/ 0 h 3995"/>
                <a:gd name="T4" fmla="*/ 0 w 2314"/>
                <a:gd name="T5" fmla="*/ 0 h 3995"/>
                <a:gd name="T6" fmla="*/ 0 w 2314"/>
                <a:gd name="T7" fmla="*/ 0 h 3995"/>
                <a:gd name="T8" fmla="*/ 0 w 2314"/>
                <a:gd name="T9" fmla="*/ 0 h 3995"/>
                <a:gd name="T10" fmla="*/ 0 w 2314"/>
                <a:gd name="T11" fmla="*/ 0 h 3995"/>
                <a:gd name="T12" fmla="*/ 0 w 2314"/>
                <a:gd name="T13" fmla="*/ 0 h 3995"/>
                <a:gd name="T14" fmla="*/ 0 w 2314"/>
                <a:gd name="T15" fmla="*/ 0 h 3995"/>
                <a:gd name="T16" fmla="*/ 0 w 2314"/>
                <a:gd name="T17" fmla="*/ 0 h 3995"/>
                <a:gd name="T18" fmla="*/ 0 w 2314"/>
                <a:gd name="T19" fmla="*/ 0 h 3995"/>
                <a:gd name="T20" fmla="*/ 0 w 2314"/>
                <a:gd name="T21" fmla="*/ 0 h 3995"/>
                <a:gd name="T22" fmla="*/ 0 w 2314"/>
                <a:gd name="T23" fmla="*/ 0 h 3995"/>
                <a:gd name="T24" fmla="*/ 0 w 2314"/>
                <a:gd name="T25" fmla="*/ 0 h 3995"/>
                <a:gd name="T26" fmla="*/ 0 w 2314"/>
                <a:gd name="T27" fmla="*/ 0 h 3995"/>
                <a:gd name="T28" fmla="*/ 0 w 2314"/>
                <a:gd name="T29" fmla="*/ 0 h 3995"/>
                <a:gd name="T30" fmla="*/ 0 w 2314"/>
                <a:gd name="T31" fmla="*/ 0 h 3995"/>
                <a:gd name="T32" fmla="*/ 0 w 2314"/>
                <a:gd name="T33" fmla="*/ 0 h 3995"/>
                <a:gd name="T34" fmla="*/ 0 w 2314"/>
                <a:gd name="T35" fmla="*/ 0 h 3995"/>
                <a:gd name="T36" fmla="*/ 0 w 2314"/>
                <a:gd name="T37" fmla="*/ 0 h 3995"/>
                <a:gd name="T38" fmla="*/ 0 w 2314"/>
                <a:gd name="T39" fmla="*/ 0 h 3995"/>
                <a:gd name="T40" fmla="*/ 0 w 2314"/>
                <a:gd name="T41" fmla="*/ 1 h 3995"/>
                <a:gd name="T42" fmla="*/ 0 w 2314"/>
                <a:gd name="T43" fmla="*/ 1 h 3995"/>
                <a:gd name="T44" fmla="*/ 0 w 2314"/>
                <a:gd name="T45" fmla="*/ 0 h 3995"/>
                <a:gd name="T46" fmla="*/ 0 w 2314"/>
                <a:gd name="T47" fmla="*/ 0 h 3995"/>
                <a:gd name="T48" fmla="*/ 0 w 2314"/>
                <a:gd name="T49" fmla="*/ 0 h 39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314"/>
                <a:gd name="T76" fmla="*/ 0 h 3995"/>
                <a:gd name="T77" fmla="*/ 2314 w 2314"/>
                <a:gd name="T78" fmla="*/ 3995 h 399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314" h="3995">
                  <a:moveTo>
                    <a:pt x="2314" y="1826"/>
                  </a:moveTo>
                  <a:lnTo>
                    <a:pt x="1538" y="1473"/>
                  </a:lnTo>
                  <a:lnTo>
                    <a:pt x="980" y="1116"/>
                  </a:lnTo>
                  <a:lnTo>
                    <a:pt x="782" y="663"/>
                  </a:lnTo>
                  <a:lnTo>
                    <a:pt x="744" y="105"/>
                  </a:lnTo>
                  <a:lnTo>
                    <a:pt x="585" y="0"/>
                  </a:lnTo>
                  <a:lnTo>
                    <a:pt x="512" y="214"/>
                  </a:lnTo>
                  <a:lnTo>
                    <a:pt x="702" y="815"/>
                  </a:lnTo>
                  <a:lnTo>
                    <a:pt x="1100" y="1318"/>
                  </a:lnTo>
                  <a:lnTo>
                    <a:pt x="2159" y="1880"/>
                  </a:lnTo>
                  <a:lnTo>
                    <a:pt x="1965" y="2129"/>
                  </a:lnTo>
                  <a:lnTo>
                    <a:pt x="1256" y="1880"/>
                  </a:lnTo>
                  <a:lnTo>
                    <a:pt x="468" y="1218"/>
                  </a:lnTo>
                  <a:lnTo>
                    <a:pt x="165" y="609"/>
                  </a:lnTo>
                  <a:lnTo>
                    <a:pt x="0" y="508"/>
                  </a:lnTo>
                  <a:lnTo>
                    <a:pt x="353" y="1218"/>
                  </a:lnTo>
                  <a:lnTo>
                    <a:pt x="865" y="1880"/>
                  </a:lnTo>
                  <a:lnTo>
                    <a:pt x="1924" y="2229"/>
                  </a:lnTo>
                  <a:lnTo>
                    <a:pt x="1377" y="3387"/>
                  </a:lnTo>
                  <a:lnTo>
                    <a:pt x="1647" y="3588"/>
                  </a:lnTo>
                  <a:lnTo>
                    <a:pt x="1609" y="3995"/>
                  </a:lnTo>
                  <a:lnTo>
                    <a:pt x="2032" y="3836"/>
                  </a:lnTo>
                  <a:lnTo>
                    <a:pt x="2032" y="2284"/>
                  </a:lnTo>
                  <a:lnTo>
                    <a:pt x="2233" y="2284"/>
                  </a:lnTo>
                  <a:lnTo>
                    <a:pt x="2314" y="18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3" name="Freeform 383">
              <a:extLst>
                <a:ext uri="{FF2B5EF4-FFF2-40B4-BE49-F238E27FC236}">
                  <a16:creationId xmlns:a16="http://schemas.microsoft.com/office/drawing/2014/main" id="{00C1C83A-845F-914E-A81E-96008A55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337"/>
              <a:ext cx="72" cy="156"/>
            </a:xfrm>
            <a:custGeom>
              <a:avLst/>
              <a:gdLst>
                <a:gd name="T0" fmla="*/ 0 w 1217"/>
                <a:gd name="T1" fmla="*/ 0 h 3084"/>
                <a:gd name="T2" fmla="*/ 0 w 1217"/>
                <a:gd name="T3" fmla="*/ 0 h 3084"/>
                <a:gd name="T4" fmla="*/ 0 w 1217"/>
                <a:gd name="T5" fmla="*/ 0 h 3084"/>
                <a:gd name="T6" fmla="*/ 0 w 1217"/>
                <a:gd name="T7" fmla="*/ 0 h 3084"/>
                <a:gd name="T8" fmla="*/ 0 w 1217"/>
                <a:gd name="T9" fmla="*/ 0 h 3084"/>
                <a:gd name="T10" fmla="*/ 0 w 1217"/>
                <a:gd name="T11" fmla="*/ 0 h 3084"/>
                <a:gd name="T12" fmla="*/ 0 w 1217"/>
                <a:gd name="T13" fmla="*/ 0 h 30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17"/>
                <a:gd name="T22" fmla="*/ 0 h 3084"/>
                <a:gd name="T23" fmla="*/ 1217 w 1217"/>
                <a:gd name="T24" fmla="*/ 3084 h 30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17" h="3084">
                  <a:moveTo>
                    <a:pt x="1052" y="0"/>
                  </a:moveTo>
                  <a:lnTo>
                    <a:pt x="1217" y="105"/>
                  </a:lnTo>
                  <a:lnTo>
                    <a:pt x="385" y="1520"/>
                  </a:lnTo>
                  <a:lnTo>
                    <a:pt x="0" y="3084"/>
                  </a:lnTo>
                  <a:lnTo>
                    <a:pt x="385" y="1469"/>
                  </a:lnTo>
                  <a:lnTo>
                    <a:pt x="936" y="306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4" name="Freeform 384">
              <a:extLst>
                <a:ext uri="{FF2B5EF4-FFF2-40B4-BE49-F238E27FC236}">
                  <a16:creationId xmlns:a16="http://schemas.microsoft.com/office/drawing/2014/main" id="{A675B7A3-2F95-5C4B-BB25-018CBF66D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521"/>
              <a:ext cx="85" cy="152"/>
            </a:xfrm>
            <a:custGeom>
              <a:avLst/>
              <a:gdLst>
                <a:gd name="T0" fmla="*/ 0 w 1419"/>
                <a:gd name="T1" fmla="*/ 0 h 2984"/>
                <a:gd name="T2" fmla="*/ 0 w 1419"/>
                <a:gd name="T3" fmla="*/ 0 h 2984"/>
                <a:gd name="T4" fmla="*/ 0 w 1419"/>
                <a:gd name="T5" fmla="*/ 0 h 2984"/>
                <a:gd name="T6" fmla="*/ 0 w 1419"/>
                <a:gd name="T7" fmla="*/ 0 h 2984"/>
                <a:gd name="T8" fmla="*/ 0 w 1419"/>
                <a:gd name="T9" fmla="*/ 0 h 2984"/>
                <a:gd name="T10" fmla="*/ 0 w 1419"/>
                <a:gd name="T11" fmla="*/ 0 h 2984"/>
                <a:gd name="T12" fmla="*/ 0 w 1419"/>
                <a:gd name="T13" fmla="*/ 0 h 2984"/>
                <a:gd name="T14" fmla="*/ 0 w 1419"/>
                <a:gd name="T15" fmla="*/ 0 h 2984"/>
                <a:gd name="T16" fmla="*/ 0 w 1419"/>
                <a:gd name="T17" fmla="*/ 0 h 2984"/>
                <a:gd name="T18" fmla="*/ 0 w 1419"/>
                <a:gd name="T19" fmla="*/ 0 h 2984"/>
                <a:gd name="T20" fmla="*/ 0 w 1419"/>
                <a:gd name="T21" fmla="*/ 0 h 2984"/>
                <a:gd name="T22" fmla="*/ 0 w 1419"/>
                <a:gd name="T23" fmla="*/ 0 h 2984"/>
                <a:gd name="T24" fmla="*/ 0 w 1419"/>
                <a:gd name="T25" fmla="*/ 0 h 2984"/>
                <a:gd name="T26" fmla="*/ 0 w 1419"/>
                <a:gd name="T27" fmla="*/ 0 h 2984"/>
                <a:gd name="T28" fmla="*/ 0 w 1419"/>
                <a:gd name="T29" fmla="*/ 0 h 2984"/>
                <a:gd name="T30" fmla="*/ 0 w 1419"/>
                <a:gd name="T31" fmla="*/ 0 h 2984"/>
                <a:gd name="T32" fmla="*/ 0 w 1419"/>
                <a:gd name="T33" fmla="*/ 0 h 2984"/>
                <a:gd name="T34" fmla="*/ 0 w 1419"/>
                <a:gd name="T35" fmla="*/ 0 h 2984"/>
                <a:gd name="T36" fmla="*/ 0 w 1419"/>
                <a:gd name="T37" fmla="*/ 0 h 298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19"/>
                <a:gd name="T58" fmla="*/ 0 h 2984"/>
                <a:gd name="T59" fmla="*/ 1419 w 1419"/>
                <a:gd name="T60" fmla="*/ 2984 h 298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19" h="2984">
                  <a:moveTo>
                    <a:pt x="0" y="0"/>
                  </a:moveTo>
                  <a:lnTo>
                    <a:pt x="81" y="1116"/>
                  </a:lnTo>
                  <a:lnTo>
                    <a:pt x="466" y="2078"/>
                  </a:lnTo>
                  <a:lnTo>
                    <a:pt x="945" y="2677"/>
                  </a:lnTo>
                  <a:lnTo>
                    <a:pt x="1218" y="2984"/>
                  </a:lnTo>
                  <a:lnTo>
                    <a:pt x="1419" y="2883"/>
                  </a:lnTo>
                  <a:lnTo>
                    <a:pt x="1260" y="2532"/>
                  </a:lnTo>
                  <a:lnTo>
                    <a:pt x="1151" y="1668"/>
                  </a:lnTo>
                  <a:lnTo>
                    <a:pt x="1105" y="907"/>
                  </a:lnTo>
                  <a:lnTo>
                    <a:pt x="1179" y="403"/>
                  </a:lnTo>
                  <a:lnTo>
                    <a:pt x="1021" y="352"/>
                  </a:lnTo>
                  <a:lnTo>
                    <a:pt x="986" y="1218"/>
                  </a:lnTo>
                  <a:lnTo>
                    <a:pt x="1105" y="2381"/>
                  </a:lnTo>
                  <a:lnTo>
                    <a:pt x="1021" y="2532"/>
                  </a:lnTo>
                  <a:lnTo>
                    <a:pt x="749" y="2284"/>
                  </a:lnTo>
                  <a:lnTo>
                    <a:pt x="395" y="1620"/>
                  </a:lnTo>
                  <a:lnTo>
                    <a:pt x="198" y="807"/>
                  </a:lnTo>
                  <a:lnTo>
                    <a:pt x="198" y="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5" name="Freeform 385">
              <a:extLst>
                <a:ext uri="{FF2B5EF4-FFF2-40B4-BE49-F238E27FC236}">
                  <a16:creationId xmlns:a16="http://schemas.microsoft.com/office/drawing/2014/main" id="{D1EB5E17-D95C-2A44-B985-12A00FD1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529"/>
              <a:ext cx="130" cy="119"/>
            </a:xfrm>
            <a:custGeom>
              <a:avLst/>
              <a:gdLst>
                <a:gd name="T0" fmla="*/ 0 w 2170"/>
                <a:gd name="T1" fmla="*/ 0 h 2330"/>
                <a:gd name="T2" fmla="*/ 0 w 2170"/>
                <a:gd name="T3" fmla="*/ 0 h 2330"/>
                <a:gd name="T4" fmla="*/ 0 w 2170"/>
                <a:gd name="T5" fmla="*/ 0 h 2330"/>
                <a:gd name="T6" fmla="*/ 0 w 2170"/>
                <a:gd name="T7" fmla="*/ 0 h 2330"/>
                <a:gd name="T8" fmla="*/ 0 w 2170"/>
                <a:gd name="T9" fmla="*/ 0 h 2330"/>
                <a:gd name="T10" fmla="*/ 0 w 2170"/>
                <a:gd name="T11" fmla="*/ 0 h 2330"/>
                <a:gd name="T12" fmla="*/ 0 w 2170"/>
                <a:gd name="T13" fmla="*/ 0 h 2330"/>
                <a:gd name="T14" fmla="*/ 0 w 2170"/>
                <a:gd name="T15" fmla="*/ 0 h 2330"/>
                <a:gd name="T16" fmla="*/ 0 w 2170"/>
                <a:gd name="T17" fmla="*/ 0 h 2330"/>
                <a:gd name="T18" fmla="*/ 0 w 2170"/>
                <a:gd name="T19" fmla="*/ 0 h 2330"/>
                <a:gd name="T20" fmla="*/ 0 w 2170"/>
                <a:gd name="T21" fmla="*/ 0 h 2330"/>
                <a:gd name="T22" fmla="*/ 0 w 2170"/>
                <a:gd name="T23" fmla="*/ 0 h 2330"/>
                <a:gd name="T24" fmla="*/ 0 w 2170"/>
                <a:gd name="T25" fmla="*/ 0 h 2330"/>
                <a:gd name="T26" fmla="*/ 0 w 2170"/>
                <a:gd name="T27" fmla="*/ 0 h 2330"/>
                <a:gd name="T28" fmla="*/ 0 w 2170"/>
                <a:gd name="T29" fmla="*/ 0 h 2330"/>
                <a:gd name="T30" fmla="*/ 0 w 2170"/>
                <a:gd name="T31" fmla="*/ 0 h 2330"/>
                <a:gd name="T32" fmla="*/ 0 w 2170"/>
                <a:gd name="T33" fmla="*/ 0 h 2330"/>
                <a:gd name="T34" fmla="*/ 0 w 2170"/>
                <a:gd name="T35" fmla="*/ 0 h 2330"/>
                <a:gd name="T36" fmla="*/ 0 w 2170"/>
                <a:gd name="T37" fmla="*/ 0 h 23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170"/>
                <a:gd name="T58" fmla="*/ 0 h 2330"/>
                <a:gd name="T59" fmla="*/ 2170 w 2170"/>
                <a:gd name="T60" fmla="*/ 2330 h 23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170" h="2330">
                  <a:moveTo>
                    <a:pt x="0" y="252"/>
                  </a:moveTo>
                  <a:lnTo>
                    <a:pt x="1112" y="1978"/>
                  </a:lnTo>
                  <a:lnTo>
                    <a:pt x="987" y="1571"/>
                  </a:lnTo>
                  <a:lnTo>
                    <a:pt x="1581" y="2069"/>
                  </a:lnTo>
                  <a:lnTo>
                    <a:pt x="2098" y="2330"/>
                  </a:lnTo>
                  <a:lnTo>
                    <a:pt x="2170" y="2230"/>
                  </a:lnTo>
                  <a:lnTo>
                    <a:pt x="1968" y="2069"/>
                  </a:lnTo>
                  <a:lnTo>
                    <a:pt x="2124" y="1873"/>
                  </a:lnTo>
                  <a:lnTo>
                    <a:pt x="1968" y="1823"/>
                  </a:lnTo>
                  <a:lnTo>
                    <a:pt x="1818" y="1873"/>
                  </a:lnTo>
                  <a:lnTo>
                    <a:pt x="1620" y="1469"/>
                  </a:lnTo>
                  <a:lnTo>
                    <a:pt x="1112" y="0"/>
                  </a:lnTo>
                  <a:lnTo>
                    <a:pt x="987" y="0"/>
                  </a:lnTo>
                  <a:lnTo>
                    <a:pt x="1146" y="656"/>
                  </a:lnTo>
                  <a:lnTo>
                    <a:pt x="1775" y="1927"/>
                  </a:lnTo>
                  <a:lnTo>
                    <a:pt x="717" y="1217"/>
                  </a:lnTo>
                  <a:lnTo>
                    <a:pt x="525" y="861"/>
                  </a:lnTo>
                  <a:lnTo>
                    <a:pt x="204" y="201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6" name="Freeform 386">
              <a:extLst>
                <a:ext uri="{FF2B5EF4-FFF2-40B4-BE49-F238E27FC236}">
                  <a16:creationId xmlns:a16="http://schemas.microsoft.com/office/drawing/2014/main" id="{A6165579-FC06-5E43-B565-14DD63DD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434"/>
              <a:ext cx="71" cy="18"/>
            </a:xfrm>
            <a:custGeom>
              <a:avLst/>
              <a:gdLst>
                <a:gd name="T0" fmla="*/ 0 w 1186"/>
                <a:gd name="T1" fmla="*/ 0 h 352"/>
                <a:gd name="T2" fmla="*/ 0 w 1186"/>
                <a:gd name="T3" fmla="*/ 0 h 352"/>
                <a:gd name="T4" fmla="*/ 0 w 1186"/>
                <a:gd name="T5" fmla="*/ 0 h 352"/>
                <a:gd name="T6" fmla="*/ 0 w 1186"/>
                <a:gd name="T7" fmla="*/ 0 h 352"/>
                <a:gd name="T8" fmla="*/ 0 w 1186"/>
                <a:gd name="T9" fmla="*/ 0 h 352"/>
                <a:gd name="T10" fmla="*/ 0 w 1186"/>
                <a:gd name="T11" fmla="*/ 0 h 352"/>
                <a:gd name="T12" fmla="*/ 0 w 1186"/>
                <a:gd name="T13" fmla="*/ 0 h 352"/>
                <a:gd name="T14" fmla="*/ 0 w 1186"/>
                <a:gd name="T15" fmla="*/ 0 h 352"/>
                <a:gd name="T16" fmla="*/ 0 w 1186"/>
                <a:gd name="T17" fmla="*/ 0 h 3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86"/>
                <a:gd name="T28" fmla="*/ 0 h 352"/>
                <a:gd name="T29" fmla="*/ 1186 w 1186"/>
                <a:gd name="T30" fmla="*/ 352 h 3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86" h="352">
                  <a:moveTo>
                    <a:pt x="0" y="46"/>
                  </a:moveTo>
                  <a:lnTo>
                    <a:pt x="321" y="202"/>
                  </a:lnTo>
                  <a:lnTo>
                    <a:pt x="988" y="151"/>
                  </a:lnTo>
                  <a:lnTo>
                    <a:pt x="1186" y="0"/>
                  </a:lnTo>
                  <a:lnTo>
                    <a:pt x="1109" y="202"/>
                  </a:lnTo>
                  <a:lnTo>
                    <a:pt x="644" y="352"/>
                  </a:lnTo>
                  <a:lnTo>
                    <a:pt x="203" y="302"/>
                  </a:lnTo>
                  <a:lnTo>
                    <a:pt x="0" y="151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7" name="Freeform 387">
              <a:extLst>
                <a:ext uri="{FF2B5EF4-FFF2-40B4-BE49-F238E27FC236}">
                  <a16:creationId xmlns:a16="http://schemas.microsoft.com/office/drawing/2014/main" id="{EE203A56-BC4A-A54F-9CE2-4B11F308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337"/>
              <a:ext cx="96" cy="85"/>
            </a:xfrm>
            <a:custGeom>
              <a:avLst/>
              <a:gdLst>
                <a:gd name="T0" fmla="*/ 0 w 1604"/>
                <a:gd name="T1" fmla="*/ 0 h 1675"/>
                <a:gd name="T2" fmla="*/ 0 w 1604"/>
                <a:gd name="T3" fmla="*/ 0 h 1675"/>
                <a:gd name="T4" fmla="*/ 0 w 1604"/>
                <a:gd name="T5" fmla="*/ 0 h 1675"/>
                <a:gd name="T6" fmla="*/ 0 w 1604"/>
                <a:gd name="T7" fmla="*/ 0 h 1675"/>
                <a:gd name="T8" fmla="*/ 0 w 1604"/>
                <a:gd name="T9" fmla="*/ 0 h 1675"/>
                <a:gd name="T10" fmla="*/ 0 w 1604"/>
                <a:gd name="T11" fmla="*/ 0 h 1675"/>
                <a:gd name="T12" fmla="*/ 0 w 1604"/>
                <a:gd name="T13" fmla="*/ 0 h 1675"/>
                <a:gd name="T14" fmla="*/ 0 w 1604"/>
                <a:gd name="T15" fmla="*/ 0 h 1675"/>
                <a:gd name="T16" fmla="*/ 0 w 1604"/>
                <a:gd name="T17" fmla="*/ 0 h 1675"/>
                <a:gd name="T18" fmla="*/ 0 w 1604"/>
                <a:gd name="T19" fmla="*/ 0 h 1675"/>
                <a:gd name="T20" fmla="*/ 0 w 1604"/>
                <a:gd name="T21" fmla="*/ 0 h 1675"/>
                <a:gd name="T22" fmla="*/ 0 w 1604"/>
                <a:gd name="T23" fmla="*/ 0 h 1675"/>
                <a:gd name="T24" fmla="*/ 0 w 1604"/>
                <a:gd name="T25" fmla="*/ 0 h 1675"/>
                <a:gd name="T26" fmla="*/ 0 w 1604"/>
                <a:gd name="T27" fmla="*/ 0 h 1675"/>
                <a:gd name="T28" fmla="*/ 0 w 1604"/>
                <a:gd name="T29" fmla="*/ 0 h 1675"/>
                <a:gd name="T30" fmla="*/ 0 w 1604"/>
                <a:gd name="T31" fmla="*/ 0 h 1675"/>
                <a:gd name="T32" fmla="*/ 0 w 1604"/>
                <a:gd name="T33" fmla="*/ 0 h 1675"/>
                <a:gd name="T34" fmla="*/ 0 w 1604"/>
                <a:gd name="T35" fmla="*/ 0 h 1675"/>
                <a:gd name="T36" fmla="*/ 0 w 1604"/>
                <a:gd name="T37" fmla="*/ 0 h 1675"/>
                <a:gd name="T38" fmla="*/ 0 w 1604"/>
                <a:gd name="T39" fmla="*/ 0 h 1675"/>
                <a:gd name="T40" fmla="*/ 0 w 1604"/>
                <a:gd name="T41" fmla="*/ 0 h 1675"/>
                <a:gd name="T42" fmla="*/ 0 w 1604"/>
                <a:gd name="T43" fmla="*/ 0 h 1675"/>
                <a:gd name="T44" fmla="*/ 0 w 1604"/>
                <a:gd name="T45" fmla="*/ 0 h 1675"/>
                <a:gd name="T46" fmla="*/ 0 w 1604"/>
                <a:gd name="T47" fmla="*/ 0 h 1675"/>
                <a:gd name="T48" fmla="*/ 0 w 1604"/>
                <a:gd name="T49" fmla="*/ 0 h 1675"/>
                <a:gd name="T50" fmla="*/ 0 w 1604"/>
                <a:gd name="T51" fmla="*/ 0 h 1675"/>
                <a:gd name="T52" fmla="*/ 0 w 1604"/>
                <a:gd name="T53" fmla="*/ 0 h 1675"/>
                <a:gd name="T54" fmla="*/ 0 w 1604"/>
                <a:gd name="T55" fmla="*/ 0 h 167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04"/>
                <a:gd name="T85" fmla="*/ 0 h 1675"/>
                <a:gd name="T86" fmla="*/ 1604 w 1604"/>
                <a:gd name="T87" fmla="*/ 1675 h 167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04" h="1675">
                  <a:moveTo>
                    <a:pt x="580" y="0"/>
                  </a:moveTo>
                  <a:lnTo>
                    <a:pt x="193" y="357"/>
                  </a:lnTo>
                  <a:lnTo>
                    <a:pt x="0" y="864"/>
                  </a:lnTo>
                  <a:lnTo>
                    <a:pt x="155" y="1116"/>
                  </a:lnTo>
                  <a:lnTo>
                    <a:pt x="310" y="1054"/>
                  </a:lnTo>
                  <a:lnTo>
                    <a:pt x="277" y="1469"/>
                  </a:lnTo>
                  <a:lnTo>
                    <a:pt x="390" y="1620"/>
                  </a:lnTo>
                  <a:lnTo>
                    <a:pt x="619" y="1368"/>
                  </a:lnTo>
                  <a:lnTo>
                    <a:pt x="906" y="1159"/>
                  </a:lnTo>
                  <a:lnTo>
                    <a:pt x="1143" y="1620"/>
                  </a:lnTo>
                  <a:lnTo>
                    <a:pt x="1143" y="1520"/>
                  </a:lnTo>
                  <a:lnTo>
                    <a:pt x="983" y="1116"/>
                  </a:lnTo>
                  <a:lnTo>
                    <a:pt x="785" y="1054"/>
                  </a:lnTo>
                  <a:lnTo>
                    <a:pt x="441" y="1217"/>
                  </a:lnTo>
                  <a:lnTo>
                    <a:pt x="471" y="1054"/>
                  </a:lnTo>
                  <a:lnTo>
                    <a:pt x="937" y="609"/>
                  </a:lnTo>
                  <a:lnTo>
                    <a:pt x="1251" y="907"/>
                  </a:lnTo>
                  <a:lnTo>
                    <a:pt x="1566" y="1411"/>
                  </a:lnTo>
                  <a:lnTo>
                    <a:pt x="1604" y="1675"/>
                  </a:lnTo>
                  <a:lnTo>
                    <a:pt x="1566" y="1159"/>
                  </a:lnTo>
                  <a:lnTo>
                    <a:pt x="1293" y="655"/>
                  </a:lnTo>
                  <a:lnTo>
                    <a:pt x="860" y="403"/>
                  </a:lnTo>
                  <a:lnTo>
                    <a:pt x="507" y="815"/>
                  </a:lnTo>
                  <a:lnTo>
                    <a:pt x="277" y="965"/>
                  </a:lnTo>
                  <a:lnTo>
                    <a:pt x="193" y="815"/>
                  </a:lnTo>
                  <a:lnTo>
                    <a:pt x="580" y="206"/>
                  </a:lnTo>
                  <a:lnTo>
                    <a:pt x="739" y="105"/>
                  </a:lnTo>
                  <a:lnTo>
                    <a:pt x="5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8" name="Freeform 388">
              <a:extLst>
                <a:ext uri="{FF2B5EF4-FFF2-40B4-BE49-F238E27FC236}">
                  <a16:creationId xmlns:a16="http://schemas.microsoft.com/office/drawing/2014/main" id="{F238D7DD-5186-E84F-B95B-BFA66DCF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35"/>
              <a:ext cx="70" cy="110"/>
            </a:xfrm>
            <a:custGeom>
              <a:avLst/>
              <a:gdLst>
                <a:gd name="T0" fmla="*/ 0 w 1175"/>
                <a:gd name="T1" fmla="*/ 0 h 2175"/>
                <a:gd name="T2" fmla="*/ 0 w 1175"/>
                <a:gd name="T3" fmla="*/ 0 h 2175"/>
                <a:gd name="T4" fmla="*/ 0 w 1175"/>
                <a:gd name="T5" fmla="*/ 0 h 2175"/>
                <a:gd name="T6" fmla="*/ 0 w 1175"/>
                <a:gd name="T7" fmla="*/ 0 h 2175"/>
                <a:gd name="T8" fmla="*/ 0 w 1175"/>
                <a:gd name="T9" fmla="*/ 0 h 2175"/>
                <a:gd name="T10" fmla="*/ 0 w 1175"/>
                <a:gd name="T11" fmla="*/ 0 h 2175"/>
                <a:gd name="T12" fmla="*/ 0 w 1175"/>
                <a:gd name="T13" fmla="*/ 0 h 2175"/>
                <a:gd name="T14" fmla="*/ 0 w 1175"/>
                <a:gd name="T15" fmla="*/ 0 h 2175"/>
                <a:gd name="T16" fmla="*/ 0 w 1175"/>
                <a:gd name="T17" fmla="*/ 0 h 2175"/>
                <a:gd name="T18" fmla="*/ 0 w 1175"/>
                <a:gd name="T19" fmla="*/ 0 h 2175"/>
                <a:gd name="T20" fmla="*/ 0 w 1175"/>
                <a:gd name="T21" fmla="*/ 0 h 2175"/>
                <a:gd name="T22" fmla="*/ 0 w 1175"/>
                <a:gd name="T23" fmla="*/ 0 h 2175"/>
                <a:gd name="T24" fmla="*/ 0 w 1175"/>
                <a:gd name="T25" fmla="*/ 0 h 21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75"/>
                <a:gd name="T40" fmla="*/ 0 h 2175"/>
                <a:gd name="T41" fmla="*/ 1175 w 1175"/>
                <a:gd name="T42" fmla="*/ 2175 h 217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75" h="2175">
                  <a:moveTo>
                    <a:pt x="0" y="46"/>
                  </a:moveTo>
                  <a:lnTo>
                    <a:pt x="32" y="197"/>
                  </a:lnTo>
                  <a:lnTo>
                    <a:pt x="586" y="352"/>
                  </a:lnTo>
                  <a:lnTo>
                    <a:pt x="896" y="1100"/>
                  </a:lnTo>
                  <a:lnTo>
                    <a:pt x="944" y="2124"/>
                  </a:lnTo>
                  <a:lnTo>
                    <a:pt x="1094" y="2175"/>
                  </a:lnTo>
                  <a:lnTo>
                    <a:pt x="1175" y="1858"/>
                  </a:lnTo>
                  <a:lnTo>
                    <a:pt x="1094" y="1818"/>
                  </a:lnTo>
                  <a:lnTo>
                    <a:pt x="1056" y="1317"/>
                  </a:lnTo>
                  <a:lnTo>
                    <a:pt x="863" y="655"/>
                  </a:lnTo>
                  <a:lnTo>
                    <a:pt x="667" y="252"/>
                  </a:lnTo>
                  <a:lnTo>
                    <a:pt x="32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79" name="Freeform 389">
              <a:extLst>
                <a:ext uri="{FF2B5EF4-FFF2-40B4-BE49-F238E27FC236}">
                  <a16:creationId xmlns:a16="http://schemas.microsoft.com/office/drawing/2014/main" id="{DA8277C7-4510-D445-9F6B-F69F2033D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107"/>
              <a:ext cx="156" cy="222"/>
            </a:xfrm>
            <a:custGeom>
              <a:avLst/>
              <a:gdLst>
                <a:gd name="T0" fmla="*/ 0 w 2598"/>
                <a:gd name="T1" fmla="*/ 0 h 4356"/>
                <a:gd name="T2" fmla="*/ 0 w 2598"/>
                <a:gd name="T3" fmla="*/ 0 h 4356"/>
                <a:gd name="T4" fmla="*/ 0 w 2598"/>
                <a:gd name="T5" fmla="*/ 0 h 4356"/>
                <a:gd name="T6" fmla="*/ 0 w 2598"/>
                <a:gd name="T7" fmla="*/ 0 h 4356"/>
                <a:gd name="T8" fmla="*/ 0 w 2598"/>
                <a:gd name="T9" fmla="*/ 0 h 4356"/>
                <a:gd name="T10" fmla="*/ 0 w 2598"/>
                <a:gd name="T11" fmla="*/ 0 h 4356"/>
                <a:gd name="T12" fmla="*/ 0 w 2598"/>
                <a:gd name="T13" fmla="*/ 0 h 4356"/>
                <a:gd name="T14" fmla="*/ 0 w 2598"/>
                <a:gd name="T15" fmla="*/ 0 h 4356"/>
                <a:gd name="T16" fmla="*/ 0 w 2598"/>
                <a:gd name="T17" fmla="*/ 0 h 4356"/>
                <a:gd name="T18" fmla="*/ 0 w 2598"/>
                <a:gd name="T19" fmla="*/ 0 h 4356"/>
                <a:gd name="T20" fmla="*/ 0 w 2598"/>
                <a:gd name="T21" fmla="*/ 0 h 4356"/>
                <a:gd name="T22" fmla="*/ 0 w 2598"/>
                <a:gd name="T23" fmla="*/ 0 h 4356"/>
                <a:gd name="T24" fmla="*/ 0 w 2598"/>
                <a:gd name="T25" fmla="*/ 0 h 4356"/>
                <a:gd name="T26" fmla="*/ 0 w 2598"/>
                <a:gd name="T27" fmla="*/ 0 h 4356"/>
                <a:gd name="T28" fmla="*/ 0 w 2598"/>
                <a:gd name="T29" fmla="*/ 0 h 4356"/>
                <a:gd name="T30" fmla="*/ 0 w 2598"/>
                <a:gd name="T31" fmla="*/ 0 h 4356"/>
                <a:gd name="T32" fmla="*/ 0 w 2598"/>
                <a:gd name="T33" fmla="*/ 0 h 4356"/>
                <a:gd name="T34" fmla="*/ 0 w 2598"/>
                <a:gd name="T35" fmla="*/ 0 h 4356"/>
                <a:gd name="T36" fmla="*/ 0 w 2598"/>
                <a:gd name="T37" fmla="*/ 1 h 4356"/>
                <a:gd name="T38" fmla="*/ 0 w 2598"/>
                <a:gd name="T39" fmla="*/ 1 h 4356"/>
                <a:gd name="T40" fmla="*/ 0 w 2598"/>
                <a:gd name="T41" fmla="*/ 1 h 4356"/>
                <a:gd name="T42" fmla="*/ 0 w 2598"/>
                <a:gd name="T43" fmla="*/ 0 h 4356"/>
                <a:gd name="T44" fmla="*/ 0 w 2598"/>
                <a:gd name="T45" fmla="*/ 0 h 4356"/>
                <a:gd name="T46" fmla="*/ 0 w 2598"/>
                <a:gd name="T47" fmla="*/ 0 h 4356"/>
                <a:gd name="T48" fmla="*/ 0 w 2598"/>
                <a:gd name="T49" fmla="*/ 0 h 4356"/>
                <a:gd name="T50" fmla="*/ 0 w 2598"/>
                <a:gd name="T51" fmla="*/ 0 h 4356"/>
                <a:gd name="T52" fmla="*/ 1 w 2598"/>
                <a:gd name="T53" fmla="*/ 0 h 4356"/>
                <a:gd name="T54" fmla="*/ 1 w 2598"/>
                <a:gd name="T55" fmla="*/ 0 h 4356"/>
                <a:gd name="T56" fmla="*/ 0 w 2598"/>
                <a:gd name="T57" fmla="*/ 0 h 4356"/>
                <a:gd name="T58" fmla="*/ 0 w 2598"/>
                <a:gd name="T59" fmla="*/ 0 h 4356"/>
                <a:gd name="T60" fmla="*/ 0 w 2598"/>
                <a:gd name="T61" fmla="*/ 0 h 4356"/>
                <a:gd name="T62" fmla="*/ 0 w 2598"/>
                <a:gd name="T63" fmla="*/ 0 h 4356"/>
                <a:gd name="T64" fmla="*/ 0 w 2598"/>
                <a:gd name="T65" fmla="*/ 0 h 4356"/>
                <a:gd name="T66" fmla="*/ 0 w 2598"/>
                <a:gd name="T67" fmla="*/ 0 h 4356"/>
                <a:gd name="T68" fmla="*/ 0 w 2598"/>
                <a:gd name="T69" fmla="*/ 0 h 4356"/>
                <a:gd name="T70" fmla="*/ 0 w 2598"/>
                <a:gd name="T71" fmla="*/ 0 h 4356"/>
                <a:gd name="T72" fmla="*/ 0 w 2598"/>
                <a:gd name="T73" fmla="*/ 0 h 4356"/>
                <a:gd name="T74" fmla="*/ 0 w 2598"/>
                <a:gd name="T75" fmla="*/ 0 h 4356"/>
                <a:gd name="T76" fmla="*/ 0 w 2598"/>
                <a:gd name="T77" fmla="*/ 0 h 4356"/>
                <a:gd name="T78" fmla="*/ 0 w 2598"/>
                <a:gd name="T79" fmla="*/ 0 h 4356"/>
                <a:gd name="T80" fmla="*/ 0 w 2598"/>
                <a:gd name="T81" fmla="*/ 0 h 4356"/>
                <a:gd name="T82" fmla="*/ 0 w 2598"/>
                <a:gd name="T83" fmla="*/ 0 h 4356"/>
                <a:gd name="T84" fmla="*/ 0 w 2598"/>
                <a:gd name="T85" fmla="*/ 0 h 4356"/>
                <a:gd name="T86" fmla="*/ 0 w 2598"/>
                <a:gd name="T87" fmla="*/ 0 h 4356"/>
                <a:gd name="T88" fmla="*/ 0 w 2598"/>
                <a:gd name="T89" fmla="*/ 0 h 4356"/>
                <a:gd name="T90" fmla="*/ 0 w 2598"/>
                <a:gd name="T91" fmla="*/ 0 h 4356"/>
                <a:gd name="T92" fmla="*/ 0 w 2598"/>
                <a:gd name="T93" fmla="*/ 0 h 4356"/>
                <a:gd name="T94" fmla="*/ 0 w 2598"/>
                <a:gd name="T95" fmla="*/ 0 h 4356"/>
                <a:gd name="T96" fmla="*/ 0 w 2598"/>
                <a:gd name="T97" fmla="*/ 0 h 4356"/>
                <a:gd name="T98" fmla="*/ 0 w 2598"/>
                <a:gd name="T99" fmla="*/ 0 h 4356"/>
                <a:gd name="T100" fmla="*/ 0 w 2598"/>
                <a:gd name="T101" fmla="*/ 0 h 4356"/>
                <a:gd name="T102" fmla="*/ 0 w 2598"/>
                <a:gd name="T103" fmla="*/ 0 h 4356"/>
                <a:gd name="T104" fmla="*/ 0 w 2598"/>
                <a:gd name="T105" fmla="*/ 0 h 4356"/>
                <a:gd name="T106" fmla="*/ 0 w 2598"/>
                <a:gd name="T107" fmla="*/ 0 h 4356"/>
                <a:gd name="T108" fmla="*/ 0 w 2598"/>
                <a:gd name="T109" fmla="*/ 0 h 4356"/>
                <a:gd name="T110" fmla="*/ 0 w 2598"/>
                <a:gd name="T111" fmla="*/ 0 h 4356"/>
                <a:gd name="T112" fmla="*/ 0 w 2598"/>
                <a:gd name="T113" fmla="*/ 0 h 4356"/>
                <a:gd name="T114" fmla="*/ 0 w 2598"/>
                <a:gd name="T115" fmla="*/ 0 h 4356"/>
                <a:gd name="T116" fmla="*/ 0 w 2598"/>
                <a:gd name="T117" fmla="*/ 0 h 435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98"/>
                <a:gd name="T178" fmla="*/ 0 h 4356"/>
                <a:gd name="T179" fmla="*/ 2598 w 2598"/>
                <a:gd name="T180" fmla="*/ 4356 h 435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98" h="4356">
                  <a:moveTo>
                    <a:pt x="629" y="1020"/>
                  </a:moveTo>
                  <a:lnTo>
                    <a:pt x="474" y="465"/>
                  </a:lnTo>
                  <a:lnTo>
                    <a:pt x="319" y="364"/>
                  </a:lnTo>
                  <a:lnTo>
                    <a:pt x="117" y="562"/>
                  </a:lnTo>
                  <a:lnTo>
                    <a:pt x="387" y="1369"/>
                  </a:lnTo>
                  <a:lnTo>
                    <a:pt x="474" y="1272"/>
                  </a:lnTo>
                  <a:lnTo>
                    <a:pt x="194" y="663"/>
                  </a:lnTo>
                  <a:lnTo>
                    <a:pt x="354" y="512"/>
                  </a:lnTo>
                  <a:lnTo>
                    <a:pt x="593" y="1166"/>
                  </a:lnTo>
                  <a:lnTo>
                    <a:pt x="159" y="1725"/>
                  </a:lnTo>
                  <a:lnTo>
                    <a:pt x="0" y="2031"/>
                  </a:lnTo>
                  <a:lnTo>
                    <a:pt x="117" y="2229"/>
                  </a:lnTo>
                  <a:lnTo>
                    <a:pt x="438" y="2229"/>
                  </a:lnTo>
                  <a:lnTo>
                    <a:pt x="940" y="1881"/>
                  </a:lnTo>
                  <a:lnTo>
                    <a:pt x="1184" y="2031"/>
                  </a:lnTo>
                  <a:lnTo>
                    <a:pt x="1141" y="2434"/>
                  </a:lnTo>
                  <a:lnTo>
                    <a:pt x="1184" y="2943"/>
                  </a:lnTo>
                  <a:lnTo>
                    <a:pt x="1264" y="3444"/>
                  </a:lnTo>
                  <a:lnTo>
                    <a:pt x="1613" y="3999"/>
                  </a:lnTo>
                  <a:lnTo>
                    <a:pt x="1808" y="4356"/>
                  </a:lnTo>
                  <a:lnTo>
                    <a:pt x="1574" y="3743"/>
                  </a:lnTo>
                  <a:lnTo>
                    <a:pt x="1335" y="3088"/>
                  </a:lnTo>
                  <a:lnTo>
                    <a:pt x="1335" y="2283"/>
                  </a:lnTo>
                  <a:lnTo>
                    <a:pt x="1411" y="1977"/>
                  </a:lnTo>
                  <a:lnTo>
                    <a:pt x="1847" y="1779"/>
                  </a:lnTo>
                  <a:lnTo>
                    <a:pt x="2289" y="1423"/>
                  </a:lnTo>
                  <a:lnTo>
                    <a:pt x="2598" y="1527"/>
                  </a:lnTo>
                  <a:lnTo>
                    <a:pt x="2482" y="1166"/>
                  </a:lnTo>
                  <a:lnTo>
                    <a:pt x="1764" y="1217"/>
                  </a:lnTo>
                  <a:lnTo>
                    <a:pt x="1931" y="1369"/>
                  </a:lnTo>
                  <a:lnTo>
                    <a:pt x="2200" y="1369"/>
                  </a:lnTo>
                  <a:lnTo>
                    <a:pt x="1808" y="1675"/>
                  </a:lnTo>
                  <a:lnTo>
                    <a:pt x="1302" y="1881"/>
                  </a:lnTo>
                  <a:lnTo>
                    <a:pt x="986" y="1826"/>
                  </a:lnTo>
                  <a:lnTo>
                    <a:pt x="1335" y="1629"/>
                  </a:lnTo>
                  <a:lnTo>
                    <a:pt x="1302" y="1369"/>
                  </a:lnTo>
                  <a:lnTo>
                    <a:pt x="1536" y="1272"/>
                  </a:lnTo>
                  <a:lnTo>
                    <a:pt x="1264" y="760"/>
                  </a:lnTo>
                  <a:lnTo>
                    <a:pt x="1931" y="465"/>
                  </a:lnTo>
                  <a:lnTo>
                    <a:pt x="1141" y="713"/>
                  </a:lnTo>
                  <a:lnTo>
                    <a:pt x="1302" y="1272"/>
                  </a:lnTo>
                  <a:lnTo>
                    <a:pt x="1024" y="1318"/>
                  </a:lnTo>
                  <a:lnTo>
                    <a:pt x="1184" y="1527"/>
                  </a:lnTo>
                  <a:lnTo>
                    <a:pt x="438" y="2078"/>
                  </a:lnTo>
                  <a:lnTo>
                    <a:pt x="194" y="2078"/>
                  </a:lnTo>
                  <a:lnTo>
                    <a:pt x="159" y="2031"/>
                  </a:lnTo>
                  <a:lnTo>
                    <a:pt x="387" y="1570"/>
                  </a:lnTo>
                  <a:lnTo>
                    <a:pt x="756" y="1166"/>
                  </a:lnTo>
                  <a:lnTo>
                    <a:pt x="1067" y="1318"/>
                  </a:lnTo>
                  <a:lnTo>
                    <a:pt x="1067" y="1217"/>
                  </a:lnTo>
                  <a:lnTo>
                    <a:pt x="865" y="1166"/>
                  </a:lnTo>
                  <a:lnTo>
                    <a:pt x="667" y="465"/>
                  </a:lnTo>
                  <a:lnTo>
                    <a:pt x="940" y="213"/>
                  </a:lnTo>
                  <a:lnTo>
                    <a:pt x="1067" y="616"/>
                  </a:lnTo>
                  <a:lnTo>
                    <a:pt x="1141" y="562"/>
                  </a:lnTo>
                  <a:lnTo>
                    <a:pt x="940" y="0"/>
                  </a:lnTo>
                  <a:lnTo>
                    <a:pt x="547" y="364"/>
                  </a:lnTo>
                  <a:lnTo>
                    <a:pt x="667" y="1066"/>
                  </a:lnTo>
                  <a:lnTo>
                    <a:pt x="629" y="10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80" name="Freeform 390">
              <a:extLst>
                <a:ext uri="{FF2B5EF4-FFF2-40B4-BE49-F238E27FC236}">
                  <a16:creationId xmlns:a16="http://schemas.microsoft.com/office/drawing/2014/main" id="{84FC6C10-2A85-1F4C-B39A-38744A3A9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61"/>
              <a:ext cx="132" cy="71"/>
            </a:xfrm>
            <a:custGeom>
              <a:avLst/>
              <a:gdLst>
                <a:gd name="T0" fmla="*/ 0 w 2210"/>
                <a:gd name="T1" fmla="*/ 0 h 1372"/>
                <a:gd name="T2" fmla="*/ 0 w 2210"/>
                <a:gd name="T3" fmla="*/ 0 h 1372"/>
                <a:gd name="T4" fmla="*/ 0 w 2210"/>
                <a:gd name="T5" fmla="*/ 0 h 1372"/>
                <a:gd name="T6" fmla="*/ 0 w 2210"/>
                <a:gd name="T7" fmla="*/ 0 h 1372"/>
                <a:gd name="T8" fmla="*/ 0 w 2210"/>
                <a:gd name="T9" fmla="*/ 0 h 1372"/>
                <a:gd name="T10" fmla="*/ 0 w 2210"/>
                <a:gd name="T11" fmla="*/ 0 h 1372"/>
                <a:gd name="T12" fmla="*/ 0 w 2210"/>
                <a:gd name="T13" fmla="*/ 0 h 1372"/>
                <a:gd name="T14" fmla="*/ 0 w 2210"/>
                <a:gd name="T15" fmla="*/ 0 h 1372"/>
                <a:gd name="T16" fmla="*/ 0 w 2210"/>
                <a:gd name="T17" fmla="*/ 0 h 1372"/>
                <a:gd name="T18" fmla="*/ 0 w 2210"/>
                <a:gd name="T19" fmla="*/ 0 h 1372"/>
                <a:gd name="T20" fmla="*/ 0 w 2210"/>
                <a:gd name="T21" fmla="*/ 0 h 1372"/>
                <a:gd name="T22" fmla="*/ 0 w 2210"/>
                <a:gd name="T23" fmla="*/ 0 h 1372"/>
                <a:gd name="T24" fmla="*/ 0 w 2210"/>
                <a:gd name="T25" fmla="*/ 0 h 1372"/>
                <a:gd name="T26" fmla="*/ 0 w 2210"/>
                <a:gd name="T27" fmla="*/ 0 h 1372"/>
                <a:gd name="T28" fmla="*/ 0 w 2210"/>
                <a:gd name="T29" fmla="*/ 0 h 1372"/>
                <a:gd name="T30" fmla="*/ 0 w 2210"/>
                <a:gd name="T31" fmla="*/ 0 h 1372"/>
                <a:gd name="T32" fmla="*/ 0 w 2210"/>
                <a:gd name="T33" fmla="*/ 0 h 1372"/>
                <a:gd name="T34" fmla="*/ 0 w 2210"/>
                <a:gd name="T35" fmla="*/ 0 h 1372"/>
                <a:gd name="T36" fmla="*/ 0 w 2210"/>
                <a:gd name="T37" fmla="*/ 0 h 1372"/>
                <a:gd name="T38" fmla="*/ 0 w 2210"/>
                <a:gd name="T39" fmla="*/ 0 h 1372"/>
                <a:gd name="T40" fmla="*/ 0 w 2210"/>
                <a:gd name="T41" fmla="*/ 0 h 1372"/>
                <a:gd name="T42" fmla="*/ 0 w 2210"/>
                <a:gd name="T43" fmla="*/ 0 h 1372"/>
                <a:gd name="T44" fmla="*/ 0 w 2210"/>
                <a:gd name="T45" fmla="*/ 0 h 1372"/>
                <a:gd name="T46" fmla="*/ 0 w 2210"/>
                <a:gd name="T47" fmla="*/ 0 h 1372"/>
                <a:gd name="T48" fmla="*/ 0 w 2210"/>
                <a:gd name="T49" fmla="*/ 0 h 1372"/>
                <a:gd name="T50" fmla="*/ 0 w 2210"/>
                <a:gd name="T51" fmla="*/ 0 h 1372"/>
                <a:gd name="T52" fmla="*/ 0 w 2210"/>
                <a:gd name="T53" fmla="*/ 0 h 1372"/>
                <a:gd name="T54" fmla="*/ 0 w 2210"/>
                <a:gd name="T55" fmla="*/ 0 h 1372"/>
                <a:gd name="T56" fmla="*/ 0 w 2210"/>
                <a:gd name="T57" fmla="*/ 0 h 13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210"/>
                <a:gd name="T88" fmla="*/ 0 h 1372"/>
                <a:gd name="T89" fmla="*/ 2210 w 2210"/>
                <a:gd name="T90" fmla="*/ 1372 h 137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210" h="1372">
                  <a:moveTo>
                    <a:pt x="0" y="961"/>
                  </a:moveTo>
                  <a:lnTo>
                    <a:pt x="282" y="407"/>
                  </a:lnTo>
                  <a:lnTo>
                    <a:pt x="518" y="54"/>
                  </a:lnTo>
                  <a:lnTo>
                    <a:pt x="713" y="0"/>
                  </a:lnTo>
                  <a:lnTo>
                    <a:pt x="988" y="110"/>
                  </a:lnTo>
                  <a:lnTo>
                    <a:pt x="1352" y="361"/>
                  </a:lnTo>
                  <a:lnTo>
                    <a:pt x="1810" y="155"/>
                  </a:lnTo>
                  <a:lnTo>
                    <a:pt x="1969" y="206"/>
                  </a:lnTo>
                  <a:lnTo>
                    <a:pt x="1856" y="407"/>
                  </a:lnTo>
                  <a:lnTo>
                    <a:pt x="2129" y="306"/>
                  </a:lnTo>
                  <a:lnTo>
                    <a:pt x="2210" y="458"/>
                  </a:lnTo>
                  <a:lnTo>
                    <a:pt x="2058" y="764"/>
                  </a:lnTo>
                  <a:lnTo>
                    <a:pt x="2058" y="1016"/>
                  </a:lnTo>
                  <a:lnTo>
                    <a:pt x="1701" y="1066"/>
                  </a:lnTo>
                  <a:lnTo>
                    <a:pt x="1387" y="1271"/>
                  </a:lnTo>
                  <a:lnTo>
                    <a:pt x="1503" y="1120"/>
                  </a:lnTo>
                  <a:lnTo>
                    <a:pt x="1105" y="1372"/>
                  </a:lnTo>
                  <a:lnTo>
                    <a:pt x="1352" y="810"/>
                  </a:lnTo>
                  <a:lnTo>
                    <a:pt x="1222" y="810"/>
                  </a:lnTo>
                  <a:lnTo>
                    <a:pt x="988" y="1271"/>
                  </a:lnTo>
                  <a:lnTo>
                    <a:pt x="865" y="1167"/>
                  </a:lnTo>
                  <a:lnTo>
                    <a:pt x="1034" y="810"/>
                  </a:lnTo>
                  <a:lnTo>
                    <a:pt x="1222" y="512"/>
                  </a:lnTo>
                  <a:lnTo>
                    <a:pt x="1070" y="252"/>
                  </a:lnTo>
                  <a:lnTo>
                    <a:pt x="836" y="206"/>
                  </a:lnTo>
                  <a:lnTo>
                    <a:pt x="596" y="206"/>
                  </a:lnTo>
                  <a:lnTo>
                    <a:pt x="282" y="655"/>
                  </a:lnTo>
                  <a:lnTo>
                    <a:pt x="89" y="1016"/>
                  </a:lnTo>
                  <a:lnTo>
                    <a:pt x="0" y="9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81" name="Freeform 391">
              <a:extLst>
                <a:ext uri="{FF2B5EF4-FFF2-40B4-BE49-F238E27FC236}">
                  <a16:creationId xmlns:a16="http://schemas.microsoft.com/office/drawing/2014/main" id="{24271ECB-3327-C744-8737-2CE2EC0C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121"/>
              <a:ext cx="28" cy="26"/>
            </a:xfrm>
            <a:custGeom>
              <a:avLst/>
              <a:gdLst>
                <a:gd name="T0" fmla="*/ 0 w 480"/>
                <a:gd name="T1" fmla="*/ 0 h 500"/>
                <a:gd name="T2" fmla="*/ 0 w 480"/>
                <a:gd name="T3" fmla="*/ 0 h 500"/>
                <a:gd name="T4" fmla="*/ 0 w 480"/>
                <a:gd name="T5" fmla="*/ 0 h 500"/>
                <a:gd name="T6" fmla="*/ 0 w 480"/>
                <a:gd name="T7" fmla="*/ 0 h 500"/>
                <a:gd name="T8" fmla="*/ 0 w 480"/>
                <a:gd name="T9" fmla="*/ 0 h 500"/>
                <a:gd name="T10" fmla="*/ 0 w 480"/>
                <a:gd name="T11" fmla="*/ 0 h 500"/>
                <a:gd name="T12" fmla="*/ 0 w 480"/>
                <a:gd name="T13" fmla="*/ 0 h 500"/>
                <a:gd name="T14" fmla="*/ 0 w 480"/>
                <a:gd name="T15" fmla="*/ 0 h 5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80"/>
                <a:gd name="T25" fmla="*/ 0 h 500"/>
                <a:gd name="T26" fmla="*/ 480 w 480"/>
                <a:gd name="T27" fmla="*/ 500 h 5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80" h="500">
                  <a:moveTo>
                    <a:pt x="0" y="403"/>
                  </a:moveTo>
                  <a:lnTo>
                    <a:pt x="391" y="0"/>
                  </a:lnTo>
                  <a:lnTo>
                    <a:pt x="391" y="50"/>
                  </a:lnTo>
                  <a:lnTo>
                    <a:pt x="480" y="104"/>
                  </a:lnTo>
                  <a:lnTo>
                    <a:pt x="232" y="403"/>
                  </a:lnTo>
                  <a:lnTo>
                    <a:pt x="324" y="500"/>
                  </a:lnTo>
                  <a:lnTo>
                    <a:pt x="42" y="403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82" name="Freeform 392">
              <a:extLst>
                <a:ext uri="{FF2B5EF4-FFF2-40B4-BE49-F238E27FC236}">
                  <a16:creationId xmlns:a16="http://schemas.microsoft.com/office/drawing/2014/main" id="{F532AD1E-AA82-B147-B3D9-4824AB69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113"/>
              <a:ext cx="31" cy="70"/>
            </a:xfrm>
            <a:custGeom>
              <a:avLst/>
              <a:gdLst>
                <a:gd name="T0" fmla="*/ 0 w 522"/>
                <a:gd name="T1" fmla="*/ 0 h 1368"/>
                <a:gd name="T2" fmla="*/ 0 w 522"/>
                <a:gd name="T3" fmla="*/ 0 h 1368"/>
                <a:gd name="T4" fmla="*/ 0 w 522"/>
                <a:gd name="T5" fmla="*/ 0 h 1368"/>
                <a:gd name="T6" fmla="*/ 0 w 522"/>
                <a:gd name="T7" fmla="*/ 0 h 1368"/>
                <a:gd name="T8" fmla="*/ 0 w 522"/>
                <a:gd name="T9" fmla="*/ 0 h 1368"/>
                <a:gd name="T10" fmla="*/ 0 w 522"/>
                <a:gd name="T11" fmla="*/ 0 h 1368"/>
                <a:gd name="T12" fmla="*/ 0 w 522"/>
                <a:gd name="T13" fmla="*/ 0 h 1368"/>
                <a:gd name="T14" fmla="*/ 0 w 522"/>
                <a:gd name="T15" fmla="*/ 0 h 1368"/>
                <a:gd name="T16" fmla="*/ 0 w 522"/>
                <a:gd name="T17" fmla="*/ 0 h 13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22"/>
                <a:gd name="T28" fmla="*/ 0 h 1368"/>
                <a:gd name="T29" fmla="*/ 522 w 522"/>
                <a:gd name="T30" fmla="*/ 1368 h 13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22" h="1368">
                  <a:moveTo>
                    <a:pt x="0" y="50"/>
                  </a:moveTo>
                  <a:lnTo>
                    <a:pt x="124" y="705"/>
                  </a:lnTo>
                  <a:lnTo>
                    <a:pt x="0" y="957"/>
                  </a:lnTo>
                  <a:lnTo>
                    <a:pt x="522" y="1368"/>
                  </a:lnTo>
                  <a:lnTo>
                    <a:pt x="89" y="856"/>
                  </a:lnTo>
                  <a:lnTo>
                    <a:pt x="282" y="554"/>
                  </a:lnTo>
                  <a:lnTo>
                    <a:pt x="165" y="50"/>
                  </a:lnTo>
                  <a:lnTo>
                    <a:pt x="124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83" name="Freeform 393">
              <a:extLst>
                <a:ext uri="{FF2B5EF4-FFF2-40B4-BE49-F238E27FC236}">
                  <a16:creationId xmlns:a16="http://schemas.microsoft.com/office/drawing/2014/main" id="{2837AC0B-0292-BB4C-8F43-C3C607CA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85"/>
              <a:ext cx="115" cy="139"/>
            </a:xfrm>
            <a:custGeom>
              <a:avLst/>
              <a:gdLst>
                <a:gd name="T0" fmla="*/ 0 w 1924"/>
                <a:gd name="T1" fmla="*/ 0 h 2724"/>
                <a:gd name="T2" fmla="*/ 0 w 1924"/>
                <a:gd name="T3" fmla="*/ 0 h 2724"/>
                <a:gd name="T4" fmla="*/ 0 w 1924"/>
                <a:gd name="T5" fmla="*/ 0 h 2724"/>
                <a:gd name="T6" fmla="*/ 0 w 1924"/>
                <a:gd name="T7" fmla="*/ 0 h 2724"/>
                <a:gd name="T8" fmla="*/ 0 w 1924"/>
                <a:gd name="T9" fmla="*/ 0 h 2724"/>
                <a:gd name="T10" fmla="*/ 0 w 1924"/>
                <a:gd name="T11" fmla="*/ 0 h 2724"/>
                <a:gd name="T12" fmla="*/ 0 w 1924"/>
                <a:gd name="T13" fmla="*/ 0 h 2724"/>
                <a:gd name="T14" fmla="*/ 0 w 1924"/>
                <a:gd name="T15" fmla="*/ 0 h 27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24"/>
                <a:gd name="T25" fmla="*/ 0 h 2724"/>
                <a:gd name="T26" fmla="*/ 1924 w 1924"/>
                <a:gd name="T27" fmla="*/ 2724 h 27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24" h="2724">
                  <a:moveTo>
                    <a:pt x="1730" y="0"/>
                  </a:moveTo>
                  <a:lnTo>
                    <a:pt x="939" y="954"/>
                  </a:lnTo>
                  <a:lnTo>
                    <a:pt x="319" y="1917"/>
                  </a:lnTo>
                  <a:lnTo>
                    <a:pt x="0" y="2724"/>
                  </a:lnTo>
                  <a:lnTo>
                    <a:pt x="702" y="1517"/>
                  </a:lnTo>
                  <a:lnTo>
                    <a:pt x="1339" y="606"/>
                  </a:lnTo>
                  <a:lnTo>
                    <a:pt x="1924" y="43"/>
                  </a:lnTo>
                  <a:lnTo>
                    <a:pt x="17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84" name="Freeform 394">
              <a:extLst>
                <a:ext uri="{FF2B5EF4-FFF2-40B4-BE49-F238E27FC236}">
                  <a16:creationId xmlns:a16="http://schemas.microsoft.com/office/drawing/2014/main" id="{5CA7F7FE-89A6-FA48-B0A3-7155FC15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239"/>
              <a:ext cx="110" cy="154"/>
            </a:xfrm>
            <a:custGeom>
              <a:avLst/>
              <a:gdLst>
                <a:gd name="T0" fmla="*/ 0 w 1842"/>
                <a:gd name="T1" fmla="*/ 0 h 3033"/>
                <a:gd name="T2" fmla="*/ 0 w 1842"/>
                <a:gd name="T3" fmla="*/ 0 h 3033"/>
                <a:gd name="T4" fmla="*/ 0 w 1842"/>
                <a:gd name="T5" fmla="*/ 0 h 3033"/>
                <a:gd name="T6" fmla="*/ 0 w 1842"/>
                <a:gd name="T7" fmla="*/ 0 h 3033"/>
                <a:gd name="T8" fmla="*/ 0 w 1842"/>
                <a:gd name="T9" fmla="*/ 0 h 3033"/>
                <a:gd name="T10" fmla="*/ 0 w 1842"/>
                <a:gd name="T11" fmla="*/ 0 h 3033"/>
                <a:gd name="T12" fmla="*/ 0 w 1842"/>
                <a:gd name="T13" fmla="*/ 0 h 3033"/>
                <a:gd name="T14" fmla="*/ 0 w 1842"/>
                <a:gd name="T15" fmla="*/ 0 h 3033"/>
                <a:gd name="T16" fmla="*/ 0 w 1842"/>
                <a:gd name="T17" fmla="*/ 0 h 3033"/>
                <a:gd name="T18" fmla="*/ 0 w 1842"/>
                <a:gd name="T19" fmla="*/ 0 h 3033"/>
                <a:gd name="T20" fmla="*/ 0 w 1842"/>
                <a:gd name="T21" fmla="*/ 0 h 3033"/>
                <a:gd name="T22" fmla="*/ 0 w 1842"/>
                <a:gd name="T23" fmla="*/ 0 h 3033"/>
                <a:gd name="T24" fmla="*/ 0 w 1842"/>
                <a:gd name="T25" fmla="*/ 0 h 3033"/>
                <a:gd name="T26" fmla="*/ 0 w 1842"/>
                <a:gd name="T27" fmla="*/ 0 h 3033"/>
                <a:gd name="T28" fmla="*/ 0 w 1842"/>
                <a:gd name="T29" fmla="*/ 0 h 3033"/>
                <a:gd name="T30" fmla="*/ 0 w 1842"/>
                <a:gd name="T31" fmla="*/ 0 h 3033"/>
                <a:gd name="T32" fmla="*/ 0 w 1842"/>
                <a:gd name="T33" fmla="*/ 0 h 3033"/>
                <a:gd name="T34" fmla="*/ 0 w 1842"/>
                <a:gd name="T35" fmla="*/ 0 h 3033"/>
                <a:gd name="T36" fmla="*/ 0 w 1842"/>
                <a:gd name="T37" fmla="*/ 0 h 3033"/>
                <a:gd name="T38" fmla="*/ 0 w 1842"/>
                <a:gd name="T39" fmla="*/ 0 h 3033"/>
                <a:gd name="T40" fmla="*/ 0 w 1842"/>
                <a:gd name="T41" fmla="*/ 0 h 3033"/>
                <a:gd name="T42" fmla="*/ 0 w 1842"/>
                <a:gd name="T43" fmla="*/ 0 h 3033"/>
                <a:gd name="T44" fmla="*/ 0 w 1842"/>
                <a:gd name="T45" fmla="*/ 0 h 3033"/>
                <a:gd name="T46" fmla="*/ 0 w 1842"/>
                <a:gd name="T47" fmla="*/ 0 h 3033"/>
                <a:gd name="T48" fmla="*/ 0 w 1842"/>
                <a:gd name="T49" fmla="*/ 0 h 3033"/>
                <a:gd name="T50" fmla="*/ 0 w 1842"/>
                <a:gd name="T51" fmla="*/ 0 h 3033"/>
                <a:gd name="T52" fmla="*/ 0 w 1842"/>
                <a:gd name="T53" fmla="*/ 0 h 3033"/>
                <a:gd name="T54" fmla="*/ 0 w 1842"/>
                <a:gd name="T55" fmla="*/ 0 h 3033"/>
                <a:gd name="T56" fmla="*/ 0 w 1842"/>
                <a:gd name="T57" fmla="*/ 0 h 30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2"/>
                <a:gd name="T88" fmla="*/ 0 h 3033"/>
                <a:gd name="T89" fmla="*/ 1842 w 1842"/>
                <a:gd name="T90" fmla="*/ 3033 h 303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2" h="3033">
                  <a:moveTo>
                    <a:pt x="709" y="54"/>
                  </a:moveTo>
                  <a:lnTo>
                    <a:pt x="1065" y="357"/>
                  </a:lnTo>
                  <a:lnTo>
                    <a:pt x="667" y="1719"/>
                  </a:lnTo>
                  <a:lnTo>
                    <a:pt x="0" y="2328"/>
                  </a:lnTo>
                  <a:lnTo>
                    <a:pt x="233" y="2282"/>
                  </a:lnTo>
                  <a:lnTo>
                    <a:pt x="667" y="2534"/>
                  </a:lnTo>
                  <a:lnTo>
                    <a:pt x="978" y="2984"/>
                  </a:lnTo>
                  <a:lnTo>
                    <a:pt x="1221" y="3033"/>
                  </a:lnTo>
                  <a:lnTo>
                    <a:pt x="1380" y="2936"/>
                  </a:lnTo>
                  <a:lnTo>
                    <a:pt x="1292" y="2378"/>
                  </a:lnTo>
                  <a:lnTo>
                    <a:pt x="1490" y="2534"/>
                  </a:lnTo>
                  <a:lnTo>
                    <a:pt x="1729" y="2328"/>
                  </a:lnTo>
                  <a:lnTo>
                    <a:pt x="1842" y="1719"/>
                  </a:lnTo>
                  <a:lnTo>
                    <a:pt x="1691" y="1064"/>
                  </a:lnTo>
                  <a:lnTo>
                    <a:pt x="1729" y="1770"/>
                  </a:lnTo>
                  <a:lnTo>
                    <a:pt x="1614" y="2282"/>
                  </a:lnTo>
                  <a:lnTo>
                    <a:pt x="1451" y="2378"/>
                  </a:lnTo>
                  <a:lnTo>
                    <a:pt x="1065" y="2123"/>
                  </a:lnTo>
                  <a:lnTo>
                    <a:pt x="1179" y="2684"/>
                  </a:lnTo>
                  <a:lnTo>
                    <a:pt x="1179" y="2936"/>
                  </a:lnTo>
                  <a:lnTo>
                    <a:pt x="1024" y="2882"/>
                  </a:lnTo>
                  <a:lnTo>
                    <a:pt x="746" y="2378"/>
                  </a:lnTo>
                  <a:lnTo>
                    <a:pt x="314" y="2177"/>
                  </a:lnTo>
                  <a:lnTo>
                    <a:pt x="709" y="1816"/>
                  </a:lnTo>
                  <a:lnTo>
                    <a:pt x="1292" y="754"/>
                  </a:lnTo>
                  <a:lnTo>
                    <a:pt x="1065" y="653"/>
                  </a:lnTo>
                  <a:lnTo>
                    <a:pt x="1179" y="357"/>
                  </a:lnTo>
                  <a:lnTo>
                    <a:pt x="822" y="0"/>
                  </a:lnTo>
                  <a:lnTo>
                    <a:pt x="709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77985" name="Group 395">
              <a:extLst>
                <a:ext uri="{FF2B5EF4-FFF2-40B4-BE49-F238E27FC236}">
                  <a16:creationId xmlns:a16="http://schemas.microsoft.com/office/drawing/2014/main" id="{15A614ED-4390-A749-A474-AAA8FF86E3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3" y="1185"/>
              <a:ext cx="475" cy="481"/>
              <a:chOff x="2801" y="1723"/>
              <a:chExt cx="991" cy="1181"/>
            </a:xfrm>
          </p:grpSpPr>
          <p:sp>
            <p:nvSpPr>
              <p:cNvPr id="77986" name="Freeform 396">
                <a:extLst>
                  <a:ext uri="{FF2B5EF4-FFF2-40B4-BE49-F238E27FC236}">
                    <a16:creationId xmlns:a16="http://schemas.microsoft.com/office/drawing/2014/main" id="{BA248095-FD8E-CD41-8964-33F869A3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23"/>
                <a:ext cx="919" cy="1181"/>
              </a:xfrm>
              <a:custGeom>
                <a:avLst/>
                <a:gdLst>
                  <a:gd name="T0" fmla="*/ 8 w 7353"/>
                  <a:gd name="T1" fmla="*/ 0 h 9443"/>
                  <a:gd name="T2" fmla="*/ 10 w 7353"/>
                  <a:gd name="T3" fmla="*/ 0 h 9443"/>
                  <a:gd name="T4" fmla="*/ 13 w 7353"/>
                  <a:gd name="T5" fmla="*/ 1 h 9443"/>
                  <a:gd name="T6" fmla="*/ 14 w 7353"/>
                  <a:gd name="T7" fmla="*/ 1 h 9443"/>
                  <a:gd name="T8" fmla="*/ 14 w 7353"/>
                  <a:gd name="T9" fmla="*/ 3 h 9443"/>
                  <a:gd name="T10" fmla="*/ 13 w 7353"/>
                  <a:gd name="T11" fmla="*/ 6 h 9443"/>
                  <a:gd name="T12" fmla="*/ 13 w 7353"/>
                  <a:gd name="T13" fmla="*/ 6 h 9443"/>
                  <a:gd name="T14" fmla="*/ 12 w 7353"/>
                  <a:gd name="T15" fmla="*/ 7 h 9443"/>
                  <a:gd name="T16" fmla="*/ 10 w 7353"/>
                  <a:gd name="T17" fmla="*/ 8 h 9443"/>
                  <a:gd name="T18" fmla="*/ 11 w 7353"/>
                  <a:gd name="T19" fmla="*/ 9 h 9443"/>
                  <a:gd name="T20" fmla="*/ 10 w 7353"/>
                  <a:gd name="T21" fmla="*/ 9 h 9443"/>
                  <a:gd name="T22" fmla="*/ 13 w 7353"/>
                  <a:gd name="T23" fmla="*/ 13 h 9443"/>
                  <a:gd name="T24" fmla="*/ 14 w 7353"/>
                  <a:gd name="T25" fmla="*/ 13 h 9443"/>
                  <a:gd name="T26" fmla="*/ 13 w 7353"/>
                  <a:gd name="T27" fmla="*/ 17 h 9443"/>
                  <a:gd name="T28" fmla="*/ 11 w 7353"/>
                  <a:gd name="T29" fmla="*/ 19 h 9443"/>
                  <a:gd name="T30" fmla="*/ 9 w 7353"/>
                  <a:gd name="T31" fmla="*/ 17 h 9443"/>
                  <a:gd name="T32" fmla="*/ 8 w 7353"/>
                  <a:gd name="T33" fmla="*/ 16 h 9443"/>
                  <a:gd name="T34" fmla="*/ 5 w 7353"/>
                  <a:gd name="T35" fmla="*/ 17 h 9443"/>
                  <a:gd name="T36" fmla="*/ 4 w 7353"/>
                  <a:gd name="T37" fmla="*/ 18 h 9443"/>
                  <a:gd name="T38" fmla="*/ 4 w 7353"/>
                  <a:gd name="T39" fmla="*/ 17 h 9443"/>
                  <a:gd name="T40" fmla="*/ 5 w 7353"/>
                  <a:gd name="T41" fmla="*/ 16 h 9443"/>
                  <a:gd name="T42" fmla="*/ 5 w 7353"/>
                  <a:gd name="T43" fmla="*/ 15 h 9443"/>
                  <a:gd name="T44" fmla="*/ 5 w 7353"/>
                  <a:gd name="T45" fmla="*/ 15 h 9443"/>
                  <a:gd name="T46" fmla="*/ 5 w 7353"/>
                  <a:gd name="T47" fmla="*/ 13 h 9443"/>
                  <a:gd name="T48" fmla="*/ 4 w 7353"/>
                  <a:gd name="T49" fmla="*/ 12 h 9443"/>
                  <a:gd name="T50" fmla="*/ 3 w 7353"/>
                  <a:gd name="T51" fmla="*/ 12 h 9443"/>
                  <a:gd name="T52" fmla="*/ 3 w 7353"/>
                  <a:gd name="T53" fmla="*/ 11 h 9443"/>
                  <a:gd name="T54" fmla="*/ 3 w 7353"/>
                  <a:gd name="T55" fmla="*/ 10 h 9443"/>
                  <a:gd name="T56" fmla="*/ 1 w 7353"/>
                  <a:gd name="T57" fmla="*/ 10 h 9443"/>
                  <a:gd name="T58" fmla="*/ 1 w 7353"/>
                  <a:gd name="T59" fmla="*/ 8 h 9443"/>
                  <a:gd name="T60" fmla="*/ 1 w 7353"/>
                  <a:gd name="T61" fmla="*/ 7 h 9443"/>
                  <a:gd name="T62" fmla="*/ 0 w 7353"/>
                  <a:gd name="T63" fmla="*/ 6 h 9443"/>
                  <a:gd name="T64" fmla="*/ 1 w 7353"/>
                  <a:gd name="T65" fmla="*/ 5 h 9443"/>
                  <a:gd name="T66" fmla="*/ 2 w 7353"/>
                  <a:gd name="T67" fmla="*/ 5 h 9443"/>
                  <a:gd name="T68" fmla="*/ 3 w 7353"/>
                  <a:gd name="T69" fmla="*/ 4 h 9443"/>
                  <a:gd name="T70" fmla="*/ 3 w 7353"/>
                  <a:gd name="T71" fmla="*/ 6 h 9443"/>
                  <a:gd name="T72" fmla="*/ 3 w 7353"/>
                  <a:gd name="T73" fmla="*/ 8 h 9443"/>
                  <a:gd name="T74" fmla="*/ 3 w 7353"/>
                  <a:gd name="T75" fmla="*/ 9 h 9443"/>
                  <a:gd name="T76" fmla="*/ 4 w 7353"/>
                  <a:gd name="T77" fmla="*/ 9 h 9443"/>
                  <a:gd name="T78" fmla="*/ 4 w 7353"/>
                  <a:gd name="T79" fmla="*/ 6 h 9443"/>
                  <a:gd name="T80" fmla="*/ 5 w 7353"/>
                  <a:gd name="T81" fmla="*/ 5 h 9443"/>
                  <a:gd name="T82" fmla="*/ 6 w 7353"/>
                  <a:gd name="T83" fmla="*/ 6 h 9443"/>
                  <a:gd name="T84" fmla="*/ 5 w 7353"/>
                  <a:gd name="T85" fmla="*/ 6 h 9443"/>
                  <a:gd name="T86" fmla="*/ 5 w 7353"/>
                  <a:gd name="T87" fmla="*/ 7 h 9443"/>
                  <a:gd name="T88" fmla="*/ 5 w 7353"/>
                  <a:gd name="T89" fmla="*/ 8 h 9443"/>
                  <a:gd name="T90" fmla="*/ 7 w 7353"/>
                  <a:gd name="T91" fmla="*/ 8 h 9443"/>
                  <a:gd name="T92" fmla="*/ 7 w 7353"/>
                  <a:gd name="T93" fmla="*/ 5 h 9443"/>
                  <a:gd name="T94" fmla="*/ 7 w 7353"/>
                  <a:gd name="T95" fmla="*/ 4 h 9443"/>
                  <a:gd name="T96" fmla="*/ 7 w 7353"/>
                  <a:gd name="T97" fmla="*/ 2 h 9443"/>
                  <a:gd name="T98" fmla="*/ 8 w 7353"/>
                  <a:gd name="T99" fmla="*/ 1 h 9443"/>
                  <a:gd name="T100" fmla="*/ 8 w 7353"/>
                  <a:gd name="T101" fmla="*/ 0 h 944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353"/>
                  <a:gd name="T154" fmla="*/ 0 h 9443"/>
                  <a:gd name="T155" fmla="*/ 7353 w 7353"/>
                  <a:gd name="T156" fmla="*/ 9443 h 944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353" h="9443">
                    <a:moveTo>
                      <a:pt x="4290" y="0"/>
                    </a:moveTo>
                    <a:lnTo>
                      <a:pt x="5395" y="43"/>
                    </a:lnTo>
                    <a:lnTo>
                      <a:pt x="6447" y="354"/>
                    </a:lnTo>
                    <a:lnTo>
                      <a:pt x="7353" y="702"/>
                    </a:lnTo>
                    <a:lnTo>
                      <a:pt x="7353" y="1615"/>
                    </a:lnTo>
                    <a:lnTo>
                      <a:pt x="6926" y="2829"/>
                    </a:lnTo>
                    <a:lnTo>
                      <a:pt x="6447" y="3282"/>
                    </a:lnTo>
                    <a:lnTo>
                      <a:pt x="6418" y="3689"/>
                    </a:lnTo>
                    <a:lnTo>
                      <a:pt x="5229" y="4043"/>
                    </a:lnTo>
                    <a:lnTo>
                      <a:pt x="5464" y="4399"/>
                    </a:lnTo>
                    <a:lnTo>
                      <a:pt x="5116" y="4504"/>
                    </a:lnTo>
                    <a:lnTo>
                      <a:pt x="6531" y="6765"/>
                    </a:lnTo>
                    <a:lnTo>
                      <a:pt x="7353" y="6513"/>
                    </a:lnTo>
                    <a:lnTo>
                      <a:pt x="6447" y="8692"/>
                    </a:lnTo>
                    <a:lnTo>
                      <a:pt x="5553" y="9443"/>
                    </a:lnTo>
                    <a:lnTo>
                      <a:pt x="4843" y="8834"/>
                    </a:lnTo>
                    <a:lnTo>
                      <a:pt x="4298" y="8386"/>
                    </a:lnTo>
                    <a:lnTo>
                      <a:pt x="2832" y="8834"/>
                    </a:lnTo>
                    <a:lnTo>
                      <a:pt x="2082" y="8944"/>
                    </a:lnTo>
                    <a:lnTo>
                      <a:pt x="2082" y="8743"/>
                    </a:lnTo>
                    <a:lnTo>
                      <a:pt x="2676" y="8282"/>
                    </a:lnTo>
                    <a:lnTo>
                      <a:pt x="2607" y="7730"/>
                    </a:lnTo>
                    <a:lnTo>
                      <a:pt x="2800" y="7681"/>
                    </a:lnTo>
                    <a:lnTo>
                      <a:pt x="2518" y="6820"/>
                    </a:lnTo>
                    <a:lnTo>
                      <a:pt x="2211" y="6110"/>
                    </a:lnTo>
                    <a:lnTo>
                      <a:pt x="1502" y="6203"/>
                    </a:lnTo>
                    <a:lnTo>
                      <a:pt x="1342" y="5407"/>
                    </a:lnTo>
                    <a:lnTo>
                      <a:pt x="1342" y="4848"/>
                    </a:lnTo>
                    <a:lnTo>
                      <a:pt x="512" y="5054"/>
                    </a:lnTo>
                    <a:lnTo>
                      <a:pt x="512" y="4092"/>
                    </a:lnTo>
                    <a:lnTo>
                      <a:pt x="318" y="3379"/>
                    </a:lnTo>
                    <a:lnTo>
                      <a:pt x="0" y="2930"/>
                    </a:lnTo>
                    <a:lnTo>
                      <a:pt x="594" y="2724"/>
                    </a:lnTo>
                    <a:lnTo>
                      <a:pt x="1145" y="2271"/>
                    </a:lnTo>
                    <a:lnTo>
                      <a:pt x="1502" y="1917"/>
                    </a:lnTo>
                    <a:lnTo>
                      <a:pt x="1620" y="3081"/>
                    </a:lnTo>
                    <a:lnTo>
                      <a:pt x="1459" y="4295"/>
                    </a:lnTo>
                    <a:lnTo>
                      <a:pt x="1812" y="4450"/>
                    </a:lnTo>
                    <a:lnTo>
                      <a:pt x="2246" y="4344"/>
                    </a:lnTo>
                    <a:lnTo>
                      <a:pt x="2249" y="2829"/>
                    </a:lnTo>
                    <a:lnTo>
                      <a:pt x="2363" y="2724"/>
                    </a:lnTo>
                    <a:lnTo>
                      <a:pt x="3152" y="2976"/>
                    </a:lnTo>
                    <a:lnTo>
                      <a:pt x="2568" y="3030"/>
                    </a:lnTo>
                    <a:lnTo>
                      <a:pt x="2635" y="3433"/>
                    </a:lnTo>
                    <a:lnTo>
                      <a:pt x="2800" y="4092"/>
                    </a:lnTo>
                    <a:lnTo>
                      <a:pt x="3580" y="3840"/>
                    </a:lnTo>
                    <a:lnTo>
                      <a:pt x="3382" y="2724"/>
                    </a:lnTo>
                    <a:lnTo>
                      <a:pt x="3382" y="2019"/>
                    </a:lnTo>
                    <a:lnTo>
                      <a:pt x="3542" y="1210"/>
                    </a:lnTo>
                    <a:lnTo>
                      <a:pt x="3898" y="509"/>
                    </a:lnTo>
                    <a:lnTo>
                      <a:pt x="42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987" name="Oval 397">
                <a:extLst>
                  <a:ext uri="{FF2B5EF4-FFF2-40B4-BE49-F238E27FC236}">
                    <a16:creationId xmlns:a16="http://schemas.microsoft.com/office/drawing/2014/main" id="{523F9639-A7FA-9B4F-8178-6E80EA571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160"/>
                <a:ext cx="432" cy="480"/>
              </a:xfrm>
              <a:prstGeom prst="ellipse">
                <a:avLst/>
              </a:prstGeom>
              <a:solidFill>
                <a:srgbClr val="0000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</p:grpSp>
      </p:grpSp>
      <p:graphicFrame>
        <p:nvGraphicFramePr>
          <p:cNvPr id="77830" name="Object 399">
            <a:extLst>
              <a:ext uri="{FF2B5EF4-FFF2-40B4-BE49-F238E27FC236}">
                <a16:creationId xmlns:a16="http://schemas.microsoft.com/office/drawing/2014/main" id="{A2139CFF-74A3-3844-94AA-EAAD20A92E41}"/>
              </a:ext>
            </a:extLst>
          </p:cNvPr>
          <p:cNvGraphicFramePr>
            <a:graphicFrameLocks noGrp="1" noChangeAspect="1"/>
          </p:cNvGraphicFramePr>
          <p:nvPr>
            <p:ph idx="1"/>
          </p:nvPr>
        </p:nvGraphicFramePr>
        <p:xfrm>
          <a:off x="7848600" y="1255713"/>
          <a:ext cx="844550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20002500" imgH="20002500" progId="MS_ClipArt_Gallery.2">
                  <p:embed/>
                </p:oleObj>
              </mc:Choice>
              <mc:Fallback>
                <p:oleObj name="Clip" r:id="rId3" imgW="20002500" imgH="20002500" progId="MS_ClipArt_Gallery.2">
                  <p:embed/>
                  <p:pic>
                    <p:nvPicPr>
                      <p:cNvPr id="77830" name="Object 399">
                        <a:extLst>
                          <a:ext uri="{FF2B5EF4-FFF2-40B4-BE49-F238E27FC236}">
                            <a16:creationId xmlns:a16="http://schemas.microsoft.com/office/drawing/2014/main" id="{A2139CFF-74A3-3844-94AA-EAAD20A92E4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48600" y="1255713"/>
                        <a:ext cx="844550" cy="844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7831" name="Group 467">
            <a:extLst>
              <a:ext uri="{FF2B5EF4-FFF2-40B4-BE49-F238E27FC236}">
                <a16:creationId xmlns:a16="http://schemas.microsoft.com/office/drawing/2014/main" id="{CB7EB7B4-7E09-6441-B019-6989DAE94CA0}"/>
              </a:ext>
            </a:extLst>
          </p:cNvPr>
          <p:cNvGrpSpPr>
            <a:grpSpLocks/>
          </p:cNvGrpSpPr>
          <p:nvPr/>
        </p:nvGrpSpPr>
        <p:grpSpPr bwMode="auto">
          <a:xfrm>
            <a:off x="3595688" y="5354638"/>
            <a:ext cx="1458912" cy="906462"/>
            <a:chOff x="1806" y="2414"/>
            <a:chExt cx="1745" cy="1503"/>
          </a:xfrm>
        </p:grpSpPr>
        <p:sp>
          <p:nvSpPr>
            <p:cNvPr id="77887" name="Freeform 405">
              <a:extLst>
                <a:ext uri="{FF2B5EF4-FFF2-40B4-BE49-F238E27FC236}">
                  <a16:creationId xmlns:a16="http://schemas.microsoft.com/office/drawing/2014/main" id="{F51B6C96-12FB-1F4C-B122-E0A09BD8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239"/>
              <a:ext cx="153" cy="669"/>
            </a:xfrm>
            <a:custGeom>
              <a:avLst/>
              <a:gdLst>
                <a:gd name="T0" fmla="*/ 2 w 1222"/>
                <a:gd name="T1" fmla="*/ 0 h 5353"/>
                <a:gd name="T2" fmla="*/ 2 w 1222"/>
                <a:gd name="T3" fmla="*/ 10 h 5353"/>
                <a:gd name="T4" fmla="*/ 0 w 1222"/>
                <a:gd name="T5" fmla="*/ 10 h 5353"/>
                <a:gd name="T6" fmla="*/ 0 w 1222"/>
                <a:gd name="T7" fmla="*/ 3 h 5353"/>
                <a:gd name="T8" fmla="*/ 1 w 1222"/>
                <a:gd name="T9" fmla="*/ 1 h 5353"/>
                <a:gd name="T10" fmla="*/ 2 w 1222"/>
                <a:gd name="T11" fmla="*/ 0 h 5353"/>
                <a:gd name="T12" fmla="*/ 2 w 1222"/>
                <a:gd name="T13" fmla="*/ 0 h 5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2"/>
                <a:gd name="T22" fmla="*/ 0 h 5353"/>
                <a:gd name="T23" fmla="*/ 1222 w 1222"/>
                <a:gd name="T24" fmla="*/ 5353 h 53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2" h="5353">
                  <a:moveTo>
                    <a:pt x="936" y="0"/>
                  </a:moveTo>
                  <a:lnTo>
                    <a:pt x="1222" y="5353"/>
                  </a:lnTo>
                  <a:lnTo>
                    <a:pt x="0" y="5353"/>
                  </a:lnTo>
                  <a:lnTo>
                    <a:pt x="180" y="1644"/>
                  </a:lnTo>
                  <a:lnTo>
                    <a:pt x="358" y="761"/>
                  </a:lnTo>
                  <a:lnTo>
                    <a:pt x="759" y="156"/>
                  </a:lnTo>
                  <a:lnTo>
                    <a:pt x="936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8" name="Freeform 406">
              <a:extLst>
                <a:ext uri="{FF2B5EF4-FFF2-40B4-BE49-F238E27FC236}">
                  <a16:creationId xmlns:a16="http://schemas.microsoft.com/office/drawing/2014/main" id="{29711FEA-D12A-A040-B932-6E9C96CDD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248"/>
              <a:ext cx="202" cy="660"/>
            </a:xfrm>
            <a:custGeom>
              <a:avLst/>
              <a:gdLst>
                <a:gd name="T0" fmla="*/ 0 w 1613"/>
                <a:gd name="T1" fmla="*/ 10 h 5280"/>
                <a:gd name="T2" fmla="*/ 1 w 1613"/>
                <a:gd name="T3" fmla="*/ 0 h 5280"/>
                <a:gd name="T4" fmla="*/ 1 w 1613"/>
                <a:gd name="T5" fmla="*/ 1 h 5280"/>
                <a:gd name="T6" fmla="*/ 2 w 1613"/>
                <a:gd name="T7" fmla="*/ 3 h 5280"/>
                <a:gd name="T8" fmla="*/ 3 w 1613"/>
                <a:gd name="T9" fmla="*/ 10 h 5280"/>
                <a:gd name="T10" fmla="*/ 0 w 1613"/>
                <a:gd name="T11" fmla="*/ 10 h 52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13"/>
                <a:gd name="T19" fmla="*/ 0 h 5280"/>
                <a:gd name="T20" fmla="*/ 1613 w 1613"/>
                <a:gd name="T21" fmla="*/ 5280 h 52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13" h="5280">
                  <a:moveTo>
                    <a:pt x="0" y="5280"/>
                  </a:moveTo>
                  <a:lnTo>
                    <a:pt x="318" y="0"/>
                  </a:lnTo>
                  <a:lnTo>
                    <a:pt x="657" y="533"/>
                  </a:lnTo>
                  <a:lnTo>
                    <a:pt x="862" y="1325"/>
                  </a:lnTo>
                  <a:lnTo>
                    <a:pt x="1613" y="5280"/>
                  </a:lnTo>
                  <a:lnTo>
                    <a:pt x="0" y="528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9" name="Freeform 407">
              <a:extLst>
                <a:ext uri="{FF2B5EF4-FFF2-40B4-BE49-F238E27FC236}">
                  <a16:creationId xmlns:a16="http://schemas.microsoft.com/office/drawing/2014/main" id="{DE9DAB7F-0DE2-9E49-9CF0-14935E27F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568"/>
              <a:ext cx="1669" cy="1337"/>
            </a:xfrm>
            <a:custGeom>
              <a:avLst/>
              <a:gdLst>
                <a:gd name="T0" fmla="*/ 7 w 13348"/>
                <a:gd name="T1" fmla="*/ 21 h 10692"/>
                <a:gd name="T2" fmla="*/ 6 w 13348"/>
                <a:gd name="T3" fmla="*/ 18 h 10692"/>
                <a:gd name="T4" fmla="*/ 5 w 13348"/>
                <a:gd name="T5" fmla="*/ 13 h 10692"/>
                <a:gd name="T6" fmla="*/ 5 w 13348"/>
                <a:gd name="T7" fmla="*/ 11 h 10692"/>
                <a:gd name="T8" fmla="*/ 3 w 13348"/>
                <a:gd name="T9" fmla="*/ 9 h 10692"/>
                <a:gd name="T10" fmla="*/ 1 w 13348"/>
                <a:gd name="T11" fmla="*/ 6 h 10692"/>
                <a:gd name="T12" fmla="*/ 0 w 13348"/>
                <a:gd name="T13" fmla="*/ 2 h 10692"/>
                <a:gd name="T14" fmla="*/ 0 w 13348"/>
                <a:gd name="T15" fmla="*/ 1 h 10692"/>
                <a:gd name="T16" fmla="*/ 0 w 13348"/>
                <a:gd name="T17" fmla="*/ 1 h 10692"/>
                <a:gd name="T18" fmla="*/ 1 w 13348"/>
                <a:gd name="T19" fmla="*/ 0 h 10692"/>
                <a:gd name="T20" fmla="*/ 1 w 13348"/>
                <a:gd name="T21" fmla="*/ 0 h 10692"/>
                <a:gd name="T22" fmla="*/ 2 w 13348"/>
                <a:gd name="T23" fmla="*/ 0 h 10692"/>
                <a:gd name="T24" fmla="*/ 3 w 13348"/>
                <a:gd name="T25" fmla="*/ 0 h 10692"/>
                <a:gd name="T26" fmla="*/ 4 w 13348"/>
                <a:gd name="T27" fmla="*/ 1 h 10692"/>
                <a:gd name="T28" fmla="*/ 5 w 13348"/>
                <a:gd name="T29" fmla="*/ 3 h 10692"/>
                <a:gd name="T30" fmla="*/ 4 w 13348"/>
                <a:gd name="T31" fmla="*/ 3 h 10692"/>
                <a:gd name="T32" fmla="*/ 5 w 13348"/>
                <a:gd name="T33" fmla="*/ 4 h 10692"/>
                <a:gd name="T34" fmla="*/ 6 w 13348"/>
                <a:gd name="T35" fmla="*/ 5 h 10692"/>
                <a:gd name="T36" fmla="*/ 6 w 13348"/>
                <a:gd name="T37" fmla="*/ 5 h 10692"/>
                <a:gd name="T38" fmla="*/ 7 w 13348"/>
                <a:gd name="T39" fmla="*/ 6 h 10692"/>
                <a:gd name="T40" fmla="*/ 8 w 13348"/>
                <a:gd name="T41" fmla="*/ 6 h 10692"/>
                <a:gd name="T42" fmla="*/ 8 w 13348"/>
                <a:gd name="T43" fmla="*/ 7 h 10692"/>
                <a:gd name="T44" fmla="*/ 9 w 13348"/>
                <a:gd name="T45" fmla="*/ 6 h 10692"/>
                <a:gd name="T46" fmla="*/ 9 w 13348"/>
                <a:gd name="T47" fmla="*/ 7 h 10692"/>
                <a:gd name="T48" fmla="*/ 10 w 13348"/>
                <a:gd name="T49" fmla="*/ 7 h 10692"/>
                <a:gd name="T50" fmla="*/ 10 w 13348"/>
                <a:gd name="T51" fmla="*/ 7 h 10692"/>
                <a:gd name="T52" fmla="*/ 11 w 13348"/>
                <a:gd name="T53" fmla="*/ 6 h 10692"/>
                <a:gd name="T54" fmla="*/ 11 w 13348"/>
                <a:gd name="T55" fmla="*/ 6 h 10692"/>
                <a:gd name="T56" fmla="*/ 15 w 13348"/>
                <a:gd name="T57" fmla="*/ 6 h 10692"/>
                <a:gd name="T58" fmla="*/ 16 w 13348"/>
                <a:gd name="T59" fmla="*/ 6 h 10692"/>
                <a:gd name="T60" fmla="*/ 16 w 13348"/>
                <a:gd name="T61" fmla="*/ 7 h 10692"/>
                <a:gd name="T62" fmla="*/ 17 w 13348"/>
                <a:gd name="T63" fmla="*/ 7 h 10692"/>
                <a:gd name="T64" fmla="*/ 17 w 13348"/>
                <a:gd name="T65" fmla="*/ 7 h 10692"/>
                <a:gd name="T66" fmla="*/ 17 w 13348"/>
                <a:gd name="T67" fmla="*/ 7 h 10692"/>
                <a:gd name="T68" fmla="*/ 18 w 13348"/>
                <a:gd name="T69" fmla="*/ 6 h 10692"/>
                <a:gd name="T70" fmla="*/ 18 w 13348"/>
                <a:gd name="T71" fmla="*/ 6 h 10692"/>
                <a:gd name="T72" fmla="*/ 19 w 13348"/>
                <a:gd name="T73" fmla="*/ 6 h 10692"/>
                <a:gd name="T74" fmla="*/ 19 w 13348"/>
                <a:gd name="T75" fmla="*/ 5 h 10692"/>
                <a:gd name="T76" fmla="*/ 20 w 13348"/>
                <a:gd name="T77" fmla="*/ 5 h 10692"/>
                <a:gd name="T78" fmla="*/ 21 w 13348"/>
                <a:gd name="T79" fmla="*/ 4 h 10692"/>
                <a:gd name="T80" fmla="*/ 21 w 13348"/>
                <a:gd name="T81" fmla="*/ 4 h 10692"/>
                <a:gd name="T82" fmla="*/ 22 w 13348"/>
                <a:gd name="T83" fmla="*/ 3 h 10692"/>
                <a:gd name="T84" fmla="*/ 22 w 13348"/>
                <a:gd name="T85" fmla="*/ 2 h 10692"/>
                <a:gd name="T86" fmla="*/ 23 w 13348"/>
                <a:gd name="T87" fmla="*/ 1 h 10692"/>
                <a:gd name="T88" fmla="*/ 24 w 13348"/>
                <a:gd name="T89" fmla="*/ 1 h 10692"/>
                <a:gd name="T90" fmla="*/ 25 w 13348"/>
                <a:gd name="T91" fmla="*/ 1 h 10692"/>
                <a:gd name="T92" fmla="*/ 26 w 13348"/>
                <a:gd name="T93" fmla="*/ 1 h 10692"/>
                <a:gd name="T94" fmla="*/ 26 w 13348"/>
                <a:gd name="T95" fmla="*/ 1 h 10692"/>
                <a:gd name="T96" fmla="*/ 26 w 13348"/>
                <a:gd name="T97" fmla="*/ 2 h 10692"/>
                <a:gd name="T98" fmla="*/ 23 w 13348"/>
                <a:gd name="T99" fmla="*/ 8 h 10692"/>
                <a:gd name="T100" fmla="*/ 22 w 13348"/>
                <a:gd name="T101" fmla="*/ 10 h 10692"/>
                <a:gd name="T102" fmla="*/ 20 w 13348"/>
                <a:gd name="T103" fmla="*/ 12 h 10692"/>
                <a:gd name="T104" fmla="*/ 20 w 13348"/>
                <a:gd name="T105" fmla="*/ 19 h 10692"/>
                <a:gd name="T106" fmla="*/ 20 w 13348"/>
                <a:gd name="T107" fmla="*/ 20 h 10692"/>
                <a:gd name="T108" fmla="*/ 19 w 13348"/>
                <a:gd name="T109" fmla="*/ 21 h 10692"/>
                <a:gd name="T110" fmla="*/ 7 w 13348"/>
                <a:gd name="T111" fmla="*/ 21 h 10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348"/>
                <a:gd name="T169" fmla="*/ 0 h 10692"/>
                <a:gd name="T170" fmla="*/ 13348 w 13348"/>
                <a:gd name="T171" fmla="*/ 10692 h 1069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348" h="10692">
                  <a:moveTo>
                    <a:pt x="3520" y="10692"/>
                  </a:moveTo>
                  <a:lnTo>
                    <a:pt x="3211" y="9017"/>
                  </a:lnTo>
                  <a:lnTo>
                    <a:pt x="2703" y="6699"/>
                  </a:lnTo>
                  <a:lnTo>
                    <a:pt x="2475" y="5763"/>
                  </a:lnTo>
                  <a:lnTo>
                    <a:pt x="1634" y="4579"/>
                  </a:lnTo>
                  <a:lnTo>
                    <a:pt x="651" y="2905"/>
                  </a:lnTo>
                  <a:lnTo>
                    <a:pt x="0" y="1045"/>
                  </a:lnTo>
                  <a:lnTo>
                    <a:pt x="0" y="546"/>
                  </a:lnTo>
                  <a:lnTo>
                    <a:pt x="87" y="399"/>
                  </a:lnTo>
                  <a:lnTo>
                    <a:pt x="283" y="189"/>
                  </a:lnTo>
                  <a:lnTo>
                    <a:pt x="589" y="47"/>
                  </a:lnTo>
                  <a:lnTo>
                    <a:pt x="1216" y="0"/>
                  </a:lnTo>
                  <a:lnTo>
                    <a:pt x="1554" y="148"/>
                  </a:lnTo>
                  <a:lnTo>
                    <a:pt x="1910" y="438"/>
                  </a:lnTo>
                  <a:lnTo>
                    <a:pt x="2422" y="1404"/>
                  </a:lnTo>
                  <a:lnTo>
                    <a:pt x="2198" y="1722"/>
                  </a:lnTo>
                  <a:lnTo>
                    <a:pt x="2284" y="1932"/>
                  </a:lnTo>
                  <a:lnTo>
                    <a:pt x="3015" y="2301"/>
                  </a:lnTo>
                  <a:lnTo>
                    <a:pt x="3185" y="2511"/>
                  </a:lnTo>
                  <a:lnTo>
                    <a:pt x="3464" y="2974"/>
                  </a:lnTo>
                  <a:lnTo>
                    <a:pt x="4029" y="3188"/>
                  </a:lnTo>
                  <a:lnTo>
                    <a:pt x="4222" y="3299"/>
                  </a:lnTo>
                  <a:lnTo>
                    <a:pt x="4424" y="3262"/>
                  </a:lnTo>
                  <a:lnTo>
                    <a:pt x="4787" y="3401"/>
                  </a:lnTo>
                  <a:lnTo>
                    <a:pt x="5013" y="3477"/>
                  </a:lnTo>
                  <a:lnTo>
                    <a:pt x="5318" y="3401"/>
                  </a:lnTo>
                  <a:lnTo>
                    <a:pt x="5525" y="3007"/>
                  </a:lnTo>
                  <a:lnTo>
                    <a:pt x="5659" y="2905"/>
                  </a:lnTo>
                  <a:lnTo>
                    <a:pt x="7799" y="2974"/>
                  </a:lnTo>
                  <a:lnTo>
                    <a:pt x="8026" y="3188"/>
                  </a:lnTo>
                  <a:lnTo>
                    <a:pt x="8197" y="3477"/>
                  </a:lnTo>
                  <a:lnTo>
                    <a:pt x="8446" y="3440"/>
                  </a:lnTo>
                  <a:lnTo>
                    <a:pt x="8757" y="3299"/>
                  </a:lnTo>
                  <a:lnTo>
                    <a:pt x="8898" y="3368"/>
                  </a:lnTo>
                  <a:lnTo>
                    <a:pt x="9011" y="3223"/>
                  </a:lnTo>
                  <a:lnTo>
                    <a:pt x="9346" y="3119"/>
                  </a:lnTo>
                  <a:lnTo>
                    <a:pt x="9606" y="3080"/>
                  </a:lnTo>
                  <a:lnTo>
                    <a:pt x="9883" y="2684"/>
                  </a:lnTo>
                  <a:lnTo>
                    <a:pt x="10362" y="2366"/>
                  </a:lnTo>
                  <a:lnTo>
                    <a:pt x="10671" y="2052"/>
                  </a:lnTo>
                  <a:lnTo>
                    <a:pt x="10957" y="1932"/>
                  </a:lnTo>
                  <a:lnTo>
                    <a:pt x="11005" y="1544"/>
                  </a:lnTo>
                  <a:lnTo>
                    <a:pt x="11374" y="832"/>
                  </a:lnTo>
                  <a:lnTo>
                    <a:pt x="11766" y="546"/>
                  </a:lnTo>
                  <a:lnTo>
                    <a:pt x="12163" y="325"/>
                  </a:lnTo>
                  <a:lnTo>
                    <a:pt x="12898" y="258"/>
                  </a:lnTo>
                  <a:lnTo>
                    <a:pt x="13177" y="298"/>
                  </a:lnTo>
                  <a:lnTo>
                    <a:pt x="13348" y="511"/>
                  </a:lnTo>
                  <a:lnTo>
                    <a:pt x="13348" y="1221"/>
                  </a:lnTo>
                  <a:lnTo>
                    <a:pt x="11973" y="3864"/>
                  </a:lnTo>
                  <a:lnTo>
                    <a:pt x="11183" y="4941"/>
                  </a:lnTo>
                  <a:lnTo>
                    <a:pt x="10219" y="6335"/>
                  </a:lnTo>
                  <a:lnTo>
                    <a:pt x="10104" y="9731"/>
                  </a:lnTo>
                  <a:lnTo>
                    <a:pt x="10023" y="10340"/>
                  </a:lnTo>
                  <a:lnTo>
                    <a:pt x="9940" y="10692"/>
                  </a:lnTo>
                  <a:lnTo>
                    <a:pt x="3520" y="106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0" name="Freeform 408">
              <a:extLst>
                <a:ext uri="{FF2B5EF4-FFF2-40B4-BE49-F238E27FC236}">
                  <a16:creationId xmlns:a16="http://schemas.microsoft.com/office/drawing/2014/main" id="{378D1A79-52C0-6A4A-B81A-0201AF4D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037"/>
              <a:ext cx="320" cy="871"/>
            </a:xfrm>
            <a:custGeom>
              <a:avLst/>
              <a:gdLst>
                <a:gd name="T0" fmla="*/ 5 w 2558"/>
                <a:gd name="T1" fmla="*/ 14 h 6970"/>
                <a:gd name="T2" fmla="*/ 5 w 2558"/>
                <a:gd name="T3" fmla="*/ 13 h 6970"/>
                <a:gd name="T4" fmla="*/ 5 w 2558"/>
                <a:gd name="T5" fmla="*/ 13 h 6970"/>
                <a:gd name="T6" fmla="*/ 4 w 2558"/>
                <a:gd name="T7" fmla="*/ 10 h 6970"/>
                <a:gd name="T8" fmla="*/ 3 w 2558"/>
                <a:gd name="T9" fmla="*/ 6 h 6970"/>
                <a:gd name="T10" fmla="*/ 3 w 2558"/>
                <a:gd name="T11" fmla="*/ 5 h 6970"/>
                <a:gd name="T12" fmla="*/ 2 w 2558"/>
                <a:gd name="T13" fmla="*/ 3 h 6970"/>
                <a:gd name="T14" fmla="*/ 2 w 2558"/>
                <a:gd name="T15" fmla="*/ 2 h 6970"/>
                <a:gd name="T16" fmla="*/ 3 w 2558"/>
                <a:gd name="T17" fmla="*/ 2 h 6970"/>
                <a:gd name="T18" fmla="*/ 3 w 2558"/>
                <a:gd name="T19" fmla="*/ 1 h 6970"/>
                <a:gd name="T20" fmla="*/ 4 w 2558"/>
                <a:gd name="T21" fmla="*/ 1 h 6970"/>
                <a:gd name="T22" fmla="*/ 4 w 2558"/>
                <a:gd name="T23" fmla="*/ 0 h 6970"/>
                <a:gd name="T24" fmla="*/ 4 w 2558"/>
                <a:gd name="T25" fmla="*/ 0 h 6970"/>
                <a:gd name="T26" fmla="*/ 4 w 2558"/>
                <a:gd name="T27" fmla="*/ 0 h 6970"/>
                <a:gd name="T28" fmla="*/ 3 w 2558"/>
                <a:gd name="T29" fmla="*/ 1 h 6970"/>
                <a:gd name="T30" fmla="*/ 3 w 2558"/>
                <a:gd name="T31" fmla="*/ 1 h 6970"/>
                <a:gd name="T32" fmla="*/ 2 w 2558"/>
                <a:gd name="T33" fmla="*/ 1 h 6970"/>
                <a:gd name="T34" fmla="*/ 1 w 2558"/>
                <a:gd name="T35" fmla="*/ 1 h 6970"/>
                <a:gd name="T36" fmla="*/ 1 w 2558"/>
                <a:gd name="T37" fmla="*/ 1 h 6970"/>
                <a:gd name="T38" fmla="*/ 1 w 2558"/>
                <a:gd name="T39" fmla="*/ 1 h 6970"/>
                <a:gd name="T40" fmla="*/ 1 w 2558"/>
                <a:gd name="T41" fmla="*/ 1 h 6970"/>
                <a:gd name="T42" fmla="*/ 1 w 2558"/>
                <a:gd name="T43" fmla="*/ 0 h 6970"/>
                <a:gd name="T44" fmla="*/ 0 w 2558"/>
                <a:gd name="T45" fmla="*/ 1 h 6970"/>
                <a:gd name="T46" fmla="*/ 1 w 2558"/>
                <a:gd name="T47" fmla="*/ 1 h 6970"/>
                <a:gd name="T48" fmla="*/ 1 w 2558"/>
                <a:gd name="T49" fmla="*/ 2 h 6970"/>
                <a:gd name="T50" fmla="*/ 2 w 2558"/>
                <a:gd name="T51" fmla="*/ 2 h 6970"/>
                <a:gd name="T52" fmla="*/ 2 w 2558"/>
                <a:gd name="T53" fmla="*/ 4 h 6970"/>
                <a:gd name="T54" fmla="*/ 2 w 2558"/>
                <a:gd name="T55" fmla="*/ 7 h 6970"/>
                <a:gd name="T56" fmla="*/ 2 w 2558"/>
                <a:gd name="T57" fmla="*/ 11 h 6970"/>
                <a:gd name="T58" fmla="*/ 2 w 2558"/>
                <a:gd name="T59" fmla="*/ 13 h 6970"/>
                <a:gd name="T60" fmla="*/ 2 w 2558"/>
                <a:gd name="T61" fmla="*/ 14 h 6970"/>
                <a:gd name="T62" fmla="*/ 5 w 2558"/>
                <a:gd name="T63" fmla="*/ 14 h 69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58"/>
                <a:gd name="T97" fmla="*/ 0 h 6970"/>
                <a:gd name="T98" fmla="*/ 2558 w 2558"/>
                <a:gd name="T99" fmla="*/ 6970 h 69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58" h="6970">
                  <a:moveTo>
                    <a:pt x="2558" y="6970"/>
                  </a:moveTo>
                  <a:lnTo>
                    <a:pt x="2334" y="6670"/>
                  </a:lnTo>
                  <a:lnTo>
                    <a:pt x="2268" y="6525"/>
                  </a:lnTo>
                  <a:lnTo>
                    <a:pt x="1870" y="4973"/>
                  </a:lnTo>
                  <a:lnTo>
                    <a:pt x="1747" y="3283"/>
                  </a:lnTo>
                  <a:lnTo>
                    <a:pt x="1580" y="2393"/>
                  </a:lnTo>
                  <a:lnTo>
                    <a:pt x="1228" y="1741"/>
                  </a:lnTo>
                  <a:lnTo>
                    <a:pt x="1187" y="1292"/>
                  </a:lnTo>
                  <a:lnTo>
                    <a:pt x="1507" y="842"/>
                  </a:lnTo>
                  <a:lnTo>
                    <a:pt x="1507" y="729"/>
                  </a:lnTo>
                  <a:lnTo>
                    <a:pt x="1929" y="485"/>
                  </a:lnTo>
                  <a:lnTo>
                    <a:pt x="2111" y="97"/>
                  </a:lnTo>
                  <a:lnTo>
                    <a:pt x="2000" y="0"/>
                  </a:lnTo>
                  <a:lnTo>
                    <a:pt x="1929" y="0"/>
                  </a:lnTo>
                  <a:lnTo>
                    <a:pt x="1629" y="303"/>
                  </a:lnTo>
                  <a:lnTo>
                    <a:pt x="1468" y="729"/>
                  </a:lnTo>
                  <a:lnTo>
                    <a:pt x="1112" y="729"/>
                  </a:lnTo>
                  <a:lnTo>
                    <a:pt x="654" y="802"/>
                  </a:lnTo>
                  <a:lnTo>
                    <a:pt x="509" y="694"/>
                  </a:lnTo>
                  <a:lnTo>
                    <a:pt x="433" y="582"/>
                  </a:lnTo>
                  <a:lnTo>
                    <a:pt x="378" y="323"/>
                  </a:lnTo>
                  <a:lnTo>
                    <a:pt x="246" y="206"/>
                  </a:lnTo>
                  <a:lnTo>
                    <a:pt x="0" y="393"/>
                  </a:lnTo>
                  <a:lnTo>
                    <a:pt x="283" y="771"/>
                  </a:lnTo>
                  <a:lnTo>
                    <a:pt x="562" y="861"/>
                  </a:lnTo>
                  <a:lnTo>
                    <a:pt x="931" y="1312"/>
                  </a:lnTo>
                  <a:lnTo>
                    <a:pt x="744" y="2272"/>
                  </a:lnTo>
                  <a:lnTo>
                    <a:pt x="744" y="3538"/>
                  </a:lnTo>
                  <a:lnTo>
                    <a:pt x="982" y="5610"/>
                  </a:lnTo>
                  <a:lnTo>
                    <a:pt x="1004" y="6594"/>
                  </a:lnTo>
                  <a:lnTo>
                    <a:pt x="931" y="6970"/>
                  </a:lnTo>
                  <a:lnTo>
                    <a:pt x="2558" y="697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1" name="Freeform 409">
              <a:extLst>
                <a:ext uri="{FF2B5EF4-FFF2-40B4-BE49-F238E27FC236}">
                  <a16:creationId xmlns:a16="http://schemas.microsoft.com/office/drawing/2014/main" id="{497B08DC-50E4-E04B-9779-6F3A3C39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128"/>
              <a:ext cx="104" cy="780"/>
            </a:xfrm>
            <a:custGeom>
              <a:avLst/>
              <a:gdLst>
                <a:gd name="T0" fmla="*/ 1 w 835"/>
                <a:gd name="T1" fmla="*/ 0 h 6241"/>
                <a:gd name="T2" fmla="*/ 1 w 835"/>
                <a:gd name="T3" fmla="*/ 0 h 6241"/>
                <a:gd name="T4" fmla="*/ 1 w 835"/>
                <a:gd name="T5" fmla="*/ 1 h 6241"/>
                <a:gd name="T6" fmla="*/ 1 w 835"/>
                <a:gd name="T7" fmla="*/ 1 h 6241"/>
                <a:gd name="T8" fmla="*/ 1 w 835"/>
                <a:gd name="T9" fmla="*/ 1 h 6241"/>
                <a:gd name="T10" fmla="*/ 1 w 835"/>
                <a:gd name="T11" fmla="*/ 1 h 6241"/>
                <a:gd name="T12" fmla="*/ 1 w 835"/>
                <a:gd name="T13" fmla="*/ 2 h 6241"/>
                <a:gd name="T14" fmla="*/ 2 w 835"/>
                <a:gd name="T15" fmla="*/ 3 h 6241"/>
                <a:gd name="T16" fmla="*/ 1 w 835"/>
                <a:gd name="T17" fmla="*/ 2 h 6241"/>
                <a:gd name="T18" fmla="*/ 1 w 835"/>
                <a:gd name="T19" fmla="*/ 2 h 6241"/>
                <a:gd name="T20" fmla="*/ 1 w 835"/>
                <a:gd name="T21" fmla="*/ 2 h 6241"/>
                <a:gd name="T22" fmla="*/ 1 w 835"/>
                <a:gd name="T23" fmla="*/ 2 h 6241"/>
                <a:gd name="T24" fmla="*/ 0 w 835"/>
                <a:gd name="T25" fmla="*/ 3 h 6241"/>
                <a:gd name="T26" fmla="*/ 0 w 835"/>
                <a:gd name="T27" fmla="*/ 4 h 6241"/>
                <a:gd name="T28" fmla="*/ 1 w 835"/>
                <a:gd name="T29" fmla="*/ 8 h 6241"/>
                <a:gd name="T30" fmla="*/ 1 w 835"/>
                <a:gd name="T31" fmla="*/ 10 h 6241"/>
                <a:gd name="T32" fmla="*/ 1 w 835"/>
                <a:gd name="T33" fmla="*/ 12 h 6241"/>
                <a:gd name="T34" fmla="*/ 1 w 835"/>
                <a:gd name="T35" fmla="*/ 12 h 6241"/>
                <a:gd name="T36" fmla="*/ 0 w 835"/>
                <a:gd name="T37" fmla="*/ 12 h 6241"/>
                <a:gd name="T38" fmla="*/ 1 w 835"/>
                <a:gd name="T39" fmla="*/ 11 h 6241"/>
                <a:gd name="T40" fmla="*/ 1 w 835"/>
                <a:gd name="T41" fmla="*/ 10 h 6241"/>
                <a:gd name="T42" fmla="*/ 0 w 835"/>
                <a:gd name="T43" fmla="*/ 9 h 6241"/>
                <a:gd name="T44" fmla="*/ 0 w 835"/>
                <a:gd name="T45" fmla="*/ 8 h 6241"/>
                <a:gd name="T46" fmla="*/ 0 w 835"/>
                <a:gd name="T47" fmla="*/ 7 h 6241"/>
                <a:gd name="T48" fmla="*/ 0 w 835"/>
                <a:gd name="T49" fmla="*/ 5 h 6241"/>
                <a:gd name="T50" fmla="*/ 0 w 835"/>
                <a:gd name="T51" fmla="*/ 4 h 6241"/>
                <a:gd name="T52" fmla="*/ 0 w 835"/>
                <a:gd name="T53" fmla="*/ 3 h 6241"/>
                <a:gd name="T54" fmla="*/ 0 w 835"/>
                <a:gd name="T55" fmla="*/ 2 h 6241"/>
                <a:gd name="T56" fmla="*/ 1 w 835"/>
                <a:gd name="T57" fmla="*/ 1 h 6241"/>
                <a:gd name="T58" fmla="*/ 0 w 835"/>
                <a:gd name="T59" fmla="*/ 1 h 6241"/>
                <a:gd name="T60" fmla="*/ 0 w 835"/>
                <a:gd name="T61" fmla="*/ 1 h 6241"/>
                <a:gd name="T62" fmla="*/ 0 w 835"/>
                <a:gd name="T63" fmla="*/ 0 h 6241"/>
                <a:gd name="T64" fmla="*/ 0 w 835"/>
                <a:gd name="T65" fmla="*/ 0 h 6241"/>
                <a:gd name="T66" fmla="*/ 1 w 835"/>
                <a:gd name="T67" fmla="*/ 0 h 6241"/>
                <a:gd name="T68" fmla="*/ 1 w 835"/>
                <a:gd name="T69" fmla="*/ 0 h 624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35"/>
                <a:gd name="T106" fmla="*/ 0 h 6241"/>
                <a:gd name="T107" fmla="*/ 835 w 835"/>
                <a:gd name="T108" fmla="*/ 6241 h 624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35" h="6241">
                  <a:moveTo>
                    <a:pt x="538" y="0"/>
                  </a:moveTo>
                  <a:lnTo>
                    <a:pt x="443" y="132"/>
                  </a:lnTo>
                  <a:lnTo>
                    <a:pt x="485" y="297"/>
                  </a:lnTo>
                  <a:lnTo>
                    <a:pt x="485" y="464"/>
                  </a:lnTo>
                  <a:lnTo>
                    <a:pt x="575" y="563"/>
                  </a:lnTo>
                  <a:lnTo>
                    <a:pt x="611" y="743"/>
                  </a:lnTo>
                  <a:lnTo>
                    <a:pt x="667" y="1125"/>
                  </a:lnTo>
                  <a:lnTo>
                    <a:pt x="835" y="1451"/>
                  </a:lnTo>
                  <a:lnTo>
                    <a:pt x="611" y="1148"/>
                  </a:lnTo>
                  <a:lnTo>
                    <a:pt x="538" y="1125"/>
                  </a:lnTo>
                  <a:lnTo>
                    <a:pt x="443" y="1125"/>
                  </a:lnTo>
                  <a:lnTo>
                    <a:pt x="371" y="1192"/>
                  </a:lnTo>
                  <a:lnTo>
                    <a:pt x="289" y="1475"/>
                  </a:lnTo>
                  <a:lnTo>
                    <a:pt x="279" y="1851"/>
                  </a:lnTo>
                  <a:lnTo>
                    <a:pt x="556" y="4292"/>
                  </a:lnTo>
                  <a:lnTo>
                    <a:pt x="632" y="5272"/>
                  </a:lnTo>
                  <a:lnTo>
                    <a:pt x="676" y="6052"/>
                  </a:lnTo>
                  <a:lnTo>
                    <a:pt x="727" y="6241"/>
                  </a:lnTo>
                  <a:lnTo>
                    <a:pt x="289" y="6241"/>
                  </a:lnTo>
                  <a:lnTo>
                    <a:pt x="353" y="5674"/>
                  </a:lnTo>
                  <a:lnTo>
                    <a:pt x="335" y="5185"/>
                  </a:lnTo>
                  <a:lnTo>
                    <a:pt x="289" y="4620"/>
                  </a:lnTo>
                  <a:lnTo>
                    <a:pt x="206" y="4222"/>
                  </a:lnTo>
                  <a:lnTo>
                    <a:pt x="109" y="3428"/>
                  </a:lnTo>
                  <a:lnTo>
                    <a:pt x="74" y="2626"/>
                  </a:lnTo>
                  <a:lnTo>
                    <a:pt x="74" y="1962"/>
                  </a:lnTo>
                  <a:lnTo>
                    <a:pt x="109" y="1451"/>
                  </a:lnTo>
                  <a:lnTo>
                    <a:pt x="224" y="961"/>
                  </a:lnTo>
                  <a:lnTo>
                    <a:pt x="316" y="600"/>
                  </a:lnTo>
                  <a:lnTo>
                    <a:pt x="289" y="512"/>
                  </a:lnTo>
                  <a:lnTo>
                    <a:pt x="190" y="418"/>
                  </a:lnTo>
                  <a:lnTo>
                    <a:pt x="0" y="113"/>
                  </a:lnTo>
                  <a:lnTo>
                    <a:pt x="241" y="18"/>
                  </a:lnTo>
                  <a:lnTo>
                    <a:pt x="425" y="0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2" name="Freeform 410">
              <a:extLst>
                <a:ext uri="{FF2B5EF4-FFF2-40B4-BE49-F238E27FC236}">
                  <a16:creationId xmlns:a16="http://schemas.microsoft.com/office/drawing/2014/main" id="{CDB4E12D-53CE-3F4C-8EB4-65ADE6578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611"/>
              <a:ext cx="386" cy="149"/>
            </a:xfrm>
            <a:custGeom>
              <a:avLst/>
              <a:gdLst>
                <a:gd name="T0" fmla="*/ 6 w 3087"/>
                <a:gd name="T1" fmla="*/ 0 h 1192"/>
                <a:gd name="T2" fmla="*/ 4 w 3087"/>
                <a:gd name="T3" fmla="*/ 0 h 1192"/>
                <a:gd name="T4" fmla="*/ 2 w 3087"/>
                <a:gd name="T5" fmla="*/ 0 h 1192"/>
                <a:gd name="T6" fmla="*/ 0 w 3087"/>
                <a:gd name="T7" fmla="*/ 1 h 1192"/>
                <a:gd name="T8" fmla="*/ 0 w 3087"/>
                <a:gd name="T9" fmla="*/ 2 h 1192"/>
                <a:gd name="T10" fmla="*/ 4 w 3087"/>
                <a:gd name="T11" fmla="*/ 2 h 1192"/>
                <a:gd name="T12" fmla="*/ 5 w 3087"/>
                <a:gd name="T13" fmla="*/ 1 h 1192"/>
                <a:gd name="T14" fmla="*/ 5 w 3087"/>
                <a:gd name="T15" fmla="*/ 1 h 1192"/>
                <a:gd name="T16" fmla="*/ 6 w 3087"/>
                <a:gd name="T17" fmla="*/ 0 h 1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87"/>
                <a:gd name="T28" fmla="*/ 0 h 1192"/>
                <a:gd name="T29" fmla="*/ 3087 w 3087"/>
                <a:gd name="T30" fmla="*/ 1192 h 119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87" h="1192">
                  <a:moveTo>
                    <a:pt x="3087" y="0"/>
                  </a:moveTo>
                  <a:lnTo>
                    <a:pt x="1941" y="0"/>
                  </a:lnTo>
                  <a:lnTo>
                    <a:pt x="934" y="172"/>
                  </a:lnTo>
                  <a:lnTo>
                    <a:pt x="0" y="641"/>
                  </a:lnTo>
                  <a:lnTo>
                    <a:pt x="125" y="1141"/>
                  </a:lnTo>
                  <a:lnTo>
                    <a:pt x="1960" y="1192"/>
                  </a:lnTo>
                  <a:lnTo>
                    <a:pt x="2547" y="507"/>
                  </a:lnTo>
                  <a:lnTo>
                    <a:pt x="2686" y="378"/>
                  </a:lnTo>
                  <a:lnTo>
                    <a:pt x="3087" y="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3" name="Freeform 411">
              <a:extLst>
                <a:ext uri="{FF2B5EF4-FFF2-40B4-BE49-F238E27FC236}">
                  <a16:creationId xmlns:a16="http://schemas.microsoft.com/office/drawing/2014/main" id="{06419242-B37B-324C-9EE7-294B7FA05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575"/>
              <a:ext cx="498" cy="261"/>
            </a:xfrm>
            <a:custGeom>
              <a:avLst/>
              <a:gdLst>
                <a:gd name="T0" fmla="*/ 8 w 3991"/>
                <a:gd name="T1" fmla="*/ 4 h 2091"/>
                <a:gd name="T2" fmla="*/ 7 w 3991"/>
                <a:gd name="T3" fmla="*/ 3 h 2091"/>
                <a:gd name="T4" fmla="*/ 6 w 3991"/>
                <a:gd name="T5" fmla="*/ 3 h 2091"/>
                <a:gd name="T6" fmla="*/ 6 w 3991"/>
                <a:gd name="T7" fmla="*/ 3 h 2091"/>
                <a:gd name="T8" fmla="*/ 6 w 3991"/>
                <a:gd name="T9" fmla="*/ 2 h 2091"/>
                <a:gd name="T10" fmla="*/ 3 w 3991"/>
                <a:gd name="T11" fmla="*/ 2 h 2091"/>
                <a:gd name="T12" fmla="*/ 2 w 3991"/>
                <a:gd name="T13" fmla="*/ 3 h 2091"/>
                <a:gd name="T14" fmla="*/ 1 w 3991"/>
                <a:gd name="T15" fmla="*/ 1 h 2091"/>
                <a:gd name="T16" fmla="*/ 0 w 3991"/>
                <a:gd name="T17" fmla="*/ 0 h 2091"/>
                <a:gd name="T18" fmla="*/ 0 w 3991"/>
                <a:gd name="T19" fmla="*/ 0 h 2091"/>
                <a:gd name="T20" fmla="*/ 0 w 3991"/>
                <a:gd name="T21" fmla="*/ 0 h 2091"/>
                <a:gd name="T22" fmla="*/ 2 w 3991"/>
                <a:gd name="T23" fmla="*/ 0 h 2091"/>
                <a:gd name="T24" fmla="*/ 5 w 3991"/>
                <a:gd name="T25" fmla="*/ 1 h 2091"/>
                <a:gd name="T26" fmla="*/ 7 w 3991"/>
                <a:gd name="T27" fmla="*/ 1 h 2091"/>
                <a:gd name="T28" fmla="*/ 7 w 3991"/>
                <a:gd name="T29" fmla="*/ 2 h 2091"/>
                <a:gd name="T30" fmla="*/ 8 w 3991"/>
                <a:gd name="T31" fmla="*/ 4 h 2091"/>
                <a:gd name="T32" fmla="*/ 8 w 3991"/>
                <a:gd name="T33" fmla="*/ 4 h 20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91"/>
                <a:gd name="T52" fmla="*/ 0 h 2091"/>
                <a:gd name="T53" fmla="*/ 3991 w 3991"/>
                <a:gd name="T54" fmla="*/ 2091 h 209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91" h="2091">
                  <a:moveTo>
                    <a:pt x="3892" y="2058"/>
                  </a:moveTo>
                  <a:lnTo>
                    <a:pt x="3583" y="1779"/>
                  </a:lnTo>
                  <a:lnTo>
                    <a:pt x="3258" y="1539"/>
                  </a:lnTo>
                  <a:lnTo>
                    <a:pt x="3166" y="1379"/>
                  </a:lnTo>
                  <a:lnTo>
                    <a:pt x="2949" y="1280"/>
                  </a:lnTo>
                  <a:lnTo>
                    <a:pt x="1707" y="1280"/>
                  </a:lnTo>
                  <a:lnTo>
                    <a:pt x="901" y="1418"/>
                  </a:lnTo>
                  <a:lnTo>
                    <a:pt x="408" y="460"/>
                  </a:lnTo>
                  <a:lnTo>
                    <a:pt x="257" y="284"/>
                  </a:lnTo>
                  <a:lnTo>
                    <a:pt x="0" y="93"/>
                  </a:lnTo>
                  <a:lnTo>
                    <a:pt x="275" y="0"/>
                  </a:lnTo>
                  <a:lnTo>
                    <a:pt x="839" y="0"/>
                  </a:lnTo>
                  <a:lnTo>
                    <a:pt x="2788" y="424"/>
                  </a:lnTo>
                  <a:lnTo>
                    <a:pt x="3597" y="424"/>
                  </a:lnTo>
                  <a:lnTo>
                    <a:pt x="3511" y="1086"/>
                  </a:lnTo>
                  <a:lnTo>
                    <a:pt x="3991" y="2091"/>
                  </a:lnTo>
                  <a:lnTo>
                    <a:pt x="3892" y="2058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4" name="Freeform 412">
              <a:extLst>
                <a:ext uri="{FF2B5EF4-FFF2-40B4-BE49-F238E27FC236}">
                  <a16:creationId xmlns:a16="http://schemas.microsoft.com/office/drawing/2014/main" id="{A6C0D17C-EB54-3F4F-B05A-F5B2856DA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478"/>
              <a:ext cx="428" cy="604"/>
            </a:xfrm>
            <a:custGeom>
              <a:avLst/>
              <a:gdLst>
                <a:gd name="T0" fmla="*/ 3 w 3423"/>
                <a:gd name="T1" fmla="*/ 9 h 4835"/>
                <a:gd name="T2" fmla="*/ 3 w 3423"/>
                <a:gd name="T3" fmla="*/ 9 h 4835"/>
                <a:gd name="T4" fmla="*/ 3 w 3423"/>
                <a:gd name="T5" fmla="*/ 9 h 4835"/>
                <a:gd name="T6" fmla="*/ 2 w 3423"/>
                <a:gd name="T7" fmla="*/ 9 h 4835"/>
                <a:gd name="T8" fmla="*/ 1 w 3423"/>
                <a:gd name="T9" fmla="*/ 8 h 4835"/>
                <a:gd name="T10" fmla="*/ 1 w 3423"/>
                <a:gd name="T11" fmla="*/ 7 h 4835"/>
                <a:gd name="T12" fmla="*/ 1 w 3423"/>
                <a:gd name="T13" fmla="*/ 6 h 4835"/>
                <a:gd name="T14" fmla="*/ 1 w 3423"/>
                <a:gd name="T15" fmla="*/ 5 h 4835"/>
                <a:gd name="T16" fmla="*/ 0 w 3423"/>
                <a:gd name="T17" fmla="*/ 4 h 4835"/>
                <a:gd name="T18" fmla="*/ 0 w 3423"/>
                <a:gd name="T19" fmla="*/ 3 h 4835"/>
                <a:gd name="T20" fmla="*/ 2 w 3423"/>
                <a:gd name="T21" fmla="*/ 1 h 4835"/>
                <a:gd name="T22" fmla="*/ 5 w 3423"/>
                <a:gd name="T23" fmla="*/ 0 h 4835"/>
                <a:gd name="T24" fmla="*/ 6 w 3423"/>
                <a:gd name="T25" fmla="*/ 1 h 4835"/>
                <a:gd name="T26" fmla="*/ 7 w 3423"/>
                <a:gd name="T27" fmla="*/ 3 h 4835"/>
                <a:gd name="T28" fmla="*/ 6 w 3423"/>
                <a:gd name="T29" fmla="*/ 5 h 4835"/>
                <a:gd name="T30" fmla="*/ 5 w 3423"/>
                <a:gd name="T31" fmla="*/ 7 h 4835"/>
                <a:gd name="T32" fmla="*/ 5 w 3423"/>
                <a:gd name="T33" fmla="*/ 8 h 4835"/>
                <a:gd name="T34" fmla="*/ 5 w 3423"/>
                <a:gd name="T35" fmla="*/ 9 h 4835"/>
                <a:gd name="T36" fmla="*/ 5 w 3423"/>
                <a:gd name="T37" fmla="*/ 9 h 4835"/>
                <a:gd name="T38" fmla="*/ 4 w 3423"/>
                <a:gd name="T39" fmla="*/ 9 h 4835"/>
                <a:gd name="T40" fmla="*/ 3 w 3423"/>
                <a:gd name="T41" fmla="*/ 9 h 48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423"/>
                <a:gd name="T64" fmla="*/ 0 h 4835"/>
                <a:gd name="T65" fmla="*/ 3423 w 3423"/>
                <a:gd name="T66" fmla="*/ 4835 h 483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423" h="4835">
                  <a:moveTo>
                    <a:pt x="1743" y="4740"/>
                  </a:moveTo>
                  <a:lnTo>
                    <a:pt x="1505" y="4668"/>
                  </a:lnTo>
                  <a:lnTo>
                    <a:pt x="1259" y="4632"/>
                  </a:lnTo>
                  <a:lnTo>
                    <a:pt x="1136" y="4472"/>
                  </a:lnTo>
                  <a:lnTo>
                    <a:pt x="670" y="4103"/>
                  </a:lnTo>
                  <a:lnTo>
                    <a:pt x="582" y="3859"/>
                  </a:lnTo>
                  <a:lnTo>
                    <a:pt x="582" y="3061"/>
                  </a:lnTo>
                  <a:lnTo>
                    <a:pt x="274" y="2554"/>
                  </a:lnTo>
                  <a:lnTo>
                    <a:pt x="0" y="1868"/>
                  </a:lnTo>
                  <a:lnTo>
                    <a:pt x="120" y="1607"/>
                  </a:lnTo>
                  <a:lnTo>
                    <a:pt x="929" y="404"/>
                  </a:lnTo>
                  <a:lnTo>
                    <a:pt x="2637" y="0"/>
                  </a:lnTo>
                  <a:lnTo>
                    <a:pt x="3158" y="323"/>
                  </a:lnTo>
                  <a:lnTo>
                    <a:pt x="3423" y="1328"/>
                  </a:lnTo>
                  <a:lnTo>
                    <a:pt x="3197" y="2661"/>
                  </a:lnTo>
                  <a:lnTo>
                    <a:pt x="2755" y="3629"/>
                  </a:lnTo>
                  <a:lnTo>
                    <a:pt x="2665" y="4044"/>
                  </a:lnTo>
                  <a:lnTo>
                    <a:pt x="2543" y="4443"/>
                  </a:lnTo>
                  <a:lnTo>
                    <a:pt x="2294" y="4632"/>
                  </a:lnTo>
                  <a:lnTo>
                    <a:pt x="2013" y="4835"/>
                  </a:lnTo>
                  <a:lnTo>
                    <a:pt x="1743" y="4740"/>
                  </a:lnTo>
                  <a:close/>
                </a:path>
              </a:pathLst>
            </a:custGeom>
            <a:solidFill>
              <a:srgbClr val="FFC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5" name="Freeform 413">
              <a:extLst>
                <a:ext uri="{FF2B5EF4-FFF2-40B4-BE49-F238E27FC236}">
                  <a16:creationId xmlns:a16="http://schemas.microsoft.com/office/drawing/2014/main" id="{C80A4812-847C-6C45-AB54-39AEEC11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414"/>
              <a:ext cx="387" cy="272"/>
            </a:xfrm>
            <a:custGeom>
              <a:avLst/>
              <a:gdLst>
                <a:gd name="T0" fmla="*/ 6 w 3094"/>
                <a:gd name="T1" fmla="*/ 1 h 2172"/>
                <a:gd name="T2" fmla="*/ 6 w 3094"/>
                <a:gd name="T3" fmla="*/ 1 h 2172"/>
                <a:gd name="T4" fmla="*/ 6 w 3094"/>
                <a:gd name="T5" fmla="*/ 0 h 2172"/>
                <a:gd name="T6" fmla="*/ 5 w 3094"/>
                <a:gd name="T7" fmla="*/ 0 h 2172"/>
                <a:gd name="T8" fmla="*/ 4 w 3094"/>
                <a:gd name="T9" fmla="*/ 0 h 2172"/>
                <a:gd name="T10" fmla="*/ 3 w 3094"/>
                <a:gd name="T11" fmla="*/ 0 h 2172"/>
                <a:gd name="T12" fmla="*/ 3 w 3094"/>
                <a:gd name="T13" fmla="*/ 0 h 2172"/>
                <a:gd name="T14" fmla="*/ 2 w 3094"/>
                <a:gd name="T15" fmla="*/ 1 h 2172"/>
                <a:gd name="T16" fmla="*/ 1 w 3094"/>
                <a:gd name="T17" fmla="*/ 1 h 2172"/>
                <a:gd name="T18" fmla="*/ 1 w 3094"/>
                <a:gd name="T19" fmla="*/ 2 h 2172"/>
                <a:gd name="T20" fmla="*/ 1 w 3094"/>
                <a:gd name="T21" fmla="*/ 3 h 2172"/>
                <a:gd name="T22" fmla="*/ 0 w 3094"/>
                <a:gd name="T23" fmla="*/ 4 h 2172"/>
                <a:gd name="T24" fmla="*/ 0 w 3094"/>
                <a:gd name="T25" fmla="*/ 4 h 2172"/>
                <a:gd name="T26" fmla="*/ 0 w 3094"/>
                <a:gd name="T27" fmla="*/ 4 h 2172"/>
                <a:gd name="T28" fmla="*/ 1 w 3094"/>
                <a:gd name="T29" fmla="*/ 4 h 2172"/>
                <a:gd name="T30" fmla="*/ 2 w 3094"/>
                <a:gd name="T31" fmla="*/ 2 h 2172"/>
                <a:gd name="T32" fmla="*/ 3 w 3094"/>
                <a:gd name="T33" fmla="*/ 2 h 2172"/>
                <a:gd name="T34" fmla="*/ 4 w 3094"/>
                <a:gd name="T35" fmla="*/ 1 h 2172"/>
                <a:gd name="T36" fmla="*/ 4 w 3094"/>
                <a:gd name="T37" fmla="*/ 2 h 2172"/>
                <a:gd name="T38" fmla="*/ 5 w 3094"/>
                <a:gd name="T39" fmla="*/ 1 h 2172"/>
                <a:gd name="T40" fmla="*/ 6 w 3094"/>
                <a:gd name="T41" fmla="*/ 1 h 2172"/>
                <a:gd name="T42" fmla="*/ 6 w 3094"/>
                <a:gd name="T43" fmla="*/ 1 h 217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094"/>
                <a:gd name="T67" fmla="*/ 0 h 2172"/>
                <a:gd name="T68" fmla="*/ 3094 w 3094"/>
                <a:gd name="T69" fmla="*/ 2172 h 217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094" h="2172">
                  <a:moveTo>
                    <a:pt x="3094" y="567"/>
                  </a:moveTo>
                  <a:lnTo>
                    <a:pt x="3094" y="395"/>
                  </a:lnTo>
                  <a:lnTo>
                    <a:pt x="2940" y="201"/>
                  </a:lnTo>
                  <a:lnTo>
                    <a:pt x="2659" y="35"/>
                  </a:lnTo>
                  <a:lnTo>
                    <a:pt x="2261" y="0"/>
                  </a:lnTo>
                  <a:lnTo>
                    <a:pt x="1649" y="53"/>
                  </a:lnTo>
                  <a:lnTo>
                    <a:pt x="1308" y="149"/>
                  </a:lnTo>
                  <a:lnTo>
                    <a:pt x="997" y="300"/>
                  </a:lnTo>
                  <a:lnTo>
                    <a:pt x="672" y="544"/>
                  </a:lnTo>
                  <a:lnTo>
                    <a:pt x="374" y="1019"/>
                  </a:lnTo>
                  <a:lnTo>
                    <a:pt x="262" y="1469"/>
                  </a:lnTo>
                  <a:lnTo>
                    <a:pt x="0" y="2019"/>
                  </a:lnTo>
                  <a:lnTo>
                    <a:pt x="0" y="2137"/>
                  </a:lnTo>
                  <a:lnTo>
                    <a:pt x="130" y="2172"/>
                  </a:lnTo>
                  <a:lnTo>
                    <a:pt x="580" y="1849"/>
                  </a:lnTo>
                  <a:lnTo>
                    <a:pt x="1015" y="1042"/>
                  </a:lnTo>
                  <a:lnTo>
                    <a:pt x="1297" y="1003"/>
                  </a:lnTo>
                  <a:lnTo>
                    <a:pt x="2037" y="715"/>
                  </a:lnTo>
                  <a:lnTo>
                    <a:pt x="1995" y="872"/>
                  </a:lnTo>
                  <a:lnTo>
                    <a:pt x="2571" y="507"/>
                  </a:lnTo>
                  <a:lnTo>
                    <a:pt x="2989" y="507"/>
                  </a:lnTo>
                  <a:lnTo>
                    <a:pt x="3094" y="567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6" name="Freeform 414">
              <a:extLst>
                <a:ext uri="{FF2B5EF4-FFF2-40B4-BE49-F238E27FC236}">
                  <a16:creationId xmlns:a16="http://schemas.microsoft.com/office/drawing/2014/main" id="{CA5308D8-64AF-7D46-B994-BA8CB129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79"/>
              <a:ext cx="55" cy="16"/>
            </a:xfrm>
            <a:custGeom>
              <a:avLst/>
              <a:gdLst>
                <a:gd name="T0" fmla="*/ 0 w 440"/>
                <a:gd name="T1" fmla="*/ 0 h 131"/>
                <a:gd name="T2" fmla="*/ 0 w 440"/>
                <a:gd name="T3" fmla="*/ 0 h 131"/>
                <a:gd name="T4" fmla="*/ 1 w 440"/>
                <a:gd name="T5" fmla="*/ 0 h 131"/>
                <a:gd name="T6" fmla="*/ 1 w 440"/>
                <a:gd name="T7" fmla="*/ 0 h 131"/>
                <a:gd name="T8" fmla="*/ 1 w 440"/>
                <a:gd name="T9" fmla="*/ 0 h 131"/>
                <a:gd name="T10" fmla="*/ 1 w 440"/>
                <a:gd name="T11" fmla="*/ 0 h 131"/>
                <a:gd name="T12" fmla="*/ 0 w 440"/>
                <a:gd name="T13" fmla="*/ 0 h 131"/>
                <a:gd name="T14" fmla="*/ 0 w 440"/>
                <a:gd name="T15" fmla="*/ 0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0"/>
                <a:gd name="T25" fmla="*/ 0 h 131"/>
                <a:gd name="T26" fmla="*/ 440 w 440"/>
                <a:gd name="T27" fmla="*/ 131 h 1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0" h="131">
                  <a:moveTo>
                    <a:pt x="0" y="58"/>
                  </a:moveTo>
                  <a:lnTo>
                    <a:pt x="85" y="131"/>
                  </a:lnTo>
                  <a:lnTo>
                    <a:pt x="338" y="131"/>
                  </a:lnTo>
                  <a:lnTo>
                    <a:pt x="384" y="111"/>
                  </a:lnTo>
                  <a:lnTo>
                    <a:pt x="440" y="111"/>
                  </a:lnTo>
                  <a:lnTo>
                    <a:pt x="325" y="0"/>
                  </a:lnTo>
                  <a:lnTo>
                    <a:pt x="85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7" name="Freeform 415">
              <a:extLst>
                <a:ext uri="{FF2B5EF4-FFF2-40B4-BE49-F238E27FC236}">
                  <a16:creationId xmlns:a16="http://schemas.microsoft.com/office/drawing/2014/main" id="{330BA35A-F01E-744F-95AA-24D09B0E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704"/>
              <a:ext cx="54" cy="15"/>
            </a:xfrm>
            <a:custGeom>
              <a:avLst/>
              <a:gdLst>
                <a:gd name="T0" fmla="*/ 0 w 434"/>
                <a:gd name="T1" fmla="*/ 0 h 117"/>
                <a:gd name="T2" fmla="*/ 0 w 434"/>
                <a:gd name="T3" fmla="*/ 0 h 117"/>
                <a:gd name="T4" fmla="*/ 1 w 434"/>
                <a:gd name="T5" fmla="*/ 0 h 117"/>
                <a:gd name="T6" fmla="*/ 1 w 434"/>
                <a:gd name="T7" fmla="*/ 0 h 117"/>
                <a:gd name="T8" fmla="*/ 0 w 434"/>
                <a:gd name="T9" fmla="*/ 0 h 117"/>
                <a:gd name="T10" fmla="*/ 0 w 434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4"/>
                <a:gd name="T19" fmla="*/ 0 h 117"/>
                <a:gd name="T20" fmla="*/ 434 w 434"/>
                <a:gd name="T21" fmla="*/ 117 h 1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4" h="117">
                  <a:moveTo>
                    <a:pt x="0" y="55"/>
                  </a:moveTo>
                  <a:lnTo>
                    <a:pt x="88" y="117"/>
                  </a:lnTo>
                  <a:lnTo>
                    <a:pt x="434" y="117"/>
                  </a:lnTo>
                  <a:lnTo>
                    <a:pt x="314" y="0"/>
                  </a:lnTo>
                  <a:lnTo>
                    <a:pt x="88" y="0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8" name="Freeform 416">
              <a:extLst>
                <a:ext uri="{FF2B5EF4-FFF2-40B4-BE49-F238E27FC236}">
                  <a16:creationId xmlns:a16="http://schemas.microsoft.com/office/drawing/2014/main" id="{3F990564-0265-7A44-B8F3-1A647619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22"/>
              <a:ext cx="130" cy="38"/>
            </a:xfrm>
            <a:custGeom>
              <a:avLst/>
              <a:gdLst>
                <a:gd name="T0" fmla="*/ 0 w 1040"/>
                <a:gd name="T1" fmla="*/ 0 h 303"/>
                <a:gd name="T2" fmla="*/ 1 w 1040"/>
                <a:gd name="T3" fmla="*/ 0 h 303"/>
                <a:gd name="T4" fmla="*/ 2 w 1040"/>
                <a:gd name="T5" fmla="*/ 0 h 303"/>
                <a:gd name="T6" fmla="*/ 2 w 1040"/>
                <a:gd name="T7" fmla="*/ 0 h 303"/>
                <a:gd name="T8" fmla="*/ 2 w 1040"/>
                <a:gd name="T9" fmla="*/ 1 h 303"/>
                <a:gd name="T10" fmla="*/ 1 w 1040"/>
                <a:gd name="T11" fmla="*/ 1 h 303"/>
                <a:gd name="T12" fmla="*/ 0 w 1040"/>
                <a:gd name="T13" fmla="*/ 0 h 303"/>
                <a:gd name="T14" fmla="*/ 0 w 1040"/>
                <a:gd name="T15" fmla="*/ 0 h 303"/>
                <a:gd name="T16" fmla="*/ 0 w 1040"/>
                <a:gd name="T17" fmla="*/ 0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40"/>
                <a:gd name="T28" fmla="*/ 0 h 303"/>
                <a:gd name="T29" fmla="*/ 1040 w 1040"/>
                <a:gd name="T30" fmla="*/ 303 h 30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40" h="303">
                  <a:moveTo>
                    <a:pt x="58" y="0"/>
                  </a:moveTo>
                  <a:lnTo>
                    <a:pt x="548" y="112"/>
                  </a:lnTo>
                  <a:lnTo>
                    <a:pt x="1029" y="112"/>
                  </a:lnTo>
                  <a:lnTo>
                    <a:pt x="1040" y="172"/>
                  </a:lnTo>
                  <a:lnTo>
                    <a:pt x="846" y="303"/>
                  </a:lnTo>
                  <a:lnTo>
                    <a:pt x="548" y="303"/>
                  </a:lnTo>
                  <a:lnTo>
                    <a:pt x="145" y="191"/>
                  </a:lnTo>
                  <a:lnTo>
                    <a:pt x="0" y="6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99" name="Freeform 417">
              <a:extLst>
                <a:ext uri="{FF2B5EF4-FFF2-40B4-BE49-F238E27FC236}">
                  <a16:creationId xmlns:a16="http://schemas.microsoft.com/office/drawing/2014/main" id="{A98B1505-C0C2-BD4E-BB96-9ECFE57C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639"/>
              <a:ext cx="73" cy="48"/>
            </a:xfrm>
            <a:custGeom>
              <a:avLst/>
              <a:gdLst>
                <a:gd name="T0" fmla="*/ 0 w 586"/>
                <a:gd name="T1" fmla="*/ 0 h 386"/>
                <a:gd name="T2" fmla="*/ 0 w 586"/>
                <a:gd name="T3" fmla="*/ 0 h 386"/>
                <a:gd name="T4" fmla="*/ 1 w 586"/>
                <a:gd name="T5" fmla="*/ 1 h 386"/>
                <a:gd name="T6" fmla="*/ 1 w 586"/>
                <a:gd name="T7" fmla="*/ 0 h 386"/>
                <a:gd name="T8" fmla="*/ 0 w 586"/>
                <a:gd name="T9" fmla="*/ 0 h 386"/>
                <a:gd name="T10" fmla="*/ 0 w 586"/>
                <a:gd name="T11" fmla="*/ 0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6"/>
                <a:gd name="T19" fmla="*/ 0 h 386"/>
                <a:gd name="T20" fmla="*/ 586 w 586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6" h="386">
                  <a:moveTo>
                    <a:pt x="0" y="0"/>
                  </a:moveTo>
                  <a:lnTo>
                    <a:pt x="103" y="209"/>
                  </a:lnTo>
                  <a:lnTo>
                    <a:pt x="586" y="386"/>
                  </a:lnTo>
                  <a:lnTo>
                    <a:pt x="520" y="185"/>
                  </a:lnTo>
                  <a:lnTo>
                    <a:pt x="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0" name="Freeform 418">
              <a:extLst>
                <a:ext uri="{FF2B5EF4-FFF2-40B4-BE49-F238E27FC236}">
                  <a16:creationId xmlns:a16="http://schemas.microsoft.com/office/drawing/2014/main" id="{896463C0-E825-1249-93FC-5F644815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28"/>
              <a:ext cx="104" cy="26"/>
            </a:xfrm>
            <a:custGeom>
              <a:avLst/>
              <a:gdLst>
                <a:gd name="T0" fmla="*/ 2 w 838"/>
                <a:gd name="T1" fmla="*/ 0 h 214"/>
                <a:gd name="T2" fmla="*/ 1 w 838"/>
                <a:gd name="T3" fmla="*/ 0 h 214"/>
                <a:gd name="T4" fmla="*/ 0 w 838"/>
                <a:gd name="T5" fmla="*/ 0 h 214"/>
                <a:gd name="T6" fmla="*/ 0 w 838"/>
                <a:gd name="T7" fmla="*/ 0 h 214"/>
                <a:gd name="T8" fmla="*/ 0 w 838"/>
                <a:gd name="T9" fmla="*/ 0 h 214"/>
                <a:gd name="T10" fmla="*/ 1 w 838"/>
                <a:gd name="T11" fmla="*/ 0 h 214"/>
                <a:gd name="T12" fmla="*/ 1 w 838"/>
                <a:gd name="T13" fmla="*/ 0 h 214"/>
                <a:gd name="T14" fmla="*/ 1 w 838"/>
                <a:gd name="T15" fmla="*/ 0 h 214"/>
                <a:gd name="T16" fmla="*/ 2 w 838"/>
                <a:gd name="T17" fmla="*/ 0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38"/>
                <a:gd name="T28" fmla="*/ 0 h 214"/>
                <a:gd name="T29" fmla="*/ 838 w 838"/>
                <a:gd name="T30" fmla="*/ 214 h 2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38" h="214">
                  <a:moveTo>
                    <a:pt x="838" y="67"/>
                  </a:moveTo>
                  <a:lnTo>
                    <a:pt x="532" y="214"/>
                  </a:lnTo>
                  <a:lnTo>
                    <a:pt x="202" y="152"/>
                  </a:lnTo>
                  <a:lnTo>
                    <a:pt x="0" y="214"/>
                  </a:lnTo>
                  <a:lnTo>
                    <a:pt x="156" y="51"/>
                  </a:lnTo>
                  <a:lnTo>
                    <a:pt x="308" y="0"/>
                  </a:lnTo>
                  <a:lnTo>
                    <a:pt x="448" y="67"/>
                  </a:lnTo>
                  <a:lnTo>
                    <a:pt x="769" y="25"/>
                  </a:lnTo>
                  <a:lnTo>
                    <a:pt x="838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1" name="Freeform 419">
              <a:extLst>
                <a:ext uri="{FF2B5EF4-FFF2-40B4-BE49-F238E27FC236}">
                  <a16:creationId xmlns:a16="http://schemas.microsoft.com/office/drawing/2014/main" id="{CE7D0591-F9EF-EB44-8A92-E51DE04DB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680"/>
              <a:ext cx="34" cy="10"/>
            </a:xfrm>
            <a:custGeom>
              <a:avLst/>
              <a:gdLst>
                <a:gd name="T0" fmla="*/ 0 w 268"/>
                <a:gd name="T1" fmla="*/ 0 h 78"/>
                <a:gd name="T2" fmla="*/ 0 w 268"/>
                <a:gd name="T3" fmla="*/ 0 h 78"/>
                <a:gd name="T4" fmla="*/ 1 w 268"/>
                <a:gd name="T5" fmla="*/ 0 h 78"/>
                <a:gd name="T6" fmla="*/ 0 w 268"/>
                <a:gd name="T7" fmla="*/ 0 h 78"/>
                <a:gd name="T8" fmla="*/ 0 w 268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8"/>
                <a:gd name="T16" fmla="*/ 0 h 78"/>
                <a:gd name="T17" fmla="*/ 268 w 268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8" h="78">
                  <a:moveTo>
                    <a:pt x="0" y="78"/>
                  </a:moveTo>
                  <a:lnTo>
                    <a:pt x="121" y="0"/>
                  </a:lnTo>
                  <a:lnTo>
                    <a:pt x="268" y="0"/>
                  </a:lnTo>
                  <a:lnTo>
                    <a:pt x="186" y="57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2" name="Freeform 420">
              <a:extLst>
                <a:ext uri="{FF2B5EF4-FFF2-40B4-BE49-F238E27FC236}">
                  <a16:creationId xmlns:a16="http://schemas.microsoft.com/office/drawing/2014/main" id="{12E77956-E6AE-114C-9D4D-94C248936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685"/>
              <a:ext cx="21" cy="12"/>
            </a:xfrm>
            <a:custGeom>
              <a:avLst/>
              <a:gdLst>
                <a:gd name="T0" fmla="*/ 0 w 163"/>
                <a:gd name="T1" fmla="*/ 0 h 96"/>
                <a:gd name="T2" fmla="*/ 0 w 163"/>
                <a:gd name="T3" fmla="*/ 0 h 96"/>
                <a:gd name="T4" fmla="*/ 0 w 163"/>
                <a:gd name="T5" fmla="*/ 0 h 96"/>
                <a:gd name="T6" fmla="*/ 0 w 163"/>
                <a:gd name="T7" fmla="*/ 0 h 96"/>
                <a:gd name="T8" fmla="*/ 0 w 163"/>
                <a:gd name="T9" fmla="*/ 0 h 96"/>
                <a:gd name="T10" fmla="*/ 0 w 163"/>
                <a:gd name="T11" fmla="*/ 0 h 96"/>
                <a:gd name="T12" fmla="*/ 0 w 163"/>
                <a:gd name="T13" fmla="*/ 0 h 96"/>
                <a:gd name="T14" fmla="*/ 0 w 163"/>
                <a:gd name="T15" fmla="*/ 0 h 96"/>
                <a:gd name="T16" fmla="*/ 0 w 163"/>
                <a:gd name="T17" fmla="*/ 0 h 96"/>
                <a:gd name="T18" fmla="*/ 0 w 163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96"/>
                <a:gd name="T32" fmla="*/ 163 w 163"/>
                <a:gd name="T33" fmla="*/ 96 h 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96">
                  <a:moveTo>
                    <a:pt x="23" y="0"/>
                  </a:moveTo>
                  <a:lnTo>
                    <a:pt x="49" y="33"/>
                  </a:lnTo>
                  <a:lnTo>
                    <a:pt x="132" y="33"/>
                  </a:lnTo>
                  <a:lnTo>
                    <a:pt x="163" y="0"/>
                  </a:lnTo>
                  <a:lnTo>
                    <a:pt x="163" y="76"/>
                  </a:lnTo>
                  <a:lnTo>
                    <a:pt x="150" y="96"/>
                  </a:lnTo>
                  <a:lnTo>
                    <a:pt x="37" y="96"/>
                  </a:lnTo>
                  <a:lnTo>
                    <a:pt x="0" y="56"/>
                  </a:lnTo>
                  <a:lnTo>
                    <a:pt x="0" y="1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3" name="Freeform 421">
              <a:extLst>
                <a:ext uri="{FF2B5EF4-FFF2-40B4-BE49-F238E27FC236}">
                  <a16:creationId xmlns:a16="http://schemas.microsoft.com/office/drawing/2014/main" id="{222FF44C-12CB-1E44-954A-BE1D3A33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90"/>
              <a:ext cx="11" cy="7"/>
            </a:xfrm>
            <a:custGeom>
              <a:avLst/>
              <a:gdLst>
                <a:gd name="T0" fmla="*/ 0 w 88"/>
                <a:gd name="T1" fmla="*/ 0 h 63"/>
                <a:gd name="T2" fmla="*/ 0 w 88"/>
                <a:gd name="T3" fmla="*/ 0 h 63"/>
                <a:gd name="T4" fmla="*/ 0 w 88"/>
                <a:gd name="T5" fmla="*/ 0 h 63"/>
                <a:gd name="T6" fmla="*/ 0 w 88"/>
                <a:gd name="T7" fmla="*/ 0 h 63"/>
                <a:gd name="T8" fmla="*/ 0 w 8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"/>
                <a:gd name="T16" fmla="*/ 0 h 63"/>
                <a:gd name="T17" fmla="*/ 88 w 88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" h="63">
                  <a:moveTo>
                    <a:pt x="0" y="0"/>
                  </a:moveTo>
                  <a:lnTo>
                    <a:pt x="73" y="63"/>
                  </a:lnTo>
                  <a:lnTo>
                    <a:pt x="88" y="63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4" name="Freeform 422">
              <a:extLst>
                <a:ext uri="{FF2B5EF4-FFF2-40B4-BE49-F238E27FC236}">
                  <a16:creationId xmlns:a16="http://schemas.microsoft.com/office/drawing/2014/main" id="{7C541DDB-4D01-D340-BA43-0E09D58C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680"/>
              <a:ext cx="30" cy="17"/>
            </a:xfrm>
            <a:custGeom>
              <a:avLst/>
              <a:gdLst>
                <a:gd name="T0" fmla="*/ 0 w 242"/>
                <a:gd name="T1" fmla="*/ 0 h 141"/>
                <a:gd name="T2" fmla="*/ 0 w 242"/>
                <a:gd name="T3" fmla="*/ 0 h 141"/>
                <a:gd name="T4" fmla="*/ 0 w 242"/>
                <a:gd name="T5" fmla="*/ 0 h 141"/>
                <a:gd name="T6" fmla="*/ 0 w 242"/>
                <a:gd name="T7" fmla="*/ 0 h 141"/>
                <a:gd name="T8" fmla="*/ 0 w 242"/>
                <a:gd name="T9" fmla="*/ 0 h 141"/>
                <a:gd name="T10" fmla="*/ 0 w 242"/>
                <a:gd name="T11" fmla="*/ 0 h 141"/>
                <a:gd name="T12" fmla="*/ 0 w 242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2"/>
                <a:gd name="T22" fmla="*/ 0 h 141"/>
                <a:gd name="T23" fmla="*/ 242 w 242"/>
                <a:gd name="T24" fmla="*/ 141 h 1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2" h="141">
                  <a:moveTo>
                    <a:pt x="0" y="0"/>
                  </a:moveTo>
                  <a:lnTo>
                    <a:pt x="57" y="57"/>
                  </a:lnTo>
                  <a:lnTo>
                    <a:pt x="57" y="78"/>
                  </a:lnTo>
                  <a:lnTo>
                    <a:pt x="125" y="78"/>
                  </a:lnTo>
                  <a:lnTo>
                    <a:pt x="242" y="141"/>
                  </a:lnTo>
                  <a:lnTo>
                    <a:pt x="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5" name="Freeform 423">
              <a:extLst>
                <a:ext uri="{FF2B5EF4-FFF2-40B4-BE49-F238E27FC236}">
                  <a16:creationId xmlns:a16="http://schemas.microsoft.com/office/drawing/2014/main" id="{D41BE15A-3DB3-254C-AA3D-301081AE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669"/>
              <a:ext cx="31" cy="28"/>
            </a:xfrm>
            <a:custGeom>
              <a:avLst/>
              <a:gdLst>
                <a:gd name="T0" fmla="*/ 0 w 246"/>
                <a:gd name="T1" fmla="*/ 0 h 224"/>
                <a:gd name="T2" fmla="*/ 0 w 246"/>
                <a:gd name="T3" fmla="*/ 1 h 224"/>
                <a:gd name="T4" fmla="*/ 1 w 246"/>
                <a:gd name="T5" fmla="*/ 0 h 224"/>
                <a:gd name="T6" fmla="*/ 0 w 246"/>
                <a:gd name="T7" fmla="*/ 0 h 224"/>
                <a:gd name="T8" fmla="*/ 0 w 246"/>
                <a:gd name="T9" fmla="*/ 0 h 224"/>
                <a:gd name="T10" fmla="*/ 0 w 246"/>
                <a:gd name="T11" fmla="*/ 0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6"/>
                <a:gd name="T19" fmla="*/ 0 h 224"/>
                <a:gd name="T20" fmla="*/ 246 w 246"/>
                <a:gd name="T21" fmla="*/ 224 h 2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6" h="224">
                  <a:moveTo>
                    <a:pt x="0" y="0"/>
                  </a:moveTo>
                  <a:lnTo>
                    <a:pt x="174" y="224"/>
                  </a:lnTo>
                  <a:lnTo>
                    <a:pt x="246" y="83"/>
                  </a:lnTo>
                  <a:lnTo>
                    <a:pt x="134" y="20"/>
                  </a:lnTo>
                  <a:lnTo>
                    <a:pt x="134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6" name="Freeform 424">
              <a:extLst>
                <a:ext uri="{FF2B5EF4-FFF2-40B4-BE49-F238E27FC236}">
                  <a16:creationId xmlns:a16="http://schemas.microsoft.com/office/drawing/2014/main" id="{868208E5-D035-E545-AD4B-F715AE30A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706"/>
              <a:ext cx="28" cy="17"/>
            </a:xfrm>
            <a:custGeom>
              <a:avLst/>
              <a:gdLst>
                <a:gd name="T0" fmla="*/ 0 w 227"/>
                <a:gd name="T1" fmla="*/ 0 h 136"/>
                <a:gd name="T2" fmla="*/ 0 w 227"/>
                <a:gd name="T3" fmla="*/ 0 h 136"/>
                <a:gd name="T4" fmla="*/ 0 w 227"/>
                <a:gd name="T5" fmla="*/ 0 h 136"/>
                <a:gd name="T6" fmla="*/ 0 w 227"/>
                <a:gd name="T7" fmla="*/ 0 h 136"/>
                <a:gd name="T8" fmla="*/ 0 w 227"/>
                <a:gd name="T9" fmla="*/ 0 h 136"/>
                <a:gd name="T10" fmla="*/ 0 w 227"/>
                <a:gd name="T11" fmla="*/ 0 h 136"/>
                <a:gd name="T12" fmla="*/ 0 w 227"/>
                <a:gd name="T13" fmla="*/ 0 h 136"/>
                <a:gd name="T14" fmla="*/ 0 w 227"/>
                <a:gd name="T15" fmla="*/ 0 h 136"/>
                <a:gd name="T16" fmla="*/ 0 w 227"/>
                <a:gd name="T17" fmla="*/ 0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7"/>
                <a:gd name="T28" fmla="*/ 0 h 136"/>
                <a:gd name="T29" fmla="*/ 227 w 227"/>
                <a:gd name="T30" fmla="*/ 136 h 1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7" h="136">
                  <a:moveTo>
                    <a:pt x="48" y="0"/>
                  </a:moveTo>
                  <a:lnTo>
                    <a:pt x="92" y="99"/>
                  </a:lnTo>
                  <a:lnTo>
                    <a:pt x="227" y="53"/>
                  </a:lnTo>
                  <a:lnTo>
                    <a:pt x="160" y="119"/>
                  </a:lnTo>
                  <a:lnTo>
                    <a:pt x="114" y="136"/>
                  </a:lnTo>
                  <a:lnTo>
                    <a:pt x="79" y="136"/>
                  </a:lnTo>
                  <a:lnTo>
                    <a:pt x="0" y="74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7" name="Freeform 425">
              <a:extLst>
                <a:ext uri="{FF2B5EF4-FFF2-40B4-BE49-F238E27FC236}">
                  <a16:creationId xmlns:a16="http://schemas.microsoft.com/office/drawing/2014/main" id="{0E7A546D-6AA7-9941-9E71-44227867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706"/>
              <a:ext cx="38" cy="17"/>
            </a:xfrm>
            <a:custGeom>
              <a:avLst/>
              <a:gdLst>
                <a:gd name="T0" fmla="*/ 0 w 305"/>
                <a:gd name="T1" fmla="*/ 0 h 136"/>
                <a:gd name="T2" fmla="*/ 0 w 305"/>
                <a:gd name="T3" fmla="*/ 0 h 136"/>
                <a:gd name="T4" fmla="*/ 0 w 305"/>
                <a:gd name="T5" fmla="*/ 0 h 136"/>
                <a:gd name="T6" fmla="*/ 1 w 305"/>
                <a:gd name="T7" fmla="*/ 0 h 136"/>
                <a:gd name="T8" fmla="*/ 0 w 305"/>
                <a:gd name="T9" fmla="*/ 0 h 136"/>
                <a:gd name="T10" fmla="*/ 0 w 305"/>
                <a:gd name="T11" fmla="*/ 0 h 136"/>
                <a:gd name="T12" fmla="*/ 0 w 305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5"/>
                <a:gd name="T22" fmla="*/ 0 h 136"/>
                <a:gd name="T23" fmla="*/ 305 w 305"/>
                <a:gd name="T24" fmla="*/ 136 h 1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5" h="136">
                  <a:moveTo>
                    <a:pt x="33" y="20"/>
                  </a:moveTo>
                  <a:lnTo>
                    <a:pt x="116" y="20"/>
                  </a:lnTo>
                  <a:lnTo>
                    <a:pt x="257" y="136"/>
                  </a:lnTo>
                  <a:lnTo>
                    <a:pt x="305" y="136"/>
                  </a:lnTo>
                  <a:lnTo>
                    <a:pt x="196" y="0"/>
                  </a:lnTo>
                  <a:lnTo>
                    <a:pt x="0" y="0"/>
                  </a:lnTo>
                  <a:lnTo>
                    <a:pt x="3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8" name="Freeform 426">
              <a:extLst>
                <a:ext uri="{FF2B5EF4-FFF2-40B4-BE49-F238E27FC236}">
                  <a16:creationId xmlns:a16="http://schemas.microsoft.com/office/drawing/2014/main" id="{E8311C18-3816-8D4F-9AB0-42E588DE0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687"/>
              <a:ext cx="26" cy="36"/>
            </a:xfrm>
            <a:custGeom>
              <a:avLst/>
              <a:gdLst>
                <a:gd name="T0" fmla="*/ 0 w 211"/>
                <a:gd name="T1" fmla="*/ 0 h 288"/>
                <a:gd name="T2" fmla="*/ 0 w 211"/>
                <a:gd name="T3" fmla="*/ 1 h 288"/>
                <a:gd name="T4" fmla="*/ 0 w 211"/>
                <a:gd name="T5" fmla="*/ 0 h 288"/>
                <a:gd name="T6" fmla="*/ 0 w 211"/>
                <a:gd name="T7" fmla="*/ 1 h 288"/>
                <a:gd name="T8" fmla="*/ 0 w 211"/>
                <a:gd name="T9" fmla="*/ 0 h 288"/>
                <a:gd name="T10" fmla="*/ 0 w 211"/>
                <a:gd name="T11" fmla="*/ 0 h 288"/>
                <a:gd name="T12" fmla="*/ 0 w 211"/>
                <a:gd name="T13" fmla="*/ 0 h 288"/>
                <a:gd name="T14" fmla="*/ 0 w 211"/>
                <a:gd name="T15" fmla="*/ 0 h 288"/>
                <a:gd name="T16" fmla="*/ 0 w 211"/>
                <a:gd name="T17" fmla="*/ 0 h 288"/>
                <a:gd name="T18" fmla="*/ 0 w 211"/>
                <a:gd name="T19" fmla="*/ 0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1"/>
                <a:gd name="T31" fmla="*/ 0 h 288"/>
                <a:gd name="T32" fmla="*/ 211 w 211"/>
                <a:gd name="T33" fmla="*/ 288 h 2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1" h="288">
                  <a:moveTo>
                    <a:pt x="211" y="152"/>
                  </a:moveTo>
                  <a:lnTo>
                    <a:pt x="66" y="226"/>
                  </a:lnTo>
                  <a:lnTo>
                    <a:pt x="36" y="205"/>
                  </a:lnTo>
                  <a:lnTo>
                    <a:pt x="0" y="288"/>
                  </a:lnTo>
                  <a:lnTo>
                    <a:pt x="0" y="84"/>
                  </a:lnTo>
                  <a:lnTo>
                    <a:pt x="53" y="152"/>
                  </a:lnTo>
                  <a:lnTo>
                    <a:pt x="80" y="44"/>
                  </a:lnTo>
                  <a:lnTo>
                    <a:pt x="163" y="0"/>
                  </a:lnTo>
                  <a:lnTo>
                    <a:pt x="101" y="152"/>
                  </a:lnTo>
                  <a:lnTo>
                    <a:pt x="211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09" name="Line 427">
              <a:extLst>
                <a:ext uri="{FF2B5EF4-FFF2-40B4-BE49-F238E27FC236}">
                  <a16:creationId xmlns:a16="http://schemas.microsoft.com/office/drawing/2014/main" id="{2468FA1B-457D-CF45-94C0-F6A716174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8" y="2723"/>
              <a:ext cx="18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0" name="Freeform 428">
              <a:extLst>
                <a:ext uri="{FF2B5EF4-FFF2-40B4-BE49-F238E27FC236}">
                  <a16:creationId xmlns:a16="http://schemas.microsoft.com/office/drawing/2014/main" id="{4261E3C6-640C-784F-869C-C6418F1A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685"/>
              <a:ext cx="211" cy="187"/>
            </a:xfrm>
            <a:custGeom>
              <a:avLst/>
              <a:gdLst>
                <a:gd name="T0" fmla="*/ 2 w 1686"/>
                <a:gd name="T1" fmla="*/ 0 h 1494"/>
                <a:gd name="T2" fmla="*/ 2 w 1686"/>
                <a:gd name="T3" fmla="*/ 0 h 1494"/>
                <a:gd name="T4" fmla="*/ 2 w 1686"/>
                <a:gd name="T5" fmla="*/ 1 h 1494"/>
                <a:gd name="T6" fmla="*/ 2 w 1686"/>
                <a:gd name="T7" fmla="*/ 2 h 1494"/>
                <a:gd name="T8" fmla="*/ 2 w 1686"/>
                <a:gd name="T9" fmla="*/ 2 h 1494"/>
                <a:gd name="T10" fmla="*/ 2 w 1686"/>
                <a:gd name="T11" fmla="*/ 2 h 1494"/>
                <a:gd name="T12" fmla="*/ 2 w 1686"/>
                <a:gd name="T13" fmla="*/ 2 h 1494"/>
                <a:gd name="T14" fmla="*/ 2 w 1686"/>
                <a:gd name="T15" fmla="*/ 2 h 1494"/>
                <a:gd name="T16" fmla="*/ 1 w 1686"/>
                <a:gd name="T17" fmla="*/ 2 h 1494"/>
                <a:gd name="T18" fmla="*/ 1 w 1686"/>
                <a:gd name="T19" fmla="*/ 1 h 1494"/>
                <a:gd name="T20" fmla="*/ 0 w 1686"/>
                <a:gd name="T21" fmla="*/ 2 h 1494"/>
                <a:gd name="T22" fmla="*/ 0 w 1686"/>
                <a:gd name="T23" fmla="*/ 2 h 1494"/>
                <a:gd name="T24" fmla="*/ 0 w 1686"/>
                <a:gd name="T25" fmla="*/ 2 h 1494"/>
                <a:gd name="T26" fmla="*/ 0 w 1686"/>
                <a:gd name="T27" fmla="*/ 3 h 1494"/>
                <a:gd name="T28" fmla="*/ 0 w 1686"/>
                <a:gd name="T29" fmla="*/ 2 h 1494"/>
                <a:gd name="T30" fmla="*/ 0 w 1686"/>
                <a:gd name="T31" fmla="*/ 2 h 1494"/>
                <a:gd name="T32" fmla="*/ 1 w 1686"/>
                <a:gd name="T33" fmla="*/ 2 h 1494"/>
                <a:gd name="T34" fmla="*/ 1 w 1686"/>
                <a:gd name="T35" fmla="*/ 1 h 1494"/>
                <a:gd name="T36" fmla="*/ 1 w 1686"/>
                <a:gd name="T37" fmla="*/ 1 h 1494"/>
                <a:gd name="T38" fmla="*/ 1 w 1686"/>
                <a:gd name="T39" fmla="*/ 2 h 1494"/>
                <a:gd name="T40" fmla="*/ 2 w 1686"/>
                <a:gd name="T41" fmla="*/ 2 h 1494"/>
                <a:gd name="T42" fmla="*/ 2 w 1686"/>
                <a:gd name="T43" fmla="*/ 2 h 1494"/>
                <a:gd name="T44" fmla="*/ 2 w 1686"/>
                <a:gd name="T45" fmla="*/ 2 h 1494"/>
                <a:gd name="T46" fmla="*/ 2 w 1686"/>
                <a:gd name="T47" fmla="*/ 2 h 1494"/>
                <a:gd name="T48" fmla="*/ 3 w 1686"/>
                <a:gd name="T49" fmla="*/ 2 h 1494"/>
                <a:gd name="T50" fmla="*/ 3 w 1686"/>
                <a:gd name="T51" fmla="*/ 2 h 1494"/>
                <a:gd name="T52" fmla="*/ 3 w 1686"/>
                <a:gd name="T53" fmla="*/ 2 h 1494"/>
                <a:gd name="T54" fmla="*/ 3 w 1686"/>
                <a:gd name="T55" fmla="*/ 2 h 1494"/>
                <a:gd name="T56" fmla="*/ 3 w 1686"/>
                <a:gd name="T57" fmla="*/ 3 h 1494"/>
                <a:gd name="T58" fmla="*/ 3 w 1686"/>
                <a:gd name="T59" fmla="*/ 3 h 1494"/>
                <a:gd name="T60" fmla="*/ 3 w 1686"/>
                <a:gd name="T61" fmla="*/ 3 h 1494"/>
                <a:gd name="T62" fmla="*/ 3 w 1686"/>
                <a:gd name="T63" fmla="*/ 2 h 1494"/>
                <a:gd name="T64" fmla="*/ 3 w 1686"/>
                <a:gd name="T65" fmla="*/ 2 h 1494"/>
                <a:gd name="T66" fmla="*/ 3 w 1686"/>
                <a:gd name="T67" fmla="*/ 2 h 1494"/>
                <a:gd name="T68" fmla="*/ 3 w 1686"/>
                <a:gd name="T69" fmla="*/ 2 h 1494"/>
                <a:gd name="T70" fmla="*/ 3 w 1686"/>
                <a:gd name="T71" fmla="*/ 2 h 1494"/>
                <a:gd name="T72" fmla="*/ 3 w 1686"/>
                <a:gd name="T73" fmla="*/ 1 h 1494"/>
                <a:gd name="T74" fmla="*/ 2 w 1686"/>
                <a:gd name="T75" fmla="*/ 1 h 1494"/>
                <a:gd name="T76" fmla="*/ 2 w 1686"/>
                <a:gd name="T77" fmla="*/ 1 h 1494"/>
                <a:gd name="T78" fmla="*/ 2 w 1686"/>
                <a:gd name="T79" fmla="*/ 0 h 1494"/>
                <a:gd name="T80" fmla="*/ 2 w 1686"/>
                <a:gd name="T81" fmla="*/ 0 h 149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86"/>
                <a:gd name="T124" fmla="*/ 0 h 1494"/>
                <a:gd name="T125" fmla="*/ 1686 w 1686"/>
                <a:gd name="T126" fmla="*/ 1494 h 14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86" h="1494">
                  <a:moveTo>
                    <a:pt x="1200" y="0"/>
                  </a:moveTo>
                  <a:lnTo>
                    <a:pt x="1128" y="184"/>
                  </a:lnTo>
                  <a:lnTo>
                    <a:pt x="1128" y="408"/>
                  </a:lnTo>
                  <a:lnTo>
                    <a:pt x="1200" y="738"/>
                  </a:lnTo>
                  <a:lnTo>
                    <a:pt x="1200" y="795"/>
                  </a:lnTo>
                  <a:lnTo>
                    <a:pt x="1103" y="867"/>
                  </a:lnTo>
                  <a:lnTo>
                    <a:pt x="971" y="867"/>
                  </a:lnTo>
                  <a:lnTo>
                    <a:pt x="741" y="738"/>
                  </a:lnTo>
                  <a:lnTo>
                    <a:pt x="653" y="738"/>
                  </a:lnTo>
                  <a:lnTo>
                    <a:pt x="582" y="655"/>
                  </a:lnTo>
                  <a:lnTo>
                    <a:pt x="209" y="782"/>
                  </a:lnTo>
                  <a:lnTo>
                    <a:pt x="58" y="895"/>
                  </a:lnTo>
                  <a:lnTo>
                    <a:pt x="0" y="1123"/>
                  </a:lnTo>
                  <a:lnTo>
                    <a:pt x="99" y="1458"/>
                  </a:lnTo>
                  <a:lnTo>
                    <a:pt x="99" y="1169"/>
                  </a:lnTo>
                  <a:lnTo>
                    <a:pt x="167" y="879"/>
                  </a:lnTo>
                  <a:lnTo>
                    <a:pt x="354" y="751"/>
                  </a:lnTo>
                  <a:lnTo>
                    <a:pt x="552" y="715"/>
                  </a:lnTo>
                  <a:lnTo>
                    <a:pt x="589" y="715"/>
                  </a:lnTo>
                  <a:lnTo>
                    <a:pt x="653" y="817"/>
                  </a:lnTo>
                  <a:lnTo>
                    <a:pt x="813" y="867"/>
                  </a:lnTo>
                  <a:lnTo>
                    <a:pt x="925" y="942"/>
                  </a:lnTo>
                  <a:lnTo>
                    <a:pt x="1086" y="942"/>
                  </a:lnTo>
                  <a:lnTo>
                    <a:pt x="1234" y="867"/>
                  </a:lnTo>
                  <a:lnTo>
                    <a:pt x="1347" y="867"/>
                  </a:lnTo>
                  <a:lnTo>
                    <a:pt x="1374" y="795"/>
                  </a:lnTo>
                  <a:lnTo>
                    <a:pt x="1605" y="1026"/>
                  </a:lnTo>
                  <a:lnTo>
                    <a:pt x="1653" y="1206"/>
                  </a:lnTo>
                  <a:lnTo>
                    <a:pt x="1653" y="1360"/>
                  </a:lnTo>
                  <a:lnTo>
                    <a:pt x="1605" y="1494"/>
                  </a:lnTo>
                  <a:lnTo>
                    <a:pt x="1686" y="1316"/>
                  </a:lnTo>
                  <a:lnTo>
                    <a:pt x="1686" y="1206"/>
                  </a:lnTo>
                  <a:lnTo>
                    <a:pt x="1672" y="1072"/>
                  </a:lnTo>
                  <a:lnTo>
                    <a:pt x="1624" y="879"/>
                  </a:lnTo>
                  <a:lnTo>
                    <a:pt x="1686" y="867"/>
                  </a:lnTo>
                  <a:lnTo>
                    <a:pt x="1525" y="844"/>
                  </a:lnTo>
                  <a:lnTo>
                    <a:pt x="1312" y="694"/>
                  </a:lnTo>
                  <a:lnTo>
                    <a:pt x="1218" y="507"/>
                  </a:lnTo>
                  <a:lnTo>
                    <a:pt x="1185" y="263"/>
                  </a:lnTo>
                  <a:lnTo>
                    <a:pt x="1185" y="138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1" name="Freeform 429">
              <a:extLst>
                <a:ext uri="{FF2B5EF4-FFF2-40B4-BE49-F238E27FC236}">
                  <a16:creationId xmlns:a16="http://schemas.microsoft.com/office/drawing/2014/main" id="{EBB2A508-4F53-7C49-8FB1-30494136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21"/>
              <a:ext cx="166" cy="49"/>
            </a:xfrm>
            <a:custGeom>
              <a:avLst/>
              <a:gdLst>
                <a:gd name="T0" fmla="*/ 0 w 1327"/>
                <a:gd name="T1" fmla="*/ 0 h 394"/>
                <a:gd name="T2" fmla="*/ 0 w 1327"/>
                <a:gd name="T3" fmla="*/ 0 h 394"/>
                <a:gd name="T4" fmla="*/ 1 w 1327"/>
                <a:gd name="T5" fmla="*/ 0 h 394"/>
                <a:gd name="T6" fmla="*/ 0 w 1327"/>
                <a:gd name="T7" fmla="*/ 0 h 394"/>
                <a:gd name="T8" fmla="*/ 0 w 1327"/>
                <a:gd name="T9" fmla="*/ 0 h 394"/>
                <a:gd name="T10" fmla="*/ 0 w 1327"/>
                <a:gd name="T11" fmla="*/ 0 h 394"/>
                <a:gd name="T12" fmla="*/ 1 w 1327"/>
                <a:gd name="T13" fmla="*/ 0 h 394"/>
                <a:gd name="T14" fmla="*/ 2 w 1327"/>
                <a:gd name="T15" fmla="*/ 1 h 394"/>
                <a:gd name="T16" fmla="*/ 2 w 1327"/>
                <a:gd name="T17" fmla="*/ 1 h 394"/>
                <a:gd name="T18" fmla="*/ 2 w 1327"/>
                <a:gd name="T19" fmla="*/ 0 h 394"/>
                <a:gd name="T20" fmla="*/ 2 w 1327"/>
                <a:gd name="T21" fmla="*/ 0 h 394"/>
                <a:gd name="T22" fmla="*/ 3 w 1327"/>
                <a:gd name="T23" fmla="*/ 0 h 394"/>
                <a:gd name="T24" fmla="*/ 2 w 1327"/>
                <a:gd name="T25" fmla="*/ 1 h 394"/>
                <a:gd name="T26" fmla="*/ 2 w 1327"/>
                <a:gd name="T27" fmla="*/ 1 h 394"/>
                <a:gd name="T28" fmla="*/ 1 w 1327"/>
                <a:gd name="T29" fmla="*/ 1 h 394"/>
                <a:gd name="T30" fmla="*/ 0 w 1327"/>
                <a:gd name="T31" fmla="*/ 0 h 394"/>
                <a:gd name="T32" fmla="*/ 0 w 1327"/>
                <a:gd name="T33" fmla="*/ 0 h 3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27"/>
                <a:gd name="T52" fmla="*/ 0 h 394"/>
                <a:gd name="T53" fmla="*/ 1327 w 1327"/>
                <a:gd name="T54" fmla="*/ 394 h 39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27" h="394">
                  <a:moveTo>
                    <a:pt x="0" y="0"/>
                  </a:moveTo>
                  <a:lnTo>
                    <a:pt x="178" y="25"/>
                  </a:lnTo>
                  <a:lnTo>
                    <a:pt x="709" y="150"/>
                  </a:lnTo>
                  <a:lnTo>
                    <a:pt x="218" y="67"/>
                  </a:lnTo>
                  <a:lnTo>
                    <a:pt x="178" y="85"/>
                  </a:lnTo>
                  <a:lnTo>
                    <a:pt x="178" y="122"/>
                  </a:lnTo>
                  <a:lnTo>
                    <a:pt x="384" y="247"/>
                  </a:lnTo>
                  <a:lnTo>
                    <a:pt x="842" y="330"/>
                  </a:lnTo>
                  <a:lnTo>
                    <a:pt x="969" y="330"/>
                  </a:lnTo>
                  <a:lnTo>
                    <a:pt x="1101" y="232"/>
                  </a:lnTo>
                  <a:lnTo>
                    <a:pt x="1149" y="150"/>
                  </a:lnTo>
                  <a:lnTo>
                    <a:pt x="1327" y="150"/>
                  </a:lnTo>
                  <a:lnTo>
                    <a:pt x="1066" y="355"/>
                  </a:lnTo>
                  <a:lnTo>
                    <a:pt x="754" y="394"/>
                  </a:lnTo>
                  <a:lnTo>
                    <a:pt x="326" y="355"/>
                  </a:lnTo>
                  <a:lnTo>
                    <a:pt x="101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2" name="Line 430">
              <a:extLst>
                <a:ext uri="{FF2B5EF4-FFF2-40B4-BE49-F238E27FC236}">
                  <a16:creationId xmlns:a16="http://schemas.microsoft.com/office/drawing/2014/main" id="{CAB6A4E7-8345-F440-938A-7BA87BFCB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1" y="2840"/>
              <a:ext cx="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3" name="Freeform 431">
              <a:extLst>
                <a:ext uri="{FF2B5EF4-FFF2-40B4-BE49-F238E27FC236}">
                  <a16:creationId xmlns:a16="http://schemas.microsoft.com/office/drawing/2014/main" id="{564A3389-5A9B-9E49-967A-944AA460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29"/>
              <a:ext cx="71" cy="49"/>
            </a:xfrm>
            <a:custGeom>
              <a:avLst/>
              <a:gdLst>
                <a:gd name="T0" fmla="*/ 0 w 569"/>
                <a:gd name="T1" fmla="*/ 0 h 392"/>
                <a:gd name="T2" fmla="*/ 0 w 569"/>
                <a:gd name="T3" fmla="*/ 0 h 392"/>
                <a:gd name="T4" fmla="*/ 0 w 569"/>
                <a:gd name="T5" fmla="*/ 1 h 392"/>
                <a:gd name="T6" fmla="*/ 1 w 569"/>
                <a:gd name="T7" fmla="*/ 1 h 392"/>
                <a:gd name="T8" fmla="*/ 1 w 569"/>
                <a:gd name="T9" fmla="*/ 1 h 392"/>
                <a:gd name="T10" fmla="*/ 0 w 569"/>
                <a:gd name="T11" fmla="*/ 1 h 392"/>
                <a:gd name="T12" fmla="*/ 0 w 569"/>
                <a:gd name="T13" fmla="*/ 0 h 392"/>
                <a:gd name="T14" fmla="*/ 0 w 569"/>
                <a:gd name="T15" fmla="*/ 0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69"/>
                <a:gd name="T25" fmla="*/ 0 h 392"/>
                <a:gd name="T26" fmla="*/ 569 w 569"/>
                <a:gd name="T27" fmla="*/ 392 h 3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69" h="392">
                  <a:moveTo>
                    <a:pt x="0" y="0"/>
                  </a:moveTo>
                  <a:lnTo>
                    <a:pt x="64" y="150"/>
                  </a:lnTo>
                  <a:lnTo>
                    <a:pt x="193" y="268"/>
                  </a:lnTo>
                  <a:lnTo>
                    <a:pt x="569" y="369"/>
                  </a:lnTo>
                  <a:lnTo>
                    <a:pt x="498" y="392"/>
                  </a:lnTo>
                  <a:lnTo>
                    <a:pt x="145" y="286"/>
                  </a:lnTo>
                  <a:lnTo>
                    <a:pt x="28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4" name="Freeform 432">
              <a:extLst>
                <a:ext uri="{FF2B5EF4-FFF2-40B4-BE49-F238E27FC236}">
                  <a16:creationId xmlns:a16="http://schemas.microsoft.com/office/drawing/2014/main" id="{7C46E791-A76F-FD4B-84C7-00A7F9A88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417"/>
              <a:ext cx="342" cy="362"/>
            </a:xfrm>
            <a:custGeom>
              <a:avLst/>
              <a:gdLst>
                <a:gd name="T0" fmla="*/ 4 w 2740"/>
                <a:gd name="T1" fmla="*/ 1 h 2899"/>
                <a:gd name="T2" fmla="*/ 3 w 2740"/>
                <a:gd name="T3" fmla="*/ 1 h 2899"/>
                <a:gd name="T4" fmla="*/ 2 w 2740"/>
                <a:gd name="T5" fmla="*/ 1 h 2899"/>
                <a:gd name="T6" fmla="*/ 2 w 2740"/>
                <a:gd name="T7" fmla="*/ 2 h 2899"/>
                <a:gd name="T8" fmla="*/ 1 w 2740"/>
                <a:gd name="T9" fmla="*/ 2 h 2899"/>
                <a:gd name="T10" fmla="*/ 2 w 2740"/>
                <a:gd name="T11" fmla="*/ 2 h 2899"/>
                <a:gd name="T12" fmla="*/ 0 w 2740"/>
                <a:gd name="T13" fmla="*/ 2 h 2899"/>
                <a:gd name="T14" fmla="*/ 0 w 2740"/>
                <a:gd name="T15" fmla="*/ 2 h 2899"/>
                <a:gd name="T16" fmla="*/ 0 w 2740"/>
                <a:gd name="T17" fmla="*/ 1 h 2899"/>
                <a:gd name="T18" fmla="*/ 0 w 2740"/>
                <a:gd name="T19" fmla="*/ 1 h 2899"/>
                <a:gd name="T20" fmla="*/ 0 w 2740"/>
                <a:gd name="T21" fmla="*/ 0 h 2899"/>
                <a:gd name="T22" fmla="*/ 2 w 2740"/>
                <a:gd name="T23" fmla="*/ 0 h 2899"/>
                <a:gd name="T24" fmla="*/ 1 w 2740"/>
                <a:gd name="T25" fmla="*/ 0 h 2899"/>
                <a:gd name="T26" fmla="*/ 1 w 2740"/>
                <a:gd name="T27" fmla="*/ 0 h 2899"/>
                <a:gd name="T28" fmla="*/ 1 w 2740"/>
                <a:gd name="T29" fmla="*/ 0 h 2899"/>
                <a:gd name="T30" fmla="*/ 1 w 2740"/>
                <a:gd name="T31" fmla="*/ 1 h 2899"/>
                <a:gd name="T32" fmla="*/ 1 w 2740"/>
                <a:gd name="T33" fmla="*/ 1 h 2899"/>
                <a:gd name="T34" fmla="*/ 1 w 2740"/>
                <a:gd name="T35" fmla="*/ 1 h 2899"/>
                <a:gd name="T36" fmla="*/ 1 w 2740"/>
                <a:gd name="T37" fmla="*/ 1 h 2899"/>
                <a:gd name="T38" fmla="*/ 1 w 2740"/>
                <a:gd name="T39" fmla="*/ 2 h 2899"/>
                <a:gd name="T40" fmla="*/ 2 w 2740"/>
                <a:gd name="T41" fmla="*/ 2 h 2899"/>
                <a:gd name="T42" fmla="*/ 3 w 2740"/>
                <a:gd name="T43" fmla="*/ 1 h 2899"/>
                <a:gd name="T44" fmla="*/ 2 w 2740"/>
                <a:gd name="T45" fmla="*/ 1 h 2899"/>
                <a:gd name="T46" fmla="*/ 3 w 2740"/>
                <a:gd name="T47" fmla="*/ 1 h 2899"/>
                <a:gd name="T48" fmla="*/ 3 w 2740"/>
                <a:gd name="T49" fmla="*/ 1 h 2899"/>
                <a:gd name="T50" fmla="*/ 3 w 2740"/>
                <a:gd name="T51" fmla="*/ 1 h 2899"/>
                <a:gd name="T52" fmla="*/ 4 w 2740"/>
                <a:gd name="T53" fmla="*/ 0 h 2899"/>
                <a:gd name="T54" fmla="*/ 4 w 2740"/>
                <a:gd name="T55" fmla="*/ 0 h 2899"/>
                <a:gd name="T56" fmla="*/ 4 w 2740"/>
                <a:gd name="T57" fmla="*/ 1 h 2899"/>
                <a:gd name="T58" fmla="*/ 5 w 2740"/>
                <a:gd name="T59" fmla="*/ 3 h 2899"/>
                <a:gd name="T60" fmla="*/ 5 w 2740"/>
                <a:gd name="T61" fmla="*/ 4 h 2899"/>
                <a:gd name="T62" fmla="*/ 4 w 2740"/>
                <a:gd name="T63" fmla="*/ 5 h 2899"/>
                <a:gd name="T64" fmla="*/ 4 w 2740"/>
                <a:gd name="T65" fmla="*/ 5 h 2899"/>
                <a:gd name="T66" fmla="*/ 4 w 2740"/>
                <a:gd name="T67" fmla="*/ 4 h 2899"/>
                <a:gd name="T68" fmla="*/ 4 w 2740"/>
                <a:gd name="T69" fmla="*/ 2 h 2899"/>
                <a:gd name="T70" fmla="*/ 4 w 2740"/>
                <a:gd name="T71" fmla="*/ 1 h 289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740"/>
                <a:gd name="T109" fmla="*/ 0 h 2899"/>
                <a:gd name="T110" fmla="*/ 2740 w 2740"/>
                <a:gd name="T111" fmla="*/ 2899 h 289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740" h="2899">
                  <a:moveTo>
                    <a:pt x="1995" y="726"/>
                  </a:moveTo>
                  <a:lnTo>
                    <a:pt x="1835" y="763"/>
                  </a:lnTo>
                  <a:lnTo>
                    <a:pt x="1707" y="726"/>
                  </a:lnTo>
                  <a:lnTo>
                    <a:pt x="1529" y="657"/>
                  </a:lnTo>
                  <a:lnTo>
                    <a:pt x="1416" y="657"/>
                  </a:lnTo>
                  <a:lnTo>
                    <a:pt x="1285" y="694"/>
                  </a:lnTo>
                  <a:lnTo>
                    <a:pt x="1153" y="851"/>
                  </a:lnTo>
                  <a:lnTo>
                    <a:pt x="960" y="952"/>
                  </a:lnTo>
                  <a:lnTo>
                    <a:pt x="706" y="1012"/>
                  </a:lnTo>
                  <a:lnTo>
                    <a:pt x="510" y="1012"/>
                  </a:lnTo>
                  <a:lnTo>
                    <a:pt x="706" y="952"/>
                  </a:lnTo>
                  <a:lnTo>
                    <a:pt x="883" y="805"/>
                  </a:lnTo>
                  <a:lnTo>
                    <a:pt x="558" y="929"/>
                  </a:lnTo>
                  <a:lnTo>
                    <a:pt x="217" y="1012"/>
                  </a:lnTo>
                  <a:lnTo>
                    <a:pt x="404" y="866"/>
                  </a:lnTo>
                  <a:lnTo>
                    <a:pt x="217" y="851"/>
                  </a:lnTo>
                  <a:lnTo>
                    <a:pt x="391" y="763"/>
                  </a:lnTo>
                  <a:lnTo>
                    <a:pt x="37" y="763"/>
                  </a:lnTo>
                  <a:lnTo>
                    <a:pt x="257" y="530"/>
                  </a:lnTo>
                  <a:lnTo>
                    <a:pt x="0" y="431"/>
                  </a:lnTo>
                  <a:lnTo>
                    <a:pt x="301" y="271"/>
                  </a:lnTo>
                  <a:lnTo>
                    <a:pt x="97" y="271"/>
                  </a:lnTo>
                  <a:lnTo>
                    <a:pt x="391" y="82"/>
                  </a:lnTo>
                  <a:lnTo>
                    <a:pt x="835" y="0"/>
                  </a:lnTo>
                  <a:lnTo>
                    <a:pt x="1222" y="0"/>
                  </a:lnTo>
                  <a:lnTo>
                    <a:pt x="764" y="60"/>
                  </a:lnTo>
                  <a:lnTo>
                    <a:pt x="1040" y="126"/>
                  </a:lnTo>
                  <a:lnTo>
                    <a:pt x="650" y="108"/>
                  </a:lnTo>
                  <a:lnTo>
                    <a:pt x="391" y="205"/>
                  </a:lnTo>
                  <a:lnTo>
                    <a:pt x="718" y="271"/>
                  </a:lnTo>
                  <a:lnTo>
                    <a:pt x="437" y="332"/>
                  </a:lnTo>
                  <a:lnTo>
                    <a:pt x="734" y="355"/>
                  </a:lnTo>
                  <a:lnTo>
                    <a:pt x="1057" y="470"/>
                  </a:lnTo>
                  <a:lnTo>
                    <a:pt x="706" y="431"/>
                  </a:lnTo>
                  <a:lnTo>
                    <a:pt x="391" y="493"/>
                  </a:lnTo>
                  <a:lnTo>
                    <a:pt x="524" y="576"/>
                  </a:lnTo>
                  <a:lnTo>
                    <a:pt x="281" y="675"/>
                  </a:lnTo>
                  <a:lnTo>
                    <a:pt x="598" y="675"/>
                  </a:lnTo>
                  <a:lnTo>
                    <a:pt x="487" y="805"/>
                  </a:lnTo>
                  <a:lnTo>
                    <a:pt x="734" y="805"/>
                  </a:lnTo>
                  <a:lnTo>
                    <a:pt x="1040" y="675"/>
                  </a:lnTo>
                  <a:lnTo>
                    <a:pt x="995" y="805"/>
                  </a:lnTo>
                  <a:lnTo>
                    <a:pt x="1222" y="643"/>
                  </a:lnTo>
                  <a:lnTo>
                    <a:pt x="1333" y="530"/>
                  </a:lnTo>
                  <a:lnTo>
                    <a:pt x="1464" y="470"/>
                  </a:lnTo>
                  <a:lnTo>
                    <a:pt x="1252" y="413"/>
                  </a:lnTo>
                  <a:lnTo>
                    <a:pt x="1481" y="413"/>
                  </a:lnTo>
                  <a:lnTo>
                    <a:pt x="1690" y="451"/>
                  </a:lnTo>
                  <a:lnTo>
                    <a:pt x="1591" y="367"/>
                  </a:lnTo>
                  <a:lnTo>
                    <a:pt x="1751" y="392"/>
                  </a:lnTo>
                  <a:lnTo>
                    <a:pt x="1938" y="493"/>
                  </a:lnTo>
                  <a:lnTo>
                    <a:pt x="1806" y="332"/>
                  </a:lnTo>
                  <a:lnTo>
                    <a:pt x="1981" y="367"/>
                  </a:lnTo>
                  <a:lnTo>
                    <a:pt x="1868" y="231"/>
                  </a:lnTo>
                  <a:lnTo>
                    <a:pt x="1610" y="42"/>
                  </a:lnTo>
                  <a:lnTo>
                    <a:pt x="1916" y="205"/>
                  </a:lnTo>
                  <a:lnTo>
                    <a:pt x="2066" y="392"/>
                  </a:lnTo>
                  <a:lnTo>
                    <a:pt x="2066" y="596"/>
                  </a:lnTo>
                  <a:lnTo>
                    <a:pt x="2498" y="901"/>
                  </a:lnTo>
                  <a:lnTo>
                    <a:pt x="2696" y="1346"/>
                  </a:lnTo>
                  <a:lnTo>
                    <a:pt x="2740" y="1710"/>
                  </a:lnTo>
                  <a:lnTo>
                    <a:pt x="2566" y="2312"/>
                  </a:lnTo>
                  <a:lnTo>
                    <a:pt x="2424" y="2618"/>
                  </a:lnTo>
                  <a:lnTo>
                    <a:pt x="2340" y="2723"/>
                  </a:lnTo>
                  <a:lnTo>
                    <a:pt x="2287" y="2899"/>
                  </a:lnTo>
                  <a:lnTo>
                    <a:pt x="2320" y="2466"/>
                  </a:lnTo>
                  <a:lnTo>
                    <a:pt x="2354" y="2332"/>
                  </a:lnTo>
                  <a:lnTo>
                    <a:pt x="2340" y="2224"/>
                  </a:lnTo>
                  <a:lnTo>
                    <a:pt x="2354" y="1607"/>
                  </a:lnTo>
                  <a:lnTo>
                    <a:pt x="2287" y="1238"/>
                  </a:lnTo>
                  <a:lnTo>
                    <a:pt x="2017" y="781"/>
                  </a:lnTo>
                  <a:lnTo>
                    <a:pt x="1995" y="7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5" name="Freeform 433">
              <a:extLst>
                <a:ext uri="{FF2B5EF4-FFF2-40B4-BE49-F238E27FC236}">
                  <a16:creationId xmlns:a16="http://schemas.microsoft.com/office/drawing/2014/main" id="{8B5CC646-5D28-7C4B-97BB-898E794D5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456"/>
              <a:ext cx="151" cy="347"/>
            </a:xfrm>
            <a:custGeom>
              <a:avLst/>
              <a:gdLst>
                <a:gd name="T0" fmla="*/ 2 w 1202"/>
                <a:gd name="T1" fmla="*/ 1 h 2779"/>
                <a:gd name="T2" fmla="*/ 2 w 1202"/>
                <a:gd name="T3" fmla="*/ 1 h 2779"/>
                <a:gd name="T4" fmla="*/ 2 w 1202"/>
                <a:gd name="T5" fmla="*/ 1 h 2779"/>
                <a:gd name="T6" fmla="*/ 2 w 1202"/>
                <a:gd name="T7" fmla="*/ 1 h 2779"/>
                <a:gd name="T8" fmla="*/ 2 w 1202"/>
                <a:gd name="T9" fmla="*/ 1 h 2779"/>
                <a:gd name="T10" fmla="*/ 1 w 1202"/>
                <a:gd name="T11" fmla="*/ 1 h 2779"/>
                <a:gd name="T12" fmla="*/ 1 w 1202"/>
                <a:gd name="T13" fmla="*/ 0 h 2779"/>
                <a:gd name="T14" fmla="*/ 2 w 1202"/>
                <a:gd name="T15" fmla="*/ 0 h 2779"/>
                <a:gd name="T16" fmla="*/ 1 w 1202"/>
                <a:gd name="T17" fmla="*/ 0 h 2779"/>
                <a:gd name="T18" fmla="*/ 1 w 1202"/>
                <a:gd name="T19" fmla="*/ 1 h 2779"/>
                <a:gd name="T20" fmla="*/ 1 w 1202"/>
                <a:gd name="T21" fmla="*/ 2 h 2779"/>
                <a:gd name="T22" fmla="*/ 0 w 1202"/>
                <a:gd name="T23" fmla="*/ 3 h 2779"/>
                <a:gd name="T24" fmla="*/ 1 w 1202"/>
                <a:gd name="T25" fmla="*/ 2 h 2779"/>
                <a:gd name="T26" fmla="*/ 1 w 1202"/>
                <a:gd name="T27" fmla="*/ 1 h 2779"/>
                <a:gd name="T28" fmla="*/ 2 w 1202"/>
                <a:gd name="T29" fmla="*/ 1 h 2779"/>
                <a:gd name="T30" fmla="*/ 1 w 1202"/>
                <a:gd name="T31" fmla="*/ 2 h 2779"/>
                <a:gd name="T32" fmla="*/ 1 w 1202"/>
                <a:gd name="T33" fmla="*/ 2 h 2779"/>
                <a:gd name="T34" fmla="*/ 1 w 1202"/>
                <a:gd name="T35" fmla="*/ 2 h 2779"/>
                <a:gd name="T36" fmla="*/ 1 w 1202"/>
                <a:gd name="T37" fmla="*/ 2 h 2779"/>
                <a:gd name="T38" fmla="*/ 1 w 1202"/>
                <a:gd name="T39" fmla="*/ 3 h 2779"/>
                <a:gd name="T40" fmla="*/ 1 w 1202"/>
                <a:gd name="T41" fmla="*/ 3 h 2779"/>
                <a:gd name="T42" fmla="*/ 0 w 1202"/>
                <a:gd name="T43" fmla="*/ 3 h 2779"/>
                <a:gd name="T44" fmla="*/ 0 w 1202"/>
                <a:gd name="T45" fmla="*/ 3 h 2779"/>
                <a:gd name="T46" fmla="*/ 0 w 1202"/>
                <a:gd name="T47" fmla="*/ 4 h 2779"/>
                <a:gd name="T48" fmla="*/ 1 w 1202"/>
                <a:gd name="T49" fmla="*/ 5 h 2779"/>
                <a:gd name="T50" fmla="*/ 1 w 1202"/>
                <a:gd name="T51" fmla="*/ 5 h 2779"/>
                <a:gd name="T52" fmla="*/ 0 w 1202"/>
                <a:gd name="T53" fmla="*/ 4 h 2779"/>
                <a:gd name="T54" fmla="*/ 1 w 1202"/>
                <a:gd name="T55" fmla="*/ 4 h 2779"/>
                <a:gd name="T56" fmla="*/ 1 w 1202"/>
                <a:gd name="T57" fmla="*/ 4 h 2779"/>
                <a:gd name="T58" fmla="*/ 1 w 1202"/>
                <a:gd name="T59" fmla="*/ 4 h 2779"/>
                <a:gd name="T60" fmla="*/ 1 w 1202"/>
                <a:gd name="T61" fmla="*/ 4 h 2779"/>
                <a:gd name="T62" fmla="*/ 1 w 1202"/>
                <a:gd name="T63" fmla="*/ 4 h 2779"/>
                <a:gd name="T64" fmla="*/ 1 w 1202"/>
                <a:gd name="T65" fmla="*/ 4 h 2779"/>
                <a:gd name="T66" fmla="*/ 1 w 1202"/>
                <a:gd name="T67" fmla="*/ 4 h 2779"/>
                <a:gd name="T68" fmla="*/ 1 w 1202"/>
                <a:gd name="T69" fmla="*/ 4 h 2779"/>
                <a:gd name="T70" fmla="*/ 1 w 1202"/>
                <a:gd name="T71" fmla="*/ 4 h 2779"/>
                <a:gd name="T72" fmla="*/ 1 w 1202"/>
                <a:gd name="T73" fmla="*/ 5 h 2779"/>
                <a:gd name="T74" fmla="*/ 1 w 1202"/>
                <a:gd name="T75" fmla="*/ 4 h 2779"/>
                <a:gd name="T76" fmla="*/ 1 w 1202"/>
                <a:gd name="T77" fmla="*/ 4 h 2779"/>
                <a:gd name="T78" fmla="*/ 1 w 1202"/>
                <a:gd name="T79" fmla="*/ 4 h 2779"/>
                <a:gd name="T80" fmla="*/ 2 w 1202"/>
                <a:gd name="T81" fmla="*/ 3 h 2779"/>
                <a:gd name="T82" fmla="*/ 2 w 1202"/>
                <a:gd name="T83" fmla="*/ 2 h 2779"/>
                <a:gd name="T84" fmla="*/ 2 w 1202"/>
                <a:gd name="T85" fmla="*/ 1 h 2779"/>
                <a:gd name="T86" fmla="*/ 2 w 1202"/>
                <a:gd name="T87" fmla="*/ 1 h 27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02"/>
                <a:gd name="T133" fmla="*/ 0 h 2779"/>
                <a:gd name="T134" fmla="*/ 1202 w 1202"/>
                <a:gd name="T135" fmla="*/ 2779 h 277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02" h="2779">
                  <a:moveTo>
                    <a:pt x="1202" y="590"/>
                  </a:moveTo>
                  <a:lnTo>
                    <a:pt x="1026" y="701"/>
                  </a:lnTo>
                  <a:lnTo>
                    <a:pt x="1202" y="415"/>
                  </a:lnTo>
                  <a:lnTo>
                    <a:pt x="874" y="590"/>
                  </a:lnTo>
                  <a:lnTo>
                    <a:pt x="943" y="452"/>
                  </a:lnTo>
                  <a:lnTo>
                    <a:pt x="521" y="618"/>
                  </a:lnTo>
                  <a:lnTo>
                    <a:pt x="710" y="252"/>
                  </a:lnTo>
                  <a:lnTo>
                    <a:pt x="1026" y="0"/>
                  </a:lnTo>
                  <a:lnTo>
                    <a:pt x="676" y="203"/>
                  </a:lnTo>
                  <a:lnTo>
                    <a:pt x="358" y="701"/>
                  </a:lnTo>
                  <a:lnTo>
                    <a:pt x="270" y="1197"/>
                  </a:lnTo>
                  <a:lnTo>
                    <a:pt x="12" y="1709"/>
                  </a:lnTo>
                  <a:lnTo>
                    <a:pt x="309" y="1171"/>
                  </a:lnTo>
                  <a:lnTo>
                    <a:pt x="437" y="756"/>
                  </a:lnTo>
                  <a:lnTo>
                    <a:pt x="768" y="618"/>
                  </a:lnTo>
                  <a:lnTo>
                    <a:pt x="501" y="946"/>
                  </a:lnTo>
                  <a:lnTo>
                    <a:pt x="676" y="883"/>
                  </a:lnTo>
                  <a:lnTo>
                    <a:pt x="338" y="1278"/>
                  </a:lnTo>
                  <a:lnTo>
                    <a:pt x="470" y="1234"/>
                  </a:lnTo>
                  <a:lnTo>
                    <a:pt x="404" y="1374"/>
                  </a:lnTo>
                  <a:lnTo>
                    <a:pt x="501" y="1374"/>
                  </a:lnTo>
                  <a:lnTo>
                    <a:pt x="94" y="1810"/>
                  </a:lnTo>
                  <a:lnTo>
                    <a:pt x="0" y="1792"/>
                  </a:lnTo>
                  <a:lnTo>
                    <a:pt x="65" y="2034"/>
                  </a:lnTo>
                  <a:lnTo>
                    <a:pt x="338" y="2704"/>
                  </a:lnTo>
                  <a:lnTo>
                    <a:pt x="470" y="2779"/>
                  </a:lnTo>
                  <a:lnTo>
                    <a:pt x="196" y="2075"/>
                  </a:lnTo>
                  <a:lnTo>
                    <a:pt x="288" y="1870"/>
                  </a:lnTo>
                  <a:lnTo>
                    <a:pt x="422" y="1849"/>
                  </a:lnTo>
                  <a:lnTo>
                    <a:pt x="338" y="2001"/>
                  </a:lnTo>
                  <a:lnTo>
                    <a:pt x="338" y="2183"/>
                  </a:lnTo>
                  <a:lnTo>
                    <a:pt x="376" y="2001"/>
                  </a:lnTo>
                  <a:lnTo>
                    <a:pt x="501" y="1893"/>
                  </a:lnTo>
                  <a:lnTo>
                    <a:pt x="547" y="2001"/>
                  </a:lnTo>
                  <a:lnTo>
                    <a:pt x="437" y="2155"/>
                  </a:lnTo>
                  <a:lnTo>
                    <a:pt x="437" y="2333"/>
                  </a:lnTo>
                  <a:lnTo>
                    <a:pt x="547" y="2425"/>
                  </a:lnTo>
                  <a:lnTo>
                    <a:pt x="501" y="2264"/>
                  </a:lnTo>
                  <a:lnTo>
                    <a:pt x="582" y="2034"/>
                  </a:lnTo>
                  <a:lnTo>
                    <a:pt x="676" y="2204"/>
                  </a:lnTo>
                  <a:lnTo>
                    <a:pt x="851" y="1810"/>
                  </a:lnTo>
                  <a:lnTo>
                    <a:pt x="920" y="1005"/>
                  </a:lnTo>
                  <a:lnTo>
                    <a:pt x="1033" y="756"/>
                  </a:lnTo>
                  <a:lnTo>
                    <a:pt x="1202" y="5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6" name="Freeform 434">
              <a:extLst>
                <a:ext uri="{FF2B5EF4-FFF2-40B4-BE49-F238E27FC236}">
                  <a16:creationId xmlns:a16="http://schemas.microsoft.com/office/drawing/2014/main" id="{AB67C5FF-64C9-514F-826B-3F326F32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794"/>
              <a:ext cx="135" cy="269"/>
            </a:xfrm>
            <a:custGeom>
              <a:avLst/>
              <a:gdLst>
                <a:gd name="T0" fmla="*/ 0 w 1081"/>
                <a:gd name="T1" fmla="*/ 0 h 2154"/>
                <a:gd name="T2" fmla="*/ 0 w 1081"/>
                <a:gd name="T3" fmla="*/ 0 h 2154"/>
                <a:gd name="T4" fmla="*/ 1 w 1081"/>
                <a:gd name="T5" fmla="*/ 1 h 2154"/>
                <a:gd name="T6" fmla="*/ 1 w 1081"/>
                <a:gd name="T7" fmla="*/ 1 h 2154"/>
                <a:gd name="T8" fmla="*/ 1 w 1081"/>
                <a:gd name="T9" fmla="*/ 1 h 2154"/>
                <a:gd name="T10" fmla="*/ 1 w 1081"/>
                <a:gd name="T11" fmla="*/ 2 h 2154"/>
                <a:gd name="T12" fmla="*/ 2 w 1081"/>
                <a:gd name="T13" fmla="*/ 2 h 2154"/>
                <a:gd name="T14" fmla="*/ 1 w 1081"/>
                <a:gd name="T15" fmla="*/ 2 h 2154"/>
                <a:gd name="T16" fmla="*/ 2 w 1081"/>
                <a:gd name="T17" fmla="*/ 3 h 2154"/>
                <a:gd name="T18" fmla="*/ 1 w 1081"/>
                <a:gd name="T19" fmla="*/ 2 h 2154"/>
                <a:gd name="T20" fmla="*/ 1 w 1081"/>
                <a:gd name="T21" fmla="*/ 1 h 2154"/>
                <a:gd name="T22" fmla="*/ 1 w 1081"/>
                <a:gd name="T23" fmla="*/ 3 h 2154"/>
                <a:gd name="T24" fmla="*/ 1 w 1081"/>
                <a:gd name="T25" fmla="*/ 3 h 2154"/>
                <a:gd name="T26" fmla="*/ 2 w 1081"/>
                <a:gd name="T27" fmla="*/ 4 h 2154"/>
                <a:gd name="T28" fmla="*/ 2 w 1081"/>
                <a:gd name="T29" fmla="*/ 4 h 2154"/>
                <a:gd name="T30" fmla="*/ 1 w 1081"/>
                <a:gd name="T31" fmla="*/ 3 h 2154"/>
                <a:gd name="T32" fmla="*/ 1 w 1081"/>
                <a:gd name="T33" fmla="*/ 3 h 2154"/>
                <a:gd name="T34" fmla="*/ 1 w 1081"/>
                <a:gd name="T35" fmla="*/ 1 h 2154"/>
                <a:gd name="T36" fmla="*/ 0 w 1081"/>
                <a:gd name="T37" fmla="*/ 1 h 2154"/>
                <a:gd name="T38" fmla="*/ 0 w 1081"/>
                <a:gd name="T39" fmla="*/ 0 h 2154"/>
                <a:gd name="T40" fmla="*/ 0 w 1081"/>
                <a:gd name="T41" fmla="*/ 0 h 215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81"/>
                <a:gd name="T64" fmla="*/ 0 h 2154"/>
                <a:gd name="T65" fmla="*/ 1081 w 1081"/>
                <a:gd name="T66" fmla="*/ 2154 h 215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81" h="2154">
                  <a:moveTo>
                    <a:pt x="112" y="75"/>
                  </a:moveTo>
                  <a:lnTo>
                    <a:pt x="260" y="75"/>
                  </a:lnTo>
                  <a:lnTo>
                    <a:pt x="410" y="449"/>
                  </a:lnTo>
                  <a:lnTo>
                    <a:pt x="496" y="530"/>
                  </a:lnTo>
                  <a:lnTo>
                    <a:pt x="466" y="339"/>
                  </a:lnTo>
                  <a:lnTo>
                    <a:pt x="723" y="1020"/>
                  </a:lnTo>
                  <a:lnTo>
                    <a:pt x="905" y="1227"/>
                  </a:lnTo>
                  <a:lnTo>
                    <a:pt x="712" y="1091"/>
                  </a:lnTo>
                  <a:lnTo>
                    <a:pt x="925" y="1457"/>
                  </a:lnTo>
                  <a:lnTo>
                    <a:pt x="668" y="1091"/>
                  </a:lnTo>
                  <a:lnTo>
                    <a:pt x="422" y="547"/>
                  </a:lnTo>
                  <a:lnTo>
                    <a:pt x="422" y="1354"/>
                  </a:lnTo>
                  <a:lnTo>
                    <a:pt x="493" y="1580"/>
                  </a:lnTo>
                  <a:lnTo>
                    <a:pt x="940" y="1978"/>
                  </a:lnTo>
                  <a:lnTo>
                    <a:pt x="1081" y="2154"/>
                  </a:lnTo>
                  <a:lnTo>
                    <a:pt x="466" y="1662"/>
                  </a:lnTo>
                  <a:lnTo>
                    <a:pt x="338" y="1413"/>
                  </a:lnTo>
                  <a:lnTo>
                    <a:pt x="338" y="591"/>
                  </a:lnTo>
                  <a:lnTo>
                    <a:pt x="189" y="381"/>
                  </a:lnTo>
                  <a:lnTo>
                    <a:pt x="0" y="0"/>
                  </a:lnTo>
                  <a:lnTo>
                    <a:pt x="112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7" name="Freeform 435">
              <a:extLst>
                <a:ext uri="{FF2B5EF4-FFF2-40B4-BE49-F238E27FC236}">
                  <a16:creationId xmlns:a16="http://schemas.microsoft.com/office/drawing/2014/main" id="{792255DE-BED5-734C-98EC-D3A789D6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939"/>
              <a:ext cx="147" cy="50"/>
            </a:xfrm>
            <a:custGeom>
              <a:avLst/>
              <a:gdLst>
                <a:gd name="T0" fmla="*/ 0 w 1174"/>
                <a:gd name="T1" fmla="*/ 0 h 394"/>
                <a:gd name="T2" fmla="*/ 1 w 1174"/>
                <a:gd name="T3" fmla="*/ 1 h 394"/>
                <a:gd name="T4" fmla="*/ 1 w 1174"/>
                <a:gd name="T5" fmla="*/ 1 h 394"/>
                <a:gd name="T6" fmla="*/ 2 w 1174"/>
                <a:gd name="T7" fmla="*/ 1 h 394"/>
                <a:gd name="T8" fmla="*/ 2 w 1174"/>
                <a:gd name="T9" fmla="*/ 0 h 394"/>
                <a:gd name="T10" fmla="*/ 2 w 1174"/>
                <a:gd name="T11" fmla="*/ 0 h 394"/>
                <a:gd name="T12" fmla="*/ 2 w 1174"/>
                <a:gd name="T13" fmla="*/ 1 h 394"/>
                <a:gd name="T14" fmla="*/ 1 w 1174"/>
                <a:gd name="T15" fmla="*/ 1 h 394"/>
                <a:gd name="T16" fmla="*/ 0 w 1174"/>
                <a:gd name="T17" fmla="*/ 1 h 394"/>
                <a:gd name="T18" fmla="*/ 0 w 1174"/>
                <a:gd name="T19" fmla="*/ 0 h 3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74"/>
                <a:gd name="T31" fmla="*/ 0 h 394"/>
                <a:gd name="T32" fmla="*/ 1174 w 1174"/>
                <a:gd name="T33" fmla="*/ 394 h 39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74" h="394">
                  <a:moveTo>
                    <a:pt x="0" y="0"/>
                  </a:moveTo>
                  <a:lnTo>
                    <a:pt x="224" y="230"/>
                  </a:lnTo>
                  <a:lnTo>
                    <a:pt x="415" y="292"/>
                  </a:lnTo>
                  <a:lnTo>
                    <a:pt x="741" y="292"/>
                  </a:lnTo>
                  <a:lnTo>
                    <a:pt x="1160" y="131"/>
                  </a:lnTo>
                  <a:lnTo>
                    <a:pt x="1174" y="143"/>
                  </a:lnTo>
                  <a:lnTo>
                    <a:pt x="800" y="394"/>
                  </a:lnTo>
                  <a:lnTo>
                    <a:pt x="384" y="394"/>
                  </a:lnTo>
                  <a:lnTo>
                    <a:pt x="147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8" name="Freeform 436">
              <a:extLst>
                <a:ext uri="{FF2B5EF4-FFF2-40B4-BE49-F238E27FC236}">
                  <a16:creationId xmlns:a16="http://schemas.microsoft.com/office/drawing/2014/main" id="{8789F2A2-9CA3-FC44-AF38-C75EFDCA3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83"/>
              <a:ext cx="16" cy="28"/>
            </a:xfrm>
            <a:custGeom>
              <a:avLst/>
              <a:gdLst>
                <a:gd name="T0" fmla="*/ 0 w 128"/>
                <a:gd name="T1" fmla="*/ 0 h 219"/>
                <a:gd name="T2" fmla="*/ 0 w 128"/>
                <a:gd name="T3" fmla="*/ 0 h 219"/>
                <a:gd name="T4" fmla="*/ 0 w 128"/>
                <a:gd name="T5" fmla="*/ 1 h 219"/>
                <a:gd name="T6" fmla="*/ 0 w 128"/>
                <a:gd name="T7" fmla="*/ 0 h 219"/>
                <a:gd name="T8" fmla="*/ 0 w 128"/>
                <a:gd name="T9" fmla="*/ 0 h 219"/>
                <a:gd name="T10" fmla="*/ 0 w 128"/>
                <a:gd name="T11" fmla="*/ 0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219"/>
                <a:gd name="T20" fmla="*/ 128 w 128"/>
                <a:gd name="T21" fmla="*/ 219 h 2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219">
                  <a:moveTo>
                    <a:pt x="128" y="0"/>
                  </a:moveTo>
                  <a:lnTo>
                    <a:pt x="48" y="97"/>
                  </a:lnTo>
                  <a:lnTo>
                    <a:pt x="20" y="219"/>
                  </a:lnTo>
                  <a:lnTo>
                    <a:pt x="0" y="97"/>
                  </a:lnTo>
                  <a:lnTo>
                    <a:pt x="20" y="3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19" name="Freeform 437">
              <a:extLst>
                <a:ext uri="{FF2B5EF4-FFF2-40B4-BE49-F238E27FC236}">
                  <a16:creationId xmlns:a16="http://schemas.microsoft.com/office/drawing/2014/main" id="{BB6B443E-3C11-EC48-BB6A-7882CBDC4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44"/>
              <a:ext cx="275" cy="389"/>
            </a:xfrm>
            <a:custGeom>
              <a:avLst/>
              <a:gdLst>
                <a:gd name="T0" fmla="*/ 0 w 2199"/>
                <a:gd name="T1" fmla="*/ 4 h 3111"/>
                <a:gd name="T2" fmla="*/ 1 w 2199"/>
                <a:gd name="T3" fmla="*/ 4 h 3111"/>
                <a:gd name="T4" fmla="*/ 2 w 2199"/>
                <a:gd name="T5" fmla="*/ 4 h 3111"/>
                <a:gd name="T6" fmla="*/ 2 w 2199"/>
                <a:gd name="T7" fmla="*/ 4 h 3111"/>
                <a:gd name="T8" fmla="*/ 3 w 2199"/>
                <a:gd name="T9" fmla="*/ 4 h 3111"/>
                <a:gd name="T10" fmla="*/ 3 w 2199"/>
                <a:gd name="T11" fmla="*/ 3 h 3111"/>
                <a:gd name="T12" fmla="*/ 3 w 2199"/>
                <a:gd name="T13" fmla="*/ 3 h 3111"/>
                <a:gd name="T14" fmla="*/ 3 w 2199"/>
                <a:gd name="T15" fmla="*/ 3 h 3111"/>
                <a:gd name="T16" fmla="*/ 3 w 2199"/>
                <a:gd name="T17" fmla="*/ 3 h 3111"/>
                <a:gd name="T18" fmla="*/ 4 w 2199"/>
                <a:gd name="T19" fmla="*/ 2 h 3111"/>
                <a:gd name="T20" fmla="*/ 4 w 2199"/>
                <a:gd name="T21" fmla="*/ 1 h 3111"/>
                <a:gd name="T22" fmla="*/ 4 w 2199"/>
                <a:gd name="T23" fmla="*/ 2 h 3111"/>
                <a:gd name="T24" fmla="*/ 4 w 2199"/>
                <a:gd name="T25" fmla="*/ 1 h 3111"/>
                <a:gd name="T26" fmla="*/ 4 w 2199"/>
                <a:gd name="T27" fmla="*/ 0 h 3111"/>
                <a:gd name="T28" fmla="*/ 4 w 2199"/>
                <a:gd name="T29" fmla="*/ 0 h 3111"/>
                <a:gd name="T30" fmla="*/ 4 w 2199"/>
                <a:gd name="T31" fmla="*/ 1 h 3111"/>
                <a:gd name="T32" fmla="*/ 4 w 2199"/>
                <a:gd name="T33" fmla="*/ 2 h 3111"/>
                <a:gd name="T34" fmla="*/ 4 w 2199"/>
                <a:gd name="T35" fmla="*/ 3 h 3111"/>
                <a:gd name="T36" fmla="*/ 3 w 2199"/>
                <a:gd name="T37" fmla="*/ 3 h 3111"/>
                <a:gd name="T38" fmla="*/ 3 w 2199"/>
                <a:gd name="T39" fmla="*/ 4 h 3111"/>
                <a:gd name="T40" fmla="*/ 3 w 2199"/>
                <a:gd name="T41" fmla="*/ 4 h 3111"/>
                <a:gd name="T42" fmla="*/ 3 w 2199"/>
                <a:gd name="T43" fmla="*/ 5 h 3111"/>
                <a:gd name="T44" fmla="*/ 3 w 2199"/>
                <a:gd name="T45" fmla="*/ 4 h 3111"/>
                <a:gd name="T46" fmla="*/ 3 w 2199"/>
                <a:gd name="T47" fmla="*/ 4 h 3111"/>
                <a:gd name="T48" fmla="*/ 3 w 2199"/>
                <a:gd name="T49" fmla="*/ 4 h 3111"/>
                <a:gd name="T50" fmla="*/ 2 w 2199"/>
                <a:gd name="T51" fmla="*/ 5 h 3111"/>
                <a:gd name="T52" fmla="*/ 3 w 2199"/>
                <a:gd name="T53" fmla="*/ 5 h 3111"/>
                <a:gd name="T54" fmla="*/ 2 w 2199"/>
                <a:gd name="T55" fmla="*/ 5 h 3111"/>
                <a:gd name="T56" fmla="*/ 2 w 2199"/>
                <a:gd name="T57" fmla="*/ 6 h 3111"/>
                <a:gd name="T58" fmla="*/ 1 w 2199"/>
                <a:gd name="T59" fmla="*/ 6 h 3111"/>
                <a:gd name="T60" fmla="*/ 1 w 2199"/>
                <a:gd name="T61" fmla="*/ 5 h 3111"/>
                <a:gd name="T62" fmla="*/ 1 w 2199"/>
                <a:gd name="T63" fmla="*/ 5 h 3111"/>
                <a:gd name="T64" fmla="*/ 1 w 2199"/>
                <a:gd name="T65" fmla="*/ 5 h 3111"/>
                <a:gd name="T66" fmla="*/ 1 w 2199"/>
                <a:gd name="T67" fmla="*/ 5 h 3111"/>
                <a:gd name="T68" fmla="*/ 2 w 2199"/>
                <a:gd name="T69" fmla="*/ 4 h 3111"/>
                <a:gd name="T70" fmla="*/ 1 w 2199"/>
                <a:gd name="T71" fmla="*/ 4 h 3111"/>
                <a:gd name="T72" fmla="*/ 0 w 2199"/>
                <a:gd name="T73" fmla="*/ 4 h 3111"/>
                <a:gd name="T74" fmla="*/ 0 w 2199"/>
                <a:gd name="T75" fmla="*/ 4 h 311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199"/>
                <a:gd name="T115" fmla="*/ 0 h 3111"/>
                <a:gd name="T116" fmla="*/ 2199 w 2199"/>
                <a:gd name="T117" fmla="*/ 3111 h 311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199" h="3111">
                  <a:moveTo>
                    <a:pt x="0" y="1792"/>
                  </a:moveTo>
                  <a:lnTo>
                    <a:pt x="367" y="2037"/>
                  </a:lnTo>
                  <a:lnTo>
                    <a:pt x="754" y="2103"/>
                  </a:lnTo>
                  <a:lnTo>
                    <a:pt x="1070" y="2080"/>
                  </a:lnTo>
                  <a:lnTo>
                    <a:pt x="1490" y="1879"/>
                  </a:lnTo>
                  <a:lnTo>
                    <a:pt x="1637" y="1612"/>
                  </a:lnTo>
                  <a:lnTo>
                    <a:pt x="1618" y="1461"/>
                  </a:lnTo>
                  <a:lnTo>
                    <a:pt x="1422" y="1612"/>
                  </a:lnTo>
                  <a:lnTo>
                    <a:pt x="1666" y="1312"/>
                  </a:lnTo>
                  <a:lnTo>
                    <a:pt x="1861" y="969"/>
                  </a:lnTo>
                  <a:lnTo>
                    <a:pt x="1973" y="681"/>
                  </a:lnTo>
                  <a:lnTo>
                    <a:pt x="1973" y="778"/>
                  </a:lnTo>
                  <a:lnTo>
                    <a:pt x="2057" y="556"/>
                  </a:lnTo>
                  <a:lnTo>
                    <a:pt x="2151" y="0"/>
                  </a:lnTo>
                  <a:lnTo>
                    <a:pt x="2199" y="37"/>
                  </a:lnTo>
                  <a:lnTo>
                    <a:pt x="2140" y="494"/>
                  </a:lnTo>
                  <a:lnTo>
                    <a:pt x="1994" y="1048"/>
                  </a:lnTo>
                  <a:lnTo>
                    <a:pt x="1769" y="1417"/>
                  </a:lnTo>
                  <a:lnTo>
                    <a:pt x="1666" y="1693"/>
                  </a:lnTo>
                  <a:lnTo>
                    <a:pt x="1747" y="1935"/>
                  </a:lnTo>
                  <a:lnTo>
                    <a:pt x="1604" y="2265"/>
                  </a:lnTo>
                  <a:lnTo>
                    <a:pt x="1325" y="2406"/>
                  </a:lnTo>
                  <a:lnTo>
                    <a:pt x="1441" y="2265"/>
                  </a:lnTo>
                  <a:lnTo>
                    <a:pt x="1441" y="2020"/>
                  </a:lnTo>
                  <a:lnTo>
                    <a:pt x="1247" y="2228"/>
                  </a:lnTo>
                  <a:lnTo>
                    <a:pt x="1116" y="2509"/>
                  </a:lnTo>
                  <a:lnTo>
                    <a:pt x="1259" y="2474"/>
                  </a:lnTo>
                  <a:lnTo>
                    <a:pt x="1070" y="2656"/>
                  </a:lnTo>
                  <a:lnTo>
                    <a:pt x="802" y="3111"/>
                  </a:lnTo>
                  <a:lnTo>
                    <a:pt x="692" y="2942"/>
                  </a:lnTo>
                  <a:lnTo>
                    <a:pt x="692" y="2777"/>
                  </a:lnTo>
                  <a:lnTo>
                    <a:pt x="468" y="2597"/>
                  </a:lnTo>
                  <a:lnTo>
                    <a:pt x="643" y="2617"/>
                  </a:lnTo>
                  <a:lnTo>
                    <a:pt x="673" y="2391"/>
                  </a:lnTo>
                  <a:lnTo>
                    <a:pt x="802" y="2244"/>
                  </a:lnTo>
                  <a:lnTo>
                    <a:pt x="389" y="2147"/>
                  </a:lnTo>
                  <a:lnTo>
                    <a:pt x="13" y="1854"/>
                  </a:lnTo>
                  <a:lnTo>
                    <a:pt x="0" y="17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0" name="Freeform 438">
              <a:extLst>
                <a:ext uri="{FF2B5EF4-FFF2-40B4-BE49-F238E27FC236}">
                  <a16:creationId xmlns:a16="http://schemas.microsoft.com/office/drawing/2014/main" id="{9AF2DF1B-16AD-C542-94A8-8BE251D5F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57"/>
              <a:ext cx="138" cy="114"/>
            </a:xfrm>
            <a:custGeom>
              <a:avLst/>
              <a:gdLst>
                <a:gd name="T0" fmla="*/ 0 w 1107"/>
                <a:gd name="T1" fmla="*/ 1 h 908"/>
                <a:gd name="T2" fmla="*/ 0 w 1107"/>
                <a:gd name="T3" fmla="*/ 1 h 908"/>
                <a:gd name="T4" fmla="*/ 0 w 1107"/>
                <a:gd name="T5" fmla="*/ 0 h 908"/>
                <a:gd name="T6" fmla="*/ 0 w 1107"/>
                <a:gd name="T7" fmla="*/ 0 h 908"/>
                <a:gd name="T8" fmla="*/ 1 w 1107"/>
                <a:gd name="T9" fmla="*/ 0 h 908"/>
                <a:gd name="T10" fmla="*/ 1 w 1107"/>
                <a:gd name="T11" fmla="*/ 0 h 908"/>
                <a:gd name="T12" fmla="*/ 2 w 1107"/>
                <a:gd name="T13" fmla="*/ 0 h 908"/>
                <a:gd name="T14" fmla="*/ 2 w 1107"/>
                <a:gd name="T15" fmla="*/ 0 h 908"/>
                <a:gd name="T16" fmla="*/ 2 w 1107"/>
                <a:gd name="T17" fmla="*/ 1 h 908"/>
                <a:gd name="T18" fmla="*/ 2 w 1107"/>
                <a:gd name="T19" fmla="*/ 1 h 908"/>
                <a:gd name="T20" fmla="*/ 2 w 1107"/>
                <a:gd name="T21" fmla="*/ 1 h 908"/>
                <a:gd name="T22" fmla="*/ 2 w 1107"/>
                <a:gd name="T23" fmla="*/ 1 h 908"/>
                <a:gd name="T24" fmla="*/ 2 w 1107"/>
                <a:gd name="T25" fmla="*/ 2 h 908"/>
                <a:gd name="T26" fmla="*/ 1 w 1107"/>
                <a:gd name="T27" fmla="*/ 2 h 9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07"/>
                <a:gd name="T43" fmla="*/ 0 h 908"/>
                <a:gd name="T44" fmla="*/ 1107 w 1107"/>
                <a:gd name="T45" fmla="*/ 908 h 90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07" h="908">
                  <a:moveTo>
                    <a:pt x="0" y="527"/>
                  </a:moveTo>
                  <a:lnTo>
                    <a:pt x="17" y="424"/>
                  </a:lnTo>
                  <a:lnTo>
                    <a:pt x="148" y="99"/>
                  </a:lnTo>
                  <a:lnTo>
                    <a:pt x="257" y="0"/>
                  </a:lnTo>
                  <a:lnTo>
                    <a:pt x="391" y="0"/>
                  </a:lnTo>
                  <a:lnTo>
                    <a:pt x="718" y="13"/>
                  </a:lnTo>
                  <a:lnTo>
                    <a:pt x="971" y="84"/>
                  </a:lnTo>
                  <a:lnTo>
                    <a:pt x="1057" y="158"/>
                  </a:lnTo>
                  <a:lnTo>
                    <a:pt x="1089" y="260"/>
                  </a:lnTo>
                  <a:lnTo>
                    <a:pt x="1107" y="365"/>
                  </a:lnTo>
                  <a:lnTo>
                    <a:pt x="1075" y="465"/>
                  </a:lnTo>
                  <a:lnTo>
                    <a:pt x="995" y="635"/>
                  </a:lnTo>
                  <a:lnTo>
                    <a:pt x="861" y="802"/>
                  </a:lnTo>
                  <a:lnTo>
                    <a:pt x="749" y="9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1" name="Freeform 439">
              <a:extLst>
                <a:ext uri="{FF2B5EF4-FFF2-40B4-BE49-F238E27FC236}">
                  <a16:creationId xmlns:a16="http://schemas.microsoft.com/office/drawing/2014/main" id="{53159202-FD7D-904C-AD40-F9E775C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68"/>
              <a:ext cx="171" cy="126"/>
            </a:xfrm>
            <a:custGeom>
              <a:avLst/>
              <a:gdLst>
                <a:gd name="T0" fmla="*/ 0 w 1369"/>
                <a:gd name="T1" fmla="*/ 0 h 1010"/>
                <a:gd name="T2" fmla="*/ 0 w 1369"/>
                <a:gd name="T3" fmla="*/ 0 h 1010"/>
                <a:gd name="T4" fmla="*/ 1 w 1369"/>
                <a:gd name="T5" fmla="*/ 0 h 1010"/>
                <a:gd name="T6" fmla="*/ 1 w 1369"/>
                <a:gd name="T7" fmla="*/ 0 h 1010"/>
                <a:gd name="T8" fmla="*/ 2 w 1369"/>
                <a:gd name="T9" fmla="*/ 0 h 1010"/>
                <a:gd name="T10" fmla="*/ 2 w 1369"/>
                <a:gd name="T11" fmla="*/ 0 h 1010"/>
                <a:gd name="T12" fmla="*/ 3 w 1369"/>
                <a:gd name="T13" fmla="*/ 0 h 1010"/>
                <a:gd name="T14" fmla="*/ 3 w 1369"/>
                <a:gd name="T15" fmla="*/ 1 h 1010"/>
                <a:gd name="T16" fmla="*/ 2 w 1369"/>
                <a:gd name="T17" fmla="*/ 2 h 1010"/>
                <a:gd name="T18" fmla="*/ 2 w 1369"/>
                <a:gd name="T19" fmla="*/ 2 h 1010"/>
                <a:gd name="T20" fmla="*/ 2 w 1369"/>
                <a:gd name="T21" fmla="*/ 2 h 1010"/>
                <a:gd name="T22" fmla="*/ 2 w 1369"/>
                <a:gd name="T23" fmla="*/ 2 h 10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69"/>
                <a:gd name="T37" fmla="*/ 0 h 1010"/>
                <a:gd name="T38" fmla="*/ 1369 w 1369"/>
                <a:gd name="T39" fmla="*/ 1010 h 101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69" h="1010">
                  <a:moveTo>
                    <a:pt x="0" y="0"/>
                  </a:moveTo>
                  <a:lnTo>
                    <a:pt x="209" y="35"/>
                  </a:lnTo>
                  <a:lnTo>
                    <a:pt x="475" y="74"/>
                  </a:lnTo>
                  <a:lnTo>
                    <a:pt x="719" y="74"/>
                  </a:lnTo>
                  <a:lnTo>
                    <a:pt x="1095" y="116"/>
                  </a:lnTo>
                  <a:lnTo>
                    <a:pt x="1288" y="176"/>
                  </a:lnTo>
                  <a:lnTo>
                    <a:pt x="1349" y="239"/>
                  </a:lnTo>
                  <a:lnTo>
                    <a:pt x="1369" y="327"/>
                  </a:lnTo>
                  <a:lnTo>
                    <a:pt x="1316" y="881"/>
                  </a:lnTo>
                  <a:lnTo>
                    <a:pt x="1208" y="960"/>
                  </a:lnTo>
                  <a:lnTo>
                    <a:pt x="1075" y="1010"/>
                  </a:lnTo>
                  <a:lnTo>
                    <a:pt x="864" y="10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2" name="Freeform 440">
              <a:extLst>
                <a:ext uri="{FF2B5EF4-FFF2-40B4-BE49-F238E27FC236}">
                  <a16:creationId xmlns:a16="http://schemas.microsoft.com/office/drawing/2014/main" id="{F8599565-808C-A14C-B13A-B01E03D32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95"/>
              <a:ext cx="30" cy="14"/>
            </a:xfrm>
            <a:custGeom>
              <a:avLst/>
              <a:gdLst>
                <a:gd name="T0" fmla="*/ 0 w 242"/>
                <a:gd name="T1" fmla="*/ 0 h 108"/>
                <a:gd name="T2" fmla="*/ 0 w 242"/>
                <a:gd name="T3" fmla="*/ 0 h 108"/>
                <a:gd name="T4" fmla="*/ 0 w 242"/>
                <a:gd name="T5" fmla="*/ 0 h 108"/>
                <a:gd name="T6" fmla="*/ 0 w 242"/>
                <a:gd name="T7" fmla="*/ 0 h 108"/>
                <a:gd name="T8" fmla="*/ 0 w 242"/>
                <a:gd name="T9" fmla="*/ 0 h 108"/>
                <a:gd name="T10" fmla="*/ 0 w 242"/>
                <a:gd name="T11" fmla="*/ 0 h 108"/>
                <a:gd name="T12" fmla="*/ 0 w 242"/>
                <a:gd name="T13" fmla="*/ 0 h 108"/>
                <a:gd name="T14" fmla="*/ 0 w 242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2"/>
                <a:gd name="T25" fmla="*/ 0 h 108"/>
                <a:gd name="T26" fmla="*/ 242 w 242"/>
                <a:gd name="T27" fmla="*/ 108 h 10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2" h="108">
                  <a:moveTo>
                    <a:pt x="0" y="88"/>
                  </a:moveTo>
                  <a:lnTo>
                    <a:pt x="62" y="88"/>
                  </a:lnTo>
                  <a:lnTo>
                    <a:pt x="178" y="88"/>
                  </a:lnTo>
                  <a:lnTo>
                    <a:pt x="242" y="108"/>
                  </a:lnTo>
                  <a:lnTo>
                    <a:pt x="242" y="20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3" name="Freeform 441">
              <a:extLst>
                <a:ext uri="{FF2B5EF4-FFF2-40B4-BE49-F238E27FC236}">
                  <a16:creationId xmlns:a16="http://schemas.microsoft.com/office/drawing/2014/main" id="{8E0F77C8-CB3C-C849-B7B8-8DC168DA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654"/>
              <a:ext cx="47" cy="52"/>
            </a:xfrm>
            <a:custGeom>
              <a:avLst/>
              <a:gdLst>
                <a:gd name="T0" fmla="*/ 0 w 378"/>
                <a:gd name="T1" fmla="*/ 0 h 413"/>
                <a:gd name="T2" fmla="*/ 0 w 378"/>
                <a:gd name="T3" fmla="*/ 0 h 413"/>
                <a:gd name="T4" fmla="*/ 1 w 378"/>
                <a:gd name="T5" fmla="*/ 0 h 413"/>
                <a:gd name="T6" fmla="*/ 1 w 378"/>
                <a:gd name="T7" fmla="*/ 0 h 413"/>
                <a:gd name="T8" fmla="*/ 0 w 378"/>
                <a:gd name="T9" fmla="*/ 1 h 413"/>
                <a:gd name="T10" fmla="*/ 0 w 378"/>
                <a:gd name="T11" fmla="*/ 1 h 413"/>
                <a:gd name="T12" fmla="*/ 0 w 378"/>
                <a:gd name="T13" fmla="*/ 0 h 413"/>
                <a:gd name="T14" fmla="*/ 0 w 378"/>
                <a:gd name="T15" fmla="*/ 0 h 4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8"/>
                <a:gd name="T25" fmla="*/ 0 h 413"/>
                <a:gd name="T26" fmla="*/ 378 w 378"/>
                <a:gd name="T27" fmla="*/ 413 h 4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8" h="413">
                  <a:moveTo>
                    <a:pt x="23" y="0"/>
                  </a:moveTo>
                  <a:lnTo>
                    <a:pt x="283" y="204"/>
                  </a:lnTo>
                  <a:lnTo>
                    <a:pt x="378" y="84"/>
                  </a:lnTo>
                  <a:lnTo>
                    <a:pt x="351" y="204"/>
                  </a:lnTo>
                  <a:lnTo>
                    <a:pt x="247" y="413"/>
                  </a:lnTo>
                  <a:lnTo>
                    <a:pt x="230" y="222"/>
                  </a:lnTo>
                  <a:lnTo>
                    <a:pt x="0" y="3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4" name="Freeform 442">
              <a:extLst>
                <a:ext uri="{FF2B5EF4-FFF2-40B4-BE49-F238E27FC236}">
                  <a16:creationId xmlns:a16="http://schemas.microsoft.com/office/drawing/2014/main" id="{354FA94B-5D65-464A-A4C1-4D77A8C0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10"/>
              <a:ext cx="448" cy="204"/>
            </a:xfrm>
            <a:custGeom>
              <a:avLst/>
              <a:gdLst>
                <a:gd name="T0" fmla="*/ 7 w 3585"/>
                <a:gd name="T1" fmla="*/ 0 h 1629"/>
                <a:gd name="T2" fmla="*/ 5 w 3585"/>
                <a:gd name="T3" fmla="*/ 0 h 1629"/>
                <a:gd name="T4" fmla="*/ 3 w 3585"/>
                <a:gd name="T5" fmla="*/ 0 h 1629"/>
                <a:gd name="T6" fmla="*/ 2 w 3585"/>
                <a:gd name="T7" fmla="*/ 1 h 1629"/>
                <a:gd name="T8" fmla="*/ 1 w 3585"/>
                <a:gd name="T9" fmla="*/ 1 h 1629"/>
                <a:gd name="T10" fmla="*/ 1 w 3585"/>
                <a:gd name="T11" fmla="*/ 2 h 1629"/>
                <a:gd name="T12" fmla="*/ 2 w 3585"/>
                <a:gd name="T13" fmla="*/ 2 h 1629"/>
                <a:gd name="T14" fmla="*/ 3 w 3585"/>
                <a:gd name="T15" fmla="*/ 2 h 1629"/>
                <a:gd name="T16" fmla="*/ 5 w 3585"/>
                <a:gd name="T17" fmla="*/ 2 h 1629"/>
                <a:gd name="T18" fmla="*/ 6 w 3585"/>
                <a:gd name="T19" fmla="*/ 1 h 1629"/>
                <a:gd name="T20" fmla="*/ 5 w 3585"/>
                <a:gd name="T21" fmla="*/ 2 h 1629"/>
                <a:gd name="T22" fmla="*/ 5 w 3585"/>
                <a:gd name="T23" fmla="*/ 3 h 1629"/>
                <a:gd name="T24" fmla="*/ 5 w 3585"/>
                <a:gd name="T25" fmla="*/ 3 h 1629"/>
                <a:gd name="T26" fmla="*/ 5 w 3585"/>
                <a:gd name="T27" fmla="*/ 3 h 1629"/>
                <a:gd name="T28" fmla="*/ 5 w 3585"/>
                <a:gd name="T29" fmla="*/ 3 h 1629"/>
                <a:gd name="T30" fmla="*/ 5 w 3585"/>
                <a:gd name="T31" fmla="*/ 3 h 1629"/>
                <a:gd name="T32" fmla="*/ 3 w 3585"/>
                <a:gd name="T33" fmla="*/ 3 h 1629"/>
                <a:gd name="T34" fmla="*/ 2 w 3585"/>
                <a:gd name="T35" fmla="*/ 3 h 1629"/>
                <a:gd name="T36" fmla="*/ 1 w 3585"/>
                <a:gd name="T37" fmla="*/ 3 h 1629"/>
                <a:gd name="T38" fmla="*/ 0 w 3585"/>
                <a:gd name="T39" fmla="*/ 3 h 1629"/>
                <a:gd name="T40" fmla="*/ 0 w 3585"/>
                <a:gd name="T41" fmla="*/ 2 h 1629"/>
                <a:gd name="T42" fmla="*/ 1 w 3585"/>
                <a:gd name="T43" fmla="*/ 1 h 1629"/>
                <a:gd name="T44" fmla="*/ 3 w 3585"/>
                <a:gd name="T45" fmla="*/ 0 h 1629"/>
                <a:gd name="T46" fmla="*/ 5 w 3585"/>
                <a:gd name="T47" fmla="*/ 0 h 1629"/>
                <a:gd name="T48" fmla="*/ 7 w 3585"/>
                <a:gd name="T49" fmla="*/ 0 h 1629"/>
                <a:gd name="T50" fmla="*/ 7 w 3585"/>
                <a:gd name="T51" fmla="*/ 0 h 16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585"/>
                <a:gd name="T79" fmla="*/ 0 h 1629"/>
                <a:gd name="T80" fmla="*/ 3585 w 3585"/>
                <a:gd name="T81" fmla="*/ 1629 h 16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585" h="1629">
                  <a:moveTo>
                    <a:pt x="3585" y="44"/>
                  </a:moveTo>
                  <a:lnTo>
                    <a:pt x="2562" y="44"/>
                  </a:lnTo>
                  <a:lnTo>
                    <a:pt x="1587" y="207"/>
                  </a:lnTo>
                  <a:lnTo>
                    <a:pt x="897" y="534"/>
                  </a:lnTo>
                  <a:lnTo>
                    <a:pt x="743" y="719"/>
                  </a:lnTo>
                  <a:lnTo>
                    <a:pt x="768" y="903"/>
                  </a:lnTo>
                  <a:lnTo>
                    <a:pt x="1097" y="1030"/>
                  </a:lnTo>
                  <a:lnTo>
                    <a:pt x="1750" y="1053"/>
                  </a:lnTo>
                  <a:lnTo>
                    <a:pt x="2776" y="820"/>
                  </a:lnTo>
                  <a:lnTo>
                    <a:pt x="3129" y="534"/>
                  </a:lnTo>
                  <a:lnTo>
                    <a:pt x="2836" y="1073"/>
                  </a:lnTo>
                  <a:lnTo>
                    <a:pt x="2728" y="1398"/>
                  </a:lnTo>
                  <a:lnTo>
                    <a:pt x="2776" y="1587"/>
                  </a:lnTo>
                  <a:lnTo>
                    <a:pt x="2644" y="1587"/>
                  </a:lnTo>
                  <a:lnTo>
                    <a:pt x="2611" y="1629"/>
                  </a:lnTo>
                  <a:lnTo>
                    <a:pt x="2354" y="1470"/>
                  </a:lnTo>
                  <a:lnTo>
                    <a:pt x="1702" y="1354"/>
                  </a:lnTo>
                  <a:lnTo>
                    <a:pt x="967" y="1341"/>
                  </a:lnTo>
                  <a:lnTo>
                    <a:pt x="475" y="1398"/>
                  </a:lnTo>
                  <a:lnTo>
                    <a:pt x="0" y="1587"/>
                  </a:lnTo>
                  <a:lnTo>
                    <a:pt x="53" y="1099"/>
                  </a:lnTo>
                  <a:lnTo>
                    <a:pt x="385" y="389"/>
                  </a:lnTo>
                  <a:lnTo>
                    <a:pt x="1389" y="191"/>
                  </a:lnTo>
                  <a:lnTo>
                    <a:pt x="2497" y="0"/>
                  </a:lnTo>
                  <a:lnTo>
                    <a:pt x="3468" y="0"/>
                  </a:lnTo>
                  <a:lnTo>
                    <a:pt x="3585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5" name="Freeform 443">
              <a:extLst>
                <a:ext uri="{FF2B5EF4-FFF2-40B4-BE49-F238E27FC236}">
                  <a16:creationId xmlns:a16="http://schemas.microsoft.com/office/drawing/2014/main" id="{56C72633-CC8E-9942-9E7C-C705E37F4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594"/>
              <a:ext cx="230" cy="73"/>
            </a:xfrm>
            <a:custGeom>
              <a:avLst/>
              <a:gdLst>
                <a:gd name="T0" fmla="*/ 0 w 1840"/>
                <a:gd name="T1" fmla="*/ 1 h 576"/>
                <a:gd name="T2" fmla="*/ 1 w 1840"/>
                <a:gd name="T3" fmla="*/ 1 h 576"/>
                <a:gd name="T4" fmla="*/ 3 w 1840"/>
                <a:gd name="T5" fmla="*/ 0 h 576"/>
                <a:gd name="T6" fmla="*/ 4 w 1840"/>
                <a:gd name="T7" fmla="*/ 0 h 576"/>
                <a:gd name="T8" fmla="*/ 3 w 1840"/>
                <a:gd name="T9" fmla="*/ 0 h 576"/>
                <a:gd name="T10" fmla="*/ 2 w 1840"/>
                <a:gd name="T11" fmla="*/ 0 h 576"/>
                <a:gd name="T12" fmla="*/ 1 w 1840"/>
                <a:gd name="T13" fmla="*/ 0 h 576"/>
                <a:gd name="T14" fmla="*/ 0 w 1840"/>
                <a:gd name="T15" fmla="*/ 1 h 576"/>
                <a:gd name="T16" fmla="*/ 0 w 1840"/>
                <a:gd name="T17" fmla="*/ 1 h 5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40"/>
                <a:gd name="T28" fmla="*/ 0 h 576"/>
                <a:gd name="T29" fmla="*/ 1840 w 1840"/>
                <a:gd name="T30" fmla="*/ 576 h 5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40" h="576">
                  <a:moveTo>
                    <a:pt x="0" y="576"/>
                  </a:moveTo>
                  <a:lnTo>
                    <a:pt x="595" y="217"/>
                  </a:lnTo>
                  <a:lnTo>
                    <a:pt x="1381" y="106"/>
                  </a:lnTo>
                  <a:lnTo>
                    <a:pt x="1840" y="141"/>
                  </a:lnTo>
                  <a:lnTo>
                    <a:pt x="1579" y="42"/>
                  </a:lnTo>
                  <a:lnTo>
                    <a:pt x="1014" y="0"/>
                  </a:lnTo>
                  <a:lnTo>
                    <a:pt x="564" y="66"/>
                  </a:lnTo>
                  <a:lnTo>
                    <a:pt x="26" y="394"/>
                  </a:lnTo>
                  <a:lnTo>
                    <a:pt x="0" y="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6" name="Freeform 444">
              <a:extLst>
                <a:ext uri="{FF2B5EF4-FFF2-40B4-BE49-F238E27FC236}">
                  <a16:creationId xmlns:a16="http://schemas.microsoft.com/office/drawing/2014/main" id="{BBBFFB62-DA0F-AF48-B9A3-588167B7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612"/>
              <a:ext cx="795" cy="1301"/>
            </a:xfrm>
            <a:custGeom>
              <a:avLst/>
              <a:gdLst>
                <a:gd name="T0" fmla="*/ 12 w 6356"/>
                <a:gd name="T1" fmla="*/ 1 h 10404"/>
                <a:gd name="T2" fmla="*/ 12 w 6356"/>
                <a:gd name="T3" fmla="*/ 1 h 10404"/>
                <a:gd name="T4" fmla="*/ 12 w 6356"/>
                <a:gd name="T5" fmla="*/ 1 h 10404"/>
                <a:gd name="T6" fmla="*/ 10 w 6356"/>
                <a:gd name="T7" fmla="*/ 3 h 10404"/>
                <a:gd name="T8" fmla="*/ 11 w 6356"/>
                <a:gd name="T9" fmla="*/ 4 h 10404"/>
                <a:gd name="T10" fmla="*/ 9 w 6356"/>
                <a:gd name="T11" fmla="*/ 5 h 10404"/>
                <a:gd name="T12" fmla="*/ 9 w 6356"/>
                <a:gd name="T13" fmla="*/ 8 h 10404"/>
                <a:gd name="T14" fmla="*/ 8 w 6356"/>
                <a:gd name="T15" fmla="*/ 7 h 10404"/>
                <a:gd name="T16" fmla="*/ 8 w 6356"/>
                <a:gd name="T17" fmla="*/ 5 h 10404"/>
                <a:gd name="T18" fmla="*/ 7 w 6356"/>
                <a:gd name="T19" fmla="*/ 6 h 10404"/>
                <a:gd name="T20" fmla="*/ 7 w 6356"/>
                <a:gd name="T21" fmla="*/ 9 h 10404"/>
                <a:gd name="T22" fmla="*/ 6 w 6356"/>
                <a:gd name="T23" fmla="*/ 8 h 10404"/>
                <a:gd name="T24" fmla="*/ 6 w 6356"/>
                <a:gd name="T25" fmla="*/ 9 h 10404"/>
                <a:gd name="T26" fmla="*/ 6 w 6356"/>
                <a:gd name="T27" fmla="*/ 11 h 10404"/>
                <a:gd name="T28" fmla="*/ 6 w 6356"/>
                <a:gd name="T29" fmla="*/ 10 h 10404"/>
                <a:gd name="T30" fmla="*/ 5 w 6356"/>
                <a:gd name="T31" fmla="*/ 8 h 10404"/>
                <a:gd name="T32" fmla="*/ 5 w 6356"/>
                <a:gd name="T33" fmla="*/ 8 h 10404"/>
                <a:gd name="T34" fmla="*/ 5 w 6356"/>
                <a:gd name="T35" fmla="*/ 10 h 10404"/>
                <a:gd name="T36" fmla="*/ 5 w 6356"/>
                <a:gd name="T37" fmla="*/ 9 h 10404"/>
                <a:gd name="T38" fmla="*/ 4 w 6356"/>
                <a:gd name="T39" fmla="*/ 9 h 10404"/>
                <a:gd name="T40" fmla="*/ 4 w 6356"/>
                <a:gd name="T41" fmla="*/ 9 h 10404"/>
                <a:gd name="T42" fmla="*/ 4 w 6356"/>
                <a:gd name="T43" fmla="*/ 11 h 10404"/>
                <a:gd name="T44" fmla="*/ 4 w 6356"/>
                <a:gd name="T45" fmla="*/ 10 h 10404"/>
                <a:gd name="T46" fmla="*/ 3 w 6356"/>
                <a:gd name="T47" fmla="*/ 7 h 10404"/>
                <a:gd name="T48" fmla="*/ 4 w 6356"/>
                <a:gd name="T49" fmla="*/ 5 h 10404"/>
                <a:gd name="T50" fmla="*/ 3 w 6356"/>
                <a:gd name="T51" fmla="*/ 7 h 10404"/>
                <a:gd name="T52" fmla="*/ 3 w 6356"/>
                <a:gd name="T53" fmla="*/ 9 h 10404"/>
                <a:gd name="T54" fmla="*/ 3 w 6356"/>
                <a:gd name="T55" fmla="*/ 9 h 10404"/>
                <a:gd name="T56" fmla="*/ 4 w 6356"/>
                <a:gd name="T57" fmla="*/ 11 h 10404"/>
                <a:gd name="T58" fmla="*/ 3 w 6356"/>
                <a:gd name="T59" fmla="*/ 12 h 10404"/>
                <a:gd name="T60" fmla="*/ 3 w 6356"/>
                <a:gd name="T61" fmla="*/ 11 h 10404"/>
                <a:gd name="T62" fmla="*/ 2 w 6356"/>
                <a:gd name="T63" fmla="*/ 16 h 10404"/>
                <a:gd name="T64" fmla="*/ 1 w 6356"/>
                <a:gd name="T65" fmla="*/ 11 h 10404"/>
                <a:gd name="T66" fmla="*/ 0 w 6356"/>
                <a:gd name="T67" fmla="*/ 10 h 10404"/>
                <a:gd name="T68" fmla="*/ 1 w 6356"/>
                <a:gd name="T69" fmla="*/ 11 h 10404"/>
                <a:gd name="T70" fmla="*/ 1 w 6356"/>
                <a:gd name="T71" fmla="*/ 16 h 10404"/>
                <a:gd name="T72" fmla="*/ 2 w 6356"/>
                <a:gd name="T73" fmla="*/ 16 h 10404"/>
                <a:gd name="T74" fmla="*/ 3 w 6356"/>
                <a:gd name="T75" fmla="*/ 14 h 10404"/>
                <a:gd name="T76" fmla="*/ 4 w 6356"/>
                <a:gd name="T77" fmla="*/ 13 h 10404"/>
                <a:gd name="T78" fmla="*/ 3 w 6356"/>
                <a:gd name="T79" fmla="*/ 16 h 10404"/>
                <a:gd name="T80" fmla="*/ 4 w 6356"/>
                <a:gd name="T81" fmla="*/ 16 h 10404"/>
                <a:gd name="T82" fmla="*/ 5 w 6356"/>
                <a:gd name="T83" fmla="*/ 12 h 10404"/>
                <a:gd name="T84" fmla="*/ 6 w 6356"/>
                <a:gd name="T85" fmla="*/ 13 h 10404"/>
                <a:gd name="T86" fmla="*/ 5 w 6356"/>
                <a:gd name="T87" fmla="*/ 17 h 10404"/>
                <a:gd name="T88" fmla="*/ 3 w 6356"/>
                <a:gd name="T89" fmla="*/ 18 h 10404"/>
                <a:gd name="T90" fmla="*/ 3 w 6356"/>
                <a:gd name="T91" fmla="*/ 20 h 10404"/>
                <a:gd name="T92" fmla="*/ 5 w 6356"/>
                <a:gd name="T93" fmla="*/ 19 h 10404"/>
                <a:gd name="T94" fmla="*/ 6 w 6356"/>
                <a:gd name="T95" fmla="*/ 18 h 10404"/>
                <a:gd name="T96" fmla="*/ 5 w 6356"/>
                <a:gd name="T97" fmla="*/ 20 h 10404"/>
                <a:gd name="T98" fmla="*/ 6 w 6356"/>
                <a:gd name="T99" fmla="*/ 19 h 10404"/>
                <a:gd name="T100" fmla="*/ 6 w 6356"/>
                <a:gd name="T101" fmla="*/ 13 h 10404"/>
                <a:gd name="T102" fmla="*/ 7 w 6356"/>
                <a:gd name="T103" fmla="*/ 11 h 10404"/>
                <a:gd name="T104" fmla="*/ 9 w 6356"/>
                <a:gd name="T105" fmla="*/ 8 h 10404"/>
                <a:gd name="T106" fmla="*/ 11 w 6356"/>
                <a:gd name="T107" fmla="*/ 4 h 10404"/>
                <a:gd name="T108" fmla="*/ 12 w 6356"/>
                <a:gd name="T109" fmla="*/ 1 h 10404"/>
                <a:gd name="T110" fmla="*/ 12 w 6356"/>
                <a:gd name="T111" fmla="*/ 0 h 104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356"/>
                <a:gd name="T169" fmla="*/ 0 h 10404"/>
                <a:gd name="T170" fmla="*/ 6356 w 6356"/>
                <a:gd name="T171" fmla="*/ 10404 h 1040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356" h="10404">
                  <a:moveTo>
                    <a:pt x="6153" y="0"/>
                  </a:moveTo>
                  <a:lnTo>
                    <a:pt x="5874" y="398"/>
                  </a:lnTo>
                  <a:lnTo>
                    <a:pt x="5286" y="866"/>
                  </a:lnTo>
                  <a:lnTo>
                    <a:pt x="5931" y="435"/>
                  </a:lnTo>
                  <a:lnTo>
                    <a:pt x="6097" y="283"/>
                  </a:lnTo>
                  <a:lnTo>
                    <a:pt x="6125" y="643"/>
                  </a:lnTo>
                  <a:lnTo>
                    <a:pt x="5874" y="1107"/>
                  </a:lnTo>
                  <a:lnTo>
                    <a:pt x="5169" y="1509"/>
                  </a:lnTo>
                  <a:lnTo>
                    <a:pt x="5874" y="1254"/>
                  </a:lnTo>
                  <a:lnTo>
                    <a:pt x="5419" y="2045"/>
                  </a:lnTo>
                  <a:lnTo>
                    <a:pt x="4969" y="2437"/>
                  </a:lnTo>
                  <a:lnTo>
                    <a:pt x="4350" y="2582"/>
                  </a:lnTo>
                  <a:lnTo>
                    <a:pt x="4463" y="3803"/>
                  </a:lnTo>
                  <a:lnTo>
                    <a:pt x="4380" y="4202"/>
                  </a:lnTo>
                  <a:lnTo>
                    <a:pt x="4175" y="4382"/>
                  </a:lnTo>
                  <a:lnTo>
                    <a:pt x="4211" y="3735"/>
                  </a:lnTo>
                  <a:lnTo>
                    <a:pt x="4131" y="3054"/>
                  </a:lnTo>
                  <a:lnTo>
                    <a:pt x="4037" y="2474"/>
                  </a:lnTo>
                  <a:lnTo>
                    <a:pt x="3896" y="2944"/>
                  </a:lnTo>
                  <a:lnTo>
                    <a:pt x="3695" y="3160"/>
                  </a:lnTo>
                  <a:lnTo>
                    <a:pt x="3695" y="4091"/>
                  </a:lnTo>
                  <a:lnTo>
                    <a:pt x="3506" y="4525"/>
                  </a:lnTo>
                  <a:lnTo>
                    <a:pt x="3354" y="4449"/>
                  </a:lnTo>
                  <a:lnTo>
                    <a:pt x="3224" y="4126"/>
                  </a:lnTo>
                  <a:lnTo>
                    <a:pt x="3052" y="3665"/>
                  </a:lnTo>
                  <a:lnTo>
                    <a:pt x="3224" y="4479"/>
                  </a:lnTo>
                  <a:lnTo>
                    <a:pt x="3338" y="4957"/>
                  </a:lnTo>
                  <a:lnTo>
                    <a:pt x="3224" y="5344"/>
                  </a:lnTo>
                  <a:lnTo>
                    <a:pt x="3052" y="5417"/>
                  </a:lnTo>
                  <a:lnTo>
                    <a:pt x="2912" y="5283"/>
                  </a:lnTo>
                  <a:lnTo>
                    <a:pt x="2881" y="4845"/>
                  </a:lnTo>
                  <a:lnTo>
                    <a:pt x="2596" y="4126"/>
                  </a:lnTo>
                  <a:lnTo>
                    <a:pt x="2517" y="3448"/>
                  </a:lnTo>
                  <a:lnTo>
                    <a:pt x="2547" y="4159"/>
                  </a:lnTo>
                  <a:lnTo>
                    <a:pt x="2771" y="4845"/>
                  </a:lnTo>
                  <a:lnTo>
                    <a:pt x="2771" y="5240"/>
                  </a:lnTo>
                  <a:lnTo>
                    <a:pt x="2372" y="4126"/>
                  </a:lnTo>
                  <a:lnTo>
                    <a:pt x="2572" y="4806"/>
                  </a:lnTo>
                  <a:lnTo>
                    <a:pt x="2596" y="5168"/>
                  </a:lnTo>
                  <a:lnTo>
                    <a:pt x="2238" y="4449"/>
                  </a:lnTo>
                  <a:lnTo>
                    <a:pt x="2088" y="3878"/>
                  </a:lnTo>
                  <a:lnTo>
                    <a:pt x="2204" y="4733"/>
                  </a:lnTo>
                  <a:lnTo>
                    <a:pt x="2204" y="5417"/>
                  </a:lnTo>
                  <a:lnTo>
                    <a:pt x="2121" y="5489"/>
                  </a:lnTo>
                  <a:lnTo>
                    <a:pt x="2009" y="5489"/>
                  </a:lnTo>
                  <a:lnTo>
                    <a:pt x="1870" y="5133"/>
                  </a:lnTo>
                  <a:lnTo>
                    <a:pt x="1703" y="4126"/>
                  </a:lnTo>
                  <a:lnTo>
                    <a:pt x="1666" y="3448"/>
                  </a:lnTo>
                  <a:lnTo>
                    <a:pt x="1816" y="3054"/>
                  </a:lnTo>
                  <a:lnTo>
                    <a:pt x="2238" y="2762"/>
                  </a:lnTo>
                  <a:lnTo>
                    <a:pt x="1758" y="3013"/>
                  </a:lnTo>
                  <a:lnTo>
                    <a:pt x="1587" y="3406"/>
                  </a:lnTo>
                  <a:lnTo>
                    <a:pt x="1470" y="3373"/>
                  </a:lnTo>
                  <a:lnTo>
                    <a:pt x="1470" y="4479"/>
                  </a:lnTo>
                  <a:lnTo>
                    <a:pt x="1187" y="5814"/>
                  </a:lnTo>
                  <a:lnTo>
                    <a:pt x="1528" y="4629"/>
                  </a:lnTo>
                  <a:lnTo>
                    <a:pt x="1724" y="4880"/>
                  </a:lnTo>
                  <a:lnTo>
                    <a:pt x="1839" y="5344"/>
                  </a:lnTo>
                  <a:lnTo>
                    <a:pt x="1782" y="5781"/>
                  </a:lnTo>
                  <a:lnTo>
                    <a:pt x="1639" y="6028"/>
                  </a:lnTo>
                  <a:lnTo>
                    <a:pt x="1587" y="5703"/>
                  </a:lnTo>
                  <a:lnTo>
                    <a:pt x="1639" y="5417"/>
                  </a:lnTo>
                  <a:lnTo>
                    <a:pt x="1383" y="5885"/>
                  </a:lnTo>
                  <a:lnTo>
                    <a:pt x="737" y="8106"/>
                  </a:lnTo>
                  <a:lnTo>
                    <a:pt x="599" y="6535"/>
                  </a:lnTo>
                  <a:lnTo>
                    <a:pt x="431" y="5746"/>
                  </a:lnTo>
                  <a:lnTo>
                    <a:pt x="57" y="5203"/>
                  </a:lnTo>
                  <a:lnTo>
                    <a:pt x="0" y="4880"/>
                  </a:lnTo>
                  <a:lnTo>
                    <a:pt x="57" y="5283"/>
                  </a:lnTo>
                  <a:lnTo>
                    <a:pt x="341" y="5849"/>
                  </a:lnTo>
                  <a:lnTo>
                    <a:pt x="482" y="6708"/>
                  </a:lnTo>
                  <a:lnTo>
                    <a:pt x="627" y="8394"/>
                  </a:lnTo>
                  <a:lnTo>
                    <a:pt x="1074" y="9977"/>
                  </a:lnTo>
                  <a:lnTo>
                    <a:pt x="790" y="8326"/>
                  </a:lnTo>
                  <a:lnTo>
                    <a:pt x="968" y="7746"/>
                  </a:lnTo>
                  <a:lnTo>
                    <a:pt x="1383" y="7038"/>
                  </a:lnTo>
                  <a:lnTo>
                    <a:pt x="1976" y="6674"/>
                  </a:lnTo>
                  <a:lnTo>
                    <a:pt x="2148" y="6748"/>
                  </a:lnTo>
                  <a:lnTo>
                    <a:pt x="1870" y="7647"/>
                  </a:lnTo>
                  <a:lnTo>
                    <a:pt x="1528" y="8326"/>
                  </a:lnTo>
                  <a:lnTo>
                    <a:pt x="1130" y="8935"/>
                  </a:lnTo>
                  <a:lnTo>
                    <a:pt x="1839" y="8246"/>
                  </a:lnTo>
                  <a:lnTo>
                    <a:pt x="2372" y="7386"/>
                  </a:lnTo>
                  <a:lnTo>
                    <a:pt x="2710" y="6280"/>
                  </a:lnTo>
                  <a:lnTo>
                    <a:pt x="2824" y="5781"/>
                  </a:lnTo>
                  <a:lnTo>
                    <a:pt x="2912" y="6674"/>
                  </a:lnTo>
                  <a:lnTo>
                    <a:pt x="2743" y="7785"/>
                  </a:lnTo>
                  <a:lnTo>
                    <a:pt x="2372" y="8532"/>
                  </a:lnTo>
                  <a:lnTo>
                    <a:pt x="1899" y="9042"/>
                  </a:lnTo>
                  <a:lnTo>
                    <a:pt x="1442" y="9398"/>
                  </a:lnTo>
                  <a:lnTo>
                    <a:pt x="1130" y="10077"/>
                  </a:lnTo>
                  <a:lnTo>
                    <a:pt x="1356" y="10404"/>
                  </a:lnTo>
                  <a:lnTo>
                    <a:pt x="1917" y="10404"/>
                  </a:lnTo>
                  <a:lnTo>
                    <a:pt x="2572" y="9864"/>
                  </a:lnTo>
                  <a:lnTo>
                    <a:pt x="2912" y="9470"/>
                  </a:lnTo>
                  <a:lnTo>
                    <a:pt x="2994" y="9364"/>
                  </a:lnTo>
                  <a:lnTo>
                    <a:pt x="2881" y="10009"/>
                  </a:lnTo>
                  <a:lnTo>
                    <a:pt x="2743" y="10404"/>
                  </a:lnTo>
                  <a:lnTo>
                    <a:pt x="3052" y="10404"/>
                  </a:lnTo>
                  <a:lnTo>
                    <a:pt x="3105" y="9572"/>
                  </a:lnTo>
                  <a:lnTo>
                    <a:pt x="3132" y="8287"/>
                  </a:lnTo>
                  <a:lnTo>
                    <a:pt x="3244" y="6603"/>
                  </a:lnTo>
                  <a:lnTo>
                    <a:pt x="3389" y="5885"/>
                  </a:lnTo>
                  <a:lnTo>
                    <a:pt x="3730" y="5344"/>
                  </a:lnTo>
                  <a:lnTo>
                    <a:pt x="4292" y="4668"/>
                  </a:lnTo>
                  <a:lnTo>
                    <a:pt x="4689" y="4023"/>
                  </a:lnTo>
                  <a:lnTo>
                    <a:pt x="5724" y="2837"/>
                  </a:lnTo>
                  <a:lnTo>
                    <a:pt x="5844" y="2261"/>
                  </a:lnTo>
                  <a:lnTo>
                    <a:pt x="6356" y="968"/>
                  </a:lnTo>
                  <a:lnTo>
                    <a:pt x="6356" y="360"/>
                  </a:lnTo>
                  <a:lnTo>
                    <a:pt x="6245" y="0"/>
                  </a:lnTo>
                  <a:lnTo>
                    <a:pt x="61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7" name="Freeform 445">
              <a:extLst>
                <a:ext uri="{FF2B5EF4-FFF2-40B4-BE49-F238E27FC236}">
                  <a16:creationId xmlns:a16="http://schemas.microsoft.com/office/drawing/2014/main" id="{D833C511-677F-7D47-9889-FE507E86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819"/>
              <a:ext cx="101" cy="165"/>
            </a:xfrm>
            <a:custGeom>
              <a:avLst/>
              <a:gdLst>
                <a:gd name="T0" fmla="*/ 2 w 813"/>
                <a:gd name="T1" fmla="*/ 0 h 1318"/>
                <a:gd name="T2" fmla="*/ 1 w 813"/>
                <a:gd name="T3" fmla="*/ 0 h 1318"/>
                <a:gd name="T4" fmla="*/ 1 w 813"/>
                <a:gd name="T5" fmla="*/ 1 h 1318"/>
                <a:gd name="T6" fmla="*/ 1 w 813"/>
                <a:gd name="T7" fmla="*/ 1 h 1318"/>
                <a:gd name="T8" fmla="*/ 1 w 813"/>
                <a:gd name="T9" fmla="*/ 1 h 1318"/>
                <a:gd name="T10" fmla="*/ 1 w 813"/>
                <a:gd name="T11" fmla="*/ 2 h 1318"/>
                <a:gd name="T12" fmla="*/ 1 w 813"/>
                <a:gd name="T13" fmla="*/ 3 h 1318"/>
                <a:gd name="T14" fmla="*/ 0 w 813"/>
                <a:gd name="T15" fmla="*/ 2 h 1318"/>
                <a:gd name="T16" fmla="*/ 0 w 813"/>
                <a:gd name="T17" fmla="*/ 1 h 1318"/>
                <a:gd name="T18" fmla="*/ 0 w 813"/>
                <a:gd name="T19" fmla="*/ 1 h 1318"/>
                <a:gd name="T20" fmla="*/ 1 w 813"/>
                <a:gd name="T21" fmla="*/ 0 h 1318"/>
                <a:gd name="T22" fmla="*/ 2 w 813"/>
                <a:gd name="T23" fmla="*/ 0 h 13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13"/>
                <a:gd name="T37" fmla="*/ 0 h 1318"/>
                <a:gd name="T38" fmla="*/ 813 w 813"/>
                <a:gd name="T39" fmla="*/ 1318 h 13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13" h="1318">
                  <a:moveTo>
                    <a:pt x="813" y="0"/>
                  </a:moveTo>
                  <a:lnTo>
                    <a:pt x="671" y="138"/>
                  </a:lnTo>
                  <a:lnTo>
                    <a:pt x="512" y="248"/>
                  </a:lnTo>
                  <a:lnTo>
                    <a:pt x="512" y="465"/>
                  </a:lnTo>
                  <a:lnTo>
                    <a:pt x="336" y="709"/>
                  </a:lnTo>
                  <a:lnTo>
                    <a:pt x="336" y="1000"/>
                  </a:lnTo>
                  <a:lnTo>
                    <a:pt x="537" y="1318"/>
                  </a:lnTo>
                  <a:lnTo>
                    <a:pt x="255" y="899"/>
                  </a:lnTo>
                  <a:lnTo>
                    <a:pt x="255" y="498"/>
                  </a:lnTo>
                  <a:lnTo>
                    <a:pt x="0" y="648"/>
                  </a:lnTo>
                  <a:lnTo>
                    <a:pt x="385" y="173"/>
                  </a:lnTo>
                  <a:lnTo>
                    <a:pt x="8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8" name="Freeform 446">
              <a:extLst>
                <a:ext uri="{FF2B5EF4-FFF2-40B4-BE49-F238E27FC236}">
                  <a16:creationId xmlns:a16="http://schemas.microsoft.com/office/drawing/2014/main" id="{1FA4B576-2828-2149-B5D7-90B02CF19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788"/>
              <a:ext cx="29" cy="133"/>
            </a:xfrm>
            <a:custGeom>
              <a:avLst/>
              <a:gdLst>
                <a:gd name="T0" fmla="*/ 0 w 228"/>
                <a:gd name="T1" fmla="*/ 0 h 1070"/>
                <a:gd name="T2" fmla="*/ 0 w 228"/>
                <a:gd name="T3" fmla="*/ 0 h 1070"/>
                <a:gd name="T4" fmla="*/ 0 w 228"/>
                <a:gd name="T5" fmla="*/ 1 h 1070"/>
                <a:gd name="T6" fmla="*/ 1 w 228"/>
                <a:gd name="T7" fmla="*/ 2 h 1070"/>
                <a:gd name="T8" fmla="*/ 0 w 228"/>
                <a:gd name="T9" fmla="*/ 1 h 1070"/>
                <a:gd name="T10" fmla="*/ 0 w 228"/>
                <a:gd name="T11" fmla="*/ 0 h 1070"/>
                <a:gd name="T12" fmla="*/ 0 w 228"/>
                <a:gd name="T13" fmla="*/ 0 h 10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8"/>
                <a:gd name="T22" fmla="*/ 0 h 1070"/>
                <a:gd name="T23" fmla="*/ 228 w 228"/>
                <a:gd name="T24" fmla="*/ 1070 h 107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8" h="1070">
                  <a:moveTo>
                    <a:pt x="147" y="0"/>
                  </a:moveTo>
                  <a:lnTo>
                    <a:pt x="67" y="209"/>
                  </a:lnTo>
                  <a:lnTo>
                    <a:pt x="67" y="536"/>
                  </a:lnTo>
                  <a:lnTo>
                    <a:pt x="228" y="1070"/>
                  </a:lnTo>
                  <a:lnTo>
                    <a:pt x="0" y="536"/>
                  </a:lnTo>
                  <a:lnTo>
                    <a:pt x="0" y="20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29" name="Freeform 447">
              <a:extLst>
                <a:ext uri="{FF2B5EF4-FFF2-40B4-BE49-F238E27FC236}">
                  <a16:creationId xmlns:a16="http://schemas.microsoft.com/office/drawing/2014/main" id="{5B9F3970-5337-3C4D-81D9-27CBF215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707"/>
              <a:ext cx="169" cy="67"/>
            </a:xfrm>
            <a:custGeom>
              <a:avLst/>
              <a:gdLst>
                <a:gd name="T0" fmla="*/ 3 w 1358"/>
                <a:gd name="T1" fmla="*/ 0 h 536"/>
                <a:gd name="T2" fmla="*/ 2 w 1358"/>
                <a:gd name="T3" fmla="*/ 0 h 536"/>
                <a:gd name="T4" fmla="*/ 1 w 1358"/>
                <a:gd name="T5" fmla="*/ 1 h 536"/>
                <a:gd name="T6" fmla="*/ 0 w 1358"/>
                <a:gd name="T7" fmla="*/ 1 h 536"/>
                <a:gd name="T8" fmla="*/ 1 w 1358"/>
                <a:gd name="T9" fmla="*/ 1 h 536"/>
                <a:gd name="T10" fmla="*/ 3 w 1358"/>
                <a:gd name="T11" fmla="*/ 1 h 536"/>
                <a:gd name="T12" fmla="*/ 2 w 1358"/>
                <a:gd name="T13" fmla="*/ 1 h 536"/>
                <a:gd name="T14" fmla="*/ 1 w 1358"/>
                <a:gd name="T15" fmla="*/ 1 h 536"/>
                <a:gd name="T16" fmla="*/ 2 w 1358"/>
                <a:gd name="T17" fmla="*/ 1 h 536"/>
                <a:gd name="T18" fmla="*/ 3 w 1358"/>
                <a:gd name="T19" fmla="*/ 0 h 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58"/>
                <a:gd name="T31" fmla="*/ 0 h 536"/>
                <a:gd name="T32" fmla="*/ 1358 w 1358"/>
                <a:gd name="T33" fmla="*/ 536 h 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58" h="536">
                  <a:moveTo>
                    <a:pt x="1358" y="0"/>
                  </a:moveTo>
                  <a:lnTo>
                    <a:pt x="1071" y="212"/>
                  </a:lnTo>
                  <a:lnTo>
                    <a:pt x="680" y="351"/>
                  </a:lnTo>
                  <a:lnTo>
                    <a:pt x="0" y="536"/>
                  </a:lnTo>
                  <a:lnTo>
                    <a:pt x="570" y="498"/>
                  </a:lnTo>
                  <a:lnTo>
                    <a:pt x="1323" y="536"/>
                  </a:lnTo>
                  <a:lnTo>
                    <a:pt x="966" y="463"/>
                  </a:lnTo>
                  <a:lnTo>
                    <a:pt x="570" y="435"/>
                  </a:lnTo>
                  <a:lnTo>
                    <a:pt x="1044" y="248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0" name="Freeform 448">
              <a:extLst>
                <a:ext uri="{FF2B5EF4-FFF2-40B4-BE49-F238E27FC236}">
                  <a16:creationId xmlns:a16="http://schemas.microsoft.com/office/drawing/2014/main" id="{63DBCD68-07D4-B244-B141-8020C576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08"/>
              <a:ext cx="81" cy="198"/>
            </a:xfrm>
            <a:custGeom>
              <a:avLst/>
              <a:gdLst>
                <a:gd name="T0" fmla="*/ 0 w 650"/>
                <a:gd name="T1" fmla="*/ 3 h 1587"/>
                <a:gd name="T2" fmla="*/ 0 w 650"/>
                <a:gd name="T3" fmla="*/ 2 h 1587"/>
                <a:gd name="T4" fmla="*/ 0 w 650"/>
                <a:gd name="T5" fmla="*/ 1 h 1587"/>
                <a:gd name="T6" fmla="*/ 0 w 650"/>
                <a:gd name="T7" fmla="*/ 1 h 1587"/>
                <a:gd name="T8" fmla="*/ 1 w 650"/>
                <a:gd name="T9" fmla="*/ 1 h 1587"/>
                <a:gd name="T10" fmla="*/ 1 w 650"/>
                <a:gd name="T11" fmla="*/ 0 h 1587"/>
                <a:gd name="T12" fmla="*/ 1 w 650"/>
                <a:gd name="T13" fmla="*/ 1 h 1587"/>
                <a:gd name="T14" fmla="*/ 0 w 650"/>
                <a:gd name="T15" fmla="*/ 1 h 1587"/>
                <a:gd name="T16" fmla="*/ 0 w 650"/>
                <a:gd name="T17" fmla="*/ 2 h 1587"/>
                <a:gd name="T18" fmla="*/ 0 w 650"/>
                <a:gd name="T19" fmla="*/ 2 h 1587"/>
                <a:gd name="T20" fmla="*/ 0 w 650"/>
                <a:gd name="T21" fmla="*/ 3 h 15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50"/>
                <a:gd name="T34" fmla="*/ 0 h 1587"/>
                <a:gd name="T35" fmla="*/ 650 w 650"/>
                <a:gd name="T36" fmla="*/ 1587 h 158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50" h="1587">
                  <a:moveTo>
                    <a:pt x="196" y="1587"/>
                  </a:moveTo>
                  <a:lnTo>
                    <a:pt x="0" y="872"/>
                  </a:lnTo>
                  <a:lnTo>
                    <a:pt x="27" y="609"/>
                  </a:lnTo>
                  <a:lnTo>
                    <a:pt x="117" y="363"/>
                  </a:lnTo>
                  <a:lnTo>
                    <a:pt x="360" y="363"/>
                  </a:lnTo>
                  <a:lnTo>
                    <a:pt x="650" y="0"/>
                  </a:lnTo>
                  <a:lnTo>
                    <a:pt x="341" y="536"/>
                  </a:lnTo>
                  <a:lnTo>
                    <a:pt x="134" y="649"/>
                  </a:lnTo>
                  <a:lnTo>
                    <a:pt x="117" y="872"/>
                  </a:lnTo>
                  <a:lnTo>
                    <a:pt x="117" y="1119"/>
                  </a:lnTo>
                  <a:lnTo>
                    <a:pt x="196" y="15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1" name="Freeform 449">
              <a:extLst>
                <a:ext uri="{FF2B5EF4-FFF2-40B4-BE49-F238E27FC236}">
                  <a16:creationId xmlns:a16="http://schemas.microsoft.com/office/drawing/2014/main" id="{75117D88-A384-6649-8233-8A9F5DC70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21"/>
              <a:ext cx="56" cy="122"/>
            </a:xfrm>
            <a:custGeom>
              <a:avLst/>
              <a:gdLst>
                <a:gd name="T0" fmla="*/ 0 w 453"/>
                <a:gd name="T1" fmla="*/ 2 h 974"/>
                <a:gd name="T2" fmla="*/ 0 w 453"/>
                <a:gd name="T3" fmla="*/ 1 h 974"/>
                <a:gd name="T4" fmla="*/ 0 w 453"/>
                <a:gd name="T5" fmla="*/ 1 h 974"/>
                <a:gd name="T6" fmla="*/ 0 w 453"/>
                <a:gd name="T7" fmla="*/ 0 h 974"/>
                <a:gd name="T8" fmla="*/ 0 w 453"/>
                <a:gd name="T9" fmla="*/ 1 h 974"/>
                <a:gd name="T10" fmla="*/ 1 w 453"/>
                <a:gd name="T11" fmla="*/ 2 h 974"/>
                <a:gd name="T12" fmla="*/ 0 w 453"/>
                <a:gd name="T13" fmla="*/ 1 h 974"/>
                <a:gd name="T14" fmla="*/ 0 w 453"/>
                <a:gd name="T15" fmla="*/ 2 h 9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3"/>
                <a:gd name="T25" fmla="*/ 0 h 974"/>
                <a:gd name="T26" fmla="*/ 453 w 453"/>
                <a:gd name="T27" fmla="*/ 974 h 9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3" h="974">
                  <a:moveTo>
                    <a:pt x="33" y="974"/>
                  </a:moveTo>
                  <a:lnTo>
                    <a:pt x="0" y="649"/>
                  </a:lnTo>
                  <a:lnTo>
                    <a:pt x="58" y="253"/>
                  </a:lnTo>
                  <a:lnTo>
                    <a:pt x="81" y="0"/>
                  </a:lnTo>
                  <a:lnTo>
                    <a:pt x="141" y="393"/>
                  </a:lnTo>
                  <a:lnTo>
                    <a:pt x="453" y="870"/>
                  </a:lnTo>
                  <a:lnTo>
                    <a:pt x="81" y="470"/>
                  </a:lnTo>
                  <a:lnTo>
                    <a:pt x="33" y="9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2" name="Freeform 450">
              <a:extLst>
                <a:ext uri="{FF2B5EF4-FFF2-40B4-BE49-F238E27FC236}">
                  <a16:creationId xmlns:a16="http://schemas.microsoft.com/office/drawing/2014/main" id="{98354F88-8B09-B649-B7B6-D2E9C5F8B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49"/>
              <a:ext cx="334" cy="746"/>
            </a:xfrm>
            <a:custGeom>
              <a:avLst/>
              <a:gdLst>
                <a:gd name="T0" fmla="*/ 4 w 2668"/>
                <a:gd name="T1" fmla="*/ 3 h 5970"/>
                <a:gd name="T2" fmla="*/ 4 w 2668"/>
                <a:gd name="T3" fmla="*/ 3 h 5970"/>
                <a:gd name="T4" fmla="*/ 4 w 2668"/>
                <a:gd name="T5" fmla="*/ 3 h 5970"/>
                <a:gd name="T6" fmla="*/ 4 w 2668"/>
                <a:gd name="T7" fmla="*/ 4 h 5970"/>
                <a:gd name="T8" fmla="*/ 4 w 2668"/>
                <a:gd name="T9" fmla="*/ 4 h 5970"/>
                <a:gd name="T10" fmla="*/ 5 w 2668"/>
                <a:gd name="T11" fmla="*/ 4 h 5970"/>
                <a:gd name="T12" fmla="*/ 5 w 2668"/>
                <a:gd name="T13" fmla="*/ 4 h 5970"/>
                <a:gd name="T14" fmla="*/ 5 w 2668"/>
                <a:gd name="T15" fmla="*/ 3 h 5970"/>
                <a:gd name="T16" fmla="*/ 5 w 2668"/>
                <a:gd name="T17" fmla="*/ 4 h 5970"/>
                <a:gd name="T18" fmla="*/ 5 w 2668"/>
                <a:gd name="T19" fmla="*/ 4 h 5970"/>
                <a:gd name="T20" fmla="*/ 5 w 2668"/>
                <a:gd name="T21" fmla="*/ 4 h 5970"/>
                <a:gd name="T22" fmla="*/ 4 w 2668"/>
                <a:gd name="T23" fmla="*/ 4 h 5970"/>
                <a:gd name="T24" fmla="*/ 4 w 2668"/>
                <a:gd name="T25" fmla="*/ 6 h 5970"/>
                <a:gd name="T26" fmla="*/ 4 w 2668"/>
                <a:gd name="T27" fmla="*/ 7 h 5970"/>
                <a:gd name="T28" fmla="*/ 4 w 2668"/>
                <a:gd name="T29" fmla="*/ 9 h 5970"/>
                <a:gd name="T30" fmla="*/ 4 w 2668"/>
                <a:gd name="T31" fmla="*/ 10 h 5970"/>
                <a:gd name="T32" fmla="*/ 4 w 2668"/>
                <a:gd name="T33" fmla="*/ 12 h 5970"/>
                <a:gd name="T34" fmla="*/ 4 w 2668"/>
                <a:gd name="T35" fmla="*/ 10 h 5970"/>
                <a:gd name="T36" fmla="*/ 4 w 2668"/>
                <a:gd name="T37" fmla="*/ 8 h 5970"/>
                <a:gd name="T38" fmla="*/ 4 w 2668"/>
                <a:gd name="T39" fmla="*/ 6 h 5970"/>
                <a:gd name="T40" fmla="*/ 4 w 2668"/>
                <a:gd name="T41" fmla="*/ 5 h 5970"/>
                <a:gd name="T42" fmla="*/ 4 w 2668"/>
                <a:gd name="T43" fmla="*/ 4 h 5970"/>
                <a:gd name="T44" fmla="*/ 4 w 2668"/>
                <a:gd name="T45" fmla="*/ 4 h 5970"/>
                <a:gd name="T46" fmla="*/ 4 w 2668"/>
                <a:gd name="T47" fmla="*/ 4 h 5970"/>
                <a:gd name="T48" fmla="*/ 3 w 2668"/>
                <a:gd name="T49" fmla="*/ 3 h 5970"/>
                <a:gd name="T50" fmla="*/ 3 w 2668"/>
                <a:gd name="T51" fmla="*/ 3 h 5970"/>
                <a:gd name="T52" fmla="*/ 2 w 2668"/>
                <a:gd name="T53" fmla="*/ 2 h 5970"/>
                <a:gd name="T54" fmla="*/ 2 w 2668"/>
                <a:gd name="T55" fmla="*/ 3 h 5970"/>
                <a:gd name="T56" fmla="*/ 2 w 2668"/>
                <a:gd name="T57" fmla="*/ 3 h 5970"/>
                <a:gd name="T58" fmla="*/ 3 w 2668"/>
                <a:gd name="T59" fmla="*/ 4 h 5970"/>
                <a:gd name="T60" fmla="*/ 4 w 2668"/>
                <a:gd name="T61" fmla="*/ 5 h 5970"/>
                <a:gd name="T62" fmla="*/ 3 w 2668"/>
                <a:gd name="T63" fmla="*/ 4 h 5970"/>
                <a:gd name="T64" fmla="*/ 2 w 2668"/>
                <a:gd name="T65" fmla="*/ 3 h 5970"/>
                <a:gd name="T66" fmla="*/ 1 w 2668"/>
                <a:gd name="T67" fmla="*/ 2 h 5970"/>
                <a:gd name="T68" fmla="*/ 1 w 2668"/>
                <a:gd name="T69" fmla="*/ 1 h 5970"/>
                <a:gd name="T70" fmla="*/ 0 w 2668"/>
                <a:gd name="T71" fmla="*/ 1 h 5970"/>
                <a:gd name="T72" fmla="*/ 1 w 2668"/>
                <a:gd name="T73" fmla="*/ 1 h 5970"/>
                <a:gd name="T74" fmla="*/ 1 w 2668"/>
                <a:gd name="T75" fmla="*/ 1 h 5970"/>
                <a:gd name="T76" fmla="*/ 1 w 2668"/>
                <a:gd name="T77" fmla="*/ 1 h 5970"/>
                <a:gd name="T78" fmla="*/ 2 w 2668"/>
                <a:gd name="T79" fmla="*/ 0 h 5970"/>
                <a:gd name="T80" fmla="*/ 1 w 2668"/>
                <a:gd name="T81" fmla="*/ 1 h 5970"/>
                <a:gd name="T82" fmla="*/ 1 w 2668"/>
                <a:gd name="T83" fmla="*/ 2 h 5970"/>
                <a:gd name="T84" fmla="*/ 2 w 2668"/>
                <a:gd name="T85" fmla="*/ 3 h 5970"/>
                <a:gd name="T86" fmla="*/ 2 w 2668"/>
                <a:gd name="T87" fmla="*/ 2 h 5970"/>
                <a:gd name="T88" fmla="*/ 3 w 2668"/>
                <a:gd name="T89" fmla="*/ 2 h 5970"/>
                <a:gd name="T90" fmla="*/ 3 w 2668"/>
                <a:gd name="T91" fmla="*/ 2 h 5970"/>
                <a:gd name="T92" fmla="*/ 4 w 2668"/>
                <a:gd name="T93" fmla="*/ 2 h 5970"/>
                <a:gd name="T94" fmla="*/ 4 w 2668"/>
                <a:gd name="T95" fmla="*/ 2 h 5970"/>
                <a:gd name="T96" fmla="*/ 3 w 2668"/>
                <a:gd name="T97" fmla="*/ 2 h 5970"/>
                <a:gd name="T98" fmla="*/ 3 w 2668"/>
                <a:gd name="T99" fmla="*/ 2 h 5970"/>
                <a:gd name="T100" fmla="*/ 3 w 2668"/>
                <a:gd name="T101" fmla="*/ 2 h 5970"/>
                <a:gd name="T102" fmla="*/ 3 w 2668"/>
                <a:gd name="T103" fmla="*/ 2 h 5970"/>
                <a:gd name="T104" fmla="*/ 4 w 2668"/>
                <a:gd name="T105" fmla="*/ 3 h 5970"/>
                <a:gd name="T106" fmla="*/ 3 w 2668"/>
                <a:gd name="T107" fmla="*/ 2 h 5970"/>
                <a:gd name="T108" fmla="*/ 3 w 2668"/>
                <a:gd name="T109" fmla="*/ 2 h 5970"/>
                <a:gd name="T110" fmla="*/ 3 w 2668"/>
                <a:gd name="T111" fmla="*/ 2 h 5970"/>
                <a:gd name="T112" fmla="*/ 3 w 2668"/>
                <a:gd name="T113" fmla="*/ 2 h 5970"/>
                <a:gd name="T114" fmla="*/ 3 w 2668"/>
                <a:gd name="T115" fmla="*/ 2 h 5970"/>
                <a:gd name="T116" fmla="*/ 3 w 2668"/>
                <a:gd name="T117" fmla="*/ 3 h 5970"/>
                <a:gd name="T118" fmla="*/ 4 w 2668"/>
                <a:gd name="T119" fmla="*/ 3 h 5970"/>
                <a:gd name="T120" fmla="*/ 4 w 2668"/>
                <a:gd name="T121" fmla="*/ 3 h 5970"/>
                <a:gd name="T122" fmla="*/ 4 w 2668"/>
                <a:gd name="T123" fmla="*/ 3 h 597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68"/>
                <a:gd name="T187" fmla="*/ 0 h 5970"/>
                <a:gd name="T188" fmla="*/ 2668 w 2668"/>
                <a:gd name="T189" fmla="*/ 5970 h 597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68" h="5970">
                  <a:moveTo>
                    <a:pt x="2140" y="1472"/>
                  </a:moveTo>
                  <a:lnTo>
                    <a:pt x="1967" y="1622"/>
                  </a:lnTo>
                  <a:lnTo>
                    <a:pt x="2127" y="1721"/>
                  </a:lnTo>
                  <a:lnTo>
                    <a:pt x="2109" y="1866"/>
                  </a:lnTo>
                  <a:lnTo>
                    <a:pt x="2257" y="1933"/>
                  </a:lnTo>
                  <a:lnTo>
                    <a:pt x="2305" y="2013"/>
                  </a:lnTo>
                  <a:lnTo>
                    <a:pt x="2458" y="1993"/>
                  </a:lnTo>
                  <a:lnTo>
                    <a:pt x="2668" y="1688"/>
                  </a:lnTo>
                  <a:lnTo>
                    <a:pt x="2469" y="2013"/>
                  </a:lnTo>
                  <a:lnTo>
                    <a:pt x="2469" y="2184"/>
                  </a:lnTo>
                  <a:lnTo>
                    <a:pt x="2305" y="2184"/>
                  </a:lnTo>
                  <a:lnTo>
                    <a:pt x="2140" y="2329"/>
                  </a:lnTo>
                  <a:lnTo>
                    <a:pt x="1980" y="2973"/>
                  </a:lnTo>
                  <a:lnTo>
                    <a:pt x="1946" y="3867"/>
                  </a:lnTo>
                  <a:lnTo>
                    <a:pt x="1967" y="4471"/>
                  </a:lnTo>
                  <a:lnTo>
                    <a:pt x="2026" y="5307"/>
                  </a:lnTo>
                  <a:lnTo>
                    <a:pt x="2109" y="5970"/>
                  </a:lnTo>
                  <a:lnTo>
                    <a:pt x="1946" y="4936"/>
                  </a:lnTo>
                  <a:lnTo>
                    <a:pt x="1896" y="4138"/>
                  </a:lnTo>
                  <a:lnTo>
                    <a:pt x="1916" y="3261"/>
                  </a:lnTo>
                  <a:lnTo>
                    <a:pt x="1980" y="2703"/>
                  </a:lnTo>
                  <a:lnTo>
                    <a:pt x="2096" y="2226"/>
                  </a:lnTo>
                  <a:lnTo>
                    <a:pt x="2140" y="1993"/>
                  </a:lnTo>
                  <a:lnTo>
                    <a:pt x="1896" y="1850"/>
                  </a:lnTo>
                  <a:lnTo>
                    <a:pt x="1690" y="1584"/>
                  </a:lnTo>
                  <a:lnTo>
                    <a:pt x="1490" y="1511"/>
                  </a:lnTo>
                  <a:lnTo>
                    <a:pt x="1187" y="1224"/>
                  </a:lnTo>
                  <a:lnTo>
                    <a:pt x="984" y="1460"/>
                  </a:lnTo>
                  <a:lnTo>
                    <a:pt x="984" y="1705"/>
                  </a:lnTo>
                  <a:lnTo>
                    <a:pt x="1490" y="2158"/>
                  </a:lnTo>
                  <a:lnTo>
                    <a:pt x="1868" y="2366"/>
                  </a:lnTo>
                  <a:lnTo>
                    <a:pt x="1441" y="2226"/>
                  </a:lnTo>
                  <a:lnTo>
                    <a:pt x="855" y="1705"/>
                  </a:lnTo>
                  <a:lnTo>
                    <a:pt x="542" y="1055"/>
                  </a:lnTo>
                  <a:lnTo>
                    <a:pt x="242" y="519"/>
                  </a:lnTo>
                  <a:lnTo>
                    <a:pt x="0" y="328"/>
                  </a:lnTo>
                  <a:lnTo>
                    <a:pt x="316" y="432"/>
                  </a:lnTo>
                  <a:lnTo>
                    <a:pt x="494" y="432"/>
                  </a:lnTo>
                  <a:lnTo>
                    <a:pt x="705" y="328"/>
                  </a:lnTo>
                  <a:lnTo>
                    <a:pt x="906" y="0"/>
                  </a:lnTo>
                  <a:lnTo>
                    <a:pt x="705" y="432"/>
                  </a:lnTo>
                  <a:lnTo>
                    <a:pt x="659" y="936"/>
                  </a:lnTo>
                  <a:lnTo>
                    <a:pt x="804" y="1395"/>
                  </a:lnTo>
                  <a:lnTo>
                    <a:pt x="1068" y="1077"/>
                  </a:lnTo>
                  <a:lnTo>
                    <a:pt x="1464" y="870"/>
                  </a:lnTo>
                  <a:lnTo>
                    <a:pt x="1672" y="870"/>
                  </a:lnTo>
                  <a:lnTo>
                    <a:pt x="1787" y="912"/>
                  </a:lnTo>
                  <a:lnTo>
                    <a:pt x="2013" y="951"/>
                  </a:lnTo>
                  <a:lnTo>
                    <a:pt x="1753" y="951"/>
                  </a:lnTo>
                  <a:lnTo>
                    <a:pt x="1558" y="951"/>
                  </a:lnTo>
                  <a:lnTo>
                    <a:pt x="1672" y="1055"/>
                  </a:lnTo>
                  <a:lnTo>
                    <a:pt x="1720" y="1310"/>
                  </a:lnTo>
                  <a:lnTo>
                    <a:pt x="1787" y="1460"/>
                  </a:lnTo>
                  <a:lnTo>
                    <a:pt x="1672" y="1310"/>
                  </a:lnTo>
                  <a:lnTo>
                    <a:pt x="1607" y="1101"/>
                  </a:lnTo>
                  <a:lnTo>
                    <a:pt x="1510" y="1039"/>
                  </a:lnTo>
                  <a:lnTo>
                    <a:pt x="1411" y="1101"/>
                  </a:lnTo>
                  <a:lnTo>
                    <a:pt x="1393" y="1224"/>
                  </a:lnTo>
                  <a:lnTo>
                    <a:pt x="1558" y="1460"/>
                  </a:lnTo>
                  <a:lnTo>
                    <a:pt x="1806" y="1560"/>
                  </a:lnTo>
                  <a:lnTo>
                    <a:pt x="2061" y="1472"/>
                  </a:lnTo>
                  <a:lnTo>
                    <a:pt x="2140" y="14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3" name="Freeform 451">
              <a:extLst>
                <a:ext uri="{FF2B5EF4-FFF2-40B4-BE49-F238E27FC236}">
                  <a16:creationId xmlns:a16="http://schemas.microsoft.com/office/drawing/2014/main" id="{CB505CA0-6CF1-7548-B830-7D02CCCD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40"/>
              <a:ext cx="173" cy="232"/>
            </a:xfrm>
            <a:custGeom>
              <a:avLst/>
              <a:gdLst>
                <a:gd name="T0" fmla="*/ 1 w 1387"/>
                <a:gd name="T1" fmla="*/ 0 h 1862"/>
                <a:gd name="T2" fmla="*/ 1 w 1387"/>
                <a:gd name="T3" fmla="*/ 0 h 1862"/>
                <a:gd name="T4" fmla="*/ 1 w 1387"/>
                <a:gd name="T5" fmla="*/ 0 h 1862"/>
                <a:gd name="T6" fmla="*/ 1 w 1387"/>
                <a:gd name="T7" fmla="*/ 1 h 1862"/>
                <a:gd name="T8" fmla="*/ 1 w 1387"/>
                <a:gd name="T9" fmla="*/ 1 h 1862"/>
                <a:gd name="T10" fmla="*/ 0 w 1387"/>
                <a:gd name="T11" fmla="*/ 1 h 1862"/>
                <a:gd name="T12" fmla="*/ 1 w 1387"/>
                <a:gd name="T13" fmla="*/ 1 h 1862"/>
                <a:gd name="T14" fmla="*/ 1 w 1387"/>
                <a:gd name="T15" fmla="*/ 1 h 1862"/>
                <a:gd name="T16" fmla="*/ 0 w 1387"/>
                <a:gd name="T17" fmla="*/ 2 h 1862"/>
                <a:gd name="T18" fmla="*/ 1 w 1387"/>
                <a:gd name="T19" fmla="*/ 2 h 1862"/>
                <a:gd name="T20" fmla="*/ 1 w 1387"/>
                <a:gd name="T21" fmla="*/ 2 h 1862"/>
                <a:gd name="T22" fmla="*/ 1 w 1387"/>
                <a:gd name="T23" fmla="*/ 3 h 1862"/>
                <a:gd name="T24" fmla="*/ 1 w 1387"/>
                <a:gd name="T25" fmla="*/ 3 h 1862"/>
                <a:gd name="T26" fmla="*/ 0 w 1387"/>
                <a:gd name="T27" fmla="*/ 4 h 1862"/>
                <a:gd name="T28" fmla="*/ 1 w 1387"/>
                <a:gd name="T29" fmla="*/ 3 h 1862"/>
                <a:gd name="T30" fmla="*/ 1 w 1387"/>
                <a:gd name="T31" fmla="*/ 1 h 1862"/>
                <a:gd name="T32" fmla="*/ 2 w 1387"/>
                <a:gd name="T33" fmla="*/ 0 h 1862"/>
                <a:gd name="T34" fmla="*/ 2 w 1387"/>
                <a:gd name="T35" fmla="*/ 1 h 1862"/>
                <a:gd name="T36" fmla="*/ 3 w 1387"/>
                <a:gd name="T37" fmla="*/ 1 h 1862"/>
                <a:gd name="T38" fmla="*/ 2 w 1387"/>
                <a:gd name="T39" fmla="*/ 1 h 1862"/>
                <a:gd name="T40" fmla="*/ 2 w 1387"/>
                <a:gd name="T41" fmla="*/ 0 h 1862"/>
                <a:gd name="T42" fmla="*/ 2 w 1387"/>
                <a:gd name="T43" fmla="*/ 0 h 1862"/>
                <a:gd name="T44" fmla="*/ 2 w 1387"/>
                <a:gd name="T45" fmla="*/ 0 h 1862"/>
                <a:gd name="T46" fmla="*/ 1 w 1387"/>
                <a:gd name="T47" fmla="*/ 1 h 1862"/>
                <a:gd name="T48" fmla="*/ 1 w 1387"/>
                <a:gd name="T49" fmla="*/ 1 h 1862"/>
                <a:gd name="T50" fmla="*/ 1 w 1387"/>
                <a:gd name="T51" fmla="*/ 1 h 1862"/>
                <a:gd name="T52" fmla="*/ 1 w 1387"/>
                <a:gd name="T53" fmla="*/ 1 h 1862"/>
                <a:gd name="T54" fmla="*/ 2 w 1387"/>
                <a:gd name="T55" fmla="*/ 0 h 1862"/>
                <a:gd name="T56" fmla="*/ 1 w 1387"/>
                <a:gd name="T57" fmla="*/ 0 h 1862"/>
                <a:gd name="T58" fmla="*/ 1 w 1387"/>
                <a:gd name="T59" fmla="*/ 0 h 186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87"/>
                <a:gd name="T91" fmla="*/ 0 h 1862"/>
                <a:gd name="T92" fmla="*/ 1387 w 1387"/>
                <a:gd name="T93" fmla="*/ 1862 h 186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87" h="1862">
                  <a:moveTo>
                    <a:pt x="427" y="170"/>
                  </a:moveTo>
                  <a:lnTo>
                    <a:pt x="556" y="108"/>
                  </a:lnTo>
                  <a:lnTo>
                    <a:pt x="640" y="108"/>
                  </a:lnTo>
                  <a:lnTo>
                    <a:pt x="475" y="314"/>
                  </a:lnTo>
                  <a:lnTo>
                    <a:pt x="348" y="705"/>
                  </a:lnTo>
                  <a:lnTo>
                    <a:pt x="0" y="705"/>
                  </a:lnTo>
                  <a:lnTo>
                    <a:pt x="314" y="747"/>
                  </a:lnTo>
                  <a:lnTo>
                    <a:pt x="381" y="786"/>
                  </a:lnTo>
                  <a:lnTo>
                    <a:pt x="291" y="980"/>
                  </a:lnTo>
                  <a:lnTo>
                    <a:pt x="397" y="980"/>
                  </a:lnTo>
                  <a:lnTo>
                    <a:pt x="462" y="1081"/>
                  </a:lnTo>
                  <a:lnTo>
                    <a:pt x="330" y="1501"/>
                  </a:lnTo>
                  <a:lnTo>
                    <a:pt x="348" y="1641"/>
                  </a:lnTo>
                  <a:lnTo>
                    <a:pt x="280" y="1862"/>
                  </a:lnTo>
                  <a:lnTo>
                    <a:pt x="445" y="1558"/>
                  </a:lnTo>
                  <a:lnTo>
                    <a:pt x="772" y="558"/>
                  </a:lnTo>
                  <a:lnTo>
                    <a:pt x="1003" y="211"/>
                  </a:lnTo>
                  <a:lnTo>
                    <a:pt x="1178" y="438"/>
                  </a:lnTo>
                  <a:lnTo>
                    <a:pt x="1387" y="747"/>
                  </a:lnTo>
                  <a:lnTo>
                    <a:pt x="1192" y="314"/>
                  </a:lnTo>
                  <a:lnTo>
                    <a:pt x="1031" y="64"/>
                  </a:lnTo>
                  <a:lnTo>
                    <a:pt x="897" y="0"/>
                  </a:lnTo>
                  <a:lnTo>
                    <a:pt x="851" y="253"/>
                  </a:lnTo>
                  <a:lnTo>
                    <a:pt x="676" y="499"/>
                  </a:lnTo>
                  <a:lnTo>
                    <a:pt x="462" y="643"/>
                  </a:lnTo>
                  <a:lnTo>
                    <a:pt x="427" y="585"/>
                  </a:lnTo>
                  <a:lnTo>
                    <a:pt x="541" y="314"/>
                  </a:lnTo>
                  <a:lnTo>
                    <a:pt x="816" y="0"/>
                  </a:lnTo>
                  <a:lnTo>
                    <a:pt x="620" y="42"/>
                  </a:lnTo>
                  <a:lnTo>
                    <a:pt x="427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4" name="Freeform 452">
              <a:extLst>
                <a:ext uri="{FF2B5EF4-FFF2-40B4-BE49-F238E27FC236}">
                  <a16:creationId xmlns:a16="http://schemas.microsoft.com/office/drawing/2014/main" id="{88932984-F327-674D-B293-77238A237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956"/>
              <a:ext cx="61" cy="177"/>
            </a:xfrm>
            <a:custGeom>
              <a:avLst/>
              <a:gdLst>
                <a:gd name="T0" fmla="*/ 0 w 490"/>
                <a:gd name="T1" fmla="*/ 0 h 1415"/>
                <a:gd name="T2" fmla="*/ 0 w 490"/>
                <a:gd name="T3" fmla="*/ 0 h 1415"/>
                <a:gd name="T4" fmla="*/ 0 w 490"/>
                <a:gd name="T5" fmla="*/ 1 h 1415"/>
                <a:gd name="T6" fmla="*/ 1 w 490"/>
                <a:gd name="T7" fmla="*/ 3 h 1415"/>
                <a:gd name="T8" fmla="*/ 1 w 490"/>
                <a:gd name="T9" fmla="*/ 1 h 1415"/>
                <a:gd name="T10" fmla="*/ 1 w 490"/>
                <a:gd name="T11" fmla="*/ 1 h 1415"/>
                <a:gd name="T12" fmla="*/ 1 w 490"/>
                <a:gd name="T13" fmla="*/ 1 h 1415"/>
                <a:gd name="T14" fmla="*/ 1 w 490"/>
                <a:gd name="T15" fmla="*/ 1 h 1415"/>
                <a:gd name="T16" fmla="*/ 0 w 490"/>
                <a:gd name="T17" fmla="*/ 1 h 1415"/>
                <a:gd name="T18" fmla="*/ 0 w 490"/>
                <a:gd name="T19" fmla="*/ 0 h 1415"/>
                <a:gd name="T20" fmla="*/ 0 w 490"/>
                <a:gd name="T21" fmla="*/ 0 h 14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90"/>
                <a:gd name="T34" fmla="*/ 0 h 1415"/>
                <a:gd name="T35" fmla="*/ 490 w 490"/>
                <a:gd name="T36" fmla="*/ 1415 h 14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90" h="1415">
                  <a:moveTo>
                    <a:pt x="0" y="0"/>
                  </a:moveTo>
                  <a:lnTo>
                    <a:pt x="112" y="110"/>
                  </a:lnTo>
                  <a:lnTo>
                    <a:pt x="259" y="567"/>
                  </a:lnTo>
                  <a:lnTo>
                    <a:pt x="468" y="1415"/>
                  </a:lnTo>
                  <a:lnTo>
                    <a:pt x="363" y="649"/>
                  </a:lnTo>
                  <a:lnTo>
                    <a:pt x="382" y="483"/>
                  </a:lnTo>
                  <a:lnTo>
                    <a:pt x="490" y="375"/>
                  </a:lnTo>
                  <a:lnTo>
                    <a:pt x="363" y="294"/>
                  </a:lnTo>
                  <a:lnTo>
                    <a:pt x="232" y="294"/>
                  </a:lnTo>
                  <a:lnTo>
                    <a:pt x="112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5" name="Freeform 453">
              <a:extLst>
                <a:ext uri="{FF2B5EF4-FFF2-40B4-BE49-F238E27FC236}">
                  <a16:creationId xmlns:a16="http://schemas.microsoft.com/office/drawing/2014/main" id="{66248BFB-57A7-2448-902D-EB17F949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124"/>
              <a:ext cx="75" cy="277"/>
            </a:xfrm>
            <a:custGeom>
              <a:avLst/>
              <a:gdLst>
                <a:gd name="T0" fmla="*/ 0 w 602"/>
                <a:gd name="T1" fmla="*/ 4 h 2222"/>
                <a:gd name="T2" fmla="*/ 0 w 602"/>
                <a:gd name="T3" fmla="*/ 3 h 2222"/>
                <a:gd name="T4" fmla="*/ 1 w 602"/>
                <a:gd name="T5" fmla="*/ 1 h 2222"/>
                <a:gd name="T6" fmla="*/ 1 w 602"/>
                <a:gd name="T7" fmla="*/ 0 h 2222"/>
                <a:gd name="T8" fmla="*/ 1 w 602"/>
                <a:gd name="T9" fmla="*/ 1 h 2222"/>
                <a:gd name="T10" fmla="*/ 0 w 602"/>
                <a:gd name="T11" fmla="*/ 4 h 2222"/>
                <a:gd name="T12" fmla="*/ 0 w 602"/>
                <a:gd name="T13" fmla="*/ 4 h 2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02"/>
                <a:gd name="T22" fmla="*/ 0 h 2222"/>
                <a:gd name="T23" fmla="*/ 602 w 602"/>
                <a:gd name="T24" fmla="*/ 2222 h 22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02" h="2222">
                  <a:moveTo>
                    <a:pt x="0" y="1851"/>
                  </a:moveTo>
                  <a:lnTo>
                    <a:pt x="176" y="1370"/>
                  </a:lnTo>
                  <a:lnTo>
                    <a:pt x="422" y="640"/>
                  </a:lnTo>
                  <a:lnTo>
                    <a:pt x="602" y="0"/>
                  </a:lnTo>
                  <a:lnTo>
                    <a:pt x="523" y="789"/>
                  </a:lnTo>
                  <a:lnTo>
                    <a:pt x="44" y="2222"/>
                  </a:lnTo>
                  <a:lnTo>
                    <a:pt x="0" y="18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6" name="Freeform 454">
              <a:extLst>
                <a:ext uri="{FF2B5EF4-FFF2-40B4-BE49-F238E27FC236}">
                  <a16:creationId xmlns:a16="http://schemas.microsoft.com/office/drawing/2014/main" id="{B6D7AB33-77E4-D547-84D4-A107AE53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219"/>
              <a:ext cx="153" cy="471"/>
            </a:xfrm>
            <a:custGeom>
              <a:avLst/>
              <a:gdLst>
                <a:gd name="T0" fmla="*/ 0 w 1231"/>
                <a:gd name="T1" fmla="*/ 0 h 3770"/>
                <a:gd name="T2" fmla="*/ 0 w 1231"/>
                <a:gd name="T3" fmla="*/ 0 h 3770"/>
                <a:gd name="T4" fmla="*/ 0 w 1231"/>
                <a:gd name="T5" fmla="*/ 0 h 3770"/>
                <a:gd name="T6" fmla="*/ 0 w 1231"/>
                <a:gd name="T7" fmla="*/ 1 h 3770"/>
                <a:gd name="T8" fmla="*/ 0 w 1231"/>
                <a:gd name="T9" fmla="*/ 1 h 3770"/>
                <a:gd name="T10" fmla="*/ 1 w 1231"/>
                <a:gd name="T11" fmla="*/ 2 h 3770"/>
                <a:gd name="T12" fmla="*/ 1 w 1231"/>
                <a:gd name="T13" fmla="*/ 3 h 3770"/>
                <a:gd name="T14" fmla="*/ 1 w 1231"/>
                <a:gd name="T15" fmla="*/ 2 h 3770"/>
                <a:gd name="T16" fmla="*/ 1 w 1231"/>
                <a:gd name="T17" fmla="*/ 3 h 3770"/>
                <a:gd name="T18" fmla="*/ 1 w 1231"/>
                <a:gd name="T19" fmla="*/ 4 h 3770"/>
                <a:gd name="T20" fmla="*/ 1 w 1231"/>
                <a:gd name="T21" fmla="*/ 4 h 3770"/>
                <a:gd name="T22" fmla="*/ 2 w 1231"/>
                <a:gd name="T23" fmla="*/ 5 h 3770"/>
                <a:gd name="T24" fmla="*/ 2 w 1231"/>
                <a:gd name="T25" fmla="*/ 6 h 3770"/>
                <a:gd name="T26" fmla="*/ 2 w 1231"/>
                <a:gd name="T27" fmla="*/ 5 h 3770"/>
                <a:gd name="T28" fmla="*/ 2 w 1231"/>
                <a:gd name="T29" fmla="*/ 5 h 3770"/>
                <a:gd name="T30" fmla="*/ 1 w 1231"/>
                <a:gd name="T31" fmla="*/ 6 h 3770"/>
                <a:gd name="T32" fmla="*/ 1 w 1231"/>
                <a:gd name="T33" fmla="*/ 6 h 3770"/>
                <a:gd name="T34" fmla="*/ 2 w 1231"/>
                <a:gd name="T35" fmla="*/ 6 h 3770"/>
                <a:gd name="T36" fmla="*/ 2 w 1231"/>
                <a:gd name="T37" fmla="*/ 7 h 3770"/>
                <a:gd name="T38" fmla="*/ 1 w 1231"/>
                <a:gd name="T39" fmla="*/ 7 h 3770"/>
                <a:gd name="T40" fmla="*/ 1 w 1231"/>
                <a:gd name="T41" fmla="*/ 6 h 3770"/>
                <a:gd name="T42" fmla="*/ 1 w 1231"/>
                <a:gd name="T43" fmla="*/ 5 h 3770"/>
                <a:gd name="T44" fmla="*/ 0 w 1231"/>
                <a:gd name="T45" fmla="*/ 3 h 3770"/>
                <a:gd name="T46" fmla="*/ 0 w 1231"/>
                <a:gd name="T47" fmla="*/ 2 h 3770"/>
                <a:gd name="T48" fmla="*/ 0 w 1231"/>
                <a:gd name="T49" fmla="*/ 2 h 3770"/>
                <a:gd name="T50" fmla="*/ 0 w 1231"/>
                <a:gd name="T51" fmla="*/ 1 h 3770"/>
                <a:gd name="T52" fmla="*/ 0 w 1231"/>
                <a:gd name="T53" fmla="*/ 1 h 3770"/>
                <a:gd name="T54" fmla="*/ 0 w 1231"/>
                <a:gd name="T55" fmla="*/ 0 h 3770"/>
                <a:gd name="T56" fmla="*/ 0 w 1231"/>
                <a:gd name="T57" fmla="*/ 0 h 3770"/>
                <a:gd name="T58" fmla="*/ 0 w 1231"/>
                <a:gd name="T59" fmla="*/ 0 h 3770"/>
                <a:gd name="T60" fmla="*/ 0 w 1231"/>
                <a:gd name="T61" fmla="*/ 0 h 3770"/>
                <a:gd name="T62" fmla="*/ 0 w 1231"/>
                <a:gd name="T63" fmla="*/ 0 h 37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31"/>
                <a:gd name="T97" fmla="*/ 0 h 3770"/>
                <a:gd name="T98" fmla="*/ 1231 w 1231"/>
                <a:gd name="T99" fmla="*/ 3770 h 37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31" h="3770">
                  <a:moveTo>
                    <a:pt x="203" y="26"/>
                  </a:moveTo>
                  <a:lnTo>
                    <a:pt x="99" y="26"/>
                  </a:lnTo>
                  <a:lnTo>
                    <a:pt x="41" y="151"/>
                  </a:lnTo>
                  <a:lnTo>
                    <a:pt x="53" y="337"/>
                  </a:lnTo>
                  <a:lnTo>
                    <a:pt x="230" y="692"/>
                  </a:lnTo>
                  <a:lnTo>
                    <a:pt x="322" y="1022"/>
                  </a:lnTo>
                  <a:lnTo>
                    <a:pt x="449" y="1459"/>
                  </a:lnTo>
                  <a:lnTo>
                    <a:pt x="297" y="1213"/>
                  </a:lnTo>
                  <a:lnTo>
                    <a:pt x="322" y="1525"/>
                  </a:lnTo>
                  <a:lnTo>
                    <a:pt x="449" y="1898"/>
                  </a:lnTo>
                  <a:lnTo>
                    <a:pt x="728" y="2313"/>
                  </a:lnTo>
                  <a:lnTo>
                    <a:pt x="1102" y="2707"/>
                  </a:lnTo>
                  <a:lnTo>
                    <a:pt x="1132" y="2857"/>
                  </a:lnTo>
                  <a:lnTo>
                    <a:pt x="954" y="2753"/>
                  </a:lnTo>
                  <a:lnTo>
                    <a:pt x="842" y="2753"/>
                  </a:lnTo>
                  <a:lnTo>
                    <a:pt x="772" y="2892"/>
                  </a:lnTo>
                  <a:lnTo>
                    <a:pt x="758" y="3081"/>
                  </a:lnTo>
                  <a:lnTo>
                    <a:pt x="869" y="3309"/>
                  </a:lnTo>
                  <a:lnTo>
                    <a:pt x="1231" y="3770"/>
                  </a:lnTo>
                  <a:lnTo>
                    <a:pt x="758" y="3500"/>
                  </a:lnTo>
                  <a:lnTo>
                    <a:pt x="613" y="3206"/>
                  </a:lnTo>
                  <a:lnTo>
                    <a:pt x="613" y="2520"/>
                  </a:lnTo>
                  <a:lnTo>
                    <a:pt x="191" y="1646"/>
                  </a:lnTo>
                  <a:lnTo>
                    <a:pt x="119" y="1250"/>
                  </a:lnTo>
                  <a:lnTo>
                    <a:pt x="168" y="960"/>
                  </a:lnTo>
                  <a:lnTo>
                    <a:pt x="150" y="729"/>
                  </a:lnTo>
                  <a:lnTo>
                    <a:pt x="53" y="455"/>
                  </a:lnTo>
                  <a:lnTo>
                    <a:pt x="0" y="231"/>
                  </a:lnTo>
                  <a:lnTo>
                    <a:pt x="18" y="125"/>
                  </a:lnTo>
                  <a:lnTo>
                    <a:pt x="69" y="26"/>
                  </a:lnTo>
                  <a:lnTo>
                    <a:pt x="168" y="0"/>
                  </a:lnTo>
                  <a:lnTo>
                    <a:pt x="203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7" name="Freeform 455">
              <a:extLst>
                <a:ext uri="{FF2B5EF4-FFF2-40B4-BE49-F238E27FC236}">
                  <a16:creationId xmlns:a16="http://schemas.microsoft.com/office/drawing/2014/main" id="{E4587CA9-CA35-7447-909E-72905AC1D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999"/>
              <a:ext cx="363" cy="918"/>
            </a:xfrm>
            <a:custGeom>
              <a:avLst/>
              <a:gdLst>
                <a:gd name="T0" fmla="*/ 1 w 2903"/>
                <a:gd name="T1" fmla="*/ 0 h 7344"/>
                <a:gd name="T2" fmla="*/ 1 w 2903"/>
                <a:gd name="T3" fmla="*/ 2 h 7344"/>
                <a:gd name="T4" fmla="*/ 2 w 2903"/>
                <a:gd name="T5" fmla="*/ 4 h 7344"/>
                <a:gd name="T6" fmla="*/ 2 w 2903"/>
                <a:gd name="T7" fmla="*/ 7 h 7344"/>
                <a:gd name="T8" fmla="*/ 3 w 2903"/>
                <a:gd name="T9" fmla="*/ 9 h 7344"/>
                <a:gd name="T10" fmla="*/ 6 w 2903"/>
                <a:gd name="T11" fmla="*/ 13 h 7344"/>
                <a:gd name="T12" fmla="*/ 6 w 2903"/>
                <a:gd name="T13" fmla="*/ 11 h 7344"/>
                <a:gd name="T14" fmla="*/ 6 w 2903"/>
                <a:gd name="T15" fmla="*/ 13 h 7344"/>
                <a:gd name="T16" fmla="*/ 6 w 2903"/>
                <a:gd name="T17" fmla="*/ 14 h 7344"/>
                <a:gd name="T18" fmla="*/ 6 w 2903"/>
                <a:gd name="T19" fmla="*/ 14 h 7344"/>
                <a:gd name="T20" fmla="*/ 4 w 2903"/>
                <a:gd name="T21" fmla="*/ 13 h 7344"/>
                <a:gd name="T22" fmla="*/ 3 w 2903"/>
                <a:gd name="T23" fmla="*/ 11 h 7344"/>
                <a:gd name="T24" fmla="*/ 1 w 2903"/>
                <a:gd name="T25" fmla="*/ 7 h 7344"/>
                <a:gd name="T26" fmla="*/ 0 w 2903"/>
                <a:gd name="T27" fmla="*/ 5 h 7344"/>
                <a:gd name="T28" fmla="*/ 2 w 2903"/>
                <a:gd name="T29" fmla="*/ 7 h 7344"/>
                <a:gd name="T30" fmla="*/ 3 w 2903"/>
                <a:gd name="T31" fmla="*/ 11 h 7344"/>
                <a:gd name="T32" fmla="*/ 4 w 2903"/>
                <a:gd name="T33" fmla="*/ 13 h 7344"/>
                <a:gd name="T34" fmla="*/ 5 w 2903"/>
                <a:gd name="T35" fmla="*/ 13 h 7344"/>
                <a:gd name="T36" fmla="*/ 5 w 2903"/>
                <a:gd name="T37" fmla="*/ 13 h 7344"/>
                <a:gd name="T38" fmla="*/ 4 w 2903"/>
                <a:gd name="T39" fmla="*/ 11 h 7344"/>
                <a:gd name="T40" fmla="*/ 3 w 2903"/>
                <a:gd name="T41" fmla="*/ 8 h 7344"/>
                <a:gd name="T42" fmla="*/ 1 w 2903"/>
                <a:gd name="T43" fmla="*/ 3 h 7344"/>
                <a:gd name="T44" fmla="*/ 1 w 2903"/>
                <a:gd name="T45" fmla="*/ 0 h 7344"/>
                <a:gd name="T46" fmla="*/ 1 w 2903"/>
                <a:gd name="T47" fmla="*/ 0 h 73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903"/>
                <a:gd name="T73" fmla="*/ 0 h 7344"/>
                <a:gd name="T74" fmla="*/ 2903 w 2903"/>
                <a:gd name="T75" fmla="*/ 7344 h 734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903" h="7344">
                  <a:moveTo>
                    <a:pt x="249" y="0"/>
                  </a:moveTo>
                  <a:lnTo>
                    <a:pt x="611" y="815"/>
                  </a:lnTo>
                  <a:lnTo>
                    <a:pt x="918" y="1916"/>
                  </a:lnTo>
                  <a:lnTo>
                    <a:pt x="1222" y="3446"/>
                  </a:lnTo>
                  <a:lnTo>
                    <a:pt x="1706" y="4685"/>
                  </a:lnTo>
                  <a:lnTo>
                    <a:pt x="2839" y="6709"/>
                  </a:lnTo>
                  <a:lnTo>
                    <a:pt x="2820" y="5678"/>
                  </a:lnTo>
                  <a:lnTo>
                    <a:pt x="2903" y="6423"/>
                  </a:lnTo>
                  <a:lnTo>
                    <a:pt x="2903" y="6999"/>
                  </a:lnTo>
                  <a:lnTo>
                    <a:pt x="2820" y="7344"/>
                  </a:lnTo>
                  <a:lnTo>
                    <a:pt x="2145" y="6390"/>
                  </a:lnTo>
                  <a:lnTo>
                    <a:pt x="1534" y="5786"/>
                  </a:lnTo>
                  <a:lnTo>
                    <a:pt x="692" y="3720"/>
                  </a:lnTo>
                  <a:lnTo>
                    <a:pt x="0" y="2628"/>
                  </a:lnTo>
                  <a:lnTo>
                    <a:pt x="752" y="3760"/>
                  </a:lnTo>
                  <a:lnTo>
                    <a:pt x="1589" y="5540"/>
                  </a:lnTo>
                  <a:lnTo>
                    <a:pt x="2257" y="6390"/>
                  </a:lnTo>
                  <a:lnTo>
                    <a:pt x="2677" y="6814"/>
                  </a:lnTo>
                  <a:lnTo>
                    <a:pt x="2707" y="6674"/>
                  </a:lnTo>
                  <a:lnTo>
                    <a:pt x="1840" y="5357"/>
                  </a:lnTo>
                  <a:lnTo>
                    <a:pt x="1250" y="3834"/>
                  </a:lnTo>
                  <a:lnTo>
                    <a:pt x="611" y="1565"/>
                  </a:lnTo>
                  <a:lnTo>
                    <a:pt x="249" y="175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8" name="Freeform 456">
              <a:extLst>
                <a:ext uri="{FF2B5EF4-FFF2-40B4-BE49-F238E27FC236}">
                  <a16:creationId xmlns:a16="http://schemas.microsoft.com/office/drawing/2014/main" id="{648A7EAE-251D-BB4E-A9F2-C2F7A2FE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882"/>
              <a:ext cx="131" cy="406"/>
            </a:xfrm>
            <a:custGeom>
              <a:avLst/>
              <a:gdLst>
                <a:gd name="T0" fmla="*/ 2 w 1046"/>
                <a:gd name="T1" fmla="*/ 2 h 3250"/>
                <a:gd name="T2" fmla="*/ 2 w 1046"/>
                <a:gd name="T3" fmla="*/ 1 h 3250"/>
                <a:gd name="T4" fmla="*/ 1 w 1046"/>
                <a:gd name="T5" fmla="*/ 1 h 3250"/>
                <a:gd name="T6" fmla="*/ 1 w 1046"/>
                <a:gd name="T7" fmla="*/ 2 h 3250"/>
                <a:gd name="T8" fmla="*/ 1 w 1046"/>
                <a:gd name="T9" fmla="*/ 6 h 3250"/>
                <a:gd name="T10" fmla="*/ 1 w 1046"/>
                <a:gd name="T11" fmla="*/ 3 h 3250"/>
                <a:gd name="T12" fmla="*/ 1 w 1046"/>
                <a:gd name="T13" fmla="*/ 2 h 3250"/>
                <a:gd name="T14" fmla="*/ 1 w 1046"/>
                <a:gd name="T15" fmla="*/ 1 h 3250"/>
                <a:gd name="T16" fmla="*/ 1 w 1046"/>
                <a:gd name="T17" fmla="*/ 3 h 3250"/>
                <a:gd name="T18" fmla="*/ 0 w 1046"/>
                <a:gd name="T19" fmla="*/ 5 h 3250"/>
                <a:gd name="T20" fmla="*/ 1 w 1046"/>
                <a:gd name="T21" fmla="*/ 2 h 3250"/>
                <a:gd name="T22" fmla="*/ 1 w 1046"/>
                <a:gd name="T23" fmla="*/ 1 h 3250"/>
                <a:gd name="T24" fmla="*/ 0 w 1046"/>
                <a:gd name="T25" fmla="*/ 2 h 3250"/>
                <a:gd name="T26" fmla="*/ 0 w 1046"/>
                <a:gd name="T27" fmla="*/ 1 h 3250"/>
                <a:gd name="T28" fmla="*/ 0 w 1046"/>
                <a:gd name="T29" fmla="*/ 0 h 3250"/>
                <a:gd name="T30" fmla="*/ 1 w 1046"/>
                <a:gd name="T31" fmla="*/ 0 h 3250"/>
                <a:gd name="T32" fmla="*/ 1 w 1046"/>
                <a:gd name="T33" fmla="*/ 1 h 3250"/>
                <a:gd name="T34" fmla="*/ 2 w 1046"/>
                <a:gd name="T35" fmla="*/ 1 h 3250"/>
                <a:gd name="T36" fmla="*/ 2 w 1046"/>
                <a:gd name="T37" fmla="*/ 2 h 32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46"/>
                <a:gd name="T58" fmla="*/ 0 h 3250"/>
                <a:gd name="T59" fmla="*/ 1046 w 1046"/>
                <a:gd name="T60" fmla="*/ 3250 h 32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46" h="3250">
                  <a:moveTo>
                    <a:pt x="1046" y="822"/>
                  </a:moveTo>
                  <a:lnTo>
                    <a:pt x="855" y="719"/>
                  </a:lnTo>
                  <a:lnTo>
                    <a:pt x="648" y="719"/>
                  </a:lnTo>
                  <a:lnTo>
                    <a:pt x="648" y="934"/>
                  </a:lnTo>
                  <a:lnTo>
                    <a:pt x="242" y="3250"/>
                  </a:lnTo>
                  <a:lnTo>
                    <a:pt x="505" y="1353"/>
                  </a:lnTo>
                  <a:lnTo>
                    <a:pt x="505" y="956"/>
                  </a:lnTo>
                  <a:lnTo>
                    <a:pt x="396" y="736"/>
                  </a:lnTo>
                  <a:lnTo>
                    <a:pt x="396" y="1318"/>
                  </a:lnTo>
                  <a:lnTo>
                    <a:pt x="88" y="2630"/>
                  </a:lnTo>
                  <a:lnTo>
                    <a:pt x="313" y="1246"/>
                  </a:lnTo>
                  <a:lnTo>
                    <a:pt x="313" y="784"/>
                  </a:lnTo>
                  <a:lnTo>
                    <a:pt x="132" y="1111"/>
                  </a:lnTo>
                  <a:lnTo>
                    <a:pt x="132" y="472"/>
                  </a:lnTo>
                  <a:lnTo>
                    <a:pt x="0" y="0"/>
                  </a:lnTo>
                  <a:lnTo>
                    <a:pt x="277" y="272"/>
                  </a:lnTo>
                  <a:lnTo>
                    <a:pt x="365" y="495"/>
                  </a:lnTo>
                  <a:lnTo>
                    <a:pt x="873" y="670"/>
                  </a:lnTo>
                  <a:lnTo>
                    <a:pt x="1046" y="8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39" name="Freeform 457">
              <a:extLst>
                <a:ext uri="{FF2B5EF4-FFF2-40B4-BE49-F238E27FC236}">
                  <a16:creationId xmlns:a16="http://schemas.microsoft.com/office/drawing/2014/main" id="{26D2830B-5353-234D-AEDC-FE6A14B5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808"/>
              <a:ext cx="176" cy="461"/>
            </a:xfrm>
            <a:custGeom>
              <a:avLst/>
              <a:gdLst>
                <a:gd name="T0" fmla="*/ 1 w 1409"/>
                <a:gd name="T1" fmla="*/ 0 h 3684"/>
                <a:gd name="T2" fmla="*/ 1 w 1409"/>
                <a:gd name="T3" fmla="*/ 0 h 3684"/>
                <a:gd name="T4" fmla="*/ 1 w 1409"/>
                <a:gd name="T5" fmla="*/ 1 h 3684"/>
                <a:gd name="T6" fmla="*/ 1 w 1409"/>
                <a:gd name="T7" fmla="*/ 2 h 3684"/>
                <a:gd name="T8" fmla="*/ 1 w 1409"/>
                <a:gd name="T9" fmla="*/ 3 h 3684"/>
                <a:gd name="T10" fmla="*/ 0 w 1409"/>
                <a:gd name="T11" fmla="*/ 4 h 3684"/>
                <a:gd name="T12" fmla="*/ 0 w 1409"/>
                <a:gd name="T13" fmla="*/ 4 h 3684"/>
                <a:gd name="T14" fmla="*/ 1 w 1409"/>
                <a:gd name="T15" fmla="*/ 4 h 3684"/>
                <a:gd name="T16" fmla="*/ 2 w 1409"/>
                <a:gd name="T17" fmla="*/ 3 h 3684"/>
                <a:gd name="T18" fmla="*/ 1 w 1409"/>
                <a:gd name="T19" fmla="*/ 5 h 3684"/>
                <a:gd name="T20" fmla="*/ 1 w 1409"/>
                <a:gd name="T21" fmla="*/ 6 h 3684"/>
                <a:gd name="T22" fmla="*/ 1 w 1409"/>
                <a:gd name="T23" fmla="*/ 7 h 3684"/>
                <a:gd name="T24" fmla="*/ 1 w 1409"/>
                <a:gd name="T25" fmla="*/ 7 h 3684"/>
                <a:gd name="T26" fmla="*/ 1 w 1409"/>
                <a:gd name="T27" fmla="*/ 6 h 3684"/>
                <a:gd name="T28" fmla="*/ 2 w 1409"/>
                <a:gd name="T29" fmla="*/ 5 h 3684"/>
                <a:gd name="T30" fmla="*/ 2 w 1409"/>
                <a:gd name="T31" fmla="*/ 4 h 3684"/>
                <a:gd name="T32" fmla="*/ 3 w 1409"/>
                <a:gd name="T33" fmla="*/ 3 h 3684"/>
                <a:gd name="T34" fmla="*/ 3 w 1409"/>
                <a:gd name="T35" fmla="*/ 2 h 3684"/>
                <a:gd name="T36" fmla="*/ 2 w 1409"/>
                <a:gd name="T37" fmla="*/ 1 h 3684"/>
                <a:gd name="T38" fmla="*/ 2 w 1409"/>
                <a:gd name="T39" fmla="*/ 0 h 3684"/>
                <a:gd name="T40" fmla="*/ 1 w 1409"/>
                <a:gd name="T41" fmla="*/ 0 h 3684"/>
                <a:gd name="T42" fmla="*/ 1 w 1409"/>
                <a:gd name="T43" fmla="*/ 0 h 3684"/>
                <a:gd name="T44" fmla="*/ 1 w 1409"/>
                <a:gd name="T45" fmla="*/ 0 h 36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09"/>
                <a:gd name="T70" fmla="*/ 0 h 3684"/>
                <a:gd name="T71" fmla="*/ 1409 w 1409"/>
                <a:gd name="T72" fmla="*/ 3684 h 368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09" h="3684">
                  <a:moveTo>
                    <a:pt x="463" y="0"/>
                  </a:moveTo>
                  <a:lnTo>
                    <a:pt x="619" y="175"/>
                  </a:lnTo>
                  <a:lnTo>
                    <a:pt x="720" y="593"/>
                  </a:lnTo>
                  <a:lnTo>
                    <a:pt x="706" y="1088"/>
                  </a:lnTo>
                  <a:lnTo>
                    <a:pt x="514" y="1487"/>
                  </a:lnTo>
                  <a:lnTo>
                    <a:pt x="94" y="2061"/>
                  </a:lnTo>
                  <a:lnTo>
                    <a:pt x="0" y="2216"/>
                  </a:lnTo>
                  <a:lnTo>
                    <a:pt x="496" y="1980"/>
                  </a:lnTo>
                  <a:lnTo>
                    <a:pt x="881" y="1621"/>
                  </a:lnTo>
                  <a:lnTo>
                    <a:pt x="738" y="2283"/>
                  </a:lnTo>
                  <a:lnTo>
                    <a:pt x="443" y="2946"/>
                  </a:lnTo>
                  <a:lnTo>
                    <a:pt x="367" y="3412"/>
                  </a:lnTo>
                  <a:lnTo>
                    <a:pt x="634" y="3684"/>
                  </a:lnTo>
                  <a:lnTo>
                    <a:pt x="706" y="2993"/>
                  </a:lnTo>
                  <a:lnTo>
                    <a:pt x="892" y="2546"/>
                  </a:lnTo>
                  <a:lnTo>
                    <a:pt x="1268" y="2109"/>
                  </a:lnTo>
                  <a:lnTo>
                    <a:pt x="1409" y="1510"/>
                  </a:lnTo>
                  <a:lnTo>
                    <a:pt x="1409" y="931"/>
                  </a:lnTo>
                  <a:lnTo>
                    <a:pt x="1268" y="434"/>
                  </a:lnTo>
                  <a:lnTo>
                    <a:pt x="1052" y="191"/>
                  </a:lnTo>
                  <a:lnTo>
                    <a:pt x="795" y="88"/>
                  </a:lnTo>
                  <a:lnTo>
                    <a:pt x="547" y="44"/>
                  </a:lnTo>
                  <a:lnTo>
                    <a:pt x="4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0" name="Freeform 458">
              <a:extLst>
                <a:ext uri="{FF2B5EF4-FFF2-40B4-BE49-F238E27FC236}">
                  <a16:creationId xmlns:a16="http://schemas.microsoft.com/office/drawing/2014/main" id="{BCF49D49-0C71-C541-B966-B6D9AB1C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641"/>
              <a:ext cx="356" cy="786"/>
            </a:xfrm>
            <a:custGeom>
              <a:avLst/>
              <a:gdLst>
                <a:gd name="T0" fmla="*/ 0 w 2847"/>
                <a:gd name="T1" fmla="*/ 0 h 6291"/>
                <a:gd name="T2" fmla="*/ 0 w 2847"/>
                <a:gd name="T3" fmla="*/ 1 h 6291"/>
                <a:gd name="T4" fmla="*/ 1 w 2847"/>
                <a:gd name="T5" fmla="*/ 3 h 6291"/>
                <a:gd name="T6" fmla="*/ 2 w 2847"/>
                <a:gd name="T7" fmla="*/ 3 h 6291"/>
                <a:gd name="T8" fmla="*/ 2 w 2847"/>
                <a:gd name="T9" fmla="*/ 4 h 6291"/>
                <a:gd name="T10" fmla="*/ 3 w 2847"/>
                <a:gd name="T11" fmla="*/ 4 h 6291"/>
                <a:gd name="T12" fmla="*/ 3 w 2847"/>
                <a:gd name="T13" fmla="*/ 5 h 6291"/>
                <a:gd name="T14" fmla="*/ 3 w 2847"/>
                <a:gd name="T15" fmla="*/ 5 h 6291"/>
                <a:gd name="T16" fmla="*/ 3 w 2847"/>
                <a:gd name="T17" fmla="*/ 6 h 6291"/>
                <a:gd name="T18" fmla="*/ 4 w 2847"/>
                <a:gd name="T19" fmla="*/ 6 h 6291"/>
                <a:gd name="T20" fmla="*/ 3 w 2847"/>
                <a:gd name="T21" fmla="*/ 6 h 6291"/>
                <a:gd name="T22" fmla="*/ 3 w 2847"/>
                <a:gd name="T23" fmla="*/ 6 h 6291"/>
                <a:gd name="T24" fmla="*/ 3 w 2847"/>
                <a:gd name="T25" fmla="*/ 6 h 6291"/>
                <a:gd name="T26" fmla="*/ 3 w 2847"/>
                <a:gd name="T27" fmla="*/ 7 h 6291"/>
                <a:gd name="T28" fmla="*/ 4 w 2847"/>
                <a:gd name="T29" fmla="*/ 7 h 6291"/>
                <a:gd name="T30" fmla="*/ 4 w 2847"/>
                <a:gd name="T31" fmla="*/ 7 h 6291"/>
                <a:gd name="T32" fmla="*/ 4 w 2847"/>
                <a:gd name="T33" fmla="*/ 8 h 6291"/>
                <a:gd name="T34" fmla="*/ 4 w 2847"/>
                <a:gd name="T35" fmla="*/ 8 h 6291"/>
                <a:gd name="T36" fmla="*/ 5 w 2847"/>
                <a:gd name="T37" fmla="*/ 9 h 6291"/>
                <a:gd name="T38" fmla="*/ 5 w 2847"/>
                <a:gd name="T39" fmla="*/ 10 h 6291"/>
                <a:gd name="T40" fmla="*/ 6 w 2847"/>
                <a:gd name="T41" fmla="*/ 12 h 6291"/>
                <a:gd name="T42" fmla="*/ 5 w 2847"/>
                <a:gd name="T43" fmla="*/ 11 h 6291"/>
                <a:gd name="T44" fmla="*/ 4 w 2847"/>
                <a:gd name="T45" fmla="*/ 9 h 6291"/>
                <a:gd name="T46" fmla="*/ 3 w 2847"/>
                <a:gd name="T47" fmla="*/ 7 h 6291"/>
                <a:gd name="T48" fmla="*/ 1 w 2847"/>
                <a:gd name="T49" fmla="*/ 5 h 6291"/>
                <a:gd name="T50" fmla="*/ 0 w 2847"/>
                <a:gd name="T51" fmla="*/ 2 h 6291"/>
                <a:gd name="T52" fmla="*/ 0 w 2847"/>
                <a:gd name="T53" fmla="*/ 1 h 6291"/>
                <a:gd name="T54" fmla="*/ 0 w 2847"/>
                <a:gd name="T55" fmla="*/ 0 h 6291"/>
                <a:gd name="T56" fmla="*/ 0 w 2847"/>
                <a:gd name="T57" fmla="*/ 0 h 62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847"/>
                <a:gd name="T88" fmla="*/ 0 h 6291"/>
                <a:gd name="T89" fmla="*/ 2847 w 2847"/>
                <a:gd name="T90" fmla="*/ 6291 h 62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847" h="6291">
                  <a:moveTo>
                    <a:pt x="99" y="0"/>
                  </a:moveTo>
                  <a:lnTo>
                    <a:pt x="99" y="470"/>
                  </a:lnTo>
                  <a:lnTo>
                    <a:pt x="606" y="1473"/>
                  </a:lnTo>
                  <a:lnTo>
                    <a:pt x="869" y="1641"/>
                  </a:lnTo>
                  <a:lnTo>
                    <a:pt x="1012" y="1980"/>
                  </a:lnTo>
                  <a:lnTo>
                    <a:pt x="1513" y="2112"/>
                  </a:lnTo>
                  <a:lnTo>
                    <a:pt x="1302" y="2354"/>
                  </a:lnTo>
                  <a:lnTo>
                    <a:pt x="1302" y="2716"/>
                  </a:lnTo>
                  <a:lnTo>
                    <a:pt x="1706" y="2960"/>
                  </a:lnTo>
                  <a:lnTo>
                    <a:pt x="2019" y="2976"/>
                  </a:lnTo>
                  <a:lnTo>
                    <a:pt x="1568" y="3043"/>
                  </a:lnTo>
                  <a:lnTo>
                    <a:pt x="1399" y="2976"/>
                  </a:lnTo>
                  <a:lnTo>
                    <a:pt x="1531" y="3334"/>
                  </a:lnTo>
                  <a:lnTo>
                    <a:pt x="1695" y="3507"/>
                  </a:lnTo>
                  <a:lnTo>
                    <a:pt x="1934" y="3507"/>
                  </a:lnTo>
                  <a:lnTo>
                    <a:pt x="1775" y="3751"/>
                  </a:lnTo>
                  <a:lnTo>
                    <a:pt x="1865" y="4046"/>
                  </a:lnTo>
                  <a:lnTo>
                    <a:pt x="2128" y="4136"/>
                  </a:lnTo>
                  <a:lnTo>
                    <a:pt x="2301" y="4578"/>
                  </a:lnTo>
                  <a:lnTo>
                    <a:pt x="2679" y="5023"/>
                  </a:lnTo>
                  <a:lnTo>
                    <a:pt x="2847" y="6291"/>
                  </a:lnTo>
                  <a:lnTo>
                    <a:pt x="2596" y="5426"/>
                  </a:lnTo>
                  <a:lnTo>
                    <a:pt x="2148" y="4806"/>
                  </a:lnTo>
                  <a:lnTo>
                    <a:pt x="1513" y="3778"/>
                  </a:lnTo>
                  <a:lnTo>
                    <a:pt x="673" y="2404"/>
                  </a:lnTo>
                  <a:lnTo>
                    <a:pt x="175" y="1042"/>
                  </a:lnTo>
                  <a:lnTo>
                    <a:pt x="0" y="359"/>
                  </a:lnTo>
                  <a:lnTo>
                    <a:pt x="45" y="9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1" name="Freeform 459">
              <a:extLst>
                <a:ext uri="{FF2B5EF4-FFF2-40B4-BE49-F238E27FC236}">
                  <a16:creationId xmlns:a16="http://schemas.microsoft.com/office/drawing/2014/main" id="{7C6B0A53-D740-4C49-9929-A1CE19CF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582"/>
              <a:ext cx="619" cy="304"/>
            </a:xfrm>
            <a:custGeom>
              <a:avLst/>
              <a:gdLst>
                <a:gd name="T0" fmla="*/ 2 w 4954"/>
                <a:gd name="T1" fmla="*/ 5 h 2428"/>
                <a:gd name="T2" fmla="*/ 3 w 4954"/>
                <a:gd name="T3" fmla="*/ 4 h 2428"/>
                <a:gd name="T4" fmla="*/ 3 w 4954"/>
                <a:gd name="T5" fmla="*/ 4 h 2428"/>
                <a:gd name="T6" fmla="*/ 3 w 4954"/>
                <a:gd name="T7" fmla="*/ 3 h 2428"/>
                <a:gd name="T8" fmla="*/ 4 w 4954"/>
                <a:gd name="T9" fmla="*/ 3 h 2428"/>
                <a:gd name="T10" fmla="*/ 5 w 4954"/>
                <a:gd name="T11" fmla="*/ 3 h 2428"/>
                <a:gd name="T12" fmla="*/ 7 w 4954"/>
                <a:gd name="T13" fmla="*/ 3 h 2428"/>
                <a:gd name="T14" fmla="*/ 7 w 4954"/>
                <a:gd name="T15" fmla="*/ 3 h 2428"/>
                <a:gd name="T16" fmla="*/ 8 w 4954"/>
                <a:gd name="T17" fmla="*/ 3 h 2428"/>
                <a:gd name="T18" fmla="*/ 9 w 4954"/>
                <a:gd name="T19" fmla="*/ 3 h 2428"/>
                <a:gd name="T20" fmla="*/ 9 w 4954"/>
                <a:gd name="T21" fmla="*/ 4 h 2428"/>
                <a:gd name="T22" fmla="*/ 10 w 4954"/>
                <a:gd name="T23" fmla="*/ 4 h 2428"/>
                <a:gd name="T24" fmla="*/ 9 w 4954"/>
                <a:gd name="T25" fmla="*/ 3 h 2428"/>
                <a:gd name="T26" fmla="*/ 8 w 4954"/>
                <a:gd name="T27" fmla="*/ 3 h 2428"/>
                <a:gd name="T28" fmla="*/ 8 w 4954"/>
                <a:gd name="T29" fmla="*/ 3 h 2428"/>
                <a:gd name="T30" fmla="*/ 8 w 4954"/>
                <a:gd name="T31" fmla="*/ 2 h 2428"/>
                <a:gd name="T32" fmla="*/ 8 w 4954"/>
                <a:gd name="T33" fmla="*/ 2 h 2428"/>
                <a:gd name="T34" fmla="*/ 7 w 4954"/>
                <a:gd name="T35" fmla="*/ 2 h 2428"/>
                <a:gd name="T36" fmla="*/ 5 w 4954"/>
                <a:gd name="T37" fmla="*/ 2 h 2428"/>
                <a:gd name="T38" fmla="*/ 5 w 4954"/>
                <a:gd name="T39" fmla="*/ 2 h 2428"/>
                <a:gd name="T40" fmla="*/ 4 w 4954"/>
                <a:gd name="T41" fmla="*/ 2 h 2428"/>
                <a:gd name="T42" fmla="*/ 4 w 4954"/>
                <a:gd name="T43" fmla="*/ 2 h 2428"/>
                <a:gd name="T44" fmla="*/ 3 w 4954"/>
                <a:gd name="T45" fmla="*/ 1 h 2428"/>
                <a:gd name="T46" fmla="*/ 3 w 4954"/>
                <a:gd name="T47" fmla="*/ 1 h 2428"/>
                <a:gd name="T48" fmla="*/ 2 w 4954"/>
                <a:gd name="T49" fmla="*/ 0 h 2428"/>
                <a:gd name="T50" fmla="*/ 3 w 4954"/>
                <a:gd name="T51" fmla="*/ 1 h 2428"/>
                <a:gd name="T52" fmla="*/ 3 w 4954"/>
                <a:gd name="T53" fmla="*/ 1 h 2428"/>
                <a:gd name="T54" fmla="*/ 3 w 4954"/>
                <a:gd name="T55" fmla="*/ 2 h 2428"/>
                <a:gd name="T56" fmla="*/ 3 w 4954"/>
                <a:gd name="T57" fmla="*/ 2 h 2428"/>
                <a:gd name="T58" fmla="*/ 3 w 4954"/>
                <a:gd name="T59" fmla="*/ 2 h 2428"/>
                <a:gd name="T60" fmla="*/ 2 w 4954"/>
                <a:gd name="T61" fmla="*/ 2 h 2428"/>
                <a:gd name="T62" fmla="*/ 2 w 4954"/>
                <a:gd name="T63" fmla="*/ 2 h 2428"/>
                <a:gd name="T64" fmla="*/ 2 w 4954"/>
                <a:gd name="T65" fmla="*/ 2 h 2428"/>
                <a:gd name="T66" fmla="*/ 1 w 4954"/>
                <a:gd name="T67" fmla="*/ 2 h 2428"/>
                <a:gd name="T68" fmla="*/ 2 w 4954"/>
                <a:gd name="T69" fmla="*/ 2 h 2428"/>
                <a:gd name="T70" fmla="*/ 2 w 4954"/>
                <a:gd name="T71" fmla="*/ 3 h 2428"/>
                <a:gd name="T72" fmla="*/ 2 w 4954"/>
                <a:gd name="T73" fmla="*/ 2 h 2428"/>
                <a:gd name="T74" fmla="*/ 1 w 4954"/>
                <a:gd name="T75" fmla="*/ 2 h 2428"/>
                <a:gd name="T76" fmla="*/ 0 w 4954"/>
                <a:gd name="T77" fmla="*/ 2 h 2428"/>
                <a:gd name="T78" fmla="*/ 1 w 4954"/>
                <a:gd name="T79" fmla="*/ 2 h 2428"/>
                <a:gd name="T80" fmla="*/ 2 w 4954"/>
                <a:gd name="T81" fmla="*/ 3 h 2428"/>
                <a:gd name="T82" fmla="*/ 2 w 4954"/>
                <a:gd name="T83" fmla="*/ 3 h 2428"/>
                <a:gd name="T84" fmla="*/ 2 w 4954"/>
                <a:gd name="T85" fmla="*/ 3 h 2428"/>
                <a:gd name="T86" fmla="*/ 1 w 4954"/>
                <a:gd name="T87" fmla="*/ 3 h 2428"/>
                <a:gd name="T88" fmla="*/ 0 w 4954"/>
                <a:gd name="T89" fmla="*/ 3 h 2428"/>
                <a:gd name="T90" fmla="*/ 1 w 4954"/>
                <a:gd name="T91" fmla="*/ 3 h 2428"/>
                <a:gd name="T92" fmla="*/ 1 w 4954"/>
                <a:gd name="T93" fmla="*/ 3 h 2428"/>
                <a:gd name="T94" fmla="*/ 2 w 4954"/>
                <a:gd name="T95" fmla="*/ 3 h 2428"/>
                <a:gd name="T96" fmla="*/ 2 w 4954"/>
                <a:gd name="T97" fmla="*/ 3 h 2428"/>
                <a:gd name="T98" fmla="*/ 3 w 4954"/>
                <a:gd name="T99" fmla="*/ 3 h 2428"/>
                <a:gd name="T100" fmla="*/ 3 w 4954"/>
                <a:gd name="T101" fmla="*/ 3 h 2428"/>
                <a:gd name="T102" fmla="*/ 3 w 4954"/>
                <a:gd name="T103" fmla="*/ 3 h 2428"/>
                <a:gd name="T104" fmla="*/ 3 w 4954"/>
                <a:gd name="T105" fmla="*/ 4 h 2428"/>
                <a:gd name="T106" fmla="*/ 2 w 4954"/>
                <a:gd name="T107" fmla="*/ 4 h 2428"/>
                <a:gd name="T108" fmla="*/ 3 w 4954"/>
                <a:gd name="T109" fmla="*/ 4 h 2428"/>
                <a:gd name="T110" fmla="*/ 2 w 4954"/>
                <a:gd name="T111" fmla="*/ 5 h 24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954"/>
                <a:gd name="T169" fmla="*/ 0 h 2428"/>
                <a:gd name="T170" fmla="*/ 4954 w 4954"/>
                <a:gd name="T171" fmla="*/ 2428 h 242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954" h="2428">
                  <a:moveTo>
                    <a:pt x="1192" y="2428"/>
                  </a:moveTo>
                  <a:lnTo>
                    <a:pt x="1545" y="1955"/>
                  </a:lnTo>
                  <a:lnTo>
                    <a:pt x="1789" y="1821"/>
                  </a:lnTo>
                  <a:lnTo>
                    <a:pt x="1789" y="1622"/>
                  </a:lnTo>
                  <a:lnTo>
                    <a:pt x="2264" y="1450"/>
                  </a:lnTo>
                  <a:lnTo>
                    <a:pt x="2765" y="1319"/>
                  </a:lnTo>
                  <a:lnTo>
                    <a:pt x="3433" y="1268"/>
                  </a:lnTo>
                  <a:lnTo>
                    <a:pt x="3827" y="1268"/>
                  </a:lnTo>
                  <a:lnTo>
                    <a:pt x="4237" y="1378"/>
                  </a:lnTo>
                  <a:lnTo>
                    <a:pt x="4397" y="1644"/>
                  </a:lnTo>
                  <a:lnTo>
                    <a:pt x="4620" y="1754"/>
                  </a:lnTo>
                  <a:lnTo>
                    <a:pt x="4954" y="2026"/>
                  </a:lnTo>
                  <a:lnTo>
                    <a:pt x="4659" y="1738"/>
                  </a:lnTo>
                  <a:lnTo>
                    <a:pt x="4341" y="1490"/>
                  </a:lnTo>
                  <a:lnTo>
                    <a:pt x="4270" y="1319"/>
                  </a:lnTo>
                  <a:lnTo>
                    <a:pt x="4341" y="1002"/>
                  </a:lnTo>
                  <a:lnTo>
                    <a:pt x="3949" y="1182"/>
                  </a:lnTo>
                  <a:lnTo>
                    <a:pt x="3712" y="1182"/>
                  </a:lnTo>
                  <a:lnTo>
                    <a:pt x="2848" y="1044"/>
                  </a:lnTo>
                  <a:lnTo>
                    <a:pt x="2345" y="1044"/>
                  </a:lnTo>
                  <a:lnTo>
                    <a:pt x="1980" y="956"/>
                  </a:lnTo>
                  <a:lnTo>
                    <a:pt x="1861" y="871"/>
                  </a:lnTo>
                  <a:lnTo>
                    <a:pt x="1648" y="539"/>
                  </a:lnTo>
                  <a:lnTo>
                    <a:pt x="1351" y="244"/>
                  </a:lnTo>
                  <a:lnTo>
                    <a:pt x="963" y="0"/>
                  </a:lnTo>
                  <a:lnTo>
                    <a:pt x="1337" y="292"/>
                  </a:lnTo>
                  <a:lnTo>
                    <a:pt x="1436" y="493"/>
                  </a:lnTo>
                  <a:lnTo>
                    <a:pt x="1459" y="782"/>
                  </a:lnTo>
                  <a:lnTo>
                    <a:pt x="1416" y="938"/>
                  </a:lnTo>
                  <a:lnTo>
                    <a:pt x="1372" y="975"/>
                  </a:lnTo>
                  <a:lnTo>
                    <a:pt x="1264" y="975"/>
                  </a:lnTo>
                  <a:lnTo>
                    <a:pt x="1141" y="894"/>
                  </a:lnTo>
                  <a:lnTo>
                    <a:pt x="948" y="800"/>
                  </a:lnTo>
                  <a:lnTo>
                    <a:pt x="719" y="1024"/>
                  </a:lnTo>
                  <a:lnTo>
                    <a:pt x="1090" y="1205"/>
                  </a:lnTo>
                  <a:lnTo>
                    <a:pt x="1192" y="1358"/>
                  </a:lnTo>
                  <a:lnTo>
                    <a:pt x="864" y="1220"/>
                  </a:lnTo>
                  <a:lnTo>
                    <a:pt x="475" y="1139"/>
                  </a:lnTo>
                  <a:lnTo>
                    <a:pt x="0" y="1090"/>
                  </a:lnTo>
                  <a:lnTo>
                    <a:pt x="588" y="1182"/>
                  </a:lnTo>
                  <a:lnTo>
                    <a:pt x="948" y="1334"/>
                  </a:lnTo>
                  <a:lnTo>
                    <a:pt x="1072" y="1450"/>
                  </a:lnTo>
                  <a:lnTo>
                    <a:pt x="826" y="1538"/>
                  </a:lnTo>
                  <a:lnTo>
                    <a:pt x="512" y="1510"/>
                  </a:lnTo>
                  <a:lnTo>
                    <a:pt x="209" y="1378"/>
                  </a:lnTo>
                  <a:lnTo>
                    <a:pt x="512" y="1565"/>
                  </a:lnTo>
                  <a:lnTo>
                    <a:pt x="754" y="1574"/>
                  </a:lnTo>
                  <a:lnTo>
                    <a:pt x="998" y="1538"/>
                  </a:lnTo>
                  <a:lnTo>
                    <a:pt x="1192" y="1490"/>
                  </a:lnTo>
                  <a:lnTo>
                    <a:pt x="1436" y="1464"/>
                  </a:lnTo>
                  <a:lnTo>
                    <a:pt x="1630" y="1510"/>
                  </a:lnTo>
                  <a:lnTo>
                    <a:pt x="1683" y="1574"/>
                  </a:lnTo>
                  <a:lnTo>
                    <a:pt x="1400" y="1807"/>
                  </a:lnTo>
                  <a:lnTo>
                    <a:pt x="1224" y="1998"/>
                  </a:lnTo>
                  <a:lnTo>
                    <a:pt x="1477" y="1895"/>
                  </a:lnTo>
                  <a:lnTo>
                    <a:pt x="1192" y="24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2" name="Freeform 460">
              <a:extLst>
                <a:ext uri="{FF2B5EF4-FFF2-40B4-BE49-F238E27FC236}">
                  <a16:creationId xmlns:a16="http://schemas.microsoft.com/office/drawing/2014/main" id="{65A86CEF-2BA8-AE4C-813F-0D9D0103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27"/>
              <a:ext cx="112" cy="64"/>
            </a:xfrm>
            <a:custGeom>
              <a:avLst/>
              <a:gdLst>
                <a:gd name="T0" fmla="*/ 2 w 897"/>
                <a:gd name="T1" fmla="*/ 1 h 511"/>
                <a:gd name="T2" fmla="*/ 1 w 897"/>
                <a:gd name="T3" fmla="*/ 0 h 511"/>
                <a:gd name="T4" fmla="*/ 0 w 897"/>
                <a:gd name="T5" fmla="*/ 0 h 511"/>
                <a:gd name="T6" fmla="*/ 0 w 897"/>
                <a:gd name="T7" fmla="*/ 0 h 511"/>
                <a:gd name="T8" fmla="*/ 1 w 897"/>
                <a:gd name="T9" fmla="*/ 0 h 511"/>
                <a:gd name="T10" fmla="*/ 2 w 897"/>
                <a:gd name="T11" fmla="*/ 1 h 5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97"/>
                <a:gd name="T19" fmla="*/ 0 h 511"/>
                <a:gd name="T20" fmla="*/ 897 w 897"/>
                <a:gd name="T21" fmla="*/ 511 h 5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97" h="511">
                  <a:moveTo>
                    <a:pt x="897" y="511"/>
                  </a:moveTo>
                  <a:lnTo>
                    <a:pt x="468" y="179"/>
                  </a:lnTo>
                  <a:lnTo>
                    <a:pt x="0" y="0"/>
                  </a:lnTo>
                  <a:lnTo>
                    <a:pt x="226" y="0"/>
                  </a:lnTo>
                  <a:lnTo>
                    <a:pt x="578" y="133"/>
                  </a:lnTo>
                  <a:lnTo>
                    <a:pt x="897" y="5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3" name="Freeform 461">
              <a:extLst>
                <a:ext uri="{FF2B5EF4-FFF2-40B4-BE49-F238E27FC236}">
                  <a16:creationId xmlns:a16="http://schemas.microsoft.com/office/drawing/2014/main" id="{963CCA19-DD14-5E42-AB30-B7FA906F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63"/>
              <a:ext cx="618" cy="70"/>
            </a:xfrm>
            <a:custGeom>
              <a:avLst/>
              <a:gdLst>
                <a:gd name="T0" fmla="*/ 0 w 4938"/>
                <a:gd name="T1" fmla="*/ 1 h 557"/>
                <a:gd name="T2" fmla="*/ 1 w 4938"/>
                <a:gd name="T3" fmla="*/ 0 h 557"/>
                <a:gd name="T4" fmla="*/ 2 w 4938"/>
                <a:gd name="T5" fmla="*/ 0 h 557"/>
                <a:gd name="T6" fmla="*/ 3 w 4938"/>
                <a:gd name="T7" fmla="*/ 1 h 557"/>
                <a:gd name="T8" fmla="*/ 3 w 4938"/>
                <a:gd name="T9" fmla="*/ 0 h 557"/>
                <a:gd name="T10" fmla="*/ 4 w 4938"/>
                <a:gd name="T11" fmla="*/ 0 h 557"/>
                <a:gd name="T12" fmla="*/ 7 w 4938"/>
                <a:gd name="T13" fmla="*/ 1 h 557"/>
                <a:gd name="T14" fmla="*/ 8 w 4938"/>
                <a:gd name="T15" fmla="*/ 1 h 557"/>
                <a:gd name="T16" fmla="*/ 10 w 4938"/>
                <a:gd name="T17" fmla="*/ 1 h 557"/>
                <a:gd name="T18" fmla="*/ 10 w 4938"/>
                <a:gd name="T19" fmla="*/ 1 h 557"/>
                <a:gd name="T20" fmla="*/ 9 w 4938"/>
                <a:gd name="T21" fmla="*/ 1 h 557"/>
                <a:gd name="T22" fmla="*/ 8 w 4938"/>
                <a:gd name="T23" fmla="*/ 1 h 557"/>
                <a:gd name="T24" fmla="*/ 4 w 4938"/>
                <a:gd name="T25" fmla="*/ 0 h 557"/>
                <a:gd name="T26" fmla="*/ 3 w 4938"/>
                <a:gd name="T27" fmla="*/ 0 h 557"/>
                <a:gd name="T28" fmla="*/ 3 w 4938"/>
                <a:gd name="T29" fmla="*/ 0 h 557"/>
                <a:gd name="T30" fmla="*/ 2 w 4938"/>
                <a:gd name="T31" fmla="*/ 0 h 557"/>
                <a:gd name="T32" fmla="*/ 1 w 4938"/>
                <a:gd name="T33" fmla="*/ 0 h 557"/>
                <a:gd name="T34" fmla="*/ 0 w 4938"/>
                <a:gd name="T35" fmla="*/ 1 h 5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938"/>
                <a:gd name="T55" fmla="*/ 0 h 557"/>
                <a:gd name="T56" fmla="*/ 4938 w 4938"/>
                <a:gd name="T57" fmla="*/ 557 h 55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938" h="557">
                  <a:moveTo>
                    <a:pt x="0" y="334"/>
                  </a:moveTo>
                  <a:lnTo>
                    <a:pt x="369" y="152"/>
                  </a:lnTo>
                  <a:lnTo>
                    <a:pt x="967" y="106"/>
                  </a:lnTo>
                  <a:lnTo>
                    <a:pt x="1369" y="223"/>
                  </a:lnTo>
                  <a:lnTo>
                    <a:pt x="1651" y="133"/>
                  </a:lnTo>
                  <a:lnTo>
                    <a:pt x="2149" y="152"/>
                  </a:lnTo>
                  <a:lnTo>
                    <a:pt x="3308" y="396"/>
                  </a:lnTo>
                  <a:lnTo>
                    <a:pt x="4094" y="557"/>
                  </a:lnTo>
                  <a:lnTo>
                    <a:pt x="4841" y="557"/>
                  </a:lnTo>
                  <a:lnTo>
                    <a:pt x="4938" y="491"/>
                  </a:lnTo>
                  <a:lnTo>
                    <a:pt x="4481" y="512"/>
                  </a:lnTo>
                  <a:lnTo>
                    <a:pt x="3839" y="444"/>
                  </a:lnTo>
                  <a:lnTo>
                    <a:pt x="2191" y="60"/>
                  </a:lnTo>
                  <a:lnTo>
                    <a:pt x="1738" y="41"/>
                  </a:lnTo>
                  <a:lnTo>
                    <a:pt x="1312" y="106"/>
                  </a:lnTo>
                  <a:lnTo>
                    <a:pt x="899" y="0"/>
                  </a:lnTo>
                  <a:lnTo>
                    <a:pt x="244" y="133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4" name="Freeform 462">
              <a:extLst>
                <a:ext uri="{FF2B5EF4-FFF2-40B4-BE49-F238E27FC236}">
                  <a16:creationId xmlns:a16="http://schemas.microsoft.com/office/drawing/2014/main" id="{754C99B9-24F7-E447-AE70-B569D4C7F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409"/>
              <a:ext cx="368" cy="503"/>
            </a:xfrm>
            <a:custGeom>
              <a:avLst/>
              <a:gdLst>
                <a:gd name="T0" fmla="*/ 6 w 2945"/>
                <a:gd name="T1" fmla="*/ 8 h 4020"/>
                <a:gd name="T2" fmla="*/ 3 w 2945"/>
                <a:gd name="T3" fmla="*/ 5 h 4020"/>
                <a:gd name="T4" fmla="*/ 2 w 2945"/>
                <a:gd name="T5" fmla="*/ 4 h 4020"/>
                <a:gd name="T6" fmla="*/ 1 w 2945"/>
                <a:gd name="T7" fmla="*/ 2 h 4020"/>
                <a:gd name="T8" fmla="*/ 0 w 2945"/>
                <a:gd name="T9" fmla="*/ 0 h 4020"/>
                <a:gd name="T10" fmla="*/ 0 w 2945"/>
                <a:gd name="T11" fmla="*/ 1 h 4020"/>
                <a:gd name="T12" fmla="*/ 1 w 2945"/>
                <a:gd name="T13" fmla="*/ 5 h 4020"/>
                <a:gd name="T14" fmla="*/ 1 w 2945"/>
                <a:gd name="T15" fmla="*/ 5 h 4020"/>
                <a:gd name="T16" fmla="*/ 1 w 2945"/>
                <a:gd name="T17" fmla="*/ 8 h 4020"/>
                <a:gd name="T18" fmla="*/ 3 w 2945"/>
                <a:gd name="T19" fmla="*/ 8 h 4020"/>
                <a:gd name="T20" fmla="*/ 2 w 2945"/>
                <a:gd name="T21" fmla="*/ 7 h 4020"/>
                <a:gd name="T22" fmla="*/ 2 w 2945"/>
                <a:gd name="T23" fmla="*/ 7 h 4020"/>
                <a:gd name="T24" fmla="*/ 2 w 2945"/>
                <a:gd name="T25" fmla="*/ 7 h 4020"/>
                <a:gd name="T26" fmla="*/ 1 w 2945"/>
                <a:gd name="T27" fmla="*/ 5 h 4020"/>
                <a:gd name="T28" fmla="*/ 1 w 2945"/>
                <a:gd name="T29" fmla="*/ 4 h 4020"/>
                <a:gd name="T30" fmla="*/ 2 w 2945"/>
                <a:gd name="T31" fmla="*/ 4 h 4020"/>
                <a:gd name="T32" fmla="*/ 3 w 2945"/>
                <a:gd name="T33" fmla="*/ 5 h 4020"/>
                <a:gd name="T34" fmla="*/ 5 w 2945"/>
                <a:gd name="T35" fmla="*/ 8 h 4020"/>
                <a:gd name="T36" fmla="*/ 6 w 2945"/>
                <a:gd name="T37" fmla="*/ 8 h 40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945"/>
                <a:gd name="T58" fmla="*/ 0 h 4020"/>
                <a:gd name="T59" fmla="*/ 2945 w 2945"/>
                <a:gd name="T60" fmla="*/ 4020 h 402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945" h="4020">
                  <a:moveTo>
                    <a:pt x="2945" y="4020"/>
                  </a:moveTo>
                  <a:lnTo>
                    <a:pt x="1507" y="2609"/>
                  </a:lnTo>
                  <a:lnTo>
                    <a:pt x="905" y="1888"/>
                  </a:lnTo>
                  <a:lnTo>
                    <a:pt x="428" y="1134"/>
                  </a:lnTo>
                  <a:lnTo>
                    <a:pt x="0" y="0"/>
                  </a:lnTo>
                  <a:lnTo>
                    <a:pt x="59" y="463"/>
                  </a:lnTo>
                  <a:lnTo>
                    <a:pt x="391" y="2289"/>
                  </a:lnTo>
                  <a:lnTo>
                    <a:pt x="501" y="2694"/>
                  </a:lnTo>
                  <a:lnTo>
                    <a:pt x="716" y="4020"/>
                  </a:lnTo>
                  <a:lnTo>
                    <a:pt x="1331" y="4020"/>
                  </a:lnTo>
                  <a:lnTo>
                    <a:pt x="1034" y="3417"/>
                  </a:lnTo>
                  <a:lnTo>
                    <a:pt x="1068" y="3729"/>
                  </a:lnTo>
                  <a:lnTo>
                    <a:pt x="840" y="3368"/>
                  </a:lnTo>
                  <a:lnTo>
                    <a:pt x="695" y="2674"/>
                  </a:lnTo>
                  <a:lnTo>
                    <a:pt x="695" y="2107"/>
                  </a:lnTo>
                  <a:lnTo>
                    <a:pt x="888" y="2107"/>
                  </a:lnTo>
                  <a:lnTo>
                    <a:pt x="1417" y="2738"/>
                  </a:lnTo>
                  <a:lnTo>
                    <a:pt x="2844" y="4020"/>
                  </a:lnTo>
                  <a:lnTo>
                    <a:pt x="2945" y="40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5" name="Freeform 463">
              <a:extLst>
                <a:ext uri="{FF2B5EF4-FFF2-40B4-BE49-F238E27FC236}">
                  <a16:creationId xmlns:a16="http://schemas.microsoft.com/office/drawing/2014/main" id="{93516230-72BA-7141-879C-9D840B5E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335"/>
              <a:ext cx="207" cy="245"/>
            </a:xfrm>
            <a:custGeom>
              <a:avLst/>
              <a:gdLst>
                <a:gd name="T0" fmla="*/ 0 w 1657"/>
                <a:gd name="T1" fmla="*/ 0 h 1957"/>
                <a:gd name="T2" fmla="*/ 1 w 1657"/>
                <a:gd name="T3" fmla="*/ 1 h 1957"/>
                <a:gd name="T4" fmla="*/ 1 w 1657"/>
                <a:gd name="T5" fmla="*/ 1 h 1957"/>
                <a:gd name="T6" fmla="*/ 1 w 1657"/>
                <a:gd name="T7" fmla="*/ 1 h 1957"/>
                <a:gd name="T8" fmla="*/ 1 w 1657"/>
                <a:gd name="T9" fmla="*/ 0 h 1957"/>
                <a:gd name="T10" fmla="*/ 2 w 1657"/>
                <a:gd name="T11" fmla="*/ 1 h 1957"/>
                <a:gd name="T12" fmla="*/ 2 w 1657"/>
                <a:gd name="T13" fmla="*/ 1 h 1957"/>
                <a:gd name="T14" fmla="*/ 2 w 1657"/>
                <a:gd name="T15" fmla="*/ 3 h 1957"/>
                <a:gd name="T16" fmla="*/ 3 w 1657"/>
                <a:gd name="T17" fmla="*/ 4 h 1957"/>
                <a:gd name="T18" fmla="*/ 2 w 1657"/>
                <a:gd name="T19" fmla="*/ 3 h 1957"/>
                <a:gd name="T20" fmla="*/ 2 w 1657"/>
                <a:gd name="T21" fmla="*/ 2 h 1957"/>
                <a:gd name="T22" fmla="*/ 1 w 1657"/>
                <a:gd name="T23" fmla="*/ 2 h 1957"/>
                <a:gd name="T24" fmla="*/ 1 w 1657"/>
                <a:gd name="T25" fmla="*/ 1 h 1957"/>
                <a:gd name="T26" fmla="*/ 0 w 1657"/>
                <a:gd name="T27" fmla="*/ 1 h 1957"/>
                <a:gd name="T28" fmla="*/ 0 w 1657"/>
                <a:gd name="T29" fmla="*/ 0 h 1957"/>
                <a:gd name="T30" fmla="*/ 0 w 1657"/>
                <a:gd name="T31" fmla="*/ 0 h 19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57"/>
                <a:gd name="T49" fmla="*/ 0 h 1957"/>
                <a:gd name="T50" fmla="*/ 1657 w 1657"/>
                <a:gd name="T51" fmla="*/ 1957 h 195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57" h="1957">
                  <a:moveTo>
                    <a:pt x="126" y="90"/>
                  </a:moveTo>
                  <a:lnTo>
                    <a:pt x="332" y="290"/>
                  </a:lnTo>
                  <a:lnTo>
                    <a:pt x="565" y="316"/>
                  </a:lnTo>
                  <a:lnTo>
                    <a:pt x="705" y="270"/>
                  </a:lnTo>
                  <a:lnTo>
                    <a:pt x="781" y="111"/>
                  </a:lnTo>
                  <a:lnTo>
                    <a:pt x="975" y="334"/>
                  </a:lnTo>
                  <a:lnTo>
                    <a:pt x="1024" y="720"/>
                  </a:lnTo>
                  <a:lnTo>
                    <a:pt x="1256" y="1279"/>
                  </a:lnTo>
                  <a:lnTo>
                    <a:pt x="1657" y="1957"/>
                  </a:lnTo>
                  <a:lnTo>
                    <a:pt x="1203" y="1388"/>
                  </a:lnTo>
                  <a:lnTo>
                    <a:pt x="919" y="966"/>
                  </a:lnTo>
                  <a:lnTo>
                    <a:pt x="636" y="763"/>
                  </a:lnTo>
                  <a:lnTo>
                    <a:pt x="410" y="606"/>
                  </a:lnTo>
                  <a:lnTo>
                    <a:pt x="286" y="355"/>
                  </a:lnTo>
                  <a:lnTo>
                    <a:pt x="0" y="0"/>
                  </a:lnTo>
                  <a:lnTo>
                    <a:pt x="126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6" name="Freeform 464">
              <a:extLst>
                <a:ext uri="{FF2B5EF4-FFF2-40B4-BE49-F238E27FC236}">
                  <a16:creationId xmlns:a16="http://schemas.microsoft.com/office/drawing/2014/main" id="{DE3D8D03-6F3A-7442-B6C6-110EF5454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287"/>
              <a:ext cx="171" cy="625"/>
            </a:xfrm>
            <a:custGeom>
              <a:avLst/>
              <a:gdLst>
                <a:gd name="T0" fmla="*/ 1 w 1369"/>
                <a:gd name="T1" fmla="*/ 0 h 4998"/>
                <a:gd name="T2" fmla="*/ 0 w 1369"/>
                <a:gd name="T3" fmla="*/ 10 h 4998"/>
                <a:gd name="T4" fmla="*/ 3 w 1369"/>
                <a:gd name="T5" fmla="*/ 10 h 4998"/>
                <a:gd name="T6" fmla="*/ 2 w 1369"/>
                <a:gd name="T7" fmla="*/ 7 h 4998"/>
                <a:gd name="T8" fmla="*/ 2 w 1369"/>
                <a:gd name="T9" fmla="*/ 4 h 4998"/>
                <a:gd name="T10" fmla="*/ 1 w 1369"/>
                <a:gd name="T11" fmla="*/ 2 h 4998"/>
                <a:gd name="T12" fmla="*/ 1 w 1369"/>
                <a:gd name="T13" fmla="*/ 1 h 4998"/>
                <a:gd name="T14" fmla="*/ 1 w 1369"/>
                <a:gd name="T15" fmla="*/ 0 h 49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69"/>
                <a:gd name="T25" fmla="*/ 0 h 4998"/>
                <a:gd name="T26" fmla="*/ 1369 w 1369"/>
                <a:gd name="T27" fmla="*/ 4998 h 499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69" h="4998">
                  <a:moveTo>
                    <a:pt x="310" y="0"/>
                  </a:moveTo>
                  <a:lnTo>
                    <a:pt x="0" y="4998"/>
                  </a:lnTo>
                  <a:lnTo>
                    <a:pt x="1369" y="4998"/>
                  </a:lnTo>
                  <a:lnTo>
                    <a:pt x="1191" y="3652"/>
                  </a:lnTo>
                  <a:lnTo>
                    <a:pt x="892" y="2231"/>
                  </a:lnTo>
                  <a:lnTo>
                    <a:pt x="677" y="901"/>
                  </a:lnTo>
                  <a:lnTo>
                    <a:pt x="486" y="22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7" name="Freeform 465">
              <a:extLst>
                <a:ext uri="{FF2B5EF4-FFF2-40B4-BE49-F238E27FC236}">
                  <a16:creationId xmlns:a16="http://schemas.microsoft.com/office/drawing/2014/main" id="{A5AD8091-8D63-1D42-9313-28F7CE32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79"/>
              <a:ext cx="126" cy="633"/>
            </a:xfrm>
            <a:custGeom>
              <a:avLst/>
              <a:gdLst>
                <a:gd name="T0" fmla="*/ 1 w 1005"/>
                <a:gd name="T1" fmla="*/ 0 h 5067"/>
                <a:gd name="T2" fmla="*/ 2 w 1005"/>
                <a:gd name="T3" fmla="*/ 10 h 5067"/>
                <a:gd name="T4" fmla="*/ 0 w 1005"/>
                <a:gd name="T5" fmla="*/ 10 h 5067"/>
                <a:gd name="T6" fmla="*/ 0 w 1005"/>
                <a:gd name="T7" fmla="*/ 5 h 5067"/>
                <a:gd name="T8" fmla="*/ 0 w 1005"/>
                <a:gd name="T9" fmla="*/ 2 h 5067"/>
                <a:gd name="T10" fmla="*/ 1 w 1005"/>
                <a:gd name="T11" fmla="*/ 1 h 5067"/>
                <a:gd name="T12" fmla="*/ 1 w 1005"/>
                <a:gd name="T13" fmla="*/ 1 h 5067"/>
                <a:gd name="T14" fmla="*/ 1 w 1005"/>
                <a:gd name="T15" fmla="*/ 0 h 50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05"/>
                <a:gd name="T25" fmla="*/ 0 h 5067"/>
                <a:gd name="T26" fmla="*/ 1005 w 1005"/>
                <a:gd name="T27" fmla="*/ 5067 h 50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05" h="5067">
                  <a:moveTo>
                    <a:pt x="725" y="0"/>
                  </a:moveTo>
                  <a:lnTo>
                    <a:pt x="1005" y="5067"/>
                  </a:lnTo>
                  <a:lnTo>
                    <a:pt x="0" y="5067"/>
                  </a:lnTo>
                  <a:lnTo>
                    <a:pt x="66" y="2436"/>
                  </a:lnTo>
                  <a:lnTo>
                    <a:pt x="178" y="1174"/>
                  </a:lnTo>
                  <a:lnTo>
                    <a:pt x="277" y="627"/>
                  </a:lnTo>
                  <a:lnTo>
                    <a:pt x="440" y="322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948" name="Line 466">
              <a:extLst>
                <a:ext uri="{FF2B5EF4-FFF2-40B4-BE49-F238E27FC236}">
                  <a16:creationId xmlns:a16="http://schemas.microsoft.com/office/drawing/2014/main" id="{5B61505E-2A03-FE4A-9431-B0BF3D1E5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6" y="3915"/>
              <a:ext cx="174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7832" name="Group 499">
            <a:extLst>
              <a:ext uri="{FF2B5EF4-FFF2-40B4-BE49-F238E27FC236}">
                <a16:creationId xmlns:a16="http://schemas.microsoft.com/office/drawing/2014/main" id="{5DA27A21-6020-934A-9BFF-4894F9A040E4}"/>
              </a:ext>
            </a:extLst>
          </p:cNvPr>
          <p:cNvGrpSpPr>
            <a:grpSpLocks/>
          </p:cNvGrpSpPr>
          <p:nvPr/>
        </p:nvGrpSpPr>
        <p:grpSpPr bwMode="auto">
          <a:xfrm>
            <a:off x="7366000" y="2965450"/>
            <a:ext cx="1193800" cy="1309688"/>
            <a:chOff x="2165" y="824"/>
            <a:chExt cx="1004" cy="1491"/>
          </a:xfrm>
        </p:grpSpPr>
        <p:sp>
          <p:nvSpPr>
            <p:cNvPr id="77859" name="Freeform 471">
              <a:extLst>
                <a:ext uri="{FF2B5EF4-FFF2-40B4-BE49-F238E27FC236}">
                  <a16:creationId xmlns:a16="http://schemas.microsoft.com/office/drawing/2014/main" id="{6E7E5D42-74E3-F548-9C4F-28A53C7DC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43"/>
              <a:ext cx="344" cy="482"/>
            </a:xfrm>
            <a:custGeom>
              <a:avLst/>
              <a:gdLst>
                <a:gd name="T0" fmla="*/ 0 w 2746"/>
                <a:gd name="T1" fmla="*/ 0 h 3859"/>
                <a:gd name="T2" fmla="*/ 0 w 2746"/>
                <a:gd name="T3" fmla="*/ 1 h 3859"/>
                <a:gd name="T4" fmla="*/ 0 w 2746"/>
                <a:gd name="T5" fmla="*/ 2 h 3859"/>
                <a:gd name="T6" fmla="*/ 0 w 2746"/>
                <a:gd name="T7" fmla="*/ 3 h 3859"/>
                <a:gd name="T8" fmla="*/ 1 w 2746"/>
                <a:gd name="T9" fmla="*/ 4 h 3859"/>
                <a:gd name="T10" fmla="*/ 2 w 2746"/>
                <a:gd name="T11" fmla="*/ 7 h 3859"/>
                <a:gd name="T12" fmla="*/ 4 w 2746"/>
                <a:gd name="T13" fmla="*/ 6 h 3859"/>
                <a:gd name="T14" fmla="*/ 5 w 2746"/>
                <a:gd name="T15" fmla="*/ 4 h 3859"/>
                <a:gd name="T16" fmla="*/ 5 w 2746"/>
                <a:gd name="T17" fmla="*/ 3 h 3859"/>
                <a:gd name="T18" fmla="*/ 5 w 2746"/>
                <a:gd name="T19" fmla="*/ 1 h 3859"/>
                <a:gd name="T20" fmla="*/ 5 w 2746"/>
                <a:gd name="T21" fmla="*/ 0 h 3859"/>
                <a:gd name="T22" fmla="*/ 0 w 2746"/>
                <a:gd name="T23" fmla="*/ 0 h 38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46"/>
                <a:gd name="T37" fmla="*/ 0 h 3859"/>
                <a:gd name="T38" fmla="*/ 2746 w 2746"/>
                <a:gd name="T39" fmla="*/ 3859 h 38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46" h="3859">
                  <a:moveTo>
                    <a:pt x="164" y="86"/>
                  </a:moveTo>
                  <a:lnTo>
                    <a:pt x="28" y="387"/>
                  </a:lnTo>
                  <a:lnTo>
                    <a:pt x="0" y="846"/>
                  </a:lnTo>
                  <a:lnTo>
                    <a:pt x="28" y="1492"/>
                  </a:lnTo>
                  <a:lnTo>
                    <a:pt x="265" y="2036"/>
                  </a:lnTo>
                  <a:lnTo>
                    <a:pt x="1158" y="3859"/>
                  </a:lnTo>
                  <a:lnTo>
                    <a:pt x="2119" y="3177"/>
                  </a:lnTo>
                  <a:lnTo>
                    <a:pt x="2481" y="2285"/>
                  </a:lnTo>
                  <a:lnTo>
                    <a:pt x="2682" y="1354"/>
                  </a:lnTo>
                  <a:lnTo>
                    <a:pt x="2746" y="549"/>
                  </a:lnTo>
                  <a:lnTo>
                    <a:pt x="2573" y="0"/>
                  </a:lnTo>
                  <a:lnTo>
                    <a:pt x="164" y="86"/>
                  </a:lnTo>
                  <a:close/>
                </a:path>
              </a:pathLst>
            </a:custGeom>
            <a:solidFill>
              <a:srgbClr val="FF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0" name="Freeform 472">
              <a:extLst>
                <a:ext uri="{FF2B5EF4-FFF2-40B4-BE49-F238E27FC236}">
                  <a16:creationId xmlns:a16="http://schemas.microsoft.com/office/drawing/2014/main" id="{24A1262E-C2FB-D14A-9D15-66FC6E8A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796"/>
              <a:ext cx="960" cy="519"/>
            </a:xfrm>
            <a:custGeom>
              <a:avLst/>
              <a:gdLst>
                <a:gd name="T0" fmla="*/ 0 w 7681"/>
                <a:gd name="T1" fmla="*/ 8 h 4152"/>
                <a:gd name="T2" fmla="*/ 15 w 7681"/>
                <a:gd name="T3" fmla="*/ 8 h 4152"/>
                <a:gd name="T4" fmla="*/ 15 w 7681"/>
                <a:gd name="T5" fmla="*/ 5 h 4152"/>
                <a:gd name="T6" fmla="*/ 14 w 7681"/>
                <a:gd name="T7" fmla="*/ 3 h 4152"/>
                <a:gd name="T8" fmla="*/ 13 w 7681"/>
                <a:gd name="T9" fmla="*/ 2 h 4152"/>
                <a:gd name="T10" fmla="*/ 12 w 7681"/>
                <a:gd name="T11" fmla="*/ 1 h 4152"/>
                <a:gd name="T12" fmla="*/ 10 w 7681"/>
                <a:gd name="T13" fmla="*/ 0 h 4152"/>
                <a:gd name="T14" fmla="*/ 10 w 7681"/>
                <a:gd name="T15" fmla="*/ 2 h 4152"/>
                <a:gd name="T16" fmla="*/ 9 w 7681"/>
                <a:gd name="T17" fmla="*/ 4 h 4152"/>
                <a:gd name="T18" fmla="*/ 9 w 7681"/>
                <a:gd name="T19" fmla="*/ 6 h 4152"/>
                <a:gd name="T20" fmla="*/ 8 w 7681"/>
                <a:gd name="T21" fmla="*/ 5 h 4152"/>
                <a:gd name="T22" fmla="*/ 8 w 7681"/>
                <a:gd name="T23" fmla="*/ 3 h 4152"/>
                <a:gd name="T24" fmla="*/ 8 w 7681"/>
                <a:gd name="T25" fmla="*/ 3 h 4152"/>
                <a:gd name="T26" fmla="*/ 8 w 7681"/>
                <a:gd name="T27" fmla="*/ 2 h 4152"/>
                <a:gd name="T28" fmla="*/ 9 w 7681"/>
                <a:gd name="T29" fmla="*/ 2 h 4152"/>
                <a:gd name="T30" fmla="*/ 9 w 7681"/>
                <a:gd name="T31" fmla="*/ 1 h 4152"/>
                <a:gd name="T32" fmla="*/ 7 w 7681"/>
                <a:gd name="T33" fmla="*/ 1 h 4152"/>
                <a:gd name="T34" fmla="*/ 6 w 7681"/>
                <a:gd name="T35" fmla="*/ 1 h 4152"/>
                <a:gd name="T36" fmla="*/ 7 w 7681"/>
                <a:gd name="T37" fmla="*/ 3 h 4152"/>
                <a:gd name="T38" fmla="*/ 7 w 7681"/>
                <a:gd name="T39" fmla="*/ 4 h 4152"/>
                <a:gd name="T40" fmla="*/ 7 w 7681"/>
                <a:gd name="T41" fmla="*/ 4 h 4152"/>
                <a:gd name="T42" fmla="*/ 6 w 7681"/>
                <a:gd name="T43" fmla="*/ 5 h 4152"/>
                <a:gd name="T44" fmla="*/ 5 w 7681"/>
                <a:gd name="T45" fmla="*/ 4 h 4152"/>
                <a:gd name="T46" fmla="*/ 5 w 7681"/>
                <a:gd name="T47" fmla="*/ 2 h 4152"/>
                <a:gd name="T48" fmla="*/ 5 w 7681"/>
                <a:gd name="T49" fmla="*/ 0 h 4152"/>
                <a:gd name="T50" fmla="*/ 2 w 7681"/>
                <a:gd name="T51" fmla="*/ 1 h 4152"/>
                <a:gd name="T52" fmla="*/ 1 w 7681"/>
                <a:gd name="T53" fmla="*/ 2 h 4152"/>
                <a:gd name="T54" fmla="*/ 0 w 7681"/>
                <a:gd name="T55" fmla="*/ 4 h 4152"/>
                <a:gd name="T56" fmla="*/ 0 w 7681"/>
                <a:gd name="T57" fmla="*/ 7 h 4152"/>
                <a:gd name="T58" fmla="*/ 0 w 7681"/>
                <a:gd name="T59" fmla="*/ 8 h 41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681"/>
                <a:gd name="T91" fmla="*/ 0 h 4152"/>
                <a:gd name="T92" fmla="*/ 7681 w 7681"/>
                <a:gd name="T93" fmla="*/ 4152 h 41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681" h="4152">
                  <a:moveTo>
                    <a:pt x="0" y="4152"/>
                  </a:moveTo>
                  <a:lnTo>
                    <a:pt x="7681" y="4152"/>
                  </a:lnTo>
                  <a:lnTo>
                    <a:pt x="7472" y="2748"/>
                  </a:lnTo>
                  <a:lnTo>
                    <a:pt x="7186" y="1643"/>
                  </a:lnTo>
                  <a:lnTo>
                    <a:pt x="6817" y="890"/>
                  </a:lnTo>
                  <a:lnTo>
                    <a:pt x="5955" y="293"/>
                  </a:lnTo>
                  <a:lnTo>
                    <a:pt x="5199" y="44"/>
                  </a:lnTo>
                  <a:lnTo>
                    <a:pt x="5127" y="1183"/>
                  </a:lnTo>
                  <a:lnTo>
                    <a:pt x="4832" y="2195"/>
                  </a:lnTo>
                  <a:lnTo>
                    <a:pt x="4408" y="3094"/>
                  </a:lnTo>
                  <a:lnTo>
                    <a:pt x="4336" y="2324"/>
                  </a:lnTo>
                  <a:lnTo>
                    <a:pt x="4202" y="1736"/>
                  </a:lnTo>
                  <a:lnTo>
                    <a:pt x="4136" y="1478"/>
                  </a:lnTo>
                  <a:lnTo>
                    <a:pt x="4265" y="1098"/>
                  </a:lnTo>
                  <a:lnTo>
                    <a:pt x="4537" y="761"/>
                  </a:lnTo>
                  <a:lnTo>
                    <a:pt x="4437" y="329"/>
                  </a:lnTo>
                  <a:lnTo>
                    <a:pt x="3437" y="293"/>
                  </a:lnTo>
                  <a:lnTo>
                    <a:pt x="3180" y="715"/>
                  </a:lnTo>
                  <a:lnTo>
                    <a:pt x="3610" y="1478"/>
                  </a:lnTo>
                  <a:lnTo>
                    <a:pt x="3373" y="1856"/>
                  </a:lnTo>
                  <a:lnTo>
                    <a:pt x="3410" y="2195"/>
                  </a:lnTo>
                  <a:lnTo>
                    <a:pt x="3209" y="2704"/>
                  </a:lnTo>
                  <a:lnTo>
                    <a:pt x="2720" y="1902"/>
                  </a:lnTo>
                  <a:lnTo>
                    <a:pt x="2446" y="1063"/>
                  </a:lnTo>
                  <a:lnTo>
                    <a:pt x="2380" y="0"/>
                  </a:lnTo>
                  <a:lnTo>
                    <a:pt x="1058" y="588"/>
                  </a:lnTo>
                  <a:lnTo>
                    <a:pt x="597" y="890"/>
                  </a:lnTo>
                  <a:lnTo>
                    <a:pt x="194" y="2153"/>
                  </a:lnTo>
                  <a:lnTo>
                    <a:pt x="0" y="3601"/>
                  </a:lnTo>
                  <a:lnTo>
                    <a:pt x="0" y="4152"/>
                  </a:lnTo>
                  <a:close/>
                </a:path>
              </a:pathLst>
            </a:custGeom>
            <a:solidFill>
              <a:srgbClr val="002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1" name="Freeform 473">
              <a:extLst>
                <a:ext uri="{FF2B5EF4-FFF2-40B4-BE49-F238E27FC236}">
                  <a16:creationId xmlns:a16="http://schemas.microsoft.com/office/drawing/2014/main" id="{AE4DFD8B-4536-D749-A7E4-C723573D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874"/>
              <a:ext cx="777" cy="970"/>
            </a:xfrm>
            <a:custGeom>
              <a:avLst/>
              <a:gdLst>
                <a:gd name="T0" fmla="*/ 4 w 6211"/>
                <a:gd name="T1" fmla="*/ 1 h 7755"/>
                <a:gd name="T2" fmla="*/ 3 w 6211"/>
                <a:gd name="T3" fmla="*/ 2 h 7755"/>
                <a:gd name="T4" fmla="*/ 2 w 6211"/>
                <a:gd name="T5" fmla="*/ 5 h 7755"/>
                <a:gd name="T6" fmla="*/ 1 w 6211"/>
                <a:gd name="T7" fmla="*/ 4 h 7755"/>
                <a:gd name="T8" fmla="*/ 0 w 6211"/>
                <a:gd name="T9" fmla="*/ 5 h 7755"/>
                <a:gd name="T10" fmla="*/ 0 w 6211"/>
                <a:gd name="T11" fmla="*/ 6 h 7755"/>
                <a:gd name="T12" fmla="*/ 0 w 6211"/>
                <a:gd name="T13" fmla="*/ 7 h 7755"/>
                <a:gd name="T14" fmla="*/ 1 w 6211"/>
                <a:gd name="T15" fmla="*/ 8 h 7755"/>
                <a:gd name="T16" fmla="*/ 2 w 6211"/>
                <a:gd name="T17" fmla="*/ 8 h 7755"/>
                <a:gd name="T18" fmla="*/ 2 w 6211"/>
                <a:gd name="T19" fmla="*/ 8 h 7755"/>
                <a:gd name="T20" fmla="*/ 2 w 6211"/>
                <a:gd name="T21" fmla="*/ 10 h 7755"/>
                <a:gd name="T22" fmla="*/ 3 w 6211"/>
                <a:gd name="T23" fmla="*/ 12 h 7755"/>
                <a:gd name="T24" fmla="*/ 3 w 6211"/>
                <a:gd name="T25" fmla="*/ 13 h 7755"/>
                <a:gd name="T26" fmla="*/ 4 w 6211"/>
                <a:gd name="T27" fmla="*/ 14 h 7755"/>
                <a:gd name="T28" fmla="*/ 5 w 6211"/>
                <a:gd name="T29" fmla="*/ 15 h 7755"/>
                <a:gd name="T30" fmla="*/ 6 w 6211"/>
                <a:gd name="T31" fmla="*/ 15 h 7755"/>
                <a:gd name="T32" fmla="*/ 7 w 6211"/>
                <a:gd name="T33" fmla="*/ 15 h 7755"/>
                <a:gd name="T34" fmla="*/ 8 w 6211"/>
                <a:gd name="T35" fmla="*/ 15 h 7755"/>
                <a:gd name="T36" fmla="*/ 9 w 6211"/>
                <a:gd name="T37" fmla="*/ 14 h 7755"/>
                <a:gd name="T38" fmla="*/ 9 w 6211"/>
                <a:gd name="T39" fmla="*/ 14 h 7755"/>
                <a:gd name="T40" fmla="*/ 10 w 6211"/>
                <a:gd name="T41" fmla="*/ 12 h 7755"/>
                <a:gd name="T42" fmla="*/ 10 w 6211"/>
                <a:gd name="T43" fmla="*/ 11 h 7755"/>
                <a:gd name="T44" fmla="*/ 10 w 6211"/>
                <a:gd name="T45" fmla="*/ 10 h 7755"/>
                <a:gd name="T46" fmla="*/ 10 w 6211"/>
                <a:gd name="T47" fmla="*/ 8 h 7755"/>
                <a:gd name="T48" fmla="*/ 11 w 6211"/>
                <a:gd name="T49" fmla="*/ 8 h 7755"/>
                <a:gd name="T50" fmla="*/ 12 w 6211"/>
                <a:gd name="T51" fmla="*/ 7 h 7755"/>
                <a:gd name="T52" fmla="*/ 12 w 6211"/>
                <a:gd name="T53" fmla="*/ 6 h 7755"/>
                <a:gd name="T54" fmla="*/ 12 w 6211"/>
                <a:gd name="T55" fmla="*/ 5 h 7755"/>
                <a:gd name="T56" fmla="*/ 12 w 6211"/>
                <a:gd name="T57" fmla="*/ 5 h 7755"/>
                <a:gd name="T58" fmla="*/ 11 w 6211"/>
                <a:gd name="T59" fmla="*/ 4 h 7755"/>
                <a:gd name="T60" fmla="*/ 11 w 6211"/>
                <a:gd name="T61" fmla="*/ 4 h 7755"/>
                <a:gd name="T62" fmla="*/ 10 w 6211"/>
                <a:gd name="T63" fmla="*/ 5 h 7755"/>
                <a:gd name="T64" fmla="*/ 10 w 6211"/>
                <a:gd name="T65" fmla="*/ 5 h 7755"/>
                <a:gd name="T66" fmla="*/ 9 w 6211"/>
                <a:gd name="T67" fmla="*/ 2 h 7755"/>
                <a:gd name="T68" fmla="*/ 8 w 6211"/>
                <a:gd name="T69" fmla="*/ 1 h 7755"/>
                <a:gd name="T70" fmla="*/ 7 w 6211"/>
                <a:gd name="T71" fmla="*/ 0 h 7755"/>
                <a:gd name="T72" fmla="*/ 6 w 6211"/>
                <a:gd name="T73" fmla="*/ 0 h 7755"/>
                <a:gd name="T74" fmla="*/ 5 w 6211"/>
                <a:gd name="T75" fmla="*/ 0 h 7755"/>
                <a:gd name="T76" fmla="*/ 4 w 6211"/>
                <a:gd name="T77" fmla="*/ 1 h 775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211"/>
                <a:gd name="T118" fmla="*/ 0 h 7755"/>
                <a:gd name="T119" fmla="*/ 6211 w 6211"/>
                <a:gd name="T120" fmla="*/ 7755 h 775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211" h="7755">
                  <a:moveTo>
                    <a:pt x="2242" y="294"/>
                  </a:moveTo>
                  <a:lnTo>
                    <a:pt x="1747" y="934"/>
                  </a:lnTo>
                  <a:lnTo>
                    <a:pt x="1021" y="2280"/>
                  </a:lnTo>
                  <a:lnTo>
                    <a:pt x="454" y="2202"/>
                  </a:lnTo>
                  <a:lnTo>
                    <a:pt x="187" y="2419"/>
                  </a:lnTo>
                  <a:lnTo>
                    <a:pt x="0" y="3057"/>
                  </a:lnTo>
                  <a:lnTo>
                    <a:pt x="159" y="3601"/>
                  </a:lnTo>
                  <a:lnTo>
                    <a:pt x="359" y="3896"/>
                  </a:lnTo>
                  <a:lnTo>
                    <a:pt x="791" y="3982"/>
                  </a:lnTo>
                  <a:lnTo>
                    <a:pt x="1115" y="3982"/>
                  </a:lnTo>
                  <a:lnTo>
                    <a:pt x="1115" y="5173"/>
                  </a:lnTo>
                  <a:lnTo>
                    <a:pt x="1279" y="5854"/>
                  </a:lnTo>
                  <a:lnTo>
                    <a:pt x="1552" y="6478"/>
                  </a:lnTo>
                  <a:lnTo>
                    <a:pt x="1875" y="6909"/>
                  </a:lnTo>
                  <a:lnTo>
                    <a:pt x="2609" y="7541"/>
                  </a:lnTo>
                  <a:lnTo>
                    <a:pt x="3140" y="7755"/>
                  </a:lnTo>
                  <a:lnTo>
                    <a:pt x="3631" y="7704"/>
                  </a:lnTo>
                  <a:lnTo>
                    <a:pt x="4097" y="7627"/>
                  </a:lnTo>
                  <a:lnTo>
                    <a:pt x="4486" y="7375"/>
                  </a:lnTo>
                  <a:lnTo>
                    <a:pt x="4760" y="6988"/>
                  </a:lnTo>
                  <a:lnTo>
                    <a:pt x="5055" y="6269"/>
                  </a:lnTo>
                  <a:lnTo>
                    <a:pt x="5219" y="5632"/>
                  </a:lnTo>
                  <a:lnTo>
                    <a:pt x="5254" y="4913"/>
                  </a:lnTo>
                  <a:lnTo>
                    <a:pt x="5219" y="4067"/>
                  </a:lnTo>
                  <a:lnTo>
                    <a:pt x="5725" y="3852"/>
                  </a:lnTo>
                  <a:lnTo>
                    <a:pt x="6049" y="3516"/>
                  </a:lnTo>
                  <a:lnTo>
                    <a:pt x="6211" y="3177"/>
                  </a:lnTo>
                  <a:lnTo>
                    <a:pt x="6211" y="2711"/>
                  </a:lnTo>
                  <a:lnTo>
                    <a:pt x="6083" y="2419"/>
                  </a:lnTo>
                  <a:lnTo>
                    <a:pt x="5846" y="2246"/>
                  </a:lnTo>
                  <a:lnTo>
                    <a:pt x="5624" y="2202"/>
                  </a:lnTo>
                  <a:lnTo>
                    <a:pt x="5286" y="2280"/>
                  </a:lnTo>
                  <a:lnTo>
                    <a:pt x="5118" y="2454"/>
                  </a:lnTo>
                  <a:lnTo>
                    <a:pt x="4622" y="1096"/>
                  </a:lnTo>
                  <a:lnTo>
                    <a:pt x="4062" y="342"/>
                  </a:lnTo>
                  <a:lnTo>
                    <a:pt x="3603" y="88"/>
                  </a:lnTo>
                  <a:lnTo>
                    <a:pt x="3140" y="0"/>
                  </a:lnTo>
                  <a:lnTo>
                    <a:pt x="2545" y="171"/>
                  </a:lnTo>
                  <a:lnTo>
                    <a:pt x="2242" y="294"/>
                  </a:lnTo>
                  <a:close/>
                </a:path>
              </a:pathLst>
            </a:custGeom>
            <a:solidFill>
              <a:srgbClr val="702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2" name="Freeform 474">
              <a:extLst>
                <a:ext uri="{FF2B5EF4-FFF2-40B4-BE49-F238E27FC236}">
                  <a16:creationId xmlns:a16="http://schemas.microsoft.com/office/drawing/2014/main" id="{0761D055-FA6F-B148-8AEA-65A6D52A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075"/>
              <a:ext cx="205" cy="118"/>
            </a:xfrm>
            <a:custGeom>
              <a:avLst/>
              <a:gdLst>
                <a:gd name="T0" fmla="*/ 2 w 1645"/>
                <a:gd name="T1" fmla="*/ 0 h 941"/>
                <a:gd name="T2" fmla="*/ 1 w 1645"/>
                <a:gd name="T3" fmla="*/ 0 h 941"/>
                <a:gd name="T4" fmla="*/ 1 w 1645"/>
                <a:gd name="T5" fmla="*/ 0 h 941"/>
                <a:gd name="T6" fmla="*/ 0 w 1645"/>
                <a:gd name="T7" fmla="*/ 0 h 941"/>
                <a:gd name="T8" fmla="*/ 0 w 1645"/>
                <a:gd name="T9" fmla="*/ 0 h 941"/>
                <a:gd name="T10" fmla="*/ 0 w 1645"/>
                <a:gd name="T11" fmla="*/ 1 h 941"/>
                <a:gd name="T12" fmla="*/ 0 w 1645"/>
                <a:gd name="T13" fmla="*/ 1 h 941"/>
                <a:gd name="T14" fmla="*/ 0 w 1645"/>
                <a:gd name="T15" fmla="*/ 2 h 941"/>
                <a:gd name="T16" fmla="*/ 1 w 1645"/>
                <a:gd name="T17" fmla="*/ 2 h 941"/>
                <a:gd name="T18" fmla="*/ 1 w 1645"/>
                <a:gd name="T19" fmla="*/ 2 h 941"/>
                <a:gd name="T20" fmla="*/ 1 w 1645"/>
                <a:gd name="T21" fmla="*/ 2 h 941"/>
                <a:gd name="T22" fmla="*/ 2 w 1645"/>
                <a:gd name="T23" fmla="*/ 1 h 941"/>
                <a:gd name="T24" fmla="*/ 2 w 1645"/>
                <a:gd name="T25" fmla="*/ 2 h 941"/>
                <a:gd name="T26" fmla="*/ 2 w 1645"/>
                <a:gd name="T27" fmla="*/ 2 h 941"/>
                <a:gd name="T28" fmla="*/ 3 w 1645"/>
                <a:gd name="T29" fmla="*/ 2 h 941"/>
                <a:gd name="T30" fmla="*/ 3 w 1645"/>
                <a:gd name="T31" fmla="*/ 1 h 941"/>
                <a:gd name="T32" fmla="*/ 3 w 1645"/>
                <a:gd name="T33" fmla="*/ 1 h 941"/>
                <a:gd name="T34" fmla="*/ 3 w 1645"/>
                <a:gd name="T35" fmla="*/ 0 h 941"/>
                <a:gd name="T36" fmla="*/ 3 w 1645"/>
                <a:gd name="T37" fmla="*/ 0 h 941"/>
                <a:gd name="T38" fmla="*/ 2 w 1645"/>
                <a:gd name="T39" fmla="*/ 0 h 941"/>
                <a:gd name="T40" fmla="*/ 2 w 1645"/>
                <a:gd name="T41" fmla="*/ 0 h 941"/>
                <a:gd name="T42" fmla="*/ 2 w 1645"/>
                <a:gd name="T43" fmla="*/ 0 h 941"/>
                <a:gd name="T44" fmla="*/ 2 w 1645"/>
                <a:gd name="T45" fmla="*/ 0 h 9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45"/>
                <a:gd name="T70" fmla="*/ 0 h 941"/>
                <a:gd name="T71" fmla="*/ 1645 w 1645"/>
                <a:gd name="T72" fmla="*/ 941 h 94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45" h="941">
                  <a:moveTo>
                    <a:pt x="817" y="219"/>
                  </a:moveTo>
                  <a:lnTo>
                    <a:pt x="658" y="95"/>
                  </a:lnTo>
                  <a:lnTo>
                    <a:pt x="487" y="45"/>
                  </a:lnTo>
                  <a:lnTo>
                    <a:pt x="257" y="45"/>
                  </a:lnTo>
                  <a:lnTo>
                    <a:pt x="127" y="131"/>
                  </a:lnTo>
                  <a:lnTo>
                    <a:pt x="26" y="339"/>
                  </a:lnTo>
                  <a:lnTo>
                    <a:pt x="0" y="597"/>
                  </a:lnTo>
                  <a:lnTo>
                    <a:pt x="127" y="849"/>
                  </a:lnTo>
                  <a:lnTo>
                    <a:pt x="358" y="941"/>
                  </a:lnTo>
                  <a:lnTo>
                    <a:pt x="560" y="941"/>
                  </a:lnTo>
                  <a:lnTo>
                    <a:pt x="725" y="849"/>
                  </a:lnTo>
                  <a:lnTo>
                    <a:pt x="918" y="597"/>
                  </a:lnTo>
                  <a:lnTo>
                    <a:pt x="1022" y="814"/>
                  </a:lnTo>
                  <a:lnTo>
                    <a:pt x="1250" y="897"/>
                  </a:lnTo>
                  <a:lnTo>
                    <a:pt x="1487" y="814"/>
                  </a:lnTo>
                  <a:lnTo>
                    <a:pt x="1615" y="641"/>
                  </a:lnTo>
                  <a:lnTo>
                    <a:pt x="1645" y="425"/>
                  </a:lnTo>
                  <a:lnTo>
                    <a:pt x="1580" y="219"/>
                  </a:lnTo>
                  <a:lnTo>
                    <a:pt x="1450" y="45"/>
                  </a:lnTo>
                  <a:lnTo>
                    <a:pt x="1250" y="0"/>
                  </a:lnTo>
                  <a:lnTo>
                    <a:pt x="1057" y="45"/>
                  </a:lnTo>
                  <a:lnTo>
                    <a:pt x="946" y="95"/>
                  </a:lnTo>
                  <a:lnTo>
                    <a:pt x="817" y="2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3" name="Freeform 475">
              <a:extLst>
                <a:ext uri="{FF2B5EF4-FFF2-40B4-BE49-F238E27FC236}">
                  <a16:creationId xmlns:a16="http://schemas.microsoft.com/office/drawing/2014/main" id="{C87D8AF1-9249-CA40-898F-CDBAEEDB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420"/>
              <a:ext cx="268" cy="191"/>
            </a:xfrm>
            <a:custGeom>
              <a:avLst/>
              <a:gdLst>
                <a:gd name="T0" fmla="*/ 0 w 2150"/>
                <a:gd name="T1" fmla="*/ 0 h 1529"/>
                <a:gd name="T2" fmla="*/ 1 w 2150"/>
                <a:gd name="T3" fmla="*/ 1 h 1529"/>
                <a:gd name="T4" fmla="*/ 2 w 2150"/>
                <a:gd name="T5" fmla="*/ 1 h 1529"/>
                <a:gd name="T6" fmla="*/ 2 w 2150"/>
                <a:gd name="T7" fmla="*/ 1 h 1529"/>
                <a:gd name="T8" fmla="*/ 3 w 2150"/>
                <a:gd name="T9" fmla="*/ 1 h 1529"/>
                <a:gd name="T10" fmla="*/ 4 w 2150"/>
                <a:gd name="T11" fmla="*/ 0 h 1529"/>
                <a:gd name="T12" fmla="*/ 4 w 2150"/>
                <a:gd name="T13" fmla="*/ 1 h 1529"/>
                <a:gd name="T14" fmla="*/ 3 w 2150"/>
                <a:gd name="T15" fmla="*/ 2 h 1529"/>
                <a:gd name="T16" fmla="*/ 3 w 2150"/>
                <a:gd name="T17" fmla="*/ 3 h 1529"/>
                <a:gd name="T18" fmla="*/ 2 w 2150"/>
                <a:gd name="T19" fmla="*/ 3 h 1529"/>
                <a:gd name="T20" fmla="*/ 1 w 2150"/>
                <a:gd name="T21" fmla="*/ 3 h 1529"/>
                <a:gd name="T22" fmla="*/ 1 w 2150"/>
                <a:gd name="T23" fmla="*/ 2 h 1529"/>
                <a:gd name="T24" fmla="*/ 1 w 2150"/>
                <a:gd name="T25" fmla="*/ 2 h 1529"/>
                <a:gd name="T26" fmla="*/ 0 w 2150"/>
                <a:gd name="T27" fmla="*/ 0 h 15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50"/>
                <a:gd name="T43" fmla="*/ 0 h 1529"/>
                <a:gd name="T44" fmla="*/ 2150 w 2150"/>
                <a:gd name="T45" fmla="*/ 1529 h 152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50" h="1529">
                  <a:moveTo>
                    <a:pt x="0" y="0"/>
                  </a:moveTo>
                  <a:lnTo>
                    <a:pt x="660" y="431"/>
                  </a:lnTo>
                  <a:lnTo>
                    <a:pt x="991" y="551"/>
                  </a:lnTo>
                  <a:lnTo>
                    <a:pt x="1314" y="551"/>
                  </a:lnTo>
                  <a:lnTo>
                    <a:pt x="1552" y="472"/>
                  </a:lnTo>
                  <a:lnTo>
                    <a:pt x="2150" y="129"/>
                  </a:lnTo>
                  <a:lnTo>
                    <a:pt x="1983" y="500"/>
                  </a:lnTo>
                  <a:lnTo>
                    <a:pt x="1682" y="1270"/>
                  </a:lnTo>
                  <a:lnTo>
                    <a:pt x="1489" y="1492"/>
                  </a:lnTo>
                  <a:lnTo>
                    <a:pt x="1185" y="1529"/>
                  </a:lnTo>
                  <a:lnTo>
                    <a:pt x="791" y="1443"/>
                  </a:lnTo>
                  <a:lnTo>
                    <a:pt x="590" y="1235"/>
                  </a:lnTo>
                  <a:lnTo>
                    <a:pt x="394" y="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4" name="Freeform 476">
              <a:extLst>
                <a:ext uri="{FF2B5EF4-FFF2-40B4-BE49-F238E27FC236}">
                  <a16:creationId xmlns:a16="http://schemas.microsoft.com/office/drawing/2014/main" id="{DA4E88DD-F9B5-1246-B769-3FFFA866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123"/>
              <a:ext cx="545" cy="730"/>
            </a:xfrm>
            <a:custGeom>
              <a:avLst/>
              <a:gdLst>
                <a:gd name="T0" fmla="*/ 1 w 4364"/>
                <a:gd name="T1" fmla="*/ 0 h 5835"/>
                <a:gd name="T2" fmla="*/ 1 w 4364"/>
                <a:gd name="T3" fmla="*/ 2 h 5835"/>
                <a:gd name="T4" fmla="*/ 0 w 4364"/>
                <a:gd name="T5" fmla="*/ 4 h 5835"/>
                <a:gd name="T6" fmla="*/ 0 w 4364"/>
                <a:gd name="T7" fmla="*/ 6 h 5835"/>
                <a:gd name="T8" fmla="*/ 1 w 4364"/>
                <a:gd name="T9" fmla="*/ 8 h 5835"/>
                <a:gd name="T10" fmla="*/ 1 w 4364"/>
                <a:gd name="T11" fmla="*/ 9 h 5835"/>
                <a:gd name="T12" fmla="*/ 2 w 4364"/>
                <a:gd name="T13" fmla="*/ 10 h 5835"/>
                <a:gd name="T14" fmla="*/ 3 w 4364"/>
                <a:gd name="T15" fmla="*/ 11 h 5835"/>
                <a:gd name="T16" fmla="*/ 4 w 4364"/>
                <a:gd name="T17" fmla="*/ 11 h 5835"/>
                <a:gd name="T18" fmla="*/ 5 w 4364"/>
                <a:gd name="T19" fmla="*/ 11 h 5835"/>
                <a:gd name="T20" fmla="*/ 6 w 4364"/>
                <a:gd name="T21" fmla="*/ 11 h 5835"/>
                <a:gd name="T22" fmla="*/ 7 w 4364"/>
                <a:gd name="T23" fmla="*/ 10 h 5835"/>
                <a:gd name="T24" fmla="*/ 7 w 4364"/>
                <a:gd name="T25" fmla="*/ 9 h 5835"/>
                <a:gd name="T26" fmla="*/ 8 w 4364"/>
                <a:gd name="T27" fmla="*/ 8 h 5835"/>
                <a:gd name="T28" fmla="*/ 8 w 4364"/>
                <a:gd name="T29" fmla="*/ 6 h 5835"/>
                <a:gd name="T30" fmla="*/ 8 w 4364"/>
                <a:gd name="T31" fmla="*/ 5 h 5835"/>
                <a:gd name="T32" fmla="*/ 8 w 4364"/>
                <a:gd name="T33" fmla="*/ 3 h 5835"/>
                <a:gd name="T34" fmla="*/ 8 w 4364"/>
                <a:gd name="T35" fmla="*/ 2 h 5835"/>
                <a:gd name="T36" fmla="*/ 7 w 4364"/>
                <a:gd name="T37" fmla="*/ 0 h 5835"/>
                <a:gd name="T38" fmla="*/ 8 w 4364"/>
                <a:gd name="T39" fmla="*/ 1 h 5835"/>
                <a:gd name="T40" fmla="*/ 8 w 4364"/>
                <a:gd name="T41" fmla="*/ 4 h 5835"/>
                <a:gd name="T42" fmla="*/ 8 w 4364"/>
                <a:gd name="T43" fmla="*/ 7 h 5835"/>
                <a:gd name="T44" fmla="*/ 8 w 4364"/>
                <a:gd name="T45" fmla="*/ 8 h 5835"/>
                <a:gd name="T46" fmla="*/ 8 w 4364"/>
                <a:gd name="T47" fmla="*/ 10 h 5835"/>
                <a:gd name="T48" fmla="*/ 7 w 4364"/>
                <a:gd name="T49" fmla="*/ 10 h 5835"/>
                <a:gd name="T50" fmla="*/ 6 w 4364"/>
                <a:gd name="T51" fmla="*/ 11 h 5835"/>
                <a:gd name="T52" fmla="*/ 6 w 4364"/>
                <a:gd name="T53" fmla="*/ 11 h 5835"/>
                <a:gd name="T54" fmla="*/ 5 w 4364"/>
                <a:gd name="T55" fmla="*/ 11 h 5835"/>
                <a:gd name="T56" fmla="*/ 4 w 4364"/>
                <a:gd name="T57" fmla="*/ 11 h 5835"/>
                <a:gd name="T58" fmla="*/ 3 w 4364"/>
                <a:gd name="T59" fmla="*/ 11 h 5835"/>
                <a:gd name="T60" fmla="*/ 2 w 4364"/>
                <a:gd name="T61" fmla="*/ 11 h 5835"/>
                <a:gd name="T62" fmla="*/ 1 w 4364"/>
                <a:gd name="T63" fmla="*/ 10 h 5835"/>
                <a:gd name="T64" fmla="*/ 1 w 4364"/>
                <a:gd name="T65" fmla="*/ 9 h 5835"/>
                <a:gd name="T66" fmla="*/ 0 w 4364"/>
                <a:gd name="T67" fmla="*/ 8 h 5835"/>
                <a:gd name="T68" fmla="*/ 0 w 4364"/>
                <a:gd name="T69" fmla="*/ 7 h 5835"/>
                <a:gd name="T70" fmla="*/ 0 w 4364"/>
                <a:gd name="T71" fmla="*/ 5 h 5835"/>
                <a:gd name="T72" fmla="*/ 0 w 4364"/>
                <a:gd name="T73" fmla="*/ 4 h 5835"/>
                <a:gd name="T74" fmla="*/ 0 w 4364"/>
                <a:gd name="T75" fmla="*/ 2 h 5835"/>
                <a:gd name="T76" fmla="*/ 1 w 4364"/>
                <a:gd name="T77" fmla="*/ 0 h 5835"/>
                <a:gd name="T78" fmla="*/ 1 w 4364"/>
                <a:gd name="T79" fmla="*/ 0 h 583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64"/>
                <a:gd name="T121" fmla="*/ 0 h 5835"/>
                <a:gd name="T122" fmla="*/ 4364 w 4364"/>
                <a:gd name="T123" fmla="*/ 5835 h 583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64" h="5835">
                  <a:moveTo>
                    <a:pt x="498" y="83"/>
                  </a:moveTo>
                  <a:lnTo>
                    <a:pt x="302" y="1134"/>
                  </a:lnTo>
                  <a:lnTo>
                    <a:pt x="231" y="2054"/>
                  </a:lnTo>
                  <a:lnTo>
                    <a:pt x="201" y="3110"/>
                  </a:lnTo>
                  <a:lnTo>
                    <a:pt x="330" y="3862"/>
                  </a:lnTo>
                  <a:lnTo>
                    <a:pt x="662" y="4572"/>
                  </a:lnTo>
                  <a:lnTo>
                    <a:pt x="1215" y="5160"/>
                  </a:lnTo>
                  <a:lnTo>
                    <a:pt x="1805" y="5540"/>
                  </a:lnTo>
                  <a:lnTo>
                    <a:pt x="2200" y="5626"/>
                  </a:lnTo>
                  <a:lnTo>
                    <a:pt x="2624" y="5626"/>
                  </a:lnTo>
                  <a:lnTo>
                    <a:pt x="3086" y="5499"/>
                  </a:lnTo>
                  <a:lnTo>
                    <a:pt x="3479" y="5203"/>
                  </a:lnTo>
                  <a:lnTo>
                    <a:pt x="3767" y="4786"/>
                  </a:lnTo>
                  <a:lnTo>
                    <a:pt x="4042" y="4069"/>
                  </a:lnTo>
                  <a:lnTo>
                    <a:pt x="4134" y="3273"/>
                  </a:lnTo>
                  <a:lnTo>
                    <a:pt x="4134" y="2519"/>
                  </a:lnTo>
                  <a:lnTo>
                    <a:pt x="4042" y="1717"/>
                  </a:lnTo>
                  <a:lnTo>
                    <a:pt x="3899" y="798"/>
                  </a:lnTo>
                  <a:lnTo>
                    <a:pt x="3741" y="0"/>
                  </a:lnTo>
                  <a:lnTo>
                    <a:pt x="3970" y="427"/>
                  </a:lnTo>
                  <a:lnTo>
                    <a:pt x="4264" y="1974"/>
                  </a:lnTo>
                  <a:lnTo>
                    <a:pt x="4364" y="3317"/>
                  </a:lnTo>
                  <a:lnTo>
                    <a:pt x="4200" y="4156"/>
                  </a:lnTo>
                  <a:lnTo>
                    <a:pt x="3970" y="4830"/>
                  </a:lnTo>
                  <a:lnTo>
                    <a:pt x="3608" y="5332"/>
                  </a:lnTo>
                  <a:lnTo>
                    <a:pt x="3279" y="5626"/>
                  </a:lnTo>
                  <a:lnTo>
                    <a:pt x="2884" y="5793"/>
                  </a:lnTo>
                  <a:lnTo>
                    <a:pt x="2589" y="5835"/>
                  </a:lnTo>
                  <a:lnTo>
                    <a:pt x="2172" y="5835"/>
                  </a:lnTo>
                  <a:lnTo>
                    <a:pt x="1770" y="5750"/>
                  </a:lnTo>
                  <a:lnTo>
                    <a:pt x="1215" y="5411"/>
                  </a:lnTo>
                  <a:lnTo>
                    <a:pt x="726" y="4954"/>
                  </a:lnTo>
                  <a:lnTo>
                    <a:pt x="396" y="4451"/>
                  </a:lnTo>
                  <a:lnTo>
                    <a:pt x="136" y="3862"/>
                  </a:lnTo>
                  <a:lnTo>
                    <a:pt x="36" y="3317"/>
                  </a:lnTo>
                  <a:lnTo>
                    <a:pt x="0" y="2684"/>
                  </a:lnTo>
                  <a:lnTo>
                    <a:pt x="73" y="1761"/>
                  </a:lnTo>
                  <a:lnTo>
                    <a:pt x="166" y="884"/>
                  </a:lnTo>
                  <a:lnTo>
                    <a:pt x="302" y="168"/>
                  </a:lnTo>
                  <a:lnTo>
                    <a:pt x="498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5" name="Freeform 477">
              <a:extLst>
                <a:ext uri="{FF2B5EF4-FFF2-40B4-BE49-F238E27FC236}">
                  <a16:creationId xmlns:a16="http://schemas.microsoft.com/office/drawing/2014/main" id="{D8EF4B3F-14C2-B345-A0BD-21FB88480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824"/>
              <a:ext cx="807" cy="562"/>
            </a:xfrm>
            <a:custGeom>
              <a:avLst/>
              <a:gdLst>
                <a:gd name="T0" fmla="*/ 3 w 6456"/>
                <a:gd name="T1" fmla="*/ 5 h 4493"/>
                <a:gd name="T2" fmla="*/ 5 w 6456"/>
                <a:gd name="T3" fmla="*/ 2 h 4493"/>
                <a:gd name="T4" fmla="*/ 6 w 6456"/>
                <a:gd name="T5" fmla="*/ 1 h 4493"/>
                <a:gd name="T6" fmla="*/ 8 w 6456"/>
                <a:gd name="T7" fmla="*/ 1 h 4493"/>
                <a:gd name="T8" fmla="*/ 9 w 6456"/>
                <a:gd name="T9" fmla="*/ 3 h 4493"/>
                <a:gd name="T10" fmla="*/ 10 w 6456"/>
                <a:gd name="T11" fmla="*/ 5 h 4493"/>
                <a:gd name="T12" fmla="*/ 10 w 6456"/>
                <a:gd name="T13" fmla="*/ 7 h 4493"/>
                <a:gd name="T14" fmla="*/ 11 w 6456"/>
                <a:gd name="T15" fmla="*/ 5 h 4493"/>
                <a:gd name="T16" fmla="*/ 12 w 6456"/>
                <a:gd name="T17" fmla="*/ 6 h 4493"/>
                <a:gd name="T18" fmla="*/ 12 w 6456"/>
                <a:gd name="T19" fmla="*/ 7 h 4493"/>
                <a:gd name="T20" fmla="*/ 11 w 6456"/>
                <a:gd name="T21" fmla="*/ 8 h 4493"/>
                <a:gd name="T22" fmla="*/ 11 w 6456"/>
                <a:gd name="T23" fmla="*/ 9 h 4493"/>
                <a:gd name="T24" fmla="*/ 12 w 6456"/>
                <a:gd name="T25" fmla="*/ 8 h 4493"/>
                <a:gd name="T26" fmla="*/ 13 w 6456"/>
                <a:gd name="T27" fmla="*/ 7 h 4493"/>
                <a:gd name="T28" fmla="*/ 12 w 6456"/>
                <a:gd name="T29" fmla="*/ 5 h 4493"/>
                <a:gd name="T30" fmla="*/ 11 w 6456"/>
                <a:gd name="T31" fmla="*/ 5 h 4493"/>
                <a:gd name="T32" fmla="*/ 11 w 6456"/>
                <a:gd name="T33" fmla="*/ 5 h 4493"/>
                <a:gd name="T34" fmla="*/ 10 w 6456"/>
                <a:gd name="T35" fmla="*/ 3 h 4493"/>
                <a:gd name="T36" fmla="*/ 9 w 6456"/>
                <a:gd name="T37" fmla="*/ 2 h 4493"/>
                <a:gd name="T38" fmla="*/ 8 w 6456"/>
                <a:gd name="T39" fmla="*/ 1 h 4493"/>
                <a:gd name="T40" fmla="*/ 7 w 6456"/>
                <a:gd name="T41" fmla="*/ 0 h 4493"/>
                <a:gd name="T42" fmla="*/ 5 w 6456"/>
                <a:gd name="T43" fmla="*/ 0 h 4493"/>
                <a:gd name="T44" fmla="*/ 4 w 6456"/>
                <a:gd name="T45" fmla="*/ 2 h 4493"/>
                <a:gd name="T46" fmla="*/ 3 w 6456"/>
                <a:gd name="T47" fmla="*/ 3 h 4493"/>
                <a:gd name="T48" fmla="*/ 2 w 6456"/>
                <a:gd name="T49" fmla="*/ 4 h 4493"/>
                <a:gd name="T50" fmla="*/ 1 w 6456"/>
                <a:gd name="T51" fmla="*/ 5 h 4493"/>
                <a:gd name="T52" fmla="*/ 0 w 6456"/>
                <a:gd name="T53" fmla="*/ 6 h 4493"/>
                <a:gd name="T54" fmla="*/ 0 w 6456"/>
                <a:gd name="T55" fmla="*/ 7 h 4493"/>
                <a:gd name="T56" fmla="*/ 1 w 6456"/>
                <a:gd name="T57" fmla="*/ 9 h 4493"/>
                <a:gd name="T58" fmla="*/ 2 w 6456"/>
                <a:gd name="T59" fmla="*/ 9 h 4493"/>
                <a:gd name="T60" fmla="*/ 3 w 6456"/>
                <a:gd name="T61" fmla="*/ 8 h 4493"/>
                <a:gd name="T62" fmla="*/ 1 w 6456"/>
                <a:gd name="T63" fmla="*/ 8 h 4493"/>
                <a:gd name="T64" fmla="*/ 1 w 6456"/>
                <a:gd name="T65" fmla="*/ 7 h 4493"/>
                <a:gd name="T66" fmla="*/ 1 w 6456"/>
                <a:gd name="T67" fmla="*/ 5 h 4493"/>
                <a:gd name="T68" fmla="*/ 2 w 6456"/>
                <a:gd name="T69" fmla="*/ 6 h 4493"/>
                <a:gd name="T70" fmla="*/ 3 w 6456"/>
                <a:gd name="T71" fmla="*/ 6 h 44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456"/>
                <a:gd name="T109" fmla="*/ 0 h 4493"/>
                <a:gd name="T110" fmla="*/ 6456 w 6456"/>
                <a:gd name="T111" fmla="*/ 4493 h 449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456" h="4493">
                  <a:moveTo>
                    <a:pt x="1509" y="3158"/>
                  </a:moveTo>
                  <a:lnTo>
                    <a:pt x="1665" y="2310"/>
                  </a:lnTo>
                  <a:lnTo>
                    <a:pt x="1933" y="1514"/>
                  </a:lnTo>
                  <a:lnTo>
                    <a:pt x="2322" y="970"/>
                  </a:lnTo>
                  <a:lnTo>
                    <a:pt x="2624" y="675"/>
                  </a:lnTo>
                  <a:lnTo>
                    <a:pt x="2975" y="553"/>
                  </a:lnTo>
                  <a:lnTo>
                    <a:pt x="3380" y="553"/>
                  </a:lnTo>
                  <a:lnTo>
                    <a:pt x="3867" y="675"/>
                  </a:lnTo>
                  <a:lnTo>
                    <a:pt x="4155" y="926"/>
                  </a:lnTo>
                  <a:lnTo>
                    <a:pt x="4421" y="1300"/>
                  </a:lnTo>
                  <a:lnTo>
                    <a:pt x="4653" y="1800"/>
                  </a:lnTo>
                  <a:lnTo>
                    <a:pt x="4975" y="2778"/>
                  </a:lnTo>
                  <a:lnTo>
                    <a:pt x="5112" y="3108"/>
                  </a:lnTo>
                  <a:lnTo>
                    <a:pt x="5213" y="3610"/>
                  </a:lnTo>
                  <a:lnTo>
                    <a:pt x="5312" y="3027"/>
                  </a:lnTo>
                  <a:lnTo>
                    <a:pt x="5536" y="2727"/>
                  </a:lnTo>
                  <a:lnTo>
                    <a:pt x="5893" y="2727"/>
                  </a:lnTo>
                  <a:lnTo>
                    <a:pt x="6133" y="2943"/>
                  </a:lnTo>
                  <a:lnTo>
                    <a:pt x="6159" y="3108"/>
                  </a:lnTo>
                  <a:lnTo>
                    <a:pt x="6197" y="3610"/>
                  </a:lnTo>
                  <a:lnTo>
                    <a:pt x="6098" y="3912"/>
                  </a:lnTo>
                  <a:lnTo>
                    <a:pt x="5832" y="4112"/>
                  </a:lnTo>
                  <a:lnTo>
                    <a:pt x="5342" y="4327"/>
                  </a:lnTo>
                  <a:lnTo>
                    <a:pt x="5377" y="4493"/>
                  </a:lnTo>
                  <a:lnTo>
                    <a:pt x="5868" y="4369"/>
                  </a:lnTo>
                  <a:lnTo>
                    <a:pt x="6133" y="4112"/>
                  </a:lnTo>
                  <a:lnTo>
                    <a:pt x="6355" y="3774"/>
                  </a:lnTo>
                  <a:lnTo>
                    <a:pt x="6456" y="3402"/>
                  </a:lnTo>
                  <a:lnTo>
                    <a:pt x="6391" y="2985"/>
                  </a:lnTo>
                  <a:lnTo>
                    <a:pt x="6197" y="2727"/>
                  </a:lnTo>
                  <a:lnTo>
                    <a:pt x="5893" y="2563"/>
                  </a:lnTo>
                  <a:lnTo>
                    <a:pt x="5637" y="2563"/>
                  </a:lnTo>
                  <a:lnTo>
                    <a:pt x="5377" y="2649"/>
                  </a:lnTo>
                  <a:lnTo>
                    <a:pt x="5342" y="2310"/>
                  </a:lnTo>
                  <a:lnTo>
                    <a:pt x="5250" y="1895"/>
                  </a:lnTo>
                  <a:lnTo>
                    <a:pt x="5010" y="1392"/>
                  </a:lnTo>
                  <a:lnTo>
                    <a:pt x="4817" y="1134"/>
                  </a:lnTo>
                  <a:lnTo>
                    <a:pt x="4586" y="1049"/>
                  </a:lnTo>
                  <a:lnTo>
                    <a:pt x="4494" y="719"/>
                  </a:lnTo>
                  <a:lnTo>
                    <a:pt x="4192" y="339"/>
                  </a:lnTo>
                  <a:lnTo>
                    <a:pt x="3839" y="88"/>
                  </a:lnTo>
                  <a:lnTo>
                    <a:pt x="3443" y="0"/>
                  </a:lnTo>
                  <a:lnTo>
                    <a:pt x="2975" y="44"/>
                  </a:lnTo>
                  <a:lnTo>
                    <a:pt x="2558" y="131"/>
                  </a:lnTo>
                  <a:lnTo>
                    <a:pt x="2156" y="466"/>
                  </a:lnTo>
                  <a:lnTo>
                    <a:pt x="1933" y="846"/>
                  </a:lnTo>
                  <a:lnTo>
                    <a:pt x="1804" y="1178"/>
                  </a:lnTo>
                  <a:lnTo>
                    <a:pt x="1602" y="1300"/>
                  </a:lnTo>
                  <a:lnTo>
                    <a:pt x="1373" y="1514"/>
                  </a:lnTo>
                  <a:lnTo>
                    <a:pt x="1215" y="1936"/>
                  </a:lnTo>
                  <a:lnTo>
                    <a:pt x="1041" y="2563"/>
                  </a:lnTo>
                  <a:lnTo>
                    <a:pt x="624" y="2478"/>
                  </a:lnTo>
                  <a:lnTo>
                    <a:pt x="351" y="2563"/>
                  </a:lnTo>
                  <a:lnTo>
                    <a:pt x="100" y="2899"/>
                  </a:lnTo>
                  <a:lnTo>
                    <a:pt x="0" y="3229"/>
                  </a:lnTo>
                  <a:lnTo>
                    <a:pt x="0" y="3739"/>
                  </a:lnTo>
                  <a:lnTo>
                    <a:pt x="194" y="4112"/>
                  </a:lnTo>
                  <a:lnTo>
                    <a:pt x="459" y="4369"/>
                  </a:lnTo>
                  <a:lnTo>
                    <a:pt x="791" y="4449"/>
                  </a:lnTo>
                  <a:lnTo>
                    <a:pt x="1114" y="4449"/>
                  </a:lnTo>
                  <a:lnTo>
                    <a:pt x="1278" y="4413"/>
                  </a:lnTo>
                  <a:lnTo>
                    <a:pt x="1278" y="4205"/>
                  </a:lnTo>
                  <a:lnTo>
                    <a:pt x="817" y="4283"/>
                  </a:lnTo>
                  <a:lnTo>
                    <a:pt x="424" y="4112"/>
                  </a:lnTo>
                  <a:lnTo>
                    <a:pt x="229" y="3703"/>
                  </a:lnTo>
                  <a:lnTo>
                    <a:pt x="229" y="3324"/>
                  </a:lnTo>
                  <a:lnTo>
                    <a:pt x="321" y="2899"/>
                  </a:lnTo>
                  <a:lnTo>
                    <a:pt x="487" y="2683"/>
                  </a:lnTo>
                  <a:lnTo>
                    <a:pt x="754" y="2683"/>
                  </a:lnTo>
                  <a:lnTo>
                    <a:pt x="1114" y="2822"/>
                  </a:lnTo>
                  <a:lnTo>
                    <a:pt x="1373" y="3158"/>
                  </a:lnTo>
                  <a:lnTo>
                    <a:pt x="1509" y="3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6" name="Freeform 478">
              <a:extLst>
                <a:ext uri="{FF2B5EF4-FFF2-40B4-BE49-F238E27FC236}">
                  <a16:creationId xmlns:a16="http://schemas.microsoft.com/office/drawing/2014/main" id="{6464D9E4-3F9A-5A4A-8E0E-127381D5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223"/>
              <a:ext cx="143" cy="94"/>
            </a:xfrm>
            <a:custGeom>
              <a:avLst/>
              <a:gdLst>
                <a:gd name="T0" fmla="*/ 0 w 1144"/>
                <a:gd name="T1" fmla="*/ 0 h 754"/>
                <a:gd name="T2" fmla="*/ 1 w 1144"/>
                <a:gd name="T3" fmla="*/ 0 h 754"/>
                <a:gd name="T4" fmla="*/ 1 w 1144"/>
                <a:gd name="T5" fmla="*/ 0 h 754"/>
                <a:gd name="T6" fmla="*/ 2 w 1144"/>
                <a:gd name="T7" fmla="*/ 1 h 754"/>
                <a:gd name="T8" fmla="*/ 2 w 1144"/>
                <a:gd name="T9" fmla="*/ 1 h 754"/>
                <a:gd name="T10" fmla="*/ 1 w 1144"/>
                <a:gd name="T11" fmla="*/ 1 h 754"/>
                <a:gd name="T12" fmla="*/ 1 w 1144"/>
                <a:gd name="T13" fmla="*/ 0 h 754"/>
                <a:gd name="T14" fmla="*/ 0 w 1144"/>
                <a:gd name="T15" fmla="*/ 0 h 754"/>
                <a:gd name="T16" fmla="*/ 0 w 1144"/>
                <a:gd name="T17" fmla="*/ 0 h 7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44"/>
                <a:gd name="T28" fmla="*/ 0 h 754"/>
                <a:gd name="T29" fmla="*/ 1144 w 1144"/>
                <a:gd name="T30" fmla="*/ 754 h 75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44" h="754">
                  <a:moveTo>
                    <a:pt x="28" y="0"/>
                  </a:moveTo>
                  <a:lnTo>
                    <a:pt x="332" y="0"/>
                  </a:lnTo>
                  <a:lnTo>
                    <a:pt x="623" y="131"/>
                  </a:lnTo>
                  <a:lnTo>
                    <a:pt x="1144" y="510"/>
                  </a:lnTo>
                  <a:lnTo>
                    <a:pt x="1049" y="754"/>
                  </a:lnTo>
                  <a:lnTo>
                    <a:pt x="496" y="295"/>
                  </a:lnTo>
                  <a:lnTo>
                    <a:pt x="258" y="209"/>
                  </a:lnTo>
                  <a:lnTo>
                    <a:pt x="0" y="17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7" name="Freeform 479">
              <a:extLst>
                <a:ext uri="{FF2B5EF4-FFF2-40B4-BE49-F238E27FC236}">
                  <a16:creationId xmlns:a16="http://schemas.microsoft.com/office/drawing/2014/main" id="{25310C56-7512-2944-B75A-B3E72CE7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07"/>
              <a:ext cx="124" cy="126"/>
            </a:xfrm>
            <a:custGeom>
              <a:avLst/>
              <a:gdLst>
                <a:gd name="T0" fmla="*/ 0 w 984"/>
                <a:gd name="T1" fmla="*/ 1 h 1011"/>
                <a:gd name="T2" fmla="*/ 1 w 984"/>
                <a:gd name="T3" fmla="*/ 1 h 1011"/>
                <a:gd name="T4" fmla="*/ 1 w 984"/>
                <a:gd name="T5" fmla="*/ 0 h 1011"/>
                <a:gd name="T6" fmla="*/ 1 w 984"/>
                <a:gd name="T7" fmla="*/ 0 h 1011"/>
                <a:gd name="T8" fmla="*/ 2 w 984"/>
                <a:gd name="T9" fmla="*/ 0 h 1011"/>
                <a:gd name="T10" fmla="*/ 2 w 984"/>
                <a:gd name="T11" fmla="*/ 0 h 1011"/>
                <a:gd name="T12" fmla="*/ 1 w 984"/>
                <a:gd name="T13" fmla="*/ 0 h 1011"/>
                <a:gd name="T14" fmla="*/ 1 w 984"/>
                <a:gd name="T15" fmla="*/ 1 h 1011"/>
                <a:gd name="T16" fmla="*/ 0 w 984"/>
                <a:gd name="T17" fmla="*/ 1 h 1011"/>
                <a:gd name="T18" fmla="*/ 0 w 984"/>
                <a:gd name="T19" fmla="*/ 2 h 1011"/>
                <a:gd name="T20" fmla="*/ 0 w 984"/>
                <a:gd name="T21" fmla="*/ 1 h 10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84"/>
                <a:gd name="T34" fmla="*/ 0 h 1011"/>
                <a:gd name="T35" fmla="*/ 984 w 984"/>
                <a:gd name="T36" fmla="*/ 1011 h 10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84" h="1011">
                  <a:moveTo>
                    <a:pt x="0" y="639"/>
                  </a:moveTo>
                  <a:lnTo>
                    <a:pt x="230" y="380"/>
                  </a:lnTo>
                  <a:lnTo>
                    <a:pt x="455" y="165"/>
                  </a:lnTo>
                  <a:lnTo>
                    <a:pt x="684" y="44"/>
                  </a:lnTo>
                  <a:lnTo>
                    <a:pt x="949" y="0"/>
                  </a:lnTo>
                  <a:lnTo>
                    <a:pt x="984" y="165"/>
                  </a:lnTo>
                  <a:lnTo>
                    <a:pt x="684" y="260"/>
                  </a:lnTo>
                  <a:lnTo>
                    <a:pt x="424" y="465"/>
                  </a:lnTo>
                  <a:lnTo>
                    <a:pt x="193" y="710"/>
                  </a:lnTo>
                  <a:lnTo>
                    <a:pt x="0" y="1011"/>
                  </a:lnTo>
                  <a:lnTo>
                    <a:pt x="0" y="6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8" name="Freeform 480">
              <a:extLst>
                <a:ext uri="{FF2B5EF4-FFF2-40B4-BE49-F238E27FC236}">
                  <a16:creationId xmlns:a16="http://schemas.microsoft.com/office/drawing/2014/main" id="{AE7C4126-1A28-0248-96A8-9A53811B9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50"/>
              <a:ext cx="373" cy="151"/>
            </a:xfrm>
            <a:custGeom>
              <a:avLst/>
              <a:gdLst>
                <a:gd name="T0" fmla="*/ 1 w 2984"/>
                <a:gd name="T1" fmla="*/ 0 h 1212"/>
                <a:gd name="T2" fmla="*/ 1 w 2984"/>
                <a:gd name="T3" fmla="*/ 0 h 1212"/>
                <a:gd name="T4" fmla="*/ 0 w 2984"/>
                <a:gd name="T5" fmla="*/ 0 h 1212"/>
                <a:gd name="T6" fmla="*/ 0 w 2984"/>
                <a:gd name="T7" fmla="*/ 1 h 1212"/>
                <a:gd name="T8" fmla="*/ 0 w 2984"/>
                <a:gd name="T9" fmla="*/ 1 h 1212"/>
                <a:gd name="T10" fmla="*/ 1 w 2984"/>
                <a:gd name="T11" fmla="*/ 1 h 1212"/>
                <a:gd name="T12" fmla="*/ 1 w 2984"/>
                <a:gd name="T13" fmla="*/ 1 h 1212"/>
                <a:gd name="T14" fmla="*/ 1 w 2984"/>
                <a:gd name="T15" fmla="*/ 1 h 1212"/>
                <a:gd name="T16" fmla="*/ 2 w 2984"/>
                <a:gd name="T17" fmla="*/ 2 h 1212"/>
                <a:gd name="T18" fmla="*/ 2 w 2984"/>
                <a:gd name="T19" fmla="*/ 2 h 1212"/>
                <a:gd name="T20" fmla="*/ 3 w 2984"/>
                <a:gd name="T21" fmla="*/ 2 h 1212"/>
                <a:gd name="T22" fmla="*/ 4 w 2984"/>
                <a:gd name="T23" fmla="*/ 2 h 1212"/>
                <a:gd name="T24" fmla="*/ 4 w 2984"/>
                <a:gd name="T25" fmla="*/ 2 h 1212"/>
                <a:gd name="T26" fmla="*/ 5 w 2984"/>
                <a:gd name="T27" fmla="*/ 2 h 1212"/>
                <a:gd name="T28" fmla="*/ 5 w 2984"/>
                <a:gd name="T29" fmla="*/ 1 h 1212"/>
                <a:gd name="T30" fmla="*/ 6 w 2984"/>
                <a:gd name="T31" fmla="*/ 1 h 1212"/>
                <a:gd name="T32" fmla="*/ 6 w 2984"/>
                <a:gd name="T33" fmla="*/ 1 h 1212"/>
                <a:gd name="T34" fmla="*/ 6 w 2984"/>
                <a:gd name="T35" fmla="*/ 1 h 1212"/>
                <a:gd name="T36" fmla="*/ 6 w 2984"/>
                <a:gd name="T37" fmla="*/ 0 h 1212"/>
                <a:gd name="T38" fmla="*/ 5 w 2984"/>
                <a:gd name="T39" fmla="*/ 0 h 1212"/>
                <a:gd name="T40" fmla="*/ 5 w 2984"/>
                <a:gd name="T41" fmla="*/ 1 h 1212"/>
                <a:gd name="T42" fmla="*/ 5 w 2984"/>
                <a:gd name="T43" fmla="*/ 1 h 1212"/>
                <a:gd name="T44" fmla="*/ 4 w 2984"/>
                <a:gd name="T45" fmla="*/ 2 h 1212"/>
                <a:gd name="T46" fmla="*/ 4 w 2984"/>
                <a:gd name="T47" fmla="*/ 2 h 1212"/>
                <a:gd name="T48" fmla="*/ 3 w 2984"/>
                <a:gd name="T49" fmla="*/ 2 h 1212"/>
                <a:gd name="T50" fmla="*/ 3 w 2984"/>
                <a:gd name="T51" fmla="*/ 2 h 1212"/>
                <a:gd name="T52" fmla="*/ 2 w 2984"/>
                <a:gd name="T53" fmla="*/ 2 h 1212"/>
                <a:gd name="T54" fmla="*/ 1 w 2984"/>
                <a:gd name="T55" fmla="*/ 1 h 1212"/>
                <a:gd name="T56" fmla="*/ 1 w 2984"/>
                <a:gd name="T57" fmla="*/ 1 h 1212"/>
                <a:gd name="T58" fmla="*/ 1 w 2984"/>
                <a:gd name="T59" fmla="*/ 0 h 12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984"/>
                <a:gd name="T91" fmla="*/ 0 h 1212"/>
                <a:gd name="T92" fmla="*/ 2984 w 2984"/>
                <a:gd name="T93" fmla="*/ 1212 h 121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984" h="1212">
                  <a:moveTo>
                    <a:pt x="358" y="43"/>
                  </a:moveTo>
                  <a:lnTo>
                    <a:pt x="266" y="0"/>
                  </a:lnTo>
                  <a:lnTo>
                    <a:pt x="136" y="244"/>
                  </a:lnTo>
                  <a:lnTo>
                    <a:pt x="0" y="668"/>
                  </a:lnTo>
                  <a:lnTo>
                    <a:pt x="100" y="790"/>
                  </a:lnTo>
                  <a:lnTo>
                    <a:pt x="231" y="623"/>
                  </a:lnTo>
                  <a:lnTo>
                    <a:pt x="294" y="581"/>
                  </a:lnTo>
                  <a:lnTo>
                    <a:pt x="588" y="790"/>
                  </a:lnTo>
                  <a:lnTo>
                    <a:pt x="949" y="1047"/>
                  </a:lnTo>
                  <a:lnTo>
                    <a:pt x="1206" y="1168"/>
                  </a:lnTo>
                  <a:lnTo>
                    <a:pt x="1481" y="1212"/>
                  </a:lnTo>
                  <a:lnTo>
                    <a:pt x="1804" y="1168"/>
                  </a:lnTo>
                  <a:lnTo>
                    <a:pt x="2070" y="1047"/>
                  </a:lnTo>
                  <a:lnTo>
                    <a:pt x="2322" y="874"/>
                  </a:lnTo>
                  <a:lnTo>
                    <a:pt x="2626" y="623"/>
                  </a:lnTo>
                  <a:lnTo>
                    <a:pt x="2820" y="452"/>
                  </a:lnTo>
                  <a:lnTo>
                    <a:pt x="2917" y="709"/>
                  </a:lnTo>
                  <a:lnTo>
                    <a:pt x="2984" y="668"/>
                  </a:lnTo>
                  <a:lnTo>
                    <a:pt x="2883" y="244"/>
                  </a:lnTo>
                  <a:lnTo>
                    <a:pt x="2725" y="208"/>
                  </a:lnTo>
                  <a:lnTo>
                    <a:pt x="2725" y="380"/>
                  </a:lnTo>
                  <a:lnTo>
                    <a:pt x="2359" y="709"/>
                  </a:lnTo>
                  <a:lnTo>
                    <a:pt x="2070" y="874"/>
                  </a:lnTo>
                  <a:lnTo>
                    <a:pt x="1833" y="997"/>
                  </a:lnTo>
                  <a:lnTo>
                    <a:pt x="1573" y="1047"/>
                  </a:lnTo>
                  <a:lnTo>
                    <a:pt x="1316" y="997"/>
                  </a:lnTo>
                  <a:lnTo>
                    <a:pt x="985" y="832"/>
                  </a:lnTo>
                  <a:lnTo>
                    <a:pt x="524" y="502"/>
                  </a:lnTo>
                  <a:lnTo>
                    <a:pt x="358" y="329"/>
                  </a:lnTo>
                  <a:lnTo>
                    <a:pt x="358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69" name="Freeform 481">
              <a:extLst>
                <a:ext uri="{FF2B5EF4-FFF2-40B4-BE49-F238E27FC236}">
                  <a16:creationId xmlns:a16="http://schemas.microsoft.com/office/drawing/2014/main" id="{9203D66F-823E-4942-BCD9-BC0E38F2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418"/>
              <a:ext cx="307" cy="203"/>
            </a:xfrm>
            <a:custGeom>
              <a:avLst/>
              <a:gdLst>
                <a:gd name="T0" fmla="*/ 1 w 2456"/>
                <a:gd name="T1" fmla="*/ 0 h 1628"/>
                <a:gd name="T2" fmla="*/ 1 w 2456"/>
                <a:gd name="T3" fmla="*/ 1 h 1628"/>
                <a:gd name="T4" fmla="*/ 1 w 2456"/>
                <a:gd name="T5" fmla="*/ 2 h 1628"/>
                <a:gd name="T6" fmla="*/ 2 w 2456"/>
                <a:gd name="T7" fmla="*/ 2 h 1628"/>
                <a:gd name="T8" fmla="*/ 2 w 2456"/>
                <a:gd name="T9" fmla="*/ 3 h 1628"/>
                <a:gd name="T10" fmla="*/ 2 w 2456"/>
                <a:gd name="T11" fmla="*/ 3 h 1628"/>
                <a:gd name="T12" fmla="*/ 3 w 2456"/>
                <a:gd name="T13" fmla="*/ 3 h 1628"/>
                <a:gd name="T14" fmla="*/ 3 w 2456"/>
                <a:gd name="T15" fmla="*/ 3 h 1628"/>
                <a:gd name="T16" fmla="*/ 4 w 2456"/>
                <a:gd name="T17" fmla="*/ 2 h 1628"/>
                <a:gd name="T18" fmla="*/ 4 w 2456"/>
                <a:gd name="T19" fmla="*/ 2 h 1628"/>
                <a:gd name="T20" fmla="*/ 4 w 2456"/>
                <a:gd name="T21" fmla="*/ 1 h 1628"/>
                <a:gd name="T22" fmla="*/ 4 w 2456"/>
                <a:gd name="T23" fmla="*/ 1 h 1628"/>
                <a:gd name="T24" fmla="*/ 4 w 2456"/>
                <a:gd name="T25" fmla="*/ 0 h 1628"/>
                <a:gd name="T26" fmla="*/ 5 w 2456"/>
                <a:gd name="T27" fmla="*/ 0 h 1628"/>
                <a:gd name="T28" fmla="*/ 4 w 2456"/>
                <a:gd name="T29" fmla="*/ 1 h 1628"/>
                <a:gd name="T30" fmla="*/ 4 w 2456"/>
                <a:gd name="T31" fmla="*/ 2 h 1628"/>
                <a:gd name="T32" fmla="*/ 4 w 2456"/>
                <a:gd name="T33" fmla="*/ 2 h 1628"/>
                <a:gd name="T34" fmla="*/ 4 w 2456"/>
                <a:gd name="T35" fmla="*/ 3 h 1628"/>
                <a:gd name="T36" fmla="*/ 3 w 2456"/>
                <a:gd name="T37" fmla="*/ 3 h 1628"/>
                <a:gd name="T38" fmla="*/ 3 w 2456"/>
                <a:gd name="T39" fmla="*/ 3 h 1628"/>
                <a:gd name="T40" fmla="*/ 2 w 2456"/>
                <a:gd name="T41" fmla="*/ 3 h 1628"/>
                <a:gd name="T42" fmla="*/ 2 w 2456"/>
                <a:gd name="T43" fmla="*/ 3 h 1628"/>
                <a:gd name="T44" fmla="*/ 1 w 2456"/>
                <a:gd name="T45" fmla="*/ 2 h 1628"/>
                <a:gd name="T46" fmla="*/ 1 w 2456"/>
                <a:gd name="T47" fmla="*/ 1 h 1628"/>
                <a:gd name="T48" fmla="*/ 0 w 2456"/>
                <a:gd name="T49" fmla="*/ 0 h 1628"/>
                <a:gd name="T50" fmla="*/ 0 w 2456"/>
                <a:gd name="T51" fmla="*/ 0 h 1628"/>
                <a:gd name="T52" fmla="*/ 1 w 2456"/>
                <a:gd name="T53" fmla="*/ 0 h 16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456"/>
                <a:gd name="T82" fmla="*/ 0 h 1628"/>
                <a:gd name="T83" fmla="*/ 2456 w 2456"/>
                <a:gd name="T84" fmla="*/ 1628 h 16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456" h="1628">
                  <a:moveTo>
                    <a:pt x="221" y="77"/>
                  </a:moveTo>
                  <a:lnTo>
                    <a:pt x="459" y="501"/>
                  </a:lnTo>
                  <a:lnTo>
                    <a:pt x="718" y="917"/>
                  </a:lnTo>
                  <a:lnTo>
                    <a:pt x="883" y="1211"/>
                  </a:lnTo>
                  <a:lnTo>
                    <a:pt x="975" y="1335"/>
                  </a:lnTo>
                  <a:lnTo>
                    <a:pt x="1114" y="1427"/>
                  </a:lnTo>
                  <a:lnTo>
                    <a:pt x="1342" y="1427"/>
                  </a:lnTo>
                  <a:lnTo>
                    <a:pt x="1573" y="1376"/>
                  </a:lnTo>
                  <a:lnTo>
                    <a:pt x="1775" y="1211"/>
                  </a:lnTo>
                  <a:lnTo>
                    <a:pt x="1867" y="1005"/>
                  </a:lnTo>
                  <a:lnTo>
                    <a:pt x="1997" y="666"/>
                  </a:lnTo>
                  <a:lnTo>
                    <a:pt x="2091" y="413"/>
                  </a:lnTo>
                  <a:lnTo>
                    <a:pt x="2227" y="163"/>
                  </a:lnTo>
                  <a:lnTo>
                    <a:pt x="2456" y="0"/>
                  </a:lnTo>
                  <a:lnTo>
                    <a:pt x="2227" y="451"/>
                  </a:lnTo>
                  <a:lnTo>
                    <a:pt x="2091" y="881"/>
                  </a:lnTo>
                  <a:lnTo>
                    <a:pt x="1934" y="1255"/>
                  </a:lnTo>
                  <a:lnTo>
                    <a:pt x="1803" y="1462"/>
                  </a:lnTo>
                  <a:lnTo>
                    <a:pt x="1639" y="1591"/>
                  </a:lnTo>
                  <a:lnTo>
                    <a:pt x="1316" y="1628"/>
                  </a:lnTo>
                  <a:lnTo>
                    <a:pt x="975" y="1550"/>
                  </a:lnTo>
                  <a:lnTo>
                    <a:pt x="754" y="1376"/>
                  </a:lnTo>
                  <a:lnTo>
                    <a:pt x="560" y="1090"/>
                  </a:lnTo>
                  <a:lnTo>
                    <a:pt x="357" y="666"/>
                  </a:lnTo>
                  <a:lnTo>
                    <a:pt x="193" y="286"/>
                  </a:lnTo>
                  <a:lnTo>
                    <a:pt x="0" y="0"/>
                  </a:lnTo>
                  <a:lnTo>
                    <a:pt x="221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0" name="Freeform 482">
              <a:extLst>
                <a:ext uri="{FF2B5EF4-FFF2-40B4-BE49-F238E27FC236}">
                  <a16:creationId xmlns:a16="http://schemas.microsoft.com/office/drawing/2014/main" id="{43BF4EE2-FA72-B64C-A0DC-B70F5E5B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150"/>
              <a:ext cx="246" cy="209"/>
            </a:xfrm>
            <a:custGeom>
              <a:avLst/>
              <a:gdLst>
                <a:gd name="T0" fmla="*/ 2 w 1971"/>
                <a:gd name="T1" fmla="*/ 0 h 1678"/>
                <a:gd name="T2" fmla="*/ 2 w 1971"/>
                <a:gd name="T3" fmla="*/ 0 h 1678"/>
                <a:gd name="T4" fmla="*/ 3 w 1971"/>
                <a:gd name="T5" fmla="*/ 1 h 1678"/>
                <a:gd name="T6" fmla="*/ 3 w 1971"/>
                <a:gd name="T7" fmla="*/ 1 h 1678"/>
                <a:gd name="T8" fmla="*/ 4 w 1971"/>
                <a:gd name="T9" fmla="*/ 2 h 1678"/>
                <a:gd name="T10" fmla="*/ 4 w 1971"/>
                <a:gd name="T11" fmla="*/ 2 h 1678"/>
                <a:gd name="T12" fmla="*/ 4 w 1971"/>
                <a:gd name="T13" fmla="*/ 2 h 1678"/>
                <a:gd name="T14" fmla="*/ 4 w 1971"/>
                <a:gd name="T15" fmla="*/ 3 h 1678"/>
                <a:gd name="T16" fmla="*/ 3 w 1971"/>
                <a:gd name="T17" fmla="*/ 3 h 1678"/>
                <a:gd name="T18" fmla="*/ 3 w 1971"/>
                <a:gd name="T19" fmla="*/ 3 h 1678"/>
                <a:gd name="T20" fmla="*/ 2 w 1971"/>
                <a:gd name="T21" fmla="*/ 3 h 1678"/>
                <a:gd name="T22" fmla="*/ 1 w 1971"/>
                <a:gd name="T23" fmla="*/ 3 h 1678"/>
                <a:gd name="T24" fmla="*/ 1 w 1971"/>
                <a:gd name="T25" fmla="*/ 3 h 1678"/>
                <a:gd name="T26" fmla="*/ 0 w 1971"/>
                <a:gd name="T27" fmla="*/ 3 h 1678"/>
                <a:gd name="T28" fmla="*/ 0 w 1971"/>
                <a:gd name="T29" fmla="*/ 3 h 1678"/>
                <a:gd name="T30" fmla="*/ 0 w 1971"/>
                <a:gd name="T31" fmla="*/ 2 h 1678"/>
                <a:gd name="T32" fmla="*/ 0 w 1971"/>
                <a:gd name="T33" fmla="*/ 2 h 1678"/>
                <a:gd name="T34" fmla="*/ 0 w 1971"/>
                <a:gd name="T35" fmla="*/ 2 h 1678"/>
                <a:gd name="T36" fmla="*/ 0 w 1971"/>
                <a:gd name="T37" fmla="*/ 2 h 1678"/>
                <a:gd name="T38" fmla="*/ 0 w 1971"/>
                <a:gd name="T39" fmla="*/ 2 h 1678"/>
                <a:gd name="T40" fmla="*/ 1 w 1971"/>
                <a:gd name="T41" fmla="*/ 3 h 1678"/>
                <a:gd name="T42" fmla="*/ 1 w 1971"/>
                <a:gd name="T43" fmla="*/ 2 h 1678"/>
                <a:gd name="T44" fmla="*/ 2 w 1971"/>
                <a:gd name="T45" fmla="*/ 3 h 1678"/>
                <a:gd name="T46" fmla="*/ 2 w 1971"/>
                <a:gd name="T47" fmla="*/ 3 h 1678"/>
                <a:gd name="T48" fmla="*/ 3 w 1971"/>
                <a:gd name="T49" fmla="*/ 3 h 1678"/>
                <a:gd name="T50" fmla="*/ 3 w 1971"/>
                <a:gd name="T51" fmla="*/ 3 h 1678"/>
                <a:gd name="T52" fmla="*/ 3 w 1971"/>
                <a:gd name="T53" fmla="*/ 3 h 1678"/>
                <a:gd name="T54" fmla="*/ 4 w 1971"/>
                <a:gd name="T55" fmla="*/ 2 h 1678"/>
                <a:gd name="T56" fmla="*/ 4 w 1971"/>
                <a:gd name="T57" fmla="*/ 2 h 1678"/>
                <a:gd name="T58" fmla="*/ 3 w 1971"/>
                <a:gd name="T59" fmla="*/ 2 h 1678"/>
                <a:gd name="T60" fmla="*/ 3 w 1971"/>
                <a:gd name="T61" fmla="*/ 1 h 1678"/>
                <a:gd name="T62" fmla="*/ 2 w 1971"/>
                <a:gd name="T63" fmla="*/ 1 h 1678"/>
                <a:gd name="T64" fmla="*/ 2 w 1971"/>
                <a:gd name="T65" fmla="*/ 0 h 16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71"/>
                <a:gd name="T100" fmla="*/ 0 h 1678"/>
                <a:gd name="T101" fmla="*/ 1971 w 1971"/>
                <a:gd name="T102" fmla="*/ 1678 h 167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71" h="1678">
                  <a:moveTo>
                    <a:pt x="1286" y="0"/>
                  </a:moveTo>
                  <a:lnTo>
                    <a:pt x="1314" y="217"/>
                  </a:lnTo>
                  <a:lnTo>
                    <a:pt x="1482" y="503"/>
                  </a:lnTo>
                  <a:lnTo>
                    <a:pt x="1618" y="674"/>
                  </a:lnTo>
                  <a:lnTo>
                    <a:pt x="1869" y="924"/>
                  </a:lnTo>
                  <a:lnTo>
                    <a:pt x="1971" y="1098"/>
                  </a:lnTo>
                  <a:lnTo>
                    <a:pt x="1971" y="1307"/>
                  </a:lnTo>
                  <a:lnTo>
                    <a:pt x="1840" y="1551"/>
                  </a:lnTo>
                  <a:lnTo>
                    <a:pt x="1682" y="1678"/>
                  </a:lnTo>
                  <a:lnTo>
                    <a:pt x="1482" y="1678"/>
                  </a:lnTo>
                  <a:lnTo>
                    <a:pt x="1121" y="1551"/>
                  </a:lnTo>
                  <a:lnTo>
                    <a:pt x="791" y="1470"/>
                  </a:lnTo>
                  <a:lnTo>
                    <a:pt x="561" y="1470"/>
                  </a:lnTo>
                  <a:lnTo>
                    <a:pt x="235" y="1470"/>
                  </a:lnTo>
                  <a:lnTo>
                    <a:pt x="64" y="1384"/>
                  </a:lnTo>
                  <a:lnTo>
                    <a:pt x="0" y="1219"/>
                  </a:lnTo>
                  <a:lnTo>
                    <a:pt x="136" y="1047"/>
                  </a:lnTo>
                  <a:lnTo>
                    <a:pt x="274" y="924"/>
                  </a:lnTo>
                  <a:lnTo>
                    <a:pt x="172" y="1134"/>
                  </a:lnTo>
                  <a:lnTo>
                    <a:pt x="200" y="1263"/>
                  </a:lnTo>
                  <a:lnTo>
                    <a:pt x="337" y="1342"/>
                  </a:lnTo>
                  <a:lnTo>
                    <a:pt x="597" y="1307"/>
                  </a:lnTo>
                  <a:lnTo>
                    <a:pt x="855" y="1342"/>
                  </a:lnTo>
                  <a:lnTo>
                    <a:pt x="1159" y="1470"/>
                  </a:lnTo>
                  <a:lnTo>
                    <a:pt x="1416" y="1507"/>
                  </a:lnTo>
                  <a:lnTo>
                    <a:pt x="1646" y="1470"/>
                  </a:lnTo>
                  <a:lnTo>
                    <a:pt x="1805" y="1384"/>
                  </a:lnTo>
                  <a:lnTo>
                    <a:pt x="1869" y="1219"/>
                  </a:lnTo>
                  <a:lnTo>
                    <a:pt x="1840" y="1005"/>
                  </a:lnTo>
                  <a:lnTo>
                    <a:pt x="1710" y="839"/>
                  </a:lnTo>
                  <a:lnTo>
                    <a:pt x="1482" y="624"/>
                  </a:lnTo>
                  <a:lnTo>
                    <a:pt x="1314" y="380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1" name="Freeform 483">
              <a:extLst>
                <a:ext uri="{FF2B5EF4-FFF2-40B4-BE49-F238E27FC236}">
                  <a16:creationId xmlns:a16="http://schemas.microsoft.com/office/drawing/2014/main" id="{B4D1719B-BF1E-C644-8C7A-4FC0659E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291"/>
              <a:ext cx="49" cy="53"/>
            </a:xfrm>
            <a:custGeom>
              <a:avLst/>
              <a:gdLst>
                <a:gd name="T0" fmla="*/ 0 w 398"/>
                <a:gd name="T1" fmla="*/ 1 h 417"/>
                <a:gd name="T2" fmla="*/ 0 w 398"/>
                <a:gd name="T3" fmla="*/ 0 h 417"/>
                <a:gd name="T4" fmla="*/ 0 w 398"/>
                <a:gd name="T5" fmla="*/ 0 h 417"/>
                <a:gd name="T6" fmla="*/ 1 w 398"/>
                <a:gd name="T7" fmla="*/ 0 h 417"/>
                <a:gd name="T8" fmla="*/ 1 w 398"/>
                <a:gd name="T9" fmla="*/ 0 h 417"/>
                <a:gd name="T10" fmla="*/ 1 w 398"/>
                <a:gd name="T11" fmla="*/ 0 h 417"/>
                <a:gd name="T12" fmla="*/ 1 w 398"/>
                <a:gd name="T13" fmla="*/ 1 h 417"/>
                <a:gd name="T14" fmla="*/ 0 w 398"/>
                <a:gd name="T15" fmla="*/ 1 h 417"/>
                <a:gd name="T16" fmla="*/ 0 w 398"/>
                <a:gd name="T17" fmla="*/ 1 h 417"/>
                <a:gd name="T18" fmla="*/ 0 w 398"/>
                <a:gd name="T19" fmla="*/ 1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8"/>
                <a:gd name="T31" fmla="*/ 0 h 417"/>
                <a:gd name="T32" fmla="*/ 398 w 398"/>
                <a:gd name="T33" fmla="*/ 417 h 4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8" h="417">
                  <a:moveTo>
                    <a:pt x="94" y="250"/>
                  </a:moveTo>
                  <a:lnTo>
                    <a:pt x="202" y="208"/>
                  </a:lnTo>
                  <a:lnTo>
                    <a:pt x="294" y="173"/>
                  </a:lnTo>
                  <a:lnTo>
                    <a:pt x="332" y="85"/>
                  </a:lnTo>
                  <a:lnTo>
                    <a:pt x="360" y="0"/>
                  </a:lnTo>
                  <a:lnTo>
                    <a:pt x="398" y="173"/>
                  </a:lnTo>
                  <a:lnTo>
                    <a:pt x="332" y="293"/>
                  </a:lnTo>
                  <a:lnTo>
                    <a:pt x="202" y="336"/>
                  </a:lnTo>
                  <a:lnTo>
                    <a:pt x="0" y="417"/>
                  </a:lnTo>
                  <a:lnTo>
                    <a:pt x="94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2" name="Freeform 484">
              <a:extLst>
                <a:ext uri="{FF2B5EF4-FFF2-40B4-BE49-F238E27FC236}">
                  <a16:creationId xmlns:a16="http://schemas.microsoft.com/office/drawing/2014/main" id="{DA932EA2-9C59-664C-89AC-961138717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071"/>
              <a:ext cx="114" cy="126"/>
            </a:xfrm>
            <a:custGeom>
              <a:avLst/>
              <a:gdLst>
                <a:gd name="T0" fmla="*/ 2 w 914"/>
                <a:gd name="T1" fmla="*/ 1 h 1011"/>
                <a:gd name="T2" fmla="*/ 1 w 914"/>
                <a:gd name="T3" fmla="*/ 0 h 1011"/>
                <a:gd name="T4" fmla="*/ 1 w 914"/>
                <a:gd name="T5" fmla="*/ 0 h 1011"/>
                <a:gd name="T6" fmla="*/ 1 w 914"/>
                <a:gd name="T7" fmla="*/ 0 h 1011"/>
                <a:gd name="T8" fmla="*/ 0 w 914"/>
                <a:gd name="T9" fmla="*/ 0 h 1011"/>
                <a:gd name="T10" fmla="*/ 0 w 914"/>
                <a:gd name="T11" fmla="*/ 1 h 1011"/>
                <a:gd name="T12" fmla="*/ 0 w 914"/>
                <a:gd name="T13" fmla="*/ 1 h 1011"/>
                <a:gd name="T14" fmla="*/ 0 w 914"/>
                <a:gd name="T15" fmla="*/ 1 h 1011"/>
                <a:gd name="T16" fmla="*/ 0 w 914"/>
                <a:gd name="T17" fmla="*/ 2 h 1011"/>
                <a:gd name="T18" fmla="*/ 1 w 914"/>
                <a:gd name="T19" fmla="*/ 2 h 1011"/>
                <a:gd name="T20" fmla="*/ 1 w 914"/>
                <a:gd name="T21" fmla="*/ 2 h 1011"/>
                <a:gd name="T22" fmla="*/ 2 w 914"/>
                <a:gd name="T23" fmla="*/ 1 h 1011"/>
                <a:gd name="T24" fmla="*/ 2 w 914"/>
                <a:gd name="T25" fmla="*/ 1 h 1011"/>
                <a:gd name="T26" fmla="*/ 2 w 914"/>
                <a:gd name="T27" fmla="*/ 2 h 1011"/>
                <a:gd name="T28" fmla="*/ 1 w 914"/>
                <a:gd name="T29" fmla="*/ 2 h 1011"/>
                <a:gd name="T30" fmla="*/ 1 w 914"/>
                <a:gd name="T31" fmla="*/ 2 h 1011"/>
                <a:gd name="T32" fmla="*/ 0 w 914"/>
                <a:gd name="T33" fmla="*/ 2 h 1011"/>
                <a:gd name="T34" fmla="*/ 0 w 914"/>
                <a:gd name="T35" fmla="*/ 1 h 1011"/>
                <a:gd name="T36" fmla="*/ 0 w 914"/>
                <a:gd name="T37" fmla="*/ 1 h 1011"/>
                <a:gd name="T38" fmla="*/ 0 w 914"/>
                <a:gd name="T39" fmla="*/ 1 h 1011"/>
                <a:gd name="T40" fmla="*/ 0 w 914"/>
                <a:gd name="T41" fmla="*/ 0 h 1011"/>
                <a:gd name="T42" fmla="*/ 1 w 914"/>
                <a:gd name="T43" fmla="*/ 0 h 1011"/>
                <a:gd name="T44" fmla="*/ 1 w 914"/>
                <a:gd name="T45" fmla="*/ 0 h 1011"/>
                <a:gd name="T46" fmla="*/ 1 w 914"/>
                <a:gd name="T47" fmla="*/ 0 h 1011"/>
                <a:gd name="T48" fmla="*/ 2 w 914"/>
                <a:gd name="T49" fmla="*/ 1 h 1011"/>
                <a:gd name="T50" fmla="*/ 2 w 914"/>
                <a:gd name="T51" fmla="*/ 1 h 1011"/>
                <a:gd name="T52" fmla="*/ 2 w 914"/>
                <a:gd name="T53" fmla="*/ 1 h 10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14"/>
                <a:gd name="T82" fmla="*/ 0 h 1011"/>
                <a:gd name="T83" fmla="*/ 914 w 914"/>
                <a:gd name="T84" fmla="*/ 1011 h 101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14" h="1011">
                  <a:moveTo>
                    <a:pt x="848" y="336"/>
                  </a:moveTo>
                  <a:lnTo>
                    <a:pt x="784" y="209"/>
                  </a:lnTo>
                  <a:lnTo>
                    <a:pt x="591" y="85"/>
                  </a:lnTo>
                  <a:lnTo>
                    <a:pt x="417" y="85"/>
                  </a:lnTo>
                  <a:lnTo>
                    <a:pt x="195" y="129"/>
                  </a:lnTo>
                  <a:lnTo>
                    <a:pt x="66" y="336"/>
                  </a:lnTo>
                  <a:lnTo>
                    <a:pt x="66" y="545"/>
                  </a:lnTo>
                  <a:lnTo>
                    <a:pt x="129" y="804"/>
                  </a:lnTo>
                  <a:lnTo>
                    <a:pt x="288" y="883"/>
                  </a:lnTo>
                  <a:lnTo>
                    <a:pt x="553" y="925"/>
                  </a:lnTo>
                  <a:lnTo>
                    <a:pt x="721" y="883"/>
                  </a:lnTo>
                  <a:lnTo>
                    <a:pt x="848" y="753"/>
                  </a:lnTo>
                  <a:lnTo>
                    <a:pt x="914" y="631"/>
                  </a:lnTo>
                  <a:lnTo>
                    <a:pt x="848" y="883"/>
                  </a:lnTo>
                  <a:lnTo>
                    <a:pt x="654" y="1011"/>
                  </a:lnTo>
                  <a:lnTo>
                    <a:pt x="389" y="1011"/>
                  </a:lnTo>
                  <a:lnTo>
                    <a:pt x="158" y="925"/>
                  </a:lnTo>
                  <a:lnTo>
                    <a:pt x="37" y="753"/>
                  </a:lnTo>
                  <a:lnTo>
                    <a:pt x="0" y="545"/>
                  </a:lnTo>
                  <a:lnTo>
                    <a:pt x="0" y="336"/>
                  </a:lnTo>
                  <a:lnTo>
                    <a:pt x="129" y="85"/>
                  </a:lnTo>
                  <a:lnTo>
                    <a:pt x="354" y="0"/>
                  </a:lnTo>
                  <a:lnTo>
                    <a:pt x="591" y="0"/>
                  </a:lnTo>
                  <a:lnTo>
                    <a:pt x="756" y="85"/>
                  </a:lnTo>
                  <a:lnTo>
                    <a:pt x="914" y="301"/>
                  </a:lnTo>
                  <a:lnTo>
                    <a:pt x="914" y="504"/>
                  </a:lnTo>
                  <a:lnTo>
                    <a:pt x="848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3" name="Freeform 485">
              <a:extLst>
                <a:ext uri="{FF2B5EF4-FFF2-40B4-BE49-F238E27FC236}">
                  <a16:creationId xmlns:a16="http://schemas.microsoft.com/office/drawing/2014/main" id="{E7ED312D-D54A-B34A-B0CF-C253D635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71"/>
              <a:ext cx="107" cy="121"/>
            </a:xfrm>
            <a:custGeom>
              <a:avLst/>
              <a:gdLst>
                <a:gd name="T0" fmla="*/ 0 w 857"/>
                <a:gd name="T1" fmla="*/ 1 h 969"/>
                <a:gd name="T2" fmla="*/ 0 w 857"/>
                <a:gd name="T3" fmla="*/ 0 h 969"/>
                <a:gd name="T4" fmla="*/ 0 w 857"/>
                <a:gd name="T5" fmla="*/ 0 h 969"/>
                <a:gd name="T6" fmla="*/ 1 w 857"/>
                <a:gd name="T7" fmla="*/ 0 h 969"/>
                <a:gd name="T8" fmla="*/ 1 w 857"/>
                <a:gd name="T9" fmla="*/ 0 h 969"/>
                <a:gd name="T10" fmla="*/ 1 w 857"/>
                <a:gd name="T11" fmla="*/ 1 h 969"/>
                <a:gd name="T12" fmla="*/ 1 w 857"/>
                <a:gd name="T13" fmla="*/ 1 h 969"/>
                <a:gd name="T14" fmla="*/ 1 w 857"/>
                <a:gd name="T15" fmla="*/ 1 h 969"/>
                <a:gd name="T16" fmla="*/ 1 w 857"/>
                <a:gd name="T17" fmla="*/ 2 h 969"/>
                <a:gd name="T18" fmla="*/ 1 w 857"/>
                <a:gd name="T19" fmla="*/ 2 h 969"/>
                <a:gd name="T20" fmla="*/ 0 w 857"/>
                <a:gd name="T21" fmla="*/ 1 h 969"/>
                <a:gd name="T22" fmla="*/ 0 w 857"/>
                <a:gd name="T23" fmla="*/ 2 h 969"/>
                <a:gd name="T24" fmla="*/ 1 w 857"/>
                <a:gd name="T25" fmla="*/ 2 h 969"/>
                <a:gd name="T26" fmla="*/ 1 w 857"/>
                <a:gd name="T27" fmla="*/ 2 h 969"/>
                <a:gd name="T28" fmla="*/ 1 w 857"/>
                <a:gd name="T29" fmla="*/ 2 h 969"/>
                <a:gd name="T30" fmla="*/ 2 w 857"/>
                <a:gd name="T31" fmla="*/ 1 h 969"/>
                <a:gd name="T32" fmla="*/ 2 w 857"/>
                <a:gd name="T33" fmla="*/ 1 h 969"/>
                <a:gd name="T34" fmla="*/ 1 w 857"/>
                <a:gd name="T35" fmla="*/ 0 h 969"/>
                <a:gd name="T36" fmla="*/ 1 w 857"/>
                <a:gd name="T37" fmla="*/ 0 h 969"/>
                <a:gd name="T38" fmla="*/ 1 w 857"/>
                <a:gd name="T39" fmla="*/ 0 h 969"/>
                <a:gd name="T40" fmla="*/ 0 w 857"/>
                <a:gd name="T41" fmla="*/ 0 h 969"/>
                <a:gd name="T42" fmla="*/ 0 w 857"/>
                <a:gd name="T43" fmla="*/ 0 h 969"/>
                <a:gd name="T44" fmla="*/ 0 w 857"/>
                <a:gd name="T45" fmla="*/ 1 h 9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57"/>
                <a:gd name="T70" fmla="*/ 0 h 969"/>
                <a:gd name="T71" fmla="*/ 857 w 857"/>
                <a:gd name="T72" fmla="*/ 969 h 9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57" h="969">
                  <a:moveTo>
                    <a:pt x="0" y="301"/>
                  </a:moveTo>
                  <a:lnTo>
                    <a:pt x="101" y="172"/>
                  </a:lnTo>
                  <a:lnTo>
                    <a:pt x="260" y="85"/>
                  </a:lnTo>
                  <a:lnTo>
                    <a:pt x="525" y="85"/>
                  </a:lnTo>
                  <a:lnTo>
                    <a:pt x="684" y="209"/>
                  </a:lnTo>
                  <a:lnTo>
                    <a:pt x="749" y="421"/>
                  </a:lnTo>
                  <a:lnTo>
                    <a:pt x="749" y="631"/>
                  </a:lnTo>
                  <a:lnTo>
                    <a:pt x="620" y="804"/>
                  </a:lnTo>
                  <a:lnTo>
                    <a:pt x="433" y="883"/>
                  </a:lnTo>
                  <a:lnTo>
                    <a:pt x="297" y="883"/>
                  </a:lnTo>
                  <a:lnTo>
                    <a:pt x="129" y="804"/>
                  </a:lnTo>
                  <a:lnTo>
                    <a:pt x="168" y="883"/>
                  </a:lnTo>
                  <a:lnTo>
                    <a:pt x="360" y="969"/>
                  </a:lnTo>
                  <a:lnTo>
                    <a:pt x="525" y="969"/>
                  </a:lnTo>
                  <a:lnTo>
                    <a:pt x="749" y="848"/>
                  </a:lnTo>
                  <a:lnTo>
                    <a:pt x="822" y="631"/>
                  </a:lnTo>
                  <a:lnTo>
                    <a:pt x="857" y="373"/>
                  </a:lnTo>
                  <a:lnTo>
                    <a:pt x="749" y="172"/>
                  </a:lnTo>
                  <a:lnTo>
                    <a:pt x="620" y="43"/>
                  </a:lnTo>
                  <a:lnTo>
                    <a:pt x="461" y="0"/>
                  </a:lnTo>
                  <a:lnTo>
                    <a:pt x="260" y="0"/>
                  </a:lnTo>
                  <a:lnTo>
                    <a:pt x="66" y="85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4" name="Freeform 486">
              <a:extLst>
                <a:ext uri="{FF2B5EF4-FFF2-40B4-BE49-F238E27FC236}">
                  <a16:creationId xmlns:a16="http://schemas.microsoft.com/office/drawing/2014/main" id="{E1826C66-CF8B-4147-8116-84D7A13F7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117"/>
              <a:ext cx="20" cy="22"/>
            </a:xfrm>
            <a:custGeom>
              <a:avLst/>
              <a:gdLst>
                <a:gd name="T0" fmla="*/ 0 w 166"/>
                <a:gd name="T1" fmla="*/ 0 h 172"/>
                <a:gd name="T2" fmla="*/ 0 w 166"/>
                <a:gd name="T3" fmla="*/ 0 h 172"/>
                <a:gd name="T4" fmla="*/ 0 w 166"/>
                <a:gd name="T5" fmla="*/ 0 h 172"/>
                <a:gd name="T6" fmla="*/ 0 w 166"/>
                <a:gd name="T7" fmla="*/ 0 h 172"/>
                <a:gd name="T8" fmla="*/ 0 w 166"/>
                <a:gd name="T9" fmla="*/ 0 h 172"/>
                <a:gd name="T10" fmla="*/ 0 w 166"/>
                <a:gd name="T11" fmla="*/ 0 h 172"/>
                <a:gd name="T12" fmla="*/ 0 w 166"/>
                <a:gd name="T13" fmla="*/ 0 h 172"/>
                <a:gd name="T14" fmla="*/ 0 w 166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6"/>
                <a:gd name="T25" fmla="*/ 0 h 172"/>
                <a:gd name="T26" fmla="*/ 166 w 166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6" h="172">
                  <a:moveTo>
                    <a:pt x="64" y="0"/>
                  </a:moveTo>
                  <a:lnTo>
                    <a:pt x="27" y="0"/>
                  </a:lnTo>
                  <a:lnTo>
                    <a:pt x="0" y="92"/>
                  </a:lnTo>
                  <a:lnTo>
                    <a:pt x="27" y="131"/>
                  </a:lnTo>
                  <a:lnTo>
                    <a:pt x="99" y="172"/>
                  </a:lnTo>
                  <a:lnTo>
                    <a:pt x="166" y="131"/>
                  </a:lnTo>
                  <a:lnTo>
                    <a:pt x="166" y="4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5" name="Freeform 487">
              <a:extLst>
                <a:ext uri="{FF2B5EF4-FFF2-40B4-BE49-F238E27FC236}">
                  <a16:creationId xmlns:a16="http://schemas.microsoft.com/office/drawing/2014/main" id="{B8BFC936-70F0-BD41-9A98-27F63A027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117"/>
              <a:ext cx="21" cy="22"/>
            </a:xfrm>
            <a:custGeom>
              <a:avLst/>
              <a:gdLst>
                <a:gd name="T0" fmla="*/ 0 w 164"/>
                <a:gd name="T1" fmla="*/ 0 h 172"/>
                <a:gd name="T2" fmla="*/ 0 w 164"/>
                <a:gd name="T3" fmla="*/ 0 h 172"/>
                <a:gd name="T4" fmla="*/ 0 w 164"/>
                <a:gd name="T5" fmla="*/ 0 h 172"/>
                <a:gd name="T6" fmla="*/ 0 w 164"/>
                <a:gd name="T7" fmla="*/ 0 h 172"/>
                <a:gd name="T8" fmla="*/ 0 w 164"/>
                <a:gd name="T9" fmla="*/ 0 h 172"/>
                <a:gd name="T10" fmla="*/ 0 w 164"/>
                <a:gd name="T11" fmla="*/ 0 h 172"/>
                <a:gd name="T12" fmla="*/ 0 w 16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4"/>
                <a:gd name="T22" fmla="*/ 0 h 172"/>
                <a:gd name="T23" fmla="*/ 164 w 164"/>
                <a:gd name="T24" fmla="*/ 172 h 17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4" h="172">
                  <a:moveTo>
                    <a:pt x="129" y="0"/>
                  </a:moveTo>
                  <a:lnTo>
                    <a:pt x="35" y="0"/>
                  </a:lnTo>
                  <a:lnTo>
                    <a:pt x="0" y="92"/>
                  </a:lnTo>
                  <a:lnTo>
                    <a:pt x="64" y="172"/>
                  </a:lnTo>
                  <a:lnTo>
                    <a:pt x="129" y="172"/>
                  </a:lnTo>
                  <a:lnTo>
                    <a:pt x="164" y="9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6" name="Freeform 488">
              <a:extLst>
                <a:ext uri="{FF2B5EF4-FFF2-40B4-BE49-F238E27FC236}">
                  <a16:creationId xmlns:a16="http://schemas.microsoft.com/office/drawing/2014/main" id="{BFE903E4-99B3-7E4B-B518-FAE99D1F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976"/>
              <a:ext cx="99" cy="79"/>
            </a:xfrm>
            <a:custGeom>
              <a:avLst/>
              <a:gdLst>
                <a:gd name="T0" fmla="*/ 0 w 791"/>
                <a:gd name="T1" fmla="*/ 1 h 631"/>
                <a:gd name="T2" fmla="*/ 1 w 791"/>
                <a:gd name="T3" fmla="*/ 1 h 631"/>
                <a:gd name="T4" fmla="*/ 1 w 791"/>
                <a:gd name="T5" fmla="*/ 1 h 631"/>
                <a:gd name="T6" fmla="*/ 1 w 791"/>
                <a:gd name="T7" fmla="*/ 1 h 631"/>
                <a:gd name="T8" fmla="*/ 1 w 791"/>
                <a:gd name="T9" fmla="*/ 1 h 631"/>
                <a:gd name="T10" fmla="*/ 2 w 791"/>
                <a:gd name="T11" fmla="*/ 0 h 631"/>
                <a:gd name="T12" fmla="*/ 2 w 791"/>
                <a:gd name="T13" fmla="*/ 0 h 631"/>
                <a:gd name="T14" fmla="*/ 1 w 791"/>
                <a:gd name="T15" fmla="*/ 0 h 631"/>
                <a:gd name="T16" fmla="*/ 1 w 791"/>
                <a:gd name="T17" fmla="*/ 0 h 631"/>
                <a:gd name="T18" fmla="*/ 0 w 791"/>
                <a:gd name="T19" fmla="*/ 1 h 631"/>
                <a:gd name="T20" fmla="*/ 0 w 791"/>
                <a:gd name="T21" fmla="*/ 1 h 631"/>
                <a:gd name="T22" fmla="*/ 0 w 791"/>
                <a:gd name="T23" fmla="*/ 1 h 631"/>
                <a:gd name="T24" fmla="*/ 0 w 791"/>
                <a:gd name="T25" fmla="*/ 1 h 631"/>
                <a:gd name="T26" fmla="*/ 0 w 791"/>
                <a:gd name="T27" fmla="*/ 1 h 6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91"/>
                <a:gd name="T43" fmla="*/ 0 h 631"/>
                <a:gd name="T44" fmla="*/ 791 w 791"/>
                <a:gd name="T45" fmla="*/ 631 h 6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91" h="631">
                  <a:moveTo>
                    <a:pt x="137" y="631"/>
                  </a:moveTo>
                  <a:lnTo>
                    <a:pt x="266" y="460"/>
                  </a:lnTo>
                  <a:lnTo>
                    <a:pt x="425" y="338"/>
                  </a:lnTo>
                  <a:lnTo>
                    <a:pt x="591" y="294"/>
                  </a:lnTo>
                  <a:lnTo>
                    <a:pt x="728" y="253"/>
                  </a:lnTo>
                  <a:lnTo>
                    <a:pt x="791" y="172"/>
                  </a:lnTo>
                  <a:lnTo>
                    <a:pt x="757" y="0"/>
                  </a:lnTo>
                  <a:lnTo>
                    <a:pt x="591" y="0"/>
                  </a:lnTo>
                  <a:lnTo>
                    <a:pt x="361" y="80"/>
                  </a:lnTo>
                  <a:lnTo>
                    <a:pt x="174" y="253"/>
                  </a:lnTo>
                  <a:lnTo>
                    <a:pt x="74" y="380"/>
                  </a:lnTo>
                  <a:lnTo>
                    <a:pt x="0" y="580"/>
                  </a:lnTo>
                  <a:lnTo>
                    <a:pt x="35" y="631"/>
                  </a:lnTo>
                  <a:lnTo>
                    <a:pt x="137" y="6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7" name="Freeform 489">
              <a:extLst>
                <a:ext uri="{FF2B5EF4-FFF2-40B4-BE49-F238E27FC236}">
                  <a16:creationId xmlns:a16="http://schemas.microsoft.com/office/drawing/2014/main" id="{AC02700D-198D-B545-A0C2-1928B0C6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972"/>
              <a:ext cx="94" cy="83"/>
            </a:xfrm>
            <a:custGeom>
              <a:avLst/>
              <a:gdLst>
                <a:gd name="T0" fmla="*/ 1 w 756"/>
                <a:gd name="T1" fmla="*/ 1 h 666"/>
                <a:gd name="T2" fmla="*/ 1 w 756"/>
                <a:gd name="T3" fmla="*/ 1 h 666"/>
                <a:gd name="T4" fmla="*/ 1 w 756"/>
                <a:gd name="T5" fmla="*/ 1 h 666"/>
                <a:gd name="T6" fmla="*/ 0 w 756"/>
                <a:gd name="T7" fmla="*/ 1 h 666"/>
                <a:gd name="T8" fmla="*/ 0 w 756"/>
                <a:gd name="T9" fmla="*/ 0 h 666"/>
                <a:gd name="T10" fmla="*/ 0 w 756"/>
                <a:gd name="T11" fmla="*/ 0 h 666"/>
                <a:gd name="T12" fmla="*/ 0 w 756"/>
                <a:gd name="T13" fmla="*/ 0 h 666"/>
                <a:gd name="T14" fmla="*/ 0 w 756"/>
                <a:gd name="T15" fmla="*/ 0 h 666"/>
                <a:gd name="T16" fmla="*/ 1 w 756"/>
                <a:gd name="T17" fmla="*/ 0 h 666"/>
                <a:gd name="T18" fmla="*/ 1 w 756"/>
                <a:gd name="T19" fmla="*/ 0 h 666"/>
                <a:gd name="T20" fmla="*/ 1 w 756"/>
                <a:gd name="T21" fmla="*/ 1 h 666"/>
                <a:gd name="T22" fmla="*/ 1 w 756"/>
                <a:gd name="T23" fmla="*/ 1 h 666"/>
                <a:gd name="T24" fmla="*/ 1 w 756"/>
                <a:gd name="T25" fmla="*/ 1 h 666"/>
                <a:gd name="T26" fmla="*/ 1 w 756"/>
                <a:gd name="T27" fmla="*/ 1 h 6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56"/>
                <a:gd name="T43" fmla="*/ 0 h 666"/>
                <a:gd name="T44" fmla="*/ 756 w 756"/>
                <a:gd name="T45" fmla="*/ 666 h 66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56" h="666">
                  <a:moveTo>
                    <a:pt x="629" y="659"/>
                  </a:moveTo>
                  <a:lnTo>
                    <a:pt x="505" y="488"/>
                  </a:lnTo>
                  <a:lnTo>
                    <a:pt x="354" y="358"/>
                  </a:lnTo>
                  <a:lnTo>
                    <a:pt x="189" y="301"/>
                  </a:lnTo>
                  <a:lnTo>
                    <a:pt x="57" y="253"/>
                  </a:lnTo>
                  <a:lnTo>
                    <a:pt x="0" y="171"/>
                  </a:lnTo>
                  <a:lnTo>
                    <a:pt x="46" y="0"/>
                  </a:lnTo>
                  <a:lnTo>
                    <a:pt x="205" y="7"/>
                  </a:lnTo>
                  <a:lnTo>
                    <a:pt x="433" y="101"/>
                  </a:lnTo>
                  <a:lnTo>
                    <a:pt x="620" y="279"/>
                  </a:lnTo>
                  <a:lnTo>
                    <a:pt x="705" y="415"/>
                  </a:lnTo>
                  <a:lnTo>
                    <a:pt x="756" y="624"/>
                  </a:lnTo>
                  <a:lnTo>
                    <a:pt x="728" y="666"/>
                  </a:lnTo>
                  <a:lnTo>
                    <a:pt x="629" y="6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8" name="Freeform 490">
              <a:extLst>
                <a:ext uri="{FF2B5EF4-FFF2-40B4-BE49-F238E27FC236}">
                  <a16:creationId xmlns:a16="http://schemas.microsoft.com/office/drawing/2014/main" id="{8C78EC9B-88E5-6E49-95D1-1F2A6586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690"/>
              <a:ext cx="86" cy="37"/>
            </a:xfrm>
            <a:custGeom>
              <a:avLst/>
              <a:gdLst>
                <a:gd name="T0" fmla="*/ 0 w 690"/>
                <a:gd name="T1" fmla="*/ 0 h 293"/>
                <a:gd name="T2" fmla="*/ 0 w 690"/>
                <a:gd name="T3" fmla="*/ 0 h 293"/>
                <a:gd name="T4" fmla="*/ 1 w 690"/>
                <a:gd name="T5" fmla="*/ 0 h 293"/>
                <a:gd name="T6" fmla="*/ 1 w 690"/>
                <a:gd name="T7" fmla="*/ 0 h 293"/>
                <a:gd name="T8" fmla="*/ 1 w 690"/>
                <a:gd name="T9" fmla="*/ 0 h 293"/>
                <a:gd name="T10" fmla="*/ 1 w 690"/>
                <a:gd name="T11" fmla="*/ 0 h 293"/>
                <a:gd name="T12" fmla="*/ 1 w 690"/>
                <a:gd name="T13" fmla="*/ 1 h 293"/>
                <a:gd name="T14" fmla="*/ 1 w 690"/>
                <a:gd name="T15" fmla="*/ 1 h 293"/>
                <a:gd name="T16" fmla="*/ 0 w 690"/>
                <a:gd name="T17" fmla="*/ 1 h 293"/>
                <a:gd name="T18" fmla="*/ 0 w 690"/>
                <a:gd name="T19" fmla="*/ 0 h 293"/>
                <a:gd name="T20" fmla="*/ 0 w 690"/>
                <a:gd name="T21" fmla="*/ 0 h 2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90"/>
                <a:gd name="T34" fmla="*/ 0 h 293"/>
                <a:gd name="T35" fmla="*/ 690 w 690"/>
                <a:gd name="T36" fmla="*/ 293 h 29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90" h="293">
                  <a:moveTo>
                    <a:pt x="63" y="0"/>
                  </a:moveTo>
                  <a:lnTo>
                    <a:pt x="193" y="78"/>
                  </a:lnTo>
                  <a:lnTo>
                    <a:pt x="323" y="127"/>
                  </a:lnTo>
                  <a:lnTo>
                    <a:pt x="517" y="78"/>
                  </a:lnTo>
                  <a:lnTo>
                    <a:pt x="690" y="0"/>
                  </a:lnTo>
                  <a:lnTo>
                    <a:pt x="617" y="164"/>
                  </a:lnTo>
                  <a:lnTo>
                    <a:pt x="488" y="249"/>
                  </a:lnTo>
                  <a:lnTo>
                    <a:pt x="323" y="293"/>
                  </a:lnTo>
                  <a:lnTo>
                    <a:pt x="193" y="249"/>
                  </a:lnTo>
                  <a:lnTo>
                    <a:pt x="0" y="7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79" name="Freeform 491">
              <a:extLst>
                <a:ext uri="{FF2B5EF4-FFF2-40B4-BE49-F238E27FC236}">
                  <a16:creationId xmlns:a16="http://schemas.microsoft.com/office/drawing/2014/main" id="{A7A1D9A9-69AB-C74E-9D90-A2C9E7B3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37"/>
              <a:ext cx="82" cy="156"/>
            </a:xfrm>
            <a:custGeom>
              <a:avLst/>
              <a:gdLst>
                <a:gd name="T0" fmla="*/ 1 w 654"/>
                <a:gd name="T1" fmla="*/ 0 h 1248"/>
                <a:gd name="T2" fmla="*/ 1 w 654"/>
                <a:gd name="T3" fmla="*/ 1 h 1248"/>
                <a:gd name="T4" fmla="*/ 1 w 654"/>
                <a:gd name="T5" fmla="*/ 1 h 1248"/>
                <a:gd name="T6" fmla="*/ 0 w 654"/>
                <a:gd name="T7" fmla="*/ 3 h 1248"/>
                <a:gd name="T8" fmla="*/ 0 w 654"/>
                <a:gd name="T9" fmla="*/ 2 h 1248"/>
                <a:gd name="T10" fmla="*/ 0 w 654"/>
                <a:gd name="T11" fmla="*/ 1 h 1248"/>
                <a:gd name="T12" fmla="*/ 1 w 654"/>
                <a:gd name="T13" fmla="*/ 0 h 1248"/>
                <a:gd name="T14" fmla="*/ 1 w 654"/>
                <a:gd name="T15" fmla="*/ 0 h 1248"/>
                <a:gd name="T16" fmla="*/ 1 w 654"/>
                <a:gd name="T17" fmla="*/ 0 h 1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54"/>
                <a:gd name="T28" fmla="*/ 0 h 1248"/>
                <a:gd name="T29" fmla="*/ 654 w 654"/>
                <a:gd name="T30" fmla="*/ 1248 h 12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54" h="1248">
                  <a:moveTo>
                    <a:pt x="654" y="123"/>
                  </a:moveTo>
                  <a:lnTo>
                    <a:pt x="480" y="294"/>
                  </a:lnTo>
                  <a:lnTo>
                    <a:pt x="323" y="668"/>
                  </a:lnTo>
                  <a:lnTo>
                    <a:pt x="129" y="1248"/>
                  </a:lnTo>
                  <a:lnTo>
                    <a:pt x="0" y="1178"/>
                  </a:lnTo>
                  <a:lnTo>
                    <a:pt x="192" y="459"/>
                  </a:lnTo>
                  <a:lnTo>
                    <a:pt x="287" y="167"/>
                  </a:lnTo>
                  <a:lnTo>
                    <a:pt x="452" y="0"/>
                  </a:lnTo>
                  <a:lnTo>
                    <a:pt x="654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0" name="Freeform 492">
              <a:extLst>
                <a:ext uri="{FF2B5EF4-FFF2-40B4-BE49-F238E27FC236}">
                  <a16:creationId xmlns:a16="http://schemas.microsoft.com/office/drawing/2014/main" id="{1EAA328C-BBDD-9D4E-B861-B839480A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37"/>
              <a:ext cx="61" cy="156"/>
            </a:xfrm>
            <a:custGeom>
              <a:avLst/>
              <a:gdLst>
                <a:gd name="T0" fmla="*/ 0 w 490"/>
                <a:gd name="T1" fmla="*/ 0 h 1248"/>
                <a:gd name="T2" fmla="*/ 0 w 490"/>
                <a:gd name="T3" fmla="*/ 1 h 1248"/>
                <a:gd name="T4" fmla="*/ 0 w 490"/>
                <a:gd name="T5" fmla="*/ 1 h 1248"/>
                <a:gd name="T6" fmla="*/ 1 w 490"/>
                <a:gd name="T7" fmla="*/ 3 h 1248"/>
                <a:gd name="T8" fmla="*/ 1 w 490"/>
                <a:gd name="T9" fmla="*/ 2 h 1248"/>
                <a:gd name="T10" fmla="*/ 1 w 490"/>
                <a:gd name="T11" fmla="*/ 2 h 1248"/>
                <a:gd name="T12" fmla="*/ 1 w 490"/>
                <a:gd name="T13" fmla="*/ 1 h 1248"/>
                <a:gd name="T14" fmla="*/ 0 w 490"/>
                <a:gd name="T15" fmla="*/ 0 h 1248"/>
                <a:gd name="T16" fmla="*/ 0 w 490"/>
                <a:gd name="T17" fmla="*/ 0 h 1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0"/>
                <a:gd name="T28" fmla="*/ 0 h 1248"/>
                <a:gd name="T29" fmla="*/ 490 w 490"/>
                <a:gd name="T30" fmla="*/ 1248 h 12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0" h="1248">
                  <a:moveTo>
                    <a:pt x="0" y="38"/>
                  </a:moveTo>
                  <a:lnTo>
                    <a:pt x="95" y="250"/>
                  </a:lnTo>
                  <a:lnTo>
                    <a:pt x="224" y="711"/>
                  </a:lnTo>
                  <a:lnTo>
                    <a:pt x="325" y="1248"/>
                  </a:lnTo>
                  <a:lnTo>
                    <a:pt x="490" y="1213"/>
                  </a:lnTo>
                  <a:lnTo>
                    <a:pt x="423" y="747"/>
                  </a:lnTo>
                  <a:lnTo>
                    <a:pt x="325" y="332"/>
                  </a:lnTo>
                  <a:lnTo>
                    <a:pt x="18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1" name="Freeform 493">
              <a:extLst>
                <a:ext uri="{FF2B5EF4-FFF2-40B4-BE49-F238E27FC236}">
                  <a16:creationId xmlns:a16="http://schemas.microsoft.com/office/drawing/2014/main" id="{20C0F2D3-1E78-E241-BE25-59801072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869"/>
              <a:ext cx="179" cy="294"/>
            </a:xfrm>
            <a:custGeom>
              <a:avLst/>
              <a:gdLst>
                <a:gd name="T0" fmla="*/ 0 w 1439"/>
                <a:gd name="T1" fmla="*/ 0 h 2356"/>
                <a:gd name="T2" fmla="*/ 1 w 1439"/>
                <a:gd name="T3" fmla="*/ 1 h 2356"/>
                <a:gd name="T4" fmla="*/ 2 w 1439"/>
                <a:gd name="T5" fmla="*/ 1 h 2356"/>
                <a:gd name="T6" fmla="*/ 2 w 1439"/>
                <a:gd name="T7" fmla="*/ 0 h 2356"/>
                <a:gd name="T8" fmla="*/ 3 w 1439"/>
                <a:gd name="T9" fmla="*/ 0 h 2356"/>
                <a:gd name="T10" fmla="*/ 2 w 1439"/>
                <a:gd name="T11" fmla="*/ 1 h 2356"/>
                <a:gd name="T12" fmla="*/ 2 w 1439"/>
                <a:gd name="T13" fmla="*/ 2 h 2356"/>
                <a:gd name="T14" fmla="*/ 2 w 1439"/>
                <a:gd name="T15" fmla="*/ 2 h 2356"/>
                <a:gd name="T16" fmla="*/ 2 w 1439"/>
                <a:gd name="T17" fmla="*/ 3 h 2356"/>
                <a:gd name="T18" fmla="*/ 2 w 1439"/>
                <a:gd name="T19" fmla="*/ 3 h 2356"/>
                <a:gd name="T20" fmla="*/ 3 w 1439"/>
                <a:gd name="T21" fmla="*/ 4 h 2356"/>
                <a:gd name="T22" fmla="*/ 2 w 1439"/>
                <a:gd name="T23" fmla="*/ 5 h 2356"/>
                <a:gd name="T24" fmla="*/ 2 w 1439"/>
                <a:gd name="T25" fmla="*/ 3 h 2356"/>
                <a:gd name="T26" fmla="*/ 2 w 1439"/>
                <a:gd name="T27" fmla="*/ 2 h 2356"/>
                <a:gd name="T28" fmla="*/ 2 w 1439"/>
                <a:gd name="T29" fmla="*/ 2 h 2356"/>
                <a:gd name="T30" fmla="*/ 2 w 1439"/>
                <a:gd name="T31" fmla="*/ 2 h 2356"/>
                <a:gd name="T32" fmla="*/ 2 w 1439"/>
                <a:gd name="T33" fmla="*/ 2 h 2356"/>
                <a:gd name="T34" fmla="*/ 1 w 1439"/>
                <a:gd name="T35" fmla="*/ 3 h 2356"/>
                <a:gd name="T36" fmla="*/ 1 w 1439"/>
                <a:gd name="T37" fmla="*/ 3 h 2356"/>
                <a:gd name="T38" fmla="*/ 1 w 1439"/>
                <a:gd name="T39" fmla="*/ 2 h 2356"/>
                <a:gd name="T40" fmla="*/ 1 w 1439"/>
                <a:gd name="T41" fmla="*/ 2 h 2356"/>
                <a:gd name="T42" fmla="*/ 1 w 1439"/>
                <a:gd name="T43" fmla="*/ 2 h 2356"/>
                <a:gd name="T44" fmla="*/ 1 w 1439"/>
                <a:gd name="T45" fmla="*/ 3 h 2356"/>
                <a:gd name="T46" fmla="*/ 0 w 1439"/>
                <a:gd name="T47" fmla="*/ 4 h 2356"/>
                <a:gd name="T48" fmla="*/ 0 w 1439"/>
                <a:gd name="T49" fmla="*/ 4 h 2356"/>
                <a:gd name="T50" fmla="*/ 0 w 1439"/>
                <a:gd name="T51" fmla="*/ 4 h 2356"/>
                <a:gd name="T52" fmla="*/ 0 w 1439"/>
                <a:gd name="T53" fmla="*/ 3 h 2356"/>
                <a:gd name="T54" fmla="*/ 0 w 1439"/>
                <a:gd name="T55" fmla="*/ 3 h 2356"/>
                <a:gd name="T56" fmla="*/ 0 w 1439"/>
                <a:gd name="T57" fmla="*/ 2 h 2356"/>
                <a:gd name="T58" fmla="*/ 1 w 1439"/>
                <a:gd name="T59" fmla="*/ 2 h 2356"/>
                <a:gd name="T60" fmla="*/ 0 w 1439"/>
                <a:gd name="T61" fmla="*/ 1 h 2356"/>
                <a:gd name="T62" fmla="*/ 0 w 1439"/>
                <a:gd name="T63" fmla="*/ 1 h 2356"/>
                <a:gd name="T64" fmla="*/ 0 w 1439"/>
                <a:gd name="T65" fmla="*/ 0 h 23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39"/>
                <a:gd name="T100" fmla="*/ 0 h 2356"/>
                <a:gd name="T101" fmla="*/ 1439 w 1439"/>
                <a:gd name="T102" fmla="*/ 2356 h 23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39" h="2356">
                  <a:moveTo>
                    <a:pt x="231" y="82"/>
                  </a:moveTo>
                  <a:lnTo>
                    <a:pt x="496" y="712"/>
                  </a:lnTo>
                  <a:lnTo>
                    <a:pt x="950" y="712"/>
                  </a:lnTo>
                  <a:lnTo>
                    <a:pt x="1310" y="0"/>
                  </a:lnTo>
                  <a:lnTo>
                    <a:pt x="1439" y="209"/>
                  </a:lnTo>
                  <a:lnTo>
                    <a:pt x="1215" y="627"/>
                  </a:lnTo>
                  <a:lnTo>
                    <a:pt x="1215" y="878"/>
                  </a:lnTo>
                  <a:lnTo>
                    <a:pt x="1123" y="998"/>
                  </a:lnTo>
                  <a:lnTo>
                    <a:pt x="1246" y="1378"/>
                  </a:lnTo>
                  <a:lnTo>
                    <a:pt x="1246" y="1803"/>
                  </a:lnTo>
                  <a:lnTo>
                    <a:pt x="1411" y="2139"/>
                  </a:lnTo>
                  <a:lnTo>
                    <a:pt x="1246" y="2356"/>
                  </a:lnTo>
                  <a:lnTo>
                    <a:pt x="1123" y="1803"/>
                  </a:lnTo>
                  <a:lnTo>
                    <a:pt x="1050" y="1215"/>
                  </a:lnTo>
                  <a:lnTo>
                    <a:pt x="950" y="963"/>
                  </a:lnTo>
                  <a:lnTo>
                    <a:pt x="858" y="963"/>
                  </a:lnTo>
                  <a:lnTo>
                    <a:pt x="858" y="1300"/>
                  </a:lnTo>
                  <a:lnTo>
                    <a:pt x="727" y="1593"/>
                  </a:lnTo>
                  <a:lnTo>
                    <a:pt x="598" y="1422"/>
                  </a:lnTo>
                  <a:lnTo>
                    <a:pt x="727" y="963"/>
                  </a:lnTo>
                  <a:lnTo>
                    <a:pt x="563" y="963"/>
                  </a:lnTo>
                  <a:lnTo>
                    <a:pt x="433" y="1258"/>
                  </a:lnTo>
                  <a:lnTo>
                    <a:pt x="360" y="1761"/>
                  </a:lnTo>
                  <a:lnTo>
                    <a:pt x="231" y="2224"/>
                  </a:lnTo>
                  <a:lnTo>
                    <a:pt x="196" y="2305"/>
                  </a:lnTo>
                  <a:lnTo>
                    <a:pt x="0" y="2224"/>
                  </a:lnTo>
                  <a:lnTo>
                    <a:pt x="130" y="1803"/>
                  </a:lnTo>
                  <a:lnTo>
                    <a:pt x="231" y="1343"/>
                  </a:lnTo>
                  <a:lnTo>
                    <a:pt x="259" y="1049"/>
                  </a:lnTo>
                  <a:lnTo>
                    <a:pt x="323" y="834"/>
                  </a:lnTo>
                  <a:lnTo>
                    <a:pt x="259" y="627"/>
                  </a:lnTo>
                  <a:lnTo>
                    <a:pt x="66" y="295"/>
                  </a:lnTo>
                  <a:lnTo>
                    <a:pt x="231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2" name="Freeform 494">
              <a:extLst>
                <a:ext uri="{FF2B5EF4-FFF2-40B4-BE49-F238E27FC236}">
                  <a16:creationId xmlns:a16="http://schemas.microsoft.com/office/drawing/2014/main" id="{83007AF4-C06B-C348-B23B-D3DC10A8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752"/>
              <a:ext cx="372" cy="557"/>
            </a:xfrm>
            <a:custGeom>
              <a:avLst/>
              <a:gdLst>
                <a:gd name="T0" fmla="*/ 1 w 2978"/>
                <a:gd name="T1" fmla="*/ 0 h 4454"/>
                <a:gd name="T2" fmla="*/ 0 w 2978"/>
                <a:gd name="T3" fmla="*/ 1 h 4454"/>
                <a:gd name="T4" fmla="*/ 0 w 2978"/>
                <a:gd name="T5" fmla="*/ 2 h 4454"/>
                <a:gd name="T6" fmla="*/ 1 w 2978"/>
                <a:gd name="T7" fmla="*/ 3 h 4454"/>
                <a:gd name="T8" fmla="*/ 1 w 2978"/>
                <a:gd name="T9" fmla="*/ 5 h 4454"/>
                <a:gd name="T10" fmla="*/ 2 w 2978"/>
                <a:gd name="T11" fmla="*/ 6 h 4454"/>
                <a:gd name="T12" fmla="*/ 2 w 2978"/>
                <a:gd name="T13" fmla="*/ 7 h 4454"/>
                <a:gd name="T14" fmla="*/ 3 w 2978"/>
                <a:gd name="T15" fmla="*/ 8 h 4454"/>
                <a:gd name="T16" fmla="*/ 3 w 2978"/>
                <a:gd name="T17" fmla="*/ 8 h 4454"/>
                <a:gd name="T18" fmla="*/ 3 w 2978"/>
                <a:gd name="T19" fmla="*/ 7 h 4454"/>
                <a:gd name="T20" fmla="*/ 4 w 2978"/>
                <a:gd name="T21" fmla="*/ 5 h 4454"/>
                <a:gd name="T22" fmla="*/ 5 w 2978"/>
                <a:gd name="T23" fmla="*/ 4 h 4454"/>
                <a:gd name="T24" fmla="*/ 5 w 2978"/>
                <a:gd name="T25" fmla="*/ 3 h 4454"/>
                <a:gd name="T26" fmla="*/ 5 w 2978"/>
                <a:gd name="T27" fmla="*/ 2 h 4454"/>
                <a:gd name="T28" fmla="*/ 5 w 2978"/>
                <a:gd name="T29" fmla="*/ 1 h 4454"/>
                <a:gd name="T30" fmla="*/ 6 w 2978"/>
                <a:gd name="T31" fmla="*/ 0 h 4454"/>
                <a:gd name="T32" fmla="*/ 6 w 2978"/>
                <a:gd name="T33" fmla="*/ 1 h 4454"/>
                <a:gd name="T34" fmla="*/ 6 w 2978"/>
                <a:gd name="T35" fmla="*/ 3 h 4454"/>
                <a:gd name="T36" fmla="*/ 5 w 2978"/>
                <a:gd name="T37" fmla="*/ 4 h 4454"/>
                <a:gd name="T38" fmla="*/ 5 w 2978"/>
                <a:gd name="T39" fmla="*/ 5 h 4454"/>
                <a:gd name="T40" fmla="*/ 5 w 2978"/>
                <a:gd name="T41" fmla="*/ 6 h 4454"/>
                <a:gd name="T42" fmla="*/ 4 w 2978"/>
                <a:gd name="T43" fmla="*/ 7 h 4454"/>
                <a:gd name="T44" fmla="*/ 3 w 2978"/>
                <a:gd name="T45" fmla="*/ 8 h 4454"/>
                <a:gd name="T46" fmla="*/ 3 w 2978"/>
                <a:gd name="T47" fmla="*/ 9 h 4454"/>
                <a:gd name="T48" fmla="*/ 2 w 2978"/>
                <a:gd name="T49" fmla="*/ 7 h 4454"/>
                <a:gd name="T50" fmla="*/ 1 w 2978"/>
                <a:gd name="T51" fmla="*/ 6 h 4454"/>
                <a:gd name="T52" fmla="*/ 1 w 2978"/>
                <a:gd name="T53" fmla="*/ 5 h 4454"/>
                <a:gd name="T54" fmla="*/ 0 w 2978"/>
                <a:gd name="T55" fmla="*/ 4 h 4454"/>
                <a:gd name="T56" fmla="*/ 0 w 2978"/>
                <a:gd name="T57" fmla="*/ 3 h 4454"/>
                <a:gd name="T58" fmla="*/ 0 w 2978"/>
                <a:gd name="T59" fmla="*/ 2 h 4454"/>
                <a:gd name="T60" fmla="*/ 0 w 2978"/>
                <a:gd name="T61" fmla="*/ 1 h 4454"/>
                <a:gd name="T62" fmla="*/ 0 w 2978"/>
                <a:gd name="T63" fmla="*/ 0 h 4454"/>
                <a:gd name="T64" fmla="*/ 1 w 2978"/>
                <a:gd name="T65" fmla="*/ 0 h 44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78"/>
                <a:gd name="T100" fmla="*/ 0 h 4454"/>
                <a:gd name="T101" fmla="*/ 2978 w 2978"/>
                <a:gd name="T102" fmla="*/ 4454 h 44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78" h="4454">
                  <a:moveTo>
                    <a:pt x="352" y="216"/>
                  </a:moveTo>
                  <a:lnTo>
                    <a:pt x="251" y="509"/>
                  </a:lnTo>
                  <a:lnTo>
                    <a:pt x="251" y="931"/>
                  </a:lnTo>
                  <a:lnTo>
                    <a:pt x="352" y="1685"/>
                  </a:lnTo>
                  <a:lnTo>
                    <a:pt x="590" y="2274"/>
                  </a:lnTo>
                  <a:lnTo>
                    <a:pt x="877" y="2812"/>
                  </a:lnTo>
                  <a:lnTo>
                    <a:pt x="1171" y="3409"/>
                  </a:lnTo>
                  <a:lnTo>
                    <a:pt x="1437" y="3902"/>
                  </a:lnTo>
                  <a:lnTo>
                    <a:pt x="1501" y="4117"/>
                  </a:lnTo>
                  <a:lnTo>
                    <a:pt x="1761" y="3695"/>
                  </a:lnTo>
                  <a:lnTo>
                    <a:pt x="2222" y="2777"/>
                  </a:lnTo>
                  <a:lnTo>
                    <a:pt x="2554" y="1980"/>
                  </a:lnTo>
                  <a:lnTo>
                    <a:pt x="2681" y="1307"/>
                  </a:lnTo>
                  <a:lnTo>
                    <a:pt x="2681" y="762"/>
                  </a:lnTo>
                  <a:lnTo>
                    <a:pt x="2681" y="345"/>
                  </a:lnTo>
                  <a:lnTo>
                    <a:pt x="2940" y="129"/>
                  </a:lnTo>
                  <a:lnTo>
                    <a:pt x="2978" y="681"/>
                  </a:lnTo>
                  <a:lnTo>
                    <a:pt x="2912" y="1349"/>
                  </a:lnTo>
                  <a:lnTo>
                    <a:pt x="2811" y="2024"/>
                  </a:lnTo>
                  <a:lnTo>
                    <a:pt x="2615" y="2524"/>
                  </a:lnTo>
                  <a:lnTo>
                    <a:pt x="2358" y="3193"/>
                  </a:lnTo>
                  <a:lnTo>
                    <a:pt x="2026" y="3738"/>
                  </a:lnTo>
                  <a:lnTo>
                    <a:pt x="1697" y="4204"/>
                  </a:lnTo>
                  <a:lnTo>
                    <a:pt x="1475" y="4454"/>
                  </a:lnTo>
                  <a:lnTo>
                    <a:pt x="1134" y="3782"/>
                  </a:lnTo>
                  <a:lnTo>
                    <a:pt x="782" y="3236"/>
                  </a:lnTo>
                  <a:lnTo>
                    <a:pt x="380" y="2474"/>
                  </a:lnTo>
                  <a:lnTo>
                    <a:pt x="159" y="1929"/>
                  </a:lnTo>
                  <a:lnTo>
                    <a:pt x="64" y="1392"/>
                  </a:lnTo>
                  <a:lnTo>
                    <a:pt x="0" y="804"/>
                  </a:lnTo>
                  <a:lnTo>
                    <a:pt x="64" y="301"/>
                  </a:lnTo>
                  <a:lnTo>
                    <a:pt x="159" y="0"/>
                  </a:lnTo>
                  <a:lnTo>
                    <a:pt x="352" y="2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3" name="Freeform 495">
              <a:extLst>
                <a:ext uri="{FF2B5EF4-FFF2-40B4-BE49-F238E27FC236}">
                  <a16:creationId xmlns:a16="http://schemas.microsoft.com/office/drawing/2014/main" id="{C36D2F3E-F0DE-8F43-9DA7-4AB080F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768"/>
              <a:ext cx="226" cy="127"/>
            </a:xfrm>
            <a:custGeom>
              <a:avLst/>
              <a:gdLst>
                <a:gd name="T0" fmla="*/ 3 w 1807"/>
                <a:gd name="T1" fmla="*/ 1 h 1011"/>
                <a:gd name="T2" fmla="*/ 2 w 1807"/>
                <a:gd name="T3" fmla="*/ 1 h 1011"/>
                <a:gd name="T4" fmla="*/ 2 w 1807"/>
                <a:gd name="T5" fmla="*/ 1 h 1011"/>
                <a:gd name="T6" fmla="*/ 0 w 1807"/>
                <a:gd name="T7" fmla="*/ 2 h 1011"/>
                <a:gd name="T8" fmla="*/ 0 w 1807"/>
                <a:gd name="T9" fmla="*/ 2 h 1011"/>
                <a:gd name="T10" fmla="*/ 0 w 1807"/>
                <a:gd name="T11" fmla="*/ 2 h 1011"/>
                <a:gd name="T12" fmla="*/ 0 w 1807"/>
                <a:gd name="T13" fmla="*/ 1 h 1011"/>
                <a:gd name="T14" fmla="*/ 2 w 1807"/>
                <a:gd name="T15" fmla="*/ 1 h 1011"/>
                <a:gd name="T16" fmla="*/ 3 w 1807"/>
                <a:gd name="T17" fmla="*/ 0 h 1011"/>
                <a:gd name="T18" fmla="*/ 4 w 1807"/>
                <a:gd name="T19" fmla="*/ 0 h 1011"/>
                <a:gd name="T20" fmla="*/ 3 w 1807"/>
                <a:gd name="T21" fmla="*/ 1 h 10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7"/>
                <a:gd name="T34" fmla="*/ 0 h 1011"/>
                <a:gd name="T35" fmla="*/ 1807 w 1807"/>
                <a:gd name="T36" fmla="*/ 1011 h 10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7" h="1011">
                  <a:moveTo>
                    <a:pt x="1740" y="380"/>
                  </a:moveTo>
                  <a:lnTo>
                    <a:pt x="1215" y="552"/>
                  </a:lnTo>
                  <a:lnTo>
                    <a:pt x="857" y="719"/>
                  </a:lnTo>
                  <a:lnTo>
                    <a:pt x="129" y="1011"/>
                  </a:lnTo>
                  <a:lnTo>
                    <a:pt x="37" y="970"/>
                  </a:lnTo>
                  <a:lnTo>
                    <a:pt x="0" y="846"/>
                  </a:lnTo>
                  <a:lnTo>
                    <a:pt x="202" y="675"/>
                  </a:lnTo>
                  <a:lnTo>
                    <a:pt x="921" y="380"/>
                  </a:lnTo>
                  <a:lnTo>
                    <a:pt x="1383" y="130"/>
                  </a:lnTo>
                  <a:lnTo>
                    <a:pt x="1807" y="0"/>
                  </a:lnTo>
                  <a:lnTo>
                    <a:pt x="1740" y="3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4" name="Freeform 496">
              <a:extLst>
                <a:ext uri="{FF2B5EF4-FFF2-40B4-BE49-F238E27FC236}">
                  <a16:creationId xmlns:a16="http://schemas.microsoft.com/office/drawing/2014/main" id="{15D5039A-F01E-8F48-BC30-14B1A0FE5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779"/>
              <a:ext cx="202" cy="126"/>
            </a:xfrm>
            <a:custGeom>
              <a:avLst/>
              <a:gdLst>
                <a:gd name="T0" fmla="*/ 0 w 1611"/>
                <a:gd name="T1" fmla="*/ 1 h 1010"/>
                <a:gd name="T2" fmla="*/ 1 w 1611"/>
                <a:gd name="T3" fmla="*/ 1 h 1010"/>
                <a:gd name="T4" fmla="*/ 1 w 1611"/>
                <a:gd name="T5" fmla="*/ 1 h 1010"/>
                <a:gd name="T6" fmla="*/ 3 w 1611"/>
                <a:gd name="T7" fmla="*/ 2 h 1010"/>
                <a:gd name="T8" fmla="*/ 3 w 1611"/>
                <a:gd name="T9" fmla="*/ 2 h 1010"/>
                <a:gd name="T10" fmla="*/ 3 w 1611"/>
                <a:gd name="T11" fmla="*/ 2 h 1010"/>
                <a:gd name="T12" fmla="*/ 3 w 1611"/>
                <a:gd name="T13" fmla="*/ 1 h 1010"/>
                <a:gd name="T14" fmla="*/ 2 w 1611"/>
                <a:gd name="T15" fmla="*/ 1 h 1010"/>
                <a:gd name="T16" fmla="*/ 1 w 1611"/>
                <a:gd name="T17" fmla="*/ 0 h 1010"/>
                <a:gd name="T18" fmla="*/ 0 w 1611"/>
                <a:gd name="T19" fmla="*/ 0 h 1010"/>
                <a:gd name="T20" fmla="*/ 0 w 1611"/>
                <a:gd name="T21" fmla="*/ 1 h 10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11"/>
                <a:gd name="T34" fmla="*/ 0 h 1010"/>
                <a:gd name="T35" fmla="*/ 1611 w 1611"/>
                <a:gd name="T36" fmla="*/ 1010 h 10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11" h="1010">
                  <a:moveTo>
                    <a:pt x="0" y="293"/>
                  </a:moveTo>
                  <a:lnTo>
                    <a:pt x="297" y="379"/>
                  </a:lnTo>
                  <a:lnTo>
                    <a:pt x="726" y="588"/>
                  </a:lnTo>
                  <a:lnTo>
                    <a:pt x="1318" y="959"/>
                  </a:lnTo>
                  <a:lnTo>
                    <a:pt x="1512" y="1010"/>
                  </a:lnTo>
                  <a:lnTo>
                    <a:pt x="1611" y="883"/>
                  </a:lnTo>
                  <a:lnTo>
                    <a:pt x="1445" y="667"/>
                  </a:lnTo>
                  <a:lnTo>
                    <a:pt x="986" y="337"/>
                  </a:lnTo>
                  <a:lnTo>
                    <a:pt x="404" y="85"/>
                  </a:lnTo>
                  <a:lnTo>
                    <a:pt x="0" y="0"/>
                  </a:lnTo>
                  <a:lnTo>
                    <a:pt x="0" y="2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5" name="Freeform 497">
              <a:extLst>
                <a:ext uri="{FF2B5EF4-FFF2-40B4-BE49-F238E27FC236}">
                  <a16:creationId xmlns:a16="http://schemas.microsoft.com/office/drawing/2014/main" id="{C39DEB86-58B7-A041-ACFB-C82E61DE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916"/>
              <a:ext cx="106" cy="398"/>
            </a:xfrm>
            <a:custGeom>
              <a:avLst/>
              <a:gdLst>
                <a:gd name="T0" fmla="*/ 2 w 848"/>
                <a:gd name="T1" fmla="*/ 0 h 3191"/>
                <a:gd name="T2" fmla="*/ 2 w 848"/>
                <a:gd name="T3" fmla="*/ 0 h 3191"/>
                <a:gd name="T4" fmla="*/ 1 w 848"/>
                <a:gd name="T5" fmla="*/ 0 h 3191"/>
                <a:gd name="T6" fmla="*/ 1 w 848"/>
                <a:gd name="T7" fmla="*/ 0 h 3191"/>
                <a:gd name="T8" fmla="*/ 0 w 848"/>
                <a:gd name="T9" fmla="*/ 4 h 3191"/>
                <a:gd name="T10" fmla="*/ 0 w 848"/>
                <a:gd name="T11" fmla="*/ 5 h 3191"/>
                <a:gd name="T12" fmla="*/ 0 w 848"/>
                <a:gd name="T13" fmla="*/ 6 h 3191"/>
                <a:gd name="T14" fmla="*/ 1 w 848"/>
                <a:gd name="T15" fmla="*/ 6 h 3191"/>
                <a:gd name="T16" fmla="*/ 1 w 848"/>
                <a:gd name="T17" fmla="*/ 5 h 3191"/>
                <a:gd name="T18" fmla="*/ 1 w 848"/>
                <a:gd name="T19" fmla="*/ 3 h 3191"/>
                <a:gd name="T20" fmla="*/ 2 w 848"/>
                <a:gd name="T21" fmla="*/ 1 h 3191"/>
                <a:gd name="T22" fmla="*/ 2 w 848"/>
                <a:gd name="T23" fmla="*/ 0 h 3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48"/>
                <a:gd name="T37" fmla="*/ 0 h 3191"/>
                <a:gd name="T38" fmla="*/ 848 w 848"/>
                <a:gd name="T39" fmla="*/ 3191 h 31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48" h="3191">
                  <a:moveTo>
                    <a:pt x="848" y="121"/>
                  </a:moveTo>
                  <a:lnTo>
                    <a:pt x="820" y="0"/>
                  </a:lnTo>
                  <a:lnTo>
                    <a:pt x="626" y="0"/>
                  </a:lnTo>
                  <a:lnTo>
                    <a:pt x="497" y="121"/>
                  </a:lnTo>
                  <a:lnTo>
                    <a:pt x="129" y="1886"/>
                  </a:lnTo>
                  <a:lnTo>
                    <a:pt x="29" y="2725"/>
                  </a:lnTo>
                  <a:lnTo>
                    <a:pt x="0" y="3191"/>
                  </a:lnTo>
                  <a:lnTo>
                    <a:pt x="361" y="3191"/>
                  </a:lnTo>
                  <a:lnTo>
                    <a:pt x="361" y="2526"/>
                  </a:lnTo>
                  <a:lnTo>
                    <a:pt x="461" y="1547"/>
                  </a:lnTo>
                  <a:lnTo>
                    <a:pt x="785" y="336"/>
                  </a:lnTo>
                  <a:lnTo>
                    <a:pt x="848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86" name="Freeform 498">
              <a:extLst>
                <a:ext uri="{FF2B5EF4-FFF2-40B4-BE49-F238E27FC236}">
                  <a16:creationId xmlns:a16="http://schemas.microsoft.com/office/drawing/2014/main" id="{A9F5CAEF-2D8C-EE47-BE3B-5F99A2C9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31"/>
              <a:ext cx="115" cy="383"/>
            </a:xfrm>
            <a:custGeom>
              <a:avLst/>
              <a:gdLst>
                <a:gd name="T0" fmla="*/ 0 w 918"/>
                <a:gd name="T1" fmla="*/ 0 h 3070"/>
                <a:gd name="T2" fmla="*/ 1 w 918"/>
                <a:gd name="T3" fmla="*/ 2 h 3070"/>
                <a:gd name="T4" fmla="*/ 1 w 918"/>
                <a:gd name="T5" fmla="*/ 4 h 3070"/>
                <a:gd name="T6" fmla="*/ 1 w 918"/>
                <a:gd name="T7" fmla="*/ 6 h 3070"/>
                <a:gd name="T8" fmla="*/ 2 w 918"/>
                <a:gd name="T9" fmla="*/ 6 h 3070"/>
                <a:gd name="T10" fmla="*/ 2 w 918"/>
                <a:gd name="T11" fmla="*/ 4 h 3070"/>
                <a:gd name="T12" fmla="*/ 1 w 918"/>
                <a:gd name="T13" fmla="*/ 2 h 3070"/>
                <a:gd name="T14" fmla="*/ 1 w 918"/>
                <a:gd name="T15" fmla="*/ 1 h 3070"/>
                <a:gd name="T16" fmla="*/ 0 w 918"/>
                <a:gd name="T17" fmla="*/ 0 h 3070"/>
                <a:gd name="T18" fmla="*/ 0 w 918"/>
                <a:gd name="T19" fmla="*/ 0 h 3070"/>
                <a:gd name="T20" fmla="*/ 0 w 918"/>
                <a:gd name="T21" fmla="*/ 0 h 30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18"/>
                <a:gd name="T34" fmla="*/ 0 h 3070"/>
                <a:gd name="T35" fmla="*/ 918 w 918"/>
                <a:gd name="T36" fmla="*/ 3070 h 30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18" h="3070">
                  <a:moveTo>
                    <a:pt x="0" y="130"/>
                  </a:moveTo>
                  <a:lnTo>
                    <a:pt x="257" y="1096"/>
                  </a:lnTo>
                  <a:lnTo>
                    <a:pt x="450" y="2230"/>
                  </a:lnTo>
                  <a:lnTo>
                    <a:pt x="524" y="3070"/>
                  </a:lnTo>
                  <a:lnTo>
                    <a:pt x="918" y="3070"/>
                  </a:lnTo>
                  <a:lnTo>
                    <a:pt x="817" y="2145"/>
                  </a:lnTo>
                  <a:lnTo>
                    <a:pt x="624" y="1264"/>
                  </a:lnTo>
                  <a:lnTo>
                    <a:pt x="387" y="501"/>
                  </a:lnTo>
                  <a:lnTo>
                    <a:pt x="194" y="51"/>
                  </a:lnTo>
                  <a:lnTo>
                    <a:pt x="61" y="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7833" name="Group 508">
            <a:extLst>
              <a:ext uri="{FF2B5EF4-FFF2-40B4-BE49-F238E27FC236}">
                <a16:creationId xmlns:a16="http://schemas.microsoft.com/office/drawing/2014/main" id="{A34DDB1E-DE10-8D4B-B4E9-599DCDB9B86D}"/>
              </a:ext>
            </a:extLst>
          </p:cNvPr>
          <p:cNvGrpSpPr>
            <a:grpSpLocks/>
          </p:cNvGrpSpPr>
          <p:nvPr/>
        </p:nvGrpSpPr>
        <p:grpSpPr bwMode="auto">
          <a:xfrm>
            <a:off x="479425" y="1206500"/>
            <a:ext cx="2676525" cy="1708150"/>
            <a:chOff x="1436" y="1057"/>
            <a:chExt cx="1686" cy="1076"/>
          </a:xfrm>
        </p:grpSpPr>
        <p:sp>
          <p:nvSpPr>
            <p:cNvPr id="77851" name="Text Box 500">
              <a:extLst>
                <a:ext uri="{FF2B5EF4-FFF2-40B4-BE49-F238E27FC236}">
                  <a16:creationId xmlns:a16="http://schemas.microsoft.com/office/drawing/2014/main" id="{358C609E-8930-8142-9DE2-D70494EC17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9" y="1057"/>
              <a:ext cx="703" cy="28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Gerenciar lançamento</a:t>
              </a:r>
            </a:p>
          </p:txBody>
        </p:sp>
        <p:cxnSp>
          <p:nvCxnSpPr>
            <p:cNvPr id="77852" name="AutoShape 501">
              <a:extLst>
                <a:ext uri="{FF2B5EF4-FFF2-40B4-BE49-F238E27FC236}">
                  <a16:creationId xmlns:a16="http://schemas.microsoft.com/office/drawing/2014/main" id="{53E596DA-76A7-7942-AD93-8284DF5EEDE2}"/>
                </a:ext>
              </a:extLst>
            </p:cNvPr>
            <p:cNvCxnSpPr>
              <a:cxnSpLocks noChangeShapeType="1"/>
              <a:stCxn id="77851" idx="2"/>
              <a:endCxn id="77854" idx="3"/>
            </p:cNvCxnSpPr>
            <p:nvPr/>
          </p:nvCxnSpPr>
          <p:spPr bwMode="auto">
            <a:xfrm rot="5400000">
              <a:off x="2325" y="1281"/>
              <a:ext cx="384" cy="508"/>
            </a:xfrm>
            <a:prstGeom prst="bentConnector2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77853" name="Group 502">
              <a:extLst>
                <a:ext uri="{FF2B5EF4-FFF2-40B4-BE49-F238E27FC236}">
                  <a16:creationId xmlns:a16="http://schemas.microsoft.com/office/drawing/2014/main" id="{118FFBD2-9C92-724D-83A0-013DF0442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6" y="1320"/>
              <a:ext cx="821" cy="813"/>
              <a:chOff x="2762" y="1709"/>
              <a:chExt cx="821" cy="813"/>
            </a:xfrm>
          </p:grpSpPr>
          <p:sp>
            <p:nvSpPr>
              <p:cNvPr id="77854" name="Text Box 503">
                <a:extLst>
                  <a:ext uri="{FF2B5EF4-FFF2-40B4-BE49-F238E27FC236}">
                    <a16:creationId xmlns:a16="http://schemas.microsoft.com/office/drawing/2014/main" id="{8866DBD6-7219-E84F-AE3B-E86709A308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62" y="1709"/>
                <a:ext cx="821" cy="813"/>
              </a:xfrm>
              <a:prstGeom prst="rect">
                <a:avLst/>
              </a:prstGeom>
              <a:solidFill>
                <a:srgbClr val="FFFF66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pt-BR" altLang="pt-BR" sz="1400">
                    <a:solidFill>
                      <a:srgbClr val="000000"/>
                    </a:solidFill>
                  </a:rPr>
                  <a:t>Lançar produto</a:t>
                </a:r>
              </a:p>
            </p:txBody>
          </p:sp>
          <p:sp>
            <p:nvSpPr>
              <p:cNvPr id="77855" name="Rectangle 504">
                <a:extLst>
                  <a:ext uri="{FF2B5EF4-FFF2-40B4-BE49-F238E27FC236}">
                    <a16:creationId xmlns:a16="http://schemas.microsoft.com/office/drawing/2014/main" id="{932861D8-B00E-C749-BB8F-1A2EDE6D5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1764"/>
                <a:ext cx="116" cy="84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77856" name="Rectangle 505">
                <a:extLst>
                  <a:ext uri="{FF2B5EF4-FFF2-40B4-BE49-F238E27FC236}">
                    <a16:creationId xmlns:a16="http://schemas.microsoft.com/office/drawing/2014/main" id="{F9DD8612-626B-F644-BA62-078841D2C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1970"/>
                <a:ext cx="116" cy="84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77857" name="Rectangle 506">
                <a:extLst>
                  <a:ext uri="{FF2B5EF4-FFF2-40B4-BE49-F238E27FC236}">
                    <a16:creationId xmlns:a16="http://schemas.microsoft.com/office/drawing/2014/main" id="{ED821359-2F15-2140-9391-901561793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2177"/>
                <a:ext cx="116" cy="84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77858" name="Rectangle 507">
                <a:extLst>
                  <a:ext uri="{FF2B5EF4-FFF2-40B4-BE49-F238E27FC236}">
                    <a16:creationId xmlns:a16="http://schemas.microsoft.com/office/drawing/2014/main" id="{B83E96EA-357E-5548-925C-C16EF74FA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2384"/>
                <a:ext cx="116" cy="84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</p:grpSp>
      </p:grpSp>
      <p:sp>
        <p:nvSpPr>
          <p:cNvPr id="77834" name="AutoShape 510">
            <a:extLst>
              <a:ext uri="{FF2B5EF4-FFF2-40B4-BE49-F238E27FC236}">
                <a16:creationId xmlns:a16="http://schemas.microsoft.com/office/drawing/2014/main" id="{B5A13441-FD39-1F41-A22F-B683D7DC7D0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836863" y="1679575"/>
            <a:ext cx="3657600" cy="2640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7835" name="Group 527">
            <a:extLst>
              <a:ext uri="{FF2B5EF4-FFF2-40B4-BE49-F238E27FC236}">
                <a16:creationId xmlns:a16="http://schemas.microsoft.com/office/drawing/2014/main" id="{737221B3-DFE9-7B48-A511-71960C58C431}"/>
              </a:ext>
            </a:extLst>
          </p:cNvPr>
          <p:cNvGrpSpPr>
            <a:grpSpLocks/>
          </p:cNvGrpSpPr>
          <p:nvPr/>
        </p:nvGrpSpPr>
        <p:grpSpPr bwMode="auto">
          <a:xfrm>
            <a:off x="4200525" y="1054100"/>
            <a:ext cx="1609725" cy="1428750"/>
            <a:chOff x="1746" y="1348"/>
            <a:chExt cx="1833" cy="1627"/>
          </a:xfrm>
        </p:grpSpPr>
        <p:sp>
          <p:nvSpPr>
            <p:cNvPr id="77836" name="Rectangle 512">
              <a:extLst>
                <a:ext uri="{FF2B5EF4-FFF2-40B4-BE49-F238E27FC236}">
                  <a16:creationId xmlns:a16="http://schemas.microsoft.com/office/drawing/2014/main" id="{330998DA-DC93-894B-9FB6-80F457B06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" y="1472"/>
              <a:ext cx="1761" cy="150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7837" name="Rectangle 513">
              <a:extLst>
                <a:ext uri="{FF2B5EF4-FFF2-40B4-BE49-F238E27FC236}">
                  <a16:creationId xmlns:a16="http://schemas.microsoft.com/office/drawing/2014/main" id="{01893FAD-761B-B749-9783-7CC297C12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348"/>
              <a:ext cx="1762" cy="1503"/>
            </a:xfrm>
            <a:prstGeom prst="rect">
              <a:avLst/>
            </a:prstGeom>
            <a:solidFill>
              <a:srgbClr val="00EA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77838" name="Line 514">
              <a:extLst>
                <a:ext uri="{FF2B5EF4-FFF2-40B4-BE49-F238E27FC236}">
                  <a16:creationId xmlns:a16="http://schemas.microsoft.com/office/drawing/2014/main" id="{394E32C4-F1F2-2B46-9ECF-E3D8E3424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1605"/>
              <a:ext cx="174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39" name="Line 515">
              <a:extLst>
                <a:ext uri="{FF2B5EF4-FFF2-40B4-BE49-F238E27FC236}">
                  <a16:creationId xmlns:a16="http://schemas.microsoft.com/office/drawing/2014/main" id="{3EEC0649-C61B-9845-8CB1-368E526644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1851"/>
              <a:ext cx="174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0" name="Line 516">
              <a:extLst>
                <a:ext uri="{FF2B5EF4-FFF2-40B4-BE49-F238E27FC236}">
                  <a16:creationId xmlns:a16="http://schemas.microsoft.com/office/drawing/2014/main" id="{7BE9702D-30CF-9B40-ABA0-4478D067C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99"/>
              <a:ext cx="174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1" name="Line 517">
              <a:extLst>
                <a:ext uri="{FF2B5EF4-FFF2-40B4-BE49-F238E27FC236}">
                  <a16:creationId xmlns:a16="http://schemas.microsoft.com/office/drawing/2014/main" id="{D0824C6D-A123-A648-9917-41E92E98A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356"/>
              <a:ext cx="174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2" name="Line 518">
              <a:extLst>
                <a:ext uri="{FF2B5EF4-FFF2-40B4-BE49-F238E27FC236}">
                  <a16:creationId xmlns:a16="http://schemas.microsoft.com/office/drawing/2014/main" id="{61BFD715-4EE6-F742-AB18-C1B789EDDA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603"/>
              <a:ext cx="1749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3" name="Line 519">
              <a:extLst>
                <a:ext uri="{FF2B5EF4-FFF2-40B4-BE49-F238E27FC236}">
                  <a16:creationId xmlns:a16="http://schemas.microsoft.com/office/drawing/2014/main" id="{044E85A4-C8C1-7B41-B0D8-3F7602A95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4" name="Line 520">
              <a:extLst>
                <a:ext uri="{FF2B5EF4-FFF2-40B4-BE49-F238E27FC236}">
                  <a16:creationId xmlns:a16="http://schemas.microsoft.com/office/drawing/2014/main" id="{9B42449E-2FCB-A142-A82D-C224868AB6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0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5" name="Line 521">
              <a:extLst>
                <a:ext uri="{FF2B5EF4-FFF2-40B4-BE49-F238E27FC236}">
                  <a16:creationId xmlns:a16="http://schemas.microsoft.com/office/drawing/2014/main" id="{1302B7C3-AD38-F24B-9710-76E36DEDC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6" name="Line 522">
              <a:extLst>
                <a:ext uri="{FF2B5EF4-FFF2-40B4-BE49-F238E27FC236}">
                  <a16:creationId xmlns:a16="http://schemas.microsoft.com/office/drawing/2014/main" id="{3EA94D1B-3BB2-4146-ADF6-59209F3AF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9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7" name="Line 523">
              <a:extLst>
                <a:ext uri="{FF2B5EF4-FFF2-40B4-BE49-F238E27FC236}">
                  <a16:creationId xmlns:a16="http://schemas.microsoft.com/office/drawing/2014/main" id="{DBA2788F-9B63-3947-9106-8A110456E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8" name="Line 524">
              <a:extLst>
                <a:ext uri="{FF2B5EF4-FFF2-40B4-BE49-F238E27FC236}">
                  <a16:creationId xmlns:a16="http://schemas.microsoft.com/office/drawing/2014/main" id="{84F7E7C4-02F4-5E43-AADC-1F95C1757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" y="1356"/>
              <a:ext cx="1" cy="14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49" name="Freeform 525">
              <a:extLst>
                <a:ext uri="{FF2B5EF4-FFF2-40B4-BE49-F238E27FC236}">
                  <a16:creationId xmlns:a16="http://schemas.microsoft.com/office/drawing/2014/main" id="{161DEFCC-40DC-734B-8567-A5E312F32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586"/>
              <a:ext cx="1617" cy="1086"/>
            </a:xfrm>
            <a:custGeom>
              <a:avLst/>
              <a:gdLst>
                <a:gd name="T0" fmla="*/ 0 w 12933"/>
                <a:gd name="T1" fmla="*/ 13 h 8684"/>
                <a:gd name="T2" fmla="*/ 0 w 12933"/>
                <a:gd name="T3" fmla="*/ 10 h 8684"/>
                <a:gd name="T4" fmla="*/ 4 w 12933"/>
                <a:gd name="T5" fmla="*/ 14 h 8684"/>
                <a:gd name="T6" fmla="*/ 10 w 12933"/>
                <a:gd name="T7" fmla="*/ 5 h 8684"/>
                <a:gd name="T8" fmla="*/ 16 w 12933"/>
                <a:gd name="T9" fmla="*/ 10 h 8684"/>
                <a:gd name="T10" fmla="*/ 22 w 12933"/>
                <a:gd name="T11" fmla="*/ 2 h 8684"/>
                <a:gd name="T12" fmla="*/ 21 w 12933"/>
                <a:gd name="T13" fmla="*/ 2 h 8684"/>
                <a:gd name="T14" fmla="*/ 25 w 12933"/>
                <a:gd name="T15" fmla="*/ 0 h 8684"/>
                <a:gd name="T16" fmla="*/ 25 w 12933"/>
                <a:gd name="T17" fmla="*/ 5 h 8684"/>
                <a:gd name="T18" fmla="*/ 24 w 12933"/>
                <a:gd name="T19" fmla="*/ 4 h 8684"/>
                <a:gd name="T20" fmla="*/ 17 w 12933"/>
                <a:gd name="T21" fmla="*/ 13 h 8684"/>
                <a:gd name="T22" fmla="*/ 11 w 12933"/>
                <a:gd name="T23" fmla="*/ 8 h 8684"/>
                <a:gd name="T24" fmla="*/ 5 w 12933"/>
                <a:gd name="T25" fmla="*/ 17 h 8684"/>
                <a:gd name="T26" fmla="*/ 0 w 12933"/>
                <a:gd name="T27" fmla="*/ 13 h 86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933"/>
                <a:gd name="T43" fmla="*/ 0 h 8684"/>
                <a:gd name="T44" fmla="*/ 12933 w 12933"/>
                <a:gd name="T45" fmla="*/ 8684 h 868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933" h="8684">
                  <a:moveTo>
                    <a:pt x="0" y="6507"/>
                  </a:moveTo>
                  <a:lnTo>
                    <a:pt x="0" y="4954"/>
                  </a:lnTo>
                  <a:lnTo>
                    <a:pt x="2131" y="6888"/>
                  </a:lnTo>
                  <a:lnTo>
                    <a:pt x="5185" y="2420"/>
                  </a:lnTo>
                  <a:lnTo>
                    <a:pt x="8230" y="5026"/>
                  </a:lnTo>
                  <a:lnTo>
                    <a:pt x="11191" y="1240"/>
                  </a:lnTo>
                  <a:lnTo>
                    <a:pt x="10466" y="804"/>
                  </a:lnTo>
                  <a:lnTo>
                    <a:pt x="12933" y="0"/>
                  </a:lnTo>
                  <a:lnTo>
                    <a:pt x="12933" y="2359"/>
                  </a:lnTo>
                  <a:lnTo>
                    <a:pt x="12256" y="1926"/>
                  </a:lnTo>
                  <a:lnTo>
                    <a:pt x="8471" y="6764"/>
                  </a:lnTo>
                  <a:lnTo>
                    <a:pt x="5432" y="4161"/>
                  </a:lnTo>
                  <a:lnTo>
                    <a:pt x="2371" y="8684"/>
                  </a:lnTo>
                  <a:lnTo>
                    <a:pt x="0" y="6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850" name="Freeform 526">
              <a:extLst>
                <a:ext uri="{FF2B5EF4-FFF2-40B4-BE49-F238E27FC236}">
                  <a16:creationId xmlns:a16="http://schemas.microsoft.com/office/drawing/2014/main" id="{7FDC9523-A3BA-E641-BD3F-6798FF43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501"/>
              <a:ext cx="1617" cy="1084"/>
            </a:xfrm>
            <a:custGeom>
              <a:avLst/>
              <a:gdLst>
                <a:gd name="T0" fmla="*/ 0 w 12933"/>
                <a:gd name="T1" fmla="*/ 13 h 8676"/>
                <a:gd name="T2" fmla="*/ 0 w 12933"/>
                <a:gd name="T3" fmla="*/ 10 h 8676"/>
                <a:gd name="T4" fmla="*/ 4 w 12933"/>
                <a:gd name="T5" fmla="*/ 13 h 8676"/>
                <a:gd name="T6" fmla="*/ 10 w 12933"/>
                <a:gd name="T7" fmla="*/ 5 h 8676"/>
                <a:gd name="T8" fmla="*/ 16 w 12933"/>
                <a:gd name="T9" fmla="*/ 10 h 8676"/>
                <a:gd name="T10" fmla="*/ 22 w 12933"/>
                <a:gd name="T11" fmla="*/ 2 h 8676"/>
                <a:gd name="T12" fmla="*/ 21 w 12933"/>
                <a:gd name="T13" fmla="*/ 2 h 8676"/>
                <a:gd name="T14" fmla="*/ 25 w 12933"/>
                <a:gd name="T15" fmla="*/ 0 h 8676"/>
                <a:gd name="T16" fmla="*/ 25 w 12933"/>
                <a:gd name="T17" fmla="*/ 5 h 8676"/>
                <a:gd name="T18" fmla="*/ 24 w 12933"/>
                <a:gd name="T19" fmla="*/ 4 h 8676"/>
                <a:gd name="T20" fmla="*/ 17 w 12933"/>
                <a:gd name="T21" fmla="*/ 13 h 8676"/>
                <a:gd name="T22" fmla="*/ 11 w 12933"/>
                <a:gd name="T23" fmla="*/ 8 h 8676"/>
                <a:gd name="T24" fmla="*/ 5 w 12933"/>
                <a:gd name="T25" fmla="*/ 17 h 8676"/>
                <a:gd name="T26" fmla="*/ 0 w 12933"/>
                <a:gd name="T27" fmla="*/ 13 h 86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933"/>
                <a:gd name="T43" fmla="*/ 0 h 8676"/>
                <a:gd name="T44" fmla="*/ 12933 w 12933"/>
                <a:gd name="T45" fmla="*/ 8676 h 867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933" h="8676">
                  <a:moveTo>
                    <a:pt x="0" y="6503"/>
                  </a:moveTo>
                  <a:lnTo>
                    <a:pt x="0" y="4950"/>
                  </a:lnTo>
                  <a:lnTo>
                    <a:pt x="2131" y="6882"/>
                  </a:lnTo>
                  <a:lnTo>
                    <a:pt x="5185" y="2421"/>
                  </a:lnTo>
                  <a:lnTo>
                    <a:pt x="8230" y="5022"/>
                  </a:lnTo>
                  <a:lnTo>
                    <a:pt x="11191" y="1249"/>
                  </a:lnTo>
                  <a:lnTo>
                    <a:pt x="10466" y="806"/>
                  </a:lnTo>
                  <a:lnTo>
                    <a:pt x="12933" y="0"/>
                  </a:lnTo>
                  <a:lnTo>
                    <a:pt x="12933" y="2351"/>
                  </a:lnTo>
                  <a:lnTo>
                    <a:pt x="12256" y="1923"/>
                  </a:lnTo>
                  <a:lnTo>
                    <a:pt x="8471" y="6760"/>
                  </a:lnTo>
                  <a:lnTo>
                    <a:pt x="5432" y="4156"/>
                  </a:lnTo>
                  <a:lnTo>
                    <a:pt x="2371" y="8676"/>
                  </a:lnTo>
                  <a:lnTo>
                    <a:pt x="0" y="650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Rectangle 2">
            <a:extLst>
              <a:ext uri="{FF2B5EF4-FFF2-40B4-BE49-F238E27FC236}">
                <a16:creationId xmlns:a16="http://schemas.microsoft.com/office/drawing/2014/main" id="{389FDFAA-B25F-3B42-BCAA-0ED9ED0D69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Atividade de atualizar o plano de fim de vida</a:t>
            </a:r>
          </a:p>
        </p:txBody>
      </p:sp>
      <p:sp>
        <p:nvSpPr>
          <p:cNvPr id="79874" name="Rectangle 3">
            <a:extLst>
              <a:ext uri="{FF2B5EF4-FFF2-40B4-BE49-F238E27FC236}">
                <a16:creationId xmlns:a16="http://schemas.microsoft.com/office/drawing/2014/main" id="{AB845522-73DC-E043-A838-A4BA9C89E0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12713" y="887413"/>
            <a:ext cx="8459787" cy="2809875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pt-BR" altLang="pt-BR"/>
              <a:t>plano criado dentro da fase de projeto detalhado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/>
              <a:t>atualizado durante todo o desenvolvimento e ciclo de vida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/>
              <a:t>é congelado nesta fase</a:t>
            </a:r>
          </a:p>
          <a:p>
            <a:pPr eaLnBrk="1" hangingPunct="1">
              <a:lnSpc>
                <a:spcPct val="90000"/>
              </a:lnSpc>
            </a:pPr>
            <a:r>
              <a:rPr lang="pt-BR" altLang="pt-BR"/>
              <a:t>acionado na macro-fase de pós desenvolvimento, no capítulo 15 </a:t>
            </a:r>
          </a:p>
        </p:txBody>
      </p:sp>
      <p:pic>
        <p:nvPicPr>
          <p:cNvPr id="79875" name="Picture 4">
            <a:extLst>
              <a:ext uri="{FF2B5EF4-FFF2-40B4-BE49-F238E27FC236}">
                <a16:creationId xmlns:a16="http://schemas.microsoft.com/office/drawing/2014/main" id="{968C021C-97B4-3541-9E55-E799552067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2075" y="3929063"/>
            <a:ext cx="3295650" cy="24717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9876" name="Freeform 6">
            <a:extLst>
              <a:ext uri="{FF2B5EF4-FFF2-40B4-BE49-F238E27FC236}">
                <a16:creationId xmlns:a16="http://schemas.microsoft.com/office/drawing/2014/main" id="{A4D0F495-AAC7-4646-9FF6-426D2D7856BF}"/>
              </a:ext>
            </a:extLst>
          </p:cNvPr>
          <p:cNvSpPr>
            <a:spLocks/>
          </p:cNvSpPr>
          <p:nvPr/>
        </p:nvSpPr>
        <p:spPr bwMode="auto">
          <a:xfrm>
            <a:off x="1646238" y="3586163"/>
            <a:ext cx="3368675" cy="1890712"/>
          </a:xfrm>
          <a:custGeom>
            <a:avLst/>
            <a:gdLst>
              <a:gd name="T0" fmla="*/ 2147483646 w 2122"/>
              <a:gd name="T1" fmla="*/ 0 h 1191"/>
              <a:gd name="T2" fmla="*/ 2147483646 w 2122"/>
              <a:gd name="T3" fmla="*/ 2147483646 h 1191"/>
              <a:gd name="T4" fmla="*/ 2147483646 w 2122"/>
              <a:gd name="T5" fmla="*/ 2147483646 h 1191"/>
              <a:gd name="T6" fmla="*/ 2147483646 w 2122"/>
              <a:gd name="T7" fmla="*/ 2147483646 h 1191"/>
              <a:gd name="T8" fmla="*/ 2147483646 w 2122"/>
              <a:gd name="T9" fmla="*/ 2147483646 h 11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22"/>
              <a:gd name="T16" fmla="*/ 0 h 1191"/>
              <a:gd name="T17" fmla="*/ 2122 w 2122"/>
              <a:gd name="T18" fmla="*/ 1191 h 11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22" h="1191">
                <a:moveTo>
                  <a:pt x="70" y="0"/>
                </a:moveTo>
                <a:cubicBezTo>
                  <a:pt x="35" y="128"/>
                  <a:pt x="0" y="257"/>
                  <a:pt x="106" y="405"/>
                </a:cubicBezTo>
                <a:cubicBezTo>
                  <a:pt x="212" y="553"/>
                  <a:pt x="435" y="767"/>
                  <a:pt x="709" y="891"/>
                </a:cubicBezTo>
                <a:cubicBezTo>
                  <a:pt x="983" y="1015"/>
                  <a:pt x="1518" y="1113"/>
                  <a:pt x="1753" y="1152"/>
                </a:cubicBezTo>
                <a:cubicBezTo>
                  <a:pt x="1988" y="1191"/>
                  <a:pt x="2055" y="1158"/>
                  <a:pt x="2122" y="1125"/>
                </a:cubicBez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2">
            <a:extLst>
              <a:ext uri="{FF2B5EF4-FFF2-40B4-BE49-F238E27FC236}">
                <a16:creationId xmlns:a16="http://schemas.microsoft.com/office/drawing/2014/main" id="{058C5FFE-61FB-4343-9FF4-2EDAC38EB6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Macro-fase de pós-desenvolvimento</a:t>
            </a:r>
          </a:p>
        </p:txBody>
      </p:sp>
      <p:grpSp>
        <p:nvGrpSpPr>
          <p:cNvPr id="81922" name="Group 3">
            <a:extLst>
              <a:ext uri="{FF2B5EF4-FFF2-40B4-BE49-F238E27FC236}">
                <a16:creationId xmlns:a16="http://schemas.microsoft.com/office/drawing/2014/main" id="{383AD9E4-C1D2-064D-B278-6F30E8A9123B}"/>
              </a:ext>
            </a:extLst>
          </p:cNvPr>
          <p:cNvGrpSpPr>
            <a:grpSpLocks/>
          </p:cNvGrpSpPr>
          <p:nvPr/>
        </p:nvGrpSpPr>
        <p:grpSpPr bwMode="auto">
          <a:xfrm>
            <a:off x="33338" y="844550"/>
            <a:ext cx="9110662" cy="6000750"/>
            <a:chOff x="21" y="442"/>
            <a:chExt cx="5739" cy="3780"/>
          </a:xfrm>
        </p:grpSpPr>
        <p:sp>
          <p:nvSpPr>
            <p:cNvPr id="81923" name="Text Box 4">
              <a:extLst>
                <a:ext uri="{FF2B5EF4-FFF2-40B4-BE49-F238E27FC236}">
                  <a16:creationId xmlns:a16="http://schemas.microsoft.com/office/drawing/2014/main" id="{241AEEDB-F1E8-3144-9C73-9E232E86F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4" y="2949"/>
              <a:ext cx="806" cy="42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50000"/>
                </a:spcBef>
                <a:buFontTx/>
                <a:buNone/>
              </a:pPr>
              <a:r>
                <a:rPr lang="pt-BR" altLang="pt-BR" sz="1400" b="1">
                  <a:solidFill>
                    <a:srgbClr val="00FF00"/>
                  </a:solidFill>
                </a:rPr>
                <a:t>vida de um produto junto ao cliente</a:t>
              </a:r>
            </a:p>
          </p:txBody>
        </p:sp>
        <p:sp>
          <p:nvSpPr>
            <p:cNvPr id="81924" name="Rectangle 5">
              <a:extLst>
                <a:ext uri="{FF2B5EF4-FFF2-40B4-BE49-F238E27FC236}">
                  <a16:creationId xmlns:a16="http://schemas.microsoft.com/office/drawing/2014/main" id="{EB58E460-CF90-DE4A-898B-97D6CADF7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" y="442"/>
              <a:ext cx="2928" cy="841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1925" name="Freeform 6">
              <a:extLst>
                <a:ext uri="{FF2B5EF4-FFF2-40B4-BE49-F238E27FC236}">
                  <a16:creationId xmlns:a16="http://schemas.microsoft.com/office/drawing/2014/main" id="{004C0B92-5027-424B-B27E-00163B970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" y="1068"/>
              <a:ext cx="1966" cy="867"/>
            </a:xfrm>
            <a:custGeom>
              <a:avLst/>
              <a:gdLst>
                <a:gd name="T0" fmla="*/ 0 w 1966"/>
                <a:gd name="T1" fmla="*/ 867 h 867"/>
                <a:gd name="T2" fmla="*/ 61 w 1966"/>
                <a:gd name="T3" fmla="*/ 15 h 867"/>
                <a:gd name="T4" fmla="*/ 1966 w 1966"/>
                <a:gd name="T5" fmla="*/ 0 h 867"/>
                <a:gd name="T6" fmla="*/ 1067 w 1966"/>
                <a:gd name="T7" fmla="*/ 867 h 8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66"/>
                <a:gd name="T13" fmla="*/ 0 h 867"/>
                <a:gd name="T14" fmla="*/ 1966 w 1966"/>
                <a:gd name="T15" fmla="*/ 867 h 8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66" h="867">
                  <a:moveTo>
                    <a:pt x="0" y="867"/>
                  </a:moveTo>
                  <a:lnTo>
                    <a:pt x="61" y="15"/>
                  </a:lnTo>
                  <a:lnTo>
                    <a:pt x="1966" y="0"/>
                  </a:lnTo>
                  <a:lnTo>
                    <a:pt x="1067" y="867"/>
                  </a:lnTo>
                </a:path>
              </a:pathLst>
            </a:custGeom>
            <a:gradFill rotWithShape="0">
              <a:gsLst>
                <a:gs pos="0">
                  <a:srgbClr val="99CCFF"/>
                </a:gs>
                <a:gs pos="100000">
                  <a:srgbClr val="FFFF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1176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pt-BR"/>
            </a:p>
          </p:txBody>
        </p:sp>
        <p:sp>
          <p:nvSpPr>
            <p:cNvPr id="81926" name="Text Box 7">
              <a:extLst>
                <a:ext uri="{FF2B5EF4-FFF2-40B4-BE49-F238E27FC236}">
                  <a16:creationId xmlns:a16="http://schemas.microsoft.com/office/drawing/2014/main" id="{3103718A-F3A5-CA4D-A73D-BE42A9C24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2" y="453"/>
              <a:ext cx="2227" cy="67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 u="sng">
                  <a:solidFill>
                    <a:srgbClr val="000000"/>
                  </a:solidFill>
                </a:rPr>
                <a:t>Receber o produto de volta</a:t>
              </a:r>
              <a:r>
                <a:rPr lang="pt-BR" altLang="pt-BR" sz="1400">
                  <a:solidFill>
                    <a:srgbClr val="000000"/>
                  </a:solidFill>
                </a:rPr>
                <a:t>:</a:t>
              </a:r>
            </a:p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reutilizar</a:t>
              </a:r>
            </a:p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remanufaturar</a:t>
              </a:r>
            </a:p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reciclar</a:t>
              </a:r>
            </a:p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descartar </a:t>
              </a:r>
            </a:p>
          </p:txBody>
        </p:sp>
        <p:sp>
          <p:nvSpPr>
            <p:cNvPr id="81927" name="Freeform 8">
              <a:extLst>
                <a:ext uri="{FF2B5EF4-FFF2-40B4-BE49-F238E27FC236}">
                  <a16:creationId xmlns:a16="http://schemas.microsoft.com/office/drawing/2014/main" id="{8CD796A3-57BB-7649-ADB7-3343AFD1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175"/>
              <a:ext cx="4477" cy="776"/>
            </a:xfrm>
            <a:custGeom>
              <a:avLst/>
              <a:gdLst>
                <a:gd name="T0" fmla="*/ 0 w 4477"/>
                <a:gd name="T1" fmla="*/ 753 h 776"/>
                <a:gd name="T2" fmla="*/ 967 w 4477"/>
                <a:gd name="T3" fmla="*/ 0 h 776"/>
                <a:gd name="T4" fmla="*/ 1789 w 4477"/>
                <a:gd name="T5" fmla="*/ 0 h 776"/>
                <a:gd name="T6" fmla="*/ 4477 w 4477"/>
                <a:gd name="T7" fmla="*/ 776 h 7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77"/>
                <a:gd name="T13" fmla="*/ 0 h 776"/>
                <a:gd name="T14" fmla="*/ 4477 w 4477"/>
                <a:gd name="T15" fmla="*/ 776 h 7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77" h="776">
                  <a:moveTo>
                    <a:pt x="0" y="753"/>
                  </a:moveTo>
                  <a:lnTo>
                    <a:pt x="967" y="0"/>
                  </a:lnTo>
                  <a:lnTo>
                    <a:pt x="1789" y="0"/>
                  </a:lnTo>
                  <a:lnTo>
                    <a:pt x="4477" y="776"/>
                  </a:lnTo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 lIns="72000" tIns="0" rIns="72000" bIns="0" anchor="ctr"/>
            <a:lstStyle/>
            <a:p>
              <a:endParaRPr lang="pt-BR"/>
            </a:p>
          </p:txBody>
        </p:sp>
        <p:sp>
          <p:nvSpPr>
            <p:cNvPr id="81928" name="Text Box 9">
              <a:extLst>
                <a:ext uri="{FF2B5EF4-FFF2-40B4-BE49-F238E27FC236}">
                  <a16:creationId xmlns:a16="http://schemas.microsoft.com/office/drawing/2014/main" id="{E4F52825-D869-EB4F-AF45-293F9CE80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" y="3861"/>
              <a:ext cx="691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 tIns="0" rIns="18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Liberação</a:t>
              </a:r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da produção</a:t>
              </a:r>
              <a:endParaRPr lang="en-US" altLang="pt-BR" sz="1400" b="1"/>
            </a:p>
          </p:txBody>
        </p:sp>
        <p:sp>
          <p:nvSpPr>
            <p:cNvPr id="81929" name="Text Box 10">
              <a:extLst>
                <a:ext uri="{FF2B5EF4-FFF2-40B4-BE49-F238E27FC236}">
                  <a16:creationId xmlns:a16="http://schemas.microsoft.com/office/drawing/2014/main" id="{400B9EE0-4CBD-C047-9D5B-FBB5D72F3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0" y="3861"/>
              <a:ext cx="455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tIns="0" rIns="18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Fim da vida</a:t>
              </a:r>
              <a:endParaRPr lang="en-US" altLang="pt-BR" sz="1400" b="1">
                <a:latin typeface="Times New Roman" panose="02020603050405020304" pitchFamily="18" charset="0"/>
              </a:endParaRPr>
            </a:p>
          </p:txBody>
        </p:sp>
        <p:sp>
          <p:nvSpPr>
            <p:cNvPr id="81930" name="Text Box 11">
              <a:extLst>
                <a:ext uri="{FF2B5EF4-FFF2-40B4-BE49-F238E27FC236}">
                  <a16:creationId xmlns:a16="http://schemas.microsoft.com/office/drawing/2014/main" id="{C1C1F85D-4DE5-4747-9C12-69D1A2E9D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" y="3860"/>
              <a:ext cx="431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 tIns="0" rIns="18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Início:</a:t>
              </a:r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1a idéia</a:t>
              </a:r>
              <a:endParaRPr lang="en-US" altLang="pt-BR" sz="1400" b="1"/>
            </a:p>
          </p:txBody>
        </p:sp>
        <p:sp>
          <p:nvSpPr>
            <p:cNvPr id="81931" name="Text Box 12">
              <a:extLst>
                <a:ext uri="{FF2B5EF4-FFF2-40B4-BE49-F238E27FC236}">
                  <a16:creationId xmlns:a16="http://schemas.microsoft.com/office/drawing/2014/main" id="{BF2ED521-F81F-5D45-A6AA-31A1350FC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7" y="3860"/>
              <a:ext cx="615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tIns="0" rIns="18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/>
                <a:t>Final da produção </a:t>
              </a:r>
              <a:endParaRPr lang="en-US" altLang="pt-BR" sz="1400" b="1"/>
            </a:p>
          </p:txBody>
        </p:sp>
        <p:grpSp>
          <p:nvGrpSpPr>
            <p:cNvPr id="81932" name="Group 13">
              <a:extLst>
                <a:ext uri="{FF2B5EF4-FFF2-40B4-BE49-F238E27FC236}">
                  <a16:creationId xmlns:a16="http://schemas.microsoft.com/office/drawing/2014/main" id="{19D2267D-4E9B-1D4E-96F8-A7725D0E27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" y="1916"/>
              <a:ext cx="4917" cy="1952"/>
              <a:chOff x="106" y="1770"/>
              <a:chExt cx="4917" cy="2098"/>
            </a:xfrm>
          </p:grpSpPr>
          <p:sp>
            <p:nvSpPr>
              <p:cNvPr id="82118" name="Rectangle 14">
                <a:extLst>
                  <a:ext uri="{FF2B5EF4-FFF2-40B4-BE49-F238E27FC236}">
                    <a16:creationId xmlns:a16="http://schemas.microsoft.com/office/drawing/2014/main" id="{097F80F9-07F8-A843-AA2A-7AE88A8FC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1770"/>
                <a:ext cx="2653" cy="2039"/>
              </a:xfrm>
              <a:prstGeom prst="rect">
                <a:avLst/>
              </a:prstGeom>
              <a:solidFill>
                <a:srgbClr val="FFFFCC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  <a:buFontTx/>
                  <a:buNone/>
                </a:pPr>
                <a:endParaRPr lang="en-US" altLang="pt-BR" sz="1800" i="1">
                  <a:solidFill>
                    <a:srgbClr val="0033CC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119" name="Rectangle 15">
                <a:extLst>
                  <a:ext uri="{FF2B5EF4-FFF2-40B4-BE49-F238E27FC236}">
                    <a16:creationId xmlns:a16="http://schemas.microsoft.com/office/drawing/2014/main" id="{D654C839-C3EE-5E41-919E-694DD1F5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70"/>
                <a:ext cx="1092" cy="2039"/>
              </a:xfrm>
              <a:prstGeom prst="rect">
                <a:avLst/>
              </a:prstGeom>
              <a:solidFill>
                <a:srgbClr val="FFFFCC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  <a:buFontTx/>
                  <a:buNone/>
                </a:pPr>
                <a:endParaRPr lang="en-US" altLang="pt-BR" sz="1800" i="1">
                  <a:solidFill>
                    <a:srgbClr val="0033CC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120" name="Rectangle 16">
                <a:extLst>
                  <a:ext uri="{FF2B5EF4-FFF2-40B4-BE49-F238E27FC236}">
                    <a16:creationId xmlns:a16="http://schemas.microsoft.com/office/drawing/2014/main" id="{AB7A2E66-B5F9-D142-A37F-DA8574103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" y="1770"/>
                <a:ext cx="1084" cy="2039"/>
              </a:xfrm>
              <a:prstGeom prst="rect">
                <a:avLst/>
              </a:prstGeom>
              <a:solidFill>
                <a:srgbClr val="FFFFCC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  <a:buFontTx/>
                  <a:buNone/>
                </a:pPr>
                <a:endParaRPr lang="en-US" altLang="pt-BR" sz="1800" i="1">
                  <a:solidFill>
                    <a:srgbClr val="0033CC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121" name="Oval 17">
                <a:extLst>
                  <a:ext uri="{FF2B5EF4-FFF2-40B4-BE49-F238E27FC236}">
                    <a16:creationId xmlns:a16="http://schemas.microsoft.com/office/drawing/2014/main" id="{0ED3CF52-B8F6-714C-8916-2866DAE08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" y="3744"/>
                <a:ext cx="104" cy="115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18000" tIns="0" rIns="18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82122" name="Oval 18">
                <a:extLst>
                  <a:ext uri="{FF2B5EF4-FFF2-40B4-BE49-F238E27FC236}">
                    <a16:creationId xmlns:a16="http://schemas.microsoft.com/office/drawing/2014/main" id="{CE4FE448-DE01-D144-9982-AB3014CF5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3744"/>
                <a:ext cx="105" cy="115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18000" tIns="0" rIns="18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82123" name="Line 19">
                <a:extLst>
                  <a:ext uri="{FF2B5EF4-FFF2-40B4-BE49-F238E27FC236}">
                    <a16:creationId xmlns:a16="http://schemas.microsoft.com/office/drawing/2014/main" id="{7C89F120-5C41-2E45-A88A-CC6EC84B0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" y="3809"/>
                <a:ext cx="483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18000" tIns="0" rIns="18000" bIns="0" anchor="ctr">
                <a:spAutoFit/>
              </a:bodyPr>
              <a:lstStyle/>
              <a:p>
                <a:endParaRPr lang="pt-BR"/>
              </a:p>
            </p:txBody>
          </p:sp>
          <p:sp>
            <p:nvSpPr>
              <p:cNvPr id="82124" name="Oval 20">
                <a:extLst>
                  <a:ext uri="{FF2B5EF4-FFF2-40B4-BE49-F238E27FC236}">
                    <a16:creationId xmlns:a16="http://schemas.microsoft.com/office/drawing/2014/main" id="{57FFB442-6032-004B-B107-74CA72666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3754"/>
                <a:ext cx="105" cy="11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18000" tIns="0" rIns="18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82125" name="Oval 21">
                <a:extLst>
                  <a:ext uri="{FF2B5EF4-FFF2-40B4-BE49-F238E27FC236}">
                    <a16:creationId xmlns:a16="http://schemas.microsoft.com/office/drawing/2014/main" id="{6E64295F-922B-024B-8BB6-2B92241F4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3752"/>
                <a:ext cx="105" cy="115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18000" tIns="0" rIns="18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</p:grpSp>
        <p:grpSp>
          <p:nvGrpSpPr>
            <p:cNvPr id="81933" name="Group 22">
              <a:extLst>
                <a:ext uri="{FF2B5EF4-FFF2-40B4-BE49-F238E27FC236}">
                  <a16:creationId xmlns:a16="http://schemas.microsoft.com/office/drawing/2014/main" id="{6C101E02-D908-4F46-A8DF-E2362A570A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" y="617"/>
              <a:ext cx="2886" cy="590"/>
              <a:chOff x="1454" y="617"/>
              <a:chExt cx="2886" cy="590"/>
            </a:xfrm>
          </p:grpSpPr>
          <p:sp>
            <p:nvSpPr>
              <p:cNvPr id="82083" name="AutoShape 23">
                <a:extLst>
                  <a:ext uri="{FF2B5EF4-FFF2-40B4-BE49-F238E27FC236}">
                    <a16:creationId xmlns:a16="http://schemas.microsoft.com/office/drawing/2014/main" id="{639A4BB4-5479-BF47-B283-0CA3C0A98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8" y="618"/>
                <a:ext cx="1350" cy="136"/>
              </a:xfrm>
              <a:prstGeom prst="chevron">
                <a:avLst>
                  <a:gd name="adj" fmla="val 31204"/>
                </a:avLst>
              </a:prstGeom>
              <a:solidFill>
                <a:srgbClr val="FFFF00"/>
              </a:solidFill>
              <a:ln w="11176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pt-BR" altLang="pt-BR" sz="1400" b="1">
                    <a:solidFill>
                      <a:srgbClr val="000000"/>
                    </a:solidFill>
                  </a:rPr>
                  <a:t>Desenvolvimento</a:t>
                </a:r>
              </a:p>
            </p:txBody>
          </p:sp>
          <p:sp>
            <p:nvSpPr>
              <p:cNvPr id="82084" name="AutoShape 24">
                <a:extLst>
                  <a:ext uri="{FF2B5EF4-FFF2-40B4-BE49-F238E27FC236}">
                    <a16:creationId xmlns:a16="http://schemas.microsoft.com/office/drawing/2014/main" id="{3F79B117-BA53-8840-8ABC-3E6502C57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619"/>
                <a:ext cx="864" cy="136"/>
              </a:xfrm>
              <a:prstGeom prst="chevron">
                <a:avLst>
                  <a:gd name="adj" fmla="val 28176"/>
                </a:avLst>
              </a:prstGeom>
              <a:solidFill>
                <a:srgbClr val="FFCC99"/>
              </a:solidFill>
              <a:ln w="11176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pt-BR" altLang="pt-BR" sz="1400" b="1">
                    <a:solidFill>
                      <a:srgbClr val="000000"/>
                    </a:solidFill>
                  </a:rPr>
                  <a:t>Pós</a:t>
                </a:r>
              </a:p>
            </p:txBody>
          </p:sp>
          <p:sp>
            <p:nvSpPr>
              <p:cNvPr id="82085" name="Rectangle 25">
                <a:extLst>
                  <a:ext uri="{FF2B5EF4-FFF2-40B4-BE49-F238E27FC236}">
                    <a16:creationId xmlns:a16="http://schemas.microsoft.com/office/drawing/2014/main" id="{1741042A-100B-8447-84AE-21C3ACBC2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657"/>
                <a:ext cx="85" cy="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cxnSp>
            <p:nvCxnSpPr>
              <p:cNvPr id="82086" name="AutoShape 26">
                <a:extLst>
                  <a:ext uri="{FF2B5EF4-FFF2-40B4-BE49-F238E27FC236}">
                    <a16:creationId xmlns:a16="http://schemas.microsoft.com/office/drawing/2014/main" id="{F15B8FE8-F9E2-D149-8E6B-60633BD216F6}"/>
                  </a:ext>
                </a:extLst>
              </p:cNvPr>
              <p:cNvCxnSpPr>
                <a:cxnSpLocks noChangeShapeType="1"/>
                <a:stCxn id="82084" idx="0"/>
                <a:endCxn id="82087" idx="0"/>
              </p:cNvCxnSpPr>
              <p:nvPr/>
            </p:nvCxnSpPr>
            <p:spPr bwMode="auto">
              <a:xfrm rot="-5400000" flipH="1" flipV="1">
                <a:off x="2831" y="-431"/>
                <a:ext cx="2" cy="2102"/>
              </a:xfrm>
              <a:prstGeom prst="bentConnector3">
                <a:avLst>
                  <a:gd name="adj1" fmla="val -4800000"/>
                </a:avLst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82087" name="AutoShape 27">
                <a:extLst>
                  <a:ext uri="{FF2B5EF4-FFF2-40B4-BE49-F238E27FC236}">
                    <a16:creationId xmlns:a16="http://schemas.microsoft.com/office/drawing/2014/main" id="{3EB350C9-C64D-3F44-83F6-DE39B318F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617"/>
                <a:ext cx="692" cy="142"/>
              </a:xfrm>
              <a:prstGeom prst="homePlate">
                <a:avLst>
                  <a:gd name="adj" fmla="val 26013"/>
                </a:avLst>
              </a:prstGeom>
              <a:solidFill>
                <a:srgbClr val="99CC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pt-BR" altLang="pt-BR" sz="1400" b="1">
                    <a:solidFill>
                      <a:srgbClr val="000000"/>
                    </a:solidFill>
                  </a:rPr>
                  <a:t>Pré</a:t>
                </a:r>
                <a:endParaRPr lang="pt-BR" altLang="pt-BR" sz="2000">
                  <a:solidFill>
                    <a:srgbClr val="000000"/>
                  </a:solidFill>
                </a:endParaRPr>
              </a:p>
            </p:txBody>
          </p:sp>
          <p:sp>
            <p:nvSpPr>
              <p:cNvPr id="82088" name="AutoShape 28">
                <a:extLst>
                  <a:ext uri="{FF2B5EF4-FFF2-40B4-BE49-F238E27FC236}">
                    <a16:creationId xmlns:a16="http://schemas.microsoft.com/office/drawing/2014/main" id="{72E8CE43-3E58-104B-8002-84BC2182C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788"/>
                <a:ext cx="434" cy="360"/>
              </a:xfrm>
              <a:prstGeom prst="chevron">
                <a:avLst>
                  <a:gd name="adj" fmla="val 11453"/>
                </a:avLst>
              </a:prstGeom>
              <a:solidFill>
                <a:srgbClr val="99CCFF"/>
              </a:solidFill>
              <a:ln w="11176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1400"/>
              </a:p>
            </p:txBody>
          </p:sp>
          <p:grpSp>
            <p:nvGrpSpPr>
              <p:cNvPr id="82089" name="Group 29">
                <a:extLst>
                  <a:ext uri="{FF2B5EF4-FFF2-40B4-BE49-F238E27FC236}">
                    <a16:creationId xmlns:a16="http://schemas.microsoft.com/office/drawing/2014/main" id="{991E8E78-914A-4A4B-9C95-DBCEEB6E1C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6" y="779"/>
                <a:ext cx="934" cy="428"/>
                <a:chOff x="3406" y="779"/>
                <a:chExt cx="934" cy="428"/>
              </a:xfrm>
            </p:grpSpPr>
            <p:sp>
              <p:nvSpPr>
                <p:cNvPr id="82112" name="AutoShape 30">
                  <a:extLst>
                    <a:ext uri="{FF2B5EF4-FFF2-40B4-BE49-F238E27FC236}">
                      <a16:creationId xmlns:a16="http://schemas.microsoft.com/office/drawing/2014/main" id="{3D9DF26D-3F52-2C43-BE4B-8E9DB0EA06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6" y="779"/>
                  <a:ext cx="409" cy="381"/>
                </a:xfrm>
                <a:prstGeom prst="chevron">
                  <a:avLst>
                    <a:gd name="adj" fmla="val 12917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2113" name="AutoShape 31">
                  <a:extLst>
                    <a:ext uri="{FF2B5EF4-FFF2-40B4-BE49-F238E27FC236}">
                      <a16:creationId xmlns:a16="http://schemas.microsoft.com/office/drawing/2014/main" id="{A2824740-BEFC-7A4F-87F0-BB4F4E8A52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15" y="779"/>
                  <a:ext cx="413" cy="381"/>
                </a:xfrm>
                <a:prstGeom prst="chevron">
                  <a:avLst>
                    <a:gd name="adj" fmla="val 13043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2114" name="AutoShape 32">
                  <a:extLst>
                    <a:ext uri="{FF2B5EF4-FFF2-40B4-BE49-F238E27FC236}">
                      <a16:creationId xmlns:a16="http://schemas.microsoft.com/office/drawing/2014/main" id="{6F72D480-877F-4C44-B9DB-33B029F891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34" y="808"/>
                  <a:ext cx="412" cy="381"/>
                </a:xfrm>
                <a:prstGeom prst="chevron">
                  <a:avLst>
                    <a:gd name="adj" fmla="val 13011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2115" name="AutoShape 33">
                  <a:extLst>
                    <a:ext uri="{FF2B5EF4-FFF2-40B4-BE49-F238E27FC236}">
                      <a16:creationId xmlns:a16="http://schemas.microsoft.com/office/drawing/2014/main" id="{0772AD98-83D8-C840-BC4C-162B97B3E0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52" y="808"/>
                  <a:ext cx="413" cy="381"/>
                </a:xfrm>
                <a:prstGeom prst="chevron">
                  <a:avLst>
                    <a:gd name="adj" fmla="val 13043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2116" name="AutoShape 34">
                  <a:extLst>
                    <a:ext uri="{FF2B5EF4-FFF2-40B4-BE49-F238E27FC236}">
                      <a16:creationId xmlns:a16="http://schemas.microsoft.com/office/drawing/2014/main" id="{2C7BF569-6172-7040-A250-6746140A6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04" y="826"/>
                  <a:ext cx="436" cy="381"/>
                </a:xfrm>
                <a:prstGeom prst="chevron">
                  <a:avLst>
                    <a:gd name="adj" fmla="val 10585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144000" tIns="0" rIns="72000" bIns="0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17" name="AutoShape 35">
                  <a:extLst>
                    <a:ext uri="{FF2B5EF4-FFF2-40B4-BE49-F238E27FC236}">
                      <a16:creationId xmlns:a16="http://schemas.microsoft.com/office/drawing/2014/main" id="{A4DBAB28-990E-EE43-88C6-BFF715D72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66" y="826"/>
                  <a:ext cx="455" cy="381"/>
                </a:xfrm>
                <a:prstGeom prst="chevron">
                  <a:avLst>
                    <a:gd name="adj" fmla="val 10289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6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82090" name="Group 36">
                <a:extLst>
                  <a:ext uri="{FF2B5EF4-FFF2-40B4-BE49-F238E27FC236}">
                    <a16:creationId xmlns:a16="http://schemas.microsoft.com/office/drawing/2014/main" id="{66266B48-F74F-194C-AB31-B10C8766DC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84" y="774"/>
                <a:ext cx="1173" cy="186"/>
                <a:chOff x="1541" y="1272"/>
                <a:chExt cx="2268" cy="257"/>
              </a:xfrm>
            </p:grpSpPr>
            <p:sp>
              <p:nvSpPr>
                <p:cNvPr id="82107" name="AutoShape 37">
                  <a:extLst>
                    <a:ext uri="{FF2B5EF4-FFF2-40B4-BE49-F238E27FC236}">
                      <a16:creationId xmlns:a16="http://schemas.microsoft.com/office/drawing/2014/main" id="{6CAE7813-7951-424A-9E84-BF37449AB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8" name="AutoShape 38">
                  <a:extLst>
                    <a:ext uri="{FF2B5EF4-FFF2-40B4-BE49-F238E27FC236}">
                      <a16:creationId xmlns:a16="http://schemas.microsoft.com/office/drawing/2014/main" id="{C99705A1-AC4E-FB46-A4B4-F2C3A21B28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9" name="AutoShape 39">
                  <a:extLst>
                    <a:ext uri="{FF2B5EF4-FFF2-40B4-BE49-F238E27FC236}">
                      <a16:creationId xmlns:a16="http://schemas.microsoft.com/office/drawing/2014/main" id="{7E664FD9-DB3B-A84E-B67D-59C5A8CE82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10" name="AutoShape 40">
                  <a:extLst>
                    <a:ext uri="{FF2B5EF4-FFF2-40B4-BE49-F238E27FC236}">
                      <a16:creationId xmlns:a16="http://schemas.microsoft.com/office/drawing/2014/main" id="{3B001C7E-D90D-974A-AF47-CB69355562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11" name="AutoShape 41">
                  <a:extLst>
                    <a:ext uri="{FF2B5EF4-FFF2-40B4-BE49-F238E27FC236}">
                      <a16:creationId xmlns:a16="http://schemas.microsoft.com/office/drawing/2014/main" id="{0058680D-5B80-9F4B-976B-BE58D4039C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</p:grpSp>
          <p:grpSp>
            <p:nvGrpSpPr>
              <p:cNvPr id="82091" name="Group 42">
                <a:extLst>
                  <a:ext uri="{FF2B5EF4-FFF2-40B4-BE49-F238E27FC236}">
                    <a16:creationId xmlns:a16="http://schemas.microsoft.com/office/drawing/2014/main" id="{95B16E04-7A9D-2642-A290-743E44CE4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34" y="843"/>
                <a:ext cx="1172" cy="187"/>
                <a:chOff x="1541" y="1272"/>
                <a:chExt cx="2268" cy="257"/>
              </a:xfrm>
            </p:grpSpPr>
            <p:sp>
              <p:nvSpPr>
                <p:cNvPr id="82102" name="AutoShape 43">
                  <a:extLst>
                    <a:ext uri="{FF2B5EF4-FFF2-40B4-BE49-F238E27FC236}">
                      <a16:creationId xmlns:a16="http://schemas.microsoft.com/office/drawing/2014/main" id="{4679495A-16D9-364B-8C98-DD0191249F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3" name="AutoShape 44">
                  <a:extLst>
                    <a:ext uri="{FF2B5EF4-FFF2-40B4-BE49-F238E27FC236}">
                      <a16:creationId xmlns:a16="http://schemas.microsoft.com/office/drawing/2014/main" id="{FEFF33B5-22DB-E049-9E4A-7EECEBA860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4" name="AutoShape 45">
                  <a:extLst>
                    <a:ext uri="{FF2B5EF4-FFF2-40B4-BE49-F238E27FC236}">
                      <a16:creationId xmlns:a16="http://schemas.microsoft.com/office/drawing/2014/main" id="{3FA30756-70B3-E848-98D2-EB04E71398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5" name="AutoShape 46">
                  <a:extLst>
                    <a:ext uri="{FF2B5EF4-FFF2-40B4-BE49-F238E27FC236}">
                      <a16:creationId xmlns:a16="http://schemas.microsoft.com/office/drawing/2014/main" id="{0C38BB68-7C62-D544-ADFB-9A4FADE7E5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6" name="AutoShape 47">
                  <a:extLst>
                    <a:ext uri="{FF2B5EF4-FFF2-40B4-BE49-F238E27FC236}">
                      <a16:creationId xmlns:a16="http://schemas.microsoft.com/office/drawing/2014/main" id="{7CD33BC3-7E4F-4D49-B9EC-0BFFF76EA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</p:grpSp>
          <p:grpSp>
            <p:nvGrpSpPr>
              <p:cNvPr id="82092" name="Group 48">
                <a:extLst>
                  <a:ext uri="{FF2B5EF4-FFF2-40B4-BE49-F238E27FC236}">
                    <a16:creationId xmlns:a16="http://schemas.microsoft.com/office/drawing/2014/main" id="{6CAD4B45-1393-9241-B267-F7A5BBA2CD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913"/>
                <a:ext cx="1173" cy="187"/>
                <a:chOff x="1541" y="1272"/>
                <a:chExt cx="2268" cy="257"/>
              </a:xfrm>
            </p:grpSpPr>
            <p:sp>
              <p:nvSpPr>
                <p:cNvPr id="82097" name="AutoShape 49">
                  <a:extLst>
                    <a:ext uri="{FF2B5EF4-FFF2-40B4-BE49-F238E27FC236}">
                      <a16:creationId xmlns:a16="http://schemas.microsoft.com/office/drawing/2014/main" id="{8B27DFF8-7706-2D41-B16E-64CB9C2DE8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098" name="AutoShape 50">
                  <a:extLst>
                    <a:ext uri="{FF2B5EF4-FFF2-40B4-BE49-F238E27FC236}">
                      <a16:creationId xmlns:a16="http://schemas.microsoft.com/office/drawing/2014/main" id="{452E4CC4-DD28-EB43-B128-6D337CA100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099" name="AutoShape 51">
                  <a:extLst>
                    <a:ext uri="{FF2B5EF4-FFF2-40B4-BE49-F238E27FC236}">
                      <a16:creationId xmlns:a16="http://schemas.microsoft.com/office/drawing/2014/main" id="{F686B093-A3B4-DB48-A1B6-E81C6F8CF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0" name="AutoShape 52">
                  <a:extLst>
                    <a:ext uri="{FF2B5EF4-FFF2-40B4-BE49-F238E27FC236}">
                      <a16:creationId xmlns:a16="http://schemas.microsoft.com/office/drawing/2014/main" id="{B7D4F84A-B6E6-934B-B8D0-AE0218E21F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101" name="AutoShape 53">
                  <a:extLst>
                    <a:ext uri="{FF2B5EF4-FFF2-40B4-BE49-F238E27FC236}">
                      <a16:creationId xmlns:a16="http://schemas.microsoft.com/office/drawing/2014/main" id="{38DC6B75-DA8D-2743-8908-75B97ECEF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</p:grpSp>
          <p:grpSp>
            <p:nvGrpSpPr>
              <p:cNvPr id="82093" name="Group 54">
                <a:extLst>
                  <a:ext uri="{FF2B5EF4-FFF2-40B4-BE49-F238E27FC236}">
                    <a16:creationId xmlns:a16="http://schemas.microsoft.com/office/drawing/2014/main" id="{D15DE630-00C8-C04C-878E-68B0EDCDC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08" y="792"/>
                <a:ext cx="310" cy="308"/>
                <a:chOff x="986" y="1298"/>
                <a:chExt cx="599" cy="423"/>
              </a:xfrm>
            </p:grpSpPr>
            <p:sp>
              <p:nvSpPr>
                <p:cNvPr id="82094" name="AutoShape 55">
                  <a:extLst>
                    <a:ext uri="{FF2B5EF4-FFF2-40B4-BE49-F238E27FC236}">
                      <a16:creationId xmlns:a16="http://schemas.microsoft.com/office/drawing/2014/main" id="{3941FDAE-175B-F049-99BC-F03EAEC5FC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1298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095" name="AutoShape 56">
                  <a:extLst>
                    <a:ext uri="{FF2B5EF4-FFF2-40B4-BE49-F238E27FC236}">
                      <a16:creationId xmlns:a16="http://schemas.microsoft.com/office/drawing/2014/main" id="{3EDBE836-72E7-D645-962E-6F71F73A65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2" y="1394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  <p:sp>
              <p:nvSpPr>
                <p:cNvPr id="82096" name="AutoShape 57">
                  <a:extLst>
                    <a:ext uri="{FF2B5EF4-FFF2-40B4-BE49-F238E27FC236}">
                      <a16:creationId xmlns:a16="http://schemas.microsoft.com/office/drawing/2014/main" id="{758C0FF2-6F9C-3E4D-9836-5B5E5D00B8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8" y="1490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1400"/>
                </a:p>
              </p:txBody>
            </p:sp>
          </p:grpSp>
        </p:grpSp>
        <p:sp>
          <p:nvSpPr>
            <p:cNvPr id="81934" name="Freeform 58">
              <a:extLst>
                <a:ext uri="{FF2B5EF4-FFF2-40B4-BE49-F238E27FC236}">
                  <a16:creationId xmlns:a16="http://schemas.microsoft.com/office/drawing/2014/main" id="{B7761DD0-D982-114D-94D6-2E3D6D1F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11"/>
              <a:ext cx="2637" cy="929"/>
            </a:xfrm>
            <a:custGeom>
              <a:avLst/>
              <a:gdLst>
                <a:gd name="T0" fmla="*/ 0 w 2826"/>
                <a:gd name="T1" fmla="*/ 781 h 1013"/>
                <a:gd name="T2" fmla="*/ 244 w 2826"/>
                <a:gd name="T3" fmla="*/ 716 h 1013"/>
                <a:gd name="T4" fmla="*/ 512 w 2826"/>
                <a:gd name="T5" fmla="*/ 581 h 1013"/>
                <a:gd name="T6" fmla="*/ 787 w 2826"/>
                <a:gd name="T7" fmla="*/ 385 h 1013"/>
                <a:gd name="T8" fmla="*/ 1036 w 2826"/>
                <a:gd name="T9" fmla="*/ 88 h 1013"/>
                <a:gd name="T10" fmla="*/ 1179 w 2826"/>
                <a:gd name="T11" fmla="*/ 41 h 1013"/>
                <a:gd name="T12" fmla="*/ 1347 w 2826"/>
                <a:gd name="T13" fmla="*/ 71 h 1013"/>
                <a:gd name="T14" fmla="*/ 1535 w 2826"/>
                <a:gd name="T15" fmla="*/ 29 h 1013"/>
                <a:gd name="T16" fmla="*/ 1960 w 2826"/>
                <a:gd name="T17" fmla="*/ 36 h 1013"/>
                <a:gd name="T18" fmla="*/ 2158 w 2826"/>
                <a:gd name="T19" fmla="*/ 242 h 1013"/>
                <a:gd name="T20" fmla="*/ 2296 w 2826"/>
                <a:gd name="T21" fmla="*/ 515 h 10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26"/>
                <a:gd name="T34" fmla="*/ 0 h 1013"/>
                <a:gd name="T35" fmla="*/ 2826 w 2826"/>
                <a:gd name="T36" fmla="*/ 1013 h 10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26" h="1013">
                  <a:moveTo>
                    <a:pt x="0" y="1013"/>
                  </a:moveTo>
                  <a:cubicBezTo>
                    <a:pt x="97" y="993"/>
                    <a:pt x="195" y="973"/>
                    <a:pt x="300" y="929"/>
                  </a:cubicBezTo>
                  <a:cubicBezTo>
                    <a:pt x="405" y="885"/>
                    <a:pt x="519" y="824"/>
                    <a:pt x="630" y="752"/>
                  </a:cubicBezTo>
                  <a:cubicBezTo>
                    <a:pt x="741" y="680"/>
                    <a:pt x="860" y="605"/>
                    <a:pt x="968" y="499"/>
                  </a:cubicBezTo>
                  <a:cubicBezTo>
                    <a:pt x="1076" y="393"/>
                    <a:pt x="1194" y="189"/>
                    <a:pt x="1275" y="115"/>
                  </a:cubicBezTo>
                  <a:cubicBezTo>
                    <a:pt x="1356" y="41"/>
                    <a:pt x="1388" y="57"/>
                    <a:pt x="1452" y="53"/>
                  </a:cubicBezTo>
                  <a:cubicBezTo>
                    <a:pt x="1516" y="49"/>
                    <a:pt x="1586" y="94"/>
                    <a:pt x="1659" y="92"/>
                  </a:cubicBezTo>
                  <a:cubicBezTo>
                    <a:pt x="1732" y="90"/>
                    <a:pt x="1764" y="46"/>
                    <a:pt x="1889" y="38"/>
                  </a:cubicBezTo>
                  <a:cubicBezTo>
                    <a:pt x="2014" y="30"/>
                    <a:pt x="2284" y="0"/>
                    <a:pt x="2412" y="46"/>
                  </a:cubicBezTo>
                  <a:cubicBezTo>
                    <a:pt x="2540" y="92"/>
                    <a:pt x="2588" y="210"/>
                    <a:pt x="2657" y="314"/>
                  </a:cubicBezTo>
                  <a:cubicBezTo>
                    <a:pt x="2726" y="418"/>
                    <a:pt x="2796" y="607"/>
                    <a:pt x="2826" y="668"/>
                  </a:cubicBezTo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35" name="Line 59">
              <a:extLst>
                <a:ext uri="{FF2B5EF4-FFF2-40B4-BE49-F238E27FC236}">
                  <a16:creationId xmlns:a16="http://schemas.microsoft.com/office/drawing/2014/main" id="{DBA7D83E-2F52-3E42-ADF1-771127CCB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" y="4178"/>
              <a:ext cx="483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36" name="Text Box 60">
              <a:extLst>
                <a:ext uri="{FF2B5EF4-FFF2-40B4-BE49-F238E27FC236}">
                  <a16:creationId xmlns:a16="http://schemas.microsoft.com/office/drawing/2014/main" id="{35F9173C-40EB-4D43-A1EA-41A36D14AE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0" y="4088"/>
              <a:ext cx="1329" cy="1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 tIns="0" rIns="18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de-DE" altLang="pt-BR" sz="1400" b="1">
                  <a:solidFill>
                    <a:srgbClr val="FF0000"/>
                  </a:solidFill>
                </a:rPr>
                <a:t>Ciclo de vida do produto</a:t>
              </a:r>
              <a:endParaRPr lang="en-US" altLang="pt-BR" sz="1400" b="1">
                <a:solidFill>
                  <a:srgbClr val="FF0000"/>
                </a:solidFill>
              </a:endParaRPr>
            </a:p>
          </p:txBody>
        </p:sp>
        <p:sp>
          <p:nvSpPr>
            <p:cNvPr id="81937" name="Text Box 61">
              <a:extLst>
                <a:ext uri="{FF2B5EF4-FFF2-40B4-BE49-F238E27FC236}">
                  <a16:creationId xmlns:a16="http://schemas.microsoft.com/office/drawing/2014/main" id="{934DAF2D-B4AE-7A4C-8BBE-E1AF15825B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9" y="3262"/>
              <a:ext cx="1213" cy="1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600" b="1">
                  <a:solidFill>
                    <a:schemeClr val="accent2"/>
                  </a:solidFill>
                </a:rPr>
                <a:t>Volume de vendas</a:t>
              </a:r>
            </a:p>
          </p:txBody>
        </p:sp>
        <p:grpSp>
          <p:nvGrpSpPr>
            <p:cNvPr id="81938" name="Group 62">
              <a:extLst>
                <a:ext uri="{FF2B5EF4-FFF2-40B4-BE49-F238E27FC236}">
                  <a16:creationId xmlns:a16="http://schemas.microsoft.com/office/drawing/2014/main" id="{A7E6EA13-4389-5A47-8A95-9421FB9DA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3" y="2133"/>
              <a:ext cx="1068" cy="158"/>
              <a:chOff x="1477" y="2271"/>
              <a:chExt cx="906" cy="158"/>
            </a:xfrm>
          </p:grpSpPr>
          <p:sp>
            <p:nvSpPr>
              <p:cNvPr id="82074" name="Rectangle 63">
                <a:extLst>
                  <a:ext uri="{FF2B5EF4-FFF2-40B4-BE49-F238E27FC236}">
                    <a16:creationId xmlns:a16="http://schemas.microsoft.com/office/drawing/2014/main" id="{84E4D7D5-1664-0F46-8A15-A711FB790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2322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75" name="Group 64">
                <a:extLst>
                  <a:ext uri="{FF2B5EF4-FFF2-40B4-BE49-F238E27FC236}">
                    <a16:creationId xmlns:a16="http://schemas.microsoft.com/office/drawing/2014/main" id="{2A43CE36-14B8-AD48-B8B8-4A48362E1E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5" y="2271"/>
                <a:ext cx="158" cy="158"/>
                <a:chOff x="1873" y="2145"/>
                <a:chExt cx="202" cy="202"/>
              </a:xfrm>
            </p:grpSpPr>
            <p:sp>
              <p:nvSpPr>
                <p:cNvPr id="82076" name="Freeform 65">
                  <a:extLst>
                    <a:ext uri="{FF2B5EF4-FFF2-40B4-BE49-F238E27FC236}">
                      <a16:creationId xmlns:a16="http://schemas.microsoft.com/office/drawing/2014/main" id="{B753D1A7-DA3C-9342-B6A9-DEE949349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7" name="Freeform 66">
                  <a:extLst>
                    <a:ext uri="{FF2B5EF4-FFF2-40B4-BE49-F238E27FC236}">
                      <a16:creationId xmlns:a16="http://schemas.microsoft.com/office/drawing/2014/main" id="{81BC4E94-E77B-194A-829D-4FA60BFA64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8" name="Freeform 67">
                  <a:extLst>
                    <a:ext uri="{FF2B5EF4-FFF2-40B4-BE49-F238E27FC236}">
                      <a16:creationId xmlns:a16="http://schemas.microsoft.com/office/drawing/2014/main" id="{5B49B7A8-95DE-E840-ABC4-49B7C16D4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9" name="Freeform 68">
                  <a:extLst>
                    <a:ext uri="{FF2B5EF4-FFF2-40B4-BE49-F238E27FC236}">
                      <a16:creationId xmlns:a16="http://schemas.microsoft.com/office/drawing/2014/main" id="{67FCC705-562C-644A-BBAF-6CDA60A27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80" name="Freeform 69">
                  <a:extLst>
                    <a:ext uri="{FF2B5EF4-FFF2-40B4-BE49-F238E27FC236}">
                      <a16:creationId xmlns:a16="http://schemas.microsoft.com/office/drawing/2014/main" id="{08014D47-243F-7A41-BBEC-04F3AFEB2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81" name="Freeform 70">
                  <a:extLst>
                    <a:ext uri="{FF2B5EF4-FFF2-40B4-BE49-F238E27FC236}">
                      <a16:creationId xmlns:a16="http://schemas.microsoft.com/office/drawing/2014/main" id="{8F92AA22-7541-CB48-AFAE-B54C4724E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82" name="Freeform 71">
                  <a:extLst>
                    <a:ext uri="{FF2B5EF4-FFF2-40B4-BE49-F238E27FC236}">
                      <a16:creationId xmlns:a16="http://schemas.microsoft.com/office/drawing/2014/main" id="{F61DB5C5-1989-FC43-B70D-9DE85ECF8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39" name="Group 72">
              <a:extLst>
                <a:ext uri="{FF2B5EF4-FFF2-40B4-BE49-F238E27FC236}">
                  <a16:creationId xmlns:a16="http://schemas.microsoft.com/office/drawing/2014/main" id="{FB2278BB-4B3C-B646-A8A1-5B4A67245D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5" y="2388"/>
              <a:ext cx="1340" cy="158"/>
              <a:chOff x="1181" y="2141"/>
              <a:chExt cx="1438" cy="158"/>
            </a:xfrm>
          </p:grpSpPr>
          <p:sp>
            <p:nvSpPr>
              <p:cNvPr id="82065" name="Rectangle 73">
                <a:extLst>
                  <a:ext uri="{FF2B5EF4-FFF2-40B4-BE49-F238E27FC236}">
                    <a16:creationId xmlns:a16="http://schemas.microsoft.com/office/drawing/2014/main" id="{BB066875-8444-6648-BE2A-9EF1E8DED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2192"/>
                <a:ext cx="1280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66" name="Group 74">
                <a:extLst>
                  <a:ext uri="{FF2B5EF4-FFF2-40B4-BE49-F238E27FC236}">
                    <a16:creationId xmlns:a16="http://schemas.microsoft.com/office/drawing/2014/main" id="{C514744F-FADA-564C-ACC8-39E893C114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" y="2141"/>
                <a:ext cx="158" cy="158"/>
                <a:chOff x="1873" y="2145"/>
                <a:chExt cx="202" cy="202"/>
              </a:xfrm>
            </p:grpSpPr>
            <p:sp>
              <p:nvSpPr>
                <p:cNvPr id="82067" name="Freeform 75">
                  <a:extLst>
                    <a:ext uri="{FF2B5EF4-FFF2-40B4-BE49-F238E27FC236}">
                      <a16:creationId xmlns:a16="http://schemas.microsoft.com/office/drawing/2014/main" id="{E0EBB8BE-7199-1D4B-96B4-0CE7C80419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8" name="Freeform 76">
                  <a:extLst>
                    <a:ext uri="{FF2B5EF4-FFF2-40B4-BE49-F238E27FC236}">
                      <a16:creationId xmlns:a16="http://schemas.microsoft.com/office/drawing/2014/main" id="{605D0CAC-6CE9-A949-A12C-AE1685E0D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9" name="Freeform 77">
                  <a:extLst>
                    <a:ext uri="{FF2B5EF4-FFF2-40B4-BE49-F238E27FC236}">
                      <a16:creationId xmlns:a16="http://schemas.microsoft.com/office/drawing/2014/main" id="{9E076EC0-D1D6-DD47-8959-C0DAE5C5A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0" name="Freeform 78">
                  <a:extLst>
                    <a:ext uri="{FF2B5EF4-FFF2-40B4-BE49-F238E27FC236}">
                      <a16:creationId xmlns:a16="http://schemas.microsoft.com/office/drawing/2014/main" id="{20AFF063-3A57-9A48-ACDE-8A96689406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1" name="Freeform 79">
                  <a:extLst>
                    <a:ext uri="{FF2B5EF4-FFF2-40B4-BE49-F238E27FC236}">
                      <a16:creationId xmlns:a16="http://schemas.microsoft.com/office/drawing/2014/main" id="{ABA76550-2178-4D49-A08E-FCFF822F8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2" name="Freeform 80">
                  <a:extLst>
                    <a:ext uri="{FF2B5EF4-FFF2-40B4-BE49-F238E27FC236}">
                      <a16:creationId xmlns:a16="http://schemas.microsoft.com/office/drawing/2014/main" id="{04A8634E-774A-1648-B619-FDE1674D6E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73" name="Freeform 81">
                  <a:extLst>
                    <a:ext uri="{FF2B5EF4-FFF2-40B4-BE49-F238E27FC236}">
                      <a16:creationId xmlns:a16="http://schemas.microsoft.com/office/drawing/2014/main" id="{6BFE3D7A-0309-2045-962B-82B6A619B8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40" name="Group 82">
              <a:extLst>
                <a:ext uri="{FF2B5EF4-FFF2-40B4-BE49-F238E27FC236}">
                  <a16:creationId xmlns:a16="http://schemas.microsoft.com/office/drawing/2014/main" id="{88DDCC62-9C80-DC45-AAFA-7B9CBDA924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4" y="2146"/>
              <a:ext cx="906" cy="158"/>
              <a:chOff x="1477" y="2271"/>
              <a:chExt cx="906" cy="158"/>
            </a:xfrm>
          </p:grpSpPr>
          <p:sp>
            <p:nvSpPr>
              <p:cNvPr id="82056" name="Rectangle 83">
                <a:extLst>
                  <a:ext uri="{FF2B5EF4-FFF2-40B4-BE49-F238E27FC236}">
                    <a16:creationId xmlns:a16="http://schemas.microsoft.com/office/drawing/2014/main" id="{EBBC1C4A-2D24-5446-85E0-533D4FDA5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2322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57" name="Group 84">
                <a:extLst>
                  <a:ext uri="{FF2B5EF4-FFF2-40B4-BE49-F238E27FC236}">
                    <a16:creationId xmlns:a16="http://schemas.microsoft.com/office/drawing/2014/main" id="{AF8E654B-29D7-7842-BE27-F205FAD2F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5" y="2271"/>
                <a:ext cx="158" cy="158"/>
                <a:chOff x="1873" y="2145"/>
                <a:chExt cx="202" cy="202"/>
              </a:xfrm>
            </p:grpSpPr>
            <p:sp>
              <p:nvSpPr>
                <p:cNvPr id="82058" name="Freeform 85">
                  <a:extLst>
                    <a:ext uri="{FF2B5EF4-FFF2-40B4-BE49-F238E27FC236}">
                      <a16:creationId xmlns:a16="http://schemas.microsoft.com/office/drawing/2014/main" id="{9799F76A-F948-6146-BAAA-EE5FB0475E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9" name="Freeform 86">
                  <a:extLst>
                    <a:ext uri="{FF2B5EF4-FFF2-40B4-BE49-F238E27FC236}">
                      <a16:creationId xmlns:a16="http://schemas.microsoft.com/office/drawing/2014/main" id="{CDB4A043-6FCA-5848-BD67-B679E7007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0" name="Freeform 87">
                  <a:extLst>
                    <a:ext uri="{FF2B5EF4-FFF2-40B4-BE49-F238E27FC236}">
                      <a16:creationId xmlns:a16="http://schemas.microsoft.com/office/drawing/2014/main" id="{E6FDB891-9C3C-644A-A68E-31BBB0DF08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1" name="Freeform 88">
                  <a:extLst>
                    <a:ext uri="{FF2B5EF4-FFF2-40B4-BE49-F238E27FC236}">
                      <a16:creationId xmlns:a16="http://schemas.microsoft.com/office/drawing/2014/main" id="{4E528832-9124-5A4B-BD7F-8487E088A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2" name="Freeform 89">
                  <a:extLst>
                    <a:ext uri="{FF2B5EF4-FFF2-40B4-BE49-F238E27FC236}">
                      <a16:creationId xmlns:a16="http://schemas.microsoft.com/office/drawing/2014/main" id="{1368AA19-15E5-E04C-94DA-75D97DFF3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3" name="Freeform 90">
                  <a:extLst>
                    <a:ext uri="{FF2B5EF4-FFF2-40B4-BE49-F238E27FC236}">
                      <a16:creationId xmlns:a16="http://schemas.microsoft.com/office/drawing/2014/main" id="{3B615383-A1A1-8341-A0C2-2B59F8447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64" name="Freeform 91">
                  <a:extLst>
                    <a:ext uri="{FF2B5EF4-FFF2-40B4-BE49-F238E27FC236}">
                      <a16:creationId xmlns:a16="http://schemas.microsoft.com/office/drawing/2014/main" id="{7F16C022-5EDC-044E-9B32-18DE485A8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41" name="Group 92">
              <a:extLst>
                <a:ext uri="{FF2B5EF4-FFF2-40B4-BE49-F238E27FC236}">
                  <a16:creationId xmlns:a16="http://schemas.microsoft.com/office/drawing/2014/main" id="{1C5E732D-3BE5-3141-BD2F-F9CB79D34A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3" y="2482"/>
              <a:ext cx="1438" cy="158"/>
              <a:chOff x="1181" y="2141"/>
              <a:chExt cx="1438" cy="158"/>
            </a:xfrm>
          </p:grpSpPr>
          <p:sp>
            <p:nvSpPr>
              <p:cNvPr id="82047" name="Rectangle 93">
                <a:extLst>
                  <a:ext uri="{FF2B5EF4-FFF2-40B4-BE49-F238E27FC236}">
                    <a16:creationId xmlns:a16="http://schemas.microsoft.com/office/drawing/2014/main" id="{A9695465-2251-D346-BCF6-CAFC2688A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2192"/>
                <a:ext cx="1280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48" name="Group 94">
                <a:extLst>
                  <a:ext uri="{FF2B5EF4-FFF2-40B4-BE49-F238E27FC236}">
                    <a16:creationId xmlns:a16="http://schemas.microsoft.com/office/drawing/2014/main" id="{0B3DBA07-BCA9-ED4E-A7D4-022B1A1AD5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" y="2141"/>
                <a:ext cx="158" cy="158"/>
                <a:chOff x="1873" y="2145"/>
                <a:chExt cx="202" cy="202"/>
              </a:xfrm>
            </p:grpSpPr>
            <p:sp>
              <p:nvSpPr>
                <p:cNvPr id="82049" name="Freeform 95">
                  <a:extLst>
                    <a:ext uri="{FF2B5EF4-FFF2-40B4-BE49-F238E27FC236}">
                      <a16:creationId xmlns:a16="http://schemas.microsoft.com/office/drawing/2014/main" id="{F2ABABF6-E21C-694D-BF80-81E49E2A0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0" name="Freeform 96">
                  <a:extLst>
                    <a:ext uri="{FF2B5EF4-FFF2-40B4-BE49-F238E27FC236}">
                      <a16:creationId xmlns:a16="http://schemas.microsoft.com/office/drawing/2014/main" id="{7BE2201C-1573-F146-A248-A319A076A4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1" name="Freeform 97">
                  <a:extLst>
                    <a:ext uri="{FF2B5EF4-FFF2-40B4-BE49-F238E27FC236}">
                      <a16:creationId xmlns:a16="http://schemas.microsoft.com/office/drawing/2014/main" id="{102E4A91-F513-4B4F-8F99-F5F5C9FC90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2" name="Freeform 98">
                  <a:extLst>
                    <a:ext uri="{FF2B5EF4-FFF2-40B4-BE49-F238E27FC236}">
                      <a16:creationId xmlns:a16="http://schemas.microsoft.com/office/drawing/2014/main" id="{7B58987C-609E-D047-82CF-F9B930F7F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3" name="Freeform 99">
                  <a:extLst>
                    <a:ext uri="{FF2B5EF4-FFF2-40B4-BE49-F238E27FC236}">
                      <a16:creationId xmlns:a16="http://schemas.microsoft.com/office/drawing/2014/main" id="{C14DBC0C-46AB-9044-865F-EB4CEFA4B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4" name="Freeform 100">
                  <a:extLst>
                    <a:ext uri="{FF2B5EF4-FFF2-40B4-BE49-F238E27FC236}">
                      <a16:creationId xmlns:a16="http://schemas.microsoft.com/office/drawing/2014/main" id="{691CA48F-19C3-A34D-B492-73A468B40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55" name="Freeform 101">
                  <a:extLst>
                    <a:ext uri="{FF2B5EF4-FFF2-40B4-BE49-F238E27FC236}">
                      <a16:creationId xmlns:a16="http://schemas.microsoft.com/office/drawing/2014/main" id="{94649F09-4D0C-FB46-8A2F-5DC93864E2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42" name="Group 102">
              <a:extLst>
                <a:ext uri="{FF2B5EF4-FFF2-40B4-BE49-F238E27FC236}">
                  <a16:creationId xmlns:a16="http://schemas.microsoft.com/office/drawing/2014/main" id="{D17369BC-3841-3342-8C71-2AAD3E621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4" y="1925"/>
              <a:ext cx="1188" cy="158"/>
              <a:chOff x="1243" y="1879"/>
              <a:chExt cx="1188" cy="158"/>
            </a:xfrm>
          </p:grpSpPr>
          <p:sp>
            <p:nvSpPr>
              <p:cNvPr id="82038" name="Rectangle 103">
                <a:extLst>
                  <a:ext uri="{FF2B5EF4-FFF2-40B4-BE49-F238E27FC236}">
                    <a16:creationId xmlns:a16="http://schemas.microsoft.com/office/drawing/2014/main" id="{B8D007EB-BF15-6442-987B-B5DF965F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3" y="1930"/>
                <a:ext cx="1030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39" name="Group 104">
                <a:extLst>
                  <a:ext uri="{FF2B5EF4-FFF2-40B4-BE49-F238E27FC236}">
                    <a16:creationId xmlns:a16="http://schemas.microsoft.com/office/drawing/2014/main" id="{1F98DFEC-9C64-BA44-A217-6947B201D8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3" y="1879"/>
                <a:ext cx="158" cy="158"/>
                <a:chOff x="1873" y="2145"/>
                <a:chExt cx="202" cy="202"/>
              </a:xfrm>
            </p:grpSpPr>
            <p:sp>
              <p:nvSpPr>
                <p:cNvPr id="82040" name="Freeform 105">
                  <a:extLst>
                    <a:ext uri="{FF2B5EF4-FFF2-40B4-BE49-F238E27FC236}">
                      <a16:creationId xmlns:a16="http://schemas.microsoft.com/office/drawing/2014/main" id="{05ECEC81-F8E7-AB4A-8792-D9EC1C18D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1" name="Freeform 106">
                  <a:extLst>
                    <a:ext uri="{FF2B5EF4-FFF2-40B4-BE49-F238E27FC236}">
                      <a16:creationId xmlns:a16="http://schemas.microsoft.com/office/drawing/2014/main" id="{FDC6D22D-24C6-554C-94DF-66CBF4D643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2" name="Freeform 107">
                  <a:extLst>
                    <a:ext uri="{FF2B5EF4-FFF2-40B4-BE49-F238E27FC236}">
                      <a16:creationId xmlns:a16="http://schemas.microsoft.com/office/drawing/2014/main" id="{01DFCE2C-025D-F441-A317-0FC1AAD4B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3" name="Freeform 108">
                  <a:extLst>
                    <a:ext uri="{FF2B5EF4-FFF2-40B4-BE49-F238E27FC236}">
                      <a16:creationId xmlns:a16="http://schemas.microsoft.com/office/drawing/2014/main" id="{E96C5234-00F3-534C-A35C-607A59116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4" name="Freeform 109">
                  <a:extLst>
                    <a:ext uri="{FF2B5EF4-FFF2-40B4-BE49-F238E27FC236}">
                      <a16:creationId xmlns:a16="http://schemas.microsoft.com/office/drawing/2014/main" id="{D0D3FC7E-FAD8-8A4C-8325-435164CFE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5" name="Freeform 110">
                  <a:extLst>
                    <a:ext uri="{FF2B5EF4-FFF2-40B4-BE49-F238E27FC236}">
                      <a16:creationId xmlns:a16="http://schemas.microsoft.com/office/drawing/2014/main" id="{CAD11C40-8E27-164D-8164-3B568B032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46" name="Freeform 111">
                  <a:extLst>
                    <a:ext uri="{FF2B5EF4-FFF2-40B4-BE49-F238E27FC236}">
                      <a16:creationId xmlns:a16="http://schemas.microsoft.com/office/drawing/2014/main" id="{FD202E74-6D52-1A4E-92F0-B06EEED73A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43" name="Group 112">
              <a:extLst>
                <a:ext uri="{FF2B5EF4-FFF2-40B4-BE49-F238E27FC236}">
                  <a16:creationId xmlns:a16="http://schemas.microsoft.com/office/drawing/2014/main" id="{3915B19C-FD02-9B45-BD92-558395DAE5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9" y="2338"/>
              <a:ext cx="1806" cy="158"/>
              <a:chOff x="2453" y="2368"/>
              <a:chExt cx="1806" cy="158"/>
            </a:xfrm>
          </p:grpSpPr>
          <p:sp>
            <p:nvSpPr>
              <p:cNvPr id="82029" name="Rectangle 113">
                <a:extLst>
                  <a:ext uri="{FF2B5EF4-FFF2-40B4-BE49-F238E27FC236}">
                    <a16:creationId xmlns:a16="http://schemas.microsoft.com/office/drawing/2014/main" id="{F9409AE4-3CE7-3949-AADE-EA1347605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419"/>
                <a:ext cx="16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30" name="Group 114">
                <a:extLst>
                  <a:ext uri="{FF2B5EF4-FFF2-40B4-BE49-F238E27FC236}">
                    <a16:creationId xmlns:a16="http://schemas.microsoft.com/office/drawing/2014/main" id="{4FEF4D71-4C68-FA4F-BCCD-4427B35FC5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01" y="2368"/>
                <a:ext cx="158" cy="158"/>
                <a:chOff x="1873" y="2145"/>
                <a:chExt cx="202" cy="202"/>
              </a:xfrm>
            </p:grpSpPr>
            <p:sp>
              <p:nvSpPr>
                <p:cNvPr id="82031" name="Freeform 115">
                  <a:extLst>
                    <a:ext uri="{FF2B5EF4-FFF2-40B4-BE49-F238E27FC236}">
                      <a16:creationId xmlns:a16="http://schemas.microsoft.com/office/drawing/2014/main" id="{50A5BD71-19CD-F54C-9B87-03AE5C9EA0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2" name="Freeform 116">
                  <a:extLst>
                    <a:ext uri="{FF2B5EF4-FFF2-40B4-BE49-F238E27FC236}">
                      <a16:creationId xmlns:a16="http://schemas.microsoft.com/office/drawing/2014/main" id="{906DEFC7-89FD-7B4A-82E9-ACDF69BAE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3" name="Freeform 117">
                  <a:extLst>
                    <a:ext uri="{FF2B5EF4-FFF2-40B4-BE49-F238E27FC236}">
                      <a16:creationId xmlns:a16="http://schemas.microsoft.com/office/drawing/2014/main" id="{499910E8-357C-714B-A11D-4845D1744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4" name="Freeform 118">
                  <a:extLst>
                    <a:ext uri="{FF2B5EF4-FFF2-40B4-BE49-F238E27FC236}">
                      <a16:creationId xmlns:a16="http://schemas.microsoft.com/office/drawing/2014/main" id="{6F0D2C6C-2E50-BF4A-B49E-3F9BB07CD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5" name="Freeform 119">
                  <a:extLst>
                    <a:ext uri="{FF2B5EF4-FFF2-40B4-BE49-F238E27FC236}">
                      <a16:creationId xmlns:a16="http://schemas.microsoft.com/office/drawing/2014/main" id="{9F39A820-4E8A-B344-80A4-11056C242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6" name="Freeform 120">
                  <a:extLst>
                    <a:ext uri="{FF2B5EF4-FFF2-40B4-BE49-F238E27FC236}">
                      <a16:creationId xmlns:a16="http://schemas.microsoft.com/office/drawing/2014/main" id="{7A0D9590-A7BA-2A47-A275-C1BED87D4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37" name="Freeform 121">
                  <a:extLst>
                    <a:ext uri="{FF2B5EF4-FFF2-40B4-BE49-F238E27FC236}">
                      <a16:creationId xmlns:a16="http://schemas.microsoft.com/office/drawing/2014/main" id="{545639D2-DDCE-EA49-A926-612D9DBD0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44" name="Group 122">
              <a:extLst>
                <a:ext uri="{FF2B5EF4-FFF2-40B4-BE49-F238E27FC236}">
                  <a16:creationId xmlns:a16="http://schemas.microsoft.com/office/drawing/2014/main" id="{AEC46864-C11C-7547-A36D-F083C52C7C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1" y="2530"/>
              <a:ext cx="906" cy="158"/>
              <a:chOff x="1477" y="2271"/>
              <a:chExt cx="906" cy="158"/>
            </a:xfrm>
          </p:grpSpPr>
          <p:sp>
            <p:nvSpPr>
              <p:cNvPr id="82020" name="Rectangle 123">
                <a:extLst>
                  <a:ext uri="{FF2B5EF4-FFF2-40B4-BE49-F238E27FC236}">
                    <a16:creationId xmlns:a16="http://schemas.microsoft.com/office/drawing/2014/main" id="{ADD2C104-6720-9D4C-8724-C798E1F0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2322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21" name="Group 124">
                <a:extLst>
                  <a:ext uri="{FF2B5EF4-FFF2-40B4-BE49-F238E27FC236}">
                    <a16:creationId xmlns:a16="http://schemas.microsoft.com/office/drawing/2014/main" id="{52394D55-8AEE-9640-B595-2A62DDB4F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5" y="2271"/>
                <a:ext cx="158" cy="158"/>
                <a:chOff x="1873" y="2145"/>
                <a:chExt cx="202" cy="202"/>
              </a:xfrm>
            </p:grpSpPr>
            <p:sp>
              <p:nvSpPr>
                <p:cNvPr id="82022" name="Freeform 125">
                  <a:extLst>
                    <a:ext uri="{FF2B5EF4-FFF2-40B4-BE49-F238E27FC236}">
                      <a16:creationId xmlns:a16="http://schemas.microsoft.com/office/drawing/2014/main" id="{0C1F4CC1-C046-D145-A960-C03863F98F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3" name="Freeform 126">
                  <a:extLst>
                    <a:ext uri="{FF2B5EF4-FFF2-40B4-BE49-F238E27FC236}">
                      <a16:creationId xmlns:a16="http://schemas.microsoft.com/office/drawing/2014/main" id="{E6CC7363-28E7-4B49-BCAB-E0FDFB504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4" name="Freeform 127">
                  <a:extLst>
                    <a:ext uri="{FF2B5EF4-FFF2-40B4-BE49-F238E27FC236}">
                      <a16:creationId xmlns:a16="http://schemas.microsoft.com/office/drawing/2014/main" id="{0B90A679-3CB5-6A47-8D41-16C110D6D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5" name="Freeform 128">
                  <a:extLst>
                    <a:ext uri="{FF2B5EF4-FFF2-40B4-BE49-F238E27FC236}">
                      <a16:creationId xmlns:a16="http://schemas.microsoft.com/office/drawing/2014/main" id="{AD5992A2-7E15-B843-B50D-BEE40136B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6" name="Freeform 129">
                  <a:extLst>
                    <a:ext uri="{FF2B5EF4-FFF2-40B4-BE49-F238E27FC236}">
                      <a16:creationId xmlns:a16="http://schemas.microsoft.com/office/drawing/2014/main" id="{73CEC66E-0F40-8546-86A1-27FD5023A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7" name="Freeform 130">
                  <a:extLst>
                    <a:ext uri="{FF2B5EF4-FFF2-40B4-BE49-F238E27FC236}">
                      <a16:creationId xmlns:a16="http://schemas.microsoft.com/office/drawing/2014/main" id="{3A8D8B63-5D48-D54E-813A-FB30C2A80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28" name="Freeform 131">
                  <a:extLst>
                    <a:ext uri="{FF2B5EF4-FFF2-40B4-BE49-F238E27FC236}">
                      <a16:creationId xmlns:a16="http://schemas.microsoft.com/office/drawing/2014/main" id="{1B5791F4-024B-BE4D-811C-D6A38A0A6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81945" name="Freeform 132">
              <a:extLst>
                <a:ext uri="{FF2B5EF4-FFF2-40B4-BE49-F238E27FC236}">
                  <a16:creationId xmlns:a16="http://schemas.microsoft.com/office/drawing/2014/main" id="{AE622609-AACE-0249-869C-0C4A3133C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814"/>
              <a:ext cx="678" cy="1190"/>
            </a:xfrm>
            <a:custGeom>
              <a:avLst/>
              <a:gdLst>
                <a:gd name="T0" fmla="*/ 128 w 678"/>
                <a:gd name="T1" fmla="*/ 1184 h 1190"/>
                <a:gd name="T2" fmla="*/ 678 w 678"/>
                <a:gd name="T3" fmla="*/ 69 h 1190"/>
                <a:gd name="T4" fmla="*/ 26 w 678"/>
                <a:gd name="T5" fmla="*/ 0 h 1190"/>
                <a:gd name="T6" fmla="*/ 0 w 678"/>
                <a:gd name="T7" fmla="*/ 1190 h 11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78"/>
                <a:gd name="T13" fmla="*/ 0 h 1190"/>
                <a:gd name="T14" fmla="*/ 678 w 678"/>
                <a:gd name="T15" fmla="*/ 1190 h 11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78" h="1190">
                  <a:moveTo>
                    <a:pt x="128" y="1184"/>
                  </a:moveTo>
                  <a:lnTo>
                    <a:pt x="678" y="69"/>
                  </a:lnTo>
                  <a:lnTo>
                    <a:pt x="26" y="0"/>
                  </a:lnTo>
                  <a:lnTo>
                    <a:pt x="0" y="1190"/>
                  </a:lnTo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81946" name="Group 133">
              <a:extLst>
                <a:ext uri="{FF2B5EF4-FFF2-40B4-BE49-F238E27FC236}">
                  <a16:creationId xmlns:a16="http://schemas.microsoft.com/office/drawing/2014/main" id="{6B7843C2-A3A6-E243-A2AD-A57EDB2DDB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454"/>
              <a:ext cx="673" cy="673"/>
              <a:chOff x="4194" y="2943"/>
              <a:chExt cx="673" cy="673"/>
            </a:xfrm>
          </p:grpSpPr>
          <p:sp>
            <p:nvSpPr>
              <p:cNvPr id="82013" name="Freeform 134">
                <a:extLst>
                  <a:ext uri="{FF2B5EF4-FFF2-40B4-BE49-F238E27FC236}">
                    <a16:creationId xmlns:a16="http://schemas.microsoft.com/office/drawing/2014/main" id="{C8920773-0791-444D-80AE-22DB7E41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43"/>
                <a:ext cx="673" cy="673"/>
              </a:xfrm>
              <a:custGeom>
                <a:avLst/>
                <a:gdLst>
                  <a:gd name="T0" fmla="*/ 459 w 568"/>
                  <a:gd name="T1" fmla="*/ 941 h 569"/>
                  <a:gd name="T2" fmla="*/ 438 w 568"/>
                  <a:gd name="T3" fmla="*/ 941 h 569"/>
                  <a:gd name="T4" fmla="*/ 416 w 568"/>
                  <a:gd name="T5" fmla="*/ 939 h 569"/>
                  <a:gd name="T6" fmla="*/ 396 w 568"/>
                  <a:gd name="T7" fmla="*/ 934 h 569"/>
                  <a:gd name="T8" fmla="*/ 374 w 568"/>
                  <a:gd name="T9" fmla="*/ 932 h 569"/>
                  <a:gd name="T10" fmla="*/ 352 w 568"/>
                  <a:gd name="T11" fmla="*/ 926 h 569"/>
                  <a:gd name="T12" fmla="*/ 333 w 568"/>
                  <a:gd name="T13" fmla="*/ 920 h 569"/>
                  <a:gd name="T14" fmla="*/ 312 w 568"/>
                  <a:gd name="T15" fmla="*/ 913 h 569"/>
                  <a:gd name="T16" fmla="*/ 294 w 568"/>
                  <a:gd name="T17" fmla="*/ 906 h 569"/>
                  <a:gd name="T18" fmla="*/ 271 w 568"/>
                  <a:gd name="T19" fmla="*/ 897 h 569"/>
                  <a:gd name="T20" fmla="*/ 251 w 568"/>
                  <a:gd name="T21" fmla="*/ 887 h 569"/>
                  <a:gd name="T22" fmla="*/ 233 w 568"/>
                  <a:gd name="T23" fmla="*/ 875 h 569"/>
                  <a:gd name="T24" fmla="*/ 211 w 568"/>
                  <a:gd name="T25" fmla="*/ 862 h 569"/>
                  <a:gd name="T26" fmla="*/ 196 w 568"/>
                  <a:gd name="T27" fmla="*/ 849 h 569"/>
                  <a:gd name="T28" fmla="*/ 174 w 568"/>
                  <a:gd name="T29" fmla="*/ 835 h 569"/>
                  <a:gd name="T30" fmla="*/ 156 w 568"/>
                  <a:gd name="T31" fmla="*/ 821 h 569"/>
                  <a:gd name="T32" fmla="*/ 140 w 568"/>
                  <a:gd name="T33" fmla="*/ 803 h 569"/>
                  <a:gd name="T34" fmla="*/ 78 w 568"/>
                  <a:gd name="T35" fmla="*/ 727 h 569"/>
                  <a:gd name="T36" fmla="*/ 33 w 568"/>
                  <a:gd name="T37" fmla="*/ 646 h 569"/>
                  <a:gd name="T38" fmla="*/ 8 w 568"/>
                  <a:gd name="T39" fmla="*/ 561 h 569"/>
                  <a:gd name="T40" fmla="*/ 0 w 568"/>
                  <a:gd name="T41" fmla="*/ 472 h 569"/>
                  <a:gd name="T42" fmla="*/ 8 w 568"/>
                  <a:gd name="T43" fmla="*/ 382 h 569"/>
                  <a:gd name="T44" fmla="*/ 33 w 568"/>
                  <a:gd name="T45" fmla="*/ 297 h 569"/>
                  <a:gd name="T46" fmla="*/ 78 w 568"/>
                  <a:gd name="T47" fmla="*/ 214 h 569"/>
                  <a:gd name="T48" fmla="*/ 140 w 568"/>
                  <a:gd name="T49" fmla="*/ 138 h 569"/>
                  <a:gd name="T50" fmla="*/ 197 w 568"/>
                  <a:gd name="T51" fmla="*/ 90 h 569"/>
                  <a:gd name="T52" fmla="*/ 259 w 568"/>
                  <a:gd name="T53" fmla="*/ 52 h 569"/>
                  <a:gd name="T54" fmla="*/ 323 w 568"/>
                  <a:gd name="T55" fmla="*/ 24 h 569"/>
                  <a:gd name="T56" fmla="*/ 389 w 568"/>
                  <a:gd name="T57" fmla="*/ 7 h 569"/>
                  <a:gd name="T58" fmla="*/ 457 w 568"/>
                  <a:gd name="T59" fmla="*/ 0 h 569"/>
                  <a:gd name="T60" fmla="*/ 524 w 568"/>
                  <a:gd name="T61" fmla="*/ 2 h 569"/>
                  <a:gd name="T62" fmla="*/ 591 w 568"/>
                  <a:gd name="T63" fmla="*/ 15 h 569"/>
                  <a:gd name="T64" fmla="*/ 654 w 568"/>
                  <a:gd name="T65" fmla="*/ 37 h 569"/>
                  <a:gd name="T66" fmla="*/ 713 w 568"/>
                  <a:gd name="T67" fmla="*/ 66 h 569"/>
                  <a:gd name="T68" fmla="*/ 768 w 568"/>
                  <a:gd name="T69" fmla="*/ 105 h 569"/>
                  <a:gd name="T70" fmla="*/ 819 w 568"/>
                  <a:gd name="T71" fmla="*/ 148 h 569"/>
                  <a:gd name="T72" fmla="*/ 860 w 568"/>
                  <a:gd name="T73" fmla="*/ 200 h 569"/>
                  <a:gd name="T74" fmla="*/ 895 w 568"/>
                  <a:gd name="T75" fmla="*/ 260 h 569"/>
                  <a:gd name="T76" fmla="*/ 921 w 568"/>
                  <a:gd name="T77" fmla="*/ 324 h 569"/>
                  <a:gd name="T78" fmla="*/ 940 w 568"/>
                  <a:gd name="T79" fmla="*/ 396 h 569"/>
                  <a:gd name="T80" fmla="*/ 944 w 568"/>
                  <a:gd name="T81" fmla="*/ 472 h 569"/>
                  <a:gd name="T82" fmla="*/ 944 w 568"/>
                  <a:gd name="T83" fmla="*/ 472 h 569"/>
                  <a:gd name="T84" fmla="*/ 943 w 568"/>
                  <a:gd name="T85" fmla="*/ 525 h 569"/>
                  <a:gd name="T86" fmla="*/ 934 w 568"/>
                  <a:gd name="T87" fmla="*/ 574 h 569"/>
                  <a:gd name="T88" fmla="*/ 921 w 568"/>
                  <a:gd name="T89" fmla="*/ 622 h 569"/>
                  <a:gd name="T90" fmla="*/ 903 w 568"/>
                  <a:gd name="T91" fmla="*/ 665 h 569"/>
                  <a:gd name="T92" fmla="*/ 882 w 568"/>
                  <a:gd name="T93" fmla="*/ 707 h 569"/>
                  <a:gd name="T94" fmla="*/ 855 w 568"/>
                  <a:gd name="T95" fmla="*/ 749 h 569"/>
                  <a:gd name="T96" fmla="*/ 827 w 568"/>
                  <a:gd name="T97" fmla="*/ 782 h 569"/>
                  <a:gd name="T98" fmla="*/ 793 w 568"/>
                  <a:gd name="T99" fmla="*/ 814 h 569"/>
                  <a:gd name="T100" fmla="*/ 757 w 568"/>
                  <a:gd name="T101" fmla="*/ 845 h 569"/>
                  <a:gd name="T102" fmla="*/ 720 w 568"/>
                  <a:gd name="T103" fmla="*/ 871 h 569"/>
                  <a:gd name="T104" fmla="*/ 681 w 568"/>
                  <a:gd name="T105" fmla="*/ 893 h 569"/>
                  <a:gd name="T106" fmla="*/ 639 w 568"/>
                  <a:gd name="T107" fmla="*/ 911 h 569"/>
                  <a:gd name="T108" fmla="*/ 594 w 568"/>
                  <a:gd name="T109" fmla="*/ 924 h 569"/>
                  <a:gd name="T110" fmla="*/ 550 w 568"/>
                  <a:gd name="T111" fmla="*/ 933 h 569"/>
                  <a:gd name="T112" fmla="*/ 504 w 568"/>
                  <a:gd name="T113" fmla="*/ 939 h 569"/>
                  <a:gd name="T114" fmla="*/ 459 w 568"/>
                  <a:gd name="T115" fmla="*/ 941 h 56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68"/>
                  <a:gd name="T175" fmla="*/ 0 h 569"/>
                  <a:gd name="T176" fmla="*/ 568 w 568"/>
                  <a:gd name="T177" fmla="*/ 569 h 56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68" h="569">
                    <a:moveTo>
                      <a:pt x="276" y="569"/>
                    </a:moveTo>
                    <a:lnTo>
                      <a:pt x="263" y="569"/>
                    </a:lnTo>
                    <a:lnTo>
                      <a:pt x="250" y="567"/>
                    </a:lnTo>
                    <a:lnTo>
                      <a:pt x="238" y="565"/>
                    </a:lnTo>
                    <a:lnTo>
                      <a:pt x="225" y="563"/>
                    </a:lnTo>
                    <a:lnTo>
                      <a:pt x="212" y="560"/>
                    </a:lnTo>
                    <a:lnTo>
                      <a:pt x="200" y="556"/>
                    </a:lnTo>
                    <a:lnTo>
                      <a:pt x="187" y="552"/>
                    </a:lnTo>
                    <a:lnTo>
                      <a:pt x="176" y="548"/>
                    </a:lnTo>
                    <a:lnTo>
                      <a:pt x="163" y="542"/>
                    </a:lnTo>
                    <a:lnTo>
                      <a:pt x="151" y="536"/>
                    </a:lnTo>
                    <a:lnTo>
                      <a:pt x="140" y="529"/>
                    </a:lnTo>
                    <a:lnTo>
                      <a:pt x="127" y="521"/>
                    </a:lnTo>
                    <a:lnTo>
                      <a:pt x="117" y="513"/>
                    </a:lnTo>
                    <a:lnTo>
                      <a:pt x="105" y="505"/>
                    </a:lnTo>
                    <a:lnTo>
                      <a:pt x="94" y="496"/>
                    </a:lnTo>
                    <a:lnTo>
                      <a:pt x="84" y="485"/>
                    </a:lnTo>
                    <a:lnTo>
                      <a:pt x="47" y="440"/>
                    </a:lnTo>
                    <a:lnTo>
                      <a:pt x="20" y="391"/>
                    </a:lnTo>
                    <a:lnTo>
                      <a:pt x="5" y="339"/>
                    </a:lnTo>
                    <a:lnTo>
                      <a:pt x="0" y="285"/>
                    </a:lnTo>
                    <a:lnTo>
                      <a:pt x="5" y="231"/>
                    </a:lnTo>
                    <a:lnTo>
                      <a:pt x="20" y="179"/>
                    </a:lnTo>
                    <a:lnTo>
                      <a:pt x="47" y="129"/>
                    </a:lnTo>
                    <a:lnTo>
                      <a:pt x="84" y="84"/>
                    </a:lnTo>
                    <a:lnTo>
                      <a:pt x="118" y="54"/>
                    </a:lnTo>
                    <a:lnTo>
                      <a:pt x="156" y="31"/>
                    </a:lnTo>
                    <a:lnTo>
                      <a:pt x="194" y="14"/>
                    </a:lnTo>
                    <a:lnTo>
                      <a:pt x="234" y="4"/>
                    </a:lnTo>
                    <a:lnTo>
                      <a:pt x="275" y="0"/>
                    </a:lnTo>
                    <a:lnTo>
                      <a:pt x="315" y="2"/>
                    </a:lnTo>
                    <a:lnTo>
                      <a:pt x="355" y="9"/>
                    </a:lnTo>
                    <a:lnTo>
                      <a:pt x="393" y="22"/>
                    </a:lnTo>
                    <a:lnTo>
                      <a:pt x="429" y="40"/>
                    </a:lnTo>
                    <a:lnTo>
                      <a:pt x="462" y="63"/>
                    </a:lnTo>
                    <a:lnTo>
                      <a:pt x="492" y="90"/>
                    </a:lnTo>
                    <a:lnTo>
                      <a:pt x="517" y="121"/>
                    </a:lnTo>
                    <a:lnTo>
                      <a:pt x="538" y="157"/>
                    </a:lnTo>
                    <a:lnTo>
                      <a:pt x="554" y="196"/>
                    </a:lnTo>
                    <a:lnTo>
                      <a:pt x="565" y="239"/>
                    </a:lnTo>
                    <a:lnTo>
                      <a:pt x="568" y="285"/>
                    </a:lnTo>
                    <a:lnTo>
                      <a:pt x="567" y="317"/>
                    </a:lnTo>
                    <a:lnTo>
                      <a:pt x="561" y="347"/>
                    </a:lnTo>
                    <a:lnTo>
                      <a:pt x="554" y="376"/>
                    </a:lnTo>
                    <a:lnTo>
                      <a:pt x="543" y="402"/>
                    </a:lnTo>
                    <a:lnTo>
                      <a:pt x="530" y="428"/>
                    </a:lnTo>
                    <a:lnTo>
                      <a:pt x="514" y="452"/>
                    </a:lnTo>
                    <a:lnTo>
                      <a:pt x="497" y="473"/>
                    </a:lnTo>
                    <a:lnTo>
                      <a:pt x="477" y="492"/>
                    </a:lnTo>
                    <a:lnTo>
                      <a:pt x="455" y="511"/>
                    </a:lnTo>
                    <a:lnTo>
                      <a:pt x="433" y="526"/>
                    </a:lnTo>
                    <a:lnTo>
                      <a:pt x="409" y="539"/>
                    </a:lnTo>
                    <a:lnTo>
                      <a:pt x="384" y="550"/>
                    </a:lnTo>
                    <a:lnTo>
                      <a:pt x="357" y="558"/>
                    </a:lnTo>
                    <a:lnTo>
                      <a:pt x="331" y="564"/>
                    </a:lnTo>
                    <a:lnTo>
                      <a:pt x="303" y="567"/>
                    </a:lnTo>
                    <a:lnTo>
                      <a:pt x="276" y="569"/>
                    </a:lnTo>
                    <a:close/>
                  </a:path>
                </a:pathLst>
              </a:custGeom>
              <a:solidFill>
                <a:srgbClr val="CC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4" name="Freeform 135">
                <a:extLst>
                  <a:ext uri="{FF2B5EF4-FFF2-40B4-BE49-F238E27FC236}">
                    <a16:creationId xmlns:a16="http://schemas.microsoft.com/office/drawing/2014/main" id="{BE606D98-E29C-6144-B540-B9F371F68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373"/>
                <a:ext cx="157" cy="130"/>
              </a:xfrm>
              <a:custGeom>
                <a:avLst/>
                <a:gdLst>
                  <a:gd name="T0" fmla="*/ 6 w 131"/>
                  <a:gd name="T1" fmla="*/ 153 h 109"/>
                  <a:gd name="T2" fmla="*/ 10 w 131"/>
                  <a:gd name="T3" fmla="*/ 167 h 109"/>
                  <a:gd name="T4" fmla="*/ 20 w 131"/>
                  <a:gd name="T5" fmla="*/ 177 h 109"/>
                  <a:gd name="T6" fmla="*/ 34 w 131"/>
                  <a:gd name="T7" fmla="*/ 182 h 109"/>
                  <a:gd name="T8" fmla="*/ 46 w 131"/>
                  <a:gd name="T9" fmla="*/ 185 h 109"/>
                  <a:gd name="T10" fmla="*/ 46 w 131"/>
                  <a:gd name="T11" fmla="*/ 185 h 109"/>
                  <a:gd name="T12" fmla="*/ 46 w 131"/>
                  <a:gd name="T13" fmla="*/ 185 h 109"/>
                  <a:gd name="T14" fmla="*/ 225 w 131"/>
                  <a:gd name="T15" fmla="*/ 185 h 109"/>
                  <a:gd name="T16" fmla="*/ 225 w 131"/>
                  <a:gd name="T17" fmla="*/ 0 h 109"/>
                  <a:gd name="T18" fmla="*/ 53 w 131"/>
                  <a:gd name="T19" fmla="*/ 0 h 109"/>
                  <a:gd name="T20" fmla="*/ 35 w 131"/>
                  <a:gd name="T21" fmla="*/ 25 h 109"/>
                  <a:gd name="T22" fmla="*/ 17 w 131"/>
                  <a:gd name="T23" fmla="*/ 52 h 109"/>
                  <a:gd name="T24" fmla="*/ 6 w 131"/>
                  <a:gd name="T25" fmla="*/ 82 h 109"/>
                  <a:gd name="T26" fmla="*/ 0 w 131"/>
                  <a:gd name="T27" fmla="*/ 113 h 109"/>
                  <a:gd name="T28" fmla="*/ 0 w 131"/>
                  <a:gd name="T29" fmla="*/ 125 h 109"/>
                  <a:gd name="T30" fmla="*/ 1 w 131"/>
                  <a:gd name="T31" fmla="*/ 135 h 109"/>
                  <a:gd name="T32" fmla="*/ 2 w 131"/>
                  <a:gd name="T33" fmla="*/ 147 h 109"/>
                  <a:gd name="T34" fmla="*/ 6 w 131"/>
                  <a:gd name="T35" fmla="*/ 153 h 1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1"/>
                  <a:gd name="T55" fmla="*/ 0 h 109"/>
                  <a:gd name="T56" fmla="*/ 131 w 131"/>
                  <a:gd name="T57" fmla="*/ 109 h 10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1" h="109">
                    <a:moveTo>
                      <a:pt x="3" y="90"/>
                    </a:moveTo>
                    <a:lnTo>
                      <a:pt x="6" y="98"/>
                    </a:lnTo>
                    <a:lnTo>
                      <a:pt x="12" y="104"/>
                    </a:lnTo>
                    <a:lnTo>
                      <a:pt x="19" y="107"/>
                    </a:lnTo>
                    <a:lnTo>
                      <a:pt x="27" y="109"/>
                    </a:lnTo>
                    <a:lnTo>
                      <a:pt x="131" y="109"/>
                    </a:lnTo>
                    <a:lnTo>
                      <a:pt x="131" y="0"/>
                    </a:lnTo>
                    <a:lnTo>
                      <a:pt x="31" y="0"/>
                    </a:lnTo>
                    <a:lnTo>
                      <a:pt x="20" y="15"/>
                    </a:lnTo>
                    <a:lnTo>
                      <a:pt x="10" y="31"/>
                    </a:lnTo>
                    <a:lnTo>
                      <a:pt x="3" y="49"/>
                    </a:lnTo>
                    <a:lnTo>
                      <a:pt x="0" y="67"/>
                    </a:lnTo>
                    <a:lnTo>
                      <a:pt x="0" y="74"/>
                    </a:lnTo>
                    <a:lnTo>
                      <a:pt x="1" y="80"/>
                    </a:lnTo>
                    <a:lnTo>
                      <a:pt x="2" y="86"/>
                    </a:lnTo>
                    <a:lnTo>
                      <a:pt x="3" y="9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5" name="Freeform 136">
                <a:extLst>
                  <a:ext uri="{FF2B5EF4-FFF2-40B4-BE49-F238E27FC236}">
                    <a16:creationId xmlns:a16="http://schemas.microsoft.com/office/drawing/2014/main" id="{A23AC845-9ED4-4940-9855-76482826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220"/>
                <a:ext cx="184" cy="253"/>
              </a:xfrm>
              <a:custGeom>
                <a:avLst/>
                <a:gdLst>
                  <a:gd name="T0" fmla="*/ 184 w 154"/>
                  <a:gd name="T1" fmla="*/ 0 h 213"/>
                  <a:gd name="T2" fmla="*/ 173 w 154"/>
                  <a:gd name="T3" fmla="*/ 0 h 213"/>
                  <a:gd name="T4" fmla="*/ 148 w 154"/>
                  <a:gd name="T5" fmla="*/ 0 h 213"/>
                  <a:gd name="T6" fmla="*/ 116 w 154"/>
                  <a:gd name="T7" fmla="*/ 0 h 213"/>
                  <a:gd name="T8" fmla="*/ 80 w 154"/>
                  <a:gd name="T9" fmla="*/ 0 h 213"/>
                  <a:gd name="T10" fmla="*/ 44 w 154"/>
                  <a:gd name="T11" fmla="*/ 1 h 213"/>
                  <a:gd name="T12" fmla="*/ 19 w 154"/>
                  <a:gd name="T13" fmla="*/ 6 h 213"/>
                  <a:gd name="T14" fmla="*/ 7 w 154"/>
                  <a:gd name="T15" fmla="*/ 12 h 213"/>
                  <a:gd name="T16" fmla="*/ 16 w 154"/>
                  <a:gd name="T17" fmla="*/ 20 h 213"/>
                  <a:gd name="T18" fmla="*/ 50 w 154"/>
                  <a:gd name="T19" fmla="*/ 43 h 213"/>
                  <a:gd name="T20" fmla="*/ 38 w 154"/>
                  <a:gd name="T21" fmla="*/ 55 h 213"/>
                  <a:gd name="T22" fmla="*/ 29 w 154"/>
                  <a:gd name="T23" fmla="*/ 70 h 213"/>
                  <a:gd name="T24" fmla="*/ 19 w 154"/>
                  <a:gd name="T25" fmla="*/ 88 h 213"/>
                  <a:gd name="T26" fmla="*/ 8 w 154"/>
                  <a:gd name="T27" fmla="*/ 102 h 213"/>
                  <a:gd name="T28" fmla="*/ 2 w 154"/>
                  <a:gd name="T29" fmla="*/ 118 h 213"/>
                  <a:gd name="T30" fmla="*/ 0 w 154"/>
                  <a:gd name="T31" fmla="*/ 133 h 213"/>
                  <a:gd name="T32" fmla="*/ 1 w 154"/>
                  <a:gd name="T33" fmla="*/ 151 h 213"/>
                  <a:gd name="T34" fmla="*/ 7 w 154"/>
                  <a:gd name="T35" fmla="*/ 167 h 213"/>
                  <a:gd name="T36" fmla="*/ 119 w 154"/>
                  <a:gd name="T37" fmla="*/ 358 h 213"/>
                  <a:gd name="T38" fmla="*/ 117 w 154"/>
                  <a:gd name="T39" fmla="*/ 328 h 213"/>
                  <a:gd name="T40" fmla="*/ 122 w 154"/>
                  <a:gd name="T41" fmla="*/ 296 h 213"/>
                  <a:gd name="T42" fmla="*/ 133 w 154"/>
                  <a:gd name="T43" fmla="*/ 268 h 213"/>
                  <a:gd name="T44" fmla="*/ 147 w 154"/>
                  <a:gd name="T45" fmla="*/ 240 h 213"/>
                  <a:gd name="T46" fmla="*/ 164 w 154"/>
                  <a:gd name="T47" fmla="*/ 213 h 213"/>
                  <a:gd name="T48" fmla="*/ 184 w 154"/>
                  <a:gd name="T49" fmla="*/ 185 h 213"/>
                  <a:gd name="T50" fmla="*/ 201 w 154"/>
                  <a:gd name="T51" fmla="*/ 159 h 213"/>
                  <a:gd name="T52" fmla="*/ 220 w 154"/>
                  <a:gd name="T53" fmla="*/ 134 h 213"/>
                  <a:gd name="T54" fmla="*/ 220 w 154"/>
                  <a:gd name="T55" fmla="*/ 134 h 213"/>
                  <a:gd name="T56" fmla="*/ 226 w 154"/>
                  <a:gd name="T57" fmla="*/ 140 h 213"/>
                  <a:gd name="T58" fmla="*/ 234 w 154"/>
                  <a:gd name="T59" fmla="*/ 144 h 213"/>
                  <a:gd name="T60" fmla="*/ 243 w 154"/>
                  <a:gd name="T61" fmla="*/ 148 h 213"/>
                  <a:gd name="T62" fmla="*/ 251 w 154"/>
                  <a:gd name="T63" fmla="*/ 152 h 213"/>
                  <a:gd name="T64" fmla="*/ 256 w 154"/>
                  <a:gd name="T65" fmla="*/ 153 h 213"/>
                  <a:gd name="T66" fmla="*/ 263 w 154"/>
                  <a:gd name="T67" fmla="*/ 152 h 213"/>
                  <a:gd name="T68" fmla="*/ 263 w 154"/>
                  <a:gd name="T69" fmla="*/ 148 h 213"/>
                  <a:gd name="T70" fmla="*/ 256 w 154"/>
                  <a:gd name="T71" fmla="*/ 137 h 213"/>
                  <a:gd name="T72" fmla="*/ 184 w 154"/>
                  <a:gd name="T73" fmla="*/ 0 h 2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54"/>
                  <a:gd name="T112" fmla="*/ 0 h 213"/>
                  <a:gd name="T113" fmla="*/ 154 w 154"/>
                  <a:gd name="T114" fmla="*/ 213 h 21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54" h="213">
                    <a:moveTo>
                      <a:pt x="108" y="0"/>
                    </a:moveTo>
                    <a:lnTo>
                      <a:pt x="101" y="0"/>
                    </a:lnTo>
                    <a:lnTo>
                      <a:pt x="87" y="0"/>
                    </a:lnTo>
                    <a:lnTo>
                      <a:pt x="68" y="0"/>
                    </a:lnTo>
                    <a:lnTo>
                      <a:pt x="47" y="0"/>
                    </a:lnTo>
                    <a:lnTo>
                      <a:pt x="26" y="1"/>
                    </a:lnTo>
                    <a:lnTo>
                      <a:pt x="11" y="3"/>
                    </a:lnTo>
                    <a:lnTo>
                      <a:pt x="4" y="7"/>
                    </a:lnTo>
                    <a:lnTo>
                      <a:pt x="9" y="12"/>
                    </a:lnTo>
                    <a:lnTo>
                      <a:pt x="29" y="25"/>
                    </a:lnTo>
                    <a:lnTo>
                      <a:pt x="23" y="33"/>
                    </a:lnTo>
                    <a:lnTo>
                      <a:pt x="17" y="42"/>
                    </a:lnTo>
                    <a:lnTo>
                      <a:pt x="11" y="52"/>
                    </a:lnTo>
                    <a:lnTo>
                      <a:pt x="5" y="61"/>
                    </a:lnTo>
                    <a:lnTo>
                      <a:pt x="2" y="70"/>
                    </a:lnTo>
                    <a:lnTo>
                      <a:pt x="0" y="79"/>
                    </a:lnTo>
                    <a:lnTo>
                      <a:pt x="1" y="90"/>
                    </a:lnTo>
                    <a:lnTo>
                      <a:pt x="4" y="100"/>
                    </a:lnTo>
                    <a:lnTo>
                      <a:pt x="70" y="213"/>
                    </a:lnTo>
                    <a:lnTo>
                      <a:pt x="69" y="195"/>
                    </a:lnTo>
                    <a:lnTo>
                      <a:pt x="71" y="177"/>
                    </a:lnTo>
                    <a:lnTo>
                      <a:pt x="78" y="160"/>
                    </a:lnTo>
                    <a:lnTo>
                      <a:pt x="86" y="143"/>
                    </a:lnTo>
                    <a:lnTo>
                      <a:pt x="96" y="127"/>
                    </a:lnTo>
                    <a:lnTo>
                      <a:pt x="108" y="110"/>
                    </a:lnTo>
                    <a:lnTo>
                      <a:pt x="118" y="95"/>
                    </a:lnTo>
                    <a:lnTo>
                      <a:pt x="129" y="80"/>
                    </a:lnTo>
                    <a:lnTo>
                      <a:pt x="132" y="83"/>
                    </a:lnTo>
                    <a:lnTo>
                      <a:pt x="137" y="86"/>
                    </a:lnTo>
                    <a:lnTo>
                      <a:pt x="142" y="88"/>
                    </a:lnTo>
                    <a:lnTo>
                      <a:pt x="147" y="91"/>
                    </a:lnTo>
                    <a:lnTo>
                      <a:pt x="150" y="92"/>
                    </a:lnTo>
                    <a:lnTo>
                      <a:pt x="154" y="91"/>
                    </a:lnTo>
                    <a:lnTo>
                      <a:pt x="154" y="88"/>
                    </a:lnTo>
                    <a:lnTo>
                      <a:pt x="150" y="8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6" name="Freeform 137">
                <a:extLst>
                  <a:ext uri="{FF2B5EF4-FFF2-40B4-BE49-F238E27FC236}">
                    <a16:creationId xmlns:a16="http://schemas.microsoft.com/office/drawing/2014/main" id="{20A9E265-39F1-8249-BCEA-D157A07F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053"/>
                <a:ext cx="167" cy="180"/>
              </a:xfrm>
              <a:custGeom>
                <a:avLst/>
                <a:gdLst>
                  <a:gd name="T0" fmla="*/ 125 w 143"/>
                  <a:gd name="T1" fmla="*/ 0 h 153"/>
                  <a:gd name="T2" fmla="*/ 105 w 143"/>
                  <a:gd name="T3" fmla="*/ 2 h 153"/>
                  <a:gd name="T4" fmla="*/ 84 w 143"/>
                  <a:gd name="T5" fmla="*/ 16 h 153"/>
                  <a:gd name="T6" fmla="*/ 67 w 143"/>
                  <a:gd name="T7" fmla="*/ 36 h 153"/>
                  <a:gd name="T8" fmla="*/ 54 w 143"/>
                  <a:gd name="T9" fmla="*/ 58 h 153"/>
                  <a:gd name="T10" fmla="*/ 37 w 143"/>
                  <a:gd name="T11" fmla="*/ 85 h 153"/>
                  <a:gd name="T12" fmla="*/ 22 w 143"/>
                  <a:gd name="T13" fmla="*/ 109 h 153"/>
                  <a:gd name="T14" fmla="*/ 11 w 143"/>
                  <a:gd name="T15" fmla="*/ 133 h 153"/>
                  <a:gd name="T16" fmla="*/ 0 w 143"/>
                  <a:gd name="T17" fmla="*/ 154 h 153"/>
                  <a:gd name="T18" fmla="*/ 78 w 143"/>
                  <a:gd name="T19" fmla="*/ 205 h 153"/>
                  <a:gd name="T20" fmla="*/ 141 w 143"/>
                  <a:gd name="T21" fmla="*/ 249 h 153"/>
                  <a:gd name="T22" fmla="*/ 141 w 143"/>
                  <a:gd name="T23" fmla="*/ 249 h 153"/>
                  <a:gd name="T24" fmla="*/ 228 w 143"/>
                  <a:gd name="T25" fmla="*/ 112 h 153"/>
                  <a:gd name="T26" fmla="*/ 217 w 143"/>
                  <a:gd name="T27" fmla="*/ 86 h 153"/>
                  <a:gd name="T28" fmla="*/ 203 w 143"/>
                  <a:gd name="T29" fmla="*/ 64 h 153"/>
                  <a:gd name="T30" fmla="*/ 190 w 143"/>
                  <a:gd name="T31" fmla="*/ 45 h 153"/>
                  <a:gd name="T32" fmla="*/ 179 w 143"/>
                  <a:gd name="T33" fmla="*/ 28 h 153"/>
                  <a:gd name="T34" fmla="*/ 165 w 143"/>
                  <a:gd name="T35" fmla="*/ 15 h 153"/>
                  <a:gd name="T36" fmla="*/ 153 w 143"/>
                  <a:gd name="T37" fmla="*/ 8 h 153"/>
                  <a:gd name="T38" fmla="*/ 139 w 143"/>
                  <a:gd name="T39" fmla="*/ 1 h 153"/>
                  <a:gd name="T40" fmla="*/ 125 w 143"/>
                  <a:gd name="T41" fmla="*/ 0 h 1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3"/>
                  <a:gd name="T64" fmla="*/ 0 h 153"/>
                  <a:gd name="T65" fmla="*/ 143 w 143"/>
                  <a:gd name="T66" fmla="*/ 153 h 1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3" h="153">
                    <a:moveTo>
                      <a:pt x="79" y="0"/>
                    </a:moveTo>
                    <a:lnTo>
                      <a:pt x="66" y="2"/>
                    </a:lnTo>
                    <a:lnTo>
                      <a:pt x="53" y="10"/>
                    </a:lnTo>
                    <a:lnTo>
                      <a:pt x="42" y="22"/>
                    </a:lnTo>
                    <a:lnTo>
                      <a:pt x="33" y="36"/>
                    </a:lnTo>
                    <a:lnTo>
                      <a:pt x="23" y="52"/>
                    </a:lnTo>
                    <a:lnTo>
                      <a:pt x="14" y="67"/>
                    </a:lnTo>
                    <a:lnTo>
                      <a:pt x="7" y="82"/>
                    </a:lnTo>
                    <a:lnTo>
                      <a:pt x="0" y="94"/>
                    </a:lnTo>
                    <a:lnTo>
                      <a:pt x="49" y="126"/>
                    </a:lnTo>
                    <a:lnTo>
                      <a:pt x="89" y="153"/>
                    </a:lnTo>
                    <a:lnTo>
                      <a:pt x="143" y="69"/>
                    </a:lnTo>
                    <a:lnTo>
                      <a:pt x="136" y="53"/>
                    </a:lnTo>
                    <a:lnTo>
                      <a:pt x="128" y="39"/>
                    </a:lnTo>
                    <a:lnTo>
                      <a:pt x="120" y="27"/>
                    </a:lnTo>
                    <a:lnTo>
                      <a:pt x="112" y="17"/>
                    </a:lnTo>
                    <a:lnTo>
                      <a:pt x="104" y="9"/>
                    </a:lnTo>
                    <a:lnTo>
                      <a:pt x="96" y="5"/>
                    </a:lnTo>
                    <a:lnTo>
                      <a:pt x="87" y="1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7" name="Freeform 138">
                <a:extLst>
                  <a:ext uri="{FF2B5EF4-FFF2-40B4-BE49-F238E27FC236}">
                    <a16:creationId xmlns:a16="http://schemas.microsoft.com/office/drawing/2014/main" id="{7E8EFE19-AE61-AA4B-946B-65E558AB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036"/>
                <a:ext cx="260" cy="174"/>
              </a:xfrm>
              <a:custGeom>
                <a:avLst/>
                <a:gdLst>
                  <a:gd name="T0" fmla="*/ 278 w 221"/>
                  <a:gd name="T1" fmla="*/ 251 h 145"/>
                  <a:gd name="T2" fmla="*/ 285 w 221"/>
                  <a:gd name="T3" fmla="*/ 240 h 145"/>
                  <a:gd name="T4" fmla="*/ 298 w 221"/>
                  <a:gd name="T5" fmla="*/ 223 h 145"/>
                  <a:gd name="T6" fmla="*/ 313 w 221"/>
                  <a:gd name="T7" fmla="*/ 197 h 145"/>
                  <a:gd name="T8" fmla="*/ 329 w 221"/>
                  <a:gd name="T9" fmla="*/ 166 h 145"/>
                  <a:gd name="T10" fmla="*/ 344 w 221"/>
                  <a:gd name="T11" fmla="*/ 138 h 145"/>
                  <a:gd name="T12" fmla="*/ 354 w 221"/>
                  <a:gd name="T13" fmla="*/ 114 h 145"/>
                  <a:gd name="T14" fmla="*/ 360 w 221"/>
                  <a:gd name="T15" fmla="*/ 96 h 145"/>
                  <a:gd name="T16" fmla="*/ 353 w 221"/>
                  <a:gd name="T17" fmla="*/ 92 h 145"/>
                  <a:gd name="T18" fmla="*/ 348 w 221"/>
                  <a:gd name="T19" fmla="*/ 94 h 145"/>
                  <a:gd name="T20" fmla="*/ 338 w 221"/>
                  <a:gd name="T21" fmla="*/ 98 h 145"/>
                  <a:gd name="T22" fmla="*/ 324 w 221"/>
                  <a:gd name="T23" fmla="*/ 106 h 145"/>
                  <a:gd name="T24" fmla="*/ 312 w 221"/>
                  <a:gd name="T25" fmla="*/ 110 h 145"/>
                  <a:gd name="T26" fmla="*/ 301 w 221"/>
                  <a:gd name="T27" fmla="*/ 88 h 145"/>
                  <a:gd name="T28" fmla="*/ 292 w 221"/>
                  <a:gd name="T29" fmla="*/ 70 h 145"/>
                  <a:gd name="T30" fmla="*/ 282 w 221"/>
                  <a:gd name="T31" fmla="*/ 49 h 145"/>
                  <a:gd name="T32" fmla="*/ 269 w 221"/>
                  <a:gd name="T33" fmla="*/ 34 h 145"/>
                  <a:gd name="T34" fmla="*/ 258 w 221"/>
                  <a:gd name="T35" fmla="*/ 19 h 145"/>
                  <a:gd name="T36" fmla="*/ 241 w 221"/>
                  <a:gd name="T37" fmla="*/ 8 h 145"/>
                  <a:gd name="T38" fmla="*/ 220 w 221"/>
                  <a:gd name="T39" fmla="*/ 1 h 145"/>
                  <a:gd name="T40" fmla="*/ 194 w 221"/>
                  <a:gd name="T41" fmla="*/ 0 h 145"/>
                  <a:gd name="T42" fmla="*/ 0 w 221"/>
                  <a:gd name="T43" fmla="*/ 0 h 145"/>
                  <a:gd name="T44" fmla="*/ 29 w 221"/>
                  <a:gd name="T45" fmla="*/ 14 h 145"/>
                  <a:gd name="T46" fmla="*/ 55 w 221"/>
                  <a:gd name="T47" fmla="*/ 31 h 145"/>
                  <a:gd name="T48" fmla="*/ 76 w 221"/>
                  <a:gd name="T49" fmla="*/ 55 h 145"/>
                  <a:gd name="T50" fmla="*/ 94 w 221"/>
                  <a:gd name="T51" fmla="*/ 80 h 145"/>
                  <a:gd name="T52" fmla="*/ 111 w 221"/>
                  <a:gd name="T53" fmla="*/ 110 h 145"/>
                  <a:gd name="T54" fmla="*/ 124 w 221"/>
                  <a:gd name="T55" fmla="*/ 144 h 145"/>
                  <a:gd name="T56" fmla="*/ 136 w 221"/>
                  <a:gd name="T57" fmla="*/ 173 h 145"/>
                  <a:gd name="T58" fmla="*/ 149 w 221"/>
                  <a:gd name="T59" fmla="*/ 204 h 145"/>
                  <a:gd name="T60" fmla="*/ 148 w 221"/>
                  <a:gd name="T61" fmla="*/ 208 h 145"/>
                  <a:gd name="T62" fmla="*/ 140 w 221"/>
                  <a:gd name="T63" fmla="*/ 210 h 145"/>
                  <a:gd name="T64" fmla="*/ 132 w 221"/>
                  <a:gd name="T65" fmla="*/ 215 h 145"/>
                  <a:gd name="T66" fmla="*/ 126 w 221"/>
                  <a:gd name="T67" fmla="*/ 222 h 145"/>
                  <a:gd name="T68" fmla="*/ 118 w 221"/>
                  <a:gd name="T69" fmla="*/ 226 h 145"/>
                  <a:gd name="T70" fmla="*/ 113 w 221"/>
                  <a:gd name="T71" fmla="*/ 230 h 145"/>
                  <a:gd name="T72" fmla="*/ 116 w 221"/>
                  <a:gd name="T73" fmla="*/ 235 h 145"/>
                  <a:gd name="T74" fmla="*/ 126 w 221"/>
                  <a:gd name="T75" fmla="*/ 236 h 145"/>
                  <a:gd name="T76" fmla="*/ 278 w 221"/>
                  <a:gd name="T77" fmla="*/ 251 h 14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1"/>
                  <a:gd name="T118" fmla="*/ 0 h 145"/>
                  <a:gd name="T119" fmla="*/ 221 w 221"/>
                  <a:gd name="T120" fmla="*/ 145 h 14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1" h="145">
                    <a:moveTo>
                      <a:pt x="171" y="145"/>
                    </a:moveTo>
                    <a:lnTo>
                      <a:pt x="175" y="139"/>
                    </a:lnTo>
                    <a:lnTo>
                      <a:pt x="183" y="129"/>
                    </a:lnTo>
                    <a:lnTo>
                      <a:pt x="192" y="114"/>
                    </a:lnTo>
                    <a:lnTo>
                      <a:pt x="202" y="96"/>
                    </a:lnTo>
                    <a:lnTo>
                      <a:pt x="211" y="80"/>
                    </a:lnTo>
                    <a:lnTo>
                      <a:pt x="218" y="66"/>
                    </a:lnTo>
                    <a:lnTo>
                      <a:pt x="221" y="56"/>
                    </a:lnTo>
                    <a:lnTo>
                      <a:pt x="217" y="53"/>
                    </a:lnTo>
                    <a:lnTo>
                      <a:pt x="214" y="54"/>
                    </a:lnTo>
                    <a:lnTo>
                      <a:pt x="207" y="57"/>
                    </a:lnTo>
                    <a:lnTo>
                      <a:pt x="199" y="61"/>
                    </a:lnTo>
                    <a:lnTo>
                      <a:pt x="191" y="64"/>
                    </a:lnTo>
                    <a:lnTo>
                      <a:pt x="185" y="51"/>
                    </a:lnTo>
                    <a:lnTo>
                      <a:pt x="179" y="40"/>
                    </a:lnTo>
                    <a:lnTo>
                      <a:pt x="173" y="28"/>
                    </a:lnTo>
                    <a:lnTo>
                      <a:pt x="166" y="19"/>
                    </a:lnTo>
                    <a:lnTo>
                      <a:pt x="158" y="11"/>
                    </a:lnTo>
                    <a:lnTo>
                      <a:pt x="148" y="5"/>
                    </a:lnTo>
                    <a:lnTo>
                      <a:pt x="135" y="1"/>
                    </a:lnTo>
                    <a:lnTo>
                      <a:pt x="119" y="0"/>
                    </a:lnTo>
                    <a:lnTo>
                      <a:pt x="0" y="0"/>
                    </a:lnTo>
                    <a:lnTo>
                      <a:pt x="18" y="8"/>
                    </a:lnTo>
                    <a:lnTo>
                      <a:pt x="34" y="18"/>
                    </a:lnTo>
                    <a:lnTo>
                      <a:pt x="47" y="32"/>
                    </a:lnTo>
                    <a:lnTo>
                      <a:pt x="58" y="47"/>
                    </a:lnTo>
                    <a:lnTo>
                      <a:pt x="68" y="64"/>
                    </a:lnTo>
                    <a:lnTo>
                      <a:pt x="76" y="83"/>
                    </a:lnTo>
                    <a:lnTo>
                      <a:pt x="84" y="100"/>
                    </a:lnTo>
                    <a:lnTo>
                      <a:pt x="92" y="118"/>
                    </a:lnTo>
                    <a:lnTo>
                      <a:pt x="91" y="120"/>
                    </a:lnTo>
                    <a:lnTo>
                      <a:pt x="86" y="122"/>
                    </a:lnTo>
                    <a:lnTo>
                      <a:pt x="81" y="124"/>
                    </a:lnTo>
                    <a:lnTo>
                      <a:pt x="77" y="128"/>
                    </a:lnTo>
                    <a:lnTo>
                      <a:pt x="72" y="131"/>
                    </a:lnTo>
                    <a:lnTo>
                      <a:pt x="70" y="133"/>
                    </a:lnTo>
                    <a:lnTo>
                      <a:pt x="71" y="136"/>
                    </a:lnTo>
                    <a:lnTo>
                      <a:pt x="77" y="137"/>
                    </a:lnTo>
                    <a:lnTo>
                      <a:pt x="171" y="14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8" name="Freeform 139">
                <a:extLst>
                  <a:ext uri="{FF2B5EF4-FFF2-40B4-BE49-F238E27FC236}">
                    <a16:creationId xmlns:a16="http://schemas.microsoft.com/office/drawing/2014/main" id="{2CE93313-EF9F-ED44-AEAA-8C3DF2FE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186"/>
                <a:ext cx="177" cy="167"/>
              </a:xfrm>
              <a:custGeom>
                <a:avLst/>
                <a:gdLst>
                  <a:gd name="T0" fmla="*/ 249 w 149"/>
                  <a:gd name="T1" fmla="*/ 156 h 142"/>
                  <a:gd name="T2" fmla="*/ 247 w 149"/>
                  <a:gd name="T3" fmla="*/ 135 h 142"/>
                  <a:gd name="T4" fmla="*/ 239 w 149"/>
                  <a:gd name="T5" fmla="*/ 113 h 142"/>
                  <a:gd name="T6" fmla="*/ 226 w 149"/>
                  <a:gd name="T7" fmla="*/ 94 h 142"/>
                  <a:gd name="T8" fmla="*/ 211 w 149"/>
                  <a:gd name="T9" fmla="*/ 73 h 142"/>
                  <a:gd name="T10" fmla="*/ 196 w 149"/>
                  <a:gd name="T11" fmla="*/ 53 h 142"/>
                  <a:gd name="T12" fmla="*/ 179 w 149"/>
                  <a:gd name="T13" fmla="*/ 34 h 142"/>
                  <a:gd name="T14" fmla="*/ 166 w 149"/>
                  <a:gd name="T15" fmla="*/ 16 h 142"/>
                  <a:gd name="T16" fmla="*/ 153 w 149"/>
                  <a:gd name="T17" fmla="*/ 0 h 142"/>
                  <a:gd name="T18" fmla="*/ 70 w 149"/>
                  <a:gd name="T19" fmla="*/ 47 h 142"/>
                  <a:gd name="T20" fmla="*/ 0 w 149"/>
                  <a:gd name="T21" fmla="*/ 86 h 142"/>
                  <a:gd name="T22" fmla="*/ 89 w 149"/>
                  <a:gd name="T23" fmla="*/ 231 h 142"/>
                  <a:gd name="T24" fmla="*/ 89 w 149"/>
                  <a:gd name="T25" fmla="*/ 231 h 142"/>
                  <a:gd name="T26" fmla="*/ 107 w 149"/>
                  <a:gd name="T27" fmla="*/ 231 h 142"/>
                  <a:gd name="T28" fmla="*/ 125 w 149"/>
                  <a:gd name="T29" fmla="*/ 231 h 142"/>
                  <a:gd name="T30" fmla="*/ 141 w 149"/>
                  <a:gd name="T31" fmla="*/ 231 h 142"/>
                  <a:gd name="T32" fmla="*/ 159 w 149"/>
                  <a:gd name="T33" fmla="*/ 231 h 142"/>
                  <a:gd name="T34" fmla="*/ 175 w 149"/>
                  <a:gd name="T35" fmla="*/ 229 h 142"/>
                  <a:gd name="T36" fmla="*/ 189 w 149"/>
                  <a:gd name="T37" fmla="*/ 225 h 142"/>
                  <a:gd name="T38" fmla="*/ 204 w 149"/>
                  <a:gd name="T39" fmla="*/ 219 h 142"/>
                  <a:gd name="T40" fmla="*/ 222 w 149"/>
                  <a:gd name="T41" fmla="*/ 209 h 142"/>
                  <a:gd name="T42" fmla="*/ 234 w 149"/>
                  <a:gd name="T43" fmla="*/ 195 h 142"/>
                  <a:gd name="T44" fmla="*/ 242 w 149"/>
                  <a:gd name="T45" fmla="*/ 182 h 142"/>
                  <a:gd name="T46" fmla="*/ 248 w 149"/>
                  <a:gd name="T47" fmla="*/ 168 h 142"/>
                  <a:gd name="T48" fmla="*/ 249 w 149"/>
                  <a:gd name="T49" fmla="*/ 156 h 1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9"/>
                  <a:gd name="T76" fmla="*/ 0 h 142"/>
                  <a:gd name="T77" fmla="*/ 149 w 149"/>
                  <a:gd name="T78" fmla="*/ 142 h 14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9" h="142">
                    <a:moveTo>
                      <a:pt x="149" y="96"/>
                    </a:moveTo>
                    <a:lnTo>
                      <a:pt x="147" y="83"/>
                    </a:lnTo>
                    <a:lnTo>
                      <a:pt x="142" y="70"/>
                    </a:lnTo>
                    <a:lnTo>
                      <a:pt x="135" y="58"/>
                    </a:lnTo>
                    <a:lnTo>
                      <a:pt x="126" y="45"/>
                    </a:lnTo>
                    <a:lnTo>
                      <a:pt x="117" y="32"/>
                    </a:lnTo>
                    <a:lnTo>
                      <a:pt x="107" y="21"/>
                    </a:lnTo>
                    <a:lnTo>
                      <a:pt x="99" y="10"/>
                    </a:lnTo>
                    <a:lnTo>
                      <a:pt x="92" y="0"/>
                    </a:lnTo>
                    <a:lnTo>
                      <a:pt x="42" y="29"/>
                    </a:lnTo>
                    <a:lnTo>
                      <a:pt x="0" y="53"/>
                    </a:lnTo>
                    <a:lnTo>
                      <a:pt x="53" y="142"/>
                    </a:lnTo>
                    <a:lnTo>
                      <a:pt x="64" y="142"/>
                    </a:lnTo>
                    <a:lnTo>
                      <a:pt x="74" y="142"/>
                    </a:lnTo>
                    <a:lnTo>
                      <a:pt x="84" y="142"/>
                    </a:lnTo>
                    <a:lnTo>
                      <a:pt x="95" y="142"/>
                    </a:lnTo>
                    <a:lnTo>
                      <a:pt x="104" y="141"/>
                    </a:lnTo>
                    <a:lnTo>
                      <a:pt x="113" y="138"/>
                    </a:lnTo>
                    <a:lnTo>
                      <a:pt x="122" y="134"/>
                    </a:lnTo>
                    <a:lnTo>
                      <a:pt x="132" y="128"/>
                    </a:lnTo>
                    <a:lnTo>
                      <a:pt x="140" y="120"/>
                    </a:lnTo>
                    <a:lnTo>
                      <a:pt x="145" y="112"/>
                    </a:lnTo>
                    <a:lnTo>
                      <a:pt x="148" y="104"/>
                    </a:lnTo>
                    <a:lnTo>
                      <a:pt x="149" y="96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2019" name="Freeform 140">
                <a:extLst>
                  <a:ext uri="{FF2B5EF4-FFF2-40B4-BE49-F238E27FC236}">
                    <a16:creationId xmlns:a16="http://schemas.microsoft.com/office/drawing/2014/main" id="{AAF37A29-3005-B74E-91E3-C526AC6E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339"/>
                <a:ext cx="243" cy="200"/>
              </a:xfrm>
              <a:custGeom>
                <a:avLst/>
                <a:gdLst>
                  <a:gd name="T0" fmla="*/ 344 w 204"/>
                  <a:gd name="T1" fmla="*/ 0 h 170"/>
                  <a:gd name="T2" fmla="*/ 319 w 204"/>
                  <a:gd name="T3" fmla="*/ 19 h 170"/>
                  <a:gd name="T4" fmla="*/ 292 w 204"/>
                  <a:gd name="T5" fmla="*/ 34 h 170"/>
                  <a:gd name="T6" fmla="*/ 258 w 204"/>
                  <a:gd name="T7" fmla="*/ 42 h 170"/>
                  <a:gd name="T8" fmla="*/ 228 w 204"/>
                  <a:gd name="T9" fmla="*/ 46 h 170"/>
                  <a:gd name="T10" fmla="*/ 193 w 204"/>
                  <a:gd name="T11" fmla="*/ 46 h 170"/>
                  <a:gd name="T12" fmla="*/ 158 w 204"/>
                  <a:gd name="T13" fmla="*/ 46 h 170"/>
                  <a:gd name="T14" fmla="*/ 125 w 204"/>
                  <a:gd name="T15" fmla="*/ 45 h 170"/>
                  <a:gd name="T16" fmla="*/ 95 w 204"/>
                  <a:gd name="T17" fmla="*/ 45 h 170"/>
                  <a:gd name="T18" fmla="*/ 95 w 204"/>
                  <a:gd name="T19" fmla="*/ 33 h 170"/>
                  <a:gd name="T20" fmla="*/ 94 w 204"/>
                  <a:gd name="T21" fmla="*/ 16 h 170"/>
                  <a:gd name="T22" fmla="*/ 87 w 204"/>
                  <a:gd name="T23" fmla="*/ 1 h 170"/>
                  <a:gd name="T24" fmla="*/ 79 w 204"/>
                  <a:gd name="T25" fmla="*/ 8 h 170"/>
                  <a:gd name="T26" fmla="*/ 0 w 204"/>
                  <a:gd name="T27" fmla="*/ 141 h 170"/>
                  <a:gd name="T28" fmla="*/ 7 w 204"/>
                  <a:gd name="T29" fmla="*/ 151 h 170"/>
                  <a:gd name="T30" fmla="*/ 18 w 204"/>
                  <a:gd name="T31" fmla="*/ 169 h 170"/>
                  <a:gd name="T32" fmla="*/ 32 w 204"/>
                  <a:gd name="T33" fmla="*/ 193 h 170"/>
                  <a:gd name="T34" fmla="*/ 46 w 204"/>
                  <a:gd name="T35" fmla="*/ 216 h 170"/>
                  <a:gd name="T36" fmla="*/ 62 w 204"/>
                  <a:gd name="T37" fmla="*/ 240 h 170"/>
                  <a:gd name="T38" fmla="*/ 79 w 204"/>
                  <a:gd name="T39" fmla="*/ 260 h 170"/>
                  <a:gd name="T40" fmla="*/ 89 w 204"/>
                  <a:gd name="T41" fmla="*/ 274 h 170"/>
                  <a:gd name="T42" fmla="*/ 98 w 204"/>
                  <a:gd name="T43" fmla="*/ 276 h 170"/>
                  <a:gd name="T44" fmla="*/ 104 w 204"/>
                  <a:gd name="T45" fmla="*/ 267 h 170"/>
                  <a:gd name="T46" fmla="*/ 106 w 204"/>
                  <a:gd name="T47" fmla="*/ 254 h 170"/>
                  <a:gd name="T48" fmla="*/ 104 w 204"/>
                  <a:gd name="T49" fmla="*/ 238 h 170"/>
                  <a:gd name="T50" fmla="*/ 104 w 204"/>
                  <a:gd name="T51" fmla="*/ 227 h 170"/>
                  <a:gd name="T52" fmla="*/ 114 w 204"/>
                  <a:gd name="T53" fmla="*/ 227 h 170"/>
                  <a:gd name="T54" fmla="*/ 133 w 204"/>
                  <a:gd name="T55" fmla="*/ 227 h 170"/>
                  <a:gd name="T56" fmla="*/ 154 w 204"/>
                  <a:gd name="T57" fmla="*/ 227 h 170"/>
                  <a:gd name="T58" fmla="*/ 176 w 204"/>
                  <a:gd name="T59" fmla="*/ 227 h 170"/>
                  <a:gd name="T60" fmla="*/ 198 w 204"/>
                  <a:gd name="T61" fmla="*/ 221 h 170"/>
                  <a:gd name="T62" fmla="*/ 214 w 204"/>
                  <a:gd name="T63" fmla="*/ 216 h 170"/>
                  <a:gd name="T64" fmla="*/ 228 w 204"/>
                  <a:gd name="T65" fmla="*/ 209 h 170"/>
                  <a:gd name="T66" fmla="*/ 230 w 204"/>
                  <a:gd name="T67" fmla="*/ 196 h 170"/>
                  <a:gd name="T68" fmla="*/ 230 w 204"/>
                  <a:gd name="T69" fmla="*/ 196 h 170"/>
                  <a:gd name="T70" fmla="*/ 344 w 204"/>
                  <a:gd name="T71" fmla="*/ 0 h 17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4"/>
                  <a:gd name="T109" fmla="*/ 0 h 170"/>
                  <a:gd name="T110" fmla="*/ 204 w 204"/>
                  <a:gd name="T111" fmla="*/ 170 h 17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4" h="170">
                    <a:moveTo>
                      <a:pt x="204" y="0"/>
                    </a:moveTo>
                    <a:lnTo>
                      <a:pt x="189" y="12"/>
                    </a:lnTo>
                    <a:lnTo>
                      <a:pt x="173" y="21"/>
                    </a:lnTo>
                    <a:lnTo>
                      <a:pt x="153" y="26"/>
                    </a:lnTo>
                    <a:lnTo>
                      <a:pt x="134" y="28"/>
                    </a:lnTo>
                    <a:lnTo>
                      <a:pt x="114" y="28"/>
                    </a:lnTo>
                    <a:lnTo>
                      <a:pt x="94" y="28"/>
                    </a:lnTo>
                    <a:lnTo>
                      <a:pt x="74" y="27"/>
                    </a:lnTo>
                    <a:lnTo>
                      <a:pt x="56" y="27"/>
                    </a:lnTo>
                    <a:lnTo>
                      <a:pt x="56" y="20"/>
                    </a:lnTo>
                    <a:lnTo>
                      <a:pt x="55" y="10"/>
                    </a:lnTo>
                    <a:lnTo>
                      <a:pt x="51" y="1"/>
                    </a:lnTo>
                    <a:lnTo>
                      <a:pt x="46" y="5"/>
                    </a:lnTo>
                    <a:lnTo>
                      <a:pt x="0" y="87"/>
                    </a:lnTo>
                    <a:lnTo>
                      <a:pt x="4" y="93"/>
                    </a:lnTo>
                    <a:lnTo>
                      <a:pt x="11" y="104"/>
                    </a:lnTo>
                    <a:lnTo>
                      <a:pt x="19" y="118"/>
                    </a:lnTo>
                    <a:lnTo>
                      <a:pt x="28" y="133"/>
                    </a:lnTo>
                    <a:lnTo>
                      <a:pt x="37" y="147"/>
                    </a:lnTo>
                    <a:lnTo>
                      <a:pt x="46" y="160"/>
                    </a:lnTo>
                    <a:lnTo>
                      <a:pt x="53" y="168"/>
                    </a:lnTo>
                    <a:lnTo>
                      <a:pt x="58" y="170"/>
                    </a:lnTo>
                    <a:lnTo>
                      <a:pt x="61" y="164"/>
                    </a:lnTo>
                    <a:lnTo>
                      <a:pt x="63" y="156"/>
                    </a:lnTo>
                    <a:lnTo>
                      <a:pt x="61" y="146"/>
                    </a:lnTo>
                    <a:lnTo>
                      <a:pt x="61" y="139"/>
                    </a:lnTo>
                    <a:lnTo>
                      <a:pt x="68" y="139"/>
                    </a:lnTo>
                    <a:lnTo>
                      <a:pt x="79" y="139"/>
                    </a:lnTo>
                    <a:lnTo>
                      <a:pt x="91" y="139"/>
                    </a:lnTo>
                    <a:lnTo>
                      <a:pt x="104" y="139"/>
                    </a:lnTo>
                    <a:lnTo>
                      <a:pt x="117" y="136"/>
                    </a:lnTo>
                    <a:lnTo>
                      <a:pt x="127" y="133"/>
                    </a:lnTo>
                    <a:lnTo>
                      <a:pt x="134" y="128"/>
                    </a:lnTo>
                    <a:lnTo>
                      <a:pt x="136" y="121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81947" name="Group 141">
              <a:extLst>
                <a:ext uri="{FF2B5EF4-FFF2-40B4-BE49-F238E27FC236}">
                  <a16:creationId xmlns:a16="http://schemas.microsoft.com/office/drawing/2014/main" id="{4C43A7F0-EAB1-9845-AEA5-6C9E1EF1F4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3" y="2678"/>
              <a:ext cx="822" cy="158"/>
              <a:chOff x="3765" y="2686"/>
              <a:chExt cx="906" cy="158"/>
            </a:xfrm>
          </p:grpSpPr>
          <p:sp>
            <p:nvSpPr>
              <p:cNvPr id="82004" name="Rectangle 142">
                <a:extLst>
                  <a:ext uri="{FF2B5EF4-FFF2-40B4-BE49-F238E27FC236}">
                    <a16:creationId xmlns:a16="http://schemas.microsoft.com/office/drawing/2014/main" id="{344AB3DB-671A-974D-A8FD-DD47DDD19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737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2005" name="Group 143">
                <a:extLst>
                  <a:ext uri="{FF2B5EF4-FFF2-40B4-BE49-F238E27FC236}">
                    <a16:creationId xmlns:a16="http://schemas.microsoft.com/office/drawing/2014/main" id="{16BE1330-C01B-B843-ABBC-C3447E6386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13" y="2686"/>
                <a:ext cx="158" cy="158"/>
                <a:chOff x="1873" y="2145"/>
                <a:chExt cx="202" cy="202"/>
              </a:xfrm>
            </p:grpSpPr>
            <p:sp>
              <p:nvSpPr>
                <p:cNvPr id="82006" name="Freeform 144">
                  <a:extLst>
                    <a:ext uri="{FF2B5EF4-FFF2-40B4-BE49-F238E27FC236}">
                      <a16:creationId xmlns:a16="http://schemas.microsoft.com/office/drawing/2014/main" id="{6FF1DD49-849D-4443-A13D-D9BD57A53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7" name="Freeform 145">
                  <a:extLst>
                    <a:ext uri="{FF2B5EF4-FFF2-40B4-BE49-F238E27FC236}">
                      <a16:creationId xmlns:a16="http://schemas.microsoft.com/office/drawing/2014/main" id="{8F30DD1D-A82B-BF43-AE65-B1CBE78645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8" name="Freeform 146">
                  <a:extLst>
                    <a:ext uri="{FF2B5EF4-FFF2-40B4-BE49-F238E27FC236}">
                      <a16:creationId xmlns:a16="http://schemas.microsoft.com/office/drawing/2014/main" id="{B5083F80-3E5A-B84F-B2A7-4566A709E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9" name="Freeform 147">
                  <a:extLst>
                    <a:ext uri="{FF2B5EF4-FFF2-40B4-BE49-F238E27FC236}">
                      <a16:creationId xmlns:a16="http://schemas.microsoft.com/office/drawing/2014/main" id="{A6440266-D8FF-8341-A1BD-74C8C9A31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10" name="Freeform 148">
                  <a:extLst>
                    <a:ext uri="{FF2B5EF4-FFF2-40B4-BE49-F238E27FC236}">
                      <a16:creationId xmlns:a16="http://schemas.microsoft.com/office/drawing/2014/main" id="{88A2BAF9-6F44-F24E-B33A-EA3D91078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11" name="Freeform 149">
                  <a:extLst>
                    <a:ext uri="{FF2B5EF4-FFF2-40B4-BE49-F238E27FC236}">
                      <a16:creationId xmlns:a16="http://schemas.microsoft.com/office/drawing/2014/main" id="{44BB4199-133C-5343-B541-6770A3867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12" name="Freeform 150">
                  <a:extLst>
                    <a:ext uri="{FF2B5EF4-FFF2-40B4-BE49-F238E27FC236}">
                      <a16:creationId xmlns:a16="http://schemas.microsoft.com/office/drawing/2014/main" id="{AB89EAEF-D424-3347-AC22-E901E0339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81948" name="Line 151">
              <a:extLst>
                <a:ext uri="{FF2B5EF4-FFF2-40B4-BE49-F238E27FC236}">
                  <a16:creationId xmlns:a16="http://schemas.microsoft.com/office/drawing/2014/main" id="{27C747BE-9739-F649-8EC7-CE03325F8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" y="1617"/>
              <a:ext cx="26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49" name="Text Box 152">
              <a:extLst>
                <a:ext uri="{FF2B5EF4-FFF2-40B4-BE49-F238E27FC236}">
                  <a16:creationId xmlns:a16="http://schemas.microsoft.com/office/drawing/2014/main" id="{ADF6DF61-AC39-FC4B-AA82-67503F5B6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1485"/>
              <a:ext cx="111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período de produção</a:t>
              </a:r>
            </a:p>
          </p:txBody>
        </p:sp>
        <p:sp>
          <p:nvSpPr>
            <p:cNvPr id="81950" name="Line 153">
              <a:extLst>
                <a:ext uri="{FF2B5EF4-FFF2-40B4-BE49-F238E27FC236}">
                  <a16:creationId xmlns:a16="http://schemas.microsoft.com/office/drawing/2014/main" id="{3B3E09D1-A6FA-0A4D-A642-E0F51F34B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6" y="1472"/>
              <a:ext cx="375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51" name="Text Box 154">
              <a:extLst>
                <a:ext uri="{FF2B5EF4-FFF2-40B4-BE49-F238E27FC236}">
                  <a16:creationId xmlns:a16="http://schemas.microsoft.com/office/drawing/2014/main" id="{E0050F0A-3370-2441-8EF0-C133A9723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8" y="1329"/>
              <a:ext cx="413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período de assistência técnica / atendimento ao cliente / </a:t>
              </a:r>
              <a:r>
                <a:rPr lang="pt-BR" altLang="pt-BR" sz="1400" b="1">
                  <a:solidFill>
                    <a:srgbClr val="000000"/>
                  </a:solidFill>
                </a:rPr>
                <a:t>Acompanhar o produto</a:t>
              </a:r>
            </a:p>
          </p:txBody>
        </p:sp>
        <p:sp>
          <p:nvSpPr>
            <p:cNvPr id="81952" name="Line 155">
              <a:extLst>
                <a:ext uri="{FF2B5EF4-FFF2-40B4-BE49-F238E27FC236}">
                  <a16:creationId xmlns:a16="http://schemas.microsoft.com/office/drawing/2014/main" id="{BD862DFF-2E0A-8A4B-B293-07862592B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4" y="1812"/>
              <a:ext cx="359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53" name="Line 156">
              <a:extLst>
                <a:ext uri="{FF2B5EF4-FFF2-40B4-BE49-F238E27FC236}">
                  <a16:creationId xmlns:a16="http://schemas.microsoft.com/office/drawing/2014/main" id="{325419F2-145F-2D4D-9630-28DB70CDAC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4" y="1789"/>
              <a:ext cx="0" cy="55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54" name="Text Box 157">
              <a:extLst>
                <a:ext uri="{FF2B5EF4-FFF2-40B4-BE49-F238E27FC236}">
                  <a16:creationId xmlns:a16="http://schemas.microsoft.com/office/drawing/2014/main" id="{A4C4E3FD-86ED-064A-91DF-811BFF21B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3" y="1658"/>
              <a:ext cx="13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 b="1">
                  <a:solidFill>
                    <a:srgbClr val="000000"/>
                  </a:solidFill>
                </a:rPr>
                <a:t>Descontinuar o produto</a:t>
              </a:r>
              <a:endParaRPr lang="pt-BR" altLang="pt-BR" sz="1400">
                <a:solidFill>
                  <a:srgbClr val="000000"/>
                </a:solidFill>
              </a:endParaRPr>
            </a:p>
          </p:txBody>
        </p:sp>
        <p:grpSp>
          <p:nvGrpSpPr>
            <p:cNvPr id="81955" name="Group 158">
              <a:extLst>
                <a:ext uri="{FF2B5EF4-FFF2-40B4-BE49-F238E27FC236}">
                  <a16:creationId xmlns:a16="http://schemas.microsoft.com/office/drawing/2014/main" id="{D4B6EC35-8770-4D4C-835A-CB2C97CBE0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5" y="1960"/>
              <a:ext cx="1188" cy="158"/>
              <a:chOff x="1243" y="1879"/>
              <a:chExt cx="1188" cy="158"/>
            </a:xfrm>
          </p:grpSpPr>
          <p:sp>
            <p:nvSpPr>
              <p:cNvPr id="81995" name="Rectangle 159">
                <a:extLst>
                  <a:ext uri="{FF2B5EF4-FFF2-40B4-BE49-F238E27FC236}">
                    <a16:creationId xmlns:a16="http://schemas.microsoft.com/office/drawing/2014/main" id="{59F3646E-D1AB-9B4C-8A34-81518B861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3" y="1930"/>
                <a:ext cx="1030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1996" name="Group 160">
                <a:extLst>
                  <a:ext uri="{FF2B5EF4-FFF2-40B4-BE49-F238E27FC236}">
                    <a16:creationId xmlns:a16="http://schemas.microsoft.com/office/drawing/2014/main" id="{5B548A98-BADE-1E4B-AACB-B30918FF7F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3" y="1879"/>
                <a:ext cx="158" cy="158"/>
                <a:chOff x="1873" y="2145"/>
                <a:chExt cx="202" cy="202"/>
              </a:xfrm>
            </p:grpSpPr>
            <p:sp>
              <p:nvSpPr>
                <p:cNvPr id="81997" name="Freeform 161">
                  <a:extLst>
                    <a:ext uri="{FF2B5EF4-FFF2-40B4-BE49-F238E27FC236}">
                      <a16:creationId xmlns:a16="http://schemas.microsoft.com/office/drawing/2014/main" id="{74192596-0829-FD4E-9EA4-3EC2030E8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8" name="Freeform 162">
                  <a:extLst>
                    <a:ext uri="{FF2B5EF4-FFF2-40B4-BE49-F238E27FC236}">
                      <a16:creationId xmlns:a16="http://schemas.microsoft.com/office/drawing/2014/main" id="{5A8D1BB5-9931-C144-BE91-46B475CA4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9" name="Freeform 163">
                  <a:extLst>
                    <a:ext uri="{FF2B5EF4-FFF2-40B4-BE49-F238E27FC236}">
                      <a16:creationId xmlns:a16="http://schemas.microsoft.com/office/drawing/2014/main" id="{C5C37A71-B468-5D4A-BF2A-41147CDFD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0" name="Freeform 164">
                  <a:extLst>
                    <a:ext uri="{FF2B5EF4-FFF2-40B4-BE49-F238E27FC236}">
                      <a16:creationId xmlns:a16="http://schemas.microsoft.com/office/drawing/2014/main" id="{16604EB1-CFB9-F745-9D85-BF885BA568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1" name="Freeform 165">
                  <a:extLst>
                    <a:ext uri="{FF2B5EF4-FFF2-40B4-BE49-F238E27FC236}">
                      <a16:creationId xmlns:a16="http://schemas.microsoft.com/office/drawing/2014/main" id="{D4C819C9-103E-6E47-9B08-FD7010148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2" name="Freeform 166">
                  <a:extLst>
                    <a:ext uri="{FF2B5EF4-FFF2-40B4-BE49-F238E27FC236}">
                      <a16:creationId xmlns:a16="http://schemas.microsoft.com/office/drawing/2014/main" id="{B9F8DE05-EB58-494F-A1A9-5AF2F8CAB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2003" name="Freeform 167">
                  <a:extLst>
                    <a:ext uri="{FF2B5EF4-FFF2-40B4-BE49-F238E27FC236}">
                      <a16:creationId xmlns:a16="http://schemas.microsoft.com/office/drawing/2014/main" id="{9EA10F29-2128-F94E-BDE1-8A7C5D35B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81956" name="Rectangle 168">
              <a:extLst>
                <a:ext uri="{FF2B5EF4-FFF2-40B4-BE49-F238E27FC236}">
                  <a16:creationId xmlns:a16="http://schemas.microsoft.com/office/drawing/2014/main" id="{8A0D1A0B-DD74-9044-A8A3-94D7A06C6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3674"/>
              <a:ext cx="241" cy="56"/>
            </a:xfrm>
            <a:prstGeom prst="rect">
              <a:avLst/>
            </a:prstGeom>
            <a:solidFill>
              <a:srgbClr val="FFCC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1957" name="Rectangle 169">
              <a:extLst>
                <a:ext uri="{FF2B5EF4-FFF2-40B4-BE49-F238E27FC236}">
                  <a16:creationId xmlns:a16="http://schemas.microsoft.com/office/drawing/2014/main" id="{75BF6597-0D54-2448-AE25-CC0CCD09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3674"/>
              <a:ext cx="131" cy="56"/>
            </a:xfrm>
            <a:prstGeom prst="rect">
              <a:avLst/>
            </a:prstGeom>
            <a:solidFill>
              <a:srgbClr val="FFCC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1958" name="Text Box 170">
              <a:extLst>
                <a:ext uri="{FF2B5EF4-FFF2-40B4-BE49-F238E27FC236}">
                  <a16:creationId xmlns:a16="http://schemas.microsoft.com/office/drawing/2014/main" id="{0B9C1532-3E12-AF4A-BB35-F12F71CE1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8" y="3243"/>
              <a:ext cx="689" cy="268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 u="sng">
                  <a:solidFill>
                    <a:srgbClr val="000000"/>
                  </a:solidFill>
                </a:rPr>
                <a:t>Descontinuar a produção</a:t>
              </a:r>
              <a:endParaRPr lang="pt-BR" altLang="pt-BR" sz="1400">
                <a:solidFill>
                  <a:srgbClr val="000000"/>
                </a:solidFill>
              </a:endParaRPr>
            </a:p>
          </p:txBody>
        </p:sp>
        <p:sp>
          <p:nvSpPr>
            <p:cNvPr id="81959" name="Text Box 171">
              <a:extLst>
                <a:ext uri="{FF2B5EF4-FFF2-40B4-BE49-F238E27FC236}">
                  <a16:creationId xmlns:a16="http://schemas.microsoft.com/office/drawing/2014/main" id="{FEC19343-4B92-BF48-A562-0ACD53070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5" y="3176"/>
              <a:ext cx="696" cy="40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 u="sng">
                  <a:solidFill>
                    <a:srgbClr val="000000"/>
                  </a:solidFill>
                </a:rPr>
                <a:t>Finalizar suporte ao produto</a:t>
              </a:r>
              <a:endParaRPr lang="pt-BR" altLang="pt-BR" sz="1400">
                <a:solidFill>
                  <a:srgbClr val="000000"/>
                </a:solidFill>
              </a:endParaRPr>
            </a:p>
          </p:txBody>
        </p:sp>
        <p:sp>
          <p:nvSpPr>
            <p:cNvPr id="81960" name="Line 172">
              <a:extLst>
                <a:ext uri="{FF2B5EF4-FFF2-40B4-BE49-F238E27FC236}">
                  <a16:creationId xmlns:a16="http://schemas.microsoft.com/office/drawing/2014/main" id="{3ADD7B04-1403-E149-8FC5-F5CD29461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3464"/>
              <a:ext cx="285" cy="2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61" name="Line 173">
              <a:extLst>
                <a:ext uri="{FF2B5EF4-FFF2-40B4-BE49-F238E27FC236}">
                  <a16:creationId xmlns:a16="http://schemas.microsoft.com/office/drawing/2014/main" id="{AF28DDE8-AAD5-814B-B891-FFAF84148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2" y="3471"/>
              <a:ext cx="122" cy="23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62" name="Text Box 174">
              <a:extLst>
                <a:ext uri="{FF2B5EF4-FFF2-40B4-BE49-F238E27FC236}">
                  <a16:creationId xmlns:a16="http://schemas.microsoft.com/office/drawing/2014/main" id="{FE5ECF1F-C0C3-B645-A0FD-723E573E0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7" y="2084"/>
              <a:ext cx="467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200">
                  <a:solidFill>
                    <a:srgbClr val="000000"/>
                  </a:solidFill>
                </a:rPr>
                <a:t>Cliente 1</a:t>
              </a:r>
            </a:p>
          </p:txBody>
        </p:sp>
        <p:sp>
          <p:nvSpPr>
            <p:cNvPr id="81963" name="Text Box 175">
              <a:extLst>
                <a:ext uri="{FF2B5EF4-FFF2-40B4-BE49-F238E27FC236}">
                  <a16:creationId xmlns:a16="http://schemas.microsoft.com/office/drawing/2014/main" id="{0B164A43-53B4-AC4F-839B-40ED8356D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8" y="2333"/>
              <a:ext cx="467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200">
                  <a:solidFill>
                    <a:srgbClr val="000000"/>
                  </a:solidFill>
                </a:rPr>
                <a:t>Cliente 2</a:t>
              </a:r>
            </a:p>
          </p:txBody>
        </p:sp>
        <p:sp>
          <p:nvSpPr>
            <p:cNvPr id="81964" name="Text Box 176">
              <a:extLst>
                <a:ext uri="{FF2B5EF4-FFF2-40B4-BE49-F238E27FC236}">
                  <a16:creationId xmlns:a16="http://schemas.microsoft.com/office/drawing/2014/main" id="{A1628DB5-F122-9B47-8053-3A5F8CC86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9" y="2288"/>
              <a:ext cx="467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200">
                  <a:solidFill>
                    <a:srgbClr val="000000"/>
                  </a:solidFill>
                </a:rPr>
                <a:t>Cliente n</a:t>
              </a:r>
            </a:p>
          </p:txBody>
        </p:sp>
        <p:sp>
          <p:nvSpPr>
            <p:cNvPr id="81965" name="Text Box 177">
              <a:extLst>
                <a:ext uri="{FF2B5EF4-FFF2-40B4-BE49-F238E27FC236}">
                  <a16:creationId xmlns:a16="http://schemas.microsoft.com/office/drawing/2014/main" id="{64706690-A927-584F-B17D-1747D5123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" y="2678"/>
              <a:ext cx="766" cy="321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50000"/>
                </a:spcBef>
                <a:buFontTx/>
                <a:buNone/>
              </a:pPr>
              <a:r>
                <a:rPr lang="pt-BR" altLang="pt-BR" sz="1400" b="1">
                  <a:solidFill>
                    <a:srgbClr val="00FF00"/>
                  </a:solidFill>
                </a:rPr>
                <a:t>compra do produto pelo cliente </a:t>
              </a:r>
            </a:p>
          </p:txBody>
        </p:sp>
        <p:sp>
          <p:nvSpPr>
            <p:cNvPr id="81966" name="Line 178">
              <a:extLst>
                <a:ext uri="{FF2B5EF4-FFF2-40B4-BE49-F238E27FC236}">
                  <a16:creationId xmlns:a16="http://schemas.microsoft.com/office/drawing/2014/main" id="{14CB688C-1317-554C-B52A-F344F3DB1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6" y="2222"/>
              <a:ext cx="386" cy="4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67" name="Text Box 179">
              <a:extLst>
                <a:ext uri="{FF2B5EF4-FFF2-40B4-BE49-F238E27FC236}">
                  <a16:creationId xmlns:a16="http://schemas.microsoft.com/office/drawing/2014/main" id="{A0F2BC59-CDA1-B745-B8F7-029CFD653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69" y="2678"/>
              <a:ext cx="828" cy="321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50000"/>
                </a:spcBef>
                <a:buFontTx/>
                <a:buNone/>
              </a:pPr>
              <a:r>
                <a:rPr lang="pt-BR" altLang="pt-BR" sz="1400" b="1">
                  <a:solidFill>
                    <a:srgbClr val="00FF00"/>
                  </a:solidFill>
                </a:rPr>
                <a:t>1a devolução do produto pelo cliente </a:t>
              </a:r>
            </a:p>
          </p:txBody>
        </p:sp>
        <p:sp>
          <p:nvSpPr>
            <p:cNvPr id="81968" name="Rectangle 180">
              <a:extLst>
                <a:ext uri="{FF2B5EF4-FFF2-40B4-BE49-F238E27FC236}">
                  <a16:creationId xmlns:a16="http://schemas.microsoft.com/office/drawing/2014/main" id="{939155B1-6C1B-FA4C-B4B6-E28DAC17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1960"/>
              <a:ext cx="393" cy="56"/>
            </a:xfrm>
            <a:prstGeom prst="rect">
              <a:avLst/>
            </a:prstGeom>
            <a:solidFill>
              <a:srgbClr val="FFCC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1969" name="Line 181">
              <a:extLst>
                <a:ext uri="{FF2B5EF4-FFF2-40B4-BE49-F238E27FC236}">
                  <a16:creationId xmlns:a16="http://schemas.microsoft.com/office/drawing/2014/main" id="{1DC41A82-9A76-A04F-A24B-7D84C6ECF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2" y="1793"/>
              <a:ext cx="0" cy="2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70" name="Line 182">
              <a:extLst>
                <a:ext uri="{FF2B5EF4-FFF2-40B4-BE49-F238E27FC236}">
                  <a16:creationId xmlns:a16="http://schemas.microsoft.com/office/drawing/2014/main" id="{AA83C295-3D28-E74A-8973-D6449D499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" y="2231"/>
              <a:ext cx="297" cy="51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71" name="Line 183">
              <a:extLst>
                <a:ext uri="{FF2B5EF4-FFF2-40B4-BE49-F238E27FC236}">
                  <a16:creationId xmlns:a16="http://schemas.microsoft.com/office/drawing/2014/main" id="{978BEAB8-E882-054A-BC7A-9A13853F4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1770"/>
              <a:ext cx="0" cy="36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72" name="Text Box 184">
              <a:extLst>
                <a:ext uri="{FF2B5EF4-FFF2-40B4-BE49-F238E27FC236}">
                  <a16:creationId xmlns:a16="http://schemas.microsoft.com/office/drawing/2014/main" id="{E55572F1-FE5B-3E43-A383-9019B261D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" y="1969"/>
              <a:ext cx="639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400">
                  <a:solidFill>
                    <a:srgbClr val="000000"/>
                  </a:solidFill>
                </a:rPr>
                <a:t>Preparar para retirar</a:t>
              </a:r>
            </a:p>
          </p:txBody>
        </p:sp>
        <p:sp>
          <p:nvSpPr>
            <p:cNvPr id="81973" name="Line 185">
              <a:extLst>
                <a:ext uri="{FF2B5EF4-FFF2-40B4-BE49-F238E27FC236}">
                  <a16:creationId xmlns:a16="http://schemas.microsoft.com/office/drawing/2014/main" id="{88327565-A0AE-2F4B-995E-E32FBFADA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" y="1975"/>
              <a:ext cx="919" cy="11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sp>
          <p:nvSpPr>
            <p:cNvPr id="81974" name="Line 186">
              <a:extLst>
                <a:ext uri="{FF2B5EF4-FFF2-40B4-BE49-F238E27FC236}">
                  <a16:creationId xmlns:a16="http://schemas.microsoft.com/office/drawing/2014/main" id="{28BE4785-B75E-A844-BC90-ECC263564C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0" y="2557"/>
              <a:ext cx="423" cy="37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0" rIns="72000" bIns="0">
              <a:spAutoFit/>
            </a:bodyPr>
            <a:lstStyle/>
            <a:p>
              <a:endParaRPr lang="pt-BR"/>
            </a:p>
          </p:txBody>
        </p:sp>
        <p:grpSp>
          <p:nvGrpSpPr>
            <p:cNvPr id="81975" name="Group 187">
              <a:extLst>
                <a:ext uri="{FF2B5EF4-FFF2-40B4-BE49-F238E27FC236}">
                  <a16:creationId xmlns:a16="http://schemas.microsoft.com/office/drawing/2014/main" id="{D83EF800-9DE7-A84B-ADD8-12670B38E3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0" y="2073"/>
              <a:ext cx="906" cy="158"/>
              <a:chOff x="1477" y="2271"/>
              <a:chExt cx="906" cy="158"/>
            </a:xfrm>
          </p:grpSpPr>
          <p:sp>
            <p:nvSpPr>
              <p:cNvPr id="81986" name="Rectangle 188">
                <a:extLst>
                  <a:ext uri="{FF2B5EF4-FFF2-40B4-BE49-F238E27FC236}">
                    <a16:creationId xmlns:a16="http://schemas.microsoft.com/office/drawing/2014/main" id="{0CC7E06C-D30E-4948-8CD5-3D4FD51C9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2322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1987" name="Group 189">
                <a:extLst>
                  <a:ext uri="{FF2B5EF4-FFF2-40B4-BE49-F238E27FC236}">
                    <a16:creationId xmlns:a16="http://schemas.microsoft.com/office/drawing/2014/main" id="{ABAD76B3-82C3-A649-BCD7-ACCF18A45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5" y="2271"/>
                <a:ext cx="158" cy="158"/>
                <a:chOff x="1873" y="2145"/>
                <a:chExt cx="202" cy="202"/>
              </a:xfrm>
            </p:grpSpPr>
            <p:sp>
              <p:nvSpPr>
                <p:cNvPr id="81988" name="Freeform 190">
                  <a:extLst>
                    <a:ext uri="{FF2B5EF4-FFF2-40B4-BE49-F238E27FC236}">
                      <a16:creationId xmlns:a16="http://schemas.microsoft.com/office/drawing/2014/main" id="{37C61B90-DBD1-E749-909D-86D467A6D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9" name="Freeform 191">
                  <a:extLst>
                    <a:ext uri="{FF2B5EF4-FFF2-40B4-BE49-F238E27FC236}">
                      <a16:creationId xmlns:a16="http://schemas.microsoft.com/office/drawing/2014/main" id="{9A9EB251-426B-0D4E-B2F4-B37A6A82B1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0" name="Freeform 192">
                  <a:extLst>
                    <a:ext uri="{FF2B5EF4-FFF2-40B4-BE49-F238E27FC236}">
                      <a16:creationId xmlns:a16="http://schemas.microsoft.com/office/drawing/2014/main" id="{BD8C0EC4-4F08-A345-9527-A8C621C46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1" name="Freeform 193">
                  <a:extLst>
                    <a:ext uri="{FF2B5EF4-FFF2-40B4-BE49-F238E27FC236}">
                      <a16:creationId xmlns:a16="http://schemas.microsoft.com/office/drawing/2014/main" id="{668280F9-EBF5-844C-88B0-D0180F0CC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2" name="Freeform 194">
                  <a:extLst>
                    <a:ext uri="{FF2B5EF4-FFF2-40B4-BE49-F238E27FC236}">
                      <a16:creationId xmlns:a16="http://schemas.microsoft.com/office/drawing/2014/main" id="{14D91477-E238-CB46-B4A1-F71703607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3" name="Freeform 195">
                  <a:extLst>
                    <a:ext uri="{FF2B5EF4-FFF2-40B4-BE49-F238E27FC236}">
                      <a16:creationId xmlns:a16="http://schemas.microsoft.com/office/drawing/2014/main" id="{20FFFD99-DA79-564D-9D40-2424937602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94" name="Freeform 196">
                  <a:extLst>
                    <a:ext uri="{FF2B5EF4-FFF2-40B4-BE49-F238E27FC236}">
                      <a16:creationId xmlns:a16="http://schemas.microsoft.com/office/drawing/2014/main" id="{451144EA-1DFE-0440-8A29-AC84B435A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81976" name="Group 197">
              <a:extLst>
                <a:ext uri="{FF2B5EF4-FFF2-40B4-BE49-F238E27FC236}">
                  <a16:creationId xmlns:a16="http://schemas.microsoft.com/office/drawing/2014/main" id="{910F7DC7-A0FB-CF40-981B-48ED187D22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0" y="2284"/>
              <a:ext cx="906" cy="158"/>
              <a:chOff x="1477" y="2271"/>
              <a:chExt cx="906" cy="158"/>
            </a:xfrm>
          </p:grpSpPr>
          <p:sp>
            <p:nvSpPr>
              <p:cNvPr id="81977" name="Rectangle 198">
                <a:extLst>
                  <a:ext uri="{FF2B5EF4-FFF2-40B4-BE49-F238E27FC236}">
                    <a16:creationId xmlns:a16="http://schemas.microsoft.com/office/drawing/2014/main" id="{6FB74200-8A1C-494F-84E2-4A0858F09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2322"/>
                <a:ext cx="748" cy="56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1978" name="Group 199">
                <a:extLst>
                  <a:ext uri="{FF2B5EF4-FFF2-40B4-BE49-F238E27FC236}">
                    <a16:creationId xmlns:a16="http://schemas.microsoft.com/office/drawing/2014/main" id="{B1C01FA1-6E11-1D47-9F65-4A0FA2B3F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5" y="2271"/>
                <a:ext cx="158" cy="158"/>
                <a:chOff x="1873" y="2145"/>
                <a:chExt cx="202" cy="202"/>
              </a:xfrm>
            </p:grpSpPr>
            <p:sp>
              <p:nvSpPr>
                <p:cNvPr id="81979" name="Freeform 200">
                  <a:extLst>
                    <a:ext uri="{FF2B5EF4-FFF2-40B4-BE49-F238E27FC236}">
                      <a16:creationId xmlns:a16="http://schemas.microsoft.com/office/drawing/2014/main" id="{60E86E42-EC7D-E043-A84C-0E1EC4022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2145"/>
                  <a:ext cx="202" cy="202"/>
                </a:xfrm>
                <a:custGeom>
                  <a:avLst/>
                  <a:gdLst>
                    <a:gd name="T0" fmla="*/ 12 w 568"/>
                    <a:gd name="T1" fmla="*/ 26 h 569"/>
                    <a:gd name="T2" fmla="*/ 12 w 568"/>
                    <a:gd name="T3" fmla="*/ 26 h 569"/>
                    <a:gd name="T4" fmla="*/ 11 w 568"/>
                    <a:gd name="T5" fmla="*/ 25 h 569"/>
                    <a:gd name="T6" fmla="*/ 11 w 568"/>
                    <a:gd name="T7" fmla="*/ 25 h 569"/>
                    <a:gd name="T8" fmla="*/ 10 w 568"/>
                    <a:gd name="T9" fmla="*/ 25 h 569"/>
                    <a:gd name="T10" fmla="*/ 10 w 568"/>
                    <a:gd name="T11" fmla="*/ 25 h 569"/>
                    <a:gd name="T12" fmla="*/ 9 w 568"/>
                    <a:gd name="T13" fmla="*/ 25 h 569"/>
                    <a:gd name="T14" fmla="*/ 9 w 568"/>
                    <a:gd name="T15" fmla="*/ 25 h 569"/>
                    <a:gd name="T16" fmla="*/ 8 w 568"/>
                    <a:gd name="T17" fmla="*/ 24 h 569"/>
                    <a:gd name="T18" fmla="*/ 7 w 568"/>
                    <a:gd name="T19" fmla="*/ 24 h 569"/>
                    <a:gd name="T20" fmla="*/ 7 w 568"/>
                    <a:gd name="T21" fmla="*/ 24 h 569"/>
                    <a:gd name="T22" fmla="*/ 6 w 568"/>
                    <a:gd name="T23" fmla="*/ 24 h 569"/>
                    <a:gd name="T24" fmla="*/ 6 w 568"/>
                    <a:gd name="T25" fmla="*/ 23 h 569"/>
                    <a:gd name="T26" fmla="*/ 5 w 568"/>
                    <a:gd name="T27" fmla="*/ 23 h 569"/>
                    <a:gd name="T28" fmla="*/ 5 w 568"/>
                    <a:gd name="T29" fmla="*/ 23 h 569"/>
                    <a:gd name="T30" fmla="*/ 4 w 568"/>
                    <a:gd name="T31" fmla="*/ 22 h 569"/>
                    <a:gd name="T32" fmla="*/ 4 w 568"/>
                    <a:gd name="T33" fmla="*/ 22 h 569"/>
                    <a:gd name="T34" fmla="*/ 2 w 568"/>
                    <a:gd name="T35" fmla="*/ 20 h 569"/>
                    <a:gd name="T36" fmla="*/ 1 w 568"/>
                    <a:gd name="T37" fmla="*/ 17 h 569"/>
                    <a:gd name="T38" fmla="*/ 0 w 568"/>
                    <a:gd name="T39" fmla="*/ 15 h 569"/>
                    <a:gd name="T40" fmla="*/ 0 w 568"/>
                    <a:gd name="T41" fmla="*/ 13 h 569"/>
                    <a:gd name="T42" fmla="*/ 0 w 568"/>
                    <a:gd name="T43" fmla="*/ 10 h 569"/>
                    <a:gd name="T44" fmla="*/ 1 w 568"/>
                    <a:gd name="T45" fmla="*/ 8 h 569"/>
                    <a:gd name="T46" fmla="*/ 2 w 568"/>
                    <a:gd name="T47" fmla="*/ 6 h 569"/>
                    <a:gd name="T48" fmla="*/ 4 w 568"/>
                    <a:gd name="T49" fmla="*/ 4 h 569"/>
                    <a:gd name="T50" fmla="*/ 5 w 568"/>
                    <a:gd name="T51" fmla="*/ 2 h 569"/>
                    <a:gd name="T52" fmla="*/ 7 w 568"/>
                    <a:gd name="T53" fmla="*/ 1 h 569"/>
                    <a:gd name="T54" fmla="*/ 9 w 568"/>
                    <a:gd name="T55" fmla="*/ 1 h 569"/>
                    <a:gd name="T56" fmla="*/ 11 w 568"/>
                    <a:gd name="T57" fmla="*/ 0 h 569"/>
                    <a:gd name="T58" fmla="*/ 12 w 568"/>
                    <a:gd name="T59" fmla="*/ 0 h 569"/>
                    <a:gd name="T60" fmla="*/ 14 w 568"/>
                    <a:gd name="T61" fmla="*/ 0 h 569"/>
                    <a:gd name="T62" fmla="*/ 16 w 568"/>
                    <a:gd name="T63" fmla="*/ 0 h 569"/>
                    <a:gd name="T64" fmla="*/ 18 w 568"/>
                    <a:gd name="T65" fmla="*/ 1 h 569"/>
                    <a:gd name="T66" fmla="*/ 19 w 568"/>
                    <a:gd name="T67" fmla="*/ 2 h 569"/>
                    <a:gd name="T68" fmla="*/ 21 w 568"/>
                    <a:gd name="T69" fmla="*/ 3 h 569"/>
                    <a:gd name="T70" fmla="*/ 22 w 568"/>
                    <a:gd name="T71" fmla="*/ 4 h 569"/>
                    <a:gd name="T72" fmla="*/ 23 w 568"/>
                    <a:gd name="T73" fmla="*/ 5 h 569"/>
                    <a:gd name="T74" fmla="*/ 24 w 568"/>
                    <a:gd name="T75" fmla="*/ 7 h 569"/>
                    <a:gd name="T76" fmla="*/ 25 w 568"/>
                    <a:gd name="T77" fmla="*/ 9 h 569"/>
                    <a:gd name="T78" fmla="*/ 25 w 568"/>
                    <a:gd name="T79" fmla="*/ 11 h 569"/>
                    <a:gd name="T80" fmla="*/ 26 w 568"/>
                    <a:gd name="T81" fmla="*/ 13 h 569"/>
                    <a:gd name="T82" fmla="*/ 26 w 568"/>
                    <a:gd name="T83" fmla="*/ 13 h 569"/>
                    <a:gd name="T84" fmla="*/ 26 w 568"/>
                    <a:gd name="T85" fmla="*/ 14 h 569"/>
                    <a:gd name="T86" fmla="*/ 25 w 568"/>
                    <a:gd name="T87" fmla="*/ 16 h 569"/>
                    <a:gd name="T88" fmla="*/ 25 w 568"/>
                    <a:gd name="T89" fmla="*/ 17 h 569"/>
                    <a:gd name="T90" fmla="*/ 25 w 568"/>
                    <a:gd name="T91" fmla="*/ 18 h 569"/>
                    <a:gd name="T92" fmla="*/ 24 w 568"/>
                    <a:gd name="T93" fmla="*/ 19 h 569"/>
                    <a:gd name="T94" fmla="*/ 23 w 568"/>
                    <a:gd name="T95" fmla="*/ 20 h 569"/>
                    <a:gd name="T96" fmla="*/ 22 w 568"/>
                    <a:gd name="T97" fmla="*/ 21 h 569"/>
                    <a:gd name="T98" fmla="*/ 21 w 568"/>
                    <a:gd name="T99" fmla="*/ 22 h 569"/>
                    <a:gd name="T100" fmla="*/ 21 w 568"/>
                    <a:gd name="T101" fmla="*/ 23 h 569"/>
                    <a:gd name="T102" fmla="*/ 20 w 568"/>
                    <a:gd name="T103" fmla="*/ 23 h 569"/>
                    <a:gd name="T104" fmla="*/ 18 w 568"/>
                    <a:gd name="T105" fmla="*/ 24 h 569"/>
                    <a:gd name="T106" fmla="*/ 17 w 568"/>
                    <a:gd name="T107" fmla="*/ 24 h 569"/>
                    <a:gd name="T108" fmla="*/ 16 w 568"/>
                    <a:gd name="T109" fmla="*/ 25 h 569"/>
                    <a:gd name="T110" fmla="*/ 15 w 568"/>
                    <a:gd name="T111" fmla="*/ 25 h 569"/>
                    <a:gd name="T112" fmla="*/ 14 w 568"/>
                    <a:gd name="T113" fmla="*/ 25 h 569"/>
                    <a:gd name="T114" fmla="*/ 12 w 568"/>
                    <a:gd name="T115" fmla="*/ 26 h 56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68"/>
                    <a:gd name="T175" fmla="*/ 0 h 569"/>
                    <a:gd name="T176" fmla="*/ 568 w 568"/>
                    <a:gd name="T177" fmla="*/ 569 h 56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68" h="569">
                      <a:moveTo>
                        <a:pt x="276" y="569"/>
                      </a:moveTo>
                      <a:lnTo>
                        <a:pt x="263" y="569"/>
                      </a:lnTo>
                      <a:lnTo>
                        <a:pt x="250" y="567"/>
                      </a:lnTo>
                      <a:lnTo>
                        <a:pt x="238" y="565"/>
                      </a:lnTo>
                      <a:lnTo>
                        <a:pt x="225" y="563"/>
                      </a:lnTo>
                      <a:lnTo>
                        <a:pt x="212" y="560"/>
                      </a:lnTo>
                      <a:lnTo>
                        <a:pt x="200" y="556"/>
                      </a:lnTo>
                      <a:lnTo>
                        <a:pt x="187" y="552"/>
                      </a:lnTo>
                      <a:lnTo>
                        <a:pt x="176" y="548"/>
                      </a:lnTo>
                      <a:lnTo>
                        <a:pt x="163" y="542"/>
                      </a:lnTo>
                      <a:lnTo>
                        <a:pt x="151" y="536"/>
                      </a:lnTo>
                      <a:lnTo>
                        <a:pt x="140" y="529"/>
                      </a:lnTo>
                      <a:lnTo>
                        <a:pt x="127" y="521"/>
                      </a:lnTo>
                      <a:lnTo>
                        <a:pt x="117" y="513"/>
                      </a:lnTo>
                      <a:lnTo>
                        <a:pt x="105" y="505"/>
                      </a:lnTo>
                      <a:lnTo>
                        <a:pt x="94" y="496"/>
                      </a:lnTo>
                      <a:lnTo>
                        <a:pt x="84" y="485"/>
                      </a:lnTo>
                      <a:lnTo>
                        <a:pt x="47" y="440"/>
                      </a:lnTo>
                      <a:lnTo>
                        <a:pt x="20" y="391"/>
                      </a:lnTo>
                      <a:lnTo>
                        <a:pt x="5" y="339"/>
                      </a:lnTo>
                      <a:lnTo>
                        <a:pt x="0" y="285"/>
                      </a:lnTo>
                      <a:lnTo>
                        <a:pt x="5" y="231"/>
                      </a:lnTo>
                      <a:lnTo>
                        <a:pt x="20" y="179"/>
                      </a:lnTo>
                      <a:lnTo>
                        <a:pt x="47" y="129"/>
                      </a:lnTo>
                      <a:lnTo>
                        <a:pt x="84" y="84"/>
                      </a:lnTo>
                      <a:lnTo>
                        <a:pt x="118" y="54"/>
                      </a:lnTo>
                      <a:lnTo>
                        <a:pt x="156" y="31"/>
                      </a:lnTo>
                      <a:lnTo>
                        <a:pt x="194" y="14"/>
                      </a:lnTo>
                      <a:lnTo>
                        <a:pt x="234" y="4"/>
                      </a:lnTo>
                      <a:lnTo>
                        <a:pt x="275" y="0"/>
                      </a:lnTo>
                      <a:lnTo>
                        <a:pt x="315" y="2"/>
                      </a:lnTo>
                      <a:lnTo>
                        <a:pt x="355" y="9"/>
                      </a:lnTo>
                      <a:lnTo>
                        <a:pt x="393" y="22"/>
                      </a:lnTo>
                      <a:lnTo>
                        <a:pt x="429" y="40"/>
                      </a:lnTo>
                      <a:lnTo>
                        <a:pt x="462" y="63"/>
                      </a:lnTo>
                      <a:lnTo>
                        <a:pt x="492" y="90"/>
                      </a:lnTo>
                      <a:lnTo>
                        <a:pt x="517" y="121"/>
                      </a:lnTo>
                      <a:lnTo>
                        <a:pt x="538" y="157"/>
                      </a:lnTo>
                      <a:lnTo>
                        <a:pt x="554" y="196"/>
                      </a:lnTo>
                      <a:lnTo>
                        <a:pt x="565" y="239"/>
                      </a:lnTo>
                      <a:lnTo>
                        <a:pt x="568" y="285"/>
                      </a:lnTo>
                      <a:lnTo>
                        <a:pt x="567" y="317"/>
                      </a:lnTo>
                      <a:lnTo>
                        <a:pt x="561" y="347"/>
                      </a:lnTo>
                      <a:lnTo>
                        <a:pt x="554" y="376"/>
                      </a:lnTo>
                      <a:lnTo>
                        <a:pt x="543" y="402"/>
                      </a:lnTo>
                      <a:lnTo>
                        <a:pt x="530" y="428"/>
                      </a:lnTo>
                      <a:lnTo>
                        <a:pt x="514" y="452"/>
                      </a:lnTo>
                      <a:lnTo>
                        <a:pt x="497" y="473"/>
                      </a:lnTo>
                      <a:lnTo>
                        <a:pt x="477" y="492"/>
                      </a:lnTo>
                      <a:lnTo>
                        <a:pt x="455" y="511"/>
                      </a:lnTo>
                      <a:lnTo>
                        <a:pt x="433" y="526"/>
                      </a:lnTo>
                      <a:lnTo>
                        <a:pt x="409" y="539"/>
                      </a:lnTo>
                      <a:lnTo>
                        <a:pt x="384" y="550"/>
                      </a:lnTo>
                      <a:lnTo>
                        <a:pt x="357" y="558"/>
                      </a:lnTo>
                      <a:lnTo>
                        <a:pt x="331" y="564"/>
                      </a:lnTo>
                      <a:lnTo>
                        <a:pt x="303" y="567"/>
                      </a:lnTo>
                      <a:lnTo>
                        <a:pt x="276" y="569"/>
                      </a:lnTo>
                      <a:close/>
                    </a:path>
                  </a:pathLst>
                </a:custGeom>
                <a:solidFill>
                  <a:srgbClr val="CC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0" name="Freeform 201">
                  <a:extLst>
                    <a:ext uri="{FF2B5EF4-FFF2-40B4-BE49-F238E27FC236}">
                      <a16:creationId xmlns:a16="http://schemas.microsoft.com/office/drawing/2014/main" id="{F37EA1B7-A904-0649-8060-C335808E3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4" y="2274"/>
                  <a:ext cx="47" cy="39"/>
                </a:xfrm>
                <a:custGeom>
                  <a:avLst/>
                  <a:gdLst>
                    <a:gd name="T0" fmla="*/ 0 w 131"/>
                    <a:gd name="T1" fmla="*/ 4 h 109"/>
                    <a:gd name="T2" fmla="*/ 0 w 131"/>
                    <a:gd name="T3" fmla="*/ 5 h 109"/>
                    <a:gd name="T4" fmla="*/ 0 w 131"/>
                    <a:gd name="T5" fmla="*/ 5 h 109"/>
                    <a:gd name="T6" fmla="*/ 1 w 131"/>
                    <a:gd name="T7" fmla="*/ 5 h 109"/>
                    <a:gd name="T8" fmla="*/ 1 w 131"/>
                    <a:gd name="T9" fmla="*/ 5 h 109"/>
                    <a:gd name="T10" fmla="*/ 1 w 131"/>
                    <a:gd name="T11" fmla="*/ 5 h 109"/>
                    <a:gd name="T12" fmla="*/ 1 w 131"/>
                    <a:gd name="T13" fmla="*/ 5 h 109"/>
                    <a:gd name="T14" fmla="*/ 6 w 131"/>
                    <a:gd name="T15" fmla="*/ 5 h 109"/>
                    <a:gd name="T16" fmla="*/ 6 w 131"/>
                    <a:gd name="T17" fmla="*/ 0 h 109"/>
                    <a:gd name="T18" fmla="*/ 1 w 131"/>
                    <a:gd name="T19" fmla="*/ 0 h 109"/>
                    <a:gd name="T20" fmla="*/ 1 w 131"/>
                    <a:gd name="T21" fmla="*/ 1 h 109"/>
                    <a:gd name="T22" fmla="*/ 0 w 131"/>
                    <a:gd name="T23" fmla="*/ 1 h 109"/>
                    <a:gd name="T24" fmla="*/ 0 w 131"/>
                    <a:gd name="T25" fmla="*/ 2 h 109"/>
                    <a:gd name="T26" fmla="*/ 0 w 131"/>
                    <a:gd name="T27" fmla="*/ 3 h 109"/>
                    <a:gd name="T28" fmla="*/ 0 w 131"/>
                    <a:gd name="T29" fmla="*/ 3 h 109"/>
                    <a:gd name="T30" fmla="*/ 0 w 131"/>
                    <a:gd name="T31" fmla="*/ 4 h 109"/>
                    <a:gd name="T32" fmla="*/ 0 w 131"/>
                    <a:gd name="T33" fmla="*/ 4 h 109"/>
                    <a:gd name="T34" fmla="*/ 0 w 131"/>
                    <a:gd name="T35" fmla="*/ 4 h 10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1"/>
                    <a:gd name="T55" fmla="*/ 0 h 109"/>
                    <a:gd name="T56" fmla="*/ 131 w 131"/>
                    <a:gd name="T57" fmla="*/ 109 h 10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1" h="109">
                      <a:moveTo>
                        <a:pt x="3" y="90"/>
                      </a:moveTo>
                      <a:lnTo>
                        <a:pt x="6" y="98"/>
                      </a:lnTo>
                      <a:lnTo>
                        <a:pt x="12" y="104"/>
                      </a:lnTo>
                      <a:lnTo>
                        <a:pt x="19" y="107"/>
                      </a:lnTo>
                      <a:lnTo>
                        <a:pt x="27" y="109"/>
                      </a:lnTo>
                      <a:lnTo>
                        <a:pt x="131" y="109"/>
                      </a:lnTo>
                      <a:lnTo>
                        <a:pt x="131" y="0"/>
                      </a:lnTo>
                      <a:lnTo>
                        <a:pt x="31" y="0"/>
                      </a:lnTo>
                      <a:lnTo>
                        <a:pt x="20" y="15"/>
                      </a:lnTo>
                      <a:lnTo>
                        <a:pt x="10" y="31"/>
                      </a:lnTo>
                      <a:lnTo>
                        <a:pt x="3" y="49"/>
                      </a:lnTo>
                      <a:lnTo>
                        <a:pt x="0" y="67"/>
                      </a:lnTo>
                      <a:lnTo>
                        <a:pt x="0" y="74"/>
                      </a:lnTo>
                      <a:lnTo>
                        <a:pt x="1" y="80"/>
                      </a:lnTo>
                      <a:lnTo>
                        <a:pt x="2" y="86"/>
                      </a:lnTo>
                      <a:lnTo>
                        <a:pt x="3" y="9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1" name="Freeform 202">
                  <a:extLst>
                    <a:ext uri="{FF2B5EF4-FFF2-40B4-BE49-F238E27FC236}">
                      <a16:creationId xmlns:a16="http://schemas.microsoft.com/office/drawing/2014/main" id="{0F925107-C06A-DD4E-85EF-F96E1970B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5" y="2228"/>
                  <a:ext cx="55" cy="76"/>
                </a:xfrm>
                <a:custGeom>
                  <a:avLst/>
                  <a:gdLst>
                    <a:gd name="T0" fmla="*/ 5 w 154"/>
                    <a:gd name="T1" fmla="*/ 0 h 213"/>
                    <a:gd name="T2" fmla="*/ 5 w 154"/>
                    <a:gd name="T3" fmla="*/ 0 h 213"/>
                    <a:gd name="T4" fmla="*/ 4 w 154"/>
                    <a:gd name="T5" fmla="*/ 0 h 213"/>
                    <a:gd name="T6" fmla="*/ 3 w 154"/>
                    <a:gd name="T7" fmla="*/ 0 h 213"/>
                    <a:gd name="T8" fmla="*/ 2 w 154"/>
                    <a:gd name="T9" fmla="*/ 0 h 213"/>
                    <a:gd name="T10" fmla="*/ 1 w 154"/>
                    <a:gd name="T11" fmla="*/ 0 h 213"/>
                    <a:gd name="T12" fmla="*/ 0 w 154"/>
                    <a:gd name="T13" fmla="*/ 0 h 213"/>
                    <a:gd name="T14" fmla="*/ 0 w 154"/>
                    <a:gd name="T15" fmla="*/ 0 h 213"/>
                    <a:gd name="T16" fmla="*/ 0 w 154"/>
                    <a:gd name="T17" fmla="*/ 0 h 213"/>
                    <a:gd name="T18" fmla="*/ 1 w 154"/>
                    <a:gd name="T19" fmla="*/ 1 h 213"/>
                    <a:gd name="T20" fmla="*/ 1 w 154"/>
                    <a:gd name="T21" fmla="*/ 1 h 213"/>
                    <a:gd name="T22" fmla="*/ 1 w 154"/>
                    <a:gd name="T23" fmla="*/ 2 h 213"/>
                    <a:gd name="T24" fmla="*/ 0 w 154"/>
                    <a:gd name="T25" fmla="*/ 2 h 213"/>
                    <a:gd name="T26" fmla="*/ 0 w 154"/>
                    <a:gd name="T27" fmla="*/ 3 h 213"/>
                    <a:gd name="T28" fmla="*/ 0 w 154"/>
                    <a:gd name="T29" fmla="*/ 3 h 213"/>
                    <a:gd name="T30" fmla="*/ 0 w 154"/>
                    <a:gd name="T31" fmla="*/ 4 h 213"/>
                    <a:gd name="T32" fmla="*/ 0 w 154"/>
                    <a:gd name="T33" fmla="*/ 4 h 213"/>
                    <a:gd name="T34" fmla="*/ 0 w 154"/>
                    <a:gd name="T35" fmla="*/ 5 h 213"/>
                    <a:gd name="T36" fmla="*/ 3 w 154"/>
                    <a:gd name="T37" fmla="*/ 10 h 213"/>
                    <a:gd name="T38" fmla="*/ 3 w 154"/>
                    <a:gd name="T39" fmla="*/ 9 h 213"/>
                    <a:gd name="T40" fmla="*/ 3 w 154"/>
                    <a:gd name="T41" fmla="*/ 8 h 213"/>
                    <a:gd name="T42" fmla="*/ 4 w 154"/>
                    <a:gd name="T43" fmla="*/ 7 h 213"/>
                    <a:gd name="T44" fmla="*/ 4 w 154"/>
                    <a:gd name="T45" fmla="*/ 6 h 213"/>
                    <a:gd name="T46" fmla="*/ 4 w 154"/>
                    <a:gd name="T47" fmla="*/ 6 h 213"/>
                    <a:gd name="T48" fmla="*/ 5 w 154"/>
                    <a:gd name="T49" fmla="*/ 5 h 213"/>
                    <a:gd name="T50" fmla="*/ 5 w 154"/>
                    <a:gd name="T51" fmla="*/ 4 h 213"/>
                    <a:gd name="T52" fmla="*/ 6 w 154"/>
                    <a:gd name="T53" fmla="*/ 4 h 213"/>
                    <a:gd name="T54" fmla="*/ 6 w 154"/>
                    <a:gd name="T55" fmla="*/ 4 h 213"/>
                    <a:gd name="T56" fmla="*/ 6 w 154"/>
                    <a:gd name="T57" fmla="*/ 4 h 213"/>
                    <a:gd name="T58" fmla="*/ 6 w 154"/>
                    <a:gd name="T59" fmla="*/ 4 h 213"/>
                    <a:gd name="T60" fmla="*/ 6 w 154"/>
                    <a:gd name="T61" fmla="*/ 4 h 213"/>
                    <a:gd name="T62" fmla="*/ 7 w 154"/>
                    <a:gd name="T63" fmla="*/ 4 h 213"/>
                    <a:gd name="T64" fmla="*/ 7 w 154"/>
                    <a:gd name="T65" fmla="*/ 4 h 213"/>
                    <a:gd name="T66" fmla="*/ 7 w 154"/>
                    <a:gd name="T67" fmla="*/ 4 h 213"/>
                    <a:gd name="T68" fmla="*/ 7 w 154"/>
                    <a:gd name="T69" fmla="*/ 4 h 213"/>
                    <a:gd name="T70" fmla="*/ 7 w 154"/>
                    <a:gd name="T71" fmla="*/ 4 h 213"/>
                    <a:gd name="T72" fmla="*/ 5 w 154"/>
                    <a:gd name="T73" fmla="*/ 0 h 2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4"/>
                    <a:gd name="T112" fmla="*/ 0 h 213"/>
                    <a:gd name="T113" fmla="*/ 154 w 154"/>
                    <a:gd name="T114" fmla="*/ 213 h 2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4" h="213">
                      <a:moveTo>
                        <a:pt x="108" y="0"/>
                      </a:moveTo>
                      <a:lnTo>
                        <a:pt x="101" y="0"/>
                      </a:lnTo>
                      <a:lnTo>
                        <a:pt x="87" y="0"/>
                      </a:lnTo>
                      <a:lnTo>
                        <a:pt x="68" y="0"/>
                      </a:lnTo>
                      <a:lnTo>
                        <a:pt x="47" y="0"/>
                      </a:lnTo>
                      <a:lnTo>
                        <a:pt x="26" y="1"/>
                      </a:lnTo>
                      <a:lnTo>
                        <a:pt x="11" y="3"/>
                      </a:lnTo>
                      <a:lnTo>
                        <a:pt x="4" y="7"/>
                      </a:lnTo>
                      <a:lnTo>
                        <a:pt x="9" y="12"/>
                      </a:lnTo>
                      <a:lnTo>
                        <a:pt x="29" y="25"/>
                      </a:lnTo>
                      <a:lnTo>
                        <a:pt x="23" y="33"/>
                      </a:lnTo>
                      <a:lnTo>
                        <a:pt x="17" y="42"/>
                      </a:lnTo>
                      <a:lnTo>
                        <a:pt x="11" y="52"/>
                      </a:lnTo>
                      <a:lnTo>
                        <a:pt x="5" y="61"/>
                      </a:lnTo>
                      <a:lnTo>
                        <a:pt x="2" y="70"/>
                      </a:lnTo>
                      <a:lnTo>
                        <a:pt x="0" y="79"/>
                      </a:lnTo>
                      <a:lnTo>
                        <a:pt x="1" y="90"/>
                      </a:lnTo>
                      <a:lnTo>
                        <a:pt x="4" y="100"/>
                      </a:lnTo>
                      <a:lnTo>
                        <a:pt x="70" y="213"/>
                      </a:lnTo>
                      <a:lnTo>
                        <a:pt x="69" y="195"/>
                      </a:lnTo>
                      <a:lnTo>
                        <a:pt x="71" y="177"/>
                      </a:lnTo>
                      <a:lnTo>
                        <a:pt x="78" y="160"/>
                      </a:lnTo>
                      <a:lnTo>
                        <a:pt x="86" y="143"/>
                      </a:lnTo>
                      <a:lnTo>
                        <a:pt x="96" y="127"/>
                      </a:lnTo>
                      <a:lnTo>
                        <a:pt x="108" y="110"/>
                      </a:lnTo>
                      <a:lnTo>
                        <a:pt x="118" y="95"/>
                      </a:lnTo>
                      <a:lnTo>
                        <a:pt x="129" y="80"/>
                      </a:lnTo>
                      <a:lnTo>
                        <a:pt x="132" y="83"/>
                      </a:lnTo>
                      <a:lnTo>
                        <a:pt x="137" y="86"/>
                      </a:lnTo>
                      <a:lnTo>
                        <a:pt x="142" y="88"/>
                      </a:lnTo>
                      <a:lnTo>
                        <a:pt x="147" y="91"/>
                      </a:lnTo>
                      <a:lnTo>
                        <a:pt x="150" y="92"/>
                      </a:lnTo>
                      <a:lnTo>
                        <a:pt x="154" y="91"/>
                      </a:lnTo>
                      <a:lnTo>
                        <a:pt x="154" y="88"/>
                      </a:lnTo>
                      <a:lnTo>
                        <a:pt x="150" y="8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2" name="Freeform 203">
                  <a:extLst>
                    <a:ext uri="{FF2B5EF4-FFF2-40B4-BE49-F238E27FC236}">
                      <a16:creationId xmlns:a16="http://schemas.microsoft.com/office/drawing/2014/main" id="{D7CE86B1-CF5B-1B4D-A5D6-BA53251A10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9" y="2178"/>
                  <a:ext cx="50" cy="54"/>
                </a:xfrm>
                <a:custGeom>
                  <a:avLst/>
                  <a:gdLst>
                    <a:gd name="T0" fmla="*/ 3 w 143"/>
                    <a:gd name="T1" fmla="*/ 0 h 153"/>
                    <a:gd name="T2" fmla="*/ 3 w 143"/>
                    <a:gd name="T3" fmla="*/ 0 h 153"/>
                    <a:gd name="T4" fmla="*/ 2 w 143"/>
                    <a:gd name="T5" fmla="*/ 0 h 153"/>
                    <a:gd name="T6" fmla="*/ 2 w 143"/>
                    <a:gd name="T7" fmla="*/ 1 h 153"/>
                    <a:gd name="T8" fmla="*/ 1 w 143"/>
                    <a:gd name="T9" fmla="*/ 2 h 153"/>
                    <a:gd name="T10" fmla="*/ 1 w 143"/>
                    <a:gd name="T11" fmla="*/ 2 h 153"/>
                    <a:gd name="T12" fmla="*/ 1 w 143"/>
                    <a:gd name="T13" fmla="*/ 3 h 153"/>
                    <a:gd name="T14" fmla="*/ 0 w 143"/>
                    <a:gd name="T15" fmla="*/ 4 h 153"/>
                    <a:gd name="T16" fmla="*/ 0 w 143"/>
                    <a:gd name="T17" fmla="*/ 4 h 153"/>
                    <a:gd name="T18" fmla="*/ 2 w 143"/>
                    <a:gd name="T19" fmla="*/ 6 h 153"/>
                    <a:gd name="T20" fmla="*/ 4 w 143"/>
                    <a:gd name="T21" fmla="*/ 7 h 153"/>
                    <a:gd name="T22" fmla="*/ 4 w 143"/>
                    <a:gd name="T23" fmla="*/ 7 h 153"/>
                    <a:gd name="T24" fmla="*/ 6 w 143"/>
                    <a:gd name="T25" fmla="*/ 3 h 153"/>
                    <a:gd name="T26" fmla="*/ 6 w 143"/>
                    <a:gd name="T27" fmla="*/ 2 h 153"/>
                    <a:gd name="T28" fmla="*/ 6 w 143"/>
                    <a:gd name="T29" fmla="*/ 2 h 153"/>
                    <a:gd name="T30" fmla="*/ 5 w 143"/>
                    <a:gd name="T31" fmla="*/ 1 h 153"/>
                    <a:gd name="T32" fmla="*/ 5 w 143"/>
                    <a:gd name="T33" fmla="*/ 1 h 153"/>
                    <a:gd name="T34" fmla="*/ 5 w 143"/>
                    <a:gd name="T35" fmla="*/ 0 h 153"/>
                    <a:gd name="T36" fmla="*/ 4 w 143"/>
                    <a:gd name="T37" fmla="*/ 0 h 153"/>
                    <a:gd name="T38" fmla="*/ 3 w 143"/>
                    <a:gd name="T39" fmla="*/ 0 h 153"/>
                    <a:gd name="T40" fmla="*/ 3 w 143"/>
                    <a:gd name="T41" fmla="*/ 0 h 1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3"/>
                    <a:gd name="T64" fmla="*/ 0 h 153"/>
                    <a:gd name="T65" fmla="*/ 143 w 143"/>
                    <a:gd name="T66" fmla="*/ 153 h 1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3" h="153">
                      <a:moveTo>
                        <a:pt x="79" y="0"/>
                      </a:moveTo>
                      <a:lnTo>
                        <a:pt x="66" y="2"/>
                      </a:lnTo>
                      <a:lnTo>
                        <a:pt x="53" y="10"/>
                      </a:lnTo>
                      <a:lnTo>
                        <a:pt x="42" y="22"/>
                      </a:lnTo>
                      <a:lnTo>
                        <a:pt x="33" y="36"/>
                      </a:lnTo>
                      <a:lnTo>
                        <a:pt x="23" y="52"/>
                      </a:lnTo>
                      <a:lnTo>
                        <a:pt x="14" y="67"/>
                      </a:lnTo>
                      <a:lnTo>
                        <a:pt x="7" y="82"/>
                      </a:lnTo>
                      <a:lnTo>
                        <a:pt x="0" y="94"/>
                      </a:lnTo>
                      <a:lnTo>
                        <a:pt x="49" y="126"/>
                      </a:lnTo>
                      <a:lnTo>
                        <a:pt x="89" y="153"/>
                      </a:lnTo>
                      <a:lnTo>
                        <a:pt x="143" y="69"/>
                      </a:lnTo>
                      <a:lnTo>
                        <a:pt x="136" y="53"/>
                      </a:lnTo>
                      <a:lnTo>
                        <a:pt x="128" y="39"/>
                      </a:lnTo>
                      <a:lnTo>
                        <a:pt x="120" y="27"/>
                      </a:lnTo>
                      <a:lnTo>
                        <a:pt x="112" y="17"/>
                      </a:lnTo>
                      <a:lnTo>
                        <a:pt x="104" y="9"/>
                      </a:lnTo>
                      <a:lnTo>
                        <a:pt x="96" y="5"/>
                      </a:lnTo>
                      <a:lnTo>
                        <a:pt x="87" y="1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3" name="Freeform 204">
                  <a:extLst>
                    <a:ext uri="{FF2B5EF4-FFF2-40B4-BE49-F238E27FC236}">
                      <a16:creationId xmlns:a16="http://schemas.microsoft.com/office/drawing/2014/main" id="{42FD7AED-0A89-AC43-91DC-951E817894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2173"/>
                  <a:ext cx="78" cy="52"/>
                </a:xfrm>
                <a:custGeom>
                  <a:avLst/>
                  <a:gdLst>
                    <a:gd name="T0" fmla="*/ 7 w 221"/>
                    <a:gd name="T1" fmla="*/ 7 h 145"/>
                    <a:gd name="T2" fmla="*/ 8 w 221"/>
                    <a:gd name="T3" fmla="*/ 6 h 145"/>
                    <a:gd name="T4" fmla="*/ 8 w 221"/>
                    <a:gd name="T5" fmla="*/ 6 h 145"/>
                    <a:gd name="T6" fmla="*/ 8 w 221"/>
                    <a:gd name="T7" fmla="*/ 5 h 145"/>
                    <a:gd name="T8" fmla="*/ 9 w 221"/>
                    <a:gd name="T9" fmla="*/ 4 h 145"/>
                    <a:gd name="T10" fmla="*/ 9 w 221"/>
                    <a:gd name="T11" fmla="*/ 4 h 145"/>
                    <a:gd name="T12" fmla="*/ 10 w 221"/>
                    <a:gd name="T13" fmla="*/ 3 h 145"/>
                    <a:gd name="T14" fmla="*/ 10 w 221"/>
                    <a:gd name="T15" fmla="*/ 3 h 145"/>
                    <a:gd name="T16" fmla="*/ 10 w 221"/>
                    <a:gd name="T17" fmla="*/ 3 h 145"/>
                    <a:gd name="T18" fmla="*/ 10 w 221"/>
                    <a:gd name="T19" fmla="*/ 3 h 145"/>
                    <a:gd name="T20" fmla="*/ 9 w 221"/>
                    <a:gd name="T21" fmla="*/ 3 h 145"/>
                    <a:gd name="T22" fmla="*/ 9 w 221"/>
                    <a:gd name="T23" fmla="*/ 3 h 145"/>
                    <a:gd name="T24" fmla="*/ 8 w 221"/>
                    <a:gd name="T25" fmla="*/ 3 h 145"/>
                    <a:gd name="T26" fmla="*/ 8 w 221"/>
                    <a:gd name="T27" fmla="*/ 2 h 145"/>
                    <a:gd name="T28" fmla="*/ 8 w 221"/>
                    <a:gd name="T29" fmla="*/ 2 h 145"/>
                    <a:gd name="T30" fmla="*/ 8 w 221"/>
                    <a:gd name="T31" fmla="*/ 1 h 145"/>
                    <a:gd name="T32" fmla="*/ 7 w 221"/>
                    <a:gd name="T33" fmla="*/ 1 h 145"/>
                    <a:gd name="T34" fmla="*/ 7 w 221"/>
                    <a:gd name="T35" fmla="*/ 0 h 145"/>
                    <a:gd name="T36" fmla="*/ 6 w 221"/>
                    <a:gd name="T37" fmla="*/ 0 h 145"/>
                    <a:gd name="T38" fmla="*/ 6 w 221"/>
                    <a:gd name="T39" fmla="*/ 0 h 145"/>
                    <a:gd name="T40" fmla="*/ 5 w 221"/>
                    <a:gd name="T41" fmla="*/ 0 h 145"/>
                    <a:gd name="T42" fmla="*/ 0 w 221"/>
                    <a:gd name="T43" fmla="*/ 0 h 145"/>
                    <a:gd name="T44" fmla="*/ 1 w 221"/>
                    <a:gd name="T45" fmla="*/ 0 h 145"/>
                    <a:gd name="T46" fmla="*/ 1 w 221"/>
                    <a:gd name="T47" fmla="*/ 1 h 145"/>
                    <a:gd name="T48" fmla="*/ 2 w 221"/>
                    <a:gd name="T49" fmla="*/ 1 h 145"/>
                    <a:gd name="T50" fmla="*/ 2 w 221"/>
                    <a:gd name="T51" fmla="*/ 2 h 145"/>
                    <a:gd name="T52" fmla="*/ 3 w 221"/>
                    <a:gd name="T53" fmla="*/ 3 h 145"/>
                    <a:gd name="T54" fmla="*/ 4 w 221"/>
                    <a:gd name="T55" fmla="*/ 4 h 145"/>
                    <a:gd name="T56" fmla="*/ 4 w 221"/>
                    <a:gd name="T57" fmla="*/ 5 h 145"/>
                    <a:gd name="T58" fmla="*/ 4 w 221"/>
                    <a:gd name="T59" fmla="*/ 5 h 145"/>
                    <a:gd name="T60" fmla="*/ 4 w 221"/>
                    <a:gd name="T61" fmla="*/ 5 h 145"/>
                    <a:gd name="T62" fmla="*/ 4 w 221"/>
                    <a:gd name="T63" fmla="*/ 6 h 145"/>
                    <a:gd name="T64" fmla="*/ 4 w 221"/>
                    <a:gd name="T65" fmla="*/ 6 h 145"/>
                    <a:gd name="T66" fmla="*/ 4 w 221"/>
                    <a:gd name="T67" fmla="*/ 6 h 145"/>
                    <a:gd name="T68" fmla="*/ 3 w 221"/>
                    <a:gd name="T69" fmla="*/ 6 h 145"/>
                    <a:gd name="T70" fmla="*/ 3 w 221"/>
                    <a:gd name="T71" fmla="*/ 6 h 145"/>
                    <a:gd name="T72" fmla="*/ 3 w 221"/>
                    <a:gd name="T73" fmla="*/ 6 h 145"/>
                    <a:gd name="T74" fmla="*/ 4 w 221"/>
                    <a:gd name="T75" fmla="*/ 6 h 145"/>
                    <a:gd name="T76" fmla="*/ 7 w 221"/>
                    <a:gd name="T77" fmla="*/ 7 h 14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221"/>
                    <a:gd name="T118" fmla="*/ 0 h 145"/>
                    <a:gd name="T119" fmla="*/ 221 w 221"/>
                    <a:gd name="T120" fmla="*/ 145 h 14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221" h="145">
                      <a:moveTo>
                        <a:pt x="171" y="145"/>
                      </a:moveTo>
                      <a:lnTo>
                        <a:pt x="175" y="139"/>
                      </a:lnTo>
                      <a:lnTo>
                        <a:pt x="183" y="129"/>
                      </a:lnTo>
                      <a:lnTo>
                        <a:pt x="192" y="114"/>
                      </a:lnTo>
                      <a:lnTo>
                        <a:pt x="202" y="96"/>
                      </a:lnTo>
                      <a:lnTo>
                        <a:pt x="211" y="80"/>
                      </a:lnTo>
                      <a:lnTo>
                        <a:pt x="218" y="66"/>
                      </a:lnTo>
                      <a:lnTo>
                        <a:pt x="221" y="56"/>
                      </a:lnTo>
                      <a:lnTo>
                        <a:pt x="217" y="53"/>
                      </a:lnTo>
                      <a:lnTo>
                        <a:pt x="214" y="54"/>
                      </a:lnTo>
                      <a:lnTo>
                        <a:pt x="207" y="57"/>
                      </a:lnTo>
                      <a:lnTo>
                        <a:pt x="199" y="61"/>
                      </a:lnTo>
                      <a:lnTo>
                        <a:pt x="191" y="64"/>
                      </a:lnTo>
                      <a:lnTo>
                        <a:pt x="185" y="51"/>
                      </a:lnTo>
                      <a:lnTo>
                        <a:pt x="179" y="40"/>
                      </a:lnTo>
                      <a:lnTo>
                        <a:pt x="173" y="28"/>
                      </a:lnTo>
                      <a:lnTo>
                        <a:pt x="166" y="19"/>
                      </a:lnTo>
                      <a:lnTo>
                        <a:pt x="158" y="11"/>
                      </a:lnTo>
                      <a:lnTo>
                        <a:pt x="148" y="5"/>
                      </a:lnTo>
                      <a:lnTo>
                        <a:pt x="135" y="1"/>
                      </a:lnTo>
                      <a:lnTo>
                        <a:pt x="119" y="0"/>
                      </a:lnTo>
                      <a:lnTo>
                        <a:pt x="0" y="0"/>
                      </a:lnTo>
                      <a:lnTo>
                        <a:pt x="18" y="8"/>
                      </a:lnTo>
                      <a:lnTo>
                        <a:pt x="34" y="18"/>
                      </a:lnTo>
                      <a:lnTo>
                        <a:pt x="47" y="32"/>
                      </a:lnTo>
                      <a:lnTo>
                        <a:pt x="58" y="47"/>
                      </a:lnTo>
                      <a:lnTo>
                        <a:pt x="68" y="64"/>
                      </a:lnTo>
                      <a:lnTo>
                        <a:pt x="76" y="83"/>
                      </a:lnTo>
                      <a:lnTo>
                        <a:pt x="84" y="100"/>
                      </a:lnTo>
                      <a:lnTo>
                        <a:pt x="92" y="118"/>
                      </a:lnTo>
                      <a:lnTo>
                        <a:pt x="91" y="120"/>
                      </a:lnTo>
                      <a:lnTo>
                        <a:pt x="86" y="122"/>
                      </a:lnTo>
                      <a:lnTo>
                        <a:pt x="81" y="124"/>
                      </a:lnTo>
                      <a:lnTo>
                        <a:pt x="77" y="128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71" y="136"/>
                      </a:lnTo>
                      <a:lnTo>
                        <a:pt x="77" y="137"/>
                      </a:lnTo>
                      <a:lnTo>
                        <a:pt x="171" y="14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4" name="Freeform 205">
                  <a:extLst>
                    <a:ext uri="{FF2B5EF4-FFF2-40B4-BE49-F238E27FC236}">
                      <a16:creationId xmlns:a16="http://schemas.microsoft.com/office/drawing/2014/main" id="{11A73488-58FD-0146-B0FD-D0AF35739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218"/>
                  <a:ext cx="53" cy="50"/>
                </a:xfrm>
                <a:custGeom>
                  <a:avLst/>
                  <a:gdLst>
                    <a:gd name="T0" fmla="*/ 7 w 149"/>
                    <a:gd name="T1" fmla="*/ 4 h 142"/>
                    <a:gd name="T2" fmla="*/ 6 w 149"/>
                    <a:gd name="T3" fmla="*/ 4 h 142"/>
                    <a:gd name="T4" fmla="*/ 6 w 149"/>
                    <a:gd name="T5" fmla="*/ 3 h 142"/>
                    <a:gd name="T6" fmla="*/ 6 w 149"/>
                    <a:gd name="T7" fmla="*/ 2 h 142"/>
                    <a:gd name="T8" fmla="*/ 6 w 149"/>
                    <a:gd name="T9" fmla="*/ 2 h 142"/>
                    <a:gd name="T10" fmla="*/ 5 w 149"/>
                    <a:gd name="T11" fmla="*/ 1 h 142"/>
                    <a:gd name="T12" fmla="*/ 5 w 149"/>
                    <a:gd name="T13" fmla="*/ 1 h 142"/>
                    <a:gd name="T14" fmla="*/ 4 w 149"/>
                    <a:gd name="T15" fmla="*/ 0 h 142"/>
                    <a:gd name="T16" fmla="*/ 4 w 149"/>
                    <a:gd name="T17" fmla="*/ 0 h 142"/>
                    <a:gd name="T18" fmla="*/ 2 w 149"/>
                    <a:gd name="T19" fmla="*/ 1 h 142"/>
                    <a:gd name="T20" fmla="*/ 0 w 149"/>
                    <a:gd name="T21" fmla="*/ 2 h 142"/>
                    <a:gd name="T22" fmla="*/ 2 w 149"/>
                    <a:gd name="T23" fmla="*/ 6 h 142"/>
                    <a:gd name="T24" fmla="*/ 2 w 149"/>
                    <a:gd name="T25" fmla="*/ 6 h 142"/>
                    <a:gd name="T26" fmla="*/ 3 w 149"/>
                    <a:gd name="T27" fmla="*/ 6 h 142"/>
                    <a:gd name="T28" fmla="*/ 3 w 149"/>
                    <a:gd name="T29" fmla="*/ 6 h 142"/>
                    <a:gd name="T30" fmla="*/ 4 w 149"/>
                    <a:gd name="T31" fmla="*/ 6 h 142"/>
                    <a:gd name="T32" fmla="*/ 4 w 149"/>
                    <a:gd name="T33" fmla="*/ 6 h 142"/>
                    <a:gd name="T34" fmla="*/ 5 w 149"/>
                    <a:gd name="T35" fmla="*/ 6 h 142"/>
                    <a:gd name="T36" fmla="*/ 5 w 149"/>
                    <a:gd name="T37" fmla="*/ 6 h 142"/>
                    <a:gd name="T38" fmla="*/ 5 w 149"/>
                    <a:gd name="T39" fmla="*/ 6 h 142"/>
                    <a:gd name="T40" fmla="*/ 6 w 149"/>
                    <a:gd name="T41" fmla="*/ 6 h 142"/>
                    <a:gd name="T42" fmla="*/ 6 w 149"/>
                    <a:gd name="T43" fmla="*/ 5 h 142"/>
                    <a:gd name="T44" fmla="*/ 6 w 149"/>
                    <a:gd name="T45" fmla="*/ 5 h 142"/>
                    <a:gd name="T46" fmla="*/ 7 w 149"/>
                    <a:gd name="T47" fmla="*/ 5 h 142"/>
                    <a:gd name="T48" fmla="*/ 7 w 149"/>
                    <a:gd name="T49" fmla="*/ 4 h 14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9"/>
                    <a:gd name="T76" fmla="*/ 0 h 142"/>
                    <a:gd name="T77" fmla="*/ 149 w 149"/>
                    <a:gd name="T78" fmla="*/ 142 h 14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9" h="142">
                      <a:moveTo>
                        <a:pt x="149" y="96"/>
                      </a:moveTo>
                      <a:lnTo>
                        <a:pt x="147" y="83"/>
                      </a:lnTo>
                      <a:lnTo>
                        <a:pt x="142" y="70"/>
                      </a:lnTo>
                      <a:lnTo>
                        <a:pt x="135" y="58"/>
                      </a:lnTo>
                      <a:lnTo>
                        <a:pt x="126" y="45"/>
                      </a:lnTo>
                      <a:lnTo>
                        <a:pt x="117" y="32"/>
                      </a:lnTo>
                      <a:lnTo>
                        <a:pt x="107" y="21"/>
                      </a:lnTo>
                      <a:lnTo>
                        <a:pt x="99" y="10"/>
                      </a:lnTo>
                      <a:lnTo>
                        <a:pt x="92" y="0"/>
                      </a:lnTo>
                      <a:lnTo>
                        <a:pt x="42" y="29"/>
                      </a:lnTo>
                      <a:lnTo>
                        <a:pt x="0" y="53"/>
                      </a:lnTo>
                      <a:lnTo>
                        <a:pt x="53" y="142"/>
                      </a:lnTo>
                      <a:lnTo>
                        <a:pt x="64" y="142"/>
                      </a:lnTo>
                      <a:lnTo>
                        <a:pt x="74" y="142"/>
                      </a:lnTo>
                      <a:lnTo>
                        <a:pt x="84" y="142"/>
                      </a:lnTo>
                      <a:lnTo>
                        <a:pt x="95" y="142"/>
                      </a:lnTo>
                      <a:lnTo>
                        <a:pt x="104" y="141"/>
                      </a:lnTo>
                      <a:lnTo>
                        <a:pt x="113" y="138"/>
                      </a:lnTo>
                      <a:lnTo>
                        <a:pt x="122" y="134"/>
                      </a:lnTo>
                      <a:lnTo>
                        <a:pt x="132" y="128"/>
                      </a:lnTo>
                      <a:lnTo>
                        <a:pt x="140" y="120"/>
                      </a:lnTo>
                      <a:lnTo>
                        <a:pt x="145" y="112"/>
                      </a:lnTo>
                      <a:lnTo>
                        <a:pt x="148" y="104"/>
                      </a:lnTo>
                      <a:lnTo>
                        <a:pt x="149" y="96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1985" name="Freeform 206">
                  <a:extLst>
                    <a:ext uri="{FF2B5EF4-FFF2-40B4-BE49-F238E27FC236}">
                      <a16:creationId xmlns:a16="http://schemas.microsoft.com/office/drawing/2014/main" id="{83A2C40B-24E8-EC4A-B71F-A6FAC7C8F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8" y="2264"/>
                  <a:ext cx="73" cy="60"/>
                </a:xfrm>
                <a:custGeom>
                  <a:avLst/>
                  <a:gdLst>
                    <a:gd name="T0" fmla="*/ 9 w 204"/>
                    <a:gd name="T1" fmla="*/ 0 h 170"/>
                    <a:gd name="T2" fmla="*/ 9 w 204"/>
                    <a:gd name="T3" fmla="*/ 0 h 170"/>
                    <a:gd name="T4" fmla="*/ 8 w 204"/>
                    <a:gd name="T5" fmla="*/ 1 h 170"/>
                    <a:gd name="T6" fmla="*/ 7 w 204"/>
                    <a:gd name="T7" fmla="*/ 1 h 170"/>
                    <a:gd name="T8" fmla="*/ 6 w 204"/>
                    <a:gd name="T9" fmla="*/ 1 h 170"/>
                    <a:gd name="T10" fmla="*/ 5 w 204"/>
                    <a:gd name="T11" fmla="*/ 1 h 170"/>
                    <a:gd name="T12" fmla="*/ 4 w 204"/>
                    <a:gd name="T13" fmla="*/ 1 h 170"/>
                    <a:gd name="T14" fmla="*/ 3 w 204"/>
                    <a:gd name="T15" fmla="*/ 1 h 170"/>
                    <a:gd name="T16" fmla="*/ 3 w 204"/>
                    <a:gd name="T17" fmla="*/ 1 h 170"/>
                    <a:gd name="T18" fmla="*/ 3 w 204"/>
                    <a:gd name="T19" fmla="*/ 1 h 170"/>
                    <a:gd name="T20" fmla="*/ 3 w 204"/>
                    <a:gd name="T21" fmla="*/ 0 h 170"/>
                    <a:gd name="T22" fmla="*/ 2 w 204"/>
                    <a:gd name="T23" fmla="*/ 0 h 170"/>
                    <a:gd name="T24" fmla="*/ 2 w 204"/>
                    <a:gd name="T25" fmla="*/ 0 h 170"/>
                    <a:gd name="T26" fmla="*/ 0 w 204"/>
                    <a:gd name="T27" fmla="*/ 4 h 170"/>
                    <a:gd name="T28" fmla="*/ 0 w 204"/>
                    <a:gd name="T29" fmla="*/ 4 h 170"/>
                    <a:gd name="T30" fmla="*/ 0 w 204"/>
                    <a:gd name="T31" fmla="*/ 5 h 170"/>
                    <a:gd name="T32" fmla="*/ 1 w 204"/>
                    <a:gd name="T33" fmla="*/ 5 h 170"/>
                    <a:gd name="T34" fmla="*/ 1 w 204"/>
                    <a:gd name="T35" fmla="*/ 6 h 170"/>
                    <a:gd name="T36" fmla="*/ 2 w 204"/>
                    <a:gd name="T37" fmla="*/ 6 h 170"/>
                    <a:gd name="T38" fmla="*/ 2 w 204"/>
                    <a:gd name="T39" fmla="*/ 7 h 170"/>
                    <a:gd name="T40" fmla="*/ 3 w 204"/>
                    <a:gd name="T41" fmla="*/ 7 h 170"/>
                    <a:gd name="T42" fmla="*/ 3 w 204"/>
                    <a:gd name="T43" fmla="*/ 7 h 170"/>
                    <a:gd name="T44" fmla="*/ 3 w 204"/>
                    <a:gd name="T45" fmla="*/ 7 h 170"/>
                    <a:gd name="T46" fmla="*/ 3 w 204"/>
                    <a:gd name="T47" fmla="*/ 7 h 170"/>
                    <a:gd name="T48" fmla="*/ 3 w 204"/>
                    <a:gd name="T49" fmla="*/ 6 h 170"/>
                    <a:gd name="T50" fmla="*/ 3 w 204"/>
                    <a:gd name="T51" fmla="*/ 6 h 170"/>
                    <a:gd name="T52" fmla="*/ 3 w 204"/>
                    <a:gd name="T53" fmla="*/ 6 h 170"/>
                    <a:gd name="T54" fmla="*/ 4 w 204"/>
                    <a:gd name="T55" fmla="*/ 6 h 170"/>
                    <a:gd name="T56" fmla="*/ 4 w 204"/>
                    <a:gd name="T57" fmla="*/ 6 h 170"/>
                    <a:gd name="T58" fmla="*/ 5 w 204"/>
                    <a:gd name="T59" fmla="*/ 6 h 170"/>
                    <a:gd name="T60" fmla="*/ 5 w 204"/>
                    <a:gd name="T61" fmla="*/ 6 h 170"/>
                    <a:gd name="T62" fmla="*/ 6 w 204"/>
                    <a:gd name="T63" fmla="*/ 6 h 170"/>
                    <a:gd name="T64" fmla="*/ 6 w 204"/>
                    <a:gd name="T65" fmla="*/ 6 h 170"/>
                    <a:gd name="T66" fmla="*/ 6 w 204"/>
                    <a:gd name="T67" fmla="*/ 5 h 170"/>
                    <a:gd name="T68" fmla="*/ 6 w 204"/>
                    <a:gd name="T69" fmla="*/ 5 h 170"/>
                    <a:gd name="T70" fmla="*/ 9 w 204"/>
                    <a:gd name="T71" fmla="*/ 0 h 17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4"/>
                    <a:gd name="T109" fmla="*/ 0 h 170"/>
                    <a:gd name="T110" fmla="*/ 204 w 204"/>
                    <a:gd name="T111" fmla="*/ 170 h 17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4" h="170">
                      <a:moveTo>
                        <a:pt x="204" y="0"/>
                      </a:moveTo>
                      <a:lnTo>
                        <a:pt x="189" y="12"/>
                      </a:lnTo>
                      <a:lnTo>
                        <a:pt x="173" y="21"/>
                      </a:lnTo>
                      <a:lnTo>
                        <a:pt x="153" y="26"/>
                      </a:lnTo>
                      <a:lnTo>
                        <a:pt x="134" y="28"/>
                      </a:lnTo>
                      <a:lnTo>
                        <a:pt x="114" y="28"/>
                      </a:lnTo>
                      <a:lnTo>
                        <a:pt x="94" y="28"/>
                      </a:lnTo>
                      <a:lnTo>
                        <a:pt x="74" y="27"/>
                      </a:lnTo>
                      <a:lnTo>
                        <a:pt x="56" y="27"/>
                      </a:lnTo>
                      <a:lnTo>
                        <a:pt x="56" y="20"/>
                      </a:lnTo>
                      <a:lnTo>
                        <a:pt x="55" y="10"/>
                      </a:lnTo>
                      <a:lnTo>
                        <a:pt x="51" y="1"/>
                      </a:lnTo>
                      <a:lnTo>
                        <a:pt x="46" y="5"/>
                      </a:lnTo>
                      <a:lnTo>
                        <a:pt x="0" y="87"/>
                      </a:lnTo>
                      <a:lnTo>
                        <a:pt x="4" y="93"/>
                      </a:lnTo>
                      <a:lnTo>
                        <a:pt x="11" y="104"/>
                      </a:lnTo>
                      <a:lnTo>
                        <a:pt x="19" y="118"/>
                      </a:lnTo>
                      <a:lnTo>
                        <a:pt x="28" y="133"/>
                      </a:lnTo>
                      <a:lnTo>
                        <a:pt x="37" y="147"/>
                      </a:lnTo>
                      <a:lnTo>
                        <a:pt x="46" y="160"/>
                      </a:lnTo>
                      <a:lnTo>
                        <a:pt x="53" y="168"/>
                      </a:lnTo>
                      <a:lnTo>
                        <a:pt x="58" y="170"/>
                      </a:lnTo>
                      <a:lnTo>
                        <a:pt x="61" y="164"/>
                      </a:lnTo>
                      <a:lnTo>
                        <a:pt x="63" y="156"/>
                      </a:lnTo>
                      <a:lnTo>
                        <a:pt x="61" y="146"/>
                      </a:lnTo>
                      <a:lnTo>
                        <a:pt x="61" y="139"/>
                      </a:lnTo>
                      <a:lnTo>
                        <a:pt x="68" y="139"/>
                      </a:lnTo>
                      <a:lnTo>
                        <a:pt x="79" y="139"/>
                      </a:lnTo>
                      <a:lnTo>
                        <a:pt x="91" y="139"/>
                      </a:lnTo>
                      <a:lnTo>
                        <a:pt x="104" y="139"/>
                      </a:lnTo>
                      <a:lnTo>
                        <a:pt x="117" y="136"/>
                      </a:lnTo>
                      <a:lnTo>
                        <a:pt x="127" y="133"/>
                      </a:lnTo>
                      <a:lnTo>
                        <a:pt x="134" y="128"/>
                      </a:lnTo>
                      <a:lnTo>
                        <a:pt x="136" y="121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D0CE3E0C-7DFB-4A41-ADD2-C3D6EEDDC3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3338"/>
            <a:ext cx="7388225" cy="452437"/>
          </a:xfrm>
        </p:spPr>
        <p:txBody>
          <a:bodyPr/>
          <a:lstStyle/>
          <a:p>
            <a:pPr eaLnBrk="1" hangingPunct="1"/>
            <a:r>
              <a:rPr lang="pt-BR" altLang="pt-BR"/>
              <a:t>Principais resultados das fases </a:t>
            </a:r>
          </a:p>
        </p:txBody>
      </p:sp>
      <p:sp>
        <p:nvSpPr>
          <p:cNvPr id="83970" name="Line 3">
            <a:extLst>
              <a:ext uri="{FF2B5EF4-FFF2-40B4-BE49-F238E27FC236}">
                <a16:creationId xmlns:a16="http://schemas.microsoft.com/office/drawing/2014/main" id="{61804247-C01F-0249-8C9C-7EF43B8FF1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10200" y="1490663"/>
            <a:ext cx="3175" cy="39195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230404" name="Rectangle 4">
            <a:extLst>
              <a:ext uri="{FF2B5EF4-FFF2-40B4-BE49-F238E27FC236}">
                <a16:creationId xmlns:a16="http://schemas.microsoft.com/office/drawing/2014/main" id="{5EFA67CC-880A-2A40-BF34-50920BAC6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1" y="4931128"/>
            <a:ext cx="1868488" cy="183127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0" rIns="72000" bIns="0" anchor="ctr">
            <a:spAutoFit/>
          </a:bodyPr>
          <a:lstStyle/>
          <a:p>
            <a:pPr algn="ctr">
              <a:spcBef>
                <a:spcPct val="50000"/>
              </a:spcBef>
              <a:defRPr/>
            </a:pPr>
            <a:endParaRPr lang="en-US" sz="1400"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Especificações</a:t>
            </a:r>
            <a:r>
              <a:rPr lang="en-US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 f</a:t>
            </a: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inais</a:t>
            </a: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Protótipo funcional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Projeto dos recursos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Plano de fim de vida</a:t>
            </a:r>
            <a:endParaRPr lang="pt-BR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</p:txBody>
      </p:sp>
      <p:sp>
        <p:nvSpPr>
          <p:cNvPr id="83972" name="Freeform 5" descr="Diagonal para baixo clara">
            <a:extLst>
              <a:ext uri="{FF2B5EF4-FFF2-40B4-BE49-F238E27FC236}">
                <a16:creationId xmlns:a16="http://schemas.microsoft.com/office/drawing/2014/main" id="{832E9276-D1D8-6243-9020-9440216836D7}"/>
              </a:ext>
            </a:extLst>
          </p:cNvPr>
          <p:cNvSpPr>
            <a:spLocks/>
          </p:cNvSpPr>
          <p:nvPr/>
        </p:nvSpPr>
        <p:spPr bwMode="auto">
          <a:xfrm>
            <a:off x="0" y="2811463"/>
            <a:ext cx="2279650" cy="1593850"/>
          </a:xfrm>
          <a:custGeom>
            <a:avLst/>
            <a:gdLst>
              <a:gd name="T0" fmla="*/ 2147483646 w 1436"/>
              <a:gd name="T1" fmla="*/ 2147483646 h 1004"/>
              <a:gd name="T2" fmla="*/ 2147483646 w 1436"/>
              <a:gd name="T3" fmla="*/ 0 h 1004"/>
              <a:gd name="T4" fmla="*/ 2147483646 w 1436"/>
              <a:gd name="T5" fmla="*/ 2147483646 h 1004"/>
              <a:gd name="T6" fmla="*/ 0 w 1436"/>
              <a:gd name="T7" fmla="*/ 2147483646 h 1004"/>
              <a:gd name="T8" fmla="*/ 2147483646 w 1436"/>
              <a:gd name="T9" fmla="*/ 2147483646 h 10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36"/>
              <a:gd name="T16" fmla="*/ 0 h 1004"/>
              <a:gd name="T17" fmla="*/ 1436 w 1436"/>
              <a:gd name="T18" fmla="*/ 1004 h 10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36" h="1004">
                <a:moveTo>
                  <a:pt x="943" y="7"/>
                </a:moveTo>
                <a:lnTo>
                  <a:pt x="1436" y="0"/>
                </a:lnTo>
                <a:lnTo>
                  <a:pt x="1010" y="1004"/>
                </a:lnTo>
                <a:lnTo>
                  <a:pt x="0" y="1004"/>
                </a:lnTo>
                <a:lnTo>
                  <a:pt x="943" y="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3" name="Freeform 6" descr="Diagonal para baixo clara">
            <a:extLst>
              <a:ext uri="{FF2B5EF4-FFF2-40B4-BE49-F238E27FC236}">
                <a16:creationId xmlns:a16="http://schemas.microsoft.com/office/drawing/2014/main" id="{A14AA3E1-BCDE-454D-AF94-8CAB87781CEE}"/>
              </a:ext>
            </a:extLst>
          </p:cNvPr>
          <p:cNvSpPr>
            <a:spLocks/>
          </p:cNvSpPr>
          <p:nvPr/>
        </p:nvSpPr>
        <p:spPr bwMode="auto">
          <a:xfrm>
            <a:off x="1770063" y="5364163"/>
            <a:ext cx="1982787" cy="585787"/>
          </a:xfrm>
          <a:custGeom>
            <a:avLst/>
            <a:gdLst>
              <a:gd name="T0" fmla="*/ 2147483646 w 1249"/>
              <a:gd name="T1" fmla="*/ 0 h 369"/>
              <a:gd name="T2" fmla="*/ 2147483646 w 1249"/>
              <a:gd name="T3" fmla="*/ 2147483646 h 369"/>
              <a:gd name="T4" fmla="*/ 2147483646 w 1249"/>
              <a:gd name="T5" fmla="*/ 2147483646 h 369"/>
              <a:gd name="T6" fmla="*/ 0 w 1249"/>
              <a:gd name="T7" fmla="*/ 2147483646 h 369"/>
              <a:gd name="T8" fmla="*/ 2147483646 w 1249"/>
              <a:gd name="T9" fmla="*/ 2147483646 h 369"/>
              <a:gd name="T10" fmla="*/ 2147483646 w 1249"/>
              <a:gd name="T11" fmla="*/ 0 h 3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249"/>
              <a:gd name="T19" fmla="*/ 0 h 369"/>
              <a:gd name="T20" fmla="*/ 1249 w 1249"/>
              <a:gd name="T21" fmla="*/ 369 h 36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249" h="369">
                <a:moveTo>
                  <a:pt x="572" y="0"/>
                </a:moveTo>
                <a:lnTo>
                  <a:pt x="1107" y="81"/>
                </a:lnTo>
                <a:lnTo>
                  <a:pt x="1249" y="369"/>
                </a:lnTo>
                <a:lnTo>
                  <a:pt x="0" y="369"/>
                </a:lnTo>
                <a:lnTo>
                  <a:pt x="321" y="103"/>
                </a:lnTo>
                <a:lnTo>
                  <a:pt x="572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4" name="Freeform 7" descr="Diagonal para baixo clara">
            <a:extLst>
              <a:ext uri="{FF2B5EF4-FFF2-40B4-BE49-F238E27FC236}">
                <a16:creationId xmlns:a16="http://schemas.microsoft.com/office/drawing/2014/main" id="{DBAD45F0-9DB7-3F44-B130-875EE0041FA7}"/>
              </a:ext>
            </a:extLst>
          </p:cNvPr>
          <p:cNvSpPr>
            <a:spLocks/>
          </p:cNvSpPr>
          <p:nvPr/>
        </p:nvSpPr>
        <p:spPr bwMode="auto">
          <a:xfrm>
            <a:off x="3265488" y="2525713"/>
            <a:ext cx="2078037" cy="249237"/>
          </a:xfrm>
          <a:custGeom>
            <a:avLst/>
            <a:gdLst>
              <a:gd name="T0" fmla="*/ 2147483646 w 1309"/>
              <a:gd name="T1" fmla="*/ 2147483646 h 157"/>
              <a:gd name="T2" fmla="*/ 2147483646 w 1309"/>
              <a:gd name="T3" fmla="*/ 0 h 157"/>
              <a:gd name="T4" fmla="*/ 2147483646 w 1309"/>
              <a:gd name="T5" fmla="*/ 2147483646 h 157"/>
              <a:gd name="T6" fmla="*/ 0 w 1309"/>
              <a:gd name="T7" fmla="*/ 2147483646 h 157"/>
              <a:gd name="T8" fmla="*/ 2147483646 w 1309"/>
              <a:gd name="T9" fmla="*/ 2147483646 h 1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09"/>
              <a:gd name="T16" fmla="*/ 0 h 157"/>
              <a:gd name="T17" fmla="*/ 1309 w 1309"/>
              <a:gd name="T18" fmla="*/ 157 h 1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09" h="157">
                <a:moveTo>
                  <a:pt x="367" y="30"/>
                </a:moveTo>
                <a:lnTo>
                  <a:pt x="1003" y="0"/>
                </a:lnTo>
                <a:lnTo>
                  <a:pt x="1309" y="157"/>
                </a:lnTo>
                <a:lnTo>
                  <a:pt x="0" y="150"/>
                </a:lnTo>
                <a:lnTo>
                  <a:pt x="367" y="3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5" name="Freeform 8" descr="Diagonal para baixo clara">
            <a:extLst>
              <a:ext uri="{FF2B5EF4-FFF2-40B4-BE49-F238E27FC236}">
                <a16:creationId xmlns:a16="http://schemas.microsoft.com/office/drawing/2014/main" id="{E293947E-5D44-6445-89A6-87EFF70A9738}"/>
              </a:ext>
            </a:extLst>
          </p:cNvPr>
          <p:cNvSpPr>
            <a:spLocks/>
          </p:cNvSpPr>
          <p:nvPr/>
        </p:nvSpPr>
        <p:spPr bwMode="auto">
          <a:xfrm>
            <a:off x="5708650" y="5334000"/>
            <a:ext cx="371475" cy="1422400"/>
          </a:xfrm>
          <a:custGeom>
            <a:avLst/>
            <a:gdLst>
              <a:gd name="T0" fmla="*/ 0 w 234"/>
              <a:gd name="T1" fmla="*/ 0 h 896"/>
              <a:gd name="T2" fmla="*/ 2147483646 w 234"/>
              <a:gd name="T3" fmla="*/ 2147483646 h 896"/>
              <a:gd name="T4" fmla="*/ 2147483646 w 234"/>
              <a:gd name="T5" fmla="*/ 2147483646 h 896"/>
              <a:gd name="T6" fmla="*/ 2147483646 w 234"/>
              <a:gd name="T7" fmla="*/ 2147483646 h 896"/>
              <a:gd name="T8" fmla="*/ 0 w 234"/>
              <a:gd name="T9" fmla="*/ 0 h 8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4"/>
              <a:gd name="T16" fmla="*/ 0 h 896"/>
              <a:gd name="T17" fmla="*/ 234 w 234"/>
              <a:gd name="T18" fmla="*/ 896 h 8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4" h="896">
                <a:moveTo>
                  <a:pt x="0" y="0"/>
                </a:moveTo>
                <a:lnTo>
                  <a:pt x="234" y="118"/>
                </a:lnTo>
                <a:lnTo>
                  <a:pt x="219" y="896"/>
                </a:lnTo>
                <a:lnTo>
                  <a:pt x="8" y="16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76" name="AutoShape 9">
            <a:extLst>
              <a:ext uri="{FF2B5EF4-FFF2-40B4-BE49-F238E27FC236}">
                <a16:creationId xmlns:a16="http://schemas.microsoft.com/office/drawing/2014/main" id="{89739282-1AF1-6D4B-A1E4-A8C0CB5F3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7388" y="588963"/>
            <a:ext cx="5708650" cy="298450"/>
          </a:xfrm>
          <a:prstGeom prst="chevron">
            <a:avLst>
              <a:gd name="adj" fmla="val 3356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Desenvolvimento</a:t>
            </a:r>
          </a:p>
        </p:txBody>
      </p:sp>
      <p:sp>
        <p:nvSpPr>
          <p:cNvPr id="83977" name="AutoShape 10">
            <a:extLst>
              <a:ext uri="{FF2B5EF4-FFF2-40B4-BE49-F238E27FC236}">
                <a16:creationId xmlns:a16="http://schemas.microsoft.com/office/drawing/2014/main" id="{74C84BF8-DC85-D849-8146-F46CCDC5F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4513" y="938213"/>
            <a:ext cx="1095375" cy="528637"/>
          </a:xfrm>
          <a:prstGeom prst="chevron">
            <a:avLst>
              <a:gd name="adj" fmla="val 19723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Detalhado </a:t>
            </a:r>
          </a:p>
        </p:txBody>
      </p:sp>
      <p:sp>
        <p:nvSpPr>
          <p:cNvPr id="83978" name="AutoShape 11">
            <a:extLst>
              <a:ext uri="{FF2B5EF4-FFF2-40B4-BE49-F238E27FC236}">
                <a16:creationId xmlns:a16="http://schemas.microsoft.com/office/drawing/2014/main" id="{E1ED96AD-691B-A946-BD7C-3ECC4D39B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938213"/>
            <a:ext cx="1125538" cy="528637"/>
          </a:xfrm>
          <a:prstGeom prst="chevron">
            <a:avLst>
              <a:gd name="adj" fmla="val 19004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Conceitual </a:t>
            </a:r>
          </a:p>
        </p:txBody>
      </p:sp>
      <p:sp>
        <p:nvSpPr>
          <p:cNvPr id="83979" name="AutoShape 12">
            <a:extLst>
              <a:ext uri="{FF2B5EF4-FFF2-40B4-BE49-F238E27FC236}">
                <a16:creationId xmlns:a16="http://schemas.microsoft.com/office/drawing/2014/main" id="{564390F5-FAB0-A44C-979F-D2392A241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7225" y="938213"/>
            <a:ext cx="1358900" cy="528637"/>
          </a:xfrm>
          <a:prstGeom prst="chevron">
            <a:avLst>
              <a:gd name="adj" fmla="val 22064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Informacional </a:t>
            </a:r>
          </a:p>
        </p:txBody>
      </p:sp>
      <p:sp>
        <p:nvSpPr>
          <p:cNvPr id="83980" name="AutoShape 13">
            <a:extLst>
              <a:ext uri="{FF2B5EF4-FFF2-40B4-BE49-F238E27FC236}">
                <a16:creationId xmlns:a16="http://schemas.microsoft.com/office/drawing/2014/main" id="{F4E2E0D5-6876-2D4D-BBAD-A628F4494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0500" y="938213"/>
            <a:ext cx="1214438" cy="528637"/>
          </a:xfrm>
          <a:prstGeom prst="chevron">
            <a:avLst>
              <a:gd name="adj" fmla="val 1978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Lançamento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3981" name="AutoShape 14">
            <a:extLst>
              <a:ext uri="{FF2B5EF4-FFF2-40B4-BE49-F238E27FC236}">
                <a16:creationId xmlns:a16="http://schemas.microsoft.com/office/drawing/2014/main" id="{EF43B7A8-D956-9748-924D-5A41BDE9D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1313" y="938213"/>
            <a:ext cx="1147762" cy="528637"/>
          </a:xfrm>
          <a:prstGeom prst="chevron">
            <a:avLst>
              <a:gd name="adj" fmla="val 16213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Preparação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Produção</a:t>
            </a:r>
          </a:p>
        </p:txBody>
      </p:sp>
      <p:sp>
        <p:nvSpPr>
          <p:cNvPr id="83982" name="Line 15">
            <a:extLst>
              <a:ext uri="{FF2B5EF4-FFF2-40B4-BE49-F238E27FC236}">
                <a16:creationId xmlns:a16="http://schemas.microsoft.com/office/drawing/2014/main" id="{B96C4456-8DBE-5842-8253-685F45995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4050" y="1490663"/>
            <a:ext cx="0" cy="36385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3" name="Line 16">
            <a:extLst>
              <a:ext uri="{FF2B5EF4-FFF2-40B4-BE49-F238E27FC236}">
                <a16:creationId xmlns:a16="http://schemas.microsoft.com/office/drawing/2014/main" id="{DE0492D1-EBBB-4641-AE8E-ACD4E6B9773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9113" y="1490663"/>
            <a:ext cx="0" cy="7921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4" name="Line 17">
            <a:extLst>
              <a:ext uri="{FF2B5EF4-FFF2-40B4-BE49-F238E27FC236}">
                <a16:creationId xmlns:a16="http://schemas.microsoft.com/office/drawing/2014/main" id="{A4962154-65F3-FF41-A726-BFADD87BE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1425" y="1512888"/>
            <a:ext cx="0" cy="28829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5" name="Line 18">
            <a:extLst>
              <a:ext uri="{FF2B5EF4-FFF2-40B4-BE49-F238E27FC236}">
                <a16:creationId xmlns:a16="http://schemas.microsoft.com/office/drawing/2014/main" id="{F21EE9A1-9BB0-6F47-A8F9-5D0BFABA6C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96200" y="1490663"/>
            <a:ext cx="6350" cy="1709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6" name="AutoShape 19">
            <a:extLst>
              <a:ext uri="{FF2B5EF4-FFF2-40B4-BE49-F238E27FC236}">
                <a16:creationId xmlns:a16="http://schemas.microsoft.com/office/drawing/2014/main" id="{117DF06B-E52A-214D-AE52-CA8BDD954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958850"/>
            <a:ext cx="1335088" cy="528638"/>
          </a:xfrm>
          <a:prstGeom prst="chevron">
            <a:avLst>
              <a:gd name="adj" fmla="val 24296"/>
            </a:avLst>
          </a:prstGeom>
          <a:solidFill>
            <a:srgbClr val="99CCFF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Planejamento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</p:txBody>
      </p:sp>
      <p:sp>
        <p:nvSpPr>
          <p:cNvPr id="83987" name="Line 20">
            <a:extLst>
              <a:ext uri="{FF2B5EF4-FFF2-40B4-BE49-F238E27FC236}">
                <a16:creationId xmlns:a16="http://schemas.microsoft.com/office/drawing/2014/main" id="{A797A34E-7010-EE49-BF19-5D8CFFB5F0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2138" y="1489075"/>
            <a:ext cx="0" cy="11271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88" name="Rectangle 21">
            <a:extLst>
              <a:ext uri="{FF2B5EF4-FFF2-40B4-BE49-F238E27FC236}">
                <a16:creationId xmlns:a16="http://schemas.microsoft.com/office/drawing/2014/main" id="{6FDB9B8A-C2B6-6F43-A803-F24EC6C03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9338" y="4337050"/>
            <a:ext cx="2506662" cy="10731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Liberação da Produção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Documentos de homologação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Proc</a:t>
            </a:r>
            <a:r>
              <a:rPr lang="en-US" altLang="pt-BR" sz="1400"/>
              <a:t>.</a:t>
            </a:r>
            <a:r>
              <a:rPr lang="pt-BR" altLang="pt-BR" sz="1400"/>
              <a:t> de Produção 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 Proc</a:t>
            </a:r>
            <a:r>
              <a:rPr lang="en-US" altLang="pt-BR" sz="1400"/>
              <a:t>.</a:t>
            </a:r>
            <a:r>
              <a:rPr lang="pt-BR" altLang="pt-BR" sz="1400"/>
              <a:t> Manutenção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Capacitação de pessoal</a:t>
            </a:r>
          </a:p>
        </p:txBody>
      </p:sp>
      <p:sp>
        <p:nvSpPr>
          <p:cNvPr id="83989" name="Text Box 22">
            <a:extLst>
              <a:ext uri="{FF2B5EF4-FFF2-40B4-BE49-F238E27FC236}">
                <a16:creationId xmlns:a16="http://schemas.microsoft.com/office/drawing/2014/main" id="{397CAAD9-267E-B34F-934D-E0B66E17A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388" y="1601788"/>
            <a:ext cx="1787525" cy="42545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Protótipo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homologado</a:t>
            </a:r>
          </a:p>
        </p:txBody>
      </p:sp>
      <p:sp>
        <p:nvSpPr>
          <p:cNvPr id="83990" name="Oval 23">
            <a:extLst>
              <a:ext uri="{FF2B5EF4-FFF2-40B4-BE49-F238E27FC236}">
                <a16:creationId xmlns:a16="http://schemas.microsoft.com/office/drawing/2014/main" id="{73996C84-C969-EF4B-BAE7-D1D2F01A9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6175" y="2182813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1" name="Text Box 24">
            <a:extLst>
              <a:ext uri="{FF2B5EF4-FFF2-40B4-BE49-F238E27FC236}">
                <a16:creationId xmlns:a16="http://schemas.microsoft.com/office/drawing/2014/main" id="{F714E298-62C9-5A4B-93FC-BDBEF036B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2403475"/>
            <a:ext cx="1906588" cy="638175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Lote piloto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Processo homologado</a:t>
            </a:r>
            <a:endParaRPr lang="en-US" altLang="pt-BR" sz="1400">
              <a:solidFill>
                <a:srgbClr val="000000"/>
              </a:solidFill>
            </a:endParaRP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certificado</a:t>
            </a:r>
          </a:p>
        </p:txBody>
      </p:sp>
      <p:sp>
        <p:nvSpPr>
          <p:cNvPr id="83992" name="Oval 25">
            <a:extLst>
              <a:ext uri="{FF2B5EF4-FFF2-40B4-BE49-F238E27FC236}">
                <a16:creationId xmlns:a16="http://schemas.microsoft.com/office/drawing/2014/main" id="{4F10601B-2B52-1243-A2A1-B460A7F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600" y="1738313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3993" name="Rectangle 26">
            <a:extLst>
              <a:ext uri="{FF2B5EF4-FFF2-40B4-BE49-F238E27FC236}">
                <a16:creationId xmlns:a16="http://schemas.microsoft.com/office/drawing/2014/main" id="{B28B7D3F-BAFD-2F40-ABA6-B37D3DA1E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7788" y="3132138"/>
            <a:ext cx="2649537" cy="10731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36000" tIns="0" rIns="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Documento</a:t>
            </a:r>
            <a:r>
              <a:rPr lang="en-US" altLang="pt-BR" sz="1400"/>
              <a:t> L</a:t>
            </a:r>
            <a:r>
              <a:rPr lang="pt-BR" altLang="pt-BR" sz="1400"/>
              <a:t>ançamento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</a:t>
            </a:r>
            <a:r>
              <a:rPr lang="en-US" altLang="pt-BR" sz="1400"/>
              <a:t>P</a:t>
            </a:r>
            <a:r>
              <a:rPr lang="pt-BR" altLang="pt-BR" sz="1400"/>
              <a:t>roc </a:t>
            </a:r>
            <a:r>
              <a:rPr lang="en-US" altLang="pt-BR" sz="1400"/>
              <a:t>V</a:t>
            </a:r>
            <a:r>
              <a:rPr lang="pt-BR" altLang="pt-BR" sz="1400"/>
              <a:t>endas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</a:t>
            </a:r>
            <a:r>
              <a:rPr lang="en-US" altLang="pt-BR" sz="1400"/>
              <a:t>P</a:t>
            </a:r>
            <a:r>
              <a:rPr lang="pt-BR" altLang="pt-BR" sz="1400"/>
              <a:t>roc </a:t>
            </a:r>
            <a:r>
              <a:rPr lang="en-US" altLang="pt-BR" sz="1400"/>
              <a:t>D</a:t>
            </a:r>
            <a:r>
              <a:rPr lang="pt-BR" altLang="pt-BR" sz="1400"/>
              <a:t>istribuição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</a:t>
            </a:r>
            <a:r>
              <a:rPr lang="en-US" altLang="pt-BR" sz="1400"/>
              <a:t>P</a:t>
            </a:r>
            <a:r>
              <a:rPr lang="pt-BR" altLang="pt-BR" sz="1400"/>
              <a:t>roc </a:t>
            </a:r>
            <a:r>
              <a:rPr lang="en-US" altLang="pt-BR" sz="1400"/>
              <a:t>A</a:t>
            </a:r>
            <a:r>
              <a:rPr lang="pt-BR" altLang="pt-BR" sz="1400"/>
              <a:t>ssistência </a:t>
            </a:r>
            <a:r>
              <a:rPr lang="en-US" altLang="pt-BR" sz="1400"/>
              <a:t>T</a:t>
            </a:r>
            <a:r>
              <a:rPr lang="pt-BR" altLang="pt-BR" sz="1400"/>
              <a:t>écnica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</a:t>
            </a:r>
            <a:r>
              <a:rPr lang="en-US" altLang="pt-BR" sz="1400"/>
              <a:t>.</a:t>
            </a:r>
            <a:r>
              <a:rPr lang="pt-BR" altLang="pt-BR" sz="1400"/>
              <a:t> </a:t>
            </a:r>
            <a:r>
              <a:rPr lang="en-US" altLang="pt-BR" sz="1400"/>
              <a:t>P</a:t>
            </a:r>
            <a:r>
              <a:rPr lang="pt-BR" altLang="pt-BR" sz="1400"/>
              <a:t>roc </a:t>
            </a:r>
            <a:r>
              <a:rPr lang="en-US" altLang="pt-BR" sz="1400"/>
              <a:t>A</a:t>
            </a:r>
            <a:r>
              <a:rPr lang="pt-BR" altLang="pt-BR" sz="1400"/>
              <a:t>tendimento </a:t>
            </a:r>
            <a:r>
              <a:rPr lang="en-US" altLang="pt-BR" sz="1400"/>
              <a:t>C</a:t>
            </a:r>
            <a:r>
              <a:rPr lang="pt-BR" altLang="pt-BR" sz="1400"/>
              <a:t>liente</a:t>
            </a:r>
          </a:p>
        </p:txBody>
      </p:sp>
      <p:sp>
        <p:nvSpPr>
          <p:cNvPr id="83994" name="Text Box 27">
            <a:extLst>
              <a:ext uri="{FF2B5EF4-FFF2-40B4-BE49-F238E27FC236}">
                <a16:creationId xmlns:a16="http://schemas.microsoft.com/office/drawing/2014/main" id="{73E6FE12-8A22-2A4F-8DE8-CC9AAA009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2068513"/>
            <a:ext cx="850900" cy="42545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lançado</a:t>
            </a:r>
          </a:p>
        </p:txBody>
      </p:sp>
      <p:sp>
        <p:nvSpPr>
          <p:cNvPr id="83995" name="Line 28">
            <a:extLst>
              <a:ext uri="{FF2B5EF4-FFF2-40B4-BE49-F238E27FC236}">
                <a16:creationId xmlns:a16="http://schemas.microsoft.com/office/drawing/2014/main" id="{C6E631D4-1FDF-C146-83C3-D2883DBD17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6425" y="1489075"/>
            <a:ext cx="0" cy="4746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3996" name="Rectangle 29">
            <a:extLst>
              <a:ext uri="{FF2B5EF4-FFF2-40B4-BE49-F238E27FC236}">
                <a16:creationId xmlns:a16="http://schemas.microsoft.com/office/drawing/2014/main" id="{A3743955-D92A-8C4D-9EE3-A324169D8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" y="1762125"/>
            <a:ext cx="1616075" cy="604838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Descrição do Produto no Portfólio</a:t>
            </a:r>
            <a:endParaRPr lang="pt-BR" altLang="pt-BR" sz="1400">
              <a:solidFill>
                <a:srgbClr val="000000"/>
              </a:solidFill>
            </a:endParaRPr>
          </a:p>
        </p:txBody>
      </p:sp>
      <p:sp>
        <p:nvSpPr>
          <p:cNvPr id="83997" name="Rectangle 30">
            <a:extLst>
              <a:ext uri="{FF2B5EF4-FFF2-40B4-BE49-F238E27FC236}">
                <a16:creationId xmlns:a16="http://schemas.microsoft.com/office/drawing/2014/main" id="{B3AA5C62-14FA-D449-91C8-62CB1655A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4993258"/>
            <a:ext cx="1358899" cy="538609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Especificações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Meta</a:t>
            </a:r>
          </a:p>
        </p:txBody>
      </p:sp>
      <p:sp>
        <p:nvSpPr>
          <p:cNvPr id="83998" name="Rectangle 31">
            <a:extLst>
              <a:ext uri="{FF2B5EF4-FFF2-40B4-BE49-F238E27FC236}">
                <a16:creationId xmlns:a16="http://schemas.microsoft.com/office/drawing/2014/main" id="{BB535A03-72AD-A947-AAED-D6CA9F182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031" y="2027237"/>
            <a:ext cx="1049338" cy="4349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Concepção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3999" name="Text Box 32">
            <a:extLst>
              <a:ext uri="{FF2B5EF4-FFF2-40B4-BE49-F238E27FC236}">
                <a16:creationId xmlns:a16="http://schemas.microsoft.com/office/drawing/2014/main" id="{81D29773-95C6-D442-838F-90735A267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4350" y="5924550"/>
            <a:ext cx="2014538" cy="8794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Requisitos com valores meta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Informações adicionais qualitativas</a:t>
            </a:r>
          </a:p>
        </p:txBody>
      </p:sp>
      <p:sp>
        <p:nvSpPr>
          <p:cNvPr id="84000" name="Rectangle 33">
            <a:extLst>
              <a:ext uri="{FF2B5EF4-FFF2-40B4-BE49-F238E27FC236}">
                <a16:creationId xmlns:a16="http://schemas.microsoft.com/office/drawing/2014/main" id="{A59AFA1C-96FD-FB4F-BF27-85154092E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5099" y="2365946"/>
            <a:ext cx="1416051" cy="538609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Plano do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</p:txBody>
      </p:sp>
      <p:sp>
        <p:nvSpPr>
          <p:cNvPr id="84001" name="Text Box 34">
            <a:extLst>
              <a:ext uri="{FF2B5EF4-FFF2-40B4-BE49-F238E27FC236}">
                <a16:creationId xmlns:a16="http://schemas.microsoft.com/office/drawing/2014/main" id="{848C8927-D9D0-5C4D-A199-665057977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3910375"/>
            <a:ext cx="1982785" cy="3339376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36000" tIns="0" rIns="36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Escopo do 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Escopo do Produto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(conceito)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Atividades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Pessoal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Prazos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Orçamento</a:t>
            </a:r>
            <a:br>
              <a:rPr lang="pt-BR" altLang="pt-BR" sz="1400" dirty="0">
                <a:solidFill>
                  <a:srgbClr val="000000"/>
                </a:solidFill>
              </a:rPr>
            </a:br>
            <a:r>
              <a:rPr lang="pt-BR" altLang="pt-BR" sz="1400" dirty="0">
                <a:solidFill>
                  <a:srgbClr val="000000"/>
                </a:solidFill>
              </a:rPr>
              <a:t>Recursos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Qualidade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Riscos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 dirty="0">
                <a:solidFill>
                  <a:srgbClr val="000000"/>
                </a:solidFill>
              </a:rPr>
              <a:t>Indicadores</a:t>
            </a:r>
          </a:p>
        </p:txBody>
      </p:sp>
      <p:sp>
        <p:nvSpPr>
          <p:cNvPr id="84002" name="Text Box 35">
            <a:extLst>
              <a:ext uri="{FF2B5EF4-FFF2-40B4-BE49-F238E27FC236}">
                <a16:creationId xmlns:a16="http://schemas.microsoft.com/office/drawing/2014/main" id="{5F2D75D0-CECB-C143-AD00-AC98E0CE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0887" y="2862333"/>
            <a:ext cx="2176461" cy="2046714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Arquitetura Produto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Alternativas de Solução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Lista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principais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Especificações iniciais dos </a:t>
            </a:r>
            <a:r>
              <a:rPr lang="pt-BR" altLang="pt-BR" sz="1400" dirty="0" err="1"/>
              <a:t>SSCs</a:t>
            </a:r>
            <a:r>
              <a:rPr lang="pt-BR" altLang="pt-BR" sz="1400" dirty="0"/>
              <a:t> 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Desenhos iniciais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 dirty="0"/>
              <a:t>Plano macro  processo</a:t>
            </a:r>
          </a:p>
        </p:txBody>
      </p:sp>
      <p:sp>
        <p:nvSpPr>
          <p:cNvPr id="84003" name="Text Box 36">
            <a:extLst>
              <a:ext uri="{FF2B5EF4-FFF2-40B4-BE49-F238E27FC236}">
                <a16:creationId xmlns:a16="http://schemas.microsoft.com/office/drawing/2014/main" id="{A3A45ED9-E9A3-174F-BA55-91624FBBA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4250" y="5492750"/>
            <a:ext cx="3059113" cy="130492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Especificações dos SSCs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BOM final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Desenhos finais com tolerâncias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Planos de Processo 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Projeto de embalagem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Material de suporte do produto</a:t>
            </a:r>
          </a:p>
        </p:txBody>
      </p:sp>
      <p:sp>
        <p:nvSpPr>
          <p:cNvPr id="84004" name="Oval 37">
            <a:extLst>
              <a:ext uri="{FF2B5EF4-FFF2-40B4-BE49-F238E27FC236}">
                <a16:creationId xmlns:a16="http://schemas.microsoft.com/office/drawing/2014/main" id="{F4D0F64C-4DC8-C449-A5B7-306F73D78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5" y="2111375"/>
            <a:ext cx="201613" cy="201613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2">
            <a:extLst>
              <a:ext uri="{FF2B5EF4-FFF2-40B4-BE49-F238E27FC236}">
                <a16:creationId xmlns:a16="http://schemas.microsoft.com/office/drawing/2014/main" id="{24CD3641-67B8-7B43-A4B9-B5DDF6A72F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3338"/>
            <a:ext cx="7388225" cy="452437"/>
          </a:xfrm>
        </p:spPr>
        <p:txBody>
          <a:bodyPr/>
          <a:lstStyle/>
          <a:p>
            <a:pPr eaLnBrk="1" hangingPunct="1"/>
            <a:r>
              <a:rPr lang="pt-BR" altLang="pt-BR"/>
              <a:t>Principais resultados das fases </a:t>
            </a:r>
          </a:p>
        </p:txBody>
      </p:sp>
      <p:sp>
        <p:nvSpPr>
          <p:cNvPr id="86018" name="Line 3">
            <a:extLst>
              <a:ext uri="{FF2B5EF4-FFF2-40B4-BE49-F238E27FC236}">
                <a16:creationId xmlns:a16="http://schemas.microsoft.com/office/drawing/2014/main" id="{004FB20B-F50B-D745-AC4F-2B77346C46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10200" y="1490663"/>
            <a:ext cx="3175" cy="39195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359428" name="Rectangle 4">
            <a:extLst>
              <a:ext uri="{FF2B5EF4-FFF2-40B4-BE49-F238E27FC236}">
                <a16:creationId xmlns:a16="http://schemas.microsoft.com/office/drawing/2014/main" id="{1FDE1EB0-014D-FE42-A9B8-707881CC6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135563"/>
            <a:ext cx="1884363" cy="12858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72000" tIns="0" rIns="72000" bIns="0" anchor="ctr">
            <a:spAutoFit/>
          </a:bodyPr>
          <a:lstStyle/>
          <a:p>
            <a:pPr algn="ctr">
              <a:spcBef>
                <a:spcPct val="50000"/>
              </a:spcBef>
              <a:defRPr/>
            </a:pPr>
            <a:endParaRPr lang="en-US" sz="1400"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Especificações</a:t>
            </a:r>
            <a:r>
              <a:rPr lang="en-US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 f</a:t>
            </a:r>
            <a:r>
              <a:rPr lang="pt-BR" sz="1400" u="sng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rPr>
              <a:t>inais</a:t>
            </a: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endParaRPr lang="en-US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Protótipo funcional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Projeto dos recursos</a:t>
            </a:r>
          </a:p>
          <a:p>
            <a:pPr algn="ctr">
              <a:spcBef>
                <a:spcPct val="50000"/>
              </a:spcBef>
              <a:defRPr/>
            </a:pPr>
            <a:r>
              <a:rPr lang="pt-BR" sz="1400">
                <a:latin typeface="Arial" charset="0"/>
              </a:rPr>
              <a:t>Plano de fim de vida</a:t>
            </a:r>
            <a:endParaRPr lang="pt-BR" sz="1400" u="sng"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</a:endParaRPr>
          </a:p>
        </p:txBody>
      </p:sp>
      <p:sp>
        <p:nvSpPr>
          <p:cNvPr id="86020" name="Freeform 8" descr="Diagonal para baixo clara">
            <a:extLst>
              <a:ext uri="{FF2B5EF4-FFF2-40B4-BE49-F238E27FC236}">
                <a16:creationId xmlns:a16="http://schemas.microsoft.com/office/drawing/2014/main" id="{12DB200D-FE2E-7E4C-BF00-D0A8C2D01A18}"/>
              </a:ext>
            </a:extLst>
          </p:cNvPr>
          <p:cNvSpPr>
            <a:spLocks/>
          </p:cNvSpPr>
          <p:nvPr/>
        </p:nvSpPr>
        <p:spPr bwMode="auto">
          <a:xfrm>
            <a:off x="5708650" y="5334000"/>
            <a:ext cx="371475" cy="1422400"/>
          </a:xfrm>
          <a:custGeom>
            <a:avLst/>
            <a:gdLst>
              <a:gd name="T0" fmla="*/ 0 w 234"/>
              <a:gd name="T1" fmla="*/ 0 h 896"/>
              <a:gd name="T2" fmla="*/ 2147483646 w 234"/>
              <a:gd name="T3" fmla="*/ 2147483646 h 896"/>
              <a:gd name="T4" fmla="*/ 2147483646 w 234"/>
              <a:gd name="T5" fmla="*/ 2147483646 h 896"/>
              <a:gd name="T6" fmla="*/ 2147483646 w 234"/>
              <a:gd name="T7" fmla="*/ 2147483646 h 896"/>
              <a:gd name="T8" fmla="*/ 0 w 234"/>
              <a:gd name="T9" fmla="*/ 0 h 8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4"/>
              <a:gd name="T16" fmla="*/ 0 h 896"/>
              <a:gd name="T17" fmla="*/ 234 w 234"/>
              <a:gd name="T18" fmla="*/ 896 h 8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4" h="896">
                <a:moveTo>
                  <a:pt x="0" y="0"/>
                </a:moveTo>
                <a:lnTo>
                  <a:pt x="234" y="118"/>
                </a:lnTo>
                <a:lnTo>
                  <a:pt x="219" y="896"/>
                </a:lnTo>
                <a:lnTo>
                  <a:pt x="8" y="16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85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6021" name="AutoShape 9">
            <a:extLst>
              <a:ext uri="{FF2B5EF4-FFF2-40B4-BE49-F238E27FC236}">
                <a16:creationId xmlns:a16="http://schemas.microsoft.com/office/drawing/2014/main" id="{03436B13-66CC-5045-82F2-3C9EAB9C8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7388" y="588963"/>
            <a:ext cx="5708650" cy="298450"/>
          </a:xfrm>
          <a:prstGeom prst="chevron">
            <a:avLst>
              <a:gd name="adj" fmla="val 3356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 b="1">
                <a:solidFill>
                  <a:srgbClr val="000000"/>
                </a:solidFill>
              </a:rPr>
              <a:t>Desenvolvimento</a:t>
            </a:r>
          </a:p>
        </p:txBody>
      </p:sp>
      <p:sp>
        <p:nvSpPr>
          <p:cNvPr id="86022" name="AutoShape 10">
            <a:extLst>
              <a:ext uri="{FF2B5EF4-FFF2-40B4-BE49-F238E27FC236}">
                <a16:creationId xmlns:a16="http://schemas.microsoft.com/office/drawing/2014/main" id="{DE694133-58D5-3841-AD40-B8CD3EBA5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4513" y="938213"/>
            <a:ext cx="1095375" cy="528637"/>
          </a:xfrm>
          <a:prstGeom prst="chevron">
            <a:avLst>
              <a:gd name="adj" fmla="val 19723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Detalhado </a:t>
            </a:r>
          </a:p>
        </p:txBody>
      </p:sp>
      <p:sp>
        <p:nvSpPr>
          <p:cNvPr id="86023" name="AutoShape 11">
            <a:extLst>
              <a:ext uri="{FF2B5EF4-FFF2-40B4-BE49-F238E27FC236}">
                <a16:creationId xmlns:a16="http://schemas.microsoft.com/office/drawing/2014/main" id="{8E3F2312-8FCB-1B4B-A6B6-5488E666F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938213"/>
            <a:ext cx="1125538" cy="528637"/>
          </a:xfrm>
          <a:prstGeom prst="chevron">
            <a:avLst>
              <a:gd name="adj" fmla="val 19004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Conceitual </a:t>
            </a:r>
          </a:p>
        </p:txBody>
      </p:sp>
      <p:sp>
        <p:nvSpPr>
          <p:cNvPr id="86024" name="AutoShape 12">
            <a:extLst>
              <a:ext uri="{FF2B5EF4-FFF2-40B4-BE49-F238E27FC236}">
                <a16:creationId xmlns:a16="http://schemas.microsoft.com/office/drawing/2014/main" id="{7DA955F5-7E73-FC44-BC91-A7B8AEA52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7225" y="938213"/>
            <a:ext cx="1358900" cy="528637"/>
          </a:xfrm>
          <a:prstGeom prst="chevron">
            <a:avLst>
              <a:gd name="adj" fmla="val 22064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Informacional </a:t>
            </a:r>
          </a:p>
        </p:txBody>
      </p:sp>
      <p:sp>
        <p:nvSpPr>
          <p:cNvPr id="86025" name="AutoShape 13">
            <a:extLst>
              <a:ext uri="{FF2B5EF4-FFF2-40B4-BE49-F238E27FC236}">
                <a16:creationId xmlns:a16="http://schemas.microsoft.com/office/drawing/2014/main" id="{2A1527ED-1567-F34C-BDE6-089B983F9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0500" y="938213"/>
            <a:ext cx="1214438" cy="528637"/>
          </a:xfrm>
          <a:prstGeom prst="chevron">
            <a:avLst>
              <a:gd name="adj" fmla="val 19782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Lançamento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do Produto</a:t>
            </a:r>
          </a:p>
        </p:txBody>
      </p:sp>
      <p:sp>
        <p:nvSpPr>
          <p:cNvPr id="86026" name="AutoShape 14">
            <a:extLst>
              <a:ext uri="{FF2B5EF4-FFF2-40B4-BE49-F238E27FC236}">
                <a16:creationId xmlns:a16="http://schemas.microsoft.com/office/drawing/2014/main" id="{AEBBBB24-1A5D-064D-9DF6-D4A5298AA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1313" y="938213"/>
            <a:ext cx="1147762" cy="528637"/>
          </a:xfrm>
          <a:prstGeom prst="chevron">
            <a:avLst>
              <a:gd name="adj" fmla="val 16213"/>
            </a:avLst>
          </a:prstGeom>
          <a:solidFill>
            <a:srgbClr val="FFFF00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Preparação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Produção</a:t>
            </a:r>
          </a:p>
        </p:txBody>
      </p:sp>
      <p:sp>
        <p:nvSpPr>
          <p:cNvPr id="86027" name="Line 17">
            <a:extLst>
              <a:ext uri="{FF2B5EF4-FFF2-40B4-BE49-F238E27FC236}">
                <a16:creationId xmlns:a16="http://schemas.microsoft.com/office/drawing/2014/main" id="{A94DBB69-58A5-214D-90B4-209C55B0DFB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1425" y="1512888"/>
            <a:ext cx="0" cy="782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6028" name="Line 18">
            <a:extLst>
              <a:ext uri="{FF2B5EF4-FFF2-40B4-BE49-F238E27FC236}">
                <a16:creationId xmlns:a16="http://schemas.microsoft.com/office/drawing/2014/main" id="{ACC14D7F-922D-D64C-895C-F6083F20C6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00963" y="1490663"/>
            <a:ext cx="1587" cy="423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72000" tIns="0" rIns="72000" bIns="0" anchor="ctr">
            <a:spAutoFit/>
          </a:bodyPr>
          <a:lstStyle/>
          <a:p>
            <a:endParaRPr lang="pt-BR"/>
          </a:p>
        </p:txBody>
      </p:sp>
      <p:sp>
        <p:nvSpPr>
          <p:cNvPr id="86029" name="AutoShape 19">
            <a:extLst>
              <a:ext uri="{FF2B5EF4-FFF2-40B4-BE49-F238E27FC236}">
                <a16:creationId xmlns:a16="http://schemas.microsoft.com/office/drawing/2014/main" id="{6457EEB8-B182-AF4A-99F8-A7D5D2EE0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958850"/>
            <a:ext cx="1335088" cy="528638"/>
          </a:xfrm>
          <a:prstGeom prst="chevron">
            <a:avLst>
              <a:gd name="adj" fmla="val 24296"/>
            </a:avLst>
          </a:prstGeom>
          <a:solidFill>
            <a:srgbClr val="99CCFF"/>
          </a:solidFill>
          <a:ln w="11176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Planejamento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/>
              <a:t>Projeto</a:t>
            </a:r>
          </a:p>
        </p:txBody>
      </p:sp>
      <p:sp>
        <p:nvSpPr>
          <p:cNvPr id="86030" name="Text Box 22">
            <a:extLst>
              <a:ext uri="{FF2B5EF4-FFF2-40B4-BE49-F238E27FC236}">
                <a16:creationId xmlns:a16="http://schemas.microsoft.com/office/drawing/2014/main" id="{6A7D97F9-E0DB-CA48-8B89-246EB832D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388" y="1601788"/>
            <a:ext cx="1787525" cy="42545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Protótipo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homologado</a:t>
            </a:r>
          </a:p>
        </p:txBody>
      </p:sp>
      <p:sp>
        <p:nvSpPr>
          <p:cNvPr id="86031" name="Oval 23">
            <a:extLst>
              <a:ext uri="{FF2B5EF4-FFF2-40B4-BE49-F238E27FC236}">
                <a16:creationId xmlns:a16="http://schemas.microsoft.com/office/drawing/2014/main" id="{5B462600-27C0-9049-A788-CDD0049EB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6175" y="2182813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32" name="Text Box 24">
            <a:extLst>
              <a:ext uri="{FF2B5EF4-FFF2-40B4-BE49-F238E27FC236}">
                <a16:creationId xmlns:a16="http://schemas.microsoft.com/office/drawing/2014/main" id="{A84873AA-6ED2-364D-9C79-D2E93056E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2403475"/>
            <a:ext cx="1906588" cy="638175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Lote piloto aprovado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Processo homologado</a:t>
            </a:r>
            <a:endParaRPr lang="en-US" altLang="pt-BR" sz="1400">
              <a:solidFill>
                <a:srgbClr val="000000"/>
              </a:solidFill>
            </a:endParaRP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certificado</a:t>
            </a:r>
          </a:p>
        </p:txBody>
      </p:sp>
      <p:sp>
        <p:nvSpPr>
          <p:cNvPr id="86033" name="Oval 25">
            <a:extLst>
              <a:ext uri="{FF2B5EF4-FFF2-40B4-BE49-F238E27FC236}">
                <a16:creationId xmlns:a16="http://schemas.microsoft.com/office/drawing/2014/main" id="{AED963B5-AD44-0544-8CDC-857093BFC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600" y="1738313"/>
            <a:ext cx="201613" cy="201612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34" name="Text Box 27">
            <a:extLst>
              <a:ext uri="{FF2B5EF4-FFF2-40B4-BE49-F238E27FC236}">
                <a16:creationId xmlns:a16="http://schemas.microsoft.com/office/drawing/2014/main" id="{60710E5F-2BE0-BB4B-A7D0-10B4C9F00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2068513"/>
            <a:ext cx="850900" cy="42545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1400">
                <a:solidFill>
                  <a:srgbClr val="000000"/>
                </a:solidFill>
              </a:rPr>
              <a:t>Produto lançado</a:t>
            </a:r>
          </a:p>
        </p:txBody>
      </p:sp>
      <p:sp>
        <p:nvSpPr>
          <p:cNvPr id="86035" name="Text Box 36">
            <a:extLst>
              <a:ext uri="{FF2B5EF4-FFF2-40B4-BE49-F238E27FC236}">
                <a16:creationId xmlns:a16="http://schemas.microsoft.com/office/drawing/2014/main" id="{3B917A1F-43EF-9D40-A0F6-CD050EC61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4250" y="5492750"/>
            <a:ext cx="3059113" cy="130492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Especificações dos SSCs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BOM final</a:t>
            </a:r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Desenhos finais com tolerâncias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Planos de Processo 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Projeto de embalagem</a:t>
            </a:r>
            <a:endParaRPr lang="en-US" altLang="pt-BR" sz="140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pt-BR" altLang="pt-BR" sz="1400"/>
              <a:t>Material de suporte do produto</a:t>
            </a:r>
          </a:p>
        </p:txBody>
      </p:sp>
      <p:sp>
        <p:nvSpPr>
          <p:cNvPr id="86036" name="Oval 37">
            <a:extLst>
              <a:ext uri="{FF2B5EF4-FFF2-40B4-BE49-F238E27FC236}">
                <a16:creationId xmlns:a16="http://schemas.microsoft.com/office/drawing/2014/main" id="{7505F1D8-89C6-0842-8AB3-4655C15EE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5" y="2111375"/>
            <a:ext cx="201613" cy="201613"/>
          </a:xfrm>
          <a:prstGeom prst="ellipse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37" name="Rectangle 38">
            <a:extLst>
              <a:ext uri="{FF2B5EF4-FFF2-40B4-BE49-F238E27FC236}">
                <a16:creationId xmlns:a16="http://schemas.microsoft.com/office/drawing/2014/main" id="{A4DD1FEC-9B1F-7142-838E-3E265D585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5334000"/>
            <a:ext cx="1752600" cy="2667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38" name="WordArt 39">
            <a:extLst>
              <a:ext uri="{FF2B5EF4-FFF2-40B4-BE49-F238E27FC236}">
                <a16:creationId xmlns:a16="http://schemas.microsoft.com/office/drawing/2014/main" id="{1CC3972B-A5FB-754B-B90F-9B9A2917DE5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61307">
            <a:off x="0" y="2532063"/>
            <a:ext cx="5106988" cy="2665412"/>
          </a:xfrm>
          <a:prstGeom prst="rect">
            <a:avLst/>
          </a:prstGeom>
        </p:spPr>
        <p:txBody>
          <a:bodyPr wrap="none" fromWordArt="1">
            <a:prstTxWarp prst="textCascadeUp">
              <a:avLst>
                <a:gd name="adj" fmla="val 44444"/>
              </a:avLst>
            </a:prstTxWarp>
            <a:scene3d>
              <a:camera prst="legacyPerspectiveFront">
                <a:rot lat="20519992" lon="1080000" rev="0"/>
              </a:camera>
              <a:lightRig rig="legacyHarsh2" dir="b"/>
            </a:scene3d>
            <a:sp3d extrusionH="430200" prstMaterial="legacyMatte">
              <a:extrusionClr>
                <a:srgbClr val="FF6600"/>
              </a:extrusionClr>
              <a:contourClr>
                <a:srgbClr val="FE3E02"/>
              </a:contourClr>
            </a:sp3d>
          </a:bodyPr>
          <a:lstStyle/>
          <a:p>
            <a:pPr algn="ctr"/>
            <a:r>
              <a:rPr lang="pt-BR" sz="3600" kern="10">
                <a:ln w="9525">
                  <a:round/>
                  <a:headEnd/>
                  <a:tailEnd/>
                </a:ln>
                <a:gradFill rotWithShape="1">
                  <a:gsLst>
                    <a:gs pos="0">
                      <a:srgbClr val="FE3E02"/>
                    </a:gs>
                    <a:gs pos="100000">
                      <a:srgbClr val="FFE701"/>
                    </a:gs>
                  </a:gsLst>
                  <a:lin ang="17040000" scaled="1"/>
                </a:gradFill>
                <a:latin typeface="Impact" panose="020B0806030902050204" pitchFamily="34" charset="0"/>
              </a:rPr>
              <a:t>configuração do produto</a:t>
            </a:r>
          </a:p>
        </p:txBody>
      </p:sp>
      <p:sp>
        <p:nvSpPr>
          <p:cNvPr id="86039" name="Text Box 40">
            <a:extLst>
              <a:ext uri="{FF2B5EF4-FFF2-40B4-BE49-F238E27FC236}">
                <a16:creationId xmlns:a16="http://schemas.microsoft.com/office/drawing/2014/main" id="{DBDA9D1B-7C81-3943-AD62-BF8366978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0138" y="4344988"/>
            <a:ext cx="168116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b="1">
                <a:solidFill>
                  <a:srgbClr val="FF3300"/>
                </a:solidFill>
              </a:rPr>
              <a:t>como projetada</a:t>
            </a:r>
          </a:p>
        </p:txBody>
      </p:sp>
      <p:sp>
        <p:nvSpPr>
          <p:cNvPr id="86040" name="Text Box 41">
            <a:extLst>
              <a:ext uri="{FF2B5EF4-FFF2-40B4-BE49-F238E27FC236}">
                <a16:creationId xmlns:a16="http://schemas.microsoft.com/office/drawing/2014/main" id="{E79F576E-0766-8F4D-9FBB-49E31771A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4688" y="4095750"/>
            <a:ext cx="172402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b="1">
                <a:solidFill>
                  <a:srgbClr val="FF3300"/>
                </a:solidFill>
              </a:rPr>
              <a:t>como fornecida</a:t>
            </a:r>
          </a:p>
        </p:txBody>
      </p:sp>
      <p:sp>
        <p:nvSpPr>
          <p:cNvPr id="86041" name="Line 42">
            <a:extLst>
              <a:ext uri="{FF2B5EF4-FFF2-40B4-BE49-F238E27FC236}">
                <a16:creationId xmlns:a16="http://schemas.microsoft.com/office/drawing/2014/main" id="{18C37B27-E27C-D048-BAFE-8E542AAE1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0363" y="4257675"/>
            <a:ext cx="857250" cy="342900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pt-BR"/>
          </a:p>
        </p:txBody>
      </p:sp>
      <p:sp>
        <p:nvSpPr>
          <p:cNvPr id="86042" name="Line 43">
            <a:extLst>
              <a:ext uri="{FF2B5EF4-FFF2-40B4-BE49-F238E27FC236}">
                <a16:creationId xmlns:a16="http://schemas.microsoft.com/office/drawing/2014/main" id="{ACDCC7AD-DFC1-DA42-BE65-10EAA2F049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2775" y="3408363"/>
            <a:ext cx="2843213" cy="1185862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pt-BR"/>
          </a:p>
        </p:txBody>
      </p:sp>
      <p:sp>
        <p:nvSpPr>
          <p:cNvPr id="86043" name="Text Box 44">
            <a:extLst>
              <a:ext uri="{FF2B5EF4-FFF2-40B4-BE49-F238E27FC236}">
                <a16:creationId xmlns:a16="http://schemas.microsoft.com/office/drawing/2014/main" id="{26884B2A-7638-A846-B461-2BCC950A2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475" y="6156325"/>
            <a:ext cx="32988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000"/>
              <a:t>configuração do produto = especificação final</a:t>
            </a:r>
          </a:p>
        </p:txBody>
      </p:sp>
      <p:sp>
        <p:nvSpPr>
          <p:cNvPr id="86044" name="Oval 45">
            <a:extLst>
              <a:ext uri="{FF2B5EF4-FFF2-40B4-BE49-F238E27FC236}">
                <a16:creationId xmlns:a16="http://schemas.microsoft.com/office/drawing/2014/main" id="{78DD041E-DF41-4049-A588-316CFBEA5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4925" y="1943100"/>
            <a:ext cx="571500" cy="571500"/>
          </a:xfrm>
          <a:prstGeom prst="ellips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45" name="Oval 46">
            <a:extLst>
              <a:ext uri="{FF2B5EF4-FFF2-40B4-BE49-F238E27FC236}">
                <a16:creationId xmlns:a16="http://schemas.microsoft.com/office/drawing/2014/main" id="{DB6A124D-3BA4-2D49-84BD-F67D16C10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4575" y="1508125"/>
            <a:ext cx="571500" cy="571500"/>
          </a:xfrm>
          <a:prstGeom prst="ellips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86046" name="Freeform 47">
            <a:extLst>
              <a:ext uri="{FF2B5EF4-FFF2-40B4-BE49-F238E27FC236}">
                <a16:creationId xmlns:a16="http://schemas.microsoft.com/office/drawing/2014/main" id="{4B44E994-9820-FF41-963C-4DFA3EE3C755}"/>
              </a:ext>
            </a:extLst>
          </p:cNvPr>
          <p:cNvSpPr>
            <a:spLocks/>
          </p:cNvSpPr>
          <p:nvPr/>
        </p:nvSpPr>
        <p:spPr bwMode="auto">
          <a:xfrm>
            <a:off x="7115175" y="1757363"/>
            <a:ext cx="1628775" cy="3171825"/>
          </a:xfrm>
          <a:custGeom>
            <a:avLst/>
            <a:gdLst>
              <a:gd name="T0" fmla="*/ 2147483646 w 1026"/>
              <a:gd name="T1" fmla="*/ 2147483646 h 1998"/>
              <a:gd name="T2" fmla="*/ 0 w 1026"/>
              <a:gd name="T3" fmla="*/ 2147483646 h 1998"/>
              <a:gd name="T4" fmla="*/ 2147483646 w 1026"/>
              <a:gd name="T5" fmla="*/ 2147483646 h 1998"/>
              <a:gd name="T6" fmla="*/ 2147483646 w 1026"/>
              <a:gd name="T7" fmla="*/ 0 h 1998"/>
              <a:gd name="T8" fmla="*/ 0 60000 65536"/>
              <a:gd name="T9" fmla="*/ 0 60000 65536"/>
              <a:gd name="T10" fmla="*/ 0 60000 65536"/>
              <a:gd name="T11" fmla="*/ 0 60000 65536"/>
              <a:gd name="T12" fmla="*/ 0 w 1026"/>
              <a:gd name="T13" fmla="*/ 0 h 1998"/>
              <a:gd name="T14" fmla="*/ 1026 w 1026"/>
              <a:gd name="T15" fmla="*/ 1998 h 199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26" h="1998">
                <a:moveTo>
                  <a:pt x="189" y="108"/>
                </a:moveTo>
                <a:lnTo>
                  <a:pt x="0" y="1998"/>
                </a:lnTo>
                <a:lnTo>
                  <a:pt x="1026" y="1989"/>
                </a:lnTo>
                <a:lnTo>
                  <a:pt x="513" y="0"/>
                </a:lnTo>
              </a:path>
            </a:pathLst>
          </a:custGeom>
          <a:solidFill>
            <a:srgbClr val="FF3300">
              <a:alpha val="1803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  <p:sp>
        <p:nvSpPr>
          <p:cNvPr id="86047" name="Freeform 48">
            <a:extLst>
              <a:ext uri="{FF2B5EF4-FFF2-40B4-BE49-F238E27FC236}">
                <a16:creationId xmlns:a16="http://schemas.microsoft.com/office/drawing/2014/main" id="{EC6AC046-EEFA-0449-88DC-66CF952F00A8}"/>
              </a:ext>
            </a:extLst>
          </p:cNvPr>
          <p:cNvSpPr>
            <a:spLocks/>
          </p:cNvSpPr>
          <p:nvPr/>
        </p:nvSpPr>
        <p:spPr bwMode="auto">
          <a:xfrm>
            <a:off x="3571875" y="2193925"/>
            <a:ext cx="2065338" cy="2921000"/>
          </a:xfrm>
          <a:custGeom>
            <a:avLst/>
            <a:gdLst>
              <a:gd name="T0" fmla="*/ 2147483646 w 1301"/>
              <a:gd name="T1" fmla="*/ 2147483646 h 1840"/>
              <a:gd name="T2" fmla="*/ 0 w 1301"/>
              <a:gd name="T3" fmla="*/ 2147483646 h 1840"/>
              <a:gd name="T4" fmla="*/ 2147483646 w 1301"/>
              <a:gd name="T5" fmla="*/ 2147483646 h 1840"/>
              <a:gd name="T6" fmla="*/ 2147483646 w 1301"/>
              <a:gd name="T7" fmla="*/ 0 h 1840"/>
              <a:gd name="T8" fmla="*/ 0 60000 65536"/>
              <a:gd name="T9" fmla="*/ 0 60000 65536"/>
              <a:gd name="T10" fmla="*/ 0 60000 65536"/>
              <a:gd name="T11" fmla="*/ 0 60000 65536"/>
              <a:gd name="T12" fmla="*/ 0 w 1301"/>
              <a:gd name="T13" fmla="*/ 0 h 1840"/>
              <a:gd name="T14" fmla="*/ 1301 w 1301"/>
              <a:gd name="T15" fmla="*/ 1840 h 18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01" h="1840">
                <a:moveTo>
                  <a:pt x="977" y="108"/>
                </a:moveTo>
                <a:lnTo>
                  <a:pt x="0" y="1840"/>
                </a:lnTo>
                <a:lnTo>
                  <a:pt x="1053" y="1822"/>
                </a:lnTo>
                <a:lnTo>
                  <a:pt x="1301" y="0"/>
                </a:lnTo>
              </a:path>
            </a:pathLst>
          </a:custGeom>
          <a:solidFill>
            <a:srgbClr val="FF3300">
              <a:alpha val="1803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endParaRPr lang="pt-B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Rectangle 2">
            <a:extLst>
              <a:ext uri="{FF2B5EF4-FFF2-40B4-BE49-F238E27FC236}">
                <a16:creationId xmlns:a16="http://schemas.microsoft.com/office/drawing/2014/main" id="{550D2F84-68FC-3E4B-BD6A-58FC105F82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" y="76200"/>
            <a:ext cx="9067800" cy="457200"/>
          </a:xfrm>
        </p:spPr>
        <p:txBody>
          <a:bodyPr/>
          <a:lstStyle/>
          <a:p>
            <a:pPr eaLnBrk="1" hangingPunct="1"/>
            <a:r>
              <a:rPr lang="pt-BR" altLang="pt-BR"/>
              <a:t>Próxima macro-fase: pós-desenvolvimento</a:t>
            </a:r>
          </a:p>
        </p:txBody>
      </p:sp>
      <p:grpSp>
        <p:nvGrpSpPr>
          <p:cNvPr id="88066" name="Group 3">
            <a:extLst>
              <a:ext uri="{FF2B5EF4-FFF2-40B4-BE49-F238E27FC236}">
                <a16:creationId xmlns:a16="http://schemas.microsoft.com/office/drawing/2014/main" id="{A0BC1122-FF45-1845-A650-D1CB9CC221C0}"/>
              </a:ext>
            </a:extLst>
          </p:cNvPr>
          <p:cNvGrpSpPr>
            <a:grpSpLocks/>
          </p:cNvGrpSpPr>
          <p:nvPr/>
        </p:nvGrpSpPr>
        <p:grpSpPr bwMode="auto">
          <a:xfrm>
            <a:off x="0" y="1455738"/>
            <a:ext cx="9067800" cy="4576762"/>
            <a:chOff x="0" y="573"/>
            <a:chExt cx="5712" cy="2883"/>
          </a:xfrm>
        </p:grpSpPr>
        <p:sp>
          <p:nvSpPr>
            <p:cNvPr id="88119" name="Rectangle 4">
              <a:extLst>
                <a:ext uri="{FF2B5EF4-FFF2-40B4-BE49-F238E27FC236}">
                  <a16:creationId xmlns:a16="http://schemas.microsoft.com/office/drawing/2014/main" id="{122B769C-F2F4-9140-9BED-BA205080B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277"/>
              <a:ext cx="4968" cy="17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Melhoria do processo de desenvolvimento de produtos</a:t>
              </a:r>
            </a:p>
          </p:txBody>
        </p:sp>
        <p:sp>
          <p:nvSpPr>
            <p:cNvPr id="88120" name="Rectangle 5">
              <a:extLst>
                <a:ext uri="{FF2B5EF4-FFF2-40B4-BE49-F238E27FC236}">
                  <a16:creationId xmlns:a16="http://schemas.microsoft.com/office/drawing/2014/main" id="{791EBCB5-F0C0-5A41-AEC6-95F1ACBF6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3048"/>
              <a:ext cx="3838" cy="179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 anchorCtr="1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pt-BR" altLang="pt-BR" sz="1800" b="1" i="1">
                  <a:solidFill>
                    <a:srgbClr val="000000"/>
                  </a:solidFill>
                </a:rPr>
                <a:t>Gerenciamento de mudanças de engenharia</a:t>
              </a:r>
            </a:p>
          </p:txBody>
        </p:sp>
        <p:sp>
          <p:nvSpPr>
            <p:cNvPr id="234502" name="Rectangle 6">
              <a:extLst>
                <a:ext uri="{FF2B5EF4-FFF2-40B4-BE49-F238E27FC236}">
                  <a16:creationId xmlns:a16="http://schemas.microsoft.com/office/drawing/2014/main" id="{C25233AC-BE19-4245-B1A9-F62EF9A89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3014"/>
              <a:ext cx="768" cy="3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63500" dist="107763" dir="2700000" algn="ctr" rotWithShape="0">
                <a:schemeClr val="bg2">
                  <a:alpha val="74998"/>
                </a:schemeClr>
              </a:outerShdw>
            </a:effectLst>
          </p:spPr>
          <p:txBody>
            <a:bodyPr wrap="none" lIns="72000" tIns="0" rIns="72000" bIns="0" anchor="ctr">
              <a:spAutoFit/>
            </a:bodyPr>
            <a:lstStyle/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Processos</a:t>
              </a:r>
            </a:p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800">
                  <a:solidFill>
                    <a:schemeClr val="accent2"/>
                  </a:solidFill>
                  <a:latin typeface="Arial" charset="0"/>
                </a:rPr>
                <a:t>de apoio</a:t>
              </a:r>
            </a:p>
          </p:txBody>
        </p:sp>
        <p:sp>
          <p:nvSpPr>
            <p:cNvPr id="88122" name="AutoShape 7">
              <a:extLst>
                <a:ext uri="{FF2B5EF4-FFF2-40B4-BE49-F238E27FC236}">
                  <a16:creationId xmlns:a16="http://schemas.microsoft.com/office/drawing/2014/main" id="{C47E8614-23B9-314B-8273-1C0A638E3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8123" name="AutoShape 8">
              <a:extLst>
                <a:ext uri="{FF2B5EF4-FFF2-40B4-BE49-F238E27FC236}">
                  <a16:creationId xmlns:a16="http://schemas.microsoft.com/office/drawing/2014/main" id="{D0D511CD-3045-AA4B-B97F-CE672C29B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8124" name="AutoShape 9">
              <a:extLst>
                <a:ext uri="{FF2B5EF4-FFF2-40B4-BE49-F238E27FC236}">
                  <a16:creationId xmlns:a16="http://schemas.microsoft.com/office/drawing/2014/main" id="{61C47B32-0E4A-C741-AD30-780741EF3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88125" name="AutoShape 10">
              <a:extLst>
                <a:ext uri="{FF2B5EF4-FFF2-40B4-BE49-F238E27FC236}">
                  <a16:creationId xmlns:a16="http://schemas.microsoft.com/office/drawing/2014/main" id="{BBE7472A-C293-6D4E-B086-1CD71F7D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867"/>
              <a:ext cx="700" cy="118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pt-BR" altLang="pt-BR" sz="2400"/>
            </a:p>
          </p:txBody>
        </p:sp>
        <p:grpSp>
          <p:nvGrpSpPr>
            <p:cNvPr id="88126" name="Group 11">
              <a:extLst>
                <a:ext uri="{FF2B5EF4-FFF2-40B4-BE49-F238E27FC236}">
                  <a16:creationId xmlns:a16="http://schemas.microsoft.com/office/drawing/2014/main" id="{78421684-9870-044F-AC99-2F5009BE5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573"/>
              <a:ext cx="5664" cy="2262"/>
              <a:chOff x="48" y="573"/>
              <a:chExt cx="5664" cy="2262"/>
            </a:xfrm>
          </p:grpSpPr>
          <p:grpSp>
            <p:nvGrpSpPr>
              <p:cNvPr id="88127" name="Group 12">
                <a:extLst>
                  <a:ext uri="{FF2B5EF4-FFF2-40B4-BE49-F238E27FC236}">
                    <a16:creationId xmlns:a16="http://schemas.microsoft.com/office/drawing/2014/main" id="{2EE331D8-6B8B-A74C-8834-BDD888B9F4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" y="673"/>
                <a:ext cx="5664" cy="2162"/>
                <a:chOff x="48" y="673"/>
                <a:chExt cx="5664" cy="2162"/>
              </a:xfrm>
            </p:grpSpPr>
            <p:sp>
              <p:nvSpPr>
                <p:cNvPr id="88129" name="Rectangle 13">
                  <a:extLst>
                    <a:ext uri="{FF2B5EF4-FFF2-40B4-BE49-F238E27FC236}">
                      <a16:creationId xmlns:a16="http://schemas.microsoft.com/office/drawing/2014/main" id="{17921E0C-BD41-A64E-A450-28DA260908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673"/>
                  <a:ext cx="5664" cy="2162"/>
                </a:xfrm>
                <a:prstGeom prst="rect">
                  <a:avLst/>
                </a:prstGeom>
                <a:solidFill>
                  <a:srgbClr val="CCFFCC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8130" name="Freeform 14">
                  <a:extLst>
                    <a:ext uri="{FF2B5EF4-FFF2-40B4-BE49-F238E27FC236}">
                      <a16:creationId xmlns:a16="http://schemas.microsoft.com/office/drawing/2014/main" id="{80FB088D-4E26-BD4F-8337-168730561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" y="1460"/>
                  <a:ext cx="4593" cy="1046"/>
                </a:xfrm>
                <a:custGeom>
                  <a:avLst/>
                  <a:gdLst>
                    <a:gd name="T0" fmla="*/ 771 w 4593"/>
                    <a:gd name="T1" fmla="*/ 20 h 1046"/>
                    <a:gd name="T2" fmla="*/ 0 w 4593"/>
                    <a:gd name="T3" fmla="*/ 1046 h 1046"/>
                    <a:gd name="T4" fmla="*/ 4593 w 4593"/>
                    <a:gd name="T5" fmla="*/ 1016 h 1046"/>
                    <a:gd name="T6" fmla="*/ 3302 w 4593"/>
                    <a:gd name="T7" fmla="*/ 0 h 104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93"/>
                    <a:gd name="T13" fmla="*/ 0 h 1046"/>
                    <a:gd name="T14" fmla="*/ 4593 w 4593"/>
                    <a:gd name="T15" fmla="*/ 1046 h 104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93" h="1046">
                      <a:moveTo>
                        <a:pt x="771" y="20"/>
                      </a:moveTo>
                      <a:lnTo>
                        <a:pt x="0" y="1046"/>
                      </a:lnTo>
                      <a:lnTo>
                        <a:pt x="4593" y="1016"/>
                      </a:lnTo>
                      <a:lnTo>
                        <a:pt x="3302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99CCFF"/>
                    </a:gs>
                    <a:gs pos="100000">
                      <a:srgbClr val="FFCC9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lIns="72000" tIns="0" rIns="72000" bIns="0" anchor="ctr">
                  <a:spAutoFit/>
                </a:bodyPr>
                <a:lstStyle/>
                <a:p>
                  <a:endParaRPr lang="pt-BR"/>
                </a:p>
              </p:txBody>
            </p:sp>
            <p:grpSp>
              <p:nvGrpSpPr>
                <p:cNvPr id="88131" name="Group 15">
                  <a:extLst>
                    <a:ext uri="{FF2B5EF4-FFF2-40B4-BE49-F238E27FC236}">
                      <a16:creationId xmlns:a16="http://schemas.microsoft.com/office/drawing/2014/main" id="{05E5B9DB-CC41-8545-9FCF-4CE9CD5934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11" y="1058"/>
                  <a:ext cx="2612" cy="188"/>
                  <a:chOff x="1411" y="1058"/>
                  <a:chExt cx="2612" cy="188"/>
                </a:xfrm>
              </p:grpSpPr>
              <p:sp>
                <p:nvSpPr>
                  <p:cNvPr id="88217" name="AutoShape 16">
                    <a:extLst>
                      <a:ext uri="{FF2B5EF4-FFF2-40B4-BE49-F238E27FC236}">
                        <a16:creationId xmlns:a16="http://schemas.microsoft.com/office/drawing/2014/main" id="{3E653F19-52C5-6649-8A3D-686E6D4819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11" y="1058"/>
                    <a:ext cx="2612" cy="188"/>
                  </a:xfrm>
                  <a:prstGeom prst="chevron">
                    <a:avLst>
                      <a:gd name="adj" fmla="val 43675"/>
                    </a:avLst>
                  </a:prstGeom>
                  <a:solidFill>
                    <a:srgbClr val="FFFF00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18" name="Text Box 17">
                    <a:extLst>
                      <a:ext uri="{FF2B5EF4-FFF2-40B4-BE49-F238E27FC236}">
                        <a16:creationId xmlns:a16="http://schemas.microsoft.com/office/drawing/2014/main" id="{D946CD79-8E9E-E340-9D31-8006E05F05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74" y="1066"/>
                    <a:ext cx="1189" cy="173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Desenvolvimento</a:t>
                    </a:r>
                    <a:r>
                      <a:rPr lang="pt-BR" altLang="pt-BR" sz="1800" i="1">
                        <a:solidFill>
                          <a:srgbClr val="000000"/>
                        </a:solidFill>
                      </a:rPr>
                      <a:t> </a:t>
                    </a:r>
                  </a:p>
                </p:txBody>
              </p:sp>
            </p:grpSp>
            <p:grpSp>
              <p:nvGrpSpPr>
                <p:cNvPr id="88132" name="Group 18">
                  <a:extLst>
                    <a:ext uri="{FF2B5EF4-FFF2-40B4-BE49-F238E27FC236}">
                      <a16:creationId xmlns:a16="http://schemas.microsoft.com/office/drawing/2014/main" id="{8AD8A276-2AA6-A44B-B77B-FF27EFAE26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6" y="2385"/>
                  <a:ext cx="4435" cy="342"/>
                  <a:chOff x="586" y="2385"/>
                  <a:chExt cx="4435" cy="342"/>
                </a:xfrm>
              </p:grpSpPr>
              <p:grpSp>
                <p:nvGrpSpPr>
                  <p:cNvPr id="88210" name="Group 19">
                    <a:extLst>
                      <a:ext uri="{FF2B5EF4-FFF2-40B4-BE49-F238E27FC236}">
                        <a16:creationId xmlns:a16="http://schemas.microsoft.com/office/drawing/2014/main" id="{0894F84D-AC36-C24D-8DD2-9C576384146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406" y="2394"/>
                    <a:ext cx="3615" cy="333"/>
                    <a:chOff x="1014" y="2394"/>
                    <a:chExt cx="3615" cy="333"/>
                  </a:xfrm>
                </p:grpSpPr>
                <p:sp>
                  <p:nvSpPr>
                    <p:cNvPr id="88212" name="AutoShape 20">
                      <a:extLst>
                        <a:ext uri="{FF2B5EF4-FFF2-40B4-BE49-F238E27FC236}">
                          <a16:creationId xmlns:a16="http://schemas.microsoft.com/office/drawing/2014/main" id="{6EB5046D-2EA3-E24F-9F95-432FDD2C47B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11" y="2394"/>
                      <a:ext cx="690" cy="333"/>
                    </a:xfrm>
                    <a:prstGeom prst="chevron">
                      <a:avLst>
                        <a:gd name="adj" fmla="val 1972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Detalhado </a:t>
                      </a:r>
                    </a:p>
                  </p:txBody>
                </p:sp>
                <p:sp>
                  <p:nvSpPr>
                    <p:cNvPr id="88213" name="AutoShape 21">
                      <a:extLst>
                        <a:ext uri="{FF2B5EF4-FFF2-40B4-BE49-F238E27FC236}">
                          <a16:creationId xmlns:a16="http://schemas.microsoft.com/office/drawing/2014/main" id="{2E308F28-F219-2641-B9AB-B485B34F32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33" y="2394"/>
                      <a:ext cx="709" cy="333"/>
                    </a:xfrm>
                    <a:prstGeom prst="chevron">
                      <a:avLst>
                        <a:gd name="adj" fmla="val 1900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Conceitual </a:t>
                      </a:r>
                    </a:p>
                  </p:txBody>
                </p:sp>
                <p:sp>
                  <p:nvSpPr>
                    <p:cNvPr id="88214" name="AutoShape 22">
                      <a:extLst>
                        <a:ext uri="{FF2B5EF4-FFF2-40B4-BE49-F238E27FC236}">
                          <a16:creationId xmlns:a16="http://schemas.microsoft.com/office/drawing/2014/main" id="{B054AA2D-6266-2049-9E91-5625AFE5C58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14" y="2394"/>
                      <a:ext cx="856" cy="333"/>
                    </a:xfrm>
                    <a:prstGeom prst="chevron">
                      <a:avLst>
                        <a:gd name="adj" fmla="val 22064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Projeto</a:t>
                      </a:r>
                    </a:p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Informacional </a:t>
                      </a:r>
                    </a:p>
                  </p:txBody>
                </p:sp>
                <p:sp>
                  <p:nvSpPr>
                    <p:cNvPr id="88215" name="AutoShape 23">
                      <a:extLst>
                        <a:ext uri="{FF2B5EF4-FFF2-40B4-BE49-F238E27FC236}">
                          <a16:creationId xmlns:a16="http://schemas.microsoft.com/office/drawing/2014/main" id="{E7CC4B39-3995-BE41-A60F-3A084A8E8A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4" y="2394"/>
                      <a:ext cx="765" cy="333"/>
                    </a:xfrm>
                    <a:prstGeom prst="chevron">
                      <a:avLst>
                        <a:gd name="adj" fmla="val 19782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Lançamento</a:t>
                      </a:r>
                    </a:p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do Produto</a:t>
                      </a:r>
                    </a:p>
                  </p:txBody>
                </p:sp>
                <p:sp>
                  <p:nvSpPr>
                    <p:cNvPr id="88216" name="AutoShape 24">
                      <a:extLst>
                        <a:ext uri="{FF2B5EF4-FFF2-40B4-BE49-F238E27FC236}">
                          <a16:creationId xmlns:a16="http://schemas.microsoft.com/office/drawing/2014/main" id="{221D63E2-A1B0-5A4D-AFB4-2C18513572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70" y="2394"/>
                      <a:ext cx="723" cy="333"/>
                    </a:xfrm>
                    <a:prstGeom prst="chevron">
                      <a:avLst>
                        <a:gd name="adj" fmla="val 16213"/>
                      </a:avLst>
                    </a:prstGeom>
                    <a:solidFill>
                      <a:srgbClr val="FFFF00"/>
                    </a:solidFill>
                    <a:ln w="11176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Preparação</a:t>
                      </a:r>
                    </a:p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pt-BR" altLang="pt-BR" sz="1400"/>
                        <a:t>Produção</a:t>
                      </a:r>
                    </a:p>
                  </p:txBody>
                </p:sp>
              </p:grpSp>
              <p:sp>
                <p:nvSpPr>
                  <p:cNvPr id="88211" name="AutoShape 25">
                    <a:extLst>
                      <a:ext uri="{FF2B5EF4-FFF2-40B4-BE49-F238E27FC236}">
                        <a16:creationId xmlns:a16="http://schemas.microsoft.com/office/drawing/2014/main" id="{8F732058-205B-7443-BCC4-2AB368276B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6" y="2385"/>
                    <a:ext cx="841" cy="333"/>
                  </a:xfrm>
                  <a:prstGeom prst="chevron">
                    <a:avLst>
                      <a:gd name="adj" fmla="val 24296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Planejamento</a:t>
                    </a:r>
                  </a:p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Projeto</a:t>
                    </a:r>
                  </a:p>
                </p:txBody>
              </p:sp>
            </p:grpSp>
            <p:grpSp>
              <p:nvGrpSpPr>
                <p:cNvPr id="88133" name="Group 26">
                  <a:extLst>
                    <a:ext uri="{FF2B5EF4-FFF2-40B4-BE49-F238E27FC236}">
                      <a16:creationId xmlns:a16="http://schemas.microsoft.com/office/drawing/2014/main" id="{1AC51F4A-9ABB-5940-80B7-E79ACF3C15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009" y="1059"/>
                  <a:ext cx="1671" cy="188"/>
                  <a:chOff x="4009" y="1059"/>
                  <a:chExt cx="1671" cy="188"/>
                </a:xfrm>
              </p:grpSpPr>
              <p:sp>
                <p:nvSpPr>
                  <p:cNvPr id="88208" name="AutoShape 27">
                    <a:extLst>
                      <a:ext uri="{FF2B5EF4-FFF2-40B4-BE49-F238E27FC236}">
                        <a16:creationId xmlns:a16="http://schemas.microsoft.com/office/drawing/2014/main" id="{892EA2E5-2936-0244-B4AE-78DE253F25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09" y="1059"/>
                    <a:ext cx="1671" cy="188"/>
                  </a:xfrm>
                  <a:prstGeom prst="chevron">
                    <a:avLst>
                      <a:gd name="adj" fmla="val 39421"/>
                    </a:avLst>
                  </a:prstGeom>
                  <a:solidFill>
                    <a:srgbClr val="FFCC99"/>
                  </a:solidFill>
                  <a:ln w="11113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9" name="Text Box 28">
                    <a:extLst>
                      <a:ext uri="{FF2B5EF4-FFF2-40B4-BE49-F238E27FC236}">
                        <a16:creationId xmlns:a16="http://schemas.microsoft.com/office/drawing/2014/main" id="{37187EF7-733D-D347-979B-560C092D10D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82" y="1082"/>
                    <a:ext cx="324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Pós</a:t>
                    </a:r>
                  </a:p>
                </p:txBody>
              </p:sp>
            </p:grpSp>
            <p:sp>
              <p:nvSpPr>
                <p:cNvPr id="88134" name="Rectangle 29">
                  <a:extLst>
                    <a:ext uri="{FF2B5EF4-FFF2-40B4-BE49-F238E27FC236}">
                      <a16:creationId xmlns:a16="http://schemas.microsoft.com/office/drawing/2014/main" id="{C9960F38-67A8-F740-8BC9-F3B00F8249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0" y="1112"/>
                  <a:ext cx="164" cy="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cxnSp>
              <p:nvCxnSpPr>
                <p:cNvPr id="88135" name="AutoShape 30">
                  <a:extLst>
                    <a:ext uri="{FF2B5EF4-FFF2-40B4-BE49-F238E27FC236}">
                      <a16:creationId xmlns:a16="http://schemas.microsoft.com/office/drawing/2014/main" id="{ED63CAC3-50D5-6A48-871C-23EA9EF8A2F5}"/>
                    </a:ext>
                  </a:extLst>
                </p:cNvPr>
                <p:cNvCxnSpPr>
                  <a:cxnSpLocks noChangeShapeType="1"/>
                  <a:stCxn id="88208" idx="0"/>
                  <a:endCxn id="88206" idx="0"/>
                </p:cNvCxnSpPr>
                <p:nvPr/>
              </p:nvCxnSpPr>
              <p:spPr bwMode="auto">
                <a:xfrm rot="-5400000" flipH="1" flipV="1">
                  <a:off x="2773" y="-973"/>
                  <a:ext cx="1" cy="4066"/>
                </a:xfrm>
                <a:prstGeom prst="bentConnector3">
                  <a:avLst>
                    <a:gd name="adj1" fmla="val -14400005"/>
                  </a:avLst>
                </a:prstGeom>
                <a:noFill/>
                <a:ln w="19050">
                  <a:solidFill>
                    <a:schemeClr val="tx1"/>
                  </a:solidFill>
                  <a:miter lim="800000"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grpSp>
              <p:nvGrpSpPr>
                <p:cNvPr id="88136" name="Group 31">
                  <a:extLst>
                    <a:ext uri="{FF2B5EF4-FFF2-40B4-BE49-F238E27FC236}">
                      <a16:creationId xmlns:a16="http://schemas.microsoft.com/office/drawing/2014/main" id="{6792827B-0BB2-034D-A7EF-2E8D5E8313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8" y="1059"/>
                  <a:ext cx="1338" cy="187"/>
                  <a:chOff x="108" y="1059"/>
                  <a:chExt cx="1338" cy="187"/>
                </a:xfrm>
              </p:grpSpPr>
              <p:sp>
                <p:nvSpPr>
                  <p:cNvPr id="88206" name="AutoShape 32">
                    <a:extLst>
                      <a:ext uri="{FF2B5EF4-FFF2-40B4-BE49-F238E27FC236}">
                        <a16:creationId xmlns:a16="http://schemas.microsoft.com/office/drawing/2014/main" id="{4AFDBD1B-873C-DF46-B494-6EA6C19D2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" y="1059"/>
                    <a:ext cx="1338" cy="187"/>
                  </a:xfrm>
                  <a:prstGeom prst="homePlate">
                    <a:avLst>
                      <a:gd name="adj" fmla="val 38194"/>
                    </a:avLst>
                  </a:prstGeom>
                  <a:solidFill>
                    <a:srgbClr val="99CCFF"/>
                  </a:solidFill>
                  <a:ln w="12700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7" name="Text Box 33">
                    <a:extLst>
                      <a:ext uri="{FF2B5EF4-FFF2-40B4-BE49-F238E27FC236}">
                        <a16:creationId xmlns:a16="http://schemas.microsoft.com/office/drawing/2014/main" id="{8054CBE1-1088-BB45-AADB-35EEFF50734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0" y="1082"/>
                    <a:ext cx="2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600" b="1">
                        <a:solidFill>
                          <a:srgbClr val="000000"/>
                        </a:solidFill>
                      </a:rPr>
                      <a:t>Pré</a:t>
                    </a:r>
                  </a:p>
                </p:txBody>
              </p:sp>
            </p:grpSp>
            <p:sp>
              <p:nvSpPr>
                <p:cNvPr id="88137" name="AutoShape 34">
                  <a:extLst>
                    <a:ext uri="{FF2B5EF4-FFF2-40B4-BE49-F238E27FC236}">
                      <a16:creationId xmlns:a16="http://schemas.microsoft.com/office/drawing/2014/main" id="{3FB45E4A-CA5E-0A4C-934C-36C08E44C5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1292"/>
                  <a:ext cx="841" cy="496"/>
                </a:xfrm>
                <a:prstGeom prst="chevron">
                  <a:avLst>
                    <a:gd name="adj" fmla="val 16108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pt-BR" altLang="pt-BR" sz="1400"/>
                    <a:t>Planejamento</a:t>
                  </a:r>
                </a:p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pt-BR" altLang="pt-BR" sz="1400"/>
                    <a:t>Estratégico dos Produtos</a:t>
                  </a:r>
                </a:p>
              </p:txBody>
            </p:sp>
            <p:grpSp>
              <p:nvGrpSpPr>
                <p:cNvPr id="88138" name="Group 35">
                  <a:extLst>
                    <a:ext uri="{FF2B5EF4-FFF2-40B4-BE49-F238E27FC236}">
                      <a16:creationId xmlns:a16="http://schemas.microsoft.com/office/drawing/2014/main" id="{18034F19-14B5-344D-817B-04D339C3B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883" y="1280"/>
                  <a:ext cx="1809" cy="588"/>
                  <a:chOff x="3883" y="1280"/>
                  <a:chExt cx="1809" cy="588"/>
                </a:xfrm>
              </p:grpSpPr>
              <p:sp>
                <p:nvSpPr>
                  <p:cNvPr id="88200" name="AutoShape 36">
                    <a:extLst>
                      <a:ext uri="{FF2B5EF4-FFF2-40B4-BE49-F238E27FC236}">
                        <a16:creationId xmlns:a16="http://schemas.microsoft.com/office/drawing/2014/main" id="{4BFF785B-937C-4D4F-A00C-E441CF05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3" y="1280"/>
                    <a:ext cx="792" cy="523"/>
                  </a:xfrm>
                  <a:prstGeom prst="chevron">
                    <a:avLst>
                      <a:gd name="adj" fmla="val 18221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1" name="AutoShape 37">
                    <a:extLst>
                      <a:ext uri="{FF2B5EF4-FFF2-40B4-BE49-F238E27FC236}">
                        <a16:creationId xmlns:a16="http://schemas.microsoft.com/office/drawing/2014/main" id="{9E2D90B5-2A75-494F-A6A8-4C026F7EEC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75" y="128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2" name="AutoShape 38">
                    <a:extLst>
                      <a:ext uri="{FF2B5EF4-FFF2-40B4-BE49-F238E27FC236}">
                        <a16:creationId xmlns:a16="http://schemas.microsoft.com/office/drawing/2014/main" id="{65D8D15B-590B-1B43-81F8-1E3D2B3EA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37" y="1320"/>
                    <a:ext cx="799" cy="523"/>
                  </a:xfrm>
                  <a:prstGeom prst="chevron">
                    <a:avLst>
                      <a:gd name="adj" fmla="val 18382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3" name="AutoShape 39">
                    <a:extLst>
                      <a:ext uri="{FF2B5EF4-FFF2-40B4-BE49-F238E27FC236}">
                        <a16:creationId xmlns:a16="http://schemas.microsoft.com/office/drawing/2014/main" id="{545CC534-8F20-A449-BA29-B2F0FACFA6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7" y="1320"/>
                    <a:ext cx="800" cy="523"/>
                  </a:xfrm>
                  <a:prstGeom prst="chevron">
                    <a:avLst>
                      <a:gd name="adj" fmla="val 1840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88204" name="AutoShape 40">
                    <a:extLst>
                      <a:ext uri="{FF2B5EF4-FFF2-40B4-BE49-F238E27FC236}">
                        <a16:creationId xmlns:a16="http://schemas.microsoft.com/office/drawing/2014/main" id="{788CF405-44C1-A84E-BB80-185D2D84DE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847" y="1345"/>
                    <a:ext cx="845" cy="523"/>
                  </a:xfrm>
                  <a:prstGeom prst="chevron">
                    <a:avLst>
                      <a:gd name="adj" fmla="val 14945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144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Descontinuar</a:t>
                    </a:r>
                  </a:p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Produto</a:t>
                    </a:r>
                  </a:p>
                </p:txBody>
              </p:sp>
              <p:sp>
                <p:nvSpPr>
                  <p:cNvPr id="88205" name="AutoShape 41">
                    <a:extLst>
                      <a:ext uri="{FF2B5EF4-FFF2-40B4-BE49-F238E27FC236}">
                        <a16:creationId xmlns:a16="http://schemas.microsoft.com/office/drawing/2014/main" id="{AF6F8CEE-7351-4042-97E7-318CC2CC1B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99" y="1345"/>
                    <a:ext cx="882" cy="523"/>
                  </a:xfrm>
                  <a:prstGeom prst="chevron">
                    <a:avLst>
                      <a:gd name="adj" fmla="val 14530"/>
                    </a:avLst>
                  </a:prstGeom>
                  <a:solidFill>
                    <a:srgbClr val="FFCC9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lIns="72000" tIns="0" rIns="72000" bIns="0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Acompanhar</a:t>
                    </a:r>
                  </a:p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Produto/</a:t>
                    </a:r>
                  </a:p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400"/>
                      <a:t>Processo</a:t>
                    </a:r>
                    <a:endParaRPr lang="pt-BR" altLang="pt-BR" sz="16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88139" name="Group 42">
                  <a:extLst>
                    <a:ext uri="{FF2B5EF4-FFF2-40B4-BE49-F238E27FC236}">
                      <a16:creationId xmlns:a16="http://schemas.microsoft.com/office/drawing/2014/main" id="{F214997D-FBD8-7240-B48A-FA95B46688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0" y="1272"/>
                  <a:ext cx="2268" cy="257"/>
                  <a:chOff x="1520" y="1272"/>
                  <a:chExt cx="2268" cy="257"/>
                </a:xfrm>
              </p:grpSpPr>
              <p:sp>
                <p:nvSpPr>
                  <p:cNvPr id="88195" name="AutoShape 43">
                    <a:extLst>
                      <a:ext uri="{FF2B5EF4-FFF2-40B4-BE49-F238E27FC236}">
                        <a16:creationId xmlns:a16="http://schemas.microsoft.com/office/drawing/2014/main" id="{5B217A7A-EF56-064C-9C92-CA3AB51CCA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520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6" name="AutoShape 44">
                    <a:extLst>
                      <a:ext uri="{FF2B5EF4-FFF2-40B4-BE49-F238E27FC236}">
                        <a16:creationId xmlns:a16="http://schemas.microsoft.com/office/drawing/2014/main" id="{7112805F-4B96-FE4F-A542-EF7D844C8F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974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7" name="AutoShape 45">
                    <a:extLst>
                      <a:ext uri="{FF2B5EF4-FFF2-40B4-BE49-F238E27FC236}">
                        <a16:creationId xmlns:a16="http://schemas.microsoft.com/office/drawing/2014/main" id="{AF10383D-4B60-5A46-90B5-DE38B14A91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429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8" name="AutoShape 46">
                    <a:extLst>
                      <a:ext uri="{FF2B5EF4-FFF2-40B4-BE49-F238E27FC236}">
                        <a16:creationId xmlns:a16="http://schemas.microsoft.com/office/drawing/2014/main" id="{FC282DD4-A539-7E4C-925C-AE9BFB1F26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883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9" name="AutoShape 47">
                    <a:extLst>
                      <a:ext uri="{FF2B5EF4-FFF2-40B4-BE49-F238E27FC236}">
                        <a16:creationId xmlns:a16="http://schemas.microsoft.com/office/drawing/2014/main" id="{EDF98117-316D-F24C-89DB-F8FD999DB3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338" y="1272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88140" name="Group 48">
                  <a:extLst>
                    <a:ext uri="{FF2B5EF4-FFF2-40B4-BE49-F238E27FC236}">
                      <a16:creationId xmlns:a16="http://schemas.microsoft.com/office/drawing/2014/main" id="{7B6B5CD7-67DF-CD45-A6A7-5E7E56F6A0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6" y="1368"/>
                  <a:ext cx="2268" cy="257"/>
                  <a:chOff x="1616" y="1368"/>
                  <a:chExt cx="2268" cy="257"/>
                </a:xfrm>
              </p:grpSpPr>
              <p:sp>
                <p:nvSpPr>
                  <p:cNvPr id="88190" name="AutoShape 49">
                    <a:extLst>
                      <a:ext uri="{FF2B5EF4-FFF2-40B4-BE49-F238E27FC236}">
                        <a16:creationId xmlns:a16="http://schemas.microsoft.com/office/drawing/2014/main" id="{D6C4C792-6C79-A349-928A-15BD305A66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616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1" name="AutoShape 50">
                    <a:extLst>
                      <a:ext uri="{FF2B5EF4-FFF2-40B4-BE49-F238E27FC236}">
                        <a16:creationId xmlns:a16="http://schemas.microsoft.com/office/drawing/2014/main" id="{7FA376EF-D2B9-5C4D-B219-89CF5FC0FD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070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2" name="AutoShape 51">
                    <a:extLst>
                      <a:ext uri="{FF2B5EF4-FFF2-40B4-BE49-F238E27FC236}">
                        <a16:creationId xmlns:a16="http://schemas.microsoft.com/office/drawing/2014/main" id="{8CE9E051-6EA1-8145-ABC9-75819E959C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525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3" name="AutoShape 52">
                    <a:extLst>
                      <a:ext uri="{FF2B5EF4-FFF2-40B4-BE49-F238E27FC236}">
                        <a16:creationId xmlns:a16="http://schemas.microsoft.com/office/drawing/2014/main" id="{04700FDB-B7DD-B247-B7D3-5B87F28635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979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94" name="AutoShape 53">
                    <a:extLst>
                      <a:ext uri="{FF2B5EF4-FFF2-40B4-BE49-F238E27FC236}">
                        <a16:creationId xmlns:a16="http://schemas.microsoft.com/office/drawing/2014/main" id="{44C659EA-C8B0-6E44-A64F-4F1EABE732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434" y="1368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88141" name="Group 54">
                  <a:extLst>
                    <a:ext uri="{FF2B5EF4-FFF2-40B4-BE49-F238E27FC236}">
                      <a16:creationId xmlns:a16="http://schemas.microsoft.com/office/drawing/2014/main" id="{2BFD77EB-3C7B-2C4C-8CDC-DC1B3FE9592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12" y="1464"/>
                  <a:ext cx="2268" cy="257"/>
                  <a:chOff x="1712" y="1464"/>
                  <a:chExt cx="2268" cy="257"/>
                </a:xfrm>
              </p:grpSpPr>
              <p:sp>
                <p:nvSpPr>
                  <p:cNvPr id="88185" name="AutoShape 55">
                    <a:extLst>
                      <a:ext uri="{FF2B5EF4-FFF2-40B4-BE49-F238E27FC236}">
                        <a16:creationId xmlns:a16="http://schemas.microsoft.com/office/drawing/2014/main" id="{95B506D4-AF1C-3248-AB8A-9AEAC4DBCE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1712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6" name="AutoShape 56">
                    <a:extLst>
                      <a:ext uri="{FF2B5EF4-FFF2-40B4-BE49-F238E27FC236}">
                        <a16:creationId xmlns:a16="http://schemas.microsoft.com/office/drawing/2014/main" id="{1525FCC3-4BF0-914D-B87F-707D3114E8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66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7" name="AutoShape 57">
                    <a:extLst>
                      <a:ext uri="{FF2B5EF4-FFF2-40B4-BE49-F238E27FC236}">
                        <a16:creationId xmlns:a16="http://schemas.microsoft.com/office/drawing/2014/main" id="{2AAB87A2-8FE6-AA4A-A072-B53749D32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621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8" name="AutoShape 58">
                    <a:extLst>
                      <a:ext uri="{FF2B5EF4-FFF2-40B4-BE49-F238E27FC236}">
                        <a16:creationId xmlns:a16="http://schemas.microsoft.com/office/drawing/2014/main" id="{7C14F90C-032C-1540-9414-27FA1E251E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075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9" name="AutoShape 59">
                    <a:extLst>
                      <a:ext uri="{FF2B5EF4-FFF2-40B4-BE49-F238E27FC236}">
                        <a16:creationId xmlns:a16="http://schemas.microsoft.com/office/drawing/2014/main" id="{507065FE-EA6B-CC4A-AE15-2BCA51842E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3530" y="1464"/>
                    <a:ext cx="450" cy="257"/>
                  </a:xfrm>
                  <a:prstGeom prst="chevron">
                    <a:avLst>
                      <a:gd name="adj" fmla="val 2179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rot="10800000"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88142" name="Group 60">
                  <a:extLst>
                    <a:ext uri="{FF2B5EF4-FFF2-40B4-BE49-F238E27FC236}">
                      <a16:creationId xmlns:a16="http://schemas.microsoft.com/office/drawing/2014/main" id="{13AB036E-32FA-1A41-8B92-D3C815F948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86" y="1298"/>
                  <a:ext cx="599" cy="423"/>
                  <a:chOff x="986" y="1298"/>
                  <a:chExt cx="599" cy="423"/>
                </a:xfrm>
              </p:grpSpPr>
              <p:sp>
                <p:nvSpPr>
                  <p:cNvPr id="88182" name="AutoShape 61">
                    <a:extLst>
                      <a:ext uri="{FF2B5EF4-FFF2-40B4-BE49-F238E27FC236}">
                        <a16:creationId xmlns:a16="http://schemas.microsoft.com/office/drawing/2014/main" id="{5F364E8E-CA55-E444-BE07-27A1B67C97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6" y="1298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3" name="AutoShape 62">
                    <a:extLst>
                      <a:ext uri="{FF2B5EF4-FFF2-40B4-BE49-F238E27FC236}">
                        <a16:creationId xmlns:a16="http://schemas.microsoft.com/office/drawing/2014/main" id="{FA11BA31-D500-1E4A-9978-5664FFCCE5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2" y="1394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  <p:sp>
                <p:nvSpPr>
                  <p:cNvPr id="88184" name="AutoShape 63">
                    <a:extLst>
                      <a:ext uri="{FF2B5EF4-FFF2-40B4-BE49-F238E27FC236}">
                        <a16:creationId xmlns:a16="http://schemas.microsoft.com/office/drawing/2014/main" id="{A998ADDF-D509-FC4F-A0E4-3FE043670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8" y="1490"/>
                    <a:ext cx="407" cy="231"/>
                  </a:xfrm>
                  <a:prstGeom prst="chevron">
                    <a:avLst>
                      <a:gd name="adj" fmla="val 16950"/>
                    </a:avLst>
                  </a:prstGeom>
                  <a:solidFill>
                    <a:srgbClr val="99CCFF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1400"/>
                  </a:p>
                </p:txBody>
              </p:sp>
            </p:grpSp>
            <p:grpSp>
              <p:nvGrpSpPr>
                <p:cNvPr id="88143" name="Group 64">
                  <a:extLst>
                    <a:ext uri="{FF2B5EF4-FFF2-40B4-BE49-F238E27FC236}">
                      <a16:creationId xmlns:a16="http://schemas.microsoft.com/office/drawing/2014/main" id="{75072469-630B-7149-BD17-27A3D98117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6" y="1685"/>
                  <a:ext cx="3926" cy="489"/>
                  <a:chOff x="176" y="1685"/>
                  <a:chExt cx="3926" cy="489"/>
                </a:xfrm>
              </p:grpSpPr>
              <p:sp>
                <p:nvSpPr>
                  <p:cNvPr id="88144" name="Text Box 65">
                    <a:extLst>
                      <a:ext uri="{FF2B5EF4-FFF2-40B4-BE49-F238E27FC236}">
                        <a16:creationId xmlns:a16="http://schemas.microsoft.com/office/drawing/2014/main" id="{DDDE89A8-C645-E047-8947-182EB497F8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6" y="1968"/>
                    <a:ext cx="618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0" rIns="72000" bIns="0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pt-BR" altLang="pt-BR" sz="1600" u="sng">
                        <a:solidFill>
                          <a:srgbClr val="000000"/>
                        </a:solidFill>
                      </a:rPr>
                      <a:t>Gates &gt;&gt;</a:t>
                    </a:r>
                  </a:p>
                </p:txBody>
              </p:sp>
              <p:grpSp>
                <p:nvGrpSpPr>
                  <p:cNvPr id="88145" name="Group 66">
                    <a:extLst>
                      <a:ext uri="{FF2B5EF4-FFF2-40B4-BE49-F238E27FC236}">
                        <a16:creationId xmlns:a16="http://schemas.microsoft.com/office/drawing/2014/main" id="{8FDA46FC-ABFE-8E4A-80A7-A319B7EE4EE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88180" name="AutoShape 67">
                      <a:extLst>
                        <a:ext uri="{FF2B5EF4-FFF2-40B4-BE49-F238E27FC236}">
                          <a16:creationId xmlns:a16="http://schemas.microsoft.com/office/drawing/2014/main" id="{8DAD5C97-0532-3440-AD1A-9C159E00E55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  <p:sp>
                  <p:nvSpPr>
                    <p:cNvPr id="88181" name="Line 68">
                      <a:extLst>
                        <a:ext uri="{FF2B5EF4-FFF2-40B4-BE49-F238E27FC236}">
                          <a16:creationId xmlns:a16="http://schemas.microsoft.com/office/drawing/2014/main" id="{6FD9A301-7672-6C4A-A7D5-6EB01F57507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sp>
                <p:nvSpPr>
                  <p:cNvPr id="88146" name="AutoShape 69">
                    <a:extLst>
                      <a:ext uri="{FF2B5EF4-FFF2-40B4-BE49-F238E27FC236}">
                        <a16:creationId xmlns:a16="http://schemas.microsoft.com/office/drawing/2014/main" id="{10A1F1D1-FF8D-7D48-B525-AF62C8C45F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1" y="1859"/>
                    <a:ext cx="3341" cy="315"/>
                  </a:xfrm>
                  <a:prstGeom prst="roundRect">
                    <a:avLst>
                      <a:gd name="adj" fmla="val 50000"/>
                    </a:avLst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grpSp>
                <p:nvGrpSpPr>
                  <p:cNvPr id="88147" name="Group 70">
                    <a:extLst>
                      <a:ext uri="{FF2B5EF4-FFF2-40B4-BE49-F238E27FC236}">
                        <a16:creationId xmlns:a16="http://schemas.microsoft.com/office/drawing/2014/main" id="{17B480E6-964B-A44A-85FA-FC6A342B44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918" y="1795"/>
                    <a:ext cx="117" cy="299"/>
                    <a:chOff x="2088" y="1486"/>
                    <a:chExt cx="117" cy="299"/>
                  </a:xfrm>
                </p:grpSpPr>
                <p:sp>
                  <p:nvSpPr>
                    <p:cNvPr id="88178" name="AutoShape 71">
                      <a:extLst>
                        <a:ext uri="{FF2B5EF4-FFF2-40B4-BE49-F238E27FC236}">
                          <a16:creationId xmlns:a16="http://schemas.microsoft.com/office/drawing/2014/main" id="{B91B5F41-60DC-5A43-B34A-45508D2221F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88" y="1614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  <p:sp>
                  <p:nvSpPr>
                    <p:cNvPr id="88179" name="Line 72">
                      <a:extLst>
                        <a:ext uri="{FF2B5EF4-FFF2-40B4-BE49-F238E27FC236}">
                          <a16:creationId xmlns:a16="http://schemas.microsoft.com/office/drawing/2014/main" id="{64E77DAD-B2C9-2143-8608-6B3CD9DFCDE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46" y="1486"/>
                      <a:ext cx="0" cy="1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88148" name="Group 73">
                    <a:extLst>
                      <a:ext uri="{FF2B5EF4-FFF2-40B4-BE49-F238E27FC236}">
                        <a16:creationId xmlns:a16="http://schemas.microsoft.com/office/drawing/2014/main" id="{073E61B7-C884-C346-94C7-9D3CCC1422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91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88176" name="AutoShape 74">
                      <a:extLst>
                        <a:ext uri="{FF2B5EF4-FFF2-40B4-BE49-F238E27FC236}">
                          <a16:creationId xmlns:a16="http://schemas.microsoft.com/office/drawing/2014/main" id="{0DC34BC1-C9D3-534A-97C8-4C150D1DDC4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  <p:sp>
                  <p:nvSpPr>
                    <p:cNvPr id="88177" name="Line 75">
                      <a:extLst>
                        <a:ext uri="{FF2B5EF4-FFF2-40B4-BE49-F238E27FC236}">
                          <a16:creationId xmlns:a16="http://schemas.microsoft.com/office/drawing/2014/main" id="{BFFEAC95-8B46-8247-9A47-C0749DCC6D6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88149" name="Group 76">
                    <a:extLst>
                      <a:ext uri="{FF2B5EF4-FFF2-40B4-BE49-F238E27FC236}">
                        <a16:creationId xmlns:a16="http://schemas.microsoft.com/office/drawing/2014/main" id="{000A489F-31A7-9740-A45D-0C004BC622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442" y="1685"/>
                    <a:ext cx="117" cy="389"/>
                    <a:chOff x="2112" y="1705"/>
                    <a:chExt cx="117" cy="389"/>
                  </a:xfrm>
                </p:grpSpPr>
                <p:sp>
                  <p:nvSpPr>
                    <p:cNvPr id="88174" name="AutoShape 77">
                      <a:extLst>
                        <a:ext uri="{FF2B5EF4-FFF2-40B4-BE49-F238E27FC236}">
                          <a16:creationId xmlns:a16="http://schemas.microsoft.com/office/drawing/2014/main" id="{08A70DB9-3BE3-734D-8725-94B46EE34D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12" y="192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  <p:sp>
                  <p:nvSpPr>
                    <p:cNvPr id="88175" name="Line 78">
                      <a:extLst>
                        <a:ext uri="{FF2B5EF4-FFF2-40B4-BE49-F238E27FC236}">
                          <a16:creationId xmlns:a16="http://schemas.microsoft.com/office/drawing/2014/main" id="{C0012A48-4772-A34B-9EF5-7416B4B1244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</p:grpSp>
              <p:grpSp>
                <p:nvGrpSpPr>
                  <p:cNvPr id="88150" name="Group 79">
                    <a:extLst>
                      <a:ext uri="{FF2B5EF4-FFF2-40B4-BE49-F238E27FC236}">
                        <a16:creationId xmlns:a16="http://schemas.microsoft.com/office/drawing/2014/main" id="{359798D7-C6D9-9545-805A-2601460888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26" y="1705"/>
                    <a:ext cx="117" cy="369"/>
                    <a:chOff x="1526" y="1705"/>
                    <a:chExt cx="117" cy="369"/>
                  </a:xfrm>
                </p:grpSpPr>
                <p:sp>
                  <p:nvSpPr>
                    <p:cNvPr id="88172" name="Line 80">
                      <a:extLst>
                        <a:ext uri="{FF2B5EF4-FFF2-40B4-BE49-F238E27FC236}">
                          <a16:creationId xmlns:a16="http://schemas.microsoft.com/office/drawing/2014/main" id="{7C26A208-0E82-CD47-87BE-B2AD212D02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584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73" name="AutoShape 81">
                      <a:extLst>
                        <a:ext uri="{FF2B5EF4-FFF2-40B4-BE49-F238E27FC236}">
                          <a16:creationId xmlns:a16="http://schemas.microsoft.com/office/drawing/2014/main" id="{6D003A0B-2D45-F14D-AF90-B000D548411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26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1" name="Group 82">
                    <a:extLst>
                      <a:ext uri="{FF2B5EF4-FFF2-40B4-BE49-F238E27FC236}">
                        <a16:creationId xmlns:a16="http://schemas.microsoft.com/office/drawing/2014/main" id="{4A4C368F-AECE-2F40-A911-F23216A89F3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42" y="1705"/>
                    <a:ext cx="117" cy="369"/>
                    <a:chOff x="2542" y="1705"/>
                    <a:chExt cx="117" cy="369"/>
                  </a:xfrm>
                </p:grpSpPr>
                <p:sp>
                  <p:nvSpPr>
                    <p:cNvPr id="88170" name="Line 83">
                      <a:extLst>
                        <a:ext uri="{FF2B5EF4-FFF2-40B4-BE49-F238E27FC236}">
                          <a16:creationId xmlns:a16="http://schemas.microsoft.com/office/drawing/2014/main" id="{13F2E862-B1EA-A145-A80A-EB23DEAB11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00" y="1705"/>
                      <a:ext cx="0" cy="22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71" name="AutoShape 84">
                      <a:extLst>
                        <a:ext uri="{FF2B5EF4-FFF2-40B4-BE49-F238E27FC236}">
                          <a16:creationId xmlns:a16="http://schemas.microsoft.com/office/drawing/2014/main" id="{750989C2-5E10-BC49-9C72-6669BF88CE2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2" y="1903"/>
                      <a:ext cx="117" cy="171"/>
                    </a:xfrm>
                    <a:prstGeom prst="flowChartDecision">
                      <a:avLst/>
                    </a:prstGeom>
                    <a:solidFill>
                      <a:srgbClr val="FF3300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2" name="Group 85">
                    <a:extLst>
                      <a:ext uri="{FF2B5EF4-FFF2-40B4-BE49-F238E27FC236}">
                        <a16:creationId xmlns:a16="http://schemas.microsoft.com/office/drawing/2014/main" id="{11C72340-4656-8D4C-87C4-204A743591F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66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68" name="Line 86">
                      <a:extLst>
                        <a:ext uri="{FF2B5EF4-FFF2-40B4-BE49-F238E27FC236}">
                          <a16:creationId xmlns:a16="http://schemas.microsoft.com/office/drawing/2014/main" id="{EC68D5A2-5273-264F-AD43-E012DBB663C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69" name="AutoShape 87">
                      <a:extLst>
                        <a:ext uri="{FF2B5EF4-FFF2-40B4-BE49-F238E27FC236}">
                          <a16:creationId xmlns:a16="http://schemas.microsoft.com/office/drawing/2014/main" id="{183CD992-273B-FF4A-B3DC-0A14C501C80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3" name="Group 88">
                    <a:extLst>
                      <a:ext uri="{FF2B5EF4-FFF2-40B4-BE49-F238E27FC236}">
                        <a16:creationId xmlns:a16="http://schemas.microsoft.com/office/drawing/2014/main" id="{BA0AB096-4787-954B-846D-E5BB845A56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8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66" name="Line 89">
                      <a:extLst>
                        <a:ext uri="{FF2B5EF4-FFF2-40B4-BE49-F238E27FC236}">
                          <a16:creationId xmlns:a16="http://schemas.microsoft.com/office/drawing/2014/main" id="{767A68B7-F3B5-154C-8900-D4E95D48507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67" name="AutoShape 90">
                      <a:extLst>
                        <a:ext uri="{FF2B5EF4-FFF2-40B4-BE49-F238E27FC236}">
                          <a16:creationId xmlns:a16="http://schemas.microsoft.com/office/drawing/2014/main" id="{2609AF2C-DE97-1C42-8BA8-7917677531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4" name="Group 91">
                    <a:extLst>
                      <a:ext uri="{FF2B5EF4-FFF2-40B4-BE49-F238E27FC236}">
                        <a16:creationId xmlns:a16="http://schemas.microsoft.com/office/drawing/2014/main" id="{3AA541F2-1266-1C48-9A66-45173E871B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99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64" name="Line 92">
                      <a:extLst>
                        <a:ext uri="{FF2B5EF4-FFF2-40B4-BE49-F238E27FC236}">
                          <a16:creationId xmlns:a16="http://schemas.microsoft.com/office/drawing/2014/main" id="{78E4AFC9-437B-134F-B1A1-3DE1D6CC0E7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65" name="AutoShape 93">
                      <a:extLst>
                        <a:ext uri="{FF2B5EF4-FFF2-40B4-BE49-F238E27FC236}">
                          <a16:creationId xmlns:a16="http://schemas.microsoft.com/office/drawing/2014/main" id="{F5866BB7-D771-5D4F-896E-87D9389711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5" name="Group 94">
                    <a:extLst>
                      <a:ext uri="{FF2B5EF4-FFF2-40B4-BE49-F238E27FC236}">
                        <a16:creationId xmlns:a16="http://schemas.microsoft.com/office/drawing/2014/main" id="{6D5DAF33-EA7B-8747-AE58-A7CF616D98B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834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62" name="Line 95">
                      <a:extLst>
                        <a:ext uri="{FF2B5EF4-FFF2-40B4-BE49-F238E27FC236}">
                          <a16:creationId xmlns:a16="http://schemas.microsoft.com/office/drawing/2014/main" id="{B7F51DB9-97A7-0740-BE31-A1FA692F13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63" name="AutoShape 96">
                      <a:extLst>
                        <a:ext uri="{FF2B5EF4-FFF2-40B4-BE49-F238E27FC236}">
                          <a16:creationId xmlns:a16="http://schemas.microsoft.com/office/drawing/2014/main" id="{8C48A556-110D-E945-A0D8-5061CE0CCAF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6" name="Group 97">
                    <a:extLst>
                      <a:ext uri="{FF2B5EF4-FFF2-40B4-BE49-F238E27FC236}">
                        <a16:creationId xmlns:a16="http://schemas.microsoft.com/office/drawing/2014/main" id="{0983A953-4865-B64C-8E39-D712F8A5912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22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60" name="Line 98">
                      <a:extLst>
                        <a:ext uri="{FF2B5EF4-FFF2-40B4-BE49-F238E27FC236}">
                          <a16:creationId xmlns:a16="http://schemas.microsoft.com/office/drawing/2014/main" id="{174C7571-3536-2D43-9B3C-46DE5D990A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61" name="AutoShape 99">
                      <a:extLst>
                        <a:ext uri="{FF2B5EF4-FFF2-40B4-BE49-F238E27FC236}">
                          <a16:creationId xmlns:a16="http://schemas.microsoft.com/office/drawing/2014/main" id="{A17509E5-9FF3-A644-A9E3-0B688095F8C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  <p:grpSp>
                <p:nvGrpSpPr>
                  <p:cNvPr id="88157" name="Group 100">
                    <a:extLst>
                      <a:ext uri="{FF2B5EF4-FFF2-40B4-BE49-F238E27FC236}">
                        <a16:creationId xmlns:a16="http://schemas.microsoft.com/office/drawing/2014/main" id="{EF81144D-8C06-9745-AB0A-9460B329CCB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253" y="1721"/>
                    <a:ext cx="89" cy="298"/>
                    <a:chOff x="2266" y="1721"/>
                    <a:chExt cx="89" cy="298"/>
                  </a:xfrm>
                </p:grpSpPr>
                <p:sp>
                  <p:nvSpPr>
                    <p:cNvPr id="88158" name="Line 101">
                      <a:extLst>
                        <a:ext uri="{FF2B5EF4-FFF2-40B4-BE49-F238E27FC236}">
                          <a16:creationId xmlns:a16="http://schemas.microsoft.com/office/drawing/2014/main" id="{D5D9888D-873B-0B45-BE66-8917DDAADF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11" y="1721"/>
                      <a:ext cx="0" cy="213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lIns="72000" tIns="0" rIns="72000" bIns="0" anchor="ctr">
                      <a:spAutoFit/>
                    </a:bodyPr>
                    <a:lstStyle/>
                    <a:p>
                      <a:endParaRPr lang="pt-BR"/>
                    </a:p>
                  </p:txBody>
                </p:sp>
                <p:sp>
                  <p:nvSpPr>
                    <p:cNvPr id="88159" name="AutoShape 102">
                      <a:extLst>
                        <a:ext uri="{FF2B5EF4-FFF2-40B4-BE49-F238E27FC236}">
                          <a16:creationId xmlns:a16="http://schemas.microsoft.com/office/drawing/2014/main" id="{99944334-ED76-2D40-A9BB-79E146A03C0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66" y="1934"/>
                      <a:ext cx="89" cy="85"/>
                    </a:xfrm>
                    <a:prstGeom prst="flowChartDecision">
                      <a:avLst/>
                    </a:pr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lIns="72000" tIns="0" rIns="72000" bIns="0" anchor="ctr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  <a:buFontTx/>
                        <a:buNone/>
                      </a:pPr>
                      <a:endParaRPr lang="pt-BR" altLang="pt-BR" sz="2400"/>
                    </a:p>
                  </p:txBody>
                </p:sp>
              </p:grpSp>
            </p:grpSp>
          </p:grpSp>
          <p:sp>
            <p:nvSpPr>
              <p:cNvPr id="88128" name="Rectangle 103">
                <a:extLst>
                  <a:ext uri="{FF2B5EF4-FFF2-40B4-BE49-F238E27FC236}">
                    <a16:creationId xmlns:a16="http://schemas.microsoft.com/office/drawing/2014/main" id="{74DA4D14-700D-D14C-A8FF-29F901C54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573"/>
                <a:ext cx="3912" cy="202"/>
              </a:xfrm>
              <a:prstGeom prst="rect">
                <a:avLst/>
              </a:prstGeom>
              <a:solidFill>
                <a:srgbClr val="CCFFCC"/>
              </a:solidFill>
              <a:ln w="9525">
                <a:miter lim="800000"/>
                <a:headEnd/>
                <a:tailEnd/>
              </a:ln>
              <a:scene3d>
                <a:camera prst="legacyObliqueTopRight"/>
                <a:lightRig rig="legacyFlat3" dir="b"/>
              </a:scene3d>
              <a:sp3d extrusionH="277800" prstMaterial="legacyMatte">
                <a:bevelT w="13500" h="13500" prst="angle"/>
                <a:bevelB w="13500" h="13500" prst="angle"/>
                <a:extrusionClr>
                  <a:srgbClr val="CCFFCC"/>
                </a:extrusionClr>
                <a:contourClr>
                  <a:srgbClr val="CCFFCC"/>
                </a:contourClr>
              </a:sp3d>
            </p:spPr>
            <p:txBody>
              <a:bodyPr lIns="72000" tIns="0" rIns="72000" bIns="0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pt-BR" altLang="pt-BR" sz="2000" b="1" i="1">
                    <a:solidFill>
                      <a:srgbClr val="000000"/>
                    </a:solidFill>
                  </a:rPr>
                  <a:t>Processo de Desenvolvimento de Produto</a:t>
                </a:r>
              </a:p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8" name="Group 104">
            <a:extLst>
              <a:ext uri="{FF2B5EF4-FFF2-40B4-BE49-F238E27FC236}">
                <a16:creationId xmlns:a16="http://schemas.microsoft.com/office/drawing/2014/main" id="{0FE2BA4E-3F0B-AC43-A468-A99C52E01682}"/>
              </a:ext>
            </a:extLst>
          </p:cNvPr>
          <p:cNvGrpSpPr>
            <a:grpSpLocks/>
          </p:cNvGrpSpPr>
          <p:nvPr/>
        </p:nvGrpSpPr>
        <p:grpSpPr bwMode="auto">
          <a:xfrm rot="8852966">
            <a:off x="6156325" y="476250"/>
            <a:ext cx="1944688" cy="2952750"/>
            <a:chOff x="2181" y="1183"/>
            <a:chExt cx="1419" cy="1966"/>
          </a:xfrm>
        </p:grpSpPr>
        <p:grpSp>
          <p:nvGrpSpPr>
            <p:cNvPr id="88068" name="Group 105">
              <a:extLst>
                <a:ext uri="{FF2B5EF4-FFF2-40B4-BE49-F238E27FC236}">
                  <a16:creationId xmlns:a16="http://schemas.microsoft.com/office/drawing/2014/main" id="{B1216210-3D4D-1746-AF03-1FF002EFC6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1" y="1183"/>
              <a:ext cx="1203" cy="1195"/>
              <a:chOff x="2181" y="1183"/>
              <a:chExt cx="1203" cy="1195"/>
            </a:xfrm>
          </p:grpSpPr>
          <p:grpSp>
            <p:nvGrpSpPr>
              <p:cNvPr id="88105" name="Group 106">
                <a:extLst>
                  <a:ext uri="{FF2B5EF4-FFF2-40B4-BE49-F238E27FC236}">
                    <a16:creationId xmlns:a16="http://schemas.microsoft.com/office/drawing/2014/main" id="{CD9C73BF-937B-A545-A52D-B7FD8FB220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03" y="1197"/>
                <a:ext cx="1181" cy="1180"/>
                <a:chOff x="2203" y="1197"/>
                <a:chExt cx="1181" cy="1180"/>
              </a:xfrm>
            </p:grpSpPr>
            <p:grpSp>
              <p:nvGrpSpPr>
                <p:cNvPr id="88111" name="Group 107">
                  <a:extLst>
                    <a:ext uri="{FF2B5EF4-FFF2-40B4-BE49-F238E27FC236}">
                      <a16:creationId xmlns:a16="http://schemas.microsoft.com/office/drawing/2014/main" id="{F926311B-D302-5A4F-A53F-2116769B3A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03" y="1197"/>
                  <a:ext cx="1181" cy="1180"/>
                  <a:chOff x="2203" y="1197"/>
                  <a:chExt cx="1181" cy="1180"/>
                </a:xfrm>
              </p:grpSpPr>
              <p:sp>
                <p:nvSpPr>
                  <p:cNvPr id="88117" name="Freeform 108">
                    <a:extLst>
                      <a:ext uri="{FF2B5EF4-FFF2-40B4-BE49-F238E27FC236}">
                        <a16:creationId xmlns:a16="http://schemas.microsoft.com/office/drawing/2014/main" id="{05F5E202-6793-BD47-8E09-39BFCBBEA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03" y="1197"/>
                    <a:ext cx="1003" cy="685"/>
                  </a:xfrm>
                  <a:custGeom>
                    <a:avLst/>
                    <a:gdLst>
                      <a:gd name="T0" fmla="*/ 21 w 1003"/>
                      <a:gd name="T1" fmla="*/ 685 h 685"/>
                      <a:gd name="T2" fmla="*/ 6 w 1003"/>
                      <a:gd name="T3" fmla="*/ 604 h 685"/>
                      <a:gd name="T4" fmla="*/ 0 w 1003"/>
                      <a:gd name="T5" fmla="*/ 526 h 685"/>
                      <a:gd name="T6" fmla="*/ 3 w 1003"/>
                      <a:gd name="T7" fmla="*/ 472 h 685"/>
                      <a:gd name="T8" fmla="*/ 12 w 1003"/>
                      <a:gd name="T9" fmla="*/ 423 h 685"/>
                      <a:gd name="T10" fmla="*/ 27 w 1003"/>
                      <a:gd name="T11" fmla="*/ 369 h 685"/>
                      <a:gd name="T12" fmla="*/ 51 w 1003"/>
                      <a:gd name="T13" fmla="*/ 315 h 685"/>
                      <a:gd name="T14" fmla="*/ 81 w 1003"/>
                      <a:gd name="T15" fmla="*/ 258 h 685"/>
                      <a:gd name="T16" fmla="*/ 111 w 1003"/>
                      <a:gd name="T17" fmla="*/ 213 h 685"/>
                      <a:gd name="T18" fmla="*/ 147 w 1003"/>
                      <a:gd name="T19" fmla="*/ 168 h 685"/>
                      <a:gd name="T20" fmla="*/ 189 w 1003"/>
                      <a:gd name="T21" fmla="*/ 129 h 685"/>
                      <a:gd name="T22" fmla="*/ 231 w 1003"/>
                      <a:gd name="T23" fmla="*/ 96 h 685"/>
                      <a:gd name="T24" fmla="*/ 276 w 1003"/>
                      <a:gd name="T25" fmla="*/ 69 h 685"/>
                      <a:gd name="T26" fmla="*/ 331 w 1003"/>
                      <a:gd name="T27" fmla="*/ 45 h 685"/>
                      <a:gd name="T28" fmla="*/ 394 w 1003"/>
                      <a:gd name="T29" fmla="*/ 24 h 685"/>
                      <a:gd name="T30" fmla="*/ 448 w 1003"/>
                      <a:gd name="T31" fmla="*/ 9 h 685"/>
                      <a:gd name="T32" fmla="*/ 514 w 1003"/>
                      <a:gd name="T33" fmla="*/ 0 h 685"/>
                      <a:gd name="T34" fmla="*/ 598 w 1003"/>
                      <a:gd name="T35" fmla="*/ 0 h 685"/>
                      <a:gd name="T36" fmla="*/ 661 w 1003"/>
                      <a:gd name="T37" fmla="*/ 12 h 685"/>
                      <a:gd name="T38" fmla="*/ 736 w 1003"/>
                      <a:gd name="T39" fmla="*/ 30 h 685"/>
                      <a:gd name="T40" fmla="*/ 811 w 1003"/>
                      <a:gd name="T41" fmla="*/ 63 h 685"/>
                      <a:gd name="T42" fmla="*/ 877 w 1003"/>
                      <a:gd name="T43" fmla="*/ 102 h 685"/>
                      <a:gd name="T44" fmla="*/ 922 w 1003"/>
                      <a:gd name="T45" fmla="*/ 141 h 685"/>
                      <a:gd name="T46" fmla="*/ 967 w 1003"/>
                      <a:gd name="T47" fmla="*/ 186 h 685"/>
                      <a:gd name="T48" fmla="*/ 1003 w 1003"/>
                      <a:gd name="T49" fmla="*/ 231 h 685"/>
                      <a:gd name="T50" fmla="*/ 907 w 1003"/>
                      <a:gd name="T51" fmla="*/ 159 h 685"/>
                      <a:gd name="T52" fmla="*/ 856 w 1003"/>
                      <a:gd name="T53" fmla="*/ 129 h 685"/>
                      <a:gd name="T54" fmla="*/ 802 w 1003"/>
                      <a:gd name="T55" fmla="*/ 108 h 685"/>
                      <a:gd name="T56" fmla="*/ 733 w 1003"/>
                      <a:gd name="T57" fmla="*/ 87 h 685"/>
                      <a:gd name="T58" fmla="*/ 667 w 1003"/>
                      <a:gd name="T59" fmla="*/ 78 h 685"/>
                      <a:gd name="T60" fmla="*/ 595 w 1003"/>
                      <a:gd name="T61" fmla="*/ 75 h 685"/>
                      <a:gd name="T62" fmla="*/ 541 w 1003"/>
                      <a:gd name="T63" fmla="*/ 78 h 685"/>
                      <a:gd name="T64" fmla="*/ 484 w 1003"/>
                      <a:gd name="T65" fmla="*/ 87 h 685"/>
                      <a:gd name="T66" fmla="*/ 427 w 1003"/>
                      <a:gd name="T67" fmla="*/ 102 h 685"/>
                      <a:gd name="T68" fmla="*/ 373 w 1003"/>
                      <a:gd name="T69" fmla="*/ 120 h 685"/>
                      <a:gd name="T70" fmla="*/ 313 w 1003"/>
                      <a:gd name="T71" fmla="*/ 150 h 685"/>
                      <a:gd name="T72" fmla="*/ 267 w 1003"/>
                      <a:gd name="T73" fmla="*/ 177 h 685"/>
                      <a:gd name="T74" fmla="*/ 228 w 1003"/>
                      <a:gd name="T75" fmla="*/ 210 h 685"/>
                      <a:gd name="T76" fmla="*/ 183 w 1003"/>
                      <a:gd name="T77" fmla="*/ 246 h 685"/>
                      <a:gd name="T78" fmla="*/ 147 w 1003"/>
                      <a:gd name="T79" fmla="*/ 285 h 685"/>
                      <a:gd name="T80" fmla="*/ 111 w 1003"/>
                      <a:gd name="T81" fmla="*/ 339 h 685"/>
                      <a:gd name="T82" fmla="*/ 78 w 1003"/>
                      <a:gd name="T83" fmla="*/ 396 h 685"/>
                      <a:gd name="T84" fmla="*/ 57 w 1003"/>
                      <a:gd name="T85" fmla="*/ 450 h 685"/>
                      <a:gd name="T86" fmla="*/ 39 w 1003"/>
                      <a:gd name="T87" fmla="*/ 514 h 685"/>
                      <a:gd name="T88" fmla="*/ 27 w 1003"/>
                      <a:gd name="T89" fmla="*/ 592 h 685"/>
                      <a:gd name="T90" fmla="*/ 21 w 1003"/>
                      <a:gd name="T91" fmla="*/ 685 h 685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1003"/>
                      <a:gd name="T139" fmla="*/ 0 h 685"/>
                      <a:gd name="T140" fmla="*/ 1003 w 1003"/>
                      <a:gd name="T141" fmla="*/ 685 h 685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1003" h="685">
                        <a:moveTo>
                          <a:pt x="21" y="685"/>
                        </a:moveTo>
                        <a:lnTo>
                          <a:pt x="6" y="604"/>
                        </a:lnTo>
                        <a:lnTo>
                          <a:pt x="0" y="526"/>
                        </a:lnTo>
                        <a:lnTo>
                          <a:pt x="3" y="472"/>
                        </a:lnTo>
                        <a:lnTo>
                          <a:pt x="12" y="423"/>
                        </a:lnTo>
                        <a:lnTo>
                          <a:pt x="27" y="369"/>
                        </a:lnTo>
                        <a:lnTo>
                          <a:pt x="51" y="315"/>
                        </a:lnTo>
                        <a:lnTo>
                          <a:pt x="81" y="258"/>
                        </a:lnTo>
                        <a:lnTo>
                          <a:pt x="111" y="213"/>
                        </a:lnTo>
                        <a:lnTo>
                          <a:pt x="147" y="168"/>
                        </a:lnTo>
                        <a:lnTo>
                          <a:pt x="189" y="129"/>
                        </a:lnTo>
                        <a:lnTo>
                          <a:pt x="231" y="96"/>
                        </a:lnTo>
                        <a:lnTo>
                          <a:pt x="276" y="69"/>
                        </a:lnTo>
                        <a:lnTo>
                          <a:pt x="331" y="45"/>
                        </a:lnTo>
                        <a:lnTo>
                          <a:pt x="394" y="24"/>
                        </a:lnTo>
                        <a:lnTo>
                          <a:pt x="448" y="9"/>
                        </a:lnTo>
                        <a:lnTo>
                          <a:pt x="514" y="0"/>
                        </a:lnTo>
                        <a:lnTo>
                          <a:pt x="598" y="0"/>
                        </a:lnTo>
                        <a:lnTo>
                          <a:pt x="661" y="12"/>
                        </a:lnTo>
                        <a:lnTo>
                          <a:pt x="736" y="30"/>
                        </a:lnTo>
                        <a:lnTo>
                          <a:pt x="811" y="63"/>
                        </a:lnTo>
                        <a:lnTo>
                          <a:pt x="877" y="102"/>
                        </a:lnTo>
                        <a:lnTo>
                          <a:pt x="922" y="141"/>
                        </a:lnTo>
                        <a:lnTo>
                          <a:pt x="967" y="186"/>
                        </a:lnTo>
                        <a:lnTo>
                          <a:pt x="1003" y="231"/>
                        </a:lnTo>
                        <a:lnTo>
                          <a:pt x="907" y="159"/>
                        </a:lnTo>
                        <a:lnTo>
                          <a:pt x="856" y="129"/>
                        </a:lnTo>
                        <a:lnTo>
                          <a:pt x="802" y="108"/>
                        </a:lnTo>
                        <a:lnTo>
                          <a:pt x="733" y="87"/>
                        </a:lnTo>
                        <a:lnTo>
                          <a:pt x="667" y="78"/>
                        </a:lnTo>
                        <a:lnTo>
                          <a:pt x="595" y="75"/>
                        </a:lnTo>
                        <a:lnTo>
                          <a:pt x="541" y="78"/>
                        </a:lnTo>
                        <a:lnTo>
                          <a:pt x="484" y="87"/>
                        </a:lnTo>
                        <a:lnTo>
                          <a:pt x="427" y="102"/>
                        </a:lnTo>
                        <a:lnTo>
                          <a:pt x="373" y="120"/>
                        </a:lnTo>
                        <a:lnTo>
                          <a:pt x="313" y="150"/>
                        </a:lnTo>
                        <a:lnTo>
                          <a:pt x="267" y="177"/>
                        </a:lnTo>
                        <a:lnTo>
                          <a:pt x="228" y="210"/>
                        </a:lnTo>
                        <a:lnTo>
                          <a:pt x="183" y="246"/>
                        </a:lnTo>
                        <a:lnTo>
                          <a:pt x="147" y="285"/>
                        </a:lnTo>
                        <a:lnTo>
                          <a:pt x="111" y="339"/>
                        </a:lnTo>
                        <a:lnTo>
                          <a:pt x="78" y="396"/>
                        </a:lnTo>
                        <a:lnTo>
                          <a:pt x="57" y="450"/>
                        </a:lnTo>
                        <a:lnTo>
                          <a:pt x="39" y="514"/>
                        </a:lnTo>
                        <a:lnTo>
                          <a:pt x="27" y="592"/>
                        </a:lnTo>
                        <a:lnTo>
                          <a:pt x="21" y="685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18" name="Freeform 109">
                    <a:extLst>
                      <a:ext uri="{FF2B5EF4-FFF2-40B4-BE49-F238E27FC236}">
                        <a16:creationId xmlns:a16="http://schemas.microsoft.com/office/drawing/2014/main" id="{4C032AD2-8104-FA48-8FDB-12AA1D7316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8" y="1536"/>
                    <a:ext cx="1106" cy="841"/>
                  </a:xfrm>
                  <a:custGeom>
                    <a:avLst/>
                    <a:gdLst>
                      <a:gd name="T0" fmla="*/ 0 w 1106"/>
                      <a:gd name="T1" fmla="*/ 511 h 841"/>
                      <a:gd name="T2" fmla="*/ 63 w 1106"/>
                      <a:gd name="T3" fmla="*/ 583 h 841"/>
                      <a:gd name="T4" fmla="*/ 132 w 1106"/>
                      <a:gd name="T5" fmla="*/ 646 h 841"/>
                      <a:gd name="T6" fmla="*/ 195 w 1106"/>
                      <a:gd name="T7" fmla="*/ 682 h 841"/>
                      <a:gd name="T8" fmla="*/ 286 w 1106"/>
                      <a:gd name="T9" fmla="*/ 721 h 841"/>
                      <a:gd name="T10" fmla="*/ 358 w 1106"/>
                      <a:gd name="T11" fmla="*/ 742 h 841"/>
                      <a:gd name="T12" fmla="*/ 424 w 1106"/>
                      <a:gd name="T13" fmla="*/ 751 h 841"/>
                      <a:gd name="T14" fmla="*/ 502 w 1106"/>
                      <a:gd name="T15" fmla="*/ 751 h 841"/>
                      <a:gd name="T16" fmla="*/ 559 w 1106"/>
                      <a:gd name="T17" fmla="*/ 745 h 841"/>
                      <a:gd name="T18" fmla="*/ 628 w 1106"/>
                      <a:gd name="T19" fmla="*/ 733 h 841"/>
                      <a:gd name="T20" fmla="*/ 697 w 1106"/>
                      <a:gd name="T21" fmla="*/ 712 h 841"/>
                      <a:gd name="T22" fmla="*/ 754 w 1106"/>
                      <a:gd name="T23" fmla="*/ 682 h 841"/>
                      <a:gd name="T24" fmla="*/ 808 w 1106"/>
                      <a:gd name="T25" fmla="*/ 649 h 841"/>
                      <a:gd name="T26" fmla="*/ 856 w 1106"/>
                      <a:gd name="T27" fmla="*/ 616 h 841"/>
                      <a:gd name="T28" fmla="*/ 904 w 1106"/>
                      <a:gd name="T29" fmla="*/ 568 h 841"/>
                      <a:gd name="T30" fmla="*/ 952 w 1106"/>
                      <a:gd name="T31" fmla="*/ 514 h 841"/>
                      <a:gd name="T32" fmla="*/ 989 w 1106"/>
                      <a:gd name="T33" fmla="*/ 463 h 841"/>
                      <a:gd name="T34" fmla="*/ 1010 w 1106"/>
                      <a:gd name="T35" fmla="*/ 412 h 841"/>
                      <a:gd name="T36" fmla="*/ 1037 w 1106"/>
                      <a:gd name="T37" fmla="*/ 331 h 841"/>
                      <a:gd name="T38" fmla="*/ 1055 w 1106"/>
                      <a:gd name="T39" fmla="*/ 247 h 841"/>
                      <a:gd name="T40" fmla="*/ 1058 w 1106"/>
                      <a:gd name="T41" fmla="*/ 172 h 841"/>
                      <a:gd name="T42" fmla="*/ 1046 w 1106"/>
                      <a:gd name="T43" fmla="*/ 90 h 841"/>
                      <a:gd name="T44" fmla="*/ 1019 w 1106"/>
                      <a:gd name="T45" fmla="*/ 0 h 841"/>
                      <a:gd name="T46" fmla="*/ 1046 w 1106"/>
                      <a:gd name="T47" fmla="*/ 48 h 841"/>
                      <a:gd name="T48" fmla="*/ 1076 w 1106"/>
                      <a:gd name="T49" fmla="*/ 117 h 841"/>
                      <a:gd name="T50" fmla="*/ 1091 w 1106"/>
                      <a:gd name="T51" fmla="*/ 181 h 841"/>
                      <a:gd name="T52" fmla="*/ 1106 w 1106"/>
                      <a:gd name="T53" fmla="*/ 241 h 841"/>
                      <a:gd name="T54" fmla="*/ 1103 w 1106"/>
                      <a:gd name="T55" fmla="*/ 292 h 841"/>
                      <a:gd name="T56" fmla="*/ 1100 w 1106"/>
                      <a:gd name="T57" fmla="*/ 361 h 841"/>
                      <a:gd name="T58" fmla="*/ 1064 w 1106"/>
                      <a:gd name="T59" fmla="*/ 493 h 841"/>
                      <a:gd name="T60" fmla="*/ 1028 w 1106"/>
                      <a:gd name="T61" fmla="*/ 565 h 841"/>
                      <a:gd name="T62" fmla="*/ 983 w 1106"/>
                      <a:gd name="T63" fmla="*/ 628 h 841"/>
                      <a:gd name="T64" fmla="*/ 934 w 1106"/>
                      <a:gd name="T65" fmla="*/ 682 h 841"/>
                      <a:gd name="T66" fmla="*/ 886 w 1106"/>
                      <a:gd name="T67" fmla="*/ 721 h 841"/>
                      <a:gd name="T68" fmla="*/ 820 w 1106"/>
                      <a:gd name="T69" fmla="*/ 766 h 841"/>
                      <a:gd name="T70" fmla="*/ 754 w 1106"/>
                      <a:gd name="T71" fmla="*/ 796 h 841"/>
                      <a:gd name="T72" fmla="*/ 691 w 1106"/>
                      <a:gd name="T73" fmla="*/ 817 h 841"/>
                      <a:gd name="T74" fmla="*/ 610 w 1106"/>
                      <a:gd name="T75" fmla="*/ 838 h 841"/>
                      <a:gd name="T76" fmla="*/ 550 w 1106"/>
                      <a:gd name="T77" fmla="*/ 841 h 841"/>
                      <a:gd name="T78" fmla="*/ 484 w 1106"/>
                      <a:gd name="T79" fmla="*/ 841 h 841"/>
                      <a:gd name="T80" fmla="*/ 418 w 1106"/>
                      <a:gd name="T81" fmla="*/ 829 h 841"/>
                      <a:gd name="T82" fmla="*/ 346 w 1106"/>
                      <a:gd name="T83" fmla="*/ 814 h 841"/>
                      <a:gd name="T84" fmla="*/ 298 w 1106"/>
                      <a:gd name="T85" fmla="*/ 796 h 841"/>
                      <a:gd name="T86" fmla="*/ 234 w 1106"/>
                      <a:gd name="T87" fmla="*/ 763 h 841"/>
                      <a:gd name="T88" fmla="*/ 180 w 1106"/>
                      <a:gd name="T89" fmla="*/ 733 h 841"/>
                      <a:gd name="T90" fmla="*/ 129 w 1106"/>
                      <a:gd name="T91" fmla="*/ 691 h 841"/>
                      <a:gd name="T92" fmla="*/ 75 w 1106"/>
                      <a:gd name="T93" fmla="*/ 634 h 841"/>
                      <a:gd name="T94" fmla="*/ 24 w 1106"/>
                      <a:gd name="T95" fmla="*/ 562 h 841"/>
                      <a:gd name="T96" fmla="*/ 0 w 1106"/>
                      <a:gd name="T97" fmla="*/ 511 h 841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106"/>
                      <a:gd name="T148" fmla="*/ 0 h 841"/>
                      <a:gd name="T149" fmla="*/ 1106 w 1106"/>
                      <a:gd name="T150" fmla="*/ 841 h 841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106" h="841">
                        <a:moveTo>
                          <a:pt x="0" y="511"/>
                        </a:moveTo>
                        <a:lnTo>
                          <a:pt x="63" y="583"/>
                        </a:lnTo>
                        <a:lnTo>
                          <a:pt x="132" y="646"/>
                        </a:lnTo>
                        <a:lnTo>
                          <a:pt x="195" y="682"/>
                        </a:lnTo>
                        <a:lnTo>
                          <a:pt x="286" y="721"/>
                        </a:lnTo>
                        <a:lnTo>
                          <a:pt x="358" y="742"/>
                        </a:lnTo>
                        <a:lnTo>
                          <a:pt x="424" y="751"/>
                        </a:lnTo>
                        <a:lnTo>
                          <a:pt x="502" y="751"/>
                        </a:lnTo>
                        <a:lnTo>
                          <a:pt x="559" y="745"/>
                        </a:lnTo>
                        <a:lnTo>
                          <a:pt x="628" y="733"/>
                        </a:lnTo>
                        <a:lnTo>
                          <a:pt x="697" y="712"/>
                        </a:lnTo>
                        <a:lnTo>
                          <a:pt x="754" y="682"/>
                        </a:lnTo>
                        <a:lnTo>
                          <a:pt x="808" y="649"/>
                        </a:lnTo>
                        <a:lnTo>
                          <a:pt x="856" y="616"/>
                        </a:lnTo>
                        <a:lnTo>
                          <a:pt x="904" y="568"/>
                        </a:lnTo>
                        <a:lnTo>
                          <a:pt x="952" y="514"/>
                        </a:lnTo>
                        <a:lnTo>
                          <a:pt x="989" y="463"/>
                        </a:lnTo>
                        <a:lnTo>
                          <a:pt x="1010" y="412"/>
                        </a:lnTo>
                        <a:lnTo>
                          <a:pt x="1037" y="331"/>
                        </a:lnTo>
                        <a:lnTo>
                          <a:pt x="1055" y="247"/>
                        </a:lnTo>
                        <a:lnTo>
                          <a:pt x="1058" y="172"/>
                        </a:lnTo>
                        <a:lnTo>
                          <a:pt x="1046" y="90"/>
                        </a:lnTo>
                        <a:lnTo>
                          <a:pt x="1019" y="0"/>
                        </a:lnTo>
                        <a:lnTo>
                          <a:pt x="1046" y="48"/>
                        </a:lnTo>
                        <a:lnTo>
                          <a:pt x="1076" y="117"/>
                        </a:lnTo>
                        <a:lnTo>
                          <a:pt x="1091" y="181"/>
                        </a:lnTo>
                        <a:lnTo>
                          <a:pt x="1106" y="241"/>
                        </a:lnTo>
                        <a:lnTo>
                          <a:pt x="1103" y="292"/>
                        </a:lnTo>
                        <a:lnTo>
                          <a:pt x="1100" y="361"/>
                        </a:lnTo>
                        <a:lnTo>
                          <a:pt x="1064" y="493"/>
                        </a:lnTo>
                        <a:lnTo>
                          <a:pt x="1028" y="565"/>
                        </a:lnTo>
                        <a:lnTo>
                          <a:pt x="983" y="628"/>
                        </a:lnTo>
                        <a:lnTo>
                          <a:pt x="934" y="682"/>
                        </a:lnTo>
                        <a:lnTo>
                          <a:pt x="886" y="721"/>
                        </a:lnTo>
                        <a:lnTo>
                          <a:pt x="820" y="766"/>
                        </a:lnTo>
                        <a:lnTo>
                          <a:pt x="754" y="796"/>
                        </a:lnTo>
                        <a:lnTo>
                          <a:pt x="691" y="817"/>
                        </a:lnTo>
                        <a:lnTo>
                          <a:pt x="610" y="838"/>
                        </a:lnTo>
                        <a:lnTo>
                          <a:pt x="550" y="841"/>
                        </a:lnTo>
                        <a:lnTo>
                          <a:pt x="484" y="841"/>
                        </a:lnTo>
                        <a:lnTo>
                          <a:pt x="418" y="829"/>
                        </a:lnTo>
                        <a:lnTo>
                          <a:pt x="346" y="814"/>
                        </a:lnTo>
                        <a:lnTo>
                          <a:pt x="298" y="796"/>
                        </a:lnTo>
                        <a:lnTo>
                          <a:pt x="234" y="763"/>
                        </a:lnTo>
                        <a:lnTo>
                          <a:pt x="180" y="733"/>
                        </a:lnTo>
                        <a:lnTo>
                          <a:pt x="129" y="691"/>
                        </a:lnTo>
                        <a:lnTo>
                          <a:pt x="75" y="634"/>
                        </a:lnTo>
                        <a:lnTo>
                          <a:pt x="24" y="562"/>
                        </a:lnTo>
                        <a:lnTo>
                          <a:pt x="0" y="5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88112" name="Group 110">
                  <a:extLst>
                    <a:ext uri="{FF2B5EF4-FFF2-40B4-BE49-F238E27FC236}">
                      <a16:creationId xmlns:a16="http://schemas.microsoft.com/office/drawing/2014/main" id="{52620523-6777-1C44-98D0-0CB0535F90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10" y="1213"/>
                  <a:ext cx="1172" cy="1113"/>
                  <a:chOff x="2210" y="1213"/>
                  <a:chExt cx="1172" cy="1113"/>
                </a:xfrm>
              </p:grpSpPr>
              <p:sp>
                <p:nvSpPr>
                  <p:cNvPr id="88113" name="Freeform 111">
                    <a:extLst>
                      <a:ext uri="{FF2B5EF4-FFF2-40B4-BE49-F238E27FC236}">
                        <a16:creationId xmlns:a16="http://schemas.microsoft.com/office/drawing/2014/main" id="{47D7AA4B-F2B7-D745-BC03-0C3C4AB45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76" y="2048"/>
                    <a:ext cx="287" cy="278"/>
                  </a:xfrm>
                  <a:custGeom>
                    <a:avLst/>
                    <a:gdLst>
                      <a:gd name="T0" fmla="*/ 0 w 287"/>
                      <a:gd name="T1" fmla="*/ 0 h 278"/>
                      <a:gd name="T2" fmla="*/ 30 w 287"/>
                      <a:gd name="T3" fmla="*/ 56 h 278"/>
                      <a:gd name="T4" fmla="*/ 59 w 287"/>
                      <a:gd name="T5" fmla="*/ 99 h 278"/>
                      <a:gd name="T6" fmla="*/ 90 w 287"/>
                      <a:gd name="T7" fmla="*/ 138 h 278"/>
                      <a:gd name="T8" fmla="*/ 138 w 287"/>
                      <a:gd name="T9" fmla="*/ 185 h 278"/>
                      <a:gd name="T10" fmla="*/ 174 w 287"/>
                      <a:gd name="T11" fmla="*/ 215 h 278"/>
                      <a:gd name="T12" fmla="*/ 220 w 287"/>
                      <a:gd name="T13" fmla="*/ 244 h 278"/>
                      <a:gd name="T14" fmla="*/ 287 w 287"/>
                      <a:gd name="T15" fmla="*/ 278 h 278"/>
                      <a:gd name="T16" fmla="*/ 212 w 287"/>
                      <a:gd name="T17" fmla="*/ 176 h 278"/>
                      <a:gd name="T18" fmla="*/ 170 w 287"/>
                      <a:gd name="T19" fmla="*/ 152 h 278"/>
                      <a:gd name="T20" fmla="*/ 140 w 287"/>
                      <a:gd name="T21" fmla="*/ 131 h 278"/>
                      <a:gd name="T22" fmla="*/ 96 w 287"/>
                      <a:gd name="T23" fmla="*/ 101 h 278"/>
                      <a:gd name="T24" fmla="*/ 62 w 287"/>
                      <a:gd name="T25" fmla="*/ 69 h 278"/>
                      <a:gd name="T26" fmla="*/ 35 w 287"/>
                      <a:gd name="T27" fmla="*/ 42 h 278"/>
                      <a:gd name="T28" fmla="*/ 0 w 287"/>
                      <a:gd name="T29" fmla="*/ 0 h 278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87"/>
                      <a:gd name="T46" fmla="*/ 0 h 278"/>
                      <a:gd name="T47" fmla="*/ 287 w 287"/>
                      <a:gd name="T48" fmla="*/ 278 h 278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87" h="278">
                        <a:moveTo>
                          <a:pt x="0" y="0"/>
                        </a:moveTo>
                        <a:lnTo>
                          <a:pt x="30" y="56"/>
                        </a:lnTo>
                        <a:lnTo>
                          <a:pt x="59" y="99"/>
                        </a:lnTo>
                        <a:lnTo>
                          <a:pt x="90" y="138"/>
                        </a:lnTo>
                        <a:lnTo>
                          <a:pt x="138" y="185"/>
                        </a:lnTo>
                        <a:lnTo>
                          <a:pt x="174" y="215"/>
                        </a:lnTo>
                        <a:lnTo>
                          <a:pt x="220" y="244"/>
                        </a:lnTo>
                        <a:lnTo>
                          <a:pt x="287" y="278"/>
                        </a:lnTo>
                        <a:lnTo>
                          <a:pt x="212" y="176"/>
                        </a:lnTo>
                        <a:lnTo>
                          <a:pt x="170" y="152"/>
                        </a:lnTo>
                        <a:lnTo>
                          <a:pt x="140" y="131"/>
                        </a:lnTo>
                        <a:lnTo>
                          <a:pt x="96" y="101"/>
                        </a:lnTo>
                        <a:lnTo>
                          <a:pt x="62" y="69"/>
                        </a:lnTo>
                        <a:lnTo>
                          <a:pt x="35" y="4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14" name="Freeform 112">
                    <a:extLst>
                      <a:ext uri="{FF2B5EF4-FFF2-40B4-BE49-F238E27FC236}">
                        <a16:creationId xmlns:a16="http://schemas.microsoft.com/office/drawing/2014/main" id="{CB5CDE7E-A4CF-564C-AB40-8765406762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79" y="1530"/>
                    <a:ext cx="103" cy="546"/>
                  </a:xfrm>
                  <a:custGeom>
                    <a:avLst/>
                    <a:gdLst>
                      <a:gd name="T0" fmla="*/ 19 w 103"/>
                      <a:gd name="T1" fmla="*/ 0 h 546"/>
                      <a:gd name="T2" fmla="*/ 39 w 103"/>
                      <a:gd name="T3" fmla="*/ 37 h 546"/>
                      <a:gd name="T4" fmla="*/ 52 w 103"/>
                      <a:gd name="T5" fmla="*/ 69 h 546"/>
                      <a:gd name="T6" fmla="*/ 66 w 103"/>
                      <a:gd name="T7" fmla="*/ 102 h 546"/>
                      <a:gd name="T8" fmla="*/ 76 w 103"/>
                      <a:gd name="T9" fmla="*/ 134 h 546"/>
                      <a:gd name="T10" fmla="*/ 84 w 103"/>
                      <a:gd name="T11" fmla="*/ 164 h 546"/>
                      <a:gd name="T12" fmla="*/ 99 w 103"/>
                      <a:gd name="T13" fmla="*/ 217 h 546"/>
                      <a:gd name="T14" fmla="*/ 103 w 103"/>
                      <a:gd name="T15" fmla="*/ 269 h 546"/>
                      <a:gd name="T16" fmla="*/ 100 w 103"/>
                      <a:gd name="T17" fmla="*/ 349 h 546"/>
                      <a:gd name="T18" fmla="*/ 93 w 103"/>
                      <a:gd name="T19" fmla="*/ 403 h 546"/>
                      <a:gd name="T20" fmla="*/ 82 w 103"/>
                      <a:gd name="T21" fmla="*/ 447 h 546"/>
                      <a:gd name="T22" fmla="*/ 65 w 103"/>
                      <a:gd name="T23" fmla="*/ 493 h 546"/>
                      <a:gd name="T24" fmla="*/ 42 w 103"/>
                      <a:gd name="T25" fmla="*/ 546 h 546"/>
                      <a:gd name="T26" fmla="*/ 0 w 103"/>
                      <a:gd name="T27" fmla="*/ 443 h 546"/>
                      <a:gd name="T28" fmla="*/ 19 w 103"/>
                      <a:gd name="T29" fmla="*/ 398 h 546"/>
                      <a:gd name="T30" fmla="*/ 28 w 103"/>
                      <a:gd name="T31" fmla="*/ 374 h 546"/>
                      <a:gd name="T32" fmla="*/ 39 w 103"/>
                      <a:gd name="T33" fmla="*/ 343 h 546"/>
                      <a:gd name="T34" fmla="*/ 46 w 103"/>
                      <a:gd name="T35" fmla="*/ 311 h 546"/>
                      <a:gd name="T36" fmla="*/ 52 w 103"/>
                      <a:gd name="T37" fmla="*/ 262 h 546"/>
                      <a:gd name="T38" fmla="*/ 55 w 103"/>
                      <a:gd name="T39" fmla="*/ 221 h 546"/>
                      <a:gd name="T40" fmla="*/ 55 w 103"/>
                      <a:gd name="T41" fmla="*/ 160 h 546"/>
                      <a:gd name="T42" fmla="*/ 46 w 103"/>
                      <a:gd name="T43" fmla="*/ 105 h 546"/>
                      <a:gd name="T44" fmla="*/ 36 w 103"/>
                      <a:gd name="T45" fmla="*/ 60 h 546"/>
                      <a:gd name="T46" fmla="*/ 30 w 103"/>
                      <a:gd name="T47" fmla="*/ 36 h 546"/>
                      <a:gd name="T48" fmla="*/ 19 w 103"/>
                      <a:gd name="T49" fmla="*/ 0 h 54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03"/>
                      <a:gd name="T76" fmla="*/ 0 h 546"/>
                      <a:gd name="T77" fmla="*/ 103 w 103"/>
                      <a:gd name="T78" fmla="*/ 546 h 54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03" h="546">
                        <a:moveTo>
                          <a:pt x="19" y="0"/>
                        </a:moveTo>
                        <a:lnTo>
                          <a:pt x="39" y="37"/>
                        </a:lnTo>
                        <a:lnTo>
                          <a:pt x="52" y="69"/>
                        </a:lnTo>
                        <a:lnTo>
                          <a:pt x="66" y="102"/>
                        </a:lnTo>
                        <a:lnTo>
                          <a:pt x="76" y="134"/>
                        </a:lnTo>
                        <a:lnTo>
                          <a:pt x="84" y="164"/>
                        </a:lnTo>
                        <a:lnTo>
                          <a:pt x="99" y="217"/>
                        </a:lnTo>
                        <a:lnTo>
                          <a:pt x="103" y="269"/>
                        </a:lnTo>
                        <a:lnTo>
                          <a:pt x="100" y="349"/>
                        </a:lnTo>
                        <a:lnTo>
                          <a:pt x="93" y="403"/>
                        </a:lnTo>
                        <a:lnTo>
                          <a:pt x="82" y="447"/>
                        </a:lnTo>
                        <a:lnTo>
                          <a:pt x="65" y="493"/>
                        </a:lnTo>
                        <a:lnTo>
                          <a:pt x="42" y="546"/>
                        </a:lnTo>
                        <a:lnTo>
                          <a:pt x="0" y="443"/>
                        </a:lnTo>
                        <a:lnTo>
                          <a:pt x="19" y="398"/>
                        </a:lnTo>
                        <a:lnTo>
                          <a:pt x="28" y="374"/>
                        </a:lnTo>
                        <a:lnTo>
                          <a:pt x="39" y="343"/>
                        </a:lnTo>
                        <a:lnTo>
                          <a:pt x="46" y="311"/>
                        </a:lnTo>
                        <a:lnTo>
                          <a:pt x="52" y="262"/>
                        </a:lnTo>
                        <a:lnTo>
                          <a:pt x="55" y="221"/>
                        </a:lnTo>
                        <a:lnTo>
                          <a:pt x="55" y="160"/>
                        </a:lnTo>
                        <a:lnTo>
                          <a:pt x="46" y="105"/>
                        </a:lnTo>
                        <a:lnTo>
                          <a:pt x="36" y="60"/>
                        </a:lnTo>
                        <a:lnTo>
                          <a:pt x="30" y="36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15" name="Freeform 113">
                    <a:extLst>
                      <a:ext uri="{FF2B5EF4-FFF2-40B4-BE49-F238E27FC236}">
                        <a16:creationId xmlns:a16="http://schemas.microsoft.com/office/drawing/2014/main" id="{6F335817-5D87-1E42-8788-189DBA5109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41" y="1213"/>
                    <a:ext cx="408" cy="165"/>
                  </a:xfrm>
                  <a:custGeom>
                    <a:avLst/>
                    <a:gdLst>
                      <a:gd name="T0" fmla="*/ 0 w 408"/>
                      <a:gd name="T1" fmla="*/ 0 h 165"/>
                      <a:gd name="T2" fmla="*/ 31 w 408"/>
                      <a:gd name="T3" fmla="*/ 60 h 165"/>
                      <a:gd name="T4" fmla="*/ 79 w 408"/>
                      <a:gd name="T5" fmla="*/ 57 h 165"/>
                      <a:gd name="T6" fmla="*/ 123 w 408"/>
                      <a:gd name="T7" fmla="*/ 60 h 165"/>
                      <a:gd name="T8" fmla="*/ 164 w 408"/>
                      <a:gd name="T9" fmla="*/ 66 h 165"/>
                      <a:gd name="T10" fmla="*/ 202 w 408"/>
                      <a:gd name="T11" fmla="*/ 73 h 165"/>
                      <a:gd name="T12" fmla="*/ 240 w 408"/>
                      <a:gd name="T13" fmla="*/ 83 h 165"/>
                      <a:gd name="T14" fmla="*/ 266 w 408"/>
                      <a:gd name="T15" fmla="*/ 91 h 165"/>
                      <a:gd name="T16" fmla="*/ 300 w 408"/>
                      <a:gd name="T17" fmla="*/ 105 h 165"/>
                      <a:gd name="T18" fmla="*/ 339 w 408"/>
                      <a:gd name="T19" fmla="*/ 124 h 165"/>
                      <a:gd name="T20" fmla="*/ 408 w 408"/>
                      <a:gd name="T21" fmla="*/ 165 h 165"/>
                      <a:gd name="T22" fmla="*/ 368 w 408"/>
                      <a:gd name="T23" fmla="*/ 123 h 165"/>
                      <a:gd name="T24" fmla="*/ 340 w 408"/>
                      <a:gd name="T25" fmla="*/ 102 h 165"/>
                      <a:gd name="T26" fmla="*/ 303 w 408"/>
                      <a:gd name="T27" fmla="*/ 78 h 165"/>
                      <a:gd name="T28" fmla="*/ 280 w 408"/>
                      <a:gd name="T29" fmla="*/ 64 h 165"/>
                      <a:gd name="T30" fmla="*/ 229 w 408"/>
                      <a:gd name="T31" fmla="*/ 40 h 165"/>
                      <a:gd name="T32" fmla="*/ 196 w 408"/>
                      <a:gd name="T33" fmla="*/ 28 h 165"/>
                      <a:gd name="T34" fmla="*/ 169 w 408"/>
                      <a:gd name="T35" fmla="*/ 19 h 165"/>
                      <a:gd name="T36" fmla="*/ 144 w 408"/>
                      <a:gd name="T37" fmla="*/ 13 h 165"/>
                      <a:gd name="T38" fmla="*/ 105 w 408"/>
                      <a:gd name="T39" fmla="*/ 6 h 165"/>
                      <a:gd name="T40" fmla="*/ 64 w 408"/>
                      <a:gd name="T41" fmla="*/ 1 h 165"/>
                      <a:gd name="T42" fmla="*/ 18 w 408"/>
                      <a:gd name="T43" fmla="*/ 0 h 165"/>
                      <a:gd name="T44" fmla="*/ 0 w 408"/>
                      <a:gd name="T45" fmla="*/ 0 h 165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08"/>
                      <a:gd name="T70" fmla="*/ 0 h 165"/>
                      <a:gd name="T71" fmla="*/ 408 w 408"/>
                      <a:gd name="T72" fmla="*/ 165 h 165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08" h="165">
                        <a:moveTo>
                          <a:pt x="0" y="0"/>
                        </a:moveTo>
                        <a:lnTo>
                          <a:pt x="31" y="60"/>
                        </a:lnTo>
                        <a:lnTo>
                          <a:pt x="79" y="57"/>
                        </a:lnTo>
                        <a:lnTo>
                          <a:pt x="123" y="60"/>
                        </a:lnTo>
                        <a:lnTo>
                          <a:pt x="164" y="66"/>
                        </a:lnTo>
                        <a:lnTo>
                          <a:pt x="202" y="73"/>
                        </a:lnTo>
                        <a:lnTo>
                          <a:pt x="240" y="83"/>
                        </a:lnTo>
                        <a:lnTo>
                          <a:pt x="266" y="91"/>
                        </a:lnTo>
                        <a:lnTo>
                          <a:pt x="300" y="105"/>
                        </a:lnTo>
                        <a:lnTo>
                          <a:pt x="339" y="124"/>
                        </a:lnTo>
                        <a:lnTo>
                          <a:pt x="408" y="165"/>
                        </a:lnTo>
                        <a:lnTo>
                          <a:pt x="368" y="123"/>
                        </a:lnTo>
                        <a:lnTo>
                          <a:pt x="340" y="102"/>
                        </a:lnTo>
                        <a:lnTo>
                          <a:pt x="303" y="78"/>
                        </a:lnTo>
                        <a:lnTo>
                          <a:pt x="280" y="64"/>
                        </a:lnTo>
                        <a:lnTo>
                          <a:pt x="229" y="40"/>
                        </a:lnTo>
                        <a:lnTo>
                          <a:pt x="196" y="28"/>
                        </a:lnTo>
                        <a:lnTo>
                          <a:pt x="169" y="19"/>
                        </a:lnTo>
                        <a:lnTo>
                          <a:pt x="144" y="13"/>
                        </a:lnTo>
                        <a:lnTo>
                          <a:pt x="105" y="6"/>
                        </a:lnTo>
                        <a:lnTo>
                          <a:pt x="64" y="1"/>
                        </a:lnTo>
                        <a:lnTo>
                          <a:pt x="1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16" name="Freeform 114">
                    <a:extLst>
                      <a:ext uri="{FF2B5EF4-FFF2-40B4-BE49-F238E27FC236}">
                        <a16:creationId xmlns:a16="http://schemas.microsoft.com/office/drawing/2014/main" id="{5BF1F32F-A0B2-3B4B-87F0-D5E4EAAE47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0" y="1445"/>
                    <a:ext cx="130" cy="387"/>
                  </a:xfrm>
                  <a:custGeom>
                    <a:avLst/>
                    <a:gdLst>
                      <a:gd name="T0" fmla="*/ 0 w 130"/>
                      <a:gd name="T1" fmla="*/ 297 h 387"/>
                      <a:gd name="T2" fmla="*/ 3 w 130"/>
                      <a:gd name="T3" fmla="*/ 267 h 387"/>
                      <a:gd name="T4" fmla="*/ 5 w 130"/>
                      <a:gd name="T5" fmla="*/ 234 h 387"/>
                      <a:gd name="T6" fmla="*/ 14 w 130"/>
                      <a:gd name="T7" fmla="*/ 181 h 387"/>
                      <a:gd name="T8" fmla="*/ 24 w 130"/>
                      <a:gd name="T9" fmla="*/ 139 h 387"/>
                      <a:gd name="T10" fmla="*/ 38 w 130"/>
                      <a:gd name="T11" fmla="*/ 101 h 387"/>
                      <a:gd name="T12" fmla="*/ 56 w 130"/>
                      <a:gd name="T13" fmla="*/ 62 h 387"/>
                      <a:gd name="T14" fmla="*/ 72 w 130"/>
                      <a:gd name="T15" fmla="*/ 32 h 387"/>
                      <a:gd name="T16" fmla="*/ 92 w 130"/>
                      <a:gd name="T17" fmla="*/ 0 h 387"/>
                      <a:gd name="T18" fmla="*/ 130 w 130"/>
                      <a:gd name="T19" fmla="*/ 50 h 387"/>
                      <a:gd name="T20" fmla="*/ 108 w 130"/>
                      <a:gd name="T21" fmla="*/ 80 h 387"/>
                      <a:gd name="T22" fmla="*/ 92 w 130"/>
                      <a:gd name="T23" fmla="*/ 107 h 387"/>
                      <a:gd name="T24" fmla="*/ 79 w 130"/>
                      <a:gd name="T25" fmla="*/ 132 h 387"/>
                      <a:gd name="T26" fmla="*/ 60 w 130"/>
                      <a:gd name="T27" fmla="*/ 167 h 387"/>
                      <a:gd name="T28" fmla="*/ 48 w 130"/>
                      <a:gd name="T29" fmla="*/ 198 h 387"/>
                      <a:gd name="T30" fmla="*/ 41 w 130"/>
                      <a:gd name="T31" fmla="*/ 228 h 387"/>
                      <a:gd name="T32" fmla="*/ 32 w 130"/>
                      <a:gd name="T33" fmla="*/ 258 h 387"/>
                      <a:gd name="T34" fmla="*/ 26 w 130"/>
                      <a:gd name="T35" fmla="*/ 291 h 387"/>
                      <a:gd name="T36" fmla="*/ 21 w 130"/>
                      <a:gd name="T37" fmla="*/ 331 h 387"/>
                      <a:gd name="T38" fmla="*/ 17 w 130"/>
                      <a:gd name="T39" fmla="*/ 371 h 387"/>
                      <a:gd name="T40" fmla="*/ 10 w 130"/>
                      <a:gd name="T41" fmla="*/ 387 h 387"/>
                      <a:gd name="T42" fmla="*/ 0 w 130"/>
                      <a:gd name="T43" fmla="*/ 297 h 387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30"/>
                      <a:gd name="T67" fmla="*/ 0 h 387"/>
                      <a:gd name="T68" fmla="*/ 130 w 130"/>
                      <a:gd name="T69" fmla="*/ 387 h 387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30" h="387">
                        <a:moveTo>
                          <a:pt x="0" y="297"/>
                        </a:moveTo>
                        <a:lnTo>
                          <a:pt x="3" y="267"/>
                        </a:lnTo>
                        <a:lnTo>
                          <a:pt x="5" y="234"/>
                        </a:lnTo>
                        <a:lnTo>
                          <a:pt x="14" y="181"/>
                        </a:lnTo>
                        <a:lnTo>
                          <a:pt x="24" y="139"/>
                        </a:lnTo>
                        <a:lnTo>
                          <a:pt x="38" y="101"/>
                        </a:lnTo>
                        <a:lnTo>
                          <a:pt x="56" y="62"/>
                        </a:lnTo>
                        <a:lnTo>
                          <a:pt x="72" y="32"/>
                        </a:lnTo>
                        <a:lnTo>
                          <a:pt x="92" y="0"/>
                        </a:lnTo>
                        <a:lnTo>
                          <a:pt x="130" y="50"/>
                        </a:lnTo>
                        <a:lnTo>
                          <a:pt x="108" y="80"/>
                        </a:lnTo>
                        <a:lnTo>
                          <a:pt x="92" y="107"/>
                        </a:lnTo>
                        <a:lnTo>
                          <a:pt x="79" y="132"/>
                        </a:lnTo>
                        <a:lnTo>
                          <a:pt x="60" y="167"/>
                        </a:lnTo>
                        <a:lnTo>
                          <a:pt x="48" y="198"/>
                        </a:lnTo>
                        <a:lnTo>
                          <a:pt x="41" y="228"/>
                        </a:lnTo>
                        <a:lnTo>
                          <a:pt x="32" y="258"/>
                        </a:lnTo>
                        <a:lnTo>
                          <a:pt x="26" y="291"/>
                        </a:lnTo>
                        <a:lnTo>
                          <a:pt x="21" y="331"/>
                        </a:lnTo>
                        <a:lnTo>
                          <a:pt x="17" y="371"/>
                        </a:lnTo>
                        <a:lnTo>
                          <a:pt x="10" y="387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  <p:sp>
            <p:nvSpPr>
              <p:cNvPr id="88106" name="Oval 115">
                <a:extLst>
                  <a:ext uri="{FF2B5EF4-FFF2-40B4-BE49-F238E27FC236}">
                    <a16:creationId xmlns:a16="http://schemas.microsoft.com/office/drawing/2014/main" id="{9AFD0F1A-2D59-654E-AF61-AC3DC0161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3"/>
                <a:ext cx="1154" cy="1105"/>
              </a:xfrm>
              <a:prstGeom prst="ellips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88107" name="Group 116">
                <a:extLst>
                  <a:ext uri="{FF2B5EF4-FFF2-40B4-BE49-F238E27FC236}">
                    <a16:creationId xmlns:a16="http://schemas.microsoft.com/office/drawing/2014/main" id="{53126F9D-6EF5-544D-ADDC-4321FB13B6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81" y="1183"/>
                <a:ext cx="1154" cy="1105"/>
                <a:chOff x="2181" y="1183"/>
                <a:chExt cx="1154" cy="1105"/>
              </a:xfrm>
            </p:grpSpPr>
            <p:sp>
              <p:nvSpPr>
                <p:cNvPr id="88108" name="Oval 117">
                  <a:extLst>
                    <a:ext uri="{FF2B5EF4-FFF2-40B4-BE49-F238E27FC236}">
                      <a16:creationId xmlns:a16="http://schemas.microsoft.com/office/drawing/2014/main" id="{7017E2C6-590E-534C-A947-899565E596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4" y="1198"/>
                  <a:ext cx="1127" cy="1078"/>
                </a:xfrm>
                <a:prstGeom prst="ellipse">
                  <a:avLst/>
                </a:prstGeom>
                <a:noFill/>
                <a:ln w="63500">
                  <a:solidFill>
                    <a:srgbClr val="9F9F9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8109" name="Oval 118">
                  <a:extLst>
                    <a:ext uri="{FF2B5EF4-FFF2-40B4-BE49-F238E27FC236}">
                      <a16:creationId xmlns:a16="http://schemas.microsoft.com/office/drawing/2014/main" id="{14A4633B-C740-4045-884C-13D474771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81" y="1183"/>
                  <a:ext cx="1154" cy="1105"/>
                </a:xfrm>
                <a:prstGeom prst="ellips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88110" name="Oval 119">
                  <a:extLst>
                    <a:ext uri="{FF2B5EF4-FFF2-40B4-BE49-F238E27FC236}">
                      <a16:creationId xmlns:a16="http://schemas.microsoft.com/office/drawing/2014/main" id="{2773A236-18C7-4C46-8AB4-D6A31760E1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13" y="1213"/>
                  <a:ext cx="1090" cy="1046"/>
                </a:xfrm>
                <a:prstGeom prst="ellips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</p:grpSp>
        </p:grpSp>
        <p:grpSp>
          <p:nvGrpSpPr>
            <p:cNvPr id="88069" name="Group 120">
              <a:extLst>
                <a:ext uri="{FF2B5EF4-FFF2-40B4-BE49-F238E27FC236}">
                  <a16:creationId xmlns:a16="http://schemas.microsoft.com/office/drawing/2014/main" id="{CC4B4C43-C74B-E147-BF4B-8DB5EAD837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8" y="2225"/>
              <a:ext cx="592" cy="924"/>
              <a:chOff x="3008" y="2225"/>
              <a:chExt cx="592" cy="924"/>
            </a:xfrm>
          </p:grpSpPr>
          <p:sp>
            <p:nvSpPr>
              <p:cNvPr id="88070" name="Freeform 121">
                <a:extLst>
                  <a:ext uri="{FF2B5EF4-FFF2-40B4-BE49-F238E27FC236}">
                    <a16:creationId xmlns:a16="http://schemas.microsoft.com/office/drawing/2014/main" id="{CE60A674-7FD7-1949-A31F-DD1D9B3B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72"/>
                <a:ext cx="564" cy="808"/>
              </a:xfrm>
              <a:custGeom>
                <a:avLst/>
                <a:gdLst>
                  <a:gd name="T0" fmla="*/ 0 w 564"/>
                  <a:gd name="T1" fmla="*/ 60 h 808"/>
                  <a:gd name="T2" fmla="*/ 400 w 564"/>
                  <a:gd name="T3" fmla="*/ 808 h 808"/>
                  <a:gd name="T4" fmla="*/ 564 w 564"/>
                  <a:gd name="T5" fmla="*/ 725 h 808"/>
                  <a:gd name="T6" fmla="*/ 162 w 564"/>
                  <a:gd name="T7" fmla="*/ 0 h 808"/>
                  <a:gd name="T8" fmla="*/ 0 w 564"/>
                  <a:gd name="T9" fmla="*/ 60 h 8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4"/>
                  <a:gd name="T16" fmla="*/ 0 h 808"/>
                  <a:gd name="T17" fmla="*/ 564 w 564"/>
                  <a:gd name="T18" fmla="*/ 808 h 8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4" h="808">
                    <a:moveTo>
                      <a:pt x="0" y="60"/>
                    </a:moveTo>
                    <a:lnTo>
                      <a:pt x="400" y="808"/>
                    </a:lnTo>
                    <a:lnTo>
                      <a:pt x="564" y="725"/>
                    </a:lnTo>
                    <a:lnTo>
                      <a:pt x="162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71" name="Arc 122">
                <a:extLst>
                  <a:ext uri="{FF2B5EF4-FFF2-40B4-BE49-F238E27FC236}">
                    <a16:creationId xmlns:a16="http://schemas.microsoft.com/office/drawing/2014/main" id="{B165D258-72A3-5042-B9E1-E1D661E4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25"/>
                <a:ext cx="170" cy="105"/>
              </a:xfrm>
              <a:custGeom>
                <a:avLst/>
                <a:gdLst>
                  <a:gd name="T0" fmla="*/ 0 w 42152"/>
                  <a:gd name="T1" fmla="*/ 0 h 27693"/>
                  <a:gd name="T2" fmla="*/ 0 w 42152"/>
                  <a:gd name="T3" fmla="*/ 0 h 27693"/>
                  <a:gd name="T4" fmla="*/ 0 w 42152"/>
                  <a:gd name="T5" fmla="*/ 0 h 27693"/>
                  <a:gd name="T6" fmla="*/ 0 60000 65536"/>
                  <a:gd name="T7" fmla="*/ 0 60000 65536"/>
                  <a:gd name="T8" fmla="*/ 0 60000 65536"/>
                  <a:gd name="T9" fmla="*/ 0 w 42152"/>
                  <a:gd name="T10" fmla="*/ 0 h 27693"/>
                  <a:gd name="T11" fmla="*/ 42152 w 42152"/>
                  <a:gd name="T12" fmla="*/ 27693 h 2769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152" h="27693" fill="none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</a:path>
                  <a:path w="42152" h="27693" stroke="0" extrusionOk="0">
                    <a:moveTo>
                      <a:pt x="877" y="27692"/>
                    </a:moveTo>
                    <a:cubicBezTo>
                      <a:pt x="295" y="25714"/>
                      <a:pt x="0" y="2366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968" y="-1"/>
                      <a:pt x="39268" y="6038"/>
                      <a:pt x="42151" y="14952"/>
                    </a:cubicBezTo>
                    <a:lnTo>
                      <a:pt x="21600" y="21600"/>
                    </a:lnTo>
                    <a:lnTo>
                      <a:pt x="877" y="27692"/>
                    </a:lnTo>
                    <a:close/>
                  </a:path>
                </a:pathLst>
              </a:custGeom>
              <a:solidFill>
                <a:srgbClr val="5F3F1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72" name="Arc 123">
                <a:extLst>
                  <a:ext uri="{FF2B5EF4-FFF2-40B4-BE49-F238E27FC236}">
                    <a16:creationId xmlns:a16="http://schemas.microsoft.com/office/drawing/2014/main" id="{3C1A2AE3-6118-374E-92C1-372AE5B04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6"/>
                <a:ext cx="172" cy="100"/>
              </a:xfrm>
              <a:custGeom>
                <a:avLst/>
                <a:gdLst>
                  <a:gd name="T0" fmla="*/ 0 w 42065"/>
                  <a:gd name="T1" fmla="*/ 0 h 24039"/>
                  <a:gd name="T2" fmla="*/ 0 w 42065"/>
                  <a:gd name="T3" fmla="*/ 0 h 24039"/>
                  <a:gd name="T4" fmla="*/ 0 w 42065"/>
                  <a:gd name="T5" fmla="*/ 0 h 24039"/>
                  <a:gd name="T6" fmla="*/ 0 60000 65536"/>
                  <a:gd name="T7" fmla="*/ 0 60000 65536"/>
                  <a:gd name="T8" fmla="*/ 0 60000 65536"/>
                  <a:gd name="T9" fmla="*/ 0 w 42065"/>
                  <a:gd name="T10" fmla="*/ 0 h 24039"/>
                  <a:gd name="T11" fmla="*/ 42065 w 42065"/>
                  <a:gd name="T12" fmla="*/ 24039 h 240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065" h="24039" fill="none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</a:path>
                  <a:path w="42065" h="24039" stroke="0" extrusionOk="0">
                    <a:moveTo>
                      <a:pt x="138" y="24038"/>
                    </a:moveTo>
                    <a:cubicBezTo>
                      <a:pt x="46" y="23229"/>
                      <a:pt x="0" y="22414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0866" y="-1"/>
                      <a:pt x="39100" y="5910"/>
                      <a:pt x="42064" y="14690"/>
                    </a:cubicBezTo>
                    <a:lnTo>
                      <a:pt x="21600" y="21600"/>
                    </a:lnTo>
                    <a:lnTo>
                      <a:pt x="138" y="24038"/>
                    </a:lnTo>
                    <a:close/>
                  </a:path>
                </a:pathLst>
              </a:custGeom>
              <a:solidFill>
                <a:srgbClr val="5F3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73" name="Freeform 124">
                <a:extLst>
                  <a:ext uri="{FF2B5EF4-FFF2-40B4-BE49-F238E27FC236}">
                    <a16:creationId xmlns:a16="http://schemas.microsoft.com/office/drawing/2014/main" id="{98E696E4-EFC3-5546-88F4-2F5F27A44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37"/>
                <a:ext cx="107" cy="207"/>
              </a:xfrm>
              <a:custGeom>
                <a:avLst/>
                <a:gdLst>
                  <a:gd name="T0" fmla="*/ 3 w 107"/>
                  <a:gd name="T1" fmla="*/ 96 h 207"/>
                  <a:gd name="T2" fmla="*/ 0 w 107"/>
                  <a:gd name="T3" fmla="*/ 82 h 207"/>
                  <a:gd name="T4" fmla="*/ 0 w 107"/>
                  <a:gd name="T5" fmla="*/ 69 h 207"/>
                  <a:gd name="T6" fmla="*/ 2 w 107"/>
                  <a:gd name="T7" fmla="*/ 58 h 207"/>
                  <a:gd name="T8" fmla="*/ 6 w 107"/>
                  <a:gd name="T9" fmla="*/ 42 h 207"/>
                  <a:gd name="T10" fmla="*/ 12 w 107"/>
                  <a:gd name="T11" fmla="*/ 29 h 207"/>
                  <a:gd name="T12" fmla="*/ 21 w 107"/>
                  <a:gd name="T13" fmla="*/ 17 h 207"/>
                  <a:gd name="T14" fmla="*/ 31 w 107"/>
                  <a:gd name="T15" fmla="*/ 7 h 207"/>
                  <a:gd name="T16" fmla="*/ 41 w 107"/>
                  <a:gd name="T17" fmla="*/ 0 h 207"/>
                  <a:gd name="T18" fmla="*/ 107 w 107"/>
                  <a:gd name="T19" fmla="*/ 112 h 207"/>
                  <a:gd name="T20" fmla="*/ 95 w 107"/>
                  <a:gd name="T21" fmla="*/ 119 h 207"/>
                  <a:gd name="T22" fmla="*/ 87 w 107"/>
                  <a:gd name="T23" fmla="*/ 127 h 207"/>
                  <a:gd name="T24" fmla="*/ 79 w 107"/>
                  <a:gd name="T25" fmla="*/ 135 h 207"/>
                  <a:gd name="T26" fmla="*/ 73 w 107"/>
                  <a:gd name="T27" fmla="*/ 145 h 207"/>
                  <a:gd name="T28" fmla="*/ 66 w 107"/>
                  <a:gd name="T29" fmla="*/ 163 h 207"/>
                  <a:gd name="T30" fmla="*/ 62 w 107"/>
                  <a:gd name="T31" fmla="*/ 187 h 207"/>
                  <a:gd name="T32" fmla="*/ 62 w 107"/>
                  <a:gd name="T33" fmla="*/ 207 h 207"/>
                  <a:gd name="T34" fmla="*/ 3 w 107"/>
                  <a:gd name="T35" fmla="*/ 96 h 20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7"/>
                  <a:gd name="T55" fmla="*/ 0 h 207"/>
                  <a:gd name="T56" fmla="*/ 107 w 107"/>
                  <a:gd name="T57" fmla="*/ 207 h 20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7" h="207">
                    <a:moveTo>
                      <a:pt x="3" y="96"/>
                    </a:moveTo>
                    <a:lnTo>
                      <a:pt x="0" y="82"/>
                    </a:lnTo>
                    <a:lnTo>
                      <a:pt x="0" y="69"/>
                    </a:lnTo>
                    <a:lnTo>
                      <a:pt x="2" y="58"/>
                    </a:lnTo>
                    <a:lnTo>
                      <a:pt x="6" y="42"/>
                    </a:lnTo>
                    <a:lnTo>
                      <a:pt x="12" y="29"/>
                    </a:lnTo>
                    <a:lnTo>
                      <a:pt x="21" y="17"/>
                    </a:lnTo>
                    <a:lnTo>
                      <a:pt x="31" y="7"/>
                    </a:lnTo>
                    <a:lnTo>
                      <a:pt x="41" y="0"/>
                    </a:lnTo>
                    <a:lnTo>
                      <a:pt x="107" y="112"/>
                    </a:lnTo>
                    <a:lnTo>
                      <a:pt x="95" y="119"/>
                    </a:lnTo>
                    <a:lnTo>
                      <a:pt x="87" y="127"/>
                    </a:lnTo>
                    <a:lnTo>
                      <a:pt x="79" y="135"/>
                    </a:lnTo>
                    <a:lnTo>
                      <a:pt x="73" y="145"/>
                    </a:lnTo>
                    <a:lnTo>
                      <a:pt x="66" y="163"/>
                    </a:lnTo>
                    <a:lnTo>
                      <a:pt x="62" y="187"/>
                    </a:lnTo>
                    <a:lnTo>
                      <a:pt x="62" y="207"/>
                    </a:lnTo>
                    <a:lnTo>
                      <a:pt x="3" y="96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74" name="Arc 125">
                <a:extLst>
                  <a:ext uri="{FF2B5EF4-FFF2-40B4-BE49-F238E27FC236}">
                    <a16:creationId xmlns:a16="http://schemas.microsoft.com/office/drawing/2014/main" id="{C380019D-B99F-FF4C-BAF4-C66C3C1D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29"/>
                <a:ext cx="87" cy="99"/>
              </a:xfrm>
              <a:custGeom>
                <a:avLst/>
                <a:gdLst>
                  <a:gd name="T0" fmla="*/ 0 w 21600"/>
                  <a:gd name="T1" fmla="*/ 0 h 26092"/>
                  <a:gd name="T2" fmla="*/ 0 w 21600"/>
                  <a:gd name="T3" fmla="*/ 0 h 26092"/>
                  <a:gd name="T4" fmla="*/ 0 w 21600"/>
                  <a:gd name="T5" fmla="*/ 0 h 26092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6092"/>
                  <a:gd name="T11" fmla="*/ 21600 w 21600"/>
                  <a:gd name="T12" fmla="*/ 26092 h 2609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6092" fill="none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</a:path>
                  <a:path w="21600" h="26092" stroke="0" extrusionOk="0">
                    <a:moveTo>
                      <a:pt x="806" y="26092"/>
                    </a:moveTo>
                    <a:cubicBezTo>
                      <a:pt x="271" y="24188"/>
                      <a:pt x="0" y="22221"/>
                      <a:pt x="0" y="20244"/>
                    </a:cubicBezTo>
                    <a:cubicBezTo>
                      <a:pt x="-1" y="11219"/>
                      <a:pt x="5610" y="3146"/>
                      <a:pt x="14067" y="-1"/>
                    </a:cubicBezTo>
                    <a:lnTo>
                      <a:pt x="21600" y="20244"/>
                    </a:lnTo>
                    <a:lnTo>
                      <a:pt x="806" y="26092"/>
                    </a:lnTo>
                    <a:close/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75" name="Arc 126">
                <a:extLst>
                  <a:ext uri="{FF2B5EF4-FFF2-40B4-BE49-F238E27FC236}">
                    <a16:creationId xmlns:a16="http://schemas.microsoft.com/office/drawing/2014/main" id="{7CA1EB5F-C5E6-0448-B277-C8CAFDA8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8"/>
                <a:ext cx="171" cy="103"/>
              </a:xfrm>
              <a:custGeom>
                <a:avLst/>
                <a:gdLst>
                  <a:gd name="T0" fmla="*/ 0 w 42293"/>
                  <a:gd name="T1" fmla="*/ 0 h 27167"/>
                  <a:gd name="T2" fmla="*/ 0 w 42293"/>
                  <a:gd name="T3" fmla="*/ 0 h 27167"/>
                  <a:gd name="T4" fmla="*/ 0 w 42293"/>
                  <a:gd name="T5" fmla="*/ 0 h 27167"/>
                  <a:gd name="T6" fmla="*/ 0 60000 65536"/>
                  <a:gd name="T7" fmla="*/ 0 60000 65536"/>
                  <a:gd name="T8" fmla="*/ 0 60000 65536"/>
                  <a:gd name="T9" fmla="*/ 0 w 42293"/>
                  <a:gd name="T10" fmla="*/ 0 h 27167"/>
                  <a:gd name="T11" fmla="*/ 42293 w 42293"/>
                  <a:gd name="T12" fmla="*/ 27167 h 2716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293" h="27167" fill="none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</a:path>
                  <a:path w="42293" h="27167" stroke="0" extrusionOk="0">
                    <a:moveTo>
                      <a:pt x="729" y="27167"/>
                    </a:moveTo>
                    <a:cubicBezTo>
                      <a:pt x="245" y="25351"/>
                      <a:pt x="0" y="23479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1144" y="-1"/>
                      <a:pt x="39556" y="6263"/>
                      <a:pt x="42293" y="15406"/>
                    </a:cubicBezTo>
                    <a:lnTo>
                      <a:pt x="21600" y="21600"/>
                    </a:lnTo>
                    <a:lnTo>
                      <a:pt x="729" y="27167"/>
                    </a:lnTo>
                    <a:close/>
                  </a:path>
                </a:pathLst>
              </a:custGeom>
              <a:solidFill>
                <a:srgbClr val="7F3F0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88076" name="Group 127">
                <a:extLst>
                  <a:ext uri="{FF2B5EF4-FFF2-40B4-BE49-F238E27FC236}">
                    <a16:creationId xmlns:a16="http://schemas.microsoft.com/office/drawing/2014/main" id="{C24DD180-4446-9B40-9E5D-B4997C3D36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78" y="2354"/>
                <a:ext cx="182" cy="119"/>
                <a:chOff x="3078" y="2354"/>
                <a:chExt cx="182" cy="119"/>
              </a:xfrm>
            </p:grpSpPr>
            <p:grpSp>
              <p:nvGrpSpPr>
                <p:cNvPr id="88100" name="Group 128">
                  <a:extLst>
                    <a:ext uri="{FF2B5EF4-FFF2-40B4-BE49-F238E27FC236}">
                      <a16:creationId xmlns:a16="http://schemas.microsoft.com/office/drawing/2014/main" id="{A0C96E13-A5F5-0340-9AC1-93D482545A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78" y="2354"/>
                  <a:ext cx="173" cy="101"/>
                  <a:chOff x="3078" y="2354"/>
                  <a:chExt cx="173" cy="101"/>
                </a:xfrm>
              </p:grpSpPr>
              <p:sp>
                <p:nvSpPr>
                  <p:cNvPr id="88102" name="Arc 129">
                    <a:extLst>
                      <a:ext uri="{FF2B5EF4-FFF2-40B4-BE49-F238E27FC236}">
                        <a16:creationId xmlns:a16="http://schemas.microsoft.com/office/drawing/2014/main" id="{3D6D17B4-E263-4347-A1C6-5A21446F11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54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03" name="Arc 130">
                    <a:extLst>
                      <a:ext uri="{FF2B5EF4-FFF2-40B4-BE49-F238E27FC236}">
                        <a16:creationId xmlns:a16="http://schemas.microsoft.com/office/drawing/2014/main" id="{13D6EC21-40F3-404D-B84C-42A1C9E848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8" y="2364"/>
                    <a:ext cx="88" cy="90"/>
                  </a:xfrm>
                  <a:custGeom>
                    <a:avLst/>
                    <a:gdLst>
                      <a:gd name="T0" fmla="*/ 0 w 21600"/>
                      <a:gd name="T1" fmla="*/ 0 h 23652"/>
                      <a:gd name="T2" fmla="*/ 0 w 21600"/>
                      <a:gd name="T3" fmla="*/ 0 h 23652"/>
                      <a:gd name="T4" fmla="*/ 0 w 21600"/>
                      <a:gd name="T5" fmla="*/ 0 h 23652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652"/>
                      <a:gd name="T11" fmla="*/ 21600 w 21600"/>
                      <a:gd name="T12" fmla="*/ 23652 h 2365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652" fill="none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652" stroke="0" extrusionOk="0">
                        <a:moveTo>
                          <a:pt x="531" y="23651"/>
                        </a:moveTo>
                        <a:cubicBezTo>
                          <a:pt x="178" y="22089"/>
                          <a:pt x="0" y="2049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531" y="23651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104" name="Arc 131">
                    <a:extLst>
                      <a:ext uri="{FF2B5EF4-FFF2-40B4-BE49-F238E27FC236}">
                        <a16:creationId xmlns:a16="http://schemas.microsoft.com/office/drawing/2014/main" id="{F535198C-AFE2-FA4F-B0FE-21F84B1F53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9" y="2354"/>
                    <a:ext cx="172" cy="101"/>
                  </a:xfrm>
                  <a:custGeom>
                    <a:avLst/>
                    <a:gdLst>
                      <a:gd name="T0" fmla="*/ 0 w 42453"/>
                      <a:gd name="T1" fmla="*/ 0 h 26668"/>
                      <a:gd name="T2" fmla="*/ 0 w 42453"/>
                      <a:gd name="T3" fmla="*/ 0 h 26668"/>
                      <a:gd name="T4" fmla="*/ 0 w 42453"/>
                      <a:gd name="T5" fmla="*/ 0 h 26668"/>
                      <a:gd name="T6" fmla="*/ 0 60000 65536"/>
                      <a:gd name="T7" fmla="*/ 0 60000 65536"/>
                      <a:gd name="T8" fmla="*/ 0 60000 65536"/>
                      <a:gd name="T9" fmla="*/ 0 w 42453"/>
                      <a:gd name="T10" fmla="*/ 0 h 26668"/>
                      <a:gd name="T11" fmla="*/ 42453 w 42453"/>
                      <a:gd name="T12" fmla="*/ 26668 h 266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453" h="26668" fill="none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</a:path>
                      <a:path w="42453" h="26668" stroke="0" extrusionOk="0">
                        <a:moveTo>
                          <a:pt x="602" y="26668"/>
                        </a:moveTo>
                        <a:cubicBezTo>
                          <a:pt x="202" y="25008"/>
                          <a:pt x="0" y="23307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361" y="-1"/>
                          <a:pt x="39909" y="6546"/>
                          <a:pt x="42453" y="15969"/>
                        </a:cubicBezTo>
                        <a:lnTo>
                          <a:pt x="21600" y="21600"/>
                        </a:lnTo>
                        <a:lnTo>
                          <a:pt x="602" y="26668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88101" name="Arc 132">
                  <a:extLst>
                    <a:ext uri="{FF2B5EF4-FFF2-40B4-BE49-F238E27FC236}">
                      <a16:creationId xmlns:a16="http://schemas.microsoft.com/office/drawing/2014/main" id="{2925A363-A28F-9C4A-83D2-84339CE22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88" y="2372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88077" name="Group 133">
                <a:extLst>
                  <a:ext uri="{FF2B5EF4-FFF2-40B4-BE49-F238E27FC236}">
                    <a16:creationId xmlns:a16="http://schemas.microsoft.com/office/drawing/2014/main" id="{5E34F328-75E5-5E4C-BF9C-12DC254C42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5" y="2388"/>
                <a:ext cx="182" cy="118"/>
                <a:chOff x="3095" y="2388"/>
                <a:chExt cx="182" cy="118"/>
              </a:xfrm>
            </p:grpSpPr>
            <p:grpSp>
              <p:nvGrpSpPr>
                <p:cNvPr id="88095" name="Group 134">
                  <a:extLst>
                    <a:ext uri="{FF2B5EF4-FFF2-40B4-BE49-F238E27FC236}">
                      <a16:creationId xmlns:a16="http://schemas.microsoft.com/office/drawing/2014/main" id="{28F708FE-E13E-1946-B26C-E9650DCA89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95" y="2388"/>
                  <a:ext cx="173" cy="100"/>
                  <a:chOff x="3095" y="2388"/>
                  <a:chExt cx="173" cy="100"/>
                </a:xfrm>
              </p:grpSpPr>
              <p:sp>
                <p:nvSpPr>
                  <p:cNvPr id="88097" name="Arc 135">
                    <a:extLst>
                      <a:ext uri="{FF2B5EF4-FFF2-40B4-BE49-F238E27FC236}">
                        <a16:creationId xmlns:a16="http://schemas.microsoft.com/office/drawing/2014/main" id="{7CBCACEC-2837-1D4B-B41B-CB04AAEE5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88"/>
                    <a:ext cx="173" cy="99"/>
                  </a:xfrm>
                  <a:custGeom>
                    <a:avLst/>
                    <a:gdLst>
                      <a:gd name="T0" fmla="*/ 0 w 42583"/>
                      <a:gd name="T1" fmla="*/ 0 h 26108"/>
                      <a:gd name="T2" fmla="*/ 0 w 42583"/>
                      <a:gd name="T3" fmla="*/ 0 h 26108"/>
                      <a:gd name="T4" fmla="*/ 0 w 42583"/>
                      <a:gd name="T5" fmla="*/ 0 h 26108"/>
                      <a:gd name="T6" fmla="*/ 0 60000 65536"/>
                      <a:gd name="T7" fmla="*/ 0 60000 65536"/>
                      <a:gd name="T8" fmla="*/ 0 60000 65536"/>
                      <a:gd name="T9" fmla="*/ 0 w 42583"/>
                      <a:gd name="T10" fmla="*/ 0 h 26108"/>
                      <a:gd name="T11" fmla="*/ 42583 w 42583"/>
                      <a:gd name="T12" fmla="*/ 26108 h 2610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83" h="26108" fill="none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</a:path>
                      <a:path w="42583" h="26108" stroke="0" extrusionOk="0">
                        <a:moveTo>
                          <a:pt x="475" y="26108"/>
                        </a:moveTo>
                        <a:cubicBezTo>
                          <a:pt x="159" y="24626"/>
                          <a:pt x="0" y="23115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554" y="-1"/>
                          <a:pt x="40220" y="6803"/>
                          <a:pt x="42582" y="16474"/>
                        </a:cubicBezTo>
                        <a:lnTo>
                          <a:pt x="21600" y="21600"/>
                        </a:lnTo>
                        <a:lnTo>
                          <a:pt x="475" y="26108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098" name="Arc 136">
                    <a:extLst>
                      <a:ext uri="{FF2B5EF4-FFF2-40B4-BE49-F238E27FC236}">
                        <a16:creationId xmlns:a16="http://schemas.microsoft.com/office/drawing/2014/main" id="{CA5D5858-8F25-8F45-9B13-B5AED8C153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5" y="2398"/>
                    <a:ext cx="88" cy="89"/>
                  </a:xfrm>
                  <a:custGeom>
                    <a:avLst/>
                    <a:gdLst>
                      <a:gd name="T0" fmla="*/ 0 w 21600"/>
                      <a:gd name="T1" fmla="*/ 0 h 23399"/>
                      <a:gd name="T2" fmla="*/ 0 w 21600"/>
                      <a:gd name="T3" fmla="*/ 0 h 23399"/>
                      <a:gd name="T4" fmla="*/ 0 w 21600"/>
                      <a:gd name="T5" fmla="*/ 0 h 23399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3399"/>
                      <a:gd name="T11" fmla="*/ 21600 w 21600"/>
                      <a:gd name="T12" fmla="*/ 23399 h 2339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3399" fill="none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3399" stroke="0" extrusionOk="0">
                        <a:moveTo>
                          <a:pt x="475" y="23399"/>
                        </a:moveTo>
                        <a:cubicBezTo>
                          <a:pt x="159" y="21917"/>
                          <a:pt x="0" y="20406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475" y="23399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099" name="Arc 137">
                    <a:extLst>
                      <a:ext uri="{FF2B5EF4-FFF2-40B4-BE49-F238E27FC236}">
                        <a16:creationId xmlns:a16="http://schemas.microsoft.com/office/drawing/2014/main" id="{4CDE45F9-5174-4045-8208-BE14DCA021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2388"/>
                    <a:ext cx="172" cy="100"/>
                  </a:xfrm>
                  <a:custGeom>
                    <a:avLst/>
                    <a:gdLst>
                      <a:gd name="T0" fmla="*/ 0 w 42520"/>
                      <a:gd name="T1" fmla="*/ 0 h 26361"/>
                      <a:gd name="T2" fmla="*/ 0 w 42520"/>
                      <a:gd name="T3" fmla="*/ 0 h 26361"/>
                      <a:gd name="T4" fmla="*/ 0 w 42520"/>
                      <a:gd name="T5" fmla="*/ 0 h 26361"/>
                      <a:gd name="T6" fmla="*/ 0 60000 65536"/>
                      <a:gd name="T7" fmla="*/ 0 60000 65536"/>
                      <a:gd name="T8" fmla="*/ 0 60000 65536"/>
                      <a:gd name="T9" fmla="*/ 0 w 42520"/>
                      <a:gd name="T10" fmla="*/ 0 h 26361"/>
                      <a:gd name="T11" fmla="*/ 42520 w 42520"/>
                      <a:gd name="T12" fmla="*/ 26361 h 263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520" h="26361" fill="none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</a:path>
                      <a:path w="42520" h="26361" stroke="0" extrusionOk="0">
                        <a:moveTo>
                          <a:pt x="531" y="26360"/>
                        </a:moveTo>
                        <a:cubicBezTo>
                          <a:pt x="178" y="24798"/>
                          <a:pt x="0" y="2320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457" y="-1"/>
                          <a:pt x="40064" y="6673"/>
                          <a:pt x="42519" y="16221"/>
                        </a:cubicBezTo>
                        <a:lnTo>
                          <a:pt x="21600" y="21600"/>
                        </a:lnTo>
                        <a:lnTo>
                          <a:pt x="531" y="26360"/>
                        </a:lnTo>
                        <a:close/>
                      </a:path>
                    </a:pathLst>
                  </a:cu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88096" name="Arc 138">
                  <a:extLst>
                    <a:ext uri="{FF2B5EF4-FFF2-40B4-BE49-F238E27FC236}">
                      <a16:creationId xmlns:a16="http://schemas.microsoft.com/office/drawing/2014/main" id="{40CD34F7-3160-FB4D-8272-29FD904F1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5" y="2406"/>
                  <a:ext cx="172" cy="100"/>
                </a:xfrm>
                <a:custGeom>
                  <a:avLst/>
                  <a:gdLst>
                    <a:gd name="T0" fmla="*/ 0 w 42520"/>
                    <a:gd name="T1" fmla="*/ 0 h 26361"/>
                    <a:gd name="T2" fmla="*/ 0 w 42520"/>
                    <a:gd name="T3" fmla="*/ 0 h 26361"/>
                    <a:gd name="T4" fmla="*/ 0 w 42520"/>
                    <a:gd name="T5" fmla="*/ 0 h 26361"/>
                    <a:gd name="T6" fmla="*/ 0 60000 65536"/>
                    <a:gd name="T7" fmla="*/ 0 60000 65536"/>
                    <a:gd name="T8" fmla="*/ 0 60000 65536"/>
                    <a:gd name="T9" fmla="*/ 0 w 42520"/>
                    <a:gd name="T10" fmla="*/ 0 h 26361"/>
                    <a:gd name="T11" fmla="*/ 42520 w 42520"/>
                    <a:gd name="T12" fmla="*/ 26361 h 263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20" h="26361" fill="none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</a:path>
                    <a:path w="42520" h="26361" stroke="0" extrusionOk="0">
                      <a:moveTo>
                        <a:pt x="531" y="26360"/>
                      </a:moveTo>
                      <a:cubicBezTo>
                        <a:pt x="178" y="24798"/>
                        <a:pt x="0" y="23201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457" y="-1"/>
                        <a:pt x="40064" y="6673"/>
                        <a:pt x="42519" y="16221"/>
                      </a:cubicBezTo>
                      <a:lnTo>
                        <a:pt x="21600" y="21600"/>
                      </a:lnTo>
                      <a:lnTo>
                        <a:pt x="531" y="26360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88078" name="Group 139">
                <a:extLst>
                  <a:ext uri="{FF2B5EF4-FFF2-40B4-BE49-F238E27FC236}">
                    <a16:creationId xmlns:a16="http://schemas.microsoft.com/office/drawing/2014/main" id="{56C48B29-6C26-4145-A066-3D7DB4F86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3" y="2420"/>
                <a:ext cx="173" cy="98"/>
                <a:chOff x="3113" y="2420"/>
                <a:chExt cx="173" cy="98"/>
              </a:xfrm>
            </p:grpSpPr>
            <p:sp>
              <p:nvSpPr>
                <p:cNvPr id="88093" name="Arc 140">
                  <a:extLst>
                    <a:ext uri="{FF2B5EF4-FFF2-40B4-BE49-F238E27FC236}">
                      <a16:creationId xmlns:a16="http://schemas.microsoft.com/office/drawing/2014/main" id="{FF174DA7-B178-284D-BD43-81D81EDBC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20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8094" name="Arc 141">
                  <a:extLst>
                    <a:ext uri="{FF2B5EF4-FFF2-40B4-BE49-F238E27FC236}">
                      <a16:creationId xmlns:a16="http://schemas.microsoft.com/office/drawing/2014/main" id="{8BB34E2C-9059-564D-B319-40A28566C1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" y="2430"/>
                  <a:ext cx="88" cy="88"/>
                </a:xfrm>
                <a:custGeom>
                  <a:avLst/>
                  <a:gdLst>
                    <a:gd name="T0" fmla="*/ 0 w 21600"/>
                    <a:gd name="T1" fmla="*/ 0 h 23145"/>
                    <a:gd name="T2" fmla="*/ 0 w 21600"/>
                    <a:gd name="T3" fmla="*/ 0 h 23145"/>
                    <a:gd name="T4" fmla="*/ 0 w 21600"/>
                    <a:gd name="T5" fmla="*/ 0 h 23145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3145"/>
                    <a:gd name="T11" fmla="*/ 21600 w 21600"/>
                    <a:gd name="T12" fmla="*/ 23145 h 231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3145" fill="none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</a:path>
                    <a:path w="21600" h="23145" stroke="0" extrusionOk="0">
                      <a:moveTo>
                        <a:pt x="423" y="23144"/>
                      </a:moveTo>
                      <a:cubicBezTo>
                        <a:pt x="141" y="21744"/>
                        <a:pt x="0" y="20319"/>
                        <a:pt x="0" y="18891"/>
                      </a:cubicBezTo>
                      <a:cubicBezTo>
                        <a:pt x="-1" y="11039"/>
                        <a:pt x="4260" y="3806"/>
                        <a:pt x="11126" y="-1"/>
                      </a:cubicBezTo>
                      <a:lnTo>
                        <a:pt x="21600" y="18891"/>
                      </a:lnTo>
                      <a:lnTo>
                        <a:pt x="423" y="23144"/>
                      </a:lnTo>
                      <a:close/>
                    </a:path>
                  </a:pathLst>
                </a:custGeom>
                <a:solidFill>
                  <a:srgbClr val="3F1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88079" name="Group 142">
                <a:extLst>
                  <a:ext uri="{FF2B5EF4-FFF2-40B4-BE49-F238E27FC236}">
                    <a16:creationId xmlns:a16="http://schemas.microsoft.com/office/drawing/2014/main" id="{7E4AA290-E626-F644-BB74-8B35CAA10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4" y="2420"/>
                <a:ext cx="182" cy="117"/>
                <a:chOff x="3114" y="2420"/>
                <a:chExt cx="182" cy="117"/>
              </a:xfrm>
            </p:grpSpPr>
            <p:sp>
              <p:nvSpPr>
                <p:cNvPr id="88091" name="Arc 143">
                  <a:extLst>
                    <a:ext uri="{FF2B5EF4-FFF2-40B4-BE49-F238E27FC236}">
                      <a16:creationId xmlns:a16="http://schemas.microsoft.com/office/drawing/2014/main" id="{5FD84512-2650-324F-886F-83A426A77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4" y="2420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8092" name="Arc 144">
                  <a:extLst>
                    <a:ext uri="{FF2B5EF4-FFF2-40B4-BE49-F238E27FC236}">
                      <a16:creationId xmlns:a16="http://schemas.microsoft.com/office/drawing/2014/main" id="{4938D07A-EF6D-E74A-B7FE-681E12D99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3" y="2438"/>
                  <a:ext cx="173" cy="99"/>
                </a:xfrm>
                <a:custGeom>
                  <a:avLst/>
                  <a:gdLst>
                    <a:gd name="T0" fmla="*/ 0 w 42583"/>
                    <a:gd name="T1" fmla="*/ 0 h 26108"/>
                    <a:gd name="T2" fmla="*/ 0 w 42583"/>
                    <a:gd name="T3" fmla="*/ 0 h 26108"/>
                    <a:gd name="T4" fmla="*/ 0 w 42583"/>
                    <a:gd name="T5" fmla="*/ 0 h 26108"/>
                    <a:gd name="T6" fmla="*/ 0 60000 65536"/>
                    <a:gd name="T7" fmla="*/ 0 60000 65536"/>
                    <a:gd name="T8" fmla="*/ 0 60000 65536"/>
                    <a:gd name="T9" fmla="*/ 0 w 42583"/>
                    <a:gd name="T10" fmla="*/ 0 h 26108"/>
                    <a:gd name="T11" fmla="*/ 42583 w 42583"/>
                    <a:gd name="T12" fmla="*/ 26108 h 261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583" h="26108" fill="none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</a:path>
                    <a:path w="42583" h="26108" stroke="0" extrusionOk="0">
                      <a:moveTo>
                        <a:pt x="475" y="26108"/>
                      </a:moveTo>
                      <a:cubicBezTo>
                        <a:pt x="159" y="24626"/>
                        <a:pt x="0" y="23115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554" y="-1"/>
                        <a:pt x="40220" y="6803"/>
                        <a:pt x="42582" y="16474"/>
                      </a:cubicBezTo>
                      <a:lnTo>
                        <a:pt x="21600" y="21600"/>
                      </a:lnTo>
                      <a:lnTo>
                        <a:pt x="475" y="26108"/>
                      </a:lnTo>
                      <a:close/>
                    </a:path>
                  </a:pathLst>
                </a:custGeom>
                <a:solidFill>
                  <a:srgbClr val="7F3F0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88080" name="Group 145">
                <a:extLst>
                  <a:ext uri="{FF2B5EF4-FFF2-40B4-BE49-F238E27FC236}">
                    <a16:creationId xmlns:a16="http://schemas.microsoft.com/office/drawing/2014/main" id="{E65F4E6D-C9ED-574E-93DC-ED38223D36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14" y="2275"/>
                <a:ext cx="565" cy="811"/>
                <a:chOff x="3014" y="2275"/>
                <a:chExt cx="565" cy="811"/>
              </a:xfrm>
            </p:grpSpPr>
            <p:sp>
              <p:nvSpPr>
                <p:cNvPr id="88089" name="Line 146">
                  <a:extLst>
                    <a:ext uri="{FF2B5EF4-FFF2-40B4-BE49-F238E27FC236}">
                      <a16:creationId xmlns:a16="http://schemas.microsoft.com/office/drawing/2014/main" id="{977843BE-B090-2746-AF67-DF17903DEF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2275"/>
                  <a:ext cx="401" cy="72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8090" name="Line 147">
                  <a:extLst>
                    <a:ext uri="{FF2B5EF4-FFF2-40B4-BE49-F238E27FC236}">
                      <a16:creationId xmlns:a16="http://schemas.microsoft.com/office/drawing/2014/main" id="{5C02D85B-2DE5-6049-ADC3-29B2873F33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14" y="2333"/>
                  <a:ext cx="402" cy="75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88081" name="Group 148">
                <a:extLst>
                  <a:ext uri="{FF2B5EF4-FFF2-40B4-BE49-F238E27FC236}">
                    <a16:creationId xmlns:a16="http://schemas.microsoft.com/office/drawing/2014/main" id="{AFC8500B-7660-C740-9263-05AE26294C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1" y="2452"/>
                <a:ext cx="181" cy="116"/>
                <a:chOff x="3131" y="2452"/>
                <a:chExt cx="181" cy="116"/>
              </a:xfrm>
            </p:grpSpPr>
            <p:grpSp>
              <p:nvGrpSpPr>
                <p:cNvPr id="88084" name="Group 149">
                  <a:extLst>
                    <a:ext uri="{FF2B5EF4-FFF2-40B4-BE49-F238E27FC236}">
                      <a16:creationId xmlns:a16="http://schemas.microsoft.com/office/drawing/2014/main" id="{2CC572E9-07D9-884C-91E7-1F0D138DA4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1" y="2452"/>
                  <a:ext cx="173" cy="97"/>
                  <a:chOff x="3131" y="2452"/>
                  <a:chExt cx="173" cy="97"/>
                </a:xfrm>
              </p:grpSpPr>
              <p:sp>
                <p:nvSpPr>
                  <p:cNvPr id="88087" name="Arc 150">
                    <a:extLst>
                      <a:ext uri="{FF2B5EF4-FFF2-40B4-BE49-F238E27FC236}">
                        <a16:creationId xmlns:a16="http://schemas.microsoft.com/office/drawing/2014/main" id="{C58818CE-08A8-6A41-A117-6DADBB66AF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52"/>
                    <a:ext cx="173" cy="97"/>
                  </a:xfrm>
                  <a:custGeom>
                    <a:avLst/>
                    <a:gdLst>
                      <a:gd name="T0" fmla="*/ 0 w 42713"/>
                      <a:gd name="T1" fmla="*/ 0 h 25597"/>
                      <a:gd name="T2" fmla="*/ 0 w 42713"/>
                      <a:gd name="T3" fmla="*/ 0 h 25597"/>
                      <a:gd name="T4" fmla="*/ 0 w 42713"/>
                      <a:gd name="T5" fmla="*/ 0 h 25597"/>
                      <a:gd name="T6" fmla="*/ 0 60000 65536"/>
                      <a:gd name="T7" fmla="*/ 0 60000 65536"/>
                      <a:gd name="T8" fmla="*/ 0 60000 65536"/>
                      <a:gd name="T9" fmla="*/ 0 w 42713"/>
                      <a:gd name="T10" fmla="*/ 0 h 25597"/>
                      <a:gd name="T11" fmla="*/ 42713 w 42713"/>
                      <a:gd name="T12" fmla="*/ 25597 h 255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2713" h="25597" fill="none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</a:path>
                      <a:path w="42713" h="25597" stroke="0" extrusionOk="0">
                        <a:moveTo>
                          <a:pt x="373" y="25596"/>
                        </a:moveTo>
                        <a:cubicBezTo>
                          <a:pt x="124" y="24279"/>
                          <a:pt x="0" y="22941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31772" y="-1"/>
                          <a:pt x="40565" y="7097"/>
                          <a:pt x="42713" y="17039"/>
                        </a:cubicBezTo>
                        <a:lnTo>
                          <a:pt x="21600" y="21600"/>
                        </a:lnTo>
                        <a:lnTo>
                          <a:pt x="373" y="25596"/>
                        </a:lnTo>
                        <a:close/>
                      </a:path>
                    </a:pathLst>
                  </a:custGeom>
                  <a:solidFill>
                    <a:srgbClr val="5F3F1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8088" name="Arc 151">
                    <a:extLst>
                      <a:ext uri="{FF2B5EF4-FFF2-40B4-BE49-F238E27FC236}">
                        <a16:creationId xmlns:a16="http://schemas.microsoft.com/office/drawing/2014/main" id="{FE3AB1A2-DEF7-4346-8A5B-BC7413C40A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1" y="2462"/>
                    <a:ext cx="88" cy="87"/>
                  </a:xfrm>
                  <a:custGeom>
                    <a:avLst/>
                    <a:gdLst>
                      <a:gd name="T0" fmla="*/ 0 w 21600"/>
                      <a:gd name="T1" fmla="*/ 0 h 22888"/>
                      <a:gd name="T2" fmla="*/ 0 w 21600"/>
                      <a:gd name="T3" fmla="*/ 0 h 22888"/>
                      <a:gd name="T4" fmla="*/ 0 w 21600"/>
                      <a:gd name="T5" fmla="*/ 0 h 22888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2888"/>
                      <a:gd name="T11" fmla="*/ 21600 w 21600"/>
                      <a:gd name="T12" fmla="*/ 22888 h 2288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2888" fill="none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</a:path>
                      <a:path w="21600" h="22888" stroke="0" extrusionOk="0">
                        <a:moveTo>
                          <a:pt x="373" y="22887"/>
                        </a:moveTo>
                        <a:cubicBezTo>
                          <a:pt x="124" y="21570"/>
                          <a:pt x="0" y="20232"/>
                          <a:pt x="0" y="18891"/>
                        </a:cubicBezTo>
                        <a:cubicBezTo>
                          <a:pt x="-1" y="11039"/>
                          <a:pt x="4260" y="3806"/>
                          <a:pt x="11126" y="-1"/>
                        </a:cubicBezTo>
                        <a:lnTo>
                          <a:pt x="21600" y="18891"/>
                        </a:lnTo>
                        <a:lnTo>
                          <a:pt x="373" y="22887"/>
                        </a:lnTo>
                        <a:close/>
                      </a:path>
                    </a:pathLst>
                  </a:custGeom>
                  <a:solidFill>
                    <a:srgbClr val="3F1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88085" name="Arc 152">
                  <a:extLst>
                    <a:ext uri="{FF2B5EF4-FFF2-40B4-BE49-F238E27FC236}">
                      <a16:creationId xmlns:a16="http://schemas.microsoft.com/office/drawing/2014/main" id="{92C115A9-14A5-9D47-A0F5-B50546430A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2" y="2452"/>
                  <a:ext cx="173" cy="98"/>
                </a:xfrm>
                <a:custGeom>
                  <a:avLst/>
                  <a:gdLst>
                    <a:gd name="T0" fmla="*/ 0 w 42657"/>
                    <a:gd name="T1" fmla="*/ 0 h 25854"/>
                    <a:gd name="T2" fmla="*/ 0 w 42657"/>
                    <a:gd name="T3" fmla="*/ 0 h 25854"/>
                    <a:gd name="T4" fmla="*/ 0 w 42657"/>
                    <a:gd name="T5" fmla="*/ 0 h 25854"/>
                    <a:gd name="T6" fmla="*/ 0 60000 65536"/>
                    <a:gd name="T7" fmla="*/ 0 60000 65536"/>
                    <a:gd name="T8" fmla="*/ 0 60000 65536"/>
                    <a:gd name="T9" fmla="*/ 0 w 42657"/>
                    <a:gd name="T10" fmla="*/ 0 h 25854"/>
                    <a:gd name="T11" fmla="*/ 42657 w 42657"/>
                    <a:gd name="T12" fmla="*/ 25854 h 258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657" h="25854" fill="none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</a:path>
                    <a:path w="42657" h="25854" stroke="0" extrusionOk="0">
                      <a:moveTo>
                        <a:pt x="423" y="25853"/>
                      </a:moveTo>
                      <a:cubicBezTo>
                        <a:pt x="141" y="24453"/>
                        <a:pt x="0" y="23028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674" y="-1"/>
                        <a:pt x="40410" y="6964"/>
                        <a:pt x="42656" y="16785"/>
                      </a:cubicBezTo>
                      <a:lnTo>
                        <a:pt x="21600" y="21600"/>
                      </a:lnTo>
                      <a:lnTo>
                        <a:pt x="423" y="25853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8086" name="Arc 153">
                  <a:extLst>
                    <a:ext uri="{FF2B5EF4-FFF2-40B4-BE49-F238E27FC236}">
                      <a16:creationId xmlns:a16="http://schemas.microsoft.com/office/drawing/2014/main" id="{C627F2F7-A453-D240-86AF-0ABA5D836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0" y="2467"/>
                  <a:ext cx="172" cy="101"/>
                </a:xfrm>
                <a:custGeom>
                  <a:avLst/>
                  <a:gdLst>
                    <a:gd name="T0" fmla="*/ 0 w 42453"/>
                    <a:gd name="T1" fmla="*/ 0 h 26668"/>
                    <a:gd name="T2" fmla="*/ 0 w 42453"/>
                    <a:gd name="T3" fmla="*/ 0 h 26668"/>
                    <a:gd name="T4" fmla="*/ 0 w 42453"/>
                    <a:gd name="T5" fmla="*/ 0 h 26668"/>
                    <a:gd name="T6" fmla="*/ 0 60000 65536"/>
                    <a:gd name="T7" fmla="*/ 0 60000 65536"/>
                    <a:gd name="T8" fmla="*/ 0 60000 65536"/>
                    <a:gd name="T9" fmla="*/ 0 w 42453"/>
                    <a:gd name="T10" fmla="*/ 0 h 26668"/>
                    <a:gd name="T11" fmla="*/ 42453 w 42453"/>
                    <a:gd name="T12" fmla="*/ 26668 h 266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2453" h="26668" fill="none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</a:path>
                    <a:path w="42453" h="26668" stroke="0" extrusionOk="0">
                      <a:moveTo>
                        <a:pt x="602" y="26668"/>
                      </a:moveTo>
                      <a:cubicBezTo>
                        <a:pt x="202" y="25008"/>
                        <a:pt x="0" y="23307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31361" y="-1"/>
                        <a:pt x="39909" y="6546"/>
                        <a:pt x="42453" y="15969"/>
                      </a:cubicBezTo>
                      <a:lnTo>
                        <a:pt x="21600" y="21600"/>
                      </a:lnTo>
                      <a:lnTo>
                        <a:pt x="602" y="26668"/>
                      </a:lnTo>
                      <a:close/>
                    </a:path>
                  </a:pathLst>
                </a:custGeom>
                <a:solidFill>
                  <a:srgbClr val="5F3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88082" name="Freeform 154">
                <a:extLst>
                  <a:ext uri="{FF2B5EF4-FFF2-40B4-BE49-F238E27FC236}">
                    <a16:creationId xmlns:a16="http://schemas.microsoft.com/office/drawing/2014/main" id="{A278699A-A282-1C46-A2B5-8DF83603E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1"/>
                <a:ext cx="348" cy="597"/>
              </a:xfrm>
              <a:custGeom>
                <a:avLst/>
                <a:gdLst>
                  <a:gd name="T0" fmla="*/ 44 w 348"/>
                  <a:gd name="T1" fmla="*/ 0 h 597"/>
                  <a:gd name="T2" fmla="*/ 31 w 348"/>
                  <a:gd name="T3" fmla="*/ 8 h 597"/>
                  <a:gd name="T4" fmla="*/ 21 w 348"/>
                  <a:gd name="T5" fmla="*/ 16 h 597"/>
                  <a:gd name="T6" fmla="*/ 12 w 348"/>
                  <a:gd name="T7" fmla="*/ 26 h 597"/>
                  <a:gd name="T8" fmla="*/ 8 w 348"/>
                  <a:gd name="T9" fmla="*/ 36 h 597"/>
                  <a:gd name="T10" fmla="*/ 4 w 348"/>
                  <a:gd name="T11" fmla="*/ 47 h 597"/>
                  <a:gd name="T12" fmla="*/ 1 w 348"/>
                  <a:gd name="T13" fmla="*/ 58 h 597"/>
                  <a:gd name="T14" fmla="*/ 0 w 348"/>
                  <a:gd name="T15" fmla="*/ 71 h 597"/>
                  <a:gd name="T16" fmla="*/ 0 w 348"/>
                  <a:gd name="T17" fmla="*/ 86 h 597"/>
                  <a:gd name="T18" fmla="*/ 270 w 348"/>
                  <a:gd name="T19" fmla="*/ 597 h 597"/>
                  <a:gd name="T20" fmla="*/ 348 w 348"/>
                  <a:gd name="T21" fmla="*/ 543 h 597"/>
                  <a:gd name="T22" fmla="*/ 44 w 348"/>
                  <a:gd name="T23" fmla="*/ 0 h 5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48"/>
                  <a:gd name="T37" fmla="*/ 0 h 597"/>
                  <a:gd name="T38" fmla="*/ 348 w 348"/>
                  <a:gd name="T39" fmla="*/ 597 h 59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48" h="597">
                    <a:moveTo>
                      <a:pt x="44" y="0"/>
                    </a:moveTo>
                    <a:lnTo>
                      <a:pt x="31" y="8"/>
                    </a:lnTo>
                    <a:lnTo>
                      <a:pt x="21" y="16"/>
                    </a:lnTo>
                    <a:lnTo>
                      <a:pt x="12" y="26"/>
                    </a:lnTo>
                    <a:lnTo>
                      <a:pt x="8" y="36"/>
                    </a:lnTo>
                    <a:lnTo>
                      <a:pt x="4" y="47"/>
                    </a:lnTo>
                    <a:lnTo>
                      <a:pt x="1" y="58"/>
                    </a:lnTo>
                    <a:lnTo>
                      <a:pt x="0" y="71"/>
                    </a:lnTo>
                    <a:lnTo>
                      <a:pt x="0" y="86"/>
                    </a:lnTo>
                    <a:lnTo>
                      <a:pt x="270" y="597"/>
                    </a:lnTo>
                    <a:lnTo>
                      <a:pt x="348" y="54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3F1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8083" name="Oval 155">
                <a:extLst>
                  <a:ext uri="{FF2B5EF4-FFF2-40B4-BE49-F238E27FC236}">
                    <a16:creationId xmlns:a16="http://schemas.microsoft.com/office/drawing/2014/main" id="{4BFFD740-6D11-DE49-84F4-6D1D5F188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966"/>
                <a:ext cx="190" cy="183"/>
              </a:xfrm>
              <a:prstGeom prst="ellipse">
                <a:avLst/>
              </a:prstGeom>
              <a:solidFill>
                <a:srgbClr val="7F5F3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pt-BR" altLang="pt-BR" sz="2400"/>
              </a:p>
            </p:txBody>
          </p:sp>
        </p:grpSp>
      </p:grpSp>
    </p:spTree>
  </p:cSld>
  <p:clrMapOvr>
    <a:masterClrMapping/>
  </p:clrMapOvr>
  <p:transition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3" name="Picture 2">
            <a:extLst>
              <a:ext uri="{FF2B5EF4-FFF2-40B4-BE49-F238E27FC236}">
                <a16:creationId xmlns:a16="http://schemas.microsoft.com/office/drawing/2014/main" id="{1B19B396-6E50-E048-B43E-67D32C31E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89013"/>
            <a:ext cx="9199563" cy="582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14" name="Rectangle 3">
            <a:extLst>
              <a:ext uri="{FF2B5EF4-FFF2-40B4-BE49-F238E27FC236}">
                <a16:creationId xmlns:a16="http://schemas.microsoft.com/office/drawing/2014/main" id="{73ED11DF-88DF-8F4F-BA78-B475864B0B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Síntese dos níveis de maturidade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2">
            <a:extLst>
              <a:ext uri="{FF2B5EF4-FFF2-40B4-BE49-F238E27FC236}">
                <a16:creationId xmlns:a16="http://schemas.microsoft.com/office/drawing/2014/main" id="{8419C18B-2744-2849-9442-2E89241D78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Exemplos de projetos de transformação</a:t>
            </a:r>
          </a:p>
        </p:txBody>
      </p:sp>
      <p:pic>
        <p:nvPicPr>
          <p:cNvPr id="92162" name="Picture 3">
            <a:extLst>
              <a:ext uri="{FF2B5EF4-FFF2-40B4-BE49-F238E27FC236}">
                <a16:creationId xmlns:a16="http://schemas.microsoft.com/office/drawing/2014/main" id="{38CAEF13-3143-1340-9931-5530B5D816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0550"/>
            <a:ext cx="9004300" cy="626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2">
            <a:extLst>
              <a:ext uri="{FF2B5EF4-FFF2-40B4-BE49-F238E27FC236}">
                <a16:creationId xmlns:a16="http://schemas.microsoft.com/office/drawing/2014/main" id="{F9FF1B91-684A-0C46-9DCC-FCBB36D3C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5105400"/>
            <a:ext cx="2133600" cy="1524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pt-BR" altLang="pt-BR" sz="2400"/>
          </a:p>
        </p:txBody>
      </p:sp>
      <p:sp>
        <p:nvSpPr>
          <p:cNvPr id="94210" name="Rectangle 3">
            <a:extLst>
              <a:ext uri="{FF2B5EF4-FFF2-40B4-BE49-F238E27FC236}">
                <a16:creationId xmlns:a16="http://schemas.microsoft.com/office/drawing/2014/main" id="{BC72851B-0265-D140-BDD7-FC7B4E9EE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0"/>
            <a:ext cx="2743200" cy="41148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chemeClr val="bg2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pt-BR" altLang="pt-BR" sz="1800" b="1">
              <a:solidFill>
                <a:schemeClr val="bg1"/>
              </a:solidFill>
            </a:endParaRPr>
          </a:p>
        </p:txBody>
      </p:sp>
      <p:sp>
        <p:nvSpPr>
          <p:cNvPr id="94211" name="Rectangle 4">
            <a:extLst>
              <a:ext uri="{FF2B5EF4-FFF2-40B4-BE49-F238E27FC236}">
                <a16:creationId xmlns:a16="http://schemas.microsoft.com/office/drawing/2014/main" id="{118E190E-6EEA-3242-8E95-CCA433677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0"/>
            <a:ext cx="2133600" cy="4114800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pt-BR" altLang="pt-BR" sz="1800" b="1">
                <a:solidFill>
                  <a:schemeClr val="bg1"/>
                </a:solidFill>
              </a:rPr>
              <a:t>Processo de Transformação do PDP</a:t>
            </a:r>
          </a:p>
        </p:txBody>
      </p:sp>
      <p:sp>
        <p:nvSpPr>
          <p:cNvPr id="1125381" name="Rectangle 5">
            <a:extLst>
              <a:ext uri="{FF2B5EF4-FFF2-40B4-BE49-F238E27FC236}">
                <a16:creationId xmlns:a16="http://schemas.microsoft.com/office/drawing/2014/main" id="{DCC42B75-C5B1-0247-BC26-ADC0F3D63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419600"/>
            <a:ext cx="6629400" cy="243840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2">
                  <a:gamma/>
                  <a:tint val="0"/>
                  <a:invGamma/>
                </a:schemeClr>
              </a:gs>
            </a:gsLst>
            <a:lin ang="189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endParaRPr lang="pt-BR" sz="1800" b="1">
              <a:solidFill>
                <a:schemeClr val="bg1"/>
              </a:solidFill>
              <a:latin typeface="Arial" charset="0"/>
            </a:endParaRPr>
          </a:p>
        </p:txBody>
      </p:sp>
      <p:sp>
        <p:nvSpPr>
          <p:cNvPr id="94213" name="Rectangle 6">
            <a:extLst>
              <a:ext uri="{FF2B5EF4-FFF2-40B4-BE49-F238E27FC236}">
                <a16:creationId xmlns:a16="http://schemas.microsoft.com/office/drawing/2014/main" id="{A202E385-4066-0D4B-8051-A0F8AD802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24600"/>
            <a:ext cx="6629400" cy="533400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1800" b="1">
                <a:solidFill>
                  <a:schemeClr val="bg1"/>
                </a:solidFill>
              </a:rPr>
              <a:t>Modelo de Referência do PDP</a:t>
            </a:r>
          </a:p>
        </p:txBody>
      </p:sp>
      <p:sp>
        <p:nvSpPr>
          <p:cNvPr id="94214" name="Rectangle 7">
            <a:extLst>
              <a:ext uri="{FF2B5EF4-FFF2-40B4-BE49-F238E27FC236}">
                <a16:creationId xmlns:a16="http://schemas.microsoft.com/office/drawing/2014/main" id="{7EC35BA6-5D5F-0E42-9A36-FFC03CC87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76200"/>
            <a:ext cx="76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pt-BR" altLang="pt-BR" sz="2400"/>
          </a:p>
        </p:txBody>
      </p:sp>
      <p:grpSp>
        <p:nvGrpSpPr>
          <p:cNvPr id="2" name="Group 8">
            <a:extLst>
              <a:ext uri="{FF2B5EF4-FFF2-40B4-BE49-F238E27FC236}">
                <a16:creationId xmlns:a16="http://schemas.microsoft.com/office/drawing/2014/main" id="{20C1A889-22AE-694E-AE85-22F459B758A7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76200"/>
            <a:ext cx="3429000" cy="2667000"/>
            <a:chOff x="96" y="48"/>
            <a:chExt cx="2160" cy="1680"/>
          </a:xfrm>
        </p:grpSpPr>
        <p:grpSp>
          <p:nvGrpSpPr>
            <p:cNvPr id="94373" name="Group 9">
              <a:extLst>
                <a:ext uri="{FF2B5EF4-FFF2-40B4-BE49-F238E27FC236}">
                  <a16:creationId xmlns:a16="http://schemas.microsoft.com/office/drawing/2014/main" id="{17A91E5B-D51B-2840-A9B1-617964F282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" y="48"/>
              <a:ext cx="2160" cy="1680"/>
              <a:chOff x="96" y="48"/>
              <a:chExt cx="2160" cy="1680"/>
            </a:xfrm>
          </p:grpSpPr>
          <p:pic>
            <p:nvPicPr>
              <p:cNvPr id="94377" name="Picture 10">
                <a:extLst>
                  <a:ext uri="{FF2B5EF4-FFF2-40B4-BE49-F238E27FC236}">
                    <a16:creationId xmlns:a16="http://schemas.microsoft.com/office/drawing/2014/main" id="{583A5E2E-7C49-2749-B396-C37B66759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" y="48"/>
                <a:ext cx="2160" cy="14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378" name="Rectangle 11">
                <a:extLst>
                  <a:ext uri="{FF2B5EF4-FFF2-40B4-BE49-F238E27FC236}">
                    <a16:creationId xmlns:a16="http://schemas.microsoft.com/office/drawing/2014/main" id="{19814F9A-7394-7648-925B-9765243A4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392"/>
                <a:ext cx="2160" cy="336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1800" b="1">
                    <a:solidFill>
                      <a:schemeClr val="bg1"/>
                    </a:solidFill>
                  </a:rPr>
                  <a:t>Modelo de Maturidade do PDP</a:t>
                </a:r>
              </a:p>
            </p:txBody>
          </p:sp>
        </p:grpSp>
        <p:sp>
          <p:nvSpPr>
            <p:cNvPr id="94374" name="Rectangle 12">
              <a:extLst>
                <a:ext uri="{FF2B5EF4-FFF2-40B4-BE49-F238E27FC236}">
                  <a16:creationId xmlns:a16="http://schemas.microsoft.com/office/drawing/2014/main" id="{FB8CA29A-A717-BF4B-BABB-1E8BFF34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432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375" name="Rectangle 13">
              <a:extLst>
                <a:ext uri="{FF2B5EF4-FFF2-40B4-BE49-F238E27FC236}">
                  <a16:creationId xmlns:a16="http://schemas.microsoft.com/office/drawing/2014/main" id="{44EFF09D-3005-814E-9530-DCE514241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48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376" name="Rectangle 14">
              <a:extLst>
                <a:ext uri="{FF2B5EF4-FFF2-40B4-BE49-F238E27FC236}">
                  <a16:creationId xmlns:a16="http://schemas.microsoft.com/office/drawing/2014/main" id="{2173DE86-D472-BD43-8E48-B873DF8F4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1008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grpSp>
        <p:nvGrpSpPr>
          <p:cNvPr id="94216" name="Group 15">
            <a:extLst>
              <a:ext uri="{FF2B5EF4-FFF2-40B4-BE49-F238E27FC236}">
                <a16:creationId xmlns:a16="http://schemas.microsoft.com/office/drawing/2014/main" id="{98E50223-2BA4-9545-827C-5B8B75299DA5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4267200"/>
            <a:ext cx="6553200" cy="2008188"/>
            <a:chOff x="48" y="2688"/>
            <a:chExt cx="4128" cy="1265"/>
          </a:xfrm>
        </p:grpSpPr>
        <p:grpSp>
          <p:nvGrpSpPr>
            <p:cNvPr id="94282" name="Group 16">
              <a:extLst>
                <a:ext uri="{FF2B5EF4-FFF2-40B4-BE49-F238E27FC236}">
                  <a16:creationId xmlns:a16="http://schemas.microsoft.com/office/drawing/2014/main" id="{81D0F86A-8E27-BE46-9FE2-3067C68999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" y="2736"/>
              <a:ext cx="4128" cy="1217"/>
              <a:chOff x="108" y="613"/>
              <a:chExt cx="5584" cy="1457"/>
            </a:xfrm>
          </p:grpSpPr>
          <p:sp>
            <p:nvSpPr>
              <p:cNvPr id="94285" name="Freeform 17">
                <a:extLst>
                  <a:ext uri="{FF2B5EF4-FFF2-40B4-BE49-F238E27FC236}">
                    <a16:creationId xmlns:a16="http://schemas.microsoft.com/office/drawing/2014/main" id="{D2485EDB-E56A-0244-AF8B-5764C1B6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1015"/>
                <a:ext cx="4593" cy="844"/>
              </a:xfrm>
              <a:custGeom>
                <a:avLst/>
                <a:gdLst>
                  <a:gd name="T0" fmla="*/ 771 w 4593"/>
                  <a:gd name="T1" fmla="*/ 6 h 1046"/>
                  <a:gd name="T2" fmla="*/ 0 w 4593"/>
                  <a:gd name="T3" fmla="*/ 357 h 1046"/>
                  <a:gd name="T4" fmla="*/ 4593 w 4593"/>
                  <a:gd name="T5" fmla="*/ 348 h 1046"/>
                  <a:gd name="T6" fmla="*/ 3302 w 4593"/>
                  <a:gd name="T7" fmla="*/ 0 h 10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93"/>
                  <a:gd name="T13" fmla="*/ 0 h 1046"/>
                  <a:gd name="T14" fmla="*/ 4593 w 4593"/>
                  <a:gd name="T15" fmla="*/ 1046 h 10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93" h="1046">
                    <a:moveTo>
                      <a:pt x="771" y="20"/>
                    </a:moveTo>
                    <a:lnTo>
                      <a:pt x="0" y="1046"/>
                    </a:lnTo>
                    <a:lnTo>
                      <a:pt x="4593" y="1016"/>
                    </a:lnTo>
                    <a:lnTo>
                      <a:pt x="3302" y="0"/>
                    </a:lnTo>
                  </a:path>
                </a:pathLst>
              </a:custGeom>
              <a:gradFill rotWithShape="0">
                <a:gsLst>
                  <a:gs pos="0">
                    <a:srgbClr val="99CCFF"/>
                  </a:gs>
                  <a:gs pos="100000">
                    <a:srgbClr val="FFCC99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lIns="72000" tIns="0" rIns="72000" bIns="0" anchor="ctr">
                <a:spAutoFit/>
              </a:bodyPr>
              <a:lstStyle/>
              <a:p>
                <a:endParaRPr lang="pt-BR"/>
              </a:p>
            </p:txBody>
          </p:sp>
          <p:grpSp>
            <p:nvGrpSpPr>
              <p:cNvPr id="94286" name="Group 18">
                <a:extLst>
                  <a:ext uri="{FF2B5EF4-FFF2-40B4-BE49-F238E27FC236}">
                    <a16:creationId xmlns:a16="http://schemas.microsoft.com/office/drawing/2014/main" id="{7B008F7B-C6A5-1B4D-9115-DC1C967702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11" y="613"/>
                <a:ext cx="2612" cy="210"/>
                <a:chOff x="1482" y="804"/>
                <a:chExt cx="2642" cy="210"/>
              </a:xfrm>
            </p:grpSpPr>
            <p:sp>
              <p:nvSpPr>
                <p:cNvPr id="94371" name="AutoShape 19">
                  <a:extLst>
                    <a:ext uri="{FF2B5EF4-FFF2-40B4-BE49-F238E27FC236}">
                      <a16:creationId xmlns:a16="http://schemas.microsoft.com/office/drawing/2014/main" id="{5C870300-FADB-5449-A1E9-302B270AA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2" y="804"/>
                  <a:ext cx="2642" cy="188"/>
                </a:xfrm>
                <a:prstGeom prst="chevron">
                  <a:avLst>
                    <a:gd name="adj" fmla="val 44176"/>
                  </a:avLst>
                </a:prstGeom>
                <a:solidFill>
                  <a:srgbClr val="FFFF00"/>
                </a:solidFill>
                <a:ln w="11113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72" name="Text Box 20">
                  <a:extLst>
                    <a:ext uri="{FF2B5EF4-FFF2-40B4-BE49-F238E27FC236}">
                      <a16:creationId xmlns:a16="http://schemas.microsoft.com/office/drawing/2014/main" id="{7646ED40-10F6-CA47-88B1-F1AAA25B22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19" y="876"/>
                  <a:ext cx="1063" cy="13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000" b="1">
                      <a:solidFill>
                        <a:srgbClr val="000000"/>
                      </a:solidFill>
                    </a:rPr>
                    <a:t>Desenvolvimento</a:t>
                  </a:r>
                  <a:r>
                    <a:rPr lang="pt-BR" altLang="pt-BR" sz="1200" i="1">
                      <a:solidFill>
                        <a:srgbClr val="000000"/>
                      </a:solidFill>
                    </a:rPr>
                    <a:t> </a:t>
                  </a:r>
                </a:p>
              </p:txBody>
            </p:sp>
          </p:grpSp>
          <p:grpSp>
            <p:nvGrpSpPr>
              <p:cNvPr id="94287" name="Group 21">
                <a:extLst>
                  <a:ext uri="{FF2B5EF4-FFF2-40B4-BE49-F238E27FC236}">
                    <a16:creationId xmlns:a16="http://schemas.microsoft.com/office/drawing/2014/main" id="{4E862F4C-AB06-E645-B1E7-00B9B0EE5C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7" y="1777"/>
                <a:ext cx="4394" cy="293"/>
                <a:chOff x="215" y="2411"/>
                <a:chExt cx="4394" cy="293"/>
              </a:xfrm>
            </p:grpSpPr>
            <p:grpSp>
              <p:nvGrpSpPr>
                <p:cNvPr id="94364" name="Group 22">
                  <a:extLst>
                    <a:ext uri="{FF2B5EF4-FFF2-40B4-BE49-F238E27FC236}">
                      <a16:creationId xmlns:a16="http://schemas.microsoft.com/office/drawing/2014/main" id="{DDCB2570-9115-4E47-8229-D3B3E35120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39" y="2419"/>
                  <a:ext cx="3570" cy="285"/>
                  <a:chOff x="1039" y="2419"/>
                  <a:chExt cx="3570" cy="285"/>
                </a:xfrm>
              </p:grpSpPr>
              <p:sp>
                <p:nvSpPr>
                  <p:cNvPr id="94366" name="AutoShape 23">
                    <a:extLst>
                      <a:ext uri="{FF2B5EF4-FFF2-40B4-BE49-F238E27FC236}">
                        <a16:creationId xmlns:a16="http://schemas.microsoft.com/office/drawing/2014/main" id="{0AA1407C-115B-9147-B2A9-345F07F8E0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24" y="2420"/>
                    <a:ext cx="662" cy="284"/>
                  </a:xfrm>
                  <a:prstGeom prst="chevron">
                    <a:avLst>
                      <a:gd name="adj" fmla="val 2218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Projeto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Detalhado </a:t>
                    </a:r>
                  </a:p>
                </p:txBody>
              </p:sp>
              <p:sp>
                <p:nvSpPr>
                  <p:cNvPr id="94367" name="AutoShape 24">
                    <a:extLst>
                      <a:ext uri="{FF2B5EF4-FFF2-40B4-BE49-F238E27FC236}">
                        <a16:creationId xmlns:a16="http://schemas.microsoft.com/office/drawing/2014/main" id="{81870719-C034-3943-83C9-8467127304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49" y="2420"/>
                    <a:ext cx="677" cy="284"/>
                  </a:xfrm>
                  <a:prstGeom prst="chevron">
                    <a:avLst>
                      <a:gd name="adj" fmla="val 21278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Projeto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Conceitual </a:t>
                    </a:r>
                  </a:p>
                </p:txBody>
              </p:sp>
              <p:sp>
                <p:nvSpPr>
                  <p:cNvPr id="94368" name="AutoShape 25">
                    <a:extLst>
                      <a:ext uri="{FF2B5EF4-FFF2-40B4-BE49-F238E27FC236}">
                        <a16:creationId xmlns:a16="http://schemas.microsoft.com/office/drawing/2014/main" id="{BEEB7FD1-2A11-1943-AF91-7B9996B197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39" y="2420"/>
                    <a:ext cx="806" cy="284"/>
                  </a:xfrm>
                  <a:prstGeom prst="chevron">
                    <a:avLst>
                      <a:gd name="adj" fmla="val 24360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Projeto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Informacional </a:t>
                    </a:r>
                  </a:p>
                </p:txBody>
              </p:sp>
              <p:sp>
                <p:nvSpPr>
                  <p:cNvPr id="94369" name="AutoShape 26">
                    <a:extLst>
                      <a:ext uri="{FF2B5EF4-FFF2-40B4-BE49-F238E27FC236}">
                        <a16:creationId xmlns:a16="http://schemas.microsoft.com/office/drawing/2014/main" id="{664ACE31-7FAF-BA4B-A82D-71D036F65D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2" y="2419"/>
                    <a:ext cx="727" cy="284"/>
                  </a:xfrm>
                  <a:prstGeom prst="chevron">
                    <a:avLst>
                      <a:gd name="adj" fmla="val 22043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Lançamento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do Produto</a:t>
                    </a:r>
                  </a:p>
                </p:txBody>
              </p:sp>
              <p:sp>
                <p:nvSpPr>
                  <p:cNvPr id="94370" name="AutoShape 27">
                    <a:extLst>
                      <a:ext uri="{FF2B5EF4-FFF2-40B4-BE49-F238E27FC236}">
                        <a16:creationId xmlns:a16="http://schemas.microsoft.com/office/drawing/2014/main" id="{A10C5F06-1C5B-6945-B530-42F053F9E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86" y="2420"/>
                    <a:ext cx="690" cy="284"/>
                  </a:xfrm>
                  <a:prstGeom prst="chevron">
                    <a:avLst>
                      <a:gd name="adj" fmla="val 18143"/>
                    </a:avLst>
                  </a:prstGeom>
                  <a:solidFill>
                    <a:srgbClr val="FFFF00"/>
                  </a:solidFill>
                  <a:ln w="11176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Preparação</a:t>
                    </a:r>
                  </a:p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BR" altLang="pt-BR" sz="900"/>
                      <a:t>Produção</a:t>
                    </a:r>
                  </a:p>
                </p:txBody>
              </p:sp>
            </p:grpSp>
            <p:sp>
              <p:nvSpPr>
                <p:cNvPr id="94365" name="AutoShape 28">
                  <a:extLst>
                    <a:ext uri="{FF2B5EF4-FFF2-40B4-BE49-F238E27FC236}">
                      <a16:creationId xmlns:a16="http://schemas.microsoft.com/office/drawing/2014/main" id="{EDE7B945-A152-4248-9751-B6CF8E129F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" y="2411"/>
                  <a:ext cx="793" cy="283"/>
                </a:xfrm>
                <a:prstGeom prst="chevron">
                  <a:avLst>
                    <a:gd name="adj" fmla="val 26957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Planejamento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Projeto</a:t>
                  </a:r>
                </a:p>
              </p:txBody>
            </p:sp>
          </p:grpSp>
          <p:grpSp>
            <p:nvGrpSpPr>
              <p:cNvPr id="94288" name="Group 29">
                <a:extLst>
                  <a:ext uri="{FF2B5EF4-FFF2-40B4-BE49-F238E27FC236}">
                    <a16:creationId xmlns:a16="http://schemas.microsoft.com/office/drawing/2014/main" id="{E62B547B-6766-6944-B777-7290BBF339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09" y="614"/>
                <a:ext cx="1671" cy="203"/>
                <a:chOff x="3985" y="774"/>
                <a:chExt cx="1671" cy="203"/>
              </a:xfrm>
            </p:grpSpPr>
            <p:sp>
              <p:nvSpPr>
                <p:cNvPr id="94362" name="AutoShape 30">
                  <a:extLst>
                    <a:ext uri="{FF2B5EF4-FFF2-40B4-BE49-F238E27FC236}">
                      <a16:creationId xmlns:a16="http://schemas.microsoft.com/office/drawing/2014/main" id="{0AE47049-746D-E740-A682-C59D98821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85" y="774"/>
                  <a:ext cx="1671" cy="188"/>
                </a:xfrm>
                <a:prstGeom prst="chevron">
                  <a:avLst>
                    <a:gd name="adj" fmla="val 39421"/>
                  </a:avLst>
                </a:prstGeom>
                <a:solidFill>
                  <a:srgbClr val="FFCC99"/>
                </a:solidFill>
                <a:ln w="11113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63" name="Text Box 31">
                  <a:extLst>
                    <a:ext uri="{FF2B5EF4-FFF2-40B4-BE49-F238E27FC236}">
                      <a16:creationId xmlns:a16="http://schemas.microsoft.com/office/drawing/2014/main" id="{279F5C45-5EAE-F544-B75B-04C0674EA0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60" y="862"/>
                  <a:ext cx="319" cy="11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000" b="1">
                      <a:solidFill>
                        <a:srgbClr val="000000"/>
                      </a:solidFill>
                    </a:rPr>
                    <a:t>Pós</a:t>
                  </a:r>
                </a:p>
              </p:txBody>
            </p:sp>
          </p:grpSp>
          <p:sp>
            <p:nvSpPr>
              <p:cNvPr id="94289" name="Rectangle 32">
                <a:extLst>
                  <a:ext uri="{FF2B5EF4-FFF2-40B4-BE49-F238E27FC236}">
                    <a16:creationId xmlns:a16="http://schemas.microsoft.com/office/drawing/2014/main" id="{DE9069CE-2732-4A41-B6A2-040A8AABF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667"/>
                <a:ext cx="164" cy="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72000" tIns="0" rIns="72000" bIns="0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grpSp>
            <p:nvGrpSpPr>
              <p:cNvPr id="94290" name="Group 33">
                <a:extLst>
                  <a:ext uri="{FF2B5EF4-FFF2-40B4-BE49-F238E27FC236}">
                    <a16:creationId xmlns:a16="http://schemas.microsoft.com/office/drawing/2014/main" id="{226C4C7E-1815-B34A-B730-91C9CEA1F9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8" y="614"/>
                <a:ext cx="1338" cy="203"/>
                <a:chOff x="22" y="370"/>
                <a:chExt cx="1398" cy="203"/>
              </a:xfrm>
            </p:grpSpPr>
            <p:sp>
              <p:nvSpPr>
                <p:cNvPr id="94360" name="AutoShape 34">
                  <a:extLst>
                    <a:ext uri="{FF2B5EF4-FFF2-40B4-BE49-F238E27FC236}">
                      <a16:creationId xmlns:a16="http://schemas.microsoft.com/office/drawing/2014/main" id="{E00421C7-11F2-DD44-ABDF-CD7FACF2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" y="370"/>
                  <a:ext cx="1398" cy="187"/>
                </a:xfrm>
                <a:prstGeom prst="homePlate">
                  <a:avLst>
                    <a:gd name="adj" fmla="val 39906"/>
                  </a:avLst>
                </a:prstGeom>
                <a:solidFill>
                  <a:srgbClr val="99CCFF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61" name="Text Box 35">
                  <a:extLst>
                    <a:ext uri="{FF2B5EF4-FFF2-40B4-BE49-F238E27FC236}">
                      <a16:creationId xmlns:a16="http://schemas.microsoft.com/office/drawing/2014/main" id="{E5791262-1278-CB47-9413-EBC8BC8E36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66" y="458"/>
                  <a:ext cx="309" cy="11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000" b="1">
                      <a:solidFill>
                        <a:srgbClr val="000000"/>
                      </a:solidFill>
                    </a:rPr>
                    <a:t>Pré</a:t>
                  </a:r>
                </a:p>
              </p:txBody>
            </p:sp>
          </p:grpSp>
          <p:sp>
            <p:nvSpPr>
              <p:cNvPr id="94291" name="AutoShape 36">
                <a:extLst>
                  <a:ext uri="{FF2B5EF4-FFF2-40B4-BE49-F238E27FC236}">
                    <a16:creationId xmlns:a16="http://schemas.microsoft.com/office/drawing/2014/main" id="{8F01E64F-1728-1C4D-AF1C-21A1D30B5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" y="847"/>
                <a:ext cx="841" cy="496"/>
              </a:xfrm>
              <a:prstGeom prst="chevron">
                <a:avLst>
                  <a:gd name="adj" fmla="val 16108"/>
                </a:avLst>
              </a:prstGeom>
              <a:solidFill>
                <a:srgbClr val="99CCFF"/>
              </a:solidFill>
              <a:ln w="11176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900"/>
                  <a:t>Planejamento</a:t>
                </a:r>
              </a:p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BR" altLang="pt-BR" sz="900"/>
                  <a:t>Estratégico dos Produtos</a:t>
                </a:r>
              </a:p>
            </p:txBody>
          </p:sp>
          <p:grpSp>
            <p:nvGrpSpPr>
              <p:cNvPr id="94292" name="Group 37">
                <a:extLst>
                  <a:ext uri="{FF2B5EF4-FFF2-40B4-BE49-F238E27FC236}">
                    <a16:creationId xmlns:a16="http://schemas.microsoft.com/office/drawing/2014/main" id="{48256F26-F485-4648-B8FE-B013478E4D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3" y="835"/>
                <a:ext cx="1809" cy="588"/>
                <a:chOff x="3883" y="1280"/>
                <a:chExt cx="1809" cy="588"/>
              </a:xfrm>
            </p:grpSpPr>
            <p:sp>
              <p:nvSpPr>
                <p:cNvPr id="94354" name="AutoShape 38">
                  <a:extLst>
                    <a:ext uri="{FF2B5EF4-FFF2-40B4-BE49-F238E27FC236}">
                      <a16:creationId xmlns:a16="http://schemas.microsoft.com/office/drawing/2014/main" id="{B0D299C6-5573-CD48-865C-39C4E7E7DA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83" y="1280"/>
                  <a:ext cx="792" cy="523"/>
                </a:xfrm>
                <a:prstGeom prst="chevron">
                  <a:avLst>
                    <a:gd name="adj" fmla="val 18221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55" name="AutoShape 39">
                  <a:extLst>
                    <a:ext uri="{FF2B5EF4-FFF2-40B4-BE49-F238E27FC236}">
                      <a16:creationId xmlns:a16="http://schemas.microsoft.com/office/drawing/2014/main" id="{B3842A90-40F1-8A49-89DB-58C6143A1D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5" y="1280"/>
                  <a:ext cx="800" cy="523"/>
                </a:xfrm>
                <a:prstGeom prst="chevron">
                  <a:avLst>
                    <a:gd name="adj" fmla="val 18405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56" name="AutoShape 40">
                  <a:extLst>
                    <a:ext uri="{FF2B5EF4-FFF2-40B4-BE49-F238E27FC236}">
                      <a16:creationId xmlns:a16="http://schemas.microsoft.com/office/drawing/2014/main" id="{300750AD-2D9A-0941-838A-8776E41665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7" y="1320"/>
                  <a:ext cx="799" cy="523"/>
                </a:xfrm>
                <a:prstGeom prst="chevron">
                  <a:avLst>
                    <a:gd name="adj" fmla="val 18382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57" name="AutoShape 41">
                  <a:extLst>
                    <a:ext uri="{FF2B5EF4-FFF2-40B4-BE49-F238E27FC236}">
                      <a16:creationId xmlns:a16="http://schemas.microsoft.com/office/drawing/2014/main" id="{81A405CB-C30D-ED48-B468-0661F54D93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47" y="1320"/>
                  <a:ext cx="800" cy="523"/>
                </a:xfrm>
                <a:prstGeom prst="chevron">
                  <a:avLst>
                    <a:gd name="adj" fmla="val 18405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358" name="AutoShape 42">
                  <a:extLst>
                    <a:ext uri="{FF2B5EF4-FFF2-40B4-BE49-F238E27FC236}">
                      <a16:creationId xmlns:a16="http://schemas.microsoft.com/office/drawing/2014/main" id="{539F1286-C99E-9149-B786-D8C1B5071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47" y="1345"/>
                  <a:ext cx="845" cy="523"/>
                </a:xfrm>
                <a:prstGeom prst="chevron">
                  <a:avLst>
                    <a:gd name="adj" fmla="val 14945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lIns="144000" tIns="0" rIns="72000" bIns="0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Descontinuar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Produto</a:t>
                  </a:r>
                </a:p>
              </p:txBody>
            </p:sp>
            <p:sp>
              <p:nvSpPr>
                <p:cNvPr id="94359" name="AutoShape 43">
                  <a:extLst>
                    <a:ext uri="{FF2B5EF4-FFF2-40B4-BE49-F238E27FC236}">
                      <a16:creationId xmlns:a16="http://schemas.microsoft.com/office/drawing/2014/main" id="{53AFFAE4-EC6F-674A-BA7D-67543BA114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99" y="1345"/>
                  <a:ext cx="882" cy="523"/>
                </a:xfrm>
                <a:prstGeom prst="chevron">
                  <a:avLst>
                    <a:gd name="adj" fmla="val 14530"/>
                  </a:avLst>
                </a:prstGeom>
                <a:solidFill>
                  <a:srgbClr val="FFCC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72000" tIns="0" rIns="72000" bIns="0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Acompanhar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Produto/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900"/>
                    <a:t>Processo</a:t>
                  </a:r>
                  <a:endParaRPr lang="pt-BR" altLang="pt-BR" sz="10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94293" name="Group 44">
                <a:extLst>
                  <a:ext uri="{FF2B5EF4-FFF2-40B4-BE49-F238E27FC236}">
                    <a16:creationId xmlns:a16="http://schemas.microsoft.com/office/drawing/2014/main" id="{85933DBC-447D-1740-BD25-0DC22E0CC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0" y="827"/>
                <a:ext cx="2268" cy="257"/>
                <a:chOff x="1541" y="1272"/>
                <a:chExt cx="2268" cy="257"/>
              </a:xfrm>
            </p:grpSpPr>
            <p:sp>
              <p:nvSpPr>
                <p:cNvPr id="94349" name="AutoShape 45">
                  <a:extLst>
                    <a:ext uri="{FF2B5EF4-FFF2-40B4-BE49-F238E27FC236}">
                      <a16:creationId xmlns:a16="http://schemas.microsoft.com/office/drawing/2014/main" id="{9D533E61-BB98-1348-9760-64BBCBAE0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50" name="AutoShape 46">
                  <a:extLst>
                    <a:ext uri="{FF2B5EF4-FFF2-40B4-BE49-F238E27FC236}">
                      <a16:creationId xmlns:a16="http://schemas.microsoft.com/office/drawing/2014/main" id="{05EF6AE7-46DF-DA41-9171-0B338E3E23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51" name="AutoShape 47">
                  <a:extLst>
                    <a:ext uri="{FF2B5EF4-FFF2-40B4-BE49-F238E27FC236}">
                      <a16:creationId xmlns:a16="http://schemas.microsoft.com/office/drawing/2014/main" id="{47E34534-3E29-0B4F-A5F8-7A832F535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52" name="AutoShape 48">
                  <a:extLst>
                    <a:ext uri="{FF2B5EF4-FFF2-40B4-BE49-F238E27FC236}">
                      <a16:creationId xmlns:a16="http://schemas.microsoft.com/office/drawing/2014/main" id="{0F002248-6DA0-0949-A578-F086147580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53" name="AutoShape 49">
                  <a:extLst>
                    <a:ext uri="{FF2B5EF4-FFF2-40B4-BE49-F238E27FC236}">
                      <a16:creationId xmlns:a16="http://schemas.microsoft.com/office/drawing/2014/main" id="{392ED9CB-1A50-F94F-8C6E-BE5D78C3EE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</p:grpSp>
          <p:grpSp>
            <p:nvGrpSpPr>
              <p:cNvPr id="94294" name="Group 50">
                <a:extLst>
                  <a:ext uri="{FF2B5EF4-FFF2-40B4-BE49-F238E27FC236}">
                    <a16:creationId xmlns:a16="http://schemas.microsoft.com/office/drawing/2014/main" id="{9E8A47E5-C763-3243-833E-F72C4D517F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16" y="923"/>
                <a:ext cx="2268" cy="257"/>
                <a:chOff x="1541" y="1272"/>
                <a:chExt cx="2268" cy="257"/>
              </a:xfrm>
            </p:grpSpPr>
            <p:sp>
              <p:nvSpPr>
                <p:cNvPr id="94344" name="AutoShape 51">
                  <a:extLst>
                    <a:ext uri="{FF2B5EF4-FFF2-40B4-BE49-F238E27FC236}">
                      <a16:creationId xmlns:a16="http://schemas.microsoft.com/office/drawing/2014/main" id="{7CB24501-8BAA-1A41-88C8-D4CAF95F7E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5" name="AutoShape 52">
                  <a:extLst>
                    <a:ext uri="{FF2B5EF4-FFF2-40B4-BE49-F238E27FC236}">
                      <a16:creationId xmlns:a16="http://schemas.microsoft.com/office/drawing/2014/main" id="{83E2132C-6648-874A-8253-BDD71FC68D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6" name="AutoShape 53">
                  <a:extLst>
                    <a:ext uri="{FF2B5EF4-FFF2-40B4-BE49-F238E27FC236}">
                      <a16:creationId xmlns:a16="http://schemas.microsoft.com/office/drawing/2014/main" id="{A32F1CF6-E8EB-7045-B137-1104C3E17F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7" name="AutoShape 54">
                  <a:extLst>
                    <a:ext uri="{FF2B5EF4-FFF2-40B4-BE49-F238E27FC236}">
                      <a16:creationId xmlns:a16="http://schemas.microsoft.com/office/drawing/2014/main" id="{9130CB74-9DD4-5F42-A455-DA10D2CF05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8" name="AutoShape 55">
                  <a:extLst>
                    <a:ext uri="{FF2B5EF4-FFF2-40B4-BE49-F238E27FC236}">
                      <a16:creationId xmlns:a16="http://schemas.microsoft.com/office/drawing/2014/main" id="{5F1BE882-A62B-F740-9062-3ED91F82B2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</p:grpSp>
          <p:grpSp>
            <p:nvGrpSpPr>
              <p:cNvPr id="94295" name="Group 56">
                <a:extLst>
                  <a:ext uri="{FF2B5EF4-FFF2-40B4-BE49-F238E27FC236}">
                    <a16:creationId xmlns:a16="http://schemas.microsoft.com/office/drawing/2014/main" id="{C1066B4E-6574-C741-ACE4-B006B3A8BB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12" y="1019"/>
                <a:ext cx="2268" cy="257"/>
                <a:chOff x="1541" y="1272"/>
                <a:chExt cx="2268" cy="257"/>
              </a:xfrm>
            </p:grpSpPr>
            <p:sp>
              <p:nvSpPr>
                <p:cNvPr id="94339" name="AutoShape 57">
                  <a:extLst>
                    <a:ext uri="{FF2B5EF4-FFF2-40B4-BE49-F238E27FC236}">
                      <a16:creationId xmlns:a16="http://schemas.microsoft.com/office/drawing/2014/main" id="{4B30C235-DD6E-3E4B-BA4C-5415B6E60C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541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0" name="AutoShape 58">
                  <a:extLst>
                    <a:ext uri="{FF2B5EF4-FFF2-40B4-BE49-F238E27FC236}">
                      <a16:creationId xmlns:a16="http://schemas.microsoft.com/office/drawing/2014/main" id="{375D655A-EA27-4146-AC4B-2FDE58C093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1995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1" name="AutoShape 59">
                  <a:extLst>
                    <a:ext uri="{FF2B5EF4-FFF2-40B4-BE49-F238E27FC236}">
                      <a16:creationId xmlns:a16="http://schemas.microsoft.com/office/drawing/2014/main" id="{64D75E74-96D4-8946-8C63-4E7845EEDF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450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2" name="AutoShape 60">
                  <a:extLst>
                    <a:ext uri="{FF2B5EF4-FFF2-40B4-BE49-F238E27FC236}">
                      <a16:creationId xmlns:a16="http://schemas.microsoft.com/office/drawing/2014/main" id="{7DF65427-F446-0347-BFB1-BCF967543D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04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43" name="AutoShape 61">
                  <a:extLst>
                    <a:ext uri="{FF2B5EF4-FFF2-40B4-BE49-F238E27FC236}">
                      <a16:creationId xmlns:a16="http://schemas.microsoft.com/office/drawing/2014/main" id="{CBFB7F17-96E0-6249-90DD-42D1E3E63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3359" y="1272"/>
                  <a:ext cx="450" cy="257"/>
                </a:xfrm>
                <a:prstGeom prst="chevron">
                  <a:avLst>
                    <a:gd name="adj" fmla="val 21798"/>
                  </a:avLst>
                </a:prstGeom>
                <a:solidFill>
                  <a:srgbClr val="FFFF00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</p:grpSp>
          <p:grpSp>
            <p:nvGrpSpPr>
              <p:cNvPr id="94296" name="Group 62">
                <a:extLst>
                  <a:ext uri="{FF2B5EF4-FFF2-40B4-BE49-F238E27FC236}">
                    <a16:creationId xmlns:a16="http://schemas.microsoft.com/office/drawing/2014/main" id="{2B9145F6-FDCC-6B46-A9F8-A080518331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6" y="853"/>
                <a:ext cx="599" cy="423"/>
                <a:chOff x="986" y="1298"/>
                <a:chExt cx="599" cy="423"/>
              </a:xfrm>
            </p:grpSpPr>
            <p:sp>
              <p:nvSpPr>
                <p:cNvPr id="94336" name="AutoShape 63">
                  <a:extLst>
                    <a:ext uri="{FF2B5EF4-FFF2-40B4-BE49-F238E27FC236}">
                      <a16:creationId xmlns:a16="http://schemas.microsoft.com/office/drawing/2014/main" id="{0E0B5D06-08C2-2342-A8A3-AF82748B55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1298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37" name="AutoShape 64">
                  <a:extLst>
                    <a:ext uri="{FF2B5EF4-FFF2-40B4-BE49-F238E27FC236}">
                      <a16:creationId xmlns:a16="http://schemas.microsoft.com/office/drawing/2014/main" id="{A7CA00B5-29C9-7D4F-B056-0D0E264C7A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2" y="1394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  <p:sp>
              <p:nvSpPr>
                <p:cNvPr id="94338" name="AutoShape 65">
                  <a:extLst>
                    <a:ext uri="{FF2B5EF4-FFF2-40B4-BE49-F238E27FC236}">
                      <a16:creationId xmlns:a16="http://schemas.microsoft.com/office/drawing/2014/main" id="{08BD946F-3E17-E145-AC08-72DFDDE22A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8" y="1490"/>
                  <a:ext cx="407" cy="231"/>
                </a:xfrm>
                <a:prstGeom prst="chevron">
                  <a:avLst>
                    <a:gd name="adj" fmla="val 16950"/>
                  </a:avLst>
                </a:prstGeom>
                <a:solidFill>
                  <a:srgbClr val="99CCFF"/>
                </a:solidFill>
                <a:ln w="11176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900"/>
                </a:p>
              </p:txBody>
            </p:sp>
          </p:grpSp>
          <p:grpSp>
            <p:nvGrpSpPr>
              <p:cNvPr id="94297" name="Group 66">
                <a:extLst>
                  <a:ext uri="{FF2B5EF4-FFF2-40B4-BE49-F238E27FC236}">
                    <a16:creationId xmlns:a16="http://schemas.microsoft.com/office/drawing/2014/main" id="{43534B65-F6D1-FD41-8109-2650191F1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3" y="1240"/>
                <a:ext cx="3679" cy="489"/>
                <a:chOff x="423" y="1685"/>
                <a:chExt cx="3679" cy="489"/>
              </a:xfrm>
            </p:grpSpPr>
            <p:sp>
              <p:nvSpPr>
                <p:cNvPr id="94298" name="Text Box 67">
                  <a:extLst>
                    <a:ext uri="{FF2B5EF4-FFF2-40B4-BE49-F238E27FC236}">
                      <a16:creationId xmlns:a16="http://schemas.microsoft.com/office/drawing/2014/main" id="{56CD0BA1-0E56-724E-86EC-1A259C1BCE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3" y="2034"/>
                  <a:ext cx="122" cy="11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0" rIns="7200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1000" u="sng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94299" name="Group 68">
                  <a:extLst>
                    <a:ext uri="{FF2B5EF4-FFF2-40B4-BE49-F238E27FC236}">
                      <a16:creationId xmlns:a16="http://schemas.microsoft.com/office/drawing/2014/main" id="{9A28F3A8-AE49-6D4A-9CAD-AEB7EF9A5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91" y="1685"/>
                  <a:ext cx="117" cy="389"/>
                  <a:chOff x="2112" y="1705"/>
                  <a:chExt cx="117" cy="389"/>
                </a:xfrm>
              </p:grpSpPr>
              <p:sp>
                <p:nvSpPr>
                  <p:cNvPr id="94334" name="AutoShape 69">
                    <a:extLst>
                      <a:ext uri="{FF2B5EF4-FFF2-40B4-BE49-F238E27FC236}">
                        <a16:creationId xmlns:a16="http://schemas.microsoft.com/office/drawing/2014/main" id="{BCAD6405-4A72-FF43-90DB-368B5041B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2" y="1923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94335" name="Line 70">
                    <a:extLst>
                      <a:ext uri="{FF2B5EF4-FFF2-40B4-BE49-F238E27FC236}">
                        <a16:creationId xmlns:a16="http://schemas.microsoft.com/office/drawing/2014/main" id="{501002C8-3DCD-E14D-9A5D-7FA3C7C62D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0" y="1705"/>
                    <a:ext cx="0" cy="22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</p:grpSp>
            <p:sp>
              <p:nvSpPr>
                <p:cNvPr id="94300" name="AutoShape 71">
                  <a:extLst>
                    <a:ext uri="{FF2B5EF4-FFF2-40B4-BE49-F238E27FC236}">
                      <a16:creationId xmlns:a16="http://schemas.microsoft.com/office/drawing/2014/main" id="{A573DBFA-3FD6-064D-ABE4-2239C8FF4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1" y="1859"/>
                  <a:ext cx="3341" cy="315"/>
                </a:xfrm>
                <a:prstGeom prst="roundRect">
                  <a:avLst>
                    <a:gd name="adj" fmla="val 50000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lIns="72000" tIns="0" rIns="72000" bIns="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grpSp>
              <p:nvGrpSpPr>
                <p:cNvPr id="94301" name="Group 72">
                  <a:extLst>
                    <a:ext uri="{FF2B5EF4-FFF2-40B4-BE49-F238E27FC236}">
                      <a16:creationId xmlns:a16="http://schemas.microsoft.com/office/drawing/2014/main" id="{47445E5C-D2B7-E04A-AE65-73DF691167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18" y="1795"/>
                  <a:ext cx="117" cy="299"/>
                  <a:chOff x="2088" y="1486"/>
                  <a:chExt cx="117" cy="299"/>
                </a:xfrm>
              </p:grpSpPr>
              <p:sp>
                <p:nvSpPr>
                  <p:cNvPr id="94332" name="AutoShape 73">
                    <a:extLst>
                      <a:ext uri="{FF2B5EF4-FFF2-40B4-BE49-F238E27FC236}">
                        <a16:creationId xmlns:a16="http://schemas.microsoft.com/office/drawing/2014/main" id="{92E49F98-8F17-3142-83F8-9B984F7D2B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88" y="1614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94333" name="Line 74">
                    <a:extLst>
                      <a:ext uri="{FF2B5EF4-FFF2-40B4-BE49-F238E27FC236}">
                        <a16:creationId xmlns:a16="http://schemas.microsoft.com/office/drawing/2014/main" id="{92E378C3-A6F4-F740-9AB9-52FA730FF3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46" y="1486"/>
                    <a:ext cx="0" cy="13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94302" name="Group 75">
                  <a:extLst>
                    <a:ext uri="{FF2B5EF4-FFF2-40B4-BE49-F238E27FC236}">
                      <a16:creationId xmlns:a16="http://schemas.microsoft.com/office/drawing/2014/main" id="{690FCE38-3A9D-E14D-8340-D683E9F86D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91" y="1685"/>
                  <a:ext cx="117" cy="389"/>
                  <a:chOff x="2112" y="1705"/>
                  <a:chExt cx="117" cy="389"/>
                </a:xfrm>
              </p:grpSpPr>
              <p:sp>
                <p:nvSpPr>
                  <p:cNvPr id="94330" name="AutoShape 76">
                    <a:extLst>
                      <a:ext uri="{FF2B5EF4-FFF2-40B4-BE49-F238E27FC236}">
                        <a16:creationId xmlns:a16="http://schemas.microsoft.com/office/drawing/2014/main" id="{4BCEBCAF-409D-6048-86BA-C81C7CFB1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2" y="1923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94331" name="Line 77">
                    <a:extLst>
                      <a:ext uri="{FF2B5EF4-FFF2-40B4-BE49-F238E27FC236}">
                        <a16:creationId xmlns:a16="http://schemas.microsoft.com/office/drawing/2014/main" id="{B7645A5B-91C3-8F48-BA43-79FA787846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0" y="1705"/>
                    <a:ext cx="0" cy="22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94303" name="Group 78">
                  <a:extLst>
                    <a:ext uri="{FF2B5EF4-FFF2-40B4-BE49-F238E27FC236}">
                      <a16:creationId xmlns:a16="http://schemas.microsoft.com/office/drawing/2014/main" id="{BB2796AC-55E3-E34C-991E-F638954442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42" y="1685"/>
                  <a:ext cx="117" cy="389"/>
                  <a:chOff x="2112" y="1705"/>
                  <a:chExt cx="117" cy="389"/>
                </a:xfrm>
              </p:grpSpPr>
              <p:sp>
                <p:nvSpPr>
                  <p:cNvPr id="94328" name="AutoShape 79">
                    <a:extLst>
                      <a:ext uri="{FF2B5EF4-FFF2-40B4-BE49-F238E27FC236}">
                        <a16:creationId xmlns:a16="http://schemas.microsoft.com/office/drawing/2014/main" id="{13295F5A-028C-6647-B1F4-87F85F570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2" y="1923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  <p:sp>
                <p:nvSpPr>
                  <p:cNvPr id="94329" name="Line 80">
                    <a:extLst>
                      <a:ext uri="{FF2B5EF4-FFF2-40B4-BE49-F238E27FC236}">
                        <a16:creationId xmlns:a16="http://schemas.microsoft.com/office/drawing/2014/main" id="{7573C3D1-B60E-C74C-985E-11FA00DEE7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0" y="1705"/>
                    <a:ext cx="0" cy="22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94304" name="Group 81">
                  <a:extLst>
                    <a:ext uri="{FF2B5EF4-FFF2-40B4-BE49-F238E27FC236}">
                      <a16:creationId xmlns:a16="http://schemas.microsoft.com/office/drawing/2014/main" id="{4135EB57-7F07-CB44-A1B2-72B586DCB4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6" y="1705"/>
                  <a:ext cx="117" cy="369"/>
                  <a:chOff x="1526" y="1705"/>
                  <a:chExt cx="117" cy="369"/>
                </a:xfrm>
              </p:grpSpPr>
              <p:sp>
                <p:nvSpPr>
                  <p:cNvPr id="94326" name="Line 82">
                    <a:extLst>
                      <a:ext uri="{FF2B5EF4-FFF2-40B4-BE49-F238E27FC236}">
                        <a16:creationId xmlns:a16="http://schemas.microsoft.com/office/drawing/2014/main" id="{ED3DB0A1-6E3E-D746-8838-9680F3FF90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84" y="1705"/>
                    <a:ext cx="0" cy="22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27" name="AutoShape 83">
                    <a:extLst>
                      <a:ext uri="{FF2B5EF4-FFF2-40B4-BE49-F238E27FC236}">
                        <a16:creationId xmlns:a16="http://schemas.microsoft.com/office/drawing/2014/main" id="{224A7075-C3C1-2A44-B1E0-138FFCB9CB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6" y="1903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05" name="Group 84">
                  <a:extLst>
                    <a:ext uri="{FF2B5EF4-FFF2-40B4-BE49-F238E27FC236}">
                      <a16:creationId xmlns:a16="http://schemas.microsoft.com/office/drawing/2014/main" id="{336A8C51-BD75-3744-A27B-1BFBD60078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42" y="1705"/>
                  <a:ext cx="117" cy="369"/>
                  <a:chOff x="2542" y="1705"/>
                  <a:chExt cx="117" cy="369"/>
                </a:xfrm>
              </p:grpSpPr>
              <p:sp>
                <p:nvSpPr>
                  <p:cNvPr id="94324" name="Line 85">
                    <a:extLst>
                      <a:ext uri="{FF2B5EF4-FFF2-40B4-BE49-F238E27FC236}">
                        <a16:creationId xmlns:a16="http://schemas.microsoft.com/office/drawing/2014/main" id="{0132416D-3D79-D443-BE1E-3D06017EB1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0" y="1705"/>
                    <a:ext cx="0" cy="22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25" name="AutoShape 86">
                    <a:extLst>
                      <a:ext uri="{FF2B5EF4-FFF2-40B4-BE49-F238E27FC236}">
                        <a16:creationId xmlns:a16="http://schemas.microsoft.com/office/drawing/2014/main" id="{89EF769F-7D7D-1C45-AC42-5CFEFDF7DA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2" y="1903"/>
                    <a:ext cx="117" cy="171"/>
                  </a:xfrm>
                  <a:prstGeom prst="flowChartDecision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06" name="Group 87">
                  <a:extLst>
                    <a:ext uri="{FF2B5EF4-FFF2-40B4-BE49-F238E27FC236}">
                      <a16:creationId xmlns:a16="http://schemas.microsoft.com/office/drawing/2014/main" id="{E9F59C83-E9D6-3A41-8A0C-F377FD6C9C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66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22" name="Line 88">
                    <a:extLst>
                      <a:ext uri="{FF2B5EF4-FFF2-40B4-BE49-F238E27FC236}">
                        <a16:creationId xmlns:a16="http://schemas.microsoft.com/office/drawing/2014/main" id="{3D5DEA3A-8F40-974F-A0D4-833C980D83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23" name="AutoShape 89">
                    <a:extLst>
                      <a:ext uri="{FF2B5EF4-FFF2-40B4-BE49-F238E27FC236}">
                        <a16:creationId xmlns:a16="http://schemas.microsoft.com/office/drawing/2014/main" id="{FE359C6B-7A0E-684D-B8A6-9E78682A4B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07" name="Group 90">
                  <a:extLst>
                    <a:ext uri="{FF2B5EF4-FFF2-40B4-BE49-F238E27FC236}">
                      <a16:creationId xmlns:a16="http://schemas.microsoft.com/office/drawing/2014/main" id="{4BC9067A-1A29-5740-A095-CCECF620E5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84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20" name="Line 91">
                    <a:extLst>
                      <a:ext uri="{FF2B5EF4-FFF2-40B4-BE49-F238E27FC236}">
                        <a16:creationId xmlns:a16="http://schemas.microsoft.com/office/drawing/2014/main" id="{A589EFB0-214B-374E-8C55-00D0CBE735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21" name="AutoShape 92">
                    <a:extLst>
                      <a:ext uri="{FF2B5EF4-FFF2-40B4-BE49-F238E27FC236}">
                        <a16:creationId xmlns:a16="http://schemas.microsoft.com/office/drawing/2014/main" id="{EB1D5B9E-ED9C-D249-BAAB-06045DB7F2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08" name="Group 93">
                  <a:extLst>
                    <a:ext uri="{FF2B5EF4-FFF2-40B4-BE49-F238E27FC236}">
                      <a16:creationId xmlns:a16="http://schemas.microsoft.com/office/drawing/2014/main" id="{408B82E2-8680-CA49-8DC4-90CA403FA1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99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18" name="Line 94">
                    <a:extLst>
                      <a:ext uri="{FF2B5EF4-FFF2-40B4-BE49-F238E27FC236}">
                        <a16:creationId xmlns:a16="http://schemas.microsoft.com/office/drawing/2014/main" id="{FC1983E3-4984-AB40-9EDA-64D7E31C23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19" name="AutoShape 95">
                    <a:extLst>
                      <a:ext uri="{FF2B5EF4-FFF2-40B4-BE49-F238E27FC236}">
                        <a16:creationId xmlns:a16="http://schemas.microsoft.com/office/drawing/2014/main" id="{D0043FA1-A33F-5044-AF3B-12843E06C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09" name="Group 96">
                  <a:extLst>
                    <a:ext uri="{FF2B5EF4-FFF2-40B4-BE49-F238E27FC236}">
                      <a16:creationId xmlns:a16="http://schemas.microsoft.com/office/drawing/2014/main" id="{F0E2ED1D-FDEC-F34D-AAB6-A04AA07577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34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16" name="Line 97">
                    <a:extLst>
                      <a:ext uri="{FF2B5EF4-FFF2-40B4-BE49-F238E27FC236}">
                        <a16:creationId xmlns:a16="http://schemas.microsoft.com/office/drawing/2014/main" id="{E2F54A55-B47B-5F43-8A31-61CCCF7DD9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17" name="AutoShape 98">
                    <a:extLst>
                      <a:ext uri="{FF2B5EF4-FFF2-40B4-BE49-F238E27FC236}">
                        <a16:creationId xmlns:a16="http://schemas.microsoft.com/office/drawing/2014/main" id="{05F78C16-26D9-294D-9830-D6EF15E7B4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10" name="Group 99">
                  <a:extLst>
                    <a:ext uri="{FF2B5EF4-FFF2-40B4-BE49-F238E27FC236}">
                      <a16:creationId xmlns:a16="http://schemas.microsoft.com/office/drawing/2014/main" id="{5C401382-B78A-8C4B-A93A-D8B4555A7D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22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14" name="Line 100">
                    <a:extLst>
                      <a:ext uri="{FF2B5EF4-FFF2-40B4-BE49-F238E27FC236}">
                        <a16:creationId xmlns:a16="http://schemas.microsoft.com/office/drawing/2014/main" id="{38492892-893F-8743-B5E2-497D78C547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15" name="AutoShape 101">
                    <a:extLst>
                      <a:ext uri="{FF2B5EF4-FFF2-40B4-BE49-F238E27FC236}">
                        <a16:creationId xmlns:a16="http://schemas.microsoft.com/office/drawing/2014/main" id="{EB1F83A2-7BA6-1B4E-BA44-ED0FEA72C4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311" name="Group 102">
                  <a:extLst>
                    <a:ext uri="{FF2B5EF4-FFF2-40B4-BE49-F238E27FC236}">
                      <a16:creationId xmlns:a16="http://schemas.microsoft.com/office/drawing/2014/main" id="{FF199BC8-BF3B-0144-8A83-00764FAD41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53" y="1721"/>
                  <a:ext cx="89" cy="298"/>
                  <a:chOff x="2266" y="1721"/>
                  <a:chExt cx="89" cy="298"/>
                </a:xfrm>
              </p:grpSpPr>
              <p:sp>
                <p:nvSpPr>
                  <p:cNvPr id="94312" name="Line 103">
                    <a:extLst>
                      <a:ext uri="{FF2B5EF4-FFF2-40B4-BE49-F238E27FC236}">
                        <a16:creationId xmlns:a16="http://schemas.microsoft.com/office/drawing/2014/main" id="{D87DAF85-D2A5-7E41-A307-FE2EDB82CD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" y="1721"/>
                    <a:ext cx="0" cy="2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lIns="72000" tIns="0" rIns="72000" bIns="0" anchor="ctr">
                    <a:spAutoFit/>
                  </a:bodyPr>
                  <a:lstStyle/>
                  <a:p>
                    <a:endParaRPr lang="pt-BR"/>
                  </a:p>
                </p:txBody>
              </p:sp>
              <p:sp>
                <p:nvSpPr>
                  <p:cNvPr id="94313" name="AutoShape 104">
                    <a:extLst>
                      <a:ext uri="{FF2B5EF4-FFF2-40B4-BE49-F238E27FC236}">
                        <a16:creationId xmlns:a16="http://schemas.microsoft.com/office/drawing/2014/main" id="{EEFFBD1A-00F9-6046-BD1A-D0E582FE43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6" y="1934"/>
                    <a:ext cx="89" cy="85"/>
                  </a:xfrm>
                  <a:prstGeom prst="flowChartDecision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72000" tIns="0" rIns="72000" bIns="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</p:grpSp>
        </p:grpSp>
        <p:sp>
          <p:nvSpPr>
            <p:cNvPr id="94283" name="Rectangle 105">
              <a:extLst>
                <a:ext uri="{FF2B5EF4-FFF2-40B4-BE49-F238E27FC236}">
                  <a16:creationId xmlns:a16="http://schemas.microsoft.com/office/drawing/2014/main" id="{6490C995-C16B-9C48-958C-4F41A96B2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688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284" name="Rectangle 106">
              <a:extLst>
                <a:ext uri="{FF2B5EF4-FFF2-40B4-BE49-F238E27FC236}">
                  <a16:creationId xmlns:a16="http://schemas.microsoft.com/office/drawing/2014/main" id="{F70E61A5-0D0A-F849-9103-DF54BE869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88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grpSp>
        <p:nvGrpSpPr>
          <p:cNvPr id="94217" name="Group 107">
            <a:extLst>
              <a:ext uri="{FF2B5EF4-FFF2-40B4-BE49-F238E27FC236}">
                <a16:creationId xmlns:a16="http://schemas.microsoft.com/office/drawing/2014/main" id="{74E3F0E9-E337-A144-B4DF-B8E65734477D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609600"/>
            <a:ext cx="4876800" cy="3563938"/>
            <a:chOff x="2592" y="384"/>
            <a:chExt cx="3072" cy="2245"/>
          </a:xfrm>
        </p:grpSpPr>
        <p:grpSp>
          <p:nvGrpSpPr>
            <p:cNvPr id="94227" name="Group 108">
              <a:extLst>
                <a:ext uri="{FF2B5EF4-FFF2-40B4-BE49-F238E27FC236}">
                  <a16:creationId xmlns:a16="http://schemas.microsoft.com/office/drawing/2014/main" id="{0B04A2C0-7C09-7842-96C8-7A7B977BD1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7" y="384"/>
              <a:ext cx="3047" cy="2245"/>
              <a:chOff x="2617" y="384"/>
              <a:chExt cx="3047" cy="2245"/>
            </a:xfrm>
          </p:grpSpPr>
          <p:grpSp>
            <p:nvGrpSpPr>
              <p:cNvPr id="94232" name="Group 109">
                <a:extLst>
                  <a:ext uri="{FF2B5EF4-FFF2-40B4-BE49-F238E27FC236}">
                    <a16:creationId xmlns:a16="http://schemas.microsoft.com/office/drawing/2014/main" id="{9850B5A9-783E-4244-8651-804EE4FFD5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43" y="384"/>
                <a:ext cx="2921" cy="2245"/>
                <a:chOff x="2743" y="384"/>
                <a:chExt cx="2921" cy="2245"/>
              </a:xfrm>
            </p:grpSpPr>
            <p:sp>
              <p:nvSpPr>
                <p:cNvPr id="94234" name="AutoShape 110">
                  <a:extLst>
                    <a:ext uri="{FF2B5EF4-FFF2-40B4-BE49-F238E27FC236}">
                      <a16:creationId xmlns:a16="http://schemas.microsoft.com/office/drawing/2014/main" id="{0BFC23A3-ADFC-744F-AB98-1B0FBA616B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8" y="672"/>
                  <a:ext cx="1641" cy="864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99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600">
                      <a:solidFill>
                        <a:srgbClr val="313131"/>
                      </a:solidFill>
                    </a:rPr>
                    <a:t>Infra-estrutura</a:t>
                  </a: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1600">
                    <a:solidFill>
                      <a:srgbClr val="313131"/>
                    </a:solidFill>
                  </a:endParaRPr>
                </a:p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600">
                      <a:solidFill>
                        <a:srgbClr val="313131"/>
                      </a:solidFill>
                    </a:rPr>
                    <a:t>Educar / Treinar</a:t>
                  </a:r>
                  <a:endParaRPr lang="pt-BR" altLang="pt-BR" sz="900"/>
                </a:p>
              </p:txBody>
            </p:sp>
            <p:sp>
              <p:nvSpPr>
                <p:cNvPr id="94235" name="Freeform 111">
                  <a:extLst>
                    <a:ext uri="{FF2B5EF4-FFF2-40B4-BE49-F238E27FC236}">
                      <a16:creationId xmlns:a16="http://schemas.microsoft.com/office/drawing/2014/main" id="{30D4EC4E-D691-0344-A52C-3D7CE4FB9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3" y="1759"/>
                  <a:ext cx="2556" cy="735"/>
                </a:xfrm>
                <a:custGeom>
                  <a:avLst/>
                  <a:gdLst>
                    <a:gd name="T0" fmla="*/ 165 w 3888"/>
                    <a:gd name="T1" fmla="*/ 0 h 1056"/>
                    <a:gd name="T2" fmla="*/ 0 w 3888"/>
                    <a:gd name="T3" fmla="*/ 173 h 1056"/>
                    <a:gd name="T4" fmla="*/ 477 w 3888"/>
                    <a:gd name="T5" fmla="*/ 173 h 1056"/>
                    <a:gd name="T6" fmla="*/ 324 w 3888"/>
                    <a:gd name="T7" fmla="*/ 0 h 105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888"/>
                    <a:gd name="T13" fmla="*/ 0 h 1056"/>
                    <a:gd name="T14" fmla="*/ 3888 w 3888"/>
                    <a:gd name="T15" fmla="*/ 1056 h 105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888" h="1056">
                      <a:moveTo>
                        <a:pt x="1344" y="0"/>
                      </a:moveTo>
                      <a:lnTo>
                        <a:pt x="0" y="1056"/>
                      </a:lnTo>
                      <a:lnTo>
                        <a:pt x="3888" y="1056"/>
                      </a:lnTo>
                      <a:lnTo>
                        <a:pt x="2640" y="0"/>
                      </a:lnTo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pt-BR"/>
                </a:p>
              </p:txBody>
            </p:sp>
            <p:cxnSp>
              <p:nvCxnSpPr>
                <p:cNvPr id="94236" name="AutoShape 112">
                  <a:extLst>
                    <a:ext uri="{FF2B5EF4-FFF2-40B4-BE49-F238E27FC236}">
                      <a16:creationId xmlns:a16="http://schemas.microsoft.com/office/drawing/2014/main" id="{C9248425-2296-A246-A524-6BBD68732099}"/>
                    </a:ext>
                  </a:extLst>
                </p:cNvPr>
                <p:cNvCxnSpPr>
                  <a:cxnSpLocks noChangeShapeType="1"/>
                  <a:stCxn id="94275" idx="1"/>
                  <a:endCxn id="94233" idx="0"/>
                </p:cNvCxnSpPr>
                <p:nvPr/>
              </p:nvCxnSpPr>
              <p:spPr bwMode="auto">
                <a:xfrm rot="10800000" flipV="1">
                  <a:off x="3061" y="631"/>
                  <a:ext cx="587" cy="233"/>
                </a:xfrm>
                <a:prstGeom prst="curvedConnector2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4237" name="AutoShape 113">
                  <a:extLst>
                    <a:ext uri="{FF2B5EF4-FFF2-40B4-BE49-F238E27FC236}">
                      <a16:creationId xmlns:a16="http://schemas.microsoft.com/office/drawing/2014/main" id="{214B098C-D442-6A48-9219-F4C1728D5BAF}"/>
                    </a:ext>
                  </a:extLst>
                </p:cNvPr>
                <p:cNvCxnSpPr>
                  <a:cxnSpLocks noChangeShapeType="1"/>
                  <a:stCxn id="94255" idx="0"/>
                  <a:endCxn id="94276" idx="3"/>
                </p:cNvCxnSpPr>
                <p:nvPr/>
              </p:nvCxnSpPr>
              <p:spPr bwMode="auto">
                <a:xfrm rot="5400000" flipH="1">
                  <a:off x="4681" y="338"/>
                  <a:ext cx="347" cy="686"/>
                </a:xfrm>
                <a:prstGeom prst="curvedConnector2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4238" name="AutoShape 114">
                  <a:extLst>
                    <a:ext uri="{FF2B5EF4-FFF2-40B4-BE49-F238E27FC236}">
                      <a16:creationId xmlns:a16="http://schemas.microsoft.com/office/drawing/2014/main" id="{7AB58DB8-E947-3A43-9BEF-642713B81BEA}"/>
                    </a:ext>
                  </a:extLst>
                </p:cNvPr>
                <p:cNvCxnSpPr>
                  <a:cxnSpLocks noChangeShapeType="1"/>
                  <a:stCxn id="94233" idx="2"/>
                </p:cNvCxnSpPr>
                <p:nvPr/>
              </p:nvCxnSpPr>
              <p:spPr bwMode="auto">
                <a:xfrm rot="16200000" flipH="1">
                  <a:off x="3174" y="1279"/>
                  <a:ext cx="339" cy="565"/>
                </a:xfrm>
                <a:prstGeom prst="curvedConnector2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4239" name="AutoShape 115">
                  <a:extLst>
                    <a:ext uri="{FF2B5EF4-FFF2-40B4-BE49-F238E27FC236}">
                      <a16:creationId xmlns:a16="http://schemas.microsoft.com/office/drawing/2014/main" id="{E4750DB1-4DFC-1745-A9C1-07A6928E0521}"/>
                    </a:ext>
                  </a:extLst>
                </p:cNvPr>
                <p:cNvCxnSpPr>
                  <a:cxnSpLocks noChangeShapeType="1"/>
                  <a:endCxn id="94255" idx="2"/>
                </p:cNvCxnSpPr>
                <p:nvPr/>
              </p:nvCxnSpPr>
              <p:spPr bwMode="auto">
                <a:xfrm flipV="1">
                  <a:off x="4573" y="1344"/>
                  <a:ext cx="625" cy="387"/>
                </a:xfrm>
                <a:prstGeom prst="curvedConnector2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sp>
              <p:nvSpPr>
                <p:cNvPr id="94240" name="Rectangle 116">
                  <a:extLst>
                    <a:ext uri="{FF2B5EF4-FFF2-40B4-BE49-F238E27FC236}">
                      <a16:creationId xmlns:a16="http://schemas.microsoft.com/office/drawing/2014/main" id="{B96B250E-D7E4-014A-9E96-BBE66C2A3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8" y="950"/>
                  <a:ext cx="157" cy="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41" name="Rectangle 117">
                  <a:extLst>
                    <a:ext uri="{FF2B5EF4-FFF2-40B4-BE49-F238E27FC236}">
                      <a16:creationId xmlns:a16="http://schemas.microsoft.com/office/drawing/2014/main" id="{7511E007-A804-8B42-A18E-62109CC588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5" y="956"/>
                  <a:ext cx="158" cy="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cxnSp>
              <p:nvCxnSpPr>
                <p:cNvPr id="94242" name="AutoShape 118">
                  <a:extLst>
                    <a:ext uri="{FF2B5EF4-FFF2-40B4-BE49-F238E27FC236}">
                      <a16:creationId xmlns:a16="http://schemas.microsoft.com/office/drawing/2014/main" id="{9D796514-67C5-5742-9B70-E2322319EE1D}"/>
                    </a:ext>
                  </a:extLst>
                </p:cNvPr>
                <p:cNvCxnSpPr>
                  <a:cxnSpLocks noChangeShapeType="1"/>
                  <a:endCxn id="94275" idx="3"/>
                </p:cNvCxnSpPr>
                <p:nvPr/>
              </p:nvCxnSpPr>
              <p:spPr bwMode="auto">
                <a:xfrm rot="-5400000">
                  <a:off x="3838" y="1071"/>
                  <a:ext cx="1113" cy="233"/>
                </a:xfrm>
                <a:prstGeom prst="curvedConnector4">
                  <a:avLst>
                    <a:gd name="adj1" fmla="val 16384"/>
                    <a:gd name="adj2" fmla="val 341630"/>
                  </a:avLst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sp>
              <p:nvSpPr>
                <p:cNvPr id="94243" name="AutoShape 119">
                  <a:extLst>
                    <a:ext uri="{FF2B5EF4-FFF2-40B4-BE49-F238E27FC236}">
                      <a16:creationId xmlns:a16="http://schemas.microsoft.com/office/drawing/2014/main" id="{1FA0CC43-5E06-4E48-8CC7-EBA6DBB662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75" y="1411"/>
                  <a:ext cx="837" cy="413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9900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PT" altLang="pt-BR" sz="1400">
                      <a:solidFill>
                        <a:srgbClr val="313131"/>
                      </a:solidFill>
                    </a:rPr>
                    <a:t>Implantar</a:t>
                  </a:r>
                  <a:endParaRPr lang="en-US" altLang="pt-BR" sz="1400">
                    <a:solidFill>
                      <a:srgbClr val="313131"/>
                    </a:solidFill>
                  </a:endParaRPr>
                </a:p>
              </p:txBody>
            </p:sp>
            <p:sp>
              <p:nvSpPr>
                <p:cNvPr id="94244" name="AutoShape 120">
                  <a:extLst>
                    <a:ext uri="{FF2B5EF4-FFF2-40B4-BE49-F238E27FC236}">
                      <a16:creationId xmlns:a16="http://schemas.microsoft.com/office/drawing/2014/main" id="{8863BB1F-193C-0B4C-A99A-97202D1A35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39" y="1902"/>
                  <a:ext cx="564" cy="395"/>
                </a:xfrm>
                <a:prstGeom prst="chevron">
                  <a:avLst>
                    <a:gd name="adj" fmla="val 26461"/>
                  </a:avLst>
                </a:prstGeom>
                <a:gradFill rotWithShape="0">
                  <a:gsLst>
                    <a:gs pos="0">
                      <a:srgbClr val="9CF96D"/>
                    </a:gs>
                    <a:gs pos="100000">
                      <a:srgbClr val="C6FCAB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94245" name="AutoShape 121">
                  <a:extLst>
                    <a:ext uri="{FF2B5EF4-FFF2-40B4-BE49-F238E27FC236}">
                      <a16:creationId xmlns:a16="http://schemas.microsoft.com/office/drawing/2014/main" id="{F58BE88F-2673-554E-8624-808C15E19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15" y="1902"/>
                  <a:ext cx="564" cy="395"/>
                </a:xfrm>
                <a:prstGeom prst="chevron">
                  <a:avLst>
                    <a:gd name="adj" fmla="val 26461"/>
                  </a:avLst>
                </a:prstGeom>
                <a:gradFill rotWithShape="0">
                  <a:gsLst>
                    <a:gs pos="0">
                      <a:srgbClr val="9CF96D"/>
                    </a:gs>
                    <a:gs pos="100000">
                      <a:srgbClr val="C6FCAB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94246" name="AutoShape 122">
                  <a:extLst>
                    <a:ext uri="{FF2B5EF4-FFF2-40B4-BE49-F238E27FC236}">
                      <a16:creationId xmlns:a16="http://schemas.microsoft.com/office/drawing/2014/main" id="{AFFDA259-6F17-5943-8181-DB24F60108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89" y="1902"/>
                  <a:ext cx="565" cy="395"/>
                </a:xfrm>
                <a:prstGeom prst="chevron">
                  <a:avLst>
                    <a:gd name="adj" fmla="val 26508"/>
                  </a:avLst>
                </a:prstGeom>
                <a:gradFill rotWithShape="0">
                  <a:gsLst>
                    <a:gs pos="0">
                      <a:srgbClr val="9CF96D"/>
                    </a:gs>
                    <a:gs pos="100000">
                      <a:srgbClr val="C6FCAB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94247" name="AutoShape 123">
                  <a:extLst>
                    <a:ext uri="{FF2B5EF4-FFF2-40B4-BE49-F238E27FC236}">
                      <a16:creationId xmlns:a16="http://schemas.microsoft.com/office/drawing/2014/main" id="{369975DD-EC33-0B4F-8EB9-C3B57DDFF4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0" y="1906"/>
                  <a:ext cx="468" cy="394"/>
                </a:xfrm>
                <a:prstGeom prst="chevron">
                  <a:avLst>
                    <a:gd name="adj" fmla="val 24284"/>
                  </a:avLst>
                </a:prstGeom>
                <a:gradFill rotWithShape="0">
                  <a:gsLst>
                    <a:gs pos="0">
                      <a:srgbClr val="9CF96D"/>
                    </a:gs>
                    <a:gs pos="100000">
                      <a:srgbClr val="C6FCAB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000"/>
                </a:p>
              </p:txBody>
            </p:sp>
            <p:sp>
              <p:nvSpPr>
                <p:cNvPr id="94248" name="AutoShape 124">
                  <a:extLst>
                    <a:ext uri="{FF2B5EF4-FFF2-40B4-BE49-F238E27FC236}">
                      <a16:creationId xmlns:a16="http://schemas.microsoft.com/office/drawing/2014/main" id="{EE57FE0D-3C02-E84B-944C-8F563BE52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5" y="1902"/>
                  <a:ext cx="536" cy="395"/>
                </a:xfrm>
                <a:prstGeom prst="chevron">
                  <a:avLst>
                    <a:gd name="adj" fmla="val 28433"/>
                  </a:avLst>
                </a:prstGeom>
                <a:gradFill rotWithShape="0">
                  <a:gsLst>
                    <a:gs pos="0">
                      <a:srgbClr val="FFCC00"/>
                    </a:gs>
                    <a:gs pos="100000">
                      <a:srgbClr val="9CF96D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10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94249" name="Group 125">
                  <a:extLst>
                    <a:ext uri="{FF2B5EF4-FFF2-40B4-BE49-F238E27FC236}">
                      <a16:creationId xmlns:a16="http://schemas.microsoft.com/office/drawing/2014/main" id="{B2F03B74-6EB0-A54D-8B5F-CFA42CF94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74" y="1993"/>
                  <a:ext cx="2379" cy="398"/>
                  <a:chOff x="1251" y="3158"/>
                  <a:chExt cx="3036" cy="465"/>
                </a:xfrm>
              </p:grpSpPr>
              <p:sp>
                <p:nvSpPr>
                  <p:cNvPr id="94277" name="AutoShape 126">
                    <a:extLst>
                      <a:ext uri="{FF2B5EF4-FFF2-40B4-BE49-F238E27FC236}">
                        <a16:creationId xmlns:a16="http://schemas.microsoft.com/office/drawing/2014/main" id="{FD14447B-564C-5F4B-A97D-7FF2BD169F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4" y="3158"/>
                    <a:ext cx="720" cy="461"/>
                  </a:xfrm>
                  <a:prstGeom prst="chevron">
                    <a:avLst>
                      <a:gd name="adj" fmla="val 28944"/>
                    </a:avLst>
                  </a:prstGeom>
                  <a:gradFill rotWithShape="0">
                    <a:gsLst>
                      <a:gs pos="0">
                        <a:srgbClr val="9CF96D"/>
                      </a:gs>
                      <a:gs pos="100000">
                        <a:srgbClr val="C6FCAB"/>
                      </a:gs>
                    </a:gsLst>
                    <a:lin ang="0" scaled="1"/>
                  </a:gra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94278" name="AutoShape 127">
                    <a:extLst>
                      <a:ext uri="{FF2B5EF4-FFF2-40B4-BE49-F238E27FC236}">
                        <a16:creationId xmlns:a16="http://schemas.microsoft.com/office/drawing/2014/main" id="{44085DD6-2E08-6343-BDEA-8E1A30BFC9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61" y="3158"/>
                    <a:ext cx="720" cy="461"/>
                  </a:xfrm>
                  <a:prstGeom prst="chevron">
                    <a:avLst>
                      <a:gd name="adj" fmla="val 28944"/>
                    </a:avLst>
                  </a:prstGeom>
                  <a:gradFill rotWithShape="0">
                    <a:gsLst>
                      <a:gs pos="0">
                        <a:srgbClr val="9CF96D"/>
                      </a:gs>
                      <a:gs pos="100000">
                        <a:srgbClr val="C6FCAB"/>
                      </a:gs>
                    </a:gsLst>
                    <a:lin ang="0" scaled="1"/>
                  </a:gra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94279" name="AutoShape 128">
                    <a:extLst>
                      <a:ext uri="{FF2B5EF4-FFF2-40B4-BE49-F238E27FC236}">
                        <a16:creationId xmlns:a16="http://schemas.microsoft.com/office/drawing/2014/main" id="{34C3FAA1-E407-714F-9F4F-190CC61325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7" y="3158"/>
                    <a:ext cx="720" cy="461"/>
                  </a:xfrm>
                  <a:prstGeom prst="chevron">
                    <a:avLst>
                      <a:gd name="adj" fmla="val 28944"/>
                    </a:avLst>
                  </a:prstGeom>
                  <a:gradFill rotWithShape="0">
                    <a:gsLst>
                      <a:gs pos="0">
                        <a:srgbClr val="9CF96D"/>
                      </a:gs>
                      <a:gs pos="100000">
                        <a:srgbClr val="C6FCAB"/>
                      </a:gs>
                    </a:gsLst>
                    <a:lin ang="0" scaled="1"/>
                  </a:gra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94280" name="AutoShape 129">
                    <a:extLst>
                      <a:ext uri="{FF2B5EF4-FFF2-40B4-BE49-F238E27FC236}">
                        <a16:creationId xmlns:a16="http://schemas.microsoft.com/office/drawing/2014/main" id="{3012C98B-F7D8-3C42-A2B8-F11ECBD0E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45" y="3162"/>
                    <a:ext cx="597" cy="461"/>
                  </a:xfrm>
                  <a:prstGeom prst="chevron">
                    <a:avLst>
                      <a:gd name="adj" fmla="val 26476"/>
                    </a:avLst>
                  </a:prstGeom>
                  <a:gradFill rotWithShape="0">
                    <a:gsLst>
                      <a:gs pos="0">
                        <a:srgbClr val="9CF96D"/>
                      </a:gs>
                      <a:gs pos="100000">
                        <a:srgbClr val="C6FCAB"/>
                      </a:gs>
                    </a:gsLst>
                    <a:lin ang="0" scaled="1"/>
                  </a:gra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000"/>
                  </a:p>
                </p:txBody>
              </p:sp>
              <p:sp>
                <p:nvSpPr>
                  <p:cNvPr id="94281" name="AutoShape 130">
                    <a:extLst>
                      <a:ext uri="{FF2B5EF4-FFF2-40B4-BE49-F238E27FC236}">
                        <a16:creationId xmlns:a16="http://schemas.microsoft.com/office/drawing/2014/main" id="{AC7A9605-1BF5-C04B-B995-E04F1A9EEF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51" y="3158"/>
                    <a:ext cx="684" cy="461"/>
                  </a:xfrm>
                  <a:prstGeom prst="chevron">
                    <a:avLst>
                      <a:gd name="adj" fmla="val 31090"/>
                    </a:avLst>
                  </a:prstGeom>
                  <a:gradFill rotWithShape="0">
                    <a:gsLst>
                      <a:gs pos="0">
                        <a:srgbClr val="FFCC00"/>
                      </a:gs>
                      <a:gs pos="100000">
                        <a:srgbClr val="9CF96D"/>
                      </a:gs>
                    </a:gsLst>
                    <a:lin ang="0" scaled="1"/>
                  </a:gra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10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94250" name="AutoShape 131">
                  <a:extLst>
                    <a:ext uri="{FF2B5EF4-FFF2-40B4-BE49-F238E27FC236}">
                      <a16:creationId xmlns:a16="http://schemas.microsoft.com/office/drawing/2014/main" id="{6539259F-1E63-924F-8C17-89A2822DDF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4" y="1865"/>
                  <a:ext cx="59" cy="99"/>
                </a:xfrm>
                <a:prstGeom prst="diamond">
                  <a:avLst/>
                </a:prstGeom>
                <a:solidFill>
                  <a:srgbClr val="FF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51" name="AutoShape 132">
                  <a:extLst>
                    <a:ext uri="{FF2B5EF4-FFF2-40B4-BE49-F238E27FC236}">
                      <a16:creationId xmlns:a16="http://schemas.microsoft.com/office/drawing/2014/main" id="{5724C015-CA98-6D47-AB30-B32BB0EE4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2" y="1865"/>
                  <a:ext cx="59" cy="99"/>
                </a:xfrm>
                <a:prstGeom prst="diamond">
                  <a:avLst/>
                </a:prstGeom>
                <a:solidFill>
                  <a:srgbClr val="FF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52" name="AutoShape 133">
                  <a:extLst>
                    <a:ext uri="{FF2B5EF4-FFF2-40B4-BE49-F238E27FC236}">
                      <a16:creationId xmlns:a16="http://schemas.microsoft.com/office/drawing/2014/main" id="{7FB72C23-596E-4D41-9128-50CA7D688D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07" y="1865"/>
                  <a:ext cx="59" cy="99"/>
                </a:xfrm>
                <a:prstGeom prst="diamond">
                  <a:avLst/>
                </a:prstGeom>
                <a:solidFill>
                  <a:srgbClr val="FF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53" name="AutoShape 134">
                  <a:extLst>
                    <a:ext uri="{FF2B5EF4-FFF2-40B4-BE49-F238E27FC236}">
                      <a16:creationId xmlns:a16="http://schemas.microsoft.com/office/drawing/2014/main" id="{B49E8A7A-C29A-F04A-84CF-47767F6D09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61" y="1865"/>
                  <a:ext cx="60" cy="99"/>
                </a:xfrm>
                <a:prstGeom prst="diamond">
                  <a:avLst/>
                </a:prstGeom>
                <a:solidFill>
                  <a:srgbClr val="FF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54" name="AutoShape 135">
                  <a:extLst>
                    <a:ext uri="{FF2B5EF4-FFF2-40B4-BE49-F238E27FC236}">
                      <a16:creationId xmlns:a16="http://schemas.microsoft.com/office/drawing/2014/main" id="{849A4970-4FAA-B944-9A4B-ED4F0622AD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4" y="1865"/>
                  <a:ext cx="59" cy="99"/>
                </a:xfrm>
                <a:prstGeom prst="diamond">
                  <a:avLst/>
                </a:prstGeom>
                <a:solidFill>
                  <a:srgbClr val="FF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sp>
              <p:nvSpPr>
                <p:cNvPr id="94255" name="AutoShape 136">
                  <a:extLst>
                    <a:ext uri="{FF2B5EF4-FFF2-40B4-BE49-F238E27FC236}">
                      <a16:creationId xmlns:a16="http://schemas.microsoft.com/office/drawing/2014/main" id="{D72C34B8-4025-4F46-9576-90D9B8D90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31" y="854"/>
                  <a:ext cx="933" cy="490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400">
                      <a:solidFill>
                        <a:srgbClr val="313131"/>
                      </a:solidFill>
                    </a:rPr>
                    <a:t>Entender motivação</a:t>
                  </a:r>
                </a:p>
              </p:txBody>
            </p:sp>
            <p:sp>
              <p:nvSpPr>
                <p:cNvPr id="94256" name="Text Box 137">
                  <a:extLst>
                    <a:ext uri="{FF2B5EF4-FFF2-40B4-BE49-F238E27FC236}">
                      <a16:creationId xmlns:a16="http://schemas.microsoft.com/office/drawing/2014/main" id="{8C336322-0833-6947-A86D-59BCE0EC1B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16" y="2448"/>
                  <a:ext cx="1998" cy="18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18000" tIns="36000" rIns="18000" bIns="36000" anchor="ctr"/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pt-BR" altLang="pt-BR" sz="1200" b="1">
                      <a:solidFill>
                        <a:srgbClr val="313131"/>
                      </a:solidFill>
                    </a:rPr>
                    <a:t>Projetos de Transformação </a:t>
                  </a:r>
                  <a:endParaRPr lang="pt-BR" altLang="pt-BR" sz="1200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94257" name="Rectangle 138">
                  <a:extLst>
                    <a:ext uri="{FF2B5EF4-FFF2-40B4-BE49-F238E27FC236}">
                      <a16:creationId xmlns:a16="http://schemas.microsoft.com/office/drawing/2014/main" id="{C5DF921A-027A-9044-975F-1D262900BA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02" y="879"/>
                  <a:ext cx="75" cy="8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72000" tIns="72000" rIns="72000" bIns="72000" anchor="ctr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pt-BR" altLang="pt-BR" sz="2400"/>
                </a:p>
              </p:txBody>
            </p:sp>
            <p:grpSp>
              <p:nvGrpSpPr>
                <p:cNvPr id="94258" name="Group 139">
                  <a:extLst>
                    <a:ext uri="{FF2B5EF4-FFF2-40B4-BE49-F238E27FC236}">
                      <a16:creationId xmlns:a16="http://schemas.microsoft.com/office/drawing/2014/main" id="{BA86211F-D92D-9F40-A28E-9C8B25C688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48" y="384"/>
                  <a:ext cx="864" cy="493"/>
                  <a:chOff x="1971" y="892"/>
                  <a:chExt cx="1688" cy="576"/>
                </a:xfrm>
              </p:grpSpPr>
              <p:sp>
                <p:nvSpPr>
                  <p:cNvPr id="94275" name="AutoShape 140">
                    <a:extLst>
                      <a:ext uri="{FF2B5EF4-FFF2-40B4-BE49-F238E27FC236}">
                        <a16:creationId xmlns:a16="http://schemas.microsoft.com/office/drawing/2014/main" id="{91187694-5149-7C4E-B0D4-FA7303BAFB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71" y="892"/>
                    <a:ext cx="1687" cy="576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FFFF99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pt-PT" altLang="pt-BR" sz="1400">
                        <a:solidFill>
                          <a:srgbClr val="313131"/>
                        </a:solidFill>
                      </a:rPr>
                      <a:t>Analisar situação</a:t>
                    </a:r>
                  </a:p>
                </p:txBody>
              </p:sp>
              <p:sp>
                <p:nvSpPr>
                  <p:cNvPr id="94276" name="Rectangle 141">
                    <a:extLst>
                      <a:ext uri="{FF2B5EF4-FFF2-40B4-BE49-F238E27FC236}">
                        <a16:creationId xmlns:a16="http://schemas.microsoft.com/office/drawing/2014/main" id="{9EBBCBBB-03D9-7C41-A911-2B2EAE8935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3" y="988"/>
                    <a:ext cx="96" cy="9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72000" tIns="72000" rIns="72000" bIns="72000" anchor="ctr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pt-BR" altLang="pt-BR" sz="2400"/>
                  </a:p>
                </p:txBody>
              </p:sp>
            </p:grpSp>
            <p:grpSp>
              <p:nvGrpSpPr>
                <p:cNvPr id="94259" name="Group 142">
                  <a:extLst>
                    <a:ext uri="{FF2B5EF4-FFF2-40B4-BE49-F238E27FC236}">
                      <a16:creationId xmlns:a16="http://schemas.microsoft.com/office/drawing/2014/main" id="{DF3F7CCE-E40C-F94C-A41D-BEBACF92B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82" y="2075"/>
                  <a:ext cx="2559" cy="396"/>
                  <a:chOff x="1334" y="3241"/>
                  <a:chExt cx="3266" cy="462"/>
                </a:xfrm>
              </p:grpSpPr>
              <p:grpSp>
                <p:nvGrpSpPr>
                  <p:cNvPr id="94260" name="Group 143">
                    <a:extLst>
                      <a:ext uri="{FF2B5EF4-FFF2-40B4-BE49-F238E27FC236}">
                        <a16:creationId xmlns:a16="http://schemas.microsoft.com/office/drawing/2014/main" id="{CC9EDBDC-4F37-6643-B4E9-8A3C77D3DE4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34" y="3242"/>
                    <a:ext cx="684" cy="461"/>
                    <a:chOff x="1700" y="3855"/>
                    <a:chExt cx="684" cy="461"/>
                  </a:xfrm>
                </p:grpSpPr>
                <p:sp>
                  <p:nvSpPr>
                    <p:cNvPr id="94273" name="AutoShape 144">
                      <a:extLst>
                        <a:ext uri="{FF2B5EF4-FFF2-40B4-BE49-F238E27FC236}">
                          <a16:creationId xmlns:a16="http://schemas.microsoft.com/office/drawing/2014/main" id="{41CCB262-EF37-8944-870C-06D290A15A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00" y="3855"/>
                      <a:ext cx="684" cy="461"/>
                    </a:xfrm>
                    <a:prstGeom prst="chevron">
                      <a:avLst>
                        <a:gd name="adj" fmla="val 31090"/>
                      </a:avLst>
                    </a:prstGeom>
                    <a:gradFill rotWithShape="0">
                      <a:gsLst>
                        <a:gs pos="0">
                          <a:srgbClr val="FFCC00"/>
                        </a:gs>
                        <a:gs pos="100000">
                          <a:srgbClr val="9CF96D"/>
                        </a:gs>
                      </a:gsLst>
                      <a:lin ang="0" scaled="1"/>
                    </a:gra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pt-BR" altLang="pt-BR" sz="10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94274" name="Text Box 145">
                      <a:extLst>
                        <a:ext uri="{FF2B5EF4-FFF2-40B4-BE49-F238E27FC236}">
                          <a16:creationId xmlns:a16="http://schemas.microsoft.com/office/drawing/2014/main" id="{4239924A-7CAB-AC40-92E3-79FBFD08CAA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813" y="4027"/>
                      <a:ext cx="521" cy="17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000">
                          <a:solidFill>
                            <a:srgbClr val="000000"/>
                          </a:solidFill>
                        </a:rPr>
                        <a:t>Planejar</a:t>
                      </a:r>
                      <a:endParaRPr lang="en-US" altLang="pt-BR" sz="10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94261" name="Group 146">
                    <a:extLst>
                      <a:ext uri="{FF2B5EF4-FFF2-40B4-BE49-F238E27FC236}">
                        <a16:creationId xmlns:a16="http://schemas.microsoft.com/office/drawing/2014/main" id="{3C1530ED-3529-E246-963C-2DB1C276BA1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57" y="3242"/>
                    <a:ext cx="704" cy="461"/>
                    <a:chOff x="1575" y="3739"/>
                    <a:chExt cx="704" cy="461"/>
                  </a:xfrm>
                </p:grpSpPr>
                <p:sp>
                  <p:nvSpPr>
                    <p:cNvPr id="94271" name="AutoShape 147">
                      <a:extLst>
                        <a:ext uri="{FF2B5EF4-FFF2-40B4-BE49-F238E27FC236}">
                          <a16:creationId xmlns:a16="http://schemas.microsoft.com/office/drawing/2014/main" id="{CB783F33-9BB5-8744-A5AD-D03D710380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75" y="3739"/>
                      <a:ext cx="695" cy="461"/>
                    </a:xfrm>
                    <a:prstGeom prst="chevron">
                      <a:avLst>
                        <a:gd name="adj" fmla="val 22774"/>
                      </a:avLst>
                    </a:prstGeom>
                    <a:gradFill rotWithShape="0">
                      <a:gsLst>
                        <a:gs pos="0">
                          <a:srgbClr val="9CF96D"/>
                        </a:gs>
                        <a:gs pos="100000">
                          <a:srgbClr val="C6FCAB"/>
                        </a:gs>
                      </a:gsLst>
                      <a:lin ang="0" scaled="1"/>
                    </a:gra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94272" name="Text Box 148">
                      <a:extLst>
                        <a:ext uri="{FF2B5EF4-FFF2-40B4-BE49-F238E27FC236}">
                          <a16:creationId xmlns:a16="http://schemas.microsoft.com/office/drawing/2014/main" id="{B499011C-FA66-5940-8A09-5A55C18F47E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656" y="3916"/>
                      <a:ext cx="623" cy="18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000">
                          <a:solidFill>
                            <a:srgbClr val="000000"/>
                          </a:solidFill>
                        </a:rPr>
                        <a:t>Requisitos</a:t>
                      </a:r>
                      <a:endParaRPr lang="en-US" altLang="pt-BR" sz="10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94262" name="Group 149">
                    <a:extLst>
                      <a:ext uri="{FF2B5EF4-FFF2-40B4-BE49-F238E27FC236}">
                        <a16:creationId xmlns:a16="http://schemas.microsoft.com/office/drawing/2014/main" id="{38518F74-1948-EA45-9BB4-C1E5963A25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01" y="3242"/>
                    <a:ext cx="720" cy="461"/>
                    <a:chOff x="1539" y="3859"/>
                    <a:chExt cx="720" cy="461"/>
                  </a:xfrm>
                </p:grpSpPr>
                <p:sp>
                  <p:nvSpPr>
                    <p:cNvPr id="94269" name="AutoShape 150">
                      <a:extLst>
                        <a:ext uri="{FF2B5EF4-FFF2-40B4-BE49-F238E27FC236}">
                          <a16:creationId xmlns:a16="http://schemas.microsoft.com/office/drawing/2014/main" id="{7CE6ECF9-EE8D-C74F-A0F5-A696AF851D9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39" y="3859"/>
                      <a:ext cx="720" cy="461"/>
                    </a:xfrm>
                    <a:prstGeom prst="chevron">
                      <a:avLst>
                        <a:gd name="adj" fmla="val 28944"/>
                      </a:avLst>
                    </a:prstGeom>
                    <a:gradFill rotWithShape="0">
                      <a:gsLst>
                        <a:gs pos="0">
                          <a:srgbClr val="9CF96D"/>
                        </a:gs>
                        <a:gs pos="100000">
                          <a:srgbClr val="C6FCAB"/>
                        </a:gs>
                      </a:gsLst>
                      <a:lin ang="0" scaled="1"/>
                    </a:gra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94270" name="Text Box 151">
                      <a:extLst>
                        <a:ext uri="{FF2B5EF4-FFF2-40B4-BE49-F238E27FC236}">
                          <a16:creationId xmlns:a16="http://schemas.microsoft.com/office/drawing/2014/main" id="{219F7E9C-BFC2-2C46-9D34-D112C77BAD0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666" y="4036"/>
                      <a:ext cx="588" cy="18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000">
                          <a:solidFill>
                            <a:srgbClr val="000000"/>
                          </a:solidFill>
                        </a:rPr>
                        <a:t>Desenhar</a:t>
                      </a:r>
                    </a:p>
                  </p:txBody>
                </p:sp>
              </p:grpSp>
              <p:grpSp>
                <p:nvGrpSpPr>
                  <p:cNvPr id="94263" name="Group 152">
                    <a:extLst>
                      <a:ext uri="{FF2B5EF4-FFF2-40B4-BE49-F238E27FC236}">
                        <a16:creationId xmlns:a16="http://schemas.microsoft.com/office/drawing/2014/main" id="{65192FBB-A0C3-5745-B2CB-332E81DBBC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244" y="3241"/>
                    <a:ext cx="720" cy="461"/>
                    <a:chOff x="4530" y="2391"/>
                    <a:chExt cx="720" cy="461"/>
                  </a:xfrm>
                </p:grpSpPr>
                <p:sp>
                  <p:nvSpPr>
                    <p:cNvPr id="94267" name="AutoShape 153">
                      <a:extLst>
                        <a:ext uri="{FF2B5EF4-FFF2-40B4-BE49-F238E27FC236}">
                          <a16:creationId xmlns:a16="http://schemas.microsoft.com/office/drawing/2014/main" id="{837EDB20-5B2C-EA4D-8CB2-5EE3732309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30" y="2391"/>
                      <a:ext cx="720" cy="461"/>
                    </a:xfrm>
                    <a:prstGeom prst="chevron">
                      <a:avLst>
                        <a:gd name="adj" fmla="val 28944"/>
                      </a:avLst>
                    </a:prstGeom>
                    <a:gradFill rotWithShape="0">
                      <a:gsLst>
                        <a:gs pos="0">
                          <a:srgbClr val="9CF96D"/>
                        </a:gs>
                        <a:gs pos="100000">
                          <a:srgbClr val="C6FCAB"/>
                        </a:gs>
                      </a:gsLst>
                      <a:lin ang="0" scaled="1"/>
                    </a:gra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94268" name="Text Box 154">
                      <a:extLst>
                        <a:ext uri="{FF2B5EF4-FFF2-40B4-BE49-F238E27FC236}">
                          <a16:creationId xmlns:a16="http://schemas.microsoft.com/office/drawing/2014/main" id="{740B4D50-348F-F54E-B287-A86B11B8CD2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657" y="2568"/>
                      <a:ext cx="549" cy="18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000">
                          <a:solidFill>
                            <a:srgbClr val="000000"/>
                          </a:solidFill>
                        </a:rPr>
                        <a:t>Executar</a:t>
                      </a:r>
                    </a:p>
                  </p:txBody>
                </p:sp>
              </p:grpSp>
              <p:grpSp>
                <p:nvGrpSpPr>
                  <p:cNvPr id="94264" name="Group 155">
                    <a:extLst>
                      <a:ext uri="{FF2B5EF4-FFF2-40B4-BE49-F238E27FC236}">
                        <a16:creationId xmlns:a16="http://schemas.microsoft.com/office/drawing/2014/main" id="{9F057A06-F950-5946-943F-499673D514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880" y="3241"/>
                    <a:ext cx="720" cy="461"/>
                    <a:chOff x="4675" y="3443"/>
                    <a:chExt cx="720" cy="461"/>
                  </a:xfrm>
                </p:grpSpPr>
                <p:sp>
                  <p:nvSpPr>
                    <p:cNvPr id="94265" name="AutoShape 156">
                      <a:extLst>
                        <a:ext uri="{FF2B5EF4-FFF2-40B4-BE49-F238E27FC236}">
                          <a16:creationId xmlns:a16="http://schemas.microsoft.com/office/drawing/2014/main" id="{A2DABF69-7288-D549-BB20-B42E19118E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75" y="3443"/>
                      <a:ext cx="720" cy="461"/>
                    </a:xfrm>
                    <a:prstGeom prst="chevron">
                      <a:avLst>
                        <a:gd name="adj" fmla="val 28944"/>
                      </a:avLst>
                    </a:prstGeom>
                    <a:gradFill rotWithShape="0">
                      <a:gsLst>
                        <a:gs pos="0">
                          <a:srgbClr val="9CF96D"/>
                        </a:gs>
                        <a:gs pos="100000">
                          <a:srgbClr val="C6FCAB"/>
                        </a:gs>
                      </a:gsLst>
                      <a:lin ang="0" scaled="1"/>
                    </a:gra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pt-BR" altLang="pt-BR" sz="2000"/>
                    </a:p>
                  </p:txBody>
                </p:sp>
                <p:sp>
                  <p:nvSpPr>
                    <p:cNvPr id="94266" name="Text Box 157">
                      <a:extLst>
                        <a:ext uri="{FF2B5EF4-FFF2-40B4-BE49-F238E27FC236}">
                          <a16:creationId xmlns:a16="http://schemas.microsoft.com/office/drawing/2014/main" id="{64EBE083-FC77-1644-A893-F18193F8AC8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32" y="3620"/>
                      <a:ext cx="465" cy="18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pt-BR" altLang="pt-BR" sz="1000">
                          <a:solidFill>
                            <a:srgbClr val="000000"/>
                          </a:solidFill>
                        </a:rPr>
                        <a:t>Liberar</a:t>
                      </a:r>
                    </a:p>
                  </p:txBody>
                </p:sp>
              </p:grpSp>
            </p:grpSp>
          </p:grpSp>
          <p:sp>
            <p:nvSpPr>
              <p:cNvPr id="94233" name="AutoShape 158">
                <a:extLst>
                  <a:ext uri="{FF2B5EF4-FFF2-40B4-BE49-F238E27FC236}">
                    <a16:creationId xmlns:a16="http://schemas.microsoft.com/office/drawing/2014/main" id="{4615C48E-CBFB-B748-BF1B-FAF9726F0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864"/>
                <a:ext cx="887" cy="528"/>
              </a:xfrm>
              <a:prstGeom prst="roundRect">
                <a:avLst>
                  <a:gd name="adj" fmla="val 16667"/>
                </a:avLst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pt-PT" altLang="pt-BR" sz="1400">
                    <a:solidFill>
                      <a:srgbClr val="313131"/>
                    </a:solidFill>
                  </a:rPr>
                  <a:t>Definir Ações</a:t>
                </a:r>
                <a:r>
                  <a:rPr lang="pt-PT" altLang="pt-BR" sz="1400"/>
                  <a:t> </a:t>
                </a:r>
                <a:endParaRPr lang="pt-BR" altLang="pt-BR" sz="1400"/>
              </a:p>
            </p:txBody>
          </p:sp>
        </p:grpSp>
        <p:sp>
          <p:nvSpPr>
            <p:cNvPr id="94228" name="Rectangle 159">
              <a:extLst>
                <a:ext uri="{FF2B5EF4-FFF2-40B4-BE49-F238E27FC236}">
                  <a16:creationId xmlns:a16="http://schemas.microsoft.com/office/drawing/2014/main" id="{FB9C0C4A-F6B2-D44E-96A0-8A9717B5C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536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229" name="Rectangle 160">
              <a:extLst>
                <a:ext uri="{FF2B5EF4-FFF2-40B4-BE49-F238E27FC236}">
                  <a16:creationId xmlns:a16="http://schemas.microsoft.com/office/drawing/2014/main" id="{78A07D31-321D-714D-AF9F-D9B74E870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432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230" name="Rectangle 161">
              <a:extLst>
                <a:ext uri="{FF2B5EF4-FFF2-40B4-BE49-F238E27FC236}">
                  <a16:creationId xmlns:a16="http://schemas.microsoft.com/office/drawing/2014/main" id="{50BC92D9-512D-DE4F-9BB5-AA5549C3D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816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4231" name="Rectangle 162">
              <a:extLst>
                <a:ext uri="{FF2B5EF4-FFF2-40B4-BE49-F238E27FC236}">
                  <a16:creationId xmlns:a16="http://schemas.microsoft.com/office/drawing/2014/main" id="{D0313D55-C320-AD49-8B7C-0DA48D00C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152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rnd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cxnSp>
        <p:nvCxnSpPr>
          <p:cNvPr id="94218" name="AutoShape 163">
            <a:extLst>
              <a:ext uri="{FF2B5EF4-FFF2-40B4-BE49-F238E27FC236}">
                <a16:creationId xmlns:a16="http://schemas.microsoft.com/office/drawing/2014/main" id="{131C3C19-01C7-A347-A7FF-E47C9F61AFD9}"/>
              </a:ext>
            </a:extLst>
          </p:cNvPr>
          <p:cNvCxnSpPr>
            <a:cxnSpLocks noChangeShapeType="1"/>
            <a:stCxn id="94283" idx="0"/>
            <a:endCxn id="94228" idx="1"/>
          </p:cNvCxnSpPr>
          <p:nvPr/>
        </p:nvCxnSpPr>
        <p:spPr bwMode="auto">
          <a:xfrm rot="-5400000">
            <a:off x="4095750" y="2647950"/>
            <a:ext cx="1714500" cy="1524000"/>
          </a:xfrm>
          <a:prstGeom prst="bentConnector2">
            <a:avLst/>
          </a:prstGeom>
          <a:noFill/>
          <a:ln w="38100">
            <a:solidFill>
              <a:srgbClr val="FF3300"/>
            </a:solidFill>
            <a:miter lim="800000"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19" name="AutoShape 164">
            <a:extLst>
              <a:ext uri="{FF2B5EF4-FFF2-40B4-BE49-F238E27FC236}">
                <a16:creationId xmlns:a16="http://schemas.microsoft.com/office/drawing/2014/main" id="{14ECB06E-9A72-2A4F-B4D9-FBC2E687999D}"/>
              </a:ext>
            </a:extLst>
          </p:cNvPr>
          <p:cNvCxnSpPr>
            <a:cxnSpLocks noChangeShapeType="1"/>
            <a:stCxn id="94284" idx="0"/>
            <a:endCxn id="94231" idx="1"/>
          </p:cNvCxnSpPr>
          <p:nvPr/>
        </p:nvCxnSpPr>
        <p:spPr bwMode="auto">
          <a:xfrm rot="-5400000">
            <a:off x="2762250" y="2914650"/>
            <a:ext cx="2324100" cy="381000"/>
          </a:xfrm>
          <a:prstGeom prst="bentConnector2">
            <a:avLst/>
          </a:prstGeom>
          <a:noFill/>
          <a:ln w="38100">
            <a:solidFill>
              <a:srgbClr val="FF3300"/>
            </a:solidFill>
            <a:miter lim="800000"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20" name="AutoShape 165">
            <a:extLst>
              <a:ext uri="{FF2B5EF4-FFF2-40B4-BE49-F238E27FC236}">
                <a16:creationId xmlns:a16="http://schemas.microsoft.com/office/drawing/2014/main" id="{B5BF5EFC-9E0D-4C4C-96D7-9CE4CC38CE18}"/>
              </a:ext>
            </a:extLst>
          </p:cNvPr>
          <p:cNvCxnSpPr>
            <a:cxnSpLocks noChangeShapeType="1"/>
            <a:stCxn id="94376" idx="3"/>
            <a:endCxn id="94231" idx="1"/>
          </p:cNvCxnSpPr>
          <p:nvPr/>
        </p:nvCxnSpPr>
        <p:spPr bwMode="auto">
          <a:xfrm>
            <a:off x="3581400" y="1714500"/>
            <a:ext cx="533400" cy="228600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rgbClr val="FF3300"/>
            </a:solidFill>
            <a:miter lim="800000"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21" name="AutoShape 166">
            <a:extLst>
              <a:ext uri="{FF2B5EF4-FFF2-40B4-BE49-F238E27FC236}">
                <a16:creationId xmlns:a16="http://schemas.microsoft.com/office/drawing/2014/main" id="{570D2166-8115-A14C-B9FD-4564AE95C684}"/>
              </a:ext>
            </a:extLst>
          </p:cNvPr>
          <p:cNvCxnSpPr>
            <a:cxnSpLocks noChangeShapeType="1"/>
            <a:stCxn id="94374" idx="3"/>
            <a:endCxn id="94229" idx="1"/>
          </p:cNvCxnSpPr>
          <p:nvPr/>
        </p:nvCxnSpPr>
        <p:spPr bwMode="auto">
          <a:xfrm>
            <a:off x="3581400" y="800100"/>
            <a:ext cx="2209800" cy="0"/>
          </a:xfrm>
          <a:prstGeom prst="straightConnector1">
            <a:avLst/>
          </a:prstGeom>
          <a:noFill/>
          <a:ln w="38100">
            <a:solidFill>
              <a:srgbClr val="FF3300"/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22" name="AutoShape 167">
            <a:extLst>
              <a:ext uri="{FF2B5EF4-FFF2-40B4-BE49-F238E27FC236}">
                <a16:creationId xmlns:a16="http://schemas.microsoft.com/office/drawing/2014/main" id="{A2D5E0B0-4924-8541-BB1D-57C1D0B979BF}"/>
              </a:ext>
            </a:extLst>
          </p:cNvPr>
          <p:cNvCxnSpPr>
            <a:cxnSpLocks noChangeShapeType="1"/>
            <a:stCxn id="94375" idx="3"/>
            <a:endCxn id="94214" idx="1"/>
          </p:cNvCxnSpPr>
          <p:nvPr/>
        </p:nvCxnSpPr>
        <p:spPr bwMode="auto">
          <a:xfrm>
            <a:off x="3581400" y="190500"/>
            <a:ext cx="3276600" cy="0"/>
          </a:xfrm>
          <a:prstGeom prst="straightConnector1">
            <a:avLst/>
          </a:prstGeom>
          <a:noFill/>
          <a:ln w="38100">
            <a:solidFill>
              <a:srgbClr val="FF33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23" name="AutoShape 168">
            <a:extLst>
              <a:ext uri="{FF2B5EF4-FFF2-40B4-BE49-F238E27FC236}">
                <a16:creationId xmlns:a16="http://schemas.microsoft.com/office/drawing/2014/main" id="{C57611F6-F3D3-B143-AC9E-C7C932EF70DE}"/>
              </a:ext>
            </a:extLst>
          </p:cNvPr>
          <p:cNvCxnSpPr>
            <a:cxnSpLocks noChangeShapeType="1"/>
            <a:stCxn id="94214" idx="3"/>
            <a:endCxn id="94230" idx="0"/>
          </p:cNvCxnSpPr>
          <p:nvPr/>
        </p:nvCxnSpPr>
        <p:spPr bwMode="auto">
          <a:xfrm>
            <a:off x="6934200" y="190500"/>
            <a:ext cx="685800" cy="1104900"/>
          </a:xfrm>
          <a:prstGeom prst="bentConnector2">
            <a:avLst/>
          </a:prstGeom>
          <a:noFill/>
          <a:ln w="38100">
            <a:solidFill>
              <a:srgbClr val="FF33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24" name="AutoShape 169">
            <a:extLst>
              <a:ext uri="{FF2B5EF4-FFF2-40B4-BE49-F238E27FC236}">
                <a16:creationId xmlns:a16="http://schemas.microsoft.com/office/drawing/2014/main" id="{AAE512B5-4555-FF47-B7C9-CE3113200D0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67600" y="5334000"/>
            <a:ext cx="914400" cy="0"/>
          </a:xfrm>
          <a:prstGeom prst="straightConnector1">
            <a:avLst/>
          </a:prstGeom>
          <a:noFill/>
          <a:ln w="57150">
            <a:solidFill>
              <a:srgbClr val="FF3300"/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225" name="Rectangle 170">
            <a:extLst>
              <a:ext uri="{FF2B5EF4-FFF2-40B4-BE49-F238E27FC236}">
                <a16:creationId xmlns:a16="http://schemas.microsoft.com/office/drawing/2014/main" id="{D33049C9-6642-504E-885C-D208112FA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572000"/>
            <a:ext cx="2133600" cy="4572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400"/>
              <a:t>Legenda</a:t>
            </a:r>
          </a:p>
        </p:txBody>
      </p:sp>
      <p:sp>
        <p:nvSpPr>
          <p:cNvPr id="94226" name="Text Box 171">
            <a:extLst>
              <a:ext uri="{FF2B5EF4-FFF2-40B4-BE49-F238E27FC236}">
                <a16:creationId xmlns:a16="http://schemas.microsoft.com/office/drawing/2014/main" id="{380CFDCE-EA0B-6D48-98A5-A0583E6C2D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0" y="5486400"/>
            <a:ext cx="19812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/>
              <a:t>Relaciona-mento entre modelos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Rectangle 2">
            <a:extLst>
              <a:ext uri="{FF2B5EF4-FFF2-40B4-BE49-F238E27FC236}">
                <a16:creationId xmlns:a16="http://schemas.microsoft.com/office/drawing/2014/main" id="{923D96B9-9082-C840-B289-579195C7F0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pt-BR" altLang="pt-BR"/>
              <a:t>Modelos de referência genéricos, específicos e projetos</a:t>
            </a:r>
          </a:p>
        </p:txBody>
      </p:sp>
      <p:sp>
        <p:nvSpPr>
          <p:cNvPr id="96258" name="Rectangle 3">
            <a:extLst>
              <a:ext uri="{FF2B5EF4-FFF2-40B4-BE49-F238E27FC236}">
                <a16:creationId xmlns:a16="http://schemas.microsoft.com/office/drawing/2014/main" id="{93A195F8-2BF4-B948-BA25-C32CC3069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8" y="4130675"/>
            <a:ext cx="8632825" cy="1401763"/>
          </a:xfrm>
          <a:prstGeom prst="rect">
            <a:avLst/>
          </a:prstGeom>
          <a:solidFill>
            <a:srgbClr val="C0C0C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pt-BR" altLang="pt-BR" sz="2400"/>
          </a:p>
        </p:txBody>
      </p:sp>
      <p:sp>
        <p:nvSpPr>
          <p:cNvPr id="96259" name="Rectangle 4">
            <a:extLst>
              <a:ext uri="{FF2B5EF4-FFF2-40B4-BE49-F238E27FC236}">
                <a16:creationId xmlns:a16="http://schemas.microsoft.com/office/drawing/2014/main" id="{F4389635-A9E3-AA49-B5A5-D098D75C8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" y="765175"/>
            <a:ext cx="8632825" cy="2768600"/>
          </a:xfrm>
          <a:prstGeom prst="rect">
            <a:avLst/>
          </a:prstGeom>
          <a:solidFill>
            <a:srgbClr val="C0C0C0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 wrap="none" lIns="72000" tIns="0" rIns="72000" bIns="0"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pt-BR" sz="2400"/>
          </a:p>
        </p:txBody>
      </p:sp>
      <p:grpSp>
        <p:nvGrpSpPr>
          <p:cNvPr id="96260" name="Group 5">
            <a:extLst>
              <a:ext uri="{FF2B5EF4-FFF2-40B4-BE49-F238E27FC236}">
                <a16:creationId xmlns:a16="http://schemas.microsoft.com/office/drawing/2014/main" id="{949E140C-55F1-A64F-8E63-2A6B4809614F}"/>
              </a:ext>
            </a:extLst>
          </p:cNvPr>
          <p:cNvGrpSpPr>
            <a:grpSpLocks/>
          </p:cNvGrpSpPr>
          <p:nvPr/>
        </p:nvGrpSpPr>
        <p:grpSpPr bwMode="auto">
          <a:xfrm>
            <a:off x="7321550" y="2309813"/>
            <a:ext cx="1270000" cy="1100137"/>
            <a:chOff x="4668" y="3306"/>
            <a:chExt cx="800" cy="816"/>
          </a:xfrm>
        </p:grpSpPr>
        <p:sp>
          <p:nvSpPr>
            <p:cNvPr id="96601" name="Rectangle 6">
              <a:extLst>
                <a:ext uri="{FF2B5EF4-FFF2-40B4-BE49-F238E27FC236}">
                  <a16:creationId xmlns:a16="http://schemas.microsoft.com/office/drawing/2014/main" id="{DF821FE7-12B0-9746-9E1F-814A20841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3306"/>
              <a:ext cx="800" cy="816"/>
            </a:xfrm>
            <a:prstGeom prst="rect">
              <a:avLst/>
            </a:prstGeom>
            <a:solidFill>
              <a:srgbClr val="99FF66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2" name="Rectangle 7">
              <a:extLst>
                <a:ext uri="{FF2B5EF4-FFF2-40B4-BE49-F238E27FC236}">
                  <a16:creationId xmlns:a16="http://schemas.microsoft.com/office/drawing/2014/main" id="{BBC39D25-EE30-6147-981A-5351DEE05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891"/>
              <a:ext cx="14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3" name="Rectangle 8">
              <a:extLst>
                <a:ext uri="{FF2B5EF4-FFF2-40B4-BE49-F238E27FC236}">
                  <a16:creationId xmlns:a16="http://schemas.microsoft.com/office/drawing/2014/main" id="{143D6B99-009A-5D45-B67D-C4C54EAC1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6" y="3439"/>
              <a:ext cx="21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4" name="Rectangle 9">
              <a:extLst>
                <a:ext uri="{FF2B5EF4-FFF2-40B4-BE49-F238E27FC236}">
                  <a16:creationId xmlns:a16="http://schemas.microsoft.com/office/drawing/2014/main" id="{B300747F-4813-8D45-B3C1-C2CD26CA5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6" y="3752"/>
              <a:ext cx="93" cy="14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5" name="Rectangle 10">
              <a:extLst>
                <a:ext uri="{FF2B5EF4-FFF2-40B4-BE49-F238E27FC236}">
                  <a16:creationId xmlns:a16="http://schemas.microsoft.com/office/drawing/2014/main" id="{79667F91-E5A9-E244-BD42-71072F335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2" y="3405"/>
              <a:ext cx="94" cy="141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6" name="Rectangle 11">
              <a:extLst>
                <a:ext uri="{FF2B5EF4-FFF2-40B4-BE49-F238E27FC236}">
                  <a16:creationId xmlns:a16="http://schemas.microsoft.com/office/drawing/2014/main" id="{6D2DCB8C-13EC-5D4B-822F-E3279A649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6" y="3926"/>
              <a:ext cx="93" cy="14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607" name="Rectangle 12">
              <a:extLst>
                <a:ext uri="{FF2B5EF4-FFF2-40B4-BE49-F238E27FC236}">
                  <a16:creationId xmlns:a16="http://schemas.microsoft.com/office/drawing/2014/main" id="{4F84DF32-7E30-364D-BD00-25D9F7AA9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683"/>
              <a:ext cx="94" cy="14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608" name="AutoShape 13">
              <a:extLst>
                <a:ext uri="{FF2B5EF4-FFF2-40B4-BE49-F238E27FC236}">
                  <a16:creationId xmlns:a16="http://schemas.microsoft.com/office/drawing/2014/main" id="{4105FF7C-EF02-6446-818F-0349FD7A0D89}"/>
                </a:ext>
              </a:extLst>
            </p:cNvPr>
            <p:cNvCxnSpPr>
              <a:cxnSpLocks noChangeShapeType="1"/>
              <a:endCxn id="96602" idx="1"/>
            </p:cNvCxnSpPr>
            <p:nvPr/>
          </p:nvCxnSpPr>
          <p:spPr bwMode="auto">
            <a:xfrm flipV="1">
              <a:off x="4699" y="3963"/>
              <a:ext cx="187" cy="3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09" name="AutoShape 14">
              <a:extLst>
                <a:ext uri="{FF2B5EF4-FFF2-40B4-BE49-F238E27FC236}">
                  <a16:creationId xmlns:a16="http://schemas.microsoft.com/office/drawing/2014/main" id="{68FE4671-0B72-AC49-B52E-D6C42016475A}"/>
                </a:ext>
              </a:extLst>
            </p:cNvPr>
            <p:cNvCxnSpPr>
              <a:cxnSpLocks noChangeShapeType="1"/>
              <a:stCxn id="96607" idx="2"/>
              <a:endCxn id="96602" idx="0"/>
            </p:cNvCxnSpPr>
            <p:nvPr/>
          </p:nvCxnSpPr>
          <p:spPr bwMode="auto">
            <a:xfrm>
              <a:off x="4769" y="3825"/>
              <a:ext cx="187" cy="6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0" name="AutoShape 15">
              <a:extLst>
                <a:ext uri="{FF2B5EF4-FFF2-40B4-BE49-F238E27FC236}">
                  <a16:creationId xmlns:a16="http://schemas.microsoft.com/office/drawing/2014/main" id="{3A9E1BD7-98CA-FC4A-9F07-FDDF2642AA03}"/>
                </a:ext>
              </a:extLst>
            </p:cNvPr>
            <p:cNvCxnSpPr>
              <a:cxnSpLocks noChangeShapeType="1"/>
              <a:stCxn id="96607" idx="0"/>
              <a:endCxn id="96605" idx="2"/>
            </p:cNvCxnSpPr>
            <p:nvPr/>
          </p:nvCxnSpPr>
          <p:spPr bwMode="auto">
            <a:xfrm flipV="1">
              <a:off x="4769" y="3546"/>
              <a:ext cx="70" cy="1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1" name="AutoShape 16">
              <a:extLst>
                <a:ext uri="{FF2B5EF4-FFF2-40B4-BE49-F238E27FC236}">
                  <a16:creationId xmlns:a16="http://schemas.microsoft.com/office/drawing/2014/main" id="{1DBFD192-B757-D040-8ADF-30214BE62197}"/>
                </a:ext>
              </a:extLst>
            </p:cNvPr>
            <p:cNvCxnSpPr>
              <a:cxnSpLocks noChangeShapeType="1"/>
              <a:stCxn id="96605" idx="3"/>
              <a:endCxn id="96603" idx="1"/>
            </p:cNvCxnSpPr>
            <p:nvPr/>
          </p:nvCxnSpPr>
          <p:spPr bwMode="auto">
            <a:xfrm>
              <a:off x="4886" y="3476"/>
              <a:ext cx="210" cy="3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2" name="AutoShape 17">
              <a:extLst>
                <a:ext uri="{FF2B5EF4-FFF2-40B4-BE49-F238E27FC236}">
                  <a16:creationId xmlns:a16="http://schemas.microsoft.com/office/drawing/2014/main" id="{BE71E774-9066-A046-9427-DB4C0D47FE52}"/>
                </a:ext>
              </a:extLst>
            </p:cNvPr>
            <p:cNvCxnSpPr>
              <a:cxnSpLocks noChangeShapeType="1"/>
              <a:stCxn id="96619" idx="3"/>
              <a:endCxn id="96603" idx="1"/>
            </p:cNvCxnSpPr>
            <p:nvPr/>
          </p:nvCxnSpPr>
          <p:spPr bwMode="auto">
            <a:xfrm flipV="1">
              <a:off x="5026" y="3511"/>
              <a:ext cx="70" cy="18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3" name="AutoShape 18">
              <a:extLst>
                <a:ext uri="{FF2B5EF4-FFF2-40B4-BE49-F238E27FC236}">
                  <a16:creationId xmlns:a16="http://schemas.microsoft.com/office/drawing/2014/main" id="{A712085C-BFDF-754F-B5C0-4E423E79646E}"/>
                </a:ext>
              </a:extLst>
            </p:cNvPr>
            <p:cNvCxnSpPr>
              <a:cxnSpLocks noChangeShapeType="1"/>
              <a:stCxn id="96602" idx="3"/>
              <a:endCxn id="96606" idx="1"/>
            </p:cNvCxnSpPr>
            <p:nvPr/>
          </p:nvCxnSpPr>
          <p:spPr bwMode="auto">
            <a:xfrm>
              <a:off x="5026" y="3963"/>
              <a:ext cx="210" cy="3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4" name="AutoShape 19">
              <a:extLst>
                <a:ext uri="{FF2B5EF4-FFF2-40B4-BE49-F238E27FC236}">
                  <a16:creationId xmlns:a16="http://schemas.microsoft.com/office/drawing/2014/main" id="{330F43FA-8A8F-D741-A65C-4D8F3EF41B09}"/>
                </a:ext>
              </a:extLst>
            </p:cNvPr>
            <p:cNvCxnSpPr>
              <a:cxnSpLocks noChangeShapeType="1"/>
              <a:stCxn id="96603" idx="2"/>
              <a:endCxn id="96604" idx="0"/>
            </p:cNvCxnSpPr>
            <p:nvPr/>
          </p:nvCxnSpPr>
          <p:spPr bwMode="auto">
            <a:xfrm flipH="1">
              <a:off x="5143" y="3582"/>
              <a:ext cx="58" cy="17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5" name="AutoShape 20">
              <a:extLst>
                <a:ext uri="{FF2B5EF4-FFF2-40B4-BE49-F238E27FC236}">
                  <a16:creationId xmlns:a16="http://schemas.microsoft.com/office/drawing/2014/main" id="{7D75EE2E-D058-0B4F-82E5-AFBE4D0BB91C}"/>
                </a:ext>
              </a:extLst>
            </p:cNvPr>
            <p:cNvCxnSpPr>
              <a:cxnSpLocks noChangeShapeType="1"/>
              <a:stCxn id="96603" idx="3"/>
            </p:cNvCxnSpPr>
            <p:nvPr/>
          </p:nvCxnSpPr>
          <p:spPr bwMode="auto">
            <a:xfrm flipV="1">
              <a:off x="5306" y="3406"/>
              <a:ext cx="117" cy="10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6" name="AutoShape 21">
              <a:extLst>
                <a:ext uri="{FF2B5EF4-FFF2-40B4-BE49-F238E27FC236}">
                  <a16:creationId xmlns:a16="http://schemas.microsoft.com/office/drawing/2014/main" id="{7039BED7-087B-8546-B6EA-52EE4CC6FF16}"/>
                </a:ext>
              </a:extLst>
            </p:cNvPr>
            <p:cNvCxnSpPr>
              <a:cxnSpLocks noChangeShapeType="1"/>
              <a:stCxn id="96607" idx="3"/>
              <a:endCxn id="96619" idx="1"/>
            </p:cNvCxnSpPr>
            <p:nvPr/>
          </p:nvCxnSpPr>
          <p:spPr bwMode="auto">
            <a:xfrm flipV="1">
              <a:off x="4816" y="3692"/>
              <a:ext cx="116" cy="6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7" name="AutoShape 22">
              <a:extLst>
                <a:ext uri="{FF2B5EF4-FFF2-40B4-BE49-F238E27FC236}">
                  <a16:creationId xmlns:a16="http://schemas.microsoft.com/office/drawing/2014/main" id="{4D469E97-FBD8-EB47-982F-69F11886FB77}"/>
                </a:ext>
              </a:extLst>
            </p:cNvPr>
            <p:cNvCxnSpPr>
              <a:cxnSpLocks noChangeShapeType="1"/>
              <a:stCxn id="96604" idx="3"/>
            </p:cNvCxnSpPr>
            <p:nvPr/>
          </p:nvCxnSpPr>
          <p:spPr bwMode="auto">
            <a:xfrm flipV="1">
              <a:off x="5189" y="3719"/>
              <a:ext cx="210" cy="10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18" name="AutoShape 23">
              <a:extLst>
                <a:ext uri="{FF2B5EF4-FFF2-40B4-BE49-F238E27FC236}">
                  <a16:creationId xmlns:a16="http://schemas.microsoft.com/office/drawing/2014/main" id="{C7C3F751-66D4-6540-95B9-4EB2CF203794}"/>
                </a:ext>
              </a:extLst>
            </p:cNvPr>
            <p:cNvCxnSpPr>
              <a:cxnSpLocks noChangeShapeType="1"/>
              <a:stCxn id="96619" idx="2"/>
              <a:endCxn id="96604" idx="1"/>
            </p:cNvCxnSpPr>
            <p:nvPr/>
          </p:nvCxnSpPr>
          <p:spPr bwMode="auto">
            <a:xfrm>
              <a:off x="4979" y="3735"/>
              <a:ext cx="117" cy="8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619" name="Rectangle 24">
              <a:extLst>
                <a:ext uri="{FF2B5EF4-FFF2-40B4-BE49-F238E27FC236}">
                  <a16:creationId xmlns:a16="http://schemas.microsoft.com/office/drawing/2014/main" id="{22C5FEF5-1DB9-E047-B2C7-474F80F3F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3648"/>
              <a:ext cx="94" cy="87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grpSp>
        <p:nvGrpSpPr>
          <p:cNvPr id="96261" name="Group 25">
            <a:extLst>
              <a:ext uri="{FF2B5EF4-FFF2-40B4-BE49-F238E27FC236}">
                <a16:creationId xmlns:a16="http://schemas.microsoft.com/office/drawing/2014/main" id="{496A1D58-290A-954B-B8FE-F817E8159457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373313"/>
            <a:ext cx="1233488" cy="1036637"/>
            <a:chOff x="2753" y="1922"/>
            <a:chExt cx="777" cy="853"/>
          </a:xfrm>
        </p:grpSpPr>
        <p:sp>
          <p:nvSpPr>
            <p:cNvPr id="96586" name="Rectangle 26">
              <a:extLst>
                <a:ext uri="{FF2B5EF4-FFF2-40B4-BE49-F238E27FC236}">
                  <a16:creationId xmlns:a16="http://schemas.microsoft.com/office/drawing/2014/main" id="{4F9BA5B1-41B0-3442-ACB0-69C67EA78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1922"/>
              <a:ext cx="777" cy="853"/>
            </a:xfrm>
            <a:prstGeom prst="rect">
              <a:avLst/>
            </a:prstGeom>
            <a:solidFill>
              <a:srgbClr val="FF9999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587" name="Rectangle 27">
              <a:extLst>
                <a:ext uri="{FF2B5EF4-FFF2-40B4-BE49-F238E27FC236}">
                  <a16:creationId xmlns:a16="http://schemas.microsoft.com/office/drawing/2014/main" id="{973A4962-0A43-6746-A1DD-6B27C2BFA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375"/>
              <a:ext cx="116" cy="119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588" name="Rectangle 28">
              <a:extLst>
                <a:ext uri="{FF2B5EF4-FFF2-40B4-BE49-F238E27FC236}">
                  <a16:creationId xmlns:a16="http://schemas.microsoft.com/office/drawing/2014/main" id="{4C248A06-D5C4-354E-92BD-A4373691B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062"/>
              <a:ext cx="14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589" name="Rectangle 29">
              <a:extLst>
                <a:ext uri="{FF2B5EF4-FFF2-40B4-BE49-F238E27FC236}">
                  <a16:creationId xmlns:a16="http://schemas.microsoft.com/office/drawing/2014/main" id="{61E758D1-DBF7-1248-95DD-E91472762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306"/>
              <a:ext cx="94" cy="7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590" name="Rectangle 30">
              <a:extLst>
                <a:ext uri="{FF2B5EF4-FFF2-40B4-BE49-F238E27FC236}">
                  <a16:creationId xmlns:a16="http://schemas.microsoft.com/office/drawing/2014/main" id="{6F2CCCAF-ADFC-B84B-A170-1C444832C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993"/>
              <a:ext cx="93" cy="7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591" name="Rectangle 31">
              <a:extLst>
                <a:ext uri="{FF2B5EF4-FFF2-40B4-BE49-F238E27FC236}">
                  <a16:creationId xmlns:a16="http://schemas.microsoft.com/office/drawing/2014/main" id="{A64984DB-2825-FC4E-B53D-31ABE8C52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2584"/>
              <a:ext cx="94" cy="7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592" name="AutoShape 32">
              <a:extLst>
                <a:ext uri="{FF2B5EF4-FFF2-40B4-BE49-F238E27FC236}">
                  <a16:creationId xmlns:a16="http://schemas.microsoft.com/office/drawing/2014/main" id="{13427E3F-EFCB-0D40-9CCE-F97E61145652}"/>
                </a:ext>
              </a:extLst>
            </p:cNvPr>
            <p:cNvCxnSpPr>
              <a:cxnSpLocks noChangeShapeType="1"/>
              <a:stCxn id="96590" idx="3"/>
              <a:endCxn id="96588" idx="0"/>
            </p:cNvCxnSpPr>
            <p:nvPr/>
          </p:nvCxnSpPr>
          <p:spPr bwMode="auto">
            <a:xfrm>
              <a:off x="2995" y="2029"/>
              <a:ext cx="257" cy="3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593" name="AutoShape 33">
              <a:extLst>
                <a:ext uri="{FF2B5EF4-FFF2-40B4-BE49-F238E27FC236}">
                  <a16:creationId xmlns:a16="http://schemas.microsoft.com/office/drawing/2014/main" id="{2300BE5B-5BAB-4F4C-A93E-D288A5750D4D}"/>
                </a:ext>
              </a:extLst>
            </p:cNvPr>
            <p:cNvCxnSpPr>
              <a:cxnSpLocks noChangeShapeType="1"/>
              <a:stCxn id="96589" idx="3"/>
              <a:endCxn id="96587" idx="1"/>
            </p:cNvCxnSpPr>
            <p:nvPr/>
          </p:nvCxnSpPr>
          <p:spPr bwMode="auto">
            <a:xfrm>
              <a:off x="2972" y="2342"/>
              <a:ext cx="117" cy="9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594" name="AutoShape 34">
              <a:extLst>
                <a:ext uri="{FF2B5EF4-FFF2-40B4-BE49-F238E27FC236}">
                  <a16:creationId xmlns:a16="http://schemas.microsoft.com/office/drawing/2014/main" id="{16DD6037-3E6F-194C-A68F-8B8FA2AFF6BE}"/>
                </a:ext>
              </a:extLst>
            </p:cNvPr>
            <p:cNvCxnSpPr>
              <a:cxnSpLocks noChangeShapeType="1"/>
              <a:endCxn id="96589" idx="2"/>
            </p:cNvCxnSpPr>
            <p:nvPr/>
          </p:nvCxnSpPr>
          <p:spPr bwMode="auto">
            <a:xfrm flipV="1">
              <a:off x="2808" y="2378"/>
              <a:ext cx="117" cy="24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595" name="AutoShape 35">
              <a:extLst>
                <a:ext uri="{FF2B5EF4-FFF2-40B4-BE49-F238E27FC236}">
                  <a16:creationId xmlns:a16="http://schemas.microsoft.com/office/drawing/2014/main" id="{DC037C35-289E-1D45-842B-B3E016E1FE2F}"/>
                </a:ext>
              </a:extLst>
            </p:cNvPr>
            <p:cNvCxnSpPr>
              <a:cxnSpLocks noChangeShapeType="1"/>
              <a:stCxn id="96588" idx="2"/>
              <a:endCxn id="96587" idx="0"/>
            </p:cNvCxnSpPr>
            <p:nvPr/>
          </p:nvCxnSpPr>
          <p:spPr bwMode="auto">
            <a:xfrm flipH="1">
              <a:off x="3147" y="2205"/>
              <a:ext cx="105" cy="17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596" name="AutoShape 36">
              <a:extLst>
                <a:ext uri="{FF2B5EF4-FFF2-40B4-BE49-F238E27FC236}">
                  <a16:creationId xmlns:a16="http://schemas.microsoft.com/office/drawing/2014/main" id="{92EF8B6C-AE9D-FE42-83C6-780BD68CEE74}"/>
                </a:ext>
              </a:extLst>
            </p:cNvPr>
            <p:cNvCxnSpPr>
              <a:cxnSpLocks noChangeShapeType="1"/>
              <a:stCxn id="96591" idx="0"/>
              <a:endCxn id="96587" idx="2"/>
            </p:cNvCxnSpPr>
            <p:nvPr/>
          </p:nvCxnSpPr>
          <p:spPr bwMode="auto">
            <a:xfrm flipV="1">
              <a:off x="3065" y="2494"/>
              <a:ext cx="82" cy="9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597" name="Rectangle 37">
              <a:extLst>
                <a:ext uri="{FF2B5EF4-FFF2-40B4-BE49-F238E27FC236}">
                  <a16:creationId xmlns:a16="http://schemas.microsoft.com/office/drawing/2014/main" id="{81F86C19-5783-694C-8BD9-0620835B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375"/>
              <a:ext cx="117" cy="119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598" name="AutoShape 38">
              <a:extLst>
                <a:ext uri="{FF2B5EF4-FFF2-40B4-BE49-F238E27FC236}">
                  <a16:creationId xmlns:a16="http://schemas.microsoft.com/office/drawing/2014/main" id="{4D89FB0D-2F6F-1945-9C24-45305E53B954}"/>
                </a:ext>
              </a:extLst>
            </p:cNvPr>
            <p:cNvCxnSpPr>
              <a:cxnSpLocks noChangeShapeType="1"/>
              <a:stCxn id="96587" idx="3"/>
              <a:endCxn id="96597" idx="1"/>
            </p:cNvCxnSpPr>
            <p:nvPr/>
          </p:nvCxnSpPr>
          <p:spPr bwMode="auto">
            <a:xfrm>
              <a:off x="3205" y="2435"/>
              <a:ext cx="140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599" name="AutoShape 39">
              <a:extLst>
                <a:ext uri="{FF2B5EF4-FFF2-40B4-BE49-F238E27FC236}">
                  <a16:creationId xmlns:a16="http://schemas.microsoft.com/office/drawing/2014/main" id="{833809E0-AD9E-274E-AB71-ACE8AF55977C}"/>
                </a:ext>
              </a:extLst>
            </p:cNvPr>
            <p:cNvCxnSpPr>
              <a:cxnSpLocks noChangeShapeType="1"/>
              <a:stCxn id="96588" idx="3"/>
              <a:endCxn id="96597" idx="0"/>
            </p:cNvCxnSpPr>
            <p:nvPr/>
          </p:nvCxnSpPr>
          <p:spPr bwMode="auto">
            <a:xfrm>
              <a:off x="3322" y="2134"/>
              <a:ext cx="82" cy="24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600" name="AutoShape 40">
              <a:extLst>
                <a:ext uri="{FF2B5EF4-FFF2-40B4-BE49-F238E27FC236}">
                  <a16:creationId xmlns:a16="http://schemas.microsoft.com/office/drawing/2014/main" id="{4C5B9536-DFAF-2D44-9B59-2C1E88543322}"/>
                </a:ext>
              </a:extLst>
            </p:cNvPr>
            <p:cNvCxnSpPr>
              <a:cxnSpLocks noChangeShapeType="1"/>
              <a:stCxn id="96591" idx="3"/>
              <a:endCxn id="96597" idx="2"/>
            </p:cNvCxnSpPr>
            <p:nvPr/>
          </p:nvCxnSpPr>
          <p:spPr bwMode="auto">
            <a:xfrm flipV="1">
              <a:off x="3112" y="2494"/>
              <a:ext cx="292" cy="12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6262" name="Text Box 41">
            <a:extLst>
              <a:ext uri="{FF2B5EF4-FFF2-40B4-BE49-F238E27FC236}">
                <a16:creationId xmlns:a16="http://schemas.microsoft.com/office/drawing/2014/main" id="{67B3B040-C27A-FB4E-9DA8-15F4BB0B4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4313" y="488950"/>
            <a:ext cx="3825875" cy="304800"/>
          </a:xfrm>
          <a:prstGeom prst="rect">
            <a:avLst/>
          </a:pr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chemeClr val="bg1"/>
                </a:solidFill>
              </a:rPr>
              <a:t>Modelos de referência genéricos</a:t>
            </a:r>
          </a:p>
        </p:txBody>
      </p:sp>
      <p:sp>
        <p:nvSpPr>
          <p:cNvPr id="96263" name="Freeform 42">
            <a:extLst>
              <a:ext uri="{FF2B5EF4-FFF2-40B4-BE49-F238E27FC236}">
                <a16:creationId xmlns:a16="http://schemas.microsoft.com/office/drawing/2014/main" id="{37AC76CF-9FC9-CE42-A47D-DB9CD3061785}"/>
              </a:ext>
            </a:extLst>
          </p:cNvPr>
          <p:cNvSpPr>
            <a:spLocks/>
          </p:cNvSpPr>
          <p:nvPr/>
        </p:nvSpPr>
        <p:spPr bwMode="auto">
          <a:xfrm>
            <a:off x="593725" y="5218113"/>
            <a:ext cx="8318500" cy="1479550"/>
          </a:xfrm>
          <a:custGeom>
            <a:avLst/>
            <a:gdLst>
              <a:gd name="T0" fmla="*/ 2147483646 w 5240"/>
              <a:gd name="T1" fmla="*/ 0 h 932"/>
              <a:gd name="T2" fmla="*/ 0 w 5240"/>
              <a:gd name="T3" fmla="*/ 2147483646 h 932"/>
              <a:gd name="T4" fmla="*/ 0 w 5240"/>
              <a:gd name="T5" fmla="*/ 2147483646 h 932"/>
              <a:gd name="T6" fmla="*/ 2147483646 w 5240"/>
              <a:gd name="T7" fmla="*/ 2147483646 h 932"/>
              <a:gd name="T8" fmla="*/ 2147483646 w 5240"/>
              <a:gd name="T9" fmla="*/ 2147483646 h 932"/>
              <a:gd name="T10" fmla="*/ 2147483646 w 5240"/>
              <a:gd name="T11" fmla="*/ 2147483646 h 93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240"/>
              <a:gd name="T19" fmla="*/ 0 h 932"/>
              <a:gd name="T20" fmla="*/ 5240 w 5240"/>
              <a:gd name="T21" fmla="*/ 932 h 932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240" h="932">
                <a:moveTo>
                  <a:pt x="94" y="0"/>
                </a:moveTo>
                <a:lnTo>
                  <a:pt x="0" y="334"/>
                </a:lnTo>
                <a:lnTo>
                  <a:pt x="0" y="932"/>
                </a:lnTo>
                <a:lnTo>
                  <a:pt x="5232" y="922"/>
                </a:lnTo>
                <a:lnTo>
                  <a:pt x="5240" y="361"/>
                </a:lnTo>
                <a:lnTo>
                  <a:pt x="663" y="31"/>
                </a:lnTo>
              </a:path>
            </a:pathLst>
          </a:custGeom>
          <a:solidFill>
            <a:srgbClr val="FFFF00">
              <a:alpha val="50195"/>
            </a:srgbClr>
          </a:solidFill>
          <a:ln w="3175" cap="flat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grpSp>
        <p:nvGrpSpPr>
          <p:cNvPr id="96264" name="Group 43">
            <a:extLst>
              <a:ext uri="{FF2B5EF4-FFF2-40B4-BE49-F238E27FC236}">
                <a16:creationId xmlns:a16="http://schemas.microsoft.com/office/drawing/2014/main" id="{684EECE6-7978-2149-85C0-CFC9F2C965E4}"/>
              </a:ext>
            </a:extLst>
          </p:cNvPr>
          <p:cNvGrpSpPr>
            <a:grpSpLocks/>
          </p:cNvGrpSpPr>
          <p:nvPr/>
        </p:nvGrpSpPr>
        <p:grpSpPr bwMode="auto">
          <a:xfrm>
            <a:off x="830263" y="6076950"/>
            <a:ext cx="985837" cy="536575"/>
            <a:chOff x="1440" y="3408"/>
            <a:chExt cx="2880" cy="816"/>
          </a:xfrm>
        </p:grpSpPr>
        <p:sp>
          <p:nvSpPr>
            <p:cNvPr id="96514" name="AutoShape 44">
              <a:extLst>
                <a:ext uri="{FF2B5EF4-FFF2-40B4-BE49-F238E27FC236}">
                  <a16:creationId xmlns:a16="http://schemas.microsoft.com/office/drawing/2014/main" id="{32AAE13D-F48F-9A41-9950-F27E13023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3408"/>
              <a:ext cx="2880" cy="816"/>
            </a:xfrm>
            <a:prstGeom prst="homePlate">
              <a:avLst>
                <a:gd name="adj" fmla="val 88235"/>
              </a:avLst>
            </a:prstGeom>
            <a:solidFill>
              <a:srgbClr val="FF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grpSp>
          <p:nvGrpSpPr>
            <p:cNvPr id="96515" name="Group 45">
              <a:extLst>
                <a:ext uri="{FF2B5EF4-FFF2-40B4-BE49-F238E27FC236}">
                  <a16:creationId xmlns:a16="http://schemas.microsoft.com/office/drawing/2014/main" id="{8A1CDE68-F5E8-D64D-B79C-34C3D0961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2" y="3504"/>
              <a:ext cx="2160" cy="528"/>
              <a:chOff x="288" y="1728"/>
              <a:chExt cx="5184" cy="816"/>
            </a:xfrm>
          </p:grpSpPr>
          <p:sp>
            <p:nvSpPr>
              <p:cNvPr id="96516" name="Rectangle 46">
                <a:extLst>
                  <a:ext uri="{FF2B5EF4-FFF2-40B4-BE49-F238E27FC236}">
                    <a16:creationId xmlns:a16="http://schemas.microsoft.com/office/drawing/2014/main" id="{335BF2BE-2455-E146-BBD9-7EEFDF27C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" y="1728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17" name="Rectangle 47">
                <a:extLst>
                  <a:ext uri="{FF2B5EF4-FFF2-40B4-BE49-F238E27FC236}">
                    <a16:creationId xmlns:a16="http://schemas.microsoft.com/office/drawing/2014/main" id="{EC95E229-04DB-C944-860B-B158F873A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1728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18" name="Rectangle 48">
                <a:extLst>
                  <a:ext uri="{FF2B5EF4-FFF2-40B4-BE49-F238E27FC236}">
                    <a16:creationId xmlns:a16="http://schemas.microsoft.com/office/drawing/2014/main" id="{DCB3061F-989C-9746-AA55-5FAC64A9F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87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19" name="Rectangle 49">
                <a:extLst>
                  <a:ext uri="{FF2B5EF4-FFF2-40B4-BE49-F238E27FC236}">
                    <a16:creationId xmlns:a16="http://schemas.microsoft.com/office/drawing/2014/main" id="{A4FCFE8C-CD6A-364D-8ABD-882B80D2C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87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0" name="Rectangle 50">
                <a:extLst>
                  <a:ext uri="{FF2B5EF4-FFF2-40B4-BE49-F238E27FC236}">
                    <a16:creationId xmlns:a16="http://schemas.microsoft.com/office/drawing/2014/main" id="{95A302D2-2E47-D043-A4B0-0C7DE8AB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87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1" name="Rectangle 51">
                <a:extLst>
                  <a:ext uri="{FF2B5EF4-FFF2-40B4-BE49-F238E27FC236}">
                    <a16:creationId xmlns:a16="http://schemas.microsoft.com/office/drawing/2014/main" id="{E2703B22-CE41-C74A-AAF1-8E0004EE1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82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2" name="Rectangle 52">
                <a:extLst>
                  <a:ext uri="{FF2B5EF4-FFF2-40B4-BE49-F238E27FC236}">
                    <a16:creationId xmlns:a16="http://schemas.microsoft.com/office/drawing/2014/main" id="{4A834E63-3ED2-EF4E-925F-486360E49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82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3" name="Rectangle 53">
                <a:extLst>
                  <a:ext uri="{FF2B5EF4-FFF2-40B4-BE49-F238E27FC236}">
                    <a16:creationId xmlns:a16="http://schemas.microsoft.com/office/drawing/2014/main" id="{D1A73055-C9C6-9E4D-87CE-E86BC938E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824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4" name="Rectangle 54">
                <a:extLst>
                  <a:ext uri="{FF2B5EF4-FFF2-40B4-BE49-F238E27FC236}">
                    <a16:creationId xmlns:a16="http://schemas.microsoft.com/office/drawing/2014/main" id="{4F6A7AC5-0922-9E4F-B350-1007A3E8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2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5" name="Rectangle 55">
                <a:extLst>
                  <a:ext uri="{FF2B5EF4-FFF2-40B4-BE49-F238E27FC236}">
                    <a16:creationId xmlns:a16="http://schemas.microsoft.com/office/drawing/2014/main" id="{E4A898A2-A71C-1243-8767-89C1A2AD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82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6" name="Rectangle 56">
                <a:extLst>
                  <a:ext uri="{FF2B5EF4-FFF2-40B4-BE49-F238E27FC236}">
                    <a16:creationId xmlns:a16="http://schemas.microsoft.com/office/drawing/2014/main" id="{DFB90FD6-6A65-014A-8F1F-7CB12E622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182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7" name="Rectangle 57">
                <a:extLst>
                  <a:ext uri="{FF2B5EF4-FFF2-40B4-BE49-F238E27FC236}">
                    <a16:creationId xmlns:a16="http://schemas.microsoft.com/office/drawing/2014/main" id="{1CFDAAD2-3C57-D148-B46D-48A007F84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2064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8" name="Rectangle 58">
                <a:extLst>
                  <a:ext uri="{FF2B5EF4-FFF2-40B4-BE49-F238E27FC236}">
                    <a16:creationId xmlns:a16="http://schemas.microsoft.com/office/drawing/2014/main" id="{C1E7889E-5856-314C-B9D8-B76630797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208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29" name="Rectangle 59">
                <a:extLst>
                  <a:ext uri="{FF2B5EF4-FFF2-40B4-BE49-F238E27FC236}">
                    <a16:creationId xmlns:a16="http://schemas.microsoft.com/office/drawing/2014/main" id="{FFE56775-EED9-2949-99F2-3F64E0D9C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211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0" name="Rectangle 60">
                <a:extLst>
                  <a:ext uri="{FF2B5EF4-FFF2-40B4-BE49-F238E27FC236}">
                    <a16:creationId xmlns:a16="http://schemas.microsoft.com/office/drawing/2014/main" id="{0D7A5194-B0E7-5843-B6BB-F618865EB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11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1" name="Rectangle 61">
                <a:extLst>
                  <a:ext uri="{FF2B5EF4-FFF2-40B4-BE49-F238E27FC236}">
                    <a16:creationId xmlns:a16="http://schemas.microsoft.com/office/drawing/2014/main" id="{77FE9A9D-938C-C443-87EF-D4DE68222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1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2" name="Rectangle 62">
                <a:extLst>
                  <a:ext uri="{FF2B5EF4-FFF2-40B4-BE49-F238E27FC236}">
                    <a16:creationId xmlns:a16="http://schemas.microsoft.com/office/drawing/2014/main" id="{C15858A2-1B17-AC4A-987E-D5A406A8F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2112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3" name="Rectangle 63">
                <a:extLst>
                  <a:ext uri="{FF2B5EF4-FFF2-40B4-BE49-F238E27FC236}">
                    <a16:creationId xmlns:a16="http://schemas.microsoft.com/office/drawing/2014/main" id="{FDDD61FA-F7ED-2848-AC84-AC76CBAF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4" y="2112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4" name="Rectangle 64">
                <a:extLst>
                  <a:ext uri="{FF2B5EF4-FFF2-40B4-BE49-F238E27FC236}">
                    <a16:creationId xmlns:a16="http://schemas.microsoft.com/office/drawing/2014/main" id="{14B79EA0-326E-1C40-B689-D8D4BF60E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5" name="Rectangle 65">
                <a:extLst>
                  <a:ext uri="{FF2B5EF4-FFF2-40B4-BE49-F238E27FC236}">
                    <a16:creationId xmlns:a16="http://schemas.microsoft.com/office/drawing/2014/main" id="{1A16D8D5-8601-C142-8419-BA26638D0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208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6" name="Rectangle 66">
                <a:extLst>
                  <a:ext uri="{FF2B5EF4-FFF2-40B4-BE49-F238E27FC236}">
                    <a16:creationId xmlns:a16="http://schemas.microsoft.com/office/drawing/2014/main" id="{1889FAF7-182A-8740-BCC0-3BAD63019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160"/>
                <a:ext cx="240" cy="14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7" name="Rectangle 67">
                <a:extLst>
                  <a:ext uri="{FF2B5EF4-FFF2-40B4-BE49-F238E27FC236}">
                    <a16:creationId xmlns:a16="http://schemas.microsoft.com/office/drawing/2014/main" id="{B254CB2D-9E5B-EA43-A08A-4E79DA4A6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216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8" name="Rectangle 68">
                <a:extLst>
                  <a:ext uri="{FF2B5EF4-FFF2-40B4-BE49-F238E27FC236}">
                    <a16:creationId xmlns:a16="http://schemas.microsoft.com/office/drawing/2014/main" id="{5274D4B2-BE37-794A-9EDA-89CB805A2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1968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39" name="Rectangle 69">
                <a:extLst>
                  <a:ext uri="{FF2B5EF4-FFF2-40B4-BE49-F238E27FC236}">
                    <a16:creationId xmlns:a16="http://schemas.microsoft.com/office/drawing/2014/main" id="{1E2A6EC5-13C2-3845-B36B-D8CC10CFD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0" name="Rectangle 70">
                <a:extLst>
                  <a:ext uri="{FF2B5EF4-FFF2-40B4-BE49-F238E27FC236}">
                    <a16:creationId xmlns:a16="http://schemas.microsoft.com/office/drawing/2014/main" id="{EEF3BF7D-D8C0-5C49-B4D4-4F4358456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1" name="Rectangle 71">
                <a:extLst>
                  <a:ext uri="{FF2B5EF4-FFF2-40B4-BE49-F238E27FC236}">
                    <a16:creationId xmlns:a16="http://schemas.microsoft.com/office/drawing/2014/main" id="{260E8CB4-7DC0-1547-A1B8-FF8AD2CA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2" name="Rectangle 72">
                <a:extLst>
                  <a:ext uri="{FF2B5EF4-FFF2-40B4-BE49-F238E27FC236}">
                    <a16:creationId xmlns:a16="http://schemas.microsoft.com/office/drawing/2014/main" id="{A0EB91B4-03F1-7B49-AA1B-A6571F6F2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3" name="Rectangle 73">
                <a:extLst>
                  <a:ext uri="{FF2B5EF4-FFF2-40B4-BE49-F238E27FC236}">
                    <a16:creationId xmlns:a16="http://schemas.microsoft.com/office/drawing/2014/main" id="{7209DD37-3249-1B48-A8D8-EDDACCC71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4" name="Rectangle 74">
                <a:extLst>
                  <a:ext uri="{FF2B5EF4-FFF2-40B4-BE49-F238E27FC236}">
                    <a16:creationId xmlns:a16="http://schemas.microsoft.com/office/drawing/2014/main" id="{5C53022E-3676-DD48-8540-6366E04B2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5" name="Rectangle 75">
                <a:extLst>
                  <a:ext uri="{FF2B5EF4-FFF2-40B4-BE49-F238E27FC236}">
                    <a16:creationId xmlns:a16="http://schemas.microsoft.com/office/drawing/2014/main" id="{F67A97D7-2B9B-3E4B-8B3F-318727815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400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546" name="Rectangle 76">
                <a:extLst>
                  <a:ext uri="{FF2B5EF4-FFF2-40B4-BE49-F238E27FC236}">
                    <a16:creationId xmlns:a16="http://schemas.microsoft.com/office/drawing/2014/main" id="{D4787905-0D5A-9C41-8E31-46E40F575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304"/>
                <a:ext cx="240" cy="14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cxnSp>
            <p:nvCxnSpPr>
              <p:cNvPr id="96547" name="AutoShape 77">
                <a:extLst>
                  <a:ext uri="{FF2B5EF4-FFF2-40B4-BE49-F238E27FC236}">
                    <a16:creationId xmlns:a16="http://schemas.microsoft.com/office/drawing/2014/main" id="{7D64880F-2B53-124B-8D4D-82782506C89C}"/>
                  </a:ext>
                </a:extLst>
              </p:cNvPr>
              <p:cNvCxnSpPr>
                <a:cxnSpLocks noChangeShapeType="1"/>
                <a:stCxn id="96516" idx="3"/>
                <a:endCxn id="96517" idx="1"/>
              </p:cNvCxnSpPr>
              <p:nvPr/>
            </p:nvCxnSpPr>
            <p:spPr bwMode="auto">
              <a:xfrm>
                <a:off x="528" y="1800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48" name="AutoShape 78">
                <a:extLst>
                  <a:ext uri="{FF2B5EF4-FFF2-40B4-BE49-F238E27FC236}">
                    <a16:creationId xmlns:a16="http://schemas.microsoft.com/office/drawing/2014/main" id="{F8FBFB86-5759-6947-B688-650607C3DB67}"/>
                  </a:ext>
                </a:extLst>
              </p:cNvPr>
              <p:cNvCxnSpPr>
                <a:cxnSpLocks noChangeShapeType="1"/>
                <a:stCxn id="96517" idx="3"/>
                <a:endCxn id="96518" idx="1"/>
              </p:cNvCxnSpPr>
              <p:nvPr/>
            </p:nvCxnSpPr>
            <p:spPr bwMode="auto">
              <a:xfrm>
                <a:off x="912" y="1800"/>
                <a:ext cx="192" cy="144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49" name="AutoShape 79">
                <a:extLst>
                  <a:ext uri="{FF2B5EF4-FFF2-40B4-BE49-F238E27FC236}">
                    <a16:creationId xmlns:a16="http://schemas.microsoft.com/office/drawing/2014/main" id="{71F2C2AE-0D72-4341-9473-85E371A36AF2}"/>
                  </a:ext>
                </a:extLst>
              </p:cNvPr>
              <p:cNvCxnSpPr>
                <a:cxnSpLocks noChangeShapeType="1"/>
                <a:stCxn id="96518" idx="3"/>
                <a:endCxn id="96519" idx="1"/>
              </p:cNvCxnSpPr>
              <p:nvPr/>
            </p:nvCxnSpPr>
            <p:spPr bwMode="auto">
              <a:xfrm>
                <a:off x="1344" y="1944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0" name="AutoShape 80">
                <a:extLst>
                  <a:ext uri="{FF2B5EF4-FFF2-40B4-BE49-F238E27FC236}">
                    <a16:creationId xmlns:a16="http://schemas.microsoft.com/office/drawing/2014/main" id="{ADF4995C-1728-C347-B7E1-D927EA0A91F4}"/>
                  </a:ext>
                </a:extLst>
              </p:cNvPr>
              <p:cNvCxnSpPr>
                <a:cxnSpLocks noChangeShapeType="1"/>
                <a:stCxn id="96519" idx="3"/>
                <a:endCxn id="96520" idx="1"/>
              </p:cNvCxnSpPr>
              <p:nvPr/>
            </p:nvCxnSpPr>
            <p:spPr bwMode="auto">
              <a:xfrm>
                <a:off x="1728" y="1944"/>
                <a:ext cx="192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1" name="AutoShape 81">
                <a:extLst>
                  <a:ext uri="{FF2B5EF4-FFF2-40B4-BE49-F238E27FC236}">
                    <a16:creationId xmlns:a16="http://schemas.microsoft.com/office/drawing/2014/main" id="{5362F4A8-608A-C747-81B4-37CF0F44BE33}"/>
                  </a:ext>
                </a:extLst>
              </p:cNvPr>
              <p:cNvCxnSpPr>
                <a:cxnSpLocks noChangeShapeType="1"/>
                <a:stCxn id="96520" idx="3"/>
                <a:endCxn id="96533" idx="1"/>
              </p:cNvCxnSpPr>
              <p:nvPr/>
            </p:nvCxnSpPr>
            <p:spPr bwMode="auto">
              <a:xfrm>
                <a:off x="2160" y="1944"/>
                <a:ext cx="144" cy="240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2" name="AutoShape 82">
                <a:extLst>
                  <a:ext uri="{FF2B5EF4-FFF2-40B4-BE49-F238E27FC236}">
                    <a16:creationId xmlns:a16="http://schemas.microsoft.com/office/drawing/2014/main" id="{414DFD97-E992-FD4E-8EAD-DD365DC89FAF}"/>
                  </a:ext>
                </a:extLst>
              </p:cNvPr>
              <p:cNvCxnSpPr>
                <a:cxnSpLocks noChangeShapeType="1"/>
                <a:stCxn id="96520" idx="3"/>
                <a:endCxn id="96521" idx="1"/>
              </p:cNvCxnSpPr>
              <p:nvPr/>
            </p:nvCxnSpPr>
            <p:spPr bwMode="auto">
              <a:xfrm flipV="1">
                <a:off x="2160" y="1896"/>
                <a:ext cx="336" cy="4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3" name="AutoShape 83">
                <a:extLst>
                  <a:ext uri="{FF2B5EF4-FFF2-40B4-BE49-F238E27FC236}">
                    <a16:creationId xmlns:a16="http://schemas.microsoft.com/office/drawing/2014/main" id="{A0906257-65A7-7046-A36B-B86CD16EF5F2}"/>
                  </a:ext>
                </a:extLst>
              </p:cNvPr>
              <p:cNvCxnSpPr>
                <a:cxnSpLocks noChangeShapeType="1"/>
                <a:stCxn id="96533" idx="3"/>
                <a:endCxn id="96532" idx="1"/>
              </p:cNvCxnSpPr>
              <p:nvPr/>
            </p:nvCxnSpPr>
            <p:spPr bwMode="auto">
              <a:xfrm>
                <a:off x="2544" y="2184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4" name="AutoShape 84">
                <a:extLst>
                  <a:ext uri="{FF2B5EF4-FFF2-40B4-BE49-F238E27FC236}">
                    <a16:creationId xmlns:a16="http://schemas.microsoft.com/office/drawing/2014/main" id="{2CC6C2D0-D1B4-B14E-B95D-A27DD3A19B61}"/>
                  </a:ext>
                </a:extLst>
              </p:cNvPr>
              <p:cNvCxnSpPr>
                <a:cxnSpLocks noChangeShapeType="1"/>
                <a:stCxn id="96532" idx="3"/>
                <a:endCxn id="96531" idx="1"/>
              </p:cNvCxnSpPr>
              <p:nvPr/>
            </p:nvCxnSpPr>
            <p:spPr bwMode="auto">
              <a:xfrm>
                <a:off x="2928" y="2184"/>
                <a:ext cx="24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5" name="AutoShape 85">
                <a:extLst>
                  <a:ext uri="{FF2B5EF4-FFF2-40B4-BE49-F238E27FC236}">
                    <a16:creationId xmlns:a16="http://schemas.microsoft.com/office/drawing/2014/main" id="{625EE014-0BAA-C546-B8DA-CC52B5B60038}"/>
                  </a:ext>
                </a:extLst>
              </p:cNvPr>
              <p:cNvCxnSpPr>
                <a:cxnSpLocks noChangeShapeType="1"/>
                <a:stCxn id="96521" idx="3"/>
                <a:endCxn id="96522" idx="1"/>
              </p:cNvCxnSpPr>
              <p:nvPr/>
            </p:nvCxnSpPr>
            <p:spPr bwMode="auto">
              <a:xfrm>
                <a:off x="2736" y="1896"/>
                <a:ext cx="528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6" name="AutoShape 86">
                <a:extLst>
                  <a:ext uri="{FF2B5EF4-FFF2-40B4-BE49-F238E27FC236}">
                    <a16:creationId xmlns:a16="http://schemas.microsoft.com/office/drawing/2014/main" id="{3F506F3F-1444-7E4E-AED3-B2E4D4278D9D}"/>
                  </a:ext>
                </a:extLst>
              </p:cNvPr>
              <p:cNvCxnSpPr>
                <a:cxnSpLocks noChangeShapeType="1"/>
                <a:stCxn id="96522" idx="3"/>
                <a:endCxn id="96523" idx="1"/>
              </p:cNvCxnSpPr>
              <p:nvPr/>
            </p:nvCxnSpPr>
            <p:spPr bwMode="auto">
              <a:xfrm>
                <a:off x="3504" y="1896"/>
                <a:ext cx="24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7" name="AutoShape 87">
                <a:extLst>
                  <a:ext uri="{FF2B5EF4-FFF2-40B4-BE49-F238E27FC236}">
                    <a16:creationId xmlns:a16="http://schemas.microsoft.com/office/drawing/2014/main" id="{21277B62-B23F-A34A-A002-D60DB788E316}"/>
                  </a:ext>
                </a:extLst>
              </p:cNvPr>
              <p:cNvCxnSpPr>
                <a:cxnSpLocks noChangeShapeType="1"/>
                <a:stCxn id="96538" idx="3"/>
                <a:endCxn id="96518" idx="1"/>
              </p:cNvCxnSpPr>
              <p:nvPr/>
            </p:nvCxnSpPr>
            <p:spPr bwMode="auto">
              <a:xfrm flipV="1">
                <a:off x="912" y="1944"/>
                <a:ext cx="192" cy="9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8" name="AutoShape 88">
                <a:extLst>
                  <a:ext uri="{FF2B5EF4-FFF2-40B4-BE49-F238E27FC236}">
                    <a16:creationId xmlns:a16="http://schemas.microsoft.com/office/drawing/2014/main" id="{3151C697-FE7F-E04C-8146-0E820C50A0A2}"/>
                  </a:ext>
                </a:extLst>
              </p:cNvPr>
              <p:cNvCxnSpPr>
                <a:cxnSpLocks noChangeShapeType="1"/>
                <a:stCxn id="96537" idx="3"/>
                <a:endCxn id="96536" idx="1"/>
              </p:cNvCxnSpPr>
              <p:nvPr/>
            </p:nvCxnSpPr>
            <p:spPr bwMode="auto">
              <a:xfrm>
                <a:off x="912" y="2232"/>
                <a:ext cx="192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59" name="AutoShape 89">
                <a:extLst>
                  <a:ext uri="{FF2B5EF4-FFF2-40B4-BE49-F238E27FC236}">
                    <a16:creationId xmlns:a16="http://schemas.microsoft.com/office/drawing/2014/main" id="{27840A0A-163F-0444-8468-393264F9853E}"/>
                  </a:ext>
                </a:extLst>
              </p:cNvPr>
              <p:cNvCxnSpPr>
                <a:cxnSpLocks noChangeShapeType="1"/>
                <a:stCxn id="96536" idx="3"/>
                <a:endCxn id="96519" idx="1"/>
              </p:cNvCxnSpPr>
              <p:nvPr/>
            </p:nvCxnSpPr>
            <p:spPr bwMode="auto">
              <a:xfrm flipV="1">
                <a:off x="1344" y="1944"/>
                <a:ext cx="144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0" name="AutoShape 90">
                <a:extLst>
                  <a:ext uri="{FF2B5EF4-FFF2-40B4-BE49-F238E27FC236}">
                    <a16:creationId xmlns:a16="http://schemas.microsoft.com/office/drawing/2014/main" id="{F2562BF4-0194-6943-9ED1-F9B3BD8B8D2F}"/>
                  </a:ext>
                </a:extLst>
              </p:cNvPr>
              <p:cNvCxnSpPr>
                <a:cxnSpLocks noChangeShapeType="1"/>
                <a:stCxn id="96532" idx="3"/>
                <a:endCxn id="96522" idx="1"/>
              </p:cNvCxnSpPr>
              <p:nvPr/>
            </p:nvCxnSpPr>
            <p:spPr bwMode="auto">
              <a:xfrm flipV="1">
                <a:off x="2928" y="1896"/>
                <a:ext cx="336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1" name="AutoShape 91">
                <a:extLst>
                  <a:ext uri="{FF2B5EF4-FFF2-40B4-BE49-F238E27FC236}">
                    <a16:creationId xmlns:a16="http://schemas.microsoft.com/office/drawing/2014/main" id="{88C8B099-3881-214B-AE7F-B0D07FEB09C5}"/>
                  </a:ext>
                </a:extLst>
              </p:cNvPr>
              <p:cNvCxnSpPr>
                <a:cxnSpLocks noChangeShapeType="1"/>
                <a:stCxn id="96531" idx="3"/>
                <a:endCxn id="96543" idx="1"/>
              </p:cNvCxnSpPr>
              <p:nvPr/>
            </p:nvCxnSpPr>
            <p:spPr bwMode="auto">
              <a:xfrm>
                <a:off x="3408" y="2184"/>
                <a:ext cx="144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2" name="AutoShape 92">
                <a:extLst>
                  <a:ext uri="{FF2B5EF4-FFF2-40B4-BE49-F238E27FC236}">
                    <a16:creationId xmlns:a16="http://schemas.microsoft.com/office/drawing/2014/main" id="{42EBCE49-5D6D-9D40-8A69-E297418015E3}"/>
                  </a:ext>
                </a:extLst>
              </p:cNvPr>
              <p:cNvCxnSpPr>
                <a:cxnSpLocks noChangeShapeType="1"/>
                <a:stCxn id="96531" idx="3"/>
                <a:endCxn id="96530" idx="1"/>
              </p:cNvCxnSpPr>
              <p:nvPr/>
            </p:nvCxnSpPr>
            <p:spPr bwMode="auto">
              <a:xfrm>
                <a:off x="3408" y="2184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3" name="AutoShape 93">
                <a:extLst>
                  <a:ext uri="{FF2B5EF4-FFF2-40B4-BE49-F238E27FC236}">
                    <a16:creationId xmlns:a16="http://schemas.microsoft.com/office/drawing/2014/main" id="{DBC0D499-81D1-1D4E-9562-E29A79AD939E}"/>
                  </a:ext>
                </a:extLst>
              </p:cNvPr>
              <p:cNvCxnSpPr>
                <a:cxnSpLocks noChangeShapeType="1"/>
                <a:stCxn id="96523" idx="3"/>
                <a:endCxn id="96524" idx="1"/>
              </p:cNvCxnSpPr>
              <p:nvPr/>
            </p:nvCxnSpPr>
            <p:spPr bwMode="auto">
              <a:xfrm>
                <a:off x="3984" y="1896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4" name="AutoShape 94">
                <a:extLst>
                  <a:ext uri="{FF2B5EF4-FFF2-40B4-BE49-F238E27FC236}">
                    <a16:creationId xmlns:a16="http://schemas.microsoft.com/office/drawing/2014/main" id="{76C27852-AD33-874D-834B-A07861AB7EF2}"/>
                  </a:ext>
                </a:extLst>
              </p:cNvPr>
              <p:cNvCxnSpPr>
                <a:cxnSpLocks noChangeShapeType="1"/>
                <a:stCxn id="96524" idx="3"/>
                <a:endCxn id="96525" idx="1"/>
              </p:cNvCxnSpPr>
              <p:nvPr/>
            </p:nvCxnSpPr>
            <p:spPr bwMode="auto">
              <a:xfrm>
                <a:off x="4368" y="1896"/>
                <a:ext cx="24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5" name="AutoShape 95">
                <a:extLst>
                  <a:ext uri="{FF2B5EF4-FFF2-40B4-BE49-F238E27FC236}">
                    <a16:creationId xmlns:a16="http://schemas.microsoft.com/office/drawing/2014/main" id="{51EC1708-85AB-3249-B356-6883AF5F505A}"/>
                  </a:ext>
                </a:extLst>
              </p:cNvPr>
              <p:cNvCxnSpPr>
                <a:cxnSpLocks noChangeShapeType="1"/>
                <a:stCxn id="96525" idx="3"/>
                <a:endCxn id="96526" idx="1"/>
              </p:cNvCxnSpPr>
              <p:nvPr/>
            </p:nvCxnSpPr>
            <p:spPr bwMode="auto">
              <a:xfrm>
                <a:off x="4848" y="1896"/>
                <a:ext cx="192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6" name="AutoShape 96">
                <a:extLst>
                  <a:ext uri="{FF2B5EF4-FFF2-40B4-BE49-F238E27FC236}">
                    <a16:creationId xmlns:a16="http://schemas.microsoft.com/office/drawing/2014/main" id="{D115E343-5306-8C46-9ABD-E271DEE1D08C}"/>
                  </a:ext>
                </a:extLst>
              </p:cNvPr>
              <p:cNvCxnSpPr>
                <a:cxnSpLocks noChangeShapeType="1"/>
                <a:stCxn id="96524" idx="3"/>
                <a:endCxn id="96527" idx="1"/>
              </p:cNvCxnSpPr>
              <p:nvPr/>
            </p:nvCxnSpPr>
            <p:spPr bwMode="auto">
              <a:xfrm>
                <a:off x="4368" y="1896"/>
                <a:ext cx="864" cy="240"/>
              </a:xfrm>
              <a:prstGeom prst="bentConnector3">
                <a:avLst>
                  <a:gd name="adj1" fmla="val 13889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7" name="AutoShape 97">
                <a:extLst>
                  <a:ext uri="{FF2B5EF4-FFF2-40B4-BE49-F238E27FC236}">
                    <a16:creationId xmlns:a16="http://schemas.microsoft.com/office/drawing/2014/main" id="{E11EB5AE-632D-7F4C-BD47-B1826CBE4813}"/>
                  </a:ext>
                </a:extLst>
              </p:cNvPr>
              <p:cNvCxnSpPr>
                <a:cxnSpLocks noChangeShapeType="1"/>
                <a:stCxn id="96539" idx="3"/>
                <a:endCxn id="96536" idx="1"/>
              </p:cNvCxnSpPr>
              <p:nvPr/>
            </p:nvCxnSpPr>
            <p:spPr bwMode="auto">
              <a:xfrm flipV="1">
                <a:off x="912" y="2232"/>
                <a:ext cx="192" cy="240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8" name="AutoShape 98">
                <a:extLst>
                  <a:ext uri="{FF2B5EF4-FFF2-40B4-BE49-F238E27FC236}">
                    <a16:creationId xmlns:a16="http://schemas.microsoft.com/office/drawing/2014/main" id="{6A36CF2E-40D6-9A46-B079-15A012897F46}"/>
                  </a:ext>
                </a:extLst>
              </p:cNvPr>
              <p:cNvCxnSpPr>
                <a:cxnSpLocks noChangeShapeType="1"/>
                <a:stCxn id="96516" idx="3"/>
                <a:endCxn id="96537" idx="1"/>
              </p:cNvCxnSpPr>
              <p:nvPr/>
            </p:nvCxnSpPr>
            <p:spPr bwMode="auto">
              <a:xfrm>
                <a:off x="528" y="1800"/>
                <a:ext cx="144" cy="43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69" name="AutoShape 99">
                <a:extLst>
                  <a:ext uri="{FF2B5EF4-FFF2-40B4-BE49-F238E27FC236}">
                    <a16:creationId xmlns:a16="http://schemas.microsoft.com/office/drawing/2014/main" id="{577FDA37-39D1-5140-A3D7-11843D31EE95}"/>
                  </a:ext>
                </a:extLst>
              </p:cNvPr>
              <p:cNvCxnSpPr>
                <a:cxnSpLocks noChangeShapeType="1"/>
                <a:stCxn id="96516" idx="3"/>
                <a:endCxn id="96538" idx="1"/>
              </p:cNvCxnSpPr>
              <p:nvPr/>
            </p:nvCxnSpPr>
            <p:spPr bwMode="auto">
              <a:xfrm>
                <a:off x="528" y="1800"/>
                <a:ext cx="144" cy="240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0" name="AutoShape 100">
                <a:extLst>
                  <a:ext uri="{FF2B5EF4-FFF2-40B4-BE49-F238E27FC236}">
                    <a16:creationId xmlns:a16="http://schemas.microsoft.com/office/drawing/2014/main" id="{EFBF4783-4658-E943-8E65-3C2885E91D89}"/>
                  </a:ext>
                </a:extLst>
              </p:cNvPr>
              <p:cNvCxnSpPr>
                <a:cxnSpLocks noChangeShapeType="1"/>
                <a:stCxn id="96539" idx="3"/>
                <a:endCxn id="96540" idx="1"/>
              </p:cNvCxnSpPr>
              <p:nvPr/>
            </p:nvCxnSpPr>
            <p:spPr bwMode="auto">
              <a:xfrm>
                <a:off x="912" y="2472"/>
                <a:ext cx="24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1" name="AutoShape 101">
                <a:extLst>
                  <a:ext uri="{FF2B5EF4-FFF2-40B4-BE49-F238E27FC236}">
                    <a16:creationId xmlns:a16="http://schemas.microsoft.com/office/drawing/2014/main" id="{0288E44A-529F-6B43-B543-BB06E60637A3}"/>
                  </a:ext>
                </a:extLst>
              </p:cNvPr>
              <p:cNvCxnSpPr>
                <a:cxnSpLocks noChangeShapeType="1"/>
                <a:stCxn id="96540" idx="3"/>
                <a:endCxn id="96535" idx="1"/>
              </p:cNvCxnSpPr>
              <p:nvPr/>
            </p:nvCxnSpPr>
            <p:spPr bwMode="auto">
              <a:xfrm flipV="1">
                <a:off x="1392" y="2280"/>
                <a:ext cx="144" cy="19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2" name="AutoShape 102">
                <a:extLst>
                  <a:ext uri="{FF2B5EF4-FFF2-40B4-BE49-F238E27FC236}">
                    <a16:creationId xmlns:a16="http://schemas.microsoft.com/office/drawing/2014/main" id="{A024CF24-B50C-B34B-810E-1DC74866F8CF}"/>
                  </a:ext>
                </a:extLst>
              </p:cNvPr>
              <p:cNvCxnSpPr>
                <a:cxnSpLocks noChangeShapeType="1"/>
                <a:stCxn id="96535" idx="3"/>
                <a:endCxn id="96520" idx="1"/>
              </p:cNvCxnSpPr>
              <p:nvPr/>
            </p:nvCxnSpPr>
            <p:spPr bwMode="auto">
              <a:xfrm flipV="1">
                <a:off x="1776" y="1944"/>
                <a:ext cx="144" cy="33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3" name="AutoShape 103">
                <a:extLst>
                  <a:ext uri="{FF2B5EF4-FFF2-40B4-BE49-F238E27FC236}">
                    <a16:creationId xmlns:a16="http://schemas.microsoft.com/office/drawing/2014/main" id="{E25A6047-1B12-C643-8D03-238F6E357300}"/>
                  </a:ext>
                </a:extLst>
              </p:cNvPr>
              <p:cNvCxnSpPr>
                <a:cxnSpLocks noChangeShapeType="1"/>
                <a:stCxn id="96540" idx="3"/>
                <a:endCxn id="96534" idx="1"/>
              </p:cNvCxnSpPr>
              <p:nvPr/>
            </p:nvCxnSpPr>
            <p:spPr bwMode="auto">
              <a:xfrm>
                <a:off x="1392" y="2472"/>
                <a:ext cx="528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4" name="AutoShape 104">
                <a:extLst>
                  <a:ext uri="{FF2B5EF4-FFF2-40B4-BE49-F238E27FC236}">
                    <a16:creationId xmlns:a16="http://schemas.microsoft.com/office/drawing/2014/main" id="{C264870F-A7E0-9A47-9450-826136E658EE}"/>
                  </a:ext>
                </a:extLst>
              </p:cNvPr>
              <p:cNvCxnSpPr>
                <a:cxnSpLocks noChangeShapeType="1"/>
                <a:stCxn id="96534" idx="3"/>
                <a:endCxn id="96541" idx="1"/>
              </p:cNvCxnSpPr>
              <p:nvPr/>
            </p:nvCxnSpPr>
            <p:spPr bwMode="auto">
              <a:xfrm>
                <a:off x="2160" y="2472"/>
                <a:ext cx="192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5" name="AutoShape 105">
                <a:extLst>
                  <a:ext uri="{FF2B5EF4-FFF2-40B4-BE49-F238E27FC236}">
                    <a16:creationId xmlns:a16="http://schemas.microsoft.com/office/drawing/2014/main" id="{91DCD3F1-D368-DB40-8881-919CCD606B10}"/>
                  </a:ext>
                </a:extLst>
              </p:cNvPr>
              <p:cNvCxnSpPr>
                <a:cxnSpLocks noChangeShapeType="1"/>
                <a:stCxn id="96541" idx="3"/>
                <a:endCxn id="96532" idx="1"/>
              </p:cNvCxnSpPr>
              <p:nvPr/>
            </p:nvCxnSpPr>
            <p:spPr bwMode="auto">
              <a:xfrm flipV="1">
                <a:off x="2592" y="2184"/>
                <a:ext cx="96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6" name="AutoShape 106">
                <a:extLst>
                  <a:ext uri="{FF2B5EF4-FFF2-40B4-BE49-F238E27FC236}">
                    <a16:creationId xmlns:a16="http://schemas.microsoft.com/office/drawing/2014/main" id="{FA2092B1-E6B1-CD44-B16A-A35A8F32E80E}"/>
                  </a:ext>
                </a:extLst>
              </p:cNvPr>
              <p:cNvCxnSpPr>
                <a:cxnSpLocks noChangeShapeType="1"/>
                <a:stCxn id="96541" idx="3"/>
                <a:endCxn id="96542" idx="1"/>
              </p:cNvCxnSpPr>
              <p:nvPr/>
            </p:nvCxnSpPr>
            <p:spPr bwMode="auto">
              <a:xfrm>
                <a:off x="2592" y="2472"/>
                <a:ext cx="192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7" name="AutoShape 107">
                <a:extLst>
                  <a:ext uri="{FF2B5EF4-FFF2-40B4-BE49-F238E27FC236}">
                    <a16:creationId xmlns:a16="http://schemas.microsoft.com/office/drawing/2014/main" id="{48C58FE5-65BB-EF45-A5D6-C3FD43582D36}"/>
                  </a:ext>
                </a:extLst>
              </p:cNvPr>
              <p:cNvCxnSpPr>
                <a:cxnSpLocks noChangeShapeType="1"/>
                <a:stCxn id="96542" idx="3"/>
                <a:endCxn id="96531" idx="1"/>
              </p:cNvCxnSpPr>
              <p:nvPr/>
            </p:nvCxnSpPr>
            <p:spPr bwMode="auto">
              <a:xfrm flipV="1">
                <a:off x="3024" y="2184"/>
                <a:ext cx="144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8" name="AutoShape 108">
                <a:extLst>
                  <a:ext uri="{FF2B5EF4-FFF2-40B4-BE49-F238E27FC236}">
                    <a16:creationId xmlns:a16="http://schemas.microsoft.com/office/drawing/2014/main" id="{90D3C384-C630-C84E-B3E2-A2B4ADC0B43D}"/>
                  </a:ext>
                </a:extLst>
              </p:cNvPr>
              <p:cNvCxnSpPr>
                <a:cxnSpLocks noChangeShapeType="1"/>
                <a:stCxn id="96530" idx="3"/>
                <a:endCxn id="96529" idx="1"/>
              </p:cNvCxnSpPr>
              <p:nvPr/>
            </p:nvCxnSpPr>
            <p:spPr bwMode="auto">
              <a:xfrm>
                <a:off x="3792" y="2184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79" name="AutoShape 109">
                <a:extLst>
                  <a:ext uri="{FF2B5EF4-FFF2-40B4-BE49-F238E27FC236}">
                    <a16:creationId xmlns:a16="http://schemas.microsoft.com/office/drawing/2014/main" id="{267E0E22-27AD-0542-95DB-87E8DDFCB319}"/>
                  </a:ext>
                </a:extLst>
              </p:cNvPr>
              <p:cNvCxnSpPr>
                <a:cxnSpLocks noChangeShapeType="1"/>
                <a:stCxn id="96529" idx="3"/>
                <a:endCxn id="96528" idx="1"/>
              </p:cNvCxnSpPr>
              <p:nvPr/>
            </p:nvCxnSpPr>
            <p:spPr bwMode="auto">
              <a:xfrm>
                <a:off x="4176" y="2184"/>
                <a:ext cx="240" cy="9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0" name="AutoShape 110">
                <a:extLst>
                  <a:ext uri="{FF2B5EF4-FFF2-40B4-BE49-F238E27FC236}">
                    <a16:creationId xmlns:a16="http://schemas.microsoft.com/office/drawing/2014/main" id="{258C21EF-2F7D-D949-8BD0-C9B3A470CFCD}"/>
                  </a:ext>
                </a:extLst>
              </p:cNvPr>
              <p:cNvCxnSpPr>
                <a:cxnSpLocks noChangeShapeType="1"/>
                <a:stCxn id="96543" idx="3"/>
                <a:endCxn id="96529" idx="1"/>
              </p:cNvCxnSpPr>
              <p:nvPr/>
            </p:nvCxnSpPr>
            <p:spPr bwMode="auto">
              <a:xfrm flipV="1">
                <a:off x="3792" y="2184"/>
                <a:ext cx="144" cy="28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1" name="AutoShape 111">
                <a:extLst>
                  <a:ext uri="{FF2B5EF4-FFF2-40B4-BE49-F238E27FC236}">
                    <a16:creationId xmlns:a16="http://schemas.microsoft.com/office/drawing/2014/main" id="{C1DFBCA8-7AB7-B346-9993-1E18AE779B89}"/>
                  </a:ext>
                </a:extLst>
              </p:cNvPr>
              <p:cNvCxnSpPr>
                <a:cxnSpLocks noChangeShapeType="1"/>
                <a:stCxn id="96528" idx="3"/>
                <a:endCxn id="96546" idx="1"/>
              </p:cNvCxnSpPr>
              <p:nvPr/>
            </p:nvCxnSpPr>
            <p:spPr bwMode="auto">
              <a:xfrm>
                <a:off x="4656" y="2280"/>
                <a:ext cx="192" cy="9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2" name="AutoShape 112">
                <a:extLst>
                  <a:ext uri="{FF2B5EF4-FFF2-40B4-BE49-F238E27FC236}">
                    <a16:creationId xmlns:a16="http://schemas.microsoft.com/office/drawing/2014/main" id="{17A41A45-E381-3647-A040-85A2941843E7}"/>
                  </a:ext>
                </a:extLst>
              </p:cNvPr>
              <p:cNvCxnSpPr>
                <a:cxnSpLocks noChangeShapeType="1"/>
                <a:stCxn id="96543" idx="3"/>
                <a:endCxn id="96544" idx="1"/>
              </p:cNvCxnSpPr>
              <p:nvPr/>
            </p:nvCxnSpPr>
            <p:spPr bwMode="auto">
              <a:xfrm>
                <a:off x="3792" y="2472"/>
                <a:ext cx="144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3" name="AutoShape 113">
                <a:extLst>
                  <a:ext uri="{FF2B5EF4-FFF2-40B4-BE49-F238E27FC236}">
                    <a16:creationId xmlns:a16="http://schemas.microsoft.com/office/drawing/2014/main" id="{714AEFDC-4067-A24A-B9B0-2721746F28EB}"/>
                  </a:ext>
                </a:extLst>
              </p:cNvPr>
              <p:cNvCxnSpPr>
                <a:cxnSpLocks noChangeShapeType="1"/>
                <a:stCxn id="96544" idx="3"/>
                <a:endCxn id="96545" idx="1"/>
              </p:cNvCxnSpPr>
              <p:nvPr/>
            </p:nvCxnSpPr>
            <p:spPr bwMode="auto">
              <a:xfrm>
                <a:off x="4176" y="2472"/>
                <a:ext cx="24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4" name="AutoShape 114">
                <a:extLst>
                  <a:ext uri="{FF2B5EF4-FFF2-40B4-BE49-F238E27FC236}">
                    <a16:creationId xmlns:a16="http://schemas.microsoft.com/office/drawing/2014/main" id="{81AFF6F1-0D0E-A646-B673-92674DCFEA9D}"/>
                  </a:ext>
                </a:extLst>
              </p:cNvPr>
              <p:cNvCxnSpPr>
                <a:cxnSpLocks noChangeShapeType="1"/>
                <a:stCxn id="96545" idx="3"/>
                <a:endCxn id="96546" idx="1"/>
              </p:cNvCxnSpPr>
              <p:nvPr/>
            </p:nvCxnSpPr>
            <p:spPr bwMode="auto">
              <a:xfrm flipV="1">
                <a:off x="4656" y="2376"/>
                <a:ext cx="192" cy="9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85" name="AutoShape 115">
                <a:extLst>
                  <a:ext uri="{FF2B5EF4-FFF2-40B4-BE49-F238E27FC236}">
                    <a16:creationId xmlns:a16="http://schemas.microsoft.com/office/drawing/2014/main" id="{74392803-941A-A440-BF47-0CCFD589F397}"/>
                  </a:ext>
                </a:extLst>
              </p:cNvPr>
              <p:cNvCxnSpPr>
                <a:cxnSpLocks noChangeShapeType="1"/>
                <a:stCxn id="96546" idx="3"/>
                <a:endCxn id="96527" idx="1"/>
              </p:cNvCxnSpPr>
              <p:nvPr/>
            </p:nvCxnSpPr>
            <p:spPr bwMode="auto">
              <a:xfrm flipV="1">
                <a:off x="5088" y="2136"/>
                <a:ext cx="144" cy="240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96265" name="Group 116">
            <a:extLst>
              <a:ext uri="{FF2B5EF4-FFF2-40B4-BE49-F238E27FC236}">
                <a16:creationId xmlns:a16="http://schemas.microsoft.com/office/drawing/2014/main" id="{99B3D2FD-5639-8944-96D4-0AD5BAF91EED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5964238"/>
            <a:ext cx="1271588" cy="762000"/>
            <a:chOff x="3408" y="2112"/>
            <a:chExt cx="1968" cy="1296"/>
          </a:xfrm>
        </p:grpSpPr>
        <p:sp>
          <p:nvSpPr>
            <p:cNvPr id="96469" name="AutoShape 117">
              <a:extLst>
                <a:ext uri="{FF2B5EF4-FFF2-40B4-BE49-F238E27FC236}">
                  <a16:creationId xmlns:a16="http://schemas.microsoft.com/office/drawing/2014/main" id="{84C2F280-0D56-8C4C-8E76-5561EB514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" y="2112"/>
              <a:ext cx="1968" cy="1296"/>
            </a:xfrm>
            <a:prstGeom prst="notchedRightArrow">
              <a:avLst>
                <a:gd name="adj1" fmla="val 50000"/>
                <a:gd name="adj2" fmla="val 37963"/>
              </a:avLst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grpSp>
          <p:nvGrpSpPr>
            <p:cNvPr id="96470" name="Group 118">
              <a:extLst>
                <a:ext uri="{FF2B5EF4-FFF2-40B4-BE49-F238E27FC236}">
                  <a16:creationId xmlns:a16="http://schemas.microsoft.com/office/drawing/2014/main" id="{ABA9E80E-2093-4A44-A01E-14FFE4BEB7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8" y="2544"/>
              <a:ext cx="1488" cy="432"/>
              <a:chOff x="3120" y="3168"/>
              <a:chExt cx="1488" cy="432"/>
            </a:xfrm>
          </p:grpSpPr>
          <p:sp>
            <p:nvSpPr>
              <p:cNvPr id="96471" name="Rectangle 119">
                <a:extLst>
                  <a:ext uri="{FF2B5EF4-FFF2-40B4-BE49-F238E27FC236}">
                    <a16:creationId xmlns:a16="http://schemas.microsoft.com/office/drawing/2014/main" id="{6FFCBFEA-D697-9C4A-B50C-DB9632CC5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3194"/>
                <a:ext cx="69" cy="7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2" name="Rectangle 120">
                <a:extLst>
                  <a:ext uri="{FF2B5EF4-FFF2-40B4-BE49-F238E27FC236}">
                    <a16:creationId xmlns:a16="http://schemas.microsoft.com/office/drawing/2014/main" id="{BF3D9A56-9D91-AB40-A813-E09703169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194"/>
                <a:ext cx="69" cy="71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3" name="Rectangle 121">
                <a:extLst>
                  <a:ext uri="{FF2B5EF4-FFF2-40B4-BE49-F238E27FC236}">
                    <a16:creationId xmlns:a16="http://schemas.microsoft.com/office/drawing/2014/main" id="{27CFEB98-32A7-9845-943D-05B94883B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3168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4" name="Rectangle 122">
                <a:extLst>
                  <a:ext uri="{FF2B5EF4-FFF2-40B4-BE49-F238E27FC236}">
                    <a16:creationId xmlns:a16="http://schemas.microsoft.com/office/drawing/2014/main" id="{68F4F099-FAE1-524E-91EE-EFA05202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265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5" name="Rectangle 123">
                <a:extLst>
                  <a:ext uri="{FF2B5EF4-FFF2-40B4-BE49-F238E27FC236}">
                    <a16:creationId xmlns:a16="http://schemas.microsoft.com/office/drawing/2014/main" id="{B350EDC4-CB34-AE41-A730-FA726E7B6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3264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6" name="Rectangle 124">
                <a:extLst>
                  <a:ext uri="{FF2B5EF4-FFF2-40B4-BE49-F238E27FC236}">
                    <a16:creationId xmlns:a16="http://schemas.microsoft.com/office/drawing/2014/main" id="{9C69B21A-9FF6-E94B-9065-D477A011D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3361"/>
                <a:ext cx="69" cy="72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7" name="Rectangle 125">
                <a:extLst>
                  <a:ext uri="{FF2B5EF4-FFF2-40B4-BE49-F238E27FC236}">
                    <a16:creationId xmlns:a16="http://schemas.microsoft.com/office/drawing/2014/main" id="{344E64CF-6D54-DD4F-B67C-4E6CB826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3433"/>
                <a:ext cx="69" cy="72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8" name="Rectangle 126">
                <a:extLst>
                  <a:ext uri="{FF2B5EF4-FFF2-40B4-BE49-F238E27FC236}">
                    <a16:creationId xmlns:a16="http://schemas.microsoft.com/office/drawing/2014/main" id="{14991BFD-9B82-244F-BBF2-AD7630455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3385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79" name="Rectangle 127">
                <a:extLst>
                  <a:ext uri="{FF2B5EF4-FFF2-40B4-BE49-F238E27FC236}">
                    <a16:creationId xmlns:a16="http://schemas.microsoft.com/office/drawing/2014/main" id="{5228678B-29D1-6548-87A6-2E459A67C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385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0" name="Rectangle 128">
                <a:extLst>
                  <a:ext uri="{FF2B5EF4-FFF2-40B4-BE49-F238E27FC236}">
                    <a16:creationId xmlns:a16="http://schemas.microsoft.com/office/drawing/2014/main" id="{F9DB4567-6FF0-8847-9998-37C3C3F66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3385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1" name="Rectangle 129">
                <a:extLst>
                  <a:ext uri="{FF2B5EF4-FFF2-40B4-BE49-F238E27FC236}">
                    <a16:creationId xmlns:a16="http://schemas.microsoft.com/office/drawing/2014/main" id="{060783CC-EBBC-3846-B7DF-D885590ED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" y="3385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2" name="Rectangle 130">
                <a:extLst>
                  <a:ext uri="{FF2B5EF4-FFF2-40B4-BE49-F238E27FC236}">
                    <a16:creationId xmlns:a16="http://schemas.microsoft.com/office/drawing/2014/main" id="{98EC606A-8DCF-1348-874E-133A51B18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3385"/>
                <a:ext cx="69" cy="72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3" name="Rectangle 131">
                <a:extLst>
                  <a:ext uri="{FF2B5EF4-FFF2-40B4-BE49-F238E27FC236}">
                    <a16:creationId xmlns:a16="http://schemas.microsoft.com/office/drawing/2014/main" id="{9EAA66F6-406D-374E-8F34-4006D2900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528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4" name="Rectangle 132">
                <a:extLst>
                  <a:ext uri="{FF2B5EF4-FFF2-40B4-BE49-F238E27FC236}">
                    <a16:creationId xmlns:a16="http://schemas.microsoft.com/office/drawing/2014/main" id="{5F090F40-F6E8-4143-AF18-F09D5FDAE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3360"/>
                <a:ext cx="69" cy="72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5" name="Rectangle 133">
                <a:extLst>
                  <a:ext uri="{FF2B5EF4-FFF2-40B4-BE49-F238E27FC236}">
                    <a16:creationId xmlns:a16="http://schemas.microsoft.com/office/drawing/2014/main" id="{43FCF53D-1E4F-7C46-8AB4-3A9E00C11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409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6" name="Rectangle 134">
                <a:extLst>
                  <a:ext uri="{FF2B5EF4-FFF2-40B4-BE49-F238E27FC236}">
                    <a16:creationId xmlns:a16="http://schemas.microsoft.com/office/drawing/2014/main" id="{7973C6BF-8D33-5B4C-AE94-04244D114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313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7" name="Rectangle 135">
                <a:extLst>
                  <a:ext uri="{FF2B5EF4-FFF2-40B4-BE49-F238E27FC236}">
                    <a16:creationId xmlns:a16="http://schemas.microsoft.com/office/drawing/2014/main" id="{65C6AC86-771B-5B49-9553-4D7FAC063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3528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8" name="Rectangle 136">
                <a:extLst>
                  <a:ext uri="{FF2B5EF4-FFF2-40B4-BE49-F238E27FC236}">
                    <a16:creationId xmlns:a16="http://schemas.microsoft.com/office/drawing/2014/main" id="{826F619F-3CF8-8D44-872D-6E65D0200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528"/>
                <a:ext cx="69" cy="72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89" name="Rectangle 137">
                <a:extLst>
                  <a:ext uri="{FF2B5EF4-FFF2-40B4-BE49-F238E27FC236}">
                    <a16:creationId xmlns:a16="http://schemas.microsoft.com/office/drawing/2014/main" id="{65AD4E29-8CD1-3446-B8F2-0FEF8D4FB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3481"/>
                <a:ext cx="69" cy="71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cxnSp>
            <p:nvCxnSpPr>
              <p:cNvPr id="96490" name="AutoShape 138">
                <a:extLst>
                  <a:ext uri="{FF2B5EF4-FFF2-40B4-BE49-F238E27FC236}">
                    <a16:creationId xmlns:a16="http://schemas.microsoft.com/office/drawing/2014/main" id="{35BBFE26-A6E5-CC4F-9CAA-B9DD0CFD11C8}"/>
                  </a:ext>
                </a:extLst>
              </p:cNvPr>
              <p:cNvCxnSpPr>
                <a:cxnSpLocks noChangeShapeType="1"/>
                <a:stCxn id="96471" idx="3"/>
                <a:endCxn id="96472" idx="1"/>
              </p:cNvCxnSpPr>
              <p:nvPr/>
            </p:nvCxnSpPr>
            <p:spPr bwMode="auto">
              <a:xfrm>
                <a:off x="3189" y="3230"/>
                <a:ext cx="41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1" name="AutoShape 139">
                <a:extLst>
                  <a:ext uri="{FF2B5EF4-FFF2-40B4-BE49-F238E27FC236}">
                    <a16:creationId xmlns:a16="http://schemas.microsoft.com/office/drawing/2014/main" id="{DC0F2CD7-C26E-8440-94CC-1A207DF62EA4}"/>
                  </a:ext>
                </a:extLst>
              </p:cNvPr>
              <p:cNvCxnSpPr>
                <a:cxnSpLocks noChangeShapeType="1"/>
                <a:endCxn id="96473" idx="1"/>
              </p:cNvCxnSpPr>
              <p:nvPr/>
            </p:nvCxnSpPr>
            <p:spPr bwMode="auto">
              <a:xfrm>
                <a:off x="3415" y="3204"/>
                <a:ext cx="41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2" name="AutoShape 140">
                <a:extLst>
                  <a:ext uri="{FF2B5EF4-FFF2-40B4-BE49-F238E27FC236}">
                    <a16:creationId xmlns:a16="http://schemas.microsoft.com/office/drawing/2014/main" id="{BC85ACCA-2267-6D4F-8140-7DE7D6951E4D}"/>
                  </a:ext>
                </a:extLst>
              </p:cNvPr>
              <p:cNvCxnSpPr>
                <a:cxnSpLocks noChangeShapeType="1"/>
                <a:stCxn id="96473" idx="3"/>
                <a:endCxn id="96474" idx="1"/>
              </p:cNvCxnSpPr>
              <p:nvPr/>
            </p:nvCxnSpPr>
            <p:spPr bwMode="auto">
              <a:xfrm>
                <a:off x="3525" y="3204"/>
                <a:ext cx="63" cy="97"/>
              </a:xfrm>
              <a:prstGeom prst="bentConnector3">
                <a:avLst>
                  <a:gd name="adj1" fmla="val 49208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3" name="AutoShape 141">
                <a:extLst>
                  <a:ext uri="{FF2B5EF4-FFF2-40B4-BE49-F238E27FC236}">
                    <a16:creationId xmlns:a16="http://schemas.microsoft.com/office/drawing/2014/main" id="{45A20C40-0CDF-634D-B901-B21F03B81D75}"/>
                  </a:ext>
                </a:extLst>
              </p:cNvPr>
              <p:cNvCxnSpPr>
                <a:cxnSpLocks noChangeShapeType="1"/>
                <a:stCxn id="96474" idx="3"/>
                <a:endCxn id="96482" idx="1"/>
              </p:cNvCxnSpPr>
              <p:nvPr/>
            </p:nvCxnSpPr>
            <p:spPr bwMode="auto">
              <a:xfrm>
                <a:off x="3657" y="3302"/>
                <a:ext cx="42" cy="119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4" name="AutoShape 142">
                <a:extLst>
                  <a:ext uri="{FF2B5EF4-FFF2-40B4-BE49-F238E27FC236}">
                    <a16:creationId xmlns:a16="http://schemas.microsoft.com/office/drawing/2014/main" id="{A7A02429-4B5C-7344-AE8F-BAF17DD2685F}"/>
                  </a:ext>
                </a:extLst>
              </p:cNvPr>
              <p:cNvCxnSpPr>
                <a:cxnSpLocks noChangeShapeType="1"/>
                <a:stCxn id="96474" idx="3"/>
                <a:endCxn id="96475" idx="1"/>
              </p:cNvCxnSpPr>
              <p:nvPr/>
            </p:nvCxnSpPr>
            <p:spPr bwMode="auto">
              <a:xfrm flipV="1">
                <a:off x="3657" y="3300"/>
                <a:ext cx="183" cy="1"/>
              </a:xfrm>
              <a:prstGeom prst="bentConnector3">
                <a:avLst>
                  <a:gd name="adj1" fmla="val 49727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5" name="AutoShape 143">
                <a:extLst>
                  <a:ext uri="{FF2B5EF4-FFF2-40B4-BE49-F238E27FC236}">
                    <a16:creationId xmlns:a16="http://schemas.microsoft.com/office/drawing/2014/main" id="{AC5DA8EE-1E28-C949-AAE2-AE7FE1032399}"/>
                  </a:ext>
                </a:extLst>
              </p:cNvPr>
              <p:cNvCxnSpPr>
                <a:cxnSpLocks noChangeShapeType="1"/>
                <a:stCxn id="96482" idx="3"/>
                <a:endCxn id="96481" idx="1"/>
              </p:cNvCxnSpPr>
              <p:nvPr/>
            </p:nvCxnSpPr>
            <p:spPr bwMode="auto">
              <a:xfrm>
                <a:off x="3768" y="3421"/>
                <a:ext cx="41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6" name="AutoShape 144">
                <a:extLst>
                  <a:ext uri="{FF2B5EF4-FFF2-40B4-BE49-F238E27FC236}">
                    <a16:creationId xmlns:a16="http://schemas.microsoft.com/office/drawing/2014/main" id="{80A15934-1552-5644-8540-9D45D99974DC}"/>
                  </a:ext>
                </a:extLst>
              </p:cNvPr>
              <p:cNvCxnSpPr>
                <a:cxnSpLocks noChangeShapeType="1"/>
                <a:stCxn id="96481" idx="3"/>
                <a:endCxn id="96480" idx="1"/>
              </p:cNvCxnSpPr>
              <p:nvPr/>
            </p:nvCxnSpPr>
            <p:spPr bwMode="auto">
              <a:xfrm>
                <a:off x="3878" y="3421"/>
                <a:ext cx="69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7" name="AutoShape 145">
                <a:extLst>
                  <a:ext uri="{FF2B5EF4-FFF2-40B4-BE49-F238E27FC236}">
                    <a16:creationId xmlns:a16="http://schemas.microsoft.com/office/drawing/2014/main" id="{F4034428-E0F7-E14E-B321-1DB7D633DD3A}"/>
                  </a:ext>
                </a:extLst>
              </p:cNvPr>
              <p:cNvCxnSpPr>
                <a:cxnSpLocks noChangeShapeType="1"/>
                <a:stCxn id="96475" idx="3"/>
                <a:endCxn id="96480" idx="0"/>
              </p:cNvCxnSpPr>
              <p:nvPr/>
            </p:nvCxnSpPr>
            <p:spPr bwMode="auto">
              <a:xfrm>
                <a:off x="3909" y="3300"/>
                <a:ext cx="73" cy="85"/>
              </a:xfrm>
              <a:prstGeom prst="bentConnector2">
                <a:avLst/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8" name="AutoShape 146">
                <a:extLst>
                  <a:ext uri="{FF2B5EF4-FFF2-40B4-BE49-F238E27FC236}">
                    <a16:creationId xmlns:a16="http://schemas.microsoft.com/office/drawing/2014/main" id="{6A396A8F-6547-C348-B1AB-C8CBF7EB0DEE}"/>
                  </a:ext>
                </a:extLst>
              </p:cNvPr>
              <p:cNvCxnSpPr>
                <a:cxnSpLocks noChangeShapeType="1"/>
                <a:stCxn id="96486" idx="3"/>
                <a:endCxn id="96473" idx="1"/>
              </p:cNvCxnSpPr>
              <p:nvPr/>
            </p:nvCxnSpPr>
            <p:spPr bwMode="auto">
              <a:xfrm flipV="1">
                <a:off x="3299" y="3204"/>
                <a:ext cx="157" cy="145"/>
              </a:xfrm>
              <a:prstGeom prst="bentConnector3">
                <a:avLst>
                  <a:gd name="adj1" fmla="val 49681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99" name="AutoShape 147">
                <a:extLst>
                  <a:ext uri="{FF2B5EF4-FFF2-40B4-BE49-F238E27FC236}">
                    <a16:creationId xmlns:a16="http://schemas.microsoft.com/office/drawing/2014/main" id="{6F0DBFD4-D30B-9247-952F-F32215F49306}"/>
                  </a:ext>
                </a:extLst>
              </p:cNvPr>
              <p:cNvCxnSpPr>
                <a:cxnSpLocks noChangeShapeType="1"/>
                <a:stCxn id="96485" idx="3"/>
                <a:endCxn id="96484" idx="1"/>
              </p:cNvCxnSpPr>
              <p:nvPr/>
            </p:nvCxnSpPr>
            <p:spPr bwMode="auto">
              <a:xfrm flipV="1">
                <a:off x="3299" y="3396"/>
                <a:ext cx="109" cy="49"/>
              </a:xfrm>
              <a:prstGeom prst="bentConnector3">
                <a:avLst>
                  <a:gd name="adj1" fmla="val 49542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0" name="AutoShape 148">
                <a:extLst>
                  <a:ext uri="{FF2B5EF4-FFF2-40B4-BE49-F238E27FC236}">
                    <a16:creationId xmlns:a16="http://schemas.microsoft.com/office/drawing/2014/main" id="{2B69536F-6D5D-1D47-BEA4-3BE1C9D99840}"/>
                  </a:ext>
                </a:extLst>
              </p:cNvPr>
              <p:cNvCxnSpPr>
                <a:cxnSpLocks noChangeShapeType="1"/>
                <a:stCxn id="96484" idx="3"/>
                <a:endCxn id="96473" idx="1"/>
              </p:cNvCxnSpPr>
              <p:nvPr/>
            </p:nvCxnSpPr>
            <p:spPr bwMode="auto">
              <a:xfrm flipH="1" flipV="1">
                <a:off x="3456" y="3204"/>
                <a:ext cx="21" cy="192"/>
              </a:xfrm>
              <a:prstGeom prst="bentConnector5">
                <a:avLst>
                  <a:gd name="adj1" fmla="val -685713"/>
                  <a:gd name="adj2" fmla="val 50000"/>
                  <a:gd name="adj3" fmla="val 785713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1" name="AutoShape 149">
                <a:extLst>
                  <a:ext uri="{FF2B5EF4-FFF2-40B4-BE49-F238E27FC236}">
                    <a16:creationId xmlns:a16="http://schemas.microsoft.com/office/drawing/2014/main" id="{20A7E3D6-E50A-0C4B-9F8C-144C64613F76}"/>
                  </a:ext>
                </a:extLst>
              </p:cNvPr>
              <p:cNvCxnSpPr>
                <a:cxnSpLocks noChangeShapeType="1"/>
                <a:stCxn id="96480" idx="3"/>
                <a:endCxn id="96488" idx="1"/>
              </p:cNvCxnSpPr>
              <p:nvPr/>
            </p:nvCxnSpPr>
            <p:spPr bwMode="auto">
              <a:xfrm>
                <a:off x="4016" y="3421"/>
                <a:ext cx="41" cy="143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2" name="AutoShape 150">
                <a:extLst>
                  <a:ext uri="{FF2B5EF4-FFF2-40B4-BE49-F238E27FC236}">
                    <a16:creationId xmlns:a16="http://schemas.microsoft.com/office/drawing/2014/main" id="{2019B509-255E-1347-B2F7-055992E065C7}"/>
                  </a:ext>
                </a:extLst>
              </p:cNvPr>
              <p:cNvCxnSpPr>
                <a:cxnSpLocks noChangeShapeType="1"/>
                <a:stCxn id="96480" idx="3"/>
                <a:endCxn id="96479" idx="1"/>
              </p:cNvCxnSpPr>
              <p:nvPr/>
            </p:nvCxnSpPr>
            <p:spPr bwMode="auto">
              <a:xfrm>
                <a:off x="4016" y="3421"/>
                <a:ext cx="41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3" name="AutoShape 151">
                <a:extLst>
                  <a:ext uri="{FF2B5EF4-FFF2-40B4-BE49-F238E27FC236}">
                    <a16:creationId xmlns:a16="http://schemas.microsoft.com/office/drawing/2014/main" id="{A157DB27-6A51-9F4B-80F2-37C576EB7BAB}"/>
                  </a:ext>
                </a:extLst>
              </p:cNvPr>
              <p:cNvCxnSpPr>
                <a:cxnSpLocks noChangeShapeType="1"/>
                <a:stCxn id="96471" idx="3"/>
                <a:endCxn id="96485" idx="1"/>
              </p:cNvCxnSpPr>
              <p:nvPr/>
            </p:nvCxnSpPr>
            <p:spPr bwMode="auto">
              <a:xfrm>
                <a:off x="3189" y="3230"/>
                <a:ext cx="41" cy="21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4" name="AutoShape 152">
                <a:extLst>
                  <a:ext uri="{FF2B5EF4-FFF2-40B4-BE49-F238E27FC236}">
                    <a16:creationId xmlns:a16="http://schemas.microsoft.com/office/drawing/2014/main" id="{AAAD6FA2-DBF2-E043-906B-F85FE2F59925}"/>
                  </a:ext>
                </a:extLst>
              </p:cNvPr>
              <p:cNvCxnSpPr>
                <a:cxnSpLocks noChangeShapeType="1"/>
                <a:stCxn id="96471" idx="3"/>
                <a:endCxn id="96486" idx="1"/>
              </p:cNvCxnSpPr>
              <p:nvPr/>
            </p:nvCxnSpPr>
            <p:spPr bwMode="auto">
              <a:xfrm>
                <a:off x="3189" y="3230"/>
                <a:ext cx="41" cy="119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5" name="AutoShape 153">
                <a:extLst>
                  <a:ext uri="{FF2B5EF4-FFF2-40B4-BE49-F238E27FC236}">
                    <a16:creationId xmlns:a16="http://schemas.microsoft.com/office/drawing/2014/main" id="{CC520BC5-850E-AC48-B4B5-EF9CAF5A0FBA}"/>
                  </a:ext>
                </a:extLst>
              </p:cNvPr>
              <p:cNvCxnSpPr>
                <a:cxnSpLocks noChangeShapeType="1"/>
                <a:endCxn id="96482" idx="1"/>
              </p:cNvCxnSpPr>
              <p:nvPr/>
            </p:nvCxnSpPr>
            <p:spPr bwMode="auto">
              <a:xfrm flipV="1">
                <a:off x="3437" y="3421"/>
                <a:ext cx="262" cy="144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6" name="AutoShape 154">
                <a:extLst>
                  <a:ext uri="{FF2B5EF4-FFF2-40B4-BE49-F238E27FC236}">
                    <a16:creationId xmlns:a16="http://schemas.microsoft.com/office/drawing/2014/main" id="{A523EAAA-0883-F640-8D0A-10DBDFD3136E}"/>
                  </a:ext>
                </a:extLst>
              </p:cNvPr>
              <p:cNvCxnSpPr>
                <a:cxnSpLocks noChangeShapeType="1"/>
                <a:stCxn id="96483" idx="3"/>
                <a:endCxn id="96487" idx="1"/>
              </p:cNvCxnSpPr>
              <p:nvPr/>
            </p:nvCxnSpPr>
            <p:spPr bwMode="auto">
              <a:xfrm>
                <a:off x="3657" y="3564"/>
                <a:ext cx="55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7" name="AutoShape 155">
                <a:extLst>
                  <a:ext uri="{FF2B5EF4-FFF2-40B4-BE49-F238E27FC236}">
                    <a16:creationId xmlns:a16="http://schemas.microsoft.com/office/drawing/2014/main" id="{EE5E150B-9943-1942-9579-ACD6B79D1192}"/>
                  </a:ext>
                </a:extLst>
              </p:cNvPr>
              <p:cNvCxnSpPr>
                <a:cxnSpLocks noChangeShapeType="1"/>
                <a:stCxn id="96487" idx="3"/>
                <a:endCxn id="96481" idx="1"/>
              </p:cNvCxnSpPr>
              <p:nvPr/>
            </p:nvCxnSpPr>
            <p:spPr bwMode="auto">
              <a:xfrm flipV="1">
                <a:off x="3781" y="3421"/>
                <a:ext cx="28" cy="143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8" name="AutoShape 156">
                <a:extLst>
                  <a:ext uri="{FF2B5EF4-FFF2-40B4-BE49-F238E27FC236}">
                    <a16:creationId xmlns:a16="http://schemas.microsoft.com/office/drawing/2014/main" id="{5E69FD03-87FF-2F43-8463-83154C0101D9}"/>
                  </a:ext>
                </a:extLst>
              </p:cNvPr>
              <p:cNvCxnSpPr>
                <a:cxnSpLocks noChangeShapeType="1"/>
                <a:stCxn id="96479" idx="3"/>
                <a:endCxn id="96478" idx="1"/>
              </p:cNvCxnSpPr>
              <p:nvPr/>
            </p:nvCxnSpPr>
            <p:spPr bwMode="auto">
              <a:xfrm>
                <a:off x="4126" y="3421"/>
                <a:ext cx="41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09" name="AutoShape 157">
                <a:extLst>
                  <a:ext uri="{FF2B5EF4-FFF2-40B4-BE49-F238E27FC236}">
                    <a16:creationId xmlns:a16="http://schemas.microsoft.com/office/drawing/2014/main" id="{DB673A9D-CB70-FB4E-B557-CE82E58AE5F3}"/>
                  </a:ext>
                </a:extLst>
              </p:cNvPr>
              <p:cNvCxnSpPr>
                <a:cxnSpLocks noChangeShapeType="1"/>
                <a:stCxn id="96478" idx="3"/>
                <a:endCxn id="96477" idx="1"/>
              </p:cNvCxnSpPr>
              <p:nvPr/>
            </p:nvCxnSpPr>
            <p:spPr bwMode="auto">
              <a:xfrm>
                <a:off x="4236" y="3421"/>
                <a:ext cx="69" cy="47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10" name="AutoShape 158">
                <a:extLst>
                  <a:ext uri="{FF2B5EF4-FFF2-40B4-BE49-F238E27FC236}">
                    <a16:creationId xmlns:a16="http://schemas.microsoft.com/office/drawing/2014/main" id="{47153631-E94E-4944-9BCB-518D525F86F3}"/>
                  </a:ext>
                </a:extLst>
              </p:cNvPr>
              <p:cNvCxnSpPr>
                <a:cxnSpLocks noChangeShapeType="1"/>
                <a:stCxn id="96488" idx="3"/>
                <a:endCxn id="96478" idx="1"/>
              </p:cNvCxnSpPr>
              <p:nvPr/>
            </p:nvCxnSpPr>
            <p:spPr bwMode="auto">
              <a:xfrm flipV="1">
                <a:off x="4126" y="3421"/>
                <a:ext cx="41" cy="143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11" name="AutoShape 159">
                <a:extLst>
                  <a:ext uri="{FF2B5EF4-FFF2-40B4-BE49-F238E27FC236}">
                    <a16:creationId xmlns:a16="http://schemas.microsoft.com/office/drawing/2014/main" id="{DAD40C6C-4963-6F4F-AD78-FF2A3A2F4976}"/>
                  </a:ext>
                </a:extLst>
              </p:cNvPr>
              <p:cNvCxnSpPr>
                <a:cxnSpLocks noChangeShapeType="1"/>
                <a:stCxn id="96477" idx="3"/>
                <a:endCxn id="96489" idx="1"/>
              </p:cNvCxnSpPr>
              <p:nvPr/>
            </p:nvCxnSpPr>
            <p:spPr bwMode="auto">
              <a:xfrm>
                <a:off x="4374" y="3468"/>
                <a:ext cx="55" cy="48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12" name="AutoShape 160">
                <a:extLst>
                  <a:ext uri="{FF2B5EF4-FFF2-40B4-BE49-F238E27FC236}">
                    <a16:creationId xmlns:a16="http://schemas.microsoft.com/office/drawing/2014/main" id="{8D130364-1AAA-AD4B-AFE9-508999500361}"/>
                  </a:ext>
                </a:extLst>
              </p:cNvPr>
              <p:cNvCxnSpPr>
                <a:cxnSpLocks noChangeShapeType="1"/>
                <a:stCxn id="96489" idx="3"/>
                <a:endCxn id="96476" idx="1"/>
              </p:cNvCxnSpPr>
              <p:nvPr/>
            </p:nvCxnSpPr>
            <p:spPr bwMode="auto">
              <a:xfrm flipV="1">
                <a:off x="4498" y="3397"/>
                <a:ext cx="41" cy="119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513" name="AutoShape 161">
                <a:extLst>
                  <a:ext uri="{FF2B5EF4-FFF2-40B4-BE49-F238E27FC236}">
                    <a16:creationId xmlns:a16="http://schemas.microsoft.com/office/drawing/2014/main" id="{4848A2A1-4E93-7842-8906-1A5FC35CAC44}"/>
                  </a:ext>
                </a:extLst>
              </p:cNvPr>
              <p:cNvCxnSpPr>
                <a:cxnSpLocks noChangeShapeType="1"/>
                <a:stCxn id="96485" idx="3"/>
                <a:endCxn id="96483" idx="1"/>
              </p:cNvCxnSpPr>
              <p:nvPr/>
            </p:nvCxnSpPr>
            <p:spPr bwMode="auto">
              <a:xfrm>
                <a:off x="3299" y="3445"/>
                <a:ext cx="289" cy="119"/>
              </a:xfrm>
              <a:prstGeom prst="bentConnector3">
                <a:avLst>
                  <a:gd name="adj1" fmla="val 49829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96266" name="Group 162">
            <a:extLst>
              <a:ext uri="{FF2B5EF4-FFF2-40B4-BE49-F238E27FC236}">
                <a16:creationId xmlns:a16="http://schemas.microsoft.com/office/drawing/2014/main" id="{24FCE030-E735-8C4A-B617-C80640D78313}"/>
              </a:ext>
            </a:extLst>
          </p:cNvPr>
          <p:cNvGrpSpPr>
            <a:grpSpLocks/>
          </p:cNvGrpSpPr>
          <p:nvPr/>
        </p:nvGrpSpPr>
        <p:grpSpPr bwMode="auto">
          <a:xfrm>
            <a:off x="4624388" y="6059488"/>
            <a:ext cx="1071562" cy="569912"/>
            <a:chOff x="526" y="2209"/>
            <a:chExt cx="2208" cy="912"/>
          </a:xfrm>
        </p:grpSpPr>
        <p:sp>
          <p:nvSpPr>
            <p:cNvPr id="96412" name="AutoShape 163">
              <a:extLst>
                <a:ext uri="{FF2B5EF4-FFF2-40B4-BE49-F238E27FC236}">
                  <a16:creationId xmlns:a16="http://schemas.microsoft.com/office/drawing/2014/main" id="{D4135207-73F6-F64F-BA1F-70B07B740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2209"/>
              <a:ext cx="2208" cy="912"/>
            </a:xfrm>
            <a:prstGeom prst="chevron">
              <a:avLst>
                <a:gd name="adj" fmla="val 26318"/>
              </a:avLst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grpSp>
          <p:nvGrpSpPr>
            <p:cNvPr id="96413" name="Group 164">
              <a:extLst>
                <a:ext uri="{FF2B5EF4-FFF2-40B4-BE49-F238E27FC236}">
                  <a16:creationId xmlns:a16="http://schemas.microsoft.com/office/drawing/2014/main" id="{F6ADB24B-FAE1-C14D-9EF8-DED0ED8808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2" y="2336"/>
              <a:ext cx="1660" cy="593"/>
              <a:chOff x="2928" y="3360"/>
              <a:chExt cx="2160" cy="624"/>
            </a:xfrm>
          </p:grpSpPr>
          <p:sp>
            <p:nvSpPr>
              <p:cNvPr id="96414" name="Rectangle 165">
                <a:extLst>
                  <a:ext uri="{FF2B5EF4-FFF2-40B4-BE49-F238E27FC236}">
                    <a16:creationId xmlns:a16="http://schemas.microsoft.com/office/drawing/2014/main" id="{6F67FF68-E1A0-0145-82C7-9A67764AB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456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15" name="Rectangle 166">
                <a:extLst>
                  <a:ext uri="{FF2B5EF4-FFF2-40B4-BE49-F238E27FC236}">
                    <a16:creationId xmlns:a16="http://schemas.microsoft.com/office/drawing/2014/main" id="{6AFB6CAD-0625-7844-8DFB-8742B917A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3456"/>
                <a:ext cx="100" cy="93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16" name="Rectangle 167">
                <a:extLst>
                  <a:ext uri="{FF2B5EF4-FFF2-40B4-BE49-F238E27FC236}">
                    <a16:creationId xmlns:a16="http://schemas.microsoft.com/office/drawing/2014/main" id="{EE0B0D60-9A33-9A4E-93EC-7EC7787D1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549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17" name="Rectangle 168">
                <a:extLst>
                  <a:ext uri="{FF2B5EF4-FFF2-40B4-BE49-F238E27FC236}">
                    <a16:creationId xmlns:a16="http://schemas.microsoft.com/office/drawing/2014/main" id="{AB8784E3-3C6C-0641-AC29-85368DAEF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3549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18" name="Rectangle 169">
                <a:extLst>
                  <a:ext uri="{FF2B5EF4-FFF2-40B4-BE49-F238E27FC236}">
                    <a16:creationId xmlns:a16="http://schemas.microsoft.com/office/drawing/2014/main" id="{1594A7CD-3C9A-7D40-B011-722DA2B7C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3360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19" name="Rectangle 170">
                <a:extLst>
                  <a:ext uri="{FF2B5EF4-FFF2-40B4-BE49-F238E27FC236}">
                    <a16:creationId xmlns:a16="http://schemas.microsoft.com/office/drawing/2014/main" id="{EA6D3145-4F22-8A4D-8988-9D5FC700F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3518"/>
                <a:ext cx="100" cy="93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0" name="Rectangle 171">
                <a:extLst>
                  <a:ext uri="{FF2B5EF4-FFF2-40B4-BE49-F238E27FC236}">
                    <a16:creationId xmlns:a16="http://schemas.microsoft.com/office/drawing/2014/main" id="{E8283EC1-9D54-A04F-B300-36B2A7CD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3518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1" name="Rectangle 172">
                <a:extLst>
                  <a:ext uri="{FF2B5EF4-FFF2-40B4-BE49-F238E27FC236}">
                    <a16:creationId xmlns:a16="http://schemas.microsoft.com/office/drawing/2014/main" id="{98D8F13B-9027-184C-8A7A-21F655CD2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3518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2" name="Rectangle 173">
                <a:extLst>
                  <a:ext uri="{FF2B5EF4-FFF2-40B4-BE49-F238E27FC236}">
                    <a16:creationId xmlns:a16="http://schemas.microsoft.com/office/drawing/2014/main" id="{6C4986A5-03B6-1140-ABB0-42B26B843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3673"/>
                <a:ext cx="100" cy="9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3" name="Rectangle 174">
                <a:extLst>
                  <a:ext uri="{FF2B5EF4-FFF2-40B4-BE49-F238E27FC236}">
                    <a16:creationId xmlns:a16="http://schemas.microsoft.com/office/drawing/2014/main" id="{8FFE182E-1DAC-4E49-9822-21BE851B7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3767"/>
                <a:ext cx="100" cy="93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4" name="Rectangle 175">
                <a:extLst>
                  <a:ext uri="{FF2B5EF4-FFF2-40B4-BE49-F238E27FC236}">
                    <a16:creationId xmlns:a16="http://schemas.microsoft.com/office/drawing/2014/main" id="{85660087-DE98-844C-9755-8E233DBA7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3704"/>
                <a:ext cx="100" cy="9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5" name="Rectangle 176">
                <a:extLst>
                  <a:ext uri="{FF2B5EF4-FFF2-40B4-BE49-F238E27FC236}">
                    <a16:creationId xmlns:a16="http://schemas.microsoft.com/office/drawing/2014/main" id="{4BDBA812-C033-1D41-A54F-2CEF0936D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3704"/>
                <a:ext cx="100" cy="9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6" name="Rectangle 177">
                <a:extLst>
                  <a:ext uri="{FF2B5EF4-FFF2-40B4-BE49-F238E27FC236}">
                    <a16:creationId xmlns:a16="http://schemas.microsoft.com/office/drawing/2014/main" id="{5E027BF2-9F5D-DC40-A1C3-DECF24798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704"/>
                <a:ext cx="100" cy="9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7" name="Rectangle 178">
                <a:extLst>
                  <a:ext uri="{FF2B5EF4-FFF2-40B4-BE49-F238E27FC236}">
                    <a16:creationId xmlns:a16="http://schemas.microsoft.com/office/drawing/2014/main" id="{30C168B8-27DD-B141-A21A-7566DD54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3704"/>
                <a:ext cx="100" cy="94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8" name="Rectangle 179">
                <a:extLst>
                  <a:ext uri="{FF2B5EF4-FFF2-40B4-BE49-F238E27FC236}">
                    <a16:creationId xmlns:a16="http://schemas.microsoft.com/office/drawing/2014/main" id="{318F9D1F-581D-1348-9AD1-D0FE44087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3704"/>
                <a:ext cx="100" cy="94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29" name="Rectangle 180">
                <a:extLst>
                  <a:ext uri="{FF2B5EF4-FFF2-40B4-BE49-F238E27FC236}">
                    <a16:creationId xmlns:a16="http://schemas.microsoft.com/office/drawing/2014/main" id="{01D21861-AF5B-C242-BBAA-39FA3CE89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389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0" name="Rectangle 181">
                <a:extLst>
                  <a:ext uri="{FF2B5EF4-FFF2-40B4-BE49-F238E27FC236}">
                    <a16:creationId xmlns:a16="http://schemas.microsoft.com/office/drawing/2014/main" id="{A2E35CEE-941D-5C44-957C-E12319085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3736"/>
                <a:ext cx="100" cy="93"/>
              </a:xfrm>
              <a:prstGeom prst="rect">
                <a:avLst/>
              </a:prstGeom>
              <a:solidFill>
                <a:srgbClr val="00FF00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1" name="Rectangle 182">
                <a:extLst>
                  <a:ext uri="{FF2B5EF4-FFF2-40B4-BE49-F238E27FC236}">
                    <a16:creationId xmlns:a16="http://schemas.microsoft.com/office/drawing/2014/main" id="{3A4AD7D6-4BE4-3A40-9C85-C54236DEE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3736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2" name="Rectangle 183">
                <a:extLst>
                  <a:ext uri="{FF2B5EF4-FFF2-40B4-BE49-F238E27FC236}">
                    <a16:creationId xmlns:a16="http://schemas.microsoft.com/office/drawing/2014/main" id="{1430A15A-6958-F54C-8387-20C419A20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361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3" name="Rectangle 184">
                <a:extLst>
                  <a:ext uri="{FF2B5EF4-FFF2-40B4-BE49-F238E27FC236}">
                    <a16:creationId xmlns:a16="http://schemas.microsoft.com/office/drawing/2014/main" id="{83F015FA-E95B-1A40-950A-38F9660A0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389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4" name="Rectangle 185">
                <a:extLst>
                  <a:ext uri="{FF2B5EF4-FFF2-40B4-BE49-F238E27FC236}">
                    <a16:creationId xmlns:a16="http://schemas.microsoft.com/office/drawing/2014/main" id="{9123E992-65E7-6042-A3DD-C6E167454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389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5" name="Rectangle 186">
                <a:extLst>
                  <a:ext uri="{FF2B5EF4-FFF2-40B4-BE49-F238E27FC236}">
                    <a16:creationId xmlns:a16="http://schemas.microsoft.com/office/drawing/2014/main" id="{116BF4EB-DF48-4E45-8293-3C6947AA9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389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6" name="Rectangle 187">
                <a:extLst>
                  <a:ext uri="{FF2B5EF4-FFF2-40B4-BE49-F238E27FC236}">
                    <a16:creationId xmlns:a16="http://schemas.microsoft.com/office/drawing/2014/main" id="{1E9D4E7A-B3AE-3D4F-A622-78C0A4E3A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3891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sp>
            <p:nvSpPr>
              <p:cNvPr id="96437" name="Rectangle 188">
                <a:extLst>
                  <a:ext uri="{FF2B5EF4-FFF2-40B4-BE49-F238E27FC236}">
                    <a16:creationId xmlns:a16="http://schemas.microsoft.com/office/drawing/2014/main" id="{4C3D52D4-69D7-A34D-B527-DAC0D30FF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3829"/>
                <a:ext cx="100" cy="93"/>
              </a:xfrm>
              <a:prstGeom prst="rect">
                <a:avLst/>
              </a:prstGeom>
              <a:solidFill>
                <a:schemeClr val="accent1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pt-BR" altLang="pt-BR" sz="2400"/>
              </a:p>
            </p:txBody>
          </p:sp>
          <p:cxnSp>
            <p:nvCxnSpPr>
              <p:cNvPr id="96438" name="AutoShape 189">
                <a:extLst>
                  <a:ext uri="{FF2B5EF4-FFF2-40B4-BE49-F238E27FC236}">
                    <a16:creationId xmlns:a16="http://schemas.microsoft.com/office/drawing/2014/main" id="{71F308E4-F834-7B44-AFDE-0F5414AC662B}"/>
                  </a:ext>
                </a:extLst>
              </p:cNvPr>
              <p:cNvCxnSpPr>
                <a:cxnSpLocks noChangeShapeType="1"/>
                <a:stCxn id="96414" idx="3"/>
                <a:endCxn id="96415" idx="1"/>
              </p:cNvCxnSpPr>
              <p:nvPr/>
            </p:nvCxnSpPr>
            <p:spPr bwMode="auto">
              <a:xfrm>
                <a:off x="3028" y="3503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39" name="AutoShape 190">
                <a:extLst>
                  <a:ext uri="{FF2B5EF4-FFF2-40B4-BE49-F238E27FC236}">
                    <a16:creationId xmlns:a16="http://schemas.microsoft.com/office/drawing/2014/main" id="{AF48DEFA-9D6A-F549-BA3B-759F28F544C6}"/>
                  </a:ext>
                </a:extLst>
              </p:cNvPr>
              <p:cNvCxnSpPr>
                <a:cxnSpLocks noChangeShapeType="1"/>
                <a:endCxn id="96416" idx="1"/>
              </p:cNvCxnSpPr>
              <p:nvPr/>
            </p:nvCxnSpPr>
            <p:spPr bwMode="auto">
              <a:xfrm>
                <a:off x="3168" y="3504"/>
                <a:ext cx="260" cy="9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0" name="AutoShape 191">
                <a:extLst>
                  <a:ext uri="{FF2B5EF4-FFF2-40B4-BE49-F238E27FC236}">
                    <a16:creationId xmlns:a16="http://schemas.microsoft.com/office/drawing/2014/main" id="{C476F79D-0881-AD41-BD6D-E4DC6EE08065}"/>
                  </a:ext>
                </a:extLst>
              </p:cNvPr>
              <p:cNvCxnSpPr>
                <a:cxnSpLocks noChangeShapeType="1"/>
                <a:endCxn id="96416" idx="1"/>
              </p:cNvCxnSpPr>
              <p:nvPr/>
            </p:nvCxnSpPr>
            <p:spPr bwMode="auto">
              <a:xfrm>
                <a:off x="3368" y="3596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1" name="AutoShape 192">
                <a:extLst>
                  <a:ext uri="{FF2B5EF4-FFF2-40B4-BE49-F238E27FC236}">
                    <a16:creationId xmlns:a16="http://schemas.microsoft.com/office/drawing/2014/main" id="{4B13E90E-DACF-6B45-B631-275D23F972D7}"/>
                  </a:ext>
                </a:extLst>
              </p:cNvPr>
              <p:cNvCxnSpPr>
                <a:cxnSpLocks noChangeShapeType="1"/>
                <a:stCxn id="96416" idx="3"/>
                <a:endCxn id="96417" idx="1"/>
              </p:cNvCxnSpPr>
              <p:nvPr/>
            </p:nvCxnSpPr>
            <p:spPr bwMode="auto">
              <a:xfrm>
                <a:off x="3528" y="3596"/>
                <a:ext cx="8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2" name="AutoShape 193">
                <a:extLst>
                  <a:ext uri="{FF2B5EF4-FFF2-40B4-BE49-F238E27FC236}">
                    <a16:creationId xmlns:a16="http://schemas.microsoft.com/office/drawing/2014/main" id="{39AC1E99-86FD-E141-A51E-F3C32703BBA9}"/>
                  </a:ext>
                </a:extLst>
              </p:cNvPr>
              <p:cNvCxnSpPr>
                <a:cxnSpLocks noChangeShapeType="1"/>
                <a:stCxn id="96417" idx="3"/>
                <a:endCxn id="96428" idx="1"/>
              </p:cNvCxnSpPr>
              <p:nvPr/>
            </p:nvCxnSpPr>
            <p:spPr bwMode="auto">
              <a:xfrm>
                <a:off x="3708" y="3596"/>
                <a:ext cx="60" cy="15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3" name="AutoShape 194">
                <a:extLst>
                  <a:ext uri="{FF2B5EF4-FFF2-40B4-BE49-F238E27FC236}">
                    <a16:creationId xmlns:a16="http://schemas.microsoft.com/office/drawing/2014/main" id="{9A8C3CBA-7BA4-E04B-9D97-CEA17F31C759}"/>
                  </a:ext>
                </a:extLst>
              </p:cNvPr>
              <p:cNvCxnSpPr>
                <a:cxnSpLocks noChangeShapeType="1"/>
                <a:stCxn id="96417" idx="3"/>
                <a:endCxn id="96418" idx="1"/>
              </p:cNvCxnSpPr>
              <p:nvPr/>
            </p:nvCxnSpPr>
            <p:spPr bwMode="auto">
              <a:xfrm flipV="1">
                <a:off x="3708" y="3407"/>
                <a:ext cx="132" cy="189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4" name="AutoShape 195">
                <a:extLst>
                  <a:ext uri="{FF2B5EF4-FFF2-40B4-BE49-F238E27FC236}">
                    <a16:creationId xmlns:a16="http://schemas.microsoft.com/office/drawing/2014/main" id="{5AC15D5E-99C9-EF40-BC32-02646C2D8268}"/>
                  </a:ext>
                </a:extLst>
              </p:cNvPr>
              <p:cNvCxnSpPr>
                <a:cxnSpLocks noChangeShapeType="1"/>
                <a:stCxn id="96428" idx="3"/>
                <a:endCxn id="96427" idx="1"/>
              </p:cNvCxnSpPr>
              <p:nvPr/>
            </p:nvCxnSpPr>
            <p:spPr bwMode="auto">
              <a:xfrm>
                <a:off x="3868" y="3751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5" name="AutoShape 196">
                <a:extLst>
                  <a:ext uri="{FF2B5EF4-FFF2-40B4-BE49-F238E27FC236}">
                    <a16:creationId xmlns:a16="http://schemas.microsoft.com/office/drawing/2014/main" id="{23E74088-96BC-EF40-8898-0E06F61AAD57}"/>
                  </a:ext>
                </a:extLst>
              </p:cNvPr>
              <p:cNvCxnSpPr>
                <a:cxnSpLocks noChangeShapeType="1"/>
                <a:stCxn id="96427" idx="3"/>
                <a:endCxn id="96426" idx="1"/>
              </p:cNvCxnSpPr>
              <p:nvPr/>
            </p:nvCxnSpPr>
            <p:spPr bwMode="auto">
              <a:xfrm>
                <a:off x="4028" y="3751"/>
                <a:ext cx="10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6" name="AutoShape 197">
                <a:extLst>
                  <a:ext uri="{FF2B5EF4-FFF2-40B4-BE49-F238E27FC236}">
                    <a16:creationId xmlns:a16="http://schemas.microsoft.com/office/drawing/2014/main" id="{7A8AB9B6-1F02-0F4F-82C1-5826C31A6FE2}"/>
                  </a:ext>
                </a:extLst>
              </p:cNvPr>
              <p:cNvCxnSpPr>
                <a:cxnSpLocks noChangeShapeType="1"/>
                <a:stCxn id="96418" idx="3"/>
                <a:endCxn id="96426" idx="0"/>
              </p:cNvCxnSpPr>
              <p:nvPr/>
            </p:nvCxnSpPr>
            <p:spPr bwMode="auto">
              <a:xfrm>
                <a:off x="3940" y="3407"/>
                <a:ext cx="238" cy="297"/>
              </a:xfrm>
              <a:prstGeom prst="bentConnector2">
                <a:avLst/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7" name="AutoShape 198">
                <a:extLst>
                  <a:ext uri="{FF2B5EF4-FFF2-40B4-BE49-F238E27FC236}">
                    <a16:creationId xmlns:a16="http://schemas.microsoft.com/office/drawing/2014/main" id="{F1471E68-DD94-1E49-A950-D3D0101E008B}"/>
                  </a:ext>
                </a:extLst>
              </p:cNvPr>
              <p:cNvCxnSpPr>
                <a:cxnSpLocks noChangeShapeType="1"/>
                <a:stCxn id="96432" idx="3"/>
                <a:endCxn id="96416" idx="1"/>
              </p:cNvCxnSpPr>
              <p:nvPr/>
            </p:nvCxnSpPr>
            <p:spPr bwMode="auto">
              <a:xfrm flipV="1">
                <a:off x="3188" y="3596"/>
                <a:ext cx="240" cy="6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8" name="AutoShape 199">
                <a:extLst>
                  <a:ext uri="{FF2B5EF4-FFF2-40B4-BE49-F238E27FC236}">
                    <a16:creationId xmlns:a16="http://schemas.microsoft.com/office/drawing/2014/main" id="{06C09667-A5D5-5A49-8EBD-1CC5AF25F70F}"/>
                  </a:ext>
                </a:extLst>
              </p:cNvPr>
              <p:cNvCxnSpPr>
                <a:cxnSpLocks noChangeShapeType="1"/>
                <a:stCxn id="96431" idx="3"/>
                <a:endCxn id="96430" idx="1"/>
              </p:cNvCxnSpPr>
              <p:nvPr/>
            </p:nvCxnSpPr>
            <p:spPr bwMode="auto">
              <a:xfrm>
                <a:off x="3188" y="3782"/>
                <a:ext cx="8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49" name="AutoShape 200">
                <a:extLst>
                  <a:ext uri="{FF2B5EF4-FFF2-40B4-BE49-F238E27FC236}">
                    <a16:creationId xmlns:a16="http://schemas.microsoft.com/office/drawing/2014/main" id="{F3A5A4AE-B148-6A46-9B28-9CD4ED25074D}"/>
                  </a:ext>
                </a:extLst>
              </p:cNvPr>
              <p:cNvCxnSpPr>
                <a:cxnSpLocks noChangeShapeType="1"/>
                <a:stCxn id="96430" idx="3"/>
                <a:endCxn id="96416" idx="1"/>
              </p:cNvCxnSpPr>
              <p:nvPr/>
            </p:nvCxnSpPr>
            <p:spPr bwMode="auto">
              <a:xfrm flipV="1">
                <a:off x="3368" y="3596"/>
                <a:ext cx="60" cy="18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0" name="AutoShape 201">
                <a:extLst>
                  <a:ext uri="{FF2B5EF4-FFF2-40B4-BE49-F238E27FC236}">
                    <a16:creationId xmlns:a16="http://schemas.microsoft.com/office/drawing/2014/main" id="{8610A020-F413-8F4A-A4B8-F5BEC3C1FFD6}"/>
                  </a:ext>
                </a:extLst>
              </p:cNvPr>
              <p:cNvCxnSpPr>
                <a:cxnSpLocks noChangeShapeType="1"/>
                <a:stCxn id="96427" idx="3"/>
                <a:endCxn id="96419" idx="1"/>
              </p:cNvCxnSpPr>
              <p:nvPr/>
            </p:nvCxnSpPr>
            <p:spPr bwMode="auto">
              <a:xfrm flipV="1">
                <a:off x="4028" y="3565"/>
                <a:ext cx="340" cy="18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1" name="AutoShape 202">
                <a:extLst>
                  <a:ext uri="{FF2B5EF4-FFF2-40B4-BE49-F238E27FC236}">
                    <a16:creationId xmlns:a16="http://schemas.microsoft.com/office/drawing/2014/main" id="{BCC48BDC-D244-4949-A1AE-299CC77D1DFF}"/>
                  </a:ext>
                </a:extLst>
              </p:cNvPr>
              <p:cNvCxnSpPr>
                <a:cxnSpLocks noChangeShapeType="1"/>
                <a:stCxn id="96426" idx="3"/>
                <a:endCxn id="96436" idx="1"/>
              </p:cNvCxnSpPr>
              <p:nvPr/>
            </p:nvCxnSpPr>
            <p:spPr bwMode="auto">
              <a:xfrm>
                <a:off x="4228" y="3751"/>
                <a:ext cx="60" cy="18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2" name="AutoShape 203">
                <a:extLst>
                  <a:ext uri="{FF2B5EF4-FFF2-40B4-BE49-F238E27FC236}">
                    <a16:creationId xmlns:a16="http://schemas.microsoft.com/office/drawing/2014/main" id="{1B1CF770-E976-7F41-A36C-572FB68E5729}"/>
                  </a:ext>
                </a:extLst>
              </p:cNvPr>
              <p:cNvCxnSpPr>
                <a:cxnSpLocks noChangeShapeType="1"/>
                <a:stCxn id="96426" idx="3"/>
                <a:endCxn id="96425" idx="1"/>
              </p:cNvCxnSpPr>
              <p:nvPr/>
            </p:nvCxnSpPr>
            <p:spPr bwMode="auto">
              <a:xfrm>
                <a:off x="4228" y="3751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3" name="AutoShape 204">
                <a:extLst>
                  <a:ext uri="{FF2B5EF4-FFF2-40B4-BE49-F238E27FC236}">
                    <a16:creationId xmlns:a16="http://schemas.microsoft.com/office/drawing/2014/main" id="{CD422C6D-77CC-634A-8389-8B229D960954}"/>
                  </a:ext>
                </a:extLst>
              </p:cNvPr>
              <p:cNvCxnSpPr>
                <a:cxnSpLocks noChangeShapeType="1"/>
                <a:stCxn id="96419" idx="3"/>
                <a:endCxn id="96420" idx="1"/>
              </p:cNvCxnSpPr>
              <p:nvPr/>
            </p:nvCxnSpPr>
            <p:spPr bwMode="auto">
              <a:xfrm>
                <a:off x="4468" y="3565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4" name="AutoShape 205">
                <a:extLst>
                  <a:ext uri="{FF2B5EF4-FFF2-40B4-BE49-F238E27FC236}">
                    <a16:creationId xmlns:a16="http://schemas.microsoft.com/office/drawing/2014/main" id="{EDD676FD-4A26-6C4E-A707-725C38D7E435}"/>
                  </a:ext>
                </a:extLst>
              </p:cNvPr>
              <p:cNvCxnSpPr>
                <a:cxnSpLocks noChangeShapeType="1"/>
                <a:stCxn id="96420" idx="3"/>
                <a:endCxn id="96421" idx="1"/>
              </p:cNvCxnSpPr>
              <p:nvPr/>
            </p:nvCxnSpPr>
            <p:spPr bwMode="auto">
              <a:xfrm>
                <a:off x="4628" y="3565"/>
                <a:ext cx="10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5" name="AutoShape 206">
                <a:extLst>
                  <a:ext uri="{FF2B5EF4-FFF2-40B4-BE49-F238E27FC236}">
                    <a16:creationId xmlns:a16="http://schemas.microsoft.com/office/drawing/2014/main" id="{D705C7B9-3E40-B445-9103-08656919D5FD}"/>
                  </a:ext>
                </a:extLst>
              </p:cNvPr>
              <p:cNvCxnSpPr>
                <a:cxnSpLocks noChangeShapeType="1"/>
                <a:stCxn id="96420" idx="3"/>
                <a:endCxn id="96422" idx="1"/>
              </p:cNvCxnSpPr>
              <p:nvPr/>
            </p:nvCxnSpPr>
            <p:spPr bwMode="auto">
              <a:xfrm>
                <a:off x="4628" y="3565"/>
                <a:ext cx="360" cy="155"/>
              </a:xfrm>
              <a:prstGeom prst="bentConnector3">
                <a:avLst>
                  <a:gd name="adj1" fmla="val 13889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6" name="AutoShape 207">
                <a:extLst>
                  <a:ext uri="{FF2B5EF4-FFF2-40B4-BE49-F238E27FC236}">
                    <a16:creationId xmlns:a16="http://schemas.microsoft.com/office/drawing/2014/main" id="{6080E6F7-07A5-5349-9820-51789D6DBE86}"/>
                  </a:ext>
                </a:extLst>
              </p:cNvPr>
              <p:cNvCxnSpPr>
                <a:cxnSpLocks noChangeShapeType="1"/>
                <a:stCxn id="96433" idx="3"/>
                <a:endCxn id="96430" idx="1"/>
              </p:cNvCxnSpPr>
              <p:nvPr/>
            </p:nvCxnSpPr>
            <p:spPr bwMode="auto">
              <a:xfrm flipV="1">
                <a:off x="3188" y="3782"/>
                <a:ext cx="80" cy="15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7" name="AutoShape 208">
                <a:extLst>
                  <a:ext uri="{FF2B5EF4-FFF2-40B4-BE49-F238E27FC236}">
                    <a16:creationId xmlns:a16="http://schemas.microsoft.com/office/drawing/2014/main" id="{B193C883-49E2-3848-A68C-F5DC25EF84EA}"/>
                  </a:ext>
                </a:extLst>
              </p:cNvPr>
              <p:cNvCxnSpPr>
                <a:cxnSpLocks noChangeShapeType="1"/>
                <a:stCxn id="96414" idx="3"/>
                <a:endCxn id="96431" idx="1"/>
              </p:cNvCxnSpPr>
              <p:nvPr/>
            </p:nvCxnSpPr>
            <p:spPr bwMode="auto">
              <a:xfrm>
                <a:off x="3028" y="3503"/>
                <a:ext cx="60" cy="279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8" name="AutoShape 209">
                <a:extLst>
                  <a:ext uri="{FF2B5EF4-FFF2-40B4-BE49-F238E27FC236}">
                    <a16:creationId xmlns:a16="http://schemas.microsoft.com/office/drawing/2014/main" id="{F4482B37-36B8-D448-9D26-DBF11E26D013}"/>
                  </a:ext>
                </a:extLst>
              </p:cNvPr>
              <p:cNvCxnSpPr>
                <a:cxnSpLocks noChangeShapeType="1"/>
                <a:stCxn id="96414" idx="3"/>
                <a:endCxn id="96432" idx="1"/>
              </p:cNvCxnSpPr>
              <p:nvPr/>
            </p:nvCxnSpPr>
            <p:spPr bwMode="auto">
              <a:xfrm>
                <a:off x="3028" y="3503"/>
                <a:ext cx="60" cy="15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59" name="AutoShape 210">
                <a:extLst>
                  <a:ext uri="{FF2B5EF4-FFF2-40B4-BE49-F238E27FC236}">
                    <a16:creationId xmlns:a16="http://schemas.microsoft.com/office/drawing/2014/main" id="{191B1C52-C62D-D442-B4DE-50ABD0985AC3}"/>
                  </a:ext>
                </a:extLst>
              </p:cNvPr>
              <p:cNvCxnSpPr>
                <a:cxnSpLocks noChangeShapeType="1"/>
                <a:stCxn id="96433" idx="3"/>
                <a:endCxn id="96434" idx="1"/>
              </p:cNvCxnSpPr>
              <p:nvPr/>
            </p:nvCxnSpPr>
            <p:spPr bwMode="auto">
              <a:xfrm>
                <a:off x="3188" y="3937"/>
                <a:ext cx="10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0" name="AutoShape 211">
                <a:extLst>
                  <a:ext uri="{FF2B5EF4-FFF2-40B4-BE49-F238E27FC236}">
                    <a16:creationId xmlns:a16="http://schemas.microsoft.com/office/drawing/2014/main" id="{E10FA704-F809-CB40-A761-DDDD3178B03B}"/>
                  </a:ext>
                </a:extLst>
              </p:cNvPr>
              <p:cNvCxnSpPr>
                <a:cxnSpLocks noChangeShapeType="1"/>
                <a:stCxn id="96434" idx="3"/>
                <a:endCxn id="96428" idx="1"/>
              </p:cNvCxnSpPr>
              <p:nvPr/>
            </p:nvCxnSpPr>
            <p:spPr bwMode="auto">
              <a:xfrm flipV="1">
                <a:off x="3388" y="3751"/>
                <a:ext cx="380" cy="187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1" name="AutoShape 212">
                <a:extLst>
                  <a:ext uri="{FF2B5EF4-FFF2-40B4-BE49-F238E27FC236}">
                    <a16:creationId xmlns:a16="http://schemas.microsoft.com/office/drawing/2014/main" id="{E44502D3-813B-854F-B268-184DD86E055D}"/>
                  </a:ext>
                </a:extLst>
              </p:cNvPr>
              <p:cNvCxnSpPr>
                <a:cxnSpLocks noChangeShapeType="1"/>
                <a:stCxn id="96434" idx="3"/>
                <a:endCxn id="96429" idx="1"/>
              </p:cNvCxnSpPr>
              <p:nvPr/>
            </p:nvCxnSpPr>
            <p:spPr bwMode="auto">
              <a:xfrm>
                <a:off x="3388" y="3937"/>
                <a:ext cx="22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2" name="AutoShape 213">
                <a:extLst>
                  <a:ext uri="{FF2B5EF4-FFF2-40B4-BE49-F238E27FC236}">
                    <a16:creationId xmlns:a16="http://schemas.microsoft.com/office/drawing/2014/main" id="{B080D2F1-9FE5-F34B-BD00-C99A5341E1FF}"/>
                  </a:ext>
                </a:extLst>
              </p:cNvPr>
              <p:cNvCxnSpPr>
                <a:cxnSpLocks noChangeShapeType="1"/>
                <a:stCxn id="96429" idx="3"/>
                <a:endCxn id="96435" idx="1"/>
              </p:cNvCxnSpPr>
              <p:nvPr/>
            </p:nvCxnSpPr>
            <p:spPr bwMode="auto">
              <a:xfrm>
                <a:off x="3708" y="3937"/>
                <a:ext cx="8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3" name="AutoShape 214">
                <a:extLst>
                  <a:ext uri="{FF2B5EF4-FFF2-40B4-BE49-F238E27FC236}">
                    <a16:creationId xmlns:a16="http://schemas.microsoft.com/office/drawing/2014/main" id="{DD0F39AA-C0EB-ED47-8958-DD4508EF383A}"/>
                  </a:ext>
                </a:extLst>
              </p:cNvPr>
              <p:cNvCxnSpPr>
                <a:cxnSpLocks noChangeShapeType="1"/>
                <a:stCxn id="96435" idx="3"/>
                <a:endCxn id="96427" idx="1"/>
              </p:cNvCxnSpPr>
              <p:nvPr/>
            </p:nvCxnSpPr>
            <p:spPr bwMode="auto">
              <a:xfrm flipV="1">
                <a:off x="3888" y="3751"/>
                <a:ext cx="40" cy="18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4" name="AutoShape 215">
                <a:extLst>
                  <a:ext uri="{FF2B5EF4-FFF2-40B4-BE49-F238E27FC236}">
                    <a16:creationId xmlns:a16="http://schemas.microsoft.com/office/drawing/2014/main" id="{7A254996-D86A-BB47-A1CA-6AE941027022}"/>
                  </a:ext>
                </a:extLst>
              </p:cNvPr>
              <p:cNvCxnSpPr>
                <a:cxnSpLocks noChangeShapeType="1"/>
                <a:stCxn id="96425" idx="3"/>
                <a:endCxn id="96424" idx="1"/>
              </p:cNvCxnSpPr>
              <p:nvPr/>
            </p:nvCxnSpPr>
            <p:spPr bwMode="auto">
              <a:xfrm>
                <a:off x="4388" y="3751"/>
                <a:ext cx="60" cy="0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5" name="AutoShape 216">
                <a:extLst>
                  <a:ext uri="{FF2B5EF4-FFF2-40B4-BE49-F238E27FC236}">
                    <a16:creationId xmlns:a16="http://schemas.microsoft.com/office/drawing/2014/main" id="{5F158118-236F-9C4A-9283-E8AE9E02A9E1}"/>
                  </a:ext>
                </a:extLst>
              </p:cNvPr>
              <p:cNvCxnSpPr>
                <a:cxnSpLocks noChangeShapeType="1"/>
                <a:stCxn id="96424" idx="3"/>
                <a:endCxn id="96423" idx="1"/>
              </p:cNvCxnSpPr>
              <p:nvPr/>
            </p:nvCxnSpPr>
            <p:spPr bwMode="auto">
              <a:xfrm>
                <a:off x="4548" y="3751"/>
                <a:ext cx="100" cy="6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6" name="AutoShape 217">
                <a:extLst>
                  <a:ext uri="{FF2B5EF4-FFF2-40B4-BE49-F238E27FC236}">
                    <a16:creationId xmlns:a16="http://schemas.microsoft.com/office/drawing/2014/main" id="{56387D00-3A42-1241-864D-4E450F9AE318}"/>
                  </a:ext>
                </a:extLst>
              </p:cNvPr>
              <p:cNvCxnSpPr>
                <a:cxnSpLocks noChangeShapeType="1"/>
                <a:stCxn id="96436" idx="3"/>
                <a:endCxn id="96424" idx="1"/>
              </p:cNvCxnSpPr>
              <p:nvPr/>
            </p:nvCxnSpPr>
            <p:spPr bwMode="auto">
              <a:xfrm flipV="1">
                <a:off x="4388" y="3751"/>
                <a:ext cx="60" cy="186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7" name="AutoShape 218">
                <a:extLst>
                  <a:ext uri="{FF2B5EF4-FFF2-40B4-BE49-F238E27FC236}">
                    <a16:creationId xmlns:a16="http://schemas.microsoft.com/office/drawing/2014/main" id="{DCEDB0C5-812A-3A4D-8A54-067D146F0297}"/>
                  </a:ext>
                </a:extLst>
              </p:cNvPr>
              <p:cNvCxnSpPr>
                <a:cxnSpLocks noChangeShapeType="1"/>
                <a:stCxn id="96423" idx="3"/>
                <a:endCxn id="96437" idx="1"/>
              </p:cNvCxnSpPr>
              <p:nvPr/>
            </p:nvCxnSpPr>
            <p:spPr bwMode="auto">
              <a:xfrm>
                <a:off x="4748" y="3813"/>
                <a:ext cx="80" cy="62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468" name="AutoShape 219">
                <a:extLst>
                  <a:ext uri="{FF2B5EF4-FFF2-40B4-BE49-F238E27FC236}">
                    <a16:creationId xmlns:a16="http://schemas.microsoft.com/office/drawing/2014/main" id="{DE2EEAA1-35F0-3B4D-A601-C4E89C8DA6A6}"/>
                  </a:ext>
                </a:extLst>
              </p:cNvPr>
              <p:cNvCxnSpPr>
                <a:cxnSpLocks noChangeShapeType="1"/>
                <a:stCxn id="96437" idx="3"/>
                <a:endCxn id="96422" idx="1"/>
              </p:cNvCxnSpPr>
              <p:nvPr/>
            </p:nvCxnSpPr>
            <p:spPr bwMode="auto">
              <a:xfrm flipV="1">
                <a:off x="4928" y="3720"/>
                <a:ext cx="60" cy="15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6267" name="Text Box 220">
            <a:extLst>
              <a:ext uri="{FF2B5EF4-FFF2-40B4-BE49-F238E27FC236}">
                <a16:creationId xmlns:a16="http://schemas.microsoft.com/office/drawing/2014/main" id="{7A6CB7B6-4D02-8F4F-B840-45B74EBABC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5670550"/>
            <a:ext cx="1158875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 1</a:t>
            </a:r>
          </a:p>
        </p:txBody>
      </p:sp>
      <p:sp>
        <p:nvSpPr>
          <p:cNvPr id="96268" name="Text Box 221">
            <a:extLst>
              <a:ext uri="{FF2B5EF4-FFF2-40B4-BE49-F238E27FC236}">
                <a16:creationId xmlns:a16="http://schemas.microsoft.com/office/drawing/2014/main" id="{E12872B5-0245-A041-9751-723A8179C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9538" y="5670550"/>
            <a:ext cx="1158875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 2</a:t>
            </a:r>
          </a:p>
        </p:txBody>
      </p:sp>
      <p:sp>
        <p:nvSpPr>
          <p:cNvPr id="96269" name="Text Box 222">
            <a:extLst>
              <a:ext uri="{FF2B5EF4-FFF2-40B4-BE49-F238E27FC236}">
                <a16:creationId xmlns:a16="http://schemas.microsoft.com/office/drawing/2014/main" id="{3F4AAD6C-D815-294E-842E-6DD8FC743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0413" y="5670550"/>
            <a:ext cx="1158875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 3</a:t>
            </a:r>
          </a:p>
        </p:txBody>
      </p:sp>
      <p:sp>
        <p:nvSpPr>
          <p:cNvPr id="96270" name="Text Box 223">
            <a:extLst>
              <a:ext uri="{FF2B5EF4-FFF2-40B4-BE49-F238E27FC236}">
                <a16:creationId xmlns:a16="http://schemas.microsoft.com/office/drawing/2014/main" id="{EA770FC4-AB56-2449-BEF2-CE31FB54D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8850" y="5740400"/>
            <a:ext cx="2751138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rgbClr val="000000"/>
                </a:solidFill>
              </a:rPr>
              <a:t>Projetos derivados de um modelo de referência específico</a:t>
            </a:r>
          </a:p>
        </p:txBody>
      </p:sp>
      <p:sp>
        <p:nvSpPr>
          <p:cNvPr id="96271" name="Freeform 224">
            <a:extLst>
              <a:ext uri="{FF2B5EF4-FFF2-40B4-BE49-F238E27FC236}">
                <a16:creationId xmlns:a16="http://schemas.microsoft.com/office/drawing/2014/main" id="{0A82E32D-063F-A04C-B988-3ABD2E7513CC}"/>
              </a:ext>
            </a:extLst>
          </p:cNvPr>
          <p:cNvSpPr>
            <a:spLocks/>
          </p:cNvSpPr>
          <p:nvPr/>
        </p:nvSpPr>
        <p:spPr bwMode="auto">
          <a:xfrm>
            <a:off x="536575" y="3343275"/>
            <a:ext cx="3478213" cy="1546225"/>
          </a:xfrm>
          <a:custGeom>
            <a:avLst/>
            <a:gdLst>
              <a:gd name="T0" fmla="*/ 0 w 2191"/>
              <a:gd name="T1" fmla="*/ 2147483646 h 974"/>
              <a:gd name="T2" fmla="*/ 2147483646 w 2191"/>
              <a:gd name="T3" fmla="*/ 2147483646 h 974"/>
              <a:gd name="T4" fmla="*/ 2147483646 w 2191"/>
              <a:gd name="T5" fmla="*/ 2147483646 h 974"/>
              <a:gd name="T6" fmla="*/ 2147483646 w 2191"/>
              <a:gd name="T7" fmla="*/ 0 h 974"/>
              <a:gd name="T8" fmla="*/ 0 60000 65536"/>
              <a:gd name="T9" fmla="*/ 0 60000 65536"/>
              <a:gd name="T10" fmla="*/ 0 60000 65536"/>
              <a:gd name="T11" fmla="*/ 0 60000 65536"/>
              <a:gd name="T12" fmla="*/ 0 w 2191"/>
              <a:gd name="T13" fmla="*/ 0 h 974"/>
              <a:gd name="T14" fmla="*/ 2191 w 2191"/>
              <a:gd name="T15" fmla="*/ 974 h 9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91" h="974">
                <a:moveTo>
                  <a:pt x="0" y="21"/>
                </a:moveTo>
                <a:lnTo>
                  <a:pt x="130" y="974"/>
                </a:lnTo>
                <a:lnTo>
                  <a:pt x="2020" y="954"/>
                </a:lnTo>
                <a:lnTo>
                  <a:pt x="2191" y="0"/>
                </a:lnTo>
              </a:path>
            </a:pathLst>
          </a:custGeom>
          <a:solidFill>
            <a:srgbClr val="FFFF00">
              <a:alpha val="50195"/>
            </a:srgbClr>
          </a:solidFill>
          <a:ln w="3175" cap="flat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grpSp>
        <p:nvGrpSpPr>
          <p:cNvPr id="96272" name="Group 225">
            <a:extLst>
              <a:ext uri="{FF2B5EF4-FFF2-40B4-BE49-F238E27FC236}">
                <a16:creationId xmlns:a16="http://schemas.microsoft.com/office/drawing/2014/main" id="{7EABC599-105C-F94C-9A9D-E509E75E9728}"/>
              </a:ext>
            </a:extLst>
          </p:cNvPr>
          <p:cNvGrpSpPr>
            <a:grpSpLocks/>
          </p:cNvGrpSpPr>
          <p:nvPr/>
        </p:nvGrpSpPr>
        <p:grpSpPr bwMode="auto">
          <a:xfrm>
            <a:off x="709613" y="4783138"/>
            <a:ext cx="1123950" cy="541337"/>
            <a:chOff x="1038" y="616"/>
            <a:chExt cx="2592" cy="1008"/>
          </a:xfrm>
        </p:grpSpPr>
        <p:sp>
          <p:nvSpPr>
            <p:cNvPr id="96360" name="AutoShape 226">
              <a:extLst>
                <a:ext uri="{FF2B5EF4-FFF2-40B4-BE49-F238E27FC236}">
                  <a16:creationId xmlns:a16="http://schemas.microsoft.com/office/drawing/2014/main" id="{4FABC7FB-FDB6-B845-B646-27E6AB82B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616"/>
              <a:ext cx="2592" cy="1008"/>
            </a:xfrm>
            <a:prstGeom prst="rightArrow">
              <a:avLst>
                <a:gd name="adj1" fmla="val 77731"/>
                <a:gd name="adj2" fmla="val 33250"/>
              </a:avLst>
            </a:prstGeom>
            <a:solidFill>
              <a:srgbClr val="FFFF99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pt-BR" sz="2400"/>
            </a:p>
          </p:txBody>
        </p:sp>
        <p:sp>
          <p:nvSpPr>
            <p:cNvPr id="96361" name="Rectangle 227">
              <a:extLst>
                <a:ext uri="{FF2B5EF4-FFF2-40B4-BE49-F238E27FC236}">
                  <a16:creationId xmlns:a16="http://schemas.microsoft.com/office/drawing/2014/main" id="{50F609BA-B6E5-A04B-9990-A793B21A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311"/>
              <a:ext cx="14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2" name="Rectangle 228">
              <a:extLst>
                <a:ext uri="{FF2B5EF4-FFF2-40B4-BE49-F238E27FC236}">
                  <a16:creationId xmlns:a16="http://schemas.microsoft.com/office/drawing/2014/main" id="{B832C2DB-AB14-334A-B043-4C0E59D57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998"/>
              <a:ext cx="14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3" name="Rectangle 229">
              <a:extLst>
                <a:ext uri="{FF2B5EF4-FFF2-40B4-BE49-F238E27FC236}">
                  <a16:creationId xmlns:a16="http://schemas.microsoft.com/office/drawing/2014/main" id="{3FF121C9-07C1-DE40-9E68-AA268757D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859"/>
              <a:ext cx="21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4" name="Rectangle 230">
              <a:extLst>
                <a:ext uri="{FF2B5EF4-FFF2-40B4-BE49-F238E27FC236}">
                  <a16:creationId xmlns:a16="http://schemas.microsoft.com/office/drawing/2014/main" id="{EE38CBBE-7AC6-044C-ADFD-02E7EA0CF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172"/>
              <a:ext cx="116" cy="119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5" name="Rectangle 231">
              <a:extLst>
                <a:ext uri="{FF2B5EF4-FFF2-40B4-BE49-F238E27FC236}">
                  <a16:creationId xmlns:a16="http://schemas.microsoft.com/office/drawing/2014/main" id="{9E6ECC72-3C55-B548-8ADE-2A7891B18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137"/>
              <a:ext cx="94" cy="7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6" name="Rectangle 232">
              <a:extLst>
                <a:ext uri="{FF2B5EF4-FFF2-40B4-BE49-F238E27FC236}">
                  <a16:creationId xmlns:a16="http://schemas.microsoft.com/office/drawing/2014/main" id="{68D6A714-7F46-DA45-89F1-1BDBAB96F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276"/>
              <a:ext cx="94" cy="7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7" name="Rectangle 233">
              <a:extLst>
                <a:ext uri="{FF2B5EF4-FFF2-40B4-BE49-F238E27FC236}">
                  <a16:creationId xmlns:a16="http://schemas.microsoft.com/office/drawing/2014/main" id="{6CA8A869-8A09-4644-830C-A859740C4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859"/>
              <a:ext cx="14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8" name="Rectangle 234">
              <a:extLst>
                <a:ext uri="{FF2B5EF4-FFF2-40B4-BE49-F238E27FC236}">
                  <a16:creationId xmlns:a16="http://schemas.microsoft.com/office/drawing/2014/main" id="{CA35CB90-F124-1F4F-AB8D-DB11EB6BF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1172"/>
              <a:ext cx="93" cy="14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69" name="Rectangle 235">
              <a:extLst>
                <a:ext uri="{FF2B5EF4-FFF2-40B4-BE49-F238E27FC236}">
                  <a16:creationId xmlns:a16="http://schemas.microsoft.com/office/drawing/2014/main" id="{4BEF7B8D-13EE-2E41-89CD-5A8CDA836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276"/>
              <a:ext cx="21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0" name="Rectangle 236">
              <a:extLst>
                <a:ext uri="{FF2B5EF4-FFF2-40B4-BE49-F238E27FC236}">
                  <a16:creationId xmlns:a16="http://schemas.microsoft.com/office/drawing/2014/main" id="{9674F9EA-5595-564F-999C-5EBAF9198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825"/>
              <a:ext cx="94" cy="141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1" name="Rectangle 237">
              <a:extLst>
                <a:ext uri="{FF2B5EF4-FFF2-40B4-BE49-F238E27FC236}">
                  <a16:creationId xmlns:a16="http://schemas.microsoft.com/office/drawing/2014/main" id="{6A4C4B05-C33A-144C-BE42-5B0F6274F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859"/>
              <a:ext cx="140" cy="143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2" name="Rectangle 238">
              <a:extLst>
                <a:ext uri="{FF2B5EF4-FFF2-40B4-BE49-F238E27FC236}">
                  <a16:creationId xmlns:a16="http://schemas.microsoft.com/office/drawing/2014/main" id="{3EE7E46F-E576-8B40-BD0C-54AFFB513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790"/>
              <a:ext cx="93" cy="14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3" name="Rectangle 239">
              <a:extLst>
                <a:ext uri="{FF2B5EF4-FFF2-40B4-BE49-F238E27FC236}">
                  <a16:creationId xmlns:a16="http://schemas.microsoft.com/office/drawing/2014/main" id="{4678D4ED-E616-4D4B-A1DB-0128624B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1346"/>
              <a:ext cx="93" cy="14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4" name="Rectangle 240">
              <a:extLst>
                <a:ext uri="{FF2B5EF4-FFF2-40B4-BE49-F238E27FC236}">
                  <a16:creationId xmlns:a16="http://schemas.microsoft.com/office/drawing/2014/main" id="{1480B623-53F5-4D42-A239-5F9704E0A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103"/>
              <a:ext cx="94" cy="14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5" name="Rectangle 241">
              <a:extLst>
                <a:ext uri="{FF2B5EF4-FFF2-40B4-BE49-F238E27FC236}">
                  <a16:creationId xmlns:a16="http://schemas.microsoft.com/office/drawing/2014/main" id="{0221862C-6CFF-D046-B2D8-ADCB4786B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825"/>
              <a:ext cx="94" cy="7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6" name="Rectangle 242">
              <a:extLst>
                <a:ext uri="{FF2B5EF4-FFF2-40B4-BE49-F238E27FC236}">
                  <a16:creationId xmlns:a16="http://schemas.microsoft.com/office/drawing/2014/main" id="{63FB6907-999E-6949-9969-F16DA651B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381"/>
              <a:ext cx="94" cy="7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7" name="Rectangle 243">
              <a:extLst>
                <a:ext uri="{FF2B5EF4-FFF2-40B4-BE49-F238E27FC236}">
                  <a16:creationId xmlns:a16="http://schemas.microsoft.com/office/drawing/2014/main" id="{AF1EC42D-B4AA-F343-871B-728B81A32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103"/>
              <a:ext cx="94" cy="7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8" name="Rectangle 244">
              <a:extLst>
                <a:ext uri="{FF2B5EF4-FFF2-40B4-BE49-F238E27FC236}">
                  <a16:creationId xmlns:a16="http://schemas.microsoft.com/office/drawing/2014/main" id="{96E89A08-B962-3548-A856-7F74EC4BB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790"/>
              <a:ext cx="93" cy="7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79" name="Rectangle 245">
              <a:extLst>
                <a:ext uri="{FF2B5EF4-FFF2-40B4-BE49-F238E27FC236}">
                  <a16:creationId xmlns:a16="http://schemas.microsoft.com/office/drawing/2014/main" id="{EC2C56EB-7F37-A44C-9E42-D68DC69FB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381"/>
              <a:ext cx="94" cy="72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380" name="AutoShape 246">
              <a:extLst>
                <a:ext uri="{FF2B5EF4-FFF2-40B4-BE49-F238E27FC236}">
                  <a16:creationId xmlns:a16="http://schemas.microsoft.com/office/drawing/2014/main" id="{F08FF276-E915-1349-B192-3C8FF2FAA48B}"/>
                </a:ext>
              </a:extLst>
            </p:cNvPr>
            <p:cNvCxnSpPr>
              <a:cxnSpLocks noChangeShapeType="1"/>
              <a:stCxn id="96367" idx="3"/>
              <a:endCxn id="96372" idx="1"/>
            </p:cNvCxnSpPr>
            <p:nvPr/>
          </p:nvCxnSpPr>
          <p:spPr bwMode="auto">
            <a:xfrm flipV="1">
              <a:off x="1225" y="861"/>
              <a:ext cx="327" cy="7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1" name="AutoShape 247">
              <a:extLst>
                <a:ext uri="{FF2B5EF4-FFF2-40B4-BE49-F238E27FC236}">
                  <a16:creationId xmlns:a16="http://schemas.microsoft.com/office/drawing/2014/main" id="{61D7D440-8725-3946-8936-A5D64856DAC9}"/>
                </a:ext>
              </a:extLst>
            </p:cNvPr>
            <p:cNvCxnSpPr>
              <a:cxnSpLocks noChangeShapeType="1"/>
              <a:stCxn id="96366" idx="3"/>
              <a:endCxn id="96365" idx="1"/>
            </p:cNvCxnSpPr>
            <p:nvPr/>
          </p:nvCxnSpPr>
          <p:spPr bwMode="auto">
            <a:xfrm flipV="1">
              <a:off x="1272" y="1174"/>
              <a:ext cx="186" cy="139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2" name="AutoShape 248">
              <a:extLst>
                <a:ext uri="{FF2B5EF4-FFF2-40B4-BE49-F238E27FC236}">
                  <a16:creationId xmlns:a16="http://schemas.microsoft.com/office/drawing/2014/main" id="{77C907EE-CE5E-0F41-87EA-1ECDE8D5BDBF}"/>
                </a:ext>
              </a:extLst>
            </p:cNvPr>
            <p:cNvCxnSpPr>
              <a:cxnSpLocks noChangeShapeType="1"/>
              <a:stCxn id="96365" idx="2"/>
              <a:endCxn id="96369" idx="1"/>
            </p:cNvCxnSpPr>
            <p:nvPr/>
          </p:nvCxnSpPr>
          <p:spPr bwMode="auto">
            <a:xfrm>
              <a:off x="1505" y="1210"/>
              <a:ext cx="117" cy="138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3" name="AutoShape 249">
              <a:extLst>
                <a:ext uri="{FF2B5EF4-FFF2-40B4-BE49-F238E27FC236}">
                  <a16:creationId xmlns:a16="http://schemas.microsoft.com/office/drawing/2014/main" id="{D99AA786-5190-9E45-8EA6-00644AC7A1B2}"/>
                </a:ext>
              </a:extLst>
            </p:cNvPr>
            <p:cNvCxnSpPr>
              <a:cxnSpLocks noChangeShapeType="1"/>
              <a:stCxn id="96365" idx="0"/>
              <a:endCxn id="96372" idx="2"/>
            </p:cNvCxnSpPr>
            <p:nvPr/>
          </p:nvCxnSpPr>
          <p:spPr bwMode="auto">
            <a:xfrm flipV="1">
              <a:off x="1505" y="932"/>
              <a:ext cx="93" cy="205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4" name="AutoShape 250">
              <a:extLst>
                <a:ext uri="{FF2B5EF4-FFF2-40B4-BE49-F238E27FC236}">
                  <a16:creationId xmlns:a16="http://schemas.microsoft.com/office/drawing/2014/main" id="{D3DD4EEC-2B55-4441-A824-D82C0042A133}"/>
                </a:ext>
              </a:extLst>
            </p:cNvPr>
            <p:cNvCxnSpPr>
              <a:cxnSpLocks noChangeShapeType="1"/>
              <a:stCxn id="96372" idx="3"/>
              <a:endCxn id="96375" idx="1"/>
            </p:cNvCxnSpPr>
            <p:nvPr/>
          </p:nvCxnSpPr>
          <p:spPr bwMode="auto">
            <a:xfrm>
              <a:off x="1645" y="861"/>
              <a:ext cx="210" cy="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5" name="AutoShape 251">
              <a:extLst>
                <a:ext uri="{FF2B5EF4-FFF2-40B4-BE49-F238E27FC236}">
                  <a16:creationId xmlns:a16="http://schemas.microsoft.com/office/drawing/2014/main" id="{D10A4ED6-63C1-7D40-8F19-FCBA7CBF4C00}"/>
                </a:ext>
              </a:extLst>
            </p:cNvPr>
            <p:cNvCxnSpPr>
              <a:cxnSpLocks noChangeShapeType="1"/>
              <a:stCxn id="96369" idx="0"/>
              <a:endCxn id="96362" idx="2"/>
            </p:cNvCxnSpPr>
            <p:nvPr/>
          </p:nvCxnSpPr>
          <p:spPr bwMode="auto">
            <a:xfrm flipV="1">
              <a:off x="1727" y="1141"/>
              <a:ext cx="128" cy="135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6" name="AutoShape 252">
              <a:extLst>
                <a:ext uri="{FF2B5EF4-FFF2-40B4-BE49-F238E27FC236}">
                  <a16:creationId xmlns:a16="http://schemas.microsoft.com/office/drawing/2014/main" id="{99F20AEC-725E-414C-8AC5-F62441245D24}"/>
                </a:ext>
              </a:extLst>
            </p:cNvPr>
            <p:cNvCxnSpPr>
              <a:cxnSpLocks noChangeShapeType="1"/>
              <a:stCxn id="96362" idx="0"/>
              <a:endCxn id="96375" idx="2"/>
            </p:cNvCxnSpPr>
            <p:nvPr/>
          </p:nvCxnSpPr>
          <p:spPr bwMode="auto">
            <a:xfrm flipV="1">
              <a:off x="1855" y="897"/>
              <a:ext cx="47" cy="101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7" name="AutoShape 253">
              <a:extLst>
                <a:ext uri="{FF2B5EF4-FFF2-40B4-BE49-F238E27FC236}">
                  <a16:creationId xmlns:a16="http://schemas.microsoft.com/office/drawing/2014/main" id="{94F75002-1FBC-754F-8CCD-FC108D4DF74E}"/>
                </a:ext>
              </a:extLst>
            </p:cNvPr>
            <p:cNvCxnSpPr>
              <a:cxnSpLocks noChangeShapeType="1"/>
              <a:stCxn id="96362" idx="3"/>
              <a:endCxn id="96374" idx="1"/>
            </p:cNvCxnSpPr>
            <p:nvPr/>
          </p:nvCxnSpPr>
          <p:spPr bwMode="auto">
            <a:xfrm>
              <a:off x="1925" y="1070"/>
              <a:ext cx="187" cy="104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8" name="AutoShape 254">
              <a:extLst>
                <a:ext uri="{FF2B5EF4-FFF2-40B4-BE49-F238E27FC236}">
                  <a16:creationId xmlns:a16="http://schemas.microsoft.com/office/drawing/2014/main" id="{7FBE5E64-8B1B-C54A-83BB-F2F20B15DF93}"/>
                </a:ext>
              </a:extLst>
            </p:cNvPr>
            <p:cNvCxnSpPr>
              <a:cxnSpLocks noChangeShapeType="1"/>
              <a:stCxn id="96369" idx="3"/>
              <a:endCxn id="96376" idx="1"/>
            </p:cNvCxnSpPr>
            <p:nvPr/>
          </p:nvCxnSpPr>
          <p:spPr bwMode="auto">
            <a:xfrm>
              <a:off x="1832" y="1348"/>
              <a:ext cx="163" cy="69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89" name="AutoShape 255">
              <a:extLst>
                <a:ext uri="{FF2B5EF4-FFF2-40B4-BE49-F238E27FC236}">
                  <a16:creationId xmlns:a16="http://schemas.microsoft.com/office/drawing/2014/main" id="{CF903CEB-BCA6-6A40-B860-663D35A160B6}"/>
                </a:ext>
              </a:extLst>
            </p:cNvPr>
            <p:cNvCxnSpPr>
              <a:cxnSpLocks noChangeShapeType="1"/>
              <a:stCxn id="96376" idx="3"/>
              <a:endCxn id="96361" idx="1"/>
            </p:cNvCxnSpPr>
            <p:nvPr/>
          </p:nvCxnSpPr>
          <p:spPr bwMode="auto">
            <a:xfrm flipV="1">
              <a:off x="2089" y="1383"/>
              <a:ext cx="187" cy="34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0" name="AutoShape 256">
              <a:extLst>
                <a:ext uri="{FF2B5EF4-FFF2-40B4-BE49-F238E27FC236}">
                  <a16:creationId xmlns:a16="http://schemas.microsoft.com/office/drawing/2014/main" id="{DD5AB54E-13EC-264F-9625-7A6E809B0FD6}"/>
                </a:ext>
              </a:extLst>
            </p:cNvPr>
            <p:cNvCxnSpPr>
              <a:cxnSpLocks noChangeShapeType="1"/>
              <a:stCxn id="96374" idx="2"/>
              <a:endCxn id="96361" idx="0"/>
            </p:cNvCxnSpPr>
            <p:nvPr/>
          </p:nvCxnSpPr>
          <p:spPr bwMode="auto">
            <a:xfrm>
              <a:off x="2159" y="1245"/>
              <a:ext cx="187" cy="66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1" name="AutoShape 257">
              <a:extLst>
                <a:ext uri="{FF2B5EF4-FFF2-40B4-BE49-F238E27FC236}">
                  <a16:creationId xmlns:a16="http://schemas.microsoft.com/office/drawing/2014/main" id="{313E41AB-040B-CD4E-BF54-7680FEEC8337}"/>
                </a:ext>
              </a:extLst>
            </p:cNvPr>
            <p:cNvCxnSpPr>
              <a:cxnSpLocks noChangeShapeType="1"/>
              <a:stCxn id="96374" idx="0"/>
              <a:endCxn id="96370" idx="2"/>
            </p:cNvCxnSpPr>
            <p:nvPr/>
          </p:nvCxnSpPr>
          <p:spPr bwMode="auto">
            <a:xfrm flipV="1">
              <a:off x="2159" y="966"/>
              <a:ext cx="70" cy="137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2" name="AutoShape 258">
              <a:extLst>
                <a:ext uri="{FF2B5EF4-FFF2-40B4-BE49-F238E27FC236}">
                  <a16:creationId xmlns:a16="http://schemas.microsoft.com/office/drawing/2014/main" id="{9F9BEC15-9D02-AA42-B316-D4163872EB52}"/>
                </a:ext>
              </a:extLst>
            </p:cNvPr>
            <p:cNvCxnSpPr>
              <a:cxnSpLocks noChangeShapeType="1"/>
              <a:stCxn id="96375" idx="3"/>
              <a:endCxn id="96370" idx="1"/>
            </p:cNvCxnSpPr>
            <p:nvPr/>
          </p:nvCxnSpPr>
          <p:spPr bwMode="auto">
            <a:xfrm>
              <a:off x="1949" y="861"/>
              <a:ext cx="233" cy="35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3" name="AutoShape 259">
              <a:extLst>
                <a:ext uri="{FF2B5EF4-FFF2-40B4-BE49-F238E27FC236}">
                  <a16:creationId xmlns:a16="http://schemas.microsoft.com/office/drawing/2014/main" id="{BED196AD-9F72-D845-994E-EE3ADF915447}"/>
                </a:ext>
              </a:extLst>
            </p:cNvPr>
            <p:cNvCxnSpPr>
              <a:cxnSpLocks noChangeShapeType="1"/>
              <a:stCxn id="96370" idx="3"/>
              <a:endCxn id="96363" idx="1"/>
            </p:cNvCxnSpPr>
            <p:nvPr/>
          </p:nvCxnSpPr>
          <p:spPr bwMode="auto">
            <a:xfrm>
              <a:off x="2276" y="896"/>
              <a:ext cx="210" cy="35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4" name="AutoShape 260">
              <a:extLst>
                <a:ext uri="{FF2B5EF4-FFF2-40B4-BE49-F238E27FC236}">
                  <a16:creationId xmlns:a16="http://schemas.microsoft.com/office/drawing/2014/main" id="{EC6BD64D-8957-DF4B-A32C-C95CD6CCB7F6}"/>
                </a:ext>
              </a:extLst>
            </p:cNvPr>
            <p:cNvCxnSpPr>
              <a:cxnSpLocks noChangeShapeType="1"/>
              <a:stCxn id="96411" idx="3"/>
              <a:endCxn id="96363" idx="1"/>
            </p:cNvCxnSpPr>
            <p:nvPr/>
          </p:nvCxnSpPr>
          <p:spPr bwMode="auto">
            <a:xfrm flipV="1">
              <a:off x="2416" y="931"/>
              <a:ext cx="70" cy="18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5" name="AutoShape 261">
              <a:extLst>
                <a:ext uri="{FF2B5EF4-FFF2-40B4-BE49-F238E27FC236}">
                  <a16:creationId xmlns:a16="http://schemas.microsoft.com/office/drawing/2014/main" id="{5DBEE372-2809-8C4B-A4C0-52FC0C0839F1}"/>
                </a:ext>
              </a:extLst>
            </p:cNvPr>
            <p:cNvCxnSpPr>
              <a:cxnSpLocks noChangeShapeType="1"/>
              <a:stCxn id="96361" idx="3"/>
              <a:endCxn id="96373" idx="1"/>
            </p:cNvCxnSpPr>
            <p:nvPr/>
          </p:nvCxnSpPr>
          <p:spPr bwMode="auto">
            <a:xfrm>
              <a:off x="2416" y="1383"/>
              <a:ext cx="210" cy="34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6" name="AutoShape 262">
              <a:extLst>
                <a:ext uri="{FF2B5EF4-FFF2-40B4-BE49-F238E27FC236}">
                  <a16:creationId xmlns:a16="http://schemas.microsoft.com/office/drawing/2014/main" id="{C7274745-FA14-8C4E-8ED5-522884BADDB8}"/>
                </a:ext>
              </a:extLst>
            </p:cNvPr>
            <p:cNvCxnSpPr>
              <a:cxnSpLocks noChangeShapeType="1"/>
              <a:stCxn id="96363" idx="2"/>
              <a:endCxn id="96368" idx="0"/>
            </p:cNvCxnSpPr>
            <p:nvPr/>
          </p:nvCxnSpPr>
          <p:spPr bwMode="auto">
            <a:xfrm flipH="1">
              <a:off x="2532" y="1002"/>
              <a:ext cx="59" cy="17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7" name="AutoShape 263">
              <a:extLst>
                <a:ext uri="{FF2B5EF4-FFF2-40B4-BE49-F238E27FC236}">
                  <a16:creationId xmlns:a16="http://schemas.microsoft.com/office/drawing/2014/main" id="{E82E6C07-976F-CB4B-8FBB-A2B40792BE9E}"/>
                </a:ext>
              </a:extLst>
            </p:cNvPr>
            <p:cNvCxnSpPr>
              <a:cxnSpLocks noChangeShapeType="1"/>
              <a:stCxn id="96363" idx="3"/>
              <a:endCxn id="96378" idx="1"/>
            </p:cNvCxnSpPr>
            <p:nvPr/>
          </p:nvCxnSpPr>
          <p:spPr bwMode="auto">
            <a:xfrm flipV="1">
              <a:off x="2696" y="826"/>
              <a:ext cx="117" cy="105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8" name="AutoShape 264">
              <a:extLst>
                <a:ext uri="{FF2B5EF4-FFF2-40B4-BE49-F238E27FC236}">
                  <a16:creationId xmlns:a16="http://schemas.microsoft.com/office/drawing/2014/main" id="{10980366-2DED-EE4F-9AD9-4FC2553AE650}"/>
                </a:ext>
              </a:extLst>
            </p:cNvPr>
            <p:cNvCxnSpPr>
              <a:cxnSpLocks noChangeShapeType="1"/>
              <a:stCxn id="96378" idx="3"/>
              <a:endCxn id="96371" idx="0"/>
            </p:cNvCxnSpPr>
            <p:nvPr/>
          </p:nvCxnSpPr>
          <p:spPr bwMode="auto">
            <a:xfrm>
              <a:off x="2906" y="826"/>
              <a:ext cx="257" cy="33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99" name="AutoShape 265">
              <a:extLst>
                <a:ext uri="{FF2B5EF4-FFF2-40B4-BE49-F238E27FC236}">
                  <a16:creationId xmlns:a16="http://schemas.microsoft.com/office/drawing/2014/main" id="{D4CF55E1-8656-F846-BA26-58CF53A1BB0B}"/>
                </a:ext>
              </a:extLst>
            </p:cNvPr>
            <p:cNvCxnSpPr>
              <a:cxnSpLocks noChangeShapeType="1"/>
              <a:stCxn id="96377" idx="3"/>
              <a:endCxn id="96364" idx="1"/>
            </p:cNvCxnSpPr>
            <p:nvPr/>
          </p:nvCxnSpPr>
          <p:spPr bwMode="auto">
            <a:xfrm>
              <a:off x="2883" y="1139"/>
              <a:ext cx="117" cy="93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0" name="AutoShape 266">
              <a:extLst>
                <a:ext uri="{FF2B5EF4-FFF2-40B4-BE49-F238E27FC236}">
                  <a16:creationId xmlns:a16="http://schemas.microsoft.com/office/drawing/2014/main" id="{045CE42A-9D7E-004F-99FD-AAD822D0AE5A}"/>
                </a:ext>
              </a:extLst>
            </p:cNvPr>
            <p:cNvCxnSpPr>
              <a:cxnSpLocks noChangeShapeType="1"/>
              <a:stCxn id="96373" idx="3"/>
              <a:endCxn id="96377" idx="2"/>
            </p:cNvCxnSpPr>
            <p:nvPr/>
          </p:nvCxnSpPr>
          <p:spPr bwMode="auto">
            <a:xfrm flipV="1">
              <a:off x="2719" y="1175"/>
              <a:ext cx="117" cy="242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1" name="AutoShape 267">
              <a:extLst>
                <a:ext uri="{FF2B5EF4-FFF2-40B4-BE49-F238E27FC236}">
                  <a16:creationId xmlns:a16="http://schemas.microsoft.com/office/drawing/2014/main" id="{AD9C3B11-5772-1944-8840-9DC3E4EB668E}"/>
                </a:ext>
              </a:extLst>
            </p:cNvPr>
            <p:cNvCxnSpPr>
              <a:cxnSpLocks noChangeShapeType="1"/>
              <a:stCxn id="96371" idx="2"/>
              <a:endCxn id="96364" idx="0"/>
            </p:cNvCxnSpPr>
            <p:nvPr/>
          </p:nvCxnSpPr>
          <p:spPr bwMode="auto">
            <a:xfrm flipH="1">
              <a:off x="3058" y="1002"/>
              <a:ext cx="105" cy="17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2" name="AutoShape 268">
              <a:extLst>
                <a:ext uri="{FF2B5EF4-FFF2-40B4-BE49-F238E27FC236}">
                  <a16:creationId xmlns:a16="http://schemas.microsoft.com/office/drawing/2014/main" id="{AEFF5217-D025-2543-9104-B0C7AB58A4B2}"/>
                </a:ext>
              </a:extLst>
            </p:cNvPr>
            <p:cNvCxnSpPr>
              <a:cxnSpLocks noChangeShapeType="1"/>
              <a:stCxn id="96379" idx="0"/>
              <a:endCxn id="96364" idx="2"/>
            </p:cNvCxnSpPr>
            <p:nvPr/>
          </p:nvCxnSpPr>
          <p:spPr bwMode="auto">
            <a:xfrm flipV="1">
              <a:off x="2976" y="1291"/>
              <a:ext cx="82" cy="9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403" name="Rectangle 269">
              <a:extLst>
                <a:ext uri="{FF2B5EF4-FFF2-40B4-BE49-F238E27FC236}">
                  <a16:creationId xmlns:a16="http://schemas.microsoft.com/office/drawing/2014/main" id="{5222D75C-86CA-A740-B961-828856C0F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1172"/>
              <a:ext cx="117" cy="119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404" name="AutoShape 270">
              <a:extLst>
                <a:ext uri="{FF2B5EF4-FFF2-40B4-BE49-F238E27FC236}">
                  <a16:creationId xmlns:a16="http://schemas.microsoft.com/office/drawing/2014/main" id="{3BEE7852-BD2B-4F46-8EC1-43DA3B0E8093}"/>
                </a:ext>
              </a:extLst>
            </p:cNvPr>
            <p:cNvCxnSpPr>
              <a:cxnSpLocks noChangeShapeType="1"/>
              <a:stCxn id="96364" idx="3"/>
              <a:endCxn id="96403" idx="1"/>
            </p:cNvCxnSpPr>
            <p:nvPr/>
          </p:nvCxnSpPr>
          <p:spPr bwMode="auto">
            <a:xfrm>
              <a:off x="3116" y="1232"/>
              <a:ext cx="140" cy="0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5" name="AutoShape 271">
              <a:extLst>
                <a:ext uri="{FF2B5EF4-FFF2-40B4-BE49-F238E27FC236}">
                  <a16:creationId xmlns:a16="http://schemas.microsoft.com/office/drawing/2014/main" id="{466D8B07-4F80-E348-A37A-F271DF6450AD}"/>
                </a:ext>
              </a:extLst>
            </p:cNvPr>
            <p:cNvCxnSpPr>
              <a:cxnSpLocks noChangeShapeType="1"/>
              <a:stCxn id="96371" idx="3"/>
              <a:endCxn id="96403" idx="0"/>
            </p:cNvCxnSpPr>
            <p:nvPr/>
          </p:nvCxnSpPr>
          <p:spPr bwMode="auto">
            <a:xfrm>
              <a:off x="3233" y="931"/>
              <a:ext cx="82" cy="241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6" name="AutoShape 272">
              <a:extLst>
                <a:ext uri="{FF2B5EF4-FFF2-40B4-BE49-F238E27FC236}">
                  <a16:creationId xmlns:a16="http://schemas.microsoft.com/office/drawing/2014/main" id="{ABC7B54B-8D78-B949-818C-AE440C11F64D}"/>
                </a:ext>
              </a:extLst>
            </p:cNvPr>
            <p:cNvCxnSpPr>
              <a:cxnSpLocks noChangeShapeType="1"/>
              <a:stCxn id="96379" idx="3"/>
              <a:endCxn id="96403" idx="2"/>
            </p:cNvCxnSpPr>
            <p:nvPr/>
          </p:nvCxnSpPr>
          <p:spPr bwMode="auto">
            <a:xfrm flipV="1">
              <a:off x="3023" y="1291"/>
              <a:ext cx="292" cy="126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7" name="AutoShape 273">
              <a:extLst>
                <a:ext uri="{FF2B5EF4-FFF2-40B4-BE49-F238E27FC236}">
                  <a16:creationId xmlns:a16="http://schemas.microsoft.com/office/drawing/2014/main" id="{C21D29DD-1426-6247-8C64-C46D13E7BF45}"/>
                </a:ext>
              </a:extLst>
            </p:cNvPr>
            <p:cNvCxnSpPr>
              <a:cxnSpLocks noChangeShapeType="1"/>
              <a:stCxn id="96365" idx="3"/>
              <a:endCxn id="96362" idx="1"/>
            </p:cNvCxnSpPr>
            <p:nvPr/>
          </p:nvCxnSpPr>
          <p:spPr bwMode="auto">
            <a:xfrm flipV="1">
              <a:off x="1552" y="1070"/>
              <a:ext cx="233" cy="104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8" name="AutoShape 274">
              <a:extLst>
                <a:ext uri="{FF2B5EF4-FFF2-40B4-BE49-F238E27FC236}">
                  <a16:creationId xmlns:a16="http://schemas.microsoft.com/office/drawing/2014/main" id="{AD9C9F98-948B-C640-BB91-AE69B434BAA7}"/>
                </a:ext>
              </a:extLst>
            </p:cNvPr>
            <p:cNvCxnSpPr>
              <a:cxnSpLocks noChangeShapeType="1"/>
              <a:stCxn id="96374" idx="3"/>
              <a:endCxn id="96411" idx="1"/>
            </p:cNvCxnSpPr>
            <p:nvPr/>
          </p:nvCxnSpPr>
          <p:spPr bwMode="auto">
            <a:xfrm flipV="1">
              <a:off x="2206" y="1111"/>
              <a:ext cx="116" cy="63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09" name="AutoShape 275">
              <a:extLst>
                <a:ext uri="{FF2B5EF4-FFF2-40B4-BE49-F238E27FC236}">
                  <a16:creationId xmlns:a16="http://schemas.microsoft.com/office/drawing/2014/main" id="{858DECB5-EACE-D549-9F3D-D14E581BFD64}"/>
                </a:ext>
              </a:extLst>
            </p:cNvPr>
            <p:cNvCxnSpPr>
              <a:cxnSpLocks noChangeShapeType="1"/>
              <a:stCxn id="96368" idx="3"/>
              <a:endCxn id="96377" idx="1"/>
            </p:cNvCxnSpPr>
            <p:nvPr/>
          </p:nvCxnSpPr>
          <p:spPr bwMode="auto">
            <a:xfrm flipV="1">
              <a:off x="2579" y="1139"/>
              <a:ext cx="210" cy="104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410" name="AutoShape 276">
              <a:extLst>
                <a:ext uri="{FF2B5EF4-FFF2-40B4-BE49-F238E27FC236}">
                  <a16:creationId xmlns:a16="http://schemas.microsoft.com/office/drawing/2014/main" id="{5B2B2033-FF1B-F442-818B-486310F80A83}"/>
                </a:ext>
              </a:extLst>
            </p:cNvPr>
            <p:cNvCxnSpPr>
              <a:cxnSpLocks noChangeShapeType="1"/>
              <a:stCxn id="96411" idx="2"/>
              <a:endCxn id="96368" idx="1"/>
            </p:cNvCxnSpPr>
            <p:nvPr/>
          </p:nvCxnSpPr>
          <p:spPr bwMode="auto">
            <a:xfrm>
              <a:off x="2369" y="1155"/>
              <a:ext cx="117" cy="88"/>
            </a:xfrm>
            <a:prstGeom prst="straightConnector1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411" name="Rectangle 277">
              <a:extLst>
                <a:ext uri="{FF2B5EF4-FFF2-40B4-BE49-F238E27FC236}">
                  <a16:creationId xmlns:a16="http://schemas.microsoft.com/office/drawing/2014/main" id="{7FA7D513-5CAD-0C4F-9114-188EC332F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068"/>
              <a:ext cx="94" cy="87"/>
            </a:xfrm>
            <a:prstGeom prst="rect">
              <a:avLst/>
            </a:prstGeom>
            <a:solidFill>
              <a:srgbClr val="CCFFFF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sp>
        <p:nvSpPr>
          <p:cNvPr id="96273" name="Freeform 278">
            <a:extLst>
              <a:ext uri="{FF2B5EF4-FFF2-40B4-BE49-F238E27FC236}">
                <a16:creationId xmlns:a16="http://schemas.microsoft.com/office/drawing/2014/main" id="{6E3C007A-F4F9-504B-92B6-6105A594C8D3}"/>
              </a:ext>
            </a:extLst>
          </p:cNvPr>
          <p:cNvSpPr>
            <a:spLocks/>
          </p:cNvSpPr>
          <p:nvPr/>
        </p:nvSpPr>
        <p:spPr bwMode="auto">
          <a:xfrm>
            <a:off x="4300538" y="3343275"/>
            <a:ext cx="3868737" cy="1533525"/>
          </a:xfrm>
          <a:custGeom>
            <a:avLst/>
            <a:gdLst>
              <a:gd name="T0" fmla="*/ 0 w 2437"/>
              <a:gd name="T1" fmla="*/ 0 h 966"/>
              <a:gd name="T2" fmla="*/ 2147483646 w 2437"/>
              <a:gd name="T3" fmla="*/ 2147483646 h 966"/>
              <a:gd name="T4" fmla="*/ 2147483646 w 2437"/>
              <a:gd name="T5" fmla="*/ 2147483646 h 966"/>
              <a:gd name="T6" fmla="*/ 2147483646 w 2437"/>
              <a:gd name="T7" fmla="*/ 2147483646 h 966"/>
              <a:gd name="T8" fmla="*/ 2147483646 w 2437"/>
              <a:gd name="T9" fmla="*/ 2147483646 h 966"/>
              <a:gd name="T10" fmla="*/ 2147483646 w 2437"/>
              <a:gd name="T11" fmla="*/ 0 h 96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437"/>
              <a:gd name="T19" fmla="*/ 0 h 966"/>
              <a:gd name="T20" fmla="*/ 2437 w 2437"/>
              <a:gd name="T21" fmla="*/ 966 h 96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437" h="966">
                <a:moveTo>
                  <a:pt x="0" y="0"/>
                </a:moveTo>
                <a:lnTo>
                  <a:pt x="135" y="936"/>
                </a:lnTo>
                <a:lnTo>
                  <a:pt x="162" y="918"/>
                </a:lnTo>
                <a:lnTo>
                  <a:pt x="2421" y="966"/>
                </a:lnTo>
                <a:lnTo>
                  <a:pt x="2437" y="866"/>
                </a:lnTo>
                <a:lnTo>
                  <a:pt x="837" y="0"/>
                </a:lnTo>
              </a:path>
            </a:pathLst>
          </a:custGeom>
          <a:solidFill>
            <a:srgbClr val="FFCC99">
              <a:alpha val="50195"/>
            </a:srgbClr>
          </a:solidFill>
          <a:ln w="3175" cap="flat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wrap="none" lIns="72000" tIns="0" rIns="72000" bIns="0" anchor="ctr">
            <a:spAutoFit/>
          </a:bodyPr>
          <a:lstStyle/>
          <a:p>
            <a:endParaRPr lang="pt-BR"/>
          </a:p>
        </p:txBody>
      </p:sp>
      <p:grpSp>
        <p:nvGrpSpPr>
          <p:cNvPr id="96274" name="Group 279">
            <a:extLst>
              <a:ext uri="{FF2B5EF4-FFF2-40B4-BE49-F238E27FC236}">
                <a16:creationId xmlns:a16="http://schemas.microsoft.com/office/drawing/2014/main" id="{C41D3EB0-2323-3440-9F81-27183E65D3F5}"/>
              </a:ext>
            </a:extLst>
          </p:cNvPr>
          <p:cNvGrpSpPr>
            <a:grpSpLocks/>
          </p:cNvGrpSpPr>
          <p:nvPr/>
        </p:nvGrpSpPr>
        <p:grpSpPr bwMode="auto">
          <a:xfrm>
            <a:off x="4206875" y="2614613"/>
            <a:ext cx="1495425" cy="795337"/>
            <a:chOff x="3793" y="546"/>
            <a:chExt cx="1077" cy="763"/>
          </a:xfrm>
        </p:grpSpPr>
        <p:sp>
          <p:nvSpPr>
            <p:cNvPr id="96343" name="Rectangle 280">
              <a:extLst>
                <a:ext uri="{FF2B5EF4-FFF2-40B4-BE49-F238E27FC236}">
                  <a16:creationId xmlns:a16="http://schemas.microsoft.com/office/drawing/2014/main" id="{05A923F2-CC49-594E-A415-A83FF4640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546"/>
              <a:ext cx="1077" cy="763"/>
            </a:xfrm>
            <a:prstGeom prst="rect">
              <a:avLst/>
            </a:prstGeom>
            <a:solidFill>
              <a:srgbClr val="FF9966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4" name="Rectangle 281">
              <a:extLst>
                <a:ext uri="{FF2B5EF4-FFF2-40B4-BE49-F238E27FC236}">
                  <a16:creationId xmlns:a16="http://schemas.microsoft.com/office/drawing/2014/main" id="{82286401-1563-D044-BB75-3C3DAA209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825"/>
              <a:ext cx="14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5" name="Rectangle 282">
              <a:extLst>
                <a:ext uri="{FF2B5EF4-FFF2-40B4-BE49-F238E27FC236}">
                  <a16:creationId xmlns:a16="http://schemas.microsoft.com/office/drawing/2014/main" id="{0E4BC52A-6747-5943-84CA-E450842B8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964"/>
              <a:ext cx="94" cy="7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6" name="Rectangle 283">
              <a:extLst>
                <a:ext uri="{FF2B5EF4-FFF2-40B4-BE49-F238E27FC236}">
                  <a16:creationId xmlns:a16="http://schemas.microsoft.com/office/drawing/2014/main" id="{746F4E6D-C3F8-1C48-A8EE-02F77B2E2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1103"/>
              <a:ext cx="94" cy="7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7" name="Rectangle 284">
              <a:extLst>
                <a:ext uri="{FF2B5EF4-FFF2-40B4-BE49-F238E27FC236}">
                  <a16:creationId xmlns:a16="http://schemas.microsoft.com/office/drawing/2014/main" id="{0E3BDD25-C43B-B040-9BDF-7B2360DC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686"/>
              <a:ext cx="14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8" name="Rectangle 285">
              <a:extLst>
                <a:ext uri="{FF2B5EF4-FFF2-40B4-BE49-F238E27FC236}">
                  <a16:creationId xmlns:a16="http://schemas.microsoft.com/office/drawing/2014/main" id="{02EBF07D-FF4A-9646-8982-D836EDC43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1103"/>
              <a:ext cx="210" cy="14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49" name="Rectangle 286">
              <a:extLst>
                <a:ext uri="{FF2B5EF4-FFF2-40B4-BE49-F238E27FC236}">
                  <a16:creationId xmlns:a16="http://schemas.microsoft.com/office/drawing/2014/main" id="{ACC24AE5-F2E7-A541-9F61-678B1974B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617"/>
              <a:ext cx="93" cy="14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50" name="Rectangle 287">
              <a:extLst>
                <a:ext uri="{FF2B5EF4-FFF2-40B4-BE49-F238E27FC236}">
                  <a16:creationId xmlns:a16="http://schemas.microsoft.com/office/drawing/2014/main" id="{A075241C-E78C-6845-98E0-AC1F59104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652"/>
              <a:ext cx="94" cy="72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351" name="AutoShape 288">
              <a:extLst>
                <a:ext uri="{FF2B5EF4-FFF2-40B4-BE49-F238E27FC236}">
                  <a16:creationId xmlns:a16="http://schemas.microsoft.com/office/drawing/2014/main" id="{1B9F9068-AFA2-144D-B29E-202CC74564AA}"/>
                </a:ext>
              </a:extLst>
            </p:cNvPr>
            <p:cNvCxnSpPr>
              <a:cxnSpLocks noChangeShapeType="1"/>
              <a:stCxn id="96347" idx="3"/>
              <a:endCxn id="96349" idx="1"/>
            </p:cNvCxnSpPr>
            <p:nvPr/>
          </p:nvCxnSpPr>
          <p:spPr bwMode="auto">
            <a:xfrm flipV="1">
              <a:off x="3976" y="688"/>
              <a:ext cx="327" cy="7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2" name="AutoShape 289">
              <a:extLst>
                <a:ext uri="{FF2B5EF4-FFF2-40B4-BE49-F238E27FC236}">
                  <a16:creationId xmlns:a16="http://schemas.microsoft.com/office/drawing/2014/main" id="{08F3A42B-9E63-CE4D-A8EB-D6C2BC3B677B}"/>
                </a:ext>
              </a:extLst>
            </p:cNvPr>
            <p:cNvCxnSpPr>
              <a:cxnSpLocks noChangeShapeType="1"/>
              <a:stCxn id="96346" idx="3"/>
              <a:endCxn id="96345" idx="1"/>
            </p:cNvCxnSpPr>
            <p:nvPr/>
          </p:nvCxnSpPr>
          <p:spPr bwMode="auto">
            <a:xfrm flipV="1">
              <a:off x="4023" y="1001"/>
              <a:ext cx="186" cy="13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3" name="AutoShape 290">
              <a:extLst>
                <a:ext uri="{FF2B5EF4-FFF2-40B4-BE49-F238E27FC236}">
                  <a16:creationId xmlns:a16="http://schemas.microsoft.com/office/drawing/2014/main" id="{87B80574-B7DA-224D-B870-008110A0779D}"/>
                </a:ext>
              </a:extLst>
            </p:cNvPr>
            <p:cNvCxnSpPr>
              <a:cxnSpLocks noChangeShapeType="1"/>
              <a:stCxn id="96345" idx="2"/>
              <a:endCxn id="96348" idx="1"/>
            </p:cNvCxnSpPr>
            <p:nvPr/>
          </p:nvCxnSpPr>
          <p:spPr bwMode="auto">
            <a:xfrm>
              <a:off x="4256" y="1037"/>
              <a:ext cx="117" cy="13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4" name="AutoShape 291">
              <a:extLst>
                <a:ext uri="{FF2B5EF4-FFF2-40B4-BE49-F238E27FC236}">
                  <a16:creationId xmlns:a16="http://schemas.microsoft.com/office/drawing/2014/main" id="{C6C594D9-CE3C-B444-851A-FAC66DE4DF00}"/>
                </a:ext>
              </a:extLst>
            </p:cNvPr>
            <p:cNvCxnSpPr>
              <a:cxnSpLocks noChangeShapeType="1"/>
              <a:stCxn id="96345" idx="0"/>
              <a:endCxn id="96349" idx="2"/>
            </p:cNvCxnSpPr>
            <p:nvPr/>
          </p:nvCxnSpPr>
          <p:spPr bwMode="auto">
            <a:xfrm flipV="1">
              <a:off x="4256" y="759"/>
              <a:ext cx="94" cy="20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5" name="AutoShape 292">
              <a:extLst>
                <a:ext uri="{FF2B5EF4-FFF2-40B4-BE49-F238E27FC236}">
                  <a16:creationId xmlns:a16="http://schemas.microsoft.com/office/drawing/2014/main" id="{3835CD87-AA3D-E341-B714-3F99DE06C788}"/>
                </a:ext>
              </a:extLst>
            </p:cNvPr>
            <p:cNvCxnSpPr>
              <a:cxnSpLocks noChangeShapeType="1"/>
              <a:stCxn id="96349" idx="3"/>
              <a:endCxn id="96350" idx="1"/>
            </p:cNvCxnSpPr>
            <p:nvPr/>
          </p:nvCxnSpPr>
          <p:spPr bwMode="auto">
            <a:xfrm>
              <a:off x="4396" y="688"/>
              <a:ext cx="210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6" name="AutoShape 293">
              <a:extLst>
                <a:ext uri="{FF2B5EF4-FFF2-40B4-BE49-F238E27FC236}">
                  <a16:creationId xmlns:a16="http://schemas.microsoft.com/office/drawing/2014/main" id="{FAAD4712-2B31-C642-B2BB-03141174AAD0}"/>
                </a:ext>
              </a:extLst>
            </p:cNvPr>
            <p:cNvCxnSpPr>
              <a:cxnSpLocks noChangeShapeType="1"/>
              <a:stCxn id="96348" idx="0"/>
              <a:endCxn id="96344" idx="2"/>
            </p:cNvCxnSpPr>
            <p:nvPr/>
          </p:nvCxnSpPr>
          <p:spPr bwMode="auto">
            <a:xfrm flipV="1">
              <a:off x="4478" y="968"/>
              <a:ext cx="128" cy="13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7" name="AutoShape 294">
              <a:extLst>
                <a:ext uri="{FF2B5EF4-FFF2-40B4-BE49-F238E27FC236}">
                  <a16:creationId xmlns:a16="http://schemas.microsoft.com/office/drawing/2014/main" id="{40DF6DF5-176A-314A-B7DA-E755B86CEE1E}"/>
                </a:ext>
              </a:extLst>
            </p:cNvPr>
            <p:cNvCxnSpPr>
              <a:cxnSpLocks noChangeShapeType="1"/>
              <a:stCxn id="96344" idx="0"/>
              <a:endCxn id="96350" idx="2"/>
            </p:cNvCxnSpPr>
            <p:nvPr/>
          </p:nvCxnSpPr>
          <p:spPr bwMode="auto">
            <a:xfrm flipV="1">
              <a:off x="4606" y="724"/>
              <a:ext cx="47" cy="10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8" name="AutoShape 295">
              <a:extLst>
                <a:ext uri="{FF2B5EF4-FFF2-40B4-BE49-F238E27FC236}">
                  <a16:creationId xmlns:a16="http://schemas.microsoft.com/office/drawing/2014/main" id="{B21CA635-801F-FF47-93F0-824C916A79B3}"/>
                </a:ext>
              </a:extLst>
            </p:cNvPr>
            <p:cNvCxnSpPr>
              <a:cxnSpLocks noChangeShapeType="1"/>
              <a:stCxn id="96348" idx="3"/>
            </p:cNvCxnSpPr>
            <p:nvPr/>
          </p:nvCxnSpPr>
          <p:spPr bwMode="auto">
            <a:xfrm>
              <a:off x="4583" y="1175"/>
              <a:ext cx="163" cy="6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59" name="AutoShape 296">
              <a:extLst>
                <a:ext uri="{FF2B5EF4-FFF2-40B4-BE49-F238E27FC236}">
                  <a16:creationId xmlns:a16="http://schemas.microsoft.com/office/drawing/2014/main" id="{BB87B75A-E51A-8A42-B96E-A8192540BDD7}"/>
                </a:ext>
              </a:extLst>
            </p:cNvPr>
            <p:cNvCxnSpPr>
              <a:cxnSpLocks noChangeShapeType="1"/>
              <a:stCxn id="96345" idx="3"/>
              <a:endCxn id="96344" idx="1"/>
            </p:cNvCxnSpPr>
            <p:nvPr/>
          </p:nvCxnSpPr>
          <p:spPr bwMode="auto">
            <a:xfrm flipV="1">
              <a:off x="4303" y="897"/>
              <a:ext cx="233" cy="10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96275" name="Group 297">
            <a:extLst>
              <a:ext uri="{FF2B5EF4-FFF2-40B4-BE49-F238E27FC236}">
                <a16:creationId xmlns:a16="http://schemas.microsoft.com/office/drawing/2014/main" id="{ADA86706-6F92-8448-ABD0-4873087F74D5}"/>
              </a:ext>
            </a:extLst>
          </p:cNvPr>
          <p:cNvGrpSpPr>
            <a:grpSpLocks/>
          </p:cNvGrpSpPr>
          <p:nvPr/>
        </p:nvGrpSpPr>
        <p:grpSpPr bwMode="auto">
          <a:xfrm>
            <a:off x="569913" y="4338638"/>
            <a:ext cx="7658100" cy="304800"/>
            <a:chOff x="345" y="3245"/>
            <a:chExt cx="4824" cy="192"/>
          </a:xfrm>
        </p:grpSpPr>
        <p:sp>
          <p:nvSpPr>
            <p:cNvPr id="96339" name="Text Box 298">
              <a:extLst>
                <a:ext uri="{FF2B5EF4-FFF2-40B4-BE49-F238E27FC236}">
                  <a16:creationId xmlns:a16="http://schemas.microsoft.com/office/drawing/2014/main" id="{3AAA9ECB-6026-1D4F-BE5E-E9860B96D5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9" y="3245"/>
              <a:ext cx="890" cy="1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Empresa D</a:t>
              </a:r>
            </a:p>
          </p:txBody>
        </p:sp>
        <p:sp>
          <p:nvSpPr>
            <p:cNvPr id="96340" name="Text Box 299">
              <a:extLst>
                <a:ext uri="{FF2B5EF4-FFF2-40B4-BE49-F238E27FC236}">
                  <a16:creationId xmlns:a16="http://schemas.microsoft.com/office/drawing/2014/main" id="{1D9F276C-0772-9544-8E57-AF267402A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" y="3245"/>
              <a:ext cx="881" cy="1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Empresa A</a:t>
              </a:r>
            </a:p>
          </p:txBody>
        </p:sp>
        <p:sp>
          <p:nvSpPr>
            <p:cNvPr id="96341" name="Text Box 300">
              <a:extLst>
                <a:ext uri="{FF2B5EF4-FFF2-40B4-BE49-F238E27FC236}">
                  <a16:creationId xmlns:a16="http://schemas.microsoft.com/office/drawing/2014/main" id="{D9465A2E-B23B-D841-838B-AE420FAAD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3" y="3245"/>
              <a:ext cx="881" cy="1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Empresa B</a:t>
              </a:r>
            </a:p>
          </p:txBody>
        </p:sp>
        <p:sp>
          <p:nvSpPr>
            <p:cNvPr id="96342" name="Text Box 301">
              <a:extLst>
                <a:ext uri="{FF2B5EF4-FFF2-40B4-BE49-F238E27FC236}">
                  <a16:creationId xmlns:a16="http://schemas.microsoft.com/office/drawing/2014/main" id="{D2C7EF98-A38F-F54B-806A-2CF00D555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1" y="3245"/>
              <a:ext cx="890" cy="1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2000" tIns="0" rIns="7200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pt-BR" altLang="pt-BR" sz="2000">
                  <a:solidFill>
                    <a:srgbClr val="000000"/>
                  </a:solidFill>
                </a:rPr>
                <a:t>Empresa C</a:t>
              </a:r>
            </a:p>
          </p:txBody>
        </p:sp>
      </p:grpSp>
      <p:grpSp>
        <p:nvGrpSpPr>
          <p:cNvPr id="96276" name="Group 302">
            <a:extLst>
              <a:ext uri="{FF2B5EF4-FFF2-40B4-BE49-F238E27FC236}">
                <a16:creationId xmlns:a16="http://schemas.microsoft.com/office/drawing/2014/main" id="{84FF9C0A-E326-EF4C-8D95-3C154EFED579}"/>
              </a:ext>
            </a:extLst>
          </p:cNvPr>
          <p:cNvGrpSpPr>
            <a:grpSpLocks/>
          </p:cNvGrpSpPr>
          <p:nvPr/>
        </p:nvGrpSpPr>
        <p:grpSpPr bwMode="auto">
          <a:xfrm>
            <a:off x="2724150" y="4810125"/>
            <a:ext cx="1079500" cy="487363"/>
            <a:chOff x="1716" y="3030"/>
            <a:chExt cx="680" cy="307"/>
          </a:xfrm>
        </p:grpSpPr>
        <p:sp>
          <p:nvSpPr>
            <p:cNvPr id="96324" name="Rectangle 303">
              <a:extLst>
                <a:ext uri="{FF2B5EF4-FFF2-40B4-BE49-F238E27FC236}">
                  <a16:creationId xmlns:a16="http://schemas.microsoft.com/office/drawing/2014/main" id="{67E50615-1CFD-9349-B044-29657115F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3030"/>
              <a:ext cx="680" cy="307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5" name="Rectangle 304">
              <a:extLst>
                <a:ext uri="{FF2B5EF4-FFF2-40B4-BE49-F238E27FC236}">
                  <a16:creationId xmlns:a16="http://schemas.microsoft.com/office/drawing/2014/main" id="{FCA8A3D6-D857-2D48-B2AF-F7A16B885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3198"/>
              <a:ext cx="59" cy="29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6" name="Rectangle 305">
              <a:extLst>
                <a:ext uri="{FF2B5EF4-FFF2-40B4-BE49-F238E27FC236}">
                  <a16:creationId xmlns:a16="http://schemas.microsoft.com/office/drawing/2014/main" id="{B959CE6C-8352-A247-B6BA-FBF4F0CB3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3199"/>
              <a:ext cx="102" cy="85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7" name="Rectangle 306">
              <a:extLst>
                <a:ext uri="{FF2B5EF4-FFF2-40B4-BE49-F238E27FC236}">
                  <a16:creationId xmlns:a16="http://schemas.microsoft.com/office/drawing/2014/main" id="{D1B40263-705A-A74A-83F2-FBC9BB4E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" y="3086"/>
              <a:ext cx="88" cy="58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8" name="Rectangle 307">
              <a:extLst>
                <a:ext uri="{FF2B5EF4-FFF2-40B4-BE49-F238E27FC236}">
                  <a16:creationId xmlns:a16="http://schemas.microsoft.com/office/drawing/2014/main" id="{A960CDEA-0FFA-DF49-B188-36BC69163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3254"/>
              <a:ext cx="133" cy="58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9" name="Rectangle 308">
              <a:extLst>
                <a:ext uri="{FF2B5EF4-FFF2-40B4-BE49-F238E27FC236}">
                  <a16:creationId xmlns:a16="http://schemas.microsoft.com/office/drawing/2014/main" id="{BDA0E428-7FF9-E441-B123-355EBF366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3059"/>
              <a:ext cx="58" cy="57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30" name="Rectangle 309">
              <a:extLst>
                <a:ext uri="{FF2B5EF4-FFF2-40B4-BE49-F238E27FC236}">
                  <a16:creationId xmlns:a16="http://schemas.microsoft.com/office/drawing/2014/main" id="{BDC56D57-CBBD-2047-9D92-7F9A4EBCB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073"/>
              <a:ext cx="59" cy="29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331" name="AutoShape 310">
              <a:extLst>
                <a:ext uri="{FF2B5EF4-FFF2-40B4-BE49-F238E27FC236}">
                  <a16:creationId xmlns:a16="http://schemas.microsoft.com/office/drawing/2014/main" id="{7B2D21A2-5EB5-4A46-9B31-477030A8D86C}"/>
                </a:ext>
              </a:extLst>
            </p:cNvPr>
            <p:cNvCxnSpPr>
              <a:cxnSpLocks noChangeShapeType="1"/>
              <a:stCxn id="96327" idx="3"/>
              <a:endCxn id="96329" idx="1"/>
            </p:cNvCxnSpPr>
            <p:nvPr/>
          </p:nvCxnSpPr>
          <p:spPr bwMode="auto">
            <a:xfrm flipV="1">
              <a:off x="1831" y="3087"/>
              <a:ext cx="207" cy="2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2" name="AutoShape 311">
              <a:extLst>
                <a:ext uri="{FF2B5EF4-FFF2-40B4-BE49-F238E27FC236}">
                  <a16:creationId xmlns:a16="http://schemas.microsoft.com/office/drawing/2014/main" id="{0D46C0F4-5DAB-9C4E-B874-EFAB79D2D156}"/>
                </a:ext>
              </a:extLst>
            </p:cNvPr>
            <p:cNvCxnSpPr>
              <a:cxnSpLocks noChangeShapeType="1"/>
              <a:stCxn id="96326" idx="3"/>
              <a:endCxn id="96325" idx="1"/>
            </p:cNvCxnSpPr>
            <p:nvPr/>
          </p:nvCxnSpPr>
          <p:spPr bwMode="auto">
            <a:xfrm flipV="1">
              <a:off x="1861" y="3213"/>
              <a:ext cx="118" cy="2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3" name="AutoShape 312">
              <a:extLst>
                <a:ext uri="{FF2B5EF4-FFF2-40B4-BE49-F238E27FC236}">
                  <a16:creationId xmlns:a16="http://schemas.microsoft.com/office/drawing/2014/main" id="{F3209791-D580-554E-8C3B-CBB8F5E4748E}"/>
                </a:ext>
              </a:extLst>
            </p:cNvPr>
            <p:cNvCxnSpPr>
              <a:cxnSpLocks noChangeShapeType="1"/>
              <a:stCxn id="96325" idx="2"/>
              <a:endCxn id="96328" idx="1"/>
            </p:cNvCxnSpPr>
            <p:nvPr/>
          </p:nvCxnSpPr>
          <p:spPr bwMode="auto">
            <a:xfrm>
              <a:off x="2008" y="3227"/>
              <a:ext cx="74" cy="5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4" name="AutoShape 313">
              <a:extLst>
                <a:ext uri="{FF2B5EF4-FFF2-40B4-BE49-F238E27FC236}">
                  <a16:creationId xmlns:a16="http://schemas.microsoft.com/office/drawing/2014/main" id="{24CA8D77-7496-7D46-88BF-F5E258940664}"/>
                </a:ext>
              </a:extLst>
            </p:cNvPr>
            <p:cNvCxnSpPr>
              <a:cxnSpLocks noChangeShapeType="1"/>
              <a:stCxn id="96325" idx="0"/>
              <a:endCxn id="96329" idx="2"/>
            </p:cNvCxnSpPr>
            <p:nvPr/>
          </p:nvCxnSpPr>
          <p:spPr bwMode="auto">
            <a:xfrm flipV="1">
              <a:off x="2008" y="3116"/>
              <a:ext cx="60" cy="8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5" name="AutoShape 314">
              <a:extLst>
                <a:ext uri="{FF2B5EF4-FFF2-40B4-BE49-F238E27FC236}">
                  <a16:creationId xmlns:a16="http://schemas.microsoft.com/office/drawing/2014/main" id="{EBF5D0A1-F11D-C346-9F63-220A035AFE9A}"/>
                </a:ext>
              </a:extLst>
            </p:cNvPr>
            <p:cNvCxnSpPr>
              <a:cxnSpLocks noChangeShapeType="1"/>
              <a:stCxn id="96329" idx="3"/>
              <a:endCxn id="96330" idx="1"/>
            </p:cNvCxnSpPr>
            <p:nvPr/>
          </p:nvCxnSpPr>
          <p:spPr bwMode="auto">
            <a:xfrm>
              <a:off x="2096" y="3087"/>
              <a:ext cx="133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6" name="AutoShape 315">
              <a:extLst>
                <a:ext uri="{FF2B5EF4-FFF2-40B4-BE49-F238E27FC236}">
                  <a16:creationId xmlns:a16="http://schemas.microsoft.com/office/drawing/2014/main" id="{9A4A7602-9F9F-264F-80FB-A73D32A13A3A}"/>
                </a:ext>
              </a:extLst>
            </p:cNvPr>
            <p:cNvCxnSpPr>
              <a:cxnSpLocks noChangeShapeType="1"/>
              <a:stCxn id="96328" idx="0"/>
            </p:cNvCxnSpPr>
            <p:nvPr/>
          </p:nvCxnSpPr>
          <p:spPr bwMode="auto">
            <a:xfrm flipV="1">
              <a:off x="2149" y="3200"/>
              <a:ext cx="81" cy="5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7" name="AutoShape 316">
              <a:extLst>
                <a:ext uri="{FF2B5EF4-FFF2-40B4-BE49-F238E27FC236}">
                  <a16:creationId xmlns:a16="http://schemas.microsoft.com/office/drawing/2014/main" id="{23E50B73-D1BE-4844-B8AC-25308F1BB4D5}"/>
                </a:ext>
              </a:extLst>
            </p:cNvPr>
            <p:cNvCxnSpPr>
              <a:cxnSpLocks noChangeShapeType="1"/>
              <a:stCxn id="96328" idx="3"/>
            </p:cNvCxnSpPr>
            <p:nvPr/>
          </p:nvCxnSpPr>
          <p:spPr bwMode="auto">
            <a:xfrm>
              <a:off x="2215" y="3283"/>
              <a:ext cx="103" cy="2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38" name="AutoShape 317">
              <a:extLst>
                <a:ext uri="{FF2B5EF4-FFF2-40B4-BE49-F238E27FC236}">
                  <a16:creationId xmlns:a16="http://schemas.microsoft.com/office/drawing/2014/main" id="{3FA9A6EA-400B-9D41-99FC-685F41E6DADB}"/>
                </a:ext>
              </a:extLst>
            </p:cNvPr>
            <p:cNvCxnSpPr>
              <a:cxnSpLocks noChangeShapeType="1"/>
              <a:stCxn id="96325" idx="3"/>
            </p:cNvCxnSpPr>
            <p:nvPr/>
          </p:nvCxnSpPr>
          <p:spPr bwMode="auto">
            <a:xfrm flipV="1">
              <a:off x="2038" y="3171"/>
              <a:ext cx="147" cy="4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96277" name="Group 318">
            <a:extLst>
              <a:ext uri="{FF2B5EF4-FFF2-40B4-BE49-F238E27FC236}">
                <a16:creationId xmlns:a16="http://schemas.microsoft.com/office/drawing/2014/main" id="{660DFFF2-DBAB-3A4D-8DBB-5F31763C9A0A}"/>
              </a:ext>
            </a:extLst>
          </p:cNvPr>
          <p:cNvGrpSpPr>
            <a:grpSpLocks/>
          </p:cNvGrpSpPr>
          <p:nvPr/>
        </p:nvGrpSpPr>
        <p:grpSpPr bwMode="auto">
          <a:xfrm>
            <a:off x="4470400" y="4745038"/>
            <a:ext cx="1720850" cy="617537"/>
            <a:chOff x="4245" y="3708"/>
            <a:chExt cx="942" cy="501"/>
          </a:xfrm>
        </p:grpSpPr>
        <p:sp>
          <p:nvSpPr>
            <p:cNvPr id="96304" name="Rectangle 319">
              <a:extLst>
                <a:ext uri="{FF2B5EF4-FFF2-40B4-BE49-F238E27FC236}">
                  <a16:creationId xmlns:a16="http://schemas.microsoft.com/office/drawing/2014/main" id="{9643C188-865C-BE4F-AA50-6F9082EB6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3708"/>
              <a:ext cx="942" cy="501"/>
            </a:xfrm>
            <a:prstGeom prst="rect">
              <a:avLst/>
            </a:prstGeom>
            <a:solidFill>
              <a:srgbClr val="FF9966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5" name="Rectangle 320">
              <a:extLst>
                <a:ext uri="{FF2B5EF4-FFF2-40B4-BE49-F238E27FC236}">
                  <a16:creationId xmlns:a16="http://schemas.microsoft.com/office/drawing/2014/main" id="{D95F8FF7-CD5A-8343-A08A-BADAC3D96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3891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6" name="Rectangle 321">
              <a:extLst>
                <a:ext uri="{FF2B5EF4-FFF2-40B4-BE49-F238E27FC236}">
                  <a16:creationId xmlns:a16="http://schemas.microsoft.com/office/drawing/2014/main" id="{1482344B-D1B1-A04B-96D2-EED59FC1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9" y="3982"/>
              <a:ext cx="82" cy="48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7" name="Rectangle 322">
              <a:extLst>
                <a:ext uri="{FF2B5EF4-FFF2-40B4-BE49-F238E27FC236}">
                  <a16:creationId xmlns:a16="http://schemas.microsoft.com/office/drawing/2014/main" id="{1E9F96DF-4310-A84C-9A2C-146E3736C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4022"/>
              <a:ext cx="172" cy="138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8" name="Rectangle 323">
              <a:extLst>
                <a:ext uri="{FF2B5EF4-FFF2-40B4-BE49-F238E27FC236}">
                  <a16:creationId xmlns:a16="http://schemas.microsoft.com/office/drawing/2014/main" id="{75ACD8FD-47B8-C145-9D8F-5C49BE347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3800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9" name="Rectangle 324">
              <a:extLst>
                <a:ext uri="{FF2B5EF4-FFF2-40B4-BE49-F238E27FC236}">
                  <a16:creationId xmlns:a16="http://schemas.microsoft.com/office/drawing/2014/main" id="{4E01EFA5-1A57-AF4C-91EA-B2CD48A83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4074"/>
              <a:ext cx="184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10" name="Rectangle 325">
              <a:extLst>
                <a:ext uri="{FF2B5EF4-FFF2-40B4-BE49-F238E27FC236}">
                  <a16:creationId xmlns:a16="http://schemas.microsoft.com/office/drawing/2014/main" id="{188BDFF9-B5E4-1740-BB0F-A295081B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3748"/>
              <a:ext cx="283" cy="100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11" name="Rectangle 326">
              <a:extLst>
                <a:ext uri="{FF2B5EF4-FFF2-40B4-BE49-F238E27FC236}">
                  <a16:creationId xmlns:a16="http://schemas.microsoft.com/office/drawing/2014/main" id="{F212083B-E2FE-8B44-8ABE-56FD78476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6" y="3778"/>
              <a:ext cx="150" cy="9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312" name="AutoShape 327">
              <a:extLst>
                <a:ext uri="{FF2B5EF4-FFF2-40B4-BE49-F238E27FC236}">
                  <a16:creationId xmlns:a16="http://schemas.microsoft.com/office/drawing/2014/main" id="{04B5D08B-3748-0143-81E2-AB22C5826664}"/>
                </a:ext>
              </a:extLst>
            </p:cNvPr>
            <p:cNvCxnSpPr>
              <a:cxnSpLocks noChangeShapeType="1"/>
              <a:stCxn id="96308" idx="3"/>
              <a:endCxn id="96310" idx="1"/>
            </p:cNvCxnSpPr>
            <p:nvPr/>
          </p:nvCxnSpPr>
          <p:spPr bwMode="auto">
            <a:xfrm flipV="1">
              <a:off x="4405" y="3798"/>
              <a:ext cx="84" cy="4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3" name="AutoShape 328">
              <a:extLst>
                <a:ext uri="{FF2B5EF4-FFF2-40B4-BE49-F238E27FC236}">
                  <a16:creationId xmlns:a16="http://schemas.microsoft.com/office/drawing/2014/main" id="{8D3109F3-9A36-F34F-B45B-2B07A9BCC2C1}"/>
                </a:ext>
              </a:extLst>
            </p:cNvPr>
            <p:cNvCxnSpPr>
              <a:cxnSpLocks noChangeShapeType="1"/>
              <a:stCxn id="96307" idx="3"/>
              <a:endCxn id="96306" idx="1"/>
            </p:cNvCxnSpPr>
            <p:nvPr/>
          </p:nvCxnSpPr>
          <p:spPr bwMode="auto">
            <a:xfrm flipV="1">
              <a:off x="4446" y="4006"/>
              <a:ext cx="163" cy="8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4" name="AutoShape 329">
              <a:extLst>
                <a:ext uri="{FF2B5EF4-FFF2-40B4-BE49-F238E27FC236}">
                  <a16:creationId xmlns:a16="http://schemas.microsoft.com/office/drawing/2014/main" id="{86FC6D4D-A475-264D-B6E5-6182F824824E}"/>
                </a:ext>
              </a:extLst>
            </p:cNvPr>
            <p:cNvCxnSpPr>
              <a:cxnSpLocks noChangeShapeType="1"/>
              <a:stCxn id="96306" idx="2"/>
              <a:endCxn id="96309" idx="1"/>
            </p:cNvCxnSpPr>
            <p:nvPr/>
          </p:nvCxnSpPr>
          <p:spPr bwMode="auto">
            <a:xfrm>
              <a:off x="4650" y="4030"/>
              <a:ext cx="102" cy="9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5" name="AutoShape 330">
              <a:extLst>
                <a:ext uri="{FF2B5EF4-FFF2-40B4-BE49-F238E27FC236}">
                  <a16:creationId xmlns:a16="http://schemas.microsoft.com/office/drawing/2014/main" id="{A1CF1B83-4511-CB42-9F63-E9C6DF9BD8D8}"/>
                </a:ext>
              </a:extLst>
            </p:cNvPr>
            <p:cNvCxnSpPr>
              <a:cxnSpLocks noChangeShapeType="1"/>
              <a:stCxn id="96306" idx="0"/>
              <a:endCxn id="96310" idx="2"/>
            </p:cNvCxnSpPr>
            <p:nvPr/>
          </p:nvCxnSpPr>
          <p:spPr bwMode="auto">
            <a:xfrm flipH="1" flipV="1">
              <a:off x="4631" y="3848"/>
              <a:ext cx="19" cy="13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6" name="AutoShape 331">
              <a:extLst>
                <a:ext uri="{FF2B5EF4-FFF2-40B4-BE49-F238E27FC236}">
                  <a16:creationId xmlns:a16="http://schemas.microsoft.com/office/drawing/2014/main" id="{55856B7E-D99D-5544-B8A6-25EDF5C512E1}"/>
                </a:ext>
              </a:extLst>
            </p:cNvPr>
            <p:cNvCxnSpPr>
              <a:cxnSpLocks noChangeShapeType="1"/>
              <a:stCxn id="96310" idx="3"/>
              <a:endCxn id="96311" idx="1"/>
            </p:cNvCxnSpPr>
            <p:nvPr/>
          </p:nvCxnSpPr>
          <p:spPr bwMode="auto">
            <a:xfrm>
              <a:off x="4772" y="3798"/>
              <a:ext cx="184" cy="2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7" name="AutoShape 332">
              <a:extLst>
                <a:ext uri="{FF2B5EF4-FFF2-40B4-BE49-F238E27FC236}">
                  <a16:creationId xmlns:a16="http://schemas.microsoft.com/office/drawing/2014/main" id="{2E957024-F442-EC40-837B-B3A87A61931F}"/>
                </a:ext>
              </a:extLst>
            </p:cNvPr>
            <p:cNvCxnSpPr>
              <a:cxnSpLocks noChangeShapeType="1"/>
              <a:stCxn id="96309" idx="0"/>
              <a:endCxn id="96305" idx="2"/>
            </p:cNvCxnSpPr>
            <p:nvPr/>
          </p:nvCxnSpPr>
          <p:spPr bwMode="auto">
            <a:xfrm flipV="1">
              <a:off x="4844" y="3985"/>
              <a:ext cx="112" cy="8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8" name="AutoShape 333">
              <a:extLst>
                <a:ext uri="{FF2B5EF4-FFF2-40B4-BE49-F238E27FC236}">
                  <a16:creationId xmlns:a16="http://schemas.microsoft.com/office/drawing/2014/main" id="{49C33673-D4B7-1B47-9390-5DB25862537B}"/>
                </a:ext>
              </a:extLst>
            </p:cNvPr>
            <p:cNvCxnSpPr>
              <a:cxnSpLocks noChangeShapeType="1"/>
              <a:stCxn id="96309" idx="3"/>
            </p:cNvCxnSpPr>
            <p:nvPr/>
          </p:nvCxnSpPr>
          <p:spPr bwMode="auto">
            <a:xfrm>
              <a:off x="4936" y="4121"/>
              <a:ext cx="143" cy="4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319" name="AutoShape 334">
              <a:extLst>
                <a:ext uri="{FF2B5EF4-FFF2-40B4-BE49-F238E27FC236}">
                  <a16:creationId xmlns:a16="http://schemas.microsoft.com/office/drawing/2014/main" id="{5239A8FA-0F3B-7342-83BE-7559D5F59024}"/>
                </a:ext>
              </a:extLst>
            </p:cNvPr>
            <p:cNvCxnSpPr>
              <a:cxnSpLocks noChangeShapeType="1"/>
              <a:stCxn id="96306" idx="3"/>
              <a:endCxn id="96305" idx="1"/>
            </p:cNvCxnSpPr>
            <p:nvPr/>
          </p:nvCxnSpPr>
          <p:spPr bwMode="auto">
            <a:xfrm flipV="1">
              <a:off x="4691" y="3938"/>
              <a:ext cx="204" cy="6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320" name="Rectangle 335">
              <a:extLst>
                <a:ext uri="{FF2B5EF4-FFF2-40B4-BE49-F238E27FC236}">
                  <a16:creationId xmlns:a16="http://schemas.microsoft.com/office/drawing/2014/main" id="{7E3B332C-B9F6-3E4D-A2DB-CF93C8B77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1" y="3987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1" name="Rectangle 336">
              <a:extLst>
                <a:ext uri="{FF2B5EF4-FFF2-40B4-BE49-F238E27FC236}">
                  <a16:creationId xmlns:a16="http://schemas.microsoft.com/office/drawing/2014/main" id="{86D64212-7EA8-3748-B590-CFAA0B25F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9" y="3896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2" name="Rectangle 337">
              <a:extLst>
                <a:ext uri="{FF2B5EF4-FFF2-40B4-BE49-F238E27FC236}">
                  <a16:creationId xmlns:a16="http://schemas.microsoft.com/office/drawing/2014/main" id="{CDA9B336-AACB-1D48-8CBA-364473B8A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3851"/>
              <a:ext cx="81" cy="9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23" name="Rectangle 338">
              <a:extLst>
                <a:ext uri="{FF2B5EF4-FFF2-40B4-BE49-F238E27FC236}">
                  <a16:creationId xmlns:a16="http://schemas.microsoft.com/office/drawing/2014/main" id="{4E03DFA1-2520-0944-8AB2-DE6D4F729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3" y="3947"/>
              <a:ext cx="81" cy="9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grpSp>
        <p:nvGrpSpPr>
          <p:cNvPr id="96278" name="Group 339">
            <a:extLst>
              <a:ext uri="{FF2B5EF4-FFF2-40B4-BE49-F238E27FC236}">
                <a16:creationId xmlns:a16="http://schemas.microsoft.com/office/drawing/2014/main" id="{6C2C679F-3BE7-EA47-B77F-3C09EF93C4AA}"/>
              </a:ext>
            </a:extLst>
          </p:cNvPr>
          <p:cNvGrpSpPr>
            <a:grpSpLocks/>
          </p:cNvGrpSpPr>
          <p:nvPr/>
        </p:nvGrpSpPr>
        <p:grpSpPr bwMode="auto">
          <a:xfrm>
            <a:off x="6905625" y="4694238"/>
            <a:ext cx="1293813" cy="758825"/>
            <a:chOff x="4388" y="3618"/>
            <a:chExt cx="815" cy="501"/>
          </a:xfrm>
        </p:grpSpPr>
        <p:sp>
          <p:nvSpPr>
            <p:cNvPr id="96285" name="Rectangle 340">
              <a:extLst>
                <a:ext uri="{FF2B5EF4-FFF2-40B4-BE49-F238E27FC236}">
                  <a16:creationId xmlns:a16="http://schemas.microsoft.com/office/drawing/2014/main" id="{8989A902-669E-C242-91DF-D065479DF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618"/>
              <a:ext cx="815" cy="501"/>
            </a:xfrm>
            <a:prstGeom prst="rect">
              <a:avLst/>
            </a:prstGeom>
            <a:solidFill>
              <a:srgbClr val="FF9966"/>
            </a:solidFill>
            <a:ln w="317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72000" tIns="0" rIns="72000" bIns="0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86" name="Rectangle 341">
              <a:extLst>
                <a:ext uri="{FF2B5EF4-FFF2-40B4-BE49-F238E27FC236}">
                  <a16:creationId xmlns:a16="http://schemas.microsoft.com/office/drawing/2014/main" id="{E26E8BD9-0F88-4946-AA11-5CD8BDC93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8" y="3801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87" name="Rectangle 342">
              <a:extLst>
                <a:ext uri="{FF2B5EF4-FFF2-40B4-BE49-F238E27FC236}">
                  <a16:creationId xmlns:a16="http://schemas.microsoft.com/office/drawing/2014/main" id="{D47C1A49-D771-3742-A411-FCBB4B68F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892"/>
              <a:ext cx="82" cy="48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88" name="Rectangle 343">
              <a:extLst>
                <a:ext uri="{FF2B5EF4-FFF2-40B4-BE49-F238E27FC236}">
                  <a16:creationId xmlns:a16="http://schemas.microsoft.com/office/drawing/2014/main" id="{5B5D2C66-F7A6-AF43-8034-46CF40717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3710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89" name="Rectangle 344">
              <a:extLst>
                <a:ext uri="{FF2B5EF4-FFF2-40B4-BE49-F238E27FC236}">
                  <a16:creationId xmlns:a16="http://schemas.microsoft.com/office/drawing/2014/main" id="{F9151478-00FF-DD4C-9168-06A8A8BB4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3984"/>
              <a:ext cx="184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90" name="Rectangle 345">
              <a:extLst>
                <a:ext uri="{FF2B5EF4-FFF2-40B4-BE49-F238E27FC236}">
                  <a16:creationId xmlns:a16="http://schemas.microsoft.com/office/drawing/2014/main" id="{7DA0D876-482E-BF4F-9753-877DFBD48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665"/>
              <a:ext cx="119" cy="18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91" name="Rectangle 346">
              <a:extLst>
                <a:ext uri="{FF2B5EF4-FFF2-40B4-BE49-F238E27FC236}">
                  <a16:creationId xmlns:a16="http://schemas.microsoft.com/office/drawing/2014/main" id="{E32B3889-D5F6-9247-B9E8-B953DCCC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3688"/>
              <a:ext cx="82" cy="47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cxnSp>
          <p:nvCxnSpPr>
            <p:cNvPr id="96292" name="AutoShape 347">
              <a:extLst>
                <a:ext uri="{FF2B5EF4-FFF2-40B4-BE49-F238E27FC236}">
                  <a16:creationId xmlns:a16="http://schemas.microsoft.com/office/drawing/2014/main" id="{F8FF954C-93F7-2447-B87E-05713E079159}"/>
                </a:ext>
              </a:extLst>
            </p:cNvPr>
            <p:cNvCxnSpPr>
              <a:cxnSpLocks noChangeShapeType="1"/>
              <a:stCxn id="96288" idx="3"/>
              <a:endCxn id="96290" idx="1"/>
            </p:cNvCxnSpPr>
            <p:nvPr/>
          </p:nvCxnSpPr>
          <p:spPr bwMode="auto">
            <a:xfrm>
              <a:off x="4548" y="3757"/>
              <a:ext cx="286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293" name="AutoShape 348">
              <a:extLst>
                <a:ext uri="{FF2B5EF4-FFF2-40B4-BE49-F238E27FC236}">
                  <a16:creationId xmlns:a16="http://schemas.microsoft.com/office/drawing/2014/main" id="{44B38794-3118-D444-B80F-846D176DC93F}"/>
                </a:ext>
              </a:extLst>
            </p:cNvPr>
            <p:cNvCxnSpPr>
              <a:cxnSpLocks noChangeShapeType="1"/>
              <a:endCxn id="96287" idx="1"/>
            </p:cNvCxnSpPr>
            <p:nvPr/>
          </p:nvCxnSpPr>
          <p:spPr bwMode="auto">
            <a:xfrm flipV="1">
              <a:off x="4589" y="3917"/>
              <a:ext cx="163" cy="9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294" name="AutoShape 349">
              <a:extLst>
                <a:ext uri="{FF2B5EF4-FFF2-40B4-BE49-F238E27FC236}">
                  <a16:creationId xmlns:a16="http://schemas.microsoft.com/office/drawing/2014/main" id="{C6106EFA-7A13-DE49-859B-BC85163E8380}"/>
                </a:ext>
              </a:extLst>
            </p:cNvPr>
            <p:cNvCxnSpPr>
              <a:cxnSpLocks noChangeShapeType="1"/>
              <a:stCxn id="96287" idx="2"/>
              <a:endCxn id="96289" idx="1"/>
            </p:cNvCxnSpPr>
            <p:nvPr/>
          </p:nvCxnSpPr>
          <p:spPr bwMode="auto">
            <a:xfrm>
              <a:off x="4793" y="3940"/>
              <a:ext cx="102" cy="9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295" name="AutoShape 350">
              <a:extLst>
                <a:ext uri="{FF2B5EF4-FFF2-40B4-BE49-F238E27FC236}">
                  <a16:creationId xmlns:a16="http://schemas.microsoft.com/office/drawing/2014/main" id="{1E44CDF1-C21A-0E4C-8CC7-AB868CDEB248}"/>
                </a:ext>
              </a:extLst>
            </p:cNvPr>
            <p:cNvCxnSpPr>
              <a:cxnSpLocks noChangeShapeType="1"/>
              <a:stCxn id="96287" idx="0"/>
              <a:endCxn id="96290" idx="2"/>
            </p:cNvCxnSpPr>
            <p:nvPr/>
          </p:nvCxnSpPr>
          <p:spPr bwMode="auto">
            <a:xfrm flipV="1">
              <a:off x="4793" y="3848"/>
              <a:ext cx="101" cy="4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296" name="AutoShape 351">
              <a:extLst>
                <a:ext uri="{FF2B5EF4-FFF2-40B4-BE49-F238E27FC236}">
                  <a16:creationId xmlns:a16="http://schemas.microsoft.com/office/drawing/2014/main" id="{93632D10-B2D0-2E4B-B308-0C508EB68415}"/>
                </a:ext>
              </a:extLst>
            </p:cNvPr>
            <p:cNvCxnSpPr>
              <a:cxnSpLocks noChangeShapeType="1"/>
              <a:stCxn id="96289" idx="0"/>
              <a:endCxn id="96286" idx="2"/>
            </p:cNvCxnSpPr>
            <p:nvPr/>
          </p:nvCxnSpPr>
          <p:spPr bwMode="auto">
            <a:xfrm flipV="1">
              <a:off x="4987" y="3895"/>
              <a:ext cx="112" cy="8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297" name="AutoShape 352">
              <a:extLst>
                <a:ext uri="{FF2B5EF4-FFF2-40B4-BE49-F238E27FC236}">
                  <a16:creationId xmlns:a16="http://schemas.microsoft.com/office/drawing/2014/main" id="{93780C68-B054-524F-B7BB-970DDAE4DC52}"/>
                </a:ext>
              </a:extLst>
            </p:cNvPr>
            <p:cNvCxnSpPr>
              <a:cxnSpLocks noChangeShapeType="1"/>
              <a:stCxn id="96287" idx="3"/>
              <a:endCxn id="96286" idx="1"/>
            </p:cNvCxnSpPr>
            <p:nvPr/>
          </p:nvCxnSpPr>
          <p:spPr bwMode="auto">
            <a:xfrm flipV="1">
              <a:off x="4834" y="3848"/>
              <a:ext cx="204" cy="6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6298" name="Rectangle 353">
              <a:extLst>
                <a:ext uri="{FF2B5EF4-FFF2-40B4-BE49-F238E27FC236}">
                  <a16:creationId xmlns:a16="http://schemas.microsoft.com/office/drawing/2014/main" id="{472B58FE-1D02-0248-9759-2286DBFE3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3761"/>
              <a:ext cx="119" cy="18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299" name="Rectangle 354">
              <a:extLst>
                <a:ext uri="{FF2B5EF4-FFF2-40B4-BE49-F238E27FC236}">
                  <a16:creationId xmlns:a16="http://schemas.microsoft.com/office/drawing/2014/main" id="{9A98689E-86E1-DF4D-BF20-138A98B24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3917"/>
              <a:ext cx="119" cy="18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0" name="Rectangle 355">
              <a:extLst>
                <a:ext uri="{FF2B5EF4-FFF2-40B4-BE49-F238E27FC236}">
                  <a16:creationId xmlns:a16="http://schemas.microsoft.com/office/drawing/2014/main" id="{D17B13FC-EE86-F048-893B-7E666506A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3806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1" name="Rectangle 356">
              <a:extLst>
                <a:ext uri="{FF2B5EF4-FFF2-40B4-BE49-F238E27FC236}">
                  <a16:creationId xmlns:a16="http://schemas.microsoft.com/office/drawing/2014/main" id="{D13B3F29-09E0-5549-AD83-EF5407F64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3902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2" name="Rectangle 357">
              <a:extLst>
                <a:ext uri="{FF2B5EF4-FFF2-40B4-BE49-F238E27FC236}">
                  <a16:creationId xmlns:a16="http://schemas.microsoft.com/office/drawing/2014/main" id="{DC813CE8-70CA-9841-ACAB-0F185732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3656"/>
              <a:ext cx="119" cy="183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  <p:sp>
          <p:nvSpPr>
            <p:cNvPr id="96303" name="Rectangle 358">
              <a:extLst>
                <a:ext uri="{FF2B5EF4-FFF2-40B4-BE49-F238E27FC236}">
                  <a16:creationId xmlns:a16="http://schemas.microsoft.com/office/drawing/2014/main" id="{23286CF7-A00D-654C-9965-2344BE00D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" y="3998"/>
              <a:ext cx="122" cy="94"/>
            </a:xfrm>
            <a:prstGeom prst="rect">
              <a:avLst/>
            </a:prstGeom>
            <a:solidFill>
              <a:srgbClr val="CC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pt-BR" altLang="pt-BR" sz="2400"/>
            </a:p>
          </p:txBody>
        </p:sp>
      </p:grpSp>
      <p:sp>
        <p:nvSpPr>
          <p:cNvPr id="96279" name="Text Box 359">
            <a:extLst>
              <a:ext uri="{FF2B5EF4-FFF2-40B4-BE49-F238E27FC236}">
                <a16:creationId xmlns:a16="http://schemas.microsoft.com/office/drawing/2014/main" id="{D1F7A740-FAF7-F148-88ED-F6948C711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6025" y="3990975"/>
            <a:ext cx="3994150" cy="304800"/>
          </a:xfrm>
          <a:prstGeom prst="rect">
            <a:avLst/>
          </a:pr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72000" tIns="0" rIns="72000" bIns="0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sz="2000">
                <a:solidFill>
                  <a:schemeClr val="bg1"/>
                </a:solidFill>
              </a:rPr>
              <a:t>Modelos de referência específicos</a:t>
            </a:r>
          </a:p>
        </p:txBody>
      </p:sp>
      <p:sp>
        <p:nvSpPr>
          <p:cNvPr id="96280" name="Text Box 360">
            <a:extLst>
              <a:ext uri="{FF2B5EF4-FFF2-40B4-BE49-F238E27FC236}">
                <a16:creationId xmlns:a16="http://schemas.microsoft.com/office/drawing/2014/main" id="{07AC1E61-D4E9-214F-8F18-783017F93791}"/>
              </a:ext>
            </a:extLst>
          </p:cNvPr>
          <p:cNvSpPr txBox="1">
            <a:spLocks noChangeArrowheads="1"/>
          </p:cNvSpPr>
          <p:nvPr/>
        </p:nvSpPr>
        <p:spPr bwMode="auto">
          <a:xfrm rot="-1528696">
            <a:off x="5397500" y="1279525"/>
            <a:ext cx="3746500" cy="519113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b="1"/>
              <a:t>Modelo de referência</a:t>
            </a:r>
          </a:p>
        </p:txBody>
      </p:sp>
      <p:sp>
        <p:nvSpPr>
          <p:cNvPr id="96281" name="Text Box 361">
            <a:extLst>
              <a:ext uri="{FF2B5EF4-FFF2-40B4-BE49-F238E27FC236}">
                <a16:creationId xmlns:a16="http://schemas.microsoft.com/office/drawing/2014/main" id="{201CB71A-2D57-3645-B2C1-0EAEECE91DF6}"/>
              </a:ext>
            </a:extLst>
          </p:cNvPr>
          <p:cNvSpPr txBox="1">
            <a:spLocks noChangeArrowheads="1"/>
          </p:cNvSpPr>
          <p:nvPr/>
        </p:nvSpPr>
        <p:spPr bwMode="auto">
          <a:xfrm rot="-1528696">
            <a:off x="5754688" y="3908425"/>
            <a:ext cx="3389312" cy="9461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altLang="pt-BR" b="1"/>
              <a:t>Processo padrão da empresa</a:t>
            </a:r>
          </a:p>
        </p:txBody>
      </p:sp>
      <p:sp>
        <p:nvSpPr>
          <p:cNvPr id="96282" name="Rectangle 362">
            <a:extLst>
              <a:ext uri="{FF2B5EF4-FFF2-40B4-BE49-F238E27FC236}">
                <a16:creationId xmlns:a16="http://schemas.microsoft.com/office/drawing/2014/main" id="{4DA8A946-E41C-194D-889A-69BA2F0B8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825" y="2114550"/>
            <a:ext cx="3576638" cy="1274763"/>
          </a:xfrm>
          <a:prstGeom prst="rect">
            <a:avLst/>
          </a:prstGeom>
          <a:solidFill>
            <a:srgbClr val="EAEAEA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72000" tIns="0" rIns="72000" bIns="0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pt-BR" altLang="pt-BR" sz="2400"/>
          </a:p>
        </p:txBody>
      </p:sp>
      <p:pic>
        <p:nvPicPr>
          <p:cNvPr id="96283" name="Picture 363">
            <a:extLst>
              <a:ext uri="{FF2B5EF4-FFF2-40B4-BE49-F238E27FC236}">
                <a16:creationId xmlns:a16="http://schemas.microsoft.com/office/drawing/2014/main" id="{B22A3772-244A-354E-A7D6-C1BCBAC467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113" y="2114550"/>
            <a:ext cx="35687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284" name="Picture 364" descr="Gestão de Desenvolvimento de Produtos">
            <a:extLst>
              <a:ext uri="{FF2B5EF4-FFF2-40B4-BE49-F238E27FC236}">
                <a16:creationId xmlns:a16="http://schemas.microsoft.com/office/drawing/2014/main" id="{AEBEBEE0-E1A4-2A4E-B5F6-FCFC840E21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3863" y="900113"/>
            <a:ext cx="1077912" cy="156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CaixaDeTexto 1">
            <a:extLst>
              <a:ext uri="{FF2B5EF4-FFF2-40B4-BE49-F238E27FC236}">
                <a16:creationId xmlns:a16="http://schemas.microsoft.com/office/drawing/2014/main" id="{EA0D3830-F78F-6446-A4CB-19322345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738" y="1328738"/>
            <a:ext cx="6129337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2400" b="1" i="1">
                <a:solidFill>
                  <a:srgbClr val="FF3300"/>
                </a:solidFill>
              </a:rPr>
              <a:t>FIM</a:t>
            </a:r>
            <a:r>
              <a:rPr lang="pt-BR" altLang="pt-BR" sz="3200" b="1" i="1">
                <a:solidFill>
                  <a:srgbClr val="FF3300"/>
                </a:solidFill>
              </a:rPr>
              <a:t> </a:t>
            </a:r>
            <a:r>
              <a:rPr lang="pt-BR" altLang="pt-BR" sz="3200" b="1">
                <a:solidFill>
                  <a:srgbClr val="002060"/>
                </a:solidFill>
              </a:rPr>
              <a:t>DO CONTEÚDO DA </a:t>
            </a:r>
            <a:r>
              <a:rPr lang="pt-BR" altLang="pt-BR" sz="3200" b="1">
                <a:solidFill>
                  <a:srgbClr val="00B050"/>
                </a:solidFill>
              </a:rPr>
              <a:t>DISCIPLINA</a:t>
            </a:r>
            <a:r>
              <a:rPr lang="pt-BR" altLang="pt-BR" sz="3200" b="1">
                <a:solidFill>
                  <a:srgbClr val="002060"/>
                </a:solidFill>
              </a:rPr>
              <a:t> DE ENGENHARIA DO PRODUTO!!!</a:t>
            </a:r>
            <a:endParaRPr lang="pt-BR" altLang="pt-BR" sz="2400" b="1">
              <a:solidFill>
                <a:srgbClr val="002060"/>
              </a:solidFill>
            </a:endParaRPr>
          </a:p>
        </p:txBody>
      </p:sp>
      <p:sp>
        <p:nvSpPr>
          <p:cNvPr id="98306" name="Seta em curva para a direita 3">
            <a:extLst>
              <a:ext uri="{FF2B5EF4-FFF2-40B4-BE49-F238E27FC236}">
                <a16:creationId xmlns:a16="http://schemas.microsoft.com/office/drawing/2014/main" id="{48A15655-388A-1140-B49C-6DD9C5B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050" y="1557338"/>
            <a:ext cx="1171575" cy="3271837"/>
          </a:xfrm>
          <a:prstGeom prst="curvedRightArrow">
            <a:avLst>
              <a:gd name="adj1" fmla="val 24992"/>
              <a:gd name="adj2" fmla="val 49997"/>
              <a:gd name="adj3" fmla="val 25000"/>
            </a:avLst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pt-BR" altLang="pt-BR" sz="2400"/>
          </a:p>
        </p:txBody>
      </p:sp>
      <p:sp>
        <p:nvSpPr>
          <p:cNvPr id="98307" name="CaixaDeTexto 4">
            <a:extLst>
              <a:ext uri="{FF2B5EF4-FFF2-40B4-BE49-F238E27FC236}">
                <a16:creationId xmlns:a16="http://schemas.microsoft.com/office/drawing/2014/main" id="{A69A26E6-C58E-754D-A0E4-6FCEED056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8775" y="3971925"/>
            <a:ext cx="5881688" cy="169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altLang="pt-BR" sz="4000" b="1" i="1">
                <a:solidFill>
                  <a:srgbClr val="FF3300"/>
                </a:solidFill>
              </a:rPr>
              <a:t>INICIO </a:t>
            </a:r>
            <a:r>
              <a:rPr lang="pt-BR" altLang="pt-BR" sz="3200" b="1">
                <a:solidFill>
                  <a:srgbClr val="002060"/>
                </a:solidFill>
              </a:rPr>
              <a:t>DO </a:t>
            </a:r>
            <a:r>
              <a:rPr lang="pt-BR" altLang="pt-BR" sz="3200" b="1">
                <a:solidFill>
                  <a:srgbClr val="00B050"/>
                </a:solidFill>
              </a:rPr>
              <a:t>APRENDIZADO </a:t>
            </a:r>
            <a:r>
              <a:rPr lang="pt-BR" altLang="pt-BR" sz="3200" b="1">
                <a:solidFill>
                  <a:srgbClr val="002060"/>
                </a:solidFill>
              </a:rPr>
              <a:t>  ENGENHARIA DE PRODUTO!!!!</a:t>
            </a:r>
            <a:endParaRPr lang="pt-BR" altLang="pt-BR" sz="2400" b="1">
              <a:solidFill>
                <a:srgbClr val="002060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sign padrão">
  <a:themeElements>
    <a:clrScheme name="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sign padrã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Tema do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FFB952CF52B7DE4ABAC1D5EF85AB9ACF" ma:contentTypeVersion="5" ma:contentTypeDescription="Crie um novo documento." ma:contentTypeScope="" ma:versionID="03a2bb3a47b51376378bf08e532d75c6">
  <xsd:schema xmlns:xsd="http://www.w3.org/2001/XMLSchema" xmlns:xs="http://www.w3.org/2001/XMLSchema" xmlns:p="http://schemas.microsoft.com/office/2006/metadata/properties" xmlns:ns2="0616edac-8b85-431d-b1bb-a5cc9cdccc91" targetNamespace="http://schemas.microsoft.com/office/2006/metadata/properties" ma:root="true" ma:fieldsID="fa73517d4a9523936914bab2fc4498b3" ns2:_="">
    <xsd:import namespace="0616edac-8b85-431d-b1bb-a5cc9cdccc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LengthInSecond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616edac-8b85-431d-b1bb-a5cc9cdccc91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1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bjectDetectorVersions" ma:index="12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DC2D0AC6-3CEA-4BC4-B425-A68DC45BD17F}">
  <ds:schemaRefs>
    <ds:schemaRef ds:uri="http://schemas.microsoft.com/office/2006/documentManagement/types"/>
    <ds:schemaRef ds:uri="http://schemas.openxmlformats.org/package/2006/metadata/core-properties"/>
    <ds:schemaRef ds:uri="http://purl.org/dc/elements/1.1/"/>
    <ds:schemaRef ds:uri="http://schemas.microsoft.com/office/2006/metadata/properties"/>
    <ds:schemaRef ds:uri="http://www.w3.org/XML/1998/namespace"/>
    <ds:schemaRef ds:uri="http://purl.org/dc/terms/"/>
    <ds:schemaRef ds:uri="http://purl.org/dc/dcmitype/"/>
    <ds:schemaRef ds:uri="http://schemas.microsoft.com/office/infopath/2007/PartnerControls"/>
    <ds:schemaRef ds:uri="0616edac-8b85-431d-b1bb-a5cc9cdccc91"/>
  </ds:schemaRefs>
</ds:datastoreItem>
</file>

<file path=customXml/itemProps2.xml><?xml version="1.0" encoding="utf-8"?>
<ds:datastoreItem xmlns:ds="http://schemas.openxmlformats.org/officeDocument/2006/customXml" ds:itemID="{426F98BB-85DE-4D1A-8818-F5E02748DD76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1292239C-051A-4277-9295-D80D906E9C55}"/>
</file>

<file path=docProps/app.xml><?xml version="1.0" encoding="utf-8"?>
<Properties xmlns="http://schemas.openxmlformats.org/officeDocument/2006/extended-properties" xmlns:vt="http://schemas.openxmlformats.org/officeDocument/2006/docPropsVTypes">
  <TotalTime>5019</TotalTime>
  <Words>2799</Words>
  <Application>Microsoft Macintosh PowerPoint</Application>
  <PresentationFormat>Apresentação na tela (4:3)</PresentationFormat>
  <Paragraphs>725</Paragraphs>
  <Slides>40</Slides>
  <Notes>38</Notes>
  <HiddenSlides>0</HiddenSlides>
  <MMClips>0</MMClips>
  <ScaleCrop>false</ScaleCrop>
  <HeadingPairs>
    <vt:vector size="8" baseType="variant">
      <vt:variant>
        <vt:lpstr>Fontes usadas</vt:lpstr>
      </vt:variant>
      <vt:variant>
        <vt:i4>6</vt:i4>
      </vt:variant>
      <vt:variant>
        <vt:lpstr>Tema</vt:lpstr>
      </vt:variant>
      <vt:variant>
        <vt:i4>1</vt:i4>
      </vt:variant>
      <vt:variant>
        <vt:lpstr>Servidores OLE inseridos</vt:lpstr>
      </vt:variant>
      <vt:variant>
        <vt:i4>3</vt:i4>
      </vt:variant>
      <vt:variant>
        <vt:lpstr>Títulos de slides</vt:lpstr>
      </vt:variant>
      <vt:variant>
        <vt:i4>40</vt:i4>
      </vt:variant>
    </vt:vector>
  </HeadingPairs>
  <TitlesOfParts>
    <vt:vector size="50" baseType="lpstr">
      <vt:lpstr>Arial Unicode MS</vt:lpstr>
      <vt:lpstr>Arial</vt:lpstr>
      <vt:lpstr>Arial Narrow</vt:lpstr>
      <vt:lpstr>Comic Sans MS</vt:lpstr>
      <vt:lpstr>Impact</vt:lpstr>
      <vt:lpstr>Times New Roman</vt:lpstr>
      <vt:lpstr>Design padrão</vt:lpstr>
      <vt:lpstr>Equation</vt:lpstr>
      <vt:lpstr>Equação</vt:lpstr>
      <vt:lpstr>Clip</vt:lpstr>
      <vt:lpstr>Apresentação do PowerPoint</vt:lpstr>
      <vt:lpstr>Principais resultados das fases </vt:lpstr>
      <vt:lpstr>Principais resultados das fases </vt:lpstr>
      <vt:lpstr>Localização do planejamento estratégico dos produtos </vt:lpstr>
      <vt:lpstr>Informações principais e dependência entre as atividades da fase de Preparação da Produção</vt:lpstr>
      <vt:lpstr>Diferenciação entre preparação da produção e lançamento do produto</vt:lpstr>
      <vt:lpstr>Casos alternativos de produção a serem considerados nesta fase de preparação da produção </vt:lpstr>
      <vt:lpstr>Produzir lote piloto</vt:lpstr>
      <vt:lpstr>Homologar o processo</vt:lpstr>
      <vt:lpstr>Homologar o processo: Avaliar lote piloto</vt:lpstr>
      <vt:lpstr>Homologar o processo: Análise dos Sistemas de Medição (MSA — Measurement System Analysis)</vt:lpstr>
      <vt:lpstr>Video básico do Sistema de Medição</vt:lpstr>
      <vt:lpstr>Homologar o processo: Análise dos Sistemas de Medição: Tipos de variação</vt:lpstr>
      <vt:lpstr>Fórmulas básicas de Cp e Cpk</vt:lpstr>
      <vt:lpstr>Homologar o processo: tarefas realizadas</vt:lpstr>
      <vt:lpstr>Sumário do capítulo – atividades da fase</vt:lpstr>
      <vt:lpstr>Certificar Produto</vt:lpstr>
      <vt:lpstr>Responsáveis pelo desenho do processo</vt:lpstr>
      <vt:lpstr>Desenvolver processo de produção</vt:lpstr>
      <vt:lpstr>Condição ideal</vt:lpstr>
      <vt:lpstr>Processo da sistemática de gates: avaliar fase</vt:lpstr>
      <vt:lpstr>Atividade genérica: monitorar viabilidade econômico-financeira</vt:lpstr>
      <vt:lpstr>Atividade genérica: avaliar fase</vt:lpstr>
      <vt:lpstr>Processo da sistemática de gates: avaliar fase</vt:lpstr>
      <vt:lpstr>Sumário do capítulo – atividades da fase</vt:lpstr>
      <vt:lpstr>Próxima fase: lançamento do produto</vt:lpstr>
      <vt:lpstr>Diferenciação entre preparação da produção e lançamento do produto</vt:lpstr>
      <vt:lpstr>Informações principais e dependência entre as atividades da fase de Lançamento do Produto</vt:lpstr>
      <vt:lpstr>Processo de atendimento ao cliente</vt:lpstr>
      <vt:lpstr>Atividade de gerenciar lançamento</vt:lpstr>
      <vt:lpstr>Atividade de atualizar o plano de fim de vida</vt:lpstr>
      <vt:lpstr>Macro-fase de pós-desenvolvimento</vt:lpstr>
      <vt:lpstr>Principais resultados das fases </vt:lpstr>
      <vt:lpstr>Principais resultados das fases </vt:lpstr>
      <vt:lpstr>Próxima macro-fase: pós-desenvolvimento</vt:lpstr>
      <vt:lpstr>Síntese dos níveis de maturidade</vt:lpstr>
      <vt:lpstr>Exemplos de projetos de transformação</vt:lpstr>
      <vt:lpstr>Apresentação do PowerPoint</vt:lpstr>
      <vt:lpstr>Modelos de referência genéricos, específicos e projetos</vt:lpstr>
      <vt:lpstr>Apresentação do PowerPoint</vt:lpstr>
    </vt:vector>
  </TitlesOfParts>
  <Company>UFSC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Forcellini</dc:creator>
  <cp:lastModifiedBy>Andrea Cristina dos Santos</cp:lastModifiedBy>
  <cp:revision>149</cp:revision>
  <dcterms:created xsi:type="dcterms:W3CDTF">2005-02-20T23:18:54Z</dcterms:created>
  <dcterms:modified xsi:type="dcterms:W3CDTF">2023-07-13T10:32:11Z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0x010100FFB952CF52B7DE4ABAC1D5EF85AB9ACF</vt:lpwstr>
  </property>
</Properties>
</file>